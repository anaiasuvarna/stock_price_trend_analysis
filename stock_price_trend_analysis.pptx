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theme/themeOverride1.xml" ContentType="application/vnd.openxmlformats-officedocument.themeOverrid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36" r:id="rId4"/>
  </p:sldMasterIdLst>
  <p:notesMasterIdLst>
    <p:notesMasterId r:id="rId29"/>
  </p:notesMasterIdLst>
  <p:handoutMasterIdLst>
    <p:handoutMasterId r:id="rId30"/>
  </p:handoutMasterIdLst>
  <p:sldIdLst>
    <p:sldId id="1497" r:id="rId5"/>
    <p:sldId id="1498" r:id="rId6"/>
    <p:sldId id="1499" r:id="rId7"/>
    <p:sldId id="1515" r:id="rId8"/>
    <p:sldId id="1502" r:id="rId9"/>
    <p:sldId id="1503" r:id="rId10"/>
    <p:sldId id="1514" r:id="rId11"/>
    <p:sldId id="1530" r:id="rId12"/>
    <p:sldId id="1529" r:id="rId13"/>
    <p:sldId id="1531" r:id="rId14"/>
    <p:sldId id="1500" r:id="rId15"/>
    <p:sldId id="1505" r:id="rId16"/>
    <p:sldId id="1522" r:id="rId17"/>
    <p:sldId id="1523" r:id="rId18"/>
    <p:sldId id="1524" r:id="rId19"/>
    <p:sldId id="1525" r:id="rId20"/>
    <p:sldId id="1526" r:id="rId21"/>
    <p:sldId id="1527" r:id="rId22"/>
    <p:sldId id="1528" r:id="rId23"/>
    <p:sldId id="1532" r:id="rId24"/>
    <p:sldId id="1506" r:id="rId25"/>
    <p:sldId id="1517" r:id="rId26"/>
    <p:sldId id="1516" r:id="rId27"/>
    <p:sldId id="1512"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2471F2E-E011-F521-299E-65FC243E7E5E}" name="David Salaguinto" initials="DS" userId="S::davidsa@microsoft.com::9399e6ad-b974-43d0-b593-8c2804f84e0d" providerId="AD"/>
  <p188:author id="{DC3CAF61-3D39-8A1C-6AB6-F5CBCFCBEA47}" name="Vanessa Buzgheia (ALLEGIS GROUP HOLDINGS INC)" initials="" userId="S::v-vabuzgheia@microsoft.com::f3934b54-4599-40d0-96a8-d6208686f730" providerId="AD"/>
  <p188:author id="{9941987A-41B7-49AC-EE6E-03F2D0BD95BA}" name="Daria Naidenov" initials="DN" userId="S::danaidenov@microsoft.com::ab38ab5f-bdf0-4774-ae5a-d2782abb2027" providerId="AD"/>
  <p188:author id="{E2AFCBE2-96AD-378F-B4C9-6D94B252CA9F}" name="Kaila Orsucci (ANDERSEN CONSULTANTS LLC)" initials="KO" userId="S::v-kaiorsucci@microsoft.com::6b53eb50-4ec2-4e76-8ec7-518784d2a685"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4F81BD"/>
    <a:srgbClr val="EF2111"/>
    <a:srgbClr val="DF1E0F"/>
    <a:srgbClr val="E9E5DB"/>
    <a:srgbClr val="EEECE7"/>
    <a:srgbClr val="212121"/>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73" autoAdjust="0"/>
    <p:restoredTop sz="94468"/>
  </p:normalViewPr>
  <p:slideViewPr>
    <p:cSldViewPr snapToGrid="0">
      <p:cViewPr varScale="1">
        <p:scale>
          <a:sx n="73" d="100"/>
          <a:sy n="73" d="100"/>
        </p:scale>
        <p:origin x="101" y="226"/>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35" Type="http://schemas.microsoft.com/office/2016/11/relationships/changesInfo" Target="changesInfos/changesInfo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aia Suvarna" userId="9f36d374a3dec1b6" providerId="LiveId" clId="{688EE176-AFEF-42A5-8125-D4A8917EBBD4}"/>
    <pc:docChg chg="undo redo custSel addSld delSld modSld">
      <pc:chgData name="Anaia Suvarna" userId="9f36d374a3dec1b6" providerId="LiveId" clId="{688EE176-AFEF-42A5-8125-D4A8917EBBD4}" dt="2026-10-22T00:37:08.551" v="1253" actId="2085"/>
      <pc:docMkLst>
        <pc:docMk/>
      </pc:docMkLst>
      <pc:sldChg chg="modSp mod">
        <pc:chgData name="Anaia Suvarna" userId="9f36d374a3dec1b6" providerId="LiveId" clId="{688EE176-AFEF-42A5-8125-D4A8917EBBD4}" dt="2026-10-19T00:32:23.642" v="90" actId="20577"/>
        <pc:sldMkLst>
          <pc:docMk/>
          <pc:sldMk cId="1751885377" sldId="1499"/>
        </pc:sldMkLst>
        <pc:spChg chg="mod">
          <ac:chgData name="Anaia Suvarna" userId="9f36d374a3dec1b6" providerId="LiveId" clId="{688EE176-AFEF-42A5-8125-D4A8917EBBD4}" dt="2026-10-19T00:32:23.642" v="90" actId="20577"/>
          <ac:spMkLst>
            <pc:docMk/>
            <pc:sldMk cId="1751885377" sldId="1499"/>
            <ac:spMk id="3" creationId="{ABE6077A-1177-37C5-A613-68A8F5CC915F}"/>
          </ac:spMkLst>
        </pc:spChg>
      </pc:sldChg>
      <pc:sldChg chg="addSp delSp modSp mod">
        <pc:chgData name="Anaia Suvarna" userId="9f36d374a3dec1b6" providerId="LiveId" clId="{688EE176-AFEF-42A5-8125-D4A8917EBBD4}" dt="2026-10-22T00:31:27.789" v="1221" actId="20577"/>
        <pc:sldMkLst>
          <pc:docMk/>
          <pc:sldMk cId="948600294" sldId="1500"/>
        </pc:sldMkLst>
        <pc:spChg chg="mod">
          <ac:chgData name="Anaia Suvarna" userId="9f36d374a3dec1b6" providerId="LiveId" clId="{688EE176-AFEF-42A5-8125-D4A8917EBBD4}" dt="2026-10-22T00:31:27.789" v="1221" actId="20577"/>
          <ac:spMkLst>
            <pc:docMk/>
            <pc:sldMk cId="948600294" sldId="1500"/>
            <ac:spMk id="4" creationId="{42DE842F-FDC7-B259-9F3B-88630D44DFA3}"/>
          </ac:spMkLst>
        </pc:spChg>
        <pc:graphicFrameChg chg="del mod">
          <ac:chgData name="Anaia Suvarna" userId="9f36d374a3dec1b6" providerId="LiveId" clId="{688EE176-AFEF-42A5-8125-D4A8917EBBD4}" dt="2026-10-21T23:49:19.956" v="619" actId="478"/>
          <ac:graphicFrameMkLst>
            <pc:docMk/>
            <pc:sldMk cId="948600294" sldId="1500"/>
            <ac:graphicFrameMk id="6" creationId="{B26434A5-63D5-47F2-9FB6-9260DE74E894}"/>
          </ac:graphicFrameMkLst>
        </pc:graphicFrameChg>
        <pc:graphicFrameChg chg="add mod">
          <ac:chgData name="Anaia Suvarna" userId="9f36d374a3dec1b6" providerId="LiveId" clId="{688EE176-AFEF-42A5-8125-D4A8917EBBD4}" dt="2026-10-21T23:56:12.838" v="653"/>
          <ac:graphicFrameMkLst>
            <pc:docMk/>
            <pc:sldMk cId="948600294" sldId="1500"/>
            <ac:graphicFrameMk id="7" creationId="{C74EF385-03BE-7AE0-2953-6A535D8F0235}"/>
          </ac:graphicFrameMkLst>
        </pc:graphicFrameChg>
      </pc:sldChg>
      <pc:sldChg chg="modSp mod">
        <pc:chgData name="Anaia Suvarna" userId="9f36d374a3dec1b6" providerId="LiveId" clId="{688EE176-AFEF-42A5-8125-D4A8917EBBD4}" dt="2026-10-19T00:35:52.012" v="159" actId="12"/>
        <pc:sldMkLst>
          <pc:docMk/>
          <pc:sldMk cId="1858387724" sldId="1502"/>
        </pc:sldMkLst>
        <pc:spChg chg="mod">
          <ac:chgData name="Anaia Suvarna" userId="9f36d374a3dec1b6" providerId="LiveId" clId="{688EE176-AFEF-42A5-8125-D4A8917EBBD4}" dt="2026-10-19T00:35:52.012" v="159" actId="12"/>
          <ac:spMkLst>
            <pc:docMk/>
            <pc:sldMk cId="1858387724" sldId="1502"/>
            <ac:spMk id="6" creationId="{A4771DCE-D832-F83C-7813-9603CC2456E8}"/>
          </ac:spMkLst>
        </pc:spChg>
      </pc:sldChg>
      <pc:sldChg chg="addSp modSp mod">
        <pc:chgData name="Anaia Suvarna" userId="9f36d374a3dec1b6" providerId="LiveId" clId="{688EE176-AFEF-42A5-8125-D4A8917EBBD4}" dt="2026-10-22T00:37:08.551" v="1253" actId="2085"/>
        <pc:sldMkLst>
          <pc:docMk/>
          <pc:sldMk cId="1834936329" sldId="1503"/>
        </pc:sldMkLst>
        <pc:spChg chg="mod">
          <ac:chgData name="Anaia Suvarna" userId="9f36d374a3dec1b6" providerId="LiveId" clId="{688EE176-AFEF-42A5-8125-D4A8917EBBD4}" dt="2026-10-19T03:43:46.785" v="600" actId="255"/>
          <ac:spMkLst>
            <pc:docMk/>
            <pc:sldMk cId="1834936329" sldId="1503"/>
            <ac:spMk id="2" creationId="{414BB16D-2F4A-F938-64C3-F8B6808F5004}"/>
          </ac:spMkLst>
        </pc:spChg>
        <pc:spChg chg="add mod">
          <ac:chgData name="Anaia Suvarna" userId="9f36d374a3dec1b6" providerId="LiveId" clId="{688EE176-AFEF-42A5-8125-D4A8917EBBD4}" dt="2026-10-22T00:37:08.551" v="1253" actId="2085"/>
          <ac:spMkLst>
            <pc:docMk/>
            <pc:sldMk cId="1834936329" sldId="1503"/>
            <ac:spMk id="4" creationId="{ABB36C75-71C1-0C06-B61F-4DC740951C4D}"/>
          </ac:spMkLst>
        </pc:spChg>
        <pc:spChg chg="mod">
          <ac:chgData name="Anaia Suvarna" userId="9f36d374a3dec1b6" providerId="LiveId" clId="{688EE176-AFEF-42A5-8125-D4A8917EBBD4}" dt="2026-10-19T00:37:49.734" v="172" actId="255"/>
          <ac:spMkLst>
            <pc:docMk/>
            <pc:sldMk cId="1834936329" sldId="1503"/>
            <ac:spMk id="5" creationId="{6BCE1C32-E3BE-E820-0C0D-D82105EBFBD0}"/>
          </ac:spMkLst>
        </pc:spChg>
      </pc:sldChg>
      <pc:sldChg chg="modSp mod">
        <pc:chgData name="Anaia Suvarna" userId="9f36d374a3dec1b6" providerId="LiveId" clId="{688EE176-AFEF-42A5-8125-D4A8917EBBD4}" dt="2026-10-21T23:57:12.913" v="657" actId="27636"/>
        <pc:sldMkLst>
          <pc:docMk/>
          <pc:sldMk cId="1472982638" sldId="1505"/>
        </pc:sldMkLst>
        <pc:spChg chg="mod">
          <ac:chgData name="Anaia Suvarna" userId="9f36d374a3dec1b6" providerId="LiveId" clId="{688EE176-AFEF-42A5-8125-D4A8917EBBD4}" dt="2026-10-21T23:57:12.913" v="657" actId="27636"/>
          <ac:spMkLst>
            <pc:docMk/>
            <pc:sldMk cId="1472982638" sldId="1505"/>
            <ac:spMk id="3" creationId="{F5BE6C73-4F90-26C9-3E52-B235190AEAD0}"/>
          </ac:spMkLst>
        </pc:spChg>
        <pc:graphicFrameChg chg="mod">
          <ac:chgData name="Anaia Suvarna" userId="9f36d374a3dec1b6" providerId="LiveId" clId="{688EE176-AFEF-42A5-8125-D4A8917EBBD4}" dt="2026-10-21T23:56:31.549" v="655" actId="14100"/>
          <ac:graphicFrameMkLst>
            <pc:docMk/>
            <pc:sldMk cId="1472982638" sldId="1505"/>
            <ac:graphicFrameMk id="6" creationId="{D4230D68-F1BD-44B7-959A-6A8533AD1505}"/>
          </ac:graphicFrameMkLst>
        </pc:graphicFrameChg>
      </pc:sldChg>
      <pc:sldChg chg="modSp mod">
        <pc:chgData name="Anaia Suvarna" userId="9f36d374a3dec1b6" providerId="LiveId" clId="{688EE176-AFEF-42A5-8125-D4A8917EBBD4}" dt="2026-10-22T00:35:51.714" v="1245" actId="14100"/>
        <pc:sldMkLst>
          <pc:docMk/>
          <pc:sldMk cId="1135043495" sldId="1506"/>
        </pc:sldMkLst>
        <pc:graphicFrameChg chg="mod modGraphic">
          <ac:chgData name="Anaia Suvarna" userId="9f36d374a3dec1b6" providerId="LiveId" clId="{688EE176-AFEF-42A5-8125-D4A8917EBBD4}" dt="2026-10-22T00:35:51.714" v="1245" actId="14100"/>
          <ac:graphicFrameMkLst>
            <pc:docMk/>
            <pc:sldMk cId="1135043495" sldId="1506"/>
            <ac:graphicFrameMk id="7" creationId="{69780BEB-FFD1-3971-F361-1B40A8D66893}"/>
          </ac:graphicFrameMkLst>
        </pc:graphicFrameChg>
      </pc:sldChg>
      <pc:sldChg chg="modSp mod">
        <pc:chgData name="Anaia Suvarna" userId="9f36d374a3dec1b6" providerId="LiveId" clId="{688EE176-AFEF-42A5-8125-D4A8917EBBD4}" dt="2026-10-19T00:39:16.417" v="199" actId="20577"/>
        <pc:sldMkLst>
          <pc:docMk/>
          <pc:sldMk cId="1331559723" sldId="1514"/>
        </pc:sldMkLst>
        <pc:spChg chg="mod">
          <ac:chgData name="Anaia Suvarna" userId="9f36d374a3dec1b6" providerId="LiveId" clId="{688EE176-AFEF-42A5-8125-D4A8917EBBD4}" dt="2026-10-19T00:38:55.223" v="191" actId="20577"/>
          <ac:spMkLst>
            <pc:docMk/>
            <pc:sldMk cId="1331559723" sldId="1514"/>
            <ac:spMk id="3" creationId="{3794CB10-2DF4-DC09-AC0F-609BF112137B}"/>
          </ac:spMkLst>
        </pc:spChg>
        <pc:spChg chg="mod">
          <ac:chgData name="Anaia Suvarna" userId="9f36d374a3dec1b6" providerId="LiveId" clId="{688EE176-AFEF-42A5-8125-D4A8917EBBD4}" dt="2026-10-19T00:39:09.406" v="193" actId="20577"/>
          <ac:spMkLst>
            <pc:docMk/>
            <pc:sldMk cId="1331559723" sldId="1514"/>
            <ac:spMk id="5" creationId="{B0B6F837-9941-BA68-C369-DBBA1ACE2D7A}"/>
          </ac:spMkLst>
        </pc:spChg>
        <pc:spChg chg="mod">
          <ac:chgData name="Anaia Suvarna" userId="9f36d374a3dec1b6" providerId="LiveId" clId="{688EE176-AFEF-42A5-8125-D4A8917EBBD4}" dt="2026-10-19T00:39:13.388" v="197" actId="20577"/>
          <ac:spMkLst>
            <pc:docMk/>
            <pc:sldMk cId="1331559723" sldId="1514"/>
            <ac:spMk id="6" creationId="{191CF5B6-87EF-1E11-68BE-66D8B4C3A9DC}"/>
          </ac:spMkLst>
        </pc:spChg>
        <pc:spChg chg="mod">
          <ac:chgData name="Anaia Suvarna" userId="9f36d374a3dec1b6" providerId="LiveId" clId="{688EE176-AFEF-42A5-8125-D4A8917EBBD4}" dt="2026-10-19T00:39:16.417" v="199" actId="20577"/>
          <ac:spMkLst>
            <pc:docMk/>
            <pc:sldMk cId="1331559723" sldId="1514"/>
            <ac:spMk id="7" creationId="{946FCD1E-F477-FE53-0D49-2443E58915A8}"/>
          </ac:spMkLst>
        </pc:spChg>
      </pc:sldChg>
      <pc:sldChg chg="modSp mod">
        <pc:chgData name="Anaia Suvarna" userId="9f36d374a3dec1b6" providerId="LiveId" clId="{688EE176-AFEF-42A5-8125-D4A8917EBBD4}" dt="2026-10-19T00:34:27.526" v="141" actId="20577"/>
        <pc:sldMkLst>
          <pc:docMk/>
          <pc:sldMk cId="2492782139" sldId="1515"/>
        </pc:sldMkLst>
        <pc:spChg chg="mod">
          <ac:chgData name="Anaia Suvarna" userId="9f36d374a3dec1b6" providerId="LiveId" clId="{688EE176-AFEF-42A5-8125-D4A8917EBBD4}" dt="2026-10-19T00:34:27.526" v="141" actId="20577"/>
          <ac:spMkLst>
            <pc:docMk/>
            <pc:sldMk cId="2492782139" sldId="1515"/>
            <ac:spMk id="4" creationId="{7413D52D-A56F-CCF2-330E-2B1A50FEA5BF}"/>
          </ac:spMkLst>
        </pc:spChg>
      </pc:sldChg>
      <pc:sldChg chg="addSp delSp modSp mod">
        <pc:chgData name="Anaia Suvarna" userId="9f36d374a3dec1b6" providerId="LiveId" clId="{688EE176-AFEF-42A5-8125-D4A8917EBBD4}" dt="2026-10-22T00:36:35.563" v="1249" actId="2085"/>
        <pc:sldMkLst>
          <pc:docMk/>
          <pc:sldMk cId="835666732" sldId="1516"/>
        </pc:sldMkLst>
        <pc:spChg chg="del">
          <ac:chgData name="Anaia Suvarna" userId="9f36d374a3dec1b6" providerId="LiveId" clId="{688EE176-AFEF-42A5-8125-D4A8917EBBD4}" dt="2026-10-22T00:21:55.803" v="1079" actId="478"/>
          <ac:spMkLst>
            <pc:docMk/>
            <pc:sldMk cId="835666732" sldId="1516"/>
            <ac:spMk id="2" creationId="{ED7D380A-D367-F7D5-B33C-BF48998B963C}"/>
          </ac:spMkLst>
        </pc:spChg>
        <pc:spChg chg="mod">
          <ac:chgData name="Anaia Suvarna" userId="9f36d374a3dec1b6" providerId="LiveId" clId="{688EE176-AFEF-42A5-8125-D4A8917EBBD4}" dt="2026-10-22T00:36:35.563" v="1249" actId="2085"/>
          <ac:spMkLst>
            <pc:docMk/>
            <pc:sldMk cId="835666732" sldId="1516"/>
            <ac:spMk id="4" creationId="{F66A3409-3854-B5AD-A928-A0B72A438552}"/>
          </ac:spMkLst>
        </pc:spChg>
        <pc:spChg chg="mod">
          <ac:chgData name="Anaia Suvarna" userId="9f36d374a3dec1b6" providerId="LiveId" clId="{688EE176-AFEF-42A5-8125-D4A8917EBBD4}" dt="2026-10-22T00:30:08.193" v="1211" actId="20577"/>
          <ac:spMkLst>
            <pc:docMk/>
            <pc:sldMk cId="835666732" sldId="1516"/>
            <ac:spMk id="6" creationId="{026221BB-99CE-8D2F-8FFB-9CBE5D3F7BA3}"/>
          </ac:spMkLst>
        </pc:spChg>
        <pc:spChg chg="add del mod">
          <ac:chgData name="Anaia Suvarna" userId="9f36d374a3dec1b6" providerId="LiveId" clId="{688EE176-AFEF-42A5-8125-D4A8917EBBD4}" dt="2026-10-22T00:21:59.704" v="1080" actId="478"/>
          <ac:spMkLst>
            <pc:docMk/>
            <pc:sldMk cId="835666732" sldId="1516"/>
            <ac:spMk id="7" creationId="{F1D95649-1DB0-DBE9-41E2-F2924DD6844A}"/>
          </ac:spMkLst>
        </pc:spChg>
      </pc:sldChg>
      <pc:sldChg chg="modSp mod">
        <pc:chgData name="Anaia Suvarna" userId="9f36d374a3dec1b6" providerId="LiveId" clId="{688EE176-AFEF-42A5-8125-D4A8917EBBD4}" dt="2026-10-22T00:21:21.688" v="1078" actId="20577"/>
        <pc:sldMkLst>
          <pc:docMk/>
          <pc:sldMk cId="2888046800" sldId="1517"/>
        </pc:sldMkLst>
        <pc:spChg chg="mod">
          <ac:chgData name="Anaia Suvarna" userId="9f36d374a3dec1b6" providerId="LiveId" clId="{688EE176-AFEF-42A5-8125-D4A8917EBBD4}" dt="2026-10-22T00:21:21.688" v="1078" actId="20577"/>
          <ac:spMkLst>
            <pc:docMk/>
            <pc:sldMk cId="2888046800" sldId="1517"/>
            <ac:spMk id="4" creationId="{44C82F3E-2B5B-9638-6EC6-B7714347E042}"/>
          </ac:spMkLst>
        </pc:spChg>
      </pc:sldChg>
      <pc:sldChg chg="modSp mod">
        <pc:chgData name="Anaia Suvarna" userId="9f36d374a3dec1b6" providerId="LiveId" clId="{688EE176-AFEF-42A5-8125-D4A8917EBBD4}" dt="2026-10-22T00:03:42.915" v="691"/>
        <pc:sldMkLst>
          <pc:docMk/>
          <pc:sldMk cId="3816798944" sldId="1522"/>
        </pc:sldMkLst>
        <pc:spChg chg="mod">
          <ac:chgData name="Anaia Suvarna" userId="9f36d374a3dec1b6" providerId="LiveId" clId="{688EE176-AFEF-42A5-8125-D4A8917EBBD4}" dt="2026-10-22T00:02:49.336" v="686" actId="27636"/>
          <ac:spMkLst>
            <pc:docMk/>
            <pc:sldMk cId="3816798944" sldId="1522"/>
            <ac:spMk id="4" creationId="{F84DD3D9-899A-C0C5-8CDD-DB41EEB711C4}"/>
          </ac:spMkLst>
        </pc:spChg>
        <pc:graphicFrameChg chg="mod">
          <ac:chgData name="Anaia Suvarna" userId="9f36d374a3dec1b6" providerId="LiveId" clId="{688EE176-AFEF-42A5-8125-D4A8917EBBD4}" dt="2026-10-22T00:03:42.915" v="691"/>
          <ac:graphicFrameMkLst>
            <pc:docMk/>
            <pc:sldMk cId="3816798944" sldId="1522"/>
            <ac:graphicFrameMk id="3" creationId="{315A5A2C-9D6A-4E50-93B7-996C0BAD0CCC}"/>
          </ac:graphicFrameMkLst>
        </pc:graphicFrameChg>
      </pc:sldChg>
      <pc:sldChg chg="modSp mod">
        <pc:chgData name="Anaia Suvarna" userId="9f36d374a3dec1b6" providerId="LiveId" clId="{688EE176-AFEF-42A5-8125-D4A8917EBBD4}" dt="2026-10-22T00:06:13.953" v="762" actId="20577"/>
        <pc:sldMkLst>
          <pc:docMk/>
          <pc:sldMk cId="3751612184" sldId="1523"/>
        </pc:sldMkLst>
        <pc:spChg chg="mod">
          <ac:chgData name="Anaia Suvarna" userId="9f36d374a3dec1b6" providerId="LiveId" clId="{688EE176-AFEF-42A5-8125-D4A8917EBBD4}" dt="2026-10-22T00:06:13.953" v="762" actId="20577"/>
          <ac:spMkLst>
            <pc:docMk/>
            <pc:sldMk cId="3751612184" sldId="1523"/>
            <ac:spMk id="3" creationId="{7ED86CA3-37E1-009D-223C-0946E0026315}"/>
          </ac:spMkLst>
        </pc:spChg>
      </pc:sldChg>
      <pc:sldChg chg="modSp mod">
        <pc:chgData name="Anaia Suvarna" userId="9f36d374a3dec1b6" providerId="LiveId" clId="{688EE176-AFEF-42A5-8125-D4A8917EBBD4}" dt="2026-10-22T00:12:22.895" v="920" actId="20577"/>
        <pc:sldMkLst>
          <pc:docMk/>
          <pc:sldMk cId="656822182" sldId="1524"/>
        </pc:sldMkLst>
        <pc:spChg chg="mod">
          <ac:chgData name="Anaia Suvarna" userId="9f36d374a3dec1b6" providerId="LiveId" clId="{688EE176-AFEF-42A5-8125-D4A8917EBBD4}" dt="2026-10-22T00:12:22.895" v="920" actId="20577"/>
          <ac:spMkLst>
            <pc:docMk/>
            <pc:sldMk cId="656822182" sldId="1524"/>
            <ac:spMk id="2" creationId="{0179E356-7B87-19C8-CF02-3DB5F0BD7338}"/>
          </ac:spMkLst>
        </pc:spChg>
        <pc:spChg chg="mod">
          <ac:chgData name="Anaia Suvarna" userId="9f36d374a3dec1b6" providerId="LiveId" clId="{688EE176-AFEF-42A5-8125-D4A8917EBBD4}" dt="2026-10-22T00:10:04.027" v="843" actId="27636"/>
          <ac:spMkLst>
            <pc:docMk/>
            <pc:sldMk cId="656822182" sldId="1524"/>
            <ac:spMk id="4" creationId="{142DEE9A-3E3E-7639-948F-CC36C0460CAC}"/>
          </ac:spMkLst>
        </pc:spChg>
        <pc:graphicFrameChg chg="mod">
          <ac:chgData name="Anaia Suvarna" userId="9f36d374a3dec1b6" providerId="LiveId" clId="{688EE176-AFEF-42A5-8125-D4A8917EBBD4}" dt="2026-10-22T00:09:00.329" v="821" actId="1076"/>
          <ac:graphicFrameMkLst>
            <pc:docMk/>
            <pc:sldMk cId="656822182" sldId="1524"/>
            <ac:graphicFrameMk id="3" creationId="{DAA4E8C4-B4AF-0A62-25A7-F74D4D88FB0E}"/>
          </ac:graphicFrameMkLst>
        </pc:graphicFrameChg>
      </pc:sldChg>
      <pc:sldChg chg="addSp delSp modSp mod">
        <pc:chgData name="Anaia Suvarna" userId="9f36d374a3dec1b6" providerId="LiveId" clId="{688EE176-AFEF-42A5-8125-D4A8917EBBD4}" dt="2026-10-22T00:14:09.752" v="945" actId="20577"/>
        <pc:sldMkLst>
          <pc:docMk/>
          <pc:sldMk cId="1762966229" sldId="1525"/>
        </pc:sldMkLst>
        <pc:spChg chg="del mod">
          <ac:chgData name="Anaia Suvarna" userId="9f36d374a3dec1b6" providerId="LiveId" clId="{688EE176-AFEF-42A5-8125-D4A8917EBBD4}" dt="2026-10-22T00:12:50.838" v="924" actId="478"/>
          <ac:spMkLst>
            <pc:docMk/>
            <pc:sldMk cId="1762966229" sldId="1525"/>
            <ac:spMk id="2" creationId="{DF0E2CC4-207B-8FC2-B925-7FF0DC5D54F8}"/>
          </ac:spMkLst>
        </pc:spChg>
        <pc:spChg chg="mod">
          <ac:chgData name="Anaia Suvarna" userId="9f36d374a3dec1b6" providerId="LiveId" clId="{688EE176-AFEF-42A5-8125-D4A8917EBBD4}" dt="2026-10-22T00:14:09.752" v="945" actId="20577"/>
          <ac:spMkLst>
            <pc:docMk/>
            <pc:sldMk cId="1762966229" sldId="1525"/>
            <ac:spMk id="3" creationId="{7BAAEF9F-8B4C-3390-B263-03820B633A1D}"/>
          </ac:spMkLst>
        </pc:spChg>
        <pc:spChg chg="add mod">
          <ac:chgData name="Anaia Suvarna" userId="9f36d374a3dec1b6" providerId="LiveId" clId="{688EE176-AFEF-42A5-8125-D4A8917EBBD4}" dt="2026-10-22T00:13:03.089" v="927" actId="20577"/>
          <ac:spMkLst>
            <pc:docMk/>
            <pc:sldMk cId="1762966229" sldId="1525"/>
            <ac:spMk id="5" creationId="{B20E9BD8-482E-10AF-30EE-6A6534BEC2A9}"/>
          </ac:spMkLst>
        </pc:spChg>
        <pc:spChg chg="add del mod">
          <ac:chgData name="Anaia Suvarna" userId="9f36d374a3dec1b6" providerId="LiveId" clId="{688EE176-AFEF-42A5-8125-D4A8917EBBD4}" dt="2026-10-22T00:12:55.924" v="925" actId="478"/>
          <ac:spMkLst>
            <pc:docMk/>
            <pc:sldMk cId="1762966229" sldId="1525"/>
            <ac:spMk id="7" creationId="{7859F73F-568F-12B4-DEFD-1F659DBDE3DA}"/>
          </ac:spMkLst>
        </pc:spChg>
        <pc:graphicFrameChg chg="mod">
          <ac:chgData name="Anaia Suvarna" userId="9f36d374a3dec1b6" providerId="LiveId" clId="{688EE176-AFEF-42A5-8125-D4A8917EBBD4}" dt="2026-10-22T00:13:43.632" v="931" actId="1076"/>
          <ac:graphicFrameMkLst>
            <pc:docMk/>
            <pc:sldMk cId="1762966229" sldId="1525"/>
            <ac:graphicFrameMk id="4" creationId="{1B4F251E-7F2E-FB80-6D75-E7C1F48CA79C}"/>
          </ac:graphicFrameMkLst>
        </pc:graphicFrameChg>
      </pc:sldChg>
      <pc:sldChg chg="addSp delSp modSp mod">
        <pc:chgData name="Anaia Suvarna" userId="9f36d374a3dec1b6" providerId="LiveId" clId="{688EE176-AFEF-42A5-8125-D4A8917EBBD4}" dt="2026-10-22T00:18:19.816" v="1007" actId="1036"/>
        <pc:sldMkLst>
          <pc:docMk/>
          <pc:sldMk cId="1438228799" sldId="1526"/>
        </pc:sldMkLst>
        <pc:spChg chg="del">
          <ac:chgData name="Anaia Suvarna" userId="9f36d374a3dec1b6" providerId="LiveId" clId="{688EE176-AFEF-42A5-8125-D4A8917EBBD4}" dt="2026-10-22T00:14:58.405" v="948" actId="478"/>
          <ac:spMkLst>
            <pc:docMk/>
            <pc:sldMk cId="1438228799" sldId="1526"/>
            <ac:spMk id="2" creationId="{31CBD401-6E94-74B9-038C-403844332977}"/>
          </ac:spMkLst>
        </pc:spChg>
        <pc:spChg chg="add mod">
          <ac:chgData name="Anaia Suvarna" userId="9f36d374a3dec1b6" providerId="LiveId" clId="{688EE176-AFEF-42A5-8125-D4A8917EBBD4}" dt="2026-10-22T00:15:07.227" v="955" actId="20577"/>
          <ac:spMkLst>
            <pc:docMk/>
            <pc:sldMk cId="1438228799" sldId="1526"/>
            <ac:spMk id="3" creationId="{1D3F6747-C174-8DBA-22B9-1CD268B2A6C4}"/>
          </ac:spMkLst>
        </pc:spChg>
        <pc:spChg chg="mod">
          <ac:chgData name="Anaia Suvarna" userId="9f36d374a3dec1b6" providerId="LiveId" clId="{688EE176-AFEF-42A5-8125-D4A8917EBBD4}" dt="2026-10-22T00:18:19.816" v="1007" actId="1036"/>
          <ac:spMkLst>
            <pc:docMk/>
            <pc:sldMk cId="1438228799" sldId="1526"/>
            <ac:spMk id="4" creationId="{5A8C668F-E2D3-72B6-88CF-997D36F23B9B}"/>
          </ac:spMkLst>
        </pc:spChg>
        <pc:spChg chg="add del mod">
          <ac:chgData name="Anaia Suvarna" userId="9f36d374a3dec1b6" providerId="LiveId" clId="{688EE176-AFEF-42A5-8125-D4A8917EBBD4}" dt="2026-10-22T00:15:01.926" v="949" actId="478"/>
          <ac:spMkLst>
            <pc:docMk/>
            <pc:sldMk cId="1438228799" sldId="1526"/>
            <ac:spMk id="7" creationId="{CB34CBF8-B517-8990-D128-F1533B5BBB08}"/>
          </ac:spMkLst>
        </pc:spChg>
        <pc:graphicFrameChg chg="mod">
          <ac:chgData name="Anaia Suvarna" userId="9f36d374a3dec1b6" providerId="LiveId" clId="{688EE176-AFEF-42A5-8125-D4A8917EBBD4}" dt="2026-10-22T00:18:19.816" v="1007" actId="1036"/>
          <ac:graphicFrameMkLst>
            <pc:docMk/>
            <pc:sldMk cId="1438228799" sldId="1526"/>
            <ac:graphicFrameMk id="5" creationId="{5D77DD20-7785-F0AC-A381-38A0C0614BF7}"/>
          </ac:graphicFrameMkLst>
        </pc:graphicFrameChg>
      </pc:sldChg>
      <pc:sldChg chg="addSp delSp modSp mod">
        <pc:chgData name="Anaia Suvarna" userId="9f36d374a3dec1b6" providerId="LiveId" clId="{688EE176-AFEF-42A5-8125-D4A8917EBBD4}" dt="2026-10-22T00:18:54.822" v="1044" actId="1036"/>
        <pc:sldMkLst>
          <pc:docMk/>
          <pc:sldMk cId="3368565562" sldId="1527"/>
        </pc:sldMkLst>
        <pc:spChg chg="del">
          <ac:chgData name="Anaia Suvarna" userId="9f36d374a3dec1b6" providerId="LiveId" clId="{688EE176-AFEF-42A5-8125-D4A8917EBBD4}" dt="2026-10-22T00:17:25.155" v="994" actId="478"/>
          <ac:spMkLst>
            <pc:docMk/>
            <pc:sldMk cId="3368565562" sldId="1527"/>
            <ac:spMk id="2" creationId="{9D333ED0-31F0-B096-1D18-B640FC2EB8A9}"/>
          </ac:spMkLst>
        </pc:spChg>
        <pc:spChg chg="mod">
          <ac:chgData name="Anaia Suvarna" userId="9f36d374a3dec1b6" providerId="LiveId" clId="{688EE176-AFEF-42A5-8125-D4A8917EBBD4}" dt="2026-10-22T00:18:54.822" v="1044" actId="1036"/>
          <ac:spMkLst>
            <pc:docMk/>
            <pc:sldMk cId="3368565562" sldId="1527"/>
            <ac:spMk id="3" creationId="{D0122AC5-2535-4B97-1C37-66E03979D539}"/>
          </ac:spMkLst>
        </pc:spChg>
        <pc:spChg chg="add mod">
          <ac:chgData name="Anaia Suvarna" userId="9f36d374a3dec1b6" providerId="LiveId" clId="{688EE176-AFEF-42A5-8125-D4A8917EBBD4}" dt="2026-10-22T00:17:21.660" v="993" actId="20577"/>
          <ac:spMkLst>
            <pc:docMk/>
            <pc:sldMk cId="3368565562" sldId="1527"/>
            <ac:spMk id="4" creationId="{746F86EF-2E84-73DE-C1EB-3B6C9E29BC81}"/>
          </ac:spMkLst>
        </pc:spChg>
        <pc:spChg chg="add del mod">
          <ac:chgData name="Anaia Suvarna" userId="9f36d374a3dec1b6" providerId="LiveId" clId="{688EE176-AFEF-42A5-8125-D4A8917EBBD4}" dt="2026-10-22T00:17:28.325" v="995" actId="478"/>
          <ac:spMkLst>
            <pc:docMk/>
            <pc:sldMk cId="3368565562" sldId="1527"/>
            <ac:spMk id="7" creationId="{A3B3DAEC-9138-180F-AA31-43CA4F25449D}"/>
          </ac:spMkLst>
        </pc:spChg>
        <pc:graphicFrameChg chg="mod">
          <ac:chgData name="Anaia Suvarna" userId="9f36d374a3dec1b6" providerId="LiveId" clId="{688EE176-AFEF-42A5-8125-D4A8917EBBD4}" dt="2026-10-22T00:18:06.260" v="997" actId="1076"/>
          <ac:graphicFrameMkLst>
            <pc:docMk/>
            <pc:sldMk cId="3368565562" sldId="1527"/>
            <ac:graphicFrameMk id="5" creationId="{3801D63F-458C-4A9A-A40C-DFF9C0C897F6}"/>
          </ac:graphicFrameMkLst>
        </pc:graphicFrameChg>
      </pc:sldChg>
      <pc:sldChg chg="addSp delSp modSp mod">
        <pc:chgData name="Anaia Suvarna" userId="9f36d374a3dec1b6" providerId="LiveId" clId="{688EE176-AFEF-42A5-8125-D4A8917EBBD4}" dt="2026-10-22T00:19:59.231" v="1061" actId="6549"/>
        <pc:sldMkLst>
          <pc:docMk/>
          <pc:sldMk cId="1152013228" sldId="1528"/>
        </pc:sldMkLst>
        <pc:spChg chg="del">
          <ac:chgData name="Anaia Suvarna" userId="9f36d374a3dec1b6" providerId="LiveId" clId="{688EE176-AFEF-42A5-8125-D4A8917EBBD4}" dt="2026-10-22T00:19:17.556" v="1045" actId="478"/>
          <ac:spMkLst>
            <pc:docMk/>
            <pc:sldMk cId="1152013228" sldId="1528"/>
            <ac:spMk id="2" creationId="{C886F638-C2D9-6F8E-21A9-CB797B16B5BA}"/>
          </ac:spMkLst>
        </pc:spChg>
        <pc:spChg chg="mod">
          <ac:chgData name="Anaia Suvarna" userId="9f36d374a3dec1b6" providerId="LiveId" clId="{688EE176-AFEF-42A5-8125-D4A8917EBBD4}" dt="2026-10-22T00:19:59.231" v="1061" actId="6549"/>
          <ac:spMkLst>
            <pc:docMk/>
            <pc:sldMk cId="1152013228" sldId="1528"/>
            <ac:spMk id="4" creationId="{364F5346-6669-6842-9138-25A6156BAA3F}"/>
          </ac:spMkLst>
        </pc:spChg>
        <pc:spChg chg="add del mod">
          <ac:chgData name="Anaia Suvarna" userId="9f36d374a3dec1b6" providerId="LiveId" clId="{688EE176-AFEF-42A5-8125-D4A8917EBBD4}" dt="2026-10-22T00:19:20.465" v="1046" actId="478"/>
          <ac:spMkLst>
            <pc:docMk/>
            <pc:sldMk cId="1152013228" sldId="1528"/>
            <ac:spMk id="5" creationId="{7664EAE4-C866-CAD4-ABF2-4F4E70794378}"/>
          </ac:spMkLst>
        </pc:spChg>
        <pc:spChg chg="add mod">
          <ac:chgData name="Anaia Suvarna" userId="9f36d374a3dec1b6" providerId="LiveId" clId="{688EE176-AFEF-42A5-8125-D4A8917EBBD4}" dt="2026-10-22T00:19:26.138" v="1053" actId="20577"/>
          <ac:spMkLst>
            <pc:docMk/>
            <pc:sldMk cId="1152013228" sldId="1528"/>
            <ac:spMk id="7" creationId="{7EDD8815-76BA-37DC-DC1A-1B6C36551647}"/>
          </ac:spMkLst>
        </pc:spChg>
        <pc:graphicFrameChg chg="mod">
          <ac:chgData name="Anaia Suvarna" userId="9f36d374a3dec1b6" providerId="LiveId" clId="{688EE176-AFEF-42A5-8125-D4A8917EBBD4}" dt="2026-10-22T00:19:44.909" v="1056" actId="14100"/>
          <ac:graphicFrameMkLst>
            <pc:docMk/>
            <pc:sldMk cId="1152013228" sldId="1528"/>
            <ac:graphicFrameMk id="6" creationId="{C866F46A-DFF5-63BC-A17F-C0BE854A8290}"/>
          </ac:graphicFrameMkLst>
        </pc:graphicFrameChg>
      </pc:sldChg>
      <pc:sldChg chg="modSp mod">
        <pc:chgData name="Anaia Suvarna" userId="9f36d374a3dec1b6" providerId="LiveId" clId="{688EE176-AFEF-42A5-8125-D4A8917EBBD4}" dt="2026-10-21T23:44:17.008" v="605" actId="20577"/>
        <pc:sldMkLst>
          <pc:docMk/>
          <pc:sldMk cId="1688544881" sldId="1529"/>
        </pc:sldMkLst>
        <pc:graphicFrameChg chg="modGraphic">
          <ac:chgData name="Anaia Suvarna" userId="9f36d374a3dec1b6" providerId="LiveId" clId="{688EE176-AFEF-42A5-8125-D4A8917EBBD4}" dt="2026-10-21T23:44:17.008" v="605" actId="20577"/>
          <ac:graphicFrameMkLst>
            <pc:docMk/>
            <pc:sldMk cId="1688544881" sldId="1529"/>
            <ac:graphicFrameMk id="5" creationId="{1011CAEE-EE04-9926-3C3D-DD0F36C42077}"/>
          </ac:graphicFrameMkLst>
        </pc:graphicFrameChg>
      </pc:sldChg>
      <pc:sldChg chg="addSp delSp modSp mod">
        <pc:chgData name="Anaia Suvarna" userId="9f36d374a3dec1b6" providerId="LiveId" clId="{688EE176-AFEF-42A5-8125-D4A8917EBBD4}" dt="2026-10-19T00:57:32.914" v="567" actId="14100"/>
        <pc:sldMkLst>
          <pc:docMk/>
          <pc:sldMk cId="2530103874" sldId="1530"/>
        </pc:sldMkLst>
        <pc:spChg chg="add mod">
          <ac:chgData name="Anaia Suvarna" userId="9f36d374a3dec1b6" providerId="LiveId" clId="{688EE176-AFEF-42A5-8125-D4A8917EBBD4}" dt="2026-10-19T00:57:11.620" v="558" actId="1076"/>
          <ac:spMkLst>
            <pc:docMk/>
            <pc:sldMk cId="2530103874" sldId="1530"/>
            <ac:spMk id="11" creationId="{55C84564-C79A-5C7B-A1B6-891B0501A17B}"/>
          </ac:spMkLst>
        </pc:spChg>
        <pc:picChg chg="add mod modCrop">
          <ac:chgData name="Anaia Suvarna" userId="9f36d374a3dec1b6" providerId="LiveId" clId="{688EE176-AFEF-42A5-8125-D4A8917EBBD4}" dt="2026-10-19T00:57:32.914" v="567" actId="14100"/>
          <ac:picMkLst>
            <pc:docMk/>
            <pc:sldMk cId="2530103874" sldId="1530"/>
            <ac:picMk id="2" creationId="{D1F7AF57-E64D-28CF-6B8C-EB954D0909EE}"/>
          </ac:picMkLst>
        </pc:picChg>
        <pc:picChg chg="add mod modCrop">
          <ac:chgData name="Anaia Suvarna" userId="9f36d374a3dec1b6" providerId="LiveId" clId="{688EE176-AFEF-42A5-8125-D4A8917EBBD4}" dt="2026-10-19T00:54:29.449" v="424" actId="1076"/>
          <ac:picMkLst>
            <pc:docMk/>
            <pc:sldMk cId="2530103874" sldId="1530"/>
            <ac:picMk id="4" creationId="{9E9CB2A4-AEC9-173C-0EE1-C76038D2DEFB}"/>
          </ac:picMkLst>
        </pc:picChg>
        <pc:picChg chg="add mod modCrop">
          <ac:chgData name="Anaia Suvarna" userId="9f36d374a3dec1b6" providerId="LiveId" clId="{688EE176-AFEF-42A5-8125-D4A8917EBBD4}" dt="2026-10-19T00:55:17.757" v="476" actId="1038"/>
          <ac:picMkLst>
            <pc:docMk/>
            <pc:sldMk cId="2530103874" sldId="1530"/>
            <ac:picMk id="6" creationId="{E40AFAED-86F1-D9EF-ACD8-4C8413DEC7AB}"/>
          </ac:picMkLst>
        </pc:picChg>
        <pc:picChg chg="add mod modCrop">
          <ac:chgData name="Anaia Suvarna" userId="9f36d374a3dec1b6" providerId="LiveId" clId="{688EE176-AFEF-42A5-8125-D4A8917EBBD4}" dt="2026-10-19T00:55:17.757" v="476" actId="1038"/>
          <ac:picMkLst>
            <pc:docMk/>
            <pc:sldMk cId="2530103874" sldId="1530"/>
            <ac:picMk id="7" creationId="{817C3D87-DC6D-1201-973A-826F8307E166}"/>
          </ac:picMkLst>
        </pc:picChg>
        <pc:picChg chg="mod modCrop">
          <ac:chgData name="Anaia Suvarna" userId="9f36d374a3dec1b6" providerId="LiveId" clId="{688EE176-AFEF-42A5-8125-D4A8917EBBD4}" dt="2026-10-19T00:55:17.757" v="476" actId="1038"/>
          <ac:picMkLst>
            <pc:docMk/>
            <pc:sldMk cId="2530103874" sldId="1530"/>
            <ac:picMk id="9" creationId="{A99812F6-542F-8393-2948-CAD1363101BA}"/>
          </ac:picMkLst>
        </pc:picChg>
        <pc:picChg chg="add mod modCrop">
          <ac:chgData name="Anaia Suvarna" userId="9f36d374a3dec1b6" providerId="LiveId" clId="{688EE176-AFEF-42A5-8125-D4A8917EBBD4}" dt="2026-10-19T00:55:17.757" v="476" actId="1038"/>
          <ac:picMkLst>
            <pc:docMk/>
            <pc:sldMk cId="2530103874" sldId="1530"/>
            <ac:picMk id="10" creationId="{DB48D3B1-8FCB-9225-F2EC-158A40F7276D}"/>
          </ac:picMkLst>
        </pc:picChg>
      </pc:sldChg>
      <pc:sldChg chg="modSp mod">
        <pc:chgData name="Anaia Suvarna" userId="9f36d374a3dec1b6" providerId="LiveId" clId="{688EE176-AFEF-42A5-8125-D4A8917EBBD4}" dt="2026-10-19T03:40:29.791" v="594" actId="2711"/>
        <pc:sldMkLst>
          <pc:docMk/>
          <pc:sldMk cId="2577668391" sldId="1531"/>
        </pc:sldMkLst>
        <pc:spChg chg="mod">
          <ac:chgData name="Anaia Suvarna" userId="9f36d374a3dec1b6" providerId="LiveId" clId="{688EE176-AFEF-42A5-8125-D4A8917EBBD4}" dt="2026-10-19T01:00:00.421" v="584" actId="113"/>
          <ac:spMkLst>
            <pc:docMk/>
            <pc:sldMk cId="2577668391" sldId="1531"/>
            <ac:spMk id="3" creationId="{75B34E2F-FE45-4692-C732-F51812091E74}"/>
          </ac:spMkLst>
        </pc:spChg>
        <pc:spChg chg="mod">
          <ac:chgData name="Anaia Suvarna" userId="9f36d374a3dec1b6" providerId="LiveId" clId="{688EE176-AFEF-42A5-8125-D4A8917EBBD4}" dt="2026-10-19T03:38:04.853" v="586" actId="2711"/>
          <ac:spMkLst>
            <pc:docMk/>
            <pc:sldMk cId="2577668391" sldId="1531"/>
            <ac:spMk id="4" creationId="{6E7DD4C2-45ED-B307-204F-65B73ABDD654}"/>
          </ac:spMkLst>
        </pc:spChg>
        <pc:spChg chg="mod">
          <ac:chgData name="Anaia Suvarna" userId="9f36d374a3dec1b6" providerId="LiveId" clId="{688EE176-AFEF-42A5-8125-D4A8917EBBD4}" dt="2026-10-19T03:40:20.316" v="593" actId="6549"/>
          <ac:spMkLst>
            <pc:docMk/>
            <pc:sldMk cId="2577668391" sldId="1531"/>
            <ac:spMk id="5" creationId="{C35160F4-0A61-4A59-93BE-52A8AEC15E8E}"/>
          </ac:spMkLst>
        </pc:spChg>
        <pc:spChg chg="mod">
          <ac:chgData name="Anaia Suvarna" userId="9f36d374a3dec1b6" providerId="LiveId" clId="{688EE176-AFEF-42A5-8125-D4A8917EBBD4}" dt="2026-10-19T03:39:36.925" v="588" actId="2711"/>
          <ac:spMkLst>
            <pc:docMk/>
            <pc:sldMk cId="2577668391" sldId="1531"/>
            <ac:spMk id="9" creationId="{6CC8CD06-ABE9-44D0-A30F-7943EB9CC41B}"/>
          </ac:spMkLst>
        </pc:spChg>
        <pc:spChg chg="mod">
          <ac:chgData name="Anaia Suvarna" userId="9f36d374a3dec1b6" providerId="LiveId" clId="{688EE176-AFEF-42A5-8125-D4A8917EBBD4}" dt="2026-10-19T03:39:52.607" v="590" actId="2711"/>
          <ac:spMkLst>
            <pc:docMk/>
            <pc:sldMk cId="2577668391" sldId="1531"/>
            <ac:spMk id="10" creationId="{9CCC798E-6181-428E-A0C4-D92432F736EF}"/>
          </ac:spMkLst>
        </pc:spChg>
        <pc:spChg chg="mod">
          <ac:chgData name="Anaia Suvarna" userId="9f36d374a3dec1b6" providerId="LiveId" clId="{688EE176-AFEF-42A5-8125-D4A8917EBBD4}" dt="2026-10-19T03:40:29.791" v="594" actId="2711"/>
          <ac:spMkLst>
            <pc:docMk/>
            <pc:sldMk cId="2577668391" sldId="1531"/>
            <ac:spMk id="11" creationId="{61F54D87-777A-4FC8-8569-FF9267912F75}"/>
          </ac:spMkLst>
        </pc:spChg>
      </pc:sldChg>
      <pc:sldChg chg="modSp mod">
        <pc:chgData name="Anaia Suvarna" userId="9f36d374a3dec1b6" providerId="LiveId" clId="{688EE176-AFEF-42A5-8125-D4A8917EBBD4}" dt="2026-10-22T00:36:09.010" v="1247" actId="14100"/>
        <pc:sldMkLst>
          <pc:docMk/>
          <pc:sldMk cId="1921281283" sldId="1532"/>
        </pc:sldMkLst>
        <pc:spChg chg="mod">
          <ac:chgData name="Anaia Suvarna" userId="9f36d374a3dec1b6" providerId="LiveId" clId="{688EE176-AFEF-42A5-8125-D4A8917EBBD4}" dt="2026-10-22T00:20:44.308" v="1077" actId="20577"/>
          <ac:spMkLst>
            <pc:docMk/>
            <pc:sldMk cId="1921281283" sldId="1532"/>
            <ac:spMk id="2" creationId="{897AFFB2-CFEA-3A13-E647-B8A281060818}"/>
          </ac:spMkLst>
        </pc:spChg>
        <pc:graphicFrameChg chg="mod modGraphic">
          <ac:chgData name="Anaia Suvarna" userId="9f36d374a3dec1b6" providerId="LiveId" clId="{688EE176-AFEF-42A5-8125-D4A8917EBBD4}" dt="2026-10-22T00:36:09.010" v="1247" actId="14100"/>
          <ac:graphicFrameMkLst>
            <pc:docMk/>
            <pc:sldMk cId="1921281283" sldId="1532"/>
            <ac:graphicFrameMk id="7" creationId="{726DA3FE-E9F7-F341-9EFF-F5E0138251FD}"/>
          </ac:graphicFrameMkLst>
        </pc:graphicFrameChg>
      </pc:sldChg>
      <pc:sldChg chg="addSp delSp modSp new del mod">
        <pc:chgData name="Anaia Suvarna" userId="9f36d374a3dec1b6" providerId="LiveId" clId="{688EE176-AFEF-42A5-8125-D4A8917EBBD4}" dt="2026-10-21T23:56:20.915" v="654" actId="47"/>
        <pc:sldMkLst>
          <pc:docMk/>
          <pc:sldMk cId="1521805909" sldId="1533"/>
        </pc:sldMkLst>
        <pc:spChg chg="del">
          <ac:chgData name="Anaia Suvarna" userId="9f36d374a3dec1b6" providerId="LiveId" clId="{688EE176-AFEF-42A5-8125-D4A8917EBBD4}" dt="2026-10-21T23:49:33.968" v="622" actId="1957"/>
          <ac:spMkLst>
            <pc:docMk/>
            <pc:sldMk cId="1521805909" sldId="1533"/>
            <ac:spMk id="4" creationId="{2F2B7C3A-A33D-98CD-644D-9505425B2F8C}"/>
          </ac:spMkLst>
        </pc:spChg>
        <pc:spChg chg="add mod">
          <ac:chgData name="Anaia Suvarna" userId="9f36d374a3dec1b6" providerId="LiveId" clId="{688EE176-AFEF-42A5-8125-D4A8917EBBD4}" dt="2026-10-21T23:52:07.858" v="629" actId="21"/>
          <ac:spMkLst>
            <pc:docMk/>
            <pc:sldMk cId="1521805909" sldId="1533"/>
            <ac:spMk id="9" creationId="{7F2181C5-4929-6F79-6E79-36AA30D208A8}"/>
          </ac:spMkLst>
        </pc:spChg>
        <pc:graphicFrameChg chg="add del mod">
          <ac:chgData name="Anaia Suvarna" userId="9f36d374a3dec1b6" providerId="LiveId" clId="{688EE176-AFEF-42A5-8125-D4A8917EBBD4}" dt="2026-10-21T23:52:07.858" v="629" actId="21"/>
          <ac:graphicFrameMkLst>
            <pc:docMk/>
            <pc:sldMk cId="1521805909" sldId="1533"/>
            <ac:graphicFrameMk id="7" creationId="{C74EF385-03BE-7AE0-2953-6A535D8F0235}"/>
          </ac:graphicFrameMkLst>
        </pc:graphicFrame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embeddings/oleObject1.bin"/><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https://d.docs.live.net/9F36D374A3DEC1B6/Documents/ITVEDANT/EXCEL/ExcelProject/stock_price_trend_analysis.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8.xml"/><Relationship Id="rId1" Type="http://schemas.microsoft.com/office/2011/relationships/chartStyle" Target="style8.xml"/><Relationship Id="rId4" Type="http://schemas.openxmlformats.org/officeDocument/2006/relationships/oleObject" Target="../embeddings/oleObject2.bin"/></Relationships>
</file>

<file path=ppt/charts/_rels/chart9.xml.rels><?xml version="1.0" encoding="UTF-8" standalone="yes"?>
<Relationships xmlns="http://schemas.openxmlformats.org/package/2006/relationships"><Relationship Id="rId3" Type="http://schemas.openxmlformats.org/officeDocument/2006/relationships/oleObject" Target="https://d.docs.live.net/9F36D374A3DEC1B6/Documents/stockinfo20years(AutoRecovered).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https://d.docs.live.net/9F36D374A3DEC1B6/Documents/stockinfo20years(AutoRecovered).xlsx"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https://d.docs.live.net/9F36D374A3DEC1B6/Documents/stockinfo20years(AutoRecovered).xlsx" TargetMode="External"/><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oleObject" Target="https://d.docs.live.net/9F36D374A3DEC1B6/Documents/stockinfo20years(AutoRecovered).xlsx" TargetMode="External"/><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oleObject" Target="https://d.docs.live.net/9F36D374A3DEC1B6/Documents/stockinfo20years(AutoRecovered).xlsx" TargetMode="External"/><Relationship Id="rId2" Type="http://schemas.microsoft.com/office/2011/relationships/chartColorStyle" Target="colors13.xml"/><Relationship Id="rId1" Type="http://schemas.microsoft.com/office/2011/relationships/chartStyle" Target="style1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0.17961666708596927"/>
          <c:y val="0.10457549058870644"/>
          <c:w val="0.6349268814186545"/>
          <c:h val="0.89542473078715623"/>
        </c:manualLayout>
      </c:layout>
      <c:pieChart>
        <c:varyColors val="1"/>
        <c:ser>
          <c:idx val="0"/>
          <c:order val="0"/>
          <c:tx>
            <c:strRef>
              <c:f>Sheet1!$B$1</c:f>
              <c:strCache>
                <c:ptCount val="1"/>
                <c:pt idx="0">
                  <c:v>Sales</c:v>
                </c:pt>
              </c:strCache>
            </c:strRef>
          </c:tx>
          <c:dPt>
            <c:idx val="0"/>
            <c:bubble3D val="0"/>
            <c:spPr>
              <a:solidFill>
                <a:schemeClr val="accent1">
                  <a:shade val="58000"/>
                </a:schemeClr>
              </a:solidFill>
              <a:ln w="19050">
                <a:solidFill>
                  <a:schemeClr val="lt1"/>
                </a:solidFill>
              </a:ln>
              <a:effectLst/>
            </c:spPr>
            <c:extLst>
              <c:ext xmlns:c16="http://schemas.microsoft.com/office/drawing/2014/chart" uri="{C3380CC4-5D6E-409C-BE32-E72D297353CC}">
                <c16:uniqueId val="{00000001-46D3-4736-A62F-D4F17F44E5B2}"/>
              </c:ext>
            </c:extLst>
          </c:dPt>
          <c:dPt>
            <c:idx val="1"/>
            <c:bubble3D val="0"/>
            <c:spPr>
              <a:solidFill>
                <a:schemeClr val="accent1">
                  <a:shade val="86000"/>
                </a:schemeClr>
              </a:solidFill>
              <a:ln w="19050">
                <a:solidFill>
                  <a:schemeClr val="lt1"/>
                </a:solidFill>
              </a:ln>
              <a:effectLst/>
            </c:spPr>
            <c:extLst>
              <c:ext xmlns:c16="http://schemas.microsoft.com/office/drawing/2014/chart" uri="{C3380CC4-5D6E-409C-BE32-E72D297353CC}">
                <c16:uniqueId val="{00000003-46D3-4736-A62F-D4F17F44E5B2}"/>
              </c:ext>
            </c:extLst>
          </c:dPt>
          <c:dPt>
            <c:idx val="2"/>
            <c:bubble3D val="0"/>
            <c:spPr>
              <a:solidFill>
                <a:schemeClr val="accent1">
                  <a:tint val="86000"/>
                </a:schemeClr>
              </a:solidFill>
              <a:ln w="19050">
                <a:solidFill>
                  <a:schemeClr val="lt1"/>
                </a:solidFill>
              </a:ln>
              <a:effectLst/>
            </c:spPr>
            <c:extLst>
              <c:ext xmlns:c16="http://schemas.microsoft.com/office/drawing/2014/chart" uri="{C3380CC4-5D6E-409C-BE32-E72D297353CC}">
                <c16:uniqueId val="{00000005-46D3-4736-A62F-D4F17F44E5B2}"/>
              </c:ext>
            </c:extLst>
          </c:dPt>
          <c:dPt>
            <c:idx val="3"/>
            <c:bubble3D val="0"/>
            <c:spPr>
              <a:solidFill>
                <a:schemeClr val="accent1">
                  <a:tint val="58000"/>
                </a:schemeClr>
              </a:solidFill>
              <a:ln w="19050">
                <a:solidFill>
                  <a:schemeClr val="lt1"/>
                </a:solidFill>
              </a:ln>
              <a:effectLst/>
            </c:spPr>
            <c:extLst>
              <c:ext xmlns:c16="http://schemas.microsoft.com/office/drawing/2014/chart" uri="{C3380CC4-5D6E-409C-BE32-E72D297353CC}">
                <c16:uniqueId val="{00000007-46D3-4736-A62F-D4F17F44E5B2}"/>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0-95D1-46C0-B5A2-8EF646DACBB6}"/>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hart>
    <c:autoTitleDeleted val="1"/>
    <c:plotArea>
      <c:layout>
        <c:manualLayout>
          <c:layoutTarget val="inner"/>
          <c:xMode val="edge"/>
          <c:yMode val="edge"/>
          <c:x val="0.15429145899582988"/>
          <c:y val="0.1174651248164464"/>
          <c:w val="0.70124702154166219"/>
          <c:h val="0.81288295955146184"/>
        </c:manualLayout>
      </c:layout>
      <c:barChart>
        <c:barDir val="bar"/>
        <c:grouping val="clustered"/>
        <c:varyColors val="0"/>
        <c:ser>
          <c:idx val="0"/>
          <c:order val="0"/>
          <c:tx>
            <c:strRef>
              <c:f>Sheet1!$B$1</c:f>
              <c:strCache>
                <c:ptCount val="1"/>
                <c:pt idx="0">
                  <c:v>Series 1</c:v>
                </c:pt>
              </c:strCache>
            </c:strRef>
          </c:tx>
          <c:spPr>
            <a:solidFill>
              <a:schemeClr val="accent3">
                <a:shade val="65000"/>
              </a:schemeClr>
            </a:solidFill>
            <a:ln>
              <a:noFill/>
            </a:ln>
            <a:effectLst/>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4F28-4FE8-B14F-19427F3A7565}"/>
            </c:ext>
          </c:extLst>
        </c:ser>
        <c:ser>
          <c:idx val="1"/>
          <c:order val="1"/>
          <c:tx>
            <c:strRef>
              <c:f>Sheet1!$C$1</c:f>
              <c:strCache>
                <c:ptCount val="1"/>
                <c:pt idx="0">
                  <c:v>Series 2</c:v>
                </c:pt>
              </c:strCache>
            </c:strRef>
          </c:tx>
          <c:spPr>
            <a:solidFill>
              <a:schemeClr val="accent3"/>
            </a:solidFill>
            <a:ln>
              <a:noFill/>
            </a:ln>
            <a:effectLst/>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4F28-4FE8-B14F-19427F3A7565}"/>
            </c:ext>
          </c:extLst>
        </c:ser>
        <c:ser>
          <c:idx val="2"/>
          <c:order val="2"/>
          <c:tx>
            <c:strRef>
              <c:f>Sheet1!$D$1</c:f>
              <c:strCache>
                <c:ptCount val="1"/>
                <c:pt idx="0">
                  <c:v>Series 3</c:v>
                </c:pt>
              </c:strCache>
            </c:strRef>
          </c:tx>
          <c:spPr>
            <a:solidFill>
              <a:schemeClr val="accent3">
                <a:tint val="65000"/>
              </a:schemeClr>
            </a:solidFill>
            <a:ln>
              <a:noFill/>
            </a:ln>
            <a:effectLst/>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4F28-4FE8-B14F-19427F3A7565}"/>
            </c:ext>
          </c:extLst>
        </c:ser>
        <c:dLbls>
          <c:showLegendKey val="0"/>
          <c:showVal val="0"/>
          <c:showCatName val="0"/>
          <c:showSerName val="0"/>
          <c:showPercent val="0"/>
          <c:showBubbleSize val="0"/>
        </c:dLbls>
        <c:gapWidth val="182"/>
        <c:axId val="134409999"/>
        <c:axId val="134394639"/>
      </c:barChart>
      <c:catAx>
        <c:axId val="134409999"/>
        <c:scaling>
          <c:orientation val="minMax"/>
        </c:scaling>
        <c:delete val="1"/>
        <c:axPos val="l"/>
        <c:numFmt formatCode="General" sourceLinked="1"/>
        <c:majorTickMark val="out"/>
        <c:minorTickMark val="none"/>
        <c:tickLblPos val="nextTo"/>
        <c:crossAx val="134394639"/>
        <c:crosses val="autoZero"/>
        <c:auto val="1"/>
        <c:lblAlgn val="ctr"/>
        <c:lblOffset val="100"/>
        <c:noMultiLvlLbl val="0"/>
      </c:catAx>
      <c:valAx>
        <c:axId val="134394639"/>
        <c:scaling>
          <c:orientation val="minMax"/>
        </c:scaling>
        <c:delete val="1"/>
        <c:axPos val="b"/>
        <c:numFmt formatCode="General" sourceLinked="1"/>
        <c:majorTickMark val="out"/>
        <c:minorTickMark val="none"/>
        <c:tickLblPos val="nextTo"/>
        <c:crossAx val="13440999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hart>
    <c:autoTitleDeleted val="1"/>
    <c:plotArea>
      <c:layout>
        <c:manualLayout>
          <c:layoutTarget val="inner"/>
          <c:xMode val="edge"/>
          <c:yMode val="edge"/>
          <c:x val="5.8931747003422588E-2"/>
          <c:y val="4.4537653947102768E-2"/>
          <c:w val="0.86846070974588252"/>
          <c:h val="0.88406319402382394"/>
        </c:manualLayout>
      </c:layout>
      <c:barChart>
        <c:barDir val="col"/>
        <c:grouping val="stacked"/>
        <c:varyColors val="0"/>
        <c:ser>
          <c:idx val="0"/>
          <c:order val="0"/>
          <c:tx>
            <c:strRef>
              <c:f>Sheet1!$B$1</c:f>
              <c:strCache>
                <c:ptCount val="1"/>
                <c:pt idx="0">
                  <c:v>Series 1</c:v>
                </c:pt>
              </c:strCache>
            </c:strRef>
          </c:tx>
          <c:spPr>
            <a:solidFill>
              <a:schemeClr val="accent3">
                <a:tint val="65000"/>
              </a:schemeClr>
            </a:solidFill>
            <a:ln>
              <a:noFill/>
            </a:ln>
            <a:effectLst/>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3A40-4272-9E30-F9A484DDF102}"/>
            </c:ext>
          </c:extLst>
        </c:ser>
        <c:ser>
          <c:idx val="1"/>
          <c:order val="1"/>
          <c:tx>
            <c:strRef>
              <c:f>Sheet1!$C$1</c:f>
              <c:strCache>
                <c:ptCount val="1"/>
                <c:pt idx="0">
                  <c:v>Series 2</c:v>
                </c:pt>
              </c:strCache>
            </c:strRef>
          </c:tx>
          <c:spPr>
            <a:solidFill>
              <a:schemeClr val="accent3"/>
            </a:solidFill>
            <a:ln>
              <a:noFill/>
            </a:ln>
            <a:effectLst/>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3A40-4272-9E30-F9A484DDF102}"/>
            </c:ext>
          </c:extLst>
        </c:ser>
        <c:ser>
          <c:idx val="2"/>
          <c:order val="2"/>
          <c:tx>
            <c:strRef>
              <c:f>Sheet1!$D$1</c:f>
              <c:strCache>
                <c:ptCount val="1"/>
                <c:pt idx="0">
                  <c:v>Series 3</c:v>
                </c:pt>
              </c:strCache>
            </c:strRef>
          </c:tx>
          <c:spPr>
            <a:solidFill>
              <a:schemeClr val="accent3">
                <a:shade val="65000"/>
              </a:schemeClr>
            </a:solidFill>
            <a:ln>
              <a:noFill/>
            </a:ln>
            <a:effectLst/>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3A40-4272-9E30-F9A484DDF102}"/>
            </c:ext>
          </c:extLst>
        </c:ser>
        <c:dLbls>
          <c:showLegendKey val="0"/>
          <c:showVal val="0"/>
          <c:showCatName val="0"/>
          <c:showSerName val="0"/>
          <c:showPercent val="0"/>
          <c:showBubbleSize val="0"/>
        </c:dLbls>
        <c:gapWidth val="150"/>
        <c:overlap val="100"/>
        <c:axId val="204885151"/>
        <c:axId val="200598703"/>
      </c:barChart>
      <c:catAx>
        <c:axId val="204885151"/>
        <c:scaling>
          <c:orientation val="minMax"/>
        </c:scaling>
        <c:delete val="1"/>
        <c:axPos val="b"/>
        <c:numFmt formatCode="General" sourceLinked="1"/>
        <c:majorTickMark val="out"/>
        <c:minorTickMark val="none"/>
        <c:tickLblPos val="nextTo"/>
        <c:crossAx val="200598703"/>
        <c:crosses val="autoZero"/>
        <c:auto val="1"/>
        <c:lblAlgn val="ctr"/>
        <c:lblOffset val="100"/>
        <c:noMultiLvlLbl val="0"/>
      </c:catAx>
      <c:valAx>
        <c:axId val="200598703"/>
        <c:scaling>
          <c:orientation val="minMax"/>
        </c:scaling>
        <c:delete val="1"/>
        <c:axPos val="l"/>
        <c:numFmt formatCode="General" sourceLinked="1"/>
        <c:majorTickMark val="out"/>
        <c:minorTickMark val="none"/>
        <c:tickLblPos val="nextTo"/>
        <c:crossAx val="204885151"/>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6.9182355676543517E-2"/>
          <c:y val="6.1255772271296513E-2"/>
          <c:w val="0.86163528864691297"/>
          <c:h val="0.74272575646055461"/>
        </c:manualLayout>
      </c:layout>
      <c:lineChart>
        <c:grouping val="standard"/>
        <c:varyColors val="0"/>
        <c:ser>
          <c:idx val="0"/>
          <c:order val="0"/>
          <c:tx>
            <c:strRef>
              <c:f>Sheet1!$B$1</c:f>
              <c:strCache>
                <c:ptCount val="1"/>
                <c:pt idx="0">
                  <c:v>Series 1</c:v>
                </c:pt>
              </c:strCache>
            </c:strRef>
          </c:tx>
          <c:spPr>
            <a:ln w="28575" cap="rnd">
              <a:solidFill>
                <a:schemeClr val="accent1">
                  <a:shade val="65000"/>
                </a:schemeClr>
              </a:solidFill>
              <a:round/>
            </a:ln>
            <a:effectLst/>
          </c:spPr>
          <c:marker>
            <c:symbol val="none"/>
          </c:marker>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6958-4D2B-812D-E6C819CB0A93}"/>
            </c:ext>
          </c:extLst>
        </c:ser>
        <c:ser>
          <c:idx val="1"/>
          <c:order val="1"/>
          <c:tx>
            <c:strRef>
              <c:f>Sheet1!$C$1</c:f>
              <c:strCache>
                <c:ptCount val="1"/>
                <c:pt idx="0">
                  <c:v>Series 2</c:v>
                </c:pt>
              </c:strCache>
            </c:strRef>
          </c:tx>
          <c:spPr>
            <a:ln w="28575" cap="rnd">
              <a:solidFill>
                <a:schemeClr val="accent1"/>
              </a:solidFill>
              <a:round/>
            </a:ln>
            <a:effectLst/>
          </c:spPr>
          <c:marker>
            <c:symbol val="none"/>
          </c:marker>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6958-4D2B-812D-E6C819CB0A93}"/>
            </c:ext>
          </c:extLst>
        </c:ser>
        <c:ser>
          <c:idx val="2"/>
          <c:order val="2"/>
          <c:tx>
            <c:strRef>
              <c:f>Sheet1!$D$1</c:f>
              <c:strCache>
                <c:ptCount val="1"/>
                <c:pt idx="0">
                  <c:v>Series 3</c:v>
                </c:pt>
              </c:strCache>
            </c:strRef>
          </c:tx>
          <c:spPr>
            <a:ln w="28575" cap="rnd">
              <a:solidFill>
                <a:schemeClr val="accent1">
                  <a:tint val="65000"/>
                </a:schemeClr>
              </a:solidFill>
              <a:round/>
            </a:ln>
            <a:effectLst/>
          </c:spPr>
          <c:marker>
            <c:symbol val="none"/>
          </c:marker>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6958-4D2B-812D-E6C819CB0A93}"/>
            </c:ext>
          </c:extLst>
        </c:ser>
        <c:dLbls>
          <c:showLegendKey val="0"/>
          <c:showVal val="0"/>
          <c:showCatName val="0"/>
          <c:showSerName val="0"/>
          <c:showPercent val="0"/>
          <c:showBubbleSize val="0"/>
        </c:dLbls>
        <c:smooth val="0"/>
        <c:axId val="204885631"/>
        <c:axId val="204887551"/>
      </c:lineChart>
      <c:catAx>
        <c:axId val="204885631"/>
        <c:scaling>
          <c:orientation val="minMax"/>
        </c:scaling>
        <c:delete val="1"/>
        <c:axPos val="b"/>
        <c:numFmt formatCode="General" sourceLinked="1"/>
        <c:majorTickMark val="none"/>
        <c:minorTickMark val="none"/>
        <c:tickLblPos val="nextTo"/>
        <c:crossAx val="204887551"/>
        <c:crosses val="autoZero"/>
        <c:auto val="1"/>
        <c:lblAlgn val="ctr"/>
        <c:lblOffset val="100"/>
        <c:noMultiLvlLbl val="0"/>
      </c:catAx>
      <c:valAx>
        <c:axId val="204887551"/>
        <c:scaling>
          <c:orientation val="minMax"/>
        </c:scaling>
        <c:delete val="1"/>
        <c:axPos val="l"/>
        <c:numFmt formatCode="General" sourceLinked="1"/>
        <c:majorTickMark val="none"/>
        <c:minorTickMark val="none"/>
        <c:tickLblPos val="nextTo"/>
        <c:crossAx val="204885631"/>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Sum of MARKET CAP</c:v>
                </c:pt>
              </c:strCache>
            </c:strRef>
          </c:tx>
          <c:dPt>
            <c:idx val="0"/>
            <c:bubble3D val="0"/>
            <c:spPr>
              <a:solidFill>
                <a:schemeClr val="accent1"/>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1-27FE-4CEA-96C7-52BD3F64CB93}"/>
              </c:ext>
            </c:extLst>
          </c:dPt>
          <c:dPt>
            <c:idx val="1"/>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3-27FE-4CEA-96C7-52BD3F64CB93}"/>
              </c:ext>
            </c:extLst>
          </c:dPt>
          <c:dPt>
            <c:idx val="2"/>
            <c:bubble3D val="0"/>
            <c:spPr>
              <a:solidFill>
                <a:schemeClr val="accent3"/>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5-27FE-4CEA-96C7-52BD3F64CB93}"/>
              </c:ext>
            </c:extLst>
          </c:dPt>
          <c:dPt>
            <c:idx val="3"/>
            <c:bubble3D val="0"/>
            <c:spPr>
              <a:solidFill>
                <a:schemeClr val="accent4"/>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7-27FE-4CEA-96C7-52BD3F64CB93}"/>
              </c:ext>
            </c:extLst>
          </c:dPt>
          <c:dPt>
            <c:idx val="4"/>
            <c:bubble3D val="0"/>
            <c:spPr>
              <a:solidFill>
                <a:schemeClr val="accent5"/>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9-27FE-4CEA-96C7-52BD3F64CB93}"/>
              </c:ext>
            </c:extLst>
          </c:dPt>
          <c:dLbls>
            <c:dLbl>
              <c:idx val="3"/>
              <c:layout>
                <c:manualLayout>
                  <c:x val="0.11728985435903207"/>
                  <c:y val="0.14951231283077376"/>
                </c:manualLayout>
              </c:layout>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27FE-4CEA-96C7-52BD3F64CB93}"/>
                </c:ext>
              </c:extLst>
            </c:dLbl>
            <c:dLbl>
              <c:idx val="4"/>
              <c:layout>
                <c:manualLayout>
                  <c:x val="2.6221744754554726E-2"/>
                  <c:y val="0.10508811368969237"/>
                </c:manualLayout>
              </c:layout>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9-27FE-4CEA-96C7-52BD3F64CB93}"/>
                </c:ext>
              </c:extLst>
            </c:dLbl>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33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Sheet1!$A$2:$A$6</c:f>
              <c:strCache>
                <c:ptCount val="5"/>
                <c:pt idx="0">
                  <c:v>FINANCIAL SERVICES</c:v>
                </c:pt>
                <c:pt idx="1">
                  <c:v>IT</c:v>
                </c:pt>
                <c:pt idx="2">
                  <c:v>ENERGY</c:v>
                </c:pt>
                <c:pt idx="3">
                  <c:v>CONSUMER GOODS</c:v>
                </c:pt>
                <c:pt idx="4">
                  <c:v>METALS</c:v>
                </c:pt>
              </c:strCache>
            </c:strRef>
          </c:cat>
          <c:val>
            <c:numRef>
              <c:f>Sheet1!$B$2:$B$6</c:f>
              <c:numCache>
                <c:formatCode>General</c:formatCode>
                <c:ptCount val="5"/>
                <c:pt idx="0">
                  <c:v>352780767.39999998</c:v>
                </c:pt>
                <c:pt idx="1">
                  <c:v>311110839.80000001</c:v>
                </c:pt>
                <c:pt idx="2">
                  <c:v>228968152.59999999</c:v>
                </c:pt>
                <c:pt idx="3">
                  <c:v>145851801.19999999</c:v>
                </c:pt>
                <c:pt idx="4">
                  <c:v>61807294.68</c:v>
                </c:pt>
              </c:numCache>
            </c:numRef>
          </c:val>
          <c:extLst>
            <c:ext xmlns:c16="http://schemas.microsoft.com/office/drawing/2014/chart" uri="{C3380CC4-5D6E-409C-BE32-E72D297353CC}">
              <c16:uniqueId val="{0000000A-27FE-4CEA-96C7-52BD3F64CB93}"/>
            </c:ext>
          </c:extLst>
        </c:ser>
        <c:ser>
          <c:idx val="1"/>
          <c:order val="1"/>
          <c:tx>
            <c:strRef>
              <c:f>Sheet1!$C$1</c:f>
              <c:strCache>
                <c:ptCount val="1"/>
                <c:pt idx="0">
                  <c:v>Sum of % CONTRIBUTION</c:v>
                </c:pt>
              </c:strCache>
            </c:strRef>
          </c:tx>
          <c:dPt>
            <c:idx val="0"/>
            <c:bubble3D val="0"/>
            <c:spPr>
              <a:solidFill>
                <a:schemeClr val="accent1"/>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C-27FE-4CEA-96C7-52BD3F64CB93}"/>
              </c:ext>
            </c:extLst>
          </c:dPt>
          <c:dPt>
            <c:idx val="1"/>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E-27FE-4CEA-96C7-52BD3F64CB93}"/>
              </c:ext>
            </c:extLst>
          </c:dPt>
          <c:dPt>
            <c:idx val="2"/>
            <c:bubble3D val="0"/>
            <c:spPr>
              <a:solidFill>
                <a:schemeClr val="accent3"/>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10-27FE-4CEA-96C7-52BD3F64CB93}"/>
              </c:ext>
            </c:extLst>
          </c:dPt>
          <c:dPt>
            <c:idx val="3"/>
            <c:bubble3D val="0"/>
            <c:spPr>
              <a:solidFill>
                <a:schemeClr val="accent4"/>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12-27FE-4CEA-96C7-52BD3F64CB93}"/>
              </c:ext>
            </c:extLst>
          </c:dPt>
          <c:dPt>
            <c:idx val="4"/>
            <c:bubble3D val="0"/>
            <c:spPr>
              <a:solidFill>
                <a:schemeClr val="accent5"/>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14-27FE-4CEA-96C7-52BD3F64CB93}"/>
              </c:ext>
            </c:extLst>
          </c:dPt>
          <c:dLbls>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33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Sheet1!$A$2:$A$6</c:f>
              <c:strCache>
                <c:ptCount val="5"/>
                <c:pt idx="0">
                  <c:v>FINANCIAL SERVICES</c:v>
                </c:pt>
                <c:pt idx="1">
                  <c:v>IT</c:v>
                </c:pt>
                <c:pt idx="2">
                  <c:v>ENERGY</c:v>
                </c:pt>
                <c:pt idx="3">
                  <c:v>CONSUMER GOODS</c:v>
                </c:pt>
                <c:pt idx="4">
                  <c:v>METALS</c:v>
                </c:pt>
              </c:strCache>
            </c:strRef>
          </c:cat>
          <c:val>
            <c:numRef>
              <c:f>Sheet1!$C$2:$C$6</c:f>
              <c:numCache>
                <c:formatCode>0%</c:formatCode>
                <c:ptCount val="5"/>
                <c:pt idx="0">
                  <c:v>0.27</c:v>
                </c:pt>
                <c:pt idx="1">
                  <c:v>0.24</c:v>
                </c:pt>
                <c:pt idx="2">
                  <c:v>0.17</c:v>
                </c:pt>
                <c:pt idx="3">
                  <c:v>0.11</c:v>
                </c:pt>
                <c:pt idx="4">
                  <c:v>0.05</c:v>
                </c:pt>
              </c:numCache>
            </c:numRef>
          </c:val>
          <c:extLst>
            <c:ext xmlns:c16="http://schemas.microsoft.com/office/drawing/2014/chart" uri="{C3380CC4-5D6E-409C-BE32-E72D297353CC}">
              <c16:uniqueId val="{00000015-27FE-4CEA-96C7-52BD3F64CB93}"/>
            </c:ext>
          </c:extLst>
        </c:ser>
        <c:ser>
          <c:idx val="2"/>
          <c:order val="2"/>
          <c:tx>
            <c:strRef>
              <c:f>Sheet1!$D$1</c:f>
              <c:strCache>
                <c:ptCount val="1"/>
                <c:pt idx="0">
                  <c:v>Series 3</c:v>
                </c:pt>
              </c:strCache>
            </c:strRef>
          </c:tx>
          <c:dPt>
            <c:idx val="0"/>
            <c:bubble3D val="0"/>
            <c:spPr>
              <a:solidFill>
                <a:schemeClr val="accent1"/>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17-27FE-4CEA-96C7-52BD3F64CB93}"/>
              </c:ext>
            </c:extLst>
          </c:dPt>
          <c:dPt>
            <c:idx val="1"/>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19-27FE-4CEA-96C7-52BD3F64CB93}"/>
              </c:ext>
            </c:extLst>
          </c:dPt>
          <c:dPt>
            <c:idx val="2"/>
            <c:bubble3D val="0"/>
            <c:spPr>
              <a:solidFill>
                <a:schemeClr val="accent3"/>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1B-27FE-4CEA-96C7-52BD3F64CB93}"/>
              </c:ext>
            </c:extLst>
          </c:dPt>
          <c:dPt>
            <c:idx val="3"/>
            <c:bubble3D val="0"/>
            <c:spPr>
              <a:solidFill>
                <a:schemeClr val="accent4"/>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1D-27FE-4CEA-96C7-52BD3F64CB93}"/>
              </c:ext>
            </c:extLst>
          </c:dPt>
          <c:dPt>
            <c:idx val="4"/>
            <c:bubble3D val="0"/>
            <c:spPr>
              <a:solidFill>
                <a:schemeClr val="accent5"/>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1F-27FE-4CEA-96C7-52BD3F64CB93}"/>
              </c:ext>
            </c:extLst>
          </c:dPt>
          <c:dLbls>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33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Sheet1!$A$2:$A$6</c:f>
              <c:strCache>
                <c:ptCount val="5"/>
                <c:pt idx="0">
                  <c:v>FINANCIAL SERVICES</c:v>
                </c:pt>
                <c:pt idx="1">
                  <c:v>IT</c:v>
                </c:pt>
                <c:pt idx="2">
                  <c:v>ENERGY</c:v>
                </c:pt>
                <c:pt idx="3">
                  <c:v>CONSUMER GOODS</c:v>
                </c:pt>
                <c:pt idx="4">
                  <c:v>METALS</c:v>
                </c:pt>
              </c:strCache>
            </c:strRef>
          </c:cat>
          <c:val>
            <c:numRef>
              <c:f>Sheet1!$D$2:$D$6</c:f>
              <c:numCache>
                <c:formatCode>General</c:formatCode>
                <c:ptCount val="5"/>
                <c:pt idx="0">
                  <c:v>2</c:v>
                </c:pt>
                <c:pt idx="1">
                  <c:v>2</c:v>
                </c:pt>
                <c:pt idx="2">
                  <c:v>3</c:v>
                </c:pt>
                <c:pt idx="3">
                  <c:v>5</c:v>
                </c:pt>
              </c:numCache>
            </c:numRef>
          </c:val>
          <c:extLst>
            <c:ext xmlns:c16="http://schemas.microsoft.com/office/drawing/2014/chart" uri="{C3380CC4-5D6E-409C-BE32-E72D297353CC}">
              <c16:uniqueId val="{00000020-27FE-4CEA-96C7-52BD3F64CB93}"/>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l"/>
      <c:overlay val="0"/>
      <c:spPr>
        <a:no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[stock_price_trend_analysis.xlsx]graph 2!PivotTable3</c:name>
    <c:fmtId val="-1"/>
  </c:pivotSource>
  <c:chart>
    <c:title>
      <c:tx>
        <c:rich>
          <a:bodyPr rot="0" spcFirstLastPara="1" vertOverflow="ellipsis" vert="horz" wrap="square" anchor="ctr" anchorCtr="1"/>
          <a:lstStyle/>
          <a:p>
            <a:pPr>
              <a:defRPr sz="1400" b="1" i="0" u="none" strike="noStrike" kern="1200" cap="none" spc="50" baseline="0">
                <a:ln w="0">
                  <a:noFill/>
                </a:ln>
                <a:solidFill>
                  <a:schemeClr val="bg1"/>
                </a:solidFill>
                <a:effectLst>
                  <a:innerShdw blurRad="63500" dist="50800" dir="13500000">
                    <a:srgbClr val="000000">
                      <a:alpha val="50000"/>
                    </a:srgbClr>
                  </a:innerShdw>
                </a:effectLst>
                <a:latin typeface="+mn-lt"/>
                <a:ea typeface="+mn-ea"/>
                <a:cs typeface="+mn-cs"/>
              </a:defRPr>
            </a:pPr>
            <a:r>
              <a:rPr lang="en-US"/>
              <a:t>Top 50 Companies (by market cap)</a:t>
            </a:r>
          </a:p>
        </c:rich>
      </c:tx>
      <c:overlay val="0"/>
      <c:spPr>
        <a:noFill/>
        <a:ln>
          <a:noFill/>
        </a:ln>
        <a:effectLst/>
      </c:spPr>
      <c:txPr>
        <a:bodyPr rot="0" spcFirstLastPara="1" vertOverflow="ellipsis" vert="horz" wrap="square" anchor="ctr" anchorCtr="1"/>
        <a:lstStyle/>
        <a:p>
          <a:pPr>
            <a:defRPr sz="1400" b="1" i="0" u="none" strike="noStrike" kern="1200" cap="none" spc="50" baseline="0">
              <a:ln w="0">
                <a:noFill/>
              </a:ln>
              <a:solidFill>
                <a:schemeClr val="bg1"/>
              </a:solidFill>
              <a:effectLst>
                <a:innerShdw blurRad="63500" dist="50800" dir="13500000">
                  <a:srgbClr val="000000">
                    <a:alpha val="50000"/>
                  </a:srgbClr>
                </a:innerShdw>
              </a:effectLst>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50" baseline="0">
                  <a:ln w="0">
                    <a:noFill/>
                  </a:ln>
                  <a:solidFill>
                    <a:schemeClr val="tx1">
                      <a:lumMod val="75000"/>
                      <a:lumOff val="25000"/>
                    </a:schemeClr>
                  </a:solidFill>
                  <a:effectLst>
                    <a:innerShdw blurRad="63500" dist="50800" dir="13500000">
                      <a:srgbClr val="000000">
                        <a:alpha val="50000"/>
                      </a:srgbClr>
                    </a:innerShdw>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50" baseline="0">
                  <a:ln w="0">
                    <a:noFill/>
                  </a:ln>
                  <a:solidFill>
                    <a:schemeClr val="tx1">
                      <a:lumMod val="75000"/>
                      <a:lumOff val="25000"/>
                    </a:schemeClr>
                  </a:solidFill>
                  <a:effectLst>
                    <a:innerShdw blurRad="63500" dist="50800" dir="13500000">
                      <a:srgbClr val="000000">
                        <a:alpha val="50000"/>
                      </a:srgbClr>
                    </a:innerShdw>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50" baseline="0">
                  <a:ln w="0">
                    <a:noFill/>
                  </a:ln>
                  <a:solidFill>
                    <a:schemeClr val="tx1">
                      <a:lumMod val="75000"/>
                      <a:lumOff val="25000"/>
                    </a:schemeClr>
                  </a:solidFill>
                  <a:effectLst>
                    <a:innerShdw blurRad="63500" dist="50800" dir="13500000">
                      <a:srgbClr val="000000">
                        <a:alpha val="50000"/>
                      </a:srgbClr>
                    </a:innerShdw>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50" baseline="0">
                  <a:ln w="0">
                    <a:noFill/>
                  </a:ln>
                  <a:solidFill>
                    <a:schemeClr val="tx1">
                      <a:lumMod val="75000"/>
                      <a:lumOff val="25000"/>
                    </a:schemeClr>
                  </a:solidFill>
                  <a:effectLst>
                    <a:innerShdw blurRad="63500" dist="50800" dir="13500000">
                      <a:srgbClr val="000000">
                        <a:alpha val="50000"/>
                      </a:srgbClr>
                    </a:innerShdw>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50" baseline="0">
                  <a:ln w="0">
                    <a:noFill/>
                  </a:ln>
                  <a:solidFill>
                    <a:schemeClr val="tx1">
                      <a:lumMod val="75000"/>
                      <a:lumOff val="25000"/>
                    </a:schemeClr>
                  </a:solidFill>
                  <a:effectLst>
                    <a:innerShdw blurRad="63500" dist="50800" dir="13500000">
                      <a:srgbClr val="000000">
                        <a:alpha val="50000"/>
                      </a:srgbClr>
                    </a:innerShdw>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'graph 2'!$F$34</c:f>
              <c:strCache>
                <c:ptCount val="1"/>
                <c:pt idx="0">
                  <c:v>Total</c:v>
                </c:pt>
              </c:strCache>
            </c:strRef>
          </c:tx>
          <c:spPr>
            <a:solidFill>
              <a:schemeClr val="accent1"/>
            </a:solidFill>
            <a:ln>
              <a:noFill/>
            </a:ln>
            <a:effectLst/>
          </c:spPr>
          <c:invertIfNegative val="0"/>
          <c:cat>
            <c:strRef>
              <c:f>'graph 2'!$E$35:$E$85</c:f>
              <c:strCache>
                <c:ptCount val="50"/>
                <c:pt idx="0">
                  <c:v>Reliance Industries Ltd.</c:v>
                </c:pt>
                <c:pt idx="1">
                  <c:v>Tata Consultancy Services Ltd.</c:v>
                </c:pt>
                <c:pt idx="2">
                  <c:v>HDFC Bank Ltd.</c:v>
                </c:pt>
                <c:pt idx="3">
                  <c:v>Infosys Ltd.</c:v>
                </c:pt>
                <c:pt idx="4">
                  <c:v>Hindustan Unilever Ltd.</c:v>
                </c:pt>
                <c:pt idx="5">
                  <c:v>ICICI Bank Ltd.</c:v>
                </c:pt>
                <c:pt idx="6">
                  <c:v>Housing Development Finance Corporation Ltd.</c:v>
                </c:pt>
                <c:pt idx="7">
                  <c:v>Bajaj Finance Ltd.</c:v>
                </c:pt>
                <c:pt idx="8">
                  <c:v>State Bank of India</c:v>
                </c:pt>
                <c:pt idx="9">
                  <c:v>Wipro Ltd.</c:v>
                </c:pt>
                <c:pt idx="10">
                  <c:v>Bharti Airtel Ltd.</c:v>
                </c:pt>
                <c:pt idx="11">
                  <c:v>HCL Technologies Ltd.</c:v>
                </c:pt>
                <c:pt idx="12">
                  <c:v>Kotak Mahindra Bank Ltd.</c:v>
                </c:pt>
                <c:pt idx="13">
                  <c:v>Asian Paints Ltd.</c:v>
                </c:pt>
                <c:pt idx="14">
                  <c:v>ITC Ltd.</c:v>
                </c:pt>
                <c:pt idx="15">
                  <c:v>Larsen &amp; Toubro Ltd.</c:v>
                </c:pt>
                <c:pt idx="16">
                  <c:v>Bajaj Finserv Ltd.</c:v>
                </c:pt>
                <c:pt idx="17">
                  <c:v>Maruti Suzuki India Ltd.</c:v>
                </c:pt>
                <c:pt idx="18">
                  <c:v>Titan Company Ltd.</c:v>
                </c:pt>
                <c:pt idx="19">
                  <c:v>UltraTech Cement Ltd.</c:v>
                </c:pt>
                <c:pt idx="20">
                  <c:v>Axis Bank Ltd.</c:v>
                </c:pt>
                <c:pt idx="21">
                  <c:v>Sun Pharmaceutical Industries Ltd.</c:v>
                </c:pt>
                <c:pt idx="22">
                  <c:v>Oil &amp; Natural Gas Corporation Ltd.</c:v>
                </c:pt>
                <c:pt idx="23">
                  <c:v>Tech Mahindra Ltd.</c:v>
                </c:pt>
                <c:pt idx="24">
                  <c:v>JSW Steel Ltd.</c:v>
                </c:pt>
                <c:pt idx="25">
                  <c:v>Adani Ports and Special Economic Zone Ltd.</c:v>
                </c:pt>
                <c:pt idx="26">
                  <c:v>Power Grid Corporation of India Ltd.</c:v>
                </c:pt>
                <c:pt idx="27">
                  <c:v>Tata Steel Ltd.</c:v>
                </c:pt>
                <c:pt idx="28">
                  <c:v>Vedanta Ltd.</c:v>
                </c:pt>
                <c:pt idx="29">
                  <c:v>NTPC Ltd.</c:v>
                </c:pt>
                <c:pt idx="30">
                  <c:v>Hindalco Industries Ltd.</c:v>
                </c:pt>
                <c:pt idx="31">
                  <c:v>Grasim Industries Ltd.</c:v>
                </c:pt>
                <c:pt idx="32">
                  <c:v>Indian Oil Corporation Ltd.</c:v>
                </c:pt>
                <c:pt idx="33">
                  <c:v>Mahindra &amp; Mahindra Ltd.</c:v>
                </c:pt>
                <c:pt idx="34">
                  <c:v>Shree Cement Ltd.</c:v>
                </c:pt>
                <c:pt idx="35">
                  <c:v>Bajaj Auto Ltd.</c:v>
                </c:pt>
                <c:pt idx="36">
                  <c:v>Coal India Ltd.</c:v>
                </c:pt>
                <c:pt idx="37">
                  <c:v>Britannia Industries Ltd.</c:v>
                </c:pt>
                <c:pt idx="38">
                  <c:v>Bharat Petroleum Corporation Ltd.</c:v>
                </c:pt>
                <c:pt idx="39">
                  <c:v>Dr. Reddy's Laboratories Ltd.</c:v>
                </c:pt>
                <c:pt idx="40">
                  <c:v>Cipla Ltd.</c:v>
                </c:pt>
                <c:pt idx="41">
                  <c:v>Eicher Motors Ltd.</c:v>
                </c:pt>
                <c:pt idx="42">
                  <c:v>IndusInd Bank Ltd.</c:v>
                </c:pt>
                <c:pt idx="43">
                  <c:v>GAIL (India) Ltd.</c:v>
                </c:pt>
                <c:pt idx="44">
                  <c:v>UPL Ltd.</c:v>
                </c:pt>
                <c:pt idx="45">
                  <c:v>Hero MotoCorp Ltd.</c:v>
                </c:pt>
                <c:pt idx="46">
                  <c:v>Zee Entertainment Enterprises Ltd.</c:v>
                </c:pt>
                <c:pt idx="47">
                  <c:v>Tata Motors Ltd.</c:v>
                </c:pt>
                <c:pt idx="48">
                  <c:v>Nestle India Ltd.</c:v>
                </c:pt>
                <c:pt idx="49">
                  <c:v>Bharti Infratel Ltd.</c:v>
                </c:pt>
              </c:strCache>
            </c:strRef>
          </c:cat>
          <c:val>
            <c:numRef>
              <c:f>'graph 2'!$F$35:$F$85</c:f>
              <c:numCache>
                <c:formatCode>General</c:formatCode>
                <c:ptCount val="50"/>
                <c:pt idx="0">
                  <c:v>160138207.03736401</c:v>
                </c:pt>
                <c:pt idx="1">
                  <c:v>138283487.002545</c:v>
                </c:pt>
                <c:pt idx="2">
                  <c:v>81983196.374144003</c:v>
                </c:pt>
                <c:pt idx="3">
                  <c:v>80445056.006362498</c:v>
                </c:pt>
                <c:pt idx="4">
                  <c:v>55453878.170093</c:v>
                </c:pt>
                <c:pt idx="5">
                  <c:v>51389612.296214998</c:v>
                </c:pt>
                <c:pt idx="6">
                  <c:v>46770158.817913495</c:v>
                </c:pt>
                <c:pt idx="7">
                  <c:v>42114588.233685002</c:v>
                </c:pt>
                <c:pt idx="8">
                  <c:v>41093373.808302999</c:v>
                </c:pt>
                <c:pt idx="9">
                  <c:v>39210359.449888498</c:v>
                </c:pt>
                <c:pt idx="10">
                  <c:v>37554482.458583996</c:v>
                </c:pt>
                <c:pt idx="11">
                  <c:v>35795956.281336002</c:v>
                </c:pt>
                <c:pt idx="12">
                  <c:v>35627227.821848996</c:v>
                </c:pt>
                <c:pt idx="13">
                  <c:v>32449181.636805002</c:v>
                </c:pt>
                <c:pt idx="14">
                  <c:v>26869512.555851001</c:v>
                </c:pt>
                <c:pt idx="15">
                  <c:v>26634347.663052998</c:v>
                </c:pt>
                <c:pt idx="16">
                  <c:v>26108407.337527998</c:v>
                </c:pt>
                <c:pt idx="17">
                  <c:v>22433824.615869999</c:v>
                </c:pt>
                <c:pt idx="18">
                  <c:v>22393518.09984</c:v>
                </c:pt>
                <c:pt idx="19">
                  <c:v>21912703.495663501</c:v>
                </c:pt>
                <c:pt idx="20">
                  <c:v>20815049.277253501</c:v>
                </c:pt>
                <c:pt idx="21">
                  <c:v>20291175.841290001</c:v>
                </c:pt>
                <c:pt idx="22">
                  <c:v>17914317.589343999</c:v>
                </c:pt>
                <c:pt idx="23">
                  <c:v>17375981.096137501</c:v>
                </c:pt>
                <c:pt idx="24">
                  <c:v>15855757.47618</c:v>
                </c:pt>
                <c:pt idx="25">
                  <c:v>14910913.110583</c:v>
                </c:pt>
                <c:pt idx="26">
                  <c:v>14257825.654016001</c:v>
                </c:pt>
                <c:pt idx="27">
                  <c:v>13581373.189134</c:v>
                </c:pt>
                <c:pt idx="28">
                  <c:v>12683083.121068001</c:v>
                </c:pt>
                <c:pt idx="29">
                  <c:v>12062652.670696001</c:v>
                </c:pt>
                <c:pt idx="30">
                  <c:v>10686416.17412</c:v>
                </c:pt>
                <c:pt idx="31">
                  <c:v>10678061.0161575</c:v>
                </c:pt>
                <c:pt idx="32">
                  <c:v>10496787.198030001</c:v>
                </c:pt>
                <c:pt idx="33">
                  <c:v>10407386.382096</c:v>
                </c:pt>
                <c:pt idx="34">
                  <c:v>9737273.8261259999</c:v>
                </c:pt>
                <c:pt idx="35">
                  <c:v>9402257.8973500002</c:v>
                </c:pt>
                <c:pt idx="36">
                  <c:v>9000664.7215835005</c:v>
                </c:pt>
                <c:pt idx="37">
                  <c:v>8685710.7537600007</c:v>
                </c:pt>
                <c:pt idx="38">
                  <c:v>8361384.7017480005</c:v>
                </c:pt>
                <c:pt idx="39">
                  <c:v>8166076.8904400002</c:v>
                </c:pt>
                <c:pt idx="40">
                  <c:v>7616906.4103740007</c:v>
                </c:pt>
                <c:pt idx="41">
                  <c:v>7086540.2792180004</c:v>
                </c:pt>
                <c:pt idx="42">
                  <c:v>6879153.4175445</c:v>
                </c:pt>
                <c:pt idx="43">
                  <c:v>5736977.7106999997</c:v>
                </c:pt>
                <c:pt idx="44">
                  <c:v>5708183.6017760001</c:v>
                </c:pt>
                <c:pt idx="45">
                  <c:v>4919404.5924509997</c:v>
                </c:pt>
                <c:pt idx="46">
                  <c:v>3081334.4137200001</c:v>
                </c:pt>
                <c:pt idx="47">
                  <c:v>1217101.6815760001</c:v>
                </c:pt>
                <c:pt idx="48">
                  <c:v>0</c:v>
                </c:pt>
                <c:pt idx="49">
                  <c:v>0</c:v>
                </c:pt>
              </c:numCache>
            </c:numRef>
          </c:val>
          <c:extLst>
            <c:ext xmlns:c16="http://schemas.microsoft.com/office/drawing/2014/chart" uri="{C3380CC4-5D6E-409C-BE32-E72D297353CC}">
              <c16:uniqueId val="{00000000-932F-463D-B2DE-2549A4518267}"/>
            </c:ext>
          </c:extLst>
        </c:ser>
        <c:dLbls>
          <c:showLegendKey val="0"/>
          <c:showVal val="0"/>
          <c:showCatName val="0"/>
          <c:showSerName val="0"/>
          <c:showPercent val="0"/>
          <c:showBubbleSize val="0"/>
        </c:dLbls>
        <c:gapWidth val="182"/>
        <c:axId val="1235435952"/>
        <c:axId val="1235434032"/>
      </c:barChart>
      <c:catAx>
        <c:axId val="1235435952"/>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cap="none" spc="50" baseline="0">
                <a:ln w="0">
                  <a:noFill/>
                </a:ln>
                <a:solidFill>
                  <a:schemeClr val="bg1"/>
                </a:solidFill>
                <a:effectLst>
                  <a:innerShdw blurRad="63500" dist="50800" dir="13500000">
                    <a:srgbClr val="000000">
                      <a:alpha val="50000"/>
                    </a:srgbClr>
                  </a:innerShdw>
                </a:effectLst>
                <a:latin typeface="+mn-lt"/>
                <a:ea typeface="+mn-ea"/>
                <a:cs typeface="+mn-cs"/>
              </a:defRPr>
            </a:pPr>
            <a:endParaRPr lang="en-US"/>
          </a:p>
        </c:txPr>
        <c:crossAx val="1235434032"/>
        <c:crosses val="autoZero"/>
        <c:auto val="1"/>
        <c:lblAlgn val="ctr"/>
        <c:lblOffset val="100"/>
        <c:noMultiLvlLbl val="0"/>
      </c:catAx>
      <c:valAx>
        <c:axId val="1235434032"/>
        <c:scaling>
          <c:orientation val="minMax"/>
        </c:scaling>
        <c:delete val="0"/>
        <c:axPos val="t"/>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cap="none" spc="50" baseline="0">
                <a:ln w="0">
                  <a:noFill/>
                </a:ln>
                <a:solidFill>
                  <a:schemeClr val="bg1"/>
                </a:solidFill>
                <a:effectLst>
                  <a:innerShdw blurRad="63500" dist="50800" dir="13500000">
                    <a:srgbClr val="000000">
                      <a:alpha val="50000"/>
                    </a:srgbClr>
                  </a:innerShdw>
                </a:effectLst>
                <a:latin typeface="+mn-lt"/>
                <a:ea typeface="+mn-ea"/>
                <a:cs typeface="+mn-cs"/>
              </a:defRPr>
            </a:pPr>
            <a:endParaRPr lang="en-US"/>
          </a:p>
        </c:txPr>
        <c:crossAx val="1235435952"/>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1" i="0" u="none" strike="noStrike" kern="1200" cap="none" spc="50" baseline="0">
              <a:ln w="0">
                <a:noFill/>
              </a:ln>
              <a:solidFill>
                <a:schemeClr val="bg1"/>
              </a:solidFill>
              <a:effectLst>
                <a:innerShdw blurRad="63500" dist="50800" dir="13500000">
                  <a:srgbClr val="000000">
                    <a:alpha val="50000"/>
                  </a:srgbClr>
                </a:innerShdw>
              </a:effectLst>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b="1" cap="none" spc="50">
          <a:ln w="0">
            <a:noFill/>
          </a:ln>
          <a:solidFill>
            <a:schemeClr val="bg1"/>
          </a:solidFill>
          <a:effectLst>
            <a:innerShdw blurRad="63500" dist="50800" dir="13500000">
              <a:srgbClr val="000000">
                <a:alpha val="50000"/>
              </a:srgbClr>
            </a:innerShdw>
          </a:effectLst>
        </a:defRPr>
      </a:pPr>
      <a:endParaRPr lang="en-US"/>
    </a:p>
  </c:txPr>
  <c:externalData r:id="rId3">
    <c:autoUpdate val="0"/>
  </c:externalData>
  <c:extLst>
    <c:ext xmlns:c14="http://schemas.microsoft.com/office/drawing/2007/8/2/chart" uri="{781A3756-C4B2-4CAC-9D66-4F8BD8637D16}">
      <c14:pivotOptions>
        <c14:dropZoneFilter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[stock_price_trend_analysis.xlsx]rough_graphs!PivotTable2</c:name>
    <c:fmtId val="27"/>
  </c:pivotSource>
  <c:chart>
    <c:autoTitleDeleted val="1"/>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dLbl>
          <c:idx val="0"/>
          <c:showLegendKey val="0"/>
          <c:showVal val="0"/>
          <c:showCatName val="0"/>
          <c:showSerName val="0"/>
          <c:showPercent val="0"/>
          <c:showBubbleSize val="0"/>
          <c:extLst>
            <c:ext xmlns:c15="http://schemas.microsoft.com/office/drawing/2012/chart" uri="{CE6537A1-D6FC-4f65-9D91-7224C49458BB}"/>
          </c:extLst>
        </c:dLbl>
      </c:pivotFmt>
      <c:pivotFmt>
        <c:idx val="3"/>
        <c:dLbl>
          <c:idx val="0"/>
          <c:showLegendKey val="0"/>
          <c:showVal val="0"/>
          <c:showCatName val="0"/>
          <c:showSerName val="0"/>
          <c:showPercent val="0"/>
          <c:showBubbleSize val="0"/>
          <c:extLst>
            <c:ext xmlns:c15="http://schemas.microsoft.com/office/drawing/2012/chart" uri="{CE6537A1-D6FC-4f65-9D91-7224C49458BB}"/>
          </c:extLst>
        </c:dLbl>
      </c:pivotFmt>
      <c:pivotFmt>
        <c:idx val="4"/>
        <c:dLbl>
          <c:idx val="0"/>
          <c:showLegendKey val="0"/>
          <c:showVal val="0"/>
          <c:showCatName val="0"/>
          <c:showSerName val="0"/>
          <c:showPercent val="0"/>
          <c:showBubbleSize val="0"/>
          <c:extLst>
            <c:ext xmlns:c15="http://schemas.microsoft.com/office/drawing/2012/chart" uri="{CE6537A1-D6FC-4f65-9D91-7224C49458BB}"/>
          </c:extLst>
        </c:dLbl>
      </c:pivotFmt>
      <c:pivotFmt>
        <c:idx val="5"/>
        <c:dLbl>
          <c:idx val="0"/>
          <c:showLegendKey val="0"/>
          <c:showVal val="0"/>
          <c:showCatName val="0"/>
          <c:showSerName val="0"/>
          <c:showPercent val="0"/>
          <c:showBubbleSize val="0"/>
          <c:extLst>
            <c:ext xmlns:c15="http://schemas.microsoft.com/office/drawing/2012/chart" uri="{CE6537A1-D6FC-4f65-9D91-7224C49458BB}"/>
          </c:extLst>
        </c:dLbl>
      </c:pivotFmt>
      <c:pivotFmt>
        <c:idx val="6"/>
        <c:dLbl>
          <c:idx val="0"/>
          <c:showLegendKey val="0"/>
          <c:showVal val="0"/>
          <c:showCatName val="0"/>
          <c:showSerName val="0"/>
          <c:showPercent val="0"/>
          <c:showBubbleSize val="0"/>
          <c:extLst>
            <c:ext xmlns:c15="http://schemas.microsoft.com/office/drawing/2012/chart" uri="{CE6537A1-D6FC-4f65-9D91-7224C49458BB}"/>
          </c:extLst>
        </c:dLbl>
      </c:pivotFmt>
      <c:pivotFmt>
        <c:idx val="7"/>
        <c:dLbl>
          <c:idx val="0"/>
          <c:showLegendKey val="0"/>
          <c:showVal val="0"/>
          <c:showCatName val="0"/>
          <c:showSerName val="0"/>
          <c:showPercent val="0"/>
          <c:showBubbleSize val="0"/>
          <c:extLst>
            <c:ext xmlns:c15="http://schemas.microsoft.com/office/drawing/2012/chart" uri="{CE6537A1-D6FC-4f65-9D91-7224C49458BB}"/>
          </c:extLst>
        </c:dLbl>
      </c:pivotFmt>
      <c:pivotFmt>
        <c:idx val="8"/>
        <c:dLbl>
          <c:idx val="0"/>
          <c:showLegendKey val="0"/>
          <c:showVal val="0"/>
          <c:showCatName val="0"/>
          <c:showSerName val="0"/>
          <c:showPercent val="0"/>
          <c:showBubbleSize val="0"/>
          <c:extLst>
            <c:ext xmlns:c15="http://schemas.microsoft.com/office/drawing/2012/chart" uri="{CE6537A1-D6FC-4f65-9D91-7224C49458BB}"/>
          </c:extLst>
        </c:dLbl>
      </c:pivotFmt>
      <c:pivotFmt>
        <c:idx val="9"/>
        <c:dLbl>
          <c:idx val="0"/>
          <c:showLegendKey val="0"/>
          <c:showVal val="0"/>
          <c:showCatName val="0"/>
          <c:showSerName val="0"/>
          <c:showPercent val="0"/>
          <c:showBubbleSize val="0"/>
          <c:extLst>
            <c:ext xmlns:c15="http://schemas.microsoft.com/office/drawing/2012/chart" uri="{CE6537A1-D6FC-4f65-9D91-7224C49458BB}"/>
          </c:extLst>
        </c:dLbl>
      </c:pivotFmt>
      <c:pivotFmt>
        <c:idx val="10"/>
        <c:dLbl>
          <c:idx val="0"/>
          <c:showLegendKey val="0"/>
          <c:showVal val="0"/>
          <c:showCatName val="0"/>
          <c:showSerName val="0"/>
          <c:showPercent val="0"/>
          <c:showBubbleSize val="0"/>
          <c:extLst>
            <c:ext xmlns:c15="http://schemas.microsoft.com/office/drawing/2012/chart" uri="{CE6537A1-D6FC-4f65-9D91-7224C49458BB}"/>
          </c:extLst>
        </c:dLbl>
      </c:pivotFmt>
      <c:pivotFmt>
        <c:idx val="11"/>
        <c:dLbl>
          <c:idx val="0"/>
          <c:showLegendKey val="0"/>
          <c:showVal val="0"/>
          <c:showCatName val="0"/>
          <c:showSerName val="0"/>
          <c:showPercent val="0"/>
          <c:showBubbleSize val="0"/>
          <c:extLst>
            <c:ext xmlns:c15="http://schemas.microsoft.com/office/drawing/2012/chart" uri="{CE6537A1-D6FC-4f65-9D91-7224C49458BB}"/>
          </c:extLst>
        </c:dLbl>
      </c:pivotFmt>
      <c:pivotFmt>
        <c:idx val="12"/>
        <c:dLbl>
          <c:idx val="0"/>
          <c:showLegendKey val="0"/>
          <c:showVal val="0"/>
          <c:showCatName val="0"/>
          <c:showSerName val="0"/>
          <c:showPercent val="0"/>
          <c:showBubbleSize val="0"/>
          <c:extLst>
            <c:ext xmlns:c15="http://schemas.microsoft.com/office/drawing/2012/chart" uri="{CE6537A1-D6FC-4f65-9D91-7224C49458BB}"/>
          </c:extLst>
        </c:dLbl>
      </c:pivotFmt>
      <c:pivotFmt>
        <c:idx val="13"/>
        <c:dLbl>
          <c:idx val="0"/>
          <c:showLegendKey val="0"/>
          <c:showVal val="0"/>
          <c:showCatName val="0"/>
          <c:showSerName val="0"/>
          <c:showPercent val="0"/>
          <c:showBubbleSize val="0"/>
          <c:extLst>
            <c:ext xmlns:c15="http://schemas.microsoft.com/office/drawing/2012/chart" uri="{CE6537A1-D6FC-4f65-9D91-7224C49458BB}"/>
          </c:extLst>
        </c:dLbl>
      </c:pivotFmt>
      <c:pivotFmt>
        <c:idx val="14"/>
        <c:dLbl>
          <c:idx val="0"/>
          <c:showLegendKey val="0"/>
          <c:showVal val="0"/>
          <c:showCatName val="0"/>
          <c:showSerName val="0"/>
          <c:showPercent val="0"/>
          <c:showBubbleSize val="0"/>
          <c:extLst>
            <c:ext xmlns:c15="http://schemas.microsoft.com/office/drawing/2012/chart" uri="{CE6537A1-D6FC-4f65-9D91-7224C49458BB}"/>
          </c:extLst>
        </c:dLbl>
      </c:pivotFmt>
      <c:pivotFmt>
        <c:idx val="15"/>
        <c:dLbl>
          <c:idx val="0"/>
          <c:showLegendKey val="0"/>
          <c:showVal val="0"/>
          <c:showCatName val="0"/>
          <c:showSerName val="0"/>
          <c:showPercent val="0"/>
          <c:showBubbleSize val="0"/>
          <c:extLst>
            <c:ext xmlns:c15="http://schemas.microsoft.com/office/drawing/2012/chart" uri="{CE6537A1-D6FC-4f65-9D91-7224C49458BB}"/>
          </c:extLst>
        </c:dLbl>
      </c:pivotFmt>
      <c:pivotFmt>
        <c:idx val="16"/>
        <c:dLbl>
          <c:idx val="0"/>
          <c:showLegendKey val="0"/>
          <c:showVal val="0"/>
          <c:showCatName val="0"/>
          <c:showSerName val="0"/>
          <c:showPercent val="0"/>
          <c:showBubbleSize val="0"/>
          <c:extLst>
            <c:ext xmlns:c15="http://schemas.microsoft.com/office/drawing/2012/chart" uri="{CE6537A1-D6FC-4f65-9D91-7224C49458BB}"/>
          </c:extLst>
        </c:dLbl>
      </c:pivotFmt>
      <c:pivotFmt>
        <c:idx val="17"/>
        <c:dLbl>
          <c:idx val="0"/>
          <c:showLegendKey val="0"/>
          <c:showVal val="0"/>
          <c:showCatName val="0"/>
          <c:showSerName val="0"/>
          <c:showPercent val="0"/>
          <c:showBubbleSize val="0"/>
          <c:extLst>
            <c:ext xmlns:c15="http://schemas.microsoft.com/office/drawing/2012/chart" uri="{CE6537A1-D6FC-4f65-9D91-7224C49458BB}"/>
          </c:extLst>
        </c:dLbl>
      </c:pivotFmt>
      <c:pivotFmt>
        <c:idx val="18"/>
        <c:dLbl>
          <c:idx val="0"/>
          <c:showLegendKey val="0"/>
          <c:showVal val="0"/>
          <c:showCatName val="0"/>
          <c:showSerName val="0"/>
          <c:showPercent val="0"/>
          <c:showBubbleSize val="0"/>
          <c:extLst>
            <c:ext xmlns:c15="http://schemas.microsoft.com/office/drawing/2012/chart" uri="{CE6537A1-D6FC-4f65-9D91-7224C49458BB}"/>
          </c:extLst>
        </c:dLbl>
      </c:pivotFmt>
      <c:pivotFmt>
        <c:idx val="19"/>
        <c:dLbl>
          <c:idx val="0"/>
          <c:showLegendKey val="0"/>
          <c:showVal val="0"/>
          <c:showCatName val="0"/>
          <c:showSerName val="0"/>
          <c:showPercent val="0"/>
          <c:showBubbleSize val="0"/>
          <c:extLst>
            <c:ext xmlns:c15="http://schemas.microsoft.com/office/drawing/2012/chart" uri="{CE6537A1-D6FC-4f65-9D91-7224C49458BB}"/>
          </c:extLst>
        </c:dLbl>
      </c:pivotFmt>
      <c:pivotFmt>
        <c:idx val="20"/>
        <c:dLbl>
          <c:idx val="0"/>
          <c:showLegendKey val="0"/>
          <c:showVal val="0"/>
          <c:showCatName val="0"/>
          <c:showSerName val="0"/>
          <c:showPercent val="0"/>
          <c:showBubbleSize val="0"/>
          <c:extLst>
            <c:ext xmlns:c15="http://schemas.microsoft.com/office/drawing/2012/chart" uri="{CE6537A1-D6FC-4f65-9D91-7224C49458BB}"/>
          </c:extLst>
        </c:dLbl>
      </c:pivotFmt>
      <c:pivotFmt>
        <c:idx val="21"/>
        <c:dLbl>
          <c:idx val="0"/>
          <c:showLegendKey val="0"/>
          <c:showVal val="0"/>
          <c:showCatName val="0"/>
          <c:showSerName val="0"/>
          <c:showPercent val="0"/>
          <c:showBubbleSize val="0"/>
          <c:extLst>
            <c:ext xmlns:c15="http://schemas.microsoft.com/office/drawing/2012/chart" uri="{CE6537A1-D6FC-4f65-9D91-7224C49458BB}"/>
          </c:extLst>
        </c:dLbl>
      </c:pivotFmt>
      <c:pivotFmt>
        <c:idx val="22"/>
        <c:dLbl>
          <c:idx val="0"/>
          <c:showLegendKey val="0"/>
          <c:showVal val="0"/>
          <c:showCatName val="0"/>
          <c:showSerName val="0"/>
          <c:showPercent val="0"/>
          <c:showBubbleSize val="0"/>
          <c:extLst>
            <c:ext xmlns:c15="http://schemas.microsoft.com/office/drawing/2012/chart" uri="{CE6537A1-D6FC-4f65-9D91-7224C49458BB}"/>
          </c:extLst>
        </c:dLbl>
      </c:pivotFmt>
      <c:pivotFmt>
        <c:idx val="23"/>
        <c:dLbl>
          <c:idx val="0"/>
          <c:showLegendKey val="0"/>
          <c:showVal val="0"/>
          <c:showCatName val="0"/>
          <c:showSerName val="0"/>
          <c:showPercent val="0"/>
          <c:showBubbleSize val="0"/>
          <c:extLst>
            <c:ext xmlns:c15="http://schemas.microsoft.com/office/drawing/2012/chart" uri="{CE6537A1-D6FC-4f65-9D91-7224C49458BB}"/>
          </c:extLst>
        </c:dLbl>
      </c:pivotFmt>
      <c:pivotFmt>
        <c:idx val="24"/>
        <c:dLbl>
          <c:idx val="0"/>
          <c:showLegendKey val="0"/>
          <c:showVal val="0"/>
          <c:showCatName val="0"/>
          <c:showSerName val="0"/>
          <c:showPercent val="0"/>
          <c:showBubbleSize val="0"/>
          <c:extLst>
            <c:ext xmlns:c15="http://schemas.microsoft.com/office/drawing/2012/chart" uri="{CE6537A1-D6FC-4f65-9D91-7224C49458BB}"/>
          </c:extLst>
        </c:dLbl>
      </c:pivotFmt>
      <c:pivotFmt>
        <c:idx val="25"/>
        <c:dLbl>
          <c:idx val="0"/>
          <c:showLegendKey val="0"/>
          <c:showVal val="0"/>
          <c:showCatName val="0"/>
          <c:showSerName val="0"/>
          <c:showPercent val="0"/>
          <c:showBubbleSize val="0"/>
          <c:extLst>
            <c:ext xmlns:c15="http://schemas.microsoft.com/office/drawing/2012/chart" uri="{CE6537A1-D6FC-4f65-9D91-7224C49458BB}"/>
          </c:extLst>
        </c:dLbl>
      </c:pivotFmt>
      <c:pivotFmt>
        <c:idx val="26"/>
        <c:dLbl>
          <c:idx val="0"/>
          <c:showLegendKey val="0"/>
          <c:showVal val="0"/>
          <c:showCatName val="0"/>
          <c:showSerName val="0"/>
          <c:showPercent val="0"/>
          <c:showBubbleSize val="0"/>
          <c:extLst>
            <c:ext xmlns:c15="http://schemas.microsoft.com/office/drawing/2012/chart" uri="{CE6537A1-D6FC-4f65-9D91-7224C49458BB}"/>
          </c:extLst>
        </c:dLbl>
      </c:pivotFmt>
      <c:pivotFmt>
        <c:idx val="27"/>
        <c:dLbl>
          <c:idx val="0"/>
          <c:showLegendKey val="0"/>
          <c:showVal val="0"/>
          <c:showCatName val="0"/>
          <c:showSerName val="0"/>
          <c:showPercent val="0"/>
          <c:showBubbleSize val="0"/>
          <c:extLst>
            <c:ext xmlns:c15="http://schemas.microsoft.com/office/drawing/2012/chart" uri="{CE6537A1-D6FC-4f65-9D91-7224C49458BB}"/>
          </c:extLst>
        </c:dLbl>
      </c:pivotFmt>
      <c:pivotFmt>
        <c:idx val="28"/>
        <c:dLbl>
          <c:idx val="0"/>
          <c:showLegendKey val="0"/>
          <c:showVal val="0"/>
          <c:showCatName val="0"/>
          <c:showSerName val="0"/>
          <c:showPercent val="0"/>
          <c:showBubbleSize val="0"/>
          <c:extLst>
            <c:ext xmlns:c15="http://schemas.microsoft.com/office/drawing/2012/chart" uri="{CE6537A1-D6FC-4f65-9D91-7224C49458BB}"/>
          </c:extLst>
        </c:dLbl>
      </c:pivotFmt>
      <c:pivotFmt>
        <c:idx val="29"/>
        <c:dLbl>
          <c:idx val="0"/>
          <c:showLegendKey val="0"/>
          <c:showVal val="0"/>
          <c:showCatName val="0"/>
          <c:showSerName val="0"/>
          <c:showPercent val="0"/>
          <c:showBubbleSize val="0"/>
          <c:extLst>
            <c:ext xmlns:c15="http://schemas.microsoft.com/office/drawing/2012/chart" uri="{CE6537A1-D6FC-4f65-9D91-7224C49458BB}"/>
          </c:extLst>
        </c:dLbl>
      </c:pivotFmt>
      <c:pivotFmt>
        <c:idx val="30"/>
        <c:dLbl>
          <c:idx val="0"/>
          <c:showLegendKey val="0"/>
          <c:showVal val="0"/>
          <c:showCatName val="0"/>
          <c:showSerName val="0"/>
          <c:showPercent val="0"/>
          <c:showBubbleSize val="0"/>
          <c:extLst>
            <c:ext xmlns:c15="http://schemas.microsoft.com/office/drawing/2012/chart" uri="{CE6537A1-D6FC-4f65-9D91-7224C49458BB}"/>
          </c:extLst>
        </c:dLbl>
      </c:pivotFmt>
      <c:pivotFmt>
        <c:idx val="31"/>
        <c:dLbl>
          <c:idx val="0"/>
          <c:showLegendKey val="0"/>
          <c:showVal val="0"/>
          <c:showCatName val="0"/>
          <c:showSerName val="0"/>
          <c:showPercent val="0"/>
          <c:showBubbleSize val="0"/>
          <c:extLst>
            <c:ext xmlns:c15="http://schemas.microsoft.com/office/drawing/2012/chart" uri="{CE6537A1-D6FC-4f65-9D91-7224C49458BB}"/>
          </c:extLst>
        </c:dLbl>
      </c:pivotFmt>
      <c:pivotFmt>
        <c:idx val="32"/>
        <c:dLbl>
          <c:idx val="0"/>
          <c:showLegendKey val="0"/>
          <c:showVal val="0"/>
          <c:showCatName val="0"/>
          <c:showSerName val="0"/>
          <c:showPercent val="0"/>
          <c:showBubbleSize val="0"/>
          <c:extLst>
            <c:ext xmlns:c15="http://schemas.microsoft.com/office/drawing/2012/chart" uri="{CE6537A1-D6FC-4f65-9D91-7224C49458BB}"/>
          </c:extLst>
        </c:dLbl>
      </c:pivotFmt>
      <c:pivotFmt>
        <c:idx val="33"/>
        <c:dLbl>
          <c:idx val="0"/>
          <c:showLegendKey val="0"/>
          <c:showVal val="0"/>
          <c:showCatName val="0"/>
          <c:showSerName val="0"/>
          <c:showPercent val="0"/>
          <c:showBubbleSize val="0"/>
          <c:extLst>
            <c:ext xmlns:c15="http://schemas.microsoft.com/office/drawing/2012/chart" uri="{CE6537A1-D6FC-4f65-9D91-7224C49458BB}"/>
          </c:extLst>
        </c:dLbl>
      </c:pivotFmt>
      <c:pivotFmt>
        <c:idx val="34"/>
        <c:dLbl>
          <c:idx val="0"/>
          <c:showLegendKey val="0"/>
          <c:showVal val="0"/>
          <c:showCatName val="0"/>
          <c:showSerName val="0"/>
          <c:showPercent val="0"/>
          <c:showBubbleSize val="0"/>
          <c:extLst>
            <c:ext xmlns:c15="http://schemas.microsoft.com/office/drawing/2012/chart" uri="{CE6537A1-D6FC-4f65-9D91-7224C49458BB}"/>
          </c:extLst>
        </c:dLbl>
      </c:pivotFmt>
      <c:pivotFmt>
        <c:idx val="35"/>
        <c:dLbl>
          <c:idx val="0"/>
          <c:showLegendKey val="0"/>
          <c:showVal val="0"/>
          <c:showCatName val="0"/>
          <c:showSerName val="0"/>
          <c:showPercent val="0"/>
          <c:showBubbleSize val="0"/>
          <c:extLst>
            <c:ext xmlns:c15="http://schemas.microsoft.com/office/drawing/2012/chart" uri="{CE6537A1-D6FC-4f65-9D91-7224C49458BB}"/>
          </c:extLst>
        </c:dLbl>
      </c:pivotFmt>
      <c:pivotFmt>
        <c:idx val="36"/>
        <c:dLbl>
          <c:idx val="0"/>
          <c:showLegendKey val="0"/>
          <c:showVal val="0"/>
          <c:showCatName val="0"/>
          <c:showSerName val="0"/>
          <c:showPercent val="0"/>
          <c:showBubbleSize val="0"/>
          <c:extLst>
            <c:ext xmlns:c15="http://schemas.microsoft.com/office/drawing/2012/chart" uri="{CE6537A1-D6FC-4f65-9D91-7224C49458BB}"/>
          </c:extLst>
        </c:dLbl>
      </c:pivotFmt>
      <c:pivotFmt>
        <c:idx val="37"/>
        <c:dLbl>
          <c:idx val="0"/>
          <c:showLegendKey val="0"/>
          <c:showVal val="0"/>
          <c:showCatName val="0"/>
          <c:showSerName val="0"/>
          <c:showPercent val="0"/>
          <c:showBubbleSize val="0"/>
          <c:extLst>
            <c:ext xmlns:c15="http://schemas.microsoft.com/office/drawing/2012/chart" uri="{CE6537A1-D6FC-4f65-9D91-7224C49458BB}"/>
          </c:extLst>
        </c:dLbl>
      </c:pivotFmt>
      <c:pivotFmt>
        <c:idx val="38"/>
        <c:dLbl>
          <c:idx val="0"/>
          <c:showLegendKey val="0"/>
          <c:showVal val="0"/>
          <c:showCatName val="0"/>
          <c:showSerName val="0"/>
          <c:showPercent val="0"/>
          <c:showBubbleSize val="0"/>
          <c:extLst>
            <c:ext xmlns:c15="http://schemas.microsoft.com/office/drawing/2012/chart" uri="{CE6537A1-D6FC-4f65-9D91-7224C49458BB}"/>
          </c:extLst>
        </c:dLbl>
      </c:pivotFmt>
      <c:pivotFmt>
        <c:idx val="39"/>
        <c:dLbl>
          <c:idx val="0"/>
          <c:showLegendKey val="0"/>
          <c:showVal val="0"/>
          <c:showCatName val="0"/>
          <c:showSerName val="0"/>
          <c:showPercent val="0"/>
          <c:showBubbleSize val="0"/>
          <c:extLst>
            <c:ext xmlns:c15="http://schemas.microsoft.com/office/drawing/2012/chart" uri="{CE6537A1-D6FC-4f65-9D91-7224C49458BB}"/>
          </c:extLst>
        </c:dLbl>
      </c:pivotFmt>
      <c:pivotFmt>
        <c:idx val="40"/>
        <c:dLbl>
          <c:idx val="0"/>
          <c:showLegendKey val="0"/>
          <c:showVal val="0"/>
          <c:showCatName val="0"/>
          <c:showSerName val="0"/>
          <c:showPercent val="0"/>
          <c:showBubbleSize val="0"/>
          <c:extLst>
            <c:ext xmlns:c15="http://schemas.microsoft.com/office/drawing/2012/chart" uri="{CE6537A1-D6FC-4f65-9D91-7224C49458BB}"/>
          </c:extLst>
        </c:dLbl>
      </c:pivotFmt>
      <c:pivotFmt>
        <c:idx val="41"/>
        <c:dLbl>
          <c:idx val="0"/>
          <c:showLegendKey val="0"/>
          <c:showVal val="0"/>
          <c:showCatName val="0"/>
          <c:showSerName val="0"/>
          <c:showPercent val="0"/>
          <c:showBubbleSize val="0"/>
          <c:extLst>
            <c:ext xmlns:c15="http://schemas.microsoft.com/office/drawing/2012/chart" uri="{CE6537A1-D6FC-4f65-9D91-7224C49458BB}"/>
          </c:extLst>
        </c:dLbl>
      </c:pivotFmt>
      <c:pivotFmt>
        <c:idx val="42"/>
        <c:dLbl>
          <c:idx val="0"/>
          <c:showLegendKey val="0"/>
          <c:showVal val="0"/>
          <c:showCatName val="0"/>
          <c:showSerName val="0"/>
          <c:showPercent val="0"/>
          <c:showBubbleSize val="0"/>
          <c:extLst>
            <c:ext xmlns:c15="http://schemas.microsoft.com/office/drawing/2012/chart" uri="{CE6537A1-D6FC-4f65-9D91-7224C49458BB}"/>
          </c:extLst>
        </c:dLbl>
      </c:pivotFmt>
      <c:pivotFmt>
        <c:idx val="43"/>
        <c:dLbl>
          <c:idx val="0"/>
          <c:showLegendKey val="0"/>
          <c:showVal val="0"/>
          <c:showCatName val="0"/>
          <c:showSerName val="0"/>
          <c:showPercent val="0"/>
          <c:showBubbleSize val="0"/>
          <c:extLst>
            <c:ext xmlns:c15="http://schemas.microsoft.com/office/drawing/2012/chart" uri="{CE6537A1-D6FC-4f65-9D91-7224C49458BB}"/>
          </c:extLst>
        </c:dLbl>
      </c:pivotFmt>
      <c:pivotFmt>
        <c:idx val="44"/>
        <c:dLbl>
          <c:idx val="0"/>
          <c:showLegendKey val="0"/>
          <c:showVal val="0"/>
          <c:showCatName val="0"/>
          <c:showSerName val="0"/>
          <c:showPercent val="0"/>
          <c:showBubbleSize val="0"/>
          <c:extLst>
            <c:ext xmlns:c15="http://schemas.microsoft.com/office/drawing/2012/chart" uri="{CE6537A1-D6FC-4f65-9D91-7224C49458BB}"/>
          </c:extLst>
        </c:dLbl>
      </c:pivotFmt>
      <c:pivotFmt>
        <c:idx val="45"/>
        <c:dLbl>
          <c:idx val="0"/>
          <c:showLegendKey val="0"/>
          <c:showVal val="0"/>
          <c:showCatName val="0"/>
          <c:showSerName val="0"/>
          <c:showPercent val="0"/>
          <c:showBubbleSize val="0"/>
          <c:extLst>
            <c:ext xmlns:c15="http://schemas.microsoft.com/office/drawing/2012/chart" uri="{CE6537A1-D6FC-4f65-9D91-7224C49458BB}"/>
          </c:extLst>
        </c:dLbl>
      </c:pivotFmt>
      <c:pivotFmt>
        <c:idx val="46"/>
        <c:dLbl>
          <c:idx val="0"/>
          <c:showLegendKey val="0"/>
          <c:showVal val="0"/>
          <c:showCatName val="0"/>
          <c:showSerName val="0"/>
          <c:showPercent val="0"/>
          <c:showBubbleSize val="0"/>
          <c:extLst>
            <c:ext xmlns:c15="http://schemas.microsoft.com/office/drawing/2012/chart" uri="{CE6537A1-D6FC-4f65-9D91-7224C49458BB}"/>
          </c:extLst>
        </c:dLbl>
      </c:pivotFmt>
      <c:pivotFmt>
        <c:idx val="47"/>
        <c:dLbl>
          <c:idx val="0"/>
          <c:showLegendKey val="0"/>
          <c:showVal val="0"/>
          <c:showCatName val="0"/>
          <c:showSerName val="0"/>
          <c:showPercent val="0"/>
          <c:showBubbleSize val="0"/>
          <c:extLst>
            <c:ext xmlns:c15="http://schemas.microsoft.com/office/drawing/2012/chart" uri="{CE6537A1-D6FC-4f65-9D91-7224C49458BB}"/>
          </c:extLst>
        </c:dLbl>
      </c:pivotFmt>
      <c:pivotFmt>
        <c:idx val="48"/>
        <c:dLbl>
          <c:idx val="0"/>
          <c:showLegendKey val="0"/>
          <c:showVal val="0"/>
          <c:showCatName val="0"/>
          <c:showSerName val="0"/>
          <c:showPercent val="0"/>
          <c:showBubbleSize val="0"/>
          <c:extLst>
            <c:ext xmlns:c15="http://schemas.microsoft.com/office/drawing/2012/chart" uri="{CE6537A1-D6FC-4f65-9D91-7224C49458BB}"/>
          </c:extLst>
        </c:dLbl>
      </c:pivotFmt>
      <c:pivotFmt>
        <c:idx val="49"/>
        <c:dLbl>
          <c:idx val="0"/>
          <c:showLegendKey val="0"/>
          <c:showVal val="0"/>
          <c:showCatName val="0"/>
          <c:showSerName val="0"/>
          <c:showPercent val="0"/>
          <c:showBubbleSize val="0"/>
          <c:extLst>
            <c:ext xmlns:c15="http://schemas.microsoft.com/office/drawing/2012/chart" uri="{CE6537A1-D6FC-4f65-9D91-7224C49458BB}"/>
          </c:extLst>
        </c:dLbl>
      </c:pivotFmt>
      <c:pivotFmt>
        <c:idx val="50"/>
        <c:dLbl>
          <c:idx val="0"/>
          <c:showLegendKey val="0"/>
          <c:showVal val="0"/>
          <c:showCatName val="0"/>
          <c:showSerName val="0"/>
          <c:showPercent val="0"/>
          <c:showBubbleSize val="0"/>
          <c:extLst>
            <c:ext xmlns:c15="http://schemas.microsoft.com/office/drawing/2012/chart" uri="{CE6537A1-D6FC-4f65-9D91-7224C49458BB}"/>
          </c:extLst>
        </c:dLbl>
      </c:pivotFmt>
      <c:pivotFmt>
        <c:idx val="51"/>
        <c:dLbl>
          <c:idx val="0"/>
          <c:showLegendKey val="0"/>
          <c:showVal val="0"/>
          <c:showCatName val="0"/>
          <c:showSerName val="0"/>
          <c:showPercent val="0"/>
          <c:showBubbleSize val="0"/>
          <c:extLst>
            <c:ext xmlns:c15="http://schemas.microsoft.com/office/drawing/2012/chart" uri="{CE6537A1-D6FC-4f65-9D91-7224C49458BB}"/>
          </c:extLst>
        </c:dLbl>
      </c:pivotFmt>
      <c:pivotFmt>
        <c:idx val="52"/>
        <c:dLbl>
          <c:idx val="0"/>
          <c:showLegendKey val="0"/>
          <c:showVal val="0"/>
          <c:showCatName val="0"/>
          <c:showSerName val="0"/>
          <c:showPercent val="0"/>
          <c:showBubbleSize val="0"/>
          <c:extLst>
            <c:ext xmlns:c15="http://schemas.microsoft.com/office/drawing/2012/chart" uri="{CE6537A1-D6FC-4f65-9D91-7224C49458BB}"/>
          </c:extLst>
        </c:dLbl>
      </c:pivotFmt>
      <c:pivotFmt>
        <c:idx val="53"/>
        <c:dLbl>
          <c:idx val="0"/>
          <c:showLegendKey val="0"/>
          <c:showVal val="0"/>
          <c:showCatName val="0"/>
          <c:showSerName val="0"/>
          <c:showPercent val="0"/>
          <c:showBubbleSize val="0"/>
          <c:extLst>
            <c:ext xmlns:c15="http://schemas.microsoft.com/office/drawing/2012/chart" uri="{CE6537A1-D6FC-4f65-9D91-7224C49458BB}"/>
          </c:extLst>
        </c:dLbl>
      </c:pivotFmt>
      <c:pivotFmt>
        <c:idx val="54"/>
        <c:dLbl>
          <c:idx val="0"/>
          <c:showLegendKey val="0"/>
          <c:showVal val="0"/>
          <c:showCatName val="0"/>
          <c:showSerName val="0"/>
          <c:showPercent val="0"/>
          <c:showBubbleSize val="0"/>
          <c:extLst>
            <c:ext xmlns:c15="http://schemas.microsoft.com/office/drawing/2012/chart" uri="{CE6537A1-D6FC-4f65-9D91-7224C49458BB}"/>
          </c:extLst>
        </c:dLbl>
      </c:pivotFmt>
      <c:pivotFmt>
        <c:idx val="55"/>
        <c:dLbl>
          <c:idx val="0"/>
          <c:showLegendKey val="0"/>
          <c:showVal val="0"/>
          <c:showCatName val="0"/>
          <c:showSerName val="0"/>
          <c:showPercent val="0"/>
          <c:showBubbleSize val="0"/>
          <c:extLst>
            <c:ext xmlns:c15="http://schemas.microsoft.com/office/drawing/2012/chart" uri="{CE6537A1-D6FC-4f65-9D91-7224C49458BB}"/>
          </c:extLst>
        </c:dLbl>
      </c:pivotFmt>
      <c:pivotFmt>
        <c:idx val="56"/>
        <c:dLbl>
          <c:idx val="0"/>
          <c:showLegendKey val="0"/>
          <c:showVal val="0"/>
          <c:showCatName val="0"/>
          <c:showSerName val="0"/>
          <c:showPercent val="0"/>
          <c:showBubbleSize val="0"/>
          <c:extLst>
            <c:ext xmlns:c15="http://schemas.microsoft.com/office/drawing/2012/chart" uri="{CE6537A1-D6FC-4f65-9D91-7224C49458BB}"/>
          </c:extLst>
        </c:dLbl>
      </c:pivotFmt>
      <c:pivotFmt>
        <c:idx val="57"/>
        <c:dLbl>
          <c:idx val="0"/>
          <c:showLegendKey val="0"/>
          <c:showVal val="0"/>
          <c:showCatName val="0"/>
          <c:showSerName val="0"/>
          <c:showPercent val="0"/>
          <c:showBubbleSize val="0"/>
          <c:extLst>
            <c:ext xmlns:c15="http://schemas.microsoft.com/office/drawing/2012/chart" uri="{CE6537A1-D6FC-4f65-9D91-7224C49458BB}"/>
          </c:extLst>
        </c:dLbl>
      </c:pivotFmt>
      <c:pivotFmt>
        <c:idx val="58"/>
        <c:dLbl>
          <c:idx val="0"/>
          <c:showLegendKey val="0"/>
          <c:showVal val="0"/>
          <c:showCatName val="0"/>
          <c:showSerName val="0"/>
          <c:showPercent val="0"/>
          <c:showBubbleSize val="0"/>
          <c:extLst>
            <c:ext xmlns:c15="http://schemas.microsoft.com/office/drawing/2012/chart" uri="{CE6537A1-D6FC-4f65-9D91-7224C49458BB}"/>
          </c:extLst>
        </c:dLbl>
      </c:pivotFmt>
      <c:pivotFmt>
        <c:idx val="59"/>
        <c:dLbl>
          <c:idx val="0"/>
          <c:showLegendKey val="0"/>
          <c:showVal val="0"/>
          <c:showCatName val="0"/>
          <c:showSerName val="0"/>
          <c:showPercent val="0"/>
          <c:showBubbleSize val="0"/>
          <c:extLst>
            <c:ext xmlns:c15="http://schemas.microsoft.com/office/drawing/2012/chart" uri="{CE6537A1-D6FC-4f65-9D91-7224C49458BB}"/>
          </c:extLst>
        </c:dLbl>
      </c:pivotFmt>
      <c:pivotFmt>
        <c:idx val="60"/>
        <c:dLbl>
          <c:idx val="0"/>
          <c:showLegendKey val="0"/>
          <c:showVal val="0"/>
          <c:showCatName val="0"/>
          <c:showSerName val="0"/>
          <c:showPercent val="0"/>
          <c:showBubbleSize val="0"/>
          <c:extLst>
            <c:ext xmlns:c15="http://schemas.microsoft.com/office/drawing/2012/chart" uri="{CE6537A1-D6FC-4f65-9D91-7224C49458BB}"/>
          </c:extLst>
        </c:dLbl>
      </c:pivotFmt>
      <c:pivotFmt>
        <c:idx val="61"/>
        <c:dLbl>
          <c:idx val="0"/>
          <c:showLegendKey val="0"/>
          <c:showVal val="0"/>
          <c:showCatName val="0"/>
          <c:showSerName val="0"/>
          <c:showPercent val="0"/>
          <c:showBubbleSize val="0"/>
          <c:extLst>
            <c:ext xmlns:c15="http://schemas.microsoft.com/office/drawing/2012/chart" uri="{CE6537A1-D6FC-4f65-9D91-7224C49458BB}"/>
          </c:extLst>
        </c:dLbl>
      </c:pivotFmt>
      <c:pivotFmt>
        <c:idx val="62"/>
        <c:dLbl>
          <c:idx val="0"/>
          <c:showLegendKey val="0"/>
          <c:showVal val="0"/>
          <c:showCatName val="0"/>
          <c:showSerName val="0"/>
          <c:showPercent val="0"/>
          <c:showBubbleSize val="0"/>
          <c:extLst>
            <c:ext xmlns:c15="http://schemas.microsoft.com/office/drawing/2012/chart" uri="{CE6537A1-D6FC-4f65-9D91-7224C49458BB}"/>
          </c:extLst>
        </c:dLbl>
      </c:pivotFmt>
      <c:pivotFmt>
        <c:idx val="63"/>
        <c:dLbl>
          <c:idx val="0"/>
          <c:showLegendKey val="0"/>
          <c:showVal val="0"/>
          <c:showCatName val="0"/>
          <c:showSerName val="0"/>
          <c:showPercent val="0"/>
          <c:showBubbleSize val="0"/>
          <c:extLst>
            <c:ext xmlns:c15="http://schemas.microsoft.com/office/drawing/2012/chart" uri="{CE6537A1-D6FC-4f65-9D91-7224C49458BB}"/>
          </c:extLst>
        </c:dLbl>
      </c:pivotFmt>
      <c:pivotFmt>
        <c:idx val="64"/>
        <c:dLbl>
          <c:idx val="0"/>
          <c:showLegendKey val="0"/>
          <c:showVal val="0"/>
          <c:showCatName val="0"/>
          <c:showSerName val="0"/>
          <c:showPercent val="0"/>
          <c:showBubbleSize val="0"/>
          <c:extLst>
            <c:ext xmlns:c15="http://schemas.microsoft.com/office/drawing/2012/chart" uri="{CE6537A1-D6FC-4f65-9D91-7224C49458BB}"/>
          </c:extLst>
        </c:dLbl>
      </c:pivotFmt>
      <c:pivotFmt>
        <c:idx val="65"/>
        <c:dLbl>
          <c:idx val="0"/>
          <c:showLegendKey val="0"/>
          <c:showVal val="0"/>
          <c:showCatName val="0"/>
          <c:showSerName val="0"/>
          <c:showPercent val="0"/>
          <c:showBubbleSize val="0"/>
          <c:extLst>
            <c:ext xmlns:c15="http://schemas.microsoft.com/office/drawing/2012/chart" uri="{CE6537A1-D6FC-4f65-9D91-7224C49458BB}"/>
          </c:extLst>
        </c:dLbl>
      </c:pivotFmt>
      <c:pivotFmt>
        <c:idx val="66"/>
        <c:dLbl>
          <c:idx val="0"/>
          <c:showLegendKey val="0"/>
          <c:showVal val="0"/>
          <c:showCatName val="0"/>
          <c:showSerName val="0"/>
          <c:showPercent val="0"/>
          <c:showBubbleSize val="0"/>
          <c:extLst>
            <c:ext xmlns:c15="http://schemas.microsoft.com/office/drawing/2012/chart" uri="{CE6537A1-D6FC-4f65-9D91-7224C49458BB}"/>
          </c:extLst>
        </c:dLbl>
      </c:pivotFmt>
      <c:pivotFmt>
        <c:idx val="67"/>
        <c:dLbl>
          <c:idx val="0"/>
          <c:showLegendKey val="0"/>
          <c:showVal val="0"/>
          <c:showCatName val="0"/>
          <c:showSerName val="0"/>
          <c:showPercent val="0"/>
          <c:showBubbleSize val="0"/>
          <c:extLst>
            <c:ext xmlns:c15="http://schemas.microsoft.com/office/drawing/2012/chart" uri="{CE6537A1-D6FC-4f65-9D91-7224C49458BB}"/>
          </c:extLst>
        </c:dLbl>
      </c:pivotFmt>
      <c:pivotFmt>
        <c:idx val="68"/>
        <c:dLbl>
          <c:idx val="0"/>
          <c:showLegendKey val="0"/>
          <c:showVal val="0"/>
          <c:showCatName val="0"/>
          <c:showSerName val="0"/>
          <c:showPercent val="0"/>
          <c:showBubbleSize val="0"/>
          <c:extLst>
            <c:ext xmlns:c15="http://schemas.microsoft.com/office/drawing/2012/chart" uri="{CE6537A1-D6FC-4f65-9D91-7224C49458BB}"/>
          </c:extLst>
        </c:dLbl>
      </c:pivotFmt>
      <c:pivotFmt>
        <c:idx val="69"/>
        <c:dLbl>
          <c:idx val="0"/>
          <c:showLegendKey val="0"/>
          <c:showVal val="0"/>
          <c:showCatName val="0"/>
          <c:showSerName val="0"/>
          <c:showPercent val="0"/>
          <c:showBubbleSize val="0"/>
          <c:extLst>
            <c:ext xmlns:c15="http://schemas.microsoft.com/office/drawing/2012/chart" uri="{CE6537A1-D6FC-4f65-9D91-7224C49458BB}"/>
          </c:extLst>
        </c:dLbl>
      </c:pivotFmt>
      <c:pivotFmt>
        <c:idx val="70"/>
        <c:dLbl>
          <c:idx val="0"/>
          <c:showLegendKey val="0"/>
          <c:showVal val="0"/>
          <c:showCatName val="0"/>
          <c:showSerName val="0"/>
          <c:showPercent val="0"/>
          <c:showBubbleSize val="0"/>
          <c:extLst>
            <c:ext xmlns:c15="http://schemas.microsoft.com/office/drawing/2012/chart" uri="{CE6537A1-D6FC-4f65-9D91-7224C49458BB}"/>
          </c:extLst>
        </c:dLbl>
      </c:pivotFmt>
      <c:pivotFmt>
        <c:idx val="71"/>
        <c:dLbl>
          <c:idx val="0"/>
          <c:showLegendKey val="0"/>
          <c:showVal val="0"/>
          <c:showCatName val="0"/>
          <c:showSerName val="0"/>
          <c:showPercent val="0"/>
          <c:showBubbleSize val="0"/>
          <c:extLst>
            <c:ext xmlns:c15="http://schemas.microsoft.com/office/drawing/2012/chart" uri="{CE6537A1-D6FC-4f65-9D91-7224C49458BB}"/>
          </c:extLst>
        </c:dLbl>
      </c:pivotFmt>
      <c:pivotFmt>
        <c:idx val="72"/>
        <c:dLbl>
          <c:idx val="0"/>
          <c:showLegendKey val="0"/>
          <c:showVal val="0"/>
          <c:showCatName val="0"/>
          <c:showSerName val="0"/>
          <c:showPercent val="0"/>
          <c:showBubbleSize val="0"/>
          <c:extLst>
            <c:ext xmlns:c15="http://schemas.microsoft.com/office/drawing/2012/chart" uri="{CE6537A1-D6FC-4f65-9D91-7224C49458BB}"/>
          </c:extLst>
        </c:dLbl>
      </c:pivotFmt>
      <c:pivotFmt>
        <c:idx val="73"/>
        <c:dLbl>
          <c:idx val="0"/>
          <c:showLegendKey val="0"/>
          <c:showVal val="0"/>
          <c:showCatName val="0"/>
          <c:showSerName val="0"/>
          <c:showPercent val="0"/>
          <c:showBubbleSize val="0"/>
          <c:extLst>
            <c:ext xmlns:c15="http://schemas.microsoft.com/office/drawing/2012/chart" uri="{CE6537A1-D6FC-4f65-9D91-7224C49458BB}"/>
          </c:extLst>
        </c:dLbl>
      </c:pivotFmt>
      <c:pivotFmt>
        <c:idx val="74"/>
        <c:dLbl>
          <c:idx val="0"/>
          <c:showLegendKey val="0"/>
          <c:showVal val="0"/>
          <c:showCatName val="0"/>
          <c:showSerName val="0"/>
          <c:showPercent val="0"/>
          <c:showBubbleSize val="0"/>
          <c:extLst>
            <c:ext xmlns:c15="http://schemas.microsoft.com/office/drawing/2012/chart" uri="{CE6537A1-D6FC-4f65-9D91-7224C49458BB}"/>
          </c:extLst>
        </c:dLbl>
      </c:pivotFmt>
      <c:pivotFmt>
        <c:idx val="75"/>
        <c:dLbl>
          <c:idx val="0"/>
          <c:showLegendKey val="0"/>
          <c:showVal val="0"/>
          <c:showCatName val="0"/>
          <c:showSerName val="0"/>
          <c:showPercent val="0"/>
          <c:showBubbleSize val="0"/>
          <c:extLst>
            <c:ext xmlns:c15="http://schemas.microsoft.com/office/drawing/2012/chart" uri="{CE6537A1-D6FC-4f65-9D91-7224C49458BB}"/>
          </c:extLst>
        </c:dLbl>
      </c:pivotFmt>
      <c:pivotFmt>
        <c:idx val="76"/>
        <c:dLbl>
          <c:idx val="0"/>
          <c:showLegendKey val="0"/>
          <c:showVal val="0"/>
          <c:showCatName val="0"/>
          <c:showSerName val="0"/>
          <c:showPercent val="0"/>
          <c:showBubbleSize val="0"/>
          <c:extLst>
            <c:ext xmlns:c15="http://schemas.microsoft.com/office/drawing/2012/chart" uri="{CE6537A1-D6FC-4f65-9D91-7224C49458BB}"/>
          </c:extLst>
        </c:dLbl>
      </c:pivotFmt>
      <c:pivotFmt>
        <c:idx val="77"/>
        <c:dLbl>
          <c:idx val="0"/>
          <c:showLegendKey val="0"/>
          <c:showVal val="0"/>
          <c:showCatName val="0"/>
          <c:showSerName val="0"/>
          <c:showPercent val="0"/>
          <c:showBubbleSize val="0"/>
          <c:extLst>
            <c:ext xmlns:c15="http://schemas.microsoft.com/office/drawing/2012/chart" uri="{CE6537A1-D6FC-4f65-9D91-7224C49458BB}"/>
          </c:extLst>
        </c:dLbl>
      </c:pivotFmt>
      <c:pivotFmt>
        <c:idx val="78"/>
        <c:dLbl>
          <c:idx val="0"/>
          <c:showLegendKey val="0"/>
          <c:showVal val="0"/>
          <c:showCatName val="0"/>
          <c:showSerName val="0"/>
          <c:showPercent val="0"/>
          <c:showBubbleSize val="0"/>
          <c:extLst>
            <c:ext xmlns:c15="http://schemas.microsoft.com/office/drawing/2012/chart" uri="{CE6537A1-D6FC-4f65-9D91-7224C49458BB}"/>
          </c:extLst>
        </c:dLbl>
      </c:pivotFmt>
      <c:pivotFmt>
        <c:idx val="79"/>
        <c:dLbl>
          <c:idx val="0"/>
          <c:showLegendKey val="0"/>
          <c:showVal val="0"/>
          <c:showCatName val="0"/>
          <c:showSerName val="0"/>
          <c:showPercent val="0"/>
          <c:showBubbleSize val="0"/>
          <c:extLst>
            <c:ext xmlns:c15="http://schemas.microsoft.com/office/drawing/2012/chart" uri="{CE6537A1-D6FC-4f65-9D91-7224C49458BB}"/>
          </c:extLst>
        </c:dLbl>
      </c:pivotFmt>
      <c:pivotFmt>
        <c:idx val="80"/>
        <c:dLbl>
          <c:idx val="0"/>
          <c:showLegendKey val="0"/>
          <c:showVal val="0"/>
          <c:showCatName val="0"/>
          <c:showSerName val="0"/>
          <c:showPercent val="0"/>
          <c:showBubbleSize val="0"/>
          <c:extLst>
            <c:ext xmlns:c15="http://schemas.microsoft.com/office/drawing/2012/chart" uri="{CE6537A1-D6FC-4f65-9D91-7224C49458BB}"/>
          </c:extLst>
        </c:dLbl>
      </c:pivotFmt>
      <c:pivotFmt>
        <c:idx val="81"/>
        <c:dLbl>
          <c:idx val="0"/>
          <c:showLegendKey val="0"/>
          <c:showVal val="0"/>
          <c:showCatName val="0"/>
          <c:showSerName val="0"/>
          <c:showPercent val="0"/>
          <c:showBubbleSize val="0"/>
          <c:extLst>
            <c:ext xmlns:c15="http://schemas.microsoft.com/office/drawing/2012/chart" uri="{CE6537A1-D6FC-4f65-9D91-7224C49458BB}"/>
          </c:extLst>
        </c:dLbl>
      </c:pivotFmt>
      <c:pivotFmt>
        <c:idx val="82"/>
        <c:dLbl>
          <c:idx val="0"/>
          <c:showLegendKey val="0"/>
          <c:showVal val="0"/>
          <c:showCatName val="0"/>
          <c:showSerName val="0"/>
          <c:showPercent val="0"/>
          <c:showBubbleSize val="0"/>
          <c:extLst>
            <c:ext xmlns:c15="http://schemas.microsoft.com/office/drawing/2012/chart" uri="{CE6537A1-D6FC-4f65-9D91-7224C49458BB}"/>
          </c:extLst>
        </c:dLbl>
      </c:pivotFmt>
      <c:pivotFmt>
        <c:idx val="83"/>
        <c:dLbl>
          <c:idx val="0"/>
          <c:showLegendKey val="0"/>
          <c:showVal val="0"/>
          <c:showCatName val="0"/>
          <c:showSerName val="0"/>
          <c:showPercent val="0"/>
          <c:showBubbleSize val="0"/>
          <c:extLst>
            <c:ext xmlns:c15="http://schemas.microsoft.com/office/drawing/2012/chart" uri="{CE6537A1-D6FC-4f65-9D91-7224C49458BB}"/>
          </c:extLst>
        </c:dLbl>
      </c:pivotFmt>
      <c:pivotFmt>
        <c:idx val="84"/>
        <c:dLbl>
          <c:idx val="0"/>
          <c:showLegendKey val="0"/>
          <c:showVal val="0"/>
          <c:showCatName val="0"/>
          <c:showSerName val="0"/>
          <c:showPercent val="0"/>
          <c:showBubbleSize val="0"/>
          <c:extLst>
            <c:ext xmlns:c15="http://schemas.microsoft.com/office/drawing/2012/chart" uri="{CE6537A1-D6FC-4f65-9D91-7224C49458BB}"/>
          </c:extLst>
        </c:dLbl>
      </c:pivotFmt>
      <c:pivotFmt>
        <c:idx val="85"/>
        <c:dLbl>
          <c:idx val="0"/>
          <c:showLegendKey val="0"/>
          <c:showVal val="0"/>
          <c:showCatName val="0"/>
          <c:showSerName val="0"/>
          <c:showPercent val="0"/>
          <c:showBubbleSize val="0"/>
          <c:extLst>
            <c:ext xmlns:c15="http://schemas.microsoft.com/office/drawing/2012/chart" uri="{CE6537A1-D6FC-4f65-9D91-7224C49458BB}"/>
          </c:extLst>
        </c:dLbl>
      </c:pivotFmt>
      <c:pivotFmt>
        <c:idx val="86"/>
        <c:dLbl>
          <c:idx val="0"/>
          <c:showLegendKey val="0"/>
          <c:showVal val="0"/>
          <c:showCatName val="0"/>
          <c:showSerName val="0"/>
          <c:showPercent val="0"/>
          <c:showBubbleSize val="0"/>
          <c:extLst>
            <c:ext xmlns:c15="http://schemas.microsoft.com/office/drawing/2012/chart" uri="{CE6537A1-D6FC-4f65-9D91-7224C49458BB}"/>
          </c:extLst>
        </c:dLbl>
      </c:pivotFmt>
      <c:pivotFmt>
        <c:idx val="87"/>
        <c:dLbl>
          <c:idx val="0"/>
          <c:showLegendKey val="0"/>
          <c:showVal val="0"/>
          <c:showCatName val="0"/>
          <c:showSerName val="0"/>
          <c:showPercent val="0"/>
          <c:showBubbleSize val="0"/>
          <c:extLst>
            <c:ext xmlns:c15="http://schemas.microsoft.com/office/drawing/2012/chart" uri="{CE6537A1-D6FC-4f65-9D91-7224C49458BB}"/>
          </c:extLst>
        </c:dLbl>
      </c:pivotFmt>
      <c:pivotFmt>
        <c:idx val="88"/>
        <c:dLbl>
          <c:idx val="0"/>
          <c:showLegendKey val="0"/>
          <c:showVal val="0"/>
          <c:showCatName val="0"/>
          <c:showSerName val="0"/>
          <c:showPercent val="0"/>
          <c:showBubbleSize val="0"/>
          <c:extLst>
            <c:ext xmlns:c15="http://schemas.microsoft.com/office/drawing/2012/chart" uri="{CE6537A1-D6FC-4f65-9D91-7224C49458BB}"/>
          </c:extLst>
        </c:dLbl>
      </c:pivotFmt>
      <c:pivotFmt>
        <c:idx val="89"/>
        <c:dLbl>
          <c:idx val="0"/>
          <c:showLegendKey val="0"/>
          <c:showVal val="0"/>
          <c:showCatName val="0"/>
          <c:showSerName val="0"/>
          <c:showPercent val="0"/>
          <c:showBubbleSize val="0"/>
          <c:extLst>
            <c:ext xmlns:c15="http://schemas.microsoft.com/office/drawing/2012/chart" uri="{CE6537A1-D6FC-4f65-9D91-7224C49458BB}"/>
          </c:extLst>
        </c:dLbl>
      </c:pivotFmt>
      <c:pivotFmt>
        <c:idx val="90"/>
        <c:dLbl>
          <c:idx val="0"/>
          <c:showLegendKey val="0"/>
          <c:showVal val="0"/>
          <c:showCatName val="0"/>
          <c:showSerName val="0"/>
          <c:showPercent val="0"/>
          <c:showBubbleSize val="0"/>
          <c:extLst>
            <c:ext xmlns:c15="http://schemas.microsoft.com/office/drawing/2012/chart" uri="{CE6537A1-D6FC-4f65-9D91-7224C49458BB}"/>
          </c:extLst>
        </c:dLbl>
      </c:pivotFmt>
      <c:pivotFmt>
        <c:idx val="91"/>
        <c:dLbl>
          <c:idx val="0"/>
          <c:showLegendKey val="0"/>
          <c:showVal val="0"/>
          <c:showCatName val="0"/>
          <c:showSerName val="0"/>
          <c:showPercent val="0"/>
          <c:showBubbleSize val="0"/>
          <c:extLst>
            <c:ext xmlns:c15="http://schemas.microsoft.com/office/drawing/2012/chart" uri="{CE6537A1-D6FC-4f65-9D91-7224C49458BB}"/>
          </c:extLst>
        </c:dLbl>
      </c:pivotFmt>
      <c:pivotFmt>
        <c:idx val="92"/>
        <c:dLbl>
          <c:idx val="0"/>
          <c:showLegendKey val="0"/>
          <c:showVal val="0"/>
          <c:showCatName val="0"/>
          <c:showSerName val="0"/>
          <c:showPercent val="0"/>
          <c:showBubbleSize val="0"/>
          <c:extLst>
            <c:ext xmlns:c15="http://schemas.microsoft.com/office/drawing/2012/chart" uri="{CE6537A1-D6FC-4f65-9D91-7224C49458BB}"/>
          </c:extLst>
        </c:dLbl>
      </c:pivotFmt>
      <c:pivotFmt>
        <c:idx val="93"/>
        <c:dLbl>
          <c:idx val="0"/>
          <c:showLegendKey val="0"/>
          <c:showVal val="0"/>
          <c:showCatName val="0"/>
          <c:showSerName val="0"/>
          <c:showPercent val="0"/>
          <c:showBubbleSize val="0"/>
          <c:extLst>
            <c:ext xmlns:c15="http://schemas.microsoft.com/office/drawing/2012/chart" uri="{CE6537A1-D6FC-4f65-9D91-7224C49458BB}"/>
          </c:extLst>
        </c:dLbl>
      </c:pivotFmt>
      <c:pivotFmt>
        <c:idx val="94"/>
        <c:dLbl>
          <c:idx val="0"/>
          <c:showLegendKey val="0"/>
          <c:showVal val="0"/>
          <c:showCatName val="0"/>
          <c:showSerName val="0"/>
          <c:showPercent val="0"/>
          <c:showBubbleSize val="0"/>
          <c:extLst>
            <c:ext xmlns:c15="http://schemas.microsoft.com/office/drawing/2012/chart" uri="{CE6537A1-D6FC-4f65-9D91-7224C49458BB}"/>
          </c:extLst>
        </c:dLbl>
      </c:pivotFmt>
      <c:pivotFmt>
        <c:idx val="95"/>
        <c:dLbl>
          <c:idx val="0"/>
          <c:showLegendKey val="0"/>
          <c:showVal val="0"/>
          <c:showCatName val="0"/>
          <c:showSerName val="0"/>
          <c:showPercent val="0"/>
          <c:showBubbleSize val="0"/>
          <c:extLst>
            <c:ext xmlns:c15="http://schemas.microsoft.com/office/drawing/2012/chart" uri="{CE6537A1-D6FC-4f65-9D91-7224C49458BB}"/>
          </c:extLst>
        </c:dLbl>
      </c:pivotFmt>
      <c:pivotFmt>
        <c:idx val="96"/>
        <c:dLbl>
          <c:idx val="0"/>
          <c:showLegendKey val="0"/>
          <c:showVal val="0"/>
          <c:showCatName val="0"/>
          <c:showSerName val="0"/>
          <c:showPercent val="0"/>
          <c:showBubbleSize val="0"/>
          <c:extLst>
            <c:ext xmlns:c15="http://schemas.microsoft.com/office/drawing/2012/chart" uri="{CE6537A1-D6FC-4f65-9D91-7224C49458BB}"/>
          </c:extLst>
        </c:dLbl>
      </c:pivotFmt>
      <c:pivotFmt>
        <c:idx val="97"/>
        <c:dLbl>
          <c:idx val="0"/>
          <c:showLegendKey val="0"/>
          <c:showVal val="0"/>
          <c:showCatName val="0"/>
          <c:showSerName val="0"/>
          <c:showPercent val="0"/>
          <c:showBubbleSize val="0"/>
          <c:extLst>
            <c:ext xmlns:c15="http://schemas.microsoft.com/office/drawing/2012/chart" uri="{CE6537A1-D6FC-4f65-9D91-7224C49458BB}"/>
          </c:extLst>
        </c:dLbl>
      </c:pivotFmt>
      <c:pivotFmt>
        <c:idx val="98"/>
        <c:dLbl>
          <c:idx val="0"/>
          <c:showLegendKey val="0"/>
          <c:showVal val="0"/>
          <c:showCatName val="0"/>
          <c:showSerName val="0"/>
          <c:showPercent val="0"/>
          <c:showBubbleSize val="0"/>
          <c:extLst>
            <c:ext xmlns:c15="http://schemas.microsoft.com/office/drawing/2012/chart" uri="{CE6537A1-D6FC-4f65-9D91-7224C49458BB}"/>
          </c:extLst>
        </c:dLbl>
      </c:pivotFmt>
      <c:pivotFmt>
        <c:idx val="99"/>
        <c:dLbl>
          <c:idx val="0"/>
          <c:showLegendKey val="0"/>
          <c:showVal val="0"/>
          <c:showCatName val="0"/>
          <c:showSerName val="0"/>
          <c:showPercent val="0"/>
          <c:showBubbleSize val="0"/>
          <c:extLst>
            <c:ext xmlns:c15="http://schemas.microsoft.com/office/drawing/2012/chart" uri="{CE6537A1-D6FC-4f65-9D91-7224C49458BB}"/>
          </c:extLst>
        </c:dLbl>
      </c:pivotFmt>
      <c:pivotFmt>
        <c:idx val="100"/>
        <c:dLbl>
          <c:idx val="0"/>
          <c:showLegendKey val="0"/>
          <c:showVal val="0"/>
          <c:showCatName val="0"/>
          <c:showSerName val="0"/>
          <c:showPercent val="0"/>
          <c:showBubbleSize val="0"/>
          <c:extLst>
            <c:ext xmlns:c15="http://schemas.microsoft.com/office/drawing/2012/chart" uri="{CE6537A1-D6FC-4f65-9D91-7224C49458BB}"/>
          </c:extLst>
        </c:dLbl>
      </c:pivotFmt>
      <c:pivotFmt>
        <c:idx val="10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0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0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0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0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0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0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0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0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0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0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1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1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1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1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1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1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1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1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1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1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2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2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2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2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2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2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2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2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2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2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3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3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3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3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3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3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3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3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3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3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4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4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4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4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4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4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4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4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4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4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5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a:solidFill>
                    <a:schemeClr val="dk1"/>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0630363073374743"/>
          <c:y val="3.8294168842471714E-2"/>
          <c:w val="0.87277387758769809"/>
          <c:h val="0.57478982188901262"/>
        </c:manualLayout>
      </c:layout>
      <c:barChart>
        <c:barDir val="col"/>
        <c:grouping val="stacked"/>
        <c:varyColors val="0"/>
        <c:ser>
          <c:idx val="0"/>
          <c:order val="0"/>
          <c:tx>
            <c:strRef>
              <c:f>rough_graphs!$B$17:$B$18</c:f>
              <c:strCache>
                <c:ptCount val="1"/>
                <c:pt idx="0">
                  <c:v>Adani Ports and Special Economic Zone Ltd.</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invertIfNegative val="0"/>
          <c:cat>
            <c:strRef>
              <c:f>rough_graphs!$A$19:$A$32</c:f>
              <c:strCache>
                <c:ptCount val="13"/>
                <c:pt idx="0">
                  <c:v>FINANCIAL SERVICES</c:v>
                </c:pt>
                <c:pt idx="1">
                  <c:v>IT</c:v>
                </c:pt>
                <c:pt idx="2">
                  <c:v>ENERGY</c:v>
                </c:pt>
                <c:pt idx="3">
                  <c:v>CONSUMER GOODS</c:v>
                </c:pt>
                <c:pt idx="4">
                  <c:v>METALS</c:v>
                </c:pt>
                <c:pt idx="5">
                  <c:v>AUTOMOBILE</c:v>
                </c:pt>
                <c:pt idx="6">
                  <c:v>CEMENT &amp; CEMENT PRODUCTS</c:v>
                </c:pt>
                <c:pt idx="7">
                  <c:v>TELECOM</c:v>
                </c:pt>
                <c:pt idx="8">
                  <c:v>PHARMA</c:v>
                </c:pt>
                <c:pt idx="9">
                  <c:v>CONSTRUCTION</c:v>
                </c:pt>
                <c:pt idx="10">
                  <c:v>SERVICES</c:v>
                </c:pt>
                <c:pt idx="11">
                  <c:v>FERTILISERS &amp; PESTICIDES</c:v>
                </c:pt>
                <c:pt idx="12">
                  <c:v>MEDIA &amp; ENTERTAINMENT</c:v>
                </c:pt>
              </c:strCache>
            </c:strRef>
          </c:cat>
          <c:val>
            <c:numRef>
              <c:f>rough_graphs!$B$19:$B$32</c:f>
              <c:numCache>
                <c:formatCode>General</c:formatCode>
                <c:ptCount val="13"/>
                <c:pt idx="10">
                  <c:v>14910913.110583</c:v>
                </c:pt>
              </c:numCache>
            </c:numRef>
          </c:val>
          <c:extLst>
            <c:ext xmlns:c16="http://schemas.microsoft.com/office/drawing/2014/chart" uri="{C3380CC4-5D6E-409C-BE32-E72D297353CC}">
              <c16:uniqueId val="{00000000-7955-4FB6-8607-E44CF5FB6FEC}"/>
            </c:ext>
          </c:extLst>
        </c:ser>
        <c:ser>
          <c:idx val="1"/>
          <c:order val="1"/>
          <c:tx>
            <c:strRef>
              <c:f>rough_graphs!$C$17:$C$18</c:f>
              <c:strCache>
                <c:ptCount val="1"/>
                <c:pt idx="0">
                  <c:v>Asian Paints Ltd.</c:v>
                </c:pt>
              </c:strCache>
            </c:strRef>
          </c:tx>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c:spPr>
          <c:invertIfNegative val="0"/>
          <c:cat>
            <c:strRef>
              <c:f>rough_graphs!$A$19:$A$32</c:f>
              <c:strCache>
                <c:ptCount val="13"/>
                <c:pt idx="0">
                  <c:v>FINANCIAL SERVICES</c:v>
                </c:pt>
                <c:pt idx="1">
                  <c:v>IT</c:v>
                </c:pt>
                <c:pt idx="2">
                  <c:v>ENERGY</c:v>
                </c:pt>
                <c:pt idx="3">
                  <c:v>CONSUMER GOODS</c:v>
                </c:pt>
                <c:pt idx="4">
                  <c:v>METALS</c:v>
                </c:pt>
                <c:pt idx="5">
                  <c:v>AUTOMOBILE</c:v>
                </c:pt>
                <c:pt idx="6">
                  <c:v>CEMENT &amp; CEMENT PRODUCTS</c:v>
                </c:pt>
                <c:pt idx="7">
                  <c:v>TELECOM</c:v>
                </c:pt>
                <c:pt idx="8">
                  <c:v>PHARMA</c:v>
                </c:pt>
                <c:pt idx="9">
                  <c:v>CONSTRUCTION</c:v>
                </c:pt>
                <c:pt idx="10">
                  <c:v>SERVICES</c:v>
                </c:pt>
                <c:pt idx="11">
                  <c:v>FERTILISERS &amp; PESTICIDES</c:v>
                </c:pt>
                <c:pt idx="12">
                  <c:v>MEDIA &amp; ENTERTAINMENT</c:v>
                </c:pt>
              </c:strCache>
            </c:strRef>
          </c:cat>
          <c:val>
            <c:numRef>
              <c:f>rough_graphs!$C$19:$C$32</c:f>
              <c:numCache>
                <c:formatCode>General</c:formatCode>
                <c:ptCount val="13"/>
                <c:pt idx="3">
                  <c:v>32449181.636805002</c:v>
                </c:pt>
              </c:numCache>
            </c:numRef>
          </c:val>
          <c:extLst>
            <c:ext xmlns:c16="http://schemas.microsoft.com/office/drawing/2014/chart" uri="{C3380CC4-5D6E-409C-BE32-E72D297353CC}">
              <c16:uniqueId val="{00000001-7955-4FB6-8607-E44CF5FB6FEC}"/>
            </c:ext>
          </c:extLst>
        </c:ser>
        <c:ser>
          <c:idx val="2"/>
          <c:order val="2"/>
          <c:tx>
            <c:strRef>
              <c:f>rough_graphs!$D$17:$D$18</c:f>
              <c:strCache>
                <c:ptCount val="1"/>
                <c:pt idx="0">
                  <c:v>Axis Bank Ltd.</c:v>
                </c:pt>
              </c:strCache>
            </c:strRef>
          </c:tx>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c:spPr>
          <c:invertIfNegative val="0"/>
          <c:cat>
            <c:strRef>
              <c:f>rough_graphs!$A$19:$A$32</c:f>
              <c:strCache>
                <c:ptCount val="13"/>
                <c:pt idx="0">
                  <c:v>FINANCIAL SERVICES</c:v>
                </c:pt>
                <c:pt idx="1">
                  <c:v>IT</c:v>
                </c:pt>
                <c:pt idx="2">
                  <c:v>ENERGY</c:v>
                </c:pt>
                <c:pt idx="3">
                  <c:v>CONSUMER GOODS</c:v>
                </c:pt>
                <c:pt idx="4">
                  <c:v>METALS</c:v>
                </c:pt>
                <c:pt idx="5">
                  <c:v>AUTOMOBILE</c:v>
                </c:pt>
                <c:pt idx="6">
                  <c:v>CEMENT &amp; CEMENT PRODUCTS</c:v>
                </c:pt>
                <c:pt idx="7">
                  <c:v>TELECOM</c:v>
                </c:pt>
                <c:pt idx="8">
                  <c:v>PHARMA</c:v>
                </c:pt>
                <c:pt idx="9">
                  <c:v>CONSTRUCTION</c:v>
                </c:pt>
                <c:pt idx="10">
                  <c:v>SERVICES</c:v>
                </c:pt>
                <c:pt idx="11">
                  <c:v>FERTILISERS &amp; PESTICIDES</c:v>
                </c:pt>
                <c:pt idx="12">
                  <c:v>MEDIA &amp; ENTERTAINMENT</c:v>
                </c:pt>
              </c:strCache>
            </c:strRef>
          </c:cat>
          <c:val>
            <c:numRef>
              <c:f>rough_graphs!$D$19:$D$32</c:f>
              <c:numCache>
                <c:formatCode>General</c:formatCode>
                <c:ptCount val="13"/>
                <c:pt idx="0">
                  <c:v>20815049.277253501</c:v>
                </c:pt>
              </c:numCache>
            </c:numRef>
          </c:val>
          <c:extLst>
            <c:ext xmlns:c16="http://schemas.microsoft.com/office/drawing/2014/chart" uri="{C3380CC4-5D6E-409C-BE32-E72D297353CC}">
              <c16:uniqueId val="{00000002-7955-4FB6-8607-E44CF5FB6FEC}"/>
            </c:ext>
          </c:extLst>
        </c:ser>
        <c:ser>
          <c:idx val="3"/>
          <c:order val="3"/>
          <c:tx>
            <c:strRef>
              <c:f>rough_graphs!$E$17:$E$18</c:f>
              <c:strCache>
                <c:ptCount val="1"/>
                <c:pt idx="0">
                  <c:v>Bajaj Auto Ltd.</c:v>
                </c:pt>
              </c:strCache>
            </c:strRef>
          </c:tx>
          <c:spPr>
            <a:gradFill rotWithShape="1">
              <a:gsLst>
                <a:gs pos="0">
                  <a:schemeClr val="accent1">
                    <a:lumMod val="60000"/>
                    <a:satMod val="103000"/>
                    <a:lumMod val="102000"/>
                    <a:tint val="94000"/>
                  </a:schemeClr>
                </a:gs>
                <a:gs pos="50000">
                  <a:schemeClr val="accent1">
                    <a:lumMod val="60000"/>
                    <a:satMod val="110000"/>
                    <a:lumMod val="100000"/>
                    <a:shade val="100000"/>
                  </a:schemeClr>
                </a:gs>
                <a:gs pos="100000">
                  <a:schemeClr val="accent1">
                    <a:lumMod val="60000"/>
                    <a:lumMod val="99000"/>
                    <a:satMod val="120000"/>
                    <a:shade val="78000"/>
                  </a:schemeClr>
                </a:gs>
              </a:gsLst>
              <a:lin ang="5400000" scaled="0"/>
            </a:gradFill>
            <a:ln>
              <a:noFill/>
            </a:ln>
            <a:effectLst/>
          </c:spPr>
          <c:invertIfNegative val="0"/>
          <c:cat>
            <c:strRef>
              <c:f>rough_graphs!$A$19:$A$32</c:f>
              <c:strCache>
                <c:ptCount val="13"/>
                <c:pt idx="0">
                  <c:v>FINANCIAL SERVICES</c:v>
                </c:pt>
                <c:pt idx="1">
                  <c:v>IT</c:v>
                </c:pt>
                <c:pt idx="2">
                  <c:v>ENERGY</c:v>
                </c:pt>
                <c:pt idx="3">
                  <c:v>CONSUMER GOODS</c:v>
                </c:pt>
                <c:pt idx="4">
                  <c:v>METALS</c:v>
                </c:pt>
                <c:pt idx="5">
                  <c:v>AUTOMOBILE</c:v>
                </c:pt>
                <c:pt idx="6">
                  <c:v>CEMENT &amp; CEMENT PRODUCTS</c:v>
                </c:pt>
                <c:pt idx="7">
                  <c:v>TELECOM</c:v>
                </c:pt>
                <c:pt idx="8">
                  <c:v>PHARMA</c:v>
                </c:pt>
                <c:pt idx="9">
                  <c:v>CONSTRUCTION</c:v>
                </c:pt>
                <c:pt idx="10">
                  <c:v>SERVICES</c:v>
                </c:pt>
                <c:pt idx="11">
                  <c:v>FERTILISERS &amp; PESTICIDES</c:v>
                </c:pt>
                <c:pt idx="12">
                  <c:v>MEDIA &amp; ENTERTAINMENT</c:v>
                </c:pt>
              </c:strCache>
            </c:strRef>
          </c:cat>
          <c:val>
            <c:numRef>
              <c:f>rough_graphs!$E$19:$E$32</c:f>
              <c:numCache>
                <c:formatCode>General</c:formatCode>
                <c:ptCount val="13"/>
                <c:pt idx="5">
                  <c:v>9402257.8973500002</c:v>
                </c:pt>
              </c:numCache>
            </c:numRef>
          </c:val>
          <c:extLst>
            <c:ext xmlns:c16="http://schemas.microsoft.com/office/drawing/2014/chart" uri="{C3380CC4-5D6E-409C-BE32-E72D297353CC}">
              <c16:uniqueId val="{00000003-7955-4FB6-8607-E44CF5FB6FEC}"/>
            </c:ext>
          </c:extLst>
        </c:ser>
        <c:ser>
          <c:idx val="4"/>
          <c:order val="4"/>
          <c:tx>
            <c:strRef>
              <c:f>rough_graphs!$F$17:$F$18</c:f>
              <c:strCache>
                <c:ptCount val="1"/>
                <c:pt idx="0">
                  <c:v>Bajaj Finance Ltd.</c:v>
                </c:pt>
              </c:strCache>
            </c:strRef>
          </c:tx>
          <c:spPr>
            <a:gradFill rotWithShape="1">
              <a:gsLst>
                <a:gs pos="0">
                  <a:schemeClr val="accent3">
                    <a:lumMod val="60000"/>
                    <a:satMod val="103000"/>
                    <a:lumMod val="102000"/>
                    <a:tint val="94000"/>
                  </a:schemeClr>
                </a:gs>
                <a:gs pos="50000">
                  <a:schemeClr val="accent3">
                    <a:lumMod val="60000"/>
                    <a:satMod val="110000"/>
                    <a:lumMod val="100000"/>
                    <a:shade val="100000"/>
                  </a:schemeClr>
                </a:gs>
                <a:gs pos="100000">
                  <a:schemeClr val="accent3">
                    <a:lumMod val="60000"/>
                    <a:lumMod val="99000"/>
                    <a:satMod val="120000"/>
                    <a:shade val="78000"/>
                  </a:schemeClr>
                </a:gs>
              </a:gsLst>
              <a:lin ang="5400000" scaled="0"/>
            </a:gradFill>
            <a:ln>
              <a:noFill/>
            </a:ln>
            <a:effectLst/>
          </c:spPr>
          <c:invertIfNegative val="0"/>
          <c:cat>
            <c:strRef>
              <c:f>rough_graphs!$A$19:$A$32</c:f>
              <c:strCache>
                <c:ptCount val="13"/>
                <c:pt idx="0">
                  <c:v>FINANCIAL SERVICES</c:v>
                </c:pt>
                <c:pt idx="1">
                  <c:v>IT</c:v>
                </c:pt>
                <c:pt idx="2">
                  <c:v>ENERGY</c:v>
                </c:pt>
                <c:pt idx="3">
                  <c:v>CONSUMER GOODS</c:v>
                </c:pt>
                <c:pt idx="4">
                  <c:v>METALS</c:v>
                </c:pt>
                <c:pt idx="5">
                  <c:v>AUTOMOBILE</c:v>
                </c:pt>
                <c:pt idx="6">
                  <c:v>CEMENT &amp; CEMENT PRODUCTS</c:v>
                </c:pt>
                <c:pt idx="7">
                  <c:v>TELECOM</c:v>
                </c:pt>
                <c:pt idx="8">
                  <c:v>PHARMA</c:v>
                </c:pt>
                <c:pt idx="9">
                  <c:v>CONSTRUCTION</c:v>
                </c:pt>
                <c:pt idx="10">
                  <c:v>SERVICES</c:v>
                </c:pt>
                <c:pt idx="11">
                  <c:v>FERTILISERS &amp; PESTICIDES</c:v>
                </c:pt>
                <c:pt idx="12">
                  <c:v>MEDIA &amp; ENTERTAINMENT</c:v>
                </c:pt>
              </c:strCache>
            </c:strRef>
          </c:cat>
          <c:val>
            <c:numRef>
              <c:f>rough_graphs!$F$19:$F$32</c:f>
              <c:numCache>
                <c:formatCode>General</c:formatCode>
                <c:ptCount val="13"/>
                <c:pt idx="0">
                  <c:v>42114588.233685002</c:v>
                </c:pt>
              </c:numCache>
            </c:numRef>
          </c:val>
          <c:extLst>
            <c:ext xmlns:c16="http://schemas.microsoft.com/office/drawing/2014/chart" uri="{C3380CC4-5D6E-409C-BE32-E72D297353CC}">
              <c16:uniqueId val="{00000004-7955-4FB6-8607-E44CF5FB6FEC}"/>
            </c:ext>
          </c:extLst>
        </c:ser>
        <c:ser>
          <c:idx val="5"/>
          <c:order val="5"/>
          <c:tx>
            <c:strRef>
              <c:f>rough_graphs!$G$17:$G$18</c:f>
              <c:strCache>
                <c:ptCount val="1"/>
                <c:pt idx="0">
                  <c:v>Bajaj Finserv Ltd.</c:v>
                </c:pt>
              </c:strCache>
            </c:strRef>
          </c:tx>
          <c:spPr>
            <a:gradFill rotWithShape="1">
              <a:gsLst>
                <a:gs pos="0">
                  <a:schemeClr val="accent5">
                    <a:lumMod val="60000"/>
                    <a:satMod val="103000"/>
                    <a:lumMod val="102000"/>
                    <a:tint val="94000"/>
                  </a:schemeClr>
                </a:gs>
                <a:gs pos="50000">
                  <a:schemeClr val="accent5">
                    <a:lumMod val="60000"/>
                    <a:satMod val="110000"/>
                    <a:lumMod val="100000"/>
                    <a:shade val="100000"/>
                  </a:schemeClr>
                </a:gs>
                <a:gs pos="100000">
                  <a:schemeClr val="accent5">
                    <a:lumMod val="60000"/>
                    <a:lumMod val="99000"/>
                    <a:satMod val="120000"/>
                    <a:shade val="78000"/>
                  </a:schemeClr>
                </a:gs>
              </a:gsLst>
              <a:lin ang="5400000" scaled="0"/>
            </a:gradFill>
            <a:ln>
              <a:noFill/>
            </a:ln>
            <a:effectLst/>
          </c:spPr>
          <c:invertIfNegative val="0"/>
          <c:cat>
            <c:strRef>
              <c:f>rough_graphs!$A$19:$A$32</c:f>
              <c:strCache>
                <c:ptCount val="13"/>
                <c:pt idx="0">
                  <c:v>FINANCIAL SERVICES</c:v>
                </c:pt>
                <c:pt idx="1">
                  <c:v>IT</c:v>
                </c:pt>
                <c:pt idx="2">
                  <c:v>ENERGY</c:v>
                </c:pt>
                <c:pt idx="3">
                  <c:v>CONSUMER GOODS</c:v>
                </c:pt>
                <c:pt idx="4">
                  <c:v>METALS</c:v>
                </c:pt>
                <c:pt idx="5">
                  <c:v>AUTOMOBILE</c:v>
                </c:pt>
                <c:pt idx="6">
                  <c:v>CEMENT &amp; CEMENT PRODUCTS</c:v>
                </c:pt>
                <c:pt idx="7">
                  <c:v>TELECOM</c:v>
                </c:pt>
                <c:pt idx="8">
                  <c:v>PHARMA</c:v>
                </c:pt>
                <c:pt idx="9">
                  <c:v>CONSTRUCTION</c:v>
                </c:pt>
                <c:pt idx="10">
                  <c:v>SERVICES</c:v>
                </c:pt>
                <c:pt idx="11">
                  <c:v>FERTILISERS &amp; PESTICIDES</c:v>
                </c:pt>
                <c:pt idx="12">
                  <c:v>MEDIA &amp; ENTERTAINMENT</c:v>
                </c:pt>
              </c:strCache>
            </c:strRef>
          </c:cat>
          <c:val>
            <c:numRef>
              <c:f>rough_graphs!$G$19:$G$32</c:f>
              <c:numCache>
                <c:formatCode>General</c:formatCode>
                <c:ptCount val="13"/>
                <c:pt idx="0">
                  <c:v>26108407.337527998</c:v>
                </c:pt>
              </c:numCache>
            </c:numRef>
          </c:val>
          <c:extLst>
            <c:ext xmlns:c16="http://schemas.microsoft.com/office/drawing/2014/chart" uri="{C3380CC4-5D6E-409C-BE32-E72D297353CC}">
              <c16:uniqueId val="{00000005-7955-4FB6-8607-E44CF5FB6FEC}"/>
            </c:ext>
          </c:extLst>
        </c:ser>
        <c:ser>
          <c:idx val="6"/>
          <c:order val="6"/>
          <c:tx>
            <c:strRef>
              <c:f>rough_graphs!$H$17:$H$18</c:f>
              <c:strCache>
                <c:ptCount val="1"/>
                <c:pt idx="0">
                  <c:v>Bharat Petroleum Corporation Ltd.</c:v>
                </c:pt>
              </c:strCache>
            </c:strRef>
          </c:tx>
          <c:spPr>
            <a:gradFill rotWithShape="1">
              <a:gsLst>
                <a:gs pos="0">
                  <a:schemeClr val="accent1">
                    <a:lumMod val="80000"/>
                    <a:lumOff val="20000"/>
                    <a:satMod val="103000"/>
                    <a:lumMod val="102000"/>
                    <a:tint val="94000"/>
                  </a:schemeClr>
                </a:gs>
                <a:gs pos="50000">
                  <a:schemeClr val="accent1">
                    <a:lumMod val="80000"/>
                    <a:lumOff val="20000"/>
                    <a:satMod val="110000"/>
                    <a:lumMod val="100000"/>
                    <a:shade val="100000"/>
                  </a:schemeClr>
                </a:gs>
                <a:gs pos="100000">
                  <a:schemeClr val="accent1">
                    <a:lumMod val="80000"/>
                    <a:lumOff val="20000"/>
                    <a:lumMod val="99000"/>
                    <a:satMod val="120000"/>
                    <a:shade val="78000"/>
                  </a:schemeClr>
                </a:gs>
              </a:gsLst>
              <a:lin ang="5400000" scaled="0"/>
            </a:gradFill>
            <a:ln>
              <a:noFill/>
            </a:ln>
            <a:effectLst/>
          </c:spPr>
          <c:invertIfNegative val="0"/>
          <c:cat>
            <c:strRef>
              <c:f>rough_graphs!$A$19:$A$32</c:f>
              <c:strCache>
                <c:ptCount val="13"/>
                <c:pt idx="0">
                  <c:v>FINANCIAL SERVICES</c:v>
                </c:pt>
                <c:pt idx="1">
                  <c:v>IT</c:v>
                </c:pt>
                <c:pt idx="2">
                  <c:v>ENERGY</c:v>
                </c:pt>
                <c:pt idx="3">
                  <c:v>CONSUMER GOODS</c:v>
                </c:pt>
                <c:pt idx="4">
                  <c:v>METALS</c:v>
                </c:pt>
                <c:pt idx="5">
                  <c:v>AUTOMOBILE</c:v>
                </c:pt>
                <c:pt idx="6">
                  <c:v>CEMENT &amp; CEMENT PRODUCTS</c:v>
                </c:pt>
                <c:pt idx="7">
                  <c:v>TELECOM</c:v>
                </c:pt>
                <c:pt idx="8">
                  <c:v>PHARMA</c:v>
                </c:pt>
                <c:pt idx="9">
                  <c:v>CONSTRUCTION</c:v>
                </c:pt>
                <c:pt idx="10">
                  <c:v>SERVICES</c:v>
                </c:pt>
                <c:pt idx="11">
                  <c:v>FERTILISERS &amp; PESTICIDES</c:v>
                </c:pt>
                <c:pt idx="12">
                  <c:v>MEDIA &amp; ENTERTAINMENT</c:v>
                </c:pt>
              </c:strCache>
            </c:strRef>
          </c:cat>
          <c:val>
            <c:numRef>
              <c:f>rough_graphs!$H$19:$H$32</c:f>
              <c:numCache>
                <c:formatCode>General</c:formatCode>
                <c:ptCount val="13"/>
                <c:pt idx="2">
                  <c:v>8361384.7017480005</c:v>
                </c:pt>
              </c:numCache>
            </c:numRef>
          </c:val>
          <c:extLst>
            <c:ext xmlns:c16="http://schemas.microsoft.com/office/drawing/2014/chart" uri="{C3380CC4-5D6E-409C-BE32-E72D297353CC}">
              <c16:uniqueId val="{00000032-7955-4FB6-8607-E44CF5FB6FEC}"/>
            </c:ext>
          </c:extLst>
        </c:ser>
        <c:ser>
          <c:idx val="7"/>
          <c:order val="7"/>
          <c:tx>
            <c:strRef>
              <c:f>rough_graphs!$I$17:$I$18</c:f>
              <c:strCache>
                <c:ptCount val="1"/>
                <c:pt idx="0">
                  <c:v>Bharti Airtel Ltd.</c:v>
                </c:pt>
              </c:strCache>
            </c:strRef>
          </c:tx>
          <c:spPr>
            <a:gradFill rotWithShape="1">
              <a:gsLst>
                <a:gs pos="0">
                  <a:schemeClr val="accent3">
                    <a:lumMod val="80000"/>
                    <a:lumOff val="20000"/>
                    <a:satMod val="103000"/>
                    <a:lumMod val="102000"/>
                    <a:tint val="94000"/>
                  </a:schemeClr>
                </a:gs>
                <a:gs pos="50000">
                  <a:schemeClr val="accent3">
                    <a:lumMod val="80000"/>
                    <a:lumOff val="20000"/>
                    <a:satMod val="110000"/>
                    <a:lumMod val="100000"/>
                    <a:shade val="100000"/>
                  </a:schemeClr>
                </a:gs>
                <a:gs pos="100000">
                  <a:schemeClr val="accent3">
                    <a:lumMod val="80000"/>
                    <a:lumOff val="20000"/>
                    <a:lumMod val="99000"/>
                    <a:satMod val="120000"/>
                    <a:shade val="78000"/>
                  </a:schemeClr>
                </a:gs>
              </a:gsLst>
              <a:lin ang="5400000" scaled="0"/>
            </a:gradFill>
            <a:ln>
              <a:noFill/>
            </a:ln>
            <a:effectLst/>
          </c:spPr>
          <c:invertIfNegative val="0"/>
          <c:cat>
            <c:strRef>
              <c:f>rough_graphs!$A$19:$A$32</c:f>
              <c:strCache>
                <c:ptCount val="13"/>
                <c:pt idx="0">
                  <c:v>FINANCIAL SERVICES</c:v>
                </c:pt>
                <c:pt idx="1">
                  <c:v>IT</c:v>
                </c:pt>
                <c:pt idx="2">
                  <c:v>ENERGY</c:v>
                </c:pt>
                <c:pt idx="3">
                  <c:v>CONSUMER GOODS</c:v>
                </c:pt>
                <c:pt idx="4">
                  <c:v>METALS</c:v>
                </c:pt>
                <c:pt idx="5">
                  <c:v>AUTOMOBILE</c:v>
                </c:pt>
                <c:pt idx="6">
                  <c:v>CEMENT &amp; CEMENT PRODUCTS</c:v>
                </c:pt>
                <c:pt idx="7">
                  <c:v>TELECOM</c:v>
                </c:pt>
                <c:pt idx="8">
                  <c:v>PHARMA</c:v>
                </c:pt>
                <c:pt idx="9">
                  <c:v>CONSTRUCTION</c:v>
                </c:pt>
                <c:pt idx="10">
                  <c:v>SERVICES</c:v>
                </c:pt>
                <c:pt idx="11">
                  <c:v>FERTILISERS &amp; PESTICIDES</c:v>
                </c:pt>
                <c:pt idx="12">
                  <c:v>MEDIA &amp; ENTERTAINMENT</c:v>
                </c:pt>
              </c:strCache>
            </c:strRef>
          </c:cat>
          <c:val>
            <c:numRef>
              <c:f>rough_graphs!$I$19:$I$32</c:f>
              <c:numCache>
                <c:formatCode>General</c:formatCode>
                <c:ptCount val="13"/>
                <c:pt idx="7">
                  <c:v>37554482.458583996</c:v>
                </c:pt>
              </c:numCache>
            </c:numRef>
          </c:val>
          <c:extLst>
            <c:ext xmlns:c16="http://schemas.microsoft.com/office/drawing/2014/chart" uri="{C3380CC4-5D6E-409C-BE32-E72D297353CC}">
              <c16:uniqueId val="{00000033-7955-4FB6-8607-E44CF5FB6FEC}"/>
            </c:ext>
          </c:extLst>
        </c:ser>
        <c:ser>
          <c:idx val="8"/>
          <c:order val="8"/>
          <c:tx>
            <c:strRef>
              <c:f>rough_graphs!$J$17:$J$18</c:f>
              <c:strCache>
                <c:ptCount val="1"/>
                <c:pt idx="0">
                  <c:v>Bharti Infratel Ltd.</c:v>
                </c:pt>
              </c:strCache>
            </c:strRef>
          </c:tx>
          <c:spPr>
            <a:gradFill rotWithShape="1">
              <a:gsLst>
                <a:gs pos="0">
                  <a:schemeClr val="accent5">
                    <a:lumMod val="80000"/>
                    <a:lumOff val="20000"/>
                    <a:satMod val="103000"/>
                    <a:lumMod val="102000"/>
                    <a:tint val="94000"/>
                  </a:schemeClr>
                </a:gs>
                <a:gs pos="50000">
                  <a:schemeClr val="accent5">
                    <a:lumMod val="80000"/>
                    <a:lumOff val="20000"/>
                    <a:satMod val="110000"/>
                    <a:lumMod val="100000"/>
                    <a:shade val="100000"/>
                  </a:schemeClr>
                </a:gs>
                <a:gs pos="100000">
                  <a:schemeClr val="accent5">
                    <a:lumMod val="80000"/>
                    <a:lumOff val="20000"/>
                    <a:lumMod val="99000"/>
                    <a:satMod val="120000"/>
                    <a:shade val="78000"/>
                  </a:schemeClr>
                </a:gs>
              </a:gsLst>
              <a:lin ang="5400000" scaled="0"/>
            </a:gradFill>
            <a:ln>
              <a:noFill/>
            </a:ln>
            <a:effectLst/>
          </c:spPr>
          <c:invertIfNegative val="0"/>
          <c:cat>
            <c:strRef>
              <c:f>rough_graphs!$A$19:$A$32</c:f>
              <c:strCache>
                <c:ptCount val="13"/>
                <c:pt idx="0">
                  <c:v>FINANCIAL SERVICES</c:v>
                </c:pt>
                <c:pt idx="1">
                  <c:v>IT</c:v>
                </c:pt>
                <c:pt idx="2">
                  <c:v>ENERGY</c:v>
                </c:pt>
                <c:pt idx="3">
                  <c:v>CONSUMER GOODS</c:v>
                </c:pt>
                <c:pt idx="4">
                  <c:v>METALS</c:v>
                </c:pt>
                <c:pt idx="5">
                  <c:v>AUTOMOBILE</c:v>
                </c:pt>
                <c:pt idx="6">
                  <c:v>CEMENT &amp; CEMENT PRODUCTS</c:v>
                </c:pt>
                <c:pt idx="7">
                  <c:v>TELECOM</c:v>
                </c:pt>
                <c:pt idx="8">
                  <c:v>PHARMA</c:v>
                </c:pt>
                <c:pt idx="9">
                  <c:v>CONSTRUCTION</c:v>
                </c:pt>
                <c:pt idx="10">
                  <c:v>SERVICES</c:v>
                </c:pt>
                <c:pt idx="11">
                  <c:v>FERTILISERS &amp; PESTICIDES</c:v>
                </c:pt>
                <c:pt idx="12">
                  <c:v>MEDIA &amp; ENTERTAINMENT</c:v>
                </c:pt>
              </c:strCache>
            </c:strRef>
          </c:cat>
          <c:val>
            <c:numRef>
              <c:f>rough_graphs!$J$19:$J$32</c:f>
              <c:numCache>
                <c:formatCode>General</c:formatCode>
                <c:ptCount val="13"/>
                <c:pt idx="7">
                  <c:v>0</c:v>
                </c:pt>
              </c:numCache>
            </c:numRef>
          </c:val>
          <c:extLst>
            <c:ext xmlns:c16="http://schemas.microsoft.com/office/drawing/2014/chart" uri="{C3380CC4-5D6E-409C-BE32-E72D297353CC}">
              <c16:uniqueId val="{00000034-7955-4FB6-8607-E44CF5FB6FEC}"/>
            </c:ext>
          </c:extLst>
        </c:ser>
        <c:ser>
          <c:idx val="9"/>
          <c:order val="9"/>
          <c:tx>
            <c:strRef>
              <c:f>rough_graphs!$K$17:$K$18</c:f>
              <c:strCache>
                <c:ptCount val="1"/>
                <c:pt idx="0">
                  <c:v>Britannia Industries Ltd.</c:v>
                </c:pt>
              </c:strCache>
            </c:strRef>
          </c:tx>
          <c:spPr>
            <a:gradFill rotWithShape="1">
              <a:gsLst>
                <a:gs pos="0">
                  <a:schemeClr val="accent1">
                    <a:lumMod val="80000"/>
                    <a:satMod val="103000"/>
                    <a:lumMod val="102000"/>
                    <a:tint val="94000"/>
                  </a:schemeClr>
                </a:gs>
                <a:gs pos="50000">
                  <a:schemeClr val="accent1">
                    <a:lumMod val="80000"/>
                    <a:satMod val="110000"/>
                    <a:lumMod val="100000"/>
                    <a:shade val="100000"/>
                  </a:schemeClr>
                </a:gs>
                <a:gs pos="100000">
                  <a:schemeClr val="accent1">
                    <a:lumMod val="80000"/>
                    <a:lumMod val="99000"/>
                    <a:satMod val="120000"/>
                    <a:shade val="78000"/>
                  </a:schemeClr>
                </a:gs>
              </a:gsLst>
              <a:lin ang="5400000" scaled="0"/>
            </a:gradFill>
            <a:ln>
              <a:noFill/>
            </a:ln>
            <a:effectLst/>
          </c:spPr>
          <c:invertIfNegative val="0"/>
          <c:cat>
            <c:strRef>
              <c:f>rough_graphs!$A$19:$A$32</c:f>
              <c:strCache>
                <c:ptCount val="13"/>
                <c:pt idx="0">
                  <c:v>FINANCIAL SERVICES</c:v>
                </c:pt>
                <c:pt idx="1">
                  <c:v>IT</c:v>
                </c:pt>
                <c:pt idx="2">
                  <c:v>ENERGY</c:v>
                </c:pt>
                <c:pt idx="3">
                  <c:v>CONSUMER GOODS</c:v>
                </c:pt>
                <c:pt idx="4">
                  <c:v>METALS</c:v>
                </c:pt>
                <c:pt idx="5">
                  <c:v>AUTOMOBILE</c:v>
                </c:pt>
                <c:pt idx="6">
                  <c:v>CEMENT &amp; CEMENT PRODUCTS</c:v>
                </c:pt>
                <c:pt idx="7">
                  <c:v>TELECOM</c:v>
                </c:pt>
                <c:pt idx="8">
                  <c:v>PHARMA</c:v>
                </c:pt>
                <c:pt idx="9">
                  <c:v>CONSTRUCTION</c:v>
                </c:pt>
                <c:pt idx="10">
                  <c:v>SERVICES</c:v>
                </c:pt>
                <c:pt idx="11">
                  <c:v>FERTILISERS &amp; PESTICIDES</c:v>
                </c:pt>
                <c:pt idx="12">
                  <c:v>MEDIA &amp; ENTERTAINMENT</c:v>
                </c:pt>
              </c:strCache>
            </c:strRef>
          </c:cat>
          <c:val>
            <c:numRef>
              <c:f>rough_graphs!$K$19:$K$32</c:f>
              <c:numCache>
                <c:formatCode>General</c:formatCode>
                <c:ptCount val="13"/>
                <c:pt idx="3">
                  <c:v>8685710.7537600007</c:v>
                </c:pt>
              </c:numCache>
            </c:numRef>
          </c:val>
          <c:extLst>
            <c:ext xmlns:c16="http://schemas.microsoft.com/office/drawing/2014/chart" uri="{C3380CC4-5D6E-409C-BE32-E72D297353CC}">
              <c16:uniqueId val="{00000035-7955-4FB6-8607-E44CF5FB6FEC}"/>
            </c:ext>
          </c:extLst>
        </c:ser>
        <c:ser>
          <c:idx val="10"/>
          <c:order val="10"/>
          <c:tx>
            <c:strRef>
              <c:f>rough_graphs!$L$17:$L$18</c:f>
              <c:strCache>
                <c:ptCount val="1"/>
                <c:pt idx="0">
                  <c:v>Cipla Ltd.</c:v>
                </c:pt>
              </c:strCache>
            </c:strRef>
          </c:tx>
          <c:spPr>
            <a:gradFill rotWithShape="1">
              <a:gsLst>
                <a:gs pos="0">
                  <a:schemeClr val="accent3">
                    <a:lumMod val="80000"/>
                    <a:satMod val="103000"/>
                    <a:lumMod val="102000"/>
                    <a:tint val="94000"/>
                  </a:schemeClr>
                </a:gs>
                <a:gs pos="50000">
                  <a:schemeClr val="accent3">
                    <a:lumMod val="80000"/>
                    <a:satMod val="110000"/>
                    <a:lumMod val="100000"/>
                    <a:shade val="100000"/>
                  </a:schemeClr>
                </a:gs>
                <a:gs pos="100000">
                  <a:schemeClr val="accent3">
                    <a:lumMod val="80000"/>
                    <a:lumMod val="99000"/>
                    <a:satMod val="120000"/>
                    <a:shade val="78000"/>
                  </a:schemeClr>
                </a:gs>
              </a:gsLst>
              <a:lin ang="5400000" scaled="0"/>
            </a:gradFill>
            <a:ln>
              <a:noFill/>
            </a:ln>
            <a:effectLst/>
          </c:spPr>
          <c:invertIfNegative val="0"/>
          <c:cat>
            <c:strRef>
              <c:f>rough_graphs!$A$19:$A$32</c:f>
              <c:strCache>
                <c:ptCount val="13"/>
                <c:pt idx="0">
                  <c:v>FINANCIAL SERVICES</c:v>
                </c:pt>
                <c:pt idx="1">
                  <c:v>IT</c:v>
                </c:pt>
                <c:pt idx="2">
                  <c:v>ENERGY</c:v>
                </c:pt>
                <c:pt idx="3">
                  <c:v>CONSUMER GOODS</c:v>
                </c:pt>
                <c:pt idx="4">
                  <c:v>METALS</c:v>
                </c:pt>
                <c:pt idx="5">
                  <c:v>AUTOMOBILE</c:v>
                </c:pt>
                <c:pt idx="6">
                  <c:v>CEMENT &amp; CEMENT PRODUCTS</c:v>
                </c:pt>
                <c:pt idx="7">
                  <c:v>TELECOM</c:v>
                </c:pt>
                <c:pt idx="8">
                  <c:v>PHARMA</c:v>
                </c:pt>
                <c:pt idx="9">
                  <c:v>CONSTRUCTION</c:v>
                </c:pt>
                <c:pt idx="10">
                  <c:v>SERVICES</c:v>
                </c:pt>
                <c:pt idx="11">
                  <c:v>FERTILISERS &amp; PESTICIDES</c:v>
                </c:pt>
                <c:pt idx="12">
                  <c:v>MEDIA &amp; ENTERTAINMENT</c:v>
                </c:pt>
              </c:strCache>
            </c:strRef>
          </c:cat>
          <c:val>
            <c:numRef>
              <c:f>rough_graphs!$L$19:$L$32</c:f>
              <c:numCache>
                <c:formatCode>General</c:formatCode>
                <c:ptCount val="13"/>
                <c:pt idx="8">
                  <c:v>7616906.4103740007</c:v>
                </c:pt>
              </c:numCache>
            </c:numRef>
          </c:val>
          <c:extLst>
            <c:ext xmlns:c16="http://schemas.microsoft.com/office/drawing/2014/chart" uri="{C3380CC4-5D6E-409C-BE32-E72D297353CC}">
              <c16:uniqueId val="{00000036-7955-4FB6-8607-E44CF5FB6FEC}"/>
            </c:ext>
          </c:extLst>
        </c:ser>
        <c:ser>
          <c:idx val="11"/>
          <c:order val="11"/>
          <c:tx>
            <c:strRef>
              <c:f>rough_graphs!$M$17:$M$18</c:f>
              <c:strCache>
                <c:ptCount val="1"/>
                <c:pt idx="0">
                  <c:v>Coal India Ltd.</c:v>
                </c:pt>
              </c:strCache>
            </c:strRef>
          </c:tx>
          <c:spPr>
            <a:gradFill rotWithShape="1">
              <a:gsLst>
                <a:gs pos="0">
                  <a:schemeClr val="accent5">
                    <a:lumMod val="80000"/>
                    <a:satMod val="103000"/>
                    <a:lumMod val="102000"/>
                    <a:tint val="94000"/>
                  </a:schemeClr>
                </a:gs>
                <a:gs pos="50000">
                  <a:schemeClr val="accent5">
                    <a:lumMod val="80000"/>
                    <a:satMod val="110000"/>
                    <a:lumMod val="100000"/>
                    <a:shade val="100000"/>
                  </a:schemeClr>
                </a:gs>
                <a:gs pos="100000">
                  <a:schemeClr val="accent5">
                    <a:lumMod val="80000"/>
                    <a:lumMod val="99000"/>
                    <a:satMod val="120000"/>
                    <a:shade val="78000"/>
                  </a:schemeClr>
                </a:gs>
              </a:gsLst>
              <a:lin ang="5400000" scaled="0"/>
            </a:gradFill>
            <a:ln>
              <a:noFill/>
            </a:ln>
            <a:effectLst/>
          </c:spPr>
          <c:invertIfNegative val="0"/>
          <c:cat>
            <c:strRef>
              <c:f>rough_graphs!$A$19:$A$32</c:f>
              <c:strCache>
                <c:ptCount val="13"/>
                <c:pt idx="0">
                  <c:v>FINANCIAL SERVICES</c:v>
                </c:pt>
                <c:pt idx="1">
                  <c:v>IT</c:v>
                </c:pt>
                <c:pt idx="2">
                  <c:v>ENERGY</c:v>
                </c:pt>
                <c:pt idx="3">
                  <c:v>CONSUMER GOODS</c:v>
                </c:pt>
                <c:pt idx="4">
                  <c:v>METALS</c:v>
                </c:pt>
                <c:pt idx="5">
                  <c:v>AUTOMOBILE</c:v>
                </c:pt>
                <c:pt idx="6">
                  <c:v>CEMENT &amp; CEMENT PRODUCTS</c:v>
                </c:pt>
                <c:pt idx="7">
                  <c:v>TELECOM</c:v>
                </c:pt>
                <c:pt idx="8">
                  <c:v>PHARMA</c:v>
                </c:pt>
                <c:pt idx="9">
                  <c:v>CONSTRUCTION</c:v>
                </c:pt>
                <c:pt idx="10">
                  <c:v>SERVICES</c:v>
                </c:pt>
                <c:pt idx="11">
                  <c:v>FERTILISERS &amp; PESTICIDES</c:v>
                </c:pt>
                <c:pt idx="12">
                  <c:v>MEDIA &amp; ENTERTAINMENT</c:v>
                </c:pt>
              </c:strCache>
            </c:strRef>
          </c:cat>
          <c:val>
            <c:numRef>
              <c:f>rough_graphs!$M$19:$M$32</c:f>
              <c:numCache>
                <c:formatCode>General</c:formatCode>
                <c:ptCount val="13"/>
                <c:pt idx="4">
                  <c:v>9000664.7215835005</c:v>
                </c:pt>
              </c:numCache>
            </c:numRef>
          </c:val>
          <c:extLst>
            <c:ext xmlns:c16="http://schemas.microsoft.com/office/drawing/2014/chart" uri="{C3380CC4-5D6E-409C-BE32-E72D297353CC}">
              <c16:uniqueId val="{00000037-7955-4FB6-8607-E44CF5FB6FEC}"/>
            </c:ext>
          </c:extLst>
        </c:ser>
        <c:ser>
          <c:idx val="12"/>
          <c:order val="12"/>
          <c:tx>
            <c:strRef>
              <c:f>rough_graphs!$N$17:$N$18</c:f>
              <c:strCache>
                <c:ptCount val="1"/>
                <c:pt idx="0">
                  <c:v>Dr. Reddy's Laboratories Ltd.</c:v>
                </c:pt>
              </c:strCache>
            </c:strRef>
          </c:tx>
          <c:spPr>
            <a:gradFill rotWithShape="1">
              <a:gsLst>
                <a:gs pos="0">
                  <a:schemeClr val="accent1">
                    <a:lumMod val="60000"/>
                    <a:lumOff val="40000"/>
                    <a:satMod val="103000"/>
                    <a:lumMod val="102000"/>
                    <a:tint val="94000"/>
                  </a:schemeClr>
                </a:gs>
                <a:gs pos="50000">
                  <a:schemeClr val="accent1">
                    <a:lumMod val="60000"/>
                    <a:lumOff val="40000"/>
                    <a:satMod val="110000"/>
                    <a:lumMod val="100000"/>
                    <a:shade val="100000"/>
                  </a:schemeClr>
                </a:gs>
                <a:gs pos="100000">
                  <a:schemeClr val="accent1">
                    <a:lumMod val="60000"/>
                    <a:lumOff val="40000"/>
                    <a:lumMod val="99000"/>
                    <a:satMod val="120000"/>
                    <a:shade val="78000"/>
                  </a:schemeClr>
                </a:gs>
              </a:gsLst>
              <a:lin ang="5400000" scaled="0"/>
            </a:gradFill>
            <a:ln>
              <a:noFill/>
            </a:ln>
            <a:effectLst/>
          </c:spPr>
          <c:invertIfNegative val="0"/>
          <c:cat>
            <c:strRef>
              <c:f>rough_graphs!$A$19:$A$32</c:f>
              <c:strCache>
                <c:ptCount val="13"/>
                <c:pt idx="0">
                  <c:v>FINANCIAL SERVICES</c:v>
                </c:pt>
                <c:pt idx="1">
                  <c:v>IT</c:v>
                </c:pt>
                <c:pt idx="2">
                  <c:v>ENERGY</c:v>
                </c:pt>
                <c:pt idx="3">
                  <c:v>CONSUMER GOODS</c:v>
                </c:pt>
                <c:pt idx="4">
                  <c:v>METALS</c:v>
                </c:pt>
                <c:pt idx="5">
                  <c:v>AUTOMOBILE</c:v>
                </c:pt>
                <c:pt idx="6">
                  <c:v>CEMENT &amp; CEMENT PRODUCTS</c:v>
                </c:pt>
                <c:pt idx="7">
                  <c:v>TELECOM</c:v>
                </c:pt>
                <c:pt idx="8">
                  <c:v>PHARMA</c:v>
                </c:pt>
                <c:pt idx="9">
                  <c:v>CONSTRUCTION</c:v>
                </c:pt>
                <c:pt idx="10">
                  <c:v>SERVICES</c:v>
                </c:pt>
                <c:pt idx="11">
                  <c:v>FERTILISERS &amp; PESTICIDES</c:v>
                </c:pt>
                <c:pt idx="12">
                  <c:v>MEDIA &amp; ENTERTAINMENT</c:v>
                </c:pt>
              </c:strCache>
            </c:strRef>
          </c:cat>
          <c:val>
            <c:numRef>
              <c:f>rough_graphs!$N$19:$N$32</c:f>
              <c:numCache>
                <c:formatCode>General</c:formatCode>
                <c:ptCount val="13"/>
                <c:pt idx="8">
                  <c:v>8166076.8904400002</c:v>
                </c:pt>
              </c:numCache>
            </c:numRef>
          </c:val>
          <c:extLst>
            <c:ext xmlns:c16="http://schemas.microsoft.com/office/drawing/2014/chart" uri="{C3380CC4-5D6E-409C-BE32-E72D297353CC}">
              <c16:uniqueId val="{00000038-7955-4FB6-8607-E44CF5FB6FEC}"/>
            </c:ext>
          </c:extLst>
        </c:ser>
        <c:ser>
          <c:idx val="13"/>
          <c:order val="13"/>
          <c:tx>
            <c:strRef>
              <c:f>rough_graphs!$O$17:$O$18</c:f>
              <c:strCache>
                <c:ptCount val="1"/>
                <c:pt idx="0">
                  <c:v>Eicher Motors Ltd.</c:v>
                </c:pt>
              </c:strCache>
            </c:strRef>
          </c:tx>
          <c:spPr>
            <a:gradFill rotWithShape="1">
              <a:gsLst>
                <a:gs pos="0">
                  <a:schemeClr val="accent3">
                    <a:lumMod val="60000"/>
                    <a:lumOff val="40000"/>
                    <a:satMod val="103000"/>
                    <a:lumMod val="102000"/>
                    <a:tint val="94000"/>
                  </a:schemeClr>
                </a:gs>
                <a:gs pos="50000">
                  <a:schemeClr val="accent3">
                    <a:lumMod val="60000"/>
                    <a:lumOff val="40000"/>
                    <a:satMod val="110000"/>
                    <a:lumMod val="100000"/>
                    <a:shade val="100000"/>
                  </a:schemeClr>
                </a:gs>
                <a:gs pos="100000">
                  <a:schemeClr val="accent3">
                    <a:lumMod val="60000"/>
                    <a:lumOff val="40000"/>
                    <a:lumMod val="99000"/>
                    <a:satMod val="120000"/>
                    <a:shade val="78000"/>
                  </a:schemeClr>
                </a:gs>
              </a:gsLst>
              <a:lin ang="5400000" scaled="0"/>
            </a:gradFill>
            <a:ln>
              <a:noFill/>
            </a:ln>
            <a:effectLst/>
          </c:spPr>
          <c:invertIfNegative val="0"/>
          <c:cat>
            <c:strRef>
              <c:f>rough_graphs!$A$19:$A$32</c:f>
              <c:strCache>
                <c:ptCount val="13"/>
                <c:pt idx="0">
                  <c:v>FINANCIAL SERVICES</c:v>
                </c:pt>
                <c:pt idx="1">
                  <c:v>IT</c:v>
                </c:pt>
                <c:pt idx="2">
                  <c:v>ENERGY</c:v>
                </c:pt>
                <c:pt idx="3">
                  <c:v>CONSUMER GOODS</c:v>
                </c:pt>
                <c:pt idx="4">
                  <c:v>METALS</c:v>
                </c:pt>
                <c:pt idx="5">
                  <c:v>AUTOMOBILE</c:v>
                </c:pt>
                <c:pt idx="6">
                  <c:v>CEMENT &amp; CEMENT PRODUCTS</c:v>
                </c:pt>
                <c:pt idx="7">
                  <c:v>TELECOM</c:v>
                </c:pt>
                <c:pt idx="8">
                  <c:v>PHARMA</c:v>
                </c:pt>
                <c:pt idx="9">
                  <c:v>CONSTRUCTION</c:v>
                </c:pt>
                <c:pt idx="10">
                  <c:v>SERVICES</c:v>
                </c:pt>
                <c:pt idx="11">
                  <c:v>FERTILISERS &amp; PESTICIDES</c:v>
                </c:pt>
                <c:pt idx="12">
                  <c:v>MEDIA &amp; ENTERTAINMENT</c:v>
                </c:pt>
              </c:strCache>
            </c:strRef>
          </c:cat>
          <c:val>
            <c:numRef>
              <c:f>rough_graphs!$O$19:$O$32</c:f>
              <c:numCache>
                <c:formatCode>General</c:formatCode>
                <c:ptCount val="13"/>
                <c:pt idx="5">
                  <c:v>7086540.2792180004</c:v>
                </c:pt>
              </c:numCache>
            </c:numRef>
          </c:val>
          <c:extLst>
            <c:ext xmlns:c16="http://schemas.microsoft.com/office/drawing/2014/chart" uri="{C3380CC4-5D6E-409C-BE32-E72D297353CC}">
              <c16:uniqueId val="{00000039-7955-4FB6-8607-E44CF5FB6FEC}"/>
            </c:ext>
          </c:extLst>
        </c:ser>
        <c:ser>
          <c:idx val="14"/>
          <c:order val="14"/>
          <c:tx>
            <c:strRef>
              <c:f>rough_graphs!$P$17:$P$18</c:f>
              <c:strCache>
                <c:ptCount val="1"/>
                <c:pt idx="0">
                  <c:v>GAIL (India) Ltd.</c:v>
                </c:pt>
              </c:strCache>
            </c:strRef>
          </c:tx>
          <c:spPr>
            <a:gradFill rotWithShape="1">
              <a:gsLst>
                <a:gs pos="0">
                  <a:schemeClr val="accent5">
                    <a:lumMod val="60000"/>
                    <a:lumOff val="40000"/>
                    <a:satMod val="103000"/>
                    <a:lumMod val="102000"/>
                    <a:tint val="94000"/>
                  </a:schemeClr>
                </a:gs>
                <a:gs pos="50000">
                  <a:schemeClr val="accent5">
                    <a:lumMod val="60000"/>
                    <a:lumOff val="40000"/>
                    <a:satMod val="110000"/>
                    <a:lumMod val="100000"/>
                    <a:shade val="100000"/>
                  </a:schemeClr>
                </a:gs>
                <a:gs pos="100000">
                  <a:schemeClr val="accent5">
                    <a:lumMod val="60000"/>
                    <a:lumOff val="40000"/>
                    <a:lumMod val="99000"/>
                    <a:satMod val="120000"/>
                    <a:shade val="78000"/>
                  </a:schemeClr>
                </a:gs>
              </a:gsLst>
              <a:lin ang="5400000" scaled="0"/>
            </a:gradFill>
            <a:ln>
              <a:noFill/>
            </a:ln>
            <a:effectLst/>
          </c:spPr>
          <c:invertIfNegative val="0"/>
          <c:cat>
            <c:strRef>
              <c:f>rough_graphs!$A$19:$A$32</c:f>
              <c:strCache>
                <c:ptCount val="13"/>
                <c:pt idx="0">
                  <c:v>FINANCIAL SERVICES</c:v>
                </c:pt>
                <c:pt idx="1">
                  <c:v>IT</c:v>
                </c:pt>
                <c:pt idx="2">
                  <c:v>ENERGY</c:v>
                </c:pt>
                <c:pt idx="3">
                  <c:v>CONSUMER GOODS</c:v>
                </c:pt>
                <c:pt idx="4">
                  <c:v>METALS</c:v>
                </c:pt>
                <c:pt idx="5">
                  <c:v>AUTOMOBILE</c:v>
                </c:pt>
                <c:pt idx="6">
                  <c:v>CEMENT &amp; CEMENT PRODUCTS</c:v>
                </c:pt>
                <c:pt idx="7">
                  <c:v>TELECOM</c:v>
                </c:pt>
                <c:pt idx="8">
                  <c:v>PHARMA</c:v>
                </c:pt>
                <c:pt idx="9">
                  <c:v>CONSTRUCTION</c:v>
                </c:pt>
                <c:pt idx="10">
                  <c:v>SERVICES</c:v>
                </c:pt>
                <c:pt idx="11">
                  <c:v>FERTILISERS &amp; PESTICIDES</c:v>
                </c:pt>
                <c:pt idx="12">
                  <c:v>MEDIA &amp; ENTERTAINMENT</c:v>
                </c:pt>
              </c:strCache>
            </c:strRef>
          </c:cat>
          <c:val>
            <c:numRef>
              <c:f>rough_graphs!$P$19:$P$32</c:f>
              <c:numCache>
                <c:formatCode>General</c:formatCode>
                <c:ptCount val="13"/>
                <c:pt idx="2">
                  <c:v>5736977.7106999997</c:v>
                </c:pt>
              </c:numCache>
            </c:numRef>
          </c:val>
          <c:extLst>
            <c:ext xmlns:c16="http://schemas.microsoft.com/office/drawing/2014/chart" uri="{C3380CC4-5D6E-409C-BE32-E72D297353CC}">
              <c16:uniqueId val="{0000003A-7955-4FB6-8607-E44CF5FB6FEC}"/>
            </c:ext>
          </c:extLst>
        </c:ser>
        <c:ser>
          <c:idx val="15"/>
          <c:order val="15"/>
          <c:tx>
            <c:strRef>
              <c:f>rough_graphs!$Q$17:$Q$18</c:f>
              <c:strCache>
                <c:ptCount val="1"/>
                <c:pt idx="0">
                  <c:v>Grasim Industries Ltd.</c:v>
                </c:pt>
              </c:strCache>
            </c:strRef>
          </c:tx>
          <c:spPr>
            <a:gradFill rotWithShape="1">
              <a:gsLst>
                <a:gs pos="0">
                  <a:schemeClr val="accent1">
                    <a:lumMod val="50000"/>
                    <a:satMod val="103000"/>
                    <a:lumMod val="102000"/>
                    <a:tint val="94000"/>
                  </a:schemeClr>
                </a:gs>
                <a:gs pos="50000">
                  <a:schemeClr val="accent1">
                    <a:lumMod val="50000"/>
                    <a:satMod val="110000"/>
                    <a:lumMod val="100000"/>
                    <a:shade val="100000"/>
                  </a:schemeClr>
                </a:gs>
                <a:gs pos="100000">
                  <a:schemeClr val="accent1">
                    <a:lumMod val="50000"/>
                    <a:lumMod val="99000"/>
                    <a:satMod val="120000"/>
                    <a:shade val="78000"/>
                  </a:schemeClr>
                </a:gs>
              </a:gsLst>
              <a:lin ang="5400000" scaled="0"/>
            </a:gradFill>
            <a:ln>
              <a:noFill/>
            </a:ln>
            <a:effectLst/>
          </c:spPr>
          <c:invertIfNegative val="0"/>
          <c:cat>
            <c:strRef>
              <c:f>rough_graphs!$A$19:$A$32</c:f>
              <c:strCache>
                <c:ptCount val="13"/>
                <c:pt idx="0">
                  <c:v>FINANCIAL SERVICES</c:v>
                </c:pt>
                <c:pt idx="1">
                  <c:v>IT</c:v>
                </c:pt>
                <c:pt idx="2">
                  <c:v>ENERGY</c:v>
                </c:pt>
                <c:pt idx="3">
                  <c:v>CONSUMER GOODS</c:v>
                </c:pt>
                <c:pt idx="4">
                  <c:v>METALS</c:v>
                </c:pt>
                <c:pt idx="5">
                  <c:v>AUTOMOBILE</c:v>
                </c:pt>
                <c:pt idx="6">
                  <c:v>CEMENT &amp; CEMENT PRODUCTS</c:v>
                </c:pt>
                <c:pt idx="7">
                  <c:v>TELECOM</c:v>
                </c:pt>
                <c:pt idx="8">
                  <c:v>PHARMA</c:v>
                </c:pt>
                <c:pt idx="9">
                  <c:v>CONSTRUCTION</c:v>
                </c:pt>
                <c:pt idx="10">
                  <c:v>SERVICES</c:v>
                </c:pt>
                <c:pt idx="11">
                  <c:v>FERTILISERS &amp; PESTICIDES</c:v>
                </c:pt>
                <c:pt idx="12">
                  <c:v>MEDIA &amp; ENTERTAINMENT</c:v>
                </c:pt>
              </c:strCache>
            </c:strRef>
          </c:cat>
          <c:val>
            <c:numRef>
              <c:f>rough_graphs!$Q$19:$Q$32</c:f>
              <c:numCache>
                <c:formatCode>General</c:formatCode>
                <c:ptCount val="13"/>
                <c:pt idx="6">
                  <c:v>10678061.0161575</c:v>
                </c:pt>
              </c:numCache>
            </c:numRef>
          </c:val>
          <c:extLst>
            <c:ext xmlns:c16="http://schemas.microsoft.com/office/drawing/2014/chart" uri="{C3380CC4-5D6E-409C-BE32-E72D297353CC}">
              <c16:uniqueId val="{0000003B-7955-4FB6-8607-E44CF5FB6FEC}"/>
            </c:ext>
          </c:extLst>
        </c:ser>
        <c:ser>
          <c:idx val="16"/>
          <c:order val="16"/>
          <c:tx>
            <c:strRef>
              <c:f>rough_graphs!$R$17:$R$18</c:f>
              <c:strCache>
                <c:ptCount val="1"/>
                <c:pt idx="0">
                  <c:v>HCL Technologies Ltd.</c:v>
                </c:pt>
              </c:strCache>
            </c:strRef>
          </c:tx>
          <c:spPr>
            <a:gradFill rotWithShape="1">
              <a:gsLst>
                <a:gs pos="0">
                  <a:schemeClr val="accent3">
                    <a:lumMod val="50000"/>
                    <a:satMod val="103000"/>
                    <a:lumMod val="102000"/>
                    <a:tint val="94000"/>
                  </a:schemeClr>
                </a:gs>
                <a:gs pos="50000">
                  <a:schemeClr val="accent3">
                    <a:lumMod val="50000"/>
                    <a:satMod val="110000"/>
                    <a:lumMod val="100000"/>
                    <a:shade val="100000"/>
                  </a:schemeClr>
                </a:gs>
                <a:gs pos="100000">
                  <a:schemeClr val="accent3">
                    <a:lumMod val="50000"/>
                    <a:lumMod val="99000"/>
                    <a:satMod val="120000"/>
                    <a:shade val="78000"/>
                  </a:schemeClr>
                </a:gs>
              </a:gsLst>
              <a:lin ang="5400000" scaled="0"/>
            </a:gradFill>
            <a:ln>
              <a:noFill/>
            </a:ln>
            <a:effectLst/>
          </c:spPr>
          <c:invertIfNegative val="0"/>
          <c:cat>
            <c:strRef>
              <c:f>rough_graphs!$A$19:$A$32</c:f>
              <c:strCache>
                <c:ptCount val="13"/>
                <c:pt idx="0">
                  <c:v>FINANCIAL SERVICES</c:v>
                </c:pt>
                <c:pt idx="1">
                  <c:v>IT</c:v>
                </c:pt>
                <c:pt idx="2">
                  <c:v>ENERGY</c:v>
                </c:pt>
                <c:pt idx="3">
                  <c:v>CONSUMER GOODS</c:v>
                </c:pt>
                <c:pt idx="4">
                  <c:v>METALS</c:v>
                </c:pt>
                <c:pt idx="5">
                  <c:v>AUTOMOBILE</c:v>
                </c:pt>
                <c:pt idx="6">
                  <c:v>CEMENT &amp; CEMENT PRODUCTS</c:v>
                </c:pt>
                <c:pt idx="7">
                  <c:v>TELECOM</c:v>
                </c:pt>
                <c:pt idx="8">
                  <c:v>PHARMA</c:v>
                </c:pt>
                <c:pt idx="9">
                  <c:v>CONSTRUCTION</c:v>
                </c:pt>
                <c:pt idx="10">
                  <c:v>SERVICES</c:v>
                </c:pt>
                <c:pt idx="11">
                  <c:v>FERTILISERS &amp; PESTICIDES</c:v>
                </c:pt>
                <c:pt idx="12">
                  <c:v>MEDIA &amp; ENTERTAINMENT</c:v>
                </c:pt>
              </c:strCache>
            </c:strRef>
          </c:cat>
          <c:val>
            <c:numRef>
              <c:f>rough_graphs!$R$19:$R$32</c:f>
              <c:numCache>
                <c:formatCode>General</c:formatCode>
                <c:ptCount val="13"/>
                <c:pt idx="1">
                  <c:v>35795956.281336002</c:v>
                </c:pt>
              </c:numCache>
            </c:numRef>
          </c:val>
          <c:extLst>
            <c:ext xmlns:c16="http://schemas.microsoft.com/office/drawing/2014/chart" uri="{C3380CC4-5D6E-409C-BE32-E72D297353CC}">
              <c16:uniqueId val="{0000003C-7955-4FB6-8607-E44CF5FB6FEC}"/>
            </c:ext>
          </c:extLst>
        </c:ser>
        <c:ser>
          <c:idx val="17"/>
          <c:order val="17"/>
          <c:tx>
            <c:strRef>
              <c:f>rough_graphs!$S$17:$S$18</c:f>
              <c:strCache>
                <c:ptCount val="1"/>
                <c:pt idx="0">
                  <c:v>HDFC Bank Ltd.</c:v>
                </c:pt>
              </c:strCache>
            </c:strRef>
          </c:tx>
          <c:spPr>
            <a:gradFill rotWithShape="1">
              <a:gsLst>
                <a:gs pos="0">
                  <a:schemeClr val="accent5">
                    <a:lumMod val="50000"/>
                    <a:satMod val="103000"/>
                    <a:lumMod val="102000"/>
                    <a:tint val="94000"/>
                  </a:schemeClr>
                </a:gs>
                <a:gs pos="50000">
                  <a:schemeClr val="accent5">
                    <a:lumMod val="50000"/>
                    <a:satMod val="110000"/>
                    <a:lumMod val="100000"/>
                    <a:shade val="100000"/>
                  </a:schemeClr>
                </a:gs>
                <a:gs pos="100000">
                  <a:schemeClr val="accent5">
                    <a:lumMod val="50000"/>
                    <a:lumMod val="99000"/>
                    <a:satMod val="120000"/>
                    <a:shade val="78000"/>
                  </a:schemeClr>
                </a:gs>
              </a:gsLst>
              <a:lin ang="5400000" scaled="0"/>
            </a:gradFill>
            <a:ln>
              <a:noFill/>
            </a:ln>
            <a:effectLst/>
          </c:spPr>
          <c:invertIfNegative val="0"/>
          <c:cat>
            <c:strRef>
              <c:f>rough_graphs!$A$19:$A$32</c:f>
              <c:strCache>
                <c:ptCount val="13"/>
                <c:pt idx="0">
                  <c:v>FINANCIAL SERVICES</c:v>
                </c:pt>
                <c:pt idx="1">
                  <c:v>IT</c:v>
                </c:pt>
                <c:pt idx="2">
                  <c:v>ENERGY</c:v>
                </c:pt>
                <c:pt idx="3">
                  <c:v>CONSUMER GOODS</c:v>
                </c:pt>
                <c:pt idx="4">
                  <c:v>METALS</c:v>
                </c:pt>
                <c:pt idx="5">
                  <c:v>AUTOMOBILE</c:v>
                </c:pt>
                <c:pt idx="6">
                  <c:v>CEMENT &amp; CEMENT PRODUCTS</c:v>
                </c:pt>
                <c:pt idx="7">
                  <c:v>TELECOM</c:v>
                </c:pt>
                <c:pt idx="8">
                  <c:v>PHARMA</c:v>
                </c:pt>
                <c:pt idx="9">
                  <c:v>CONSTRUCTION</c:v>
                </c:pt>
                <c:pt idx="10">
                  <c:v>SERVICES</c:v>
                </c:pt>
                <c:pt idx="11">
                  <c:v>FERTILISERS &amp; PESTICIDES</c:v>
                </c:pt>
                <c:pt idx="12">
                  <c:v>MEDIA &amp; ENTERTAINMENT</c:v>
                </c:pt>
              </c:strCache>
            </c:strRef>
          </c:cat>
          <c:val>
            <c:numRef>
              <c:f>rough_graphs!$S$19:$S$32</c:f>
              <c:numCache>
                <c:formatCode>General</c:formatCode>
                <c:ptCount val="13"/>
                <c:pt idx="0">
                  <c:v>81983196.374144003</c:v>
                </c:pt>
              </c:numCache>
            </c:numRef>
          </c:val>
          <c:extLst>
            <c:ext xmlns:c16="http://schemas.microsoft.com/office/drawing/2014/chart" uri="{C3380CC4-5D6E-409C-BE32-E72D297353CC}">
              <c16:uniqueId val="{0000003D-7955-4FB6-8607-E44CF5FB6FEC}"/>
            </c:ext>
          </c:extLst>
        </c:ser>
        <c:ser>
          <c:idx val="18"/>
          <c:order val="18"/>
          <c:tx>
            <c:strRef>
              <c:f>rough_graphs!$T$17:$T$18</c:f>
              <c:strCache>
                <c:ptCount val="1"/>
                <c:pt idx="0">
                  <c:v>Hero MotoCorp Ltd.</c:v>
                </c:pt>
              </c:strCache>
            </c:strRef>
          </c:tx>
          <c:spPr>
            <a:gradFill rotWithShape="1">
              <a:gsLst>
                <a:gs pos="0">
                  <a:schemeClr val="accent1">
                    <a:lumMod val="70000"/>
                    <a:lumOff val="30000"/>
                    <a:satMod val="103000"/>
                    <a:lumMod val="102000"/>
                    <a:tint val="94000"/>
                  </a:schemeClr>
                </a:gs>
                <a:gs pos="50000">
                  <a:schemeClr val="accent1">
                    <a:lumMod val="70000"/>
                    <a:lumOff val="30000"/>
                    <a:satMod val="110000"/>
                    <a:lumMod val="100000"/>
                    <a:shade val="100000"/>
                  </a:schemeClr>
                </a:gs>
                <a:gs pos="100000">
                  <a:schemeClr val="accent1">
                    <a:lumMod val="70000"/>
                    <a:lumOff val="30000"/>
                    <a:lumMod val="99000"/>
                    <a:satMod val="120000"/>
                    <a:shade val="78000"/>
                  </a:schemeClr>
                </a:gs>
              </a:gsLst>
              <a:lin ang="5400000" scaled="0"/>
            </a:gradFill>
            <a:ln>
              <a:noFill/>
            </a:ln>
            <a:effectLst/>
          </c:spPr>
          <c:invertIfNegative val="0"/>
          <c:cat>
            <c:strRef>
              <c:f>rough_graphs!$A$19:$A$32</c:f>
              <c:strCache>
                <c:ptCount val="13"/>
                <c:pt idx="0">
                  <c:v>FINANCIAL SERVICES</c:v>
                </c:pt>
                <c:pt idx="1">
                  <c:v>IT</c:v>
                </c:pt>
                <c:pt idx="2">
                  <c:v>ENERGY</c:v>
                </c:pt>
                <c:pt idx="3">
                  <c:v>CONSUMER GOODS</c:v>
                </c:pt>
                <c:pt idx="4">
                  <c:v>METALS</c:v>
                </c:pt>
                <c:pt idx="5">
                  <c:v>AUTOMOBILE</c:v>
                </c:pt>
                <c:pt idx="6">
                  <c:v>CEMENT &amp; CEMENT PRODUCTS</c:v>
                </c:pt>
                <c:pt idx="7">
                  <c:v>TELECOM</c:v>
                </c:pt>
                <c:pt idx="8">
                  <c:v>PHARMA</c:v>
                </c:pt>
                <c:pt idx="9">
                  <c:v>CONSTRUCTION</c:v>
                </c:pt>
                <c:pt idx="10">
                  <c:v>SERVICES</c:v>
                </c:pt>
                <c:pt idx="11">
                  <c:v>FERTILISERS &amp; PESTICIDES</c:v>
                </c:pt>
                <c:pt idx="12">
                  <c:v>MEDIA &amp; ENTERTAINMENT</c:v>
                </c:pt>
              </c:strCache>
            </c:strRef>
          </c:cat>
          <c:val>
            <c:numRef>
              <c:f>rough_graphs!$T$19:$T$32</c:f>
              <c:numCache>
                <c:formatCode>General</c:formatCode>
                <c:ptCount val="13"/>
                <c:pt idx="5">
                  <c:v>4919404.5924509997</c:v>
                </c:pt>
              </c:numCache>
            </c:numRef>
          </c:val>
          <c:extLst>
            <c:ext xmlns:c16="http://schemas.microsoft.com/office/drawing/2014/chart" uri="{C3380CC4-5D6E-409C-BE32-E72D297353CC}">
              <c16:uniqueId val="{0000003E-7955-4FB6-8607-E44CF5FB6FEC}"/>
            </c:ext>
          </c:extLst>
        </c:ser>
        <c:ser>
          <c:idx val="19"/>
          <c:order val="19"/>
          <c:tx>
            <c:strRef>
              <c:f>rough_graphs!$U$17:$U$18</c:f>
              <c:strCache>
                <c:ptCount val="1"/>
                <c:pt idx="0">
                  <c:v>Hindalco Industries Ltd.</c:v>
                </c:pt>
              </c:strCache>
            </c:strRef>
          </c:tx>
          <c:spPr>
            <a:gradFill rotWithShape="1">
              <a:gsLst>
                <a:gs pos="0">
                  <a:schemeClr val="accent3">
                    <a:lumMod val="70000"/>
                    <a:lumOff val="30000"/>
                    <a:satMod val="103000"/>
                    <a:lumMod val="102000"/>
                    <a:tint val="94000"/>
                  </a:schemeClr>
                </a:gs>
                <a:gs pos="50000">
                  <a:schemeClr val="accent3">
                    <a:lumMod val="70000"/>
                    <a:lumOff val="30000"/>
                    <a:satMod val="110000"/>
                    <a:lumMod val="100000"/>
                    <a:shade val="100000"/>
                  </a:schemeClr>
                </a:gs>
                <a:gs pos="100000">
                  <a:schemeClr val="accent3">
                    <a:lumMod val="70000"/>
                    <a:lumOff val="30000"/>
                    <a:lumMod val="99000"/>
                    <a:satMod val="120000"/>
                    <a:shade val="78000"/>
                  </a:schemeClr>
                </a:gs>
              </a:gsLst>
              <a:lin ang="5400000" scaled="0"/>
            </a:gradFill>
            <a:ln>
              <a:noFill/>
            </a:ln>
            <a:effectLst/>
          </c:spPr>
          <c:invertIfNegative val="0"/>
          <c:cat>
            <c:strRef>
              <c:f>rough_graphs!$A$19:$A$32</c:f>
              <c:strCache>
                <c:ptCount val="13"/>
                <c:pt idx="0">
                  <c:v>FINANCIAL SERVICES</c:v>
                </c:pt>
                <c:pt idx="1">
                  <c:v>IT</c:v>
                </c:pt>
                <c:pt idx="2">
                  <c:v>ENERGY</c:v>
                </c:pt>
                <c:pt idx="3">
                  <c:v>CONSUMER GOODS</c:v>
                </c:pt>
                <c:pt idx="4">
                  <c:v>METALS</c:v>
                </c:pt>
                <c:pt idx="5">
                  <c:v>AUTOMOBILE</c:v>
                </c:pt>
                <c:pt idx="6">
                  <c:v>CEMENT &amp; CEMENT PRODUCTS</c:v>
                </c:pt>
                <c:pt idx="7">
                  <c:v>TELECOM</c:v>
                </c:pt>
                <c:pt idx="8">
                  <c:v>PHARMA</c:v>
                </c:pt>
                <c:pt idx="9">
                  <c:v>CONSTRUCTION</c:v>
                </c:pt>
                <c:pt idx="10">
                  <c:v>SERVICES</c:v>
                </c:pt>
                <c:pt idx="11">
                  <c:v>FERTILISERS &amp; PESTICIDES</c:v>
                </c:pt>
                <c:pt idx="12">
                  <c:v>MEDIA &amp; ENTERTAINMENT</c:v>
                </c:pt>
              </c:strCache>
            </c:strRef>
          </c:cat>
          <c:val>
            <c:numRef>
              <c:f>rough_graphs!$U$19:$U$32</c:f>
              <c:numCache>
                <c:formatCode>General</c:formatCode>
                <c:ptCount val="13"/>
                <c:pt idx="4">
                  <c:v>10686416.17412</c:v>
                </c:pt>
              </c:numCache>
            </c:numRef>
          </c:val>
          <c:extLst>
            <c:ext xmlns:c16="http://schemas.microsoft.com/office/drawing/2014/chart" uri="{C3380CC4-5D6E-409C-BE32-E72D297353CC}">
              <c16:uniqueId val="{0000003F-7955-4FB6-8607-E44CF5FB6FEC}"/>
            </c:ext>
          </c:extLst>
        </c:ser>
        <c:ser>
          <c:idx val="20"/>
          <c:order val="20"/>
          <c:tx>
            <c:strRef>
              <c:f>rough_graphs!$V$17:$V$18</c:f>
              <c:strCache>
                <c:ptCount val="1"/>
                <c:pt idx="0">
                  <c:v>Hindustan Unilever Ltd.</c:v>
                </c:pt>
              </c:strCache>
            </c:strRef>
          </c:tx>
          <c:spPr>
            <a:gradFill rotWithShape="1">
              <a:gsLst>
                <a:gs pos="0">
                  <a:schemeClr val="accent5">
                    <a:lumMod val="70000"/>
                    <a:lumOff val="30000"/>
                    <a:satMod val="103000"/>
                    <a:lumMod val="102000"/>
                    <a:tint val="94000"/>
                  </a:schemeClr>
                </a:gs>
                <a:gs pos="50000">
                  <a:schemeClr val="accent5">
                    <a:lumMod val="70000"/>
                    <a:lumOff val="30000"/>
                    <a:satMod val="110000"/>
                    <a:lumMod val="100000"/>
                    <a:shade val="100000"/>
                  </a:schemeClr>
                </a:gs>
                <a:gs pos="100000">
                  <a:schemeClr val="accent5">
                    <a:lumMod val="70000"/>
                    <a:lumOff val="30000"/>
                    <a:lumMod val="99000"/>
                    <a:satMod val="120000"/>
                    <a:shade val="78000"/>
                  </a:schemeClr>
                </a:gs>
              </a:gsLst>
              <a:lin ang="5400000" scaled="0"/>
            </a:gradFill>
            <a:ln>
              <a:noFill/>
            </a:ln>
            <a:effectLst/>
          </c:spPr>
          <c:invertIfNegative val="0"/>
          <c:cat>
            <c:strRef>
              <c:f>rough_graphs!$A$19:$A$32</c:f>
              <c:strCache>
                <c:ptCount val="13"/>
                <c:pt idx="0">
                  <c:v>FINANCIAL SERVICES</c:v>
                </c:pt>
                <c:pt idx="1">
                  <c:v>IT</c:v>
                </c:pt>
                <c:pt idx="2">
                  <c:v>ENERGY</c:v>
                </c:pt>
                <c:pt idx="3">
                  <c:v>CONSUMER GOODS</c:v>
                </c:pt>
                <c:pt idx="4">
                  <c:v>METALS</c:v>
                </c:pt>
                <c:pt idx="5">
                  <c:v>AUTOMOBILE</c:v>
                </c:pt>
                <c:pt idx="6">
                  <c:v>CEMENT &amp; CEMENT PRODUCTS</c:v>
                </c:pt>
                <c:pt idx="7">
                  <c:v>TELECOM</c:v>
                </c:pt>
                <c:pt idx="8">
                  <c:v>PHARMA</c:v>
                </c:pt>
                <c:pt idx="9">
                  <c:v>CONSTRUCTION</c:v>
                </c:pt>
                <c:pt idx="10">
                  <c:v>SERVICES</c:v>
                </c:pt>
                <c:pt idx="11">
                  <c:v>FERTILISERS &amp; PESTICIDES</c:v>
                </c:pt>
                <c:pt idx="12">
                  <c:v>MEDIA &amp; ENTERTAINMENT</c:v>
                </c:pt>
              </c:strCache>
            </c:strRef>
          </c:cat>
          <c:val>
            <c:numRef>
              <c:f>rough_graphs!$V$19:$V$32</c:f>
              <c:numCache>
                <c:formatCode>General</c:formatCode>
                <c:ptCount val="13"/>
                <c:pt idx="3">
                  <c:v>55453878.170093</c:v>
                </c:pt>
              </c:numCache>
            </c:numRef>
          </c:val>
          <c:extLst>
            <c:ext xmlns:c16="http://schemas.microsoft.com/office/drawing/2014/chart" uri="{C3380CC4-5D6E-409C-BE32-E72D297353CC}">
              <c16:uniqueId val="{00000040-7955-4FB6-8607-E44CF5FB6FEC}"/>
            </c:ext>
          </c:extLst>
        </c:ser>
        <c:ser>
          <c:idx val="21"/>
          <c:order val="21"/>
          <c:tx>
            <c:strRef>
              <c:f>rough_graphs!$W$17:$W$18</c:f>
              <c:strCache>
                <c:ptCount val="1"/>
                <c:pt idx="0">
                  <c:v>Housing Development Finance Corporation Ltd.</c:v>
                </c:pt>
              </c:strCache>
            </c:strRef>
          </c:tx>
          <c:spPr>
            <a:gradFill rotWithShape="1">
              <a:gsLst>
                <a:gs pos="0">
                  <a:schemeClr val="accent1">
                    <a:lumMod val="70000"/>
                    <a:satMod val="103000"/>
                    <a:lumMod val="102000"/>
                    <a:tint val="94000"/>
                  </a:schemeClr>
                </a:gs>
                <a:gs pos="50000">
                  <a:schemeClr val="accent1">
                    <a:lumMod val="70000"/>
                    <a:satMod val="110000"/>
                    <a:lumMod val="100000"/>
                    <a:shade val="100000"/>
                  </a:schemeClr>
                </a:gs>
                <a:gs pos="100000">
                  <a:schemeClr val="accent1">
                    <a:lumMod val="70000"/>
                    <a:lumMod val="99000"/>
                    <a:satMod val="120000"/>
                    <a:shade val="78000"/>
                  </a:schemeClr>
                </a:gs>
              </a:gsLst>
              <a:lin ang="5400000" scaled="0"/>
            </a:gradFill>
            <a:ln>
              <a:noFill/>
            </a:ln>
            <a:effectLst/>
          </c:spPr>
          <c:invertIfNegative val="0"/>
          <c:cat>
            <c:strRef>
              <c:f>rough_graphs!$A$19:$A$32</c:f>
              <c:strCache>
                <c:ptCount val="13"/>
                <c:pt idx="0">
                  <c:v>FINANCIAL SERVICES</c:v>
                </c:pt>
                <c:pt idx="1">
                  <c:v>IT</c:v>
                </c:pt>
                <c:pt idx="2">
                  <c:v>ENERGY</c:v>
                </c:pt>
                <c:pt idx="3">
                  <c:v>CONSUMER GOODS</c:v>
                </c:pt>
                <c:pt idx="4">
                  <c:v>METALS</c:v>
                </c:pt>
                <c:pt idx="5">
                  <c:v>AUTOMOBILE</c:v>
                </c:pt>
                <c:pt idx="6">
                  <c:v>CEMENT &amp; CEMENT PRODUCTS</c:v>
                </c:pt>
                <c:pt idx="7">
                  <c:v>TELECOM</c:v>
                </c:pt>
                <c:pt idx="8">
                  <c:v>PHARMA</c:v>
                </c:pt>
                <c:pt idx="9">
                  <c:v>CONSTRUCTION</c:v>
                </c:pt>
                <c:pt idx="10">
                  <c:v>SERVICES</c:v>
                </c:pt>
                <c:pt idx="11">
                  <c:v>FERTILISERS &amp; PESTICIDES</c:v>
                </c:pt>
                <c:pt idx="12">
                  <c:v>MEDIA &amp; ENTERTAINMENT</c:v>
                </c:pt>
              </c:strCache>
            </c:strRef>
          </c:cat>
          <c:val>
            <c:numRef>
              <c:f>rough_graphs!$W$19:$W$32</c:f>
              <c:numCache>
                <c:formatCode>General</c:formatCode>
                <c:ptCount val="13"/>
                <c:pt idx="0">
                  <c:v>46770158.817913495</c:v>
                </c:pt>
              </c:numCache>
            </c:numRef>
          </c:val>
          <c:extLst>
            <c:ext xmlns:c16="http://schemas.microsoft.com/office/drawing/2014/chart" uri="{C3380CC4-5D6E-409C-BE32-E72D297353CC}">
              <c16:uniqueId val="{00000041-7955-4FB6-8607-E44CF5FB6FEC}"/>
            </c:ext>
          </c:extLst>
        </c:ser>
        <c:ser>
          <c:idx val="22"/>
          <c:order val="22"/>
          <c:tx>
            <c:strRef>
              <c:f>rough_graphs!$X$17:$X$18</c:f>
              <c:strCache>
                <c:ptCount val="1"/>
                <c:pt idx="0">
                  <c:v>ICICI Bank Ltd.</c:v>
                </c:pt>
              </c:strCache>
            </c:strRef>
          </c:tx>
          <c:spPr>
            <a:gradFill rotWithShape="1">
              <a:gsLst>
                <a:gs pos="0">
                  <a:schemeClr val="accent3">
                    <a:lumMod val="70000"/>
                    <a:satMod val="103000"/>
                    <a:lumMod val="102000"/>
                    <a:tint val="94000"/>
                  </a:schemeClr>
                </a:gs>
                <a:gs pos="50000">
                  <a:schemeClr val="accent3">
                    <a:lumMod val="70000"/>
                    <a:satMod val="110000"/>
                    <a:lumMod val="100000"/>
                    <a:shade val="100000"/>
                  </a:schemeClr>
                </a:gs>
                <a:gs pos="100000">
                  <a:schemeClr val="accent3">
                    <a:lumMod val="70000"/>
                    <a:lumMod val="99000"/>
                    <a:satMod val="120000"/>
                    <a:shade val="78000"/>
                  </a:schemeClr>
                </a:gs>
              </a:gsLst>
              <a:lin ang="5400000" scaled="0"/>
            </a:gradFill>
            <a:ln>
              <a:noFill/>
            </a:ln>
            <a:effectLst/>
          </c:spPr>
          <c:invertIfNegative val="0"/>
          <c:cat>
            <c:strRef>
              <c:f>rough_graphs!$A$19:$A$32</c:f>
              <c:strCache>
                <c:ptCount val="13"/>
                <c:pt idx="0">
                  <c:v>FINANCIAL SERVICES</c:v>
                </c:pt>
                <c:pt idx="1">
                  <c:v>IT</c:v>
                </c:pt>
                <c:pt idx="2">
                  <c:v>ENERGY</c:v>
                </c:pt>
                <c:pt idx="3">
                  <c:v>CONSUMER GOODS</c:v>
                </c:pt>
                <c:pt idx="4">
                  <c:v>METALS</c:v>
                </c:pt>
                <c:pt idx="5">
                  <c:v>AUTOMOBILE</c:v>
                </c:pt>
                <c:pt idx="6">
                  <c:v>CEMENT &amp; CEMENT PRODUCTS</c:v>
                </c:pt>
                <c:pt idx="7">
                  <c:v>TELECOM</c:v>
                </c:pt>
                <c:pt idx="8">
                  <c:v>PHARMA</c:v>
                </c:pt>
                <c:pt idx="9">
                  <c:v>CONSTRUCTION</c:v>
                </c:pt>
                <c:pt idx="10">
                  <c:v>SERVICES</c:v>
                </c:pt>
                <c:pt idx="11">
                  <c:v>FERTILISERS &amp; PESTICIDES</c:v>
                </c:pt>
                <c:pt idx="12">
                  <c:v>MEDIA &amp; ENTERTAINMENT</c:v>
                </c:pt>
              </c:strCache>
            </c:strRef>
          </c:cat>
          <c:val>
            <c:numRef>
              <c:f>rough_graphs!$X$19:$X$32</c:f>
              <c:numCache>
                <c:formatCode>General</c:formatCode>
                <c:ptCount val="13"/>
                <c:pt idx="0">
                  <c:v>51389612.296214998</c:v>
                </c:pt>
              </c:numCache>
            </c:numRef>
          </c:val>
          <c:extLst>
            <c:ext xmlns:c16="http://schemas.microsoft.com/office/drawing/2014/chart" uri="{C3380CC4-5D6E-409C-BE32-E72D297353CC}">
              <c16:uniqueId val="{00000042-7955-4FB6-8607-E44CF5FB6FEC}"/>
            </c:ext>
          </c:extLst>
        </c:ser>
        <c:ser>
          <c:idx val="23"/>
          <c:order val="23"/>
          <c:tx>
            <c:strRef>
              <c:f>rough_graphs!$Y$17:$Y$18</c:f>
              <c:strCache>
                <c:ptCount val="1"/>
                <c:pt idx="0">
                  <c:v>Indian Oil Corporation Ltd.</c:v>
                </c:pt>
              </c:strCache>
            </c:strRef>
          </c:tx>
          <c:spPr>
            <a:gradFill rotWithShape="1">
              <a:gsLst>
                <a:gs pos="0">
                  <a:schemeClr val="accent5">
                    <a:lumMod val="70000"/>
                    <a:satMod val="103000"/>
                    <a:lumMod val="102000"/>
                    <a:tint val="94000"/>
                  </a:schemeClr>
                </a:gs>
                <a:gs pos="50000">
                  <a:schemeClr val="accent5">
                    <a:lumMod val="70000"/>
                    <a:satMod val="110000"/>
                    <a:lumMod val="100000"/>
                    <a:shade val="100000"/>
                  </a:schemeClr>
                </a:gs>
                <a:gs pos="100000">
                  <a:schemeClr val="accent5">
                    <a:lumMod val="70000"/>
                    <a:lumMod val="99000"/>
                    <a:satMod val="120000"/>
                    <a:shade val="78000"/>
                  </a:schemeClr>
                </a:gs>
              </a:gsLst>
              <a:lin ang="5400000" scaled="0"/>
            </a:gradFill>
            <a:ln>
              <a:noFill/>
            </a:ln>
            <a:effectLst/>
          </c:spPr>
          <c:invertIfNegative val="0"/>
          <c:cat>
            <c:strRef>
              <c:f>rough_graphs!$A$19:$A$32</c:f>
              <c:strCache>
                <c:ptCount val="13"/>
                <c:pt idx="0">
                  <c:v>FINANCIAL SERVICES</c:v>
                </c:pt>
                <c:pt idx="1">
                  <c:v>IT</c:v>
                </c:pt>
                <c:pt idx="2">
                  <c:v>ENERGY</c:v>
                </c:pt>
                <c:pt idx="3">
                  <c:v>CONSUMER GOODS</c:v>
                </c:pt>
                <c:pt idx="4">
                  <c:v>METALS</c:v>
                </c:pt>
                <c:pt idx="5">
                  <c:v>AUTOMOBILE</c:v>
                </c:pt>
                <c:pt idx="6">
                  <c:v>CEMENT &amp; CEMENT PRODUCTS</c:v>
                </c:pt>
                <c:pt idx="7">
                  <c:v>TELECOM</c:v>
                </c:pt>
                <c:pt idx="8">
                  <c:v>PHARMA</c:v>
                </c:pt>
                <c:pt idx="9">
                  <c:v>CONSTRUCTION</c:v>
                </c:pt>
                <c:pt idx="10">
                  <c:v>SERVICES</c:v>
                </c:pt>
                <c:pt idx="11">
                  <c:v>FERTILISERS &amp; PESTICIDES</c:v>
                </c:pt>
                <c:pt idx="12">
                  <c:v>MEDIA &amp; ENTERTAINMENT</c:v>
                </c:pt>
              </c:strCache>
            </c:strRef>
          </c:cat>
          <c:val>
            <c:numRef>
              <c:f>rough_graphs!$Y$19:$Y$32</c:f>
              <c:numCache>
                <c:formatCode>General</c:formatCode>
                <c:ptCount val="13"/>
                <c:pt idx="2">
                  <c:v>10496787.198030001</c:v>
                </c:pt>
              </c:numCache>
            </c:numRef>
          </c:val>
          <c:extLst>
            <c:ext xmlns:c16="http://schemas.microsoft.com/office/drawing/2014/chart" uri="{C3380CC4-5D6E-409C-BE32-E72D297353CC}">
              <c16:uniqueId val="{00000043-7955-4FB6-8607-E44CF5FB6FEC}"/>
            </c:ext>
          </c:extLst>
        </c:ser>
        <c:ser>
          <c:idx val="24"/>
          <c:order val="24"/>
          <c:tx>
            <c:strRef>
              <c:f>rough_graphs!$Z$17:$Z$18</c:f>
              <c:strCache>
                <c:ptCount val="1"/>
                <c:pt idx="0">
                  <c:v>IndusInd Bank Ltd.</c:v>
                </c:pt>
              </c:strCache>
            </c:strRef>
          </c:tx>
          <c:spPr>
            <a:gradFill rotWithShape="1">
              <a:gsLst>
                <a:gs pos="0">
                  <a:schemeClr val="accent1">
                    <a:lumMod val="50000"/>
                    <a:lumOff val="50000"/>
                    <a:satMod val="103000"/>
                    <a:lumMod val="102000"/>
                    <a:tint val="94000"/>
                  </a:schemeClr>
                </a:gs>
                <a:gs pos="50000">
                  <a:schemeClr val="accent1">
                    <a:lumMod val="50000"/>
                    <a:lumOff val="50000"/>
                    <a:satMod val="110000"/>
                    <a:lumMod val="100000"/>
                    <a:shade val="100000"/>
                  </a:schemeClr>
                </a:gs>
                <a:gs pos="100000">
                  <a:schemeClr val="accent1">
                    <a:lumMod val="50000"/>
                    <a:lumOff val="50000"/>
                    <a:lumMod val="99000"/>
                    <a:satMod val="120000"/>
                    <a:shade val="78000"/>
                  </a:schemeClr>
                </a:gs>
              </a:gsLst>
              <a:lin ang="5400000" scaled="0"/>
            </a:gradFill>
            <a:ln>
              <a:noFill/>
            </a:ln>
            <a:effectLst/>
          </c:spPr>
          <c:invertIfNegative val="0"/>
          <c:cat>
            <c:strRef>
              <c:f>rough_graphs!$A$19:$A$32</c:f>
              <c:strCache>
                <c:ptCount val="13"/>
                <c:pt idx="0">
                  <c:v>FINANCIAL SERVICES</c:v>
                </c:pt>
                <c:pt idx="1">
                  <c:v>IT</c:v>
                </c:pt>
                <c:pt idx="2">
                  <c:v>ENERGY</c:v>
                </c:pt>
                <c:pt idx="3">
                  <c:v>CONSUMER GOODS</c:v>
                </c:pt>
                <c:pt idx="4">
                  <c:v>METALS</c:v>
                </c:pt>
                <c:pt idx="5">
                  <c:v>AUTOMOBILE</c:v>
                </c:pt>
                <c:pt idx="6">
                  <c:v>CEMENT &amp; CEMENT PRODUCTS</c:v>
                </c:pt>
                <c:pt idx="7">
                  <c:v>TELECOM</c:v>
                </c:pt>
                <c:pt idx="8">
                  <c:v>PHARMA</c:v>
                </c:pt>
                <c:pt idx="9">
                  <c:v>CONSTRUCTION</c:v>
                </c:pt>
                <c:pt idx="10">
                  <c:v>SERVICES</c:v>
                </c:pt>
                <c:pt idx="11">
                  <c:v>FERTILISERS &amp; PESTICIDES</c:v>
                </c:pt>
                <c:pt idx="12">
                  <c:v>MEDIA &amp; ENTERTAINMENT</c:v>
                </c:pt>
              </c:strCache>
            </c:strRef>
          </c:cat>
          <c:val>
            <c:numRef>
              <c:f>rough_graphs!$Z$19:$Z$32</c:f>
              <c:numCache>
                <c:formatCode>General</c:formatCode>
                <c:ptCount val="13"/>
                <c:pt idx="0">
                  <c:v>6879153.4175445</c:v>
                </c:pt>
              </c:numCache>
            </c:numRef>
          </c:val>
          <c:extLst>
            <c:ext xmlns:c16="http://schemas.microsoft.com/office/drawing/2014/chart" uri="{C3380CC4-5D6E-409C-BE32-E72D297353CC}">
              <c16:uniqueId val="{00000044-7955-4FB6-8607-E44CF5FB6FEC}"/>
            </c:ext>
          </c:extLst>
        </c:ser>
        <c:ser>
          <c:idx val="25"/>
          <c:order val="25"/>
          <c:tx>
            <c:strRef>
              <c:f>rough_graphs!$AA$17:$AA$18</c:f>
              <c:strCache>
                <c:ptCount val="1"/>
                <c:pt idx="0">
                  <c:v>Infosys Ltd.</c:v>
                </c:pt>
              </c:strCache>
            </c:strRef>
          </c:tx>
          <c:spPr>
            <a:gradFill rotWithShape="1">
              <a:gsLst>
                <a:gs pos="0">
                  <a:schemeClr val="accent3">
                    <a:lumMod val="50000"/>
                    <a:lumOff val="50000"/>
                    <a:satMod val="103000"/>
                    <a:lumMod val="102000"/>
                    <a:tint val="94000"/>
                  </a:schemeClr>
                </a:gs>
                <a:gs pos="50000">
                  <a:schemeClr val="accent3">
                    <a:lumMod val="50000"/>
                    <a:lumOff val="50000"/>
                    <a:satMod val="110000"/>
                    <a:lumMod val="100000"/>
                    <a:shade val="100000"/>
                  </a:schemeClr>
                </a:gs>
                <a:gs pos="100000">
                  <a:schemeClr val="accent3">
                    <a:lumMod val="50000"/>
                    <a:lumOff val="50000"/>
                    <a:lumMod val="99000"/>
                    <a:satMod val="120000"/>
                    <a:shade val="78000"/>
                  </a:schemeClr>
                </a:gs>
              </a:gsLst>
              <a:lin ang="5400000" scaled="0"/>
            </a:gradFill>
            <a:ln>
              <a:noFill/>
            </a:ln>
            <a:effectLst/>
          </c:spPr>
          <c:invertIfNegative val="0"/>
          <c:cat>
            <c:strRef>
              <c:f>rough_graphs!$A$19:$A$32</c:f>
              <c:strCache>
                <c:ptCount val="13"/>
                <c:pt idx="0">
                  <c:v>FINANCIAL SERVICES</c:v>
                </c:pt>
                <c:pt idx="1">
                  <c:v>IT</c:v>
                </c:pt>
                <c:pt idx="2">
                  <c:v>ENERGY</c:v>
                </c:pt>
                <c:pt idx="3">
                  <c:v>CONSUMER GOODS</c:v>
                </c:pt>
                <c:pt idx="4">
                  <c:v>METALS</c:v>
                </c:pt>
                <c:pt idx="5">
                  <c:v>AUTOMOBILE</c:v>
                </c:pt>
                <c:pt idx="6">
                  <c:v>CEMENT &amp; CEMENT PRODUCTS</c:v>
                </c:pt>
                <c:pt idx="7">
                  <c:v>TELECOM</c:v>
                </c:pt>
                <c:pt idx="8">
                  <c:v>PHARMA</c:v>
                </c:pt>
                <c:pt idx="9">
                  <c:v>CONSTRUCTION</c:v>
                </c:pt>
                <c:pt idx="10">
                  <c:v>SERVICES</c:v>
                </c:pt>
                <c:pt idx="11">
                  <c:v>FERTILISERS &amp; PESTICIDES</c:v>
                </c:pt>
                <c:pt idx="12">
                  <c:v>MEDIA &amp; ENTERTAINMENT</c:v>
                </c:pt>
              </c:strCache>
            </c:strRef>
          </c:cat>
          <c:val>
            <c:numRef>
              <c:f>rough_graphs!$AA$19:$AA$32</c:f>
              <c:numCache>
                <c:formatCode>General</c:formatCode>
                <c:ptCount val="13"/>
                <c:pt idx="1">
                  <c:v>80445056.006362498</c:v>
                </c:pt>
              </c:numCache>
            </c:numRef>
          </c:val>
          <c:extLst>
            <c:ext xmlns:c16="http://schemas.microsoft.com/office/drawing/2014/chart" uri="{C3380CC4-5D6E-409C-BE32-E72D297353CC}">
              <c16:uniqueId val="{00000045-7955-4FB6-8607-E44CF5FB6FEC}"/>
            </c:ext>
          </c:extLst>
        </c:ser>
        <c:ser>
          <c:idx val="26"/>
          <c:order val="26"/>
          <c:tx>
            <c:strRef>
              <c:f>rough_graphs!$AB$17:$AB$18</c:f>
              <c:strCache>
                <c:ptCount val="1"/>
                <c:pt idx="0">
                  <c:v>ITC Ltd.</c:v>
                </c:pt>
              </c:strCache>
            </c:strRef>
          </c:tx>
          <c:spPr>
            <a:gradFill rotWithShape="1">
              <a:gsLst>
                <a:gs pos="0">
                  <a:schemeClr val="accent5">
                    <a:lumMod val="50000"/>
                    <a:lumOff val="50000"/>
                    <a:satMod val="103000"/>
                    <a:lumMod val="102000"/>
                    <a:tint val="94000"/>
                  </a:schemeClr>
                </a:gs>
                <a:gs pos="50000">
                  <a:schemeClr val="accent5">
                    <a:lumMod val="50000"/>
                    <a:lumOff val="50000"/>
                    <a:satMod val="110000"/>
                    <a:lumMod val="100000"/>
                    <a:shade val="100000"/>
                  </a:schemeClr>
                </a:gs>
                <a:gs pos="100000">
                  <a:schemeClr val="accent5">
                    <a:lumMod val="50000"/>
                    <a:lumOff val="50000"/>
                    <a:lumMod val="99000"/>
                    <a:satMod val="120000"/>
                    <a:shade val="78000"/>
                  </a:schemeClr>
                </a:gs>
              </a:gsLst>
              <a:lin ang="5400000" scaled="0"/>
            </a:gradFill>
            <a:ln>
              <a:noFill/>
            </a:ln>
            <a:effectLst/>
          </c:spPr>
          <c:invertIfNegative val="0"/>
          <c:cat>
            <c:strRef>
              <c:f>rough_graphs!$A$19:$A$32</c:f>
              <c:strCache>
                <c:ptCount val="13"/>
                <c:pt idx="0">
                  <c:v>FINANCIAL SERVICES</c:v>
                </c:pt>
                <c:pt idx="1">
                  <c:v>IT</c:v>
                </c:pt>
                <c:pt idx="2">
                  <c:v>ENERGY</c:v>
                </c:pt>
                <c:pt idx="3">
                  <c:v>CONSUMER GOODS</c:v>
                </c:pt>
                <c:pt idx="4">
                  <c:v>METALS</c:v>
                </c:pt>
                <c:pt idx="5">
                  <c:v>AUTOMOBILE</c:v>
                </c:pt>
                <c:pt idx="6">
                  <c:v>CEMENT &amp; CEMENT PRODUCTS</c:v>
                </c:pt>
                <c:pt idx="7">
                  <c:v>TELECOM</c:v>
                </c:pt>
                <c:pt idx="8">
                  <c:v>PHARMA</c:v>
                </c:pt>
                <c:pt idx="9">
                  <c:v>CONSTRUCTION</c:v>
                </c:pt>
                <c:pt idx="10">
                  <c:v>SERVICES</c:v>
                </c:pt>
                <c:pt idx="11">
                  <c:v>FERTILISERS &amp; PESTICIDES</c:v>
                </c:pt>
                <c:pt idx="12">
                  <c:v>MEDIA &amp; ENTERTAINMENT</c:v>
                </c:pt>
              </c:strCache>
            </c:strRef>
          </c:cat>
          <c:val>
            <c:numRef>
              <c:f>rough_graphs!$AB$19:$AB$32</c:f>
              <c:numCache>
                <c:formatCode>General</c:formatCode>
                <c:ptCount val="13"/>
                <c:pt idx="3">
                  <c:v>26869512.555851001</c:v>
                </c:pt>
              </c:numCache>
            </c:numRef>
          </c:val>
          <c:extLst>
            <c:ext xmlns:c16="http://schemas.microsoft.com/office/drawing/2014/chart" uri="{C3380CC4-5D6E-409C-BE32-E72D297353CC}">
              <c16:uniqueId val="{00000046-7955-4FB6-8607-E44CF5FB6FEC}"/>
            </c:ext>
          </c:extLst>
        </c:ser>
        <c:ser>
          <c:idx val="27"/>
          <c:order val="27"/>
          <c:tx>
            <c:strRef>
              <c:f>rough_graphs!$AC$17:$AC$18</c:f>
              <c:strCache>
                <c:ptCount val="1"/>
                <c:pt idx="0">
                  <c:v>JSW Steel Ltd.</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invertIfNegative val="0"/>
          <c:cat>
            <c:strRef>
              <c:f>rough_graphs!$A$19:$A$32</c:f>
              <c:strCache>
                <c:ptCount val="13"/>
                <c:pt idx="0">
                  <c:v>FINANCIAL SERVICES</c:v>
                </c:pt>
                <c:pt idx="1">
                  <c:v>IT</c:v>
                </c:pt>
                <c:pt idx="2">
                  <c:v>ENERGY</c:v>
                </c:pt>
                <c:pt idx="3">
                  <c:v>CONSUMER GOODS</c:v>
                </c:pt>
                <c:pt idx="4">
                  <c:v>METALS</c:v>
                </c:pt>
                <c:pt idx="5">
                  <c:v>AUTOMOBILE</c:v>
                </c:pt>
                <c:pt idx="6">
                  <c:v>CEMENT &amp; CEMENT PRODUCTS</c:v>
                </c:pt>
                <c:pt idx="7">
                  <c:v>TELECOM</c:v>
                </c:pt>
                <c:pt idx="8">
                  <c:v>PHARMA</c:v>
                </c:pt>
                <c:pt idx="9">
                  <c:v>CONSTRUCTION</c:v>
                </c:pt>
                <c:pt idx="10">
                  <c:v>SERVICES</c:v>
                </c:pt>
                <c:pt idx="11">
                  <c:v>FERTILISERS &amp; PESTICIDES</c:v>
                </c:pt>
                <c:pt idx="12">
                  <c:v>MEDIA &amp; ENTERTAINMENT</c:v>
                </c:pt>
              </c:strCache>
            </c:strRef>
          </c:cat>
          <c:val>
            <c:numRef>
              <c:f>rough_graphs!$AC$19:$AC$32</c:f>
              <c:numCache>
                <c:formatCode>General</c:formatCode>
                <c:ptCount val="13"/>
                <c:pt idx="4">
                  <c:v>15855757.47618</c:v>
                </c:pt>
              </c:numCache>
            </c:numRef>
          </c:val>
          <c:extLst>
            <c:ext xmlns:c16="http://schemas.microsoft.com/office/drawing/2014/chart" uri="{C3380CC4-5D6E-409C-BE32-E72D297353CC}">
              <c16:uniqueId val="{00000047-7955-4FB6-8607-E44CF5FB6FEC}"/>
            </c:ext>
          </c:extLst>
        </c:ser>
        <c:ser>
          <c:idx val="28"/>
          <c:order val="28"/>
          <c:tx>
            <c:strRef>
              <c:f>rough_graphs!$AD$17:$AD$18</c:f>
              <c:strCache>
                <c:ptCount val="1"/>
                <c:pt idx="0">
                  <c:v>Kotak Mahindra Bank Ltd.</c:v>
                </c:pt>
              </c:strCache>
            </c:strRef>
          </c:tx>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c:spPr>
          <c:invertIfNegative val="0"/>
          <c:cat>
            <c:strRef>
              <c:f>rough_graphs!$A$19:$A$32</c:f>
              <c:strCache>
                <c:ptCount val="13"/>
                <c:pt idx="0">
                  <c:v>FINANCIAL SERVICES</c:v>
                </c:pt>
                <c:pt idx="1">
                  <c:v>IT</c:v>
                </c:pt>
                <c:pt idx="2">
                  <c:v>ENERGY</c:v>
                </c:pt>
                <c:pt idx="3">
                  <c:v>CONSUMER GOODS</c:v>
                </c:pt>
                <c:pt idx="4">
                  <c:v>METALS</c:v>
                </c:pt>
                <c:pt idx="5">
                  <c:v>AUTOMOBILE</c:v>
                </c:pt>
                <c:pt idx="6">
                  <c:v>CEMENT &amp; CEMENT PRODUCTS</c:v>
                </c:pt>
                <c:pt idx="7">
                  <c:v>TELECOM</c:v>
                </c:pt>
                <c:pt idx="8">
                  <c:v>PHARMA</c:v>
                </c:pt>
                <c:pt idx="9">
                  <c:v>CONSTRUCTION</c:v>
                </c:pt>
                <c:pt idx="10">
                  <c:v>SERVICES</c:v>
                </c:pt>
                <c:pt idx="11">
                  <c:v>FERTILISERS &amp; PESTICIDES</c:v>
                </c:pt>
                <c:pt idx="12">
                  <c:v>MEDIA &amp; ENTERTAINMENT</c:v>
                </c:pt>
              </c:strCache>
            </c:strRef>
          </c:cat>
          <c:val>
            <c:numRef>
              <c:f>rough_graphs!$AD$19:$AD$32</c:f>
              <c:numCache>
                <c:formatCode>General</c:formatCode>
                <c:ptCount val="13"/>
                <c:pt idx="0">
                  <c:v>35627227.821848996</c:v>
                </c:pt>
              </c:numCache>
            </c:numRef>
          </c:val>
          <c:extLst>
            <c:ext xmlns:c16="http://schemas.microsoft.com/office/drawing/2014/chart" uri="{C3380CC4-5D6E-409C-BE32-E72D297353CC}">
              <c16:uniqueId val="{00000048-7955-4FB6-8607-E44CF5FB6FEC}"/>
            </c:ext>
          </c:extLst>
        </c:ser>
        <c:ser>
          <c:idx val="29"/>
          <c:order val="29"/>
          <c:tx>
            <c:strRef>
              <c:f>rough_graphs!$AE$17:$AE$18</c:f>
              <c:strCache>
                <c:ptCount val="1"/>
                <c:pt idx="0">
                  <c:v>Larsen &amp; Toubro Ltd.</c:v>
                </c:pt>
              </c:strCache>
            </c:strRef>
          </c:tx>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c:spPr>
          <c:invertIfNegative val="0"/>
          <c:cat>
            <c:strRef>
              <c:f>rough_graphs!$A$19:$A$32</c:f>
              <c:strCache>
                <c:ptCount val="13"/>
                <c:pt idx="0">
                  <c:v>FINANCIAL SERVICES</c:v>
                </c:pt>
                <c:pt idx="1">
                  <c:v>IT</c:v>
                </c:pt>
                <c:pt idx="2">
                  <c:v>ENERGY</c:v>
                </c:pt>
                <c:pt idx="3">
                  <c:v>CONSUMER GOODS</c:v>
                </c:pt>
                <c:pt idx="4">
                  <c:v>METALS</c:v>
                </c:pt>
                <c:pt idx="5">
                  <c:v>AUTOMOBILE</c:v>
                </c:pt>
                <c:pt idx="6">
                  <c:v>CEMENT &amp; CEMENT PRODUCTS</c:v>
                </c:pt>
                <c:pt idx="7">
                  <c:v>TELECOM</c:v>
                </c:pt>
                <c:pt idx="8">
                  <c:v>PHARMA</c:v>
                </c:pt>
                <c:pt idx="9">
                  <c:v>CONSTRUCTION</c:v>
                </c:pt>
                <c:pt idx="10">
                  <c:v>SERVICES</c:v>
                </c:pt>
                <c:pt idx="11">
                  <c:v>FERTILISERS &amp; PESTICIDES</c:v>
                </c:pt>
                <c:pt idx="12">
                  <c:v>MEDIA &amp; ENTERTAINMENT</c:v>
                </c:pt>
              </c:strCache>
            </c:strRef>
          </c:cat>
          <c:val>
            <c:numRef>
              <c:f>rough_graphs!$AE$19:$AE$32</c:f>
              <c:numCache>
                <c:formatCode>General</c:formatCode>
                <c:ptCount val="13"/>
                <c:pt idx="9">
                  <c:v>26634347.663052998</c:v>
                </c:pt>
              </c:numCache>
            </c:numRef>
          </c:val>
          <c:extLst>
            <c:ext xmlns:c16="http://schemas.microsoft.com/office/drawing/2014/chart" uri="{C3380CC4-5D6E-409C-BE32-E72D297353CC}">
              <c16:uniqueId val="{00000049-7955-4FB6-8607-E44CF5FB6FEC}"/>
            </c:ext>
          </c:extLst>
        </c:ser>
        <c:ser>
          <c:idx val="30"/>
          <c:order val="30"/>
          <c:tx>
            <c:strRef>
              <c:f>rough_graphs!$AF$17:$AF$18</c:f>
              <c:strCache>
                <c:ptCount val="1"/>
                <c:pt idx="0">
                  <c:v>Mahindra &amp; Mahindra Ltd.</c:v>
                </c:pt>
              </c:strCache>
            </c:strRef>
          </c:tx>
          <c:spPr>
            <a:gradFill rotWithShape="1">
              <a:gsLst>
                <a:gs pos="0">
                  <a:schemeClr val="accent1">
                    <a:lumMod val="60000"/>
                    <a:satMod val="103000"/>
                    <a:lumMod val="102000"/>
                    <a:tint val="94000"/>
                  </a:schemeClr>
                </a:gs>
                <a:gs pos="50000">
                  <a:schemeClr val="accent1">
                    <a:lumMod val="60000"/>
                    <a:satMod val="110000"/>
                    <a:lumMod val="100000"/>
                    <a:shade val="100000"/>
                  </a:schemeClr>
                </a:gs>
                <a:gs pos="100000">
                  <a:schemeClr val="accent1">
                    <a:lumMod val="60000"/>
                    <a:lumMod val="99000"/>
                    <a:satMod val="120000"/>
                    <a:shade val="78000"/>
                  </a:schemeClr>
                </a:gs>
              </a:gsLst>
              <a:lin ang="5400000" scaled="0"/>
            </a:gradFill>
            <a:ln>
              <a:noFill/>
            </a:ln>
            <a:effectLst/>
          </c:spPr>
          <c:invertIfNegative val="0"/>
          <c:cat>
            <c:strRef>
              <c:f>rough_graphs!$A$19:$A$32</c:f>
              <c:strCache>
                <c:ptCount val="13"/>
                <c:pt idx="0">
                  <c:v>FINANCIAL SERVICES</c:v>
                </c:pt>
                <c:pt idx="1">
                  <c:v>IT</c:v>
                </c:pt>
                <c:pt idx="2">
                  <c:v>ENERGY</c:v>
                </c:pt>
                <c:pt idx="3">
                  <c:v>CONSUMER GOODS</c:v>
                </c:pt>
                <c:pt idx="4">
                  <c:v>METALS</c:v>
                </c:pt>
                <c:pt idx="5">
                  <c:v>AUTOMOBILE</c:v>
                </c:pt>
                <c:pt idx="6">
                  <c:v>CEMENT &amp; CEMENT PRODUCTS</c:v>
                </c:pt>
                <c:pt idx="7">
                  <c:v>TELECOM</c:v>
                </c:pt>
                <c:pt idx="8">
                  <c:v>PHARMA</c:v>
                </c:pt>
                <c:pt idx="9">
                  <c:v>CONSTRUCTION</c:v>
                </c:pt>
                <c:pt idx="10">
                  <c:v>SERVICES</c:v>
                </c:pt>
                <c:pt idx="11">
                  <c:v>FERTILISERS &amp; PESTICIDES</c:v>
                </c:pt>
                <c:pt idx="12">
                  <c:v>MEDIA &amp; ENTERTAINMENT</c:v>
                </c:pt>
              </c:strCache>
            </c:strRef>
          </c:cat>
          <c:val>
            <c:numRef>
              <c:f>rough_graphs!$AF$19:$AF$32</c:f>
              <c:numCache>
                <c:formatCode>General</c:formatCode>
                <c:ptCount val="13"/>
                <c:pt idx="5">
                  <c:v>10407386.382096</c:v>
                </c:pt>
              </c:numCache>
            </c:numRef>
          </c:val>
          <c:extLst>
            <c:ext xmlns:c16="http://schemas.microsoft.com/office/drawing/2014/chart" uri="{C3380CC4-5D6E-409C-BE32-E72D297353CC}">
              <c16:uniqueId val="{0000004A-7955-4FB6-8607-E44CF5FB6FEC}"/>
            </c:ext>
          </c:extLst>
        </c:ser>
        <c:ser>
          <c:idx val="31"/>
          <c:order val="31"/>
          <c:tx>
            <c:strRef>
              <c:f>rough_graphs!$AG$17:$AG$18</c:f>
              <c:strCache>
                <c:ptCount val="1"/>
                <c:pt idx="0">
                  <c:v>Maruti Suzuki India Ltd.</c:v>
                </c:pt>
              </c:strCache>
            </c:strRef>
          </c:tx>
          <c:spPr>
            <a:gradFill rotWithShape="1">
              <a:gsLst>
                <a:gs pos="0">
                  <a:schemeClr val="accent3">
                    <a:lumMod val="60000"/>
                    <a:satMod val="103000"/>
                    <a:lumMod val="102000"/>
                    <a:tint val="94000"/>
                  </a:schemeClr>
                </a:gs>
                <a:gs pos="50000">
                  <a:schemeClr val="accent3">
                    <a:lumMod val="60000"/>
                    <a:satMod val="110000"/>
                    <a:lumMod val="100000"/>
                    <a:shade val="100000"/>
                  </a:schemeClr>
                </a:gs>
                <a:gs pos="100000">
                  <a:schemeClr val="accent3">
                    <a:lumMod val="60000"/>
                    <a:lumMod val="99000"/>
                    <a:satMod val="120000"/>
                    <a:shade val="78000"/>
                  </a:schemeClr>
                </a:gs>
              </a:gsLst>
              <a:lin ang="5400000" scaled="0"/>
            </a:gradFill>
            <a:ln>
              <a:noFill/>
            </a:ln>
            <a:effectLst/>
          </c:spPr>
          <c:invertIfNegative val="0"/>
          <c:cat>
            <c:strRef>
              <c:f>rough_graphs!$A$19:$A$32</c:f>
              <c:strCache>
                <c:ptCount val="13"/>
                <c:pt idx="0">
                  <c:v>FINANCIAL SERVICES</c:v>
                </c:pt>
                <c:pt idx="1">
                  <c:v>IT</c:v>
                </c:pt>
                <c:pt idx="2">
                  <c:v>ENERGY</c:v>
                </c:pt>
                <c:pt idx="3">
                  <c:v>CONSUMER GOODS</c:v>
                </c:pt>
                <c:pt idx="4">
                  <c:v>METALS</c:v>
                </c:pt>
                <c:pt idx="5">
                  <c:v>AUTOMOBILE</c:v>
                </c:pt>
                <c:pt idx="6">
                  <c:v>CEMENT &amp; CEMENT PRODUCTS</c:v>
                </c:pt>
                <c:pt idx="7">
                  <c:v>TELECOM</c:v>
                </c:pt>
                <c:pt idx="8">
                  <c:v>PHARMA</c:v>
                </c:pt>
                <c:pt idx="9">
                  <c:v>CONSTRUCTION</c:v>
                </c:pt>
                <c:pt idx="10">
                  <c:v>SERVICES</c:v>
                </c:pt>
                <c:pt idx="11">
                  <c:v>FERTILISERS &amp; PESTICIDES</c:v>
                </c:pt>
                <c:pt idx="12">
                  <c:v>MEDIA &amp; ENTERTAINMENT</c:v>
                </c:pt>
              </c:strCache>
            </c:strRef>
          </c:cat>
          <c:val>
            <c:numRef>
              <c:f>rough_graphs!$AG$19:$AG$32</c:f>
              <c:numCache>
                <c:formatCode>General</c:formatCode>
                <c:ptCount val="13"/>
                <c:pt idx="5">
                  <c:v>22433824.615869999</c:v>
                </c:pt>
              </c:numCache>
            </c:numRef>
          </c:val>
          <c:extLst>
            <c:ext xmlns:c16="http://schemas.microsoft.com/office/drawing/2014/chart" uri="{C3380CC4-5D6E-409C-BE32-E72D297353CC}">
              <c16:uniqueId val="{0000004B-7955-4FB6-8607-E44CF5FB6FEC}"/>
            </c:ext>
          </c:extLst>
        </c:ser>
        <c:ser>
          <c:idx val="32"/>
          <c:order val="32"/>
          <c:tx>
            <c:strRef>
              <c:f>rough_graphs!$AH$17:$AH$18</c:f>
              <c:strCache>
                <c:ptCount val="1"/>
                <c:pt idx="0">
                  <c:v>Nestle India Ltd.</c:v>
                </c:pt>
              </c:strCache>
            </c:strRef>
          </c:tx>
          <c:spPr>
            <a:gradFill rotWithShape="1">
              <a:gsLst>
                <a:gs pos="0">
                  <a:schemeClr val="accent5">
                    <a:lumMod val="60000"/>
                    <a:satMod val="103000"/>
                    <a:lumMod val="102000"/>
                    <a:tint val="94000"/>
                  </a:schemeClr>
                </a:gs>
                <a:gs pos="50000">
                  <a:schemeClr val="accent5">
                    <a:lumMod val="60000"/>
                    <a:satMod val="110000"/>
                    <a:lumMod val="100000"/>
                    <a:shade val="100000"/>
                  </a:schemeClr>
                </a:gs>
                <a:gs pos="100000">
                  <a:schemeClr val="accent5">
                    <a:lumMod val="60000"/>
                    <a:lumMod val="99000"/>
                    <a:satMod val="120000"/>
                    <a:shade val="78000"/>
                  </a:schemeClr>
                </a:gs>
              </a:gsLst>
              <a:lin ang="5400000" scaled="0"/>
            </a:gradFill>
            <a:ln>
              <a:noFill/>
            </a:ln>
            <a:effectLst/>
          </c:spPr>
          <c:invertIfNegative val="0"/>
          <c:cat>
            <c:strRef>
              <c:f>rough_graphs!$A$19:$A$32</c:f>
              <c:strCache>
                <c:ptCount val="13"/>
                <c:pt idx="0">
                  <c:v>FINANCIAL SERVICES</c:v>
                </c:pt>
                <c:pt idx="1">
                  <c:v>IT</c:v>
                </c:pt>
                <c:pt idx="2">
                  <c:v>ENERGY</c:v>
                </c:pt>
                <c:pt idx="3">
                  <c:v>CONSUMER GOODS</c:v>
                </c:pt>
                <c:pt idx="4">
                  <c:v>METALS</c:v>
                </c:pt>
                <c:pt idx="5">
                  <c:v>AUTOMOBILE</c:v>
                </c:pt>
                <c:pt idx="6">
                  <c:v>CEMENT &amp; CEMENT PRODUCTS</c:v>
                </c:pt>
                <c:pt idx="7">
                  <c:v>TELECOM</c:v>
                </c:pt>
                <c:pt idx="8">
                  <c:v>PHARMA</c:v>
                </c:pt>
                <c:pt idx="9">
                  <c:v>CONSTRUCTION</c:v>
                </c:pt>
                <c:pt idx="10">
                  <c:v>SERVICES</c:v>
                </c:pt>
                <c:pt idx="11">
                  <c:v>FERTILISERS &amp; PESTICIDES</c:v>
                </c:pt>
                <c:pt idx="12">
                  <c:v>MEDIA &amp; ENTERTAINMENT</c:v>
                </c:pt>
              </c:strCache>
            </c:strRef>
          </c:cat>
          <c:val>
            <c:numRef>
              <c:f>rough_graphs!$AH$19:$AH$32</c:f>
              <c:numCache>
                <c:formatCode>General</c:formatCode>
                <c:ptCount val="13"/>
                <c:pt idx="3">
                  <c:v>0</c:v>
                </c:pt>
              </c:numCache>
            </c:numRef>
          </c:val>
          <c:extLst>
            <c:ext xmlns:c16="http://schemas.microsoft.com/office/drawing/2014/chart" uri="{C3380CC4-5D6E-409C-BE32-E72D297353CC}">
              <c16:uniqueId val="{0000004C-7955-4FB6-8607-E44CF5FB6FEC}"/>
            </c:ext>
          </c:extLst>
        </c:ser>
        <c:ser>
          <c:idx val="33"/>
          <c:order val="33"/>
          <c:tx>
            <c:strRef>
              <c:f>rough_graphs!$AI$17:$AI$18</c:f>
              <c:strCache>
                <c:ptCount val="1"/>
                <c:pt idx="0">
                  <c:v>NTPC Ltd.</c:v>
                </c:pt>
              </c:strCache>
            </c:strRef>
          </c:tx>
          <c:spPr>
            <a:gradFill rotWithShape="1">
              <a:gsLst>
                <a:gs pos="0">
                  <a:schemeClr val="accent1">
                    <a:lumMod val="80000"/>
                    <a:lumOff val="20000"/>
                    <a:satMod val="103000"/>
                    <a:lumMod val="102000"/>
                    <a:tint val="94000"/>
                  </a:schemeClr>
                </a:gs>
                <a:gs pos="50000">
                  <a:schemeClr val="accent1">
                    <a:lumMod val="80000"/>
                    <a:lumOff val="20000"/>
                    <a:satMod val="110000"/>
                    <a:lumMod val="100000"/>
                    <a:shade val="100000"/>
                  </a:schemeClr>
                </a:gs>
                <a:gs pos="100000">
                  <a:schemeClr val="accent1">
                    <a:lumMod val="80000"/>
                    <a:lumOff val="20000"/>
                    <a:lumMod val="99000"/>
                    <a:satMod val="120000"/>
                    <a:shade val="78000"/>
                  </a:schemeClr>
                </a:gs>
              </a:gsLst>
              <a:lin ang="5400000" scaled="0"/>
            </a:gradFill>
            <a:ln>
              <a:noFill/>
            </a:ln>
            <a:effectLst/>
          </c:spPr>
          <c:invertIfNegative val="0"/>
          <c:cat>
            <c:strRef>
              <c:f>rough_graphs!$A$19:$A$32</c:f>
              <c:strCache>
                <c:ptCount val="13"/>
                <c:pt idx="0">
                  <c:v>FINANCIAL SERVICES</c:v>
                </c:pt>
                <c:pt idx="1">
                  <c:v>IT</c:v>
                </c:pt>
                <c:pt idx="2">
                  <c:v>ENERGY</c:v>
                </c:pt>
                <c:pt idx="3">
                  <c:v>CONSUMER GOODS</c:v>
                </c:pt>
                <c:pt idx="4">
                  <c:v>METALS</c:v>
                </c:pt>
                <c:pt idx="5">
                  <c:v>AUTOMOBILE</c:v>
                </c:pt>
                <c:pt idx="6">
                  <c:v>CEMENT &amp; CEMENT PRODUCTS</c:v>
                </c:pt>
                <c:pt idx="7">
                  <c:v>TELECOM</c:v>
                </c:pt>
                <c:pt idx="8">
                  <c:v>PHARMA</c:v>
                </c:pt>
                <c:pt idx="9">
                  <c:v>CONSTRUCTION</c:v>
                </c:pt>
                <c:pt idx="10">
                  <c:v>SERVICES</c:v>
                </c:pt>
                <c:pt idx="11">
                  <c:v>FERTILISERS &amp; PESTICIDES</c:v>
                </c:pt>
                <c:pt idx="12">
                  <c:v>MEDIA &amp; ENTERTAINMENT</c:v>
                </c:pt>
              </c:strCache>
            </c:strRef>
          </c:cat>
          <c:val>
            <c:numRef>
              <c:f>rough_graphs!$AI$19:$AI$32</c:f>
              <c:numCache>
                <c:formatCode>General</c:formatCode>
                <c:ptCount val="13"/>
                <c:pt idx="2">
                  <c:v>12062652.670696001</c:v>
                </c:pt>
              </c:numCache>
            </c:numRef>
          </c:val>
          <c:extLst>
            <c:ext xmlns:c16="http://schemas.microsoft.com/office/drawing/2014/chart" uri="{C3380CC4-5D6E-409C-BE32-E72D297353CC}">
              <c16:uniqueId val="{0000004D-7955-4FB6-8607-E44CF5FB6FEC}"/>
            </c:ext>
          </c:extLst>
        </c:ser>
        <c:ser>
          <c:idx val="34"/>
          <c:order val="34"/>
          <c:tx>
            <c:strRef>
              <c:f>rough_graphs!$AJ$17:$AJ$18</c:f>
              <c:strCache>
                <c:ptCount val="1"/>
                <c:pt idx="0">
                  <c:v>Oil &amp; Natural Gas Corporation Ltd.</c:v>
                </c:pt>
              </c:strCache>
            </c:strRef>
          </c:tx>
          <c:spPr>
            <a:gradFill rotWithShape="1">
              <a:gsLst>
                <a:gs pos="0">
                  <a:schemeClr val="accent3">
                    <a:lumMod val="80000"/>
                    <a:lumOff val="20000"/>
                    <a:satMod val="103000"/>
                    <a:lumMod val="102000"/>
                    <a:tint val="94000"/>
                  </a:schemeClr>
                </a:gs>
                <a:gs pos="50000">
                  <a:schemeClr val="accent3">
                    <a:lumMod val="80000"/>
                    <a:lumOff val="20000"/>
                    <a:satMod val="110000"/>
                    <a:lumMod val="100000"/>
                    <a:shade val="100000"/>
                  </a:schemeClr>
                </a:gs>
                <a:gs pos="100000">
                  <a:schemeClr val="accent3">
                    <a:lumMod val="80000"/>
                    <a:lumOff val="20000"/>
                    <a:lumMod val="99000"/>
                    <a:satMod val="120000"/>
                    <a:shade val="78000"/>
                  </a:schemeClr>
                </a:gs>
              </a:gsLst>
              <a:lin ang="5400000" scaled="0"/>
            </a:gradFill>
            <a:ln>
              <a:noFill/>
            </a:ln>
            <a:effectLst/>
          </c:spPr>
          <c:invertIfNegative val="0"/>
          <c:cat>
            <c:strRef>
              <c:f>rough_graphs!$A$19:$A$32</c:f>
              <c:strCache>
                <c:ptCount val="13"/>
                <c:pt idx="0">
                  <c:v>FINANCIAL SERVICES</c:v>
                </c:pt>
                <c:pt idx="1">
                  <c:v>IT</c:v>
                </c:pt>
                <c:pt idx="2">
                  <c:v>ENERGY</c:v>
                </c:pt>
                <c:pt idx="3">
                  <c:v>CONSUMER GOODS</c:v>
                </c:pt>
                <c:pt idx="4">
                  <c:v>METALS</c:v>
                </c:pt>
                <c:pt idx="5">
                  <c:v>AUTOMOBILE</c:v>
                </c:pt>
                <c:pt idx="6">
                  <c:v>CEMENT &amp; CEMENT PRODUCTS</c:v>
                </c:pt>
                <c:pt idx="7">
                  <c:v>TELECOM</c:v>
                </c:pt>
                <c:pt idx="8">
                  <c:v>PHARMA</c:v>
                </c:pt>
                <c:pt idx="9">
                  <c:v>CONSTRUCTION</c:v>
                </c:pt>
                <c:pt idx="10">
                  <c:v>SERVICES</c:v>
                </c:pt>
                <c:pt idx="11">
                  <c:v>FERTILISERS &amp; PESTICIDES</c:v>
                </c:pt>
                <c:pt idx="12">
                  <c:v>MEDIA &amp; ENTERTAINMENT</c:v>
                </c:pt>
              </c:strCache>
            </c:strRef>
          </c:cat>
          <c:val>
            <c:numRef>
              <c:f>rough_graphs!$AJ$19:$AJ$32</c:f>
              <c:numCache>
                <c:formatCode>General</c:formatCode>
                <c:ptCount val="13"/>
                <c:pt idx="2">
                  <c:v>17914317.589343999</c:v>
                </c:pt>
              </c:numCache>
            </c:numRef>
          </c:val>
          <c:extLst>
            <c:ext xmlns:c16="http://schemas.microsoft.com/office/drawing/2014/chart" uri="{C3380CC4-5D6E-409C-BE32-E72D297353CC}">
              <c16:uniqueId val="{0000004E-7955-4FB6-8607-E44CF5FB6FEC}"/>
            </c:ext>
          </c:extLst>
        </c:ser>
        <c:ser>
          <c:idx val="35"/>
          <c:order val="35"/>
          <c:tx>
            <c:strRef>
              <c:f>rough_graphs!$AK$17:$AK$18</c:f>
              <c:strCache>
                <c:ptCount val="1"/>
                <c:pt idx="0">
                  <c:v>Power Grid Corporation of India Ltd.</c:v>
                </c:pt>
              </c:strCache>
            </c:strRef>
          </c:tx>
          <c:spPr>
            <a:gradFill rotWithShape="1">
              <a:gsLst>
                <a:gs pos="0">
                  <a:schemeClr val="accent5">
                    <a:lumMod val="80000"/>
                    <a:lumOff val="20000"/>
                    <a:satMod val="103000"/>
                    <a:lumMod val="102000"/>
                    <a:tint val="94000"/>
                  </a:schemeClr>
                </a:gs>
                <a:gs pos="50000">
                  <a:schemeClr val="accent5">
                    <a:lumMod val="80000"/>
                    <a:lumOff val="20000"/>
                    <a:satMod val="110000"/>
                    <a:lumMod val="100000"/>
                    <a:shade val="100000"/>
                  </a:schemeClr>
                </a:gs>
                <a:gs pos="100000">
                  <a:schemeClr val="accent5">
                    <a:lumMod val="80000"/>
                    <a:lumOff val="20000"/>
                    <a:lumMod val="99000"/>
                    <a:satMod val="120000"/>
                    <a:shade val="78000"/>
                  </a:schemeClr>
                </a:gs>
              </a:gsLst>
              <a:lin ang="5400000" scaled="0"/>
            </a:gradFill>
            <a:ln>
              <a:noFill/>
            </a:ln>
            <a:effectLst/>
          </c:spPr>
          <c:invertIfNegative val="0"/>
          <c:cat>
            <c:strRef>
              <c:f>rough_graphs!$A$19:$A$32</c:f>
              <c:strCache>
                <c:ptCount val="13"/>
                <c:pt idx="0">
                  <c:v>FINANCIAL SERVICES</c:v>
                </c:pt>
                <c:pt idx="1">
                  <c:v>IT</c:v>
                </c:pt>
                <c:pt idx="2">
                  <c:v>ENERGY</c:v>
                </c:pt>
                <c:pt idx="3">
                  <c:v>CONSUMER GOODS</c:v>
                </c:pt>
                <c:pt idx="4">
                  <c:v>METALS</c:v>
                </c:pt>
                <c:pt idx="5">
                  <c:v>AUTOMOBILE</c:v>
                </c:pt>
                <c:pt idx="6">
                  <c:v>CEMENT &amp; CEMENT PRODUCTS</c:v>
                </c:pt>
                <c:pt idx="7">
                  <c:v>TELECOM</c:v>
                </c:pt>
                <c:pt idx="8">
                  <c:v>PHARMA</c:v>
                </c:pt>
                <c:pt idx="9">
                  <c:v>CONSTRUCTION</c:v>
                </c:pt>
                <c:pt idx="10">
                  <c:v>SERVICES</c:v>
                </c:pt>
                <c:pt idx="11">
                  <c:v>FERTILISERS &amp; PESTICIDES</c:v>
                </c:pt>
                <c:pt idx="12">
                  <c:v>MEDIA &amp; ENTERTAINMENT</c:v>
                </c:pt>
              </c:strCache>
            </c:strRef>
          </c:cat>
          <c:val>
            <c:numRef>
              <c:f>rough_graphs!$AK$19:$AK$32</c:f>
              <c:numCache>
                <c:formatCode>General</c:formatCode>
                <c:ptCount val="13"/>
                <c:pt idx="2">
                  <c:v>14257825.654016001</c:v>
                </c:pt>
              </c:numCache>
            </c:numRef>
          </c:val>
          <c:extLst>
            <c:ext xmlns:c16="http://schemas.microsoft.com/office/drawing/2014/chart" uri="{C3380CC4-5D6E-409C-BE32-E72D297353CC}">
              <c16:uniqueId val="{0000004F-7955-4FB6-8607-E44CF5FB6FEC}"/>
            </c:ext>
          </c:extLst>
        </c:ser>
        <c:ser>
          <c:idx val="36"/>
          <c:order val="36"/>
          <c:tx>
            <c:strRef>
              <c:f>rough_graphs!$AL$17:$AL$18</c:f>
              <c:strCache>
                <c:ptCount val="1"/>
                <c:pt idx="0">
                  <c:v>Reliance Industries Ltd.</c:v>
                </c:pt>
              </c:strCache>
            </c:strRef>
          </c:tx>
          <c:spPr>
            <a:gradFill rotWithShape="1">
              <a:gsLst>
                <a:gs pos="0">
                  <a:schemeClr val="accent1">
                    <a:lumMod val="80000"/>
                    <a:satMod val="103000"/>
                    <a:lumMod val="102000"/>
                    <a:tint val="94000"/>
                  </a:schemeClr>
                </a:gs>
                <a:gs pos="50000">
                  <a:schemeClr val="accent1">
                    <a:lumMod val="80000"/>
                    <a:satMod val="110000"/>
                    <a:lumMod val="100000"/>
                    <a:shade val="100000"/>
                  </a:schemeClr>
                </a:gs>
                <a:gs pos="100000">
                  <a:schemeClr val="accent1">
                    <a:lumMod val="80000"/>
                    <a:lumMod val="99000"/>
                    <a:satMod val="120000"/>
                    <a:shade val="78000"/>
                  </a:schemeClr>
                </a:gs>
              </a:gsLst>
              <a:lin ang="5400000" scaled="0"/>
            </a:gradFill>
            <a:ln>
              <a:noFill/>
            </a:ln>
            <a:effectLst/>
          </c:spPr>
          <c:invertIfNegative val="0"/>
          <c:cat>
            <c:strRef>
              <c:f>rough_graphs!$A$19:$A$32</c:f>
              <c:strCache>
                <c:ptCount val="13"/>
                <c:pt idx="0">
                  <c:v>FINANCIAL SERVICES</c:v>
                </c:pt>
                <c:pt idx="1">
                  <c:v>IT</c:v>
                </c:pt>
                <c:pt idx="2">
                  <c:v>ENERGY</c:v>
                </c:pt>
                <c:pt idx="3">
                  <c:v>CONSUMER GOODS</c:v>
                </c:pt>
                <c:pt idx="4">
                  <c:v>METALS</c:v>
                </c:pt>
                <c:pt idx="5">
                  <c:v>AUTOMOBILE</c:v>
                </c:pt>
                <c:pt idx="6">
                  <c:v>CEMENT &amp; CEMENT PRODUCTS</c:v>
                </c:pt>
                <c:pt idx="7">
                  <c:v>TELECOM</c:v>
                </c:pt>
                <c:pt idx="8">
                  <c:v>PHARMA</c:v>
                </c:pt>
                <c:pt idx="9">
                  <c:v>CONSTRUCTION</c:v>
                </c:pt>
                <c:pt idx="10">
                  <c:v>SERVICES</c:v>
                </c:pt>
                <c:pt idx="11">
                  <c:v>FERTILISERS &amp; PESTICIDES</c:v>
                </c:pt>
                <c:pt idx="12">
                  <c:v>MEDIA &amp; ENTERTAINMENT</c:v>
                </c:pt>
              </c:strCache>
            </c:strRef>
          </c:cat>
          <c:val>
            <c:numRef>
              <c:f>rough_graphs!$AL$19:$AL$32</c:f>
              <c:numCache>
                <c:formatCode>General</c:formatCode>
                <c:ptCount val="13"/>
                <c:pt idx="2">
                  <c:v>160138207.03736401</c:v>
                </c:pt>
              </c:numCache>
            </c:numRef>
          </c:val>
          <c:extLst>
            <c:ext xmlns:c16="http://schemas.microsoft.com/office/drawing/2014/chart" uri="{C3380CC4-5D6E-409C-BE32-E72D297353CC}">
              <c16:uniqueId val="{00000050-7955-4FB6-8607-E44CF5FB6FEC}"/>
            </c:ext>
          </c:extLst>
        </c:ser>
        <c:ser>
          <c:idx val="37"/>
          <c:order val="37"/>
          <c:tx>
            <c:strRef>
              <c:f>rough_graphs!$AM$17:$AM$18</c:f>
              <c:strCache>
                <c:ptCount val="1"/>
                <c:pt idx="0">
                  <c:v>Shree Cement Ltd.</c:v>
                </c:pt>
              </c:strCache>
            </c:strRef>
          </c:tx>
          <c:spPr>
            <a:gradFill rotWithShape="1">
              <a:gsLst>
                <a:gs pos="0">
                  <a:schemeClr val="accent3">
                    <a:lumMod val="80000"/>
                    <a:satMod val="103000"/>
                    <a:lumMod val="102000"/>
                    <a:tint val="94000"/>
                  </a:schemeClr>
                </a:gs>
                <a:gs pos="50000">
                  <a:schemeClr val="accent3">
                    <a:lumMod val="80000"/>
                    <a:satMod val="110000"/>
                    <a:lumMod val="100000"/>
                    <a:shade val="100000"/>
                  </a:schemeClr>
                </a:gs>
                <a:gs pos="100000">
                  <a:schemeClr val="accent3">
                    <a:lumMod val="80000"/>
                    <a:lumMod val="99000"/>
                    <a:satMod val="120000"/>
                    <a:shade val="78000"/>
                  </a:schemeClr>
                </a:gs>
              </a:gsLst>
              <a:lin ang="5400000" scaled="0"/>
            </a:gradFill>
            <a:ln>
              <a:noFill/>
            </a:ln>
            <a:effectLst/>
          </c:spPr>
          <c:invertIfNegative val="0"/>
          <c:cat>
            <c:strRef>
              <c:f>rough_graphs!$A$19:$A$32</c:f>
              <c:strCache>
                <c:ptCount val="13"/>
                <c:pt idx="0">
                  <c:v>FINANCIAL SERVICES</c:v>
                </c:pt>
                <c:pt idx="1">
                  <c:v>IT</c:v>
                </c:pt>
                <c:pt idx="2">
                  <c:v>ENERGY</c:v>
                </c:pt>
                <c:pt idx="3">
                  <c:v>CONSUMER GOODS</c:v>
                </c:pt>
                <c:pt idx="4">
                  <c:v>METALS</c:v>
                </c:pt>
                <c:pt idx="5">
                  <c:v>AUTOMOBILE</c:v>
                </c:pt>
                <c:pt idx="6">
                  <c:v>CEMENT &amp; CEMENT PRODUCTS</c:v>
                </c:pt>
                <c:pt idx="7">
                  <c:v>TELECOM</c:v>
                </c:pt>
                <c:pt idx="8">
                  <c:v>PHARMA</c:v>
                </c:pt>
                <c:pt idx="9">
                  <c:v>CONSTRUCTION</c:v>
                </c:pt>
                <c:pt idx="10">
                  <c:v>SERVICES</c:v>
                </c:pt>
                <c:pt idx="11">
                  <c:v>FERTILISERS &amp; PESTICIDES</c:v>
                </c:pt>
                <c:pt idx="12">
                  <c:v>MEDIA &amp; ENTERTAINMENT</c:v>
                </c:pt>
              </c:strCache>
            </c:strRef>
          </c:cat>
          <c:val>
            <c:numRef>
              <c:f>rough_graphs!$AM$19:$AM$32</c:f>
              <c:numCache>
                <c:formatCode>General</c:formatCode>
                <c:ptCount val="13"/>
                <c:pt idx="6">
                  <c:v>9737273.8261259999</c:v>
                </c:pt>
              </c:numCache>
            </c:numRef>
          </c:val>
          <c:extLst>
            <c:ext xmlns:c16="http://schemas.microsoft.com/office/drawing/2014/chart" uri="{C3380CC4-5D6E-409C-BE32-E72D297353CC}">
              <c16:uniqueId val="{00000051-7955-4FB6-8607-E44CF5FB6FEC}"/>
            </c:ext>
          </c:extLst>
        </c:ser>
        <c:ser>
          <c:idx val="38"/>
          <c:order val="38"/>
          <c:tx>
            <c:strRef>
              <c:f>rough_graphs!$AN$17:$AN$18</c:f>
              <c:strCache>
                <c:ptCount val="1"/>
                <c:pt idx="0">
                  <c:v>State Bank of India</c:v>
                </c:pt>
              </c:strCache>
            </c:strRef>
          </c:tx>
          <c:spPr>
            <a:gradFill rotWithShape="1">
              <a:gsLst>
                <a:gs pos="0">
                  <a:schemeClr val="accent5">
                    <a:lumMod val="80000"/>
                    <a:satMod val="103000"/>
                    <a:lumMod val="102000"/>
                    <a:tint val="94000"/>
                  </a:schemeClr>
                </a:gs>
                <a:gs pos="50000">
                  <a:schemeClr val="accent5">
                    <a:lumMod val="80000"/>
                    <a:satMod val="110000"/>
                    <a:lumMod val="100000"/>
                    <a:shade val="100000"/>
                  </a:schemeClr>
                </a:gs>
                <a:gs pos="100000">
                  <a:schemeClr val="accent5">
                    <a:lumMod val="80000"/>
                    <a:lumMod val="99000"/>
                    <a:satMod val="120000"/>
                    <a:shade val="78000"/>
                  </a:schemeClr>
                </a:gs>
              </a:gsLst>
              <a:lin ang="5400000" scaled="0"/>
            </a:gradFill>
            <a:ln>
              <a:noFill/>
            </a:ln>
            <a:effectLst/>
          </c:spPr>
          <c:invertIfNegative val="0"/>
          <c:cat>
            <c:strRef>
              <c:f>rough_graphs!$A$19:$A$32</c:f>
              <c:strCache>
                <c:ptCount val="13"/>
                <c:pt idx="0">
                  <c:v>FINANCIAL SERVICES</c:v>
                </c:pt>
                <c:pt idx="1">
                  <c:v>IT</c:v>
                </c:pt>
                <c:pt idx="2">
                  <c:v>ENERGY</c:v>
                </c:pt>
                <c:pt idx="3">
                  <c:v>CONSUMER GOODS</c:v>
                </c:pt>
                <c:pt idx="4">
                  <c:v>METALS</c:v>
                </c:pt>
                <c:pt idx="5">
                  <c:v>AUTOMOBILE</c:v>
                </c:pt>
                <c:pt idx="6">
                  <c:v>CEMENT &amp; CEMENT PRODUCTS</c:v>
                </c:pt>
                <c:pt idx="7">
                  <c:v>TELECOM</c:v>
                </c:pt>
                <c:pt idx="8">
                  <c:v>PHARMA</c:v>
                </c:pt>
                <c:pt idx="9">
                  <c:v>CONSTRUCTION</c:v>
                </c:pt>
                <c:pt idx="10">
                  <c:v>SERVICES</c:v>
                </c:pt>
                <c:pt idx="11">
                  <c:v>FERTILISERS &amp; PESTICIDES</c:v>
                </c:pt>
                <c:pt idx="12">
                  <c:v>MEDIA &amp; ENTERTAINMENT</c:v>
                </c:pt>
              </c:strCache>
            </c:strRef>
          </c:cat>
          <c:val>
            <c:numRef>
              <c:f>rough_graphs!$AN$19:$AN$32</c:f>
              <c:numCache>
                <c:formatCode>General</c:formatCode>
                <c:ptCount val="13"/>
                <c:pt idx="0">
                  <c:v>41093373.808302999</c:v>
                </c:pt>
              </c:numCache>
            </c:numRef>
          </c:val>
          <c:extLst>
            <c:ext xmlns:c16="http://schemas.microsoft.com/office/drawing/2014/chart" uri="{C3380CC4-5D6E-409C-BE32-E72D297353CC}">
              <c16:uniqueId val="{00000052-7955-4FB6-8607-E44CF5FB6FEC}"/>
            </c:ext>
          </c:extLst>
        </c:ser>
        <c:ser>
          <c:idx val="39"/>
          <c:order val="39"/>
          <c:tx>
            <c:strRef>
              <c:f>rough_graphs!$AO$17:$AO$18</c:f>
              <c:strCache>
                <c:ptCount val="1"/>
                <c:pt idx="0">
                  <c:v>Sun Pharmaceutical Industries Ltd.</c:v>
                </c:pt>
              </c:strCache>
            </c:strRef>
          </c:tx>
          <c:spPr>
            <a:gradFill rotWithShape="1">
              <a:gsLst>
                <a:gs pos="0">
                  <a:schemeClr val="accent1">
                    <a:lumMod val="60000"/>
                    <a:lumOff val="40000"/>
                    <a:satMod val="103000"/>
                    <a:lumMod val="102000"/>
                    <a:tint val="94000"/>
                  </a:schemeClr>
                </a:gs>
                <a:gs pos="50000">
                  <a:schemeClr val="accent1">
                    <a:lumMod val="60000"/>
                    <a:lumOff val="40000"/>
                    <a:satMod val="110000"/>
                    <a:lumMod val="100000"/>
                    <a:shade val="100000"/>
                  </a:schemeClr>
                </a:gs>
                <a:gs pos="100000">
                  <a:schemeClr val="accent1">
                    <a:lumMod val="60000"/>
                    <a:lumOff val="40000"/>
                    <a:lumMod val="99000"/>
                    <a:satMod val="120000"/>
                    <a:shade val="78000"/>
                  </a:schemeClr>
                </a:gs>
              </a:gsLst>
              <a:lin ang="5400000" scaled="0"/>
            </a:gradFill>
            <a:ln>
              <a:noFill/>
            </a:ln>
            <a:effectLst/>
          </c:spPr>
          <c:invertIfNegative val="0"/>
          <c:cat>
            <c:strRef>
              <c:f>rough_graphs!$A$19:$A$32</c:f>
              <c:strCache>
                <c:ptCount val="13"/>
                <c:pt idx="0">
                  <c:v>FINANCIAL SERVICES</c:v>
                </c:pt>
                <c:pt idx="1">
                  <c:v>IT</c:v>
                </c:pt>
                <c:pt idx="2">
                  <c:v>ENERGY</c:v>
                </c:pt>
                <c:pt idx="3">
                  <c:v>CONSUMER GOODS</c:v>
                </c:pt>
                <c:pt idx="4">
                  <c:v>METALS</c:v>
                </c:pt>
                <c:pt idx="5">
                  <c:v>AUTOMOBILE</c:v>
                </c:pt>
                <c:pt idx="6">
                  <c:v>CEMENT &amp; CEMENT PRODUCTS</c:v>
                </c:pt>
                <c:pt idx="7">
                  <c:v>TELECOM</c:v>
                </c:pt>
                <c:pt idx="8">
                  <c:v>PHARMA</c:v>
                </c:pt>
                <c:pt idx="9">
                  <c:v>CONSTRUCTION</c:v>
                </c:pt>
                <c:pt idx="10">
                  <c:v>SERVICES</c:v>
                </c:pt>
                <c:pt idx="11">
                  <c:v>FERTILISERS &amp; PESTICIDES</c:v>
                </c:pt>
                <c:pt idx="12">
                  <c:v>MEDIA &amp; ENTERTAINMENT</c:v>
                </c:pt>
              </c:strCache>
            </c:strRef>
          </c:cat>
          <c:val>
            <c:numRef>
              <c:f>rough_graphs!$AO$19:$AO$32</c:f>
              <c:numCache>
                <c:formatCode>General</c:formatCode>
                <c:ptCount val="13"/>
                <c:pt idx="8">
                  <c:v>20291175.841290001</c:v>
                </c:pt>
              </c:numCache>
            </c:numRef>
          </c:val>
          <c:extLst>
            <c:ext xmlns:c16="http://schemas.microsoft.com/office/drawing/2014/chart" uri="{C3380CC4-5D6E-409C-BE32-E72D297353CC}">
              <c16:uniqueId val="{00000053-7955-4FB6-8607-E44CF5FB6FEC}"/>
            </c:ext>
          </c:extLst>
        </c:ser>
        <c:ser>
          <c:idx val="40"/>
          <c:order val="40"/>
          <c:tx>
            <c:strRef>
              <c:f>rough_graphs!$AP$17:$AP$18</c:f>
              <c:strCache>
                <c:ptCount val="1"/>
                <c:pt idx="0">
                  <c:v>Tata Consultancy Services Ltd.</c:v>
                </c:pt>
              </c:strCache>
            </c:strRef>
          </c:tx>
          <c:spPr>
            <a:gradFill rotWithShape="1">
              <a:gsLst>
                <a:gs pos="0">
                  <a:schemeClr val="accent3">
                    <a:lumMod val="60000"/>
                    <a:lumOff val="40000"/>
                    <a:satMod val="103000"/>
                    <a:lumMod val="102000"/>
                    <a:tint val="94000"/>
                  </a:schemeClr>
                </a:gs>
                <a:gs pos="50000">
                  <a:schemeClr val="accent3">
                    <a:lumMod val="60000"/>
                    <a:lumOff val="40000"/>
                    <a:satMod val="110000"/>
                    <a:lumMod val="100000"/>
                    <a:shade val="100000"/>
                  </a:schemeClr>
                </a:gs>
                <a:gs pos="100000">
                  <a:schemeClr val="accent3">
                    <a:lumMod val="60000"/>
                    <a:lumOff val="40000"/>
                    <a:lumMod val="99000"/>
                    <a:satMod val="120000"/>
                    <a:shade val="78000"/>
                  </a:schemeClr>
                </a:gs>
              </a:gsLst>
              <a:lin ang="5400000" scaled="0"/>
            </a:gradFill>
            <a:ln>
              <a:noFill/>
            </a:ln>
            <a:effectLst/>
          </c:spPr>
          <c:invertIfNegative val="0"/>
          <c:cat>
            <c:strRef>
              <c:f>rough_graphs!$A$19:$A$32</c:f>
              <c:strCache>
                <c:ptCount val="13"/>
                <c:pt idx="0">
                  <c:v>FINANCIAL SERVICES</c:v>
                </c:pt>
                <c:pt idx="1">
                  <c:v>IT</c:v>
                </c:pt>
                <c:pt idx="2">
                  <c:v>ENERGY</c:v>
                </c:pt>
                <c:pt idx="3">
                  <c:v>CONSUMER GOODS</c:v>
                </c:pt>
                <c:pt idx="4">
                  <c:v>METALS</c:v>
                </c:pt>
                <c:pt idx="5">
                  <c:v>AUTOMOBILE</c:v>
                </c:pt>
                <c:pt idx="6">
                  <c:v>CEMENT &amp; CEMENT PRODUCTS</c:v>
                </c:pt>
                <c:pt idx="7">
                  <c:v>TELECOM</c:v>
                </c:pt>
                <c:pt idx="8">
                  <c:v>PHARMA</c:v>
                </c:pt>
                <c:pt idx="9">
                  <c:v>CONSTRUCTION</c:v>
                </c:pt>
                <c:pt idx="10">
                  <c:v>SERVICES</c:v>
                </c:pt>
                <c:pt idx="11">
                  <c:v>FERTILISERS &amp; PESTICIDES</c:v>
                </c:pt>
                <c:pt idx="12">
                  <c:v>MEDIA &amp; ENTERTAINMENT</c:v>
                </c:pt>
              </c:strCache>
            </c:strRef>
          </c:cat>
          <c:val>
            <c:numRef>
              <c:f>rough_graphs!$AP$19:$AP$32</c:f>
              <c:numCache>
                <c:formatCode>General</c:formatCode>
                <c:ptCount val="13"/>
                <c:pt idx="1">
                  <c:v>138283487.002545</c:v>
                </c:pt>
              </c:numCache>
            </c:numRef>
          </c:val>
          <c:extLst>
            <c:ext xmlns:c16="http://schemas.microsoft.com/office/drawing/2014/chart" uri="{C3380CC4-5D6E-409C-BE32-E72D297353CC}">
              <c16:uniqueId val="{00000054-7955-4FB6-8607-E44CF5FB6FEC}"/>
            </c:ext>
          </c:extLst>
        </c:ser>
        <c:ser>
          <c:idx val="41"/>
          <c:order val="41"/>
          <c:tx>
            <c:strRef>
              <c:f>rough_graphs!$AQ$17:$AQ$18</c:f>
              <c:strCache>
                <c:ptCount val="1"/>
                <c:pt idx="0">
                  <c:v>Tata Motors Ltd.</c:v>
                </c:pt>
              </c:strCache>
            </c:strRef>
          </c:tx>
          <c:spPr>
            <a:gradFill rotWithShape="1">
              <a:gsLst>
                <a:gs pos="0">
                  <a:schemeClr val="accent5">
                    <a:lumMod val="60000"/>
                    <a:lumOff val="40000"/>
                    <a:satMod val="103000"/>
                    <a:lumMod val="102000"/>
                    <a:tint val="94000"/>
                  </a:schemeClr>
                </a:gs>
                <a:gs pos="50000">
                  <a:schemeClr val="accent5">
                    <a:lumMod val="60000"/>
                    <a:lumOff val="40000"/>
                    <a:satMod val="110000"/>
                    <a:lumMod val="100000"/>
                    <a:shade val="100000"/>
                  </a:schemeClr>
                </a:gs>
                <a:gs pos="100000">
                  <a:schemeClr val="accent5">
                    <a:lumMod val="60000"/>
                    <a:lumOff val="40000"/>
                    <a:lumMod val="99000"/>
                    <a:satMod val="120000"/>
                    <a:shade val="78000"/>
                  </a:schemeClr>
                </a:gs>
              </a:gsLst>
              <a:lin ang="5400000" scaled="0"/>
            </a:gradFill>
            <a:ln>
              <a:noFill/>
            </a:ln>
            <a:effectLst/>
          </c:spPr>
          <c:invertIfNegative val="0"/>
          <c:cat>
            <c:strRef>
              <c:f>rough_graphs!$A$19:$A$32</c:f>
              <c:strCache>
                <c:ptCount val="13"/>
                <c:pt idx="0">
                  <c:v>FINANCIAL SERVICES</c:v>
                </c:pt>
                <c:pt idx="1">
                  <c:v>IT</c:v>
                </c:pt>
                <c:pt idx="2">
                  <c:v>ENERGY</c:v>
                </c:pt>
                <c:pt idx="3">
                  <c:v>CONSUMER GOODS</c:v>
                </c:pt>
                <c:pt idx="4">
                  <c:v>METALS</c:v>
                </c:pt>
                <c:pt idx="5">
                  <c:v>AUTOMOBILE</c:v>
                </c:pt>
                <c:pt idx="6">
                  <c:v>CEMENT &amp; CEMENT PRODUCTS</c:v>
                </c:pt>
                <c:pt idx="7">
                  <c:v>TELECOM</c:v>
                </c:pt>
                <c:pt idx="8">
                  <c:v>PHARMA</c:v>
                </c:pt>
                <c:pt idx="9">
                  <c:v>CONSTRUCTION</c:v>
                </c:pt>
                <c:pt idx="10">
                  <c:v>SERVICES</c:v>
                </c:pt>
                <c:pt idx="11">
                  <c:v>FERTILISERS &amp; PESTICIDES</c:v>
                </c:pt>
                <c:pt idx="12">
                  <c:v>MEDIA &amp; ENTERTAINMENT</c:v>
                </c:pt>
              </c:strCache>
            </c:strRef>
          </c:cat>
          <c:val>
            <c:numRef>
              <c:f>rough_graphs!$AQ$19:$AQ$32</c:f>
              <c:numCache>
                <c:formatCode>General</c:formatCode>
                <c:ptCount val="13"/>
                <c:pt idx="5">
                  <c:v>1217101.6815760001</c:v>
                </c:pt>
              </c:numCache>
            </c:numRef>
          </c:val>
          <c:extLst>
            <c:ext xmlns:c16="http://schemas.microsoft.com/office/drawing/2014/chart" uri="{C3380CC4-5D6E-409C-BE32-E72D297353CC}">
              <c16:uniqueId val="{00000055-7955-4FB6-8607-E44CF5FB6FEC}"/>
            </c:ext>
          </c:extLst>
        </c:ser>
        <c:ser>
          <c:idx val="42"/>
          <c:order val="42"/>
          <c:tx>
            <c:strRef>
              <c:f>rough_graphs!$AR$17:$AR$18</c:f>
              <c:strCache>
                <c:ptCount val="1"/>
                <c:pt idx="0">
                  <c:v>Tata Steel Ltd.</c:v>
                </c:pt>
              </c:strCache>
            </c:strRef>
          </c:tx>
          <c:spPr>
            <a:gradFill rotWithShape="1">
              <a:gsLst>
                <a:gs pos="0">
                  <a:schemeClr val="accent1">
                    <a:lumMod val="50000"/>
                    <a:satMod val="103000"/>
                    <a:lumMod val="102000"/>
                    <a:tint val="94000"/>
                  </a:schemeClr>
                </a:gs>
                <a:gs pos="50000">
                  <a:schemeClr val="accent1">
                    <a:lumMod val="50000"/>
                    <a:satMod val="110000"/>
                    <a:lumMod val="100000"/>
                    <a:shade val="100000"/>
                  </a:schemeClr>
                </a:gs>
                <a:gs pos="100000">
                  <a:schemeClr val="accent1">
                    <a:lumMod val="50000"/>
                    <a:lumMod val="99000"/>
                    <a:satMod val="120000"/>
                    <a:shade val="78000"/>
                  </a:schemeClr>
                </a:gs>
              </a:gsLst>
              <a:lin ang="5400000" scaled="0"/>
            </a:gradFill>
            <a:ln>
              <a:noFill/>
            </a:ln>
            <a:effectLst/>
          </c:spPr>
          <c:invertIfNegative val="0"/>
          <c:cat>
            <c:strRef>
              <c:f>rough_graphs!$A$19:$A$32</c:f>
              <c:strCache>
                <c:ptCount val="13"/>
                <c:pt idx="0">
                  <c:v>FINANCIAL SERVICES</c:v>
                </c:pt>
                <c:pt idx="1">
                  <c:v>IT</c:v>
                </c:pt>
                <c:pt idx="2">
                  <c:v>ENERGY</c:v>
                </c:pt>
                <c:pt idx="3">
                  <c:v>CONSUMER GOODS</c:v>
                </c:pt>
                <c:pt idx="4">
                  <c:v>METALS</c:v>
                </c:pt>
                <c:pt idx="5">
                  <c:v>AUTOMOBILE</c:v>
                </c:pt>
                <c:pt idx="6">
                  <c:v>CEMENT &amp; CEMENT PRODUCTS</c:v>
                </c:pt>
                <c:pt idx="7">
                  <c:v>TELECOM</c:v>
                </c:pt>
                <c:pt idx="8">
                  <c:v>PHARMA</c:v>
                </c:pt>
                <c:pt idx="9">
                  <c:v>CONSTRUCTION</c:v>
                </c:pt>
                <c:pt idx="10">
                  <c:v>SERVICES</c:v>
                </c:pt>
                <c:pt idx="11">
                  <c:v>FERTILISERS &amp; PESTICIDES</c:v>
                </c:pt>
                <c:pt idx="12">
                  <c:v>MEDIA &amp; ENTERTAINMENT</c:v>
                </c:pt>
              </c:strCache>
            </c:strRef>
          </c:cat>
          <c:val>
            <c:numRef>
              <c:f>rough_graphs!$AR$19:$AR$32</c:f>
              <c:numCache>
                <c:formatCode>General</c:formatCode>
                <c:ptCount val="13"/>
                <c:pt idx="4">
                  <c:v>13581373.189134</c:v>
                </c:pt>
              </c:numCache>
            </c:numRef>
          </c:val>
          <c:extLst>
            <c:ext xmlns:c16="http://schemas.microsoft.com/office/drawing/2014/chart" uri="{C3380CC4-5D6E-409C-BE32-E72D297353CC}">
              <c16:uniqueId val="{00000056-7955-4FB6-8607-E44CF5FB6FEC}"/>
            </c:ext>
          </c:extLst>
        </c:ser>
        <c:ser>
          <c:idx val="43"/>
          <c:order val="43"/>
          <c:tx>
            <c:strRef>
              <c:f>rough_graphs!$AS$17:$AS$18</c:f>
              <c:strCache>
                <c:ptCount val="1"/>
                <c:pt idx="0">
                  <c:v>Tech Mahindra Ltd.</c:v>
                </c:pt>
              </c:strCache>
            </c:strRef>
          </c:tx>
          <c:spPr>
            <a:gradFill rotWithShape="1">
              <a:gsLst>
                <a:gs pos="0">
                  <a:schemeClr val="accent3">
                    <a:lumMod val="50000"/>
                    <a:satMod val="103000"/>
                    <a:lumMod val="102000"/>
                    <a:tint val="94000"/>
                  </a:schemeClr>
                </a:gs>
                <a:gs pos="50000">
                  <a:schemeClr val="accent3">
                    <a:lumMod val="50000"/>
                    <a:satMod val="110000"/>
                    <a:lumMod val="100000"/>
                    <a:shade val="100000"/>
                  </a:schemeClr>
                </a:gs>
                <a:gs pos="100000">
                  <a:schemeClr val="accent3">
                    <a:lumMod val="50000"/>
                    <a:lumMod val="99000"/>
                    <a:satMod val="120000"/>
                    <a:shade val="78000"/>
                  </a:schemeClr>
                </a:gs>
              </a:gsLst>
              <a:lin ang="5400000" scaled="0"/>
            </a:gradFill>
            <a:ln>
              <a:noFill/>
            </a:ln>
            <a:effectLst/>
          </c:spPr>
          <c:invertIfNegative val="0"/>
          <c:cat>
            <c:strRef>
              <c:f>rough_graphs!$A$19:$A$32</c:f>
              <c:strCache>
                <c:ptCount val="13"/>
                <c:pt idx="0">
                  <c:v>FINANCIAL SERVICES</c:v>
                </c:pt>
                <c:pt idx="1">
                  <c:v>IT</c:v>
                </c:pt>
                <c:pt idx="2">
                  <c:v>ENERGY</c:v>
                </c:pt>
                <c:pt idx="3">
                  <c:v>CONSUMER GOODS</c:v>
                </c:pt>
                <c:pt idx="4">
                  <c:v>METALS</c:v>
                </c:pt>
                <c:pt idx="5">
                  <c:v>AUTOMOBILE</c:v>
                </c:pt>
                <c:pt idx="6">
                  <c:v>CEMENT &amp; CEMENT PRODUCTS</c:v>
                </c:pt>
                <c:pt idx="7">
                  <c:v>TELECOM</c:v>
                </c:pt>
                <c:pt idx="8">
                  <c:v>PHARMA</c:v>
                </c:pt>
                <c:pt idx="9">
                  <c:v>CONSTRUCTION</c:v>
                </c:pt>
                <c:pt idx="10">
                  <c:v>SERVICES</c:v>
                </c:pt>
                <c:pt idx="11">
                  <c:v>FERTILISERS &amp; PESTICIDES</c:v>
                </c:pt>
                <c:pt idx="12">
                  <c:v>MEDIA &amp; ENTERTAINMENT</c:v>
                </c:pt>
              </c:strCache>
            </c:strRef>
          </c:cat>
          <c:val>
            <c:numRef>
              <c:f>rough_graphs!$AS$19:$AS$32</c:f>
              <c:numCache>
                <c:formatCode>General</c:formatCode>
                <c:ptCount val="13"/>
                <c:pt idx="1">
                  <c:v>17375981.096137501</c:v>
                </c:pt>
              </c:numCache>
            </c:numRef>
          </c:val>
          <c:extLst>
            <c:ext xmlns:c16="http://schemas.microsoft.com/office/drawing/2014/chart" uri="{C3380CC4-5D6E-409C-BE32-E72D297353CC}">
              <c16:uniqueId val="{00000057-7955-4FB6-8607-E44CF5FB6FEC}"/>
            </c:ext>
          </c:extLst>
        </c:ser>
        <c:ser>
          <c:idx val="44"/>
          <c:order val="44"/>
          <c:tx>
            <c:strRef>
              <c:f>rough_graphs!$AT$17:$AT$18</c:f>
              <c:strCache>
                <c:ptCount val="1"/>
                <c:pt idx="0">
                  <c:v>Titan Company Ltd.</c:v>
                </c:pt>
              </c:strCache>
            </c:strRef>
          </c:tx>
          <c:spPr>
            <a:gradFill rotWithShape="1">
              <a:gsLst>
                <a:gs pos="0">
                  <a:schemeClr val="accent5">
                    <a:lumMod val="50000"/>
                    <a:satMod val="103000"/>
                    <a:lumMod val="102000"/>
                    <a:tint val="94000"/>
                  </a:schemeClr>
                </a:gs>
                <a:gs pos="50000">
                  <a:schemeClr val="accent5">
                    <a:lumMod val="50000"/>
                    <a:satMod val="110000"/>
                    <a:lumMod val="100000"/>
                    <a:shade val="100000"/>
                  </a:schemeClr>
                </a:gs>
                <a:gs pos="100000">
                  <a:schemeClr val="accent5">
                    <a:lumMod val="50000"/>
                    <a:lumMod val="99000"/>
                    <a:satMod val="120000"/>
                    <a:shade val="78000"/>
                  </a:schemeClr>
                </a:gs>
              </a:gsLst>
              <a:lin ang="5400000" scaled="0"/>
            </a:gradFill>
            <a:ln>
              <a:noFill/>
            </a:ln>
            <a:effectLst/>
          </c:spPr>
          <c:invertIfNegative val="0"/>
          <c:cat>
            <c:strRef>
              <c:f>rough_graphs!$A$19:$A$32</c:f>
              <c:strCache>
                <c:ptCount val="13"/>
                <c:pt idx="0">
                  <c:v>FINANCIAL SERVICES</c:v>
                </c:pt>
                <c:pt idx="1">
                  <c:v>IT</c:v>
                </c:pt>
                <c:pt idx="2">
                  <c:v>ENERGY</c:v>
                </c:pt>
                <c:pt idx="3">
                  <c:v>CONSUMER GOODS</c:v>
                </c:pt>
                <c:pt idx="4">
                  <c:v>METALS</c:v>
                </c:pt>
                <c:pt idx="5">
                  <c:v>AUTOMOBILE</c:v>
                </c:pt>
                <c:pt idx="6">
                  <c:v>CEMENT &amp; CEMENT PRODUCTS</c:v>
                </c:pt>
                <c:pt idx="7">
                  <c:v>TELECOM</c:v>
                </c:pt>
                <c:pt idx="8">
                  <c:v>PHARMA</c:v>
                </c:pt>
                <c:pt idx="9">
                  <c:v>CONSTRUCTION</c:v>
                </c:pt>
                <c:pt idx="10">
                  <c:v>SERVICES</c:v>
                </c:pt>
                <c:pt idx="11">
                  <c:v>FERTILISERS &amp; PESTICIDES</c:v>
                </c:pt>
                <c:pt idx="12">
                  <c:v>MEDIA &amp; ENTERTAINMENT</c:v>
                </c:pt>
              </c:strCache>
            </c:strRef>
          </c:cat>
          <c:val>
            <c:numRef>
              <c:f>rough_graphs!$AT$19:$AT$32</c:f>
              <c:numCache>
                <c:formatCode>General</c:formatCode>
                <c:ptCount val="13"/>
                <c:pt idx="3">
                  <c:v>22393518.09984</c:v>
                </c:pt>
              </c:numCache>
            </c:numRef>
          </c:val>
          <c:extLst>
            <c:ext xmlns:c16="http://schemas.microsoft.com/office/drawing/2014/chart" uri="{C3380CC4-5D6E-409C-BE32-E72D297353CC}">
              <c16:uniqueId val="{00000058-7955-4FB6-8607-E44CF5FB6FEC}"/>
            </c:ext>
          </c:extLst>
        </c:ser>
        <c:ser>
          <c:idx val="45"/>
          <c:order val="45"/>
          <c:tx>
            <c:strRef>
              <c:f>rough_graphs!$AU$17:$AU$18</c:f>
              <c:strCache>
                <c:ptCount val="1"/>
                <c:pt idx="0">
                  <c:v>UltraTech Cement Ltd.</c:v>
                </c:pt>
              </c:strCache>
            </c:strRef>
          </c:tx>
          <c:spPr>
            <a:gradFill rotWithShape="1">
              <a:gsLst>
                <a:gs pos="0">
                  <a:schemeClr val="accent1">
                    <a:lumMod val="70000"/>
                    <a:lumOff val="30000"/>
                    <a:satMod val="103000"/>
                    <a:lumMod val="102000"/>
                    <a:tint val="94000"/>
                  </a:schemeClr>
                </a:gs>
                <a:gs pos="50000">
                  <a:schemeClr val="accent1">
                    <a:lumMod val="70000"/>
                    <a:lumOff val="30000"/>
                    <a:satMod val="110000"/>
                    <a:lumMod val="100000"/>
                    <a:shade val="100000"/>
                  </a:schemeClr>
                </a:gs>
                <a:gs pos="100000">
                  <a:schemeClr val="accent1">
                    <a:lumMod val="70000"/>
                    <a:lumOff val="30000"/>
                    <a:lumMod val="99000"/>
                    <a:satMod val="120000"/>
                    <a:shade val="78000"/>
                  </a:schemeClr>
                </a:gs>
              </a:gsLst>
              <a:lin ang="5400000" scaled="0"/>
            </a:gradFill>
            <a:ln>
              <a:noFill/>
            </a:ln>
            <a:effectLst/>
          </c:spPr>
          <c:invertIfNegative val="0"/>
          <c:cat>
            <c:strRef>
              <c:f>rough_graphs!$A$19:$A$32</c:f>
              <c:strCache>
                <c:ptCount val="13"/>
                <c:pt idx="0">
                  <c:v>FINANCIAL SERVICES</c:v>
                </c:pt>
                <c:pt idx="1">
                  <c:v>IT</c:v>
                </c:pt>
                <c:pt idx="2">
                  <c:v>ENERGY</c:v>
                </c:pt>
                <c:pt idx="3">
                  <c:v>CONSUMER GOODS</c:v>
                </c:pt>
                <c:pt idx="4">
                  <c:v>METALS</c:v>
                </c:pt>
                <c:pt idx="5">
                  <c:v>AUTOMOBILE</c:v>
                </c:pt>
                <c:pt idx="6">
                  <c:v>CEMENT &amp; CEMENT PRODUCTS</c:v>
                </c:pt>
                <c:pt idx="7">
                  <c:v>TELECOM</c:v>
                </c:pt>
                <c:pt idx="8">
                  <c:v>PHARMA</c:v>
                </c:pt>
                <c:pt idx="9">
                  <c:v>CONSTRUCTION</c:v>
                </c:pt>
                <c:pt idx="10">
                  <c:v>SERVICES</c:v>
                </c:pt>
                <c:pt idx="11">
                  <c:v>FERTILISERS &amp; PESTICIDES</c:v>
                </c:pt>
                <c:pt idx="12">
                  <c:v>MEDIA &amp; ENTERTAINMENT</c:v>
                </c:pt>
              </c:strCache>
            </c:strRef>
          </c:cat>
          <c:val>
            <c:numRef>
              <c:f>rough_graphs!$AU$19:$AU$32</c:f>
              <c:numCache>
                <c:formatCode>General</c:formatCode>
                <c:ptCount val="13"/>
                <c:pt idx="6">
                  <c:v>21912703.495663501</c:v>
                </c:pt>
              </c:numCache>
            </c:numRef>
          </c:val>
          <c:extLst>
            <c:ext xmlns:c16="http://schemas.microsoft.com/office/drawing/2014/chart" uri="{C3380CC4-5D6E-409C-BE32-E72D297353CC}">
              <c16:uniqueId val="{00000059-7955-4FB6-8607-E44CF5FB6FEC}"/>
            </c:ext>
          </c:extLst>
        </c:ser>
        <c:ser>
          <c:idx val="46"/>
          <c:order val="46"/>
          <c:tx>
            <c:strRef>
              <c:f>rough_graphs!$AV$17:$AV$18</c:f>
              <c:strCache>
                <c:ptCount val="1"/>
                <c:pt idx="0">
                  <c:v>UPL Ltd.</c:v>
                </c:pt>
              </c:strCache>
            </c:strRef>
          </c:tx>
          <c:spPr>
            <a:gradFill rotWithShape="1">
              <a:gsLst>
                <a:gs pos="0">
                  <a:schemeClr val="accent3">
                    <a:lumMod val="70000"/>
                    <a:lumOff val="30000"/>
                    <a:satMod val="103000"/>
                    <a:lumMod val="102000"/>
                    <a:tint val="94000"/>
                  </a:schemeClr>
                </a:gs>
                <a:gs pos="50000">
                  <a:schemeClr val="accent3">
                    <a:lumMod val="70000"/>
                    <a:lumOff val="30000"/>
                    <a:satMod val="110000"/>
                    <a:lumMod val="100000"/>
                    <a:shade val="100000"/>
                  </a:schemeClr>
                </a:gs>
                <a:gs pos="100000">
                  <a:schemeClr val="accent3">
                    <a:lumMod val="70000"/>
                    <a:lumOff val="30000"/>
                    <a:lumMod val="99000"/>
                    <a:satMod val="120000"/>
                    <a:shade val="78000"/>
                  </a:schemeClr>
                </a:gs>
              </a:gsLst>
              <a:lin ang="5400000" scaled="0"/>
            </a:gradFill>
            <a:ln>
              <a:noFill/>
            </a:ln>
            <a:effectLst/>
          </c:spPr>
          <c:invertIfNegative val="0"/>
          <c:cat>
            <c:strRef>
              <c:f>rough_graphs!$A$19:$A$32</c:f>
              <c:strCache>
                <c:ptCount val="13"/>
                <c:pt idx="0">
                  <c:v>FINANCIAL SERVICES</c:v>
                </c:pt>
                <c:pt idx="1">
                  <c:v>IT</c:v>
                </c:pt>
                <c:pt idx="2">
                  <c:v>ENERGY</c:v>
                </c:pt>
                <c:pt idx="3">
                  <c:v>CONSUMER GOODS</c:v>
                </c:pt>
                <c:pt idx="4">
                  <c:v>METALS</c:v>
                </c:pt>
                <c:pt idx="5">
                  <c:v>AUTOMOBILE</c:v>
                </c:pt>
                <c:pt idx="6">
                  <c:v>CEMENT &amp; CEMENT PRODUCTS</c:v>
                </c:pt>
                <c:pt idx="7">
                  <c:v>TELECOM</c:v>
                </c:pt>
                <c:pt idx="8">
                  <c:v>PHARMA</c:v>
                </c:pt>
                <c:pt idx="9">
                  <c:v>CONSTRUCTION</c:v>
                </c:pt>
                <c:pt idx="10">
                  <c:v>SERVICES</c:v>
                </c:pt>
                <c:pt idx="11">
                  <c:v>FERTILISERS &amp; PESTICIDES</c:v>
                </c:pt>
                <c:pt idx="12">
                  <c:v>MEDIA &amp; ENTERTAINMENT</c:v>
                </c:pt>
              </c:strCache>
            </c:strRef>
          </c:cat>
          <c:val>
            <c:numRef>
              <c:f>rough_graphs!$AV$19:$AV$32</c:f>
              <c:numCache>
                <c:formatCode>General</c:formatCode>
                <c:ptCount val="13"/>
                <c:pt idx="11">
                  <c:v>5708183.6017760001</c:v>
                </c:pt>
              </c:numCache>
            </c:numRef>
          </c:val>
          <c:extLst>
            <c:ext xmlns:c16="http://schemas.microsoft.com/office/drawing/2014/chart" uri="{C3380CC4-5D6E-409C-BE32-E72D297353CC}">
              <c16:uniqueId val="{0000005A-7955-4FB6-8607-E44CF5FB6FEC}"/>
            </c:ext>
          </c:extLst>
        </c:ser>
        <c:ser>
          <c:idx val="47"/>
          <c:order val="47"/>
          <c:tx>
            <c:strRef>
              <c:f>rough_graphs!$AW$17:$AW$18</c:f>
              <c:strCache>
                <c:ptCount val="1"/>
                <c:pt idx="0">
                  <c:v>Vedanta Ltd.</c:v>
                </c:pt>
              </c:strCache>
            </c:strRef>
          </c:tx>
          <c:spPr>
            <a:gradFill rotWithShape="1">
              <a:gsLst>
                <a:gs pos="0">
                  <a:schemeClr val="accent5">
                    <a:lumMod val="70000"/>
                    <a:lumOff val="30000"/>
                    <a:satMod val="103000"/>
                    <a:lumMod val="102000"/>
                    <a:tint val="94000"/>
                  </a:schemeClr>
                </a:gs>
                <a:gs pos="50000">
                  <a:schemeClr val="accent5">
                    <a:lumMod val="70000"/>
                    <a:lumOff val="30000"/>
                    <a:satMod val="110000"/>
                    <a:lumMod val="100000"/>
                    <a:shade val="100000"/>
                  </a:schemeClr>
                </a:gs>
                <a:gs pos="100000">
                  <a:schemeClr val="accent5">
                    <a:lumMod val="70000"/>
                    <a:lumOff val="30000"/>
                    <a:lumMod val="99000"/>
                    <a:satMod val="120000"/>
                    <a:shade val="78000"/>
                  </a:schemeClr>
                </a:gs>
              </a:gsLst>
              <a:lin ang="5400000" scaled="0"/>
            </a:gradFill>
            <a:ln>
              <a:noFill/>
            </a:ln>
            <a:effectLst/>
          </c:spPr>
          <c:invertIfNegative val="0"/>
          <c:cat>
            <c:strRef>
              <c:f>rough_graphs!$A$19:$A$32</c:f>
              <c:strCache>
                <c:ptCount val="13"/>
                <c:pt idx="0">
                  <c:v>FINANCIAL SERVICES</c:v>
                </c:pt>
                <c:pt idx="1">
                  <c:v>IT</c:v>
                </c:pt>
                <c:pt idx="2">
                  <c:v>ENERGY</c:v>
                </c:pt>
                <c:pt idx="3">
                  <c:v>CONSUMER GOODS</c:v>
                </c:pt>
                <c:pt idx="4">
                  <c:v>METALS</c:v>
                </c:pt>
                <c:pt idx="5">
                  <c:v>AUTOMOBILE</c:v>
                </c:pt>
                <c:pt idx="6">
                  <c:v>CEMENT &amp; CEMENT PRODUCTS</c:v>
                </c:pt>
                <c:pt idx="7">
                  <c:v>TELECOM</c:v>
                </c:pt>
                <c:pt idx="8">
                  <c:v>PHARMA</c:v>
                </c:pt>
                <c:pt idx="9">
                  <c:v>CONSTRUCTION</c:v>
                </c:pt>
                <c:pt idx="10">
                  <c:v>SERVICES</c:v>
                </c:pt>
                <c:pt idx="11">
                  <c:v>FERTILISERS &amp; PESTICIDES</c:v>
                </c:pt>
                <c:pt idx="12">
                  <c:v>MEDIA &amp; ENTERTAINMENT</c:v>
                </c:pt>
              </c:strCache>
            </c:strRef>
          </c:cat>
          <c:val>
            <c:numRef>
              <c:f>rough_graphs!$AW$19:$AW$32</c:f>
              <c:numCache>
                <c:formatCode>General</c:formatCode>
                <c:ptCount val="13"/>
                <c:pt idx="4">
                  <c:v>12683083.121068001</c:v>
                </c:pt>
              </c:numCache>
            </c:numRef>
          </c:val>
          <c:extLst>
            <c:ext xmlns:c16="http://schemas.microsoft.com/office/drawing/2014/chart" uri="{C3380CC4-5D6E-409C-BE32-E72D297353CC}">
              <c16:uniqueId val="{0000005B-7955-4FB6-8607-E44CF5FB6FEC}"/>
            </c:ext>
          </c:extLst>
        </c:ser>
        <c:ser>
          <c:idx val="48"/>
          <c:order val="48"/>
          <c:tx>
            <c:strRef>
              <c:f>rough_graphs!$AX$17:$AX$18</c:f>
              <c:strCache>
                <c:ptCount val="1"/>
                <c:pt idx="0">
                  <c:v>Wipro Ltd.</c:v>
                </c:pt>
              </c:strCache>
            </c:strRef>
          </c:tx>
          <c:spPr>
            <a:gradFill rotWithShape="1">
              <a:gsLst>
                <a:gs pos="0">
                  <a:schemeClr val="accent1">
                    <a:lumMod val="70000"/>
                    <a:satMod val="103000"/>
                    <a:lumMod val="102000"/>
                    <a:tint val="94000"/>
                  </a:schemeClr>
                </a:gs>
                <a:gs pos="50000">
                  <a:schemeClr val="accent1">
                    <a:lumMod val="70000"/>
                    <a:satMod val="110000"/>
                    <a:lumMod val="100000"/>
                    <a:shade val="100000"/>
                  </a:schemeClr>
                </a:gs>
                <a:gs pos="100000">
                  <a:schemeClr val="accent1">
                    <a:lumMod val="70000"/>
                    <a:lumMod val="99000"/>
                    <a:satMod val="120000"/>
                    <a:shade val="78000"/>
                  </a:schemeClr>
                </a:gs>
              </a:gsLst>
              <a:lin ang="5400000" scaled="0"/>
            </a:gradFill>
            <a:ln>
              <a:noFill/>
            </a:ln>
            <a:effectLst/>
          </c:spPr>
          <c:invertIfNegative val="0"/>
          <c:cat>
            <c:strRef>
              <c:f>rough_graphs!$A$19:$A$32</c:f>
              <c:strCache>
                <c:ptCount val="13"/>
                <c:pt idx="0">
                  <c:v>FINANCIAL SERVICES</c:v>
                </c:pt>
                <c:pt idx="1">
                  <c:v>IT</c:v>
                </c:pt>
                <c:pt idx="2">
                  <c:v>ENERGY</c:v>
                </c:pt>
                <c:pt idx="3">
                  <c:v>CONSUMER GOODS</c:v>
                </c:pt>
                <c:pt idx="4">
                  <c:v>METALS</c:v>
                </c:pt>
                <c:pt idx="5">
                  <c:v>AUTOMOBILE</c:v>
                </c:pt>
                <c:pt idx="6">
                  <c:v>CEMENT &amp; CEMENT PRODUCTS</c:v>
                </c:pt>
                <c:pt idx="7">
                  <c:v>TELECOM</c:v>
                </c:pt>
                <c:pt idx="8">
                  <c:v>PHARMA</c:v>
                </c:pt>
                <c:pt idx="9">
                  <c:v>CONSTRUCTION</c:v>
                </c:pt>
                <c:pt idx="10">
                  <c:v>SERVICES</c:v>
                </c:pt>
                <c:pt idx="11">
                  <c:v>FERTILISERS &amp; PESTICIDES</c:v>
                </c:pt>
                <c:pt idx="12">
                  <c:v>MEDIA &amp; ENTERTAINMENT</c:v>
                </c:pt>
              </c:strCache>
            </c:strRef>
          </c:cat>
          <c:val>
            <c:numRef>
              <c:f>rough_graphs!$AX$19:$AX$32</c:f>
              <c:numCache>
                <c:formatCode>General</c:formatCode>
                <c:ptCount val="13"/>
                <c:pt idx="1">
                  <c:v>39210359.449888498</c:v>
                </c:pt>
              </c:numCache>
            </c:numRef>
          </c:val>
          <c:extLst>
            <c:ext xmlns:c16="http://schemas.microsoft.com/office/drawing/2014/chart" uri="{C3380CC4-5D6E-409C-BE32-E72D297353CC}">
              <c16:uniqueId val="{0000005C-7955-4FB6-8607-E44CF5FB6FEC}"/>
            </c:ext>
          </c:extLst>
        </c:ser>
        <c:ser>
          <c:idx val="49"/>
          <c:order val="49"/>
          <c:tx>
            <c:strRef>
              <c:f>rough_graphs!$AY$17:$AY$18</c:f>
              <c:strCache>
                <c:ptCount val="1"/>
                <c:pt idx="0">
                  <c:v>Zee Entertainment Enterprises Ltd.</c:v>
                </c:pt>
              </c:strCache>
            </c:strRef>
          </c:tx>
          <c:spPr>
            <a:gradFill rotWithShape="1">
              <a:gsLst>
                <a:gs pos="0">
                  <a:schemeClr val="accent3">
                    <a:lumMod val="70000"/>
                    <a:satMod val="103000"/>
                    <a:lumMod val="102000"/>
                    <a:tint val="94000"/>
                  </a:schemeClr>
                </a:gs>
                <a:gs pos="50000">
                  <a:schemeClr val="accent3">
                    <a:lumMod val="70000"/>
                    <a:satMod val="110000"/>
                    <a:lumMod val="100000"/>
                    <a:shade val="100000"/>
                  </a:schemeClr>
                </a:gs>
                <a:gs pos="100000">
                  <a:schemeClr val="accent3">
                    <a:lumMod val="70000"/>
                    <a:lumMod val="99000"/>
                    <a:satMod val="120000"/>
                    <a:shade val="78000"/>
                  </a:schemeClr>
                </a:gs>
              </a:gsLst>
              <a:lin ang="5400000" scaled="0"/>
            </a:gradFill>
            <a:ln>
              <a:noFill/>
            </a:ln>
            <a:effectLst/>
          </c:spPr>
          <c:invertIfNegative val="0"/>
          <c:cat>
            <c:strRef>
              <c:f>rough_graphs!$A$19:$A$32</c:f>
              <c:strCache>
                <c:ptCount val="13"/>
                <c:pt idx="0">
                  <c:v>FINANCIAL SERVICES</c:v>
                </c:pt>
                <c:pt idx="1">
                  <c:v>IT</c:v>
                </c:pt>
                <c:pt idx="2">
                  <c:v>ENERGY</c:v>
                </c:pt>
                <c:pt idx="3">
                  <c:v>CONSUMER GOODS</c:v>
                </c:pt>
                <c:pt idx="4">
                  <c:v>METALS</c:v>
                </c:pt>
                <c:pt idx="5">
                  <c:v>AUTOMOBILE</c:v>
                </c:pt>
                <c:pt idx="6">
                  <c:v>CEMENT &amp; CEMENT PRODUCTS</c:v>
                </c:pt>
                <c:pt idx="7">
                  <c:v>TELECOM</c:v>
                </c:pt>
                <c:pt idx="8">
                  <c:v>PHARMA</c:v>
                </c:pt>
                <c:pt idx="9">
                  <c:v>CONSTRUCTION</c:v>
                </c:pt>
                <c:pt idx="10">
                  <c:v>SERVICES</c:v>
                </c:pt>
                <c:pt idx="11">
                  <c:v>FERTILISERS &amp; PESTICIDES</c:v>
                </c:pt>
                <c:pt idx="12">
                  <c:v>MEDIA &amp; ENTERTAINMENT</c:v>
                </c:pt>
              </c:strCache>
            </c:strRef>
          </c:cat>
          <c:val>
            <c:numRef>
              <c:f>rough_graphs!$AY$19:$AY$32</c:f>
              <c:numCache>
                <c:formatCode>General</c:formatCode>
                <c:ptCount val="13"/>
                <c:pt idx="12">
                  <c:v>3081334.4137200001</c:v>
                </c:pt>
              </c:numCache>
            </c:numRef>
          </c:val>
          <c:extLst>
            <c:ext xmlns:c16="http://schemas.microsoft.com/office/drawing/2014/chart" uri="{C3380CC4-5D6E-409C-BE32-E72D297353CC}">
              <c16:uniqueId val="{0000005D-7955-4FB6-8607-E44CF5FB6FEC}"/>
            </c:ext>
          </c:extLst>
        </c:ser>
        <c:dLbls>
          <c:showLegendKey val="0"/>
          <c:showVal val="0"/>
          <c:showCatName val="0"/>
          <c:showSerName val="0"/>
          <c:showPercent val="0"/>
          <c:showBubbleSize val="0"/>
        </c:dLbls>
        <c:gapWidth val="150"/>
        <c:overlap val="100"/>
        <c:axId val="561878016"/>
        <c:axId val="561878496"/>
      </c:barChart>
      <c:catAx>
        <c:axId val="561878016"/>
        <c:scaling>
          <c:orientation val="minMax"/>
        </c:scaling>
        <c:delete val="0"/>
        <c:axPos val="b"/>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700" b="0" i="0" u="none" strike="noStrike" kern="1200" cap="none" spc="0" baseline="0">
                <a:ln/>
                <a:solidFill>
                  <a:schemeClr val="accent4"/>
                </a:solidFill>
                <a:effectLst/>
                <a:latin typeface="+mn-lt"/>
                <a:ea typeface="+mn-ea"/>
                <a:cs typeface="+mn-cs"/>
              </a:defRPr>
            </a:pPr>
            <a:endParaRPr lang="en-US"/>
          </a:p>
        </c:txPr>
        <c:crossAx val="561878496"/>
        <c:crosses val="autoZero"/>
        <c:auto val="1"/>
        <c:lblAlgn val="ctr"/>
        <c:lblOffset val="100"/>
        <c:noMultiLvlLbl val="0"/>
      </c:catAx>
      <c:valAx>
        <c:axId val="561878496"/>
        <c:scaling>
          <c:orientation val="minMax"/>
        </c:scaling>
        <c:delete val="0"/>
        <c:axPos val="l"/>
        <c:majorGridlines>
          <c:spPr>
            <a:ln w="9525" cap="flat" cmpd="sng" algn="ctr">
              <a:solidFill>
                <a:schemeClr val="tx2">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cap="none" spc="0" baseline="0">
                <a:ln/>
                <a:solidFill>
                  <a:schemeClr val="accent4"/>
                </a:solidFill>
                <a:effectLst/>
                <a:latin typeface="+mn-lt"/>
                <a:ea typeface="+mn-ea"/>
                <a:cs typeface="+mn-cs"/>
              </a:defRPr>
            </a:pPr>
            <a:endParaRPr lang="en-US"/>
          </a:p>
        </c:txPr>
        <c:crossAx val="561878016"/>
        <c:crosses val="autoZero"/>
        <c:crossBetween val="between"/>
      </c:valAx>
      <c:spPr>
        <a:noFill/>
        <a:ln>
          <a:noFill/>
        </a:ln>
        <a:effectLst/>
      </c:spPr>
    </c:plotArea>
    <c:legend>
      <c:legendPos val="b"/>
      <c:layout>
        <c:manualLayout>
          <c:xMode val="edge"/>
          <c:yMode val="edge"/>
          <c:x val="4.4807590436413268E-2"/>
          <c:y val="0.74358605212237305"/>
          <c:w val="0.94111921766020057"/>
          <c:h val="0.22906339028558859"/>
        </c:manualLayout>
      </c:layout>
      <c:overlay val="0"/>
      <c:spPr>
        <a:noFill/>
        <a:ln>
          <a:noFill/>
        </a:ln>
        <a:effectLst/>
      </c:spPr>
      <c:txPr>
        <a:bodyPr rot="0" spcFirstLastPara="1" vertOverflow="ellipsis" vert="horz" wrap="square" anchor="ctr" anchorCtr="1"/>
        <a:lstStyle/>
        <a:p>
          <a:pPr>
            <a:defRPr sz="900" b="0" i="0" u="none" strike="noStrike" kern="1200" cap="none" spc="0" baseline="0">
              <a:ln/>
              <a:solidFill>
                <a:schemeClr val="accent4"/>
              </a:solidFill>
              <a:effectLst/>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rgbClr val="E9E5DB"/>
    </a:solidFill>
    <a:ln w="12700" cap="flat" cmpd="sng" algn="ctr">
      <a:noFill/>
      <a:prstDash val="solid"/>
      <a:miter lim="800000"/>
    </a:ln>
    <a:effectLst/>
  </c:spPr>
  <c:txPr>
    <a:bodyPr/>
    <a:lstStyle/>
    <a:p>
      <a:pPr>
        <a:defRPr b="1" cap="none" spc="0">
          <a:ln/>
          <a:solidFill>
            <a:schemeClr val="accent4"/>
          </a:solidFill>
          <a:effectLst/>
          <a:latin typeface="+mn-lt"/>
          <a:ea typeface="+mn-ea"/>
          <a:cs typeface="+mn-cs"/>
        </a:defRPr>
      </a:pPr>
      <a:endParaRPr lang="en-US"/>
    </a:p>
  </c:txPr>
  <c:externalData r:id="rId3">
    <c:autoUpdate val="0"/>
  </c:externalData>
  <c:extLst>
    <c:ext xmlns:c14="http://schemas.microsoft.com/office/drawing/2007/8/2/chart" uri="{781A3756-C4B2-4CAC-9D66-4F8BD8637D16}">
      <c14:pivotOptions>
        <c14:dropZoneFilter val="1"/>
        <c14:dropZonesVisible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pivotSource>
    <c:name>[stockinfo20years(AutoRecovered).xlsx]ALLFIVE!PivotTable7</c:name>
    <c:fmtId val="-1"/>
  </c:pivotSource>
  <c:chart>
    <c:title>
      <c:tx>
        <c:rich>
          <a:bodyPr rot="0" spcFirstLastPara="1" vertOverflow="ellipsis" vert="horz" wrap="square" anchor="ctr" anchorCtr="1"/>
          <a:lstStyle/>
          <a:p>
            <a:pPr>
              <a:defRPr sz="1400" b="1" i="0" u="none" strike="noStrike" kern="1200" cap="none" spc="0" baseline="0">
                <a:ln>
                  <a:noFill/>
                </a:ln>
                <a:solidFill>
                  <a:schemeClr val="bg1"/>
                </a:solidFill>
                <a:effectLst/>
                <a:latin typeface="+mn-lt"/>
                <a:ea typeface="+mn-ea"/>
                <a:cs typeface="+mn-cs"/>
              </a:defRPr>
            </a:pPr>
            <a:r>
              <a:rPr lang="en-IN">
                <a:ln w="6600">
                  <a:noFill/>
                  <a:prstDash val="solid"/>
                </a:ln>
              </a:rPr>
              <a:t>Stock Price Trend Over Time</a:t>
            </a:r>
          </a:p>
        </c:rich>
      </c:tx>
      <c:overlay val="0"/>
      <c:spPr>
        <a:noFill/>
        <a:ln>
          <a:noFill/>
        </a:ln>
        <a:effectLst/>
      </c:spPr>
      <c:txPr>
        <a:bodyPr rot="0" spcFirstLastPara="1" vertOverflow="ellipsis" vert="horz" wrap="square" anchor="ctr" anchorCtr="1"/>
        <a:lstStyle/>
        <a:p>
          <a:pPr>
            <a:defRPr sz="1400" b="1" i="0" u="none" strike="noStrike" kern="1200" cap="none" spc="0" baseline="0">
              <a:ln>
                <a:noFill/>
              </a:ln>
              <a:solidFill>
                <a:schemeClr val="bg1"/>
              </a:solidFill>
              <a:effectLst/>
              <a:latin typeface="+mn-lt"/>
              <a:ea typeface="+mn-ea"/>
              <a:cs typeface="+mn-cs"/>
            </a:defRPr>
          </a:pPr>
          <a:endParaRPr lang="en-IN"/>
        </a:p>
      </c:txPr>
    </c:title>
    <c:autoTitleDeleted val="0"/>
    <c:pivotFmts>
      <c:pivotFmt>
        <c:idx val="0"/>
        <c:spPr>
          <a:solidFill>
            <a:schemeClr val="accent1"/>
          </a:solidFill>
          <a:ln w="6350"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w="6600">
                    <a:solidFill>
                      <a:schemeClr val="bg1"/>
                    </a:solidFill>
                    <a:prstDash val="solid"/>
                  </a:ln>
                  <a:solidFill>
                    <a:schemeClr val="tx1">
                      <a:lumMod val="75000"/>
                      <a:lumOff val="25000"/>
                    </a:schemeClr>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6350"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w="6600">
                    <a:solidFill>
                      <a:schemeClr val="bg1"/>
                    </a:solidFill>
                    <a:prstDash val="solid"/>
                  </a:ln>
                  <a:solidFill>
                    <a:schemeClr val="tx1">
                      <a:lumMod val="75000"/>
                      <a:lumOff val="25000"/>
                    </a:schemeClr>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6350" cap="rnd">
            <a:solidFill>
              <a:srgbClr val="92D050"/>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w="6600">
                    <a:solidFill>
                      <a:schemeClr val="bg1"/>
                    </a:solidFill>
                    <a:prstDash val="solid"/>
                  </a:ln>
                  <a:solidFill>
                    <a:schemeClr val="tx1">
                      <a:lumMod val="75000"/>
                      <a:lumOff val="25000"/>
                    </a:schemeClr>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6350"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w="6600">
                    <a:solidFill>
                      <a:schemeClr val="bg1"/>
                    </a:solidFill>
                    <a:prstDash val="solid"/>
                  </a:ln>
                  <a:solidFill>
                    <a:schemeClr val="tx1">
                      <a:lumMod val="75000"/>
                      <a:lumOff val="25000"/>
                    </a:schemeClr>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w="6350" cap="rnd">
            <a:solidFill>
              <a:schemeClr val="tx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w="6600">
                    <a:solidFill>
                      <a:schemeClr val="bg1"/>
                    </a:solidFill>
                    <a:prstDash val="solid"/>
                  </a:ln>
                  <a:solidFill>
                    <a:schemeClr val="tx1">
                      <a:lumMod val="75000"/>
                      <a:lumOff val="25000"/>
                    </a:schemeClr>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6350"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w="6600">
                    <a:solidFill>
                      <a:schemeClr val="bg1"/>
                    </a:solidFill>
                    <a:prstDash val="solid"/>
                  </a:ln>
                  <a:solidFill>
                    <a:schemeClr val="tx1">
                      <a:lumMod val="75000"/>
                      <a:lumOff val="25000"/>
                    </a:schemeClr>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w="6350"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w="6600">
                    <a:solidFill>
                      <a:schemeClr val="bg1"/>
                    </a:solidFill>
                    <a:prstDash val="solid"/>
                  </a:ln>
                  <a:solidFill>
                    <a:schemeClr val="tx1">
                      <a:lumMod val="75000"/>
                      <a:lumOff val="25000"/>
                    </a:schemeClr>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w="6350" cap="rnd">
            <a:solidFill>
              <a:srgbClr val="92D050"/>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w="6600">
                    <a:solidFill>
                      <a:schemeClr val="bg1"/>
                    </a:solidFill>
                    <a:prstDash val="solid"/>
                  </a:ln>
                  <a:solidFill>
                    <a:schemeClr val="tx1">
                      <a:lumMod val="75000"/>
                      <a:lumOff val="25000"/>
                    </a:schemeClr>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w="6350"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w="6600">
                    <a:solidFill>
                      <a:schemeClr val="bg1"/>
                    </a:solidFill>
                    <a:prstDash val="solid"/>
                  </a:ln>
                  <a:solidFill>
                    <a:schemeClr val="tx1">
                      <a:lumMod val="75000"/>
                      <a:lumOff val="25000"/>
                    </a:schemeClr>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w="6350" cap="rnd">
            <a:solidFill>
              <a:schemeClr val="tx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w="6600">
                    <a:solidFill>
                      <a:schemeClr val="bg1"/>
                    </a:solidFill>
                    <a:prstDash val="solid"/>
                  </a:ln>
                  <a:solidFill>
                    <a:schemeClr val="tx1">
                      <a:lumMod val="75000"/>
                      <a:lumOff val="25000"/>
                    </a:schemeClr>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w="6350"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w="6600">
                    <a:solidFill>
                      <a:schemeClr val="bg1"/>
                    </a:solidFill>
                    <a:prstDash val="solid"/>
                  </a:ln>
                  <a:solidFill>
                    <a:schemeClr val="tx1">
                      <a:lumMod val="75000"/>
                      <a:lumOff val="25000"/>
                    </a:schemeClr>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w="6350"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w="6600">
                    <a:solidFill>
                      <a:schemeClr val="bg1"/>
                    </a:solidFill>
                    <a:prstDash val="solid"/>
                  </a:ln>
                  <a:solidFill>
                    <a:schemeClr val="tx1">
                      <a:lumMod val="75000"/>
                      <a:lumOff val="25000"/>
                    </a:schemeClr>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w="6350" cap="rnd">
            <a:solidFill>
              <a:srgbClr val="92D050"/>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w="6600">
                    <a:solidFill>
                      <a:schemeClr val="bg1"/>
                    </a:solidFill>
                    <a:prstDash val="solid"/>
                  </a:ln>
                  <a:solidFill>
                    <a:schemeClr val="tx1">
                      <a:lumMod val="75000"/>
                      <a:lumOff val="25000"/>
                    </a:schemeClr>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w="6350"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w="6600">
                    <a:solidFill>
                      <a:schemeClr val="bg1"/>
                    </a:solidFill>
                    <a:prstDash val="solid"/>
                  </a:ln>
                  <a:solidFill>
                    <a:schemeClr val="tx1">
                      <a:lumMod val="75000"/>
                      <a:lumOff val="25000"/>
                    </a:schemeClr>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accent1"/>
          </a:solidFill>
          <a:ln w="6350" cap="rnd">
            <a:solidFill>
              <a:schemeClr val="tx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w="6600">
                    <a:solidFill>
                      <a:schemeClr val="bg1"/>
                    </a:solidFill>
                    <a:prstDash val="solid"/>
                  </a:ln>
                  <a:solidFill>
                    <a:schemeClr val="tx1">
                      <a:lumMod val="75000"/>
                      <a:lumOff val="25000"/>
                    </a:schemeClr>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solidFill>
            <a:schemeClr val="accent1"/>
          </a:solidFill>
          <a:ln w="6350"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w="6600">
                    <a:solidFill>
                      <a:schemeClr val="bg1"/>
                    </a:solidFill>
                    <a:prstDash val="solid"/>
                  </a:ln>
                  <a:solidFill>
                    <a:schemeClr val="tx1">
                      <a:lumMod val="75000"/>
                      <a:lumOff val="25000"/>
                    </a:schemeClr>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
        <c:spPr>
          <a:solidFill>
            <a:schemeClr val="accent1"/>
          </a:solidFill>
          <a:ln w="6350"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w="6600">
                    <a:solidFill>
                      <a:schemeClr val="bg1"/>
                    </a:solidFill>
                    <a:prstDash val="solid"/>
                  </a:ln>
                  <a:solidFill>
                    <a:schemeClr val="tx1">
                      <a:lumMod val="75000"/>
                      <a:lumOff val="25000"/>
                    </a:schemeClr>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
        <c:spPr>
          <a:solidFill>
            <a:schemeClr val="accent1"/>
          </a:solidFill>
          <a:ln w="6350" cap="rnd">
            <a:solidFill>
              <a:srgbClr val="92D050"/>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w="6600">
                    <a:solidFill>
                      <a:schemeClr val="bg1"/>
                    </a:solidFill>
                    <a:prstDash val="solid"/>
                  </a:ln>
                  <a:solidFill>
                    <a:schemeClr val="tx1">
                      <a:lumMod val="75000"/>
                      <a:lumOff val="25000"/>
                    </a:schemeClr>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
        <c:spPr>
          <a:solidFill>
            <a:schemeClr val="accent1"/>
          </a:solidFill>
          <a:ln w="6350"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w="6600">
                    <a:solidFill>
                      <a:schemeClr val="bg1"/>
                    </a:solidFill>
                    <a:prstDash val="solid"/>
                  </a:ln>
                  <a:solidFill>
                    <a:schemeClr val="tx1">
                      <a:lumMod val="75000"/>
                      <a:lumOff val="25000"/>
                    </a:schemeClr>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
        <c:spPr>
          <a:solidFill>
            <a:schemeClr val="accent1"/>
          </a:solidFill>
          <a:ln w="6350" cap="rnd">
            <a:solidFill>
              <a:schemeClr val="tx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w="6600">
                    <a:solidFill>
                      <a:schemeClr val="bg1"/>
                    </a:solidFill>
                    <a:prstDash val="solid"/>
                  </a:ln>
                  <a:solidFill>
                    <a:schemeClr val="tx1">
                      <a:lumMod val="75000"/>
                      <a:lumOff val="25000"/>
                    </a:schemeClr>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0"/>
        <c:spPr>
          <a:solidFill>
            <a:schemeClr val="accent1"/>
          </a:solidFill>
          <a:ln w="6350"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w="6600">
                    <a:solidFill>
                      <a:schemeClr val="bg1"/>
                    </a:solidFill>
                    <a:prstDash val="solid"/>
                  </a:ln>
                  <a:solidFill>
                    <a:schemeClr val="tx1">
                      <a:lumMod val="75000"/>
                      <a:lumOff val="25000"/>
                    </a:schemeClr>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1"/>
        <c:spPr>
          <a:solidFill>
            <a:schemeClr val="accent1"/>
          </a:solidFill>
          <a:ln w="6350"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w="6600">
                    <a:solidFill>
                      <a:schemeClr val="bg1"/>
                    </a:solidFill>
                    <a:prstDash val="solid"/>
                  </a:ln>
                  <a:solidFill>
                    <a:schemeClr val="tx1">
                      <a:lumMod val="75000"/>
                      <a:lumOff val="25000"/>
                    </a:schemeClr>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2"/>
        <c:spPr>
          <a:solidFill>
            <a:schemeClr val="accent1"/>
          </a:solidFill>
          <a:ln w="6350" cap="rnd">
            <a:solidFill>
              <a:srgbClr val="92D050"/>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w="6600">
                    <a:solidFill>
                      <a:schemeClr val="bg1"/>
                    </a:solidFill>
                    <a:prstDash val="solid"/>
                  </a:ln>
                  <a:solidFill>
                    <a:schemeClr val="tx1">
                      <a:lumMod val="75000"/>
                      <a:lumOff val="25000"/>
                    </a:schemeClr>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3"/>
        <c:spPr>
          <a:solidFill>
            <a:schemeClr val="accent1"/>
          </a:solidFill>
          <a:ln w="6350"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w="6600">
                    <a:solidFill>
                      <a:schemeClr val="bg1"/>
                    </a:solidFill>
                    <a:prstDash val="solid"/>
                  </a:ln>
                  <a:solidFill>
                    <a:schemeClr val="tx1">
                      <a:lumMod val="75000"/>
                      <a:lumOff val="25000"/>
                    </a:schemeClr>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4"/>
        <c:spPr>
          <a:solidFill>
            <a:schemeClr val="accent1"/>
          </a:solidFill>
          <a:ln w="6350" cap="rnd">
            <a:solidFill>
              <a:schemeClr val="tx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w="6600">
                    <a:solidFill>
                      <a:schemeClr val="bg1"/>
                    </a:solidFill>
                    <a:prstDash val="solid"/>
                  </a:ln>
                  <a:solidFill>
                    <a:schemeClr val="tx1">
                      <a:lumMod val="75000"/>
                      <a:lumOff val="25000"/>
                    </a:schemeClr>
                  </a:solidFill>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8.0442764461870042E-2"/>
          <c:y val="0.18509009009009011"/>
          <c:w val="0.72059970323516986"/>
          <c:h val="0.58876888699723351"/>
        </c:manualLayout>
      </c:layout>
      <c:lineChart>
        <c:grouping val="standard"/>
        <c:varyColors val="0"/>
        <c:ser>
          <c:idx val="0"/>
          <c:order val="0"/>
          <c:tx>
            <c:strRef>
              <c:f>ALLFIVE!$B$1:$B$2</c:f>
              <c:strCache>
                <c:ptCount val="1"/>
                <c:pt idx="0">
                  <c:v>HDFCBANK</c:v>
                </c:pt>
              </c:strCache>
            </c:strRef>
          </c:tx>
          <c:spPr>
            <a:ln w="22860" cap="rnd">
              <a:solidFill>
                <a:schemeClr val="accent1"/>
              </a:solidFill>
              <a:round/>
            </a:ln>
            <a:effectLst/>
          </c:spPr>
          <c:marker>
            <c:symbol val="none"/>
          </c:marker>
          <c:cat>
            <c:strRef>
              <c:f>ALLFIVE!$A$3:$A$5309</c:f>
              <c:strCache>
                <c:ptCount val="5306"/>
                <c:pt idx="0">
                  <c:v>03-01-2000</c:v>
                </c:pt>
                <c:pt idx="1">
                  <c:v>04-01-2000</c:v>
                </c:pt>
                <c:pt idx="2">
                  <c:v>05-01-2000</c:v>
                </c:pt>
                <c:pt idx="3">
                  <c:v>06-01-2000</c:v>
                </c:pt>
                <c:pt idx="4">
                  <c:v>07-01-2000</c:v>
                </c:pt>
                <c:pt idx="5">
                  <c:v>10-01-2000</c:v>
                </c:pt>
                <c:pt idx="6">
                  <c:v>11-01-2000</c:v>
                </c:pt>
                <c:pt idx="7">
                  <c:v>12-01-2000</c:v>
                </c:pt>
                <c:pt idx="8">
                  <c:v>13-01-2000</c:v>
                </c:pt>
                <c:pt idx="9">
                  <c:v>14-01-2000</c:v>
                </c:pt>
                <c:pt idx="10">
                  <c:v>17-01-2000</c:v>
                </c:pt>
                <c:pt idx="11">
                  <c:v>18-01-2000</c:v>
                </c:pt>
                <c:pt idx="12">
                  <c:v>19-01-2000</c:v>
                </c:pt>
                <c:pt idx="13">
                  <c:v>20-01-2000</c:v>
                </c:pt>
                <c:pt idx="14">
                  <c:v>21-01-2000</c:v>
                </c:pt>
                <c:pt idx="15">
                  <c:v>24-01-2000</c:v>
                </c:pt>
                <c:pt idx="16">
                  <c:v>25-01-2000</c:v>
                </c:pt>
                <c:pt idx="17">
                  <c:v>27-01-2000</c:v>
                </c:pt>
                <c:pt idx="18">
                  <c:v>28-01-2000</c:v>
                </c:pt>
                <c:pt idx="19">
                  <c:v>31-01-2000</c:v>
                </c:pt>
                <c:pt idx="20">
                  <c:v>01-02-2000</c:v>
                </c:pt>
                <c:pt idx="21">
                  <c:v>02-02-2000</c:v>
                </c:pt>
                <c:pt idx="22">
                  <c:v>03-02-2000</c:v>
                </c:pt>
                <c:pt idx="23">
                  <c:v>04-02-2000</c:v>
                </c:pt>
                <c:pt idx="24">
                  <c:v>07-02-2000</c:v>
                </c:pt>
                <c:pt idx="25">
                  <c:v>08-02-2000</c:v>
                </c:pt>
                <c:pt idx="26">
                  <c:v>09-02-2000</c:v>
                </c:pt>
                <c:pt idx="27">
                  <c:v>10-02-2000</c:v>
                </c:pt>
                <c:pt idx="28">
                  <c:v>11-02-2000</c:v>
                </c:pt>
                <c:pt idx="29">
                  <c:v>14-02-2000</c:v>
                </c:pt>
                <c:pt idx="30">
                  <c:v>15-02-2000</c:v>
                </c:pt>
                <c:pt idx="31">
                  <c:v>16-02-2000</c:v>
                </c:pt>
                <c:pt idx="32">
                  <c:v>17-02-2000</c:v>
                </c:pt>
                <c:pt idx="33">
                  <c:v>18-02-2000</c:v>
                </c:pt>
                <c:pt idx="34">
                  <c:v>21-02-2000</c:v>
                </c:pt>
                <c:pt idx="35">
                  <c:v>22-02-2000</c:v>
                </c:pt>
                <c:pt idx="36">
                  <c:v>23-02-2000</c:v>
                </c:pt>
                <c:pt idx="37">
                  <c:v>24-02-2000</c:v>
                </c:pt>
                <c:pt idx="38">
                  <c:v>25-02-2000</c:v>
                </c:pt>
                <c:pt idx="39">
                  <c:v>28-02-2000</c:v>
                </c:pt>
                <c:pt idx="40">
                  <c:v>29-02-2000</c:v>
                </c:pt>
                <c:pt idx="41">
                  <c:v>01-03-2000</c:v>
                </c:pt>
                <c:pt idx="42">
                  <c:v>02-03-2000</c:v>
                </c:pt>
                <c:pt idx="43">
                  <c:v>03-03-2000</c:v>
                </c:pt>
                <c:pt idx="44">
                  <c:v>06-03-2000</c:v>
                </c:pt>
                <c:pt idx="45">
                  <c:v>07-03-2000</c:v>
                </c:pt>
                <c:pt idx="46">
                  <c:v>08-03-2000</c:v>
                </c:pt>
                <c:pt idx="47">
                  <c:v>09-03-2000</c:v>
                </c:pt>
                <c:pt idx="48">
                  <c:v>10-03-2000</c:v>
                </c:pt>
                <c:pt idx="49">
                  <c:v>13-03-2000</c:v>
                </c:pt>
                <c:pt idx="50">
                  <c:v>14-03-2000</c:v>
                </c:pt>
                <c:pt idx="51">
                  <c:v>15-03-2000</c:v>
                </c:pt>
                <c:pt idx="52">
                  <c:v>16-03-2000</c:v>
                </c:pt>
                <c:pt idx="53">
                  <c:v>21-03-2000</c:v>
                </c:pt>
                <c:pt idx="54">
                  <c:v>22-03-2000</c:v>
                </c:pt>
                <c:pt idx="55">
                  <c:v>23-03-2000</c:v>
                </c:pt>
                <c:pt idx="56">
                  <c:v>24-03-2000</c:v>
                </c:pt>
                <c:pt idx="57">
                  <c:v>27-03-2000</c:v>
                </c:pt>
                <c:pt idx="58">
                  <c:v>28-03-2000</c:v>
                </c:pt>
                <c:pt idx="59">
                  <c:v>29-03-2000</c:v>
                </c:pt>
                <c:pt idx="60">
                  <c:v>30-03-2000</c:v>
                </c:pt>
                <c:pt idx="61">
                  <c:v>31-03-2000</c:v>
                </c:pt>
                <c:pt idx="62">
                  <c:v>03-04-2000</c:v>
                </c:pt>
                <c:pt idx="63">
                  <c:v>04-04-2000</c:v>
                </c:pt>
                <c:pt idx="64">
                  <c:v>05-04-2000</c:v>
                </c:pt>
                <c:pt idx="65">
                  <c:v>06-04-2000</c:v>
                </c:pt>
                <c:pt idx="66">
                  <c:v>07-04-2000</c:v>
                </c:pt>
                <c:pt idx="67">
                  <c:v>10-04-2000</c:v>
                </c:pt>
                <c:pt idx="68">
                  <c:v>11-04-2000</c:v>
                </c:pt>
                <c:pt idx="69">
                  <c:v>12-04-2000</c:v>
                </c:pt>
                <c:pt idx="70">
                  <c:v>13-04-2000</c:v>
                </c:pt>
                <c:pt idx="71">
                  <c:v>17-04-2000</c:v>
                </c:pt>
                <c:pt idx="72">
                  <c:v>18-04-2000</c:v>
                </c:pt>
                <c:pt idx="73">
                  <c:v>19-04-2000</c:v>
                </c:pt>
                <c:pt idx="74">
                  <c:v>20-04-2000</c:v>
                </c:pt>
                <c:pt idx="75">
                  <c:v>24-04-2000</c:v>
                </c:pt>
                <c:pt idx="76">
                  <c:v>25-04-2000</c:v>
                </c:pt>
                <c:pt idx="77">
                  <c:v>26-04-2000</c:v>
                </c:pt>
                <c:pt idx="78">
                  <c:v>27-04-2000</c:v>
                </c:pt>
                <c:pt idx="79">
                  <c:v>28-04-2000</c:v>
                </c:pt>
                <c:pt idx="80">
                  <c:v>02-05-2000</c:v>
                </c:pt>
                <c:pt idx="81">
                  <c:v>03-05-2000</c:v>
                </c:pt>
                <c:pt idx="82">
                  <c:v>04-05-2000</c:v>
                </c:pt>
                <c:pt idx="83">
                  <c:v>05-05-2000</c:v>
                </c:pt>
                <c:pt idx="84">
                  <c:v>08-05-2000</c:v>
                </c:pt>
                <c:pt idx="85">
                  <c:v>09-05-2000</c:v>
                </c:pt>
                <c:pt idx="86">
                  <c:v>10-05-2000</c:v>
                </c:pt>
                <c:pt idx="87">
                  <c:v>11-05-2000</c:v>
                </c:pt>
                <c:pt idx="88">
                  <c:v>12-05-2000</c:v>
                </c:pt>
                <c:pt idx="89">
                  <c:v>15-05-2000</c:v>
                </c:pt>
                <c:pt idx="90">
                  <c:v>16-05-2000</c:v>
                </c:pt>
                <c:pt idx="91">
                  <c:v>17-05-2000</c:v>
                </c:pt>
                <c:pt idx="92">
                  <c:v>18-05-2000</c:v>
                </c:pt>
                <c:pt idx="93">
                  <c:v>19-05-2000</c:v>
                </c:pt>
                <c:pt idx="94">
                  <c:v>22-05-2000</c:v>
                </c:pt>
                <c:pt idx="95">
                  <c:v>23-05-2000</c:v>
                </c:pt>
                <c:pt idx="96">
                  <c:v>24-05-2000</c:v>
                </c:pt>
                <c:pt idx="97">
                  <c:v>25-05-2000</c:v>
                </c:pt>
                <c:pt idx="98">
                  <c:v>26-05-2000</c:v>
                </c:pt>
                <c:pt idx="99">
                  <c:v>29-05-2000</c:v>
                </c:pt>
                <c:pt idx="100">
                  <c:v>30-05-2000</c:v>
                </c:pt>
                <c:pt idx="101">
                  <c:v>31-05-2000</c:v>
                </c:pt>
                <c:pt idx="102">
                  <c:v>01-06-2000</c:v>
                </c:pt>
                <c:pt idx="103">
                  <c:v>02-06-2000</c:v>
                </c:pt>
                <c:pt idx="104">
                  <c:v>05-06-2000</c:v>
                </c:pt>
                <c:pt idx="105">
                  <c:v>06-06-2000</c:v>
                </c:pt>
                <c:pt idx="106">
                  <c:v>07-06-2000</c:v>
                </c:pt>
                <c:pt idx="107">
                  <c:v>08-06-2000</c:v>
                </c:pt>
                <c:pt idx="108">
                  <c:v>09-06-2000</c:v>
                </c:pt>
                <c:pt idx="109">
                  <c:v>12-06-2000</c:v>
                </c:pt>
                <c:pt idx="110">
                  <c:v>13-06-2000</c:v>
                </c:pt>
                <c:pt idx="111">
                  <c:v>14-06-2000</c:v>
                </c:pt>
                <c:pt idx="112">
                  <c:v>15-06-2000</c:v>
                </c:pt>
                <c:pt idx="113">
                  <c:v>16-06-2000</c:v>
                </c:pt>
                <c:pt idx="114">
                  <c:v>19-06-2000</c:v>
                </c:pt>
                <c:pt idx="115">
                  <c:v>20-06-2000</c:v>
                </c:pt>
                <c:pt idx="116">
                  <c:v>21-06-2000</c:v>
                </c:pt>
                <c:pt idx="117">
                  <c:v>22-06-2000</c:v>
                </c:pt>
                <c:pt idx="118">
                  <c:v>23-06-2000</c:v>
                </c:pt>
                <c:pt idx="119">
                  <c:v>26-06-2000</c:v>
                </c:pt>
                <c:pt idx="120">
                  <c:v>27-06-2000</c:v>
                </c:pt>
                <c:pt idx="121">
                  <c:v>28-06-2000</c:v>
                </c:pt>
                <c:pt idx="122">
                  <c:v>29-06-2000</c:v>
                </c:pt>
                <c:pt idx="123">
                  <c:v>30-06-2000</c:v>
                </c:pt>
                <c:pt idx="124">
                  <c:v>03-07-2000</c:v>
                </c:pt>
                <c:pt idx="125">
                  <c:v>04-07-2000</c:v>
                </c:pt>
                <c:pt idx="126">
                  <c:v>05-07-2000</c:v>
                </c:pt>
                <c:pt idx="127">
                  <c:v>06-07-2000</c:v>
                </c:pt>
                <c:pt idx="128">
                  <c:v>07-07-2000</c:v>
                </c:pt>
                <c:pt idx="129">
                  <c:v>10-07-2000</c:v>
                </c:pt>
                <c:pt idx="130">
                  <c:v>11-07-2000</c:v>
                </c:pt>
                <c:pt idx="131">
                  <c:v>12-07-2000</c:v>
                </c:pt>
                <c:pt idx="132">
                  <c:v>13-07-2000</c:v>
                </c:pt>
                <c:pt idx="133">
                  <c:v>14-07-2000</c:v>
                </c:pt>
                <c:pt idx="134">
                  <c:v>17-07-2000</c:v>
                </c:pt>
                <c:pt idx="135">
                  <c:v>18-07-2000</c:v>
                </c:pt>
                <c:pt idx="136">
                  <c:v>19-07-2000</c:v>
                </c:pt>
                <c:pt idx="137">
                  <c:v>20-07-2000</c:v>
                </c:pt>
                <c:pt idx="138">
                  <c:v>21-07-2000</c:v>
                </c:pt>
                <c:pt idx="139">
                  <c:v>24-07-2000</c:v>
                </c:pt>
                <c:pt idx="140">
                  <c:v>25-07-2000</c:v>
                </c:pt>
                <c:pt idx="141">
                  <c:v>26-07-2000</c:v>
                </c:pt>
                <c:pt idx="142">
                  <c:v>27-07-2000</c:v>
                </c:pt>
                <c:pt idx="143">
                  <c:v>28-07-2000</c:v>
                </c:pt>
                <c:pt idx="144">
                  <c:v>31-07-2000</c:v>
                </c:pt>
                <c:pt idx="145">
                  <c:v>01-08-2000</c:v>
                </c:pt>
                <c:pt idx="146">
                  <c:v>02-08-2000</c:v>
                </c:pt>
                <c:pt idx="147">
                  <c:v>03-08-2000</c:v>
                </c:pt>
                <c:pt idx="148">
                  <c:v>04-08-2000</c:v>
                </c:pt>
                <c:pt idx="149">
                  <c:v>07-08-2000</c:v>
                </c:pt>
                <c:pt idx="150">
                  <c:v>08-08-2000</c:v>
                </c:pt>
                <c:pt idx="151">
                  <c:v>09-08-2000</c:v>
                </c:pt>
                <c:pt idx="152">
                  <c:v>10-08-2000</c:v>
                </c:pt>
                <c:pt idx="153">
                  <c:v>11-08-2000</c:v>
                </c:pt>
                <c:pt idx="154">
                  <c:v>14-08-2000</c:v>
                </c:pt>
                <c:pt idx="155">
                  <c:v>16-08-2000</c:v>
                </c:pt>
                <c:pt idx="156">
                  <c:v>17-08-2000</c:v>
                </c:pt>
                <c:pt idx="157">
                  <c:v>18-08-2000</c:v>
                </c:pt>
                <c:pt idx="158">
                  <c:v>21-08-2000</c:v>
                </c:pt>
                <c:pt idx="159">
                  <c:v>22-08-2000</c:v>
                </c:pt>
                <c:pt idx="160">
                  <c:v>23-08-2000</c:v>
                </c:pt>
                <c:pt idx="161">
                  <c:v>24-08-2000</c:v>
                </c:pt>
                <c:pt idx="162">
                  <c:v>25-08-2000</c:v>
                </c:pt>
                <c:pt idx="163">
                  <c:v>28-08-2000</c:v>
                </c:pt>
                <c:pt idx="164">
                  <c:v>29-08-2000</c:v>
                </c:pt>
                <c:pt idx="165">
                  <c:v>30-08-2000</c:v>
                </c:pt>
                <c:pt idx="166">
                  <c:v>31-08-2000</c:v>
                </c:pt>
                <c:pt idx="167">
                  <c:v>04-09-2000</c:v>
                </c:pt>
                <c:pt idx="168">
                  <c:v>05-09-2000</c:v>
                </c:pt>
                <c:pt idx="169">
                  <c:v>06-09-2000</c:v>
                </c:pt>
                <c:pt idx="170">
                  <c:v>07-09-2000</c:v>
                </c:pt>
                <c:pt idx="171">
                  <c:v>08-09-2000</c:v>
                </c:pt>
                <c:pt idx="172">
                  <c:v>11-09-2000</c:v>
                </c:pt>
                <c:pt idx="173">
                  <c:v>12-09-2000</c:v>
                </c:pt>
                <c:pt idx="174">
                  <c:v>13-09-2000</c:v>
                </c:pt>
                <c:pt idx="175">
                  <c:v>14-09-2000</c:v>
                </c:pt>
                <c:pt idx="176">
                  <c:v>15-09-2000</c:v>
                </c:pt>
                <c:pt idx="177">
                  <c:v>18-09-2000</c:v>
                </c:pt>
                <c:pt idx="178">
                  <c:v>19-09-2000</c:v>
                </c:pt>
                <c:pt idx="179">
                  <c:v>20-09-2000</c:v>
                </c:pt>
                <c:pt idx="180">
                  <c:v>21-09-2000</c:v>
                </c:pt>
                <c:pt idx="181">
                  <c:v>22-09-2000</c:v>
                </c:pt>
                <c:pt idx="182">
                  <c:v>25-09-2000</c:v>
                </c:pt>
                <c:pt idx="183">
                  <c:v>26-09-2000</c:v>
                </c:pt>
                <c:pt idx="184">
                  <c:v>27-09-2000</c:v>
                </c:pt>
                <c:pt idx="185">
                  <c:v>28-09-2000</c:v>
                </c:pt>
                <c:pt idx="186">
                  <c:v>29-09-2000</c:v>
                </c:pt>
                <c:pt idx="187">
                  <c:v>03-10-2000</c:v>
                </c:pt>
                <c:pt idx="188">
                  <c:v>04-10-2000</c:v>
                </c:pt>
                <c:pt idx="189">
                  <c:v>05-10-2000</c:v>
                </c:pt>
                <c:pt idx="190">
                  <c:v>06-10-2000</c:v>
                </c:pt>
                <c:pt idx="191">
                  <c:v>09-10-2000</c:v>
                </c:pt>
                <c:pt idx="192">
                  <c:v>10-10-2000</c:v>
                </c:pt>
                <c:pt idx="193">
                  <c:v>11-10-2000</c:v>
                </c:pt>
                <c:pt idx="194">
                  <c:v>12-10-2000</c:v>
                </c:pt>
                <c:pt idx="195">
                  <c:v>13-10-2000</c:v>
                </c:pt>
                <c:pt idx="196">
                  <c:v>16-10-2000</c:v>
                </c:pt>
                <c:pt idx="197">
                  <c:v>17-10-2000</c:v>
                </c:pt>
                <c:pt idx="198">
                  <c:v>18-10-2000</c:v>
                </c:pt>
                <c:pt idx="199">
                  <c:v>19-10-2000</c:v>
                </c:pt>
                <c:pt idx="200">
                  <c:v>20-10-2000</c:v>
                </c:pt>
                <c:pt idx="201">
                  <c:v>23-10-2000</c:v>
                </c:pt>
                <c:pt idx="202">
                  <c:v>24-10-2000</c:v>
                </c:pt>
                <c:pt idx="203">
                  <c:v>25-10-2000</c:v>
                </c:pt>
                <c:pt idx="204">
                  <c:v>26-10-2000</c:v>
                </c:pt>
                <c:pt idx="205">
                  <c:v>27-10-2000</c:v>
                </c:pt>
                <c:pt idx="206">
                  <c:v>30-10-2000</c:v>
                </c:pt>
                <c:pt idx="207">
                  <c:v>31-10-2000</c:v>
                </c:pt>
                <c:pt idx="208">
                  <c:v>01-11-2000</c:v>
                </c:pt>
                <c:pt idx="209">
                  <c:v>02-11-2000</c:v>
                </c:pt>
                <c:pt idx="210">
                  <c:v>03-11-2000</c:v>
                </c:pt>
                <c:pt idx="211">
                  <c:v>06-11-2000</c:v>
                </c:pt>
                <c:pt idx="212">
                  <c:v>07-11-2000</c:v>
                </c:pt>
                <c:pt idx="213">
                  <c:v>08-11-2000</c:v>
                </c:pt>
                <c:pt idx="214">
                  <c:v>09-11-2000</c:v>
                </c:pt>
                <c:pt idx="215">
                  <c:v>10-11-2000</c:v>
                </c:pt>
                <c:pt idx="216">
                  <c:v>13-11-2000</c:v>
                </c:pt>
                <c:pt idx="217">
                  <c:v>14-11-2000</c:v>
                </c:pt>
                <c:pt idx="218">
                  <c:v>15-11-2000</c:v>
                </c:pt>
                <c:pt idx="219">
                  <c:v>16-11-2000</c:v>
                </c:pt>
                <c:pt idx="220">
                  <c:v>17-11-2000</c:v>
                </c:pt>
                <c:pt idx="221">
                  <c:v>20-11-2000</c:v>
                </c:pt>
                <c:pt idx="222">
                  <c:v>21-11-2000</c:v>
                </c:pt>
                <c:pt idx="223">
                  <c:v>22-11-2000</c:v>
                </c:pt>
                <c:pt idx="224">
                  <c:v>23-11-2000</c:v>
                </c:pt>
                <c:pt idx="225">
                  <c:v>24-11-2000</c:v>
                </c:pt>
                <c:pt idx="226">
                  <c:v>27-11-2000</c:v>
                </c:pt>
                <c:pt idx="227">
                  <c:v>28-11-2000</c:v>
                </c:pt>
                <c:pt idx="228">
                  <c:v>29-11-2000</c:v>
                </c:pt>
                <c:pt idx="229">
                  <c:v>30-11-2000</c:v>
                </c:pt>
                <c:pt idx="230">
                  <c:v>01-12-2000</c:v>
                </c:pt>
                <c:pt idx="231">
                  <c:v>04-12-2000</c:v>
                </c:pt>
                <c:pt idx="232">
                  <c:v>05-12-2000</c:v>
                </c:pt>
                <c:pt idx="233">
                  <c:v>06-12-2000</c:v>
                </c:pt>
                <c:pt idx="234">
                  <c:v>07-12-2000</c:v>
                </c:pt>
                <c:pt idx="235">
                  <c:v>08-12-2000</c:v>
                </c:pt>
                <c:pt idx="236">
                  <c:v>11-12-2000</c:v>
                </c:pt>
                <c:pt idx="237">
                  <c:v>12-12-2000</c:v>
                </c:pt>
                <c:pt idx="238">
                  <c:v>13-12-2000</c:v>
                </c:pt>
                <c:pt idx="239">
                  <c:v>14-12-2000</c:v>
                </c:pt>
                <c:pt idx="240">
                  <c:v>15-12-2000</c:v>
                </c:pt>
                <c:pt idx="241">
                  <c:v>18-12-2000</c:v>
                </c:pt>
                <c:pt idx="242">
                  <c:v>19-12-2000</c:v>
                </c:pt>
                <c:pt idx="243">
                  <c:v>20-12-2000</c:v>
                </c:pt>
                <c:pt idx="244">
                  <c:v>21-12-2000</c:v>
                </c:pt>
                <c:pt idx="245">
                  <c:v>22-12-2000</c:v>
                </c:pt>
                <c:pt idx="246">
                  <c:v>26-12-2000</c:v>
                </c:pt>
                <c:pt idx="247">
                  <c:v>27-12-2000</c:v>
                </c:pt>
                <c:pt idx="248">
                  <c:v>28-12-2000</c:v>
                </c:pt>
                <c:pt idx="249">
                  <c:v>29-12-2000</c:v>
                </c:pt>
                <c:pt idx="250">
                  <c:v>01-01-2001</c:v>
                </c:pt>
                <c:pt idx="251">
                  <c:v>02-01-2001</c:v>
                </c:pt>
                <c:pt idx="252">
                  <c:v>03-01-2001</c:v>
                </c:pt>
                <c:pt idx="253">
                  <c:v>04-01-2001</c:v>
                </c:pt>
                <c:pt idx="254">
                  <c:v>05-01-2001</c:v>
                </c:pt>
                <c:pt idx="255">
                  <c:v>08-01-2001</c:v>
                </c:pt>
                <c:pt idx="256">
                  <c:v>09-01-2001</c:v>
                </c:pt>
                <c:pt idx="257">
                  <c:v>10-01-2001</c:v>
                </c:pt>
                <c:pt idx="258">
                  <c:v>11-01-2001</c:v>
                </c:pt>
                <c:pt idx="259">
                  <c:v>12-01-2001</c:v>
                </c:pt>
                <c:pt idx="260">
                  <c:v>15-01-2001</c:v>
                </c:pt>
                <c:pt idx="261">
                  <c:v>16-01-2001</c:v>
                </c:pt>
                <c:pt idx="262">
                  <c:v>17-01-2001</c:v>
                </c:pt>
                <c:pt idx="263">
                  <c:v>18-01-2001</c:v>
                </c:pt>
                <c:pt idx="264">
                  <c:v>19-01-2001</c:v>
                </c:pt>
                <c:pt idx="265">
                  <c:v>22-01-2001</c:v>
                </c:pt>
                <c:pt idx="266">
                  <c:v>23-01-2001</c:v>
                </c:pt>
                <c:pt idx="267">
                  <c:v>24-01-2001</c:v>
                </c:pt>
                <c:pt idx="268">
                  <c:v>25-01-2001</c:v>
                </c:pt>
                <c:pt idx="269">
                  <c:v>29-01-2001</c:v>
                </c:pt>
                <c:pt idx="270">
                  <c:v>30-01-2001</c:v>
                </c:pt>
                <c:pt idx="271">
                  <c:v>31-01-2001</c:v>
                </c:pt>
                <c:pt idx="272">
                  <c:v>01-02-2001</c:v>
                </c:pt>
                <c:pt idx="273">
                  <c:v>02-02-2001</c:v>
                </c:pt>
                <c:pt idx="274">
                  <c:v>05-02-2001</c:v>
                </c:pt>
                <c:pt idx="275">
                  <c:v>06-02-2001</c:v>
                </c:pt>
                <c:pt idx="276">
                  <c:v>07-02-2001</c:v>
                </c:pt>
                <c:pt idx="277">
                  <c:v>08-02-2001</c:v>
                </c:pt>
                <c:pt idx="278">
                  <c:v>09-02-2001</c:v>
                </c:pt>
                <c:pt idx="279">
                  <c:v>12-02-2001</c:v>
                </c:pt>
                <c:pt idx="280">
                  <c:v>13-02-2001</c:v>
                </c:pt>
                <c:pt idx="281">
                  <c:v>14-02-2001</c:v>
                </c:pt>
                <c:pt idx="282">
                  <c:v>15-02-2001</c:v>
                </c:pt>
                <c:pt idx="283">
                  <c:v>16-02-2001</c:v>
                </c:pt>
                <c:pt idx="284">
                  <c:v>19-02-2001</c:v>
                </c:pt>
                <c:pt idx="285">
                  <c:v>20-02-2001</c:v>
                </c:pt>
                <c:pt idx="286">
                  <c:v>21-02-2001</c:v>
                </c:pt>
                <c:pt idx="287">
                  <c:v>22-02-2001</c:v>
                </c:pt>
                <c:pt idx="288">
                  <c:v>23-02-2001</c:v>
                </c:pt>
                <c:pt idx="289">
                  <c:v>26-02-2001</c:v>
                </c:pt>
                <c:pt idx="290">
                  <c:v>27-02-2001</c:v>
                </c:pt>
                <c:pt idx="291">
                  <c:v>28-02-2001</c:v>
                </c:pt>
                <c:pt idx="292">
                  <c:v>01-03-2001</c:v>
                </c:pt>
                <c:pt idx="293">
                  <c:v>02-03-2001</c:v>
                </c:pt>
                <c:pt idx="294">
                  <c:v>05-03-2001</c:v>
                </c:pt>
                <c:pt idx="295">
                  <c:v>07-03-2001</c:v>
                </c:pt>
                <c:pt idx="296">
                  <c:v>08-03-2001</c:v>
                </c:pt>
                <c:pt idx="297">
                  <c:v>09-03-2001</c:v>
                </c:pt>
                <c:pt idx="298">
                  <c:v>12-03-2001</c:v>
                </c:pt>
                <c:pt idx="299">
                  <c:v>13-03-2001</c:v>
                </c:pt>
                <c:pt idx="300">
                  <c:v>14-03-2001</c:v>
                </c:pt>
                <c:pt idx="301">
                  <c:v>15-03-2001</c:v>
                </c:pt>
                <c:pt idx="302">
                  <c:v>16-03-2001</c:v>
                </c:pt>
                <c:pt idx="303">
                  <c:v>19-03-2001</c:v>
                </c:pt>
                <c:pt idx="304">
                  <c:v>20-03-2001</c:v>
                </c:pt>
                <c:pt idx="305">
                  <c:v>21-03-2001</c:v>
                </c:pt>
                <c:pt idx="306">
                  <c:v>22-03-2001</c:v>
                </c:pt>
                <c:pt idx="307">
                  <c:v>23-03-2001</c:v>
                </c:pt>
                <c:pt idx="308">
                  <c:v>26-03-2001</c:v>
                </c:pt>
                <c:pt idx="309">
                  <c:v>27-03-2001</c:v>
                </c:pt>
                <c:pt idx="310">
                  <c:v>28-03-2001</c:v>
                </c:pt>
                <c:pt idx="311">
                  <c:v>29-03-2001</c:v>
                </c:pt>
                <c:pt idx="312">
                  <c:v>30-03-2001</c:v>
                </c:pt>
                <c:pt idx="313">
                  <c:v>02-04-2001</c:v>
                </c:pt>
                <c:pt idx="314">
                  <c:v>03-04-2001</c:v>
                </c:pt>
                <c:pt idx="315">
                  <c:v>04-04-2001</c:v>
                </c:pt>
                <c:pt idx="316">
                  <c:v>06-04-2001</c:v>
                </c:pt>
                <c:pt idx="317">
                  <c:v>09-04-2001</c:v>
                </c:pt>
                <c:pt idx="318">
                  <c:v>10-04-2001</c:v>
                </c:pt>
                <c:pt idx="319">
                  <c:v>11-04-2001</c:v>
                </c:pt>
                <c:pt idx="320">
                  <c:v>12-04-2001</c:v>
                </c:pt>
                <c:pt idx="321">
                  <c:v>16-04-2001</c:v>
                </c:pt>
                <c:pt idx="322">
                  <c:v>17-04-2001</c:v>
                </c:pt>
                <c:pt idx="323">
                  <c:v>18-04-2001</c:v>
                </c:pt>
                <c:pt idx="324">
                  <c:v>19-04-2001</c:v>
                </c:pt>
                <c:pt idx="325">
                  <c:v>20-04-2001</c:v>
                </c:pt>
                <c:pt idx="326">
                  <c:v>23-04-2001</c:v>
                </c:pt>
                <c:pt idx="327">
                  <c:v>24-04-2001</c:v>
                </c:pt>
                <c:pt idx="328">
                  <c:v>25-04-2001</c:v>
                </c:pt>
                <c:pt idx="329">
                  <c:v>26-04-2001</c:v>
                </c:pt>
                <c:pt idx="330">
                  <c:v>27-04-2001</c:v>
                </c:pt>
                <c:pt idx="331">
                  <c:v>30-04-2001</c:v>
                </c:pt>
                <c:pt idx="332">
                  <c:v>02-05-2001</c:v>
                </c:pt>
                <c:pt idx="333">
                  <c:v>03-05-2001</c:v>
                </c:pt>
                <c:pt idx="334">
                  <c:v>04-05-2001</c:v>
                </c:pt>
                <c:pt idx="335">
                  <c:v>07-05-2001</c:v>
                </c:pt>
                <c:pt idx="336">
                  <c:v>08-05-2001</c:v>
                </c:pt>
                <c:pt idx="337">
                  <c:v>09-05-2001</c:v>
                </c:pt>
                <c:pt idx="338">
                  <c:v>10-05-2001</c:v>
                </c:pt>
                <c:pt idx="339">
                  <c:v>11-05-2001</c:v>
                </c:pt>
                <c:pt idx="340">
                  <c:v>14-05-2001</c:v>
                </c:pt>
                <c:pt idx="341">
                  <c:v>15-05-2001</c:v>
                </c:pt>
                <c:pt idx="342">
                  <c:v>16-05-2001</c:v>
                </c:pt>
                <c:pt idx="343">
                  <c:v>17-05-2001</c:v>
                </c:pt>
                <c:pt idx="344">
                  <c:v>18-05-2001</c:v>
                </c:pt>
                <c:pt idx="345">
                  <c:v>21-05-2001</c:v>
                </c:pt>
                <c:pt idx="346">
                  <c:v>22-05-2001</c:v>
                </c:pt>
                <c:pt idx="347">
                  <c:v>23-05-2001</c:v>
                </c:pt>
                <c:pt idx="348">
                  <c:v>24-05-2001</c:v>
                </c:pt>
                <c:pt idx="349">
                  <c:v>25-05-2001</c:v>
                </c:pt>
                <c:pt idx="350">
                  <c:v>28-05-2001</c:v>
                </c:pt>
                <c:pt idx="351">
                  <c:v>29-05-2001</c:v>
                </c:pt>
                <c:pt idx="352">
                  <c:v>30-05-2001</c:v>
                </c:pt>
                <c:pt idx="353">
                  <c:v>31-05-2001</c:v>
                </c:pt>
                <c:pt idx="354">
                  <c:v>01-06-2001</c:v>
                </c:pt>
                <c:pt idx="355">
                  <c:v>04-06-2001</c:v>
                </c:pt>
                <c:pt idx="356">
                  <c:v>05-06-2001</c:v>
                </c:pt>
                <c:pt idx="357">
                  <c:v>06-06-2001</c:v>
                </c:pt>
                <c:pt idx="358">
                  <c:v>07-06-2001</c:v>
                </c:pt>
                <c:pt idx="359">
                  <c:v>08-06-2001</c:v>
                </c:pt>
                <c:pt idx="360">
                  <c:v>11-06-2001</c:v>
                </c:pt>
                <c:pt idx="361">
                  <c:v>12-06-2001</c:v>
                </c:pt>
                <c:pt idx="362">
                  <c:v>13-06-2001</c:v>
                </c:pt>
                <c:pt idx="363">
                  <c:v>14-06-2001</c:v>
                </c:pt>
                <c:pt idx="364">
                  <c:v>15-06-2001</c:v>
                </c:pt>
                <c:pt idx="365">
                  <c:v>18-06-2001</c:v>
                </c:pt>
                <c:pt idx="366">
                  <c:v>19-06-2001</c:v>
                </c:pt>
                <c:pt idx="367">
                  <c:v>20-06-2001</c:v>
                </c:pt>
                <c:pt idx="368">
                  <c:v>21-06-2001</c:v>
                </c:pt>
                <c:pt idx="369">
                  <c:v>22-06-2001</c:v>
                </c:pt>
                <c:pt idx="370">
                  <c:v>25-06-2001</c:v>
                </c:pt>
                <c:pt idx="371">
                  <c:v>26-06-2001</c:v>
                </c:pt>
                <c:pt idx="372">
                  <c:v>27-06-2001</c:v>
                </c:pt>
                <c:pt idx="373">
                  <c:v>28-06-2001</c:v>
                </c:pt>
                <c:pt idx="374">
                  <c:v>29-06-2001</c:v>
                </c:pt>
                <c:pt idx="375">
                  <c:v>02-07-2001</c:v>
                </c:pt>
                <c:pt idx="376">
                  <c:v>03-07-2001</c:v>
                </c:pt>
                <c:pt idx="377">
                  <c:v>04-07-2001</c:v>
                </c:pt>
                <c:pt idx="378">
                  <c:v>05-07-2001</c:v>
                </c:pt>
                <c:pt idx="379">
                  <c:v>06-07-2001</c:v>
                </c:pt>
                <c:pt idx="380">
                  <c:v>09-07-2001</c:v>
                </c:pt>
                <c:pt idx="381">
                  <c:v>10-07-2001</c:v>
                </c:pt>
                <c:pt idx="382">
                  <c:v>11-07-2001</c:v>
                </c:pt>
                <c:pt idx="383">
                  <c:v>12-07-2001</c:v>
                </c:pt>
                <c:pt idx="384">
                  <c:v>13-07-2001</c:v>
                </c:pt>
                <c:pt idx="385">
                  <c:v>16-07-2001</c:v>
                </c:pt>
                <c:pt idx="386">
                  <c:v>17-07-2001</c:v>
                </c:pt>
                <c:pt idx="387">
                  <c:v>18-07-2001</c:v>
                </c:pt>
                <c:pt idx="388">
                  <c:v>19-07-2001</c:v>
                </c:pt>
                <c:pt idx="389">
                  <c:v>20-07-2001</c:v>
                </c:pt>
                <c:pt idx="390">
                  <c:v>23-07-2001</c:v>
                </c:pt>
                <c:pt idx="391">
                  <c:v>24-07-2001</c:v>
                </c:pt>
                <c:pt idx="392">
                  <c:v>25-07-2001</c:v>
                </c:pt>
                <c:pt idx="393">
                  <c:v>26-07-2001</c:v>
                </c:pt>
                <c:pt idx="394">
                  <c:v>27-07-2001</c:v>
                </c:pt>
                <c:pt idx="395">
                  <c:v>30-07-2001</c:v>
                </c:pt>
                <c:pt idx="396">
                  <c:v>31-07-2001</c:v>
                </c:pt>
                <c:pt idx="397">
                  <c:v>01-08-2001</c:v>
                </c:pt>
                <c:pt idx="398">
                  <c:v>02-08-2001</c:v>
                </c:pt>
                <c:pt idx="399">
                  <c:v>03-08-2001</c:v>
                </c:pt>
                <c:pt idx="400">
                  <c:v>06-08-2001</c:v>
                </c:pt>
                <c:pt idx="401">
                  <c:v>07-08-2001</c:v>
                </c:pt>
                <c:pt idx="402">
                  <c:v>08-08-2001</c:v>
                </c:pt>
                <c:pt idx="403">
                  <c:v>09-08-2001</c:v>
                </c:pt>
                <c:pt idx="404">
                  <c:v>10-08-2001</c:v>
                </c:pt>
                <c:pt idx="405">
                  <c:v>13-08-2001</c:v>
                </c:pt>
                <c:pt idx="406">
                  <c:v>14-08-2001</c:v>
                </c:pt>
                <c:pt idx="407">
                  <c:v>16-08-2001</c:v>
                </c:pt>
                <c:pt idx="408">
                  <c:v>17-08-2001</c:v>
                </c:pt>
                <c:pt idx="409">
                  <c:v>20-08-2001</c:v>
                </c:pt>
                <c:pt idx="410">
                  <c:v>21-08-2001</c:v>
                </c:pt>
                <c:pt idx="411">
                  <c:v>23-08-2001</c:v>
                </c:pt>
                <c:pt idx="412">
                  <c:v>24-08-2001</c:v>
                </c:pt>
                <c:pt idx="413">
                  <c:v>27-08-2001</c:v>
                </c:pt>
                <c:pt idx="414">
                  <c:v>28-08-2001</c:v>
                </c:pt>
                <c:pt idx="415">
                  <c:v>29-08-2001</c:v>
                </c:pt>
                <c:pt idx="416">
                  <c:v>30-08-2001</c:v>
                </c:pt>
                <c:pt idx="417">
                  <c:v>31-08-2001</c:v>
                </c:pt>
                <c:pt idx="418">
                  <c:v>03-09-2001</c:v>
                </c:pt>
                <c:pt idx="419">
                  <c:v>04-09-2001</c:v>
                </c:pt>
                <c:pt idx="420">
                  <c:v>05-09-2001</c:v>
                </c:pt>
                <c:pt idx="421">
                  <c:v>06-09-2001</c:v>
                </c:pt>
                <c:pt idx="422">
                  <c:v>07-09-2001</c:v>
                </c:pt>
                <c:pt idx="423">
                  <c:v>10-09-2001</c:v>
                </c:pt>
                <c:pt idx="424">
                  <c:v>11-09-2001</c:v>
                </c:pt>
                <c:pt idx="425">
                  <c:v>12-09-2001</c:v>
                </c:pt>
                <c:pt idx="426">
                  <c:v>13-09-2001</c:v>
                </c:pt>
                <c:pt idx="427">
                  <c:v>14-09-2001</c:v>
                </c:pt>
                <c:pt idx="428">
                  <c:v>17-09-2001</c:v>
                </c:pt>
                <c:pt idx="429">
                  <c:v>18-09-2001</c:v>
                </c:pt>
                <c:pt idx="430">
                  <c:v>19-09-2001</c:v>
                </c:pt>
                <c:pt idx="431">
                  <c:v>20-09-2001</c:v>
                </c:pt>
                <c:pt idx="432">
                  <c:v>21-09-2001</c:v>
                </c:pt>
                <c:pt idx="433">
                  <c:v>24-09-2001</c:v>
                </c:pt>
                <c:pt idx="434">
                  <c:v>25-09-2001</c:v>
                </c:pt>
                <c:pt idx="435">
                  <c:v>26-09-2001</c:v>
                </c:pt>
                <c:pt idx="436">
                  <c:v>27-09-2001</c:v>
                </c:pt>
                <c:pt idx="437">
                  <c:v>28-09-2001</c:v>
                </c:pt>
                <c:pt idx="438">
                  <c:v>01-10-2001</c:v>
                </c:pt>
                <c:pt idx="439">
                  <c:v>03-10-2001</c:v>
                </c:pt>
                <c:pt idx="440">
                  <c:v>04-10-2001</c:v>
                </c:pt>
                <c:pt idx="441">
                  <c:v>05-10-2001</c:v>
                </c:pt>
                <c:pt idx="442">
                  <c:v>08-10-2001</c:v>
                </c:pt>
                <c:pt idx="443">
                  <c:v>09-10-2001</c:v>
                </c:pt>
                <c:pt idx="444">
                  <c:v>10-10-2001</c:v>
                </c:pt>
                <c:pt idx="445">
                  <c:v>11-10-2001</c:v>
                </c:pt>
                <c:pt idx="446">
                  <c:v>12-10-2001</c:v>
                </c:pt>
                <c:pt idx="447">
                  <c:v>15-10-2001</c:v>
                </c:pt>
                <c:pt idx="448">
                  <c:v>16-10-2001</c:v>
                </c:pt>
                <c:pt idx="449">
                  <c:v>17-10-2001</c:v>
                </c:pt>
                <c:pt idx="450">
                  <c:v>18-10-2001</c:v>
                </c:pt>
                <c:pt idx="451">
                  <c:v>19-10-2001</c:v>
                </c:pt>
                <c:pt idx="452">
                  <c:v>22-10-2001</c:v>
                </c:pt>
                <c:pt idx="453">
                  <c:v>23-10-2001</c:v>
                </c:pt>
                <c:pt idx="454">
                  <c:v>24-10-2001</c:v>
                </c:pt>
                <c:pt idx="455">
                  <c:v>25-10-2001</c:v>
                </c:pt>
                <c:pt idx="456">
                  <c:v>29-10-2001</c:v>
                </c:pt>
                <c:pt idx="457">
                  <c:v>30-10-2001</c:v>
                </c:pt>
                <c:pt idx="458">
                  <c:v>31-10-2001</c:v>
                </c:pt>
                <c:pt idx="459">
                  <c:v>01-11-2001</c:v>
                </c:pt>
                <c:pt idx="460">
                  <c:v>02-11-2001</c:v>
                </c:pt>
                <c:pt idx="461">
                  <c:v>05-11-2001</c:v>
                </c:pt>
                <c:pt idx="462">
                  <c:v>06-11-2001</c:v>
                </c:pt>
                <c:pt idx="463">
                  <c:v>07-11-2001</c:v>
                </c:pt>
                <c:pt idx="464">
                  <c:v>08-11-2001</c:v>
                </c:pt>
                <c:pt idx="465">
                  <c:v>09-11-2001</c:v>
                </c:pt>
                <c:pt idx="466">
                  <c:v>12-11-2001</c:v>
                </c:pt>
                <c:pt idx="467">
                  <c:v>13-11-2001</c:v>
                </c:pt>
                <c:pt idx="468">
                  <c:v>14-11-2001</c:v>
                </c:pt>
                <c:pt idx="469">
                  <c:v>15-11-2001</c:v>
                </c:pt>
                <c:pt idx="470">
                  <c:v>19-11-2001</c:v>
                </c:pt>
                <c:pt idx="471">
                  <c:v>20-11-2001</c:v>
                </c:pt>
                <c:pt idx="472">
                  <c:v>21-11-2001</c:v>
                </c:pt>
                <c:pt idx="473">
                  <c:v>22-11-2001</c:v>
                </c:pt>
                <c:pt idx="474">
                  <c:v>23-11-2001</c:v>
                </c:pt>
                <c:pt idx="475">
                  <c:v>26-11-2001</c:v>
                </c:pt>
                <c:pt idx="476">
                  <c:v>27-11-2001</c:v>
                </c:pt>
                <c:pt idx="477">
                  <c:v>28-11-2001</c:v>
                </c:pt>
                <c:pt idx="478">
                  <c:v>29-11-2001</c:v>
                </c:pt>
                <c:pt idx="479">
                  <c:v>03-12-2001</c:v>
                </c:pt>
                <c:pt idx="480">
                  <c:v>04-12-2001</c:v>
                </c:pt>
                <c:pt idx="481">
                  <c:v>05-12-2001</c:v>
                </c:pt>
                <c:pt idx="482">
                  <c:v>06-12-2001</c:v>
                </c:pt>
                <c:pt idx="483">
                  <c:v>07-12-2001</c:v>
                </c:pt>
                <c:pt idx="484">
                  <c:v>10-12-2001</c:v>
                </c:pt>
                <c:pt idx="485">
                  <c:v>11-12-2001</c:v>
                </c:pt>
                <c:pt idx="486">
                  <c:v>12-12-2001</c:v>
                </c:pt>
                <c:pt idx="487">
                  <c:v>13-12-2001</c:v>
                </c:pt>
                <c:pt idx="488">
                  <c:v>14-12-2001</c:v>
                </c:pt>
                <c:pt idx="489">
                  <c:v>18-12-2001</c:v>
                </c:pt>
                <c:pt idx="490">
                  <c:v>19-12-2001</c:v>
                </c:pt>
                <c:pt idx="491">
                  <c:v>20-12-2001</c:v>
                </c:pt>
                <c:pt idx="492">
                  <c:v>21-12-2001</c:v>
                </c:pt>
                <c:pt idx="493">
                  <c:v>24-12-2001</c:v>
                </c:pt>
                <c:pt idx="494">
                  <c:v>26-12-2001</c:v>
                </c:pt>
                <c:pt idx="495">
                  <c:v>27-12-2001</c:v>
                </c:pt>
                <c:pt idx="496">
                  <c:v>28-12-2001</c:v>
                </c:pt>
                <c:pt idx="497">
                  <c:v>31-12-2001</c:v>
                </c:pt>
                <c:pt idx="498">
                  <c:v>01-01-2002</c:v>
                </c:pt>
                <c:pt idx="499">
                  <c:v>02-01-2002</c:v>
                </c:pt>
                <c:pt idx="500">
                  <c:v>03-01-2002</c:v>
                </c:pt>
                <c:pt idx="501">
                  <c:v>04-01-2002</c:v>
                </c:pt>
                <c:pt idx="502">
                  <c:v>07-01-2002</c:v>
                </c:pt>
                <c:pt idx="503">
                  <c:v>08-01-2002</c:v>
                </c:pt>
                <c:pt idx="504">
                  <c:v>09-01-2002</c:v>
                </c:pt>
                <c:pt idx="505">
                  <c:v>10-01-2002</c:v>
                </c:pt>
                <c:pt idx="506">
                  <c:v>11-01-2002</c:v>
                </c:pt>
                <c:pt idx="507">
                  <c:v>14-01-2002</c:v>
                </c:pt>
                <c:pt idx="508">
                  <c:v>15-01-2002</c:v>
                </c:pt>
                <c:pt idx="509">
                  <c:v>16-01-2002</c:v>
                </c:pt>
                <c:pt idx="510">
                  <c:v>17-01-2002</c:v>
                </c:pt>
                <c:pt idx="511">
                  <c:v>18-01-2002</c:v>
                </c:pt>
                <c:pt idx="512">
                  <c:v>21-01-2002</c:v>
                </c:pt>
                <c:pt idx="513">
                  <c:v>22-01-2002</c:v>
                </c:pt>
                <c:pt idx="514">
                  <c:v>23-01-2002</c:v>
                </c:pt>
                <c:pt idx="515">
                  <c:v>24-01-2002</c:v>
                </c:pt>
                <c:pt idx="516">
                  <c:v>25-01-2002</c:v>
                </c:pt>
                <c:pt idx="517">
                  <c:v>28-01-2002</c:v>
                </c:pt>
                <c:pt idx="518">
                  <c:v>29-01-2002</c:v>
                </c:pt>
                <c:pt idx="519">
                  <c:v>30-01-2002</c:v>
                </c:pt>
                <c:pt idx="520">
                  <c:v>31-01-2002</c:v>
                </c:pt>
                <c:pt idx="521">
                  <c:v>01-02-2002</c:v>
                </c:pt>
                <c:pt idx="522">
                  <c:v>04-02-2002</c:v>
                </c:pt>
                <c:pt idx="523">
                  <c:v>05-02-2002</c:v>
                </c:pt>
                <c:pt idx="524">
                  <c:v>06-02-2002</c:v>
                </c:pt>
                <c:pt idx="525">
                  <c:v>07-02-2002</c:v>
                </c:pt>
                <c:pt idx="526">
                  <c:v>08-02-2002</c:v>
                </c:pt>
                <c:pt idx="527">
                  <c:v>11-02-2002</c:v>
                </c:pt>
                <c:pt idx="528">
                  <c:v>12-02-2002</c:v>
                </c:pt>
                <c:pt idx="529">
                  <c:v>13-02-2002</c:v>
                </c:pt>
                <c:pt idx="530">
                  <c:v>14-02-2002</c:v>
                </c:pt>
                <c:pt idx="531">
                  <c:v>15-02-2002</c:v>
                </c:pt>
                <c:pt idx="532">
                  <c:v>18-02-2002</c:v>
                </c:pt>
                <c:pt idx="533">
                  <c:v>19-02-2002</c:v>
                </c:pt>
                <c:pt idx="534">
                  <c:v>20-02-2002</c:v>
                </c:pt>
                <c:pt idx="535">
                  <c:v>21-02-2002</c:v>
                </c:pt>
                <c:pt idx="536">
                  <c:v>22-02-2002</c:v>
                </c:pt>
                <c:pt idx="537">
                  <c:v>25-02-2002</c:v>
                </c:pt>
                <c:pt idx="538">
                  <c:v>26-02-2002</c:v>
                </c:pt>
                <c:pt idx="539">
                  <c:v>27-02-2002</c:v>
                </c:pt>
                <c:pt idx="540">
                  <c:v>28-02-2002</c:v>
                </c:pt>
                <c:pt idx="541">
                  <c:v>01-03-2002</c:v>
                </c:pt>
                <c:pt idx="542">
                  <c:v>04-03-2002</c:v>
                </c:pt>
                <c:pt idx="543">
                  <c:v>05-03-2002</c:v>
                </c:pt>
                <c:pt idx="544">
                  <c:v>06-03-2002</c:v>
                </c:pt>
                <c:pt idx="545">
                  <c:v>07-03-2002</c:v>
                </c:pt>
                <c:pt idx="546">
                  <c:v>08-03-2002</c:v>
                </c:pt>
                <c:pt idx="547">
                  <c:v>11-03-2002</c:v>
                </c:pt>
                <c:pt idx="548">
                  <c:v>12-03-2002</c:v>
                </c:pt>
                <c:pt idx="549">
                  <c:v>13-03-2002</c:v>
                </c:pt>
                <c:pt idx="550">
                  <c:v>14-03-2002</c:v>
                </c:pt>
                <c:pt idx="551">
                  <c:v>15-03-2002</c:v>
                </c:pt>
                <c:pt idx="552">
                  <c:v>18-03-2002</c:v>
                </c:pt>
                <c:pt idx="553">
                  <c:v>19-03-2002</c:v>
                </c:pt>
                <c:pt idx="554">
                  <c:v>20-03-2002</c:v>
                </c:pt>
                <c:pt idx="555">
                  <c:v>21-03-2002</c:v>
                </c:pt>
                <c:pt idx="556">
                  <c:v>22-03-2002</c:v>
                </c:pt>
                <c:pt idx="557">
                  <c:v>26-03-2002</c:v>
                </c:pt>
                <c:pt idx="558">
                  <c:v>27-03-2002</c:v>
                </c:pt>
                <c:pt idx="559">
                  <c:v>28-03-2002</c:v>
                </c:pt>
                <c:pt idx="560">
                  <c:v>01-04-2002</c:v>
                </c:pt>
                <c:pt idx="561">
                  <c:v>02-04-2002</c:v>
                </c:pt>
                <c:pt idx="562">
                  <c:v>03-04-2002</c:v>
                </c:pt>
                <c:pt idx="563">
                  <c:v>04-04-2002</c:v>
                </c:pt>
                <c:pt idx="564">
                  <c:v>05-04-2002</c:v>
                </c:pt>
                <c:pt idx="565">
                  <c:v>08-04-2002</c:v>
                </c:pt>
                <c:pt idx="566">
                  <c:v>09-04-2002</c:v>
                </c:pt>
                <c:pt idx="567">
                  <c:v>10-04-2002</c:v>
                </c:pt>
                <c:pt idx="568">
                  <c:v>11-04-2002</c:v>
                </c:pt>
                <c:pt idx="569">
                  <c:v>12-04-2002</c:v>
                </c:pt>
                <c:pt idx="570">
                  <c:v>15-04-2002</c:v>
                </c:pt>
                <c:pt idx="571">
                  <c:v>16-04-2002</c:v>
                </c:pt>
                <c:pt idx="572">
                  <c:v>17-04-2002</c:v>
                </c:pt>
                <c:pt idx="573">
                  <c:v>18-04-2002</c:v>
                </c:pt>
                <c:pt idx="574">
                  <c:v>19-04-2002</c:v>
                </c:pt>
                <c:pt idx="575">
                  <c:v>22-04-2002</c:v>
                </c:pt>
                <c:pt idx="576">
                  <c:v>23-04-2002</c:v>
                </c:pt>
                <c:pt idx="577">
                  <c:v>24-04-2002</c:v>
                </c:pt>
                <c:pt idx="578">
                  <c:v>25-04-2002</c:v>
                </c:pt>
                <c:pt idx="579">
                  <c:v>26-04-2002</c:v>
                </c:pt>
                <c:pt idx="580">
                  <c:v>29-04-2002</c:v>
                </c:pt>
                <c:pt idx="581">
                  <c:v>30-04-2002</c:v>
                </c:pt>
                <c:pt idx="582">
                  <c:v>02-05-2002</c:v>
                </c:pt>
                <c:pt idx="583">
                  <c:v>03-05-2002</c:v>
                </c:pt>
                <c:pt idx="584">
                  <c:v>06-05-2002</c:v>
                </c:pt>
                <c:pt idx="585">
                  <c:v>07-05-2002</c:v>
                </c:pt>
                <c:pt idx="586">
                  <c:v>08-05-2002</c:v>
                </c:pt>
                <c:pt idx="587">
                  <c:v>09-05-2002</c:v>
                </c:pt>
                <c:pt idx="588">
                  <c:v>10-05-2002</c:v>
                </c:pt>
                <c:pt idx="589">
                  <c:v>13-05-2002</c:v>
                </c:pt>
                <c:pt idx="590">
                  <c:v>14-05-2002</c:v>
                </c:pt>
                <c:pt idx="591">
                  <c:v>15-05-2002</c:v>
                </c:pt>
                <c:pt idx="592">
                  <c:v>16-05-2002</c:v>
                </c:pt>
                <c:pt idx="593">
                  <c:v>17-05-2002</c:v>
                </c:pt>
                <c:pt idx="594">
                  <c:v>20-05-2002</c:v>
                </c:pt>
                <c:pt idx="595">
                  <c:v>21-05-2002</c:v>
                </c:pt>
                <c:pt idx="596">
                  <c:v>22-05-2002</c:v>
                </c:pt>
                <c:pt idx="597">
                  <c:v>23-05-2002</c:v>
                </c:pt>
                <c:pt idx="598">
                  <c:v>24-05-2002</c:v>
                </c:pt>
                <c:pt idx="599">
                  <c:v>27-05-2002</c:v>
                </c:pt>
                <c:pt idx="600">
                  <c:v>28-05-2002</c:v>
                </c:pt>
                <c:pt idx="601">
                  <c:v>29-05-2002</c:v>
                </c:pt>
                <c:pt idx="602">
                  <c:v>30-05-2002</c:v>
                </c:pt>
                <c:pt idx="603">
                  <c:v>31-05-2002</c:v>
                </c:pt>
                <c:pt idx="604">
                  <c:v>03-06-2002</c:v>
                </c:pt>
                <c:pt idx="605">
                  <c:v>04-06-2002</c:v>
                </c:pt>
                <c:pt idx="606">
                  <c:v>05-06-2002</c:v>
                </c:pt>
                <c:pt idx="607">
                  <c:v>06-06-2002</c:v>
                </c:pt>
                <c:pt idx="608">
                  <c:v>07-06-2002</c:v>
                </c:pt>
                <c:pt idx="609">
                  <c:v>10-06-2002</c:v>
                </c:pt>
                <c:pt idx="610">
                  <c:v>11-06-2002</c:v>
                </c:pt>
                <c:pt idx="611">
                  <c:v>12-06-2002</c:v>
                </c:pt>
                <c:pt idx="612">
                  <c:v>13-06-2002</c:v>
                </c:pt>
                <c:pt idx="613">
                  <c:v>14-06-2002</c:v>
                </c:pt>
                <c:pt idx="614">
                  <c:v>17-06-2002</c:v>
                </c:pt>
                <c:pt idx="615">
                  <c:v>18-06-2002</c:v>
                </c:pt>
                <c:pt idx="616">
                  <c:v>19-06-2002</c:v>
                </c:pt>
                <c:pt idx="617">
                  <c:v>20-06-2002</c:v>
                </c:pt>
                <c:pt idx="618">
                  <c:v>21-06-2002</c:v>
                </c:pt>
                <c:pt idx="619">
                  <c:v>24-06-2002</c:v>
                </c:pt>
                <c:pt idx="620">
                  <c:v>25-06-2002</c:v>
                </c:pt>
                <c:pt idx="621">
                  <c:v>26-06-2002</c:v>
                </c:pt>
                <c:pt idx="622">
                  <c:v>27-06-2002</c:v>
                </c:pt>
                <c:pt idx="623">
                  <c:v>28-06-2002</c:v>
                </c:pt>
                <c:pt idx="624">
                  <c:v>01-07-2002</c:v>
                </c:pt>
                <c:pt idx="625">
                  <c:v>02-07-2002</c:v>
                </c:pt>
                <c:pt idx="626">
                  <c:v>03-07-2002</c:v>
                </c:pt>
                <c:pt idx="627">
                  <c:v>04-07-2002</c:v>
                </c:pt>
                <c:pt idx="628">
                  <c:v>05-07-2002</c:v>
                </c:pt>
                <c:pt idx="629">
                  <c:v>08-07-2002</c:v>
                </c:pt>
                <c:pt idx="630">
                  <c:v>09-07-2002</c:v>
                </c:pt>
                <c:pt idx="631">
                  <c:v>10-07-2002</c:v>
                </c:pt>
                <c:pt idx="632">
                  <c:v>11-07-2002</c:v>
                </c:pt>
                <c:pt idx="633">
                  <c:v>12-07-2002</c:v>
                </c:pt>
                <c:pt idx="634">
                  <c:v>15-07-2002</c:v>
                </c:pt>
                <c:pt idx="635">
                  <c:v>16-07-2002</c:v>
                </c:pt>
                <c:pt idx="636">
                  <c:v>17-07-2002</c:v>
                </c:pt>
                <c:pt idx="637">
                  <c:v>18-07-2002</c:v>
                </c:pt>
                <c:pt idx="638">
                  <c:v>19-07-2002</c:v>
                </c:pt>
                <c:pt idx="639">
                  <c:v>22-07-2002</c:v>
                </c:pt>
                <c:pt idx="640">
                  <c:v>23-07-2002</c:v>
                </c:pt>
                <c:pt idx="641">
                  <c:v>24-07-2002</c:v>
                </c:pt>
                <c:pt idx="642">
                  <c:v>25-07-2002</c:v>
                </c:pt>
                <c:pt idx="643">
                  <c:v>26-07-2002</c:v>
                </c:pt>
                <c:pt idx="644">
                  <c:v>29-07-2002</c:v>
                </c:pt>
                <c:pt idx="645">
                  <c:v>30-07-2002</c:v>
                </c:pt>
                <c:pt idx="646">
                  <c:v>31-07-2002</c:v>
                </c:pt>
                <c:pt idx="647">
                  <c:v>01-08-2002</c:v>
                </c:pt>
                <c:pt idx="648">
                  <c:v>02-08-2002</c:v>
                </c:pt>
                <c:pt idx="649">
                  <c:v>05-08-2002</c:v>
                </c:pt>
                <c:pt idx="650">
                  <c:v>06-08-2002</c:v>
                </c:pt>
                <c:pt idx="651">
                  <c:v>07-08-2002</c:v>
                </c:pt>
                <c:pt idx="652">
                  <c:v>08-08-2002</c:v>
                </c:pt>
                <c:pt idx="653">
                  <c:v>09-08-2002</c:v>
                </c:pt>
                <c:pt idx="654">
                  <c:v>12-08-2002</c:v>
                </c:pt>
                <c:pt idx="655">
                  <c:v>13-08-2002</c:v>
                </c:pt>
                <c:pt idx="656">
                  <c:v>14-08-2002</c:v>
                </c:pt>
                <c:pt idx="657">
                  <c:v>16-08-2002</c:v>
                </c:pt>
                <c:pt idx="658">
                  <c:v>19-08-2002</c:v>
                </c:pt>
                <c:pt idx="659">
                  <c:v>20-08-2002</c:v>
                </c:pt>
                <c:pt idx="660">
                  <c:v>21-08-2002</c:v>
                </c:pt>
                <c:pt idx="661">
                  <c:v>22-08-2002</c:v>
                </c:pt>
                <c:pt idx="662">
                  <c:v>23-08-2002</c:v>
                </c:pt>
                <c:pt idx="663">
                  <c:v>26-08-2002</c:v>
                </c:pt>
                <c:pt idx="664">
                  <c:v>27-08-2002</c:v>
                </c:pt>
                <c:pt idx="665">
                  <c:v>28-08-2002</c:v>
                </c:pt>
                <c:pt idx="666">
                  <c:v>29-08-2002</c:v>
                </c:pt>
                <c:pt idx="667">
                  <c:v>30-08-2002</c:v>
                </c:pt>
                <c:pt idx="668">
                  <c:v>02-09-2002</c:v>
                </c:pt>
                <c:pt idx="669">
                  <c:v>03-09-2002</c:v>
                </c:pt>
                <c:pt idx="670">
                  <c:v>04-09-2002</c:v>
                </c:pt>
                <c:pt idx="671">
                  <c:v>05-09-2002</c:v>
                </c:pt>
                <c:pt idx="672">
                  <c:v>06-09-2002</c:v>
                </c:pt>
                <c:pt idx="673">
                  <c:v>09-09-2002</c:v>
                </c:pt>
                <c:pt idx="674">
                  <c:v>11-09-2002</c:v>
                </c:pt>
                <c:pt idx="675">
                  <c:v>12-09-2002</c:v>
                </c:pt>
                <c:pt idx="676">
                  <c:v>13-09-2002</c:v>
                </c:pt>
                <c:pt idx="677">
                  <c:v>16-09-2002</c:v>
                </c:pt>
                <c:pt idx="678">
                  <c:v>17-09-2002</c:v>
                </c:pt>
                <c:pt idx="679">
                  <c:v>18-09-2002</c:v>
                </c:pt>
                <c:pt idx="680">
                  <c:v>19-09-2002</c:v>
                </c:pt>
                <c:pt idx="681">
                  <c:v>20-09-2002</c:v>
                </c:pt>
                <c:pt idx="682">
                  <c:v>23-09-2002</c:v>
                </c:pt>
                <c:pt idx="683">
                  <c:v>24-09-2002</c:v>
                </c:pt>
                <c:pt idx="684">
                  <c:v>25-09-2002</c:v>
                </c:pt>
                <c:pt idx="685">
                  <c:v>26-09-2002</c:v>
                </c:pt>
                <c:pt idx="686">
                  <c:v>27-09-2002</c:v>
                </c:pt>
                <c:pt idx="687">
                  <c:v>30-09-2002</c:v>
                </c:pt>
                <c:pt idx="688">
                  <c:v>01-10-2002</c:v>
                </c:pt>
                <c:pt idx="689">
                  <c:v>03-10-2002</c:v>
                </c:pt>
                <c:pt idx="690">
                  <c:v>04-10-2002</c:v>
                </c:pt>
                <c:pt idx="691">
                  <c:v>07-10-2002</c:v>
                </c:pt>
                <c:pt idx="692">
                  <c:v>08-10-2002</c:v>
                </c:pt>
                <c:pt idx="693">
                  <c:v>09-10-2002</c:v>
                </c:pt>
                <c:pt idx="694">
                  <c:v>10-10-2002</c:v>
                </c:pt>
                <c:pt idx="695">
                  <c:v>11-10-2002</c:v>
                </c:pt>
                <c:pt idx="696">
                  <c:v>14-10-2002</c:v>
                </c:pt>
                <c:pt idx="697">
                  <c:v>16-10-2002</c:v>
                </c:pt>
                <c:pt idx="698">
                  <c:v>17-10-2002</c:v>
                </c:pt>
                <c:pt idx="699">
                  <c:v>18-10-2002</c:v>
                </c:pt>
                <c:pt idx="700">
                  <c:v>21-10-2002</c:v>
                </c:pt>
                <c:pt idx="701">
                  <c:v>22-10-2002</c:v>
                </c:pt>
                <c:pt idx="702">
                  <c:v>23-10-2002</c:v>
                </c:pt>
                <c:pt idx="703">
                  <c:v>24-10-2002</c:v>
                </c:pt>
                <c:pt idx="704">
                  <c:v>25-10-2002</c:v>
                </c:pt>
                <c:pt idx="705">
                  <c:v>28-10-2002</c:v>
                </c:pt>
                <c:pt idx="706">
                  <c:v>29-10-2002</c:v>
                </c:pt>
                <c:pt idx="707">
                  <c:v>30-10-2002</c:v>
                </c:pt>
                <c:pt idx="708">
                  <c:v>31-10-2002</c:v>
                </c:pt>
                <c:pt idx="709">
                  <c:v>01-11-2002</c:v>
                </c:pt>
                <c:pt idx="710">
                  <c:v>04-11-2002</c:v>
                </c:pt>
                <c:pt idx="711">
                  <c:v>05-11-2002</c:v>
                </c:pt>
                <c:pt idx="712">
                  <c:v>07-11-2002</c:v>
                </c:pt>
                <c:pt idx="713">
                  <c:v>08-11-2002</c:v>
                </c:pt>
                <c:pt idx="714">
                  <c:v>11-11-2002</c:v>
                </c:pt>
                <c:pt idx="715">
                  <c:v>12-11-2002</c:v>
                </c:pt>
                <c:pt idx="716">
                  <c:v>13-11-2002</c:v>
                </c:pt>
                <c:pt idx="717">
                  <c:v>14-11-2002</c:v>
                </c:pt>
                <c:pt idx="718">
                  <c:v>15-11-2002</c:v>
                </c:pt>
                <c:pt idx="719">
                  <c:v>18-11-2002</c:v>
                </c:pt>
                <c:pt idx="720">
                  <c:v>20-11-2002</c:v>
                </c:pt>
                <c:pt idx="721">
                  <c:v>21-11-2002</c:v>
                </c:pt>
                <c:pt idx="722">
                  <c:v>22-11-2002</c:v>
                </c:pt>
                <c:pt idx="723">
                  <c:v>25-11-2002</c:v>
                </c:pt>
                <c:pt idx="724">
                  <c:v>26-11-2002</c:v>
                </c:pt>
                <c:pt idx="725">
                  <c:v>27-11-2002</c:v>
                </c:pt>
                <c:pt idx="726">
                  <c:v>28-11-2002</c:v>
                </c:pt>
                <c:pt idx="727">
                  <c:v>29-11-2002</c:v>
                </c:pt>
                <c:pt idx="728">
                  <c:v>02-12-2002</c:v>
                </c:pt>
                <c:pt idx="729">
                  <c:v>03-12-2002</c:v>
                </c:pt>
                <c:pt idx="730">
                  <c:v>04-12-2002</c:v>
                </c:pt>
                <c:pt idx="731">
                  <c:v>05-12-2002</c:v>
                </c:pt>
                <c:pt idx="732">
                  <c:v>06-12-2002</c:v>
                </c:pt>
                <c:pt idx="733">
                  <c:v>09-12-2002</c:v>
                </c:pt>
                <c:pt idx="734">
                  <c:v>10-12-2002</c:v>
                </c:pt>
                <c:pt idx="735">
                  <c:v>11-12-2002</c:v>
                </c:pt>
                <c:pt idx="736">
                  <c:v>12-12-2002</c:v>
                </c:pt>
                <c:pt idx="737">
                  <c:v>13-12-2002</c:v>
                </c:pt>
                <c:pt idx="738">
                  <c:v>16-12-2002</c:v>
                </c:pt>
                <c:pt idx="739">
                  <c:v>17-12-2002</c:v>
                </c:pt>
                <c:pt idx="740">
                  <c:v>18-12-2002</c:v>
                </c:pt>
                <c:pt idx="741">
                  <c:v>19-12-2002</c:v>
                </c:pt>
                <c:pt idx="742">
                  <c:v>20-12-2002</c:v>
                </c:pt>
                <c:pt idx="743">
                  <c:v>23-12-2002</c:v>
                </c:pt>
                <c:pt idx="744">
                  <c:v>24-12-2002</c:v>
                </c:pt>
                <c:pt idx="745">
                  <c:v>26-12-2002</c:v>
                </c:pt>
                <c:pt idx="746">
                  <c:v>27-12-2002</c:v>
                </c:pt>
                <c:pt idx="747">
                  <c:v>30-12-2002</c:v>
                </c:pt>
                <c:pt idx="748">
                  <c:v>31-12-2002</c:v>
                </c:pt>
                <c:pt idx="749">
                  <c:v>01-01-2003</c:v>
                </c:pt>
                <c:pt idx="750">
                  <c:v>02-01-2003</c:v>
                </c:pt>
                <c:pt idx="751">
                  <c:v>03-01-2003</c:v>
                </c:pt>
                <c:pt idx="752">
                  <c:v>06-01-2003</c:v>
                </c:pt>
                <c:pt idx="753">
                  <c:v>07-01-2003</c:v>
                </c:pt>
                <c:pt idx="754">
                  <c:v>08-01-2003</c:v>
                </c:pt>
                <c:pt idx="755">
                  <c:v>09-01-2003</c:v>
                </c:pt>
                <c:pt idx="756">
                  <c:v>10-01-2003</c:v>
                </c:pt>
                <c:pt idx="757">
                  <c:v>13-01-2003</c:v>
                </c:pt>
                <c:pt idx="758">
                  <c:v>14-01-2003</c:v>
                </c:pt>
                <c:pt idx="759">
                  <c:v>15-01-2003</c:v>
                </c:pt>
                <c:pt idx="760">
                  <c:v>16-01-2003</c:v>
                </c:pt>
                <c:pt idx="761">
                  <c:v>17-01-2003</c:v>
                </c:pt>
                <c:pt idx="762">
                  <c:v>20-01-2003</c:v>
                </c:pt>
                <c:pt idx="763">
                  <c:v>21-01-2003</c:v>
                </c:pt>
                <c:pt idx="764">
                  <c:v>22-01-2003</c:v>
                </c:pt>
                <c:pt idx="765">
                  <c:v>23-01-2003</c:v>
                </c:pt>
                <c:pt idx="766">
                  <c:v>24-01-2003</c:v>
                </c:pt>
                <c:pt idx="767">
                  <c:v>27-01-2003</c:v>
                </c:pt>
                <c:pt idx="768">
                  <c:v>28-01-2003</c:v>
                </c:pt>
                <c:pt idx="769">
                  <c:v>29-01-2003</c:v>
                </c:pt>
                <c:pt idx="770">
                  <c:v>30-01-2003</c:v>
                </c:pt>
                <c:pt idx="771">
                  <c:v>31-01-2003</c:v>
                </c:pt>
                <c:pt idx="772">
                  <c:v>03-02-2003</c:v>
                </c:pt>
                <c:pt idx="773">
                  <c:v>04-02-2003</c:v>
                </c:pt>
                <c:pt idx="774">
                  <c:v>05-02-2003</c:v>
                </c:pt>
                <c:pt idx="775">
                  <c:v>06-02-2003</c:v>
                </c:pt>
                <c:pt idx="776">
                  <c:v>07-02-2003</c:v>
                </c:pt>
                <c:pt idx="777">
                  <c:v>10-02-2003</c:v>
                </c:pt>
                <c:pt idx="778">
                  <c:v>11-02-2003</c:v>
                </c:pt>
                <c:pt idx="779">
                  <c:v>12-02-2003</c:v>
                </c:pt>
                <c:pt idx="780">
                  <c:v>14-02-2003</c:v>
                </c:pt>
                <c:pt idx="781">
                  <c:v>17-02-2003</c:v>
                </c:pt>
                <c:pt idx="782">
                  <c:v>18-02-2003</c:v>
                </c:pt>
                <c:pt idx="783">
                  <c:v>19-02-2003</c:v>
                </c:pt>
                <c:pt idx="784">
                  <c:v>20-02-2003</c:v>
                </c:pt>
                <c:pt idx="785">
                  <c:v>21-02-2003</c:v>
                </c:pt>
                <c:pt idx="786">
                  <c:v>24-02-2003</c:v>
                </c:pt>
                <c:pt idx="787">
                  <c:v>25-02-2003</c:v>
                </c:pt>
                <c:pt idx="788">
                  <c:v>26-02-2003</c:v>
                </c:pt>
                <c:pt idx="789">
                  <c:v>27-02-2003</c:v>
                </c:pt>
                <c:pt idx="790">
                  <c:v>28-02-2003</c:v>
                </c:pt>
                <c:pt idx="791">
                  <c:v>03-03-2003</c:v>
                </c:pt>
                <c:pt idx="792">
                  <c:v>04-03-2003</c:v>
                </c:pt>
                <c:pt idx="793">
                  <c:v>05-03-2003</c:v>
                </c:pt>
                <c:pt idx="794">
                  <c:v>06-03-2003</c:v>
                </c:pt>
                <c:pt idx="795">
                  <c:v>07-03-2003</c:v>
                </c:pt>
                <c:pt idx="796">
                  <c:v>10-03-2003</c:v>
                </c:pt>
                <c:pt idx="797">
                  <c:v>11-03-2003</c:v>
                </c:pt>
                <c:pt idx="798">
                  <c:v>12-03-2003</c:v>
                </c:pt>
                <c:pt idx="799">
                  <c:v>13-03-2003</c:v>
                </c:pt>
                <c:pt idx="800">
                  <c:v>17-03-2003</c:v>
                </c:pt>
                <c:pt idx="801">
                  <c:v>19-03-2003</c:v>
                </c:pt>
                <c:pt idx="802">
                  <c:v>20-03-2003</c:v>
                </c:pt>
                <c:pt idx="803">
                  <c:v>21-03-2003</c:v>
                </c:pt>
                <c:pt idx="804">
                  <c:v>22-03-2003</c:v>
                </c:pt>
                <c:pt idx="805">
                  <c:v>24-03-2003</c:v>
                </c:pt>
                <c:pt idx="806">
                  <c:v>25-03-2003</c:v>
                </c:pt>
                <c:pt idx="807">
                  <c:v>26-03-2003</c:v>
                </c:pt>
                <c:pt idx="808">
                  <c:v>27-03-2003</c:v>
                </c:pt>
                <c:pt idx="809">
                  <c:v>28-03-2003</c:v>
                </c:pt>
                <c:pt idx="810">
                  <c:v>31-03-2003</c:v>
                </c:pt>
                <c:pt idx="811">
                  <c:v>01-04-2003</c:v>
                </c:pt>
                <c:pt idx="812">
                  <c:v>02-04-2003</c:v>
                </c:pt>
                <c:pt idx="813">
                  <c:v>03-04-2003</c:v>
                </c:pt>
                <c:pt idx="814">
                  <c:v>04-04-2003</c:v>
                </c:pt>
                <c:pt idx="815">
                  <c:v>07-04-2003</c:v>
                </c:pt>
                <c:pt idx="816">
                  <c:v>08-04-2003</c:v>
                </c:pt>
                <c:pt idx="817">
                  <c:v>09-04-2003</c:v>
                </c:pt>
                <c:pt idx="818">
                  <c:v>10-04-2003</c:v>
                </c:pt>
                <c:pt idx="819">
                  <c:v>11-04-2003</c:v>
                </c:pt>
                <c:pt idx="820">
                  <c:v>15-04-2003</c:v>
                </c:pt>
                <c:pt idx="821">
                  <c:v>16-04-2003</c:v>
                </c:pt>
                <c:pt idx="822">
                  <c:v>17-04-2003</c:v>
                </c:pt>
                <c:pt idx="823">
                  <c:v>21-04-2003</c:v>
                </c:pt>
                <c:pt idx="824">
                  <c:v>22-04-2003</c:v>
                </c:pt>
                <c:pt idx="825">
                  <c:v>23-04-2003</c:v>
                </c:pt>
                <c:pt idx="826">
                  <c:v>24-04-2003</c:v>
                </c:pt>
                <c:pt idx="827">
                  <c:v>25-04-2003</c:v>
                </c:pt>
                <c:pt idx="828">
                  <c:v>28-04-2003</c:v>
                </c:pt>
                <c:pt idx="829">
                  <c:v>29-04-2003</c:v>
                </c:pt>
                <c:pt idx="830">
                  <c:v>30-04-2003</c:v>
                </c:pt>
                <c:pt idx="831">
                  <c:v>02-05-2003</c:v>
                </c:pt>
                <c:pt idx="832">
                  <c:v>05-05-2003</c:v>
                </c:pt>
                <c:pt idx="833">
                  <c:v>06-05-2003</c:v>
                </c:pt>
                <c:pt idx="834">
                  <c:v>07-05-2003</c:v>
                </c:pt>
                <c:pt idx="835">
                  <c:v>08-05-2003</c:v>
                </c:pt>
                <c:pt idx="836">
                  <c:v>09-05-2003</c:v>
                </c:pt>
                <c:pt idx="837">
                  <c:v>12-05-2003</c:v>
                </c:pt>
                <c:pt idx="838">
                  <c:v>13-05-2003</c:v>
                </c:pt>
                <c:pt idx="839">
                  <c:v>14-05-2003</c:v>
                </c:pt>
                <c:pt idx="840">
                  <c:v>15-05-2003</c:v>
                </c:pt>
                <c:pt idx="841">
                  <c:v>16-05-2003</c:v>
                </c:pt>
                <c:pt idx="842">
                  <c:v>19-05-2003</c:v>
                </c:pt>
                <c:pt idx="843">
                  <c:v>20-05-2003</c:v>
                </c:pt>
                <c:pt idx="844">
                  <c:v>21-05-2003</c:v>
                </c:pt>
                <c:pt idx="845">
                  <c:v>22-05-2003</c:v>
                </c:pt>
                <c:pt idx="846">
                  <c:v>23-05-2003</c:v>
                </c:pt>
                <c:pt idx="847">
                  <c:v>26-05-2003</c:v>
                </c:pt>
                <c:pt idx="848">
                  <c:v>27-05-2003</c:v>
                </c:pt>
                <c:pt idx="849">
                  <c:v>28-05-2003</c:v>
                </c:pt>
                <c:pt idx="850">
                  <c:v>29-05-2003</c:v>
                </c:pt>
                <c:pt idx="851">
                  <c:v>30-05-2003</c:v>
                </c:pt>
                <c:pt idx="852">
                  <c:v>02-06-2003</c:v>
                </c:pt>
                <c:pt idx="853">
                  <c:v>03-06-2003</c:v>
                </c:pt>
                <c:pt idx="854">
                  <c:v>04-06-2003</c:v>
                </c:pt>
                <c:pt idx="855">
                  <c:v>05-06-2003</c:v>
                </c:pt>
                <c:pt idx="856">
                  <c:v>06-06-2003</c:v>
                </c:pt>
                <c:pt idx="857">
                  <c:v>09-06-2003</c:v>
                </c:pt>
                <c:pt idx="858">
                  <c:v>10-06-2003</c:v>
                </c:pt>
                <c:pt idx="859">
                  <c:v>11-06-2003</c:v>
                </c:pt>
                <c:pt idx="860">
                  <c:v>12-06-2003</c:v>
                </c:pt>
                <c:pt idx="861">
                  <c:v>13-06-2003</c:v>
                </c:pt>
                <c:pt idx="862">
                  <c:v>16-06-2003</c:v>
                </c:pt>
                <c:pt idx="863">
                  <c:v>17-06-2003</c:v>
                </c:pt>
                <c:pt idx="864">
                  <c:v>18-06-2003</c:v>
                </c:pt>
                <c:pt idx="865">
                  <c:v>19-06-2003</c:v>
                </c:pt>
                <c:pt idx="866">
                  <c:v>20-06-2003</c:v>
                </c:pt>
                <c:pt idx="867">
                  <c:v>23-06-2003</c:v>
                </c:pt>
                <c:pt idx="868">
                  <c:v>24-06-2003</c:v>
                </c:pt>
                <c:pt idx="869">
                  <c:v>25-06-2003</c:v>
                </c:pt>
                <c:pt idx="870">
                  <c:v>26-06-2003</c:v>
                </c:pt>
                <c:pt idx="871">
                  <c:v>27-06-2003</c:v>
                </c:pt>
                <c:pt idx="872">
                  <c:v>30-06-2003</c:v>
                </c:pt>
                <c:pt idx="873">
                  <c:v>01-07-2003</c:v>
                </c:pt>
                <c:pt idx="874">
                  <c:v>02-07-2003</c:v>
                </c:pt>
                <c:pt idx="875">
                  <c:v>03-07-2003</c:v>
                </c:pt>
                <c:pt idx="876">
                  <c:v>04-07-2003</c:v>
                </c:pt>
                <c:pt idx="877">
                  <c:v>07-07-2003</c:v>
                </c:pt>
                <c:pt idx="878">
                  <c:v>08-07-2003</c:v>
                </c:pt>
                <c:pt idx="879">
                  <c:v>09-07-2003</c:v>
                </c:pt>
                <c:pt idx="880">
                  <c:v>10-07-2003</c:v>
                </c:pt>
                <c:pt idx="881">
                  <c:v>11-07-2003</c:v>
                </c:pt>
                <c:pt idx="882">
                  <c:v>14-07-2003</c:v>
                </c:pt>
                <c:pt idx="883">
                  <c:v>15-07-2003</c:v>
                </c:pt>
                <c:pt idx="884">
                  <c:v>16-07-2003</c:v>
                </c:pt>
                <c:pt idx="885">
                  <c:v>17-07-2003</c:v>
                </c:pt>
                <c:pt idx="886">
                  <c:v>18-07-2003</c:v>
                </c:pt>
                <c:pt idx="887">
                  <c:v>21-07-2003</c:v>
                </c:pt>
                <c:pt idx="888">
                  <c:v>22-07-2003</c:v>
                </c:pt>
                <c:pt idx="889">
                  <c:v>23-07-2003</c:v>
                </c:pt>
                <c:pt idx="890">
                  <c:v>24-07-2003</c:v>
                </c:pt>
                <c:pt idx="891">
                  <c:v>25-07-2003</c:v>
                </c:pt>
                <c:pt idx="892">
                  <c:v>28-07-2003</c:v>
                </c:pt>
                <c:pt idx="893">
                  <c:v>29-07-2003</c:v>
                </c:pt>
                <c:pt idx="894">
                  <c:v>30-07-2003</c:v>
                </c:pt>
                <c:pt idx="895">
                  <c:v>31-07-2003</c:v>
                </c:pt>
                <c:pt idx="896">
                  <c:v>01-08-2003</c:v>
                </c:pt>
                <c:pt idx="897">
                  <c:v>04-08-2003</c:v>
                </c:pt>
                <c:pt idx="898">
                  <c:v>05-08-2003</c:v>
                </c:pt>
                <c:pt idx="899">
                  <c:v>06-08-2003</c:v>
                </c:pt>
                <c:pt idx="900">
                  <c:v>07-08-2003</c:v>
                </c:pt>
                <c:pt idx="901">
                  <c:v>08-08-2003</c:v>
                </c:pt>
                <c:pt idx="902">
                  <c:v>11-08-2003</c:v>
                </c:pt>
                <c:pt idx="903">
                  <c:v>12-08-2003</c:v>
                </c:pt>
                <c:pt idx="904">
                  <c:v>13-08-2003</c:v>
                </c:pt>
                <c:pt idx="905">
                  <c:v>14-08-2003</c:v>
                </c:pt>
                <c:pt idx="906">
                  <c:v>18-08-2003</c:v>
                </c:pt>
                <c:pt idx="907">
                  <c:v>19-08-2003</c:v>
                </c:pt>
                <c:pt idx="908">
                  <c:v>20-08-2003</c:v>
                </c:pt>
                <c:pt idx="909">
                  <c:v>21-08-2003</c:v>
                </c:pt>
                <c:pt idx="910">
                  <c:v>22-08-2003</c:v>
                </c:pt>
                <c:pt idx="911">
                  <c:v>25-08-2003</c:v>
                </c:pt>
                <c:pt idx="912">
                  <c:v>26-08-2003</c:v>
                </c:pt>
                <c:pt idx="913">
                  <c:v>27-08-2003</c:v>
                </c:pt>
                <c:pt idx="914">
                  <c:v>28-08-2003</c:v>
                </c:pt>
                <c:pt idx="915">
                  <c:v>29-08-2003</c:v>
                </c:pt>
                <c:pt idx="916">
                  <c:v>01-09-2003</c:v>
                </c:pt>
                <c:pt idx="917">
                  <c:v>02-09-2003</c:v>
                </c:pt>
                <c:pt idx="918">
                  <c:v>03-09-2003</c:v>
                </c:pt>
                <c:pt idx="919">
                  <c:v>04-09-2003</c:v>
                </c:pt>
                <c:pt idx="920">
                  <c:v>05-09-2003</c:v>
                </c:pt>
                <c:pt idx="921">
                  <c:v>08-09-2003</c:v>
                </c:pt>
                <c:pt idx="922">
                  <c:v>09-09-2003</c:v>
                </c:pt>
                <c:pt idx="923">
                  <c:v>10-09-2003</c:v>
                </c:pt>
                <c:pt idx="924">
                  <c:v>11-09-2003</c:v>
                </c:pt>
                <c:pt idx="925">
                  <c:v>12-09-2003</c:v>
                </c:pt>
                <c:pt idx="926">
                  <c:v>15-09-2003</c:v>
                </c:pt>
                <c:pt idx="927">
                  <c:v>16-09-2003</c:v>
                </c:pt>
                <c:pt idx="928">
                  <c:v>17-09-2003</c:v>
                </c:pt>
                <c:pt idx="929">
                  <c:v>18-09-2003</c:v>
                </c:pt>
                <c:pt idx="930">
                  <c:v>19-09-2003</c:v>
                </c:pt>
                <c:pt idx="931">
                  <c:v>22-09-2003</c:v>
                </c:pt>
                <c:pt idx="932">
                  <c:v>23-09-2003</c:v>
                </c:pt>
                <c:pt idx="933">
                  <c:v>24-09-2003</c:v>
                </c:pt>
                <c:pt idx="934">
                  <c:v>25-09-2003</c:v>
                </c:pt>
                <c:pt idx="935">
                  <c:v>26-09-2003</c:v>
                </c:pt>
                <c:pt idx="936">
                  <c:v>29-09-2003</c:v>
                </c:pt>
                <c:pt idx="937">
                  <c:v>30-09-2003</c:v>
                </c:pt>
                <c:pt idx="938">
                  <c:v>01-10-2003</c:v>
                </c:pt>
                <c:pt idx="939">
                  <c:v>03-10-2003</c:v>
                </c:pt>
                <c:pt idx="940">
                  <c:v>06-10-2003</c:v>
                </c:pt>
                <c:pt idx="941">
                  <c:v>07-10-2003</c:v>
                </c:pt>
                <c:pt idx="942">
                  <c:v>08-10-2003</c:v>
                </c:pt>
                <c:pt idx="943">
                  <c:v>09-10-2003</c:v>
                </c:pt>
                <c:pt idx="944">
                  <c:v>10-10-2003</c:v>
                </c:pt>
                <c:pt idx="945">
                  <c:v>13-10-2003</c:v>
                </c:pt>
                <c:pt idx="946">
                  <c:v>14-10-2003</c:v>
                </c:pt>
                <c:pt idx="947">
                  <c:v>15-10-2003</c:v>
                </c:pt>
                <c:pt idx="948">
                  <c:v>16-10-2003</c:v>
                </c:pt>
                <c:pt idx="949">
                  <c:v>17-10-2003</c:v>
                </c:pt>
                <c:pt idx="950">
                  <c:v>20-10-2003</c:v>
                </c:pt>
                <c:pt idx="951">
                  <c:v>21-10-2003</c:v>
                </c:pt>
                <c:pt idx="952">
                  <c:v>22-10-2003</c:v>
                </c:pt>
                <c:pt idx="953">
                  <c:v>23-10-2003</c:v>
                </c:pt>
                <c:pt idx="954">
                  <c:v>24-10-2003</c:v>
                </c:pt>
                <c:pt idx="955">
                  <c:v>25-10-2003</c:v>
                </c:pt>
                <c:pt idx="956">
                  <c:v>27-10-2003</c:v>
                </c:pt>
                <c:pt idx="957">
                  <c:v>28-10-2003</c:v>
                </c:pt>
                <c:pt idx="958">
                  <c:v>29-10-2003</c:v>
                </c:pt>
                <c:pt idx="959">
                  <c:v>30-10-2003</c:v>
                </c:pt>
                <c:pt idx="960">
                  <c:v>31-10-2003</c:v>
                </c:pt>
                <c:pt idx="961">
                  <c:v>03-11-2003</c:v>
                </c:pt>
                <c:pt idx="962">
                  <c:v>04-11-2003</c:v>
                </c:pt>
                <c:pt idx="963">
                  <c:v>05-11-2003</c:v>
                </c:pt>
                <c:pt idx="964">
                  <c:v>06-11-2003</c:v>
                </c:pt>
                <c:pt idx="965">
                  <c:v>07-11-2003</c:v>
                </c:pt>
                <c:pt idx="966">
                  <c:v>10-11-2003</c:v>
                </c:pt>
                <c:pt idx="967">
                  <c:v>11-11-2003</c:v>
                </c:pt>
                <c:pt idx="968">
                  <c:v>12-11-2003</c:v>
                </c:pt>
                <c:pt idx="969">
                  <c:v>13-11-2003</c:v>
                </c:pt>
                <c:pt idx="970">
                  <c:v>14-11-2003</c:v>
                </c:pt>
                <c:pt idx="971">
                  <c:v>15-11-2003</c:v>
                </c:pt>
                <c:pt idx="972">
                  <c:v>17-11-2003</c:v>
                </c:pt>
                <c:pt idx="973">
                  <c:v>18-11-2003</c:v>
                </c:pt>
                <c:pt idx="974">
                  <c:v>19-11-2003</c:v>
                </c:pt>
                <c:pt idx="975">
                  <c:v>20-11-2003</c:v>
                </c:pt>
                <c:pt idx="976">
                  <c:v>21-11-2003</c:v>
                </c:pt>
                <c:pt idx="977">
                  <c:v>24-11-2003</c:v>
                </c:pt>
                <c:pt idx="978">
                  <c:v>25-11-2003</c:v>
                </c:pt>
                <c:pt idx="979">
                  <c:v>27-11-2003</c:v>
                </c:pt>
                <c:pt idx="980">
                  <c:v>28-11-2003</c:v>
                </c:pt>
                <c:pt idx="981">
                  <c:v>01-12-2003</c:v>
                </c:pt>
                <c:pt idx="982">
                  <c:v>02-12-2003</c:v>
                </c:pt>
                <c:pt idx="983">
                  <c:v>03-12-2003</c:v>
                </c:pt>
                <c:pt idx="984">
                  <c:v>04-12-2003</c:v>
                </c:pt>
                <c:pt idx="985">
                  <c:v>05-12-2003</c:v>
                </c:pt>
                <c:pt idx="986">
                  <c:v>08-12-2003</c:v>
                </c:pt>
                <c:pt idx="987">
                  <c:v>09-12-2003</c:v>
                </c:pt>
                <c:pt idx="988">
                  <c:v>10-12-2003</c:v>
                </c:pt>
                <c:pt idx="989">
                  <c:v>11-12-2003</c:v>
                </c:pt>
                <c:pt idx="990">
                  <c:v>12-12-2003</c:v>
                </c:pt>
                <c:pt idx="991">
                  <c:v>15-12-2003</c:v>
                </c:pt>
                <c:pt idx="992">
                  <c:v>16-12-2003</c:v>
                </c:pt>
                <c:pt idx="993">
                  <c:v>17-12-2003</c:v>
                </c:pt>
                <c:pt idx="994">
                  <c:v>18-12-2003</c:v>
                </c:pt>
                <c:pt idx="995">
                  <c:v>19-12-2003</c:v>
                </c:pt>
                <c:pt idx="996">
                  <c:v>22-12-2003</c:v>
                </c:pt>
                <c:pt idx="997">
                  <c:v>23-12-2003</c:v>
                </c:pt>
                <c:pt idx="998">
                  <c:v>24-12-2003</c:v>
                </c:pt>
                <c:pt idx="999">
                  <c:v>26-12-2003</c:v>
                </c:pt>
                <c:pt idx="1000">
                  <c:v>29-12-2003</c:v>
                </c:pt>
                <c:pt idx="1001">
                  <c:v>30-12-2003</c:v>
                </c:pt>
                <c:pt idx="1002">
                  <c:v>31-12-2003</c:v>
                </c:pt>
                <c:pt idx="1003">
                  <c:v>01-01-2004</c:v>
                </c:pt>
                <c:pt idx="1004">
                  <c:v>02-01-2004</c:v>
                </c:pt>
                <c:pt idx="1005">
                  <c:v>05-01-2004</c:v>
                </c:pt>
                <c:pt idx="1006">
                  <c:v>06-01-2004</c:v>
                </c:pt>
                <c:pt idx="1007">
                  <c:v>07-01-2004</c:v>
                </c:pt>
                <c:pt idx="1008">
                  <c:v>08-01-2004</c:v>
                </c:pt>
                <c:pt idx="1009">
                  <c:v>09-01-2004</c:v>
                </c:pt>
                <c:pt idx="1010">
                  <c:v>12-01-2004</c:v>
                </c:pt>
                <c:pt idx="1011">
                  <c:v>13-01-2004</c:v>
                </c:pt>
                <c:pt idx="1012">
                  <c:v>14-01-2004</c:v>
                </c:pt>
                <c:pt idx="1013">
                  <c:v>15-01-2004</c:v>
                </c:pt>
                <c:pt idx="1014">
                  <c:v>16-01-2004</c:v>
                </c:pt>
                <c:pt idx="1015">
                  <c:v>19-01-2004</c:v>
                </c:pt>
                <c:pt idx="1016">
                  <c:v>20-01-2004</c:v>
                </c:pt>
                <c:pt idx="1017">
                  <c:v>21-01-2004</c:v>
                </c:pt>
                <c:pt idx="1018">
                  <c:v>22-01-2004</c:v>
                </c:pt>
                <c:pt idx="1019">
                  <c:v>23-01-2004</c:v>
                </c:pt>
                <c:pt idx="1020">
                  <c:v>27-01-2004</c:v>
                </c:pt>
                <c:pt idx="1021">
                  <c:v>28-01-2004</c:v>
                </c:pt>
                <c:pt idx="1022">
                  <c:v>29-01-2004</c:v>
                </c:pt>
                <c:pt idx="1023">
                  <c:v>30-01-2004</c:v>
                </c:pt>
                <c:pt idx="1024">
                  <c:v>03-02-2004</c:v>
                </c:pt>
                <c:pt idx="1025">
                  <c:v>04-02-2004</c:v>
                </c:pt>
                <c:pt idx="1026">
                  <c:v>05-02-2004</c:v>
                </c:pt>
                <c:pt idx="1027">
                  <c:v>06-02-2004</c:v>
                </c:pt>
                <c:pt idx="1028">
                  <c:v>09-02-2004</c:v>
                </c:pt>
                <c:pt idx="1029">
                  <c:v>10-02-2004</c:v>
                </c:pt>
                <c:pt idx="1030">
                  <c:v>11-02-2004</c:v>
                </c:pt>
                <c:pt idx="1031">
                  <c:v>12-02-2004</c:v>
                </c:pt>
                <c:pt idx="1032">
                  <c:v>13-02-2004</c:v>
                </c:pt>
                <c:pt idx="1033">
                  <c:v>16-02-2004</c:v>
                </c:pt>
                <c:pt idx="1034">
                  <c:v>17-02-2004</c:v>
                </c:pt>
                <c:pt idx="1035">
                  <c:v>18-02-2004</c:v>
                </c:pt>
                <c:pt idx="1036">
                  <c:v>19-02-2004</c:v>
                </c:pt>
                <c:pt idx="1037">
                  <c:v>20-02-2004</c:v>
                </c:pt>
                <c:pt idx="1038">
                  <c:v>23-02-2004</c:v>
                </c:pt>
                <c:pt idx="1039">
                  <c:v>24-02-2004</c:v>
                </c:pt>
                <c:pt idx="1040">
                  <c:v>25-02-2004</c:v>
                </c:pt>
                <c:pt idx="1041">
                  <c:v>26-02-2004</c:v>
                </c:pt>
                <c:pt idx="1042">
                  <c:v>27-02-2004</c:v>
                </c:pt>
                <c:pt idx="1043">
                  <c:v>01-03-2004</c:v>
                </c:pt>
                <c:pt idx="1044">
                  <c:v>03-03-2004</c:v>
                </c:pt>
                <c:pt idx="1045">
                  <c:v>04-03-2004</c:v>
                </c:pt>
                <c:pt idx="1046">
                  <c:v>05-03-2004</c:v>
                </c:pt>
                <c:pt idx="1047">
                  <c:v>08-03-2004</c:v>
                </c:pt>
                <c:pt idx="1048">
                  <c:v>09-03-2004</c:v>
                </c:pt>
                <c:pt idx="1049">
                  <c:v>10-03-2004</c:v>
                </c:pt>
                <c:pt idx="1050">
                  <c:v>11-03-2004</c:v>
                </c:pt>
                <c:pt idx="1051">
                  <c:v>12-03-2004</c:v>
                </c:pt>
                <c:pt idx="1052">
                  <c:v>15-03-2004</c:v>
                </c:pt>
                <c:pt idx="1053">
                  <c:v>16-03-2004</c:v>
                </c:pt>
                <c:pt idx="1054">
                  <c:v>17-03-2004</c:v>
                </c:pt>
                <c:pt idx="1055">
                  <c:v>18-03-2004</c:v>
                </c:pt>
                <c:pt idx="1056">
                  <c:v>19-03-2004</c:v>
                </c:pt>
                <c:pt idx="1057">
                  <c:v>22-03-2004</c:v>
                </c:pt>
                <c:pt idx="1058">
                  <c:v>23-03-2004</c:v>
                </c:pt>
                <c:pt idx="1059">
                  <c:v>24-03-2004</c:v>
                </c:pt>
                <c:pt idx="1060">
                  <c:v>25-03-2004</c:v>
                </c:pt>
                <c:pt idx="1061">
                  <c:v>26-03-2004</c:v>
                </c:pt>
                <c:pt idx="1062">
                  <c:v>29-03-2004</c:v>
                </c:pt>
                <c:pt idx="1063">
                  <c:v>30-03-2004</c:v>
                </c:pt>
                <c:pt idx="1064">
                  <c:v>31-03-2004</c:v>
                </c:pt>
                <c:pt idx="1065">
                  <c:v>01-04-2004</c:v>
                </c:pt>
                <c:pt idx="1066">
                  <c:v>02-04-2004</c:v>
                </c:pt>
                <c:pt idx="1067">
                  <c:v>05-04-2004</c:v>
                </c:pt>
                <c:pt idx="1068">
                  <c:v>06-04-2004</c:v>
                </c:pt>
                <c:pt idx="1069">
                  <c:v>07-04-2004</c:v>
                </c:pt>
                <c:pt idx="1070">
                  <c:v>08-04-2004</c:v>
                </c:pt>
                <c:pt idx="1071">
                  <c:v>12-04-2004</c:v>
                </c:pt>
                <c:pt idx="1072">
                  <c:v>13-04-2004</c:v>
                </c:pt>
                <c:pt idx="1073">
                  <c:v>15-04-2004</c:v>
                </c:pt>
                <c:pt idx="1074">
                  <c:v>16-04-2004</c:v>
                </c:pt>
                <c:pt idx="1075">
                  <c:v>17-04-2004</c:v>
                </c:pt>
                <c:pt idx="1076">
                  <c:v>19-04-2004</c:v>
                </c:pt>
                <c:pt idx="1077">
                  <c:v>20-04-2004</c:v>
                </c:pt>
                <c:pt idx="1078">
                  <c:v>21-04-2004</c:v>
                </c:pt>
                <c:pt idx="1079">
                  <c:v>22-04-2004</c:v>
                </c:pt>
                <c:pt idx="1080">
                  <c:v>23-04-2004</c:v>
                </c:pt>
                <c:pt idx="1081">
                  <c:v>27-04-2004</c:v>
                </c:pt>
                <c:pt idx="1082">
                  <c:v>28-04-2004</c:v>
                </c:pt>
                <c:pt idx="1083">
                  <c:v>29-04-2004</c:v>
                </c:pt>
                <c:pt idx="1084">
                  <c:v>30-04-2004</c:v>
                </c:pt>
                <c:pt idx="1085">
                  <c:v>03-05-2004</c:v>
                </c:pt>
                <c:pt idx="1086">
                  <c:v>04-05-2004</c:v>
                </c:pt>
                <c:pt idx="1087">
                  <c:v>05-05-2004</c:v>
                </c:pt>
                <c:pt idx="1088">
                  <c:v>06-05-2004</c:v>
                </c:pt>
                <c:pt idx="1089">
                  <c:v>07-05-2004</c:v>
                </c:pt>
                <c:pt idx="1090">
                  <c:v>10-05-2004</c:v>
                </c:pt>
                <c:pt idx="1091">
                  <c:v>11-05-2004</c:v>
                </c:pt>
                <c:pt idx="1092">
                  <c:v>12-05-2004</c:v>
                </c:pt>
                <c:pt idx="1093">
                  <c:v>13-05-2004</c:v>
                </c:pt>
                <c:pt idx="1094">
                  <c:v>14-05-2004</c:v>
                </c:pt>
                <c:pt idx="1095">
                  <c:v>17-05-2004</c:v>
                </c:pt>
                <c:pt idx="1096">
                  <c:v>18-05-2004</c:v>
                </c:pt>
                <c:pt idx="1097">
                  <c:v>19-05-2004</c:v>
                </c:pt>
                <c:pt idx="1098">
                  <c:v>20-05-2004</c:v>
                </c:pt>
                <c:pt idx="1099">
                  <c:v>21-05-2004</c:v>
                </c:pt>
                <c:pt idx="1100">
                  <c:v>24-05-2004</c:v>
                </c:pt>
                <c:pt idx="1101">
                  <c:v>25-05-2004</c:v>
                </c:pt>
                <c:pt idx="1102">
                  <c:v>26-05-2004</c:v>
                </c:pt>
                <c:pt idx="1103">
                  <c:v>27-05-2004</c:v>
                </c:pt>
                <c:pt idx="1104">
                  <c:v>28-05-2004</c:v>
                </c:pt>
                <c:pt idx="1105">
                  <c:v>31-05-2004</c:v>
                </c:pt>
                <c:pt idx="1106">
                  <c:v>01-06-2004</c:v>
                </c:pt>
                <c:pt idx="1107">
                  <c:v>02-06-2004</c:v>
                </c:pt>
                <c:pt idx="1108">
                  <c:v>03-06-2004</c:v>
                </c:pt>
                <c:pt idx="1109">
                  <c:v>04-06-2004</c:v>
                </c:pt>
                <c:pt idx="1110">
                  <c:v>07-06-2004</c:v>
                </c:pt>
                <c:pt idx="1111">
                  <c:v>08-06-2004</c:v>
                </c:pt>
                <c:pt idx="1112">
                  <c:v>09-06-2004</c:v>
                </c:pt>
                <c:pt idx="1113">
                  <c:v>10-06-2004</c:v>
                </c:pt>
                <c:pt idx="1114">
                  <c:v>11-06-2004</c:v>
                </c:pt>
                <c:pt idx="1115">
                  <c:v>14-06-2004</c:v>
                </c:pt>
                <c:pt idx="1116">
                  <c:v>15-06-2004</c:v>
                </c:pt>
                <c:pt idx="1117">
                  <c:v>16-06-2004</c:v>
                </c:pt>
                <c:pt idx="1118">
                  <c:v>17-06-2004</c:v>
                </c:pt>
                <c:pt idx="1119">
                  <c:v>18-06-2004</c:v>
                </c:pt>
                <c:pt idx="1120">
                  <c:v>21-06-2004</c:v>
                </c:pt>
                <c:pt idx="1121">
                  <c:v>22-06-2004</c:v>
                </c:pt>
                <c:pt idx="1122">
                  <c:v>23-06-2004</c:v>
                </c:pt>
                <c:pt idx="1123">
                  <c:v>24-06-2004</c:v>
                </c:pt>
                <c:pt idx="1124">
                  <c:v>25-06-2004</c:v>
                </c:pt>
                <c:pt idx="1125">
                  <c:v>28-06-2004</c:v>
                </c:pt>
                <c:pt idx="1126">
                  <c:v>29-06-2004</c:v>
                </c:pt>
                <c:pt idx="1127">
                  <c:v>30-06-2004</c:v>
                </c:pt>
                <c:pt idx="1128">
                  <c:v>01-07-2004</c:v>
                </c:pt>
                <c:pt idx="1129">
                  <c:v>02-07-2004</c:v>
                </c:pt>
                <c:pt idx="1130">
                  <c:v>05-07-2004</c:v>
                </c:pt>
                <c:pt idx="1131">
                  <c:v>06-07-2004</c:v>
                </c:pt>
                <c:pt idx="1132">
                  <c:v>07-07-2004</c:v>
                </c:pt>
                <c:pt idx="1133">
                  <c:v>08-07-2004</c:v>
                </c:pt>
                <c:pt idx="1134">
                  <c:v>09-07-2004</c:v>
                </c:pt>
                <c:pt idx="1135">
                  <c:v>12-07-2004</c:v>
                </c:pt>
                <c:pt idx="1136">
                  <c:v>13-07-2004</c:v>
                </c:pt>
                <c:pt idx="1137">
                  <c:v>14-07-2004</c:v>
                </c:pt>
                <c:pt idx="1138">
                  <c:v>15-07-2004</c:v>
                </c:pt>
                <c:pt idx="1139">
                  <c:v>16-07-2004</c:v>
                </c:pt>
                <c:pt idx="1140">
                  <c:v>19-07-2004</c:v>
                </c:pt>
                <c:pt idx="1141">
                  <c:v>20-07-2004</c:v>
                </c:pt>
                <c:pt idx="1142">
                  <c:v>21-07-2004</c:v>
                </c:pt>
                <c:pt idx="1143">
                  <c:v>22-07-2004</c:v>
                </c:pt>
                <c:pt idx="1144">
                  <c:v>23-07-2004</c:v>
                </c:pt>
                <c:pt idx="1145">
                  <c:v>26-07-2004</c:v>
                </c:pt>
                <c:pt idx="1146">
                  <c:v>27-07-2004</c:v>
                </c:pt>
                <c:pt idx="1147">
                  <c:v>28-07-2004</c:v>
                </c:pt>
                <c:pt idx="1148">
                  <c:v>29-07-2004</c:v>
                </c:pt>
                <c:pt idx="1149">
                  <c:v>30-07-2004</c:v>
                </c:pt>
                <c:pt idx="1150">
                  <c:v>02-08-2004</c:v>
                </c:pt>
                <c:pt idx="1151">
                  <c:v>03-08-2004</c:v>
                </c:pt>
                <c:pt idx="1152">
                  <c:v>04-08-2004</c:v>
                </c:pt>
                <c:pt idx="1153">
                  <c:v>05-08-2004</c:v>
                </c:pt>
                <c:pt idx="1154">
                  <c:v>06-08-2004</c:v>
                </c:pt>
                <c:pt idx="1155">
                  <c:v>09-08-2004</c:v>
                </c:pt>
                <c:pt idx="1156">
                  <c:v>10-08-2004</c:v>
                </c:pt>
                <c:pt idx="1157">
                  <c:v>11-08-2004</c:v>
                </c:pt>
                <c:pt idx="1158">
                  <c:v>12-08-2004</c:v>
                </c:pt>
                <c:pt idx="1159">
                  <c:v>13-08-2004</c:v>
                </c:pt>
                <c:pt idx="1160">
                  <c:v>16-08-2004</c:v>
                </c:pt>
                <c:pt idx="1161">
                  <c:v>17-08-2004</c:v>
                </c:pt>
                <c:pt idx="1162">
                  <c:v>18-08-2004</c:v>
                </c:pt>
                <c:pt idx="1163">
                  <c:v>19-08-2004</c:v>
                </c:pt>
                <c:pt idx="1164">
                  <c:v>20-08-2004</c:v>
                </c:pt>
                <c:pt idx="1165">
                  <c:v>23-08-2004</c:v>
                </c:pt>
                <c:pt idx="1166">
                  <c:v>24-08-2004</c:v>
                </c:pt>
                <c:pt idx="1167">
                  <c:v>25-08-2004</c:v>
                </c:pt>
                <c:pt idx="1168">
                  <c:v>26-08-2004</c:v>
                </c:pt>
                <c:pt idx="1169">
                  <c:v>27-08-2004</c:v>
                </c:pt>
                <c:pt idx="1170">
                  <c:v>30-08-2004</c:v>
                </c:pt>
                <c:pt idx="1171">
                  <c:v>31-08-2004</c:v>
                </c:pt>
                <c:pt idx="1172">
                  <c:v>01-09-2004</c:v>
                </c:pt>
                <c:pt idx="1173">
                  <c:v>02-09-2004</c:v>
                </c:pt>
                <c:pt idx="1174">
                  <c:v>03-09-2004</c:v>
                </c:pt>
                <c:pt idx="1175">
                  <c:v>06-09-2004</c:v>
                </c:pt>
                <c:pt idx="1176">
                  <c:v>07-09-2004</c:v>
                </c:pt>
                <c:pt idx="1177">
                  <c:v>08-09-2004</c:v>
                </c:pt>
                <c:pt idx="1178">
                  <c:v>09-09-2004</c:v>
                </c:pt>
                <c:pt idx="1179">
                  <c:v>10-09-2004</c:v>
                </c:pt>
                <c:pt idx="1180">
                  <c:v>13-09-2004</c:v>
                </c:pt>
                <c:pt idx="1181">
                  <c:v>14-09-2004</c:v>
                </c:pt>
                <c:pt idx="1182">
                  <c:v>15-09-2004</c:v>
                </c:pt>
                <c:pt idx="1183">
                  <c:v>16-09-2004</c:v>
                </c:pt>
                <c:pt idx="1184">
                  <c:v>17-09-2004</c:v>
                </c:pt>
                <c:pt idx="1185">
                  <c:v>20-09-2004</c:v>
                </c:pt>
                <c:pt idx="1186">
                  <c:v>21-09-2004</c:v>
                </c:pt>
                <c:pt idx="1187">
                  <c:v>22-09-2004</c:v>
                </c:pt>
                <c:pt idx="1188">
                  <c:v>23-09-2004</c:v>
                </c:pt>
                <c:pt idx="1189">
                  <c:v>24-09-2004</c:v>
                </c:pt>
                <c:pt idx="1190">
                  <c:v>27-09-2004</c:v>
                </c:pt>
                <c:pt idx="1191">
                  <c:v>28-09-2004</c:v>
                </c:pt>
                <c:pt idx="1192">
                  <c:v>29-09-2004</c:v>
                </c:pt>
                <c:pt idx="1193">
                  <c:v>30-09-2004</c:v>
                </c:pt>
                <c:pt idx="1194">
                  <c:v>01-10-2004</c:v>
                </c:pt>
                <c:pt idx="1195">
                  <c:v>04-10-2004</c:v>
                </c:pt>
                <c:pt idx="1196">
                  <c:v>05-10-2004</c:v>
                </c:pt>
                <c:pt idx="1197">
                  <c:v>06-10-2004</c:v>
                </c:pt>
                <c:pt idx="1198">
                  <c:v>07-10-2004</c:v>
                </c:pt>
                <c:pt idx="1199">
                  <c:v>08-10-2004</c:v>
                </c:pt>
                <c:pt idx="1200">
                  <c:v>09-10-2004</c:v>
                </c:pt>
                <c:pt idx="1201">
                  <c:v>11-10-2004</c:v>
                </c:pt>
                <c:pt idx="1202">
                  <c:v>12-10-2004</c:v>
                </c:pt>
                <c:pt idx="1203">
                  <c:v>14-10-2004</c:v>
                </c:pt>
                <c:pt idx="1204">
                  <c:v>15-10-2004</c:v>
                </c:pt>
                <c:pt idx="1205">
                  <c:v>18-10-2004</c:v>
                </c:pt>
                <c:pt idx="1206">
                  <c:v>19-10-2004</c:v>
                </c:pt>
                <c:pt idx="1207">
                  <c:v>20-10-2004</c:v>
                </c:pt>
                <c:pt idx="1208">
                  <c:v>21-10-2004</c:v>
                </c:pt>
                <c:pt idx="1209">
                  <c:v>25-10-2004</c:v>
                </c:pt>
                <c:pt idx="1210">
                  <c:v>26-10-2004</c:v>
                </c:pt>
                <c:pt idx="1211">
                  <c:v>27-10-2004</c:v>
                </c:pt>
                <c:pt idx="1212">
                  <c:v>28-10-2004</c:v>
                </c:pt>
                <c:pt idx="1213">
                  <c:v>29-10-2004</c:v>
                </c:pt>
                <c:pt idx="1214">
                  <c:v>01-11-2004</c:v>
                </c:pt>
                <c:pt idx="1215">
                  <c:v>02-11-2004</c:v>
                </c:pt>
                <c:pt idx="1216">
                  <c:v>03-11-2004</c:v>
                </c:pt>
                <c:pt idx="1217">
                  <c:v>04-11-2004</c:v>
                </c:pt>
                <c:pt idx="1218">
                  <c:v>05-11-2004</c:v>
                </c:pt>
                <c:pt idx="1219">
                  <c:v>08-11-2004</c:v>
                </c:pt>
                <c:pt idx="1220">
                  <c:v>09-11-2004</c:v>
                </c:pt>
                <c:pt idx="1221">
                  <c:v>10-11-2004</c:v>
                </c:pt>
                <c:pt idx="1222">
                  <c:v>11-11-2004</c:v>
                </c:pt>
                <c:pt idx="1223">
                  <c:v>12-11-2004</c:v>
                </c:pt>
                <c:pt idx="1224">
                  <c:v>16-11-2004</c:v>
                </c:pt>
                <c:pt idx="1225">
                  <c:v>17-11-2004</c:v>
                </c:pt>
                <c:pt idx="1226">
                  <c:v>18-11-2004</c:v>
                </c:pt>
                <c:pt idx="1227">
                  <c:v>19-11-2004</c:v>
                </c:pt>
                <c:pt idx="1228">
                  <c:v>22-11-2004</c:v>
                </c:pt>
                <c:pt idx="1229">
                  <c:v>23-11-2004</c:v>
                </c:pt>
                <c:pt idx="1230">
                  <c:v>24-11-2004</c:v>
                </c:pt>
                <c:pt idx="1231">
                  <c:v>25-11-2004</c:v>
                </c:pt>
                <c:pt idx="1232">
                  <c:v>29-11-2004</c:v>
                </c:pt>
                <c:pt idx="1233">
                  <c:v>30-11-2004</c:v>
                </c:pt>
                <c:pt idx="1234">
                  <c:v>01-12-2004</c:v>
                </c:pt>
                <c:pt idx="1235">
                  <c:v>02-12-2004</c:v>
                </c:pt>
                <c:pt idx="1236">
                  <c:v>03-12-2004</c:v>
                </c:pt>
                <c:pt idx="1237">
                  <c:v>06-12-2004</c:v>
                </c:pt>
                <c:pt idx="1238">
                  <c:v>07-12-2004</c:v>
                </c:pt>
                <c:pt idx="1239">
                  <c:v>08-12-2004</c:v>
                </c:pt>
                <c:pt idx="1240">
                  <c:v>09-12-2004</c:v>
                </c:pt>
                <c:pt idx="1241">
                  <c:v>10-12-2004</c:v>
                </c:pt>
                <c:pt idx="1242">
                  <c:v>13-12-2004</c:v>
                </c:pt>
                <c:pt idx="1243">
                  <c:v>14-12-2004</c:v>
                </c:pt>
                <c:pt idx="1244">
                  <c:v>15-12-2004</c:v>
                </c:pt>
                <c:pt idx="1245">
                  <c:v>16-12-2004</c:v>
                </c:pt>
                <c:pt idx="1246">
                  <c:v>17-12-2004</c:v>
                </c:pt>
                <c:pt idx="1247">
                  <c:v>20-12-2004</c:v>
                </c:pt>
                <c:pt idx="1248">
                  <c:v>21-12-2004</c:v>
                </c:pt>
                <c:pt idx="1249">
                  <c:v>22-12-2004</c:v>
                </c:pt>
                <c:pt idx="1250">
                  <c:v>23-12-2004</c:v>
                </c:pt>
                <c:pt idx="1251">
                  <c:v>24-12-2004</c:v>
                </c:pt>
                <c:pt idx="1252">
                  <c:v>27-12-2004</c:v>
                </c:pt>
                <c:pt idx="1253">
                  <c:v>28-12-2004</c:v>
                </c:pt>
                <c:pt idx="1254">
                  <c:v>29-12-2004</c:v>
                </c:pt>
                <c:pt idx="1255">
                  <c:v>30-12-2004</c:v>
                </c:pt>
                <c:pt idx="1256">
                  <c:v>31-12-2004</c:v>
                </c:pt>
                <c:pt idx="1257">
                  <c:v>03-01-2005</c:v>
                </c:pt>
                <c:pt idx="1258">
                  <c:v>04-01-2005</c:v>
                </c:pt>
                <c:pt idx="1259">
                  <c:v>05-01-2005</c:v>
                </c:pt>
                <c:pt idx="1260">
                  <c:v>06-01-2005</c:v>
                </c:pt>
                <c:pt idx="1261">
                  <c:v>07-01-2005</c:v>
                </c:pt>
                <c:pt idx="1262">
                  <c:v>10-01-2005</c:v>
                </c:pt>
                <c:pt idx="1263">
                  <c:v>11-01-2005</c:v>
                </c:pt>
                <c:pt idx="1264">
                  <c:v>12-01-2005</c:v>
                </c:pt>
                <c:pt idx="1265">
                  <c:v>13-01-2005</c:v>
                </c:pt>
                <c:pt idx="1266">
                  <c:v>14-01-2005</c:v>
                </c:pt>
                <c:pt idx="1267">
                  <c:v>17-01-2005</c:v>
                </c:pt>
                <c:pt idx="1268">
                  <c:v>18-01-2005</c:v>
                </c:pt>
                <c:pt idx="1269">
                  <c:v>19-01-2005</c:v>
                </c:pt>
                <c:pt idx="1270">
                  <c:v>20-01-2005</c:v>
                </c:pt>
                <c:pt idx="1271">
                  <c:v>24-01-2005</c:v>
                </c:pt>
                <c:pt idx="1272">
                  <c:v>25-01-2005</c:v>
                </c:pt>
                <c:pt idx="1273">
                  <c:v>27-01-2005</c:v>
                </c:pt>
                <c:pt idx="1274">
                  <c:v>28-01-2005</c:v>
                </c:pt>
                <c:pt idx="1275">
                  <c:v>31-01-2005</c:v>
                </c:pt>
                <c:pt idx="1276">
                  <c:v>01-02-2005</c:v>
                </c:pt>
                <c:pt idx="1277">
                  <c:v>02-02-2005</c:v>
                </c:pt>
                <c:pt idx="1278">
                  <c:v>03-02-2005</c:v>
                </c:pt>
                <c:pt idx="1279">
                  <c:v>04-02-2005</c:v>
                </c:pt>
                <c:pt idx="1280">
                  <c:v>07-02-2005</c:v>
                </c:pt>
                <c:pt idx="1281">
                  <c:v>08-02-2005</c:v>
                </c:pt>
                <c:pt idx="1282">
                  <c:v>09-02-2005</c:v>
                </c:pt>
                <c:pt idx="1283">
                  <c:v>10-02-2005</c:v>
                </c:pt>
                <c:pt idx="1284">
                  <c:v>11-02-2005</c:v>
                </c:pt>
                <c:pt idx="1285">
                  <c:v>14-02-2005</c:v>
                </c:pt>
                <c:pt idx="1286">
                  <c:v>15-02-2005</c:v>
                </c:pt>
                <c:pt idx="1287">
                  <c:v>16-02-2005</c:v>
                </c:pt>
                <c:pt idx="1288">
                  <c:v>17-02-2005</c:v>
                </c:pt>
                <c:pt idx="1289">
                  <c:v>18-02-2005</c:v>
                </c:pt>
                <c:pt idx="1290">
                  <c:v>21-02-2005</c:v>
                </c:pt>
                <c:pt idx="1291">
                  <c:v>22-02-2005</c:v>
                </c:pt>
                <c:pt idx="1292">
                  <c:v>23-02-2005</c:v>
                </c:pt>
                <c:pt idx="1293">
                  <c:v>24-02-2005</c:v>
                </c:pt>
                <c:pt idx="1294">
                  <c:v>25-02-2005</c:v>
                </c:pt>
                <c:pt idx="1295">
                  <c:v>28-02-2005</c:v>
                </c:pt>
                <c:pt idx="1296">
                  <c:v>01-03-2005</c:v>
                </c:pt>
                <c:pt idx="1297">
                  <c:v>02-03-2005</c:v>
                </c:pt>
                <c:pt idx="1298">
                  <c:v>03-03-2005</c:v>
                </c:pt>
                <c:pt idx="1299">
                  <c:v>04-03-2005</c:v>
                </c:pt>
                <c:pt idx="1300">
                  <c:v>07-03-2005</c:v>
                </c:pt>
                <c:pt idx="1301">
                  <c:v>08-03-2005</c:v>
                </c:pt>
                <c:pt idx="1302">
                  <c:v>09-03-2005</c:v>
                </c:pt>
                <c:pt idx="1303">
                  <c:v>10-03-2005</c:v>
                </c:pt>
                <c:pt idx="1304">
                  <c:v>11-03-2005</c:v>
                </c:pt>
                <c:pt idx="1305">
                  <c:v>14-03-2005</c:v>
                </c:pt>
                <c:pt idx="1306">
                  <c:v>15-03-2005</c:v>
                </c:pt>
                <c:pt idx="1307">
                  <c:v>16-03-2005</c:v>
                </c:pt>
                <c:pt idx="1308">
                  <c:v>17-03-2005</c:v>
                </c:pt>
                <c:pt idx="1309">
                  <c:v>18-03-2005</c:v>
                </c:pt>
                <c:pt idx="1310">
                  <c:v>21-03-2005</c:v>
                </c:pt>
                <c:pt idx="1311">
                  <c:v>22-03-2005</c:v>
                </c:pt>
                <c:pt idx="1312">
                  <c:v>23-03-2005</c:v>
                </c:pt>
                <c:pt idx="1313">
                  <c:v>24-03-2005</c:v>
                </c:pt>
                <c:pt idx="1314">
                  <c:v>28-03-2005</c:v>
                </c:pt>
                <c:pt idx="1315">
                  <c:v>29-03-2005</c:v>
                </c:pt>
                <c:pt idx="1316">
                  <c:v>30-03-2005</c:v>
                </c:pt>
                <c:pt idx="1317">
                  <c:v>31-03-2005</c:v>
                </c:pt>
                <c:pt idx="1318">
                  <c:v>01-04-2005</c:v>
                </c:pt>
                <c:pt idx="1319">
                  <c:v>04-04-2005</c:v>
                </c:pt>
                <c:pt idx="1320">
                  <c:v>05-04-2005</c:v>
                </c:pt>
                <c:pt idx="1321">
                  <c:v>06-04-2005</c:v>
                </c:pt>
                <c:pt idx="1322">
                  <c:v>07-04-2005</c:v>
                </c:pt>
                <c:pt idx="1323">
                  <c:v>08-04-2005</c:v>
                </c:pt>
                <c:pt idx="1324">
                  <c:v>11-04-2005</c:v>
                </c:pt>
                <c:pt idx="1325">
                  <c:v>12-04-2005</c:v>
                </c:pt>
                <c:pt idx="1326">
                  <c:v>13-04-2005</c:v>
                </c:pt>
                <c:pt idx="1327">
                  <c:v>15-04-2005</c:v>
                </c:pt>
                <c:pt idx="1328">
                  <c:v>18-04-2005</c:v>
                </c:pt>
                <c:pt idx="1329">
                  <c:v>19-04-2005</c:v>
                </c:pt>
                <c:pt idx="1330">
                  <c:v>20-04-2005</c:v>
                </c:pt>
                <c:pt idx="1331">
                  <c:v>21-04-2005</c:v>
                </c:pt>
                <c:pt idx="1332">
                  <c:v>22-04-2005</c:v>
                </c:pt>
                <c:pt idx="1333">
                  <c:v>25-04-2005</c:v>
                </c:pt>
                <c:pt idx="1334">
                  <c:v>26-04-2005</c:v>
                </c:pt>
                <c:pt idx="1335">
                  <c:v>27-04-2005</c:v>
                </c:pt>
                <c:pt idx="1336">
                  <c:v>28-04-2005</c:v>
                </c:pt>
                <c:pt idx="1337">
                  <c:v>29-04-2005</c:v>
                </c:pt>
                <c:pt idx="1338">
                  <c:v>02-05-2005</c:v>
                </c:pt>
                <c:pt idx="1339">
                  <c:v>03-05-2005</c:v>
                </c:pt>
                <c:pt idx="1340">
                  <c:v>04-05-2005</c:v>
                </c:pt>
                <c:pt idx="1341">
                  <c:v>05-05-2005</c:v>
                </c:pt>
                <c:pt idx="1342">
                  <c:v>06-05-2005</c:v>
                </c:pt>
                <c:pt idx="1343">
                  <c:v>09-05-2005</c:v>
                </c:pt>
                <c:pt idx="1344">
                  <c:v>10-05-2005</c:v>
                </c:pt>
                <c:pt idx="1345">
                  <c:v>11-05-2005</c:v>
                </c:pt>
                <c:pt idx="1346">
                  <c:v>12-05-2005</c:v>
                </c:pt>
                <c:pt idx="1347">
                  <c:v>13-05-2005</c:v>
                </c:pt>
                <c:pt idx="1348">
                  <c:v>16-05-2005</c:v>
                </c:pt>
                <c:pt idx="1349">
                  <c:v>17-05-2005</c:v>
                </c:pt>
                <c:pt idx="1350">
                  <c:v>18-05-2005</c:v>
                </c:pt>
                <c:pt idx="1351">
                  <c:v>19-05-2005</c:v>
                </c:pt>
                <c:pt idx="1352">
                  <c:v>20-05-2005</c:v>
                </c:pt>
                <c:pt idx="1353">
                  <c:v>23-05-2005</c:v>
                </c:pt>
                <c:pt idx="1354">
                  <c:v>24-05-2005</c:v>
                </c:pt>
                <c:pt idx="1355">
                  <c:v>25-05-2005</c:v>
                </c:pt>
                <c:pt idx="1356">
                  <c:v>26-05-2005</c:v>
                </c:pt>
                <c:pt idx="1357">
                  <c:v>27-05-2005</c:v>
                </c:pt>
                <c:pt idx="1358">
                  <c:v>30-05-2005</c:v>
                </c:pt>
                <c:pt idx="1359">
                  <c:v>31-05-2005</c:v>
                </c:pt>
                <c:pt idx="1360">
                  <c:v>01-06-2005</c:v>
                </c:pt>
                <c:pt idx="1361">
                  <c:v>02-06-2005</c:v>
                </c:pt>
                <c:pt idx="1362">
                  <c:v>03-06-2005</c:v>
                </c:pt>
                <c:pt idx="1363">
                  <c:v>04-06-2005</c:v>
                </c:pt>
                <c:pt idx="1364">
                  <c:v>06-06-2005</c:v>
                </c:pt>
                <c:pt idx="1365">
                  <c:v>07-06-2005</c:v>
                </c:pt>
                <c:pt idx="1366">
                  <c:v>08-06-2005</c:v>
                </c:pt>
                <c:pt idx="1367">
                  <c:v>09-06-2005</c:v>
                </c:pt>
                <c:pt idx="1368">
                  <c:v>10-06-2005</c:v>
                </c:pt>
                <c:pt idx="1369">
                  <c:v>13-06-2005</c:v>
                </c:pt>
                <c:pt idx="1370">
                  <c:v>14-06-2005</c:v>
                </c:pt>
                <c:pt idx="1371">
                  <c:v>15-06-2005</c:v>
                </c:pt>
                <c:pt idx="1372">
                  <c:v>16-06-2005</c:v>
                </c:pt>
                <c:pt idx="1373">
                  <c:v>17-06-2005</c:v>
                </c:pt>
                <c:pt idx="1374">
                  <c:v>20-06-2005</c:v>
                </c:pt>
                <c:pt idx="1375">
                  <c:v>21-06-2005</c:v>
                </c:pt>
                <c:pt idx="1376">
                  <c:v>22-06-2005</c:v>
                </c:pt>
                <c:pt idx="1377">
                  <c:v>23-06-2005</c:v>
                </c:pt>
                <c:pt idx="1378">
                  <c:v>24-06-2005</c:v>
                </c:pt>
                <c:pt idx="1379">
                  <c:v>27-06-2005</c:v>
                </c:pt>
                <c:pt idx="1380">
                  <c:v>28-06-2005</c:v>
                </c:pt>
                <c:pt idx="1381">
                  <c:v>29-06-2005</c:v>
                </c:pt>
                <c:pt idx="1382">
                  <c:v>30-06-2005</c:v>
                </c:pt>
                <c:pt idx="1383">
                  <c:v>01-07-2005</c:v>
                </c:pt>
                <c:pt idx="1384">
                  <c:v>04-07-2005</c:v>
                </c:pt>
                <c:pt idx="1385">
                  <c:v>05-07-2005</c:v>
                </c:pt>
                <c:pt idx="1386">
                  <c:v>06-07-2005</c:v>
                </c:pt>
                <c:pt idx="1387">
                  <c:v>07-07-2005</c:v>
                </c:pt>
                <c:pt idx="1388">
                  <c:v>08-07-2005</c:v>
                </c:pt>
                <c:pt idx="1389">
                  <c:v>11-07-2005</c:v>
                </c:pt>
                <c:pt idx="1390">
                  <c:v>12-07-2005</c:v>
                </c:pt>
                <c:pt idx="1391">
                  <c:v>13-07-2005</c:v>
                </c:pt>
                <c:pt idx="1392">
                  <c:v>14-07-2005</c:v>
                </c:pt>
                <c:pt idx="1393">
                  <c:v>15-07-2005</c:v>
                </c:pt>
                <c:pt idx="1394">
                  <c:v>18-07-2005</c:v>
                </c:pt>
                <c:pt idx="1395">
                  <c:v>19-07-2005</c:v>
                </c:pt>
                <c:pt idx="1396">
                  <c:v>20-07-2005</c:v>
                </c:pt>
                <c:pt idx="1397">
                  <c:v>21-07-2005</c:v>
                </c:pt>
                <c:pt idx="1398">
                  <c:v>22-07-2005</c:v>
                </c:pt>
                <c:pt idx="1399">
                  <c:v>25-07-2005</c:v>
                </c:pt>
                <c:pt idx="1400">
                  <c:v>26-07-2005</c:v>
                </c:pt>
                <c:pt idx="1401">
                  <c:v>27-07-2005</c:v>
                </c:pt>
                <c:pt idx="1402">
                  <c:v>29-07-2005</c:v>
                </c:pt>
                <c:pt idx="1403">
                  <c:v>01-08-2005</c:v>
                </c:pt>
                <c:pt idx="1404">
                  <c:v>02-08-2005</c:v>
                </c:pt>
                <c:pt idx="1405">
                  <c:v>03-08-2005</c:v>
                </c:pt>
                <c:pt idx="1406">
                  <c:v>04-08-2005</c:v>
                </c:pt>
                <c:pt idx="1407">
                  <c:v>05-08-2005</c:v>
                </c:pt>
                <c:pt idx="1408">
                  <c:v>08-08-2005</c:v>
                </c:pt>
                <c:pt idx="1409">
                  <c:v>09-08-2005</c:v>
                </c:pt>
                <c:pt idx="1410">
                  <c:v>10-08-2005</c:v>
                </c:pt>
                <c:pt idx="1411">
                  <c:v>11-08-2005</c:v>
                </c:pt>
                <c:pt idx="1412">
                  <c:v>12-08-2005</c:v>
                </c:pt>
                <c:pt idx="1413">
                  <c:v>16-08-2005</c:v>
                </c:pt>
                <c:pt idx="1414">
                  <c:v>17-08-2005</c:v>
                </c:pt>
                <c:pt idx="1415">
                  <c:v>18-08-2005</c:v>
                </c:pt>
                <c:pt idx="1416">
                  <c:v>19-08-2005</c:v>
                </c:pt>
                <c:pt idx="1417">
                  <c:v>22-08-2005</c:v>
                </c:pt>
                <c:pt idx="1418">
                  <c:v>23-08-2005</c:v>
                </c:pt>
                <c:pt idx="1419">
                  <c:v>24-08-2005</c:v>
                </c:pt>
                <c:pt idx="1420">
                  <c:v>25-08-2005</c:v>
                </c:pt>
                <c:pt idx="1421">
                  <c:v>26-08-2005</c:v>
                </c:pt>
                <c:pt idx="1422">
                  <c:v>29-08-2005</c:v>
                </c:pt>
                <c:pt idx="1423">
                  <c:v>30-08-2005</c:v>
                </c:pt>
                <c:pt idx="1424">
                  <c:v>31-08-2005</c:v>
                </c:pt>
                <c:pt idx="1425">
                  <c:v>01-09-2005</c:v>
                </c:pt>
                <c:pt idx="1426">
                  <c:v>02-09-2005</c:v>
                </c:pt>
                <c:pt idx="1427">
                  <c:v>05-09-2005</c:v>
                </c:pt>
                <c:pt idx="1428">
                  <c:v>06-09-2005</c:v>
                </c:pt>
                <c:pt idx="1429">
                  <c:v>08-09-2005</c:v>
                </c:pt>
                <c:pt idx="1430">
                  <c:v>09-09-2005</c:v>
                </c:pt>
                <c:pt idx="1431">
                  <c:v>12-09-2005</c:v>
                </c:pt>
                <c:pt idx="1432">
                  <c:v>13-09-2005</c:v>
                </c:pt>
                <c:pt idx="1433">
                  <c:v>14-09-2005</c:v>
                </c:pt>
                <c:pt idx="1434">
                  <c:v>15-09-2005</c:v>
                </c:pt>
                <c:pt idx="1435">
                  <c:v>16-09-2005</c:v>
                </c:pt>
                <c:pt idx="1436">
                  <c:v>19-09-2005</c:v>
                </c:pt>
                <c:pt idx="1437">
                  <c:v>20-09-2005</c:v>
                </c:pt>
                <c:pt idx="1438">
                  <c:v>21-09-2005</c:v>
                </c:pt>
                <c:pt idx="1439">
                  <c:v>22-09-2005</c:v>
                </c:pt>
                <c:pt idx="1440">
                  <c:v>23-09-2005</c:v>
                </c:pt>
                <c:pt idx="1441">
                  <c:v>26-09-2005</c:v>
                </c:pt>
                <c:pt idx="1442">
                  <c:v>27-09-2005</c:v>
                </c:pt>
                <c:pt idx="1443">
                  <c:v>28-09-2005</c:v>
                </c:pt>
                <c:pt idx="1444">
                  <c:v>29-09-2005</c:v>
                </c:pt>
                <c:pt idx="1445">
                  <c:v>30-09-2005</c:v>
                </c:pt>
                <c:pt idx="1446">
                  <c:v>03-10-2005</c:v>
                </c:pt>
                <c:pt idx="1447">
                  <c:v>04-10-2005</c:v>
                </c:pt>
                <c:pt idx="1448">
                  <c:v>05-10-2005</c:v>
                </c:pt>
                <c:pt idx="1449">
                  <c:v>06-10-2005</c:v>
                </c:pt>
                <c:pt idx="1450">
                  <c:v>07-10-2005</c:v>
                </c:pt>
                <c:pt idx="1451">
                  <c:v>10-10-2005</c:v>
                </c:pt>
                <c:pt idx="1452">
                  <c:v>11-10-2005</c:v>
                </c:pt>
                <c:pt idx="1453">
                  <c:v>13-10-2005</c:v>
                </c:pt>
                <c:pt idx="1454">
                  <c:v>14-10-2005</c:v>
                </c:pt>
                <c:pt idx="1455">
                  <c:v>17-10-2005</c:v>
                </c:pt>
                <c:pt idx="1456">
                  <c:v>18-10-2005</c:v>
                </c:pt>
                <c:pt idx="1457">
                  <c:v>19-10-2005</c:v>
                </c:pt>
                <c:pt idx="1458">
                  <c:v>20-10-2005</c:v>
                </c:pt>
                <c:pt idx="1459">
                  <c:v>21-10-2005</c:v>
                </c:pt>
                <c:pt idx="1460">
                  <c:v>24-10-2005</c:v>
                </c:pt>
                <c:pt idx="1461">
                  <c:v>25-10-2005</c:v>
                </c:pt>
                <c:pt idx="1462">
                  <c:v>26-10-2005</c:v>
                </c:pt>
                <c:pt idx="1463">
                  <c:v>27-10-2005</c:v>
                </c:pt>
                <c:pt idx="1464">
                  <c:v>28-10-2005</c:v>
                </c:pt>
                <c:pt idx="1465">
                  <c:v>31-10-2005</c:v>
                </c:pt>
                <c:pt idx="1466">
                  <c:v>01-11-2005</c:v>
                </c:pt>
                <c:pt idx="1467">
                  <c:v>02-11-2005</c:v>
                </c:pt>
                <c:pt idx="1468">
                  <c:v>07-11-2005</c:v>
                </c:pt>
                <c:pt idx="1469">
                  <c:v>08-11-2005</c:v>
                </c:pt>
                <c:pt idx="1470">
                  <c:v>09-11-2005</c:v>
                </c:pt>
                <c:pt idx="1471">
                  <c:v>10-11-2005</c:v>
                </c:pt>
                <c:pt idx="1472">
                  <c:v>11-11-2005</c:v>
                </c:pt>
                <c:pt idx="1473">
                  <c:v>14-11-2005</c:v>
                </c:pt>
                <c:pt idx="1474">
                  <c:v>16-11-2005</c:v>
                </c:pt>
                <c:pt idx="1475">
                  <c:v>17-11-2005</c:v>
                </c:pt>
                <c:pt idx="1476">
                  <c:v>18-11-2005</c:v>
                </c:pt>
                <c:pt idx="1477">
                  <c:v>21-11-2005</c:v>
                </c:pt>
                <c:pt idx="1478">
                  <c:v>22-11-2005</c:v>
                </c:pt>
                <c:pt idx="1479">
                  <c:v>23-11-2005</c:v>
                </c:pt>
                <c:pt idx="1480">
                  <c:v>24-11-2005</c:v>
                </c:pt>
                <c:pt idx="1481">
                  <c:v>25-11-2005</c:v>
                </c:pt>
                <c:pt idx="1482">
                  <c:v>26-11-2005</c:v>
                </c:pt>
                <c:pt idx="1483">
                  <c:v>28-11-2005</c:v>
                </c:pt>
                <c:pt idx="1484">
                  <c:v>29-11-2005</c:v>
                </c:pt>
                <c:pt idx="1485">
                  <c:v>30-11-2005</c:v>
                </c:pt>
                <c:pt idx="1486">
                  <c:v>01-12-2005</c:v>
                </c:pt>
                <c:pt idx="1487">
                  <c:v>02-12-2005</c:v>
                </c:pt>
                <c:pt idx="1488">
                  <c:v>05-12-2005</c:v>
                </c:pt>
                <c:pt idx="1489">
                  <c:v>06-12-2005</c:v>
                </c:pt>
                <c:pt idx="1490">
                  <c:v>07-12-2005</c:v>
                </c:pt>
                <c:pt idx="1491">
                  <c:v>08-12-2005</c:v>
                </c:pt>
                <c:pt idx="1492">
                  <c:v>09-12-2005</c:v>
                </c:pt>
                <c:pt idx="1493">
                  <c:v>12-12-2005</c:v>
                </c:pt>
                <c:pt idx="1494">
                  <c:v>13-12-2005</c:v>
                </c:pt>
                <c:pt idx="1495">
                  <c:v>14-12-2005</c:v>
                </c:pt>
                <c:pt idx="1496">
                  <c:v>15-12-2005</c:v>
                </c:pt>
                <c:pt idx="1497">
                  <c:v>16-12-2005</c:v>
                </c:pt>
                <c:pt idx="1498">
                  <c:v>19-12-2005</c:v>
                </c:pt>
                <c:pt idx="1499">
                  <c:v>20-12-2005</c:v>
                </c:pt>
                <c:pt idx="1500">
                  <c:v>21-12-2005</c:v>
                </c:pt>
                <c:pt idx="1501">
                  <c:v>22-12-2005</c:v>
                </c:pt>
                <c:pt idx="1502">
                  <c:v>23-12-2005</c:v>
                </c:pt>
                <c:pt idx="1503">
                  <c:v>26-12-2005</c:v>
                </c:pt>
                <c:pt idx="1504">
                  <c:v>27-12-2005</c:v>
                </c:pt>
                <c:pt idx="1505">
                  <c:v>28-12-2005</c:v>
                </c:pt>
                <c:pt idx="1506">
                  <c:v>29-12-2005</c:v>
                </c:pt>
                <c:pt idx="1507">
                  <c:v>30-12-2005</c:v>
                </c:pt>
                <c:pt idx="1508">
                  <c:v>02-01-2006</c:v>
                </c:pt>
                <c:pt idx="1509">
                  <c:v>03-01-2006</c:v>
                </c:pt>
                <c:pt idx="1510">
                  <c:v>04-01-2006</c:v>
                </c:pt>
                <c:pt idx="1511">
                  <c:v>05-01-2006</c:v>
                </c:pt>
                <c:pt idx="1512">
                  <c:v>06-01-2006</c:v>
                </c:pt>
                <c:pt idx="1513">
                  <c:v>09-01-2006</c:v>
                </c:pt>
                <c:pt idx="1514">
                  <c:v>10-01-2006</c:v>
                </c:pt>
                <c:pt idx="1515">
                  <c:v>12-01-2006</c:v>
                </c:pt>
                <c:pt idx="1516">
                  <c:v>13-01-2006</c:v>
                </c:pt>
                <c:pt idx="1517">
                  <c:v>16-01-2006</c:v>
                </c:pt>
                <c:pt idx="1518">
                  <c:v>17-01-2006</c:v>
                </c:pt>
                <c:pt idx="1519">
                  <c:v>18-01-2006</c:v>
                </c:pt>
                <c:pt idx="1520">
                  <c:v>19-01-2006</c:v>
                </c:pt>
                <c:pt idx="1521">
                  <c:v>20-01-2006</c:v>
                </c:pt>
                <c:pt idx="1522">
                  <c:v>23-01-2006</c:v>
                </c:pt>
                <c:pt idx="1523">
                  <c:v>24-01-2006</c:v>
                </c:pt>
                <c:pt idx="1524">
                  <c:v>25-01-2006</c:v>
                </c:pt>
                <c:pt idx="1525">
                  <c:v>27-01-2006</c:v>
                </c:pt>
                <c:pt idx="1526">
                  <c:v>30-01-2006</c:v>
                </c:pt>
                <c:pt idx="1527">
                  <c:v>31-01-2006</c:v>
                </c:pt>
                <c:pt idx="1528">
                  <c:v>01-02-2006</c:v>
                </c:pt>
                <c:pt idx="1529">
                  <c:v>02-02-2006</c:v>
                </c:pt>
                <c:pt idx="1530">
                  <c:v>03-02-2006</c:v>
                </c:pt>
                <c:pt idx="1531">
                  <c:v>06-02-2006</c:v>
                </c:pt>
                <c:pt idx="1532">
                  <c:v>07-02-2006</c:v>
                </c:pt>
                <c:pt idx="1533">
                  <c:v>08-02-2006</c:v>
                </c:pt>
                <c:pt idx="1534">
                  <c:v>10-02-2006</c:v>
                </c:pt>
                <c:pt idx="1535">
                  <c:v>13-02-2006</c:v>
                </c:pt>
                <c:pt idx="1536">
                  <c:v>14-02-2006</c:v>
                </c:pt>
                <c:pt idx="1537">
                  <c:v>15-02-2006</c:v>
                </c:pt>
                <c:pt idx="1538">
                  <c:v>16-02-2006</c:v>
                </c:pt>
                <c:pt idx="1539">
                  <c:v>17-02-2006</c:v>
                </c:pt>
                <c:pt idx="1540">
                  <c:v>20-02-2006</c:v>
                </c:pt>
                <c:pt idx="1541">
                  <c:v>21-02-2006</c:v>
                </c:pt>
                <c:pt idx="1542">
                  <c:v>22-02-2006</c:v>
                </c:pt>
                <c:pt idx="1543">
                  <c:v>23-02-2006</c:v>
                </c:pt>
                <c:pt idx="1544">
                  <c:v>24-02-2006</c:v>
                </c:pt>
                <c:pt idx="1545">
                  <c:v>27-02-2006</c:v>
                </c:pt>
                <c:pt idx="1546">
                  <c:v>28-02-2006</c:v>
                </c:pt>
                <c:pt idx="1547">
                  <c:v>01-03-2006</c:v>
                </c:pt>
                <c:pt idx="1548">
                  <c:v>02-03-2006</c:v>
                </c:pt>
                <c:pt idx="1549">
                  <c:v>03-03-2006</c:v>
                </c:pt>
                <c:pt idx="1550">
                  <c:v>06-03-2006</c:v>
                </c:pt>
                <c:pt idx="1551">
                  <c:v>07-03-2006</c:v>
                </c:pt>
                <c:pt idx="1552">
                  <c:v>08-03-2006</c:v>
                </c:pt>
                <c:pt idx="1553">
                  <c:v>09-03-2006</c:v>
                </c:pt>
                <c:pt idx="1554">
                  <c:v>10-03-2006</c:v>
                </c:pt>
                <c:pt idx="1555">
                  <c:v>13-03-2006</c:v>
                </c:pt>
                <c:pt idx="1556">
                  <c:v>14-03-2006</c:v>
                </c:pt>
                <c:pt idx="1557">
                  <c:v>16-03-2006</c:v>
                </c:pt>
                <c:pt idx="1558">
                  <c:v>17-03-2006</c:v>
                </c:pt>
                <c:pt idx="1559">
                  <c:v>20-03-2006</c:v>
                </c:pt>
                <c:pt idx="1560">
                  <c:v>21-03-2006</c:v>
                </c:pt>
                <c:pt idx="1561">
                  <c:v>22-03-2006</c:v>
                </c:pt>
                <c:pt idx="1562">
                  <c:v>23-03-2006</c:v>
                </c:pt>
                <c:pt idx="1563">
                  <c:v>24-03-2006</c:v>
                </c:pt>
                <c:pt idx="1564">
                  <c:v>27-03-2006</c:v>
                </c:pt>
                <c:pt idx="1565">
                  <c:v>28-03-2006</c:v>
                </c:pt>
                <c:pt idx="1566">
                  <c:v>29-03-2006</c:v>
                </c:pt>
                <c:pt idx="1567">
                  <c:v>30-03-2006</c:v>
                </c:pt>
                <c:pt idx="1568">
                  <c:v>31-03-2006</c:v>
                </c:pt>
                <c:pt idx="1569">
                  <c:v>03-04-2006</c:v>
                </c:pt>
                <c:pt idx="1570">
                  <c:v>04-04-2006</c:v>
                </c:pt>
                <c:pt idx="1571">
                  <c:v>05-04-2006</c:v>
                </c:pt>
                <c:pt idx="1572">
                  <c:v>07-04-2006</c:v>
                </c:pt>
                <c:pt idx="1573">
                  <c:v>10-04-2006</c:v>
                </c:pt>
                <c:pt idx="1574">
                  <c:v>12-04-2006</c:v>
                </c:pt>
                <c:pt idx="1575">
                  <c:v>13-04-2006</c:v>
                </c:pt>
                <c:pt idx="1576">
                  <c:v>17-04-2006</c:v>
                </c:pt>
                <c:pt idx="1577">
                  <c:v>18-04-2006</c:v>
                </c:pt>
                <c:pt idx="1578">
                  <c:v>19-04-2006</c:v>
                </c:pt>
                <c:pt idx="1579">
                  <c:v>20-04-2006</c:v>
                </c:pt>
                <c:pt idx="1580">
                  <c:v>21-04-2006</c:v>
                </c:pt>
                <c:pt idx="1581">
                  <c:v>24-04-2006</c:v>
                </c:pt>
                <c:pt idx="1582">
                  <c:v>25-04-2006</c:v>
                </c:pt>
                <c:pt idx="1583">
                  <c:v>26-04-2006</c:v>
                </c:pt>
                <c:pt idx="1584">
                  <c:v>27-04-2006</c:v>
                </c:pt>
                <c:pt idx="1585">
                  <c:v>28-04-2006</c:v>
                </c:pt>
                <c:pt idx="1586">
                  <c:v>29-04-2006</c:v>
                </c:pt>
                <c:pt idx="1587">
                  <c:v>02-05-2006</c:v>
                </c:pt>
                <c:pt idx="1588">
                  <c:v>03-05-2006</c:v>
                </c:pt>
                <c:pt idx="1589">
                  <c:v>04-05-2006</c:v>
                </c:pt>
                <c:pt idx="1590">
                  <c:v>05-05-2006</c:v>
                </c:pt>
                <c:pt idx="1591">
                  <c:v>08-05-2006</c:v>
                </c:pt>
                <c:pt idx="1592">
                  <c:v>09-05-2006</c:v>
                </c:pt>
                <c:pt idx="1593">
                  <c:v>10-05-2006</c:v>
                </c:pt>
                <c:pt idx="1594">
                  <c:v>11-05-2006</c:v>
                </c:pt>
                <c:pt idx="1595">
                  <c:v>12-05-2006</c:v>
                </c:pt>
                <c:pt idx="1596">
                  <c:v>15-05-2006</c:v>
                </c:pt>
                <c:pt idx="1597">
                  <c:v>16-05-2006</c:v>
                </c:pt>
                <c:pt idx="1598">
                  <c:v>17-05-2006</c:v>
                </c:pt>
                <c:pt idx="1599">
                  <c:v>18-05-2006</c:v>
                </c:pt>
                <c:pt idx="1600">
                  <c:v>19-05-2006</c:v>
                </c:pt>
                <c:pt idx="1601">
                  <c:v>22-05-2006</c:v>
                </c:pt>
                <c:pt idx="1602">
                  <c:v>23-05-2006</c:v>
                </c:pt>
                <c:pt idx="1603">
                  <c:v>24-05-2006</c:v>
                </c:pt>
                <c:pt idx="1604">
                  <c:v>25-05-2006</c:v>
                </c:pt>
                <c:pt idx="1605">
                  <c:v>26-05-2006</c:v>
                </c:pt>
                <c:pt idx="1606">
                  <c:v>29-05-2006</c:v>
                </c:pt>
                <c:pt idx="1607">
                  <c:v>30-05-2006</c:v>
                </c:pt>
                <c:pt idx="1608">
                  <c:v>31-05-2006</c:v>
                </c:pt>
                <c:pt idx="1609">
                  <c:v>01-06-2006</c:v>
                </c:pt>
                <c:pt idx="1610">
                  <c:v>02-06-2006</c:v>
                </c:pt>
                <c:pt idx="1611">
                  <c:v>05-06-2006</c:v>
                </c:pt>
                <c:pt idx="1612">
                  <c:v>06-06-2006</c:v>
                </c:pt>
                <c:pt idx="1613">
                  <c:v>07-06-2006</c:v>
                </c:pt>
                <c:pt idx="1614">
                  <c:v>08-06-2006</c:v>
                </c:pt>
                <c:pt idx="1615">
                  <c:v>09-06-2006</c:v>
                </c:pt>
                <c:pt idx="1616">
                  <c:v>12-06-2006</c:v>
                </c:pt>
                <c:pt idx="1617">
                  <c:v>13-06-2006</c:v>
                </c:pt>
                <c:pt idx="1618">
                  <c:v>14-06-2006</c:v>
                </c:pt>
                <c:pt idx="1619">
                  <c:v>15-06-2006</c:v>
                </c:pt>
                <c:pt idx="1620">
                  <c:v>16-06-2006</c:v>
                </c:pt>
                <c:pt idx="1621">
                  <c:v>19-06-2006</c:v>
                </c:pt>
                <c:pt idx="1622">
                  <c:v>20-06-2006</c:v>
                </c:pt>
                <c:pt idx="1623">
                  <c:v>21-06-2006</c:v>
                </c:pt>
                <c:pt idx="1624">
                  <c:v>22-06-2006</c:v>
                </c:pt>
                <c:pt idx="1625">
                  <c:v>23-06-2006</c:v>
                </c:pt>
                <c:pt idx="1626">
                  <c:v>25-06-2006</c:v>
                </c:pt>
                <c:pt idx="1627">
                  <c:v>26-06-2006</c:v>
                </c:pt>
                <c:pt idx="1628">
                  <c:v>27-06-2006</c:v>
                </c:pt>
                <c:pt idx="1629">
                  <c:v>28-06-2006</c:v>
                </c:pt>
                <c:pt idx="1630">
                  <c:v>29-06-2006</c:v>
                </c:pt>
                <c:pt idx="1631">
                  <c:v>30-06-2006</c:v>
                </c:pt>
                <c:pt idx="1632">
                  <c:v>03-07-2006</c:v>
                </c:pt>
                <c:pt idx="1633">
                  <c:v>04-07-2006</c:v>
                </c:pt>
                <c:pt idx="1634">
                  <c:v>05-07-2006</c:v>
                </c:pt>
                <c:pt idx="1635">
                  <c:v>06-07-2006</c:v>
                </c:pt>
                <c:pt idx="1636">
                  <c:v>07-07-2006</c:v>
                </c:pt>
                <c:pt idx="1637">
                  <c:v>10-07-2006</c:v>
                </c:pt>
                <c:pt idx="1638">
                  <c:v>11-07-2006</c:v>
                </c:pt>
                <c:pt idx="1639">
                  <c:v>12-07-2006</c:v>
                </c:pt>
                <c:pt idx="1640">
                  <c:v>13-07-2006</c:v>
                </c:pt>
                <c:pt idx="1641">
                  <c:v>14-07-2006</c:v>
                </c:pt>
                <c:pt idx="1642">
                  <c:v>17-07-2006</c:v>
                </c:pt>
                <c:pt idx="1643">
                  <c:v>18-07-2006</c:v>
                </c:pt>
                <c:pt idx="1644">
                  <c:v>19-07-2006</c:v>
                </c:pt>
                <c:pt idx="1645">
                  <c:v>20-07-2006</c:v>
                </c:pt>
                <c:pt idx="1646">
                  <c:v>21-07-2006</c:v>
                </c:pt>
                <c:pt idx="1647">
                  <c:v>24-07-2006</c:v>
                </c:pt>
                <c:pt idx="1648">
                  <c:v>25-07-2006</c:v>
                </c:pt>
                <c:pt idx="1649">
                  <c:v>26-07-2006</c:v>
                </c:pt>
                <c:pt idx="1650">
                  <c:v>27-07-2006</c:v>
                </c:pt>
                <c:pt idx="1651">
                  <c:v>28-07-2006</c:v>
                </c:pt>
                <c:pt idx="1652">
                  <c:v>31-07-2006</c:v>
                </c:pt>
                <c:pt idx="1653">
                  <c:v>01-08-2006</c:v>
                </c:pt>
                <c:pt idx="1654">
                  <c:v>02-08-2006</c:v>
                </c:pt>
                <c:pt idx="1655">
                  <c:v>03-08-2006</c:v>
                </c:pt>
                <c:pt idx="1656">
                  <c:v>04-08-2006</c:v>
                </c:pt>
                <c:pt idx="1657">
                  <c:v>07-08-2006</c:v>
                </c:pt>
                <c:pt idx="1658">
                  <c:v>08-08-2006</c:v>
                </c:pt>
                <c:pt idx="1659">
                  <c:v>09-08-2006</c:v>
                </c:pt>
                <c:pt idx="1660">
                  <c:v>10-08-2006</c:v>
                </c:pt>
                <c:pt idx="1661">
                  <c:v>11-08-2006</c:v>
                </c:pt>
                <c:pt idx="1662">
                  <c:v>14-08-2006</c:v>
                </c:pt>
                <c:pt idx="1663">
                  <c:v>16-08-2006</c:v>
                </c:pt>
                <c:pt idx="1664">
                  <c:v>17-08-2006</c:v>
                </c:pt>
                <c:pt idx="1665">
                  <c:v>18-08-2006</c:v>
                </c:pt>
                <c:pt idx="1666">
                  <c:v>21-08-2006</c:v>
                </c:pt>
                <c:pt idx="1667">
                  <c:v>22-08-2006</c:v>
                </c:pt>
                <c:pt idx="1668">
                  <c:v>23-08-2006</c:v>
                </c:pt>
                <c:pt idx="1669">
                  <c:v>24-08-2006</c:v>
                </c:pt>
                <c:pt idx="1670">
                  <c:v>25-08-2006</c:v>
                </c:pt>
                <c:pt idx="1671">
                  <c:v>28-08-2006</c:v>
                </c:pt>
                <c:pt idx="1672">
                  <c:v>29-08-2006</c:v>
                </c:pt>
                <c:pt idx="1673">
                  <c:v>30-08-2006</c:v>
                </c:pt>
                <c:pt idx="1674">
                  <c:v>31-08-2006</c:v>
                </c:pt>
                <c:pt idx="1675">
                  <c:v>01-09-2006</c:v>
                </c:pt>
                <c:pt idx="1676">
                  <c:v>04-09-2006</c:v>
                </c:pt>
                <c:pt idx="1677">
                  <c:v>05-09-2006</c:v>
                </c:pt>
                <c:pt idx="1678">
                  <c:v>06-09-2006</c:v>
                </c:pt>
                <c:pt idx="1679">
                  <c:v>07-09-2006</c:v>
                </c:pt>
                <c:pt idx="1680">
                  <c:v>08-09-2006</c:v>
                </c:pt>
                <c:pt idx="1681">
                  <c:v>11-09-2006</c:v>
                </c:pt>
                <c:pt idx="1682">
                  <c:v>12-09-2006</c:v>
                </c:pt>
                <c:pt idx="1683">
                  <c:v>13-09-2006</c:v>
                </c:pt>
                <c:pt idx="1684">
                  <c:v>14-09-2006</c:v>
                </c:pt>
                <c:pt idx="1685">
                  <c:v>15-09-2006</c:v>
                </c:pt>
                <c:pt idx="1686">
                  <c:v>18-09-2006</c:v>
                </c:pt>
                <c:pt idx="1687">
                  <c:v>19-09-2006</c:v>
                </c:pt>
                <c:pt idx="1688">
                  <c:v>20-09-2006</c:v>
                </c:pt>
                <c:pt idx="1689">
                  <c:v>21-09-2006</c:v>
                </c:pt>
                <c:pt idx="1690">
                  <c:v>22-09-2006</c:v>
                </c:pt>
                <c:pt idx="1691">
                  <c:v>25-09-2006</c:v>
                </c:pt>
                <c:pt idx="1692">
                  <c:v>26-09-2006</c:v>
                </c:pt>
                <c:pt idx="1693">
                  <c:v>27-09-2006</c:v>
                </c:pt>
                <c:pt idx="1694">
                  <c:v>28-09-2006</c:v>
                </c:pt>
                <c:pt idx="1695">
                  <c:v>29-09-2006</c:v>
                </c:pt>
                <c:pt idx="1696">
                  <c:v>03-10-2006</c:v>
                </c:pt>
                <c:pt idx="1697">
                  <c:v>04-10-2006</c:v>
                </c:pt>
                <c:pt idx="1698">
                  <c:v>05-10-2006</c:v>
                </c:pt>
                <c:pt idx="1699">
                  <c:v>06-10-2006</c:v>
                </c:pt>
                <c:pt idx="1700">
                  <c:v>09-10-2006</c:v>
                </c:pt>
                <c:pt idx="1701">
                  <c:v>10-10-2006</c:v>
                </c:pt>
                <c:pt idx="1702">
                  <c:v>11-10-2006</c:v>
                </c:pt>
                <c:pt idx="1703">
                  <c:v>12-10-2006</c:v>
                </c:pt>
                <c:pt idx="1704">
                  <c:v>13-10-2006</c:v>
                </c:pt>
                <c:pt idx="1705">
                  <c:v>16-10-2006</c:v>
                </c:pt>
                <c:pt idx="1706">
                  <c:v>17-10-2006</c:v>
                </c:pt>
                <c:pt idx="1707">
                  <c:v>18-10-2006</c:v>
                </c:pt>
                <c:pt idx="1708">
                  <c:v>19-10-2006</c:v>
                </c:pt>
                <c:pt idx="1709">
                  <c:v>20-10-2006</c:v>
                </c:pt>
                <c:pt idx="1710">
                  <c:v>21-10-2006</c:v>
                </c:pt>
                <c:pt idx="1711">
                  <c:v>23-10-2006</c:v>
                </c:pt>
                <c:pt idx="1712">
                  <c:v>26-10-2006</c:v>
                </c:pt>
                <c:pt idx="1713">
                  <c:v>27-10-2006</c:v>
                </c:pt>
                <c:pt idx="1714">
                  <c:v>30-10-2006</c:v>
                </c:pt>
                <c:pt idx="1715">
                  <c:v>31-10-2006</c:v>
                </c:pt>
                <c:pt idx="1716">
                  <c:v>01-11-2006</c:v>
                </c:pt>
                <c:pt idx="1717">
                  <c:v>02-11-2006</c:v>
                </c:pt>
                <c:pt idx="1718">
                  <c:v>03-11-2006</c:v>
                </c:pt>
                <c:pt idx="1719">
                  <c:v>06-11-2006</c:v>
                </c:pt>
                <c:pt idx="1720">
                  <c:v>07-11-2006</c:v>
                </c:pt>
                <c:pt idx="1721">
                  <c:v>08-11-2006</c:v>
                </c:pt>
                <c:pt idx="1722">
                  <c:v>09-11-2006</c:v>
                </c:pt>
                <c:pt idx="1723">
                  <c:v>10-11-2006</c:v>
                </c:pt>
                <c:pt idx="1724">
                  <c:v>13-11-2006</c:v>
                </c:pt>
                <c:pt idx="1725">
                  <c:v>14-11-2006</c:v>
                </c:pt>
                <c:pt idx="1726">
                  <c:v>15-11-2006</c:v>
                </c:pt>
                <c:pt idx="1727">
                  <c:v>16-11-2006</c:v>
                </c:pt>
                <c:pt idx="1728">
                  <c:v>17-11-2006</c:v>
                </c:pt>
                <c:pt idx="1729">
                  <c:v>20-11-2006</c:v>
                </c:pt>
                <c:pt idx="1730">
                  <c:v>21-11-2006</c:v>
                </c:pt>
                <c:pt idx="1731">
                  <c:v>22-11-2006</c:v>
                </c:pt>
                <c:pt idx="1732">
                  <c:v>23-11-2006</c:v>
                </c:pt>
                <c:pt idx="1733">
                  <c:v>24-11-2006</c:v>
                </c:pt>
                <c:pt idx="1734">
                  <c:v>27-11-2006</c:v>
                </c:pt>
                <c:pt idx="1735">
                  <c:v>28-11-2006</c:v>
                </c:pt>
                <c:pt idx="1736">
                  <c:v>29-11-2006</c:v>
                </c:pt>
                <c:pt idx="1737">
                  <c:v>30-11-2006</c:v>
                </c:pt>
                <c:pt idx="1738">
                  <c:v>01-12-2006</c:v>
                </c:pt>
                <c:pt idx="1739">
                  <c:v>04-12-2006</c:v>
                </c:pt>
                <c:pt idx="1740">
                  <c:v>05-12-2006</c:v>
                </c:pt>
                <c:pt idx="1741">
                  <c:v>06-12-2006</c:v>
                </c:pt>
                <c:pt idx="1742">
                  <c:v>07-12-2006</c:v>
                </c:pt>
                <c:pt idx="1743">
                  <c:v>08-12-2006</c:v>
                </c:pt>
                <c:pt idx="1744">
                  <c:v>11-12-2006</c:v>
                </c:pt>
                <c:pt idx="1745">
                  <c:v>12-12-2006</c:v>
                </c:pt>
                <c:pt idx="1746">
                  <c:v>13-12-2006</c:v>
                </c:pt>
                <c:pt idx="1747">
                  <c:v>14-12-2006</c:v>
                </c:pt>
                <c:pt idx="1748">
                  <c:v>15-12-2006</c:v>
                </c:pt>
                <c:pt idx="1749">
                  <c:v>18-12-2006</c:v>
                </c:pt>
                <c:pt idx="1750">
                  <c:v>19-12-2006</c:v>
                </c:pt>
                <c:pt idx="1751">
                  <c:v>20-12-2006</c:v>
                </c:pt>
                <c:pt idx="1752">
                  <c:v>21-12-2006</c:v>
                </c:pt>
                <c:pt idx="1753">
                  <c:v>22-12-2006</c:v>
                </c:pt>
                <c:pt idx="1754">
                  <c:v>26-12-2006</c:v>
                </c:pt>
                <c:pt idx="1755">
                  <c:v>27-12-2006</c:v>
                </c:pt>
                <c:pt idx="1756">
                  <c:v>28-12-2006</c:v>
                </c:pt>
                <c:pt idx="1757">
                  <c:v>29-12-2006</c:v>
                </c:pt>
                <c:pt idx="1758">
                  <c:v>02-01-2007</c:v>
                </c:pt>
                <c:pt idx="1759">
                  <c:v>03-01-2007</c:v>
                </c:pt>
                <c:pt idx="1760">
                  <c:v>04-01-2007</c:v>
                </c:pt>
                <c:pt idx="1761">
                  <c:v>05-01-2007</c:v>
                </c:pt>
                <c:pt idx="1762">
                  <c:v>08-01-2007</c:v>
                </c:pt>
                <c:pt idx="1763">
                  <c:v>09-01-2007</c:v>
                </c:pt>
                <c:pt idx="1764">
                  <c:v>10-01-2007</c:v>
                </c:pt>
                <c:pt idx="1765">
                  <c:v>11-01-2007</c:v>
                </c:pt>
                <c:pt idx="1766">
                  <c:v>12-01-2007</c:v>
                </c:pt>
                <c:pt idx="1767">
                  <c:v>15-01-2007</c:v>
                </c:pt>
                <c:pt idx="1768">
                  <c:v>16-01-2007</c:v>
                </c:pt>
                <c:pt idx="1769">
                  <c:v>17-01-2007</c:v>
                </c:pt>
                <c:pt idx="1770">
                  <c:v>18-01-2007</c:v>
                </c:pt>
                <c:pt idx="1771">
                  <c:v>19-01-2007</c:v>
                </c:pt>
                <c:pt idx="1772">
                  <c:v>22-01-2007</c:v>
                </c:pt>
                <c:pt idx="1773">
                  <c:v>23-01-2007</c:v>
                </c:pt>
                <c:pt idx="1774">
                  <c:v>24-01-2007</c:v>
                </c:pt>
                <c:pt idx="1775">
                  <c:v>25-01-2007</c:v>
                </c:pt>
                <c:pt idx="1776">
                  <c:v>29-01-2007</c:v>
                </c:pt>
                <c:pt idx="1777">
                  <c:v>31-01-2007</c:v>
                </c:pt>
                <c:pt idx="1778">
                  <c:v>01-02-2007</c:v>
                </c:pt>
                <c:pt idx="1779">
                  <c:v>02-02-2007</c:v>
                </c:pt>
                <c:pt idx="1780">
                  <c:v>05-02-2007</c:v>
                </c:pt>
                <c:pt idx="1781">
                  <c:v>06-02-2007</c:v>
                </c:pt>
                <c:pt idx="1782">
                  <c:v>07-02-2007</c:v>
                </c:pt>
                <c:pt idx="1783">
                  <c:v>08-02-2007</c:v>
                </c:pt>
                <c:pt idx="1784">
                  <c:v>09-02-2007</c:v>
                </c:pt>
                <c:pt idx="1785">
                  <c:v>12-02-2007</c:v>
                </c:pt>
                <c:pt idx="1786">
                  <c:v>13-02-2007</c:v>
                </c:pt>
                <c:pt idx="1787">
                  <c:v>14-02-2007</c:v>
                </c:pt>
                <c:pt idx="1788">
                  <c:v>15-02-2007</c:v>
                </c:pt>
                <c:pt idx="1789">
                  <c:v>19-02-2007</c:v>
                </c:pt>
                <c:pt idx="1790">
                  <c:v>20-02-2007</c:v>
                </c:pt>
                <c:pt idx="1791">
                  <c:v>21-02-2007</c:v>
                </c:pt>
                <c:pt idx="1792">
                  <c:v>22-02-2007</c:v>
                </c:pt>
                <c:pt idx="1793">
                  <c:v>23-02-2007</c:v>
                </c:pt>
                <c:pt idx="1794">
                  <c:v>26-02-2007</c:v>
                </c:pt>
                <c:pt idx="1795">
                  <c:v>27-02-2007</c:v>
                </c:pt>
                <c:pt idx="1796">
                  <c:v>28-02-2007</c:v>
                </c:pt>
                <c:pt idx="1797">
                  <c:v>01-03-2007</c:v>
                </c:pt>
                <c:pt idx="1798">
                  <c:v>02-03-2007</c:v>
                </c:pt>
                <c:pt idx="1799">
                  <c:v>05-03-2007</c:v>
                </c:pt>
                <c:pt idx="1800">
                  <c:v>06-03-2007</c:v>
                </c:pt>
                <c:pt idx="1801">
                  <c:v>07-03-2007</c:v>
                </c:pt>
                <c:pt idx="1802">
                  <c:v>08-03-2007</c:v>
                </c:pt>
                <c:pt idx="1803">
                  <c:v>09-03-2007</c:v>
                </c:pt>
                <c:pt idx="1804">
                  <c:v>12-03-2007</c:v>
                </c:pt>
                <c:pt idx="1805">
                  <c:v>13-03-2007</c:v>
                </c:pt>
                <c:pt idx="1806">
                  <c:v>14-03-2007</c:v>
                </c:pt>
                <c:pt idx="1807">
                  <c:v>15-03-2007</c:v>
                </c:pt>
                <c:pt idx="1808">
                  <c:v>16-03-2007</c:v>
                </c:pt>
                <c:pt idx="1809">
                  <c:v>19-03-2007</c:v>
                </c:pt>
                <c:pt idx="1810">
                  <c:v>20-03-2007</c:v>
                </c:pt>
                <c:pt idx="1811">
                  <c:v>21-03-2007</c:v>
                </c:pt>
                <c:pt idx="1812">
                  <c:v>22-03-2007</c:v>
                </c:pt>
                <c:pt idx="1813">
                  <c:v>23-03-2007</c:v>
                </c:pt>
                <c:pt idx="1814">
                  <c:v>26-03-2007</c:v>
                </c:pt>
                <c:pt idx="1815">
                  <c:v>28-03-2007</c:v>
                </c:pt>
                <c:pt idx="1816">
                  <c:v>29-03-2007</c:v>
                </c:pt>
                <c:pt idx="1817">
                  <c:v>30-03-2007</c:v>
                </c:pt>
                <c:pt idx="1818">
                  <c:v>02-04-2007</c:v>
                </c:pt>
                <c:pt idx="1819">
                  <c:v>03-04-2007</c:v>
                </c:pt>
                <c:pt idx="1820">
                  <c:v>04-04-2007</c:v>
                </c:pt>
                <c:pt idx="1821">
                  <c:v>05-04-2007</c:v>
                </c:pt>
                <c:pt idx="1822">
                  <c:v>09-04-2007</c:v>
                </c:pt>
                <c:pt idx="1823">
                  <c:v>10-04-2007</c:v>
                </c:pt>
                <c:pt idx="1824">
                  <c:v>11-04-2007</c:v>
                </c:pt>
                <c:pt idx="1825">
                  <c:v>12-04-2007</c:v>
                </c:pt>
                <c:pt idx="1826">
                  <c:v>13-04-2007</c:v>
                </c:pt>
                <c:pt idx="1827">
                  <c:v>16-04-2007</c:v>
                </c:pt>
                <c:pt idx="1828">
                  <c:v>17-04-2007</c:v>
                </c:pt>
                <c:pt idx="1829">
                  <c:v>18-04-2007</c:v>
                </c:pt>
                <c:pt idx="1830">
                  <c:v>19-04-2007</c:v>
                </c:pt>
                <c:pt idx="1831">
                  <c:v>20-04-2007</c:v>
                </c:pt>
                <c:pt idx="1832">
                  <c:v>23-04-2007</c:v>
                </c:pt>
                <c:pt idx="1833">
                  <c:v>24-04-2007</c:v>
                </c:pt>
                <c:pt idx="1834">
                  <c:v>25-04-2007</c:v>
                </c:pt>
                <c:pt idx="1835">
                  <c:v>26-04-2007</c:v>
                </c:pt>
                <c:pt idx="1836">
                  <c:v>27-04-2007</c:v>
                </c:pt>
                <c:pt idx="1837">
                  <c:v>30-04-2007</c:v>
                </c:pt>
                <c:pt idx="1838">
                  <c:v>03-05-2007</c:v>
                </c:pt>
                <c:pt idx="1839">
                  <c:v>04-05-2007</c:v>
                </c:pt>
                <c:pt idx="1840">
                  <c:v>07-05-2007</c:v>
                </c:pt>
                <c:pt idx="1841">
                  <c:v>08-05-2007</c:v>
                </c:pt>
                <c:pt idx="1842">
                  <c:v>09-05-2007</c:v>
                </c:pt>
                <c:pt idx="1843">
                  <c:v>10-05-2007</c:v>
                </c:pt>
                <c:pt idx="1844">
                  <c:v>11-05-2007</c:v>
                </c:pt>
                <c:pt idx="1845">
                  <c:v>14-05-2007</c:v>
                </c:pt>
                <c:pt idx="1846">
                  <c:v>15-05-2007</c:v>
                </c:pt>
                <c:pt idx="1847">
                  <c:v>16-05-2007</c:v>
                </c:pt>
                <c:pt idx="1848">
                  <c:v>17-05-2007</c:v>
                </c:pt>
                <c:pt idx="1849">
                  <c:v>18-05-2007</c:v>
                </c:pt>
                <c:pt idx="1850">
                  <c:v>21-05-2007</c:v>
                </c:pt>
                <c:pt idx="1851">
                  <c:v>22-05-2007</c:v>
                </c:pt>
                <c:pt idx="1852">
                  <c:v>23-05-2007</c:v>
                </c:pt>
                <c:pt idx="1853">
                  <c:v>24-05-2007</c:v>
                </c:pt>
                <c:pt idx="1854">
                  <c:v>25-05-2007</c:v>
                </c:pt>
                <c:pt idx="1855">
                  <c:v>28-05-2007</c:v>
                </c:pt>
                <c:pt idx="1856">
                  <c:v>29-05-2007</c:v>
                </c:pt>
                <c:pt idx="1857">
                  <c:v>30-05-2007</c:v>
                </c:pt>
                <c:pt idx="1858">
                  <c:v>31-05-2007</c:v>
                </c:pt>
                <c:pt idx="1859">
                  <c:v>01-06-2007</c:v>
                </c:pt>
                <c:pt idx="1860">
                  <c:v>04-06-2007</c:v>
                </c:pt>
                <c:pt idx="1861">
                  <c:v>05-06-2007</c:v>
                </c:pt>
                <c:pt idx="1862">
                  <c:v>06-06-2007</c:v>
                </c:pt>
                <c:pt idx="1863">
                  <c:v>07-06-2007</c:v>
                </c:pt>
                <c:pt idx="1864">
                  <c:v>08-06-2007</c:v>
                </c:pt>
                <c:pt idx="1865">
                  <c:v>11-06-2007</c:v>
                </c:pt>
                <c:pt idx="1866">
                  <c:v>12-06-2007</c:v>
                </c:pt>
                <c:pt idx="1867">
                  <c:v>13-06-2007</c:v>
                </c:pt>
                <c:pt idx="1868">
                  <c:v>14-06-2007</c:v>
                </c:pt>
                <c:pt idx="1869">
                  <c:v>15-06-2007</c:v>
                </c:pt>
                <c:pt idx="1870">
                  <c:v>18-06-2007</c:v>
                </c:pt>
                <c:pt idx="1871">
                  <c:v>19-06-2007</c:v>
                </c:pt>
                <c:pt idx="1872">
                  <c:v>20-06-2007</c:v>
                </c:pt>
                <c:pt idx="1873">
                  <c:v>21-06-2007</c:v>
                </c:pt>
                <c:pt idx="1874">
                  <c:v>22-06-2007</c:v>
                </c:pt>
                <c:pt idx="1875">
                  <c:v>25-06-2007</c:v>
                </c:pt>
                <c:pt idx="1876">
                  <c:v>26-06-2007</c:v>
                </c:pt>
                <c:pt idx="1877">
                  <c:v>27-06-2007</c:v>
                </c:pt>
                <c:pt idx="1878">
                  <c:v>28-06-2007</c:v>
                </c:pt>
                <c:pt idx="1879">
                  <c:v>29-06-2007</c:v>
                </c:pt>
                <c:pt idx="1880">
                  <c:v>02-07-2007</c:v>
                </c:pt>
                <c:pt idx="1881">
                  <c:v>03-07-2007</c:v>
                </c:pt>
                <c:pt idx="1882">
                  <c:v>04-07-2007</c:v>
                </c:pt>
                <c:pt idx="1883">
                  <c:v>05-07-2007</c:v>
                </c:pt>
                <c:pt idx="1884">
                  <c:v>06-07-2007</c:v>
                </c:pt>
                <c:pt idx="1885">
                  <c:v>09-07-2007</c:v>
                </c:pt>
                <c:pt idx="1886">
                  <c:v>10-07-2007</c:v>
                </c:pt>
                <c:pt idx="1887">
                  <c:v>11-07-2007</c:v>
                </c:pt>
                <c:pt idx="1888">
                  <c:v>12-07-2007</c:v>
                </c:pt>
                <c:pt idx="1889">
                  <c:v>13-07-2007</c:v>
                </c:pt>
                <c:pt idx="1890">
                  <c:v>16-07-2007</c:v>
                </c:pt>
                <c:pt idx="1891">
                  <c:v>17-07-2007</c:v>
                </c:pt>
                <c:pt idx="1892">
                  <c:v>18-07-2007</c:v>
                </c:pt>
                <c:pt idx="1893">
                  <c:v>19-07-2007</c:v>
                </c:pt>
                <c:pt idx="1894">
                  <c:v>20-07-2007</c:v>
                </c:pt>
                <c:pt idx="1895">
                  <c:v>23-07-2007</c:v>
                </c:pt>
                <c:pt idx="1896">
                  <c:v>24-07-2007</c:v>
                </c:pt>
                <c:pt idx="1897">
                  <c:v>25-07-2007</c:v>
                </c:pt>
                <c:pt idx="1898">
                  <c:v>26-07-2007</c:v>
                </c:pt>
                <c:pt idx="1899">
                  <c:v>27-07-2007</c:v>
                </c:pt>
                <c:pt idx="1900">
                  <c:v>30-07-2007</c:v>
                </c:pt>
                <c:pt idx="1901">
                  <c:v>31-07-2007</c:v>
                </c:pt>
                <c:pt idx="1902">
                  <c:v>01-08-2007</c:v>
                </c:pt>
                <c:pt idx="1903">
                  <c:v>02-08-2007</c:v>
                </c:pt>
                <c:pt idx="1904">
                  <c:v>03-08-2007</c:v>
                </c:pt>
                <c:pt idx="1905">
                  <c:v>06-08-2007</c:v>
                </c:pt>
                <c:pt idx="1906">
                  <c:v>07-08-2007</c:v>
                </c:pt>
                <c:pt idx="1907">
                  <c:v>08-08-2007</c:v>
                </c:pt>
                <c:pt idx="1908">
                  <c:v>09-08-2007</c:v>
                </c:pt>
                <c:pt idx="1909">
                  <c:v>10-08-2007</c:v>
                </c:pt>
                <c:pt idx="1910">
                  <c:v>13-08-2007</c:v>
                </c:pt>
                <c:pt idx="1911">
                  <c:v>14-08-2007</c:v>
                </c:pt>
                <c:pt idx="1912">
                  <c:v>16-08-2007</c:v>
                </c:pt>
                <c:pt idx="1913">
                  <c:v>17-08-2007</c:v>
                </c:pt>
                <c:pt idx="1914">
                  <c:v>20-08-2007</c:v>
                </c:pt>
                <c:pt idx="1915">
                  <c:v>21-08-2007</c:v>
                </c:pt>
                <c:pt idx="1916">
                  <c:v>22-08-2007</c:v>
                </c:pt>
                <c:pt idx="1917">
                  <c:v>23-08-2007</c:v>
                </c:pt>
                <c:pt idx="1918">
                  <c:v>24-08-2007</c:v>
                </c:pt>
                <c:pt idx="1919">
                  <c:v>27-08-2007</c:v>
                </c:pt>
                <c:pt idx="1920">
                  <c:v>28-08-2007</c:v>
                </c:pt>
                <c:pt idx="1921">
                  <c:v>29-08-2007</c:v>
                </c:pt>
                <c:pt idx="1922">
                  <c:v>30-08-2007</c:v>
                </c:pt>
                <c:pt idx="1923">
                  <c:v>31-08-2007</c:v>
                </c:pt>
                <c:pt idx="1924">
                  <c:v>03-09-2007</c:v>
                </c:pt>
                <c:pt idx="1925">
                  <c:v>04-09-2007</c:v>
                </c:pt>
                <c:pt idx="1926">
                  <c:v>05-09-2007</c:v>
                </c:pt>
                <c:pt idx="1927">
                  <c:v>06-09-2007</c:v>
                </c:pt>
                <c:pt idx="1928">
                  <c:v>07-09-2007</c:v>
                </c:pt>
                <c:pt idx="1929">
                  <c:v>10-09-2007</c:v>
                </c:pt>
                <c:pt idx="1930">
                  <c:v>11-09-2007</c:v>
                </c:pt>
                <c:pt idx="1931">
                  <c:v>12-09-2007</c:v>
                </c:pt>
                <c:pt idx="1932">
                  <c:v>13-09-2007</c:v>
                </c:pt>
                <c:pt idx="1933">
                  <c:v>14-09-2007</c:v>
                </c:pt>
                <c:pt idx="1934">
                  <c:v>17-09-2007</c:v>
                </c:pt>
                <c:pt idx="1935">
                  <c:v>18-09-2007</c:v>
                </c:pt>
                <c:pt idx="1936">
                  <c:v>19-09-2007</c:v>
                </c:pt>
                <c:pt idx="1937">
                  <c:v>20-09-2007</c:v>
                </c:pt>
                <c:pt idx="1938">
                  <c:v>21-09-2007</c:v>
                </c:pt>
                <c:pt idx="1939">
                  <c:v>24-09-2007</c:v>
                </c:pt>
                <c:pt idx="1940">
                  <c:v>25-09-2007</c:v>
                </c:pt>
                <c:pt idx="1941">
                  <c:v>26-09-2007</c:v>
                </c:pt>
                <c:pt idx="1942">
                  <c:v>27-09-2007</c:v>
                </c:pt>
                <c:pt idx="1943">
                  <c:v>28-09-2007</c:v>
                </c:pt>
                <c:pt idx="1944">
                  <c:v>01-10-2007</c:v>
                </c:pt>
                <c:pt idx="1945">
                  <c:v>03-10-2007</c:v>
                </c:pt>
                <c:pt idx="1946">
                  <c:v>04-10-2007</c:v>
                </c:pt>
                <c:pt idx="1947">
                  <c:v>05-10-2007</c:v>
                </c:pt>
                <c:pt idx="1948">
                  <c:v>08-10-2007</c:v>
                </c:pt>
                <c:pt idx="1949">
                  <c:v>09-10-2007</c:v>
                </c:pt>
                <c:pt idx="1950">
                  <c:v>10-10-2007</c:v>
                </c:pt>
                <c:pt idx="1951">
                  <c:v>11-10-2007</c:v>
                </c:pt>
                <c:pt idx="1952">
                  <c:v>12-10-2007</c:v>
                </c:pt>
                <c:pt idx="1953">
                  <c:v>15-10-2007</c:v>
                </c:pt>
                <c:pt idx="1954">
                  <c:v>16-10-2007</c:v>
                </c:pt>
                <c:pt idx="1955">
                  <c:v>17-10-2007</c:v>
                </c:pt>
                <c:pt idx="1956">
                  <c:v>18-10-2007</c:v>
                </c:pt>
                <c:pt idx="1957">
                  <c:v>19-10-2007</c:v>
                </c:pt>
                <c:pt idx="1958">
                  <c:v>22-10-2007</c:v>
                </c:pt>
                <c:pt idx="1959">
                  <c:v>23-10-2007</c:v>
                </c:pt>
                <c:pt idx="1960">
                  <c:v>24-10-2007</c:v>
                </c:pt>
                <c:pt idx="1961">
                  <c:v>25-10-2007</c:v>
                </c:pt>
                <c:pt idx="1962">
                  <c:v>26-10-2007</c:v>
                </c:pt>
                <c:pt idx="1963">
                  <c:v>29-10-2007</c:v>
                </c:pt>
                <c:pt idx="1964">
                  <c:v>30-10-2007</c:v>
                </c:pt>
                <c:pt idx="1965">
                  <c:v>31-10-2007</c:v>
                </c:pt>
                <c:pt idx="1966">
                  <c:v>01-11-2007</c:v>
                </c:pt>
                <c:pt idx="1967">
                  <c:v>02-11-2007</c:v>
                </c:pt>
                <c:pt idx="1968">
                  <c:v>05-11-2007</c:v>
                </c:pt>
                <c:pt idx="1969">
                  <c:v>06-11-2007</c:v>
                </c:pt>
                <c:pt idx="1970">
                  <c:v>07-11-2007</c:v>
                </c:pt>
                <c:pt idx="1971">
                  <c:v>08-11-2007</c:v>
                </c:pt>
                <c:pt idx="1972">
                  <c:v>09-11-2007</c:v>
                </c:pt>
                <c:pt idx="1973">
                  <c:v>12-11-2007</c:v>
                </c:pt>
                <c:pt idx="1974">
                  <c:v>13-11-2007</c:v>
                </c:pt>
                <c:pt idx="1975">
                  <c:v>14-11-2007</c:v>
                </c:pt>
                <c:pt idx="1976">
                  <c:v>15-11-2007</c:v>
                </c:pt>
                <c:pt idx="1977">
                  <c:v>16-11-2007</c:v>
                </c:pt>
                <c:pt idx="1978">
                  <c:v>19-11-2007</c:v>
                </c:pt>
                <c:pt idx="1979">
                  <c:v>20-11-2007</c:v>
                </c:pt>
                <c:pt idx="1980">
                  <c:v>21-11-2007</c:v>
                </c:pt>
                <c:pt idx="1981">
                  <c:v>22-11-2007</c:v>
                </c:pt>
                <c:pt idx="1982">
                  <c:v>23-11-2007</c:v>
                </c:pt>
                <c:pt idx="1983">
                  <c:v>26-11-2007</c:v>
                </c:pt>
                <c:pt idx="1984">
                  <c:v>27-11-2007</c:v>
                </c:pt>
                <c:pt idx="1985">
                  <c:v>28-11-2007</c:v>
                </c:pt>
                <c:pt idx="1986">
                  <c:v>29-11-2007</c:v>
                </c:pt>
                <c:pt idx="1987">
                  <c:v>30-11-2007</c:v>
                </c:pt>
                <c:pt idx="1988">
                  <c:v>03-12-2007</c:v>
                </c:pt>
                <c:pt idx="1989">
                  <c:v>04-12-2007</c:v>
                </c:pt>
                <c:pt idx="1990">
                  <c:v>05-12-2007</c:v>
                </c:pt>
                <c:pt idx="1991">
                  <c:v>06-12-2007</c:v>
                </c:pt>
                <c:pt idx="1992">
                  <c:v>07-12-2007</c:v>
                </c:pt>
                <c:pt idx="1993">
                  <c:v>10-12-2007</c:v>
                </c:pt>
                <c:pt idx="1994">
                  <c:v>11-12-2007</c:v>
                </c:pt>
                <c:pt idx="1995">
                  <c:v>12-12-2007</c:v>
                </c:pt>
                <c:pt idx="1996">
                  <c:v>13-12-2007</c:v>
                </c:pt>
                <c:pt idx="1997">
                  <c:v>14-12-2007</c:v>
                </c:pt>
                <c:pt idx="1998">
                  <c:v>17-12-2007</c:v>
                </c:pt>
                <c:pt idx="1999">
                  <c:v>18-12-2007</c:v>
                </c:pt>
                <c:pt idx="2000">
                  <c:v>19-12-2007</c:v>
                </c:pt>
                <c:pt idx="2001">
                  <c:v>20-12-2007</c:v>
                </c:pt>
                <c:pt idx="2002">
                  <c:v>24-12-2007</c:v>
                </c:pt>
                <c:pt idx="2003">
                  <c:v>26-12-2007</c:v>
                </c:pt>
                <c:pt idx="2004">
                  <c:v>27-12-2007</c:v>
                </c:pt>
                <c:pt idx="2005">
                  <c:v>28-12-2007</c:v>
                </c:pt>
                <c:pt idx="2006">
                  <c:v>31-12-2007</c:v>
                </c:pt>
                <c:pt idx="2007">
                  <c:v>01-01-2008</c:v>
                </c:pt>
                <c:pt idx="2008">
                  <c:v>02-01-2008</c:v>
                </c:pt>
                <c:pt idx="2009">
                  <c:v>03-01-2008</c:v>
                </c:pt>
                <c:pt idx="2010">
                  <c:v>04-01-2008</c:v>
                </c:pt>
                <c:pt idx="2011">
                  <c:v>07-01-2008</c:v>
                </c:pt>
                <c:pt idx="2012">
                  <c:v>08-01-2008</c:v>
                </c:pt>
                <c:pt idx="2013">
                  <c:v>09-01-2008</c:v>
                </c:pt>
                <c:pt idx="2014">
                  <c:v>10-01-2008</c:v>
                </c:pt>
                <c:pt idx="2015">
                  <c:v>11-01-2008</c:v>
                </c:pt>
                <c:pt idx="2016">
                  <c:v>14-01-2008</c:v>
                </c:pt>
                <c:pt idx="2017">
                  <c:v>15-01-2008</c:v>
                </c:pt>
                <c:pt idx="2018">
                  <c:v>16-01-2008</c:v>
                </c:pt>
                <c:pt idx="2019">
                  <c:v>17-01-2008</c:v>
                </c:pt>
                <c:pt idx="2020">
                  <c:v>18-01-2008</c:v>
                </c:pt>
                <c:pt idx="2021">
                  <c:v>21-01-2008</c:v>
                </c:pt>
                <c:pt idx="2022">
                  <c:v>22-01-2008</c:v>
                </c:pt>
                <c:pt idx="2023">
                  <c:v>23-01-2008</c:v>
                </c:pt>
                <c:pt idx="2024">
                  <c:v>24-01-2008</c:v>
                </c:pt>
                <c:pt idx="2025">
                  <c:v>25-01-2008</c:v>
                </c:pt>
                <c:pt idx="2026">
                  <c:v>28-01-2008</c:v>
                </c:pt>
                <c:pt idx="2027">
                  <c:v>29-01-2008</c:v>
                </c:pt>
                <c:pt idx="2028">
                  <c:v>30-01-2008</c:v>
                </c:pt>
                <c:pt idx="2029">
                  <c:v>31-01-2008</c:v>
                </c:pt>
                <c:pt idx="2030">
                  <c:v>01-02-2008</c:v>
                </c:pt>
                <c:pt idx="2031">
                  <c:v>04-02-2008</c:v>
                </c:pt>
                <c:pt idx="2032">
                  <c:v>05-02-2008</c:v>
                </c:pt>
                <c:pt idx="2033">
                  <c:v>06-02-2008</c:v>
                </c:pt>
                <c:pt idx="2034">
                  <c:v>07-02-2008</c:v>
                </c:pt>
                <c:pt idx="2035">
                  <c:v>08-02-2008</c:v>
                </c:pt>
                <c:pt idx="2036">
                  <c:v>11-02-2008</c:v>
                </c:pt>
                <c:pt idx="2037">
                  <c:v>12-02-2008</c:v>
                </c:pt>
                <c:pt idx="2038">
                  <c:v>13-02-2008</c:v>
                </c:pt>
                <c:pt idx="2039">
                  <c:v>14-02-2008</c:v>
                </c:pt>
                <c:pt idx="2040">
                  <c:v>15-02-2008</c:v>
                </c:pt>
                <c:pt idx="2041">
                  <c:v>18-02-2008</c:v>
                </c:pt>
                <c:pt idx="2042">
                  <c:v>19-02-2008</c:v>
                </c:pt>
                <c:pt idx="2043">
                  <c:v>20-02-2008</c:v>
                </c:pt>
                <c:pt idx="2044">
                  <c:v>21-02-2008</c:v>
                </c:pt>
                <c:pt idx="2045">
                  <c:v>22-02-2008</c:v>
                </c:pt>
                <c:pt idx="2046">
                  <c:v>25-02-2008</c:v>
                </c:pt>
                <c:pt idx="2047">
                  <c:v>26-02-2008</c:v>
                </c:pt>
                <c:pt idx="2048">
                  <c:v>27-02-2008</c:v>
                </c:pt>
                <c:pt idx="2049">
                  <c:v>28-02-2008</c:v>
                </c:pt>
                <c:pt idx="2050">
                  <c:v>29-02-2008</c:v>
                </c:pt>
                <c:pt idx="2051">
                  <c:v>03-03-2008</c:v>
                </c:pt>
                <c:pt idx="2052">
                  <c:v>04-03-2008</c:v>
                </c:pt>
                <c:pt idx="2053">
                  <c:v>05-03-2008</c:v>
                </c:pt>
                <c:pt idx="2054">
                  <c:v>07-03-2008</c:v>
                </c:pt>
                <c:pt idx="2055">
                  <c:v>10-03-2008</c:v>
                </c:pt>
                <c:pt idx="2056">
                  <c:v>11-03-2008</c:v>
                </c:pt>
                <c:pt idx="2057">
                  <c:v>12-03-2008</c:v>
                </c:pt>
                <c:pt idx="2058">
                  <c:v>13-03-2008</c:v>
                </c:pt>
                <c:pt idx="2059">
                  <c:v>14-03-2008</c:v>
                </c:pt>
                <c:pt idx="2060">
                  <c:v>17-03-2008</c:v>
                </c:pt>
                <c:pt idx="2061">
                  <c:v>18-03-2008</c:v>
                </c:pt>
                <c:pt idx="2062">
                  <c:v>19-03-2008</c:v>
                </c:pt>
                <c:pt idx="2063">
                  <c:v>24-03-2008</c:v>
                </c:pt>
                <c:pt idx="2064">
                  <c:v>25-03-2008</c:v>
                </c:pt>
                <c:pt idx="2065">
                  <c:v>26-03-2008</c:v>
                </c:pt>
                <c:pt idx="2066">
                  <c:v>27-03-2008</c:v>
                </c:pt>
                <c:pt idx="2067">
                  <c:v>28-03-2008</c:v>
                </c:pt>
                <c:pt idx="2068">
                  <c:v>31-03-2008</c:v>
                </c:pt>
                <c:pt idx="2069">
                  <c:v>01-04-2008</c:v>
                </c:pt>
                <c:pt idx="2070">
                  <c:v>02-04-2008</c:v>
                </c:pt>
                <c:pt idx="2071">
                  <c:v>03-04-2008</c:v>
                </c:pt>
                <c:pt idx="2072">
                  <c:v>04-04-2008</c:v>
                </c:pt>
                <c:pt idx="2073">
                  <c:v>07-04-2008</c:v>
                </c:pt>
                <c:pt idx="2074">
                  <c:v>08-04-2008</c:v>
                </c:pt>
                <c:pt idx="2075">
                  <c:v>09-04-2008</c:v>
                </c:pt>
                <c:pt idx="2076">
                  <c:v>10-04-2008</c:v>
                </c:pt>
                <c:pt idx="2077">
                  <c:v>11-04-2008</c:v>
                </c:pt>
                <c:pt idx="2078">
                  <c:v>15-04-2008</c:v>
                </c:pt>
                <c:pt idx="2079">
                  <c:v>16-04-2008</c:v>
                </c:pt>
                <c:pt idx="2080">
                  <c:v>17-04-2008</c:v>
                </c:pt>
                <c:pt idx="2081">
                  <c:v>21-04-2008</c:v>
                </c:pt>
                <c:pt idx="2082">
                  <c:v>22-04-2008</c:v>
                </c:pt>
                <c:pt idx="2083">
                  <c:v>23-04-2008</c:v>
                </c:pt>
                <c:pt idx="2084">
                  <c:v>24-04-2008</c:v>
                </c:pt>
                <c:pt idx="2085">
                  <c:v>25-04-2008</c:v>
                </c:pt>
                <c:pt idx="2086">
                  <c:v>28-04-2008</c:v>
                </c:pt>
                <c:pt idx="2087">
                  <c:v>29-04-2008</c:v>
                </c:pt>
                <c:pt idx="2088">
                  <c:v>30-04-2008</c:v>
                </c:pt>
                <c:pt idx="2089">
                  <c:v>02-05-2008</c:v>
                </c:pt>
                <c:pt idx="2090">
                  <c:v>05-05-2008</c:v>
                </c:pt>
                <c:pt idx="2091">
                  <c:v>06-05-2008</c:v>
                </c:pt>
                <c:pt idx="2092">
                  <c:v>07-05-2008</c:v>
                </c:pt>
                <c:pt idx="2093">
                  <c:v>08-05-2008</c:v>
                </c:pt>
                <c:pt idx="2094">
                  <c:v>09-05-2008</c:v>
                </c:pt>
                <c:pt idx="2095">
                  <c:v>12-05-2008</c:v>
                </c:pt>
                <c:pt idx="2096">
                  <c:v>13-05-2008</c:v>
                </c:pt>
                <c:pt idx="2097">
                  <c:v>14-05-2008</c:v>
                </c:pt>
                <c:pt idx="2098">
                  <c:v>15-05-2008</c:v>
                </c:pt>
                <c:pt idx="2099">
                  <c:v>16-05-2008</c:v>
                </c:pt>
                <c:pt idx="2100">
                  <c:v>20-05-2008</c:v>
                </c:pt>
                <c:pt idx="2101">
                  <c:v>21-05-2008</c:v>
                </c:pt>
                <c:pt idx="2102">
                  <c:v>22-05-2008</c:v>
                </c:pt>
                <c:pt idx="2103">
                  <c:v>23-05-2008</c:v>
                </c:pt>
                <c:pt idx="2104">
                  <c:v>26-05-2008</c:v>
                </c:pt>
                <c:pt idx="2105">
                  <c:v>27-05-2008</c:v>
                </c:pt>
                <c:pt idx="2106">
                  <c:v>28-05-2008</c:v>
                </c:pt>
                <c:pt idx="2107">
                  <c:v>29-05-2008</c:v>
                </c:pt>
                <c:pt idx="2108">
                  <c:v>30-05-2008</c:v>
                </c:pt>
                <c:pt idx="2109">
                  <c:v>02-06-2008</c:v>
                </c:pt>
                <c:pt idx="2110">
                  <c:v>03-06-2008</c:v>
                </c:pt>
                <c:pt idx="2111">
                  <c:v>04-06-2008</c:v>
                </c:pt>
                <c:pt idx="2112">
                  <c:v>05-06-2008</c:v>
                </c:pt>
                <c:pt idx="2113">
                  <c:v>06-06-2008</c:v>
                </c:pt>
                <c:pt idx="2114">
                  <c:v>09-06-2008</c:v>
                </c:pt>
                <c:pt idx="2115">
                  <c:v>10-06-2008</c:v>
                </c:pt>
                <c:pt idx="2116">
                  <c:v>11-06-2008</c:v>
                </c:pt>
                <c:pt idx="2117">
                  <c:v>12-06-2008</c:v>
                </c:pt>
                <c:pt idx="2118">
                  <c:v>13-06-2008</c:v>
                </c:pt>
                <c:pt idx="2119">
                  <c:v>16-06-2008</c:v>
                </c:pt>
                <c:pt idx="2120">
                  <c:v>17-06-2008</c:v>
                </c:pt>
                <c:pt idx="2121">
                  <c:v>18-06-2008</c:v>
                </c:pt>
                <c:pt idx="2122">
                  <c:v>19-06-2008</c:v>
                </c:pt>
                <c:pt idx="2123">
                  <c:v>20-06-2008</c:v>
                </c:pt>
                <c:pt idx="2124">
                  <c:v>23-06-2008</c:v>
                </c:pt>
                <c:pt idx="2125">
                  <c:v>24-06-2008</c:v>
                </c:pt>
                <c:pt idx="2126">
                  <c:v>25-06-2008</c:v>
                </c:pt>
                <c:pt idx="2127">
                  <c:v>26-06-2008</c:v>
                </c:pt>
                <c:pt idx="2128">
                  <c:v>27-06-2008</c:v>
                </c:pt>
                <c:pt idx="2129">
                  <c:v>30-06-2008</c:v>
                </c:pt>
                <c:pt idx="2130">
                  <c:v>01-07-2008</c:v>
                </c:pt>
                <c:pt idx="2131">
                  <c:v>02-07-2008</c:v>
                </c:pt>
                <c:pt idx="2132">
                  <c:v>03-07-2008</c:v>
                </c:pt>
                <c:pt idx="2133">
                  <c:v>04-07-2008</c:v>
                </c:pt>
                <c:pt idx="2134">
                  <c:v>07-07-2008</c:v>
                </c:pt>
                <c:pt idx="2135">
                  <c:v>08-07-2008</c:v>
                </c:pt>
                <c:pt idx="2136">
                  <c:v>09-07-2008</c:v>
                </c:pt>
                <c:pt idx="2137">
                  <c:v>10-07-2008</c:v>
                </c:pt>
                <c:pt idx="2138">
                  <c:v>11-07-2008</c:v>
                </c:pt>
                <c:pt idx="2139">
                  <c:v>14-07-2008</c:v>
                </c:pt>
                <c:pt idx="2140">
                  <c:v>15-07-2008</c:v>
                </c:pt>
                <c:pt idx="2141">
                  <c:v>16-07-2008</c:v>
                </c:pt>
                <c:pt idx="2142">
                  <c:v>17-07-2008</c:v>
                </c:pt>
                <c:pt idx="2143">
                  <c:v>18-07-2008</c:v>
                </c:pt>
                <c:pt idx="2144">
                  <c:v>21-07-2008</c:v>
                </c:pt>
                <c:pt idx="2145">
                  <c:v>22-07-2008</c:v>
                </c:pt>
                <c:pt idx="2146">
                  <c:v>23-07-2008</c:v>
                </c:pt>
                <c:pt idx="2147">
                  <c:v>24-07-2008</c:v>
                </c:pt>
                <c:pt idx="2148">
                  <c:v>25-07-2008</c:v>
                </c:pt>
                <c:pt idx="2149">
                  <c:v>28-07-2008</c:v>
                </c:pt>
                <c:pt idx="2150">
                  <c:v>29-07-2008</c:v>
                </c:pt>
                <c:pt idx="2151">
                  <c:v>30-07-2008</c:v>
                </c:pt>
                <c:pt idx="2152">
                  <c:v>31-07-2008</c:v>
                </c:pt>
                <c:pt idx="2153">
                  <c:v>01-08-2008</c:v>
                </c:pt>
                <c:pt idx="2154">
                  <c:v>04-08-2008</c:v>
                </c:pt>
                <c:pt idx="2155">
                  <c:v>05-08-2008</c:v>
                </c:pt>
                <c:pt idx="2156">
                  <c:v>06-08-2008</c:v>
                </c:pt>
                <c:pt idx="2157">
                  <c:v>07-08-2008</c:v>
                </c:pt>
                <c:pt idx="2158">
                  <c:v>08-08-2008</c:v>
                </c:pt>
                <c:pt idx="2159">
                  <c:v>11-08-2008</c:v>
                </c:pt>
                <c:pt idx="2160">
                  <c:v>12-08-2008</c:v>
                </c:pt>
                <c:pt idx="2161">
                  <c:v>13-08-2008</c:v>
                </c:pt>
                <c:pt idx="2162">
                  <c:v>14-08-2008</c:v>
                </c:pt>
                <c:pt idx="2163">
                  <c:v>18-08-2008</c:v>
                </c:pt>
                <c:pt idx="2164">
                  <c:v>19-08-2008</c:v>
                </c:pt>
                <c:pt idx="2165">
                  <c:v>20-08-2008</c:v>
                </c:pt>
                <c:pt idx="2166">
                  <c:v>21-08-2008</c:v>
                </c:pt>
                <c:pt idx="2167">
                  <c:v>22-08-2008</c:v>
                </c:pt>
                <c:pt idx="2168">
                  <c:v>25-08-2008</c:v>
                </c:pt>
                <c:pt idx="2169">
                  <c:v>26-08-2008</c:v>
                </c:pt>
                <c:pt idx="2170">
                  <c:v>27-08-2008</c:v>
                </c:pt>
                <c:pt idx="2171">
                  <c:v>28-08-2008</c:v>
                </c:pt>
                <c:pt idx="2172">
                  <c:v>29-08-2008</c:v>
                </c:pt>
                <c:pt idx="2173">
                  <c:v>01-09-2008</c:v>
                </c:pt>
                <c:pt idx="2174">
                  <c:v>02-09-2008</c:v>
                </c:pt>
                <c:pt idx="2175">
                  <c:v>04-09-2008</c:v>
                </c:pt>
                <c:pt idx="2176">
                  <c:v>05-09-2008</c:v>
                </c:pt>
                <c:pt idx="2177">
                  <c:v>08-09-2008</c:v>
                </c:pt>
                <c:pt idx="2178">
                  <c:v>09-09-2008</c:v>
                </c:pt>
                <c:pt idx="2179">
                  <c:v>10-09-2008</c:v>
                </c:pt>
                <c:pt idx="2180">
                  <c:v>11-09-2008</c:v>
                </c:pt>
                <c:pt idx="2181">
                  <c:v>12-09-2008</c:v>
                </c:pt>
                <c:pt idx="2182">
                  <c:v>15-09-2008</c:v>
                </c:pt>
                <c:pt idx="2183">
                  <c:v>16-09-2008</c:v>
                </c:pt>
                <c:pt idx="2184">
                  <c:v>17-09-2008</c:v>
                </c:pt>
                <c:pt idx="2185">
                  <c:v>18-09-2008</c:v>
                </c:pt>
                <c:pt idx="2186">
                  <c:v>19-09-2008</c:v>
                </c:pt>
                <c:pt idx="2187">
                  <c:v>22-09-2008</c:v>
                </c:pt>
                <c:pt idx="2188">
                  <c:v>23-09-2008</c:v>
                </c:pt>
                <c:pt idx="2189">
                  <c:v>24-09-2008</c:v>
                </c:pt>
                <c:pt idx="2190">
                  <c:v>25-09-2008</c:v>
                </c:pt>
                <c:pt idx="2191">
                  <c:v>26-09-2008</c:v>
                </c:pt>
                <c:pt idx="2192">
                  <c:v>29-09-2008</c:v>
                </c:pt>
                <c:pt idx="2193">
                  <c:v>30-09-2008</c:v>
                </c:pt>
                <c:pt idx="2194">
                  <c:v>01-10-2008</c:v>
                </c:pt>
                <c:pt idx="2195">
                  <c:v>03-10-2008</c:v>
                </c:pt>
                <c:pt idx="2196">
                  <c:v>06-10-2008</c:v>
                </c:pt>
                <c:pt idx="2197">
                  <c:v>07-10-2008</c:v>
                </c:pt>
                <c:pt idx="2198">
                  <c:v>08-10-2008</c:v>
                </c:pt>
                <c:pt idx="2199">
                  <c:v>10-10-2008</c:v>
                </c:pt>
                <c:pt idx="2200">
                  <c:v>13-10-2008</c:v>
                </c:pt>
                <c:pt idx="2201">
                  <c:v>14-10-2008</c:v>
                </c:pt>
                <c:pt idx="2202">
                  <c:v>15-10-2008</c:v>
                </c:pt>
                <c:pt idx="2203">
                  <c:v>16-10-2008</c:v>
                </c:pt>
                <c:pt idx="2204">
                  <c:v>17-10-2008</c:v>
                </c:pt>
                <c:pt idx="2205">
                  <c:v>20-10-2008</c:v>
                </c:pt>
                <c:pt idx="2206">
                  <c:v>21-10-2008</c:v>
                </c:pt>
                <c:pt idx="2207">
                  <c:v>22-10-2008</c:v>
                </c:pt>
                <c:pt idx="2208">
                  <c:v>23-10-2008</c:v>
                </c:pt>
                <c:pt idx="2209">
                  <c:v>24-10-2008</c:v>
                </c:pt>
                <c:pt idx="2210">
                  <c:v>27-10-2008</c:v>
                </c:pt>
                <c:pt idx="2211">
                  <c:v>28-10-2008</c:v>
                </c:pt>
                <c:pt idx="2212">
                  <c:v>29-10-2008</c:v>
                </c:pt>
                <c:pt idx="2213">
                  <c:v>31-10-2008</c:v>
                </c:pt>
                <c:pt idx="2214">
                  <c:v>03-11-2008</c:v>
                </c:pt>
                <c:pt idx="2215">
                  <c:v>04-11-2008</c:v>
                </c:pt>
                <c:pt idx="2216">
                  <c:v>05-11-2008</c:v>
                </c:pt>
                <c:pt idx="2217">
                  <c:v>06-11-2008</c:v>
                </c:pt>
                <c:pt idx="2218">
                  <c:v>07-11-2008</c:v>
                </c:pt>
                <c:pt idx="2219">
                  <c:v>10-11-2008</c:v>
                </c:pt>
                <c:pt idx="2220">
                  <c:v>11-11-2008</c:v>
                </c:pt>
                <c:pt idx="2221">
                  <c:v>12-11-2008</c:v>
                </c:pt>
                <c:pt idx="2222">
                  <c:v>14-11-2008</c:v>
                </c:pt>
                <c:pt idx="2223">
                  <c:v>17-11-2008</c:v>
                </c:pt>
                <c:pt idx="2224">
                  <c:v>18-11-2008</c:v>
                </c:pt>
                <c:pt idx="2225">
                  <c:v>19-11-2008</c:v>
                </c:pt>
                <c:pt idx="2226">
                  <c:v>20-11-2008</c:v>
                </c:pt>
                <c:pt idx="2227">
                  <c:v>21-11-2008</c:v>
                </c:pt>
                <c:pt idx="2228">
                  <c:v>24-11-2008</c:v>
                </c:pt>
                <c:pt idx="2229">
                  <c:v>25-11-2008</c:v>
                </c:pt>
                <c:pt idx="2230">
                  <c:v>26-11-2008</c:v>
                </c:pt>
                <c:pt idx="2231">
                  <c:v>28-11-2008</c:v>
                </c:pt>
                <c:pt idx="2232">
                  <c:v>01-12-2008</c:v>
                </c:pt>
                <c:pt idx="2233">
                  <c:v>02-12-2008</c:v>
                </c:pt>
                <c:pt idx="2234">
                  <c:v>03-12-2008</c:v>
                </c:pt>
                <c:pt idx="2235">
                  <c:v>04-12-2008</c:v>
                </c:pt>
                <c:pt idx="2236">
                  <c:v>05-12-2008</c:v>
                </c:pt>
                <c:pt idx="2237">
                  <c:v>08-12-2008</c:v>
                </c:pt>
                <c:pt idx="2238">
                  <c:v>10-12-2008</c:v>
                </c:pt>
                <c:pt idx="2239">
                  <c:v>11-12-2008</c:v>
                </c:pt>
                <c:pt idx="2240">
                  <c:v>12-12-2008</c:v>
                </c:pt>
                <c:pt idx="2241">
                  <c:v>15-12-2008</c:v>
                </c:pt>
                <c:pt idx="2242">
                  <c:v>16-12-2008</c:v>
                </c:pt>
                <c:pt idx="2243">
                  <c:v>17-12-2008</c:v>
                </c:pt>
                <c:pt idx="2244">
                  <c:v>18-12-2008</c:v>
                </c:pt>
                <c:pt idx="2245">
                  <c:v>19-12-2008</c:v>
                </c:pt>
                <c:pt idx="2246">
                  <c:v>22-12-2008</c:v>
                </c:pt>
                <c:pt idx="2247">
                  <c:v>23-12-2008</c:v>
                </c:pt>
                <c:pt idx="2248">
                  <c:v>24-12-2008</c:v>
                </c:pt>
                <c:pt idx="2249">
                  <c:v>26-12-2008</c:v>
                </c:pt>
                <c:pt idx="2250">
                  <c:v>29-12-2008</c:v>
                </c:pt>
                <c:pt idx="2251">
                  <c:v>30-12-2008</c:v>
                </c:pt>
                <c:pt idx="2252">
                  <c:v>31-12-2008</c:v>
                </c:pt>
                <c:pt idx="2253">
                  <c:v>01-01-2009</c:v>
                </c:pt>
                <c:pt idx="2254">
                  <c:v>02-01-2009</c:v>
                </c:pt>
                <c:pt idx="2255">
                  <c:v>05-01-2009</c:v>
                </c:pt>
                <c:pt idx="2256">
                  <c:v>06-01-2009</c:v>
                </c:pt>
                <c:pt idx="2257">
                  <c:v>07-01-2009</c:v>
                </c:pt>
                <c:pt idx="2258">
                  <c:v>09-01-2009</c:v>
                </c:pt>
                <c:pt idx="2259">
                  <c:v>12-01-2009</c:v>
                </c:pt>
                <c:pt idx="2260">
                  <c:v>13-01-2009</c:v>
                </c:pt>
                <c:pt idx="2261">
                  <c:v>14-01-2009</c:v>
                </c:pt>
                <c:pt idx="2262">
                  <c:v>15-01-2009</c:v>
                </c:pt>
                <c:pt idx="2263">
                  <c:v>16-01-2009</c:v>
                </c:pt>
                <c:pt idx="2264">
                  <c:v>19-01-2009</c:v>
                </c:pt>
                <c:pt idx="2265">
                  <c:v>20-01-2009</c:v>
                </c:pt>
                <c:pt idx="2266">
                  <c:v>21-01-2009</c:v>
                </c:pt>
                <c:pt idx="2267">
                  <c:v>22-01-2009</c:v>
                </c:pt>
                <c:pt idx="2268">
                  <c:v>23-01-2009</c:v>
                </c:pt>
                <c:pt idx="2269">
                  <c:v>27-01-2009</c:v>
                </c:pt>
                <c:pt idx="2270">
                  <c:v>28-01-2009</c:v>
                </c:pt>
                <c:pt idx="2271">
                  <c:v>29-01-2009</c:v>
                </c:pt>
                <c:pt idx="2272">
                  <c:v>30-01-2009</c:v>
                </c:pt>
                <c:pt idx="2273">
                  <c:v>02-02-2009</c:v>
                </c:pt>
                <c:pt idx="2274">
                  <c:v>03-02-2009</c:v>
                </c:pt>
                <c:pt idx="2275">
                  <c:v>04-02-2009</c:v>
                </c:pt>
                <c:pt idx="2276">
                  <c:v>05-02-2009</c:v>
                </c:pt>
                <c:pt idx="2277">
                  <c:v>06-02-2009</c:v>
                </c:pt>
                <c:pt idx="2278">
                  <c:v>09-02-2009</c:v>
                </c:pt>
                <c:pt idx="2279">
                  <c:v>10-02-2009</c:v>
                </c:pt>
                <c:pt idx="2280">
                  <c:v>11-02-2009</c:v>
                </c:pt>
                <c:pt idx="2281">
                  <c:v>12-02-2009</c:v>
                </c:pt>
                <c:pt idx="2282">
                  <c:v>13-02-2009</c:v>
                </c:pt>
                <c:pt idx="2283">
                  <c:v>16-02-2009</c:v>
                </c:pt>
                <c:pt idx="2284">
                  <c:v>17-02-2009</c:v>
                </c:pt>
                <c:pt idx="2285">
                  <c:v>18-02-2009</c:v>
                </c:pt>
                <c:pt idx="2286">
                  <c:v>19-02-2009</c:v>
                </c:pt>
                <c:pt idx="2287">
                  <c:v>20-02-2009</c:v>
                </c:pt>
                <c:pt idx="2288">
                  <c:v>24-02-2009</c:v>
                </c:pt>
                <c:pt idx="2289">
                  <c:v>25-02-2009</c:v>
                </c:pt>
                <c:pt idx="2290">
                  <c:v>26-02-2009</c:v>
                </c:pt>
                <c:pt idx="2291">
                  <c:v>27-02-2009</c:v>
                </c:pt>
                <c:pt idx="2292">
                  <c:v>02-03-2009</c:v>
                </c:pt>
                <c:pt idx="2293">
                  <c:v>03-03-2009</c:v>
                </c:pt>
                <c:pt idx="2294">
                  <c:v>04-03-2009</c:v>
                </c:pt>
                <c:pt idx="2295">
                  <c:v>05-03-2009</c:v>
                </c:pt>
                <c:pt idx="2296">
                  <c:v>06-03-2009</c:v>
                </c:pt>
                <c:pt idx="2297">
                  <c:v>09-03-2009</c:v>
                </c:pt>
                <c:pt idx="2298">
                  <c:v>12-03-2009</c:v>
                </c:pt>
                <c:pt idx="2299">
                  <c:v>13-03-2009</c:v>
                </c:pt>
                <c:pt idx="2300">
                  <c:v>16-03-2009</c:v>
                </c:pt>
                <c:pt idx="2301">
                  <c:v>17-03-2009</c:v>
                </c:pt>
                <c:pt idx="2302">
                  <c:v>18-03-2009</c:v>
                </c:pt>
                <c:pt idx="2303">
                  <c:v>19-03-2009</c:v>
                </c:pt>
                <c:pt idx="2304">
                  <c:v>20-03-2009</c:v>
                </c:pt>
                <c:pt idx="2305">
                  <c:v>23-03-2009</c:v>
                </c:pt>
                <c:pt idx="2306">
                  <c:v>24-03-2009</c:v>
                </c:pt>
                <c:pt idx="2307">
                  <c:v>25-03-2009</c:v>
                </c:pt>
                <c:pt idx="2308">
                  <c:v>26-03-2009</c:v>
                </c:pt>
                <c:pt idx="2309">
                  <c:v>27-03-2009</c:v>
                </c:pt>
                <c:pt idx="2310">
                  <c:v>30-03-2009</c:v>
                </c:pt>
                <c:pt idx="2311">
                  <c:v>31-03-2009</c:v>
                </c:pt>
                <c:pt idx="2312">
                  <c:v>01-04-2009</c:v>
                </c:pt>
                <c:pt idx="2313">
                  <c:v>02-04-2009</c:v>
                </c:pt>
                <c:pt idx="2314">
                  <c:v>06-04-2009</c:v>
                </c:pt>
                <c:pt idx="2315">
                  <c:v>08-04-2009</c:v>
                </c:pt>
                <c:pt idx="2316">
                  <c:v>09-04-2009</c:v>
                </c:pt>
                <c:pt idx="2317">
                  <c:v>13-04-2009</c:v>
                </c:pt>
                <c:pt idx="2318">
                  <c:v>15-04-2009</c:v>
                </c:pt>
                <c:pt idx="2319">
                  <c:v>16-04-2009</c:v>
                </c:pt>
                <c:pt idx="2320">
                  <c:v>17-04-2009</c:v>
                </c:pt>
                <c:pt idx="2321">
                  <c:v>20-04-2009</c:v>
                </c:pt>
                <c:pt idx="2322">
                  <c:v>21-04-2009</c:v>
                </c:pt>
                <c:pt idx="2323">
                  <c:v>22-04-2009</c:v>
                </c:pt>
                <c:pt idx="2324">
                  <c:v>23-04-2009</c:v>
                </c:pt>
                <c:pt idx="2325">
                  <c:v>24-04-2009</c:v>
                </c:pt>
                <c:pt idx="2326">
                  <c:v>27-04-2009</c:v>
                </c:pt>
                <c:pt idx="2327">
                  <c:v>28-04-2009</c:v>
                </c:pt>
                <c:pt idx="2328">
                  <c:v>29-04-2009</c:v>
                </c:pt>
                <c:pt idx="2329">
                  <c:v>04-05-2009</c:v>
                </c:pt>
                <c:pt idx="2330">
                  <c:v>05-05-2009</c:v>
                </c:pt>
                <c:pt idx="2331">
                  <c:v>06-05-2009</c:v>
                </c:pt>
                <c:pt idx="2332">
                  <c:v>07-05-2009</c:v>
                </c:pt>
                <c:pt idx="2333">
                  <c:v>08-05-2009</c:v>
                </c:pt>
                <c:pt idx="2334">
                  <c:v>11-05-2009</c:v>
                </c:pt>
                <c:pt idx="2335">
                  <c:v>12-05-2009</c:v>
                </c:pt>
                <c:pt idx="2336">
                  <c:v>13-05-2009</c:v>
                </c:pt>
                <c:pt idx="2337">
                  <c:v>14-05-2009</c:v>
                </c:pt>
                <c:pt idx="2338">
                  <c:v>15-05-2009</c:v>
                </c:pt>
                <c:pt idx="2339">
                  <c:v>18-05-2009</c:v>
                </c:pt>
                <c:pt idx="2340">
                  <c:v>19-05-2009</c:v>
                </c:pt>
                <c:pt idx="2341">
                  <c:v>20-05-2009</c:v>
                </c:pt>
                <c:pt idx="2342">
                  <c:v>21-05-2009</c:v>
                </c:pt>
                <c:pt idx="2343">
                  <c:v>22-05-2009</c:v>
                </c:pt>
                <c:pt idx="2344">
                  <c:v>25-05-2009</c:v>
                </c:pt>
                <c:pt idx="2345">
                  <c:v>26-05-2009</c:v>
                </c:pt>
                <c:pt idx="2346">
                  <c:v>27-05-2009</c:v>
                </c:pt>
                <c:pt idx="2347">
                  <c:v>28-05-2009</c:v>
                </c:pt>
                <c:pt idx="2348">
                  <c:v>29-05-2009</c:v>
                </c:pt>
                <c:pt idx="2349">
                  <c:v>01-06-2009</c:v>
                </c:pt>
                <c:pt idx="2350">
                  <c:v>02-06-2009</c:v>
                </c:pt>
                <c:pt idx="2351">
                  <c:v>03-06-2009</c:v>
                </c:pt>
                <c:pt idx="2352">
                  <c:v>04-06-2009</c:v>
                </c:pt>
                <c:pt idx="2353">
                  <c:v>05-06-2009</c:v>
                </c:pt>
                <c:pt idx="2354">
                  <c:v>08-06-2009</c:v>
                </c:pt>
                <c:pt idx="2355">
                  <c:v>09-06-2009</c:v>
                </c:pt>
                <c:pt idx="2356">
                  <c:v>10-06-2009</c:v>
                </c:pt>
                <c:pt idx="2357">
                  <c:v>11-06-2009</c:v>
                </c:pt>
                <c:pt idx="2358">
                  <c:v>12-06-2009</c:v>
                </c:pt>
                <c:pt idx="2359">
                  <c:v>15-06-2009</c:v>
                </c:pt>
                <c:pt idx="2360">
                  <c:v>16-06-2009</c:v>
                </c:pt>
                <c:pt idx="2361">
                  <c:v>17-06-2009</c:v>
                </c:pt>
                <c:pt idx="2362">
                  <c:v>18-06-2009</c:v>
                </c:pt>
                <c:pt idx="2363">
                  <c:v>19-06-2009</c:v>
                </c:pt>
                <c:pt idx="2364">
                  <c:v>22-06-2009</c:v>
                </c:pt>
                <c:pt idx="2365">
                  <c:v>23-06-2009</c:v>
                </c:pt>
                <c:pt idx="2366">
                  <c:v>24-06-2009</c:v>
                </c:pt>
                <c:pt idx="2367">
                  <c:v>25-06-2009</c:v>
                </c:pt>
                <c:pt idx="2368">
                  <c:v>26-06-2009</c:v>
                </c:pt>
                <c:pt idx="2369">
                  <c:v>29-06-2009</c:v>
                </c:pt>
                <c:pt idx="2370">
                  <c:v>30-06-2009</c:v>
                </c:pt>
                <c:pt idx="2371">
                  <c:v>01-07-2009</c:v>
                </c:pt>
                <c:pt idx="2372">
                  <c:v>02-07-2009</c:v>
                </c:pt>
                <c:pt idx="2373">
                  <c:v>03-07-2009</c:v>
                </c:pt>
                <c:pt idx="2374">
                  <c:v>06-07-2009</c:v>
                </c:pt>
                <c:pt idx="2375">
                  <c:v>07-07-2009</c:v>
                </c:pt>
                <c:pt idx="2376">
                  <c:v>08-07-2009</c:v>
                </c:pt>
                <c:pt idx="2377">
                  <c:v>09-07-2009</c:v>
                </c:pt>
                <c:pt idx="2378">
                  <c:v>10-07-2009</c:v>
                </c:pt>
                <c:pt idx="2379">
                  <c:v>13-07-2009</c:v>
                </c:pt>
                <c:pt idx="2380">
                  <c:v>14-07-2009</c:v>
                </c:pt>
                <c:pt idx="2381">
                  <c:v>15-07-2009</c:v>
                </c:pt>
                <c:pt idx="2382">
                  <c:v>16-07-2009</c:v>
                </c:pt>
                <c:pt idx="2383">
                  <c:v>17-07-2009</c:v>
                </c:pt>
                <c:pt idx="2384">
                  <c:v>20-07-2009</c:v>
                </c:pt>
                <c:pt idx="2385">
                  <c:v>21-07-2009</c:v>
                </c:pt>
                <c:pt idx="2386">
                  <c:v>22-07-2009</c:v>
                </c:pt>
                <c:pt idx="2387">
                  <c:v>23-07-2009</c:v>
                </c:pt>
                <c:pt idx="2388">
                  <c:v>24-07-2009</c:v>
                </c:pt>
                <c:pt idx="2389">
                  <c:v>27-07-2009</c:v>
                </c:pt>
                <c:pt idx="2390">
                  <c:v>28-07-2009</c:v>
                </c:pt>
                <c:pt idx="2391">
                  <c:v>29-07-2009</c:v>
                </c:pt>
                <c:pt idx="2392">
                  <c:v>30-07-2009</c:v>
                </c:pt>
                <c:pt idx="2393">
                  <c:v>31-07-2009</c:v>
                </c:pt>
                <c:pt idx="2394">
                  <c:v>03-08-2009</c:v>
                </c:pt>
                <c:pt idx="2395">
                  <c:v>04-08-2009</c:v>
                </c:pt>
                <c:pt idx="2396">
                  <c:v>05-08-2009</c:v>
                </c:pt>
                <c:pt idx="2397">
                  <c:v>06-08-2009</c:v>
                </c:pt>
                <c:pt idx="2398">
                  <c:v>07-08-2009</c:v>
                </c:pt>
                <c:pt idx="2399">
                  <c:v>10-08-2009</c:v>
                </c:pt>
                <c:pt idx="2400">
                  <c:v>11-08-2009</c:v>
                </c:pt>
                <c:pt idx="2401">
                  <c:v>12-08-2009</c:v>
                </c:pt>
                <c:pt idx="2402">
                  <c:v>13-08-2009</c:v>
                </c:pt>
                <c:pt idx="2403">
                  <c:v>14-08-2009</c:v>
                </c:pt>
                <c:pt idx="2404">
                  <c:v>17-08-2009</c:v>
                </c:pt>
                <c:pt idx="2405">
                  <c:v>18-08-2009</c:v>
                </c:pt>
                <c:pt idx="2406">
                  <c:v>19-08-2009</c:v>
                </c:pt>
                <c:pt idx="2407">
                  <c:v>20-08-2009</c:v>
                </c:pt>
                <c:pt idx="2408">
                  <c:v>21-08-2009</c:v>
                </c:pt>
                <c:pt idx="2409">
                  <c:v>24-08-2009</c:v>
                </c:pt>
                <c:pt idx="2410">
                  <c:v>25-08-2009</c:v>
                </c:pt>
                <c:pt idx="2411">
                  <c:v>26-08-2009</c:v>
                </c:pt>
                <c:pt idx="2412">
                  <c:v>27-08-2009</c:v>
                </c:pt>
                <c:pt idx="2413">
                  <c:v>28-08-2009</c:v>
                </c:pt>
                <c:pt idx="2414">
                  <c:v>31-08-2009</c:v>
                </c:pt>
                <c:pt idx="2415">
                  <c:v>01-09-2009</c:v>
                </c:pt>
                <c:pt idx="2416">
                  <c:v>02-09-2009</c:v>
                </c:pt>
                <c:pt idx="2417">
                  <c:v>03-09-2009</c:v>
                </c:pt>
                <c:pt idx="2418">
                  <c:v>04-09-2009</c:v>
                </c:pt>
                <c:pt idx="2419">
                  <c:v>07-09-2009</c:v>
                </c:pt>
                <c:pt idx="2420">
                  <c:v>08-09-2009</c:v>
                </c:pt>
                <c:pt idx="2421">
                  <c:v>09-09-2009</c:v>
                </c:pt>
                <c:pt idx="2422">
                  <c:v>10-09-2009</c:v>
                </c:pt>
                <c:pt idx="2423">
                  <c:v>11-09-2009</c:v>
                </c:pt>
                <c:pt idx="2424">
                  <c:v>14-09-2009</c:v>
                </c:pt>
                <c:pt idx="2425">
                  <c:v>15-09-2009</c:v>
                </c:pt>
                <c:pt idx="2426">
                  <c:v>16-09-2009</c:v>
                </c:pt>
                <c:pt idx="2427">
                  <c:v>17-09-2009</c:v>
                </c:pt>
                <c:pt idx="2428">
                  <c:v>18-09-2009</c:v>
                </c:pt>
                <c:pt idx="2429">
                  <c:v>22-09-2009</c:v>
                </c:pt>
                <c:pt idx="2430">
                  <c:v>23-09-2009</c:v>
                </c:pt>
                <c:pt idx="2431">
                  <c:v>24-09-2009</c:v>
                </c:pt>
                <c:pt idx="2432">
                  <c:v>25-09-2009</c:v>
                </c:pt>
                <c:pt idx="2433">
                  <c:v>29-09-2009</c:v>
                </c:pt>
                <c:pt idx="2434">
                  <c:v>30-09-2009</c:v>
                </c:pt>
                <c:pt idx="2435">
                  <c:v>01-10-2009</c:v>
                </c:pt>
                <c:pt idx="2436">
                  <c:v>05-10-2009</c:v>
                </c:pt>
                <c:pt idx="2437">
                  <c:v>06-10-2009</c:v>
                </c:pt>
                <c:pt idx="2438">
                  <c:v>07-10-2009</c:v>
                </c:pt>
                <c:pt idx="2439">
                  <c:v>08-10-2009</c:v>
                </c:pt>
                <c:pt idx="2440">
                  <c:v>09-10-2009</c:v>
                </c:pt>
                <c:pt idx="2441">
                  <c:v>12-10-2009</c:v>
                </c:pt>
                <c:pt idx="2442">
                  <c:v>14-10-2009</c:v>
                </c:pt>
                <c:pt idx="2443">
                  <c:v>15-10-2009</c:v>
                </c:pt>
                <c:pt idx="2444">
                  <c:v>16-10-2009</c:v>
                </c:pt>
                <c:pt idx="2445">
                  <c:v>17-10-2009</c:v>
                </c:pt>
                <c:pt idx="2446">
                  <c:v>20-10-2009</c:v>
                </c:pt>
                <c:pt idx="2447">
                  <c:v>21-10-2009</c:v>
                </c:pt>
                <c:pt idx="2448">
                  <c:v>22-10-2009</c:v>
                </c:pt>
                <c:pt idx="2449">
                  <c:v>23-10-2009</c:v>
                </c:pt>
                <c:pt idx="2450">
                  <c:v>26-10-2009</c:v>
                </c:pt>
                <c:pt idx="2451">
                  <c:v>27-10-2009</c:v>
                </c:pt>
                <c:pt idx="2452">
                  <c:v>28-10-2009</c:v>
                </c:pt>
                <c:pt idx="2453">
                  <c:v>29-10-2009</c:v>
                </c:pt>
                <c:pt idx="2454">
                  <c:v>30-10-2009</c:v>
                </c:pt>
                <c:pt idx="2455">
                  <c:v>03-11-2009</c:v>
                </c:pt>
                <c:pt idx="2456">
                  <c:v>04-11-2009</c:v>
                </c:pt>
                <c:pt idx="2457">
                  <c:v>05-11-2009</c:v>
                </c:pt>
                <c:pt idx="2458">
                  <c:v>06-11-2009</c:v>
                </c:pt>
                <c:pt idx="2459">
                  <c:v>09-11-2009</c:v>
                </c:pt>
                <c:pt idx="2460">
                  <c:v>10-11-2009</c:v>
                </c:pt>
                <c:pt idx="2461">
                  <c:v>11-11-2009</c:v>
                </c:pt>
                <c:pt idx="2462">
                  <c:v>12-11-2009</c:v>
                </c:pt>
                <c:pt idx="2463">
                  <c:v>13-11-2009</c:v>
                </c:pt>
                <c:pt idx="2464">
                  <c:v>16-11-2009</c:v>
                </c:pt>
                <c:pt idx="2465">
                  <c:v>17-11-2009</c:v>
                </c:pt>
                <c:pt idx="2466">
                  <c:v>18-11-2009</c:v>
                </c:pt>
                <c:pt idx="2467">
                  <c:v>19-11-2009</c:v>
                </c:pt>
                <c:pt idx="2468">
                  <c:v>20-11-2009</c:v>
                </c:pt>
                <c:pt idx="2469">
                  <c:v>23-11-2009</c:v>
                </c:pt>
                <c:pt idx="2470">
                  <c:v>24-11-2009</c:v>
                </c:pt>
                <c:pt idx="2471">
                  <c:v>25-11-2009</c:v>
                </c:pt>
                <c:pt idx="2472">
                  <c:v>26-11-2009</c:v>
                </c:pt>
                <c:pt idx="2473">
                  <c:v>27-11-2009</c:v>
                </c:pt>
                <c:pt idx="2474">
                  <c:v>30-11-2009</c:v>
                </c:pt>
                <c:pt idx="2475">
                  <c:v>01-12-2009</c:v>
                </c:pt>
                <c:pt idx="2476">
                  <c:v>02-12-2009</c:v>
                </c:pt>
                <c:pt idx="2477">
                  <c:v>03-12-2009</c:v>
                </c:pt>
                <c:pt idx="2478">
                  <c:v>04-12-2009</c:v>
                </c:pt>
                <c:pt idx="2479">
                  <c:v>07-12-2009</c:v>
                </c:pt>
                <c:pt idx="2480">
                  <c:v>08-12-2009</c:v>
                </c:pt>
                <c:pt idx="2481">
                  <c:v>09-12-2009</c:v>
                </c:pt>
                <c:pt idx="2482">
                  <c:v>10-12-2009</c:v>
                </c:pt>
                <c:pt idx="2483">
                  <c:v>11-12-2009</c:v>
                </c:pt>
                <c:pt idx="2484">
                  <c:v>14-12-2009</c:v>
                </c:pt>
                <c:pt idx="2485">
                  <c:v>15-12-2009</c:v>
                </c:pt>
                <c:pt idx="2486">
                  <c:v>16-12-2009</c:v>
                </c:pt>
                <c:pt idx="2487">
                  <c:v>17-12-2009</c:v>
                </c:pt>
                <c:pt idx="2488">
                  <c:v>18-12-2009</c:v>
                </c:pt>
                <c:pt idx="2489">
                  <c:v>21-12-2009</c:v>
                </c:pt>
                <c:pt idx="2490">
                  <c:v>22-12-2009</c:v>
                </c:pt>
                <c:pt idx="2491">
                  <c:v>23-12-2009</c:v>
                </c:pt>
                <c:pt idx="2492">
                  <c:v>24-12-2009</c:v>
                </c:pt>
                <c:pt idx="2493">
                  <c:v>29-12-2009</c:v>
                </c:pt>
                <c:pt idx="2494">
                  <c:v>30-12-2009</c:v>
                </c:pt>
                <c:pt idx="2495">
                  <c:v>31-12-2009</c:v>
                </c:pt>
                <c:pt idx="2496">
                  <c:v>04-01-2010</c:v>
                </c:pt>
                <c:pt idx="2497">
                  <c:v>05-01-2010</c:v>
                </c:pt>
                <c:pt idx="2498">
                  <c:v>06-01-2010</c:v>
                </c:pt>
                <c:pt idx="2499">
                  <c:v>07-01-2010</c:v>
                </c:pt>
                <c:pt idx="2500">
                  <c:v>08-01-2010</c:v>
                </c:pt>
                <c:pt idx="2501">
                  <c:v>11-01-2010</c:v>
                </c:pt>
                <c:pt idx="2502">
                  <c:v>12-01-2010</c:v>
                </c:pt>
                <c:pt idx="2503">
                  <c:v>13-01-2010</c:v>
                </c:pt>
                <c:pt idx="2504">
                  <c:v>14-01-2010</c:v>
                </c:pt>
                <c:pt idx="2505">
                  <c:v>15-01-2010</c:v>
                </c:pt>
                <c:pt idx="2506">
                  <c:v>18-01-2010</c:v>
                </c:pt>
                <c:pt idx="2507">
                  <c:v>19-01-2010</c:v>
                </c:pt>
                <c:pt idx="2508">
                  <c:v>20-01-2010</c:v>
                </c:pt>
                <c:pt idx="2509">
                  <c:v>21-01-2010</c:v>
                </c:pt>
                <c:pt idx="2510">
                  <c:v>22-01-2010</c:v>
                </c:pt>
                <c:pt idx="2511">
                  <c:v>25-01-2010</c:v>
                </c:pt>
                <c:pt idx="2512">
                  <c:v>27-01-2010</c:v>
                </c:pt>
                <c:pt idx="2513">
                  <c:v>28-01-2010</c:v>
                </c:pt>
                <c:pt idx="2514">
                  <c:v>29-01-2010</c:v>
                </c:pt>
                <c:pt idx="2515">
                  <c:v>01-02-2010</c:v>
                </c:pt>
                <c:pt idx="2516">
                  <c:v>02-02-2010</c:v>
                </c:pt>
                <c:pt idx="2517">
                  <c:v>03-02-2010</c:v>
                </c:pt>
                <c:pt idx="2518">
                  <c:v>04-02-2010</c:v>
                </c:pt>
                <c:pt idx="2519">
                  <c:v>05-02-2010</c:v>
                </c:pt>
                <c:pt idx="2520">
                  <c:v>06-02-2010</c:v>
                </c:pt>
                <c:pt idx="2521">
                  <c:v>08-02-2010</c:v>
                </c:pt>
                <c:pt idx="2522">
                  <c:v>09-02-2010</c:v>
                </c:pt>
                <c:pt idx="2523">
                  <c:v>10-02-2010</c:v>
                </c:pt>
                <c:pt idx="2524">
                  <c:v>11-02-2010</c:v>
                </c:pt>
                <c:pt idx="2525">
                  <c:v>15-02-2010</c:v>
                </c:pt>
                <c:pt idx="2526">
                  <c:v>16-02-2010</c:v>
                </c:pt>
                <c:pt idx="2527">
                  <c:v>17-02-2010</c:v>
                </c:pt>
                <c:pt idx="2528">
                  <c:v>18-02-2010</c:v>
                </c:pt>
                <c:pt idx="2529">
                  <c:v>19-02-2010</c:v>
                </c:pt>
                <c:pt idx="2530">
                  <c:v>22-02-2010</c:v>
                </c:pt>
                <c:pt idx="2531">
                  <c:v>23-02-2010</c:v>
                </c:pt>
                <c:pt idx="2532">
                  <c:v>24-02-2010</c:v>
                </c:pt>
                <c:pt idx="2533">
                  <c:v>25-02-2010</c:v>
                </c:pt>
                <c:pt idx="2534">
                  <c:v>26-02-2010</c:v>
                </c:pt>
                <c:pt idx="2535">
                  <c:v>02-03-2010</c:v>
                </c:pt>
                <c:pt idx="2536">
                  <c:v>03-03-2010</c:v>
                </c:pt>
                <c:pt idx="2537">
                  <c:v>04-03-2010</c:v>
                </c:pt>
                <c:pt idx="2538">
                  <c:v>05-03-2010</c:v>
                </c:pt>
                <c:pt idx="2539">
                  <c:v>08-03-2010</c:v>
                </c:pt>
                <c:pt idx="2540">
                  <c:v>09-03-2010</c:v>
                </c:pt>
                <c:pt idx="2541">
                  <c:v>10-03-2010</c:v>
                </c:pt>
                <c:pt idx="2542">
                  <c:v>11-03-2010</c:v>
                </c:pt>
                <c:pt idx="2543">
                  <c:v>12-03-2010</c:v>
                </c:pt>
                <c:pt idx="2544">
                  <c:v>15-03-2010</c:v>
                </c:pt>
                <c:pt idx="2545">
                  <c:v>16-03-2010</c:v>
                </c:pt>
                <c:pt idx="2546">
                  <c:v>17-03-2010</c:v>
                </c:pt>
                <c:pt idx="2547">
                  <c:v>18-03-2010</c:v>
                </c:pt>
                <c:pt idx="2548">
                  <c:v>19-03-2010</c:v>
                </c:pt>
                <c:pt idx="2549">
                  <c:v>22-03-2010</c:v>
                </c:pt>
                <c:pt idx="2550">
                  <c:v>23-03-2010</c:v>
                </c:pt>
                <c:pt idx="2551">
                  <c:v>25-03-2010</c:v>
                </c:pt>
                <c:pt idx="2552">
                  <c:v>26-03-2010</c:v>
                </c:pt>
                <c:pt idx="2553">
                  <c:v>29-03-2010</c:v>
                </c:pt>
                <c:pt idx="2554">
                  <c:v>30-03-2010</c:v>
                </c:pt>
                <c:pt idx="2555">
                  <c:v>31-03-2010</c:v>
                </c:pt>
                <c:pt idx="2556">
                  <c:v>01-04-2010</c:v>
                </c:pt>
                <c:pt idx="2557">
                  <c:v>05-04-2010</c:v>
                </c:pt>
                <c:pt idx="2558">
                  <c:v>06-04-2010</c:v>
                </c:pt>
                <c:pt idx="2559">
                  <c:v>07-04-2010</c:v>
                </c:pt>
                <c:pt idx="2560">
                  <c:v>08-04-2010</c:v>
                </c:pt>
                <c:pt idx="2561">
                  <c:v>09-04-2010</c:v>
                </c:pt>
                <c:pt idx="2562">
                  <c:v>12-04-2010</c:v>
                </c:pt>
                <c:pt idx="2563">
                  <c:v>13-04-2010</c:v>
                </c:pt>
                <c:pt idx="2564">
                  <c:v>15-04-2010</c:v>
                </c:pt>
                <c:pt idx="2565">
                  <c:v>16-04-2010</c:v>
                </c:pt>
                <c:pt idx="2566">
                  <c:v>19-04-2010</c:v>
                </c:pt>
                <c:pt idx="2567">
                  <c:v>20-04-2010</c:v>
                </c:pt>
                <c:pt idx="2568">
                  <c:v>21-04-2010</c:v>
                </c:pt>
                <c:pt idx="2569">
                  <c:v>22-04-2010</c:v>
                </c:pt>
                <c:pt idx="2570">
                  <c:v>23-04-2010</c:v>
                </c:pt>
                <c:pt idx="2571">
                  <c:v>26-04-2010</c:v>
                </c:pt>
                <c:pt idx="2572">
                  <c:v>27-04-2010</c:v>
                </c:pt>
                <c:pt idx="2573">
                  <c:v>28-04-2010</c:v>
                </c:pt>
                <c:pt idx="2574">
                  <c:v>29-04-2010</c:v>
                </c:pt>
                <c:pt idx="2575">
                  <c:v>30-04-2010</c:v>
                </c:pt>
                <c:pt idx="2576">
                  <c:v>03-05-2010</c:v>
                </c:pt>
                <c:pt idx="2577">
                  <c:v>04-05-2010</c:v>
                </c:pt>
                <c:pt idx="2578">
                  <c:v>05-05-2010</c:v>
                </c:pt>
                <c:pt idx="2579">
                  <c:v>06-05-2010</c:v>
                </c:pt>
                <c:pt idx="2580">
                  <c:v>07-05-2010</c:v>
                </c:pt>
                <c:pt idx="2581">
                  <c:v>10-05-2010</c:v>
                </c:pt>
                <c:pt idx="2582">
                  <c:v>11-05-2010</c:v>
                </c:pt>
                <c:pt idx="2583">
                  <c:v>12-05-2010</c:v>
                </c:pt>
                <c:pt idx="2584">
                  <c:v>13-05-2010</c:v>
                </c:pt>
                <c:pt idx="2585">
                  <c:v>14-05-2010</c:v>
                </c:pt>
                <c:pt idx="2586">
                  <c:v>17-05-2010</c:v>
                </c:pt>
                <c:pt idx="2587">
                  <c:v>18-05-2010</c:v>
                </c:pt>
                <c:pt idx="2588">
                  <c:v>19-05-2010</c:v>
                </c:pt>
                <c:pt idx="2589">
                  <c:v>20-05-2010</c:v>
                </c:pt>
                <c:pt idx="2590">
                  <c:v>21-05-2010</c:v>
                </c:pt>
                <c:pt idx="2591">
                  <c:v>24-05-2010</c:v>
                </c:pt>
                <c:pt idx="2592">
                  <c:v>25-05-2010</c:v>
                </c:pt>
                <c:pt idx="2593">
                  <c:v>26-05-2010</c:v>
                </c:pt>
                <c:pt idx="2594">
                  <c:v>27-05-2010</c:v>
                </c:pt>
                <c:pt idx="2595">
                  <c:v>28-05-2010</c:v>
                </c:pt>
                <c:pt idx="2596">
                  <c:v>31-05-2010</c:v>
                </c:pt>
                <c:pt idx="2597">
                  <c:v>01-06-2010</c:v>
                </c:pt>
                <c:pt idx="2598">
                  <c:v>02-06-2010</c:v>
                </c:pt>
                <c:pt idx="2599">
                  <c:v>03-06-2010</c:v>
                </c:pt>
                <c:pt idx="2600">
                  <c:v>04-06-2010</c:v>
                </c:pt>
                <c:pt idx="2601">
                  <c:v>07-06-2010</c:v>
                </c:pt>
                <c:pt idx="2602">
                  <c:v>08-06-2010</c:v>
                </c:pt>
                <c:pt idx="2603">
                  <c:v>09-06-2010</c:v>
                </c:pt>
                <c:pt idx="2604">
                  <c:v>10-06-2010</c:v>
                </c:pt>
                <c:pt idx="2605">
                  <c:v>11-06-2010</c:v>
                </c:pt>
                <c:pt idx="2606">
                  <c:v>14-06-2010</c:v>
                </c:pt>
                <c:pt idx="2607">
                  <c:v>15-06-2010</c:v>
                </c:pt>
                <c:pt idx="2608">
                  <c:v>16-06-2010</c:v>
                </c:pt>
                <c:pt idx="2609">
                  <c:v>17-06-2010</c:v>
                </c:pt>
                <c:pt idx="2610">
                  <c:v>18-06-2010</c:v>
                </c:pt>
                <c:pt idx="2611">
                  <c:v>21-06-2010</c:v>
                </c:pt>
                <c:pt idx="2612">
                  <c:v>22-06-2010</c:v>
                </c:pt>
                <c:pt idx="2613">
                  <c:v>23-06-2010</c:v>
                </c:pt>
                <c:pt idx="2614">
                  <c:v>24-06-2010</c:v>
                </c:pt>
                <c:pt idx="2615">
                  <c:v>25-06-2010</c:v>
                </c:pt>
                <c:pt idx="2616">
                  <c:v>28-06-2010</c:v>
                </c:pt>
                <c:pt idx="2617">
                  <c:v>29-06-2010</c:v>
                </c:pt>
                <c:pt idx="2618">
                  <c:v>30-06-2010</c:v>
                </c:pt>
                <c:pt idx="2619">
                  <c:v>01-07-2010</c:v>
                </c:pt>
                <c:pt idx="2620">
                  <c:v>02-07-2010</c:v>
                </c:pt>
                <c:pt idx="2621">
                  <c:v>05-07-2010</c:v>
                </c:pt>
                <c:pt idx="2622">
                  <c:v>06-07-2010</c:v>
                </c:pt>
                <c:pt idx="2623">
                  <c:v>07-07-2010</c:v>
                </c:pt>
                <c:pt idx="2624">
                  <c:v>08-07-2010</c:v>
                </c:pt>
                <c:pt idx="2625">
                  <c:v>09-07-2010</c:v>
                </c:pt>
                <c:pt idx="2626">
                  <c:v>12-07-2010</c:v>
                </c:pt>
                <c:pt idx="2627">
                  <c:v>13-07-2010</c:v>
                </c:pt>
                <c:pt idx="2628">
                  <c:v>14-07-2010</c:v>
                </c:pt>
                <c:pt idx="2629">
                  <c:v>15-07-2010</c:v>
                </c:pt>
                <c:pt idx="2630">
                  <c:v>16-07-2010</c:v>
                </c:pt>
                <c:pt idx="2631">
                  <c:v>19-07-2010</c:v>
                </c:pt>
                <c:pt idx="2632">
                  <c:v>20-07-2010</c:v>
                </c:pt>
                <c:pt idx="2633">
                  <c:v>21-07-2010</c:v>
                </c:pt>
                <c:pt idx="2634">
                  <c:v>22-07-2010</c:v>
                </c:pt>
                <c:pt idx="2635">
                  <c:v>23-07-2010</c:v>
                </c:pt>
                <c:pt idx="2636">
                  <c:v>26-07-2010</c:v>
                </c:pt>
                <c:pt idx="2637">
                  <c:v>27-07-2010</c:v>
                </c:pt>
                <c:pt idx="2638">
                  <c:v>28-07-2010</c:v>
                </c:pt>
                <c:pt idx="2639">
                  <c:v>29-07-2010</c:v>
                </c:pt>
                <c:pt idx="2640">
                  <c:v>30-07-2010</c:v>
                </c:pt>
                <c:pt idx="2641">
                  <c:v>02-08-2010</c:v>
                </c:pt>
                <c:pt idx="2642">
                  <c:v>03-08-2010</c:v>
                </c:pt>
                <c:pt idx="2643">
                  <c:v>04-08-2010</c:v>
                </c:pt>
                <c:pt idx="2644">
                  <c:v>05-08-2010</c:v>
                </c:pt>
                <c:pt idx="2645">
                  <c:v>06-08-2010</c:v>
                </c:pt>
                <c:pt idx="2646">
                  <c:v>09-08-2010</c:v>
                </c:pt>
                <c:pt idx="2647">
                  <c:v>10-08-2010</c:v>
                </c:pt>
                <c:pt idx="2648">
                  <c:v>11-08-2010</c:v>
                </c:pt>
                <c:pt idx="2649">
                  <c:v>12-08-2010</c:v>
                </c:pt>
                <c:pt idx="2650">
                  <c:v>13-08-2010</c:v>
                </c:pt>
                <c:pt idx="2651">
                  <c:v>16-08-2010</c:v>
                </c:pt>
                <c:pt idx="2652">
                  <c:v>17-08-2010</c:v>
                </c:pt>
                <c:pt idx="2653">
                  <c:v>18-08-2010</c:v>
                </c:pt>
                <c:pt idx="2654">
                  <c:v>19-08-2010</c:v>
                </c:pt>
                <c:pt idx="2655">
                  <c:v>20-08-2010</c:v>
                </c:pt>
                <c:pt idx="2656">
                  <c:v>23-08-2010</c:v>
                </c:pt>
                <c:pt idx="2657">
                  <c:v>24-08-2010</c:v>
                </c:pt>
                <c:pt idx="2658">
                  <c:v>25-08-2010</c:v>
                </c:pt>
                <c:pt idx="2659">
                  <c:v>26-08-2010</c:v>
                </c:pt>
                <c:pt idx="2660">
                  <c:v>27-08-2010</c:v>
                </c:pt>
                <c:pt idx="2661">
                  <c:v>30-08-2010</c:v>
                </c:pt>
                <c:pt idx="2662">
                  <c:v>31-08-2010</c:v>
                </c:pt>
                <c:pt idx="2663">
                  <c:v>01-09-2010</c:v>
                </c:pt>
                <c:pt idx="2664">
                  <c:v>02-09-2010</c:v>
                </c:pt>
                <c:pt idx="2665">
                  <c:v>03-09-2010</c:v>
                </c:pt>
                <c:pt idx="2666">
                  <c:v>06-09-2010</c:v>
                </c:pt>
                <c:pt idx="2667">
                  <c:v>07-09-2010</c:v>
                </c:pt>
                <c:pt idx="2668">
                  <c:v>08-09-2010</c:v>
                </c:pt>
                <c:pt idx="2669">
                  <c:v>09-09-2010</c:v>
                </c:pt>
                <c:pt idx="2670">
                  <c:v>13-09-2010</c:v>
                </c:pt>
                <c:pt idx="2671">
                  <c:v>14-09-2010</c:v>
                </c:pt>
                <c:pt idx="2672">
                  <c:v>15-09-2010</c:v>
                </c:pt>
                <c:pt idx="2673">
                  <c:v>16-09-2010</c:v>
                </c:pt>
                <c:pt idx="2674">
                  <c:v>17-09-2010</c:v>
                </c:pt>
                <c:pt idx="2675">
                  <c:v>20-09-2010</c:v>
                </c:pt>
                <c:pt idx="2676">
                  <c:v>21-09-2010</c:v>
                </c:pt>
                <c:pt idx="2677">
                  <c:v>22-09-2010</c:v>
                </c:pt>
                <c:pt idx="2678">
                  <c:v>23-09-2010</c:v>
                </c:pt>
                <c:pt idx="2679">
                  <c:v>24-09-2010</c:v>
                </c:pt>
                <c:pt idx="2680">
                  <c:v>27-09-2010</c:v>
                </c:pt>
                <c:pt idx="2681">
                  <c:v>28-09-2010</c:v>
                </c:pt>
                <c:pt idx="2682">
                  <c:v>29-09-2010</c:v>
                </c:pt>
                <c:pt idx="2683">
                  <c:v>30-09-2010</c:v>
                </c:pt>
                <c:pt idx="2684">
                  <c:v>01-10-2010</c:v>
                </c:pt>
                <c:pt idx="2685">
                  <c:v>04-10-2010</c:v>
                </c:pt>
                <c:pt idx="2686">
                  <c:v>05-10-2010</c:v>
                </c:pt>
                <c:pt idx="2687">
                  <c:v>06-10-2010</c:v>
                </c:pt>
                <c:pt idx="2688">
                  <c:v>07-10-2010</c:v>
                </c:pt>
                <c:pt idx="2689">
                  <c:v>08-10-2010</c:v>
                </c:pt>
                <c:pt idx="2690">
                  <c:v>11-10-2010</c:v>
                </c:pt>
                <c:pt idx="2691">
                  <c:v>12-10-2010</c:v>
                </c:pt>
                <c:pt idx="2692">
                  <c:v>13-10-2010</c:v>
                </c:pt>
                <c:pt idx="2693">
                  <c:v>14-10-2010</c:v>
                </c:pt>
                <c:pt idx="2694">
                  <c:v>15-10-2010</c:v>
                </c:pt>
                <c:pt idx="2695">
                  <c:v>18-10-2010</c:v>
                </c:pt>
                <c:pt idx="2696">
                  <c:v>19-10-2010</c:v>
                </c:pt>
                <c:pt idx="2697">
                  <c:v>20-10-2010</c:v>
                </c:pt>
                <c:pt idx="2698">
                  <c:v>21-10-2010</c:v>
                </c:pt>
                <c:pt idx="2699">
                  <c:v>22-10-2010</c:v>
                </c:pt>
                <c:pt idx="2700">
                  <c:v>25-10-2010</c:v>
                </c:pt>
                <c:pt idx="2701">
                  <c:v>26-10-2010</c:v>
                </c:pt>
                <c:pt idx="2702">
                  <c:v>27-10-2010</c:v>
                </c:pt>
                <c:pt idx="2703">
                  <c:v>28-10-2010</c:v>
                </c:pt>
                <c:pt idx="2704">
                  <c:v>29-10-2010</c:v>
                </c:pt>
                <c:pt idx="2705">
                  <c:v>01-11-2010</c:v>
                </c:pt>
                <c:pt idx="2706">
                  <c:v>02-11-2010</c:v>
                </c:pt>
                <c:pt idx="2707">
                  <c:v>03-11-2010</c:v>
                </c:pt>
                <c:pt idx="2708">
                  <c:v>04-11-2010</c:v>
                </c:pt>
                <c:pt idx="2709">
                  <c:v>05-11-2010</c:v>
                </c:pt>
                <c:pt idx="2710">
                  <c:v>08-11-2010</c:v>
                </c:pt>
                <c:pt idx="2711">
                  <c:v>09-11-2010</c:v>
                </c:pt>
                <c:pt idx="2712">
                  <c:v>10-11-2010</c:v>
                </c:pt>
                <c:pt idx="2713">
                  <c:v>11-11-2010</c:v>
                </c:pt>
                <c:pt idx="2714">
                  <c:v>12-11-2010</c:v>
                </c:pt>
                <c:pt idx="2715">
                  <c:v>15-11-2010</c:v>
                </c:pt>
                <c:pt idx="2716">
                  <c:v>16-11-2010</c:v>
                </c:pt>
                <c:pt idx="2717">
                  <c:v>18-11-2010</c:v>
                </c:pt>
                <c:pt idx="2718">
                  <c:v>19-11-2010</c:v>
                </c:pt>
                <c:pt idx="2719">
                  <c:v>22-11-2010</c:v>
                </c:pt>
                <c:pt idx="2720">
                  <c:v>23-11-2010</c:v>
                </c:pt>
                <c:pt idx="2721">
                  <c:v>24-11-2010</c:v>
                </c:pt>
                <c:pt idx="2722">
                  <c:v>25-11-2010</c:v>
                </c:pt>
                <c:pt idx="2723">
                  <c:v>26-11-2010</c:v>
                </c:pt>
                <c:pt idx="2724">
                  <c:v>29-11-2010</c:v>
                </c:pt>
                <c:pt idx="2725">
                  <c:v>30-11-2010</c:v>
                </c:pt>
                <c:pt idx="2726">
                  <c:v>01-12-2010</c:v>
                </c:pt>
                <c:pt idx="2727">
                  <c:v>02-12-2010</c:v>
                </c:pt>
                <c:pt idx="2728">
                  <c:v>03-12-2010</c:v>
                </c:pt>
                <c:pt idx="2729">
                  <c:v>06-12-2010</c:v>
                </c:pt>
                <c:pt idx="2730">
                  <c:v>07-12-2010</c:v>
                </c:pt>
                <c:pt idx="2731">
                  <c:v>08-12-2010</c:v>
                </c:pt>
                <c:pt idx="2732">
                  <c:v>09-12-2010</c:v>
                </c:pt>
                <c:pt idx="2733">
                  <c:v>10-12-2010</c:v>
                </c:pt>
                <c:pt idx="2734">
                  <c:v>13-12-2010</c:v>
                </c:pt>
                <c:pt idx="2735">
                  <c:v>14-12-2010</c:v>
                </c:pt>
                <c:pt idx="2736">
                  <c:v>15-12-2010</c:v>
                </c:pt>
                <c:pt idx="2737">
                  <c:v>16-12-2010</c:v>
                </c:pt>
                <c:pt idx="2738">
                  <c:v>20-12-2010</c:v>
                </c:pt>
                <c:pt idx="2739">
                  <c:v>21-12-2010</c:v>
                </c:pt>
                <c:pt idx="2740">
                  <c:v>22-12-2010</c:v>
                </c:pt>
                <c:pt idx="2741">
                  <c:v>23-12-2010</c:v>
                </c:pt>
                <c:pt idx="2742">
                  <c:v>24-12-2010</c:v>
                </c:pt>
                <c:pt idx="2743">
                  <c:v>27-12-2010</c:v>
                </c:pt>
                <c:pt idx="2744">
                  <c:v>28-12-2010</c:v>
                </c:pt>
                <c:pt idx="2745">
                  <c:v>29-12-2010</c:v>
                </c:pt>
                <c:pt idx="2746">
                  <c:v>30-12-2010</c:v>
                </c:pt>
                <c:pt idx="2747">
                  <c:v>31-12-2010</c:v>
                </c:pt>
                <c:pt idx="2748">
                  <c:v>03-01-2011</c:v>
                </c:pt>
                <c:pt idx="2749">
                  <c:v>04-01-2011</c:v>
                </c:pt>
                <c:pt idx="2750">
                  <c:v>05-01-2011</c:v>
                </c:pt>
                <c:pt idx="2751">
                  <c:v>06-01-2011</c:v>
                </c:pt>
                <c:pt idx="2752">
                  <c:v>07-01-2011</c:v>
                </c:pt>
                <c:pt idx="2753">
                  <c:v>10-01-2011</c:v>
                </c:pt>
                <c:pt idx="2754">
                  <c:v>11-01-2011</c:v>
                </c:pt>
                <c:pt idx="2755">
                  <c:v>12-01-2011</c:v>
                </c:pt>
                <c:pt idx="2756">
                  <c:v>13-01-2011</c:v>
                </c:pt>
                <c:pt idx="2757">
                  <c:v>14-01-2011</c:v>
                </c:pt>
                <c:pt idx="2758">
                  <c:v>17-01-2011</c:v>
                </c:pt>
                <c:pt idx="2759">
                  <c:v>18-01-2011</c:v>
                </c:pt>
                <c:pt idx="2760">
                  <c:v>19-01-2011</c:v>
                </c:pt>
                <c:pt idx="2761">
                  <c:v>20-01-2011</c:v>
                </c:pt>
                <c:pt idx="2762">
                  <c:v>21-01-2011</c:v>
                </c:pt>
                <c:pt idx="2763">
                  <c:v>24-01-2011</c:v>
                </c:pt>
                <c:pt idx="2764">
                  <c:v>25-01-2011</c:v>
                </c:pt>
                <c:pt idx="2765">
                  <c:v>27-01-2011</c:v>
                </c:pt>
                <c:pt idx="2766">
                  <c:v>28-01-2011</c:v>
                </c:pt>
                <c:pt idx="2767">
                  <c:v>31-01-2011</c:v>
                </c:pt>
                <c:pt idx="2768">
                  <c:v>01-02-2011</c:v>
                </c:pt>
                <c:pt idx="2769">
                  <c:v>02-02-2011</c:v>
                </c:pt>
                <c:pt idx="2770">
                  <c:v>03-02-2011</c:v>
                </c:pt>
                <c:pt idx="2771">
                  <c:v>04-02-2011</c:v>
                </c:pt>
                <c:pt idx="2772">
                  <c:v>07-02-2011</c:v>
                </c:pt>
                <c:pt idx="2773">
                  <c:v>08-02-2011</c:v>
                </c:pt>
                <c:pt idx="2774">
                  <c:v>09-02-2011</c:v>
                </c:pt>
                <c:pt idx="2775">
                  <c:v>10-02-2011</c:v>
                </c:pt>
                <c:pt idx="2776">
                  <c:v>11-02-2011</c:v>
                </c:pt>
                <c:pt idx="2777">
                  <c:v>14-02-2011</c:v>
                </c:pt>
                <c:pt idx="2778">
                  <c:v>15-02-2011</c:v>
                </c:pt>
                <c:pt idx="2779">
                  <c:v>16-02-2011</c:v>
                </c:pt>
                <c:pt idx="2780">
                  <c:v>17-02-2011</c:v>
                </c:pt>
                <c:pt idx="2781">
                  <c:v>18-02-2011</c:v>
                </c:pt>
                <c:pt idx="2782">
                  <c:v>21-02-2011</c:v>
                </c:pt>
                <c:pt idx="2783">
                  <c:v>22-02-2011</c:v>
                </c:pt>
                <c:pt idx="2784">
                  <c:v>23-02-2011</c:v>
                </c:pt>
                <c:pt idx="2785">
                  <c:v>24-02-2011</c:v>
                </c:pt>
                <c:pt idx="2786">
                  <c:v>25-02-2011</c:v>
                </c:pt>
                <c:pt idx="2787">
                  <c:v>28-02-2011</c:v>
                </c:pt>
                <c:pt idx="2788">
                  <c:v>01-03-2011</c:v>
                </c:pt>
                <c:pt idx="2789">
                  <c:v>03-03-2011</c:v>
                </c:pt>
                <c:pt idx="2790">
                  <c:v>04-03-2011</c:v>
                </c:pt>
                <c:pt idx="2791">
                  <c:v>07-03-2011</c:v>
                </c:pt>
                <c:pt idx="2792">
                  <c:v>08-03-2011</c:v>
                </c:pt>
                <c:pt idx="2793">
                  <c:v>09-03-2011</c:v>
                </c:pt>
                <c:pt idx="2794">
                  <c:v>10-03-2011</c:v>
                </c:pt>
                <c:pt idx="2795">
                  <c:v>11-03-2011</c:v>
                </c:pt>
                <c:pt idx="2796">
                  <c:v>14-03-2011</c:v>
                </c:pt>
                <c:pt idx="2797">
                  <c:v>15-03-2011</c:v>
                </c:pt>
                <c:pt idx="2798">
                  <c:v>16-03-2011</c:v>
                </c:pt>
                <c:pt idx="2799">
                  <c:v>17-03-2011</c:v>
                </c:pt>
                <c:pt idx="2800">
                  <c:v>18-03-2011</c:v>
                </c:pt>
                <c:pt idx="2801">
                  <c:v>21-03-2011</c:v>
                </c:pt>
                <c:pt idx="2802">
                  <c:v>22-03-2011</c:v>
                </c:pt>
                <c:pt idx="2803">
                  <c:v>23-03-2011</c:v>
                </c:pt>
                <c:pt idx="2804">
                  <c:v>24-03-2011</c:v>
                </c:pt>
                <c:pt idx="2805">
                  <c:v>25-03-2011</c:v>
                </c:pt>
                <c:pt idx="2806">
                  <c:v>28-03-2011</c:v>
                </c:pt>
                <c:pt idx="2807">
                  <c:v>29-03-2011</c:v>
                </c:pt>
                <c:pt idx="2808">
                  <c:v>30-03-2011</c:v>
                </c:pt>
                <c:pt idx="2809">
                  <c:v>31-03-2011</c:v>
                </c:pt>
                <c:pt idx="2810">
                  <c:v>01-04-2011</c:v>
                </c:pt>
                <c:pt idx="2811">
                  <c:v>04-04-2011</c:v>
                </c:pt>
                <c:pt idx="2812">
                  <c:v>05-04-2011</c:v>
                </c:pt>
                <c:pt idx="2813">
                  <c:v>06-04-2011</c:v>
                </c:pt>
                <c:pt idx="2814">
                  <c:v>07-04-2011</c:v>
                </c:pt>
                <c:pt idx="2815">
                  <c:v>08-04-2011</c:v>
                </c:pt>
                <c:pt idx="2816">
                  <c:v>11-04-2011</c:v>
                </c:pt>
                <c:pt idx="2817">
                  <c:v>13-04-2011</c:v>
                </c:pt>
                <c:pt idx="2818">
                  <c:v>15-04-2011</c:v>
                </c:pt>
                <c:pt idx="2819">
                  <c:v>18-04-2011</c:v>
                </c:pt>
                <c:pt idx="2820">
                  <c:v>19-04-2011</c:v>
                </c:pt>
                <c:pt idx="2821">
                  <c:v>20-04-2011</c:v>
                </c:pt>
                <c:pt idx="2822">
                  <c:v>21-04-2011</c:v>
                </c:pt>
                <c:pt idx="2823">
                  <c:v>25-04-2011</c:v>
                </c:pt>
                <c:pt idx="2824">
                  <c:v>26-04-2011</c:v>
                </c:pt>
                <c:pt idx="2825">
                  <c:v>27-04-2011</c:v>
                </c:pt>
                <c:pt idx="2826">
                  <c:v>28-04-2011</c:v>
                </c:pt>
                <c:pt idx="2827">
                  <c:v>29-04-2011</c:v>
                </c:pt>
                <c:pt idx="2828">
                  <c:v>02-05-2011</c:v>
                </c:pt>
                <c:pt idx="2829">
                  <c:v>03-05-2011</c:v>
                </c:pt>
                <c:pt idx="2830">
                  <c:v>04-05-2011</c:v>
                </c:pt>
                <c:pt idx="2831">
                  <c:v>05-05-2011</c:v>
                </c:pt>
                <c:pt idx="2832">
                  <c:v>06-05-2011</c:v>
                </c:pt>
                <c:pt idx="2833">
                  <c:v>09-05-2011</c:v>
                </c:pt>
                <c:pt idx="2834">
                  <c:v>10-05-2011</c:v>
                </c:pt>
                <c:pt idx="2835">
                  <c:v>11-05-2011</c:v>
                </c:pt>
                <c:pt idx="2836">
                  <c:v>12-05-2011</c:v>
                </c:pt>
                <c:pt idx="2837">
                  <c:v>13-05-2011</c:v>
                </c:pt>
                <c:pt idx="2838">
                  <c:v>16-05-2011</c:v>
                </c:pt>
                <c:pt idx="2839">
                  <c:v>17-05-2011</c:v>
                </c:pt>
                <c:pt idx="2840">
                  <c:v>18-05-2011</c:v>
                </c:pt>
                <c:pt idx="2841">
                  <c:v>19-05-2011</c:v>
                </c:pt>
                <c:pt idx="2842">
                  <c:v>20-05-2011</c:v>
                </c:pt>
                <c:pt idx="2843">
                  <c:v>23-05-2011</c:v>
                </c:pt>
                <c:pt idx="2844">
                  <c:v>24-05-2011</c:v>
                </c:pt>
                <c:pt idx="2845">
                  <c:v>25-05-2011</c:v>
                </c:pt>
                <c:pt idx="2846">
                  <c:v>26-05-2011</c:v>
                </c:pt>
                <c:pt idx="2847">
                  <c:v>27-05-2011</c:v>
                </c:pt>
                <c:pt idx="2848">
                  <c:v>30-05-2011</c:v>
                </c:pt>
                <c:pt idx="2849">
                  <c:v>31-05-2011</c:v>
                </c:pt>
                <c:pt idx="2850">
                  <c:v>01-06-2011</c:v>
                </c:pt>
                <c:pt idx="2851">
                  <c:v>02-06-2011</c:v>
                </c:pt>
                <c:pt idx="2852">
                  <c:v>03-06-2011</c:v>
                </c:pt>
                <c:pt idx="2853">
                  <c:v>06-06-2011</c:v>
                </c:pt>
                <c:pt idx="2854">
                  <c:v>07-06-2011</c:v>
                </c:pt>
                <c:pt idx="2855">
                  <c:v>08-06-2011</c:v>
                </c:pt>
                <c:pt idx="2856">
                  <c:v>09-06-2011</c:v>
                </c:pt>
                <c:pt idx="2857">
                  <c:v>10-06-2011</c:v>
                </c:pt>
                <c:pt idx="2858">
                  <c:v>13-06-2011</c:v>
                </c:pt>
                <c:pt idx="2859">
                  <c:v>14-06-2011</c:v>
                </c:pt>
                <c:pt idx="2860">
                  <c:v>15-06-2011</c:v>
                </c:pt>
                <c:pt idx="2861">
                  <c:v>16-06-2011</c:v>
                </c:pt>
                <c:pt idx="2862">
                  <c:v>17-06-2011</c:v>
                </c:pt>
                <c:pt idx="2863">
                  <c:v>20-06-2011</c:v>
                </c:pt>
                <c:pt idx="2864">
                  <c:v>21-06-2011</c:v>
                </c:pt>
                <c:pt idx="2865">
                  <c:v>22-06-2011</c:v>
                </c:pt>
                <c:pt idx="2866">
                  <c:v>23-06-2011</c:v>
                </c:pt>
                <c:pt idx="2867">
                  <c:v>24-06-2011</c:v>
                </c:pt>
                <c:pt idx="2868">
                  <c:v>27-06-2011</c:v>
                </c:pt>
                <c:pt idx="2869">
                  <c:v>28-06-2011</c:v>
                </c:pt>
                <c:pt idx="2870">
                  <c:v>29-06-2011</c:v>
                </c:pt>
                <c:pt idx="2871">
                  <c:v>30-06-2011</c:v>
                </c:pt>
                <c:pt idx="2872">
                  <c:v>01-07-2011</c:v>
                </c:pt>
                <c:pt idx="2873">
                  <c:v>04-07-2011</c:v>
                </c:pt>
                <c:pt idx="2874">
                  <c:v>05-07-2011</c:v>
                </c:pt>
                <c:pt idx="2875">
                  <c:v>06-07-2011</c:v>
                </c:pt>
                <c:pt idx="2876">
                  <c:v>07-07-2011</c:v>
                </c:pt>
                <c:pt idx="2877">
                  <c:v>08-07-2011</c:v>
                </c:pt>
                <c:pt idx="2878">
                  <c:v>11-07-2011</c:v>
                </c:pt>
                <c:pt idx="2879">
                  <c:v>12-07-2011</c:v>
                </c:pt>
                <c:pt idx="2880">
                  <c:v>13-07-2011</c:v>
                </c:pt>
                <c:pt idx="2881">
                  <c:v>14-07-2011</c:v>
                </c:pt>
                <c:pt idx="2882">
                  <c:v>15-07-2011</c:v>
                </c:pt>
                <c:pt idx="2883">
                  <c:v>18-07-2011</c:v>
                </c:pt>
                <c:pt idx="2884">
                  <c:v>19-07-2011</c:v>
                </c:pt>
                <c:pt idx="2885">
                  <c:v>20-07-2011</c:v>
                </c:pt>
                <c:pt idx="2886">
                  <c:v>21-07-2011</c:v>
                </c:pt>
                <c:pt idx="2887">
                  <c:v>22-07-2011</c:v>
                </c:pt>
                <c:pt idx="2888">
                  <c:v>25-07-2011</c:v>
                </c:pt>
                <c:pt idx="2889">
                  <c:v>26-07-2011</c:v>
                </c:pt>
                <c:pt idx="2890">
                  <c:v>27-07-2011</c:v>
                </c:pt>
                <c:pt idx="2891">
                  <c:v>28-07-2011</c:v>
                </c:pt>
                <c:pt idx="2892">
                  <c:v>29-07-2011</c:v>
                </c:pt>
                <c:pt idx="2893">
                  <c:v>01-08-2011</c:v>
                </c:pt>
                <c:pt idx="2894">
                  <c:v>02-08-2011</c:v>
                </c:pt>
                <c:pt idx="2895">
                  <c:v>03-08-2011</c:v>
                </c:pt>
                <c:pt idx="2896">
                  <c:v>04-08-2011</c:v>
                </c:pt>
                <c:pt idx="2897">
                  <c:v>05-08-2011</c:v>
                </c:pt>
                <c:pt idx="2898">
                  <c:v>08-08-2011</c:v>
                </c:pt>
                <c:pt idx="2899">
                  <c:v>09-08-2011</c:v>
                </c:pt>
                <c:pt idx="2900">
                  <c:v>10-08-2011</c:v>
                </c:pt>
                <c:pt idx="2901">
                  <c:v>11-08-2011</c:v>
                </c:pt>
                <c:pt idx="2902">
                  <c:v>12-08-2011</c:v>
                </c:pt>
                <c:pt idx="2903">
                  <c:v>16-08-2011</c:v>
                </c:pt>
                <c:pt idx="2904">
                  <c:v>17-08-2011</c:v>
                </c:pt>
                <c:pt idx="2905">
                  <c:v>18-08-2011</c:v>
                </c:pt>
                <c:pt idx="2906">
                  <c:v>19-08-2011</c:v>
                </c:pt>
                <c:pt idx="2907">
                  <c:v>22-08-2011</c:v>
                </c:pt>
                <c:pt idx="2908">
                  <c:v>23-08-2011</c:v>
                </c:pt>
                <c:pt idx="2909">
                  <c:v>24-08-2011</c:v>
                </c:pt>
                <c:pt idx="2910">
                  <c:v>25-08-2011</c:v>
                </c:pt>
                <c:pt idx="2911">
                  <c:v>26-08-2011</c:v>
                </c:pt>
                <c:pt idx="2912">
                  <c:v>29-08-2011</c:v>
                </c:pt>
                <c:pt idx="2913">
                  <c:v>30-08-2011</c:v>
                </c:pt>
                <c:pt idx="2914">
                  <c:v>02-09-2011</c:v>
                </c:pt>
                <c:pt idx="2915">
                  <c:v>05-09-2011</c:v>
                </c:pt>
                <c:pt idx="2916">
                  <c:v>06-09-2011</c:v>
                </c:pt>
                <c:pt idx="2917">
                  <c:v>07-09-2011</c:v>
                </c:pt>
                <c:pt idx="2918">
                  <c:v>08-09-2011</c:v>
                </c:pt>
                <c:pt idx="2919">
                  <c:v>09-09-2011</c:v>
                </c:pt>
                <c:pt idx="2920">
                  <c:v>12-09-2011</c:v>
                </c:pt>
                <c:pt idx="2921">
                  <c:v>13-09-2011</c:v>
                </c:pt>
                <c:pt idx="2922">
                  <c:v>14-09-2011</c:v>
                </c:pt>
                <c:pt idx="2923">
                  <c:v>15-09-2011</c:v>
                </c:pt>
                <c:pt idx="2924">
                  <c:v>16-09-2011</c:v>
                </c:pt>
                <c:pt idx="2925">
                  <c:v>19-09-2011</c:v>
                </c:pt>
                <c:pt idx="2926">
                  <c:v>20-09-2011</c:v>
                </c:pt>
                <c:pt idx="2927">
                  <c:v>21-09-2011</c:v>
                </c:pt>
                <c:pt idx="2928">
                  <c:v>22-09-2011</c:v>
                </c:pt>
                <c:pt idx="2929">
                  <c:v>23-09-2011</c:v>
                </c:pt>
                <c:pt idx="2930">
                  <c:v>26-09-2011</c:v>
                </c:pt>
                <c:pt idx="2931">
                  <c:v>27-09-2011</c:v>
                </c:pt>
                <c:pt idx="2932">
                  <c:v>28-09-2011</c:v>
                </c:pt>
                <c:pt idx="2933">
                  <c:v>29-09-2011</c:v>
                </c:pt>
                <c:pt idx="2934">
                  <c:v>30-09-2011</c:v>
                </c:pt>
                <c:pt idx="2935">
                  <c:v>03-10-2011</c:v>
                </c:pt>
                <c:pt idx="2936">
                  <c:v>04-10-2011</c:v>
                </c:pt>
                <c:pt idx="2937">
                  <c:v>05-10-2011</c:v>
                </c:pt>
                <c:pt idx="2938">
                  <c:v>07-10-2011</c:v>
                </c:pt>
                <c:pt idx="2939">
                  <c:v>10-10-2011</c:v>
                </c:pt>
                <c:pt idx="2940">
                  <c:v>11-10-2011</c:v>
                </c:pt>
                <c:pt idx="2941">
                  <c:v>12-10-2011</c:v>
                </c:pt>
                <c:pt idx="2942">
                  <c:v>13-10-2011</c:v>
                </c:pt>
                <c:pt idx="2943">
                  <c:v>14-10-2011</c:v>
                </c:pt>
                <c:pt idx="2944">
                  <c:v>17-10-2011</c:v>
                </c:pt>
                <c:pt idx="2945">
                  <c:v>18-10-2011</c:v>
                </c:pt>
                <c:pt idx="2946">
                  <c:v>19-10-2011</c:v>
                </c:pt>
                <c:pt idx="2947">
                  <c:v>20-10-2011</c:v>
                </c:pt>
                <c:pt idx="2948">
                  <c:v>21-10-2011</c:v>
                </c:pt>
                <c:pt idx="2949">
                  <c:v>24-10-2011</c:v>
                </c:pt>
                <c:pt idx="2950">
                  <c:v>25-10-2011</c:v>
                </c:pt>
                <c:pt idx="2951">
                  <c:v>26-10-2011</c:v>
                </c:pt>
                <c:pt idx="2952">
                  <c:v>28-10-2011</c:v>
                </c:pt>
                <c:pt idx="2953">
                  <c:v>31-10-2011</c:v>
                </c:pt>
                <c:pt idx="2954">
                  <c:v>01-11-2011</c:v>
                </c:pt>
                <c:pt idx="2955">
                  <c:v>02-11-2011</c:v>
                </c:pt>
                <c:pt idx="2956">
                  <c:v>03-11-2011</c:v>
                </c:pt>
                <c:pt idx="2957">
                  <c:v>04-11-2011</c:v>
                </c:pt>
                <c:pt idx="2958">
                  <c:v>08-11-2011</c:v>
                </c:pt>
                <c:pt idx="2959">
                  <c:v>09-11-2011</c:v>
                </c:pt>
                <c:pt idx="2960">
                  <c:v>11-11-2011</c:v>
                </c:pt>
                <c:pt idx="2961">
                  <c:v>14-11-2011</c:v>
                </c:pt>
                <c:pt idx="2962">
                  <c:v>15-11-2011</c:v>
                </c:pt>
                <c:pt idx="2963">
                  <c:v>16-11-2011</c:v>
                </c:pt>
                <c:pt idx="2964">
                  <c:v>17-11-2011</c:v>
                </c:pt>
                <c:pt idx="2965">
                  <c:v>18-11-2011</c:v>
                </c:pt>
                <c:pt idx="2966">
                  <c:v>21-11-2011</c:v>
                </c:pt>
                <c:pt idx="2967">
                  <c:v>22-11-2011</c:v>
                </c:pt>
                <c:pt idx="2968">
                  <c:v>23-11-2011</c:v>
                </c:pt>
                <c:pt idx="2969">
                  <c:v>24-11-2011</c:v>
                </c:pt>
                <c:pt idx="2970">
                  <c:v>25-11-2011</c:v>
                </c:pt>
                <c:pt idx="2971">
                  <c:v>28-11-2011</c:v>
                </c:pt>
                <c:pt idx="2972">
                  <c:v>29-11-2011</c:v>
                </c:pt>
                <c:pt idx="2973">
                  <c:v>30-11-2011</c:v>
                </c:pt>
                <c:pt idx="2974">
                  <c:v>01-12-2011</c:v>
                </c:pt>
                <c:pt idx="2975">
                  <c:v>02-12-2011</c:v>
                </c:pt>
                <c:pt idx="2976">
                  <c:v>05-12-2011</c:v>
                </c:pt>
                <c:pt idx="2977">
                  <c:v>07-12-2011</c:v>
                </c:pt>
                <c:pt idx="2978">
                  <c:v>08-12-2011</c:v>
                </c:pt>
                <c:pt idx="2979">
                  <c:v>09-12-2011</c:v>
                </c:pt>
                <c:pt idx="2980">
                  <c:v>12-12-2011</c:v>
                </c:pt>
                <c:pt idx="2981">
                  <c:v>13-12-2011</c:v>
                </c:pt>
                <c:pt idx="2982">
                  <c:v>14-12-2011</c:v>
                </c:pt>
                <c:pt idx="2983">
                  <c:v>15-12-2011</c:v>
                </c:pt>
                <c:pt idx="2984">
                  <c:v>16-12-2011</c:v>
                </c:pt>
                <c:pt idx="2985">
                  <c:v>19-12-2011</c:v>
                </c:pt>
                <c:pt idx="2986">
                  <c:v>20-12-2011</c:v>
                </c:pt>
                <c:pt idx="2987">
                  <c:v>21-12-2011</c:v>
                </c:pt>
                <c:pt idx="2988">
                  <c:v>22-12-2011</c:v>
                </c:pt>
                <c:pt idx="2989">
                  <c:v>23-12-2011</c:v>
                </c:pt>
                <c:pt idx="2990">
                  <c:v>26-12-2011</c:v>
                </c:pt>
                <c:pt idx="2991">
                  <c:v>27-12-2011</c:v>
                </c:pt>
                <c:pt idx="2992">
                  <c:v>28-12-2011</c:v>
                </c:pt>
                <c:pt idx="2993">
                  <c:v>29-12-2011</c:v>
                </c:pt>
                <c:pt idx="2994">
                  <c:v>30-12-2011</c:v>
                </c:pt>
                <c:pt idx="2995">
                  <c:v>02-01-2012</c:v>
                </c:pt>
                <c:pt idx="2996">
                  <c:v>03-01-2012</c:v>
                </c:pt>
                <c:pt idx="2997">
                  <c:v>04-01-2012</c:v>
                </c:pt>
                <c:pt idx="2998">
                  <c:v>05-01-2012</c:v>
                </c:pt>
                <c:pt idx="2999">
                  <c:v>06-01-2012</c:v>
                </c:pt>
                <c:pt idx="3000">
                  <c:v>07-01-2012</c:v>
                </c:pt>
                <c:pt idx="3001">
                  <c:v>09-01-2012</c:v>
                </c:pt>
                <c:pt idx="3002">
                  <c:v>10-01-2012</c:v>
                </c:pt>
                <c:pt idx="3003">
                  <c:v>11-01-2012</c:v>
                </c:pt>
                <c:pt idx="3004">
                  <c:v>12-01-2012</c:v>
                </c:pt>
                <c:pt idx="3005">
                  <c:v>13-01-2012</c:v>
                </c:pt>
                <c:pt idx="3006">
                  <c:v>16-01-2012</c:v>
                </c:pt>
                <c:pt idx="3007">
                  <c:v>17-01-2012</c:v>
                </c:pt>
                <c:pt idx="3008">
                  <c:v>18-01-2012</c:v>
                </c:pt>
                <c:pt idx="3009">
                  <c:v>19-01-2012</c:v>
                </c:pt>
                <c:pt idx="3010">
                  <c:v>20-01-2012</c:v>
                </c:pt>
                <c:pt idx="3011">
                  <c:v>23-01-2012</c:v>
                </c:pt>
                <c:pt idx="3012">
                  <c:v>24-01-2012</c:v>
                </c:pt>
                <c:pt idx="3013">
                  <c:v>25-01-2012</c:v>
                </c:pt>
                <c:pt idx="3014">
                  <c:v>27-01-2012</c:v>
                </c:pt>
                <c:pt idx="3015">
                  <c:v>30-01-2012</c:v>
                </c:pt>
                <c:pt idx="3016">
                  <c:v>31-01-2012</c:v>
                </c:pt>
                <c:pt idx="3017">
                  <c:v>01-02-2012</c:v>
                </c:pt>
                <c:pt idx="3018">
                  <c:v>02-02-2012</c:v>
                </c:pt>
                <c:pt idx="3019">
                  <c:v>03-02-2012</c:v>
                </c:pt>
                <c:pt idx="3020">
                  <c:v>06-02-2012</c:v>
                </c:pt>
                <c:pt idx="3021">
                  <c:v>07-02-2012</c:v>
                </c:pt>
                <c:pt idx="3022">
                  <c:v>08-02-2012</c:v>
                </c:pt>
                <c:pt idx="3023">
                  <c:v>09-02-2012</c:v>
                </c:pt>
                <c:pt idx="3024">
                  <c:v>10-02-2012</c:v>
                </c:pt>
                <c:pt idx="3025">
                  <c:v>13-02-2012</c:v>
                </c:pt>
                <c:pt idx="3026">
                  <c:v>14-02-2012</c:v>
                </c:pt>
                <c:pt idx="3027">
                  <c:v>15-02-2012</c:v>
                </c:pt>
                <c:pt idx="3028">
                  <c:v>16-02-2012</c:v>
                </c:pt>
                <c:pt idx="3029">
                  <c:v>17-02-2012</c:v>
                </c:pt>
                <c:pt idx="3030">
                  <c:v>21-02-2012</c:v>
                </c:pt>
                <c:pt idx="3031">
                  <c:v>22-02-2012</c:v>
                </c:pt>
                <c:pt idx="3032">
                  <c:v>23-02-2012</c:v>
                </c:pt>
                <c:pt idx="3033">
                  <c:v>24-02-2012</c:v>
                </c:pt>
                <c:pt idx="3034">
                  <c:v>27-02-2012</c:v>
                </c:pt>
                <c:pt idx="3035">
                  <c:v>28-02-2012</c:v>
                </c:pt>
                <c:pt idx="3036">
                  <c:v>29-02-2012</c:v>
                </c:pt>
                <c:pt idx="3037">
                  <c:v>01-03-2012</c:v>
                </c:pt>
                <c:pt idx="3038">
                  <c:v>02-03-2012</c:v>
                </c:pt>
                <c:pt idx="3039">
                  <c:v>03-03-2012</c:v>
                </c:pt>
                <c:pt idx="3040">
                  <c:v>05-03-2012</c:v>
                </c:pt>
                <c:pt idx="3041">
                  <c:v>06-03-2012</c:v>
                </c:pt>
                <c:pt idx="3042">
                  <c:v>07-03-2012</c:v>
                </c:pt>
                <c:pt idx="3043">
                  <c:v>09-03-2012</c:v>
                </c:pt>
                <c:pt idx="3044">
                  <c:v>12-03-2012</c:v>
                </c:pt>
                <c:pt idx="3045">
                  <c:v>13-03-2012</c:v>
                </c:pt>
                <c:pt idx="3046">
                  <c:v>14-03-2012</c:v>
                </c:pt>
                <c:pt idx="3047">
                  <c:v>15-03-2012</c:v>
                </c:pt>
                <c:pt idx="3048">
                  <c:v>16-03-2012</c:v>
                </c:pt>
                <c:pt idx="3049">
                  <c:v>19-03-2012</c:v>
                </c:pt>
                <c:pt idx="3050">
                  <c:v>20-03-2012</c:v>
                </c:pt>
                <c:pt idx="3051">
                  <c:v>21-03-2012</c:v>
                </c:pt>
                <c:pt idx="3052">
                  <c:v>22-03-2012</c:v>
                </c:pt>
                <c:pt idx="3053">
                  <c:v>23-03-2012</c:v>
                </c:pt>
                <c:pt idx="3054">
                  <c:v>26-03-2012</c:v>
                </c:pt>
                <c:pt idx="3055">
                  <c:v>27-03-2012</c:v>
                </c:pt>
                <c:pt idx="3056">
                  <c:v>28-03-2012</c:v>
                </c:pt>
                <c:pt idx="3057">
                  <c:v>29-03-2012</c:v>
                </c:pt>
                <c:pt idx="3058">
                  <c:v>30-03-2012</c:v>
                </c:pt>
                <c:pt idx="3059">
                  <c:v>02-04-2012</c:v>
                </c:pt>
                <c:pt idx="3060">
                  <c:v>03-04-2012</c:v>
                </c:pt>
                <c:pt idx="3061">
                  <c:v>04-04-2012</c:v>
                </c:pt>
                <c:pt idx="3062">
                  <c:v>09-04-2012</c:v>
                </c:pt>
                <c:pt idx="3063">
                  <c:v>10-04-2012</c:v>
                </c:pt>
                <c:pt idx="3064">
                  <c:v>11-04-2012</c:v>
                </c:pt>
                <c:pt idx="3065">
                  <c:v>12-04-2012</c:v>
                </c:pt>
                <c:pt idx="3066">
                  <c:v>13-04-2012</c:v>
                </c:pt>
                <c:pt idx="3067">
                  <c:v>16-04-2012</c:v>
                </c:pt>
                <c:pt idx="3068">
                  <c:v>17-04-2012</c:v>
                </c:pt>
                <c:pt idx="3069">
                  <c:v>18-04-2012</c:v>
                </c:pt>
                <c:pt idx="3070">
                  <c:v>19-04-2012</c:v>
                </c:pt>
                <c:pt idx="3071">
                  <c:v>20-04-2012</c:v>
                </c:pt>
                <c:pt idx="3072">
                  <c:v>23-04-2012</c:v>
                </c:pt>
                <c:pt idx="3073">
                  <c:v>24-04-2012</c:v>
                </c:pt>
                <c:pt idx="3074">
                  <c:v>25-04-2012</c:v>
                </c:pt>
                <c:pt idx="3075">
                  <c:v>26-04-2012</c:v>
                </c:pt>
                <c:pt idx="3076">
                  <c:v>27-04-2012</c:v>
                </c:pt>
                <c:pt idx="3077">
                  <c:v>28-04-2012</c:v>
                </c:pt>
                <c:pt idx="3078">
                  <c:v>30-04-2012</c:v>
                </c:pt>
                <c:pt idx="3079">
                  <c:v>02-05-2012</c:v>
                </c:pt>
                <c:pt idx="3080">
                  <c:v>03-05-2012</c:v>
                </c:pt>
                <c:pt idx="3081">
                  <c:v>04-05-2012</c:v>
                </c:pt>
                <c:pt idx="3082">
                  <c:v>07-05-2012</c:v>
                </c:pt>
                <c:pt idx="3083">
                  <c:v>08-05-2012</c:v>
                </c:pt>
                <c:pt idx="3084">
                  <c:v>09-05-2012</c:v>
                </c:pt>
                <c:pt idx="3085">
                  <c:v>10-05-2012</c:v>
                </c:pt>
                <c:pt idx="3086">
                  <c:v>11-05-2012</c:v>
                </c:pt>
                <c:pt idx="3087">
                  <c:v>14-05-2012</c:v>
                </c:pt>
                <c:pt idx="3088">
                  <c:v>15-05-2012</c:v>
                </c:pt>
                <c:pt idx="3089">
                  <c:v>16-05-2012</c:v>
                </c:pt>
                <c:pt idx="3090">
                  <c:v>17-05-2012</c:v>
                </c:pt>
                <c:pt idx="3091">
                  <c:v>18-05-2012</c:v>
                </c:pt>
                <c:pt idx="3092">
                  <c:v>21-05-2012</c:v>
                </c:pt>
                <c:pt idx="3093">
                  <c:v>22-05-2012</c:v>
                </c:pt>
                <c:pt idx="3094">
                  <c:v>23-05-2012</c:v>
                </c:pt>
                <c:pt idx="3095">
                  <c:v>24-05-2012</c:v>
                </c:pt>
                <c:pt idx="3096">
                  <c:v>25-05-2012</c:v>
                </c:pt>
                <c:pt idx="3097">
                  <c:v>28-05-2012</c:v>
                </c:pt>
                <c:pt idx="3098">
                  <c:v>29-05-2012</c:v>
                </c:pt>
                <c:pt idx="3099">
                  <c:v>30-05-2012</c:v>
                </c:pt>
                <c:pt idx="3100">
                  <c:v>31-05-2012</c:v>
                </c:pt>
                <c:pt idx="3101">
                  <c:v>01-06-2012</c:v>
                </c:pt>
                <c:pt idx="3102">
                  <c:v>04-06-2012</c:v>
                </c:pt>
                <c:pt idx="3103">
                  <c:v>05-06-2012</c:v>
                </c:pt>
                <c:pt idx="3104">
                  <c:v>06-06-2012</c:v>
                </c:pt>
                <c:pt idx="3105">
                  <c:v>07-06-2012</c:v>
                </c:pt>
                <c:pt idx="3106">
                  <c:v>08-06-2012</c:v>
                </c:pt>
                <c:pt idx="3107">
                  <c:v>11-06-2012</c:v>
                </c:pt>
                <c:pt idx="3108">
                  <c:v>12-06-2012</c:v>
                </c:pt>
                <c:pt idx="3109">
                  <c:v>13-06-2012</c:v>
                </c:pt>
                <c:pt idx="3110">
                  <c:v>14-06-2012</c:v>
                </c:pt>
                <c:pt idx="3111">
                  <c:v>15-06-2012</c:v>
                </c:pt>
                <c:pt idx="3112">
                  <c:v>18-06-2012</c:v>
                </c:pt>
                <c:pt idx="3113">
                  <c:v>19-06-2012</c:v>
                </c:pt>
                <c:pt idx="3114">
                  <c:v>20-06-2012</c:v>
                </c:pt>
                <c:pt idx="3115">
                  <c:v>21-06-2012</c:v>
                </c:pt>
                <c:pt idx="3116">
                  <c:v>22-06-2012</c:v>
                </c:pt>
                <c:pt idx="3117">
                  <c:v>25-06-2012</c:v>
                </c:pt>
                <c:pt idx="3118">
                  <c:v>26-06-2012</c:v>
                </c:pt>
                <c:pt idx="3119">
                  <c:v>27-06-2012</c:v>
                </c:pt>
                <c:pt idx="3120">
                  <c:v>28-06-2012</c:v>
                </c:pt>
                <c:pt idx="3121">
                  <c:v>29-06-2012</c:v>
                </c:pt>
                <c:pt idx="3122">
                  <c:v>02-07-2012</c:v>
                </c:pt>
                <c:pt idx="3123">
                  <c:v>03-07-2012</c:v>
                </c:pt>
                <c:pt idx="3124">
                  <c:v>04-07-2012</c:v>
                </c:pt>
                <c:pt idx="3125">
                  <c:v>05-07-2012</c:v>
                </c:pt>
                <c:pt idx="3126">
                  <c:v>06-07-2012</c:v>
                </c:pt>
                <c:pt idx="3127">
                  <c:v>09-07-2012</c:v>
                </c:pt>
                <c:pt idx="3128">
                  <c:v>10-07-2012</c:v>
                </c:pt>
                <c:pt idx="3129">
                  <c:v>11-07-2012</c:v>
                </c:pt>
                <c:pt idx="3130">
                  <c:v>12-07-2012</c:v>
                </c:pt>
                <c:pt idx="3131">
                  <c:v>13-07-2012</c:v>
                </c:pt>
                <c:pt idx="3132">
                  <c:v>16-07-2012</c:v>
                </c:pt>
                <c:pt idx="3133">
                  <c:v>17-07-2012</c:v>
                </c:pt>
                <c:pt idx="3134">
                  <c:v>18-07-2012</c:v>
                </c:pt>
                <c:pt idx="3135">
                  <c:v>19-07-2012</c:v>
                </c:pt>
                <c:pt idx="3136">
                  <c:v>20-07-2012</c:v>
                </c:pt>
                <c:pt idx="3137">
                  <c:v>23-07-2012</c:v>
                </c:pt>
                <c:pt idx="3138">
                  <c:v>24-07-2012</c:v>
                </c:pt>
                <c:pt idx="3139">
                  <c:v>25-07-2012</c:v>
                </c:pt>
                <c:pt idx="3140">
                  <c:v>26-07-2012</c:v>
                </c:pt>
                <c:pt idx="3141">
                  <c:v>27-07-2012</c:v>
                </c:pt>
                <c:pt idx="3142">
                  <c:v>30-07-2012</c:v>
                </c:pt>
                <c:pt idx="3143">
                  <c:v>31-07-2012</c:v>
                </c:pt>
                <c:pt idx="3144">
                  <c:v>01-08-2012</c:v>
                </c:pt>
                <c:pt idx="3145">
                  <c:v>02-08-2012</c:v>
                </c:pt>
                <c:pt idx="3146">
                  <c:v>03-08-2012</c:v>
                </c:pt>
                <c:pt idx="3147">
                  <c:v>06-08-2012</c:v>
                </c:pt>
                <c:pt idx="3148">
                  <c:v>07-08-2012</c:v>
                </c:pt>
                <c:pt idx="3149">
                  <c:v>08-08-2012</c:v>
                </c:pt>
                <c:pt idx="3150">
                  <c:v>09-08-2012</c:v>
                </c:pt>
                <c:pt idx="3151">
                  <c:v>10-08-2012</c:v>
                </c:pt>
                <c:pt idx="3152">
                  <c:v>13-08-2012</c:v>
                </c:pt>
                <c:pt idx="3153">
                  <c:v>14-08-2012</c:v>
                </c:pt>
                <c:pt idx="3154">
                  <c:v>16-08-2012</c:v>
                </c:pt>
                <c:pt idx="3155">
                  <c:v>17-08-2012</c:v>
                </c:pt>
                <c:pt idx="3156">
                  <c:v>21-08-2012</c:v>
                </c:pt>
                <c:pt idx="3157">
                  <c:v>22-08-2012</c:v>
                </c:pt>
                <c:pt idx="3158">
                  <c:v>23-08-2012</c:v>
                </c:pt>
                <c:pt idx="3159">
                  <c:v>24-08-2012</c:v>
                </c:pt>
                <c:pt idx="3160">
                  <c:v>27-08-2012</c:v>
                </c:pt>
                <c:pt idx="3161">
                  <c:v>28-08-2012</c:v>
                </c:pt>
                <c:pt idx="3162">
                  <c:v>29-08-2012</c:v>
                </c:pt>
                <c:pt idx="3163">
                  <c:v>30-08-2012</c:v>
                </c:pt>
                <c:pt idx="3164">
                  <c:v>31-08-2012</c:v>
                </c:pt>
                <c:pt idx="3165">
                  <c:v>03-09-2012</c:v>
                </c:pt>
                <c:pt idx="3166">
                  <c:v>04-09-2012</c:v>
                </c:pt>
                <c:pt idx="3167">
                  <c:v>05-09-2012</c:v>
                </c:pt>
                <c:pt idx="3168">
                  <c:v>06-09-2012</c:v>
                </c:pt>
                <c:pt idx="3169">
                  <c:v>07-09-2012</c:v>
                </c:pt>
                <c:pt idx="3170">
                  <c:v>08-09-2012</c:v>
                </c:pt>
                <c:pt idx="3171">
                  <c:v>10-09-2012</c:v>
                </c:pt>
                <c:pt idx="3172">
                  <c:v>11-09-2012</c:v>
                </c:pt>
                <c:pt idx="3173">
                  <c:v>12-09-2012</c:v>
                </c:pt>
                <c:pt idx="3174">
                  <c:v>13-09-2012</c:v>
                </c:pt>
                <c:pt idx="3175">
                  <c:v>14-09-2012</c:v>
                </c:pt>
                <c:pt idx="3176">
                  <c:v>17-09-2012</c:v>
                </c:pt>
                <c:pt idx="3177">
                  <c:v>18-09-2012</c:v>
                </c:pt>
                <c:pt idx="3178">
                  <c:v>20-09-2012</c:v>
                </c:pt>
                <c:pt idx="3179">
                  <c:v>21-09-2012</c:v>
                </c:pt>
                <c:pt idx="3180">
                  <c:v>24-09-2012</c:v>
                </c:pt>
                <c:pt idx="3181">
                  <c:v>25-09-2012</c:v>
                </c:pt>
                <c:pt idx="3182">
                  <c:v>26-09-2012</c:v>
                </c:pt>
                <c:pt idx="3183">
                  <c:v>27-09-2012</c:v>
                </c:pt>
                <c:pt idx="3184">
                  <c:v>28-09-2012</c:v>
                </c:pt>
                <c:pt idx="3185">
                  <c:v>01-10-2012</c:v>
                </c:pt>
                <c:pt idx="3186">
                  <c:v>03-10-2012</c:v>
                </c:pt>
                <c:pt idx="3187">
                  <c:v>04-10-2012</c:v>
                </c:pt>
                <c:pt idx="3188">
                  <c:v>05-10-2012</c:v>
                </c:pt>
                <c:pt idx="3189">
                  <c:v>08-10-2012</c:v>
                </c:pt>
                <c:pt idx="3190">
                  <c:v>09-10-2012</c:v>
                </c:pt>
                <c:pt idx="3191">
                  <c:v>10-10-2012</c:v>
                </c:pt>
                <c:pt idx="3192">
                  <c:v>11-10-2012</c:v>
                </c:pt>
                <c:pt idx="3193">
                  <c:v>12-10-2012</c:v>
                </c:pt>
                <c:pt idx="3194">
                  <c:v>15-10-2012</c:v>
                </c:pt>
                <c:pt idx="3195">
                  <c:v>16-10-2012</c:v>
                </c:pt>
                <c:pt idx="3196">
                  <c:v>17-10-2012</c:v>
                </c:pt>
                <c:pt idx="3197">
                  <c:v>18-10-2012</c:v>
                </c:pt>
                <c:pt idx="3198">
                  <c:v>19-10-2012</c:v>
                </c:pt>
                <c:pt idx="3199">
                  <c:v>22-10-2012</c:v>
                </c:pt>
                <c:pt idx="3200">
                  <c:v>23-10-2012</c:v>
                </c:pt>
                <c:pt idx="3201">
                  <c:v>25-10-2012</c:v>
                </c:pt>
                <c:pt idx="3202">
                  <c:v>26-10-2012</c:v>
                </c:pt>
                <c:pt idx="3203">
                  <c:v>29-10-2012</c:v>
                </c:pt>
                <c:pt idx="3204">
                  <c:v>30-10-2012</c:v>
                </c:pt>
                <c:pt idx="3205">
                  <c:v>31-10-2012</c:v>
                </c:pt>
                <c:pt idx="3206">
                  <c:v>01-11-2012</c:v>
                </c:pt>
                <c:pt idx="3207">
                  <c:v>02-11-2012</c:v>
                </c:pt>
                <c:pt idx="3208">
                  <c:v>05-11-2012</c:v>
                </c:pt>
                <c:pt idx="3209">
                  <c:v>06-11-2012</c:v>
                </c:pt>
                <c:pt idx="3210">
                  <c:v>07-11-2012</c:v>
                </c:pt>
                <c:pt idx="3211">
                  <c:v>08-11-2012</c:v>
                </c:pt>
                <c:pt idx="3212">
                  <c:v>09-11-2012</c:v>
                </c:pt>
                <c:pt idx="3213">
                  <c:v>12-11-2012</c:v>
                </c:pt>
                <c:pt idx="3214">
                  <c:v>13-11-2012</c:v>
                </c:pt>
                <c:pt idx="3215">
                  <c:v>15-11-2012</c:v>
                </c:pt>
                <c:pt idx="3216">
                  <c:v>16-11-2012</c:v>
                </c:pt>
                <c:pt idx="3217">
                  <c:v>19-11-2012</c:v>
                </c:pt>
                <c:pt idx="3218">
                  <c:v>20-11-2012</c:v>
                </c:pt>
                <c:pt idx="3219">
                  <c:v>21-11-2012</c:v>
                </c:pt>
                <c:pt idx="3220">
                  <c:v>22-11-2012</c:v>
                </c:pt>
                <c:pt idx="3221">
                  <c:v>23-11-2012</c:v>
                </c:pt>
                <c:pt idx="3222">
                  <c:v>26-11-2012</c:v>
                </c:pt>
                <c:pt idx="3223">
                  <c:v>27-11-2012</c:v>
                </c:pt>
                <c:pt idx="3224">
                  <c:v>29-11-2012</c:v>
                </c:pt>
                <c:pt idx="3225">
                  <c:v>30-11-2012</c:v>
                </c:pt>
                <c:pt idx="3226">
                  <c:v>03-12-2012</c:v>
                </c:pt>
                <c:pt idx="3227">
                  <c:v>04-12-2012</c:v>
                </c:pt>
                <c:pt idx="3228">
                  <c:v>05-12-2012</c:v>
                </c:pt>
                <c:pt idx="3229">
                  <c:v>06-12-2012</c:v>
                </c:pt>
                <c:pt idx="3230">
                  <c:v>07-12-2012</c:v>
                </c:pt>
                <c:pt idx="3231">
                  <c:v>10-12-2012</c:v>
                </c:pt>
                <c:pt idx="3232">
                  <c:v>11-12-2012</c:v>
                </c:pt>
                <c:pt idx="3233">
                  <c:v>12-12-2012</c:v>
                </c:pt>
                <c:pt idx="3234">
                  <c:v>13-12-2012</c:v>
                </c:pt>
                <c:pt idx="3235">
                  <c:v>14-12-2012</c:v>
                </c:pt>
                <c:pt idx="3236">
                  <c:v>17-12-2012</c:v>
                </c:pt>
                <c:pt idx="3237">
                  <c:v>18-12-2012</c:v>
                </c:pt>
                <c:pt idx="3238">
                  <c:v>19-12-2012</c:v>
                </c:pt>
                <c:pt idx="3239">
                  <c:v>20-12-2012</c:v>
                </c:pt>
                <c:pt idx="3240">
                  <c:v>21-12-2012</c:v>
                </c:pt>
                <c:pt idx="3241">
                  <c:v>24-12-2012</c:v>
                </c:pt>
                <c:pt idx="3242">
                  <c:v>26-12-2012</c:v>
                </c:pt>
                <c:pt idx="3243">
                  <c:v>27-12-2012</c:v>
                </c:pt>
                <c:pt idx="3244">
                  <c:v>28-12-2012</c:v>
                </c:pt>
                <c:pt idx="3245">
                  <c:v>31-12-2012</c:v>
                </c:pt>
                <c:pt idx="3246">
                  <c:v>01-01-2013</c:v>
                </c:pt>
                <c:pt idx="3247">
                  <c:v>02-01-2013</c:v>
                </c:pt>
                <c:pt idx="3248">
                  <c:v>03-01-2013</c:v>
                </c:pt>
                <c:pt idx="3249">
                  <c:v>04-01-2013</c:v>
                </c:pt>
                <c:pt idx="3250">
                  <c:v>07-01-2013</c:v>
                </c:pt>
                <c:pt idx="3251">
                  <c:v>08-01-2013</c:v>
                </c:pt>
                <c:pt idx="3252">
                  <c:v>09-01-2013</c:v>
                </c:pt>
                <c:pt idx="3253">
                  <c:v>10-01-2013</c:v>
                </c:pt>
                <c:pt idx="3254">
                  <c:v>11-01-2013</c:v>
                </c:pt>
                <c:pt idx="3255">
                  <c:v>14-01-2013</c:v>
                </c:pt>
                <c:pt idx="3256">
                  <c:v>15-01-2013</c:v>
                </c:pt>
                <c:pt idx="3257">
                  <c:v>16-01-2013</c:v>
                </c:pt>
                <c:pt idx="3258">
                  <c:v>17-01-2013</c:v>
                </c:pt>
                <c:pt idx="3259">
                  <c:v>18-01-2013</c:v>
                </c:pt>
                <c:pt idx="3260">
                  <c:v>21-01-2013</c:v>
                </c:pt>
                <c:pt idx="3261">
                  <c:v>22-01-2013</c:v>
                </c:pt>
                <c:pt idx="3262">
                  <c:v>23-01-2013</c:v>
                </c:pt>
                <c:pt idx="3263">
                  <c:v>24-01-2013</c:v>
                </c:pt>
                <c:pt idx="3264">
                  <c:v>25-01-2013</c:v>
                </c:pt>
                <c:pt idx="3265">
                  <c:v>28-01-2013</c:v>
                </c:pt>
                <c:pt idx="3266">
                  <c:v>29-01-2013</c:v>
                </c:pt>
                <c:pt idx="3267">
                  <c:v>30-01-2013</c:v>
                </c:pt>
                <c:pt idx="3268">
                  <c:v>31-01-2013</c:v>
                </c:pt>
                <c:pt idx="3269">
                  <c:v>01-02-2013</c:v>
                </c:pt>
                <c:pt idx="3270">
                  <c:v>04-02-2013</c:v>
                </c:pt>
                <c:pt idx="3271">
                  <c:v>05-02-2013</c:v>
                </c:pt>
                <c:pt idx="3272">
                  <c:v>06-02-2013</c:v>
                </c:pt>
                <c:pt idx="3273">
                  <c:v>07-02-2013</c:v>
                </c:pt>
                <c:pt idx="3274">
                  <c:v>08-02-2013</c:v>
                </c:pt>
                <c:pt idx="3275">
                  <c:v>11-02-2013</c:v>
                </c:pt>
                <c:pt idx="3276">
                  <c:v>12-02-2013</c:v>
                </c:pt>
                <c:pt idx="3277">
                  <c:v>13-02-2013</c:v>
                </c:pt>
                <c:pt idx="3278">
                  <c:v>14-02-2013</c:v>
                </c:pt>
                <c:pt idx="3279">
                  <c:v>15-02-2013</c:v>
                </c:pt>
                <c:pt idx="3280">
                  <c:v>18-02-2013</c:v>
                </c:pt>
                <c:pt idx="3281">
                  <c:v>19-02-2013</c:v>
                </c:pt>
                <c:pt idx="3282">
                  <c:v>20-02-2013</c:v>
                </c:pt>
                <c:pt idx="3283">
                  <c:v>21-02-2013</c:v>
                </c:pt>
                <c:pt idx="3284">
                  <c:v>22-02-2013</c:v>
                </c:pt>
                <c:pt idx="3285">
                  <c:v>25-02-2013</c:v>
                </c:pt>
                <c:pt idx="3286">
                  <c:v>26-02-2013</c:v>
                </c:pt>
                <c:pt idx="3287">
                  <c:v>27-02-2013</c:v>
                </c:pt>
                <c:pt idx="3288">
                  <c:v>28-02-2013</c:v>
                </c:pt>
                <c:pt idx="3289">
                  <c:v>01-03-2013</c:v>
                </c:pt>
                <c:pt idx="3290">
                  <c:v>04-03-2013</c:v>
                </c:pt>
                <c:pt idx="3291">
                  <c:v>05-03-2013</c:v>
                </c:pt>
                <c:pt idx="3292">
                  <c:v>06-03-2013</c:v>
                </c:pt>
                <c:pt idx="3293">
                  <c:v>07-03-2013</c:v>
                </c:pt>
                <c:pt idx="3294">
                  <c:v>08-03-2013</c:v>
                </c:pt>
                <c:pt idx="3295">
                  <c:v>11-03-2013</c:v>
                </c:pt>
                <c:pt idx="3296">
                  <c:v>12-03-2013</c:v>
                </c:pt>
                <c:pt idx="3297">
                  <c:v>13-03-2013</c:v>
                </c:pt>
                <c:pt idx="3298">
                  <c:v>14-03-2013</c:v>
                </c:pt>
                <c:pt idx="3299">
                  <c:v>15-03-2013</c:v>
                </c:pt>
                <c:pt idx="3300">
                  <c:v>18-03-2013</c:v>
                </c:pt>
                <c:pt idx="3301">
                  <c:v>19-03-2013</c:v>
                </c:pt>
                <c:pt idx="3302">
                  <c:v>20-03-2013</c:v>
                </c:pt>
                <c:pt idx="3303">
                  <c:v>21-03-2013</c:v>
                </c:pt>
                <c:pt idx="3304">
                  <c:v>22-03-2013</c:v>
                </c:pt>
                <c:pt idx="3305">
                  <c:v>25-03-2013</c:v>
                </c:pt>
                <c:pt idx="3306">
                  <c:v>26-03-2013</c:v>
                </c:pt>
                <c:pt idx="3307">
                  <c:v>28-03-2013</c:v>
                </c:pt>
                <c:pt idx="3308">
                  <c:v>01-04-2013</c:v>
                </c:pt>
                <c:pt idx="3309">
                  <c:v>02-04-2013</c:v>
                </c:pt>
                <c:pt idx="3310">
                  <c:v>03-04-2013</c:v>
                </c:pt>
                <c:pt idx="3311">
                  <c:v>04-04-2013</c:v>
                </c:pt>
                <c:pt idx="3312">
                  <c:v>05-04-2013</c:v>
                </c:pt>
                <c:pt idx="3313">
                  <c:v>08-04-2013</c:v>
                </c:pt>
                <c:pt idx="3314">
                  <c:v>09-04-2013</c:v>
                </c:pt>
                <c:pt idx="3315">
                  <c:v>10-04-2013</c:v>
                </c:pt>
                <c:pt idx="3316">
                  <c:v>11-04-2013</c:v>
                </c:pt>
                <c:pt idx="3317">
                  <c:v>12-04-2013</c:v>
                </c:pt>
                <c:pt idx="3318">
                  <c:v>15-04-2013</c:v>
                </c:pt>
                <c:pt idx="3319">
                  <c:v>16-04-2013</c:v>
                </c:pt>
                <c:pt idx="3320">
                  <c:v>17-04-2013</c:v>
                </c:pt>
                <c:pt idx="3321">
                  <c:v>18-04-2013</c:v>
                </c:pt>
                <c:pt idx="3322">
                  <c:v>22-04-2013</c:v>
                </c:pt>
                <c:pt idx="3323">
                  <c:v>23-04-2013</c:v>
                </c:pt>
                <c:pt idx="3324">
                  <c:v>25-04-2013</c:v>
                </c:pt>
                <c:pt idx="3325">
                  <c:v>26-04-2013</c:v>
                </c:pt>
                <c:pt idx="3326">
                  <c:v>29-04-2013</c:v>
                </c:pt>
                <c:pt idx="3327">
                  <c:v>30-04-2013</c:v>
                </c:pt>
                <c:pt idx="3328">
                  <c:v>02-05-2013</c:v>
                </c:pt>
                <c:pt idx="3329">
                  <c:v>03-05-2013</c:v>
                </c:pt>
                <c:pt idx="3330">
                  <c:v>06-05-2013</c:v>
                </c:pt>
                <c:pt idx="3331">
                  <c:v>07-05-2013</c:v>
                </c:pt>
                <c:pt idx="3332">
                  <c:v>08-05-2013</c:v>
                </c:pt>
                <c:pt idx="3333">
                  <c:v>09-05-2013</c:v>
                </c:pt>
                <c:pt idx="3334">
                  <c:v>10-05-2013</c:v>
                </c:pt>
                <c:pt idx="3335">
                  <c:v>11-05-2013</c:v>
                </c:pt>
                <c:pt idx="3336">
                  <c:v>13-05-2013</c:v>
                </c:pt>
                <c:pt idx="3337">
                  <c:v>14-05-2013</c:v>
                </c:pt>
                <c:pt idx="3338">
                  <c:v>15-05-2013</c:v>
                </c:pt>
                <c:pt idx="3339">
                  <c:v>16-05-2013</c:v>
                </c:pt>
                <c:pt idx="3340">
                  <c:v>17-05-2013</c:v>
                </c:pt>
                <c:pt idx="3341">
                  <c:v>20-05-2013</c:v>
                </c:pt>
                <c:pt idx="3342">
                  <c:v>21-05-2013</c:v>
                </c:pt>
                <c:pt idx="3343">
                  <c:v>22-05-2013</c:v>
                </c:pt>
                <c:pt idx="3344">
                  <c:v>23-05-2013</c:v>
                </c:pt>
                <c:pt idx="3345">
                  <c:v>24-05-2013</c:v>
                </c:pt>
                <c:pt idx="3346">
                  <c:v>27-05-2013</c:v>
                </c:pt>
                <c:pt idx="3347">
                  <c:v>28-05-2013</c:v>
                </c:pt>
                <c:pt idx="3348">
                  <c:v>29-05-2013</c:v>
                </c:pt>
                <c:pt idx="3349">
                  <c:v>30-05-2013</c:v>
                </c:pt>
                <c:pt idx="3350">
                  <c:v>31-05-2013</c:v>
                </c:pt>
                <c:pt idx="3351">
                  <c:v>03-06-2013</c:v>
                </c:pt>
                <c:pt idx="3352">
                  <c:v>04-06-2013</c:v>
                </c:pt>
                <c:pt idx="3353">
                  <c:v>05-06-2013</c:v>
                </c:pt>
                <c:pt idx="3354">
                  <c:v>06-06-2013</c:v>
                </c:pt>
                <c:pt idx="3355">
                  <c:v>07-06-2013</c:v>
                </c:pt>
                <c:pt idx="3356">
                  <c:v>10-06-2013</c:v>
                </c:pt>
                <c:pt idx="3357">
                  <c:v>11-06-2013</c:v>
                </c:pt>
                <c:pt idx="3358">
                  <c:v>12-06-2013</c:v>
                </c:pt>
                <c:pt idx="3359">
                  <c:v>13-06-2013</c:v>
                </c:pt>
                <c:pt idx="3360">
                  <c:v>14-06-2013</c:v>
                </c:pt>
                <c:pt idx="3361">
                  <c:v>17-06-2013</c:v>
                </c:pt>
                <c:pt idx="3362">
                  <c:v>18-06-2013</c:v>
                </c:pt>
                <c:pt idx="3363">
                  <c:v>19-06-2013</c:v>
                </c:pt>
                <c:pt idx="3364">
                  <c:v>20-06-2013</c:v>
                </c:pt>
                <c:pt idx="3365">
                  <c:v>21-06-2013</c:v>
                </c:pt>
                <c:pt idx="3366">
                  <c:v>24-06-2013</c:v>
                </c:pt>
                <c:pt idx="3367">
                  <c:v>25-06-2013</c:v>
                </c:pt>
                <c:pt idx="3368">
                  <c:v>26-06-2013</c:v>
                </c:pt>
                <c:pt idx="3369">
                  <c:v>27-06-2013</c:v>
                </c:pt>
                <c:pt idx="3370">
                  <c:v>28-06-2013</c:v>
                </c:pt>
                <c:pt idx="3371">
                  <c:v>01-07-2013</c:v>
                </c:pt>
                <c:pt idx="3372">
                  <c:v>02-07-2013</c:v>
                </c:pt>
                <c:pt idx="3373">
                  <c:v>03-07-2013</c:v>
                </c:pt>
                <c:pt idx="3374">
                  <c:v>04-07-2013</c:v>
                </c:pt>
                <c:pt idx="3375">
                  <c:v>05-07-2013</c:v>
                </c:pt>
                <c:pt idx="3376">
                  <c:v>08-07-2013</c:v>
                </c:pt>
                <c:pt idx="3377">
                  <c:v>09-07-2013</c:v>
                </c:pt>
                <c:pt idx="3378">
                  <c:v>10-07-2013</c:v>
                </c:pt>
                <c:pt idx="3379">
                  <c:v>11-07-2013</c:v>
                </c:pt>
                <c:pt idx="3380">
                  <c:v>12-07-2013</c:v>
                </c:pt>
                <c:pt idx="3381">
                  <c:v>15-07-2013</c:v>
                </c:pt>
                <c:pt idx="3382">
                  <c:v>16-07-2013</c:v>
                </c:pt>
                <c:pt idx="3383">
                  <c:v>17-07-2013</c:v>
                </c:pt>
                <c:pt idx="3384">
                  <c:v>18-07-2013</c:v>
                </c:pt>
                <c:pt idx="3385">
                  <c:v>19-07-2013</c:v>
                </c:pt>
                <c:pt idx="3386">
                  <c:v>22-07-2013</c:v>
                </c:pt>
                <c:pt idx="3387">
                  <c:v>23-07-2013</c:v>
                </c:pt>
                <c:pt idx="3388">
                  <c:v>24-07-2013</c:v>
                </c:pt>
                <c:pt idx="3389">
                  <c:v>25-07-2013</c:v>
                </c:pt>
                <c:pt idx="3390">
                  <c:v>26-07-2013</c:v>
                </c:pt>
                <c:pt idx="3391">
                  <c:v>29-07-2013</c:v>
                </c:pt>
                <c:pt idx="3392">
                  <c:v>30-07-2013</c:v>
                </c:pt>
                <c:pt idx="3393">
                  <c:v>31-07-2013</c:v>
                </c:pt>
                <c:pt idx="3394">
                  <c:v>01-08-2013</c:v>
                </c:pt>
                <c:pt idx="3395">
                  <c:v>02-08-2013</c:v>
                </c:pt>
                <c:pt idx="3396">
                  <c:v>05-08-2013</c:v>
                </c:pt>
                <c:pt idx="3397">
                  <c:v>06-08-2013</c:v>
                </c:pt>
                <c:pt idx="3398">
                  <c:v>07-08-2013</c:v>
                </c:pt>
                <c:pt idx="3399">
                  <c:v>08-08-2013</c:v>
                </c:pt>
                <c:pt idx="3400">
                  <c:v>12-08-2013</c:v>
                </c:pt>
                <c:pt idx="3401">
                  <c:v>13-08-2013</c:v>
                </c:pt>
                <c:pt idx="3402">
                  <c:v>14-08-2013</c:v>
                </c:pt>
                <c:pt idx="3403">
                  <c:v>16-08-2013</c:v>
                </c:pt>
                <c:pt idx="3404">
                  <c:v>19-08-2013</c:v>
                </c:pt>
                <c:pt idx="3405">
                  <c:v>20-08-2013</c:v>
                </c:pt>
                <c:pt idx="3406">
                  <c:v>21-08-2013</c:v>
                </c:pt>
                <c:pt idx="3407">
                  <c:v>22-08-2013</c:v>
                </c:pt>
                <c:pt idx="3408">
                  <c:v>23-08-2013</c:v>
                </c:pt>
                <c:pt idx="3409">
                  <c:v>26-08-2013</c:v>
                </c:pt>
                <c:pt idx="3410">
                  <c:v>27-08-2013</c:v>
                </c:pt>
                <c:pt idx="3411">
                  <c:v>28-08-2013</c:v>
                </c:pt>
                <c:pt idx="3412">
                  <c:v>29-08-2013</c:v>
                </c:pt>
                <c:pt idx="3413">
                  <c:v>30-08-2013</c:v>
                </c:pt>
                <c:pt idx="3414">
                  <c:v>02-09-2013</c:v>
                </c:pt>
                <c:pt idx="3415">
                  <c:v>03-09-2013</c:v>
                </c:pt>
                <c:pt idx="3416">
                  <c:v>04-09-2013</c:v>
                </c:pt>
                <c:pt idx="3417">
                  <c:v>05-09-2013</c:v>
                </c:pt>
                <c:pt idx="3418">
                  <c:v>06-09-2013</c:v>
                </c:pt>
                <c:pt idx="3419">
                  <c:v>10-09-2013</c:v>
                </c:pt>
                <c:pt idx="3420">
                  <c:v>11-09-2013</c:v>
                </c:pt>
                <c:pt idx="3421">
                  <c:v>12-09-2013</c:v>
                </c:pt>
                <c:pt idx="3422">
                  <c:v>13-09-2013</c:v>
                </c:pt>
                <c:pt idx="3423">
                  <c:v>16-09-2013</c:v>
                </c:pt>
                <c:pt idx="3424">
                  <c:v>17-09-2013</c:v>
                </c:pt>
                <c:pt idx="3425">
                  <c:v>18-09-2013</c:v>
                </c:pt>
                <c:pt idx="3426">
                  <c:v>19-09-2013</c:v>
                </c:pt>
                <c:pt idx="3427">
                  <c:v>20-09-2013</c:v>
                </c:pt>
                <c:pt idx="3428">
                  <c:v>23-09-2013</c:v>
                </c:pt>
                <c:pt idx="3429">
                  <c:v>24-09-2013</c:v>
                </c:pt>
                <c:pt idx="3430">
                  <c:v>25-09-2013</c:v>
                </c:pt>
                <c:pt idx="3431">
                  <c:v>26-09-2013</c:v>
                </c:pt>
                <c:pt idx="3432">
                  <c:v>27-09-2013</c:v>
                </c:pt>
                <c:pt idx="3433">
                  <c:v>30-09-2013</c:v>
                </c:pt>
                <c:pt idx="3434">
                  <c:v>01-10-2013</c:v>
                </c:pt>
                <c:pt idx="3435">
                  <c:v>03-10-2013</c:v>
                </c:pt>
                <c:pt idx="3436">
                  <c:v>04-10-2013</c:v>
                </c:pt>
                <c:pt idx="3437">
                  <c:v>07-10-2013</c:v>
                </c:pt>
                <c:pt idx="3438">
                  <c:v>08-10-2013</c:v>
                </c:pt>
                <c:pt idx="3439">
                  <c:v>09-10-2013</c:v>
                </c:pt>
                <c:pt idx="3440">
                  <c:v>10-10-2013</c:v>
                </c:pt>
                <c:pt idx="3441">
                  <c:v>11-10-2013</c:v>
                </c:pt>
                <c:pt idx="3442">
                  <c:v>14-10-2013</c:v>
                </c:pt>
                <c:pt idx="3443">
                  <c:v>15-10-2013</c:v>
                </c:pt>
                <c:pt idx="3444">
                  <c:v>17-10-2013</c:v>
                </c:pt>
                <c:pt idx="3445">
                  <c:v>18-10-2013</c:v>
                </c:pt>
                <c:pt idx="3446">
                  <c:v>21-10-2013</c:v>
                </c:pt>
                <c:pt idx="3447">
                  <c:v>22-10-2013</c:v>
                </c:pt>
                <c:pt idx="3448">
                  <c:v>23-10-2013</c:v>
                </c:pt>
                <c:pt idx="3449">
                  <c:v>24-10-2013</c:v>
                </c:pt>
                <c:pt idx="3450">
                  <c:v>25-10-2013</c:v>
                </c:pt>
                <c:pt idx="3451">
                  <c:v>28-10-2013</c:v>
                </c:pt>
                <c:pt idx="3452">
                  <c:v>29-10-2013</c:v>
                </c:pt>
                <c:pt idx="3453">
                  <c:v>30-10-2013</c:v>
                </c:pt>
                <c:pt idx="3454">
                  <c:v>31-10-2013</c:v>
                </c:pt>
                <c:pt idx="3455">
                  <c:v>01-11-2013</c:v>
                </c:pt>
                <c:pt idx="3456">
                  <c:v>03-11-2013</c:v>
                </c:pt>
                <c:pt idx="3457">
                  <c:v>05-11-2013</c:v>
                </c:pt>
                <c:pt idx="3458">
                  <c:v>06-11-2013</c:v>
                </c:pt>
                <c:pt idx="3459">
                  <c:v>07-11-2013</c:v>
                </c:pt>
                <c:pt idx="3460">
                  <c:v>08-11-2013</c:v>
                </c:pt>
                <c:pt idx="3461">
                  <c:v>11-11-2013</c:v>
                </c:pt>
                <c:pt idx="3462">
                  <c:v>12-11-2013</c:v>
                </c:pt>
                <c:pt idx="3463">
                  <c:v>13-11-2013</c:v>
                </c:pt>
                <c:pt idx="3464">
                  <c:v>14-11-2013</c:v>
                </c:pt>
                <c:pt idx="3465">
                  <c:v>18-11-2013</c:v>
                </c:pt>
                <c:pt idx="3466">
                  <c:v>19-11-2013</c:v>
                </c:pt>
                <c:pt idx="3467">
                  <c:v>20-11-2013</c:v>
                </c:pt>
                <c:pt idx="3468">
                  <c:v>21-11-2013</c:v>
                </c:pt>
                <c:pt idx="3469">
                  <c:v>22-11-2013</c:v>
                </c:pt>
                <c:pt idx="3470">
                  <c:v>25-11-2013</c:v>
                </c:pt>
                <c:pt idx="3471">
                  <c:v>26-11-2013</c:v>
                </c:pt>
                <c:pt idx="3472">
                  <c:v>27-11-2013</c:v>
                </c:pt>
                <c:pt idx="3473">
                  <c:v>28-11-2013</c:v>
                </c:pt>
                <c:pt idx="3474">
                  <c:v>29-11-2013</c:v>
                </c:pt>
                <c:pt idx="3475">
                  <c:v>02-12-2013</c:v>
                </c:pt>
                <c:pt idx="3476">
                  <c:v>03-12-2013</c:v>
                </c:pt>
                <c:pt idx="3477">
                  <c:v>04-12-2013</c:v>
                </c:pt>
                <c:pt idx="3478">
                  <c:v>05-12-2013</c:v>
                </c:pt>
                <c:pt idx="3479">
                  <c:v>06-12-2013</c:v>
                </c:pt>
                <c:pt idx="3480">
                  <c:v>09-12-2013</c:v>
                </c:pt>
                <c:pt idx="3481">
                  <c:v>10-12-2013</c:v>
                </c:pt>
                <c:pt idx="3482">
                  <c:v>11-12-2013</c:v>
                </c:pt>
                <c:pt idx="3483">
                  <c:v>12-12-2013</c:v>
                </c:pt>
                <c:pt idx="3484">
                  <c:v>13-12-2013</c:v>
                </c:pt>
                <c:pt idx="3485">
                  <c:v>16-12-2013</c:v>
                </c:pt>
                <c:pt idx="3486">
                  <c:v>17-12-2013</c:v>
                </c:pt>
                <c:pt idx="3487">
                  <c:v>18-12-2013</c:v>
                </c:pt>
                <c:pt idx="3488">
                  <c:v>19-12-2013</c:v>
                </c:pt>
                <c:pt idx="3489">
                  <c:v>20-12-2013</c:v>
                </c:pt>
                <c:pt idx="3490">
                  <c:v>23-12-2013</c:v>
                </c:pt>
                <c:pt idx="3491">
                  <c:v>24-12-2013</c:v>
                </c:pt>
                <c:pt idx="3492">
                  <c:v>26-12-2013</c:v>
                </c:pt>
                <c:pt idx="3493">
                  <c:v>27-12-2013</c:v>
                </c:pt>
                <c:pt idx="3494">
                  <c:v>30-12-2013</c:v>
                </c:pt>
                <c:pt idx="3495">
                  <c:v>31-12-2013</c:v>
                </c:pt>
                <c:pt idx="3496">
                  <c:v>01-01-2014</c:v>
                </c:pt>
                <c:pt idx="3497">
                  <c:v>02-01-2014</c:v>
                </c:pt>
                <c:pt idx="3498">
                  <c:v>03-01-2014</c:v>
                </c:pt>
                <c:pt idx="3499">
                  <c:v>06-01-2014</c:v>
                </c:pt>
                <c:pt idx="3500">
                  <c:v>07-01-2014</c:v>
                </c:pt>
                <c:pt idx="3501">
                  <c:v>08-01-2014</c:v>
                </c:pt>
                <c:pt idx="3502">
                  <c:v>09-01-2014</c:v>
                </c:pt>
                <c:pt idx="3503">
                  <c:v>10-01-2014</c:v>
                </c:pt>
                <c:pt idx="3504">
                  <c:v>13-01-2014</c:v>
                </c:pt>
                <c:pt idx="3505">
                  <c:v>14-01-2014</c:v>
                </c:pt>
                <c:pt idx="3506">
                  <c:v>15-01-2014</c:v>
                </c:pt>
                <c:pt idx="3507">
                  <c:v>16-01-2014</c:v>
                </c:pt>
                <c:pt idx="3508">
                  <c:v>17-01-2014</c:v>
                </c:pt>
                <c:pt idx="3509">
                  <c:v>20-01-2014</c:v>
                </c:pt>
                <c:pt idx="3510">
                  <c:v>21-01-2014</c:v>
                </c:pt>
                <c:pt idx="3511">
                  <c:v>22-01-2014</c:v>
                </c:pt>
                <c:pt idx="3512">
                  <c:v>23-01-2014</c:v>
                </c:pt>
                <c:pt idx="3513">
                  <c:v>24-01-2014</c:v>
                </c:pt>
                <c:pt idx="3514">
                  <c:v>27-01-2014</c:v>
                </c:pt>
                <c:pt idx="3515">
                  <c:v>28-01-2014</c:v>
                </c:pt>
                <c:pt idx="3516">
                  <c:v>29-01-2014</c:v>
                </c:pt>
                <c:pt idx="3517">
                  <c:v>30-01-2014</c:v>
                </c:pt>
                <c:pt idx="3518">
                  <c:v>31-01-2014</c:v>
                </c:pt>
                <c:pt idx="3519">
                  <c:v>03-02-2014</c:v>
                </c:pt>
                <c:pt idx="3520">
                  <c:v>04-02-2014</c:v>
                </c:pt>
                <c:pt idx="3521">
                  <c:v>05-02-2014</c:v>
                </c:pt>
                <c:pt idx="3522">
                  <c:v>06-02-2014</c:v>
                </c:pt>
                <c:pt idx="3523">
                  <c:v>07-02-2014</c:v>
                </c:pt>
                <c:pt idx="3524">
                  <c:v>10-02-2014</c:v>
                </c:pt>
                <c:pt idx="3525">
                  <c:v>11-02-2014</c:v>
                </c:pt>
                <c:pt idx="3526">
                  <c:v>12-02-2014</c:v>
                </c:pt>
                <c:pt idx="3527">
                  <c:v>13-02-2014</c:v>
                </c:pt>
                <c:pt idx="3528">
                  <c:v>14-02-2014</c:v>
                </c:pt>
                <c:pt idx="3529">
                  <c:v>17-02-2014</c:v>
                </c:pt>
                <c:pt idx="3530">
                  <c:v>18-02-2014</c:v>
                </c:pt>
                <c:pt idx="3531">
                  <c:v>19-02-2014</c:v>
                </c:pt>
                <c:pt idx="3532">
                  <c:v>20-02-2014</c:v>
                </c:pt>
                <c:pt idx="3533">
                  <c:v>21-02-2014</c:v>
                </c:pt>
                <c:pt idx="3534">
                  <c:v>24-02-2014</c:v>
                </c:pt>
                <c:pt idx="3535">
                  <c:v>25-02-2014</c:v>
                </c:pt>
                <c:pt idx="3536">
                  <c:v>26-02-2014</c:v>
                </c:pt>
                <c:pt idx="3537">
                  <c:v>28-02-2014</c:v>
                </c:pt>
                <c:pt idx="3538">
                  <c:v>03-03-2014</c:v>
                </c:pt>
                <c:pt idx="3539">
                  <c:v>04-03-2014</c:v>
                </c:pt>
                <c:pt idx="3540">
                  <c:v>05-03-2014</c:v>
                </c:pt>
                <c:pt idx="3541">
                  <c:v>06-03-2014</c:v>
                </c:pt>
                <c:pt idx="3542">
                  <c:v>07-03-2014</c:v>
                </c:pt>
                <c:pt idx="3543">
                  <c:v>10-03-2014</c:v>
                </c:pt>
                <c:pt idx="3544">
                  <c:v>11-03-2014</c:v>
                </c:pt>
                <c:pt idx="3545">
                  <c:v>12-03-2014</c:v>
                </c:pt>
                <c:pt idx="3546">
                  <c:v>13-03-2014</c:v>
                </c:pt>
                <c:pt idx="3547">
                  <c:v>14-03-2014</c:v>
                </c:pt>
                <c:pt idx="3548">
                  <c:v>18-03-2014</c:v>
                </c:pt>
                <c:pt idx="3549">
                  <c:v>19-03-2014</c:v>
                </c:pt>
                <c:pt idx="3550">
                  <c:v>20-03-2014</c:v>
                </c:pt>
                <c:pt idx="3551">
                  <c:v>21-03-2014</c:v>
                </c:pt>
                <c:pt idx="3552">
                  <c:v>22-03-2014</c:v>
                </c:pt>
                <c:pt idx="3553">
                  <c:v>24-03-2014</c:v>
                </c:pt>
                <c:pt idx="3554">
                  <c:v>25-03-2014</c:v>
                </c:pt>
                <c:pt idx="3555">
                  <c:v>26-03-2014</c:v>
                </c:pt>
                <c:pt idx="3556">
                  <c:v>27-03-2014</c:v>
                </c:pt>
                <c:pt idx="3557">
                  <c:v>28-03-2014</c:v>
                </c:pt>
                <c:pt idx="3558">
                  <c:v>31-03-2014</c:v>
                </c:pt>
                <c:pt idx="3559">
                  <c:v>01-04-2014</c:v>
                </c:pt>
                <c:pt idx="3560">
                  <c:v>02-04-2014</c:v>
                </c:pt>
                <c:pt idx="3561">
                  <c:v>03-04-2014</c:v>
                </c:pt>
                <c:pt idx="3562">
                  <c:v>04-04-2014</c:v>
                </c:pt>
                <c:pt idx="3563">
                  <c:v>07-04-2014</c:v>
                </c:pt>
                <c:pt idx="3564">
                  <c:v>09-04-2014</c:v>
                </c:pt>
                <c:pt idx="3565">
                  <c:v>10-04-2014</c:v>
                </c:pt>
                <c:pt idx="3566">
                  <c:v>11-04-2014</c:v>
                </c:pt>
                <c:pt idx="3567">
                  <c:v>15-04-2014</c:v>
                </c:pt>
                <c:pt idx="3568">
                  <c:v>16-04-2014</c:v>
                </c:pt>
                <c:pt idx="3569">
                  <c:v>17-04-2014</c:v>
                </c:pt>
                <c:pt idx="3570">
                  <c:v>21-04-2014</c:v>
                </c:pt>
                <c:pt idx="3571">
                  <c:v>22-04-2014</c:v>
                </c:pt>
                <c:pt idx="3572">
                  <c:v>23-04-2014</c:v>
                </c:pt>
                <c:pt idx="3573">
                  <c:v>25-04-2014</c:v>
                </c:pt>
                <c:pt idx="3574">
                  <c:v>28-04-2014</c:v>
                </c:pt>
                <c:pt idx="3575">
                  <c:v>29-04-2014</c:v>
                </c:pt>
                <c:pt idx="3576">
                  <c:v>30-04-2014</c:v>
                </c:pt>
                <c:pt idx="3577">
                  <c:v>02-05-2014</c:v>
                </c:pt>
                <c:pt idx="3578">
                  <c:v>05-05-2014</c:v>
                </c:pt>
                <c:pt idx="3579">
                  <c:v>06-05-2014</c:v>
                </c:pt>
                <c:pt idx="3580">
                  <c:v>07-05-2014</c:v>
                </c:pt>
                <c:pt idx="3581">
                  <c:v>08-05-2014</c:v>
                </c:pt>
                <c:pt idx="3582">
                  <c:v>09-05-2014</c:v>
                </c:pt>
                <c:pt idx="3583">
                  <c:v>12-05-2014</c:v>
                </c:pt>
                <c:pt idx="3584">
                  <c:v>13-05-2014</c:v>
                </c:pt>
                <c:pt idx="3585">
                  <c:v>14-05-2014</c:v>
                </c:pt>
                <c:pt idx="3586">
                  <c:v>15-05-2014</c:v>
                </c:pt>
                <c:pt idx="3587">
                  <c:v>16-05-2014</c:v>
                </c:pt>
                <c:pt idx="3588">
                  <c:v>19-05-2014</c:v>
                </c:pt>
                <c:pt idx="3589">
                  <c:v>20-05-2014</c:v>
                </c:pt>
                <c:pt idx="3590">
                  <c:v>21-05-2014</c:v>
                </c:pt>
                <c:pt idx="3591">
                  <c:v>22-05-2014</c:v>
                </c:pt>
                <c:pt idx="3592">
                  <c:v>23-05-2014</c:v>
                </c:pt>
                <c:pt idx="3593">
                  <c:v>26-05-2014</c:v>
                </c:pt>
                <c:pt idx="3594">
                  <c:v>27-05-2014</c:v>
                </c:pt>
                <c:pt idx="3595">
                  <c:v>28-05-2014</c:v>
                </c:pt>
                <c:pt idx="3596">
                  <c:v>29-05-2014</c:v>
                </c:pt>
                <c:pt idx="3597">
                  <c:v>30-05-2014</c:v>
                </c:pt>
                <c:pt idx="3598">
                  <c:v>02-06-2014</c:v>
                </c:pt>
                <c:pt idx="3599">
                  <c:v>03-06-2014</c:v>
                </c:pt>
                <c:pt idx="3600">
                  <c:v>04-06-2014</c:v>
                </c:pt>
                <c:pt idx="3601">
                  <c:v>05-06-2014</c:v>
                </c:pt>
                <c:pt idx="3602">
                  <c:v>06-06-2014</c:v>
                </c:pt>
                <c:pt idx="3603">
                  <c:v>09-06-2014</c:v>
                </c:pt>
                <c:pt idx="3604">
                  <c:v>10-06-2014</c:v>
                </c:pt>
                <c:pt idx="3605">
                  <c:v>11-06-2014</c:v>
                </c:pt>
                <c:pt idx="3606">
                  <c:v>12-06-2014</c:v>
                </c:pt>
                <c:pt idx="3607">
                  <c:v>13-06-2014</c:v>
                </c:pt>
                <c:pt idx="3608">
                  <c:v>16-06-2014</c:v>
                </c:pt>
                <c:pt idx="3609">
                  <c:v>17-06-2014</c:v>
                </c:pt>
                <c:pt idx="3610">
                  <c:v>18-06-2014</c:v>
                </c:pt>
                <c:pt idx="3611">
                  <c:v>19-06-2014</c:v>
                </c:pt>
                <c:pt idx="3612">
                  <c:v>20-06-2014</c:v>
                </c:pt>
                <c:pt idx="3613">
                  <c:v>23-06-2014</c:v>
                </c:pt>
                <c:pt idx="3614">
                  <c:v>24-06-2014</c:v>
                </c:pt>
                <c:pt idx="3615">
                  <c:v>25-06-2014</c:v>
                </c:pt>
                <c:pt idx="3616">
                  <c:v>26-06-2014</c:v>
                </c:pt>
                <c:pt idx="3617">
                  <c:v>27-06-2014</c:v>
                </c:pt>
                <c:pt idx="3618">
                  <c:v>30-06-2014</c:v>
                </c:pt>
                <c:pt idx="3619">
                  <c:v>01-07-2014</c:v>
                </c:pt>
                <c:pt idx="3620">
                  <c:v>02-07-2014</c:v>
                </c:pt>
                <c:pt idx="3621">
                  <c:v>03-07-2014</c:v>
                </c:pt>
                <c:pt idx="3622">
                  <c:v>04-07-2014</c:v>
                </c:pt>
                <c:pt idx="3623">
                  <c:v>07-07-2014</c:v>
                </c:pt>
                <c:pt idx="3624">
                  <c:v>08-07-2014</c:v>
                </c:pt>
                <c:pt idx="3625">
                  <c:v>09-07-2014</c:v>
                </c:pt>
                <c:pt idx="3626">
                  <c:v>10-07-2014</c:v>
                </c:pt>
                <c:pt idx="3627">
                  <c:v>11-07-2014</c:v>
                </c:pt>
                <c:pt idx="3628">
                  <c:v>14-07-2014</c:v>
                </c:pt>
                <c:pt idx="3629">
                  <c:v>15-07-2014</c:v>
                </c:pt>
                <c:pt idx="3630">
                  <c:v>16-07-2014</c:v>
                </c:pt>
                <c:pt idx="3631">
                  <c:v>17-07-2014</c:v>
                </c:pt>
                <c:pt idx="3632">
                  <c:v>18-07-2014</c:v>
                </c:pt>
                <c:pt idx="3633">
                  <c:v>21-07-2014</c:v>
                </c:pt>
                <c:pt idx="3634">
                  <c:v>22-07-2014</c:v>
                </c:pt>
                <c:pt idx="3635">
                  <c:v>23-07-2014</c:v>
                </c:pt>
                <c:pt idx="3636">
                  <c:v>24-07-2014</c:v>
                </c:pt>
                <c:pt idx="3637">
                  <c:v>25-07-2014</c:v>
                </c:pt>
                <c:pt idx="3638">
                  <c:v>28-07-2014</c:v>
                </c:pt>
                <c:pt idx="3639">
                  <c:v>30-07-2014</c:v>
                </c:pt>
                <c:pt idx="3640">
                  <c:v>31-07-2014</c:v>
                </c:pt>
                <c:pt idx="3641">
                  <c:v>01-08-2014</c:v>
                </c:pt>
                <c:pt idx="3642">
                  <c:v>04-08-2014</c:v>
                </c:pt>
                <c:pt idx="3643">
                  <c:v>05-08-2014</c:v>
                </c:pt>
                <c:pt idx="3644">
                  <c:v>06-08-2014</c:v>
                </c:pt>
                <c:pt idx="3645">
                  <c:v>07-08-2014</c:v>
                </c:pt>
                <c:pt idx="3646">
                  <c:v>08-08-2014</c:v>
                </c:pt>
                <c:pt idx="3647">
                  <c:v>11-08-2014</c:v>
                </c:pt>
                <c:pt idx="3648">
                  <c:v>12-08-2014</c:v>
                </c:pt>
                <c:pt idx="3649">
                  <c:v>13-08-2014</c:v>
                </c:pt>
                <c:pt idx="3650">
                  <c:v>14-08-2014</c:v>
                </c:pt>
                <c:pt idx="3651">
                  <c:v>18-08-2014</c:v>
                </c:pt>
                <c:pt idx="3652">
                  <c:v>19-08-2014</c:v>
                </c:pt>
                <c:pt idx="3653">
                  <c:v>20-08-2014</c:v>
                </c:pt>
                <c:pt idx="3654">
                  <c:v>21-08-2014</c:v>
                </c:pt>
                <c:pt idx="3655">
                  <c:v>22-08-2014</c:v>
                </c:pt>
                <c:pt idx="3656">
                  <c:v>25-08-2014</c:v>
                </c:pt>
                <c:pt idx="3657">
                  <c:v>26-08-2014</c:v>
                </c:pt>
                <c:pt idx="3658">
                  <c:v>27-08-2014</c:v>
                </c:pt>
                <c:pt idx="3659">
                  <c:v>28-08-2014</c:v>
                </c:pt>
                <c:pt idx="3660">
                  <c:v>01-09-2014</c:v>
                </c:pt>
                <c:pt idx="3661">
                  <c:v>02-09-2014</c:v>
                </c:pt>
                <c:pt idx="3662">
                  <c:v>03-09-2014</c:v>
                </c:pt>
                <c:pt idx="3663">
                  <c:v>04-09-2014</c:v>
                </c:pt>
                <c:pt idx="3664">
                  <c:v>05-09-2014</c:v>
                </c:pt>
                <c:pt idx="3665">
                  <c:v>08-09-2014</c:v>
                </c:pt>
                <c:pt idx="3666">
                  <c:v>09-09-2014</c:v>
                </c:pt>
                <c:pt idx="3667">
                  <c:v>10-09-2014</c:v>
                </c:pt>
                <c:pt idx="3668">
                  <c:v>11-09-2014</c:v>
                </c:pt>
                <c:pt idx="3669">
                  <c:v>12-09-2014</c:v>
                </c:pt>
                <c:pt idx="3670">
                  <c:v>15-09-2014</c:v>
                </c:pt>
                <c:pt idx="3671">
                  <c:v>16-09-2014</c:v>
                </c:pt>
                <c:pt idx="3672">
                  <c:v>17-09-2014</c:v>
                </c:pt>
                <c:pt idx="3673">
                  <c:v>18-09-2014</c:v>
                </c:pt>
                <c:pt idx="3674">
                  <c:v>19-09-2014</c:v>
                </c:pt>
                <c:pt idx="3675">
                  <c:v>22-09-2014</c:v>
                </c:pt>
                <c:pt idx="3676">
                  <c:v>23-09-2014</c:v>
                </c:pt>
                <c:pt idx="3677">
                  <c:v>24-09-2014</c:v>
                </c:pt>
                <c:pt idx="3678">
                  <c:v>25-09-2014</c:v>
                </c:pt>
                <c:pt idx="3679">
                  <c:v>26-09-2014</c:v>
                </c:pt>
                <c:pt idx="3680">
                  <c:v>29-09-2014</c:v>
                </c:pt>
                <c:pt idx="3681">
                  <c:v>30-09-2014</c:v>
                </c:pt>
                <c:pt idx="3682">
                  <c:v>01-10-2014</c:v>
                </c:pt>
                <c:pt idx="3683">
                  <c:v>07-10-2014</c:v>
                </c:pt>
                <c:pt idx="3684">
                  <c:v>08-10-2014</c:v>
                </c:pt>
                <c:pt idx="3685">
                  <c:v>09-10-2014</c:v>
                </c:pt>
                <c:pt idx="3686">
                  <c:v>10-10-2014</c:v>
                </c:pt>
                <c:pt idx="3687">
                  <c:v>13-10-2014</c:v>
                </c:pt>
                <c:pt idx="3688">
                  <c:v>14-10-2014</c:v>
                </c:pt>
                <c:pt idx="3689">
                  <c:v>16-10-2014</c:v>
                </c:pt>
                <c:pt idx="3690">
                  <c:v>17-10-2014</c:v>
                </c:pt>
                <c:pt idx="3691">
                  <c:v>20-10-2014</c:v>
                </c:pt>
                <c:pt idx="3692">
                  <c:v>21-10-2014</c:v>
                </c:pt>
                <c:pt idx="3693">
                  <c:v>22-10-2014</c:v>
                </c:pt>
                <c:pt idx="3694">
                  <c:v>23-10-2014</c:v>
                </c:pt>
                <c:pt idx="3695">
                  <c:v>27-10-2014</c:v>
                </c:pt>
                <c:pt idx="3696">
                  <c:v>28-10-2014</c:v>
                </c:pt>
                <c:pt idx="3697">
                  <c:v>29-10-2014</c:v>
                </c:pt>
                <c:pt idx="3698">
                  <c:v>30-10-2014</c:v>
                </c:pt>
                <c:pt idx="3699">
                  <c:v>31-10-2014</c:v>
                </c:pt>
                <c:pt idx="3700">
                  <c:v>03-11-2014</c:v>
                </c:pt>
                <c:pt idx="3701">
                  <c:v>05-11-2014</c:v>
                </c:pt>
                <c:pt idx="3702">
                  <c:v>07-11-2014</c:v>
                </c:pt>
                <c:pt idx="3703">
                  <c:v>10-11-2014</c:v>
                </c:pt>
                <c:pt idx="3704">
                  <c:v>11-11-2014</c:v>
                </c:pt>
                <c:pt idx="3705">
                  <c:v>12-11-2014</c:v>
                </c:pt>
                <c:pt idx="3706">
                  <c:v>13-11-2014</c:v>
                </c:pt>
                <c:pt idx="3707">
                  <c:v>14-11-2014</c:v>
                </c:pt>
                <c:pt idx="3708">
                  <c:v>17-11-2014</c:v>
                </c:pt>
                <c:pt idx="3709">
                  <c:v>18-11-2014</c:v>
                </c:pt>
                <c:pt idx="3710">
                  <c:v>19-11-2014</c:v>
                </c:pt>
                <c:pt idx="3711">
                  <c:v>20-11-2014</c:v>
                </c:pt>
                <c:pt idx="3712">
                  <c:v>21-11-2014</c:v>
                </c:pt>
                <c:pt idx="3713">
                  <c:v>24-11-2014</c:v>
                </c:pt>
                <c:pt idx="3714">
                  <c:v>25-11-2014</c:v>
                </c:pt>
                <c:pt idx="3715">
                  <c:v>26-11-2014</c:v>
                </c:pt>
                <c:pt idx="3716">
                  <c:v>27-11-2014</c:v>
                </c:pt>
                <c:pt idx="3717">
                  <c:v>28-11-2014</c:v>
                </c:pt>
                <c:pt idx="3718">
                  <c:v>01-12-2014</c:v>
                </c:pt>
                <c:pt idx="3719">
                  <c:v>02-12-2014</c:v>
                </c:pt>
                <c:pt idx="3720">
                  <c:v>03-12-2014</c:v>
                </c:pt>
                <c:pt idx="3721">
                  <c:v>04-12-2014</c:v>
                </c:pt>
                <c:pt idx="3722">
                  <c:v>05-12-2014</c:v>
                </c:pt>
                <c:pt idx="3723">
                  <c:v>08-12-2014</c:v>
                </c:pt>
                <c:pt idx="3724">
                  <c:v>09-12-2014</c:v>
                </c:pt>
                <c:pt idx="3725">
                  <c:v>10-12-2014</c:v>
                </c:pt>
                <c:pt idx="3726">
                  <c:v>11-12-2014</c:v>
                </c:pt>
                <c:pt idx="3727">
                  <c:v>12-12-2014</c:v>
                </c:pt>
                <c:pt idx="3728">
                  <c:v>15-12-2014</c:v>
                </c:pt>
                <c:pt idx="3729">
                  <c:v>16-12-2014</c:v>
                </c:pt>
                <c:pt idx="3730">
                  <c:v>17-12-2014</c:v>
                </c:pt>
                <c:pt idx="3731">
                  <c:v>18-12-2014</c:v>
                </c:pt>
                <c:pt idx="3732">
                  <c:v>19-12-2014</c:v>
                </c:pt>
                <c:pt idx="3733">
                  <c:v>22-12-2014</c:v>
                </c:pt>
                <c:pt idx="3734">
                  <c:v>23-12-2014</c:v>
                </c:pt>
                <c:pt idx="3735">
                  <c:v>24-12-2014</c:v>
                </c:pt>
                <c:pt idx="3736">
                  <c:v>26-12-2014</c:v>
                </c:pt>
                <c:pt idx="3737">
                  <c:v>29-12-2014</c:v>
                </c:pt>
                <c:pt idx="3738">
                  <c:v>30-12-2014</c:v>
                </c:pt>
                <c:pt idx="3739">
                  <c:v>31-12-2014</c:v>
                </c:pt>
                <c:pt idx="3740">
                  <c:v>01-01-2015</c:v>
                </c:pt>
                <c:pt idx="3741">
                  <c:v>02-01-2015</c:v>
                </c:pt>
                <c:pt idx="3742">
                  <c:v>05-01-2015</c:v>
                </c:pt>
                <c:pt idx="3743">
                  <c:v>06-01-2015</c:v>
                </c:pt>
                <c:pt idx="3744">
                  <c:v>07-01-2015</c:v>
                </c:pt>
                <c:pt idx="3745">
                  <c:v>08-01-2015</c:v>
                </c:pt>
                <c:pt idx="3746">
                  <c:v>09-01-2015</c:v>
                </c:pt>
                <c:pt idx="3747">
                  <c:v>12-01-2015</c:v>
                </c:pt>
                <c:pt idx="3748">
                  <c:v>13-01-2015</c:v>
                </c:pt>
                <c:pt idx="3749">
                  <c:v>14-01-2015</c:v>
                </c:pt>
                <c:pt idx="3750">
                  <c:v>15-01-2015</c:v>
                </c:pt>
                <c:pt idx="3751">
                  <c:v>16-01-2015</c:v>
                </c:pt>
                <c:pt idx="3752">
                  <c:v>19-01-2015</c:v>
                </c:pt>
                <c:pt idx="3753">
                  <c:v>20-01-2015</c:v>
                </c:pt>
                <c:pt idx="3754">
                  <c:v>21-01-2015</c:v>
                </c:pt>
                <c:pt idx="3755">
                  <c:v>22-01-2015</c:v>
                </c:pt>
                <c:pt idx="3756">
                  <c:v>23-01-2015</c:v>
                </c:pt>
                <c:pt idx="3757">
                  <c:v>27-01-2015</c:v>
                </c:pt>
                <c:pt idx="3758">
                  <c:v>28-01-2015</c:v>
                </c:pt>
                <c:pt idx="3759">
                  <c:v>29-01-2015</c:v>
                </c:pt>
                <c:pt idx="3760">
                  <c:v>30-01-2015</c:v>
                </c:pt>
                <c:pt idx="3761">
                  <c:v>02-02-2015</c:v>
                </c:pt>
                <c:pt idx="3762">
                  <c:v>03-02-2015</c:v>
                </c:pt>
                <c:pt idx="3763">
                  <c:v>04-02-2015</c:v>
                </c:pt>
                <c:pt idx="3764">
                  <c:v>05-02-2015</c:v>
                </c:pt>
                <c:pt idx="3765">
                  <c:v>06-02-2015</c:v>
                </c:pt>
                <c:pt idx="3766">
                  <c:v>09-02-2015</c:v>
                </c:pt>
                <c:pt idx="3767">
                  <c:v>10-02-2015</c:v>
                </c:pt>
                <c:pt idx="3768">
                  <c:v>11-02-2015</c:v>
                </c:pt>
                <c:pt idx="3769">
                  <c:v>12-02-2015</c:v>
                </c:pt>
                <c:pt idx="3770">
                  <c:v>13-02-2015</c:v>
                </c:pt>
                <c:pt idx="3771">
                  <c:v>16-02-2015</c:v>
                </c:pt>
                <c:pt idx="3772">
                  <c:v>18-02-2015</c:v>
                </c:pt>
                <c:pt idx="3773">
                  <c:v>19-02-2015</c:v>
                </c:pt>
                <c:pt idx="3774">
                  <c:v>20-02-2015</c:v>
                </c:pt>
                <c:pt idx="3775">
                  <c:v>23-02-2015</c:v>
                </c:pt>
                <c:pt idx="3776">
                  <c:v>24-02-2015</c:v>
                </c:pt>
                <c:pt idx="3777">
                  <c:v>25-02-2015</c:v>
                </c:pt>
                <c:pt idx="3778">
                  <c:v>26-02-2015</c:v>
                </c:pt>
                <c:pt idx="3779">
                  <c:v>27-02-2015</c:v>
                </c:pt>
                <c:pt idx="3780">
                  <c:v>28-02-2015</c:v>
                </c:pt>
                <c:pt idx="3781">
                  <c:v>02-03-2015</c:v>
                </c:pt>
                <c:pt idx="3782">
                  <c:v>03-03-2015</c:v>
                </c:pt>
                <c:pt idx="3783">
                  <c:v>04-03-2015</c:v>
                </c:pt>
                <c:pt idx="3784">
                  <c:v>05-03-2015</c:v>
                </c:pt>
                <c:pt idx="3785">
                  <c:v>09-03-2015</c:v>
                </c:pt>
                <c:pt idx="3786">
                  <c:v>10-03-2015</c:v>
                </c:pt>
                <c:pt idx="3787">
                  <c:v>11-03-2015</c:v>
                </c:pt>
                <c:pt idx="3788">
                  <c:v>12-03-2015</c:v>
                </c:pt>
                <c:pt idx="3789">
                  <c:v>13-03-2015</c:v>
                </c:pt>
                <c:pt idx="3790">
                  <c:v>16-03-2015</c:v>
                </c:pt>
                <c:pt idx="3791">
                  <c:v>17-03-2015</c:v>
                </c:pt>
                <c:pt idx="3792">
                  <c:v>18-03-2015</c:v>
                </c:pt>
                <c:pt idx="3793">
                  <c:v>19-03-2015</c:v>
                </c:pt>
                <c:pt idx="3794">
                  <c:v>20-03-2015</c:v>
                </c:pt>
                <c:pt idx="3795">
                  <c:v>23-03-2015</c:v>
                </c:pt>
                <c:pt idx="3796">
                  <c:v>24-03-2015</c:v>
                </c:pt>
                <c:pt idx="3797">
                  <c:v>25-03-2015</c:v>
                </c:pt>
                <c:pt idx="3798">
                  <c:v>26-03-2015</c:v>
                </c:pt>
                <c:pt idx="3799">
                  <c:v>27-03-2015</c:v>
                </c:pt>
                <c:pt idx="3800">
                  <c:v>30-03-2015</c:v>
                </c:pt>
                <c:pt idx="3801">
                  <c:v>31-03-2015</c:v>
                </c:pt>
                <c:pt idx="3802">
                  <c:v>01-04-2015</c:v>
                </c:pt>
                <c:pt idx="3803">
                  <c:v>06-04-2015</c:v>
                </c:pt>
                <c:pt idx="3804">
                  <c:v>07-04-2015</c:v>
                </c:pt>
                <c:pt idx="3805">
                  <c:v>08-04-2015</c:v>
                </c:pt>
                <c:pt idx="3806">
                  <c:v>09-04-2015</c:v>
                </c:pt>
                <c:pt idx="3807">
                  <c:v>10-04-2015</c:v>
                </c:pt>
                <c:pt idx="3808">
                  <c:v>13-04-2015</c:v>
                </c:pt>
                <c:pt idx="3809">
                  <c:v>15-04-2015</c:v>
                </c:pt>
                <c:pt idx="3810">
                  <c:v>16-04-2015</c:v>
                </c:pt>
                <c:pt idx="3811">
                  <c:v>17-04-2015</c:v>
                </c:pt>
                <c:pt idx="3812">
                  <c:v>20-04-2015</c:v>
                </c:pt>
                <c:pt idx="3813">
                  <c:v>21-04-2015</c:v>
                </c:pt>
                <c:pt idx="3814">
                  <c:v>22-04-2015</c:v>
                </c:pt>
                <c:pt idx="3815">
                  <c:v>23-04-2015</c:v>
                </c:pt>
                <c:pt idx="3816">
                  <c:v>24-04-2015</c:v>
                </c:pt>
                <c:pt idx="3817">
                  <c:v>27-04-2015</c:v>
                </c:pt>
                <c:pt idx="3818">
                  <c:v>28-04-2015</c:v>
                </c:pt>
                <c:pt idx="3819">
                  <c:v>29-04-2015</c:v>
                </c:pt>
                <c:pt idx="3820">
                  <c:v>30-04-2015</c:v>
                </c:pt>
                <c:pt idx="3821">
                  <c:v>04-05-2015</c:v>
                </c:pt>
                <c:pt idx="3822">
                  <c:v>05-05-2015</c:v>
                </c:pt>
                <c:pt idx="3823">
                  <c:v>06-05-2015</c:v>
                </c:pt>
                <c:pt idx="3824">
                  <c:v>07-05-2015</c:v>
                </c:pt>
                <c:pt idx="3825">
                  <c:v>08-05-2015</c:v>
                </c:pt>
                <c:pt idx="3826">
                  <c:v>11-05-2015</c:v>
                </c:pt>
                <c:pt idx="3827">
                  <c:v>12-05-2015</c:v>
                </c:pt>
                <c:pt idx="3828">
                  <c:v>13-05-2015</c:v>
                </c:pt>
                <c:pt idx="3829">
                  <c:v>14-05-2015</c:v>
                </c:pt>
                <c:pt idx="3830">
                  <c:v>15-05-2015</c:v>
                </c:pt>
                <c:pt idx="3831">
                  <c:v>18-05-2015</c:v>
                </c:pt>
                <c:pt idx="3832">
                  <c:v>19-05-2015</c:v>
                </c:pt>
                <c:pt idx="3833">
                  <c:v>20-05-2015</c:v>
                </c:pt>
                <c:pt idx="3834">
                  <c:v>21-05-2015</c:v>
                </c:pt>
                <c:pt idx="3835">
                  <c:v>22-05-2015</c:v>
                </c:pt>
                <c:pt idx="3836">
                  <c:v>25-05-2015</c:v>
                </c:pt>
                <c:pt idx="3837">
                  <c:v>26-05-2015</c:v>
                </c:pt>
                <c:pt idx="3838">
                  <c:v>27-05-2015</c:v>
                </c:pt>
                <c:pt idx="3839">
                  <c:v>28-05-2015</c:v>
                </c:pt>
                <c:pt idx="3840">
                  <c:v>29-05-2015</c:v>
                </c:pt>
                <c:pt idx="3841">
                  <c:v>01-06-2015</c:v>
                </c:pt>
                <c:pt idx="3842">
                  <c:v>02-06-2015</c:v>
                </c:pt>
                <c:pt idx="3843">
                  <c:v>03-06-2015</c:v>
                </c:pt>
                <c:pt idx="3844">
                  <c:v>04-06-2015</c:v>
                </c:pt>
                <c:pt idx="3845">
                  <c:v>05-06-2015</c:v>
                </c:pt>
                <c:pt idx="3846">
                  <c:v>08-06-2015</c:v>
                </c:pt>
                <c:pt idx="3847">
                  <c:v>09-06-2015</c:v>
                </c:pt>
                <c:pt idx="3848">
                  <c:v>10-06-2015</c:v>
                </c:pt>
                <c:pt idx="3849">
                  <c:v>11-06-2015</c:v>
                </c:pt>
                <c:pt idx="3850">
                  <c:v>12-06-2015</c:v>
                </c:pt>
                <c:pt idx="3851">
                  <c:v>15-06-2015</c:v>
                </c:pt>
                <c:pt idx="3852">
                  <c:v>16-06-2015</c:v>
                </c:pt>
                <c:pt idx="3853">
                  <c:v>17-06-2015</c:v>
                </c:pt>
                <c:pt idx="3854">
                  <c:v>18-06-2015</c:v>
                </c:pt>
                <c:pt idx="3855">
                  <c:v>19-06-2015</c:v>
                </c:pt>
                <c:pt idx="3856">
                  <c:v>22-06-2015</c:v>
                </c:pt>
                <c:pt idx="3857">
                  <c:v>23-06-2015</c:v>
                </c:pt>
                <c:pt idx="3858">
                  <c:v>24-06-2015</c:v>
                </c:pt>
                <c:pt idx="3859">
                  <c:v>25-06-2015</c:v>
                </c:pt>
                <c:pt idx="3860">
                  <c:v>26-06-2015</c:v>
                </c:pt>
                <c:pt idx="3861">
                  <c:v>29-06-2015</c:v>
                </c:pt>
                <c:pt idx="3862">
                  <c:v>30-06-2015</c:v>
                </c:pt>
                <c:pt idx="3863">
                  <c:v>01-07-2015</c:v>
                </c:pt>
                <c:pt idx="3864">
                  <c:v>02-07-2015</c:v>
                </c:pt>
                <c:pt idx="3865">
                  <c:v>03-07-2015</c:v>
                </c:pt>
                <c:pt idx="3866">
                  <c:v>06-07-2015</c:v>
                </c:pt>
                <c:pt idx="3867">
                  <c:v>07-07-2015</c:v>
                </c:pt>
                <c:pt idx="3868">
                  <c:v>08-07-2015</c:v>
                </c:pt>
                <c:pt idx="3869">
                  <c:v>09-07-2015</c:v>
                </c:pt>
                <c:pt idx="3870">
                  <c:v>10-07-2015</c:v>
                </c:pt>
                <c:pt idx="3871">
                  <c:v>13-07-2015</c:v>
                </c:pt>
                <c:pt idx="3872">
                  <c:v>14-07-2015</c:v>
                </c:pt>
                <c:pt idx="3873">
                  <c:v>15-07-2015</c:v>
                </c:pt>
                <c:pt idx="3874">
                  <c:v>16-07-2015</c:v>
                </c:pt>
                <c:pt idx="3875">
                  <c:v>17-07-2015</c:v>
                </c:pt>
                <c:pt idx="3876">
                  <c:v>20-07-2015</c:v>
                </c:pt>
                <c:pt idx="3877">
                  <c:v>21-07-2015</c:v>
                </c:pt>
                <c:pt idx="3878">
                  <c:v>22-07-2015</c:v>
                </c:pt>
                <c:pt idx="3879">
                  <c:v>23-07-2015</c:v>
                </c:pt>
                <c:pt idx="3880">
                  <c:v>24-07-2015</c:v>
                </c:pt>
                <c:pt idx="3881">
                  <c:v>27-07-2015</c:v>
                </c:pt>
                <c:pt idx="3882">
                  <c:v>28-07-2015</c:v>
                </c:pt>
                <c:pt idx="3883">
                  <c:v>29-07-2015</c:v>
                </c:pt>
                <c:pt idx="3884">
                  <c:v>30-07-2015</c:v>
                </c:pt>
                <c:pt idx="3885">
                  <c:v>31-07-2015</c:v>
                </c:pt>
                <c:pt idx="3886">
                  <c:v>03-08-2015</c:v>
                </c:pt>
                <c:pt idx="3887">
                  <c:v>04-08-2015</c:v>
                </c:pt>
                <c:pt idx="3888">
                  <c:v>05-08-2015</c:v>
                </c:pt>
                <c:pt idx="3889">
                  <c:v>06-08-2015</c:v>
                </c:pt>
                <c:pt idx="3890">
                  <c:v>07-08-2015</c:v>
                </c:pt>
                <c:pt idx="3891">
                  <c:v>10-08-2015</c:v>
                </c:pt>
                <c:pt idx="3892">
                  <c:v>11-08-2015</c:v>
                </c:pt>
                <c:pt idx="3893">
                  <c:v>12-08-2015</c:v>
                </c:pt>
                <c:pt idx="3894">
                  <c:v>13-08-2015</c:v>
                </c:pt>
                <c:pt idx="3895">
                  <c:v>14-08-2015</c:v>
                </c:pt>
                <c:pt idx="3896">
                  <c:v>17-08-2015</c:v>
                </c:pt>
                <c:pt idx="3897">
                  <c:v>18-08-2015</c:v>
                </c:pt>
                <c:pt idx="3898">
                  <c:v>19-08-2015</c:v>
                </c:pt>
                <c:pt idx="3899">
                  <c:v>20-08-2015</c:v>
                </c:pt>
                <c:pt idx="3900">
                  <c:v>21-08-2015</c:v>
                </c:pt>
                <c:pt idx="3901">
                  <c:v>24-08-2015</c:v>
                </c:pt>
                <c:pt idx="3902">
                  <c:v>25-08-2015</c:v>
                </c:pt>
                <c:pt idx="3903">
                  <c:v>26-08-2015</c:v>
                </c:pt>
                <c:pt idx="3904">
                  <c:v>27-08-2015</c:v>
                </c:pt>
                <c:pt idx="3905">
                  <c:v>28-08-2015</c:v>
                </c:pt>
                <c:pt idx="3906">
                  <c:v>31-08-2015</c:v>
                </c:pt>
                <c:pt idx="3907">
                  <c:v>01-09-2015</c:v>
                </c:pt>
                <c:pt idx="3908">
                  <c:v>02-09-2015</c:v>
                </c:pt>
                <c:pt idx="3909">
                  <c:v>03-09-2015</c:v>
                </c:pt>
                <c:pt idx="3910">
                  <c:v>04-09-2015</c:v>
                </c:pt>
                <c:pt idx="3911">
                  <c:v>07-09-2015</c:v>
                </c:pt>
                <c:pt idx="3912">
                  <c:v>08-09-2015</c:v>
                </c:pt>
                <c:pt idx="3913">
                  <c:v>09-09-2015</c:v>
                </c:pt>
                <c:pt idx="3914">
                  <c:v>10-09-2015</c:v>
                </c:pt>
                <c:pt idx="3915">
                  <c:v>11-09-2015</c:v>
                </c:pt>
                <c:pt idx="3916">
                  <c:v>14-09-2015</c:v>
                </c:pt>
                <c:pt idx="3917">
                  <c:v>15-09-2015</c:v>
                </c:pt>
                <c:pt idx="3918">
                  <c:v>16-09-2015</c:v>
                </c:pt>
                <c:pt idx="3919">
                  <c:v>18-09-2015</c:v>
                </c:pt>
                <c:pt idx="3920">
                  <c:v>21-09-2015</c:v>
                </c:pt>
                <c:pt idx="3921">
                  <c:v>22-09-2015</c:v>
                </c:pt>
                <c:pt idx="3922">
                  <c:v>23-09-2015</c:v>
                </c:pt>
                <c:pt idx="3923">
                  <c:v>24-09-2015</c:v>
                </c:pt>
                <c:pt idx="3924">
                  <c:v>28-09-2015</c:v>
                </c:pt>
                <c:pt idx="3925">
                  <c:v>29-09-2015</c:v>
                </c:pt>
                <c:pt idx="3926">
                  <c:v>30-09-2015</c:v>
                </c:pt>
                <c:pt idx="3927">
                  <c:v>01-10-2015</c:v>
                </c:pt>
                <c:pt idx="3928">
                  <c:v>05-10-2015</c:v>
                </c:pt>
                <c:pt idx="3929">
                  <c:v>06-10-2015</c:v>
                </c:pt>
                <c:pt idx="3930">
                  <c:v>07-10-2015</c:v>
                </c:pt>
                <c:pt idx="3931">
                  <c:v>08-10-2015</c:v>
                </c:pt>
                <c:pt idx="3932">
                  <c:v>09-10-2015</c:v>
                </c:pt>
                <c:pt idx="3933">
                  <c:v>12-10-2015</c:v>
                </c:pt>
                <c:pt idx="3934">
                  <c:v>13-10-2015</c:v>
                </c:pt>
                <c:pt idx="3935">
                  <c:v>14-10-2015</c:v>
                </c:pt>
                <c:pt idx="3936">
                  <c:v>15-10-2015</c:v>
                </c:pt>
                <c:pt idx="3937">
                  <c:v>16-10-2015</c:v>
                </c:pt>
                <c:pt idx="3938">
                  <c:v>19-10-2015</c:v>
                </c:pt>
                <c:pt idx="3939">
                  <c:v>20-10-2015</c:v>
                </c:pt>
                <c:pt idx="3940">
                  <c:v>21-10-2015</c:v>
                </c:pt>
                <c:pt idx="3941">
                  <c:v>23-10-2015</c:v>
                </c:pt>
                <c:pt idx="3942">
                  <c:v>26-10-2015</c:v>
                </c:pt>
                <c:pt idx="3943">
                  <c:v>27-10-2015</c:v>
                </c:pt>
                <c:pt idx="3944">
                  <c:v>28-10-2015</c:v>
                </c:pt>
                <c:pt idx="3945">
                  <c:v>29-10-2015</c:v>
                </c:pt>
                <c:pt idx="3946">
                  <c:v>30-10-2015</c:v>
                </c:pt>
                <c:pt idx="3947">
                  <c:v>02-11-2015</c:v>
                </c:pt>
                <c:pt idx="3948">
                  <c:v>03-11-2015</c:v>
                </c:pt>
                <c:pt idx="3949">
                  <c:v>04-11-2015</c:v>
                </c:pt>
                <c:pt idx="3950">
                  <c:v>05-11-2015</c:v>
                </c:pt>
                <c:pt idx="3951">
                  <c:v>06-11-2015</c:v>
                </c:pt>
                <c:pt idx="3952">
                  <c:v>09-11-2015</c:v>
                </c:pt>
                <c:pt idx="3953">
                  <c:v>10-11-2015</c:v>
                </c:pt>
                <c:pt idx="3954">
                  <c:v>11-11-2015</c:v>
                </c:pt>
                <c:pt idx="3955">
                  <c:v>13-11-2015</c:v>
                </c:pt>
                <c:pt idx="3956">
                  <c:v>16-11-2015</c:v>
                </c:pt>
                <c:pt idx="3957">
                  <c:v>17-11-2015</c:v>
                </c:pt>
                <c:pt idx="3958">
                  <c:v>18-11-2015</c:v>
                </c:pt>
                <c:pt idx="3959">
                  <c:v>19-11-2015</c:v>
                </c:pt>
                <c:pt idx="3960">
                  <c:v>20-11-2015</c:v>
                </c:pt>
                <c:pt idx="3961">
                  <c:v>23-11-2015</c:v>
                </c:pt>
                <c:pt idx="3962">
                  <c:v>24-11-2015</c:v>
                </c:pt>
                <c:pt idx="3963">
                  <c:v>26-11-2015</c:v>
                </c:pt>
                <c:pt idx="3964">
                  <c:v>27-11-2015</c:v>
                </c:pt>
                <c:pt idx="3965">
                  <c:v>30-11-2015</c:v>
                </c:pt>
                <c:pt idx="3966">
                  <c:v>01-12-2015</c:v>
                </c:pt>
                <c:pt idx="3967">
                  <c:v>02-12-2015</c:v>
                </c:pt>
                <c:pt idx="3968">
                  <c:v>03-12-2015</c:v>
                </c:pt>
                <c:pt idx="3969">
                  <c:v>04-12-2015</c:v>
                </c:pt>
                <c:pt idx="3970">
                  <c:v>07-12-2015</c:v>
                </c:pt>
                <c:pt idx="3971">
                  <c:v>08-12-2015</c:v>
                </c:pt>
                <c:pt idx="3972">
                  <c:v>09-12-2015</c:v>
                </c:pt>
                <c:pt idx="3973">
                  <c:v>10-12-2015</c:v>
                </c:pt>
                <c:pt idx="3974">
                  <c:v>11-12-2015</c:v>
                </c:pt>
                <c:pt idx="3975">
                  <c:v>14-12-2015</c:v>
                </c:pt>
                <c:pt idx="3976">
                  <c:v>15-12-2015</c:v>
                </c:pt>
                <c:pt idx="3977">
                  <c:v>16-12-2015</c:v>
                </c:pt>
                <c:pt idx="3978">
                  <c:v>17-12-2015</c:v>
                </c:pt>
                <c:pt idx="3979">
                  <c:v>18-12-2015</c:v>
                </c:pt>
                <c:pt idx="3980">
                  <c:v>21-12-2015</c:v>
                </c:pt>
                <c:pt idx="3981">
                  <c:v>22-12-2015</c:v>
                </c:pt>
                <c:pt idx="3982">
                  <c:v>23-12-2015</c:v>
                </c:pt>
                <c:pt idx="3983">
                  <c:v>24-12-2015</c:v>
                </c:pt>
                <c:pt idx="3984">
                  <c:v>28-12-2015</c:v>
                </c:pt>
                <c:pt idx="3985">
                  <c:v>29-12-2015</c:v>
                </c:pt>
                <c:pt idx="3986">
                  <c:v>30-12-2015</c:v>
                </c:pt>
                <c:pt idx="3987">
                  <c:v>31-12-2015</c:v>
                </c:pt>
                <c:pt idx="3988">
                  <c:v>01-01-2016</c:v>
                </c:pt>
                <c:pt idx="3989">
                  <c:v>04-01-2016</c:v>
                </c:pt>
                <c:pt idx="3990">
                  <c:v>05-01-2016</c:v>
                </c:pt>
                <c:pt idx="3991">
                  <c:v>06-01-2016</c:v>
                </c:pt>
                <c:pt idx="3992">
                  <c:v>07-01-2016</c:v>
                </c:pt>
                <c:pt idx="3993">
                  <c:v>08-01-2016</c:v>
                </c:pt>
                <c:pt idx="3994">
                  <c:v>11-01-2016</c:v>
                </c:pt>
                <c:pt idx="3995">
                  <c:v>12-01-2016</c:v>
                </c:pt>
                <c:pt idx="3996">
                  <c:v>13-01-2016</c:v>
                </c:pt>
                <c:pt idx="3997">
                  <c:v>14-01-2016</c:v>
                </c:pt>
                <c:pt idx="3998">
                  <c:v>15-01-2016</c:v>
                </c:pt>
                <c:pt idx="3999">
                  <c:v>18-01-2016</c:v>
                </c:pt>
                <c:pt idx="4000">
                  <c:v>19-01-2016</c:v>
                </c:pt>
                <c:pt idx="4001">
                  <c:v>20-01-2016</c:v>
                </c:pt>
                <c:pt idx="4002">
                  <c:v>21-01-2016</c:v>
                </c:pt>
                <c:pt idx="4003">
                  <c:v>22-01-2016</c:v>
                </c:pt>
                <c:pt idx="4004">
                  <c:v>25-01-2016</c:v>
                </c:pt>
                <c:pt idx="4005">
                  <c:v>27-01-2016</c:v>
                </c:pt>
                <c:pt idx="4006">
                  <c:v>28-01-2016</c:v>
                </c:pt>
                <c:pt idx="4007">
                  <c:v>29-01-2016</c:v>
                </c:pt>
                <c:pt idx="4008">
                  <c:v>01-02-2016</c:v>
                </c:pt>
                <c:pt idx="4009">
                  <c:v>02-02-2016</c:v>
                </c:pt>
                <c:pt idx="4010">
                  <c:v>03-02-2016</c:v>
                </c:pt>
                <c:pt idx="4011">
                  <c:v>04-02-2016</c:v>
                </c:pt>
                <c:pt idx="4012">
                  <c:v>05-02-2016</c:v>
                </c:pt>
                <c:pt idx="4013">
                  <c:v>08-02-2016</c:v>
                </c:pt>
                <c:pt idx="4014">
                  <c:v>09-02-2016</c:v>
                </c:pt>
                <c:pt idx="4015">
                  <c:v>10-02-2016</c:v>
                </c:pt>
                <c:pt idx="4016">
                  <c:v>11-02-2016</c:v>
                </c:pt>
                <c:pt idx="4017">
                  <c:v>12-02-2016</c:v>
                </c:pt>
                <c:pt idx="4018">
                  <c:v>15-02-2016</c:v>
                </c:pt>
                <c:pt idx="4019">
                  <c:v>16-02-2016</c:v>
                </c:pt>
                <c:pt idx="4020">
                  <c:v>17-02-2016</c:v>
                </c:pt>
                <c:pt idx="4021">
                  <c:v>18-02-2016</c:v>
                </c:pt>
                <c:pt idx="4022">
                  <c:v>19-02-2016</c:v>
                </c:pt>
                <c:pt idx="4023">
                  <c:v>22-02-2016</c:v>
                </c:pt>
                <c:pt idx="4024">
                  <c:v>23-02-2016</c:v>
                </c:pt>
                <c:pt idx="4025">
                  <c:v>24-02-2016</c:v>
                </c:pt>
                <c:pt idx="4026">
                  <c:v>25-02-2016</c:v>
                </c:pt>
                <c:pt idx="4027">
                  <c:v>26-02-2016</c:v>
                </c:pt>
                <c:pt idx="4028">
                  <c:v>29-02-2016</c:v>
                </c:pt>
                <c:pt idx="4029">
                  <c:v>01-03-2016</c:v>
                </c:pt>
                <c:pt idx="4030">
                  <c:v>02-03-2016</c:v>
                </c:pt>
                <c:pt idx="4031">
                  <c:v>03-03-2016</c:v>
                </c:pt>
                <c:pt idx="4032">
                  <c:v>04-03-2016</c:v>
                </c:pt>
                <c:pt idx="4033">
                  <c:v>08-03-2016</c:v>
                </c:pt>
                <c:pt idx="4034">
                  <c:v>09-03-2016</c:v>
                </c:pt>
                <c:pt idx="4035">
                  <c:v>10-03-2016</c:v>
                </c:pt>
                <c:pt idx="4036">
                  <c:v>11-03-2016</c:v>
                </c:pt>
                <c:pt idx="4037">
                  <c:v>14-03-2016</c:v>
                </c:pt>
                <c:pt idx="4038">
                  <c:v>15-03-2016</c:v>
                </c:pt>
                <c:pt idx="4039">
                  <c:v>16-03-2016</c:v>
                </c:pt>
                <c:pt idx="4040">
                  <c:v>17-03-2016</c:v>
                </c:pt>
                <c:pt idx="4041">
                  <c:v>18-03-2016</c:v>
                </c:pt>
                <c:pt idx="4042">
                  <c:v>21-03-2016</c:v>
                </c:pt>
                <c:pt idx="4043">
                  <c:v>22-03-2016</c:v>
                </c:pt>
                <c:pt idx="4044">
                  <c:v>23-03-2016</c:v>
                </c:pt>
                <c:pt idx="4045">
                  <c:v>28-03-2016</c:v>
                </c:pt>
                <c:pt idx="4046">
                  <c:v>29-03-2016</c:v>
                </c:pt>
                <c:pt idx="4047">
                  <c:v>30-03-2016</c:v>
                </c:pt>
                <c:pt idx="4048">
                  <c:v>31-03-2016</c:v>
                </c:pt>
                <c:pt idx="4049">
                  <c:v>01-04-2016</c:v>
                </c:pt>
                <c:pt idx="4050">
                  <c:v>04-04-2016</c:v>
                </c:pt>
                <c:pt idx="4051">
                  <c:v>05-04-2016</c:v>
                </c:pt>
                <c:pt idx="4052">
                  <c:v>06-04-2016</c:v>
                </c:pt>
                <c:pt idx="4053">
                  <c:v>07-04-2016</c:v>
                </c:pt>
                <c:pt idx="4054">
                  <c:v>08-04-2016</c:v>
                </c:pt>
                <c:pt idx="4055">
                  <c:v>11-04-2016</c:v>
                </c:pt>
                <c:pt idx="4056">
                  <c:v>12-04-2016</c:v>
                </c:pt>
                <c:pt idx="4057">
                  <c:v>13-04-2016</c:v>
                </c:pt>
                <c:pt idx="4058">
                  <c:v>18-04-2016</c:v>
                </c:pt>
                <c:pt idx="4059">
                  <c:v>20-04-2016</c:v>
                </c:pt>
                <c:pt idx="4060">
                  <c:v>21-04-2016</c:v>
                </c:pt>
                <c:pt idx="4061">
                  <c:v>22-04-2016</c:v>
                </c:pt>
                <c:pt idx="4062">
                  <c:v>25-04-2016</c:v>
                </c:pt>
                <c:pt idx="4063">
                  <c:v>26-04-2016</c:v>
                </c:pt>
                <c:pt idx="4064">
                  <c:v>27-04-2016</c:v>
                </c:pt>
                <c:pt idx="4065">
                  <c:v>28-04-2016</c:v>
                </c:pt>
                <c:pt idx="4066">
                  <c:v>29-04-2016</c:v>
                </c:pt>
                <c:pt idx="4067">
                  <c:v>02-05-2016</c:v>
                </c:pt>
                <c:pt idx="4068">
                  <c:v>03-05-2016</c:v>
                </c:pt>
                <c:pt idx="4069">
                  <c:v>04-05-2016</c:v>
                </c:pt>
                <c:pt idx="4070">
                  <c:v>05-05-2016</c:v>
                </c:pt>
                <c:pt idx="4071">
                  <c:v>06-05-2016</c:v>
                </c:pt>
                <c:pt idx="4072">
                  <c:v>09-05-2016</c:v>
                </c:pt>
                <c:pt idx="4073">
                  <c:v>10-05-2016</c:v>
                </c:pt>
                <c:pt idx="4074">
                  <c:v>11-05-2016</c:v>
                </c:pt>
                <c:pt idx="4075">
                  <c:v>12-05-2016</c:v>
                </c:pt>
                <c:pt idx="4076">
                  <c:v>13-05-2016</c:v>
                </c:pt>
                <c:pt idx="4077">
                  <c:v>16-05-2016</c:v>
                </c:pt>
                <c:pt idx="4078">
                  <c:v>17-05-2016</c:v>
                </c:pt>
                <c:pt idx="4079">
                  <c:v>18-05-2016</c:v>
                </c:pt>
                <c:pt idx="4080">
                  <c:v>19-05-2016</c:v>
                </c:pt>
                <c:pt idx="4081">
                  <c:v>20-05-2016</c:v>
                </c:pt>
                <c:pt idx="4082">
                  <c:v>23-05-2016</c:v>
                </c:pt>
                <c:pt idx="4083">
                  <c:v>24-05-2016</c:v>
                </c:pt>
                <c:pt idx="4084">
                  <c:v>25-05-2016</c:v>
                </c:pt>
                <c:pt idx="4085">
                  <c:v>26-05-2016</c:v>
                </c:pt>
                <c:pt idx="4086">
                  <c:v>27-05-2016</c:v>
                </c:pt>
                <c:pt idx="4087">
                  <c:v>30-05-2016</c:v>
                </c:pt>
                <c:pt idx="4088">
                  <c:v>31-05-2016</c:v>
                </c:pt>
                <c:pt idx="4089">
                  <c:v>01-06-2016</c:v>
                </c:pt>
                <c:pt idx="4090">
                  <c:v>02-06-2016</c:v>
                </c:pt>
                <c:pt idx="4091">
                  <c:v>03-06-2016</c:v>
                </c:pt>
                <c:pt idx="4092">
                  <c:v>06-06-2016</c:v>
                </c:pt>
                <c:pt idx="4093">
                  <c:v>07-06-2016</c:v>
                </c:pt>
                <c:pt idx="4094">
                  <c:v>08-06-2016</c:v>
                </c:pt>
                <c:pt idx="4095">
                  <c:v>09-06-2016</c:v>
                </c:pt>
                <c:pt idx="4096">
                  <c:v>10-06-2016</c:v>
                </c:pt>
                <c:pt idx="4097">
                  <c:v>13-06-2016</c:v>
                </c:pt>
                <c:pt idx="4098">
                  <c:v>14-06-2016</c:v>
                </c:pt>
                <c:pt idx="4099">
                  <c:v>15-06-2016</c:v>
                </c:pt>
                <c:pt idx="4100">
                  <c:v>16-06-2016</c:v>
                </c:pt>
                <c:pt idx="4101">
                  <c:v>17-06-2016</c:v>
                </c:pt>
                <c:pt idx="4102">
                  <c:v>20-06-2016</c:v>
                </c:pt>
                <c:pt idx="4103">
                  <c:v>21-06-2016</c:v>
                </c:pt>
                <c:pt idx="4104">
                  <c:v>22-06-2016</c:v>
                </c:pt>
                <c:pt idx="4105">
                  <c:v>23-06-2016</c:v>
                </c:pt>
                <c:pt idx="4106">
                  <c:v>24-06-2016</c:v>
                </c:pt>
                <c:pt idx="4107">
                  <c:v>27-06-2016</c:v>
                </c:pt>
                <c:pt idx="4108">
                  <c:v>28-06-2016</c:v>
                </c:pt>
                <c:pt idx="4109">
                  <c:v>29-06-2016</c:v>
                </c:pt>
                <c:pt idx="4110">
                  <c:v>30-06-2016</c:v>
                </c:pt>
                <c:pt idx="4111">
                  <c:v>01-07-2016</c:v>
                </c:pt>
                <c:pt idx="4112">
                  <c:v>04-07-2016</c:v>
                </c:pt>
                <c:pt idx="4113">
                  <c:v>05-07-2016</c:v>
                </c:pt>
                <c:pt idx="4114">
                  <c:v>07-07-2016</c:v>
                </c:pt>
                <c:pt idx="4115">
                  <c:v>08-07-2016</c:v>
                </c:pt>
                <c:pt idx="4116">
                  <c:v>11-07-2016</c:v>
                </c:pt>
                <c:pt idx="4117">
                  <c:v>12-07-2016</c:v>
                </c:pt>
                <c:pt idx="4118">
                  <c:v>13-07-2016</c:v>
                </c:pt>
                <c:pt idx="4119">
                  <c:v>14-07-2016</c:v>
                </c:pt>
                <c:pt idx="4120">
                  <c:v>15-07-2016</c:v>
                </c:pt>
                <c:pt idx="4121">
                  <c:v>18-07-2016</c:v>
                </c:pt>
                <c:pt idx="4122">
                  <c:v>19-07-2016</c:v>
                </c:pt>
                <c:pt idx="4123">
                  <c:v>20-07-2016</c:v>
                </c:pt>
                <c:pt idx="4124">
                  <c:v>21-07-2016</c:v>
                </c:pt>
                <c:pt idx="4125">
                  <c:v>22-07-2016</c:v>
                </c:pt>
                <c:pt idx="4126">
                  <c:v>25-07-2016</c:v>
                </c:pt>
                <c:pt idx="4127">
                  <c:v>26-07-2016</c:v>
                </c:pt>
                <c:pt idx="4128">
                  <c:v>27-07-2016</c:v>
                </c:pt>
                <c:pt idx="4129">
                  <c:v>28-07-2016</c:v>
                </c:pt>
                <c:pt idx="4130">
                  <c:v>29-07-2016</c:v>
                </c:pt>
                <c:pt idx="4131">
                  <c:v>01-08-2016</c:v>
                </c:pt>
                <c:pt idx="4132">
                  <c:v>02-08-2016</c:v>
                </c:pt>
                <c:pt idx="4133">
                  <c:v>03-08-2016</c:v>
                </c:pt>
                <c:pt idx="4134">
                  <c:v>04-08-2016</c:v>
                </c:pt>
                <c:pt idx="4135">
                  <c:v>05-08-2016</c:v>
                </c:pt>
                <c:pt idx="4136">
                  <c:v>08-08-2016</c:v>
                </c:pt>
                <c:pt idx="4137">
                  <c:v>09-08-2016</c:v>
                </c:pt>
                <c:pt idx="4138">
                  <c:v>10-08-2016</c:v>
                </c:pt>
                <c:pt idx="4139">
                  <c:v>11-08-2016</c:v>
                </c:pt>
                <c:pt idx="4140">
                  <c:v>12-08-2016</c:v>
                </c:pt>
                <c:pt idx="4141">
                  <c:v>16-08-2016</c:v>
                </c:pt>
                <c:pt idx="4142">
                  <c:v>17-08-2016</c:v>
                </c:pt>
                <c:pt idx="4143">
                  <c:v>18-08-2016</c:v>
                </c:pt>
                <c:pt idx="4144">
                  <c:v>19-08-2016</c:v>
                </c:pt>
                <c:pt idx="4145">
                  <c:v>22-08-2016</c:v>
                </c:pt>
                <c:pt idx="4146">
                  <c:v>23-08-2016</c:v>
                </c:pt>
                <c:pt idx="4147">
                  <c:v>24-08-2016</c:v>
                </c:pt>
                <c:pt idx="4148">
                  <c:v>25-08-2016</c:v>
                </c:pt>
                <c:pt idx="4149">
                  <c:v>26-08-2016</c:v>
                </c:pt>
                <c:pt idx="4150">
                  <c:v>29-08-2016</c:v>
                </c:pt>
                <c:pt idx="4151">
                  <c:v>30-08-2016</c:v>
                </c:pt>
                <c:pt idx="4152">
                  <c:v>31-08-2016</c:v>
                </c:pt>
                <c:pt idx="4153">
                  <c:v>01-09-2016</c:v>
                </c:pt>
                <c:pt idx="4154">
                  <c:v>02-09-2016</c:v>
                </c:pt>
                <c:pt idx="4155">
                  <c:v>06-09-2016</c:v>
                </c:pt>
                <c:pt idx="4156">
                  <c:v>07-09-2016</c:v>
                </c:pt>
                <c:pt idx="4157">
                  <c:v>08-09-2016</c:v>
                </c:pt>
                <c:pt idx="4158">
                  <c:v>09-09-2016</c:v>
                </c:pt>
                <c:pt idx="4159">
                  <c:v>12-09-2016</c:v>
                </c:pt>
                <c:pt idx="4160">
                  <c:v>14-09-2016</c:v>
                </c:pt>
                <c:pt idx="4161">
                  <c:v>15-09-2016</c:v>
                </c:pt>
                <c:pt idx="4162">
                  <c:v>16-09-2016</c:v>
                </c:pt>
                <c:pt idx="4163">
                  <c:v>19-09-2016</c:v>
                </c:pt>
                <c:pt idx="4164">
                  <c:v>20-09-2016</c:v>
                </c:pt>
                <c:pt idx="4165">
                  <c:v>21-09-2016</c:v>
                </c:pt>
                <c:pt idx="4166">
                  <c:v>22-09-2016</c:v>
                </c:pt>
                <c:pt idx="4167">
                  <c:v>23-09-2016</c:v>
                </c:pt>
                <c:pt idx="4168">
                  <c:v>26-09-2016</c:v>
                </c:pt>
                <c:pt idx="4169">
                  <c:v>27-09-2016</c:v>
                </c:pt>
                <c:pt idx="4170">
                  <c:v>28-09-2016</c:v>
                </c:pt>
                <c:pt idx="4171">
                  <c:v>29-09-2016</c:v>
                </c:pt>
                <c:pt idx="4172">
                  <c:v>30-09-2016</c:v>
                </c:pt>
                <c:pt idx="4173">
                  <c:v>03-10-2016</c:v>
                </c:pt>
                <c:pt idx="4174">
                  <c:v>04-10-2016</c:v>
                </c:pt>
                <c:pt idx="4175">
                  <c:v>05-10-2016</c:v>
                </c:pt>
                <c:pt idx="4176">
                  <c:v>06-10-2016</c:v>
                </c:pt>
                <c:pt idx="4177">
                  <c:v>07-10-2016</c:v>
                </c:pt>
                <c:pt idx="4178">
                  <c:v>10-10-2016</c:v>
                </c:pt>
                <c:pt idx="4179">
                  <c:v>13-10-2016</c:v>
                </c:pt>
                <c:pt idx="4180">
                  <c:v>14-10-2016</c:v>
                </c:pt>
                <c:pt idx="4181">
                  <c:v>17-10-2016</c:v>
                </c:pt>
                <c:pt idx="4182">
                  <c:v>18-10-2016</c:v>
                </c:pt>
                <c:pt idx="4183">
                  <c:v>19-10-2016</c:v>
                </c:pt>
                <c:pt idx="4184">
                  <c:v>20-10-2016</c:v>
                </c:pt>
                <c:pt idx="4185">
                  <c:v>21-10-2016</c:v>
                </c:pt>
                <c:pt idx="4186">
                  <c:v>24-10-2016</c:v>
                </c:pt>
                <c:pt idx="4187">
                  <c:v>25-10-2016</c:v>
                </c:pt>
                <c:pt idx="4188">
                  <c:v>26-10-2016</c:v>
                </c:pt>
                <c:pt idx="4189">
                  <c:v>27-10-2016</c:v>
                </c:pt>
                <c:pt idx="4190">
                  <c:v>28-10-2016</c:v>
                </c:pt>
                <c:pt idx="4191">
                  <c:v>30-10-2016</c:v>
                </c:pt>
                <c:pt idx="4192">
                  <c:v>01-11-2016</c:v>
                </c:pt>
                <c:pt idx="4193">
                  <c:v>02-11-2016</c:v>
                </c:pt>
                <c:pt idx="4194">
                  <c:v>03-11-2016</c:v>
                </c:pt>
                <c:pt idx="4195">
                  <c:v>04-11-2016</c:v>
                </c:pt>
                <c:pt idx="4196">
                  <c:v>07-11-2016</c:v>
                </c:pt>
                <c:pt idx="4197">
                  <c:v>08-11-2016</c:v>
                </c:pt>
                <c:pt idx="4198">
                  <c:v>09-11-2016</c:v>
                </c:pt>
                <c:pt idx="4199">
                  <c:v>10-11-2016</c:v>
                </c:pt>
                <c:pt idx="4200">
                  <c:v>11-11-2016</c:v>
                </c:pt>
                <c:pt idx="4201">
                  <c:v>15-11-2016</c:v>
                </c:pt>
                <c:pt idx="4202">
                  <c:v>16-11-2016</c:v>
                </c:pt>
                <c:pt idx="4203">
                  <c:v>17-11-2016</c:v>
                </c:pt>
                <c:pt idx="4204">
                  <c:v>18-11-2016</c:v>
                </c:pt>
                <c:pt idx="4205">
                  <c:v>21-11-2016</c:v>
                </c:pt>
                <c:pt idx="4206">
                  <c:v>22-11-2016</c:v>
                </c:pt>
                <c:pt idx="4207">
                  <c:v>23-11-2016</c:v>
                </c:pt>
                <c:pt idx="4208">
                  <c:v>24-11-2016</c:v>
                </c:pt>
                <c:pt idx="4209">
                  <c:v>25-11-2016</c:v>
                </c:pt>
                <c:pt idx="4210">
                  <c:v>28-11-2016</c:v>
                </c:pt>
                <c:pt idx="4211">
                  <c:v>29-11-2016</c:v>
                </c:pt>
                <c:pt idx="4212">
                  <c:v>30-11-2016</c:v>
                </c:pt>
                <c:pt idx="4213">
                  <c:v>01-12-2016</c:v>
                </c:pt>
                <c:pt idx="4214">
                  <c:v>02-12-2016</c:v>
                </c:pt>
                <c:pt idx="4215">
                  <c:v>05-12-2016</c:v>
                </c:pt>
                <c:pt idx="4216">
                  <c:v>06-12-2016</c:v>
                </c:pt>
                <c:pt idx="4217">
                  <c:v>07-12-2016</c:v>
                </c:pt>
                <c:pt idx="4218">
                  <c:v>08-12-2016</c:v>
                </c:pt>
                <c:pt idx="4219">
                  <c:v>09-12-2016</c:v>
                </c:pt>
                <c:pt idx="4220">
                  <c:v>12-12-2016</c:v>
                </c:pt>
                <c:pt idx="4221">
                  <c:v>13-12-2016</c:v>
                </c:pt>
                <c:pt idx="4222">
                  <c:v>14-12-2016</c:v>
                </c:pt>
                <c:pt idx="4223">
                  <c:v>15-12-2016</c:v>
                </c:pt>
                <c:pt idx="4224">
                  <c:v>16-12-2016</c:v>
                </c:pt>
                <c:pt idx="4225">
                  <c:v>19-12-2016</c:v>
                </c:pt>
                <c:pt idx="4226">
                  <c:v>20-12-2016</c:v>
                </c:pt>
                <c:pt idx="4227">
                  <c:v>21-12-2016</c:v>
                </c:pt>
                <c:pt idx="4228">
                  <c:v>22-12-2016</c:v>
                </c:pt>
                <c:pt idx="4229">
                  <c:v>23-12-2016</c:v>
                </c:pt>
                <c:pt idx="4230">
                  <c:v>26-12-2016</c:v>
                </c:pt>
                <c:pt idx="4231">
                  <c:v>27-12-2016</c:v>
                </c:pt>
                <c:pt idx="4232">
                  <c:v>28-12-2016</c:v>
                </c:pt>
                <c:pt idx="4233">
                  <c:v>29-12-2016</c:v>
                </c:pt>
                <c:pt idx="4234">
                  <c:v>30-12-2016</c:v>
                </c:pt>
                <c:pt idx="4235">
                  <c:v>02-01-2017</c:v>
                </c:pt>
                <c:pt idx="4236">
                  <c:v>03-01-2017</c:v>
                </c:pt>
                <c:pt idx="4237">
                  <c:v>04-01-2017</c:v>
                </c:pt>
                <c:pt idx="4238">
                  <c:v>05-01-2017</c:v>
                </c:pt>
                <c:pt idx="4239">
                  <c:v>06-01-2017</c:v>
                </c:pt>
                <c:pt idx="4240">
                  <c:v>09-01-2017</c:v>
                </c:pt>
                <c:pt idx="4241">
                  <c:v>10-01-2017</c:v>
                </c:pt>
                <c:pt idx="4242">
                  <c:v>11-01-2017</c:v>
                </c:pt>
                <c:pt idx="4243">
                  <c:v>12-01-2017</c:v>
                </c:pt>
                <c:pt idx="4244">
                  <c:v>13-01-2017</c:v>
                </c:pt>
                <c:pt idx="4245">
                  <c:v>16-01-2017</c:v>
                </c:pt>
                <c:pt idx="4246">
                  <c:v>17-01-2017</c:v>
                </c:pt>
                <c:pt idx="4247">
                  <c:v>18-01-2017</c:v>
                </c:pt>
                <c:pt idx="4248">
                  <c:v>19-01-2017</c:v>
                </c:pt>
                <c:pt idx="4249">
                  <c:v>20-01-2017</c:v>
                </c:pt>
                <c:pt idx="4250">
                  <c:v>23-01-2017</c:v>
                </c:pt>
                <c:pt idx="4251">
                  <c:v>24-01-2017</c:v>
                </c:pt>
                <c:pt idx="4252">
                  <c:v>25-01-2017</c:v>
                </c:pt>
                <c:pt idx="4253">
                  <c:v>27-01-2017</c:v>
                </c:pt>
                <c:pt idx="4254">
                  <c:v>30-01-2017</c:v>
                </c:pt>
                <c:pt idx="4255">
                  <c:v>31-01-2017</c:v>
                </c:pt>
                <c:pt idx="4256">
                  <c:v>01-02-2017</c:v>
                </c:pt>
                <c:pt idx="4257">
                  <c:v>02-02-2017</c:v>
                </c:pt>
                <c:pt idx="4258">
                  <c:v>03-02-2017</c:v>
                </c:pt>
                <c:pt idx="4259">
                  <c:v>06-02-2017</c:v>
                </c:pt>
                <c:pt idx="4260">
                  <c:v>07-02-2017</c:v>
                </c:pt>
                <c:pt idx="4261">
                  <c:v>08-02-2017</c:v>
                </c:pt>
                <c:pt idx="4262">
                  <c:v>09-02-2017</c:v>
                </c:pt>
                <c:pt idx="4263">
                  <c:v>10-02-2017</c:v>
                </c:pt>
                <c:pt idx="4264">
                  <c:v>13-02-2017</c:v>
                </c:pt>
                <c:pt idx="4265">
                  <c:v>14-02-2017</c:v>
                </c:pt>
                <c:pt idx="4266">
                  <c:v>15-02-2017</c:v>
                </c:pt>
                <c:pt idx="4267">
                  <c:v>16-02-2017</c:v>
                </c:pt>
                <c:pt idx="4268">
                  <c:v>17-02-2017</c:v>
                </c:pt>
                <c:pt idx="4269">
                  <c:v>20-02-2017</c:v>
                </c:pt>
                <c:pt idx="4270">
                  <c:v>21-02-2017</c:v>
                </c:pt>
                <c:pt idx="4271">
                  <c:v>22-02-2017</c:v>
                </c:pt>
                <c:pt idx="4272">
                  <c:v>23-02-2017</c:v>
                </c:pt>
                <c:pt idx="4273">
                  <c:v>27-02-2017</c:v>
                </c:pt>
                <c:pt idx="4274">
                  <c:v>28-02-2017</c:v>
                </c:pt>
                <c:pt idx="4275">
                  <c:v>01-03-2017</c:v>
                </c:pt>
                <c:pt idx="4276">
                  <c:v>02-03-2017</c:v>
                </c:pt>
                <c:pt idx="4277">
                  <c:v>03-03-2017</c:v>
                </c:pt>
                <c:pt idx="4278">
                  <c:v>06-03-2017</c:v>
                </c:pt>
                <c:pt idx="4279">
                  <c:v>07-03-2017</c:v>
                </c:pt>
                <c:pt idx="4280">
                  <c:v>08-03-2017</c:v>
                </c:pt>
                <c:pt idx="4281">
                  <c:v>09-03-2017</c:v>
                </c:pt>
                <c:pt idx="4282">
                  <c:v>10-03-2017</c:v>
                </c:pt>
                <c:pt idx="4283">
                  <c:v>14-03-2017</c:v>
                </c:pt>
                <c:pt idx="4284">
                  <c:v>15-03-2017</c:v>
                </c:pt>
                <c:pt idx="4285">
                  <c:v>16-03-2017</c:v>
                </c:pt>
                <c:pt idx="4286">
                  <c:v>17-03-2017</c:v>
                </c:pt>
                <c:pt idx="4287">
                  <c:v>20-03-2017</c:v>
                </c:pt>
                <c:pt idx="4288">
                  <c:v>21-03-2017</c:v>
                </c:pt>
                <c:pt idx="4289">
                  <c:v>22-03-2017</c:v>
                </c:pt>
                <c:pt idx="4290">
                  <c:v>23-03-2017</c:v>
                </c:pt>
                <c:pt idx="4291">
                  <c:v>24-03-2017</c:v>
                </c:pt>
                <c:pt idx="4292">
                  <c:v>27-03-2017</c:v>
                </c:pt>
                <c:pt idx="4293">
                  <c:v>28-03-2017</c:v>
                </c:pt>
                <c:pt idx="4294">
                  <c:v>29-03-2017</c:v>
                </c:pt>
                <c:pt idx="4295">
                  <c:v>30-03-2017</c:v>
                </c:pt>
                <c:pt idx="4296">
                  <c:v>31-03-2017</c:v>
                </c:pt>
                <c:pt idx="4297">
                  <c:v>03-04-2017</c:v>
                </c:pt>
                <c:pt idx="4298">
                  <c:v>05-04-2017</c:v>
                </c:pt>
                <c:pt idx="4299">
                  <c:v>06-04-2017</c:v>
                </c:pt>
                <c:pt idx="4300">
                  <c:v>07-04-2017</c:v>
                </c:pt>
                <c:pt idx="4301">
                  <c:v>10-04-2017</c:v>
                </c:pt>
                <c:pt idx="4302">
                  <c:v>11-04-2017</c:v>
                </c:pt>
                <c:pt idx="4303">
                  <c:v>12-04-2017</c:v>
                </c:pt>
                <c:pt idx="4304">
                  <c:v>13-04-2017</c:v>
                </c:pt>
                <c:pt idx="4305">
                  <c:v>17-04-2017</c:v>
                </c:pt>
                <c:pt idx="4306">
                  <c:v>18-04-2017</c:v>
                </c:pt>
                <c:pt idx="4307">
                  <c:v>19-04-2017</c:v>
                </c:pt>
                <c:pt idx="4308">
                  <c:v>20-04-2017</c:v>
                </c:pt>
                <c:pt idx="4309">
                  <c:v>21-04-2017</c:v>
                </c:pt>
                <c:pt idx="4310">
                  <c:v>24-04-2017</c:v>
                </c:pt>
                <c:pt idx="4311">
                  <c:v>25-04-2017</c:v>
                </c:pt>
                <c:pt idx="4312">
                  <c:v>26-04-2017</c:v>
                </c:pt>
                <c:pt idx="4313">
                  <c:v>27-04-2017</c:v>
                </c:pt>
                <c:pt idx="4314">
                  <c:v>28-04-2017</c:v>
                </c:pt>
                <c:pt idx="4315">
                  <c:v>02-05-2017</c:v>
                </c:pt>
                <c:pt idx="4316">
                  <c:v>03-05-2017</c:v>
                </c:pt>
                <c:pt idx="4317">
                  <c:v>04-05-2017</c:v>
                </c:pt>
                <c:pt idx="4318">
                  <c:v>05-05-2017</c:v>
                </c:pt>
                <c:pt idx="4319">
                  <c:v>08-05-2017</c:v>
                </c:pt>
                <c:pt idx="4320">
                  <c:v>09-05-2017</c:v>
                </c:pt>
                <c:pt idx="4321">
                  <c:v>10-05-2017</c:v>
                </c:pt>
                <c:pt idx="4322">
                  <c:v>11-05-2017</c:v>
                </c:pt>
                <c:pt idx="4323">
                  <c:v>12-05-2017</c:v>
                </c:pt>
                <c:pt idx="4324">
                  <c:v>15-05-2017</c:v>
                </c:pt>
                <c:pt idx="4325">
                  <c:v>16-05-2017</c:v>
                </c:pt>
                <c:pt idx="4326">
                  <c:v>17-05-2017</c:v>
                </c:pt>
                <c:pt idx="4327">
                  <c:v>18-05-2017</c:v>
                </c:pt>
                <c:pt idx="4328">
                  <c:v>19-05-2017</c:v>
                </c:pt>
                <c:pt idx="4329">
                  <c:v>22-05-2017</c:v>
                </c:pt>
                <c:pt idx="4330">
                  <c:v>23-05-2017</c:v>
                </c:pt>
                <c:pt idx="4331">
                  <c:v>24-05-2017</c:v>
                </c:pt>
                <c:pt idx="4332">
                  <c:v>25-05-2017</c:v>
                </c:pt>
                <c:pt idx="4333">
                  <c:v>26-05-2017</c:v>
                </c:pt>
                <c:pt idx="4334">
                  <c:v>29-05-2017</c:v>
                </c:pt>
                <c:pt idx="4335">
                  <c:v>30-05-2017</c:v>
                </c:pt>
                <c:pt idx="4336">
                  <c:v>31-05-2017</c:v>
                </c:pt>
                <c:pt idx="4337">
                  <c:v>01-06-2017</c:v>
                </c:pt>
                <c:pt idx="4338">
                  <c:v>02-06-2017</c:v>
                </c:pt>
                <c:pt idx="4339">
                  <c:v>05-06-2017</c:v>
                </c:pt>
                <c:pt idx="4340">
                  <c:v>06-06-2017</c:v>
                </c:pt>
                <c:pt idx="4341">
                  <c:v>07-06-2017</c:v>
                </c:pt>
                <c:pt idx="4342">
                  <c:v>08-06-2017</c:v>
                </c:pt>
                <c:pt idx="4343">
                  <c:v>09-06-2017</c:v>
                </c:pt>
                <c:pt idx="4344">
                  <c:v>12-06-2017</c:v>
                </c:pt>
                <c:pt idx="4345">
                  <c:v>13-06-2017</c:v>
                </c:pt>
                <c:pt idx="4346">
                  <c:v>14-06-2017</c:v>
                </c:pt>
                <c:pt idx="4347">
                  <c:v>15-06-2017</c:v>
                </c:pt>
                <c:pt idx="4348">
                  <c:v>16-06-2017</c:v>
                </c:pt>
                <c:pt idx="4349">
                  <c:v>19-06-2017</c:v>
                </c:pt>
                <c:pt idx="4350">
                  <c:v>20-06-2017</c:v>
                </c:pt>
                <c:pt idx="4351">
                  <c:v>21-06-2017</c:v>
                </c:pt>
                <c:pt idx="4352">
                  <c:v>22-06-2017</c:v>
                </c:pt>
                <c:pt idx="4353">
                  <c:v>23-06-2017</c:v>
                </c:pt>
                <c:pt idx="4354">
                  <c:v>27-06-2017</c:v>
                </c:pt>
                <c:pt idx="4355">
                  <c:v>28-06-2017</c:v>
                </c:pt>
                <c:pt idx="4356">
                  <c:v>29-06-2017</c:v>
                </c:pt>
                <c:pt idx="4357">
                  <c:v>30-06-2017</c:v>
                </c:pt>
                <c:pt idx="4358">
                  <c:v>03-07-2017</c:v>
                </c:pt>
                <c:pt idx="4359">
                  <c:v>04-07-2017</c:v>
                </c:pt>
                <c:pt idx="4360">
                  <c:v>05-07-2017</c:v>
                </c:pt>
                <c:pt idx="4361">
                  <c:v>06-07-2017</c:v>
                </c:pt>
                <c:pt idx="4362">
                  <c:v>07-07-2017</c:v>
                </c:pt>
                <c:pt idx="4363">
                  <c:v>10-07-2017</c:v>
                </c:pt>
                <c:pt idx="4364">
                  <c:v>11-07-2017</c:v>
                </c:pt>
                <c:pt idx="4365">
                  <c:v>12-07-2017</c:v>
                </c:pt>
                <c:pt idx="4366">
                  <c:v>13-07-2017</c:v>
                </c:pt>
                <c:pt idx="4367">
                  <c:v>14-07-2017</c:v>
                </c:pt>
                <c:pt idx="4368">
                  <c:v>17-07-2017</c:v>
                </c:pt>
                <c:pt idx="4369">
                  <c:v>18-07-2017</c:v>
                </c:pt>
                <c:pt idx="4370">
                  <c:v>19-07-2017</c:v>
                </c:pt>
                <c:pt idx="4371">
                  <c:v>20-07-2017</c:v>
                </c:pt>
                <c:pt idx="4372">
                  <c:v>21-07-2017</c:v>
                </c:pt>
                <c:pt idx="4373">
                  <c:v>24-07-2017</c:v>
                </c:pt>
                <c:pt idx="4374">
                  <c:v>25-07-2017</c:v>
                </c:pt>
                <c:pt idx="4375">
                  <c:v>26-07-2017</c:v>
                </c:pt>
                <c:pt idx="4376">
                  <c:v>27-07-2017</c:v>
                </c:pt>
                <c:pt idx="4377">
                  <c:v>28-07-2017</c:v>
                </c:pt>
                <c:pt idx="4378">
                  <c:v>31-07-2017</c:v>
                </c:pt>
                <c:pt idx="4379">
                  <c:v>01-08-2017</c:v>
                </c:pt>
                <c:pt idx="4380">
                  <c:v>02-08-2017</c:v>
                </c:pt>
                <c:pt idx="4381">
                  <c:v>03-08-2017</c:v>
                </c:pt>
                <c:pt idx="4382">
                  <c:v>04-08-2017</c:v>
                </c:pt>
                <c:pt idx="4383">
                  <c:v>07-08-2017</c:v>
                </c:pt>
                <c:pt idx="4384">
                  <c:v>08-08-2017</c:v>
                </c:pt>
                <c:pt idx="4385">
                  <c:v>09-08-2017</c:v>
                </c:pt>
                <c:pt idx="4386">
                  <c:v>10-08-2017</c:v>
                </c:pt>
                <c:pt idx="4387">
                  <c:v>11-08-2017</c:v>
                </c:pt>
                <c:pt idx="4388">
                  <c:v>14-08-2017</c:v>
                </c:pt>
                <c:pt idx="4389">
                  <c:v>16-08-2017</c:v>
                </c:pt>
                <c:pt idx="4390">
                  <c:v>17-08-2017</c:v>
                </c:pt>
                <c:pt idx="4391">
                  <c:v>18-08-2017</c:v>
                </c:pt>
                <c:pt idx="4392">
                  <c:v>21-08-2017</c:v>
                </c:pt>
                <c:pt idx="4393">
                  <c:v>22-08-2017</c:v>
                </c:pt>
                <c:pt idx="4394">
                  <c:v>23-08-2017</c:v>
                </c:pt>
                <c:pt idx="4395">
                  <c:v>24-08-2017</c:v>
                </c:pt>
                <c:pt idx="4396">
                  <c:v>28-08-2017</c:v>
                </c:pt>
                <c:pt idx="4397">
                  <c:v>29-08-2017</c:v>
                </c:pt>
                <c:pt idx="4398">
                  <c:v>30-08-2017</c:v>
                </c:pt>
                <c:pt idx="4399">
                  <c:v>31-08-2017</c:v>
                </c:pt>
                <c:pt idx="4400">
                  <c:v>01-09-2017</c:v>
                </c:pt>
                <c:pt idx="4401">
                  <c:v>04-09-2017</c:v>
                </c:pt>
                <c:pt idx="4402">
                  <c:v>05-09-2017</c:v>
                </c:pt>
                <c:pt idx="4403">
                  <c:v>06-09-2017</c:v>
                </c:pt>
                <c:pt idx="4404">
                  <c:v>07-09-2017</c:v>
                </c:pt>
                <c:pt idx="4405">
                  <c:v>08-09-2017</c:v>
                </c:pt>
                <c:pt idx="4406">
                  <c:v>11-09-2017</c:v>
                </c:pt>
                <c:pt idx="4407">
                  <c:v>12-09-2017</c:v>
                </c:pt>
                <c:pt idx="4408">
                  <c:v>13-09-2017</c:v>
                </c:pt>
                <c:pt idx="4409">
                  <c:v>14-09-2017</c:v>
                </c:pt>
                <c:pt idx="4410">
                  <c:v>15-09-2017</c:v>
                </c:pt>
                <c:pt idx="4411">
                  <c:v>18-09-2017</c:v>
                </c:pt>
                <c:pt idx="4412">
                  <c:v>19-09-2017</c:v>
                </c:pt>
                <c:pt idx="4413">
                  <c:v>20-09-2017</c:v>
                </c:pt>
                <c:pt idx="4414">
                  <c:v>21-09-2017</c:v>
                </c:pt>
                <c:pt idx="4415">
                  <c:v>22-09-2017</c:v>
                </c:pt>
                <c:pt idx="4416">
                  <c:v>25-09-2017</c:v>
                </c:pt>
                <c:pt idx="4417">
                  <c:v>26-09-2017</c:v>
                </c:pt>
                <c:pt idx="4418">
                  <c:v>27-09-2017</c:v>
                </c:pt>
                <c:pt idx="4419">
                  <c:v>28-09-2017</c:v>
                </c:pt>
                <c:pt idx="4420">
                  <c:v>29-09-2017</c:v>
                </c:pt>
                <c:pt idx="4421">
                  <c:v>03-10-2017</c:v>
                </c:pt>
                <c:pt idx="4422">
                  <c:v>04-10-2017</c:v>
                </c:pt>
                <c:pt idx="4423">
                  <c:v>05-10-2017</c:v>
                </c:pt>
                <c:pt idx="4424">
                  <c:v>06-10-2017</c:v>
                </c:pt>
                <c:pt idx="4425">
                  <c:v>09-10-2017</c:v>
                </c:pt>
                <c:pt idx="4426">
                  <c:v>10-10-2017</c:v>
                </c:pt>
                <c:pt idx="4427">
                  <c:v>11-10-2017</c:v>
                </c:pt>
                <c:pt idx="4428">
                  <c:v>12-10-2017</c:v>
                </c:pt>
                <c:pt idx="4429">
                  <c:v>13-10-2017</c:v>
                </c:pt>
                <c:pt idx="4430">
                  <c:v>16-10-2017</c:v>
                </c:pt>
                <c:pt idx="4431">
                  <c:v>17-10-2017</c:v>
                </c:pt>
                <c:pt idx="4432">
                  <c:v>18-10-2017</c:v>
                </c:pt>
                <c:pt idx="4433">
                  <c:v>19-10-2017</c:v>
                </c:pt>
                <c:pt idx="4434">
                  <c:v>23-10-2017</c:v>
                </c:pt>
                <c:pt idx="4435">
                  <c:v>24-10-2017</c:v>
                </c:pt>
                <c:pt idx="4436">
                  <c:v>25-10-2017</c:v>
                </c:pt>
                <c:pt idx="4437">
                  <c:v>26-10-2017</c:v>
                </c:pt>
                <c:pt idx="4438">
                  <c:v>27-10-2017</c:v>
                </c:pt>
                <c:pt idx="4439">
                  <c:v>30-10-2017</c:v>
                </c:pt>
                <c:pt idx="4440">
                  <c:v>31-10-2017</c:v>
                </c:pt>
                <c:pt idx="4441">
                  <c:v>01-11-2017</c:v>
                </c:pt>
                <c:pt idx="4442">
                  <c:v>02-11-2017</c:v>
                </c:pt>
                <c:pt idx="4443">
                  <c:v>03-11-2017</c:v>
                </c:pt>
                <c:pt idx="4444">
                  <c:v>06-11-2017</c:v>
                </c:pt>
                <c:pt idx="4445">
                  <c:v>07-11-2017</c:v>
                </c:pt>
                <c:pt idx="4446">
                  <c:v>08-11-2017</c:v>
                </c:pt>
                <c:pt idx="4447">
                  <c:v>09-11-2017</c:v>
                </c:pt>
                <c:pt idx="4448">
                  <c:v>10-11-2017</c:v>
                </c:pt>
                <c:pt idx="4449">
                  <c:v>13-11-2017</c:v>
                </c:pt>
                <c:pt idx="4450">
                  <c:v>14-11-2017</c:v>
                </c:pt>
                <c:pt idx="4451">
                  <c:v>15-11-2017</c:v>
                </c:pt>
                <c:pt idx="4452">
                  <c:v>16-11-2017</c:v>
                </c:pt>
                <c:pt idx="4453">
                  <c:v>17-11-2017</c:v>
                </c:pt>
                <c:pt idx="4454">
                  <c:v>20-11-2017</c:v>
                </c:pt>
                <c:pt idx="4455">
                  <c:v>21-11-2017</c:v>
                </c:pt>
                <c:pt idx="4456">
                  <c:v>22-11-2017</c:v>
                </c:pt>
                <c:pt idx="4457">
                  <c:v>23-11-2017</c:v>
                </c:pt>
                <c:pt idx="4458">
                  <c:v>24-11-2017</c:v>
                </c:pt>
                <c:pt idx="4459">
                  <c:v>27-11-2017</c:v>
                </c:pt>
                <c:pt idx="4460">
                  <c:v>28-11-2017</c:v>
                </c:pt>
                <c:pt idx="4461">
                  <c:v>29-11-2017</c:v>
                </c:pt>
                <c:pt idx="4462">
                  <c:v>30-11-2017</c:v>
                </c:pt>
                <c:pt idx="4463">
                  <c:v>01-12-2017</c:v>
                </c:pt>
                <c:pt idx="4464">
                  <c:v>04-12-2017</c:v>
                </c:pt>
                <c:pt idx="4465">
                  <c:v>05-12-2017</c:v>
                </c:pt>
                <c:pt idx="4466">
                  <c:v>06-12-2017</c:v>
                </c:pt>
                <c:pt idx="4467">
                  <c:v>07-12-2017</c:v>
                </c:pt>
                <c:pt idx="4468">
                  <c:v>08-12-2017</c:v>
                </c:pt>
                <c:pt idx="4469">
                  <c:v>11-12-2017</c:v>
                </c:pt>
                <c:pt idx="4470">
                  <c:v>12-12-2017</c:v>
                </c:pt>
                <c:pt idx="4471">
                  <c:v>13-12-2017</c:v>
                </c:pt>
                <c:pt idx="4472">
                  <c:v>14-12-2017</c:v>
                </c:pt>
                <c:pt idx="4473">
                  <c:v>15-12-2017</c:v>
                </c:pt>
                <c:pt idx="4474">
                  <c:v>18-12-2017</c:v>
                </c:pt>
                <c:pt idx="4475">
                  <c:v>19-12-2017</c:v>
                </c:pt>
                <c:pt idx="4476">
                  <c:v>20-12-2017</c:v>
                </c:pt>
                <c:pt idx="4477">
                  <c:v>21-12-2017</c:v>
                </c:pt>
                <c:pt idx="4478">
                  <c:v>22-12-2017</c:v>
                </c:pt>
                <c:pt idx="4479">
                  <c:v>26-12-2017</c:v>
                </c:pt>
                <c:pt idx="4480">
                  <c:v>27-12-2017</c:v>
                </c:pt>
                <c:pt idx="4481">
                  <c:v>28-12-2017</c:v>
                </c:pt>
                <c:pt idx="4482">
                  <c:v>29-12-2017</c:v>
                </c:pt>
                <c:pt idx="4483">
                  <c:v>01-01-2018</c:v>
                </c:pt>
                <c:pt idx="4484">
                  <c:v>02-01-2018</c:v>
                </c:pt>
                <c:pt idx="4485">
                  <c:v>03-01-2018</c:v>
                </c:pt>
                <c:pt idx="4486">
                  <c:v>04-01-2018</c:v>
                </c:pt>
                <c:pt idx="4487">
                  <c:v>05-01-2018</c:v>
                </c:pt>
                <c:pt idx="4488">
                  <c:v>08-01-2018</c:v>
                </c:pt>
                <c:pt idx="4489">
                  <c:v>09-01-2018</c:v>
                </c:pt>
                <c:pt idx="4490">
                  <c:v>10-01-2018</c:v>
                </c:pt>
                <c:pt idx="4491">
                  <c:v>11-01-2018</c:v>
                </c:pt>
                <c:pt idx="4492">
                  <c:v>12-01-2018</c:v>
                </c:pt>
                <c:pt idx="4493">
                  <c:v>15-01-2018</c:v>
                </c:pt>
                <c:pt idx="4494">
                  <c:v>16-01-2018</c:v>
                </c:pt>
                <c:pt idx="4495">
                  <c:v>17-01-2018</c:v>
                </c:pt>
                <c:pt idx="4496">
                  <c:v>18-01-2018</c:v>
                </c:pt>
                <c:pt idx="4497">
                  <c:v>19-01-2018</c:v>
                </c:pt>
                <c:pt idx="4498">
                  <c:v>22-01-2018</c:v>
                </c:pt>
                <c:pt idx="4499">
                  <c:v>23-01-2018</c:v>
                </c:pt>
                <c:pt idx="4500">
                  <c:v>24-01-2018</c:v>
                </c:pt>
                <c:pt idx="4501">
                  <c:v>25-01-2018</c:v>
                </c:pt>
                <c:pt idx="4502">
                  <c:v>29-01-2018</c:v>
                </c:pt>
                <c:pt idx="4503">
                  <c:v>30-01-2018</c:v>
                </c:pt>
                <c:pt idx="4504">
                  <c:v>31-01-2018</c:v>
                </c:pt>
                <c:pt idx="4505">
                  <c:v>01-02-2018</c:v>
                </c:pt>
                <c:pt idx="4506">
                  <c:v>02-02-2018</c:v>
                </c:pt>
                <c:pt idx="4507">
                  <c:v>05-02-2018</c:v>
                </c:pt>
                <c:pt idx="4508">
                  <c:v>06-02-2018</c:v>
                </c:pt>
                <c:pt idx="4509">
                  <c:v>07-02-2018</c:v>
                </c:pt>
                <c:pt idx="4510">
                  <c:v>08-02-2018</c:v>
                </c:pt>
                <c:pt idx="4511">
                  <c:v>09-02-2018</c:v>
                </c:pt>
                <c:pt idx="4512">
                  <c:v>12-02-2018</c:v>
                </c:pt>
                <c:pt idx="4513">
                  <c:v>14-02-2018</c:v>
                </c:pt>
                <c:pt idx="4514">
                  <c:v>15-02-2018</c:v>
                </c:pt>
                <c:pt idx="4515">
                  <c:v>16-02-2018</c:v>
                </c:pt>
                <c:pt idx="4516">
                  <c:v>19-02-2018</c:v>
                </c:pt>
                <c:pt idx="4517">
                  <c:v>20-02-2018</c:v>
                </c:pt>
                <c:pt idx="4518">
                  <c:v>21-02-2018</c:v>
                </c:pt>
                <c:pt idx="4519">
                  <c:v>22-02-2018</c:v>
                </c:pt>
                <c:pt idx="4520">
                  <c:v>23-02-2018</c:v>
                </c:pt>
                <c:pt idx="4521">
                  <c:v>26-02-2018</c:v>
                </c:pt>
                <c:pt idx="4522">
                  <c:v>27-02-2018</c:v>
                </c:pt>
                <c:pt idx="4523">
                  <c:v>28-02-2018</c:v>
                </c:pt>
                <c:pt idx="4524">
                  <c:v>01-03-2018</c:v>
                </c:pt>
                <c:pt idx="4525">
                  <c:v>05-03-2018</c:v>
                </c:pt>
                <c:pt idx="4526">
                  <c:v>06-03-2018</c:v>
                </c:pt>
                <c:pt idx="4527">
                  <c:v>07-03-2018</c:v>
                </c:pt>
                <c:pt idx="4528">
                  <c:v>08-03-2018</c:v>
                </c:pt>
                <c:pt idx="4529">
                  <c:v>09-03-2018</c:v>
                </c:pt>
                <c:pt idx="4530">
                  <c:v>12-03-2018</c:v>
                </c:pt>
                <c:pt idx="4531">
                  <c:v>13-03-2018</c:v>
                </c:pt>
                <c:pt idx="4532">
                  <c:v>14-03-2018</c:v>
                </c:pt>
                <c:pt idx="4533">
                  <c:v>15-03-2018</c:v>
                </c:pt>
                <c:pt idx="4534">
                  <c:v>16-03-2018</c:v>
                </c:pt>
                <c:pt idx="4535">
                  <c:v>19-03-2018</c:v>
                </c:pt>
                <c:pt idx="4536">
                  <c:v>20-03-2018</c:v>
                </c:pt>
                <c:pt idx="4537">
                  <c:v>21-03-2018</c:v>
                </c:pt>
                <c:pt idx="4538">
                  <c:v>22-03-2018</c:v>
                </c:pt>
                <c:pt idx="4539">
                  <c:v>23-03-2018</c:v>
                </c:pt>
                <c:pt idx="4540">
                  <c:v>26-03-2018</c:v>
                </c:pt>
                <c:pt idx="4541">
                  <c:v>27-03-2018</c:v>
                </c:pt>
                <c:pt idx="4542">
                  <c:v>28-03-2018</c:v>
                </c:pt>
                <c:pt idx="4543">
                  <c:v>02-04-2018</c:v>
                </c:pt>
                <c:pt idx="4544">
                  <c:v>03-04-2018</c:v>
                </c:pt>
                <c:pt idx="4545">
                  <c:v>04-04-2018</c:v>
                </c:pt>
                <c:pt idx="4546">
                  <c:v>05-04-2018</c:v>
                </c:pt>
                <c:pt idx="4547">
                  <c:v>06-04-2018</c:v>
                </c:pt>
                <c:pt idx="4548">
                  <c:v>09-04-2018</c:v>
                </c:pt>
                <c:pt idx="4549">
                  <c:v>10-04-2018</c:v>
                </c:pt>
                <c:pt idx="4550">
                  <c:v>11-04-2018</c:v>
                </c:pt>
                <c:pt idx="4551">
                  <c:v>12-04-2018</c:v>
                </c:pt>
                <c:pt idx="4552">
                  <c:v>13-04-2018</c:v>
                </c:pt>
                <c:pt idx="4553">
                  <c:v>16-04-2018</c:v>
                </c:pt>
                <c:pt idx="4554">
                  <c:v>17-04-2018</c:v>
                </c:pt>
                <c:pt idx="4555">
                  <c:v>18-04-2018</c:v>
                </c:pt>
                <c:pt idx="4556">
                  <c:v>19-04-2018</c:v>
                </c:pt>
                <c:pt idx="4557">
                  <c:v>20-04-2018</c:v>
                </c:pt>
                <c:pt idx="4558">
                  <c:v>23-04-2018</c:v>
                </c:pt>
                <c:pt idx="4559">
                  <c:v>24-04-2018</c:v>
                </c:pt>
                <c:pt idx="4560">
                  <c:v>25-04-2018</c:v>
                </c:pt>
                <c:pt idx="4561">
                  <c:v>26-04-2018</c:v>
                </c:pt>
                <c:pt idx="4562">
                  <c:v>27-04-2018</c:v>
                </c:pt>
                <c:pt idx="4563">
                  <c:v>30-04-2018</c:v>
                </c:pt>
                <c:pt idx="4564">
                  <c:v>02-05-2018</c:v>
                </c:pt>
                <c:pt idx="4565">
                  <c:v>03-05-2018</c:v>
                </c:pt>
                <c:pt idx="4566">
                  <c:v>04-05-2018</c:v>
                </c:pt>
                <c:pt idx="4567">
                  <c:v>07-05-2018</c:v>
                </c:pt>
                <c:pt idx="4568">
                  <c:v>08-05-2018</c:v>
                </c:pt>
                <c:pt idx="4569">
                  <c:v>09-05-2018</c:v>
                </c:pt>
                <c:pt idx="4570">
                  <c:v>10-05-2018</c:v>
                </c:pt>
                <c:pt idx="4571">
                  <c:v>11-05-2018</c:v>
                </c:pt>
                <c:pt idx="4572">
                  <c:v>14-05-2018</c:v>
                </c:pt>
                <c:pt idx="4573">
                  <c:v>15-05-2018</c:v>
                </c:pt>
                <c:pt idx="4574">
                  <c:v>16-05-2018</c:v>
                </c:pt>
                <c:pt idx="4575">
                  <c:v>17-05-2018</c:v>
                </c:pt>
                <c:pt idx="4576">
                  <c:v>18-05-2018</c:v>
                </c:pt>
                <c:pt idx="4577">
                  <c:v>21-05-2018</c:v>
                </c:pt>
                <c:pt idx="4578">
                  <c:v>22-05-2018</c:v>
                </c:pt>
                <c:pt idx="4579">
                  <c:v>23-05-2018</c:v>
                </c:pt>
                <c:pt idx="4580">
                  <c:v>24-05-2018</c:v>
                </c:pt>
                <c:pt idx="4581">
                  <c:v>25-05-2018</c:v>
                </c:pt>
                <c:pt idx="4582">
                  <c:v>28-05-2018</c:v>
                </c:pt>
                <c:pt idx="4583">
                  <c:v>29-05-2018</c:v>
                </c:pt>
                <c:pt idx="4584">
                  <c:v>30-05-2018</c:v>
                </c:pt>
                <c:pt idx="4585">
                  <c:v>31-05-2018</c:v>
                </c:pt>
                <c:pt idx="4586">
                  <c:v>01-06-2018</c:v>
                </c:pt>
                <c:pt idx="4587">
                  <c:v>04-06-2018</c:v>
                </c:pt>
                <c:pt idx="4588">
                  <c:v>05-06-2018</c:v>
                </c:pt>
                <c:pt idx="4589">
                  <c:v>06-06-2018</c:v>
                </c:pt>
                <c:pt idx="4590">
                  <c:v>07-06-2018</c:v>
                </c:pt>
                <c:pt idx="4591">
                  <c:v>08-06-2018</c:v>
                </c:pt>
                <c:pt idx="4592">
                  <c:v>11-06-2018</c:v>
                </c:pt>
                <c:pt idx="4593">
                  <c:v>12-06-2018</c:v>
                </c:pt>
                <c:pt idx="4594">
                  <c:v>13-06-2018</c:v>
                </c:pt>
                <c:pt idx="4595">
                  <c:v>14-06-2018</c:v>
                </c:pt>
                <c:pt idx="4596">
                  <c:v>15-06-2018</c:v>
                </c:pt>
                <c:pt idx="4597">
                  <c:v>18-06-2018</c:v>
                </c:pt>
                <c:pt idx="4598">
                  <c:v>19-06-2018</c:v>
                </c:pt>
                <c:pt idx="4599">
                  <c:v>20-06-2018</c:v>
                </c:pt>
                <c:pt idx="4600">
                  <c:v>21-06-2018</c:v>
                </c:pt>
                <c:pt idx="4601">
                  <c:v>22-06-2018</c:v>
                </c:pt>
                <c:pt idx="4602">
                  <c:v>25-06-2018</c:v>
                </c:pt>
                <c:pt idx="4603">
                  <c:v>26-06-2018</c:v>
                </c:pt>
                <c:pt idx="4604">
                  <c:v>27-06-2018</c:v>
                </c:pt>
                <c:pt idx="4605">
                  <c:v>28-06-2018</c:v>
                </c:pt>
                <c:pt idx="4606">
                  <c:v>29-06-2018</c:v>
                </c:pt>
                <c:pt idx="4607">
                  <c:v>02-07-2018</c:v>
                </c:pt>
                <c:pt idx="4608">
                  <c:v>03-07-2018</c:v>
                </c:pt>
                <c:pt idx="4609">
                  <c:v>04-07-2018</c:v>
                </c:pt>
                <c:pt idx="4610">
                  <c:v>05-07-2018</c:v>
                </c:pt>
                <c:pt idx="4611">
                  <c:v>06-07-2018</c:v>
                </c:pt>
                <c:pt idx="4612">
                  <c:v>09-07-2018</c:v>
                </c:pt>
                <c:pt idx="4613">
                  <c:v>10-07-2018</c:v>
                </c:pt>
                <c:pt idx="4614">
                  <c:v>11-07-2018</c:v>
                </c:pt>
                <c:pt idx="4615">
                  <c:v>12-07-2018</c:v>
                </c:pt>
                <c:pt idx="4616">
                  <c:v>13-07-2018</c:v>
                </c:pt>
                <c:pt idx="4617">
                  <c:v>16-07-2018</c:v>
                </c:pt>
                <c:pt idx="4618">
                  <c:v>17-07-2018</c:v>
                </c:pt>
                <c:pt idx="4619">
                  <c:v>18-07-2018</c:v>
                </c:pt>
                <c:pt idx="4620">
                  <c:v>19-07-2018</c:v>
                </c:pt>
                <c:pt idx="4621">
                  <c:v>20-07-2018</c:v>
                </c:pt>
                <c:pt idx="4622">
                  <c:v>23-07-2018</c:v>
                </c:pt>
                <c:pt idx="4623">
                  <c:v>24-07-2018</c:v>
                </c:pt>
                <c:pt idx="4624">
                  <c:v>25-07-2018</c:v>
                </c:pt>
                <c:pt idx="4625">
                  <c:v>26-07-2018</c:v>
                </c:pt>
                <c:pt idx="4626">
                  <c:v>27-07-2018</c:v>
                </c:pt>
                <c:pt idx="4627">
                  <c:v>30-07-2018</c:v>
                </c:pt>
                <c:pt idx="4628">
                  <c:v>31-07-2018</c:v>
                </c:pt>
                <c:pt idx="4629">
                  <c:v>01-08-2018</c:v>
                </c:pt>
                <c:pt idx="4630">
                  <c:v>02-08-2018</c:v>
                </c:pt>
                <c:pt idx="4631">
                  <c:v>03-08-2018</c:v>
                </c:pt>
                <c:pt idx="4632">
                  <c:v>06-08-2018</c:v>
                </c:pt>
                <c:pt idx="4633">
                  <c:v>07-08-2018</c:v>
                </c:pt>
                <c:pt idx="4634">
                  <c:v>08-08-2018</c:v>
                </c:pt>
                <c:pt idx="4635">
                  <c:v>09-08-2018</c:v>
                </c:pt>
                <c:pt idx="4636">
                  <c:v>10-08-2018</c:v>
                </c:pt>
                <c:pt idx="4637">
                  <c:v>13-08-2018</c:v>
                </c:pt>
                <c:pt idx="4638">
                  <c:v>14-08-2018</c:v>
                </c:pt>
                <c:pt idx="4639">
                  <c:v>16-08-2018</c:v>
                </c:pt>
                <c:pt idx="4640">
                  <c:v>17-08-2018</c:v>
                </c:pt>
                <c:pt idx="4641">
                  <c:v>20-08-2018</c:v>
                </c:pt>
                <c:pt idx="4642">
                  <c:v>21-08-2018</c:v>
                </c:pt>
                <c:pt idx="4643">
                  <c:v>23-08-2018</c:v>
                </c:pt>
                <c:pt idx="4644">
                  <c:v>24-08-2018</c:v>
                </c:pt>
                <c:pt idx="4645">
                  <c:v>27-08-2018</c:v>
                </c:pt>
                <c:pt idx="4646">
                  <c:v>28-08-2018</c:v>
                </c:pt>
                <c:pt idx="4647">
                  <c:v>29-08-2018</c:v>
                </c:pt>
                <c:pt idx="4648">
                  <c:v>30-08-2018</c:v>
                </c:pt>
                <c:pt idx="4649">
                  <c:v>31-08-2018</c:v>
                </c:pt>
                <c:pt idx="4650">
                  <c:v>03-09-2018</c:v>
                </c:pt>
                <c:pt idx="4651">
                  <c:v>04-09-2018</c:v>
                </c:pt>
                <c:pt idx="4652">
                  <c:v>05-09-2018</c:v>
                </c:pt>
                <c:pt idx="4653">
                  <c:v>06-09-2018</c:v>
                </c:pt>
                <c:pt idx="4654">
                  <c:v>07-09-2018</c:v>
                </c:pt>
                <c:pt idx="4655">
                  <c:v>10-09-2018</c:v>
                </c:pt>
                <c:pt idx="4656">
                  <c:v>11-09-2018</c:v>
                </c:pt>
                <c:pt idx="4657">
                  <c:v>12-09-2018</c:v>
                </c:pt>
                <c:pt idx="4658">
                  <c:v>14-09-2018</c:v>
                </c:pt>
                <c:pt idx="4659">
                  <c:v>17-09-2018</c:v>
                </c:pt>
                <c:pt idx="4660">
                  <c:v>18-09-2018</c:v>
                </c:pt>
                <c:pt idx="4661">
                  <c:v>19-09-2018</c:v>
                </c:pt>
                <c:pt idx="4662">
                  <c:v>21-09-2018</c:v>
                </c:pt>
                <c:pt idx="4663">
                  <c:v>24-09-2018</c:v>
                </c:pt>
                <c:pt idx="4664">
                  <c:v>25-09-2018</c:v>
                </c:pt>
                <c:pt idx="4665">
                  <c:v>26-09-2018</c:v>
                </c:pt>
                <c:pt idx="4666">
                  <c:v>27-09-2018</c:v>
                </c:pt>
                <c:pt idx="4667">
                  <c:v>28-09-2018</c:v>
                </c:pt>
                <c:pt idx="4668">
                  <c:v>01-10-2018</c:v>
                </c:pt>
                <c:pt idx="4669">
                  <c:v>03-10-2018</c:v>
                </c:pt>
                <c:pt idx="4670">
                  <c:v>04-10-2018</c:v>
                </c:pt>
                <c:pt idx="4671">
                  <c:v>05-10-2018</c:v>
                </c:pt>
                <c:pt idx="4672">
                  <c:v>08-10-2018</c:v>
                </c:pt>
                <c:pt idx="4673">
                  <c:v>09-10-2018</c:v>
                </c:pt>
                <c:pt idx="4674">
                  <c:v>10-10-2018</c:v>
                </c:pt>
                <c:pt idx="4675">
                  <c:v>11-10-2018</c:v>
                </c:pt>
                <c:pt idx="4676">
                  <c:v>12-10-2018</c:v>
                </c:pt>
                <c:pt idx="4677">
                  <c:v>15-10-2018</c:v>
                </c:pt>
                <c:pt idx="4678">
                  <c:v>16-10-2018</c:v>
                </c:pt>
                <c:pt idx="4679">
                  <c:v>17-10-2018</c:v>
                </c:pt>
                <c:pt idx="4680">
                  <c:v>19-10-2018</c:v>
                </c:pt>
                <c:pt idx="4681">
                  <c:v>22-10-2018</c:v>
                </c:pt>
                <c:pt idx="4682">
                  <c:v>23-10-2018</c:v>
                </c:pt>
                <c:pt idx="4683">
                  <c:v>24-10-2018</c:v>
                </c:pt>
                <c:pt idx="4684">
                  <c:v>25-10-2018</c:v>
                </c:pt>
                <c:pt idx="4685">
                  <c:v>26-10-2018</c:v>
                </c:pt>
                <c:pt idx="4686">
                  <c:v>29-10-2018</c:v>
                </c:pt>
                <c:pt idx="4687">
                  <c:v>30-10-2018</c:v>
                </c:pt>
                <c:pt idx="4688">
                  <c:v>31-10-2018</c:v>
                </c:pt>
                <c:pt idx="4689">
                  <c:v>01-11-2018</c:v>
                </c:pt>
                <c:pt idx="4690">
                  <c:v>02-11-2018</c:v>
                </c:pt>
                <c:pt idx="4691">
                  <c:v>05-11-2018</c:v>
                </c:pt>
                <c:pt idx="4692">
                  <c:v>06-11-2018</c:v>
                </c:pt>
                <c:pt idx="4693">
                  <c:v>07-11-2018</c:v>
                </c:pt>
                <c:pt idx="4694">
                  <c:v>09-11-2018</c:v>
                </c:pt>
                <c:pt idx="4695">
                  <c:v>12-11-2018</c:v>
                </c:pt>
                <c:pt idx="4696">
                  <c:v>13-11-2018</c:v>
                </c:pt>
                <c:pt idx="4697">
                  <c:v>14-11-2018</c:v>
                </c:pt>
                <c:pt idx="4698">
                  <c:v>15-11-2018</c:v>
                </c:pt>
                <c:pt idx="4699">
                  <c:v>16-11-2018</c:v>
                </c:pt>
                <c:pt idx="4700">
                  <c:v>19-11-2018</c:v>
                </c:pt>
                <c:pt idx="4701">
                  <c:v>20-11-2018</c:v>
                </c:pt>
                <c:pt idx="4702">
                  <c:v>21-11-2018</c:v>
                </c:pt>
                <c:pt idx="4703">
                  <c:v>22-11-2018</c:v>
                </c:pt>
                <c:pt idx="4704">
                  <c:v>26-11-2018</c:v>
                </c:pt>
                <c:pt idx="4705">
                  <c:v>27-11-2018</c:v>
                </c:pt>
                <c:pt idx="4706">
                  <c:v>28-11-2018</c:v>
                </c:pt>
                <c:pt idx="4707">
                  <c:v>29-11-2018</c:v>
                </c:pt>
                <c:pt idx="4708">
                  <c:v>30-11-2018</c:v>
                </c:pt>
                <c:pt idx="4709">
                  <c:v>03-12-2018</c:v>
                </c:pt>
                <c:pt idx="4710">
                  <c:v>04-12-2018</c:v>
                </c:pt>
                <c:pt idx="4711">
                  <c:v>05-12-2018</c:v>
                </c:pt>
                <c:pt idx="4712">
                  <c:v>06-12-2018</c:v>
                </c:pt>
                <c:pt idx="4713">
                  <c:v>07-12-2018</c:v>
                </c:pt>
                <c:pt idx="4714">
                  <c:v>10-12-2018</c:v>
                </c:pt>
                <c:pt idx="4715">
                  <c:v>11-12-2018</c:v>
                </c:pt>
                <c:pt idx="4716">
                  <c:v>12-12-2018</c:v>
                </c:pt>
                <c:pt idx="4717">
                  <c:v>13-12-2018</c:v>
                </c:pt>
                <c:pt idx="4718">
                  <c:v>14-12-2018</c:v>
                </c:pt>
                <c:pt idx="4719">
                  <c:v>17-12-2018</c:v>
                </c:pt>
                <c:pt idx="4720">
                  <c:v>18-12-2018</c:v>
                </c:pt>
                <c:pt idx="4721">
                  <c:v>19-12-2018</c:v>
                </c:pt>
                <c:pt idx="4722">
                  <c:v>20-12-2018</c:v>
                </c:pt>
                <c:pt idx="4723">
                  <c:v>21-12-2018</c:v>
                </c:pt>
                <c:pt idx="4724">
                  <c:v>24-12-2018</c:v>
                </c:pt>
                <c:pt idx="4725">
                  <c:v>26-12-2018</c:v>
                </c:pt>
                <c:pt idx="4726">
                  <c:v>27-12-2018</c:v>
                </c:pt>
                <c:pt idx="4727">
                  <c:v>28-12-2018</c:v>
                </c:pt>
                <c:pt idx="4728">
                  <c:v>31-12-2018</c:v>
                </c:pt>
                <c:pt idx="4729">
                  <c:v>01-01-2019</c:v>
                </c:pt>
                <c:pt idx="4730">
                  <c:v>02-01-2019</c:v>
                </c:pt>
                <c:pt idx="4731">
                  <c:v>03-01-2019</c:v>
                </c:pt>
                <c:pt idx="4732">
                  <c:v>04-01-2019</c:v>
                </c:pt>
                <c:pt idx="4733">
                  <c:v>07-01-2019</c:v>
                </c:pt>
                <c:pt idx="4734">
                  <c:v>08-01-2019</c:v>
                </c:pt>
                <c:pt idx="4735">
                  <c:v>09-01-2019</c:v>
                </c:pt>
                <c:pt idx="4736">
                  <c:v>10-01-2019</c:v>
                </c:pt>
                <c:pt idx="4737">
                  <c:v>11-01-2019</c:v>
                </c:pt>
                <c:pt idx="4738">
                  <c:v>14-01-2019</c:v>
                </c:pt>
                <c:pt idx="4739">
                  <c:v>15-01-2019</c:v>
                </c:pt>
                <c:pt idx="4740">
                  <c:v>16-01-2019</c:v>
                </c:pt>
                <c:pt idx="4741">
                  <c:v>17-01-2019</c:v>
                </c:pt>
                <c:pt idx="4742">
                  <c:v>18-01-2019</c:v>
                </c:pt>
                <c:pt idx="4743">
                  <c:v>21-01-2019</c:v>
                </c:pt>
                <c:pt idx="4744">
                  <c:v>22-01-2019</c:v>
                </c:pt>
                <c:pt idx="4745">
                  <c:v>23-01-2019</c:v>
                </c:pt>
                <c:pt idx="4746">
                  <c:v>24-01-2019</c:v>
                </c:pt>
                <c:pt idx="4747">
                  <c:v>25-01-2019</c:v>
                </c:pt>
                <c:pt idx="4748">
                  <c:v>28-01-2019</c:v>
                </c:pt>
                <c:pt idx="4749">
                  <c:v>29-01-2019</c:v>
                </c:pt>
                <c:pt idx="4750">
                  <c:v>30-01-2019</c:v>
                </c:pt>
                <c:pt idx="4751">
                  <c:v>31-01-2019</c:v>
                </c:pt>
                <c:pt idx="4752">
                  <c:v>01-02-2019</c:v>
                </c:pt>
                <c:pt idx="4753">
                  <c:v>04-02-2019</c:v>
                </c:pt>
                <c:pt idx="4754">
                  <c:v>05-02-2019</c:v>
                </c:pt>
                <c:pt idx="4755">
                  <c:v>06-02-2019</c:v>
                </c:pt>
                <c:pt idx="4756">
                  <c:v>07-02-2019</c:v>
                </c:pt>
                <c:pt idx="4757">
                  <c:v>08-02-2019</c:v>
                </c:pt>
                <c:pt idx="4758">
                  <c:v>11-02-2019</c:v>
                </c:pt>
                <c:pt idx="4759">
                  <c:v>12-02-2019</c:v>
                </c:pt>
                <c:pt idx="4760">
                  <c:v>13-02-2019</c:v>
                </c:pt>
                <c:pt idx="4761">
                  <c:v>14-02-2019</c:v>
                </c:pt>
                <c:pt idx="4762">
                  <c:v>15-02-2019</c:v>
                </c:pt>
                <c:pt idx="4763">
                  <c:v>18-02-2019</c:v>
                </c:pt>
                <c:pt idx="4764">
                  <c:v>19-02-2019</c:v>
                </c:pt>
                <c:pt idx="4765">
                  <c:v>20-02-2019</c:v>
                </c:pt>
                <c:pt idx="4766">
                  <c:v>21-02-2019</c:v>
                </c:pt>
                <c:pt idx="4767">
                  <c:v>22-02-2019</c:v>
                </c:pt>
                <c:pt idx="4768">
                  <c:v>25-02-2019</c:v>
                </c:pt>
                <c:pt idx="4769">
                  <c:v>26-02-2019</c:v>
                </c:pt>
                <c:pt idx="4770">
                  <c:v>27-02-2019</c:v>
                </c:pt>
                <c:pt idx="4771">
                  <c:v>28-02-2019</c:v>
                </c:pt>
                <c:pt idx="4772">
                  <c:v>01-03-2019</c:v>
                </c:pt>
                <c:pt idx="4773">
                  <c:v>05-03-2019</c:v>
                </c:pt>
                <c:pt idx="4774">
                  <c:v>06-03-2019</c:v>
                </c:pt>
                <c:pt idx="4775">
                  <c:v>07-03-2019</c:v>
                </c:pt>
                <c:pt idx="4776">
                  <c:v>08-03-2019</c:v>
                </c:pt>
                <c:pt idx="4777">
                  <c:v>11-03-2019</c:v>
                </c:pt>
                <c:pt idx="4778">
                  <c:v>12-03-2019</c:v>
                </c:pt>
                <c:pt idx="4779">
                  <c:v>13-03-2019</c:v>
                </c:pt>
                <c:pt idx="4780">
                  <c:v>14-03-2019</c:v>
                </c:pt>
                <c:pt idx="4781">
                  <c:v>15-03-2019</c:v>
                </c:pt>
                <c:pt idx="4782">
                  <c:v>18-03-2019</c:v>
                </c:pt>
                <c:pt idx="4783">
                  <c:v>19-03-2019</c:v>
                </c:pt>
                <c:pt idx="4784">
                  <c:v>20-03-2019</c:v>
                </c:pt>
                <c:pt idx="4785">
                  <c:v>22-03-2019</c:v>
                </c:pt>
                <c:pt idx="4786">
                  <c:v>25-03-2019</c:v>
                </c:pt>
                <c:pt idx="4787">
                  <c:v>26-03-2019</c:v>
                </c:pt>
                <c:pt idx="4788">
                  <c:v>27-03-2019</c:v>
                </c:pt>
                <c:pt idx="4789">
                  <c:v>28-03-2019</c:v>
                </c:pt>
                <c:pt idx="4790">
                  <c:v>29-03-2019</c:v>
                </c:pt>
                <c:pt idx="4791">
                  <c:v>01-04-2019</c:v>
                </c:pt>
                <c:pt idx="4792">
                  <c:v>02-04-2019</c:v>
                </c:pt>
                <c:pt idx="4793">
                  <c:v>03-04-2019</c:v>
                </c:pt>
                <c:pt idx="4794">
                  <c:v>04-04-2019</c:v>
                </c:pt>
                <c:pt idx="4795">
                  <c:v>05-04-2019</c:v>
                </c:pt>
                <c:pt idx="4796">
                  <c:v>08-04-2019</c:v>
                </c:pt>
                <c:pt idx="4797">
                  <c:v>09-04-2019</c:v>
                </c:pt>
                <c:pt idx="4798">
                  <c:v>10-04-2019</c:v>
                </c:pt>
                <c:pt idx="4799">
                  <c:v>11-04-2019</c:v>
                </c:pt>
                <c:pt idx="4800">
                  <c:v>12-04-2019</c:v>
                </c:pt>
                <c:pt idx="4801">
                  <c:v>15-04-2019</c:v>
                </c:pt>
                <c:pt idx="4802">
                  <c:v>16-04-2019</c:v>
                </c:pt>
                <c:pt idx="4803">
                  <c:v>18-04-2019</c:v>
                </c:pt>
                <c:pt idx="4804">
                  <c:v>22-04-2019</c:v>
                </c:pt>
                <c:pt idx="4805">
                  <c:v>23-04-2019</c:v>
                </c:pt>
                <c:pt idx="4806">
                  <c:v>24-04-2019</c:v>
                </c:pt>
                <c:pt idx="4807">
                  <c:v>25-04-2019</c:v>
                </c:pt>
                <c:pt idx="4808">
                  <c:v>26-04-2019</c:v>
                </c:pt>
                <c:pt idx="4809">
                  <c:v>30-04-2019</c:v>
                </c:pt>
                <c:pt idx="4810">
                  <c:v>02-05-2019</c:v>
                </c:pt>
                <c:pt idx="4811">
                  <c:v>03-05-2019</c:v>
                </c:pt>
                <c:pt idx="4812">
                  <c:v>06-05-2019</c:v>
                </c:pt>
                <c:pt idx="4813">
                  <c:v>07-05-2019</c:v>
                </c:pt>
                <c:pt idx="4814">
                  <c:v>08-05-2019</c:v>
                </c:pt>
                <c:pt idx="4815">
                  <c:v>09-05-2019</c:v>
                </c:pt>
                <c:pt idx="4816">
                  <c:v>10-05-2019</c:v>
                </c:pt>
                <c:pt idx="4817">
                  <c:v>13-05-2019</c:v>
                </c:pt>
                <c:pt idx="4818">
                  <c:v>14-05-2019</c:v>
                </c:pt>
                <c:pt idx="4819">
                  <c:v>15-05-2019</c:v>
                </c:pt>
                <c:pt idx="4820">
                  <c:v>16-05-2019</c:v>
                </c:pt>
                <c:pt idx="4821">
                  <c:v>17-05-2019</c:v>
                </c:pt>
                <c:pt idx="4822">
                  <c:v>20-05-2019</c:v>
                </c:pt>
                <c:pt idx="4823">
                  <c:v>21-05-2019</c:v>
                </c:pt>
                <c:pt idx="4824">
                  <c:v>22-05-2019</c:v>
                </c:pt>
                <c:pt idx="4825">
                  <c:v>23-05-2019</c:v>
                </c:pt>
                <c:pt idx="4826">
                  <c:v>24-05-2019</c:v>
                </c:pt>
                <c:pt idx="4827">
                  <c:v>27-05-2019</c:v>
                </c:pt>
                <c:pt idx="4828">
                  <c:v>28-05-2019</c:v>
                </c:pt>
                <c:pt idx="4829">
                  <c:v>29-05-2019</c:v>
                </c:pt>
                <c:pt idx="4830">
                  <c:v>30-05-2019</c:v>
                </c:pt>
                <c:pt idx="4831">
                  <c:v>31-05-2019</c:v>
                </c:pt>
                <c:pt idx="4832">
                  <c:v>03-06-2019</c:v>
                </c:pt>
                <c:pt idx="4833">
                  <c:v>04-06-2019</c:v>
                </c:pt>
                <c:pt idx="4834">
                  <c:v>06-06-2019</c:v>
                </c:pt>
                <c:pt idx="4835">
                  <c:v>07-06-2019</c:v>
                </c:pt>
                <c:pt idx="4836">
                  <c:v>10-06-2019</c:v>
                </c:pt>
                <c:pt idx="4837">
                  <c:v>11-06-2019</c:v>
                </c:pt>
                <c:pt idx="4838">
                  <c:v>12-06-2019</c:v>
                </c:pt>
                <c:pt idx="4839">
                  <c:v>13-06-2019</c:v>
                </c:pt>
                <c:pt idx="4840">
                  <c:v>14-06-2019</c:v>
                </c:pt>
                <c:pt idx="4841">
                  <c:v>17-06-2019</c:v>
                </c:pt>
                <c:pt idx="4842">
                  <c:v>18-06-2019</c:v>
                </c:pt>
                <c:pt idx="4843">
                  <c:v>19-06-2019</c:v>
                </c:pt>
                <c:pt idx="4844">
                  <c:v>20-06-2019</c:v>
                </c:pt>
                <c:pt idx="4845">
                  <c:v>21-06-2019</c:v>
                </c:pt>
                <c:pt idx="4846">
                  <c:v>24-06-2019</c:v>
                </c:pt>
                <c:pt idx="4847">
                  <c:v>25-06-2019</c:v>
                </c:pt>
                <c:pt idx="4848">
                  <c:v>26-06-2019</c:v>
                </c:pt>
                <c:pt idx="4849">
                  <c:v>27-06-2019</c:v>
                </c:pt>
                <c:pt idx="4850">
                  <c:v>28-06-2019</c:v>
                </c:pt>
                <c:pt idx="4851">
                  <c:v>01-07-2019</c:v>
                </c:pt>
                <c:pt idx="4852">
                  <c:v>02-07-2019</c:v>
                </c:pt>
                <c:pt idx="4853">
                  <c:v>03-07-2019</c:v>
                </c:pt>
                <c:pt idx="4854">
                  <c:v>04-07-2019</c:v>
                </c:pt>
                <c:pt idx="4855">
                  <c:v>05-07-2019</c:v>
                </c:pt>
                <c:pt idx="4856">
                  <c:v>08-07-2019</c:v>
                </c:pt>
                <c:pt idx="4857">
                  <c:v>09-07-2019</c:v>
                </c:pt>
                <c:pt idx="4858">
                  <c:v>10-07-2019</c:v>
                </c:pt>
                <c:pt idx="4859">
                  <c:v>11-07-2019</c:v>
                </c:pt>
                <c:pt idx="4860">
                  <c:v>12-07-2019</c:v>
                </c:pt>
                <c:pt idx="4861">
                  <c:v>15-07-2019</c:v>
                </c:pt>
                <c:pt idx="4862">
                  <c:v>16-07-2019</c:v>
                </c:pt>
                <c:pt idx="4863">
                  <c:v>17-07-2019</c:v>
                </c:pt>
                <c:pt idx="4864">
                  <c:v>18-07-2019</c:v>
                </c:pt>
                <c:pt idx="4865">
                  <c:v>19-07-2019</c:v>
                </c:pt>
                <c:pt idx="4866">
                  <c:v>22-07-2019</c:v>
                </c:pt>
                <c:pt idx="4867">
                  <c:v>23-07-2019</c:v>
                </c:pt>
                <c:pt idx="4868">
                  <c:v>24-07-2019</c:v>
                </c:pt>
                <c:pt idx="4869">
                  <c:v>25-07-2019</c:v>
                </c:pt>
                <c:pt idx="4870">
                  <c:v>26-07-2019</c:v>
                </c:pt>
                <c:pt idx="4871">
                  <c:v>29-07-2019</c:v>
                </c:pt>
                <c:pt idx="4872">
                  <c:v>30-07-2019</c:v>
                </c:pt>
                <c:pt idx="4873">
                  <c:v>31-07-2019</c:v>
                </c:pt>
                <c:pt idx="4874">
                  <c:v>01-08-2019</c:v>
                </c:pt>
                <c:pt idx="4875">
                  <c:v>02-08-2019</c:v>
                </c:pt>
                <c:pt idx="4876">
                  <c:v>05-08-2019</c:v>
                </c:pt>
                <c:pt idx="4877">
                  <c:v>06-08-2019</c:v>
                </c:pt>
                <c:pt idx="4878">
                  <c:v>07-08-2019</c:v>
                </c:pt>
                <c:pt idx="4879">
                  <c:v>08-08-2019</c:v>
                </c:pt>
                <c:pt idx="4880">
                  <c:v>09-08-2019</c:v>
                </c:pt>
                <c:pt idx="4881">
                  <c:v>13-08-2019</c:v>
                </c:pt>
                <c:pt idx="4882">
                  <c:v>14-08-2019</c:v>
                </c:pt>
                <c:pt idx="4883">
                  <c:v>16-08-2019</c:v>
                </c:pt>
                <c:pt idx="4884">
                  <c:v>19-08-2019</c:v>
                </c:pt>
                <c:pt idx="4885">
                  <c:v>20-08-2019</c:v>
                </c:pt>
                <c:pt idx="4886">
                  <c:v>21-08-2019</c:v>
                </c:pt>
                <c:pt idx="4887">
                  <c:v>22-08-2019</c:v>
                </c:pt>
                <c:pt idx="4888">
                  <c:v>23-08-2019</c:v>
                </c:pt>
                <c:pt idx="4889">
                  <c:v>26-08-2019</c:v>
                </c:pt>
                <c:pt idx="4890">
                  <c:v>27-08-2019</c:v>
                </c:pt>
                <c:pt idx="4891">
                  <c:v>28-08-2019</c:v>
                </c:pt>
                <c:pt idx="4892">
                  <c:v>29-08-2019</c:v>
                </c:pt>
                <c:pt idx="4893">
                  <c:v>30-08-2019</c:v>
                </c:pt>
                <c:pt idx="4894">
                  <c:v>03-09-2019</c:v>
                </c:pt>
                <c:pt idx="4895">
                  <c:v>04-09-2019</c:v>
                </c:pt>
                <c:pt idx="4896">
                  <c:v>05-09-2019</c:v>
                </c:pt>
                <c:pt idx="4897">
                  <c:v>06-09-2019</c:v>
                </c:pt>
                <c:pt idx="4898">
                  <c:v>09-09-2019</c:v>
                </c:pt>
                <c:pt idx="4899">
                  <c:v>11-09-2019</c:v>
                </c:pt>
                <c:pt idx="4900">
                  <c:v>12-09-2019</c:v>
                </c:pt>
                <c:pt idx="4901">
                  <c:v>13-09-2019</c:v>
                </c:pt>
                <c:pt idx="4902">
                  <c:v>16-09-2019</c:v>
                </c:pt>
                <c:pt idx="4903">
                  <c:v>17-09-2019</c:v>
                </c:pt>
                <c:pt idx="4904">
                  <c:v>18-09-2019</c:v>
                </c:pt>
                <c:pt idx="4905">
                  <c:v>19-09-2019</c:v>
                </c:pt>
                <c:pt idx="4906">
                  <c:v>20-09-2019</c:v>
                </c:pt>
                <c:pt idx="4907">
                  <c:v>23-09-2019</c:v>
                </c:pt>
                <c:pt idx="4908">
                  <c:v>24-09-2019</c:v>
                </c:pt>
                <c:pt idx="4909">
                  <c:v>25-09-2019</c:v>
                </c:pt>
                <c:pt idx="4910">
                  <c:v>26-09-2019</c:v>
                </c:pt>
                <c:pt idx="4911">
                  <c:v>27-09-2019</c:v>
                </c:pt>
                <c:pt idx="4912">
                  <c:v>30-09-2019</c:v>
                </c:pt>
                <c:pt idx="4913">
                  <c:v>01-10-2019</c:v>
                </c:pt>
                <c:pt idx="4914">
                  <c:v>03-10-2019</c:v>
                </c:pt>
                <c:pt idx="4915">
                  <c:v>04-10-2019</c:v>
                </c:pt>
                <c:pt idx="4916">
                  <c:v>07-10-2019</c:v>
                </c:pt>
                <c:pt idx="4917">
                  <c:v>09-10-2019</c:v>
                </c:pt>
                <c:pt idx="4918">
                  <c:v>10-10-2019</c:v>
                </c:pt>
                <c:pt idx="4919">
                  <c:v>11-10-2019</c:v>
                </c:pt>
                <c:pt idx="4920">
                  <c:v>14-10-2019</c:v>
                </c:pt>
                <c:pt idx="4921">
                  <c:v>15-10-2019</c:v>
                </c:pt>
                <c:pt idx="4922">
                  <c:v>16-10-2019</c:v>
                </c:pt>
                <c:pt idx="4923">
                  <c:v>17-10-2019</c:v>
                </c:pt>
                <c:pt idx="4924">
                  <c:v>18-10-2019</c:v>
                </c:pt>
                <c:pt idx="4925">
                  <c:v>22-10-2019</c:v>
                </c:pt>
                <c:pt idx="4926">
                  <c:v>23-10-2019</c:v>
                </c:pt>
                <c:pt idx="4927">
                  <c:v>24-10-2019</c:v>
                </c:pt>
                <c:pt idx="4928">
                  <c:v>25-10-2019</c:v>
                </c:pt>
                <c:pt idx="4929">
                  <c:v>27-10-2019</c:v>
                </c:pt>
                <c:pt idx="4930">
                  <c:v>29-10-2019</c:v>
                </c:pt>
                <c:pt idx="4931">
                  <c:v>30-10-2019</c:v>
                </c:pt>
                <c:pt idx="4932">
                  <c:v>31-10-2019</c:v>
                </c:pt>
                <c:pt idx="4933">
                  <c:v>01-11-2019</c:v>
                </c:pt>
                <c:pt idx="4934">
                  <c:v>04-11-2019</c:v>
                </c:pt>
                <c:pt idx="4935">
                  <c:v>05-11-2019</c:v>
                </c:pt>
                <c:pt idx="4936">
                  <c:v>06-11-2019</c:v>
                </c:pt>
                <c:pt idx="4937">
                  <c:v>07-11-2019</c:v>
                </c:pt>
                <c:pt idx="4938">
                  <c:v>08-11-2019</c:v>
                </c:pt>
                <c:pt idx="4939">
                  <c:v>11-11-2019</c:v>
                </c:pt>
                <c:pt idx="4940">
                  <c:v>13-11-2019</c:v>
                </c:pt>
                <c:pt idx="4941">
                  <c:v>14-11-2019</c:v>
                </c:pt>
                <c:pt idx="4942">
                  <c:v>15-11-2019</c:v>
                </c:pt>
                <c:pt idx="4943">
                  <c:v>18-11-2019</c:v>
                </c:pt>
                <c:pt idx="4944">
                  <c:v>19-11-2019</c:v>
                </c:pt>
                <c:pt idx="4945">
                  <c:v>20-11-2019</c:v>
                </c:pt>
                <c:pt idx="4946">
                  <c:v>21-11-2019</c:v>
                </c:pt>
                <c:pt idx="4947">
                  <c:v>22-11-2019</c:v>
                </c:pt>
                <c:pt idx="4948">
                  <c:v>25-11-2019</c:v>
                </c:pt>
                <c:pt idx="4949">
                  <c:v>26-11-2019</c:v>
                </c:pt>
                <c:pt idx="4950">
                  <c:v>27-11-2019</c:v>
                </c:pt>
                <c:pt idx="4951">
                  <c:v>28-11-2019</c:v>
                </c:pt>
                <c:pt idx="4952">
                  <c:v>29-11-2019</c:v>
                </c:pt>
                <c:pt idx="4953">
                  <c:v>02-12-2019</c:v>
                </c:pt>
                <c:pt idx="4954">
                  <c:v>03-12-2019</c:v>
                </c:pt>
                <c:pt idx="4955">
                  <c:v>04-12-2019</c:v>
                </c:pt>
                <c:pt idx="4956">
                  <c:v>05-12-2019</c:v>
                </c:pt>
                <c:pt idx="4957">
                  <c:v>06-12-2019</c:v>
                </c:pt>
                <c:pt idx="4958">
                  <c:v>09-12-2019</c:v>
                </c:pt>
                <c:pt idx="4959">
                  <c:v>10-12-2019</c:v>
                </c:pt>
                <c:pt idx="4960">
                  <c:v>11-12-2019</c:v>
                </c:pt>
                <c:pt idx="4961">
                  <c:v>12-12-2019</c:v>
                </c:pt>
                <c:pt idx="4962">
                  <c:v>13-12-2019</c:v>
                </c:pt>
                <c:pt idx="4963">
                  <c:v>16-12-2019</c:v>
                </c:pt>
                <c:pt idx="4964">
                  <c:v>17-12-2019</c:v>
                </c:pt>
                <c:pt idx="4965">
                  <c:v>18-12-2019</c:v>
                </c:pt>
                <c:pt idx="4966">
                  <c:v>19-12-2019</c:v>
                </c:pt>
                <c:pt idx="4967">
                  <c:v>20-12-2019</c:v>
                </c:pt>
                <c:pt idx="4968">
                  <c:v>23-12-2019</c:v>
                </c:pt>
                <c:pt idx="4969">
                  <c:v>24-12-2019</c:v>
                </c:pt>
                <c:pt idx="4970">
                  <c:v>26-12-2019</c:v>
                </c:pt>
                <c:pt idx="4971">
                  <c:v>27-12-2019</c:v>
                </c:pt>
                <c:pt idx="4972">
                  <c:v>30-12-2019</c:v>
                </c:pt>
                <c:pt idx="4973">
                  <c:v>31-12-2019</c:v>
                </c:pt>
                <c:pt idx="4974">
                  <c:v>01-01-2020</c:v>
                </c:pt>
                <c:pt idx="4975">
                  <c:v>02-01-2020</c:v>
                </c:pt>
                <c:pt idx="4976">
                  <c:v>03-01-2020</c:v>
                </c:pt>
                <c:pt idx="4977">
                  <c:v>06-01-2020</c:v>
                </c:pt>
                <c:pt idx="4978">
                  <c:v>07-01-2020</c:v>
                </c:pt>
                <c:pt idx="4979">
                  <c:v>08-01-2020</c:v>
                </c:pt>
                <c:pt idx="4980">
                  <c:v>09-01-2020</c:v>
                </c:pt>
                <c:pt idx="4981">
                  <c:v>10-01-2020</c:v>
                </c:pt>
                <c:pt idx="4982">
                  <c:v>13-01-2020</c:v>
                </c:pt>
                <c:pt idx="4983">
                  <c:v>14-01-2020</c:v>
                </c:pt>
                <c:pt idx="4984">
                  <c:v>15-01-2020</c:v>
                </c:pt>
                <c:pt idx="4985">
                  <c:v>16-01-2020</c:v>
                </c:pt>
                <c:pt idx="4986">
                  <c:v>17-01-2020</c:v>
                </c:pt>
                <c:pt idx="4987">
                  <c:v>20-01-2020</c:v>
                </c:pt>
                <c:pt idx="4988">
                  <c:v>21-01-2020</c:v>
                </c:pt>
                <c:pt idx="4989">
                  <c:v>22-01-2020</c:v>
                </c:pt>
                <c:pt idx="4990">
                  <c:v>23-01-2020</c:v>
                </c:pt>
                <c:pt idx="4991">
                  <c:v>24-01-2020</c:v>
                </c:pt>
                <c:pt idx="4992">
                  <c:v>27-01-2020</c:v>
                </c:pt>
                <c:pt idx="4993">
                  <c:v>28-01-2020</c:v>
                </c:pt>
                <c:pt idx="4994">
                  <c:v>29-01-2020</c:v>
                </c:pt>
                <c:pt idx="4995">
                  <c:v>30-01-2020</c:v>
                </c:pt>
                <c:pt idx="4996">
                  <c:v>31-01-2020</c:v>
                </c:pt>
                <c:pt idx="4997">
                  <c:v>01-02-2020</c:v>
                </c:pt>
                <c:pt idx="4998">
                  <c:v>03-02-2020</c:v>
                </c:pt>
                <c:pt idx="4999">
                  <c:v>04-02-2020</c:v>
                </c:pt>
                <c:pt idx="5000">
                  <c:v>05-02-2020</c:v>
                </c:pt>
                <c:pt idx="5001">
                  <c:v>06-02-2020</c:v>
                </c:pt>
                <c:pt idx="5002">
                  <c:v>07-02-2020</c:v>
                </c:pt>
                <c:pt idx="5003">
                  <c:v>10-02-2020</c:v>
                </c:pt>
                <c:pt idx="5004">
                  <c:v>11-02-2020</c:v>
                </c:pt>
                <c:pt idx="5005">
                  <c:v>12-02-2020</c:v>
                </c:pt>
                <c:pt idx="5006">
                  <c:v>13-02-2020</c:v>
                </c:pt>
                <c:pt idx="5007">
                  <c:v>14-02-2020</c:v>
                </c:pt>
                <c:pt idx="5008">
                  <c:v>17-02-2020</c:v>
                </c:pt>
                <c:pt idx="5009">
                  <c:v>18-02-2020</c:v>
                </c:pt>
                <c:pt idx="5010">
                  <c:v>19-02-2020</c:v>
                </c:pt>
                <c:pt idx="5011">
                  <c:v>20-02-2020</c:v>
                </c:pt>
                <c:pt idx="5012">
                  <c:v>24-02-2020</c:v>
                </c:pt>
                <c:pt idx="5013">
                  <c:v>25-02-2020</c:v>
                </c:pt>
                <c:pt idx="5014">
                  <c:v>26-02-2020</c:v>
                </c:pt>
                <c:pt idx="5015">
                  <c:v>27-02-2020</c:v>
                </c:pt>
                <c:pt idx="5016">
                  <c:v>28-02-2020</c:v>
                </c:pt>
                <c:pt idx="5017">
                  <c:v>02-03-2020</c:v>
                </c:pt>
                <c:pt idx="5018">
                  <c:v>03-03-2020</c:v>
                </c:pt>
                <c:pt idx="5019">
                  <c:v>04-03-2020</c:v>
                </c:pt>
                <c:pt idx="5020">
                  <c:v>05-03-2020</c:v>
                </c:pt>
                <c:pt idx="5021">
                  <c:v>06-03-2020</c:v>
                </c:pt>
                <c:pt idx="5022">
                  <c:v>09-03-2020</c:v>
                </c:pt>
                <c:pt idx="5023">
                  <c:v>11-03-2020</c:v>
                </c:pt>
                <c:pt idx="5024">
                  <c:v>12-03-2020</c:v>
                </c:pt>
                <c:pt idx="5025">
                  <c:v>13-03-2020</c:v>
                </c:pt>
                <c:pt idx="5026">
                  <c:v>16-03-2020</c:v>
                </c:pt>
                <c:pt idx="5027">
                  <c:v>17-03-2020</c:v>
                </c:pt>
                <c:pt idx="5028">
                  <c:v>18-03-2020</c:v>
                </c:pt>
                <c:pt idx="5029">
                  <c:v>19-03-2020</c:v>
                </c:pt>
                <c:pt idx="5030">
                  <c:v>20-03-2020</c:v>
                </c:pt>
                <c:pt idx="5031">
                  <c:v>23-03-2020</c:v>
                </c:pt>
                <c:pt idx="5032">
                  <c:v>24-03-2020</c:v>
                </c:pt>
                <c:pt idx="5033">
                  <c:v>25-03-2020</c:v>
                </c:pt>
                <c:pt idx="5034">
                  <c:v>26-03-2020</c:v>
                </c:pt>
                <c:pt idx="5035">
                  <c:v>27-03-2020</c:v>
                </c:pt>
                <c:pt idx="5036">
                  <c:v>30-03-2020</c:v>
                </c:pt>
                <c:pt idx="5037">
                  <c:v>31-03-2020</c:v>
                </c:pt>
                <c:pt idx="5038">
                  <c:v>01-04-2020</c:v>
                </c:pt>
                <c:pt idx="5039">
                  <c:v>03-04-2020</c:v>
                </c:pt>
                <c:pt idx="5040">
                  <c:v>07-04-2020</c:v>
                </c:pt>
                <c:pt idx="5041">
                  <c:v>08-04-2020</c:v>
                </c:pt>
                <c:pt idx="5042">
                  <c:v>09-04-2020</c:v>
                </c:pt>
                <c:pt idx="5043">
                  <c:v>13-04-2020</c:v>
                </c:pt>
                <c:pt idx="5044">
                  <c:v>15-04-2020</c:v>
                </c:pt>
                <c:pt idx="5045">
                  <c:v>16-04-2020</c:v>
                </c:pt>
                <c:pt idx="5046">
                  <c:v>17-04-2020</c:v>
                </c:pt>
                <c:pt idx="5047">
                  <c:v>20-04-2020</c:v>
                </c:pt>
                <c:pt idx="5048">
                  <c:v>21-04-2020</c:v>
                </c:pt>
                <c:pt idx="5049">
                  <c:v>22-04-2020</c:v>
                </c:pt>
                <c:pt idx="5050">
                  <c:v>23-04-2020</c:v>
                </c:pt>
                <c:pt idx="5051">
                  <c:v>24-04-2020</c:v>
                </c:pt>
                <c:pt idx="5052">
                  <c:v>27-04-2020</c:v>
                </c:pt>
                <c:pt idx="5053">
                  <c:v>28-04-2020</c:v>
                </c:pt>
                <c:pt idx="5054">
                  <c:v>29-04-2020</c:v>
                </c:pt>
                <c:pt idx="5055">
                  <c:v>30-04-2020</c:v>
                </c:pt>
                <c:pt idx="5056">
                  <c:v>04-05-2020</c:v>
                </c:pt>
                <c:pt idx="5057">
                  <c:v>05-05-2020</c:v>
                </c:pt>
                <c:pt idx="5058">
                  <c:v>06-05-2020</c:v>
                </c:pt>
                <c:pt idx="5059">
                  <c:v>07-05-2020</c:v>
                </c:pt>
                <c:pt idx="5060">
                  <c:v>08-05-2020</c:v>
                </c:pt>
                <c:pt idx="5061">
                  <c:v>11-05-2020</c:v>
                </c:pt>
                <c:pt idx="5062">
                  <c:v>12-05-2020</c:v>
                </c:pt>
                <c:pt idx="5063">
                  <c:v>13-05-2020</c:v>
                </c:pt>
                <c:pt idx="5064">
                  <c:v>14-05-2020</c:v>
                </c:pt>
                <c:pt idx="5065">
                  <c:v>15-05-2020</c:v>
                </c:pt>
                <c:pt idx="5066">
                  <c:v>18-05-2020</c:v>
                </c:pt>
                <c:pt idx="5067">
                  <c:v>19-05-2020</c:v>
                </c:pt>
                <c:pt idx="5068">
                  <c:v>20-05-2020</c:v>
                </c:pt>
                <c:pt idx="5069">
                  <c:v>21-05-2020</c:v>
                </c:pt>
                <c:pt idx="5070">
                  <c:v>22-05-2020</c:v>
                </c:pt>
                <c:pt idx="5071">
                  <c:v>26-05-2020</c:v>
                </c:pt>
                <c:pt idx="5072">
                  <c:v>27-05-2020</c:v>
                </c:pt>
                <c:pt idx="5073">
                  <c:v>28-05-2020</c:v>
                </c:pt>
                <c:pt idx="5074">
                  <c:v>29-05-2020</c:v>
                </c:pt>
                <c:pt idx="5075">
                  <c:v>01-06-2020</c:v>
                </c:pt>
                <c:pt idx="5076">
                  <c:v>02-06-2020</c:v>
                </c:pt>
                <c:pt idx="5077">
                  <c:v>03-06-2020</c:v>
                </c:pt>
                <c:pt idx="5078">
                  <c:v>04-06-2020</c:v>
                </c:pt>
                <c:pt idx="5079">
                  <c:v>05-06-2020</c:v>
                </c:pt>
                <c:pt idx="5080">
                  <c:v>08-06-2020</c:v>
                </c:pt>
                <c:pt idx="5081">
                  <c:v>09-06-2020</c:v>
                </c:pt>
                <c:pt idx="5082">
                  <c:v>10-06-2020</c:v>
                </c:pt>
                <c:pt idx="5083">
                  <c:v>11-06-2020</c:v>
                </c:pt>
                <c:pt idx="5084">
                  <c:v>12-06-2020</c:v>
                </c:pt>
                <c:pt idx="5085">
                  <c:v>15-06-2020</c:v>
                </c:pt>
                <c:pt idx="5086">
                  <c:v>16-06-2020</c:v>
                </c:pt>
                <c:pt idx="5087">
                  <c:v>17-06-2020</c:v>
                </c:pt>
                <c:pt idx="5088">
                  <c:v>18-06-2020</c:v>
                </c:pt>
                <c:pt idx="5089">
                  <c:v>19-06-2020</c:v>
                </c:pt>
                <c:pt idx="5090">
                  <c:v>22-06-2020</c:v>
                </c:pt>
                <c:pt idx="5091">
                  <c:v>23-06-2020</c:v>
                </c:pt>
                <c:pt idx="5092">
                  <c:v>24-06-2020</c:v>
                </c:pt>
                <c:pt idx="5093">
                  <c:v>25-06-2020</c:v>
                </c:pt>
                <c:pt idx="5094">
                  <c:v>26-06-2020</c:v>
                </c:pt>
                <c:pt idx="5095">
                  <c:v>29-06-2020</c:v>
                </c:pt>
                <c:pt idx="5096">
                  <c:v>30-06-2020</c:v>
                </c:pt>
                <c:pt idx="5097">
                  <c:v>01-07-2020</c:v>
                </c:pt>
                <c:pt idx="5098">
                  <c:v>02-07-2020</c:v>
                </c:pt>
                <c:pt idx="5099">
                  <c:v>03-07-2020</c:v>
                </c:pt>
                <c:pt idx="5100">
                  <c:v>06-07-2020</c:v>
                </c:pt>
                <c:pt idx="5101">
                  <c:v>07-07-2020</c:v>
                </c:pt>
                <c:pt idx="5102">
                  <c:v>08-07-2020</c:v>
                </c:pt>
                <c:pt idx="5103">
                  <c:v>09-07-2020</c:v>
                </c:pt>
                <c:pt idx="5104">
                  <c:v>10-07-2020</c:v>
                </c:pt>
                <c:pt idx="5105">
                  <c:v>13-07-2020</c:v>
                </c:pt>
                <c:pt idx="5106">
                  <c:v>14-07-2020</c:v>
                </c:pt>
                <c:pt idx="5107">
                  <c:v>15-07-2020</c:v>
                </c:pt>
                <c:pt idx="5108">
                  <c:v>16-07-2020</c:v>
                </c:pt>
                <c:pt idx="5109">
                  <c:v>17-07-2020</c:v>
                </c:pt>
                <c:pt idx="5110">
                  <c:v>20-07-2020</c:v>
                </c:pt>
                <c:pt idx="5111">
                  <c:v>21-07-2020</c:v>
                </c:pt>
                <c:pt idx="5112">
                  <c:v>22-07-2020</c:v>
                </c:pt>
                <c:pt idx="5113">
                  <c:v>23-07-2020</c:v>
                </c:pt>
                <c:pt idx="5114">
                  <c:v>24-07-2020</c:v>
                </c:pt>
                <c:pt idx="5115">
                  <c:v>27-07-2020</c:v>
                </c:pt>
                <c:pt idx="5116">
                  <c:v>28-07-2020</c:v>
                </c:pt>
                <c:pt idx="5117">
                  <c:v>29-07-2020</c:v>
                </c:pt>
                <c:pt idx="5118">
                  <c:v>30-07-2020</c:v>
                </c:pt>
                <c:pt idx="5119">
                  <c:v>31-07-2020</c:v>
                </c:pt>
                <c:pt idx="5120">
                  <c:v>03-08-2020</c:v>
                </c:pt>
                <c:pt idx="5121">
                  <c:v>04-08-2020</c:v>
                </c:pt>
                <c:pt idx="5122">
                  <c:v>05-08-2020</c:v>
                </c:pt>
                <c:pt idx="5123">
                  <c:v>06-08-2020</c:v>
                </c:pt>
                <c:pt idx="5124">
                  <c:v>07-08-2020</c:v>
                </c:pt>
                <c:pt idx="5125">
                  <c:v>10-08-2020</c:v>
                </c:pt>
                <c:pt idx="5126">
                  <c:v>11-08-2020</c:v>
                </c:pt>
                <c:pt idx="5127">
                  <c:v>12-08-2020</c:v>
                </c:pt>
                <c:pt idx="5128">
                  <c:v>13-08-2020</c:v>
                </c:pt>
                <c:pt idx="5129">
                  <c:v>14-08-2020</c:v>
                </c:pt>
                <c:pt idx="5130">
                  <c:v>17-08-2020</c:v>
                </c:pt>
                <c:pt idx="5131">
                  <c:v>18-08-2020</c:v>
                </c:pt>
                <c:pt idx="5132">
                  <c:v>19-08-2020</c:v>
                </c:pt>
                <c:pt idx="5133">
                  <c:v>20-08-2020</c:v>
                </c:pt>
                <c:pt idx="5134">
                  <c:v>21-08-2020</c:v>
                </c:pt>
                <c:pt idx="5135">
                  <c:v>24-08-2020</c:v>
                </c:pt>
                <c:pt idx="5136">
                  <c:v>25-08-2020</c:v>
                </c:pt>
                <c:pt idx="5137">
                  <c:v>26-08-2020</c:v>
                </c:pt>
                <c:pt idx="5138">
                  <c:v>27-08-2020</c:v>
                </c:pt>
                <c:pt idx="5139">
                  <c:v>28-08-2020</c:v>
                </c:pt>
                <c:pt idx="5140">
                  <c:v>31-08-2020</c:v>
                </c:pt>
                <c:pt idx="5141">
                  <c:v>01-09-2020</c:v>
                </c:pt>
                <c:pt idx="5142">
                  <c:v>02-09-2020</c:v>
                </c:pt>
                <c:pt idx="5143">
                  <c:v>03-09-2020</c:v>
                </c:pt>
                <c:pt idx="5144">
                  <c:v>04-09-2020</c:v>
                </c:pt>
                <c:pt idx="5145">
                  <c:v>07-09-2020</c:v>
                </c:pt>
                <c:pt idx="5146">
                  <c:v>08-09-2020</c:v>
                </c:pt>
                <c:pt idx="5147">
                  <c:v>09-09-2020</c:v>
                </c:pt>
                <c:pt idx="5148">
                  <c:v>10-09-2020</c:v>
                </c:pt>
                <c:pt idx="5149">
                  <c:v>11-09-2020</c:v>
                </c:pt>
                <c:pt idx="5150">
                  <c:v>14-09-2020</c:v>
                </c:pt>
                <c:pt idx="5151">
                  <c:v>15-09-2020</c:v>
                </c:pt>
                <c:pt idx="5152">
                  <c:v>16-09-2020</c:v>
                </c:pt>
                <c:pt idx="5153">
                  <c:v>17-09-2020</c:v>
                </c:pt>
                <c:pt idx="5154">
                  <c:v>18-09-2020</c:v>
                </c:pt>
                <c:pt idx="5155">
                  <c:v>21-09-2020</c:v>
                </c:pt>
                <c:pt idx="5156">
                  <c:v>22-09-2020</c:v>
                </c:pt>
                <c:pt idx="5157">
                  <c:v>23-09-2020</c:v>
                </c:pt>
                <c:pt idx="5158">
                  <c:v>24-09-2020</c:v>
                </c:pt>
                <c:pt idx="5159">
                  <c:v>25-09-2020</c:v>
                </c:pt>
                <c:pt idx="5160">
                  <c:v>28-09-2020</c:v>
                </c:pt>
                <c:pt idx="5161">
                  <c:v>29-09-2020</c:v>
                </c:pt>
                <c:pt idx="5162">
                  <c:v>30-09-2020</c:v>
                </c:pt>
                <c:pt idx="5163">
                  <c:v>01-10-2020</c:v>
                </c:pt>
                <c:pt idx="5164">
                  <c:v>05-10-2020</c:v>
                </c:pt>
                <c:pt idx="5165">
                  <c:v>06-10-2020</c:v>
                </c:pt>
                <c:pt idx="5166">
                  <c:v>07-10-2020</c:v>
                </c:pt>
                <c:pt idx="5167">
                  <c:v>08-10-2020</c:v>
                </c:pt>
                <c:pt idx="5168">
                  <c:v>09-10-2020</c:v>
                </c:pt>
                <c:pt idx="5169">
                  <c:v>12-10-2020</c:v>
                </c:pt>
                <c:pt idx="5170">
                  <c:v>13-10-2020</c:v>
                </c:pt>
                <c:pt idx="5171">
                  <c:v>14-10-2020</c:v>
                </c:pt>
                <c:pt idx="5172">
                  <c:v>15-10-2020</c:v>
                </c:pt>
                <c:pt idx="5173">
                  <c:v>16-10-2020</c:v>
                </c:pt>
                <c:pt idx="5174">
                  <c:v>19-10-2020</c:v>
                </c:pt>
                <c:pt idx="5175">
                  <c:v>20-10-2020</c:v>
                </c:pt>
                <c:pt idx="5176">
                  <c:v>21-10-2020</c:v>
                </c:pt>
                <c:pt idx="5177">
                  <c:v>22-10-2020</c:v>
                </c:pt>
                <c:pt idx="5178">
                  <c:v>23-10-2020</c:v>
                </c:pt>
                <c:pt idx="5179">
                  <c:v>26-10-2020</c:v>
                </c:pt>
                <c:pt idx="5180">
                  <c:v>27-10-2020</c:v>
                </c:pt>
                <c:pt idx="5181">
                  <c:v>28-10-2020</c:v>
                </c:pt>
                <c:pt idx="5182">
                  <c:v>29-10-2020</c:v>
                </c:pt>
                <c:pt idx="5183">
                  <c:v>30-10-2020</c:v>
                </c:pt>
                <c:pt idx="5184">
                  <c:v>02-11-2020</c:v>
                </c:pt>
                <c:pt idx="5185">
                  <c:v>03-11-2020</c:v>
                </c:pt>
                <c:pt idx="5186">
                  <c:v>04-11-2020</c:v>
                </c:pt>
                <c:pt idx="5187">
                  <c:v>05-11-2020</c:v>
                </c:pt>
                <c:pt idx="5188">
                  <c:v>06-11-2020</c:v>
                </c:pt>
                <c:pt idx="5189">
                  <c:v>09-11-2020</c:v>
                </c:pt>
                <c:pt idx="5190">
                  <c:v>10-11-2020</c:v>
                </c:pt>
                <c:pt idx="5191">
                  <c:v>11-11-2020</c:v>
                </c:pt>
                <c:pt idx="5192">
                  <c:v>12-11-2020</c:v>
                </c:pt>
                <c:pt idx="5193">
                  <c:v>13-11-2020</c:v>
                </c:pt>
                <c:pt idx="5194">
                  <c:v>14-11-2020</c:v>
                </c:pt>
                <c:pt idx="5195">
                  <c:v>17-11-2020</c:v>
                </c:pt>
                <c:pt idx="5196">
                  <c:v>18-11-2020</c:v>
                </c:pt>
                <c:pt idx="5197">
                  <c:v>19-11-2020</c:v>
                </c:pt>
                <c:pt idx="5198">
                  <c:v>20-11-2020</c:v>
                </c:pt>
                <c:pt idx="5199">
                  <c:v>23-11-2020</c:v>
                </c:pt>
                <c:pt idx="5200">
                  <c:v>24-11-2020</c:v>
                </c:pt>
                <c:pt idx="5201">
                  <c:v>25-11-2020</c:v>
                </c:pt>
                <c:pt idx="5202">
                  <c:v>26-11-2020</c:v>
                </c:pt>
                <c:pt idx="5203">
                  <c:v>27-11-2020</c:v>
                </c:pt>
                <c:pt idx="5204">
                  <c:v>01-12-2020</c:v>
                </c:pt>
                <c:pt idx="5205">
                  <c:v>02-12-2020</c:v>
                </c:pt>
                <c:pt idx="5206">
                  <c:v>03-12-2020</c:v>
                </c:pt>
                <c:pt idx="5207">
                  <c:v>04-12-2020</c:v>
                </c:pt>
                <c:pt idx="5208">
                  <c:v>07-12-2020</c:v>
                </c:pt>
                <c:pt idx="5209">
                  <c:v>08-12-2020</c:v>
                </c:pt>
                <c:pt idx="5210">
                  <c:v>09-12-2020</c:v>
                </c:pt>
                <c:pt idx="5211">
                  <c:v>10-12-2020</c:v>
                </c:pt>
                <c:pt idx="5212">
                  <c:v>11-12-2020</c:v>
                </c:pt>
                <c:pt idx="5213">
                  <c:v>14-12-2020</c:v>
                </c:pt>
                <c:pt idx="5214">
                  <c:v>15-12-2020</c:v>
                </c:pt>
                <c:pt idx="5215">
                  <c:v>16-12-2020</c:v>
                </c:pt>
                <c:pt idx="5216">
                  <c:v>17-12-2020</c:v>
                </c:pt>
                <c:pt idx="5217">
                  <c:v>18-12-2020</c:v>
                </c:pt>
                <c:pt idx="5218">
                  <c:v>21-12-2020</c:v>
                </c:pt>
                <c:pt idx="5219">
                  <c:v>22-12-2020</c:v>
                </c:pt>
                <c:pt idx="5220">
                  <c:v>23-12-2020</c:v>
                </c:pt>
                <c:pt idx="5221">
                  <c:v>24-12-2020</c:v>
                </c:pt>
                <c:pt idx="5222">
                  <c:v>28-12-2020</c:v>
                </c:pt>
                <c:pt idx="5223">
                  <c:v>29-12-2020</c:v>
                </c:pt>
                <c:pt idx="5224">
                  <c:v>30-12-2020</c:v>
                </c:pt>
                <c:pt idx="5225">
                  <c:v>31-12-2020</c:v>
                </c:pt>
                <c:pt idx="5226">
                  <c:v>01-01-2021</c:v>
                </c:pt>
                <c:pt idx="5227">
                  <c:v>04-01-2021</c:v>
                </c:pt>
                <c:pt idx="5228">
                  <c:v>05-01-2021</c:v>
                </c:pt>
                <c:pt idx="5229">
                  <c:v>06-01-2021</c:v>
                </c:pt>
                <c:pt idx="5230">
                  <c:v>07-01-2021</c:v>
                </c:pt>
                <c:pt idx="5231">
                  <c:v>08-01-2021</c:v>
                </c:pt>
                <c:pt idx="5232">
                  <c:v>11-01-2021</c:v>
                </c:pt>
                <c:pt idx="5233">
                  <c:v>12-01-2021</c:v>
                </c:pt>
                <c:pt idx="5234">
                  <c:v>13-01-2021</c:v>
                </c:pt>
                <c:pt idx="5235">
                  <c:v>14-01-2021</c:v>
                </c:pt>
                <c:pt idx="5236">
                  <c:v>15-01-2021</c:v>
                </c:pt>
                <c:pt idx="5237">
                  <c:v>18-01-2021</c:v>
                </c:pt>
                <c:pt idx="5238">
                  <c:v>19-01-2021</c:v>
                </c:pt>
                <c:pt idx="5239">
                  <c:v>20-01-2021</c:v>
                </c:pt>
                <c:pt idx="5240">
                  <c:v>21-01-2021</c:v>
                </c:pt>
                <c:pt idx="5241">
                  <c:v>22-01-2021</c:v>
                </c:pt>
                <c:pt idx="5242">
                  <c:v>25-01-2021</c:v>
                </c:pt>
                <c:pt idx="5243">
                  <c:v>27-01-2021</c:v>
                </c:pt>
                <c:pt idx="5244">
                  <c:v>28-01-2021</c:v>
                </c:pt>
                <c:pt idx="5245">
                  <c:v>29-01-2021</c:v>
                </c:pt>
                <c:pt idx="5246">
                  <c:v>01-02-2021</c:v>
                </c:pt>
                <c:pt idx="5247">
                  <c:v>02-02-2021</c:v>
                </c:pt>
                <c:pt idx="5248">
                  <c:v>03-02-2021</c:v>
                </c:pt>
                <c:pt idx="5249">
                  <c:v>04-02-2021</c:v>
                </c:pt>
                <c:pt idx="5250">
                  <c:v>05-02-2021</c:v>
                </c:pt>
                <c:pt idx="5251">
                  <c:v>08-02-2021</c:v>
                </c:pt>
                <c:pt idx="5252">
                  <c:v>09-02-2021</c:v>
                </c:pt>
                <c:pt idx="5253">
                  <c:v>10-02-2021</c:v>
                </c:pt>
                <c:pt idx="5254">
                  <c:v>11-02-2021</c:v>
                </c:pt>
                <c:pt idx="5255">
                  <c:v>12-02-2021</c:v>
                </c:pt>
                <c:pt idx="5256">
                  <c:v>15-02-2021</c:v>
                </c:pt>
                <c:pt idx="5257">
                  <c:v>16-02-2021</c:v>
                </c:pt>
                <c:pt idx="5258">
                  <c:v>17-02-2021</c:v>
                </c:pt>
                <c:pt idx="5259">
                  <c:v>18-02-2021</c:v>
                </c:pt>
                <c:pt idx="5260">
                  <c:v>19-02-2021</c:v>
                </c:pt>
                <c:pt idx="5261">
                  <c:v>22-02-2021</c:v>
                </c:pt>
                <c:pt idx="5262">
                  <c:v>23-02-2021</c:v>
                </c:pt>
                <c:pt idx="5263">
                  <c:v>24-02-2021</c:v>
                </c:pt>
                <c:pt idx="5264">
                  <c:v>25-02-2021</c:v>
                </c:pt>
                <c:pt idx="5265">
                  <c:v>26-02-2021</c:v>
                </c:pt>
                <c:pt idx="5266">
                  <c:v>01-03-2021</c:v>
                </c:pt>
                <c:pt idx="5267">
                  <c:v>02-03-2021</c:v>
                </c:pt>
                <c:pt idx="5268">
                  <c:v>03-03-2021</c:v>
                </c:pt>
                <c:pt idx="5269">
                  <c:v>04-03-2021</c:v>
                </c:pt>
                <c:pt idx="5270">
                  <c:v>05-03-2021</c:v>
                </c:pt>
                <c:pt idx="5271">
                  <c:v>08-03-2021</c:v>
                </c:pt>
                <c:pt idx="5272">
                  <c:v>09-03-2021</c:v>
                </c:pt>
                <c:pt idx="5273">
                  <c:v>10-03-2021</c:v>
                </c:pt>
                <c:pt idx="5274">
                  <c:v>12-03-2021</c:v>
                </c:pt>
                <c:pt idx="5275">
                  <c:v>15-03-2021</c:v>
                </c:pt>
                <c:pt idx="5276">
                  <c:v>16-03-2021</c:v>
                </c:pt>
                <c:pt idx="5277">
                  <c:v>17-03-2021</c:v>
                </c:pt>
                <c:pt idx="5278">
                  <c:v>18-03-2021</c:v>
                </c:pt>
                <c:pt idx="5279">
                  <c:v>19-03-2021</c:v>
                </c:pt>
                <c:pt idx="5280">
                  <c:v>22-03-2021</c:v>
                </c:pt>
                <c:pt idx="5281">
                  <c:v>23-03-2021</c:v>
                </c:pt>
                <c:pt idx="5282">
                  <c:v>24-03-2021</c:v>
                </c:pt>
                <c:pt idx="5283">
                  <c:v>25-03-2021</c:v>
                </c:pt>
                <c:pt idx="5284">
                  <c:v>26-03-2021</c:v>
                </c:pt>
                <c:pt idx="5285">
                  <c:v>30-03-2021</c:v>
                </c:pt>
                <c:pt idx="5286">
                  <c:v>31-03-2021</c:v>
                </c:pt>
                <c:pt idx="5287">
                  <c:v>01-04-2021</c:v>
                </c:pt>
                <c:pt idx="5288">
                  <c:v>05-04-2021</c:v>
                </c:pt>
                <c:pt idx="5289">
                  <c:v>06-04-2021</c:v>
                </c:pt>
                <c:pt idx="5290">
                  <c:v>07-04-2021</c:v>
                </c:pt>
                <c:pt idx="5291">
                  <c:v>08-04-2021</c:v>
                </c:pt>
                <c:pt idx="5292">
                  <c:v>09-04-2021</c:v>
                </c:pt>
                <c:pt idx="5293">
                  <c:v>12-04-2021</c:v>
                </c:pt>
                <c:pt idx="5294">
                  <c:v>13-04-2021</c:v>
                </c:pt>
                <c:pt idx="5295">
                  <c:v>15-04-2021</c:v>
                </c:pt>
                <c:pt idx="5296">
                  <c:v>16-04-2021</c:v>
                </c:pt>
                <c:pt idx="5297">
                  <c:v>19-04-2021</c:v>
                </c:pt>
                <c:pt idx="5298">
                  <c:v>20-04-2021</c:v>
                </c:pt>
                <c:pt idx="5299">
                  <c:v>22-04-2021</c:v>
                </c:pt>
                <c:pt idx="5300">
                  <c:v>23-04-2021</c:v>
                </c:pt>
                <c:pt idx="5301">
                  <c:v>26-04-2021</c:v>
                </c:pt>
                <c:pt idx="5302">
                  <c:v>27-04-2021</c:v>
                </c:pt>
                <c:pt idx="5303">
                  <c:v>28-04-2021</c:v>
                </c:pt>
                <c:pt idx="5304">
                  <c:v>29-04-2021</c:v>
                </c:pt>
                <c:pt idx="5305">
                  <c:v>30-04-2021</c:v>
                </c:pt>
              </c:strCache>
            </c:strRef>
          </c:cat>
          <c:val>
            <c:numRef>
              <c:f>ALLFIVE!$B$3:$B$5309</c:f>
              <c:numCache>
                <c:formatCode>General</c:formatCode>
                <c:ptCount val="5306"/>
                <c:pt idx="0">
                  <c:v>170</c:v>
                </c:pt>
                <c:pt idx="1">
                  <c:v>173.8</c:v>
                </c:pt>
                <c:pt idx="2">
                  <c:v>166.95</c:v>
                </c:pt>
                <c:pt idx="3">
                  <c:v>168.3</c:v>
                </c:pt>
                <c:pt idx="4">
                  <c:v>168.35</c:v>
                </c:pt>
                <c:pt idx="5">
                  <c:v>165.9</c:v>
                </c:pt>
                <c:pt idx="6">
                  <c:v>163.4</c:v>
                </c:pt>
                <c:pt idx="7">
                  <c:v>165.45</c:v>
                </c:pt>
                <c:pt idx="8">
                  <c:v>165.1</c:v>
                </c:pt>
                <c:pt idx="9">
                  <c:v>165.45</c:v>
                </c:pt>
                <c:pt idx="10">
                  <c:v>178.7</c:v>
                </c:pt>
                <c:pt idx="11">
                  <c:v>165.7</c:v>
                </c:pt>
                <c:pt idx="12">
                  <c:v>179</c:v>
                </c:pt>
                <c:pt idx="13">
                  <c:v>178.6</c:v>
                </c:pt>
                <c:pt idx="14">
                  <c:v>188.15</c:v>
                </c:pt>
                <c:pt idx="15">
                  <c:v>200.55</c:v>
                </c:pt>
                <c:pt idx="16">
                  <c:v>216.6</c:v>
                </c:pt>
                <c:pt idx="17">
                  <c:v>229.7</c:v>
                </c:pt>
                <c:pt idx="18">
                  <c:v>227.9</c:v>
                </c:pt>
                <c:pt idx="19">
                  <c:v>237.75</c:v>
                </c:pt>
                <c:pt idx="20">
                  <c:v>240.95</c:v>
                </c:pt>
                <c:pt idx="21">
                  <c:v>244</c:v>
                </c:pt>
                <c:pt idx="22">
                  <c:v>225.95</c:v>
                </c:pt>
                <c:pt idx="23">
                  <c:v>228.95</c:v>
                </c:pt>
                <c:pt idx="24">
                  <c:v>246.7</c:v>
                </c:pt>
                <c:pt idx="25">
                  <c:v>250.75</c:v>
                </c:pt>
                <c:pt idx="26">
                  <c:v>252.5</c:v>
                </c:pt>
                <c:pt idx="27">
                  <c:v>251.75</c:v>
                </c:pt>
                <c:pt idx="28">
                  <c:v>232.1</c:v>
                </c:pt>
                <c:pt idx="29">
                  <c:v>233.45</c:v>
                </c:pt>
                <c:pt idx="30">
                  <c:v>227.6</c:v>
                </c:pt>
                <c:pt idx="31">
                  <c:v>245.85</c:v>
                </c:pt>
                <c:pt idx="32">
                  <c:v>250.4</c:v>
                </c:pt>
                <c:pt idx="33">
                  <c:v>242.6</c:v>
                </c:pt>
                <c:pt idx="34">
                  <c:v>236.15</c:v>
                </c:pt>
                <c:pt idx="35">
                  <c:v>217.55</c:v>
                </c:pt>
                <c:pt idx="36">
                  <c:v>219.45</c:v>
                </c:pt>
                <c:pt idx="37">
                  <c:v>227</c:v>
                </c:pt>
                <c:pt idx="38">
                  <c:v>227</c:v>
                </c:pt>
                <c:pt idx="39">
                  <c:v>227.55</c:v>
                </c:pt>
                <c:pt idx="40">
                  <c:v>216.8</c:v>
                </c:pt>
                <c:pt idx="41">
                  <c:v>234.15</c:v>
                </c:pt>
                <c:pt idx="42">
                  <c:v>252.9</c:v>
                </c:pt>
                <c:pt idx="43">
                  <c:v>273.14999999999998</c:v>
                </c:pt>
                <c:pt idx="44">
                  <c:v>266.05</c:v>
                </c:pt>
                <c:pt idx="45">
                  <c:v>258.2</c:v>
                </c:pt>
                <c:pt idx="46">
                  <c:v>272.05</c:v>
                </c:pt>
                <c:pt idx="47">
                  <c:v>269.60000000000002</c:v>
                </c:pt>
                <c:pt idx="48">
                  <c:v>254.15</c:v>
                </c:pt>
                <c:pt idx="49">
                  <c:v>269.95</c:v>
                </c:pt>
                <c:pt idx="50">
                  <c:v>265.39999999999998</c:v>
                </c:pt>
                <c:pt idx="51">
                  <c:v>259.85000000000002</c:v>
                </c:pt>
                <c:pt idx="52">
                  <c:v>256.95</c:v>
                </c:pt>
                <c:pt idx="53">
                  <c:v>255.8</c:v>
                </c:pt>
                <c:pt idx="54">
                  <c:v>261.14999999999998</c:v>
                </c:pt>
                <c:pt idx="55">
                  <c:v>280.39999999999998</c:v>
                </c:pt>
                <c:pt idx="56">
                  <c:v>273.39999999999998</c:v>
                </c:pt>
                <c:pt idx="57">
                  <c:v>271.7</c:v>
                </c:pt>
                <c:pt idx="58">
                  <c:v>275.10000000000002</c:v>
                </c:pt>
                <c:pt idx="59">
                  <c:v>265.39999999999998</c:v>
                </c:pt>
                <c:pt idx="60">
                  <c:v>262.55</c:v>
                </c:pt>
                <c:pt idx="61">
                  <c:v>257.2</c:v>
                </c:pt>
                <c:pt idx="62">
                  <c:v>247.15</c:v>
                </c:pt>
                <c:pt idx="63">
                  <c:v>227.4</c:v>
                </c:pt>
                <c:pt idx="64">
                  <c:v>209.25</c:v>
                </c:pt>
                <c:pt idx="65">
                  <c:v>192.55</c:v>
                </c:pt>
                <c:pt idx="66">
                  <c:v>207.95</c:v>
                </c:pt>
                <c:pt idx="67">
                  <c:v>224.6</c:v>
                </c:pt>
                <c:pt idx="68">
                  <c:v>226.2</c:v>
                </c:pt>
                <c:pt idx="69">
                  <c:v>233</c:v>
                </c:pt>
                <c:pt idx="70">
                  <c:v>231.45</c:v>
                </c:pt>
                <c:pt idx="71">
                  <c:v>212.95</c:v>
                </c:pt>
                <c:pt idx="72">
                  <c:v>222.1</c:v>
                </c:pt>
                <c:pt idx="73">
                  <c:v>226.45</c:v>
                </c:pt>
                <c:pt idx="74">
                  <c:v>225.7</c:v>
                </c:pt>
                <c:pt idx="75">
                  <c:v>232.1</c:v>
                </c:pt>
                <c:pt idx="76">
                  <c:v>230.95</c:v>
                </c:pt>
                <c:pt idx="77">
                  <c:v>249.25</c:v>
                </c:pt>
                <c:pt idx="78">
                  <c:v>245.5</c:v>
                </c:pt>
                <c:pt idx="79">
                  <c:v>245.15</c:v>
                </c:pt>
                <c:pt idx="80">
                  <c:v>251.2</c:v>
                </c:pt>
                <c:pt idx="81">
                  <c:v>246.2</c:v>
                </c:pt>
                <c:pt idx="82">
                  <c:v>250.8</c:v>
                </c:pt>
                <c:pt idx="83">
                  <c:v>259.85000000000002</c:v>
                </c:pt>
                <c:pt idx="84">
                  <c:v>260.45</c:v>
                </c:pt>
                <c:pt idx="85">
                  <c:v>261.39999999999998</c:v>
                </c:pt>
                <c:pt idx="86">
                  <c:v>262.64999999999998</c:v>
                </c:pt>
                <c:pt idx="87">
                  <c:v>265.8</c:v>
                </c:pt>
                <c:pt idx="88">
                  <c:v>262.10000000000002</c:v>
                </c:pt>
                <c:pt idx="89">
                  <c:v>257.10000000000002</c:v>
                </c:pt>
                <c:pt idx="90">
                  <c:v>256.25</c:v>
                </c:pt>
                <c:pt idx="91">
                  <c:v>258.05</c:v>
                </c:pt>
                <c:pt idx="92">
                  <c:v>256.05</c:v>
                </c:pt>
                <c:pt idx="93">
                  <c:v>255.75</c:v>
                </c:pt>
                <c:pt idx="94">
                  <c:v>248.85</c:v>
                </c:pt>
                <c:pt idx="95">
                  <c:v>233.75</c:v>
                </c:pt>
                <c:pt idx="96">
                  <c:v>242.1</c:v>
                </c:pt>
                <c:pt idx="97">
                  <c:v>233.6</c:v>
                </c:pt>
                <c:pt idx="98">
                  <c:v>230.25</c:v>
                </c:pt>
                <c:pt idx="99">
                  <c:v>224.65</c:v>
                </c:pt>
                <c:pt idx="100">
                  <c:v>223.8</c:v>
                </c:pt>
                <c:pt idx="101">
                  <c:v>230.3</c:v>
                </c:pt>
                <c:pt idx="102">
                  <c:v>229.25</c:v>
                </c:pt>
                <c:pt idx="103">
                  <c:v>244.5</c:v>
                </c:pt>
                <c:pt idx="104">
                  <c:v>247.05</c:v>
                </c:pt>
                <c:pt idx="105">
                  <c:v>244.6</c:v>
                </c:pt>
                <c:pt idx="106">
                  <c:v>239.5</c:v>
                </c:pt>
                <c:pt idx="107">
                  <c:v>240.35</c:v>
                </c:pt>
                <c:pt idx="108">
                  <c:v>245.25</c:v>
                </c:pt>
                <c:pt idx="109">
                  <c:v>244.35</c:v>
                </c:pt>
                <c:pt idx="110">
                  <c:v>253.6</c:v>
                </c:pt>
                <c:pt idx="111">
                  <c:v>250.3</c:v>
                </c:pt>
                <c:pt idx="112">
                  <c:v>250.9</c:v>
                </c:pt>
                <c:pt idx="113">
                  <c:v>251</c:v>
                </c:pt>
                <c:pt idx="114">
                  <c:v>251.65</c:v>
                </c:pt>
                <c:pt idx="115">
                  <c:v>254.6</c:v>
                </c:pt>
                <c:pt idx="116">
                  <c:v>256.2</c:v>
                </c:pt>
                <c:pt idx="117">
                  <c:v>257.10000000000002</c:v>
                </c:pt>
                <c:pt idx="118">
                  <c:v>257.39999999999998</c:v>
                </c:pt>
                <c:pt idx="119">
                  <c:v>255.15</c:v>
                </c:pt>
                <c:pt idx="120">
                  <c:v>251.9</c:v>
                </c:pt>
                <c:pt idx="121">
                  <c:v>250.45</c:v>
                </c:pt>
                <c:pt idx="122">
                  <c:v>257.60000000000002</c:v>
                </c:pt>
                <c:pt idx="123">
                  <c:v>252.35</c:v>
                </c:pt>
                <c:pt idx="124">
                  <c:v>268.64999999999998</c:v>
                </c:pt>
                <c:pt idx="125">
                  <c:v>278.85000000000002</c:v>
                </c:pt>
                <c:pt idx="126">
                  <c:v>278</c:v>
                </c:pt>
                <c:pt idx="127">
                  <c:v>275.95</c:v>
                </c:pt>
                <c:pt idx="128">
                  <c:v>281.8</c:v>
                </c:pt>
                <c:pt idx="129">
                  <c:v>275.7</c:v>
                </c:pt>
                <c:pt idx="130">
                  <c:v>274.85000000000002</c:v>
                </c:pt>
                <c:pt idx="131">
                  <c:v>267.89999999999998</c:v>
                </c:pt>
                <c:pt idx="132">
                  <c:v>265.85000000000002</c:v>
                </c:pt>
                <c:pt idx="133">
                  <c:v>265.8</c:v>
                </c:pt>
                <c:pt idx="134">
                  <c:v>254.35</c:v>
                </c:pt>
                <c:pt idx="135">
                  <c:v>250.25</c:v>
                </c:pt>
                <c:pt idx="136">
                  <c:v>251.25</c:v>
                </c:pt>
                <c:pt idx="137">
                  <c:v>248.35</c:v>
                </c:pt>
                <c:pt idx="138">
                  <c:v>241.6</c:v>
                </c:pt>
                <c:pt idx="139">
                  <c:v>231.2</c:v>
                </c:pt>
                <c:pt idx="140">
                  <c:v>242.65</c:v>
                </c:pt>
                <c:pt idx="141">
                  <c:v>245</c:v>
                </c:pt>
                <c:pt idx="142">
                  <c:v>244.5</c:v>
                </c:pt>
                <c:pt idx="143">
                  <c:v>235.1</c:v>
                </c:pt>
                <c:pt idx="144">
                  <c:v>232.9</c:v>
                </c:pt>
                <c:pt idx="145">
                  <c:v>227.45</c:v>
                </c:pt>
                <c:pt idx="146">
                  <c:v>224</c:v>
                </c:pt>
                <c:pt idx="147">
                  <c:v>252.45</c:v>
                </c:pt>
                <c:pt idx="148">
                  <c:v>249.75</c:v>
                </c:pt>
                <c:pt idx="149">
                  <c:v>235.2</c:v>
                </c:pt>
                <c:pt idx="150">
                  <c:v>253.05</c:v>
                </c:pt>
                <c:pt idx="151">
                  <c:v>244.05</c:v>
                </c:pt>
                <c:pt idx="152">
                  <c:v>243.65</c:v>
                </c:pt>
                <c:pt idx="153">
                  <c:v>242.2</c:v>
                </c:pt>
                <c:pt idx="154">
                  <c:v>243.5</c:v>
                </c:pt>
                <c:pt idx="155">
                  <c:v>246</c:v>
                </c:pt>
                <c:pt idx="156">
                  <c:v>246.95</c:v>
                </c:pt>
                <c:pt idx="157">
                  <c:v>239.55</c:v>
                </c:pt>
                <c:pt idx="158">
                  <c:v>235.2</c:v>
                </c:pt>
                <c:pt idx="159">
                  <c:v>230.5</c:v>
                </c:pt>
                <c:pt idx="160">
                  <c:v>232.8</c:v>
                </c:pt>
                <c:pt idx="161">
                  <c:v>231.55</c:v>
                </c:pt>
                <c:pt idx="162">
                  <c:v>238.8</c:v>
                </c:pt>
                <c:pt idx="163">
                  <c:v>235.2</c:v>
                </c:pt>
                <c:pt idx="164">
                  <c:v>234.75</c:v>
                </c:pt>
                <c:pt idx="165">
                  <c:v>235.9</c:v>
                </c:pt>
                <c:pt idx="166">
                  <c:v>239.35</c:v>
                </c:pt>
                <c:pt idx="167">
                  <c:v>238.45</c:v>
                </c:pt>
                <c:pt idx="168">
                  <c:v>239.25</c:v>
                </c:pt>
                <c:pt idx="169">
                  <c:v>242.55</c:v>
                </c:pt>
                <c:pt idx="170">
                  <c:v>240.1</c:v>
                </c:pt>
                <c:pt idx="171">
                  <c:v>238.55</c:v>
                </c:pt>
                <c:pt idx="172">
                  <c:v>240.1</c:v>
                </c:pt>
                <c:pt idx="173">
                  <c:v>236.25</c:v>
                </c:pt>
                <c:pt idx="174">
                  <c:v>235.85</c:v>
                </c:pt>
                <c:pt idx="175">
                  <c:v>232.5</c:v>
                </c:pt>
                <c:pt idx="176">
                  <c:v>227.65</c:v>
                </c:pt>
                <c:pt idx="177">
                  <c:v>209.35</c:v>
                </c:pt>
                <c:pt idx="178">
                  <c:v>230.35</c:v>
                </c:pt>
                <c:pt idx="179">
                  <c:v>225.05</c:v>
                </c:pt>
                <c:pt idx="180">
                  <c:v>224.05</c:v>
                </c:pt>
                <c:pt idx="181">
                  <c:v>216.9</c:v>
                </c:pt>
                <c:pt idx="182">
                  <c:v>223.8</c:v>
                </c:pt>
                <c:pt idx="183">
                  <c:v>222.35</c:v>
                </c:pt>
                <c:pt idx="184">
                  <c:v>226.65</c:v>
                </c:pt>
                <c:pt idx="185">
                  <c:v>223.9</c:v>
                </c:pt>
                <c:pt idx="186">
                  <c:v>234.25</c:v>
                </c:pt>
                <c:pt idx="187">
                  <c:v>239.3</c:v>
                </c:pt>
                <c:pt idx="188">
                  <c:v>236.1</c:v>
                </c:pt>
                <c:pt idx="189">
                  <c:v>234.65</c:v>
                </c:pt>
                <c:pt idx="190">
                  <c:v>244.4</c:v>
                </c:pt>
                <c:pt idx="191">
                  <c:v>243.15</c:v>
                </c:pt>
                <c:pt idx="192">
                  <c:v>239.05</c:v>
                </c:pt>
                <c:pt idx="193">
                  <c:v>236.65</c:v>
                </c:pt>
                <c:pt idx="194">
                  <c:v>236.45</c:v>
                </c:pt>
                <c:pt idx="195">
                  <c:v>236.45</c:v>
                </c:pt>
                <c:pt idx="196">
                  <c:v>236.85</c:v>
                </c:pt>
                <c:pt idx="197">
                  <c:v>237.75</c:v>
                </c:pt>
                <c:pt idx="198">
                  <c:v>238.05</c:v>
                </c:pt>
                <c:pt idx="199">
                  <c:v>241.9</c:v>
                </c:pt>
                <c:pt idx="200">
                  <c:v>244.7</c:v>
                </c:pt>
                <c:pt idx="201">
                  <c:v>243.1</c:v>
                </c:pt>
                <c:pt idx="202">
                  <c:v>243.25</c:v>
                </c:pt>
                <c:pt idx="203">
                  <c:v>241.4</c:v>
                </c:pt>
                <c:pt idx="204">
                  <c:v>241.35</c:v>
                </c:pt>
                <c:pt idx="205">
                  <c:v>240</c:v>
                </c:pt>
                <c:pt idx="206">
                  <c:v>246.9</c:v>
                </c:pt>
                <c:pt idx="207">
                  <c:v>250.55</c:v>
                </c:pt>
                <c:pt idx="208">
                  <c:v>247.15</c:v>
                </c:pt>
                <c:pt idx="209">
                  <c:v>251.95</c:v>
                </c:pt>
                <c:pt idx="210">
                  <c:v>248.1</c:v>
                </c:pt>
                <c:pt idx="211">
                  <c:v>250</c:v>
                </c:pt>
                <c:pt idx="212">
                  <c:v>248.75</c:v>
                </c:pt>
                <c:pt idx="213">
                  <c:v>243.9</c:v>
                </c:pt>
                <c:pt idx="214">
                  <c:v>244.95</c:v>
                </c:pt>
                <c:pt idx="215">
                  <c:v>245.15</c:v>
                </c:pt>
                <c:pt idx="216">
                  <c:v>240.35</c:v>
                </c:pt>
                <c:pt idx="217">
                  <c:v>235.8</c:v>
                </c:pt>
                <c:pt idx="218">
                  <c:v>240.35</c:v>
                </c:pt>
                <c:pt idx="219">
                  <c:v>232.6</c:v>
                </c:pt>
                <c:pt idx="220">
                  <c:v>229.75</c:v>
                </c:pt>
                <c:pt idx="221">
                  <c:v>228.65</c:v>
                </c:pt>
                <c:pt idx="222">
                  <c:v>224.7</c:v>
                </c:pt>
                <c:pt idx="223">
                  <c:v>224.1</c:v>
                </c:pt>
                <c:pt idx="224">
                  <c:v>216.85</c:v>
                </c:pt>
                <c:pt idx="225">
                  <c:v>223.7</c:v>
                </c:pt>
                <c:pt idx="226">
                  <c:v>225.75</c:v>
                </c:pt>
                <c:pt idx="227">
                  <c:v>221.65</c:v>
                </c:pt>
                <c:pt idx="228">
                  <c:v>222.05</c:v>
                </c:pt>
                <c:pt idx="229">
                  <c:v>221.15</c:v>
                </c:pt>
                <c:pt idx="230">
                  <c:v>216.25</c:v>
                </c:pt>
                <c:pt idx="231">
                  <c:v>216.35</c:v>
                </c:pt>
                <c:pt idx="232">
                  <c:v>214.15</c:v>
                </c:pt>
                <c:pt idx="233">
                  <c:v>219.95</c:v>
                </c:pt>
                <c:pt idx="234">
                  <c:v>218.25</c:v>
                </c:pt>
                <c:pt idx="235">
                  <c:v>219.15</c:v>
                </c:pt>
                <c:pt idx="236">
                  <c:v>222.6</c:v>
                </c:pt>
                <c:pt idx="237">
                  <c:v>228.6</c:v>
                </c:pt>
                <c:pt idx="238">
                  <c:v>234.5</c:v>
                </c:pt>
                <c:pt idx="239">
                  <c:v>229.25</c:v>
                </c:pt>
                <c:pt idx="240">
                  <c:v>219.75</c:v>
                </c:pt>
                <c:pt idx="241">
                  <c:v>217.1</c:v>
                </c:pt>
                <c:pt idx="242">
                  <c:v>215.05</c:v>
                </c:pt>
                <c:pt idx="243">
                  <c:v>219.95</c:v>
                </c:pt>
                <c:pt idx="244">
                  <c:v>217.65</c:v>
                </c:pt>
                <c:pt idx="245">
                  <c:v>216.25</c:v>
                </c:pt>
                <c:pt idx="246">
                  <c:v>215.35</c:v>
                </c:pt>
                <c:pt idx="247">
                  <c:v>218.25</c:v>
                </c:pt>
                <c:pt idx="248">
                  <c:v>220.05</c:v>
                </c:pt>
                <c:pt idx="249">
                  <c:v>222.8</c:v>
                </c:pt>
                <c:pt idx="250">
                  <c:v>222.25</c:v>
                </c:pt>
                <c:pt idx="251">
                  <c:v>224</c:v>
                </c:pt>
                <c:pt idx="252">
                  <c:v>225.85</c:v>
                </c:pt>
                <c:pt idx="253">
                  <c:v>225.35</c:v>
                </c:pt>
                <c:pt idx="254">
                  <c:v>228.6</c:v>
                </c:pt>
                <c:pt idx="255">
                  <c:v>230.15</c:v>
                </c:pt>
                <c:pt idx="256">
                  <c:v>235.75</c:v>
                </c:pt>
                <c:pt idx="257">
                  <c:v>225.4</c:v>
                </c:pt>
                <c:pt idx="258">
                  <c:v>228.9</c:v>
                </c:pt>
                <c:pt idx="259">
                  <c:v>237.3</c:v>
                </c:pt>
                <c:pt idx="260">
                  <c:v>249</c:v>
                </c:pt>
                <c:pt idx="261">
                  <c:v>250</c:v>
                </c:pt>
                <c:pt idx="262">
                  <c:v>249.15</c:v>
                </c:pt>
                <c:pt idx="263">
                  <c:v>249.9</c:v>
                </c:pt>
                <c:pt idx="264">
                  <c:v>251.75</c:v>
                </c:pt>
                <c:pt idx="265">
                  <c:v>248.05</c:v>
                </c:pt>
                <c:pt idx="266">
                  <c:v>249.65</c:v>
                </c:pt>
                <c:pt idx="267">
                  <c:v>249.4</c:v>
                </c:pt>
                <c:pt idx="268">
                  <c:v>249.6</c:v>
                </c:pt>
                <c:pt idx="269">
                  <c:v>245.3</c:v>
                </c:pt>
                <c:pt idx="270">
                  <c:v>249.4</c:v>
                </c:pt>
                <c:pt idx="271">
                  <c:v>253.9</c:v>
                </c:pt>
                <c:pt idx="272">
                  <c:v>251.2</c:v>
                </c:pt>
                <c:pt idx="273">
                  <c:v>252.25</c:v>
                </c:pt>
                <c:pt idx="274">
                  <c:v>264</c:v>
                </c:pt>
                <c:pt idx="275">
                  <c:v>259.5</c:v>
                </c:pt>
                <c:pt idx="276">
                  <c:v>251.3</c:v>
                </c:pt>
                <c:pt idx="277">
                  <c:v>258.3</c:v>
                </c:pt>
                <c:pt idx="278">
                  <c:v>272.14999999999998</c:v>
                </c:pt>
                <c:pt idx="279">
                  <c:v>262.5</c:v>
                </c:pt>
                <c:pt idx="280">
                  <c:v>259.2</c:v>
                </c:pt>
                <c:pt idx="281">
                  <c:v>264.5</c:v>
                </c:pt>
                <c:pt idx="282">
                  <c:v>261.14999999999998</c:v>
                </c:pt>
                <c:pt idx="283">
                  <c:v>253.8</c:v>
                </c:pt>
                <c:pt idx="284">
                  <c:v>256.8</c:v>
                </c:pt>
                <c:pt idx="285">
                  <c:v>250.8</c:v>
                </c:pt>
                <c:pt idx="286">
                  <c:v>250.3</c:v>
                </c:pt>
                <c:pt idx="287">
                  <c:v>251.5</c:v>
                </c:pt>
                <c:pt idx="288">
                  <c:v>247.4</c:v>
                </c:pt>
                <c:pt idx="289">
                  <c:v>250</c:v>
                </c:pt>
                <c:pt idx="290">
                  <c:v>250.4</c:v>
                </c:pt>
                <c:pt idx="291">
                  <c:v>256.55</c:v>
                </c:pt>
                <c:pt idx="292">
                  <c:v>264.95</c:v>
                </c:pt>
                <c:pt idx="293">
                  <c:v>264.60000000000002</c:v>
                </c:pt>
                <c:pt idx="294">
                  <c:v>257.25</c:v>
                </c:pt>
                <c:pt idx="295">
                  <c:v>257.39999999999998</c:v>
                </c:pt>
                <c:pt idx="296">
                  <c:v>262.25</c:v>
                </c:pt>
                <c:pt idx="297">
                  <c:v>252.65</c:v>
                </c:pt>
                <c:pt idx="298">
                  <c:v>250.2</c:v>
                </c:pt>
                <c:pt idx="299">
                  <c:v>221.15</c:v>
                </c:pt>
                <c:pt idx="300">
                  <c:v>243.9</c:v>
                </c:pt>
                <c:pt idx="301">
                  <c:v>242.35</c:v>
                </c:pt>
                <c:pt idx="302">
                  <c:v>232.5</c:v>
                </c:pt>
                <c:pt idx="303">
                  <c:v>234.85</c:v>
                </c:pt>
                <c:pt idx="304">
                  <c:v>229.45</c:v>
                </c:pt>
                <c:pt idx="305">
                  <c:v>236.15</c:v>
                </c:pt>
                <c:pt idx="306">
                  <c:v>232.8</c:v>
                </c:pt>
                <c:pt idx="307">
                  <c:v>229.55</c:v>
                </c:pt>
                <c:pt idx="308">
                  <c:v>227.45</c:v>
                </c:pt>
                <c:pt idx="309">
                  <c:v>227.2</c:v>
                </c:pt>
                <c:pt idx="310">
                  <c:v>228.65</c:v>
                </c:pt>
                <c:pt idx="311">
                  <c:v>229.5</c:v>
                </c:pt>
                <c:pt idx="312">
                  <c:v>228.35</c:v>
                </c:pt>
                <c:pt idx="313">
                  <c:v>223.15</c:v>
                </c:pt>
                <c:pt idx="314">
                  <c:v>225.05</c:v>
                </c:pt>
                <c:pt idx="315">
                  <c:v>225.95</c:v>
                </c:pt>
                <c:pt idx="316">
                  <c:v>227.9</c:v>
                </c:pt>
                <c:pt idx="317">
                  <c:v>225.4</c:v>
                </c:pt>
                <c:pt idx="318">
                  <c:v>226</c:v>
                </c:pt>
                <c:pt idx="319">
                  <c:v>230.55</c:v>
                </c:pt>
                <c:pt idx="320">
                  <c:v>231.4</c:v>
                </c:pt>
                <c:pt idx="321">
                  <c:v>235.65</c:v>
                </c:pt>
                <c:pt idx="322">
                  <c:v>245.75</c:v>
                </c:pt>
                <c:pt idx="323">
                  <c:v>245.25</c:v>
                </c:pt>
                <c:pt idx="324">
                  <c:v>239.6</c:v>
                </c:pt>
                <c:pt idx="325">
                  <c:v>243.65</c:v>
                </c:pt>
                <c:pt idx="326">
                  <c:v>243.35</c:v>
                </c:pt>
                <c:pt idx="327">
                  <c:v>237.8</c:v>
                </c:pt>
                <c:pt idx="328">
                  <c:v>237.2</c:v>
                </c:pt>
                <c:pt idx="329">
                  <c:v>237.9</c:v>
                </c:pt>
                <c:pt idx="330">
                  <c:v>232.45</c:v>
                </c:pt>
                <c:pt idx="331">
                  <c:v>230.4</c:v>
                </c:pt>
                <c:pt idx="332">
                  <c:v>236</c:v>
                </c:pt>
                <c:pt idx="333">
                  <c:v>233.35</c:v>
                </c:pt>
                <c:pt idx="334">
                  <c:v>232.2</c:v>
                </c:pt>
                <c:pt idx="335">
                  <c:v>237.45</c:v>
                </c:pt>
                <c:pt idx="336">
                  <c:v>233</c:v>
                </c:pt>
                <c:pt idx="337">
                  <c:v>237.6</c:v>
                </c:pt>
                <c:pt idx="338">
                  <c:v>236.4</c:v>
                </c:pt>
                <c:pt idx="339">
                  <c:v>233.65</c:v>
                </c:pt>
                <c:pt idx="340">
                  <c:v>237.3</c:v>
                </c:pt>
                <c:pt idx="341">
                  <c:v>240.75</c:v>
                </c:pt>
                <c:pt idx="342">
                  <c:v>235.65</c:v>
                </c:pt>
                <c:pt idx="343">
                  <c:v>234.4</c:v>
                </c:pt>
                <c:pt idx="344">
                  <c:v>235.6</c:v>
                </c:pt>
                <c:pt idx="345">
                  <c:v>237.2</c:v>
                </c:pt>
                <c:pt idx="346">
                  <c:v>235.8</c:v>
                </c:pt>
                <c:pt idx="347">
                  <c:v>237.35</c:v>
                </c:pt>
                <c:pt idx="348">
                  <c:v>236.4</c:v>
                </c:pt>
                <c:pt idx="349">
                  <c:v>230.75</c:v>
                </c:pt>
                <c:pt idx="350">
                  <c:v>234.35</c:v>
                </c:pt>
                <c:pt idx="351">
                  <c:v>235.1</c:v>
                </c:pt>
                <c:pt idx="352">
                  <c:v>230.15</c:v>
                </c:pt>
                <c:pt idx="353">
                  <c:v>229.9</c:v>
                </c:pt>
                <c:pt idx="354">
                  <c:v>230.5</c:v>
                </c:pt>
                <c:pt idx="355">
                  <c:v>232.3</c:v>
                </c:pt>
                <c:pt idx="356">
                  <c:v>231.9</c:v>
                </c:pt>
                <c:pt idx="357">
                  <c:v>234.1</c:v>
                </c:pt>
                <c:pt idx="358">
                  <c:v>230.05</c:v>
                </c:pt>
                <c:pt idx="359">
                  <c:v>231.5</c:v>
                </c:pt>
                <c:pt idx="360">
                  <c:v>230.65</c:v>
                </c:pt>
                <c:pt idx="361">
                  <c:v>227.8</c:v>
                </c:pt>
                <c:pt idx="362">
                  <c:v>227.3</c:v>
                </c:pt>
                <c:pt idx="363">
                  <c:v>217.8</c:v>
                </c:pt>
                <c:pt idx="364">
                  <c:v>214.2</c:v>
                </c:pt>
                <c:pt idx="365">
                  <c:v>198.45</c:v>
                </c:pt>
                <c:pt idx="366">
                  <c:v>204.25</c:v>
                </c:pt>
                <c:pt idx="367">
                  <c:v>213.25</c:v>
                </c:pt>
                <c:pt idx="368">
                  <c:v>220.85</c:v>
                </c:pt>
                <c:pt idx="369">
                  <c:v>218.85</c:v>
                </c:pt>
                <c:pt idx="370">
                  <c:v>210.9</c:v>
                </c:pt>
                <c:pt idx="371">
                  <c:v>215.95</c:v>
                </c:pt>
                <c:pt idx="372">
                  <c:v>213.5</c:v>
                </c:pt>
                <c:pt idx="373">
                  <c:v>215.25</c:v>
                </c:pt>
                <c:pt idx="374">
                  <c:v>209.6</c:v>
                </c:pt>
                <c:pt idx="375">
                  <c:v>212.65</c:v>
                </c:pt>
                <c:pt idx="376">
                  <c:v>207.15</c:v>
                </c:pt>
                <c:pt idx="377">
                  <c:v>202.55</c:v>
                </c:pt>
                <c:pt idx="378">
                  <c:v>203.8</c:v>
                </c:pt>
                <c:pt idx="379">
                  <c:v>204</c:v>
                </c:pt>
                <c:pt idx="380">
                  <c:v>204.75</c:v>
                </c:pt>
                <c:pt idx="381">
                  <c:v>208</c:v>
                </c:pt>
                <c:pt idx="382">
                  <c:v>211</c:v>
                </c:pt>
                <c:pt idx="383">
                  <c:v>215.45</c:v>
                </c:pt>
                <c:pt idx="384">
                  <c:v>216.6</c:v>
                </c:pt>
                <c:pt idx="385">
                  <c:v>219</c:v>
                </c:pt>
                <c:pt idx="386">
                  <c:v>221.1</c:v>
                </c:pt>
                <c:pt idx="387">
                  <c:v>227.25</c:v>
                </c:pt>
                <c:pt idx="388">
                  <c:v>224.35</c:v>
                </c:pt>
                <c:pt idx="389">
                  <c:v>225</c:v>
                </c:pt>
                <c:pt idx="390">
                  <c:v>219.15</c:v>
                </c:pt>
                <c:pt idx="391">
                  <c:v>226.9</c:v>
                </c:pt>
                <c:pt idx="392">
                  <c:v>231.8</c:v>
                </c:pt>
                <c:pt idx="393">
                  <c:v>229.35</c:v>
                </c:pt>
                <c:pt idx="394">
                  <c:v>232.4</c:v>
                </c:pt>
                <c:pt idx="395">
                  <c:v>232.3</c:v>
                </c:pt>
                <c:pt idx="396">
                  <c:v>234.2</c:v>
                </c:pt>
                <c:pt idx="397">
                  <c:v>236.35</c:v>
                </c:pt>
                <c:pt idx="398">
                  <c:v>233.5</c:v>
                </c:pt>
                <c:pt idx="399">
                  <c:v>231.5</c:v>
                </c:pt>
                <c:pt idx="400">
                  <c:v>233.85</c:v>
                </c:pt>
                <c:pt idx="401">
                  <c:v>232</c:v>
                </c:pt>
                <c:pt idx="402">
                  <c:v>235.1</c:v>
                </c:pt>
                <c:pt idx="403">
                  <c:v>227.9</c:v>
                </c:pt>
                <c:pt idx="404">
                  <c:v>230</c:v>
                </c:pt>
                <c:pt idx="405">
                  <c:v>230.75</c:v>
                </c:pt>
                <c:pt idx="406">
                  <c:v>231.75</c:v>
                </c:pt>
                <c:pt idx="407">
                  <c:v>233</c:v>
                </c:pt>
                <c:pt idx="408">
                  <c:v>239.3</c:v>
                </c:pt>
                <c:pt idx="409">
                  <c:v>235.2</c:v>
                </c:pt>
                <c:pt idx="410">
                  <c:v>235.1</c:v>
                </c:pt>
                <c:pt idx="411">
                  <c:v>235.1</c:v>
                </c:pt>
                <c:pt idx="412">
                  <c:v>235.85</c:v>
                </c:pt>
                <c:pt idx="413">
                  <c:v>234.9</c:v>
                </c:pt>
                <c:pt idx="414">
                  <c:v>235</c:v>
                </c:pt>
                <c:pt idx="415">
                  <c:v>235.45</c:v>
                </c:pt>
                <c:pt idx="416">
                  <c:v>234.85</c:v>
                </c:pt>
                <c:pt idx="417">
                  <c:v>236.55</c:v>
                </c:pt>
                <c:pt idx="418">
                  <c:v>234.95</c:v>
                </c:pt>
                <c:pt idx="419">
                  <c:v>232.05</c:v>
                </c:pt>
                <c:pt idx="420">
                  <c:v>235</c:v>
                </c:pt>
                <c:pt idx="421">
                  <c:v>235</c:v>
                </c:pt>
                <c:pt idx="422">
                  <c:v>232.1</c:v>
                </c:pt>
                <c:pt idx="423">
                  <c:v>233.05</c:v>
                </c:pt>
                <c:pt idx="424">
                  <c:v>234.55</c:v>
                </c:pt>
                <c:pt idx="425">
                  <c:v>220.05</c:v>
                </c:pt>
                <c:pt idx="426">
                  <c:v>219.55</c:v>
                </c:pt>
                <c:pt idx="427">
                  <c:v>203.85</c:v>
                </c:pt>
                <c:pt idx="428">
                  <c:v>192.8</c:v>
                </c:pt>
                <c:pt idx="429">
                  <c:v>206.1</c:v>
                </c:pt>
                <c:pt idx="430">
                  <c:v>213.45</c:v>
                </c:pt>
                <c:pt idx="431">
                  <c:v>216.6</c:v>
                </c:pt>
                <c:pt idx="432">
                  <c:v>212.8</c:v>
                </c:pt>
                <c:pt idx="433">
                  <c:v>202.4</c:v>
                </c:pt>
                <c:pt idx="434">
                  <c:v>208.35</c:v>
                </c:pt>
                <c:pt idx="435">
                  <c:v>214.75</c:v>
                </c:pt>
                <c:pt idx="436">
                  <c:v>214.65</c:v>
                </c:pt>
                <c:pt idx="437">
                  <c:v>217.1</c:v>
                </c:pt>
                <c:pt idx="438">
                  <c:v>209.75</c:v>
                </c:pt>
                <c:pt idx="439">
                  <c:v>210.85</c:v>
                </c:pt>
                <c:pt idx="440">
                  <c:v>212.1</c:v>
                </c:pt>
                <c:pt idx="441">
                  <c:v>214.15</c:v>
                </c:pt>
                <c:pt idx="442">
                  <c:v>214.5</c:v>
                </c:pt>
                <c:pt idx="443">
                  <c:v>213.95</c:v>
                </c:pt>
                <c:pt idx="444">
                  <c:v>215.95</c:v>
                </c:pt>
                <c:pt idx="445">
                  <c:v>220.5</c:v>
                </c:pt>
                <c:pt idx="446">
                  <c:v>233.25</c:v>
                </c:pt>
                <c:pt idx="447">
                  <c:v>227.9</c:v>
                </c:pt>
                <c:pt idx="448">
                  <c:v>227.15</c:v>
                </c:pt>
                <c:pt idx="449">
                  <c:v>225.25</c:v>
                </c:pt>
                <c:pt idx="450">
                  <c:v>224.25</c:v>
                </c:pt>
                <c:pt idx="451">
                  <c:v>224.25</c:v>
                </c:pt>
                <c:pt idx="452">
                  <c:v>223.2</c:v>
                </c:pt>
                <c:pt idx="453">
                  <c:v>224.8</c:v>
                </c:pt>
                <c:pt idx="454">
                  <c:v>225.25</c:v>
                </c:pt>
                <c:pt idx="455">
                  <c:v>221.75</c:v>
                </c:pt>
                <c:pt idx="456">
                  <c:v>219</c:v>
                </c:pt>
                <c:pt idx="457">
                  <c:v>218</c:v>
                </c:pt>
                <c:pt idx="458">
                  <c:v>217.7</c:v>
                </c:pt>
                <c:pt idx="459">
                  <c:v>217.85</c:v>
                </c:pt>
                <c:pt idx="460">
                  <c:v>222.15</c:v>
                </c:pt>
                <c:pt idx="461">
                  <c:v>221.25</c:v>
                </c:pt>
                <c:pt idx="462">
                  <c:v>217.75</c:v>
                </c:pt>
                <c:pt idx="463">
                  <c:v>219.45</c:v>
                </c:pt>
                <c:pt idx="464">
                  <c:v>218.3</c:v>
                </c:pt>
                <c:pt idx="465">
                  <c:v>219.3</c:v>
                </c:pt>
                <c:pt idx="466">
                  <c:v>219.65</c:v>
                </c:pt>
                <c:pt idx="467">
                  <c:v>219.45</c:v>
                </c:pt>
                <c:pt idx="468">
                  <c:v>221.6</c:v>
                </c:pt>
                <c:pt idx="469">
                  <c:v>220.7</c:v>
                </c:pt>
                <c:pt idx="470">
                  <c:v>222.1</c:v>
                </c:pt>
                <c:pt idx="471">
                  <c:v>224.8</c:v>
                </c:pt>
                <c:pt idx="472">
                  <c:v>224.65</c:v>
                </c:pt>
                <c:pt idx="473">
                  <c:v>223</c:v>
                </c:pt>
                <c:pt idx="474">
                  <c:v>225.15</c:v>
                </c:pt>
                <c:pt idx="475">
                  <c:v>227</c:v>
                </c:pt>
                <c:pt idx="476">
                  <c:v>228.05</c:v>
                </c:pt>
                <c:pt idx="477">
                  <c:v>224.55</c:v>
                </c:pt>
                <c:pt idx="478">
                  <c:v>222.15</c:v>
                </c:pt>
                <c:pt idx="479">
                  <c:v>224.5</c:v>
                </c:pt>
                <c:pt idx="480">
                  <c:v>223.45</c:v>
                </c:pt>
                <c:pt idx="481">
                  <c:v>222.8</c:v>
                </c:pt>
                <c:pt idx="482">
                  <c:v>226.95</c:v>
                </c:pt>
                <c:pt idx="483">
                  <c:v>234.15</c:v>
                </c:pt>
                <c:pt idx="484">
                  <c:v>232.15</c:v>
                </c:pt>
                <c:pt idx="485">
                  <c:v>224.8</c:v>
                </c:pt>
                <c:pt idx="486">
                  <c:v>224.7</c:v>
                </c:pt>
                <c:pt idx="487">
                  <c:v>230.75</c:v>
                </c:pt>
                <c:pt idx="488">
                  <c:v>224.8</c:v>
                </c:pt>
                <c:pt idx="489">
                  <c:v>221.25</c:v>
                </c:pt>
                <c:pt idx="490">
                  <c:v>219.85</c:v>
                </c:pt>
                <c:pt idx="491">
                  <c:v>222.45</c:v>
                </c:pt>
                <c:pt idx="492">
                  <c:v>223.75</c:v>
                </c:pt>
                <c:pt idx="493">
                  <c:v>219.8</c:v>
                </c:pt>
                <c:pt idx="494">
                  <c:v>220.55</c:v>
                </c:pt>
                <c:pt idx="495">
                  <c:v>221.25</c:v>
                </c:pt>
                <c:pt idx="496">
                  <c:v>220.9</c:v>
                </c:pt>
                <c:pt idx="497">
                  <c:v>225.6</c:v>
                </c:pt>
                <c:pt idx="498">
                  <c:v>225.05</c:v>
                </c:pt>
                <c:pt idx="499">
                  <c:v>225</c:v>
                </c:pt>
                <c:pt idx="500">
                  <c:v>226.25</c:v>
                </c:pt>
                <c:pt idx="501">
                  <c:v>223.95</c:v>
                </c:pt>
                <c:pt idx="502">
                  <c:v>223.95</c:v>
                </c:pt>
                <c:pt idx="503">
                  <c:v>222.75</c:v>
                </c:pt>
                <c:pt idx="504">
                  <c:v>224.35</c:v>
                </c:pt>
                <c:pt idx="505">
                  <c:v>225.55</c:v>
                </c:pt>
                <c:pt idx="506">
                  <c:v>226.35</c:v>
                </c:pt>
                <c:pt idx="507">
                  <c:v>233.7</c:v>
                </c:pt>
                <c:pt idx="508">
                  <c:v>239.85</c:v>
                </c:pt>
                <c:pt idx="509">
                  <c:v>230.9</c:v>
                </c:pt>
                <c:pt idx="510">
                  <c:v>233.05</c:v>
                </c:pt>
                <c:pt idx="511">
                  <c:v>237.3</c:v>
                </c:pt>
                <c:pt idx="512">
                  <c:v>238.95</c:v>
                </c:pt>
                <c:pt idx="513">
                  <c:v>240.7</c:v>
                </c:pt>
                <c:pt idx="514">
                  <c:v>242.5</c:v>
                </c:pt>
                <c:pt idx="515">
                  <c:v>234.95</c:v>
                </c:pt>
                <c:pt idx="516">
                  <c:v>229.15</c:v>
                </c:pt>
                <c:pt idx="517">
                  <c:v>229.8</c:v>
                </c:pt>
                <c:pt idx="518">
                  <c:v>226.6</c:v>
                </c:pt>
                <c:pt idx="519">
                  <c:v>224.8</c:v>
                </c:pt>
                <c:pt idx="520">
                  <c:v>224.7</c:v>
                </c:pt>
                <c:pt idx="521">
                  <c:v>224.8</c:v>
                </c:pt>
                <c:pt idx="522">
                  <c:v>225.15</c:v>
                </c:pt>
                <c:pt idx="523">
                  <c:v>222.7</c:v>
                </c:pt>
                <c:pt idx="524">
                  <c:v>225.2</c:v>
                </c:pt>
                <c:pt idx="525">
                  <c:v>226.65</c:v>
                </c:pt>
                <c:pt idx="526">
                  <c:v>225.05</c:v>
                </c:pt>
                <c:pt idx="527">
                  <c:v>228.75</c:v>
                </c:pt>
                <c:pt idx="528">
                  <c:v>230.9</c:v>
                </c:pt>
                <c:pt idx="529">
                  <c:v>229.9</c:v>
                </c:pt>
                <c:pt idx="530">
                  <c:v>228.35</c:v>
                </c:pt>
                <c:pt idx="531">
                  <c:v>233.55</c:v>
                </c:pt>
                <c:pt idx="532">
                  <c:v>248.45</c:v>
                </c:pt>
                <c:pt idx="533">
                  <c:v>235.2</c:v>
                </c:pt>
                <c:pt idx="534">
                  <c:v>236.3</c:v>
                </c:pt>
                <c:pt idx="535">
                  <c:v>236.65</c:v>
                </c:pt>
                <c:pt idx="536">
                  <c:v>246.9</c:v>
                </c:pt>
                <c:pt idx="537">
                  <c:v>242.55</c:v>
                </c:pt>
                <c:pt idx="538">
                  <c:v>236.2</c:v>
                </c:pt>
                <c:pt idx="539">
                  <c:v>236.9</c:v>
                </c:pt>
                <c:pt idx="540">
                  <c:v>233.6</c:v>
                </c:pt>
                <c:pt idx="541">
                  <c:v>236.5</c:v>
                </c:pt>
                <c:pt idx="542">
                  <c:v>236.2</c:v>
                </c:pt>
                <c:pt idx="543">
                  <c:v>237.05</c:v>
                </c:pt>
                <c:pt idx="544">
                  <c:v>235.15</c:v>
                </c:pt>
                <c:pt idx="545">
                  <c:v>236.65</c:v>
                </c:pt>
                <c:pt idx="546">
                  <c:v>234.45</c:v>
                </c:pt>
                <c:pt idx="547">
                  <c:v>232.75</c:v>
                </c:pt>
                <c:pt idx="548">
                  <c:v>230.75</c:v>
                </c:pt>
                <c:pt idx="549">
                  <c:v>234.75</c:v>
                </c:pt>
                <c:pt idx="550">
                  <c:v>234.85</c:v>
                </c:pt>
                <c:pt idx="551">
                  <c:v>234.95</c:v>
                </c:pt>
                <c:pt idx="552">
                  <c:v>239.3</c:v>
                </c:pt>
                <c:pt idx="553">
                  <c:v>235.4</c:v>
                </c:pt>
                <c:pt idx="554">
                  <c:v>235.05</c:v>
                </c:pt>
                <c:pt idx="555">
                  <c:v>233.8</c:v>
                </c:pt>
                <c:pt idx="556">
                  <c:v>233.8</c:v>
                </c:pt>
                <c:pt idx="557">
                  <c:v>230.35</c:v>
                </c:pt>
                <c:pt idx="558">
                  <c:v>238.5</c:v>
                </c:pt>
                <c:pt idx="559">
                  <c:v>236.6</c:v>
                </c:pt>
                <c:pt idx="560">
                  <c:v>233.65</c:v>
                </c:pt>
                <c:pt idx="561">
                  <c:v>234.85</c:v>
                </c:pt>
                <c:pt idx="562">
                  <c:v>228.45</c:v>
                </c:pt>
                <c:pt idx="563">
                  <c:v>225.1</c:v>
                </c:pt>
                <c:pt idx="564">
                  <c:v>224.85</c:v>
                </c:pt>
                <c:pt idx="565">
                  <c:v>225.1</c:v>
                </c:pt>
                <c:pt idx="566">
                  <c:v>226.05</c:v>
                </c:pt>
                <c:pt idx="567">
                  <c:v>226.95</c:v>
                </c:pt>
                <c:pt idx="568">
                  <c:v>223.95</c:v>
                </c:pt>
                <c:pt idx="569">
                  <c:v>223.2</c:v>
                </c:pt>
                <c:pt idx="570">
                  <c:v>221.5</c:v>
                </c:pt>
                <c:pt idx="571">
                  <c:v>223.95</c:v>
                </c:pt>
                <c:pt idx="572">
                  <c:v>225.05</c:v>
                </c:pt>
                <c:pt idx="573">
                  <c:v>227.25</c:v>
                </c:pt>
                <c:pt idx="574">
                  <c:v>226.45</c:v>
                </c:pt>
                <c:pt idx="575">
                  <c:v>221.75</c:v>
                </c:pt>
                <c:pt idx="576">
                  <c:v>224.75</c:v>
                </c:pt>
                <c:pt idx="577">
                  <c:v>224.95</c:v>
                </c:pt>
                <c:pt idx="578">
                  <c:v>222.3</c:v>
                </c:pt>
                <c:pt idx="579">
                  <c:v>224.25</c:v>
                </c:pt>
                <c:pt idx="580">
                  <c:v>219.8</c:v>
                </c:pt>
                <c:pt idx="581">
                  <c:v>219.6</c:v>
                </c:pt>
                <c:pt idx="582">
                  <c:v>218.3</c:v>
                </c:pt>
                <c:pt idx="583">
                  <c:v>216.5</c:v>
                </c:pt>
                <c:pt idx="584">
                  <c:v>217.7</c:v>
                </c:pt>
                <c:pt idx="585">
                  <c:v>220.35</c:v>
                </c:pt>
                <c:pt idx="586">
                  <c:v>221.15</c:v>
                </c:pt>
                <c:pt idx="587">
                  <c:v>221.9</c:v>
                </c:pt>
                <c:pt idx="588">
                  <c:v>221.85</c:v>
                </c:pt>
                <c:pt idx="589">
                  <c:v>219.4</c:v>
                </c:pt>
                <c:pt idx="590">
                  <c:v>220.3</c:v>
                </c:pt>
                <c:pt idx="591">
                  <c:v>221.85</c:v>
                </c:pt>
                <c:pt idx="592">
                  <c:v>216.55</c:v>
                </c:pt>
                <c:pt idx="593">
                  <c:v>219.05</c:v>
                </c:pt>
                <c:pt idx="594">
                  <c:v>216.9</c:v>
                </c:pt>
                <c:pt idx="595">
                  <c:v>223.6</c:v>
                </c:pt>
                <c:pt idx="596">
                  <c:v>218.35</c:v>
                </c:pt>
                <c:pt idx="597">
                  <c:v>214.2</c:v>
                </c:pt>
                <c:pt idx="598">
                  <c:v>218</c:v>
                </c:pt>
                <c:pt idx="599">
                  <c:v>219.8</c:v>
                </c:pt>
                <c:pt idx="600">
                  <c:v>222.15</c:v>
                </c:pt>
                <c:pt idx="601">
                  <c:v>221.4</c:v>
                </c:pt>
                <c:pt idx="602">
                  <c:v>222.5</c:v>
                </c:pt>
                <c:pt idx="603">
                  <c:v>229.4</c:v>
                </c:pt>
                <c:pt idx="604">
                  <c:v>228.45</c:v>
                </c:pt>
                <c:pt idx="605">
                  <c:v>224.85</c:v>
                </c:pt>
                <c:pt idx="606">
                  <c:v>223.4</c:v>
                </c:pt>
                <c:pt idx="607">
                  <c:v>222.2</c:v>
                </c:pt>
                <c:pt idx="608">
                  <c:v>217.15</c:v>
                </c:pt>
                <c:pt idx="609">
                  <c:v>219.9</c:v>
                </c:pt>
                <c:pt idx="610">
                  <c:v>220.65</c:v>
                </c:pt>
                <c:pt idx="611">
                  <c:v>219.9</c:v>
                </c:pt>
                <c:pt idx="612">
                  <c:v>219.9</c:v>
                </c:pt>
                <c:pt idx="613">
                  <c:v>219.85</c:v>
                </c:pt>
                <c:pt idx="614">
                  <c:v>219</c:v>
                </c:pt>
                <c:pt idx="615">
                  <c:v>218.55</c:v>
                </c:pt>
                <c:pt idx="616">
                  <c:v>218.7</c:v>
                </c:pt>
                <c:pt idx="617">
                  <c:v>218.4</c:v>
                </c:pt>
                <c:pt idx="618">
                  <c:v>219.5</c:v>
                </c:pt>
                <c:pt idx="619">
                  <c:v>214.6</c:v>
                </c:pt>
                <c:pt idx="620">
                  <c:v>213.3</c:v>
                </c:pt>
                <c:pt idx="621">
                  <c:v>214.35</c:v>
                </c:pt>
                <c:pt idx="622">
                  <c:v>206.55</c:v>
                </c:pt>
                <c:pt idx="623">
                  <c:v>201.55</c:v>
                </c:pt>
                <c:pt idx="624">
                  <c:v>211.8</c:v>
                </c:pt>
                <c:pt idx="625">
                  <c:v>209.65</c:v>
                </c:pt>
                <c:pt idx="626">
                  <c:v>209.85</c:v>
                </c:pt>
                <c:pt idx="627">
                  <c:v>217.35</c:v>
                </c:pt>
                <c:pt idx="628">
                  <c:v>213.4</c:v>
                </c:pt>
                <c:pt idx="629">
                  <c:v>209.7</c:v>
                </c:pt>
                <c:pt idx="630">
                  <c:v>209.7</c:v>
                </c:pt>
                <c:pt idx="631">
                  <c:v>210.3</c:v>
                </c:pt>
                <c:pt idx="632">
                  <c:v>210.15</c:v>
                </c:pt>
                <c:pt idx="633">
                  <c:v>209.95</c:v>
                </c:pt>
                <c:pt idx="634">
                  <c:v>210.05</c:v>
                </c:pt>
                <c:pt idx="635">
                  <c:v>210.7</c:v>
                </c:pt>
                <c:pt idx="636">
                  <c:v>209.9</c:v>
                </c:pt>
                <c:pt idx="637">
                  <c:v>210.7</c:v>
                </c:pt>
                <c:pt idx="638">
                  <c:v>214.15</c:v>
                </c:pt>
                <c:pt idx="639">
                  <c:v>214.85</c:v>
                </c:pt>
                <c:pt idx="640">
                  <c:v>214.8</c:v>
                </c:pt>
                <c:pt idx="641">
                  <c:v>211.05</c:v>
                </c:pt>
                <c:pt idx="642">
                  <c:v>212.75</c:v>
                </c:pt>
                <c:pt idx="643">
                  <c:v>211</c:v>
                </c:pt>
                <c:pt idx="644">
                  <c:v>212.3</c:v>
                </c:pt>
                <c:pt idx="645">
                  <c:v>210.15</c:v>
                </c:pt>
                <c:pt idx="646">
                  <c:v>212.75</c:v>
                </c:pt>
                <c:pt idx="647">
                  <c:v>210.85</c:v>
                </c:pt>
                <c:pt idx="648">
                  <c:v>210</c:v>
                </c:pt>
                <c:pt idx="649">
                  <c:v>210</c:v>
                </c:pt>
                <c:pt idx="650">
                  <c:v>210.9</c:v>
                </c:pt>
                <c:pt idx="651">
                  <c:v>210.25</c:v>
                </c:pt>
                <c:pt idx="652">
                  <c:v>209.4</c:v>
                </c:pt>
                <c:pt idx="653">
                  <c:v>210</c:v>
                </c:pt>
                <c:pt idx="654">
                  <c:v>209.8</c:v>
                </c:pt>
                <c:pt idx="655">
                  <c:v>211.5</c:v>
                </c:pt>
                <c:pt idx="656">
                  <c:v>208.3</c:v>
                </c:pt>
                <c:pt idx="657">
                  <c:v>210.3</c:v>
                </c:pt>
                <c:pt idx="658">
                  <c:v>211</c:v>
                </c:pt>
                <c:pt idx="659">
                  <c:v>211.55</c:v>
                </c:pt>
                <c:pt idx="660">
                  <c:v>209.4</c:v>
                </c:pt>
                <c:pt idx="661">
                  <c:v>208.95</c:v>
                </c:pt>
                <c:pt idx="662">
                  <c:v>209.5</c:v>
                </c:pt>
                <c:pt idx="663">
                  <c:v>210.4</c:v>
                </c:pt>
                <c:pt idx="664">
                  <c:v>209.85</c:v>
                </c:pt>
                <c:pt idx="665">
                  <c:v>209.85</c:v>
                </c:pt>
                <c:pt idx="666">
                  <c:v>210.6</c:v>
                </c:pt>
                <c:pt idx="667">
                  <c:v>209.55</c:v>
                </c:pt>
                <c:pt idx="668">
                  <c:v>209.9</c:v>
                </c:pt>
                <c:pt idx="669">
                  <c:v>210</c:v>
                </c:pt>
                <c:pt idx="670">
                  <c:v>212.85</c:v>
                </c:pt>
                <c:pt idx="671">
                  <c:v>211.9</c:v>
                </c:pt>
                <c:pt idx="672">
                  <c:v>210.65</c:v>
                </c:pt>
                <c:pt idx="673">
                  <c:v>210.05</c:v>
                </c:pt>
                <c:pt idx="674">
                  <c:v>212.6</c:v>
                </c:pt>
                <c:pt idx="675">
                  <c:v>213.4</c:v>
                </c:pt>
                <c:pt idx="676">
                  <c:v>214.75</c:v>
                </c:pt>
                <c:pt idx="677">
                  <c:v>215.9</c:v>
                </c:pt>
                <c:pt idx="678">
                  <c:v>222.65</c:v>
                </c:pt>
                <c:pt idx="679">
                  <c:v>224.85</c:v>
                </c:pt>
                <c:pt idx="680">
                  <c:v>220.1</c:v>
                </c:pt>
                <c:pt idx="681">
                  <c:v>220.1</c:v>
                </c:pt>
                <c:pt idx="682">
                  <c:v>219.9</c:v>
                </c:pt>
                <c:pt idx="683">
                  <c:v>216.75</c:v>
                </c:pt>
                <c:pt idx="684">
                  <c:v>209.9</c:v>
                </c:pt>
                <c:pt idx="685">
                  <c:v>209.5</c:v>
                </c:pt>
                <c:pt idx="686">
                  <c:v>220.8</c:v>
                </c:pt>
                <c:pt idx="687">
                  <c:v>218.6</c:v>
                </c:pt>
                <c:pt idx="688">
                  <c:v>211.65</c:v>
                </c:pt>
                <c:pt idx="689">
                  <c:v>209.75</c:v>
                </c:pt>
                <c:pt idx="690">
                  <c:v>210.1</c:v>
                </c:pt>
                <c:pt idx="691">
                  <c:v>209.1</c:v>
                </c:pt>
                <c:pt idx="692">
                  <c:v>209.1</c:v>
                </c:pt>
                <c:pt idx="693">
                  <c:v>208.25</c:v>
                </c:pt>
                <c:pt idx="694">
                  <c:v>206.35</c:v>
                </c:pt>
                <c:pt idx="695">
                  <c:v>206.7</c:v>
                </c:pt>
                <c:pt idx="696">
                  <c:v>207.95</c:v>
                </c:pt>
                <c:pt idx="697">
                  <c:v>204.3</c:v>
                </c:pt>
                <c:pt idx="698">
                  <c:v>199.65</c:v>
                </c:pt>
                <c:pt idx="699">
                  <c:v>196.1</c:v>
                </c:pt>
                <c:pt idx="700">
                  <c:v>197.4</c:v>
                </c:pt>
                <c:pt idx="701">
                  <c:v>196.45</c:v>
                </c:pt>
                <c:pt idx="702">
                  <c:v>195.2</c:v>
                </c:pt>
                <c:pt idx="703">
                  <c:v>194</c:v>
                </c:pt>
                <c:pt idx="704">
                  <c:v>192.4</c:v>
                </c:pt>
                <c:pt idx="705">
                  <c:v>193.7</c:v>
                </c:pt>
                <c:pt idx="706">
                  <c:v>194.85</c:v>
                </c:pt>
                <c:pt idx="707">
                  <c:v>189.05</c:v>
                </c:pt>
                <c:pt idx="708">
                  <c:v>189.9</c:v>
                </c:pt>
                <c:pt idx="709">
                  <c:v>189.85</c:v>
                </c:pt>
                <c:pt idx="710">
                  <c:v>192.2</c:v>
                </c:pt>
                <c:pt idx="711">
                  <c:v>194.75</c:v>
                </c:pt>
                <c:pt idx="712">
                  <c:v>194.9</c:v>
                </c:pt>
                <c:pt idx="713">
                  <c:v>195.1</c:v>
                </c:pt>
                <c:pt idx="714">
                  <c:v>195.9</c:v>
                </c:pt>
                <c:pt idx="715">
                  <c:v>198.15</c:v>
                </c:pt>
                <c:pt idx="716">
                  <c:v>193.75</c:v>
                </c:pt>
                <c:pt idx="717">
                  <c:v>192.75</c:v>
                </c:pt>
                <c:pt idx="718">
                  <c:v>192.75</c:v>
                </c:pt>
                <c:pt idx="719">
                  <c:v>193.75</c:v>
                </c:pt>
                <c:pt idx="720">
                  <c:v>194.5</c:v>
                </c:pt>
                <c:pt idx="721">
                  <c:v>193.5</c:v>
                </c:pt>
                <c:pt idx="722">
                  <c:v>195.5</c:v>
                </c:pt>
                <c:pt idx="723">
                  <c:v>195.45</c:v>
                </c:pt>
                <c:pt idx="724">
                  <c:v>195.75</c:v>
                </c:pt>
                <c:pt idx="725">
                  <c:v>195.75</c:v>
                </c:pt>
                <c:pt idx="726">
                  <c:v>195.4</c:v>
                </c:pt>
                <c:pt idx="727">
                  <c:v>195.05</c:v>
                </c:pt>
                <c:pt idx="728">
                  <c:v>194.9</c:v>
                </c:pt>
                <c:pt idx="729">
                  <c:v>195.1</c:v>
                </c:pt>
                <c:pt idx="730">
                  <c:v>195.8</c:v>
                </c:pt>
                <c:pt idx="731">
                  <c:v>197.85</c:v>
                </c:pt>
                <c:pt idx="732">
                  <c:v>198.3</c:v>
                </c:pt>
                <c:pt idx="733">
                  <c:v>196.3</c:v>
                </c:pt>
                <c:pt idx="734">
                  <c:v>190</c:v>
                </c:pt>
                <c:pt idx="735">
                  <c:v>188</c:v>
                </c:pt>
                <c:pt idx="736">
                  <c:v>194.05</c:v>
                </c:pt>
                <c:pt idx="737">
                  <c:v>202.85</c:v>
                </c:pt>
                <c:pt idx="738">
                  <c:v>209.5</c:v>
                </c:pt>
                <c:pt idx="739">
                  <c:v>215.05</c:v>
                </c:pt>
                <c:pt idx="740">
                  <c:v>217.85</c:v>
                </c:pt>
                <c:pt idx="741">
                  <c:v>218.05</c:v>
                </c:pt>
                <c:pt idx="742">
                  <c:v>220.45</c:v>
                </c:pt>
                <c:pt idx="743">
                  <c:v>219.75</c:v>
                </c:pt>
                <c:pt idx="744">
                  <c:v>218.45</c:v>
                </c:pt>
                <c:pt idx="745">
                  <c:v>218</c:v>
                </c:pt>
                <c:pt idx="746">
                  <c:v>218.55</c:v>
                </c:pt>
                <c:pt idx="747">
                  <c:v>214.2</c:v>
                </c:pt>
                <c:pt idx="748">
                  <c:v>216.05</c:v>
                </c:pt>
                <c:pt idx="749">
                  <c:v>215.6</c:v>
                </c:pt>
                <c:pt idx="750">
                  <c:v>218.35</c:v>
                </c:pt>
                <c:pt idx="751">
                  <c:v>215.45</c:v>
                </c:pt>
                <c:pt idx="752">
                  <c:v>214.85</c:v>
                </c:pt>
                <c:pt idx="753">
                  <c:v>217.65</c:v>
                </c:pt>
                <c:pt idx="754">
                  <c:v>214.95</c:v>
                </c:pt>
                <c:pt idx="755">
                  <c:v>213.95</c:v>
                </c:pt>
                <c:pt idx="756">
                  <c:v>214.9</c:v>
                </c:pt>
                <c:pt idx="757">
                  <c:v>217.2</c:v>
                </c:pt>
                <c:pt idx="758">
                  <c:v>218.05</c:v>
                </c:pt>
                <c:pt idx="759">
                  <c:v>217.45</c:v>
                </c:pt>
                <c:pt idx="760">
                  <c:v>219.1</c:v>
                </c:pt>
                <c:pt idx="761">
                  <c:v>223.7</c:v>
                </c:pt>
                <c:pt idx="762">
                  <c:v>223.9</c:v>
                </c:pt>
                <c:pt idx="763">
                  <c:v>226.25</c:v>
                </c:pt>
                <c:pt idx="764">
                  <c:v>240.15</c:v>
                </c:pt>
                <c:pt idx="765">
                  <c:v>236.3</c:v>
                </c:pt>
                <c:pt idx="766">
                  <c:v>237.5</c:v>
                </c:pt>
                <c:pt idx="767">
                  <c:v>238.05</c:v>
                </c:pt>
                <c:pt idx="768">
                  <c:v>232.05</c:v>
                </c:pt>
                <c:pt idx="769">
                  <c:v>229.4</c:v>
                </c:pt>
                <c:pt idx="770">
                  <c:v>226.95</c:v>
                </c:pt>
                <c:pt idx="771">
                  <c:v>237.1</c:v>
                </c:pt>
                <c:pt idx="772">
                  <c:v>238.25</c:v>
                </c:pt>
                <c:pt idx="773">
                  <c:v>240.1</c:v>
                </c:pt>
                <c:pt idx="774">
                  <c:v>240.1</c:v>
                </c:pt>
                <c:pt idx="775">
                  <c:v>242.4</c:v>
                </c:pt>
                <c:pt idx="776">
                  <c:v>246.8</c:v>
                </c:pt>
                <c:pt idx="777">
                  <c:v>246.35</c:v>
                </c:pt>
                <c:pt idx="778">
                  <c:v>245.6</c:v>
                </c:pt>
                <c:pt idx="779">
                  <c:v>248.7</c:v>
                </c:pt>
                <c:pt idx="780">
                  <c:v>248.25</c:v>
                </c:pt>
                <c:pt idx="781">
                  <c:v>248.25</c:v>
                </c:pt>
                <c:pt idx="782">
                  <c:v>246.15</c:v>
                </c:pt>
                <c:pt idx="783">
                  <c:v>251.75</c:v>
                </c:pt>
                <c:pt idx="784">
                  <c:v>250.35</c:v>
                </c:pt>
                <c:pt idx="785">
                  <c:v>250.2</c:v>
                </c:pt>
                <c:pt idx="786">
                  <c:v>247.6</c:v>
                </c:pt>
                <c:pt idx="787">
                  <c:v>245.5</c:v>
                </c:pt>
                <c:pt idx="788">
                  <c:v>248.6</c:v>
                </c:pt>
                <c:pt idx="789">
                  <c:v>248.35</c:v>
                </c:pt>
                <c:pt idx="790">
                  <c:v>249.85</c:v>
                </c:pt>
                <c:pt idx="791">
                  <c:v>242.85</c:v>
                </c:pt>
                <c:pt idx="792">
                  <c:v>242.9</c:v>
                </c:pt>
                <c:pt idx="793">
                  <c:v>241.15</c:v>
                </c:pt>
                <c:pt idx="794">
                  <c:v>240.9</c:v>
                </c:pt>
                <c:pt idx="795">
                  <c:v>238</c:v>
                </c:pt>
                <c:pt idx="796">
                  <c:v>240.2</c:v>
                </c:pt>
                <c:pt idx="797">
                  <c:v>238.4</c:v>
                </c:pt>
                <c:pt idx="798">
                  <c:v>238.15</c:v>
                </c:pt>
                <c:pt idx="799">
                  <c:v>239.25</c:v>
                </c:pt>
                <c:pt idx="800">
                  <c:v>239.45</c:v>
                </c:pt>
                <c:pt idx="801">
                  <c:v>240.8</c:v>
                </c:pt>
                <c:pt idx="802">
                  <c:v>244.95</c:v>
                </c:pt>
                <c:pt idx="803">
                  <c:v>242.5</c:v>
                </c:pt>
                <c:pt idx="804">
                  <c:v>238.05</c:v>
                </c:pt>
                <c:pt idx="805">
                  <c:v>235.9</c:v>
                </c:pt>
                <c:pt idx="806">
                  <c:v>232.9</c:v>
                </c:pt>
                <c:pt idx="807">
                  <c:v>237.8</c:v>
                </c:pt>
                <c:pt idx="808">
                  <c:v>227.3</c:v>
                </c:pt>
                <c:pt idx="809">
                  <c:v>236.25</c:v>
                </c:pt>
                <c:pt idx="810">
                  <c:v>234.55</c:v>
                </c:pt>
                <c:pt idx="811">
                  <c:v>234.3</c:v>
                </c:pt>
                <c:pt idx="812">
                  <c:v>233.15</c:v>
                </c:pt>
                <c:pt idx="813">
                  <c:v>236.55</c:v>
                </c:pt>
                <c:pt idx="814">
                  <c:v>239.35</c:v>
                </c:pt>
                <c:pt idx="815">
                  <c:v>246</c:v>
                </c:pt>
                <c:pt idx="816">
                  <c:v>239.65</c:v>
                </c:pt>
                <c:pt idx="817">
                  <c:v>234.6</c:v>
                </c:pt>
                <c:pt idx="818">
                  <c:v>235.6</c:v>
                </c:pt>
                <c:pt idx="819">
                  <c:v>239.65</c:v>
                </c:pt>
                <c:pt idx="820">
                  <c:v>241.05</c:v>
                </c:pt>
                <c:pt idx="821">
                  <c:v>243.65</c:v>
                </c:pt>
                <c:pt idx="822">
                  <c:v>247.1</c:v>
                </c:pt>
                <c:pt idx="823">
                  <c:v>245.1</c:v>
                </c:pt>
                <c:pt idx="824">
                  <c:v>244</c:v>
                </c:pt>
                <c:pt idx="825">
                  <c:v>237.1</c:v>
                </c:pt>
                <c:pt idx="826">
                  <c:v>239.75</c:v>
                </c:pt>
                <c:pt idx="827">
                  <c:v>244.5</c:v>
                </c:pt>
                <c:pt idx="828">
                  <c:v>243.95</c:v>
                </c:pt>
                <c:pt idx="829">
                  <c:v>245.05</c:v>
                </c:pt>
                <c:pt idx="830">
                  <c:v>247</c:v>
                </c:pt>
                <c:pt idx="831">
                  <c:v>252.6</c:v>
                </c:pt>
                <c:pt idx="832">
                  <c:v>250.2</c:v>
                </c:pt>
                <c:pt idx="833">
                  <c:v>247.5</c:v>
                </c:pt>
                <c:pt idx="834">
                  <c:v>245.8</c:v>
                </c:pt>
                <c:pt idx="835">
                  <c:v>243.45</c:v>
                </c:pt>
                <c:pt idx="836">
                  <c:v>245.75</c:v>
                </c:pt>
                <c:pt idx="837">
                  <c:v>243.35</c:v>
                </c:pt>
                <c:pt idx="838">
                  <c:v>244.75</c:v>
                </c:pt>
                <c:pt idx="839">
                  <c:v>244.1</c:v>
                </c:pt>
                <c:pt idx="840">
                  <c:v>249</c:v>
                </c:pt>
                <c:pt idx="841">
                  <c:v>251.15</c:v>
                </c:pt>
                <c:pt idx="842">
                  <c:v>248.5</c:v>
                </c:pt>
                <c:pt idx="843">
                  <c:v>245.45</c:v>
                </c:pt>
                <c:pt idx="844">
                  <c:v>246.75</c:v>
                </c:pt>
                <c:pt idx="845">
                  <c:v>241.1</c:v>
                </c:pt>
                <c:pt idx="846">
                  <c:v>243</c:v>
                </c:pt>
                <c:pt idx="847">
                  <c:v>250.2</c:v>
                </c:pt>
                <c:pt idx="848">
                  <c:v>245.35</c:v>
                </c:pt>
                <c:pt idx="849">
                  <c:v>242.95</c:v>
                </c:pt>
                <c:pt idx="850">
                  <c:v>246.95</c:v>
                </c:pt>
                <c:pt idx="851">
                  <c:v>245.1</c:v>
                </c:pt>
                <c:pt idx="852">
                  <c:v>243.5</c:v>
                </c:pt>
                <c:pt idx="853">
                  <c:v>249.35</c:v>
                </c:pt>
                <c:pt idx="854">
                  <c:v>251.9</c:v>
                </c:pt>
                <c:pt idx="855">
                  <c:v>252.1</c:v>
                </c:pt>
                <c:pt idx="856">
                  <c:v>259.39999999999998</c:v>
                </c:pt>
                <c:pt idx="857">
                  <c:v>261.7</c:v>
                </c:pt>
                <c:pt idx="858">
                  <c:v>252.65</c:v>
                </c:pt>
                <c:pt idx="859">
                  <c:v>258.10000000000002</c:v>
                </c:pt>
                <c:pt idx="860">
                  <c:v>251.65</c:v>
                </c:pt>
                <c:pt idx="861">
                  <c:v>251.75</c:v>
                </c:pt>
                <c:pt idx="862">
                  <c:v>252.85</c:v>
                </c:pt>
                <c:pt idx="863">
                  <c:v>252.95</c:v>
                </c:pt>
                <c:pt idx="864">
                  <c:v>251.65</c:v>
                </c:pt>
                <c:pt idx="865">
                  <c:v>249.25</c:v>
                </c:pt>
                <c:pt idx="866">
                  <c:v>248.2</c:v>
                </c:pt>
                <c:pt idx="867">
                  <c:v>243.1</c:v>
                </c:pt>
                <c:pt idx="868">
                  <c:v>241.2</c:v>
                </c:pt>
                <c:pt idx="869">
                  <c:v>241.95</c:v>
                </c:pt>
                <c:pt idx="870">
                  <c:v>244.8</c:v>
                </c:pt>
                <c:pt idx="871">
                  <c:v>248.3</c:v>
                </c:pt>
                <c:pt idx="872">
                  <c:v>258.05</c:v>
                </c:pt>
                <c:pt idx="873">
                  <c:v>261.2</c:v>
                </c:pt>
                <c:pt idx="874">
                  <c:v>263.39999999999998</c:v>
                </c:pt>
                <c:pt idx="875">
                  <c:v>289.85000000000002</c:v>
                </c:pt>
                <c:pt idx="876">
                  <c:v>276.75</c:v>
                </c:pt>
                <c:pt idx="877">
                  <c:v>277.75</c:v>
                </c:pt>
                <c:pt idx="878">
                  <c:v>284.39999999999998</c:v>
                </c:pt>
                <c:pt idx="879">
                  <c:v>282.7</c:v>
                </c:pt>
                <c:pt idx="880">
                  <c:v>284.2</c:v>
                </c:pt>
                <c:pt idx="881">
                  <c:v>289.8</c:v>
                </c:pt>
                <c:pt idx="882">
                  <c:v>285.05</c:v>
                </c:pt>
                <c:pt idx="883">
                  <c:v>276.89999999999998</c:v>
                </c:pt>
                <c:pt idx="884">
                  <c:v>283.2</c:v>
                </c:pt>
                <c:pt idx="885">
                  <c:v>272.75</c:v>
                </c:pt>
                <c:pt idx="886">
                  <c:v>276.60000000000002</c:v>
                </c:pt>
                <c:pt idx="887">
                  <c:v>276.95</c:v>
                </c:pt>
                <c:pt idx="888">
                  <c:v>269.75</c:v>
                </c:pt>
                <c:pt idx="889">
                  <c:v>255.9</c:v>
                </c:pt>
                <c:pt idx="890">
                  <c:v>258.5</c:v>
                </c:pt>
                <c:pt idx="891">
                  <c:v>264.85000000000002</c:v>
                </c:pt>
                <c:pt idx="892">
                  <c:v>266.3</c:v>
                </c:pt>
                <c:pt idx="893">
                  <c:v>265.55</c:v>
                </c:pt>
                <c:pt idx="894">
                  <c:v>271.25</c:v>
                </c:pt>
                <c:pt idx="895">
                  <c:v>265.35000000000002</c:v>
                </c:pt>
                <c:pt idx="896">
                  <c:v>266.39999999999998</c:v>
                </c:pt>
                <c:pt idx="897">
                  <c:v>269.05</c:v>
                </c:pt>
                <c:pt idx="898">
                  <c:v>279.64999999999998</c:v>
                </c:pt>
                <c:pt idx="899">
                  <c:v>276.60000000000002</c:v>
                </c:pt>
                <c:pt idx="900">
                  <c:v>272.05</c:v>
                </c:pt>
                <c:pt idx="901">
                  <c:v>275.25</c:v>
                </c:pt>
                <c:pt idx="902">
                  <c:v>274.8</c:v>
                </c:pt>
                <c:pt idx="903">
                  <c:v>273.35000000000002</c:v>
                </c:pt>
                <c:pt idx="904">
                  <c:v>272.5</c:v>
                </c:pt>
                <c:pt idx="905">
                  <c:v>267.3</c:v>
                </c:pt>
                <c:pt idx="906">
                  <c:v>277.89999999999998</c:v>
                </c:pt>
                <c:pt idx="907">
                  <c:v>281.3</c:v>
                </c:pt>
                <c:pt idx="908">
                  <c:v>284.64999999999998</c:v>
                </c:pt>
                <c:pt idx="909">
                  <c:v>287.85000000000002</c:v>
                </c:pt>
                <c:pt idx="910">
                  <c:v>289</c:v>
                </c:pt>
                <c:pt idx="911">
                  <c:v>281</c:v>
                </c:pt>
                <c:pt idx="912">
                  <c:v>279.14999999999998</c:v>
                </c:pt>
                <c:pt idx="913">
                  <c:v>283.25</c:v>
                </c:pt>
                <c:pt idx="914">
                  <c:v>280.85000000000002</c:v>
                </c:pt>
                <c:pt idx="915">
                  <c:v>275.7</c:v>
                </c:pt>
                <c:pt idx="916">
                  <c:v>278.45</c:v>
                </c:pt>
                <c:pt idx="917">
                  <c:v>281.95</c:v>
                </c:pt>
                <c:pt idx="918">
                  <c:v>280.35000000000002</c:v>
                </c:pt>
                <c:pt idx="919">
                  <c:v>280.35000000000002</c:v>
                </c:pt>
                <c:pt idx="920">
                  <c:v>279.7</c:v>
                </c:pt>
                <c:pt idx="921">
                  <c:v>278.35000000000002</c:v>
                </c:pt>
                <c:pt idx="922">
                  <c:v>280.10000000000002</c:v>
                </c:pt>
                <c:pt idx="923">
                  <c:v>277.10000000000002</c:v>
                </c:pt>
                <c:pt idx="924">
                  <c:v>278.5</c:v>
                </c:pt>
                <c:pt idx="925">
                  <c:v>279.35000000000002</c:v>
                </c:pt>
                <c:pt idx="926">
                  <c:v>275.64999999999998</c:v>
                </c:pt>
                <c:pt idx="927">
                  <c:v>277.45</c:v>
                </c:pt>
                <c:pt idx="928">
                  <c:v>273.45</c:v>
                </c:pt>
                <c:pt idx="929">
                  <c:v>265.05</c:v>
                </c:pt>
                <c:pt idx="930">
                  <c:v>271.75</c:v>
                </c:pt>
                <c:pt idx="931">
                  <c:v>264.64999999999998</c:v>
                </c:pt>
                <c:pt idx="932">
                  <c:v>266.85000000000002</c:v>
                </c:pt>
                <c:pt idx="933">
                  <c:v>274.14999999999998</c:v>
                </c:pt>
                <c:pt idx="934">
                  <c:v>267.85000000000002</c:v>
                </c:pt>
                <c:pt idx="935">
                  <c:v>271.45</c:v>
                </c:pt>
                <c:pt idx="936">
                  <c:v>269.75</c:v>
                </c:pt>
                <c:pt idx="937">
                  <c:v>275</c:v>
                </c:pt>
                <c:pt idx="938">
                  <c:v>283.25</c:v>
                </c:pt>
                <c:pt idx="939">
                  <c:v>294.45</c:v>
                </c:pt>
                <c:pt idx="940">
                  <c:v>313.8</c:v>
                </c:pt>
                <c:pt idx="941">
                  <c:v>309.45</c:v>
                </c:pt>
                <c:pt idx="942">
                  <c:v>310.25</c:v>
                </c:pt>
                <c:pt idx="943">
                  <c:v>314.3</c:v>
                </c:pt>
                <c:pt idx="944">
                  <c:v>305.39999999999998</c:v>
                </c:pt>
                <c:pt idx="945">
                  <c:v>308.64999999999998</c:v>
                </c:pt>
                <c:pt idx="946">
                  <c:v>309.75</c:v>
                </c:pt>
                <c:pt idx="947">
                  <c:v>310.89999999999998</c:v>
                </c:pt>
                <c:pt idx="948">
                  <c:v>313.75</c:v>
                </c:pt>
                <c:pt idx="949">
                  <c:v>316.5</c:v>
                </c:pt>
                <c:pt idx="950">
                  <c:v>314.89999999999998</c:v>
                </c:pt>
                <c:pt idx="951">
                  <c:v>311.10000000000002</c:v>
                </c:pt>
                <c:pt idx="952">
                  <c:v>300.89999999999998</c:v>
                </c:pt>
                <c:pt idx="953">
                  <c:v>299.75</c:v>
                </c:pt>
                <c:pt idx="954">
                  <c:v>307.89999999999998</c:v>
                </c:pt>
                <c:pt idx="955">
                  <c:v>306.45</c:v>
                </c:pt>
                <c:pt idx="956">
                  <c:v>301</c:v>
                </c:pt>
                <c:pt idx="957">
                  <c:v>311.89999999999998</c:v>
                </c:pt>
                <c:pt idx="958">
                  <c:v>316.7</c:v>
                </c:pt>
                <c:pt idx="959">
                  <c:v>317.60000000000002</c:v>
                </c:pt>
                <c:pt idx="960">
                  <c:v>316.05</c:v>
                </c:pt>
                <c:pt idx="961">
                  <c:v>319.5</c:v>
                </c:pt>
                <c:pt idx="962">
                  <c:v>309.85000000000002</c:v>
                </c:pt>
                <c:pt idx="963">
                  <c:v>309.39999999999998</c:v>
                </c:pt>
                <c:pt idx="964">
                  <c:v>307.85000000000002</c:v>
                </c:pt>
                <c:pt idx="965">
                  <c:v>305.25</c:v>
                </c:pt>
                <c:pt idx="966">
                  <c:v>308.89999999999998</c:v>
                </c:pt>
                <c:pt idx="967">
                  <c:v>306.55</c:v>
                </c:pt>
                <c:pt idx="968">
                  <c:v>298.95</c:v>
                </c:pt>
                <c:pt idx="969">
                  <c:v>299.39999999999998</c:v>
                </c:pt>
                <c:pt idx="970">
                  <c:v>297.45</c:v>
                </c:pt>
                <c:pt idx="971">
                  <c:v>299.25</c:v>
                </c:pt>
                <c:pt idx="972">
                  <c:v>304.10000000000002</c:v>
                </c:pt>
                <c:pt idx="973">
                  <c:v>302.85000000000002</c:v>
                </c:pt>
                <c:pt idx="974">
                  <c:v>299.7</c:v>
                </c:pt>
                <c:pt idx="975">
                  <c:v>298.35000000000002</c:v>
                </c:pt>
                <c:pt idx="976">
                  <c:v>302.95</c:v>
                </c:pt>
                <c:pt idx="977">
                  <c:v>302.85000000000002</c:v>
                </c:pt>
                <c:pt idx="978">
                  <c:v>302.60000000000002</c:v>
                </c:pt>
                <c:pt idx="979">
                  <c:v>301.64999999999998</c:v>
                </c:pt>
                <c:pt idx="980">
                  <c:v>302.60000000000002</c:v>
                </c:pt>
                <c:pt idx="981">
                  <c:v>311.25</c:v>
                </c:pt>
                <c:pt idx="982">
                  <c:v>318.05</c:v>
                </c:pt>
                <c:pt idx="983">
                  <c:v>328.9</c:v>
                </c:pt>
                <c:pt idx="984">
                  <c:v>334.45</c:v>
                </c:pt>
                <c:pt idx="985">
                  <c:v>328.3</c:v>
                </c:pt>
                <c:pt idx="986">
                  <c:v>326.75</c:v>
                </c:pt>
                <c:pt idx="987">
                  <c:v>332.5</c:v>
                </c:pt>
                <c:pt idx="988">
                  <c:v>340.4</c:v>
                </c:pt>
                <c:pt idx="989">
                  <c:v>350.45</c:v>
                </c:pt>
                <c:pt idx="990">
                  <c:v>362.65</c:v>
                </c:pt>
                <c:pt idx="991">
                  <c:v>353.65</c:v>
                </c:pt>
                <c:pt idx="992">
                  <c:v>359.8</c:v>
                </c:pt>
                <c:pt idx="993">
                  <c:v>359.35</c:v>
                </c:pt>
                <c:pt idx="994">
                  <c:v>355.2</c:v>
                </c:pt>
                <c:pt idx="995">
                  <c:v>358.3</c:v>
                </c:pt>
                <c:pt idx="996">
                  <c:v>359.5</c:v>
                </c:pt>
                <c:pt idx="997">
                  <c:v>352.45</c:v>
                </c:pt>
                <c:pt idx="998">
                  <c:v>360.05</c:v>
                </c:pt>
                <c:pt idx="999">
                  <c:v>358.6</c:v>
                </c:pt>
                <c:pt idx="1000">
                  <c:v>379.8</c:v>
                </c:pt>
                <c:pt idx="1001">
                  <c:v>368.05</c:v>
                </c:pt>
                <c:pt idx="1002">
                  <c:v>365.1</c:v>
                </c:pt>
                <c:pt idx="1003">
                  <c:v>366.65</c:v>
                </c:pt>
                <c:pt idx="1004">
                  <c:v>362.85</c:v>
                </c:pt>
                <c:pt idx="1005">
                  <c:v>365.2</c:v>
                </c:pt>
                <c:pt idx="1006">
                  <c:v>361.5</c:v>
                </c:pt>
                <c:pt idx="1007">
                  <c:v>360.9</c:v>
                </c:pt>
                <c:pt idx="1008">
                  <c:v>361.65</c:v>
                </c:pt>
                <c:pt idx="1009">
                  <c:v>368.45</c:v>
                </c:pt>
                <c:pt idx="1010">
                  <c:v>364.9</c:v>
                </c:pt>
                <c:pt idx="1011">
                  <c:v>364.9</c:v>
                </c:pt>
                <c:pt idx="1012">
                  <c:v>367.75</c:v>
                </c:pt>
                <c:pt idx="1013">
                  <c:v>385.05</c:v>
                </c:pt>
                <c:pt idx="1014">
                  <c:v>381.65</c:v>
                </c:pt>
                <c:pt idx="1015">
                  <c:v>369.85</c:v>
                </c:pt>
                <c:pt idx="1016">
                  <c:v>369.85</c:v>
                </c:pt>
                <c:pt idx="1017">
                  <c:v>369.15</c:v>
                </c:pt>
                <c:pt idx="1018">
                  <c:v>366.8</c:v>
                </c:pt>
                <c:pt idx="1019">
                  <c:v>364.85</c:v>
                </c:pt>
                <c:pt idx="1020">
                  <c:v>365.6</c:v>
                </c:pt>
                <c:pt idx="1021">
                  <c:v>360.2</c:v>
                </c:pt>
                <c:pt idx="1022">
                  <c:v>356</c:v>
                </c:pt>
                <c:pt idx="1023">
                  <c:v>344.95</c:v>
                </c:pt>
                <c:pt idx="1024">
                  <c:v>336.7</c:v>
                </c:pt>
                <c:pt idx="1025">
                  <c:v>349.95</c:v>
                </c:pt>
                <c:pt idx="1026">
                  <c:v>356.75</c:v>
                </c:pt>
                <c:pt idx="1027">
                  <c:v>354.75</c:v>
                </c:pt>
                <c:pt idx="1028">
                  <c:v>364.25</c:v>
                </c:pt>
                <c:pt idx="1029">
                  <c:v>372.85</c:v>
                </c:pt>
                <c:pt idx="1030">
                  <c:v>374.55</c:v>
                </c:pt>
                <c:pt idx="1031">
                  <c:v>374.55</c:v>
                </c:pt>
                <c:pt idx="1032">
                  <c:v>374.8</c:v>
                </c:pt>
                <c:pt idx="1033">
                  <c:v>378.2</c:v>
                </c:pt>
                <c:pt idx="1034">
                  <c:v>380.7</c:v>
                </c:pt>
                <c:pt idx="1035">
                  <c:v>379.35</c:v>
                </c:pt>
                <c:pt idx="1036">
                  <c:v>374.8</c:v>
                </c:pt>
                <c:pt idx="1037">
                  <c:v>364.9</c:v>
                </c:pt>
                <c:pt idx="1038">
                  <c:v>367.2</c:v>
                </c:pt>
                <c:pt idx="1039">
                  <c:v>371.55</c:v>
                </c:pt>
                <c:pt idx="1040">
                  <c:v>365.2</c:v>
                </c:pt>
                <c:pt idx="1041">
                  <c:v>369.05</c:v>
                </c:pt>
                <c:pt idx="1042">
                  <c:v>374.65</c:v>
                </c:pt>
                <c:pt idx="1043">
                  <c:v>378.55</c:v>
                </c:pt>
                <c:pt idx="1044">
                  <c:v>392</c:v>
                </c:pt>
                <c:pt idx="1045">
                  <c:v>383.2</c:v>
                </c:pt>
                <c:pt idx="1046">
                  <c:v>382.45</c:v>
                </c:pt>
                <c:pt idx="1047">
                  <c:v>379.9</c:v>
                </c:pt>
                <c:pt idx="1048">
                  <c:v>375.05</c:v>
                </c:pt>
                <c:pt idx="1049">
                  <c:v>378.3</c:v>
                </c:pt>
                <c:pt idx="1050">
                  <c:v>376</c:v>
                </c:pt>
                <c:pt idx="1051">
                  <c:v>366.85</c:v>
                </c:pt>
                <c:pt idx="1052">
                  <c:v>361.7</c:v>
                </c:pt>
                <c:pt idx="1053">
                  <c:v>359.35</c:v>
                </c:pt>
                <c:pt idx="1054">
                  <c:v>359.3</c:v>
                </c:pt>
                <c:pt idx="1055">
                  <c:v>355.35</c:v>
                </c:pt>
                <c:pt idx="1056">
                  <c:v>353.75</c:v>
                </c:pt>
                <c:pt idx="1057">
                  <c:v>338.85</c:v>
                </c:pt>
                <c:pt idx="1058">
                  <c:v>345</c:v>
                </c:pt>
                <c:pt idx="1059">
                  <c:v>357.65</c:v>
                </c:pt>
                <c:pt idx="1060">
                  <c:v>362.9</c:v>
                </c:pt>
                <c:pt idx="1061">
                  <c:v>374.1</c:v>
                </c:pt>
                <c:pt idx="1062">
                  <c:v>378.05</c:v>
                </c:pt>
                <c:pt idx="1063">
                  <c:v>369.15</c:v>
                </c:pt>
                <c:pt idx="1064">
                  <c:v>378.75</c:v>
                </c:pt>
                <c:pt idx="1065">
                  <c:v>384.35</c:v>
                </c:pt>
                <c:pt idx="1066">
                  <c:v>388.9</c:v>
                </c:pt>
                <c:pt idx="1067">
                  <c:v>386.7</c:v>
                </c:pt>
                <c:pt idx="1068">
                  <c:v>382.1</c:v>
                </c:pt>
                <c:pt idx="1069">
                  <c:v>380.75</c:v>
                </c:pt>
                <c:pt idx="1070">
                  <c:v>380.5</c:v>
                </c:pt>
                <c:pt idx="1071">
                  <c:v>375.4</c:v>
                </c:pt>
                <c:pt idx="1072">
                  <c:v>382.55</c:v>
                </c:pt>
                <c:pt idx="1073">
                  <c:v>381</c:v>
                </c:pt>
                <c:pt idx="1074">
                  <c:v>378.5</c:v>
                </c:pt>
                <c:pt idx="1075">
                  <c:v>376.65</c:v>
                </c:pt>
                <c:pt idx="1076">
                  <c:v>378.35</c:v>
                </c:pt>
                <c:pt idx="1077">
                  <c:v>374.8</c:v>
                </c:pt>
                <c:pt idx="1078">
                  <c:v>372.95</c:v>
                </c:pt>
                <c:pt idx="1079">
                  <c:v>375.15</c:v>
                </c:pt>
                <c:pt idx="1080">
                  <c:v>379.85</c:v>
                </c:pt>
                <c:pt idx="1081">
                  <c:v>380.8</c:v>
                </c:pt>
                <c:pt idx="1082">
                  <c:v>379.85</c:v>
                </c:pt>
                <c:pt idx="1083">
                  <c:v>381.6</c:v>
                </c:pt>
                <c:pt idx="1084">
                  <c:v>378.05</c:v>
                </c:pt>
                <c:pt idx="1085">
                  <c:v>377.75</c:v>
                </c:pt>
                <c:pt idx="1086">
                  <c:v>376.4</c:v>
                </c:pt>
                <c:pt idx="1087">
                  <c:v>382.5</c:v>
                </c:pt>
                <c:pt idx="1088">
                  <c:v>382.85</c:v>
                </c:pt>
                <c:pt idx="1089">
                  <c:v>375.4</c:v>
                </c:pt>
                <c:pt idx="1090">
                  <c:v>381.8</c:v>
                </c:pt>
                <c:pt idx="1091">
                  <c:v>371.95</c:v>
                </c:pt>
                <c:pt idx="1092">
                  <c:v>367.45</c:v>
                </c:pt>
                <c:pt idx="1093">
                  <c:v>368.9</c:v>
                </c:pt>
                <c:pt idx="1094">
                  <c:v>352.65</c:v>
                </c:pt>
                <c:pt idx="1095">
                  <c:v>279.85000000000002</c:v>
                </c:pt>
                <c:pt idx="1096">
                  <c:v>352.1</c:v>
                </c:pt>
                <c:pt idx="1097">
                  <c:v>353.15</c:v>
                </c:pt>
                <c:pt idx="1098">
                  <c:v>354.4</c:v>
                </c:pt>
                <c:pt idx="1099">
                  <c:v>362.3</c:v>
                </c:pt>
                <c:pt idx="1100">
                  <c:v>368.9</c:v>
                </c:pt>
                <c:pt idx="1101">
                  <c:v>369.3</c:v>
                </c:pt>
                <c:pt idx="1102">
                  <c:v>369.2</c:v>
                </c:pt>
                <c:pt idx="1103">
                  <c:v>374</c:v>
                </c:pt>
                <c:pt idx="1104">
                  <c:v>368.9</c:v>
                </c:pt>
                <c:pt idx="1105">
                  <c:v>351.25</c:v>
                </c:pt>
                <c:pt idx="1106">
                  <c:v>351.45</c:v>
                </c:pt>
                <c:pt idx="1107">
                  <c:v>356.85</c:v>
                </c:pt>
                <c:pt idx="1108">
                  <c:v>350.85</c:v>
                </c:pt>
                <c:pt idx="1109">
                  <c:v>355.95</c:v>
                </c:pt>
                <c:pt idx="1110">
                  <c:v>359.25</c:v>
                </c:pt>
                <c:pt idx="1111">
                  <c:v>364.45</c:v>
                </c:pt>
                <c:pt idx="1112">
                  <c:v>370.3</c:v>
                </c:pt>
                <c:pt idx="1113">
                  <c:v>379</c:v>
                </c:pt>
                <c:pt idx="1114">
                  <c:v>360</c:v>
                </c:pt>
                <c:pt idx="1115">
                  <c:v>360.75</c:v>
                </c:pt>
                <c:pt idx="1116">
                  <c:v>365.2</c:v>
                </c:pt>
                <c:pt idx="1117">
                  <c:v>368.65</c:v>
                </c:pt>
                <c:pt idx="1118">
                  <c:v>375.05</c:v>
                </c:pt>
                <c:pt idx="1119">
                  <c:v>374.9</c:v>
                </c:pt>
                <c:pt idx="1120">
                  <c:v>377.65</c:v>
                </c:pt>
                <c:pt idx="1121">
                  <c:v>375.8</c:v>
                </c:pt>
                <c:pt idx="1122">
                  <c:v>364.95</c:v>
                </c:pt>
                <c:pt idx="1123">
                  <c:v>381.35</c:v>
                </c:pt>
                <c:pt idx="1124">
                  <c:v>367.4</c:v>
                </c:pt>
                <c:pt idx="1125">
                  <c:v>368.45</c:v>
                </c:pt>
                <c:pt idx="1126">
                  <c:v>369.55</c:v>
                </c:pt>
                <c:pt idx="1127">
                  <c:v>369.7</c:v>
                </c:pt>
                <c:pt idx="1128">
                  <c:v>371.6</c:v>
                </c:pt>
                <c:pt idx="1129">
                  <c:v>364.5</c:v>
                </c:pt>
                <c:pt idx="1130">
                  <c:v>361.55</c:v>
                </c:pt>
                <c:pt idx="1131">
                  <c:v>366.9</c:v>
                </c:pt>
                <c:pt idx="1132">
                  <c:v>370.3</c:v>
                </c:pt>
                <c:pt idx="1133">
                  <c:v>364.25</c:v>
                </c:pt>
                <c:pt idx="1134">
                  <c:v>368.75</c:v>
                </c:pt>
                <c:pt idx="1135">
                  <c:v>368.3</c:v>
                </c:pt>
                <c:pt idx="1136">
                  <c:v>365.3</c:v>
                </c:pt>
                <c:pt idx="1137">
                  <c:v>364.95</c:v>
                </c:pt>
                <c:pt idx="1138">
                  <c:v>364.95</c:v>
                </c:pt>
                <c:pt idx="1139">
                  <c:v>366.1</c:v>
                </c:pt>
                <c:pt idx="1140">
                  <c:v>366.3</c:v>
                </c:pt>
                <c:pt idx="1141">
                  <c:v>370.05</c:v>
                </c:pt>
                <c:pt idx="1142">
                  <c:v>370.2</c:v>
                </c:pt>
                <c:pt idx="1143">
                  <c:v>369.5</c:v>
                </c:pt>
                <c:pt idx="1144">
                  <c:v>369.6</c:v>
                </c:pt>
                <c:pt idx="1145">
                  <c:v>374.55</c:v>
                </c:pt>
                <c:pt idx="1146">
                  <c:v>373.75</c:v>
                </c:pt>
                <c:pt idx="1147">
                  <c:v>372.1</c:v>
                </c:pt>
                <c:pt idx="1148">
                  <c:v>375.75</c:v>
                </c:pt>
                <c:pt idx="1149">
                  <c:v>375.2</c:v>
                </c:pt>
                <c:pt idx="1150">
                  <c:v>371.9</c:v>
                </c:pt>
                <c:pt idx="1151">
                  <c:v>365</c:v>
                </c:pt>
                <c:pt idx="1152">
                  <c:v>365.15</c:v>
                </c:pt>
                <c:pt idx="1153">
                  <c:v>371.95</c:v>
                </c:pt>
                <c:pt idx="1154">
                  <c:v>367.6</c:v>
                </c:pt>
                <c:pt idx="1155">
                  <c:v>369.7</c:v>
                </c:pt>
                <c:pt idx="1156">
                  <c:v>374.1</c:v>
                </c:pt>
                <c:pt idx="1157">
                  <c:v>374.4</c:v>
                </c:pt>
                <c:pt idx="1158">
                  <c:v>370.8</c:v>
                </c:pt>
                <c:pt idx="1159">
                  <c:v>365</c:v>
                </c:pt>
                <c:pt idx="1160">
                  <c:v>361.95</c:v>
                </c:pt>
                <c:pt idx="1161">
                  <c:v>363.65</c:v>
                </c:pt>
                <c:pt idx="1162">
                  <c:v>361.5</c:v>
                </c:pt>
                <c:pt idx="1163">
                  <c:v>361.3</c:v>
                </c:pt>
                <c:pt idx="1164">
                  <c:v>356.9</c:v>
                </c:pt>
                <c:pt idx="1165">
                  <c:v>364.2</c:v>
                </c:pt>
                <c:pt idx="1166">
                  <c:v>374.75</c:v>
                </c:pt>
                <c:pt idx="1167">
                  <c:v>374.75</c:v>
                </c:pt>
                <c:pt idx="1168">
                  <c:v>379.45</c:v>
                </c:pt>
                <c:pt idx="1169">
                  <c:v>369.5</c:v>
                </c:pt>
                <c:pt idx="1170">
                  <c:v>371.25</c:v>
                </c:pt>
                <c:pt idx="1171">
                  <c:v>367.65</c:v>
                </c:pt>
                <c:pt idx="1172">
                  <c:v>368.55</c:v>
                </c:pt>
                <c:pt idx="1173">
                  <c:v>370.9</c:v>
                </c:pt>
                <c:pt idx="1174">
                  <c:v>370.2</c:v>
                </c:pt>
                <c:pt idx="1175">
                  <c:v>377.15</c:v>
                </c:pt>
                <c:pt idx="1176">
                  <c:v>381.8</c:v>
                </c:pt>
                <c:pt idx="1177">
                  <c:v>394.05</c:v>
                </c:pt>
                <c:pt idx="1178">
                  <c:v>381.9</c:v>
                </c:pt>
                <c:pt idx="1179">
                  <c:v>389.6</c:v>
                </c:pt>
                <c:pt idx="1180">
                  <c:v>388.4</c:v>
                </c:pt>
                <c:pt idx="1181">
                  <c:v>391.3</c:v>
                </c:pt>
                <c:pt idx="1182">
                  <c:v>395.15</c:v>
                </c:pt>
                <c:pt idx="1183">
                  <c:v>395.45</c:v>
                </c:pt>
                <c:pt idx="1184">
                  <c:v>402.9</c:v>
                </c:pt>
                <c:pt idx="1185">
                  <c:v>405.05</c:v>
                </c:pt>
                <c:pt idx="1186">
                  <c:v>406.2</c:v>
                </c:pt>
                <c:pt idx="1187">
                  <c:v>412.2</c:v>
                </c:pt>
                <c:pt idx="1188">
                  <c:v>410.4</c:v>
                </c:pt>
                <c:pt idx="1189">
                  <c:v>404.65</c:v>
                </c:pt>
                <c:pt idx="1190">
                  <c:v>398.45</c:v>
                </c:pt>
                <c:pt idx="1191">
                  <c:v>405.1</c:v>
                </c:pt>
                <c:pt idx="1192">
                  <c:v>404.1</c:v>
                </c:pt>
                <c:pt idx="1193">
                  <c:v>402</c:v>
                </c:pt>
                <c:pt idx="1194">
                  <c:v>410.75</c:v>
                </c:pt>
                <c:pt idx="1195">
                  <c:v>416.1</c:v>
                </c:pt>
                <c:pt idx="1196">
                  <c:v>416.25</c:v>
                </c:pt>
                <c:pt idx="1197">
                  <c:v>412.1</c:v>
                </c:pt>
                <c:pt idx="1198">
                  <c:v>410.15</c:v>
                </c:pt>
                <c:pt idx="1199">
                  <c:v>409.75</c:v>
                </c:pt>
                <c:pt idx="1200">
                  <c:v>407.5</c:v>
                </c:pt>
                <c:pt idx="1201">
                  <c:v>408.9</c:v>
                </c:pt>
                <c:pt idx="1202">
                  <c:v>403.3</c:v>
                </c:pt>
                <c:pt idx="1203">
                  <c:v>400.3</c:v>
                </c:pt>
                <c:pt idx="1204">
                  <c:v>406.2</c:v>
                </c:pt>
                <c:pt idx="1205">
                  <c:v>408.95</c:v>
                </c:pt>
                <c:pt idx="1206">
                  <c:v>414.7</c:v>
                </c:pt>
                <c:pt idx="1207">
                  <c:v>410.9</c:v>
                </c:pt>
                <c:pt idx="1208">
                  <c:v>403.7</c:v>
                </c:pt>
                <c:pt idx="1209">
                  <c:v>409.75</c:v>
                </c:pt>
                <c:pt idx="1210">
                  <c:v>409</c:v>
                </c:pt>
                <c:pt idx="1211">
                  <c:v>417.3</c:v>
                </c:pt>
                <c:pt idx="1212">
                  <c:v>415.95</c:v>
                </c:pt>
                <c:pt idx="1213">
                  <c:v>415.1</c:v>
                </c:pt>
                <c:pt idx="1214">
                  <c:v>421.5</c:v>
                </c:pt>
                <c:pt idx="1215">
                  <c:v>420.75</c:v>
                </c:pt>
                <c:pt idx="1216">
                  <c:v>427.95</c:v>
                </c:pt>
                <c:pt idx="1217">
                  <c:v>425.05</c:v>
                </c:pt>
                <c:pt idx="1218">
                  <c:v>432.55</c:v>
                </c:pt>
                <c:pt idx="1219">
                  <c:v>452.15</c:v>
                </c:pt>
                <c:pt idx="1220">
                  <c:v>457.2</c:v>
                </c:pt>
                <c:pt idx="1221">
                  <c:v>473.4</c:v>
                </c:pt>
                <c:pt idx="1222">
                  <c:v>467.8</c:v>
                </c:pt>
                <c:pt idx="1223">
                  <c:v>467.95</c:v>
                </c:pt>
                <c:pt idx="1224">
                  <c:v>484.05</c:v>
                </c:pt>
                <c:pt idx="1225">
                  <c:v>482.7</c:v>
                </c:pt>
                <c:pt idx="1226">
                  <c:v>478.15</c:v>
                </c:pt>
                <c:pt idx="1227">
                  <c:v>482.85</c:v>
                </c:pt>
                <c:pt idx="1228">
                  <c:v>483.2</c:v>
                </c:pt>
                <c:pt idx="1229">
                  <c:v>487.3</c:v>
                </c:pt>
                <c:pt idx="1230">
                  <c:v>483.6</c:v>
                </c:pt>
                <c:pt idx="1231">
                  <c:v>499.1</c:v>
                </c:pt>
                <c:pt idx="1232">
                  <c:v>498.9</c:v>
                </c:pt>
                <c:pt idx="1233">
                  <c:v>496.7</c:v>
                </c:pt>
                <c:pt idx="1234">
                  <c:v>484.05</c:v>
                </c:pt>
                <c:pt idx="1235">
                  <c:v>488.4</c:v>
                </c:pt>
                <c:pt idx="1236">
                  <c:v>482.75</c:v>
                </c:pt>
                <c:pt idx="1237">
                  <c:v>476.6</c:v>
                </c:pt>
                <c:pt idx="1238">
                  <c:v>481</c:v>
                </c:pt>
                <c:pt idx="1239">
                  <c:v>471.4</c:v>
                </c:pt>
                <c:pt idx="1240">
                  <c:v>477.1</c:v>
                </c:pt>
                <c:pt idx="1241">
                  <c:v>466.9</c:v>
                </c:pt>
                <c:pt idx="1242">
                  <c:v>473.25</c:v>
                </c:pt>
                <c:pt idx="1243">
                  <c:v>475.15</c:v>
                </c:pt>
                <c:pt idx="1244">
                  <c:v>474.15</c:v>
                </c:pt>
                <c:pt idx="1245">
                  <c:v>481.8</c:v>
                </c:pt>
                <c:pt idx="1246">
                  <c:v>481.75</c:v>
                </c:pt>
                <c:pt idx="1247">
                  <c:v>492.45</c:v>
                </c:pt>
                <c:pt idx="1248">
                  <c:v>496.2</c:v>
                </c:pt>
                <c:pt idx="1249">
                  <c:v>493.2</c:v>
                </c:pt>
                <c:pt idx="1250">
                  <c:v>494.1</c:v>
                </c:pt>
                <c:pt idx="1251">
                  <c:v>502.45</c:v>
                </c:pt>
                <c:pt idx="1252">
                  <c:v>504.9</c:v>
                </c:pt>
                <c:pt idx="1253">
                  <c:v>518.70000000000005</c:v>
                </c:pt>
                <c:pt idx="1254">
                  <c:v>515.1</c:v>
                </c:pt>
                <c:pt idx="1255">
                  <c:v>524.25</c:v>
                </c:pt>
                <c:pt idx="1256">
                  <c:v>520.35</c:v>
                </c:pt>
                <c:pt idx="1257">
                  <c:v>525.25</c:v>
                </c:pt>
                <c:pt idx="1258">
                  <c:v>519.45000000000005</c:v>
                </c:pt>
                <c:pt idx="1259">
                  <c:v>500.05</c:v>
                </c:pt>
                <c:pt idx="1260">
                  <c:v>485.15</c:v>
                </c:pt>
                <c:pt idx="1261">
                  <c:v>490.25</c:v>
                </c:pt>
                <c:pt idx="1262">
                  <c:v>489.75</c:v>
                </c:pt>
                <c:pt idx="1263">
                  <c:v>483.4</c:v>
                </c:pt>
                <c:pt idx="1264">
                  <c:v>480.95</c:v>
                </c:pt>
                <c:pt idx="1265">
                  <c:v>498.9</c:v>
                </c:pt>
                <c:pt idx="1266">
                  <c:v>514.95000000000005</c:v>
                </c:pt>
                <c:pt idx="1267">
                  <c:v>520.04999999999995</c:v>
                </c:pt>
                <c:pt idx="1268">
                  <c:v>513.54999999999995</c:v>
                </c:pt>
                <c:pt idx="1269">
                  <c:v>518.9</c:v>
                </c:pt>
                <c:pt idx="1270">
                  <c:v>511.35</c:v>
                </c:pt>
                <c:pt idx="1271">
                  <c:v>491.35</c:v>
                </c:pt>
                <c:pt idx="1272">
                  <c:v>520.6</c:v>
                </c:pt>
                <c:pt idx="1273">
                  <c:v>537.65</c:v>
                </c:pt>
                <c:pt idx="1274">
                  <c:v>539.85</c:v>
                </c:pt>
                <c:pt idx="1275">
                  <c:v>564.6</c:v>
                </c:pt>
                <c:pt idx="1276">
                  <c:v>560.15</c:v>
                </c:pt>
                <c:pt idx="1277">
                  <c:v>558.6</c:v>
                </c:pt>
                <c:pt idx="1278">
                  <c:v>573.5</c:v>
                </c:pt>
                <c:pt idx="1279">
                  <c:v>567.15</c:v>
                </c:pt>
                <c:pt idx="1280">
                  <c:v>561.75</c:v>
                </c:pt>
                <c:pt idx="1281">
                  <c:v>570.45000000000005</c:v>
                </c:pt>
                <c:pt idx="1282">
                  <c:v>588.1</c:v>
                </c:pt>
                <c:pt idx="1283">
                  <c:v>579.5</c:v>
                </c:pt>
                <c:pt idx="1284">
                  <c:v>575</c:v>
                </c:pt>
                <c:pt idx="1285">
                  <c:v>568.65</c:v>
                </c:pt>
                <c:pt idx="1286">
                  <c:v>562.5</c:v>
                </c:pt>
                <c:pt idx="1287">
                  <c:v>562</c:v>
                </c:pt>
                <c:pt idx="1288">
                  <c:v>558.29999999999995</c:v>
                </c:pt>
                <c:pt idx="1289">
                  <c:v>564.20000000000005</c:v>
                </c:pt>
                <c:pt idx="1290">
                  <c:v>560.5</c:v>
                </c:pt>
                <c:pt idx="1291">
                  <c:v>560.6</c:v>
                </c:pt>
                <c:pt idx="1292">
                  <c:v>558.1</c:v>
                </c:pt>
                <c:pt idx="1293">
                  <c:v>576</c:v>
                </c:pt>
                <c:pt idx="1294">
                  <c:v>570.15</c:v>
                </c:pt>
                <c:pt idx="1295">
                  <c:v>587.29999999999995</c:v>
                </c:pt>
                <c:pt idx="1296">
                  <c:v>577.54999999999995</c:v>
                </c:pt>
                <c:pt idx="1297">
                  <c:v>576.75</c:v>
                </c:pt>
                <c:pt idx="1298">
                  <c:v>576.1</c:v>
                </c:pt>
                <c:pt idx="1299">
                  <c:v>585.9</c:v>
                </c:pt>
                <c:pt idx="1300">
                  <c:v>601.15</c:v>
                </c:pt>
                <c:pt idx="1301">
                  <c:v>614.20000000000005</c:v>
                </c:pt>
                <c:pt idx="1302">
                  <c:v>624.15</c:v>
                </c:pt>
                <c:pt idx="1303">
                  <c:v>615.4</c:v>
                </c:pt>
                <c:pt idx="1304">
                  <c:v>609.70000000000005</c:v>
                </c:pt>
                <c:pt idx="1305">
                  <c:v>602.70000000000005</c:v>
                </c:pt>
                <c:pt idx="1306">
                  <c:v>593.9</c:v>
                </c:pt>
                <c:pt idx="1307">
                  <c:v>594.15</c:v>
                </c:pt>
                <c:pt idx="1308">
                  <c:v>572.4</c:v>
                </c:pt>
                <c:pt idx="1309">
                  <c:v>565.9</c:v>
                </c:pt>
                <c:pt idx="1310">
                  <c:v>559.20000000000005</c:v>
                </c:pt>
                <c:pt idx="1311">
                  <c:v>551.75</c:v>
                </c:pt>
                <c:pt idx="1312">
                  <c:v>531.65</c:v>
                </c:pt>
                <c:pt idx="1313">
                  <c:v>519.45000000000005</c:v>
                </c:pt>
                <c:pt idx="1314">
                  <c:v>532.95000000000005</c:v>
                </c:pt>
                <c:pt idx="1315">
                  <c:v>536.95000000000005</c:v>
                </c:pt>
                <c:pt idx="1316">
                  <c:v>533.25</c:v>
                </c:pt>
                <c:pt idx="1317">
                  <c:v>544.85</c:v>
                </c:pt>
                <c:pt idx="1318">
                  <c:v>551.54999999999995</c:v>
                </c:pt>
                <c:pt idx="1319">
                  <c:v>552.20000000000005</c:v>
                </c:pt>
                <c:pt idx="1320">
                  <c:v>539.95000000000005</c:v>
                </c:pt>
                <c:pt idx="1321">
                  <c:v>553.35</c:v>
                </c:pt>
                <c:pt idx="1322">
                  <c:v>563.15</c:v>
                </c:pt>
                <c:pt idx="1323">
                  <c:v>546.65</c:v>
                </c:pt>
                <c:pt idx="1324">
                  <c:v>557.04999999999995</c:v>
                </c:pt>
                <c:pt idx="1325">
                  <c:v>558.5</c:v>
                </c:pt>
                <c:pt idx="1326">
                  <c:v>561.45000000000005</c:v>
                </c:pt>
                <c:pt idx="1327">
                  <c:v>538.54999999999995</c:v>
                </c:pt>
                <c:pt idx="1328">
                  <c:v>520.35</c:v>
                </c:pt>
                <c:pt idx="1329">
                  <c:v>531.29999999999995</c:v>
                </c:pt>
                <c:pt idx="1330">
                  <c:v>540.75</c:v>
                </c:pt>
                <c:pt idx="1331">
                  <c:v>545.75</c:v>
                </c:pt>
                <c:pt idx="1332">
                  <c:v>540.20000000000005</c:v>
                </c:pt>
                <c:pt idx="1333">
                  <c:v>540</c:v>
                </c:pt>
                <c:pt idx="1334">
                  <c:v>538.65</c:v>
                </c:pt>
                <c:pt idx="1335">
                  <c:v>537.45000000000005</c:v>
                </c:pt>
                <c:pt idx="1336">
                  <c:v>539.85</c:v>
                </c:pt>
                <c:pt idx="1337">
                  <c:v>535</c:v>
                </c:pt>
                <c:pt idx="1338">
                  <c:v>539.75</c:v>
                </c:pt>
                <c:pt idx="1339">
                  <c:v>540.29999999999995</c:v>
                </c:pt>
                <c:pt idx="1340">
                  <c:v>539.15</c:v>
                </c:pt>
                <c:pt idx="1341">
                  <c:v>546.54999999999995</c:v>
                </c:pt>
                <c:pt idx="1342">
                  <c:v>540.95000000000005</c:v>
                </c:pt>
                <c:pt idx="1343">
                  <c:v>540.25</c:v>
                </c:pt>
                <c:pt idx="1344">
                  <c:v>540.75</c:v>
                </c:pt>
                <c:pt idx="1345">
                  <c:v>535</c:v>
                </c:pt>
                <c:pt idx="1346">
                  <c:v>529.35</c:v>
                </c:pt>
                <c:pt idx="1347">
                  <c:v>533</c:v>
                </c:pt>
                <c:pt idx="1348">
                  <c:v>539.6</c:v>
                </c:pt>
                <c:pt idx="1349">
                  <c:v>536.79999999999995</c:v>
                </c:pt>
                <c:pt idx="1350">
                  <c:v>534.95000000000005</c:v>
                </c:pt>
                <c:pt idx="1351">
                  <c:v>543.1</c:v>
                </c:pt>
                <c:pt idx="1352">
                  <c:v>537.65</c:v>
                </c:pt>
                <c:pt idx="1353">
                  <c:v>549.95000000000005</c:v>
                </c:pt>
                <c:pt idx="1354">
                  <c:v>546.5</c:v>
                </c:pt>
                <c:pt idx="1355">
                  <c:v>540.25</c:v>
                </c:pt>
                <c:pt idx="1356">
                  <c:v>537.95000000000005</c:v>
                </c:pt>
                <c:pt idx="1357">
                  <c:v>540.65</c:v>
                </c:pt>
                <c:pt idx="1358">
                  <c:v>540.20000000000005</c:v>
                </c:pt>
                <c:pt idx="1359">
                  <c:v>539.54999999999995</c:v>
                </c:pt>
                <c:pt idx="1360">
                  <c:v>535.95000000000005</c:v>
                </c:pt>
                <c:pt idx="1361">
                  <c:v>539.75</c:v>
                </c:pt>
                <c:pt idx="1362">
                  <c:v>545.79999999999995</c:v>
                </c:pt>
                <c:pt idx="1363">
                  <c:v>539.1</c:v>
                </c:pt>
                <c:pt idx="1364">
                  <c:v>553.25</c:v>
                </c:pt>
                <c:pt idx="1365">
                  <c:v>588.35</c:v>
                </c:pt>
                <c:pt idx="1366">
                  <c:v>585.85</c:v>
                </c:pt>
                <c:pt idx="1367">
                  <c:v>579.1</c:v>
                </c:pt>
                <c:pt idx="1368">
                  <c:v>576.29999999999995</c:v>
                </c:pt>
                <c:pt idx="1369">
                  <c:v>582.29999999999995</c:v>
                </c:pt>
                <c:pt idx="1370">
                  <c:v>593.5</c:v>
                </c:pt>
                <c:pt idx="1371">
                  <c:v>591.15</c:v>
                </c:pt>
                <c:pt idx="1372">
                  <c:v>595.45000000000005</c:v>
                </c:pt>
                <c:pt idx="1373">
                  <c:v>597.15</c:v>
                </c:pt>
                <c:pt idx="1374">
                  <c:v>598.6</c:v>
                </c:pt>
                <c:pt idx="1375">
                  <c:v>602.6</c:v>
                </c:pt>
                <c:pt idx="1376">
                  <c:v>590.04999999999995</c:v>
                </c:pt>
                <c:pt idx="1377">
                  <c:v>580.54999999999995</c:v>
                </c:pt>
                <c:pt idx="1378">
                  <c:v>582.45000000000005</c:v>
                </c:pt>
                <c:pt idx="1379">
                  <c:v>599.65</c:v>
                </c:pt>
                <c:pt idx="1380">
                  <c:v>590</c:v>
                </c:pt>
                <c:pt idx="1381">
                  <c:v>601.6</c:v>
                </c:pt>
                <c:pt idx="1382">
                  <c:v>636.04999999999995</c:v>
                </c:pt>
                <c:pt idx="1383">
                  <c:v>618.04999999999995</c:v>
                </c:pt>
                <c:pt idx="1384">
                  <c:v>631.95000000000005</c:v>
                </c:pt>
                <c:pt idx="1385">
                  <c:v>633.1</c:v>
                </c:pt>
                <c:pt idx="1386">
                  <c:v>646.54999999999995</c:v>
                </c:pt>
                <c:pt idx="1387">
                  <c:v>640.54999999999995</c:v>
                </c:pt>
                <c:pt idx="1388">
                  <c:v>651.79999999999995</c:v>
                </c:pt>
                <c:pt idx="1389">
                  <c:v>663.95</c:v>
                </c:pt>
                <c:pt idx="1390">
                  <c:v>658.05</c:v>
                </c:pt>
                <c:pt idx="1391">
                  <c:v>642.85</c:v>
                </c:pt>
                <c:pt idx="1392">
                  <c:v>645.20000000000005</c:v>
                </c:pt>
                <c:pt idx="1393">
                  <c:v>630.6</c:v>
                </c:pt>
                <c:pt idx="1394">
                  <c:v>627.75</c:v>
                </c:pt>
                <c:pt idx="1395">
                  <c:v>639.75</c:v>
                </c:pt>
                <c:pt idx="1396">
                  <c:v>641.4</c:v>
                </c:pt>
                <c:pt idx="1397">
                  <c:v>641.6</c:v>
                </c:pt>
                <c:pt idx="1398">
                  <c:v>648.5</c:v>
                </c:pt>
                <c:pt idx="1399">
                  <c:v>674.65</c:v>
                </c:pt>
                <c:pt idx="1400">
                  <c:v>678.25</c:v>
                </c:pt>
                <c:pt idx="1401">
                  <c:v>705.2</c:v>
                </c:pt>
                <c:pt idx="1402">
                  <c:v>699.45</c:v>
                </c:pt>
                <c:pt idx="1403">
                  <c:v>676.5</c:v>
                </c:pt>
                <c:pt idx="1404">
                  <c:v>669</c:v>
                </c:pt>
                <c:pt idx="1405">
                  <c:v>676.75</c:v>
                </c:pt>
                <c:pt idx="1406">
                  <c:v>684.5</c:v>
                </c:pt>
                <c:pt idx="1407">
                  <c:v>674.15</c:v>
                </c:pt>
                <c:pt idx="1408">
                  <c:v>657.75</c:v>
                </c:pt>
                <c:pt idx="1409">
                  <c:v>654.29999999999995</c:v>
                </c:pt>
                <c:pt idx="1410">
                  <c:v>660.25</c:v>
                </c:pt>
                <c:pt idx="1411">
                  <c:v>661.15</c:v>
                </c:pt>
                <c:pt idx="1412">
                  <c:v>660.2</c:v>
                </c:pt>
                <c:pt idx="1413">
                  <c:v>647.20000000000005</c:v>
                </c:pt>
                <c:pt idx="1414">
                  <c:v>656.1</c:v>
                </c:pt>
                <c:pt idx="1415">
                  <c:v>663</c:v>
                </c:pt>
                <c:pt idx="1416">
                  <c:v>658.85</c:v>
                </c:pt>
                <c:pt idx="1417">
                  <c:v>657.6</c:v>
                </c:pt>
                <c:pt idx="1418">
                  <c:v>648.6</c:v>
                </c:pt>
                <c:pt idx="1419">
                  <c:v>651.6</c:v>
                </c:pt>
                <c:pt idx="1420">
                  <c:v>649.45000000000005</c:v>
                </c:pt>
                <c:pt idx="1421">
                  <c:v>634.70000000000005</c:v>
                </c:pt>
                <c:pt idx="1422">
                  <c:v>638.79999999999995</c:v>
                </c:pt>
                <c:pt idx="1423">
                  <c:v>646.6</c:v>
                </c:pt>
                <c:pt idx="1424">
                  <c:v>640.25</c:v>
                </c:pt>
                <c:pt idx="1425">
                  <c:v>631.85</c:v>
                </c:pt>
                <c:pt idx="1426">
                  <c:v>636.29999999999995</c:v>
                </c:pt>
                <c:pt idx="1427">
                  <c:v>640.20000000000005</c:v>
                </c:pt>
                <c:pt idx="1428">
                  <c:v>642.5</c:v>
                </c:pt>
                <c:pt idx="1429">
                  <c:v>655.85</c:v>
                </c:pt>
                <c:pt idx="1430">
                  <c:v>676.05</c:v>
                </c:pt>
                <c:pt idx="1431">
                  <c:v>677.35</c:v>
                </c:pt>
                <c:pt idx="1432">
                  <c:v>687.25</c:v>
                </c:pt>
                <c:pt idx="1433">
                  <c:v>687.95</c:v>
                </c:pt>
                <c:pt idx="1434">
                  <c:v>692.25</c:v>
                </c:pt>
                <c:pt idx="1435">
                  <c:v>692.35</c:v>
                </c:pt>
                <c:pt idx="1436">
                  <c:v>708.4</c:v>
                </c:pt>
                <c:pt idx="1437">
                  <c:v>732.35</c:v>
                </c:pt>
                <c:pt idx="1438">
                  <c:v>724.6</c:v>
                </c:pt>
                <c:pt idx="1439">
                  <c:v>691.8</c:v>
                </c:pt>
                <c:pt idx="1440">
                  <c:v>669.95</c:v>
                </c:pt>
                <c:pt idx="1441">
                  <c:v>679.2</c:v>
                </c:pt>
                <c:pt idx="1442">
                  <c:v>682.25</c:v>
                </c:pt>
                <c:pt idx="1443">
                  <c:v>696</c:v>
                </c:pt>
                <c:pt idx="1444">
                  <c:v>696</c:v>
                </c:pt>
                <c:pt idx="1445">
                  <c:v>685.15</c:v>
                </c:pt>
                <c:pt idx="1446">
                  <c:v>676.65</c:v>
                </c:pt>
                <c:pt idx="1447">
                  <c:v>709.9</c:v>
                </c:pt>
                <c:pt idx="1448">
                  <c:v>702.65</c:v>
                </c:pt>
                <c:pt idx="1449">
                  <c:v>682.05</c:v>
                </c:pt>
                <c:pt idx="1450">
                  <c:v>678.55</c:v>
                </c:pt>
                <c:pt idx="1451">
                  <c:v>688.25</c:v>
                </c:pt>
                <c:pt idx="1452">
                  <c:v>689.8</c:v>
                </c:pt>
                <c:pt idx="1453">
                  <c:v>677.9</c:v>
                </c:pt>
                <c:pt idx="1454">
                  <c:v>659.4</c:v>
                </c:pt>
                <c:pt idx="1455">
                  <c:v>654.4</c:v>
                </c:pt>
                <c:pt idx="1456">
                  <c:v>657.75</c:v>
                </c:pt>
                <c:pt idx="1457">
                  <c:v>647.65</c:v>
                </c:pt>
                <c:pt idx="1458">
                  <c:v>643.9</c:v>
                </c:pt>
                <c:pt idx="1459">
                  <c:v>647.65</c:v>
                </c:pt>
                <c:pt idx="1460">
                  <c:v>635.5</c:v>
                </c:pt>
                <c:pt idx="1461">
                  <c:v>630.65</c:v>
                </c:pt>
                <c:pt idx="1462">
                  <c:v>630.1</c:v>
                </c:pt>
                <c:pt idx="1463">
                  <c:v>624.6</c:v>
                </c:pt>
                <c:pt idx="1464">
                  <c:v>610.95000000000005</c:v>
                </c:pt>
                <c:pt idx="1465">
                  <c:v>606.65</c:v>
                </c:pt>
                <c:pt idx="1466">
                  <c:v>629.45000000000005</c:v>
                </c:pt>
                <c:pt idx="1467">
                  <c:v>620.70000000000005</c:v>
                </c:pt>
                <c:pt idx="1468">
                  <c:v>625.25</c:v>
                </c:pt>
                <c:pt idx="1469">
                  <c:v>638</c:v>
                </c:pt>
                <c:pt idx="1470">
                  <c:v>631.9</c:v>
                </c:pt>
                <c:pt idx="1471">
                  <c:v>630.85</c:v>
                </c:pt>
                <c:pt idx="1472">
                  <c:v>635.20000000000005</c:v>
                </c:pt>
                <c:pt idx="1473">
                  <c:v>675.75</c:v>
                </c:pt>
                <c:pt idx="1474">
                  <c:v>689.95</c:v>
                </c:pt>
                <c:pt idx="1475">
                  <c:v>698.85</c:v>
                </c:pt>
                <c:pt idx="1476">
                  <c:v>699.35</c:v>
                </c:pt>
                <c:pt idx="1477">
                  <c:v>679.65</c:v>
                </c:pt>
                <c:pt idx="1478">
                  <c:v>677.5</c:v>
                </c:pt>
                <c:pt idx="1479">
                  <c:v>689.5</c:v>
                </c:pt>
                <c:pt idx="1480">
                  <c:v>691.1</c:v>
                </c:pt>
                <c:pt idx="1481">
                  <c:v>697.65</c:v>
                </c:pt>
                <c:pt idx="1482">
                  <c:v>691.55</c:v>
                </c:pt>
                <c:pt idx="1483">
                  <c:v>695.7</c:v>
                </c:pt>
                <c:pt idx="1484">
                  <c:v>684.9</c:v>
                </c:pt>
                <c:pt idx="1485">
                  <c:v>686.9</c:v>
                </c:pt>
                <c:pt idx="1486">
                  <c:v>696.75</c:v>
                </c:pt>
                <c:pt idx="1487">
                  <c:v>698.7</c:v>
                </c:pt>
                <c:pt idx="1488">
                  <c:v>687.4</c:v>
                </c:pt>
                <c:pt idx="1489">
                  <c:v>680.95</c:v>
                </c:pt>
                <c:pt idx="1490">
                  <c:v>694</c:v>
                </c:pt>
                <c:pt idx="1491">
                  <c:v>688.25</c:v>
                </c:pt>
                <c:pt idx="1492">
                  <c:v>688</c:v>
                </c:pt>
                <c:pt idx="1493">
                  <c:v>687.55</c:v>
                </c:pt>
                <c:pt idx="1494">
                  <c:v>694.8</c:v>
                </c:pt>
                <c:pt idx="1495">
                  <c:v>718.6</c:v>
                </c:pt>
                <c:pt idx="1496">
                  <c:v>703.9</c:v>
                </c:pt>
                <c:pt idx="1497">
                  <c:v>700.85</c:v>
                </c:pt>
                <c:pt idx="1498">
                  <c:v>711.6</c:v>
                </c:pt>
                <c:pt idx="1499">
                  <c:v>735.45</c:v>
                </c:pt>
                <c:pt idx="1500">
                  <c:v>726.95</c:v>
                </c:pt>
                <c:pt idx="1501">
                  <c:v>742.15</c:v>
                </c:pt>
                <c:pt idx="1502">
                  <c:v>720.3</c:v>
                </c:pt>
                <c:pt idx="1503">
                  <c:v>708.4</c:v>
                </c:pt>
                <c:pt idx="1504">
                  <c:v>708.4</c:v>
                </c:pt>
                <c:pt idx="1505">
                  <c:v>702.65</c:v>
                </c:pt>
                <c:pt idx="1506">
                  <c:v>706.45</c:v>
                </c:pt>
                <c:pt idx="1507">
                  <c:v>708.75</c:v>
                </c:pt>
                <c:pt idx="1508">
                  <c:v>713.45</c:v>
                </c:pt>
                <c:pt idx="1509">
                  <c:v>713.3</c:v>
                </c:pt>
                <c:pt idx="1510">
                  <c:v>732.05</c:v>
                </c:pt>
                <c:pt idx="1511">
                  <c:v>739.5</c:v>
                </c:pt>
                <c:pt idx="1512">
                  <c:v>768.95</c:v>
                </c:pt>
                <c:pt idx="1513">
                  <c:v>764.85</c:v>
                </c:pt>
                <c:pt idx="1514">
                  <c:v>748.35</c:v>
                </c:pt>
                <c:pt idx="1515">
                  <c:v>746.65</c:v>
                </c:pt>
                <c:pt idx="1516">
                  <c:v>729.9</c:v>
                </c:pt>
                <c:pt idx="1517">
                  <c:v>741.4</c:v>
                </c:pt>
                <c:pt idx="1518">
                  <c:v>749</c:v>
                </c:pt>
                <c:pt idx="1519">
                  <c:v>744.7</c:v>
                </c:pt>
                <c:pt idx="1520">
                  <c:v>728.45</c:v>
                </c:pt>
                <c:pt idx="1521">
                  <c:v>725.15</c:v>
                </c:pt>
                <c:pt idx="1522">
                  <c:v>719.5</c:v>
                </c:pt>
                <c:pt idx="1523">
                  <c:v>715.9</c:v>
                </c:pt>
                <c:pt idx="1524">
                  <c:v>718.9</c:v>
                </c:pt>
                <c:pt idx="1525">
                  <c:v>737.1</c:v>
                </c:pt>
                <c:pt idx="1526">
                  <c:v>743.55</c:v>
                </c:pt>
                <c:pt idx="1527">
                  <c:v>762.45</c:v>
                </c:pt>
                <c:pt idx="1528">
                  <c:v>738.8</c:v>
                </c:pt>
                <c:pt idx="1529">
                  <c:v>739.5</c:v>
                </c:pt>
                <c:pt idx="1530">
                  <c:v>731.85</c:v>
                </c:pt>
                <c:pt idx="1531">
                  <c:v>744.8</c:v>
                </c:pt>
                <c:pt idx="1532">
                  <c:v>770.75</c:v>
                </c:pt>
                <c:pt idx="1533">
                  <c:v>762.45</c:v>
                </c:pt>
                <c:pt idx="1534">
                  <c:v>762.05</c:v>
                </c:pt>
                <c:pt idx="1535">
                  <c:v>746.45</c:v>
                </c:pt>
                <c:pt idx="1536">
                  <c:v>747.9</c:v>
                </c:pt>
                <c:pt idx="1537">
                  <c:v>743.75</c:v>
                </c:pt>
                <c:pt idx="1538">
                  <c:v>760</c:v>
                </c:pt>
                <c:pt idx="1539">
                  <c:v>742.35</c:v>
                </c:pt>
                <c:pt idx="1540">
                  <c:v>722.2</c:v>
                </c:pt>
                <c:pt idx="1541">
                  <c:v>724.8</c:v>
                </c:pt>
                <c:pt idx="1542">
                  <c:v>726.65</c:v>
                </c:pt>
                <c:pt idx="1543">
                  <c:v>721.95</c:v>
                </c:pt>
                <c:pt idx="1544">
                  <c:v>711.45</c:v>
                </c:pt>
                <c:pt idx="1545">
                  <c:v>728.15</c:v>
                </c:pt>
                <c:pt idx="1546">
                  <c:v>737.15</c:v>
                </c:pt>
                <c:pt idx="1547">
                  <c:v>746.85</c:v>
                </c:pt>
                <c:pt idx="1548">
                  <c:v>758.25</c:v>
                </c:pt>
                <c:pt idx="1549">
                  <c:v>759.7</c:v>
                </c:pt>
                <c:pt idx="1550">
                  <c:v>760.1</c:v>
                </c:pt>
                <c:pt idx="1551">
                  <c:v>757.75</c:v>
                </c:pt>
                <c:pt idx="1552">
                  <c:v>760.05</c:v>
                </c:pt>
                <c:pt idx="1553">
                  <c:v>750.2</c:v>
                </c:pt>
                <c:pt idx="1554">
                  <c:v>749</c:v>
                </c:pt>
                <c:pt idx="1555">
                  <c:v>769.25</c:v>
                </c:pt>
                <c:pt idx="1556">
                  <c:v>762</c:v>
                </c:pt>
                <c:pt idx="1557">
                  <c:v>767.6</c:v>
                </c:pt>
                <c:pt idx="1558">
                  <c:v>764.25</c:v>
                </c:pt>
                <c:pt idx="1559">
                  <c:v>765.55</c:v>
                </c:pt>
                <c:pt idx="1560">
                  <c:v>754.8</c:v>
                </c:pt>
                <c:pt idx="1561">
                  <c:v>757.35</c:v>
                </c:pt>
                <c:pt idx="1562">
                  <c:v>741.95</c:v>
                </c:pt>
                <c:pt idx="1563">
                  <c:v>734.85</c:v>
                </c:pt>
                <c:pt idx="1564">
                  <c:v>738.25</c:v>
                </c:pt>
                <c:pt idx="1565">
                  <c:v>742.7</c:v>
                </c:pt>
                <c:pt idx="1566">
                  <c:v>746.25</c:v>
                </c:pt>
                <c:pt idx="1567">
                  <c:v>779.5</c:v>
                </c:pt>
                <c:pt idx="1568">
                  <c:v>774.25</c:v>
                </c:pt>
                <c:pt idx="1569">
                  <c:v>773.85</c:v>
                </c:pt>
                <c:pt idx="1570">
                  <c:v>832.85</c:v>
                </c:pt>
                <c:pt idx="1571">
                  <c:v>841</c:v>
                </c:pt>
                <c:pt idx="1572">
                  <c:v>817.7</c:v>
                </c:pt>
                <c:pt idx="1573">
                  <c:v>825.3</c:v>
                </c:pt>
                <c:pt idx="1574">
                  <c:v>809</c:v>
                </c:pt>
                <c:pt idx="1575">
                  <c:v>803.95</c:v>
                </c:pt>
                <c:pt idx="1576">
                  <c:v>814.6</c:v>
                </c:pt>
                <c:pt idx="1577">
                  <c:v>834.45</c:v>
                </c:pt>
                <c:pt idx="1578">
                  <c:v>848.5</c:v>
                </c:pt>
                <c:pt idx="1579">
                  <c:v>850</c:v>
                </c:pt>
                <c:pt idx="1580">
                  <c:v>848.65</c:v>
                </c:pt>
                <c:pt idx="1581">
                  <c:v>822.4</c:v>
                </c:pt>
                <c:pt idx="1582">
                  <c:v>824.65</c:v>
                </c:pt>
                <c:pt idx="1583">
                  <c:v>837.05</c:v>
                </c:pt>
                <c:pt idx="1584">
                  <c:v>824.2</c:v>
                </c:pt>
                <c:pt idx="1585">
                  <c:v>817.35</c:v>
                </c:pt>
                <c:pt idx="1586">
                  <c:v>825.8</c:v>
                </c:pt>
                <c:pt idx="1587">
                  <c:v>851.3</c:v>
                </c:pt>
                <c:pt idx="1588">
                  <c:v>863.2</c:v>
                </c:pt>
                <c:pt idx="1589">
                  <c:v>883.75</c:v>
                </c:pt>
                <c:pt idx="1590">
                  <c:v>878.65</c:v>
                </c:pt>
                <c:pt idx="1591">
                  <c:v>876.1</c:v>
                </c:pt>
                <c:pt idx="1592">
                  <c:v>852.65</c:v>
                </c:pt>
                <c:pt idx="1593">
                  <c:v>871.05</c:v>
                </c:pt>
                <c:pt idx="1594">
                  <c:v>870.5</c:v>
                </c:pt>
                <c:pt idx="1595">
                  <c:v>875.3</c:v>
                </c:pt>
                <c:pt idx="1596">
                  <c:v>843.55</c:v>
                </c:pt>
                <c:pt idx="1597">
                  <c:v>847.7</c:v>
                </c:pt>
                <c:pt idx="1598">
                  <c:v>844.3</c:v>
                </c:pt>
                <c:pt idx="1599">
                  <c:v>819.65</c:v>
                </c:pt>
                <c:pt idx="1600">
                  <c:v>809.65</c:v>
                </c:pt>
                <c:pt idx="1601">
                  <c:v>786.95</c:v>
                </c:pt>
                <c:pt idx="1602">
                  <c:v>781.2</c:v>
                </c:pt>
                <c:pt idx="1603">
                  <c:v>768.6</c:v>
                </c:pt>
                <c:pt idx="1604">
                  <c:v>758.15</c:v>
                </c:pt>
                <c:pt idx="1605">
                  <c:v>773.95</c:v>
                </c:pt>
                <c:pt idx="1606">
                  <c:v>764.3</c:v>
                </c:pt>
                <c:pt idx="1607">
                  <c:v>750.1</c:v>
                </c:pt>
                <c:pt idx="1608">
                  <c:v>745.2</c:v>
                </c:pt>
                <c:pt idx="1609">
                  <c:v>738.65</c:v>
                </c:pt>
                <c:pt idx="1610">
                  <c:v>765.05</c:v>
                </c:pt>
                <c:pt idx="1611">
                  <c:v>739.4</c:v>
                </c:pt>
                <c:pt idx="1612">
                  <c:v>722.6</c:v>
                </c:pt>
                <c:pt idx="1613">
                  <c:v>720.75</c:v>
                </c:pt>
                <c:pt idx="1614">
                  <c:v>692.65</c:v>
                </c:pt>
                <c:pt idx="1615">
                  <c:v>712.7</c:v>
                </c:pt>
                <c:pt idx="1616">
                  <c:v>692.25</c:v>
                </c:pt>
                <c:pt idx="1617">
                  <c:v>651.65</c:v>
                </c:pt>
                <c:pt idx="1618">
                  <c:v>638.95000000000005</c:v>
                </c:pt>
                <c:pt idx="1619">
                  <c:v>697.7</c:v>
                </c:pt>
                <c:pt idx="1620">
                  <c:v>734.5</c:v>
                </c:pt>
                <c:pt idx="1621">
                  <c:v>736.3</c:v>
                </c:pt>
                <c:pt idx="1622">
                  <c:v>708.95</c:v>
                </c:pt>
                <c:pt idx="1623">
                  <c:v>709.05</c:v>
                </c:pt>
                <c:pt idx="1624">
                  <c:v>730.95</c:v>
                </c:pt>
                <c:pt idx="1625">
                  <c:v>749.4</c:v>
                </c:pt>
                <c:pt idx="1626">
                  <c:v>741.45</c:v>
                </c:pt>
                <c:pt idx="1627">
                  <c:v>761.6</c:v>
                </c:pt>
                <c:pt idx="1628">
                  <c:v>741.05</c:v>
                </c:pt>
                <c:pt idx="1629">
                  <c:v>726.65</c:v>
                </c:pt>
                <c:pt idx="1630">
                  <c:v>749.35</c:v>
                </c:pt>
                <c:pt idx="1631">
                  <c:v>795.95</c:v>
                </c:pt>
                <c:pt idx="1632">
                  <c:v>778.5</c:v>
                </c:pt>
                <c:pt idx="1633">
                  <c:v>787.25</c:v>
                </c:pt>
                <c:pt idx="1634">
                  <c:v>807.4</c:v>
                </c:pt>
                <c:pt idx="1635">
                  <c:v>800</c:v>
                </c:pt>
                <c:pt idx="1636">
                  <c:v>779.3</c:v>
                </c:pt>
                <c:pt idx="1637">
                  <c:v>778.6</c:v>
                </c:pt>
                <c:pt idx="1638">
                  <c:v>761.55</c:v>
                </c:pt>
                <c:pt idx="1639">
                  <c:v>761.2</c:v>
                </c:pt>
                <c:pt idx="1640">
                  <c:v>746.35</c:v>
                </c:pt>
                <c:pt idx="1641">
                  <c:v>729.3</c:v>
                </c:pt>
                <c:pt idx="1642">
                  <c:v>707.45</c:v>
                </c:pt>
                <c:pt idx="1643">
                  <c:v>710.25</c:v>
                </c:pt>
                <c:pt idx="1644">
                  <c:v>697.2</c:v>
                </c:pt>
                <c:pt idx="1645">
                  <c:v>726.45</c:v>
                </c:pt>
                <c:pt idx="1646">
                  <c:v>709.85</c:v>
                </c:pt>
                <c:pt idx="1647">
                  <c:v>729.5</c:v>
                </c:pt>
                <c:pt idx="1648">
                  <c:v>766</c:v>
                </c:pt>
                <c:pt idx="1649">
                  <c:v>781.1</c:v>
                </c:pt>
                <c:pt idx="1650">
                  <c:v>788.15</c:v>
                </c:pt>
                <c:pt idx="1651">
                  <c:v>795.5</c:v>
                </c:pt>
                <c:pt idx="1652">
                  <c:v>795</c:v>
                </c:pt>
                <c:pt idx="1653">
                  <c:v>781.15</c:v>
                </c:pt>
                <c:pt idx="1654">
                  <c:v>779.75</c:v>
                </c:pt>
                <c:pt idx="1655">
                  <c:v>797.85</c:v>
                </c:pt>
                <c:pt idx="1656">
                  <c:v>800.4</c:v>
                </c:pt>
                <c:pt idx="1657">
                  <c:v>803.5</c:v>
                </c:pt>
                <c:pt idx="1658">
                  <c:v>813.55</c:v>
                </c:pt>
                <c:pt idx="1659">
                  <c:v>808.85</c:v>
                </c:pt>
                <c:pt idx="1660">
                  <c:v>805.45</c:v>
                </c:pt>
                <c:pt idx="1661">
                  <c:v>810.65</c:v>
                </c:pt>
                <c:pt idx="1662">
                  <c:v>807.45</c:v>
                </c:pt>
                <c:pt idx="1663">
                  <c:v>846.15</c:v>
                </c:pt>
                <c:pt idx="1664">
                  <c:v>848.65</c:v>
                </c:pt>
                <c:pt idx="1665">
                  <c:v>841.1</c:v>
                </c:pt>
                <c:pt idx="1666">
                  <c:v>837.55</c:v>
                </c:pt>
                <c:pt idx="1667">
                  <c:v>858.7</c:v>
                </c:pt>
                <c:pt idx="1668">
                  <c:v>852.95</c:v>
                </c:pt>
                <c:pt idx="1669">
                  <c:v>853.35</c:v>
                </c:pt>
                <c:pt idx="1670">
                  <c:v>850</c:v>
                </c:pt>
                <c:pt idx="1671">
                  <c:v>845.45</c:v>
                </c:pt>
                <c:pt idx="1672">
                  <c:v>845.45</c:v>
                </c:pt>
                <c:pt idx="1673">
                  <c:v>840</c:v>
                </c:pt>
                <c:pt idx="1674">
                  <c:v>852.05</c:v>
                </c:pt>
                <c:pt idx="1675">
                  <c:v>876.25</c:v>
                </c:pt>
                <c:pt idx="1676">
                  <c:v>880.3</c:v>
                </c:pt>
                <c:pt idx="1677">
                  <c:v>874.7</c:v>
                </c:pt>
                <c:pt idx="1678">
                  <c:v>864</c:v>
                </c:pt>
                <c:pt idx="1679">
                  <c:v>848.75</c:v>
                </c:pt>
                <c:pt idx="1680">
                  <c:v>849.2</c:v>
                </c:pt>
                <c:pt idx="1681">
                  <c:v>822.8</c:v>
                </c:pt>
                <c:pt idx="1682">
                  <c:v>840.55</c:v>
                </c:pt>
                <c:pt idx="1683">
                  <c:v>873.8</c:v>
                </c:pt>
                <c:pt idx="1684">
                  <c:v>865.5</c:v>
                </c:pt>
                <c:pt idx="1685">
                  <c:v>877.9</c:v>
                </c:pt>
                <c:pt idx="1686">
                  <c:v>883.05</c:v>
                </c:pt>
                <c:pt idx="1687">
                  <c:v>881.05</c:v>
                </c:pt>
                <c:pt idx="1688">
                  <c:v>875.7</c:v>
                </c:pt>
                <c:pt idx="1689">
                  <c:v>883.45</c:v>
                </c:pt>
                <c:pt idx="1690">
                  <c:v>875.85</c:v>
                </c:pt>
                <c:pt idx="1691">
                  <c:v>878.3</c:v>
                </c:pt>
                <c:pt idx="1692">
                  <c:v>888.65</c:v>
                </c:pt>
                <c:pt idx="1693">
                  <c:v>899.25</c:v>
                </c:pt>
                <c:pt idx="1694">
                  <c:v>929.1</c:v>
                </c:pt>
                <c:pt idx="1695">
                  <c:v>925.35</c:v>
                </c:pt>
                <c:pt idx="1696">
                  <c:v>919.75</c:v>
                </c:pt>
                <c:pt idx="1697">
                  <c:v>890.15</c:v>
                </c:pt>
                <c:pt idx="1698">
                  <c:v>931</c:v>
                </c:pt>
                <c:pt idx="1699">
                  <c:v>933.75</c:v>
                </c:pt>
                <c:pt idx="1700">
                  <c:v>929.9</c:v>
                </c:pt>
                <c:pt idx="1701">
                  <c:v>938</c:v>
                </c:pt>
                <c:pt idx="1702">
                  <c:v>965.85</c:v>
                </c:pt>
                <c:pt idx="1703">
                  <c:v>959.15</c:v>
                </c:pt>
                <c:pt idx="1704">
                  <c:v>987.75</c:v>
                </c:pt>
                <c:pt idx="1705">
                  <c:v>1048.8</c:v>
                </c:pt>
                <c:pt idx="1706">
                  <c:v>1007.8</c:v>
                </c:pt>
                <c:pt idx="1707">
                  <c:v>979.85</c:v>
                </c:pt>
                <c:pt idx="1708">
                  <c:v>963.5</c:v>
                </c:pt>
                <c:pt idx="1709">
                  <c:v>960.15</c:v>
                </c:pt>
                <c:pt idx="1710">
                  <c:v>960.95</c:v>
                </c:pt>
                <c:pt idx="1711">
                  <c:v>969.5</c:v>
                </c:pt>
                <c:pt idx="1712">
                  <c:v>999.8</c:v>
                </c:pt>
                <c:pt idx="1713">
                  <c:v>999.3</c:v>
                </c:pt>
                <c:pt idx="1714">
                  <c:v>1029.3499999999999</c:v>
                </c:pt>
                <c:pt idx="1715">
                  <c:v>1004.6</c:v>
                </c:pt>
                <c:pt idx="1716">
                  <c:v>998.95</c:v>
                </c:pt>
                <c:pt idx="1717">
                  <c:v>1010.55</c:v>
                </c:pt>
                <c:pt idx="1718">
                  <c:v>1001.55</c:v>
                </c:pt>
                <c:pt idx="1719">
                  <c:v>998.9</c:v>
                </c:pt>
                <c:pt idx="1720">
                  <c:v>994.85</c:v>
                </c:pt>
                <c:pt idx="1721">
                  <c:v>1002.6</c:v>
                </c:pt>
                <c:pt idx="1722">
                  <c:v>1017.8</c:v>
                </c:pt>
                <c:pt idx="1723">
                  <c:v>1044.5</c:v>
                </c:pt>
                <c:pt idx="1724">
                  <c:v>1055.8</c:v>
                </c:pt>
                <c:pt idx="1725">
                  <c:v>1065.6500000000001</c:v>
                </c:pt>
                <c:pt idx="1726">
                  <c:v>1076.45</c:v>
                </c:pt>
                <c:pt idx="1727">
                  <c:v>1144.3499999999999</c:v>
                </c:pt>
                <c:pt idx="1728">
                  <c:v>1126.55</c:v>
                </c:pt>
                <c:pt idx="1729">
                  <c:v>1086.5</c:v>
                </c:pt>
                <c:pt idx="1730">
                  <c:v>1092.4000000000001</c:v>
                </c:pt>
                <c:pt idx="1731">
                  <c:v>1077.5</c:v>
                </c:pt>
                <c:pt idx="1732">
                  <c:v>1113.05</c:v>
                </c:pt>
                <c:pt idx="1733">
                  <c:v>1106</c:v>
                </c:pt>
                <c:pt idx="1734">
                  <c:v>1110.95</c:v>
                </c:pt>
                <c:pt idx="1735">
                  <c:v>1087.2</c:v>
                </c:pt>
                <c:pt idx="1736">
                  <c:v>1087.3499999999999</c:v>
                </c:pt>
                <c:pt idx="1737">
                  <c:v>1121.8</c:v>
                </c:pt>
                <c:pt idx="1738">
                  <c:v>1123.7</c:v>
                </c:pt>
                <c:pt idx="1739">
                  <c:v>1100.3499999999999</c:v>
                </c:pt>
                <c:pt idx="1740">
                  <c:v>1085.7</c:v>
                </c:pt>
                <c:pt idx="1741">
                  <c:v>1087.25</c:v>
                </c:pt>
                <c:pt idx="1742">
                  <c:v>1106.1500000000001</c:v>
                </c:pt>
                <c:pt idx="1743">
                  <c:v>1085.8499999999999</c:v>
                </c:pt>
                <c:pt idx="1744">
                  <c:v>1032.7</c:v>
                </c:pt>
                <c:pt idx="1745">
                  <c:v>1028.1500000000001</c:v>
                </c:pt>
                <c:pt idx="1746">
                  <c:v>1039.0999999999999</c:v>
                </c:pt>
                <c:pt idx="1747">
                  <c:v>1045.75</c:v>
                </c:pt>
                <c:pt idx="1748">
                  <c:v>1056.4000000000001</c:v>
                </c:pt>
                <c:pt idx="1749">
                  <c:v>1066.7</c:v>
                </c:pt>
                <c:pt idx="1750">
                  <c:v>1038.75</c:v>
                </c:pt>
                <c:pt idx="1751">
                  <c:v>1020.7</c:v>
                </c:pt>
                <c:pt idx="1752">
                  <c:v>1009.3</c:v>
                </c:pt>
                <c:pt idx="1753">
                  <c:v>1005.8</c:v>
                </c:pt>
                <c:pt idx="1754">
                  <c:v>1030.8499999999999</c:v>
                </c:pt>
                <c:pt idx="1755">
                  <c:v>1059.7</c:v>
                </c:pt>
                <c:pt idx="1756">
                  <c:v>1080.05</c:v>
                </c:pt>
                <c:pt idx="1757">
                  <c:v>1067.95</c:v>
                </c:pt>
                <c:pt idx="1758">
                  <c:v>1070</c:v>
                </c:pt>
                <c:pt idx="1759">
                  <c:v>1065.3</c:v>
                </c:pt>
                <c:pt idx="1760">
                  <c:v>1050.05</c:v>
                </c:pt>
                <c:pt idx="1761">
                  <c:v>1056.9000000000001</c:v>
                </c:pt>
                <c:pt idx="1762">
                  <c:v>1024.95</c:v>
                </c:pt>
                <c:pt idx="1763">
                  <c:v>1013.9</c:v>
                </c:pt>
                <c:pt idx="1764">
                  <c:v>998.65</c:v>
                </c:pt>
                <c:pt idx="1765">
                  <c:v>996.15</c:v>
                </c:pt>
                <c:pt idx="1766">
                  <c:v>1061.5999999999999</c:v>
                </c:pt>
                <c:pt idx="1767">
                  <c:v>1094</c:v>
                </c:pt>
                <c:pt idx="1768">
                  <c:v>1096.0999999999999</c:v>
                </c:pt>
                <c:pt idx="1769">
                  <c:v>1061.1500000000001</c:v>
                </c:pt>
                <c:pt idx="1770">
                  <c:v>1061.05</c:v>
                </c:pt>
                <c:pt idx="1771">
                  <c:v>1068.4000000000001</c:v>
                </c:pt>
                <c:pt idx="1772">
                  <c:v>1056.3</c:v>
                </c:pt>
                <c:pt idx="1773">
                  <c:v>1032.9000000000001</c:v>
                </c:pt>
                <c:pt idx="1774">
                  <c:v>1058.45</c:v>
                </c:pt>
                <c:pt idx="1775">
                  <c:v>1066.0999999999999</c:v>
                </c:pt>
                <c:pt idx="1776">
                  <c:v>1062.4000000000001</c:v>
                </c:pt>
                <c:pt idx="1777">
                  <c:v>1078.5999999999999</c:v>
                </c:pt>
                <c:pt idx="1778">
                  <c:v>1103.95</c:v>
                </c:pt>
                <c:pt idx="1779">
                  <c:v>1106.0999999999999</c:v>
                </c:pt>
                <c:pt idx="1780">
                  <c:v>1103.3499999999999</c:v>
                </c:pt>
                <c:pt idx="1781">
                  <c:v>1089.3</c:v>
                </c:pt>
                <c:pt idx="1782">
                  <c:v>1101.95</c:v>
                </c:pt>
                <c:pt idx="1783">
                  <c:v>1109.8</c:v>
                </c:pt>
                <c:pt idx="1784">
                  <c:v>1113.8</c:v>
                </c:pt>
                <c:pt idx="1785">
                  <c:v>1096.05</c:v>
                </c:pt>
                <c:pt idx="1786">
                  <c:v>1068.7</c:v>
                </c:pt>
                <c:pt idx="1787">
                  <c:v>1017.25</c:v>
                </c:pt>
                <c:pt idx="1788">
                  <c:v>1041.8</c:v>
                </c:pt>
                <c:pt idx="1789">
                  <c:v>1033.25</c:v>
                </c:pt>
                <c:pt idx="1790">
                  <c:v>1031.5999999999999</c:v>
                </c:pt>
                <c:pt idx="1791">
                  <c:v>1016</c:v>
                </c:pt>
                <c:pt idx="1792">
                  <c:v>987.3</c:v>
                </c:pt>
                <c:pt idx="1793">
                  <c:v>958.2</c:v>
                </c:pt>
                <c:pt idx="1794">
                  <c:v>951.75</c:v>
                </c:pt>
                <c:pt idx="1795">
                  <c:v>975.9</c:v>
                </c:pt>
                <c:pt idx="1796">
                  <c:v>935</c:v>
                </c:pt>
                <c:pt idx="1797">
                  <c:v>980.3</c:v>
                </c:pt>
                <c:pt idx="1798">
                  <c:v>937.6</c:v>
                </c:pt>
                <c:pt idx="1799">
                  <c:v>928.05</c:v>
                </c:pt>
                <c:pt idx="1800">
                  <c:v>927.95</c:v>
                </c:pt>
                <c:pt idx="1801">
                  <c:v>915.55</c:v>
                </c:pt>
                <c:pt idx="1802">
                  <c:v>974.15</c:v>
                </c:pt>
                <c:pt idx="1803">
                  <c:v>976.9</c:v>
                </c:pt>
                <c:pt idx="1804">
                  <c:v>950.05</c:v>
                </c:pt>
                <c:pt idx="1805">
                  <c:v>960.15</c:v>
                </c:pt>
                <c:pt idx="1806">
                  <c:v>932.95</c:v>
                </c:pt>
                <c:pt idx="1807">
                  <c:v>918.4</c:v>
                </c:pt>
                <c:pt idx="1808">
                  <c:v>903.5</c:v>
                </c:pt>
                <c:pt idx="1809">
                  <c:v>924.65</c:v>
                </c:pt>
                <c:pt idx="1810">
                  <c:v>955.25</c:v>
                </c:pt>
                <c:pt idx="1811">
                  <c:v>965.6</c:v>
                </c:pt>
                <c:pt idx="1812">
                  <c:v>1025.9000000000001</c:v>
                </c:pt>
                <c:pt idx="1813">
                  <c:v>1011.15</c:v>
                </c:pt>
                <c:pt idx="1814">
                  <c:v>973.2</c:v>
                </c:pt>
                <c:pt idx="1815">
                  <c:v>958.45</c:v>
                </c:pt>
                <c:pt idx="1816">
                  <c:v>933.75</c:v>
                </c:pt>
                <c:pt idx="1817">
                  <c:v>954.15</c:v>
                </c:pt>
                <c:pt idx="1818">
                  <c:v>901.35</c:v>
                </c:pt>
                <c:pt idx="1819">
                  <c:v>914.2</c:v>
                </c:pt>
                <c:pt idx="1820">
                  <c:v>925.05</c:v>
                </c:pt>
                <c:pt idx="1821">
                  <c:v>942.6</c:v>
                </c:pt>
                <c:pt idx="1822">
                  <c:v>971.15</c:v>
                </c:pt>
                <c:pt idx="1823">
                  <c:v>991.95</c:v>
                </c:pt>
                <c:pt idx="1824">
                  <c:v>979.35</c:v>
                </c:pt>
                <c:pt idx="1825">
                  <c:v>958.35</c:v>
                </c:pt>
                <c:pt idx="1826">
                  <c:v>981.2</c:v>
                </c:pt>
                <c:pt idx="1827">
                  <c:v>974.95</c:v>
                </c:pt>
                <c:pt idx="1828">
                  <c:v>978.05</c:v>
                </c:pt>
                <c:pt idx="1829">
                  <c:v>980.4</c:v>
                </c:pt>
                <c:pt idx="1830">
                  <c:v>982.45</c:v>
                </c:pt>
                <c:pt idx="1831">
                  <c:v>994.6</c:v>
                </c:pt>
                <c:pt idx="1832">
                  <c:v>986.8</c:v>
                </c:pt>
                <c:pt idx="1833">
                  <c:v>1013.75</c:v>
                </c:pt>
                <c:pt idx="1834">
                  <c:v>1031</c:v>
                </c:pt>
                <c:pt idx="1835">
                  <c:v>1034.45</c:v>
                </c:pt>
                <c:pt idx="1836">
                  <c:v>1014.6</c:v>
                </c:pt>
                <c:pt idx="1837">
                  <c:v>1024.1500000000001</c:v>
                </c:pt>
                <c:pt idx="1838">
                  <c:v>1004.6</c:v>
                </c:pt>
                <c:pt idx="1839">
                  <c:v>1007.75</c:v>
                </c:pt>
                <c:pt idx="1840">
                  <c:v>1000.05</c:v>
                </c:pt>
                <c:pt idx="1841">
                  <c:v>991.3</c:v>
                </c:pt>
                <c:pt idx="1842">
                  <c:v>994.7</c:v>
                </c:pt>
                <c:pt idx="1843">
                  <c:v>1011.8</c:v>
                </c:pt>
                <c:pt idx="1844">
                  <c:v>992.6</c:v>
                </c:pt>
                <c:pt idx="1845">
                  <c:v>995.9</c:v>
                </c:pt>
                <c:pt idx="1846">
                  <c:v>1011.05</c:v>
                </c:pt>
                <c:pt idx="1847">
                  <c:v>1035.45</c:v>
                </c:pt>
                <c:pt idx="1848">
                  <c:v>1042.05</c:v>
                </c:pt>
                <c:pt idx="1849">
                  <c:v>1070.3</c:v>
                </c:pt>
                <c:pt idx="1850">
                  <c:v>1106.8</c:v>
                </c:pt>
                <c:pt idx="1851">
                  <c:v>1115.0999999999999</c:v>
                </c:pt>
                <c:pt idx="1852">
                  <c:v>1114.6500000000001</c:v>
                </c:pt>
                <c:pt idx="1853">
                  <c:v>1091.1500000000001</c:v>
                </c:pt>
                <c:pt idx="1854">
                  <c:v>1069.2</c:v>
                </c:pt>
                <c:pt idx="1855">
                  <c:v>1127.1500000000001</c:v>
                </c:pt>
                <c:pt idx="1856">
                  <c:v>1144.4000000000001</c:v>
                </c:pt>
                <c:pt idx="1857">
                  <c:v>1104.05</c:v>
                </c:pt>
                <c:pt idx="1858">
                  <c:v>1147.5999999999999</c:v>
                </c:pt>
                <c:pt idx="1859">
                  <c:v>1153.45</c:v>
                </c:pt>
                <c:pt idx="1860">
                  <c:v>1168.4000000000001</c:v>
                </c:pt>
                <c:pt idx="1861">
                  <c:v>1159.5999999999999</c:v>
                </c:pt>
                <c:pt idx="1862">
                  <c:v>1127.2</c:v>
                </c:pt>
                <c:pt idx="1863">
                  <c:v>1105.55</c:v>
                </c:pt>
                <c:pt idx="1864">
                  <c:v>1090.95</c:v>
                </c:pt>
                <c:pt idx="1865">
                  <c:v>1097.3499999999999</c:v>
                </c:pt>
                <c:pt idx="1866">
                  <c:v>1088.1500000000001</c:v>
                </c:pt>
                <c:pt idx="1867">
                  <c:v>1082.9000000000001</c:v>
                </c:pt>
                <c:pt idx="1868">
                  <c:v>1096.4000000000001</c:v>
                </c:pt>
                <c:pt idx="1869">
                  <c:v>1110.3499999999999</c:v>
                </c:pt>
                <c:pt idx="1870">
                  <c:v>1088.45</c:v>
                </c:pt>
                <c:pt idx="1871">
                  <c:v>1099.95</c:v>
                </c:pt>
                <c:pt idx="1872">
                  <c:v>1100.05</c:v>
                </c:pt>
                <c:pt idx="1873">
                  <c:v>1101.8</c:v>
                </c:pt>
                <c:pt idx="1874">
                  <c:v>1103</c:v>
                </c:pt>
                <c:pt idx="1875">
                  <c:v>1099.8</c:v>
                </c:pt>
                <c:pt idx="1876">
                  <c:v>1098.7</c:v>
                </c:pt>
                <c:pt idx="1877">
                  <c:v>1090.3499999999999</c:v>
                </c:pt>
                <c:pt idx="1878">
                  <c:v>1097.3</c:v>
                </c:pt>
                <c:pt idx="1879">
                  <c:v>1146.75</c:v>
                </c:pt>
                <c:pt idx="1880">
                  <c:v>1147.55</c:v>
                </c:pt>
                <c:pt idx="1881">
                  <c:v>1150.5</c:v>
                </c:pt>
                <c:pt idx="1882">
                  <c:v>1150.75</c:v>
                </c:pt>
                <c:pt idx="1883">
                  <c:v>1129.0999999999999</c:v>
                </c:pt>
                <c:pt idx="1884">
                  <c:v>1158.3</c:v>
                </c:pt>
                <c:pt idx="1885">
                  <c:v>1167.5999999999999</c:v>
                </c:pt>
                <c:pt idx="1886">
                  <c:v>1149.3</c:v>
                </c:pt>
                <c:pt idx="1887">
                  <c:v>1148.75</c:v>
                </c:pt>
                <c:pt idx="1888">
                  <c:v>1201.45</c:v>
                </c:pt>
                <c:pt idx="1889">
                  <c:v>1226.4000000000001</c:v>
                </c:pt>
                <c:pt idx="1890">
                  <c:v>1217.6500000000001</c:v>
                </c:pt>
                <c:pt idx="1891">
                  <c:v>1199.3</c:v>
                </c:pt>
                <c:pt idx="1892">
                  <c:v>1200.05</c:v>
                </c:pt>
                <c:pt idx="1893">
                  <c:v>1209.25</c:v>
                </c:pt>
                <c:pt idx="1894">
                  <c:v>1200.9000000000001</c:v>
                </c:pt>
                <c:pt idx="1895">
                  <c:v>1230.3</c:v>
                </c:pt>
                <c:pt idx="1896">
                  <c:v>1248.9000000000001</c:v>
                </c:pt>
                <c:pt idx="1897">
                  <c:v>1239.05</c:v>
                </c:pt>
                <c:pt idx="1898">
                  <c:v>1217.25</c:v>
                </c:pt>
                <c:pt idx="1899">
                  <c:v>1169.3499999999999</c:v>
                </c:pt>
                <c:pt idx="1900">
                  <c:v>1168.8499999999999</c:v>
                </c:pt>
                <c:pt idx="1901">
                  <c:v>1200.5999999999999</c:v>
                </c:pt>
                <c:pt idx="1902">
                  <c:v>1161.3499999999999</c:v>
                </c:pt>
                <c:pt idx="1903">
                  <c:v>1152.4000000000001</c:v>
                </c:pt>
                <c:pt idx="1904">
                  <c:v>1155</c:v>
                </c:pt>
                <c:pt idx="1905">
                  <c:v>1132.5</c:v>
                </c:pt>
                <c:pt idx="1906">
                  <c:v>1141.4000000000001</c:v>
                </c:pt>
                <c:pt idx="1907">
                  <c:v>1171.75</c:v>
                </c:pt>
                <c:pt idx="1908">
                  <c:v>1155.6500000000001</c:v>
                </c:pt>
                <c:pt idx="1909">
                  <c:v>1130.5</c:v>
                </c:pt>
                <c:pt idx="1910">
                  <c:v>1135.6500000000001</c:v>
                </c:pt>
                <c:pt idx="1911">
                  <c:v>1147.6500000000001</c:v>
                </c:pt>
                <c:pt idx="1912">
                  <c:v>1094</c:v>
                </c:pt>
                <c:pt idx="1913">
                  <c:v>1068.0999999999999</c:v>
                </c:pt>
                <c:pt idx="1914">
                  <c:v>1110.9000000000001</c:v>
                </c:pt>
                <c:pt idx="1915">
                  <c:v>1103.95</c:v>
                </c:pt>
                <c:pt idx="1916">
                  <c:v>1117.4000000000001</c:v>
                </c:pt>
                <c:pt idx="1917">
                  <c:v>1100.1500000000001</c:v>
                </c:pt>
                <c:pt idx="1918">
                  <c:v>1097.7</c:v>
                </c:pt>
                <c:pt idx="1919">
                  <c:v>1119.5999999999999</c:v>
                </c:pt>
                <c:pt idx="1920">
                  <c:v>1150.5999999999999</c:v>
                </c:pt>
                <c:pt idx="1921">
                  <c:v>1162.55</c:v>
                </c:pt>
                <c:pt idx="1922">
                  <c:v>1180.5999999999999</c:v>
                </c:pt>
                <c:pt idx="1923">
                  <c:v>1171.7</c:v>
                </c:pt>
                <c:pt idx="1924">
                  <c:v>1176.4000000000001</c:v>
                </c:pt>
                <c:pt idx="1925">
                  <c:v>1176.45</c:v>
                </c:pt>
                <c:pt idx="1926">
                  <c:v>1172.45</c:v>
                </c:pt>
                <c:pt idx="1927">
                  <c:v>1184.5999999999999</c:v>
                </c:pt>
                <c:pt idx="1928">
                  <c:v>1196.55</c:v>
                </c:pt>
                <c:pt idx="1929">
                  <c:v>1196.0999999999999</c:v>
                </c:pt>
                <c:pt idx="1930">
                  <c:v>1187.8</c:v>
                </c:pt>
                <c:pt idx="1931">
                  <c:v>1182.1500000000001</c:v>
                </c:pt>
                <c:pt idx="1932">
                  <c:v>1213.5</c:v>
                </c:pt>
                <c:pt idx="1933">
                  <c:v>1232.7</c:v>
                </c:pt>
                <c:pt idx="1934">
                  <c:v>1226.1500000000001</c:v>
                </c:pt>
                <c:pt idx="1935">
                  <c:v>1231.1500000000001</c:v>
                </c:pt>
                <c:pt idx="1936">
                  <c:v>1324.3</c:v>
                </c:pt>
                <c:pt idx="1937">
                  <c:v>1326.2</c:v>
                </c:pt>
                <c:pt idx="1938">
                  <c:v>1318.45</c:v>
                </c:pt>
                <c:pt idx="1939">
                  <c:v>1346.5</c:v>
                </c:pt>
                <c:pt idx="1940">
                  <c:v>1396.35</c:v>
                </c:pt>
                <c:pt idx="1941">
                  <c:v>1375.7</c:v>
                </c:pt>
                <c:pt idx="1942">
                  <c:v>1433</c:v>
                </c:pt>
                <c:pt idx="1943">
                  <c:v>1435.6</c:v>
                </c:pt>
                <c:pt idx="1944">
                  <c:v>1411.65</c:v>
                </c:pt>
                <c:pt idx="1945">
                  <c:v>1424.8</c:v>
                </c:pt>
                <c:pt idx="1946">
                  <c:v>1409.7</c:v>
                </c:pt>
                <c:pt idx="1947">
                  <c:v>1403.15</c:v>
                </c:pt>
                <c:pt idx="1948">
                  <c:v>1407.35</c:v>
                </c:pt>
                <c:pt idx="1949">
                  <c:v>1421.15</c:v>
                </c:pt>
                <c:pt idx="1950">
                  <c:v>1416.95</c:v>
                </c:pt>
                <c:pt idx="1951">
                  <c:v>1460.7</c:v>
                </c:pt>
                <c:pt idx="1952">
                  <c:v>1432.7</c:v>
                </c:pt>
                <c:pt idx="1953">
                  <c:v>1499.2</c:v>
                </c:pt>
                <c:pt idx="1954">
                  <c:v>1507.75</c:v>
                </c:pt>
                <c:pt idx="1955">
                  <c:v>1462.75</c:v>
                </c:pt>
                <c:pt idx="1956">
                  <c:v>1388.2</c:v>
                </c:pt>
                <c:pt idx="1957">
                  <c:v>1366.35</c:v>
                </c:pt>
                <c:pt idx="1958">
                  <c:v>1371.9</c:v>
                </c:pt>
                <c:pt idx="1959">
                  <c:v>1488.2</c:v>
                </c:pt>
                <c:pt idx="1960">
                  <c:v>1513.95</c:v>
                </c:pt>
                <c:pt idx="1961">
                  <c:v>1554</c:v>
                </c:pt>
                <c:pt idx="1962">
                  <c:v>1546.5</c:v>
                </c:pt>
                <c:pt idx="1963">
                  <c:v>1646.95</c:v>
                </c:pt>
                <c:pt idx="1964">
                  <c:v>1620.55</c:v>
                </c:pt>
                <c:pt idx="1965">
                  <c:v>1653.4</c:v>
                </c:pt>
                <c:pt idx="1966">
                  <c:v>1690.2</c:v>
                </c:pt>
                <c:pt idx="1967">
                  <c:v>1770.5</c:v>
                </c:pt>
                <c:pt idx="1968">
                  <c:v>1716.05</c:v>
                </c:pt>
                <c:pt idx="1969">
                  <c:v>1708.2</c:v>
                </c:pt>
                <c:pt idx="1970">
                  <c:v>1616.85</c:v>
                </c:pt>
                <c:pt idx="1971">
                  <c:v>1555.35</c:v>
                </c:pt>
                <c:pt idx="1972">
                  <c:v>1536.25</c:v>
                </c:pt>
                <c:pt idx="1973">
                  <c:v>1477.35</c:v>
                </c:pt>
                <c:pt idx="1974">
                  <c:v>1574.2</c:v>
                </c:pt>
                <c:pt idx="1975">
                  <c:v>1752.3</c:v>
                </c:pt>
                <c:pt idx="1976">
                  <c:v>1700.45</c:v>
                </c:pt>
                <c:pt idx="1977">
                  <c:v>1687.1</c:v>
                </c:pt>
                <c:pt idx="1978">
                  <c:v>1654.55</c:v>
                </c:pt>
                <c:pt idx="1979">
                  <c:v>1630.3</c:v>
                </c:pt>
                <c:pt idx="1980">
                  <c:v>1580.9</c:v>
                </c:pt>
                <c:pt idx="1981">
                  <c:v>1591.7</c:v>
                </c:pt>
                <c:pt idx="1982">
                  <c:v>1562.7</c:v>
                </c:pt>
                <c:pt idx="1983">
                  <c:v>1643.35</c:v>
                </c:pt>
                <c:pt idx="1984">
                  <c:v>1632.65</c:v>
                </c:pt>
                <c:pt idx="1985">
                  <c:v>1606.35</c:v>
                </c:pt>
                <c:pt idx="1986">
                  <c:v>1674.4</c:v>
                </c:pt>
                <c:pt idx="1987">
                  <c:v>1716.15</c:v>
                </c:pt>
                <c:pt idx="1988">
                  <c:v>1696.1</c:v>
                </c:pt>
                <c:pt idx="1989">
                  <c:v>1701.65</c:v>
                </c:pt>
                <c:pt idx="1990">
                  <c:v>1723.8</c:v>
                </c:pt>
                <c:pt idx="1991">
                  <c:v>1689.95</c:v>
                </c:pt>
                <c:pt idx="1992">
                  <c:v>1719.8</c:v>
                </c:pt>
                <c:pt idx="1993">
                  <c:v>1687.95</c:v>
                </c:pt>
                <c:pt idx="1994">
                  <c:v>1780.55</c:v>
                </c:pt>
                <c:pt idx="1995">
                  <c:v>1784.05</c:v>
                </c:pt>
                <c:pt idx="1996">
                  <c:v>1756.35</c:v>
                </c:pt>
                <c:pt idx="1997">
                  <c:v>1724.45</c:v>
                </c:pt>
                <c:pt idx="1998">
                  <c:v>1683.55</c:v>
                </c:pt>
                <c:pt idx="1999">
                  <c:v>1661.75</c:v>
                </c:pt>
                <c:pt idx="2000">
                  <c:v>1653.05</c:v>
                </c:pt>
                <c:pt idx="2001">
                  <c:v>1642.7</c:v>
                </c:pt>
                <c:pt idx="2002">
                  <c:v>1698.15</c:v>
                </c:pt>
                <c:pt idx="2003">
                  <c:v>1706.75</c:v>
                </c:pt>
                <c:pt idx="2004">
                  <c:v>1745.5</c:v>
                </c:pt>
                <c:pt idx="2005">
                  <c:v>1730.3</c:v>
                </c:pt>
                <c:pt idx="2006">
                  <c:v>1729.1</c:v>
                </c:pt>
                <c:pt idx="2007">
                  <c:v>1729.5</c:v>
                </c:pt>
                <c:pt idx="2008">
                  <c:v>1715.3</c:v>
                </c:pt>
                <c:pt idx="2009">
                  <c:v>1694.4</c:v>
                </c:pt>
                <c:pt idx="2010">
                  <c:v>1696.4</c:v>
                </c:pt>
                <c:pt idx="2011">
                  <c:v>1655.4</c:v>
                </c:pt>
                <c:pt idx="2012">
                  <c:v>1715.75</c:v>
                </c:pt>
                <c:pt idx="2013">
                  <c:v>1744.6</c:v>
                </c:pt>
                <c:pt idx="2014">
                  <c:v>1722</c:v>
                </c:pt>
                <c:pt idx="2015">
                  <c:v>1764.55</c:v>
                </c:pt>
                <c:pt idx="2016">
                  <c:v>1783.15</c:v>
                </c:pt>
                <c:pt idx="2017">
                  <c:v>1788.95</c:v>
                </c:pt>
                <c:pt idx="2018">
                  <c:v>1673.75</c:v>
                </c:pt>
                <c:pt idx="2019">
                  <c:v>1643.6</c:v>
                </c:pt>
                <c:pt idx="2020">
                  <c:v>1571</c:v>
                </c:pt>
                <c:pt idx="2021">
                  <c:v>1507.1</c:v>
                </c:pt>
                <c:pt idx="2022">
                  <c:v>1426.4</c:v>
                </c:pt>
                <c:pt idx="2023">
                  <c:v>1534.3</c:v>
                </c:pt>
                <c:pt idx="2024">
                  <c:v>1510.4</c:v>
                </c:pt>
                <c:pt idx="2025">
                  <c:v>1608.45</c:v>
                </c:pt>
                <c:pt idx="2026">
                  <c:v>1590.2</c:v>
                </c:pt>
                <c:pt idx="2027">
                  <c:v>1537.35</c:v>
                </c:pt>
                <c:pt idx="2028">
                  <c:v>1532.95</c:v>
                </c:pt>
                <c:pt idx="2029">
                  <c:v>1569.55</c:v>
                </c:pt>
                <c:pt idx="2030">
                  <c:v>1571</c:v>
                </c:pt>
                <c:pt idx="2031">
                  <c:v>1547.4</c:v>
                </c:pt>
                <c:pt idx="2032">
                  <c:v>1512.25</c:v>
                </c:pt>
                <c:pt idx="2033">
                  <c:v>1500.1</c:v>
                </c:pt>
                <c:pt idx="2034">
                  <c:v>1491.8</c:v>
                </c:pt>
                <c:pt idx="2035">
                  <c:v>1441.95</c:v>
                </c:pt>
                <c:pt idx="2036">
                  <c:v>1410.75</c:v>
                </c:pt>
                <c:pt idx="2037">
                  <c:v>1407.65</c:v>
                </c:pt>
                <c:pt idx="2038">
                  <c:v>1468.5</c:v>
                </c:pt>
                <c:pt idx="2039">
                  <c:v>1536.45</c:v>
                </c:pt>
                <c:pt idx="2040">
                  <c:v>1562.25</c:v>
                </c:pt>
                <c:pt idx="2041">
                  <c:v>1556.85</c:v>
                </c:pt>
                <c:pt idx="2042">
                  <c:v>1571.9</c:v>
                </c:pt>
                <c:pt idx="2043">
                  <c:v>1537.2</c:v>
                </c:pt>
                <c:pt idx="2044">
                  <c:v>1540.85</c:v>
                </c:pt>
                <c:pt idx="2045">
                  <c:v>1474.3</c:v>
                </c:pt>
                <c:pt idx="2046">
                  <c:v>1421.75</c:v>
                </c:pt>
                <c:pt idx="2047">
                  <c:v>1454.9</c:v>
                </c:pt>
                <c:pt idx="2048">
                  <c:v>1452.3</c:v>
                </c:pt>
                <c:pt idx="2049">
                  <c:v>1472.55</c:v>
                </c:pt>
                <c:pt idx="2050">
                  <c:v>1456.75</c:v>
                </c:pt>
                <c:pt idx="2051">
                  <c:v>1389.9</c:v>
                </c:pt>
                <c:pt idx="2052">
                  <c:v>1351.75</c:v>
                </c:pt>
                <c:pt idx="2053">
                  <c:v>1332.75</c:v>
                </c:pt>
                <c:pt idx="2054">
                  <c:v>1282.25</c:v>
                </c:pt>
                <c:pt idx="2055">
                  <c:v>1311.5</c:v>
                </c:pt>
                <c:pt idx="2056">
                  <c:v>1333.2</c:v>
                </c:pt>
                <c:pt idx="2057">
                  <c:v>1370.55</c:v>
                </c:pt>
                <c:pt idx="2058">
                  <c:v>1299.1500000000001</c:v>
                </c:pt>
                <c:pt idx="2059">
                  <c:v>1315.45</c:v>
                </c:pt>
                <c:pt idx="2060">
                  <c:v>1226</c:v>
                </c:pt>
                <c:pt idx="2061">
                  <c:v>1230.95</c:v>
                </c:pt>
                <c:pt idx="2062">
                  <c:v>1272.5999999999999</c:v>
                </c:pt>
                <c:pt idx="2063">
                  <c:v>1341.9</c:v>
                </c:pt>
                <c:pt idx="2064">
                  <c:v>1414</c:v>
                </c:pt>
                <c:pt idx="2065">
                  <c:v>1439.2</c:v>
                </c:pt>
                <c:pt idx="2066">
                  <c:v>1433.2</c:v>
                </c:pt>
                <c:pt idx="2067">
                  <c:v>1407</c:v>
                </c:pt>
                <c:pt idx="2068">
                  <c:v>1331.25</c:v>
                </c:pt>
                <c:pt idx="2069">
                  <c:v>1309.55</c:v>
                </c:pt>
                <c:pt idx="2070">
                  <c:v>1328</c:v>
                </c:pt>
                <c:pt idx="2071">
                  <c:v>1331.15</c:v>
                </c:pt>
                <c:pt idx="2072">
                  <c:v>1293.8499999999999</c:v>
                </c:pt>
                <c:pt idx="2073">
                  <c:v>1303.4000000000001</c:v>
                </c:pt>
                <c:pt idx="2074">
                  <c:v>1308.55</c:v>
                </c:pt>
                <c:pt idx="2075">
                  <c:v>1379.85</c:v>
                </c:pt>
                <c:pt idx="2076">
                  <c:v>1326.55</c:v>
                </c:pt>
                <c:pt idx="2077">
                  <c:v>1330.05</c:v>
                </c:pt>
                <c:pt idx="2078">
                  <c:v>1303.3</c:v>
                </c:pt>
                <c:pt idx="2079">
                  <c:v>1308.3</c:v>
                </c:pt>
                <c:pt idx="2080">
                  <c:v>1401.2</c:v>
                </c:pt>
                <c:pt idx="2081">
                  <c:v>1460.75</c:v>
                </c:pt>
                <c:pt idx="2082">
                  <c:v>1508.25</c:v>
                </c:pt>
                <c:pt idx="2083">
                  <c:v>1445.35</c:v>
                </c:pt>
                <c:pt idx="2084">
                  <c:v>1442.6</c:v>
                </c:pt>
                <c:pt idx="2085">
                  <c:v>1500.4</c:v>
                </c:pt>
                <c:pt idx="2086">
                  <c:v>1523.35</c:v>
                </c:pt>
                <c:pt idx="2087">
                  <c:v>1547.8</c:v>
                </c:pt>
                <c:pt idx="2088">
                  <c:v>1524.15</c:v>
                </c:pt>
                <c:pt idx="2089">
                  <c:v>1540.4</c:v>
                </c:pt>
                <c:pt idx="2090">
                  <c:v>1528.55</c:v>
                </c:pt>
                <c:pt idx="2091">
                  <c:v>1542.85</c:v>
                </c:pt>
                <c:pt idx="2092">
                  <c:v>1541.9</c:v>
                </c:pt>
                <c:pt idx="2093">
                  <c:v>1508.35</c:v>
                </c:pt>
                <c:pt idx="2094">
                  <c:v>1452.5</c:v>
                </c:pt>
                <c:pt idx="2095">
                  <c:v>1468.05</c:v>
                </c:pt>
                <c:pt idx="2096">
                  <c:v>1480.25</c:v>
                </c:pt>
                <c:pt idx="2097">
                  <c:v>1464.8</c:v>
                </c:pt>
                <c:pt idx="2098">
                  <c:v>1478.5</c:v>
                </c:pt>
                <c:pt idx="2099">
                  <c:v>1500.4</c:v>
                </c:pt>
                <c:pt idx="2100">
                  <c:v>1461.2</c:v>
                </c:pt>
                <c:pt idx="2101">
                  <c:v>1410.05</c:v>
                </c:pt>
                <c:pt idx="2102">
                  <c:v>1383.75</c:v>
                </c:pt>
                <c:pt idx="2103">
                  <c:v>1381.5</c:v>
                </c:pt>
                <c:pt idx="2104">
                  <c:v>1347.6</c:v>
                </c:pt>
                <c:pt idx="2105">
                  <c:v>1332.7</c:v>
                </c:pt>
                <c:pt idx="2106">
                  <c:v>1351.35</c:v>
                </c:pt>
                <c:pt idx="2107">
                  <c:v>1319.55</c:v>
                </c:pt>
                <c:pt idx="2108">
                  <c:v>1368.7</c:v>
                </c:pt>
                <c:pt idx="2109">
                  <c:v>1310.5</c:v>
                </c:pt>
                <c:pt idx="2110">
                  <c:v>1266.4000000000001</c:v>
                </c:pt>
                <c:pt idx="2111">
                  <c:v>1215</c:v>
                </c:pt>
                <c:pt idx="2112">
                  <c:v>1248.1500000000001</c:v>
                </c:pt>
                <c:pt idx="2113">
                  <c:v>1232.45</c:v>
                </c:pt>
                <c:pt idx="2114">
                  <c:v>1183.5999999999999</c:v>
                </c:pt>
                <c:pt idx="2115">
                  <c:v>1132.3499999999999</c:v>
                </c:pt>
                <c:pt idx="2116">
                  <c:v>1196.3499999999999</c:v>
                </c:pt>
                <c:pt idx="2117">
                  <c:v>1161.55</c:v>
                </c:pt>
                <c:pt idx="2118">
                  <c:v>1122.1500000000001</c:v>
                </c:pt>
                <c:pt idx="2119">
                  <c:v>1149.25</c:v>
                </c:pt>
                <c:pt idx="2120">
                  <c:v>1213.6500000000001</c:v>
                </c:pt>
                <c:pt idx="2121">
                  <c:v>1168.4000000000001</c:v>
                </c:pt>
                <c:pt idx="2122">
                  <c:v>1122.95</c:v>
                </c:pt>
                <c:pt idx="2123">
                  <c:v>1098.25</c:v>
                </c:pt>
                <c:pt idx="2124">
                  <c:v>1095.55</c:v>
                </c:pt>
                <c:pt idx="2125">
                  <c:v>1059.6500000000001</c:v>
                </c:pt>
                <c:pt idx="2126">
                  <c:v>1074.3499999999999</c:v>
                </c:pt>
                <c:pt idx="2127">
                  <c:v>1060.5</c:v>
                </c:pt>
                <c:pt idx="2128">
                  <c:v>1021.6</c:v>
                </c:pt>
                <c:pt idx="2129">
                  <c:v>1007.4</c:v>
                </c:pt>
                <c:pt idx="2130">
                  <c:v>965.25</c:v>
                </c:pt>
                <c:pt idx="2131">
                  <c:v>1027.5999999999999</c:v>
                </c:pt>
                <c:pt idx="2132">
                  <c:v>984.45</c:v>
                </c:pt>
                <c:pt idx="2133">
                  <c:v>1000.3</c:v>
                </c:pt>
                <c:pt idx="2134">
                  <c:v>1005.4</c:v>
                </c:pt>
                <c:pt idx="2135">
                  <c:v>1001.75</c:v>
                </c:pt>
                <c:pt idx="2136">
                  <c:v>1058.25</c:v>
                </c:pt>
                <c:pt idx="2137">
                  <c:v>1054.2</c:v>
                </c:pt>
                <c:pt idx="2138">
                  <c:v>1067.8</c:v>
                </c:pt>
                <c:pt idx="2139">
                  <c:v>1031.6500000000001</c:v>
                </c:pt>
                <c:pt idx="2140">
                  <c:v>918.15</c:v>
                </c:pt>
                <c:pt idx="2141">
                  <c:v>903.6</c:v>
                </c:pt>
                <c:pt idx="2142">
                  <c:v>958.65</c:v>
                </c:pt>
                <c:pt idx="2143">
                  <c:v>1034.5</c:v>
                </c:pt>
                <c:pt idx="2144">
                  <c:v>1083.7</c:v>
                </c:pt>
                <c:pt idx="2145">
                  <c:v>1101.3</c:v>
                </c:pt>
                <c:pt idx="2146">
                  <c:v>1204.5999999999999</c:v>
                </c:pt>
                <c:pt idx="2147">
                  <c:v>1213.9000000000001</c:v>
                </c:pt>
                <c:pt idx="2148">
                  <c:v>1126.45</c:v>
                </c:pt>
                <c:pt idx="2149">
                  <c:v>1127.2</c:v>
                </c:pt>
                <c:pt idx="2150">
                  <c:v>1029.3</c:v>
                </c:pt>
                <c:pt idx="2151">
                  <c:v>1094.05</c:v>
                </c:pt>
                <c:pt idx="2152">
                  <c:v>1098.1500000000001</c:v>
                </c:pt>
                <c:pt idx="2153">
                  <c:v>1108.3</c:v>
                </c:pt>
                <c:pt idx="2154">
                  <c:v>1108.75</c:v>
                </c:pt>
                <c:pt idx="2155">
                  <c:v>1184.5</c:v>
                </c:pt>
                <c:pt idx="2156">
                  <c:v>1216.4000000000001</c:v>
                </c:pt>
                <c:pt idx="2157">
                  <c:v>1252.6500000000001</c:v>
                </c:pt>
                <c:pt idx="2158">
                  <c:v>1283.0999999999999</c:v>
                </c:pt>
                <c:pt idx="2159">
                  <c:v>1311.5</c:v>
                </c:pt>
                <c:pt idx="2160">
                  <c:v>1265.05</c:v>
                </c:pt>
                <c:pt idx="2161">
                  <c:v>1217.3499999999999</c:v>
                </c:pt>
                <c:pt idx="2162">
                  <c:v>1174.8</c:v>
                </c:pt>
                <c:pt idx="2163">
                  <c:v>1203.55</c:v>
                </c:pt>
                <c:pt idx="2164">
                  <c:v>1206.8499999999999</c:v>
                </c:pt>
                <c:pt idx="2165">
                  <c:v>1238.2</c:v>
                </c:pt>
                <c:pt idx="2166">
                  <c:v>1166.3499999999999</c:v>
                </c:pt>
                <c:pt idx="2167">
                  <c:v>1194</c:v>
                </c:pt>
                <c:pt idx="2168">
                  <c:v>1207.7</c:v>
                </c:pt>
                <c:pt idx="2169">
                  <c:v>1251.3</c:v>
                </c:pt>
                <c:pt idx="2170">
                  <c:v>1234</c:v>
                </c:pt>
                <c:pt idx="2171">
                  <c:v>1213.0999999999999</c:v>
                </c:pt>
                <c:pt idx="2172">
                  <c:v>1276.7</c:v>
                </c:pt>
                <c:pt idx="2173">
                  <c:v>1298.3</c:v>
                </c:pt>
                <c:pt idx="2174">
                  <c:v>1339.65</c:v>
                </c:pt>
                <c:pt idx="2175">
                  <c:v>1303.05</c:v>
                </c:pt>
                <c:pt idx="2176">
                  <c:v>1248.5</c:v>
                </c:pt>
                <c:pt idx="2177">
                  <c:v>1301.0999999999999</c:v>
                </c:pt>
                <c:pt idx="2178">
                  <c:v>1293.5999999999999</c:v>
                </c:pt>
                <c:pt idx="2179">
                  <c:v>1275.7</c:v>
                </c:pt>
                <c:pt idx="2180">
                  <c:v>1253</c:v>
                </c:pt>
                <c:pt idx="2181">
                  <c:v>1244.7</c:v>
                </c:pt>
                <c:pt idx="2182">
                  <c:v>1203.4000000000001</c:v>
                </c:pt>
                <c:pt idx="2183">
                  <c:v>1230.3499999999999</c:v>
                </c:pt>
                <c:pt idx="2184">
                  <c:v>1187.3499999999999</c:v>
                </c:pt>
                <c:pt idx="2185">
                  <c:v>1223.75</c:v>
                </c:pt>
                <c:pt idx="2186">
                  <c:v>1299.55</c:v>
                </c:pt>
                <c:pt idx="2187">
                  <c:v>1300.7</c:v>
                </c:pt>
                <c:pt idx="2188">
                  <c:v>1233.75</c:v>
                </c:pt>
                <c:pt idx="2189">
                  <c:v>1280.5999999999999</c:v>
                </c:pt>
                <c:pt idx="2190">
                  <c:v>1300.6500000000001</c:v>
                </c:pt>
                <c:pt idx="2191">
                  <c:v>1244.5999999999999</c:v>
                </c:pt>
                <c:pt idx="2192">
                  <c:v>1200.3499999999999</c:v>
                </c:pt>
                <c:pt idx="2193">
                  <c:v>1229.7</c:v>
                </c:pt>
                <c:pt idx="2194">
                  <c:v>1295.25</c:v>
                </c:pt>
                <c:pt idx="2195">
                  <c:v>1275.75</c:v>
                </c:pt>
                <c:pt idx="2196">
                  <c:v>1202.75</c:v>
                </c:pt>
                <c:pt idx="2197">
                  <c:v>1128.8499999999999</c:v>
                </c:pt>
                <c:pt idx="2198">
                  <c:v>1106.05</c:v>
                </c:pt>
                <c:pt idx="2199">
                  <c:v>1047.75</c:v>
                </c:pt>
                <c:pt idx="2200">
                  <c:v>1173.05</c:v>
                </c:pt>
                <c:pt idx="2201">
                  <c:v>1141</c:v>
                </c:pt>
                <c:pt idx="2202">
                  <c:v>1136.75</c:v>
                </c:pt>
                <c:pt idx="2203">
                  <c:v>1093.3</c:v>
                </c:pt>
                <c:pt idx="2204">
                  <c:v>1026.3499999999999</c:v>
                </c:pt>
                <c:pt idx="2205">
                  <c:v>1080.3499999999999</c:v>
                </c:pt>
                <c:pt idx="2206">
                  <c:v>1089.55</c:v>
                </c:pt>
                <c:pt idx="2207">
                  <c:v>1048.5</c:v>
                </c:pt>
                <c:pt idx="2208">
                  <c:v>1074.25</c:v>
                </c:pt>
                <c:pt idx="2209">
                  <c:v>972.9</c:v>
                </c:pt>
                <c:pt idx="2210">
                  <c:v>932.3</c:v>
                </c:pt>
                <c:pt idx="2211">
                  <c:v>966.85</c:v>
                </c:pt>
                <c:pt idx="2212">
                  <c:v>950.95</c:v>
                </c:pt>
                <c:pt idx="2213">
                  <c:v>1022.6</c:v>
                </c:pt>
                <c:pt idx="2214">
                  <c:v>1070.55</c:v>
                </c:pt>
                <c:pt idx="2215">
                  <c:v>1112.6500000000001</c:v>
                </c:pt>
                <c:pt idx="2216">
                  <c:v>1098.3499999999999</c:v>
                </c:pt>
                <c:pt idx="2217">
                  <c:v>1062.25</c:v>
                </c:pt>
                <c:pt idx="2218">
                  <c:v>1089.8</c:v>
                </c:pt>
                <c:pt idx="2219">
                  <c:v>1100.7</c:v>
                </c:pt>
                <c:pt idx="2220">
                  <c:v>1023.35</c:v>
                </c:pt>
                <c:pt idx="2221">
                  <c:v>1006.65</c:v>
                </c:pt>
                <c:pt idx="2222">
                  <c:v>1008.95</c:v>
                </c:pt>
                <c:pt idx="2223">
                  <c:v>936.45</c:v>
                </c:pt>
                <c:pt idx="2224">
                  <c:v>915.1</c:v>
                </c:pt>
                <c:pt idx="2225">
                  <c:v>884.55</c:v>
                </c:pt>
                <c:pt idx="2226">
                  <c:v>821.2</c:v>
                </c:pt>
                <c:pt idx="2227">
                  <c:v>856.45</c:v>
                </c:pt>
                <c:pt idx="2228">
                  <c:v>829.1</c:v>
                </c:pt>
                <c:pt idx="2229">
                  <c:v>835.4</c:v>
                </c:pt>
                <c:pt idx="2230">
                  <c:v>906.05</c:v>
                </c:pt>
                <c:pt idx="2231">
                  <c:v>922.75</c:v>
                </c:pt>
                <c:pt idx="2232">
                  <c:v>898.85</c:v>
                </c:pt>
                <c:pt idx="2233">
                  <c:v>885.9</c:v>
                </c:pt>
                <c:pt idx="2234">
                  <c:v>880.4</c:v>
                </c:pt>
                <c:pt idx="2235">
                  <c:v>911.95</c:v>
                </c:pt>
                <c:pt idx="2236">
                  <c:v>890.3</c:v>
                </c:pt>
                <c:pt idx="2237">
                  <c:v>898</c:v>
                </c:pt>
                <c:pt idx="2238">
                  <c:v>923.75</c:v>
                </c:pt>
                <c:pt idx="2239">
                  <c:v>918.55</c:v>
                </c:pt>
                <c:pt idx="2240">
                  <c:v>919.95</c:v>
                </c:pt>
                <c:pt idx="2241">
                  <c:v>944.25</c:v>
                </c:pt>
                <c:pt idx="2242">
                  <c:v>984.95</c:v>
                </c:pt>
                <c:pt idx="2243">
                  <c:v>1002.2</c:v>
                </c:pt>
                <c:pt idx="2244">
                  <c:v>1058.6500000000001</c:v>
                </c:pt>
                <c:pt idx="2245">
                  <c:v>1052.0999999999999</c:v>
                </c:pt>
                <c:pt idx="2246">
                  <c:v>1018.5</c:v>
                </c:pt>
                <c:pt idx="2247">
                  <c:v>979.8</c:v>
                </c:pt>
                <c:pt idx="2248">
                  <c:v>984.2</c:v>
                </c:pt>
                <c:pt idx="2249">
                  <c:v>972.8</c:v>
                </c:pt>
                <c:pt idx="2250">
                  <c:v>1002.35</c:v>
                </c:pt>
                <c:pt idx="2251">
                  <c:v>1019</c:v>
                </c:pt>
                <c:pt idx="2252">
                  <c:v>998.35</c:v>
                </c:pt>
                <c:pt idx="2253">
                  <c:v>1013.75</c:v>
                </c:pt>
                <c:pt idx="2254">
                  <c:v>1015.65</c:v>
                </c:pt>
                <c:pt idx="2255">
                  <c:v>1044.0999999999999</c:v>
                </c:pt>
                <c:pt idx="2256">
                  <c:v>1100.4000000000001</c:v>
                </c:pt>
                <c:pt idx="2257">
                  <c:v>1009.25</c:v>
                </c:pt>
                <c:pt idx="2258">
                  <c:v>1017.5</c:v>
                </c:pt>
                <c:pt idx="2259">
                  <c:v>1003.7</c:v>
                </c:pt>
                <c:pt idx="2260">
                  <c:v>988.85</c:v>
                </c:pt>
                <c:pt idx="2261">
                  <c:v>977.55</c:v>
                </c:pt>
                <c:pt idx="2262">
                  <c:v>924.8</c:v>
                </c:pt>
                <c:pt idx="2263">
                  <c:v>937.55</c:v>
                </c:pt>
                <c:pt idx="2264">
                  <c:v>941.1</c:v>
                </c:pt>
                <c:pt idx="2265">
                  <c:v>912.45</c:v>
                </c:pt>
                <c:pt idx="2266">
                  <c:v>889.45</c:v>
                </c:pt>
                <c:pt idx="2267">
                  <c:v>900.5</c:v>
                </c:pt>
                <c:pt idx="2268">
                  <c:v>872.45</c:v>
                </c:pt>
                <c:pt idx="2269">
                  <c:v>889.45</c:v>
                </c:pt>
                <c:pt idx="2270">
                  <c:v>911.75</c:v>
                </c:pt>
                <c:pt idx="2271">
                  <c:v>923.45</c:v>
                </c:pt>
                <c:pt idx="2272">
                  <c:v>925.6</c:v>
                </c:pt>
                <c:pt idx="2273">
                  <c:v>888.7</c:v>
                </c:pt>
                <c:pt idx="2274">
                  <c:v>898.2</c:v>
                </c:pt>
                <c:pt idx="2275">
                  <c:v>885.85</c:v>
                </c:pt>
                <c:pt idx="2276">
                  <c:v>884.25</c:v>
                </c:pt>
                <c:pt idx="2277">
                  <c:v>898.4</c:v>
                </c:pt>
                <c:pt idx="2278">
                  <c:v>919.45</c:v>
                </c:pt>
                <c:pt idx="2279">
                  <c:v>947</c:v>
                </c:pt>
                <c:pt idx="2280">
                  <c:v>934.5</c:v>
                </c:pt>
                <c:pt idx="2281">
                  <c:v>933.85</c:v>
                </c:pt>
                <c:pt idx="2282">
                  <c:v>944.15</c:v>
                </c:pt>
                <c:pt idx="2283">
                  <c:v>913.95</c:v>
                </c:pt>
                <c:pt idx="2284">
                  <c:v>880.3</c:v>
                </c:pt>
                <c:pt idx="2285">
                  <c:v>876.4</c:v>
                </c:pt>
                <c:pt idx="2286">
                  <c:v>884.55</c:v>
                </c:pt>
                <c:pt idx="2287">
                  <c:v>866.5</c:v>
                </c:pt>
                <c:pt idx="2288">
                  <c:v>854.5</c:v>
                </c:pt>
                <c:pt idx="2289">
                  <c:v>864.3</c:v>
                </c:pt>
                <c:pt idx="2290">
                  <c:v>874.8</c:v>
                </c:pt>
                <c:pt idx="2291">
                  <c:v>889.5</c:v>
                </c:pt>
                <c:pt idx="2292">
                  <c:v>845.7</c:v>
                </c:pt>
                <c:pt idx="2293">
                  <c:v>831.5</c:v>
                </c:pt>
                <c:pt idx="2294">
                  <c:v>839</c:v>
                </c:pt>
                <c:pt idx="2295">
                  <c:v>801.4</c:v>
                </c:pt>
                <c:pt idx="2296">
                  <c:v>801.8</c:v>
                </c:pt>
                <c:pt idx="2297">
                  <c:v>798.75</c:v>
                </c:pt>
                <c:pt idx="2298">
                  <c:v>798.65</c:v>
                </c:pt>
                <c:pt idx="2299">
                  <c:v>834.25</c:v>
                </c:pt>
                <c:pt idx="2300">
                  <c:v>844.85</c:v>
                </c:pt>
                <c:pt idx="2301">
                  <c:v>828.15</c:v>
                </c:pt>
                <c:pt idx="2302">
                  <c:v>843</c:v>
                </c:pt>
                <c:pt idx="2303">
                  <c:v>832.4</c:v>
                </c:pt>
                <c:pt idx="2304">
                  <c:v>839.3</c:v>
                </c:pt>
                <c:pt idx="2305">
                  <c:v>885</c:v>
                </c:pt>
                <c:pt idx="2306">
                  <c:v>941.7</c:v>
                </c:pt>
                <c:pt idx="2307">
                  <c:v>972.15</c:v>
                </c:pt>
                <c:pt idx="2308">
                  <c:v>993.4</c:v>
                </c:pt>
                <c:pt idx="2309">
                  <c:v>1001.45</c:v>
                </c:pt>
                <c:pt idx="2310">
                  <c:v>945.5</c:v>
                </c:pt>
                <c:pt idx="2311">
                  <c:v>973.4</c:v>
                </c:pt>
                <c:pt idx="2312">
                  <c:v>1000</c:v>
                </c:pt>
                <c:pt idx="2313">
                  <c:v>1036.55</c:v>
                </c:pt>
                <c:pt idx="2314">
                  <c:v>1064.1500000000001</c:v>
                </c:pt>
                <c:pt idx="2315">
                  <c:v>1046.75</c:v>
                </c:pt>
                <c:pt idx="2316">
                  <c:v>1044.4000000000001</c:v>
                </c:pt>
                <c:pt idx="2317">
                  <c:v>1098.3499999999999</c:v>
                </c:pt>
                <c:pt idx="2318">
                  <c:v>1082.75</c:v>
                </c:pt>
                <c:pt idx="2319">
                  <c:v>1066.0999999999999</c:v>
                </c:pt>
                <c:pt idx="2320">
                  <c:v>1071.9000000000001</c:v>
                </c:pt>
                <c:pt idx="2321">
                  <c:v>1067.0999999999999</c:v>
                </c:pt>
                <c:pt idx="2322">
                  <c:v>1087.0999999999999</c:v>
                </c:pt>
                <c:pt idx="2323">
                  <c:v>1089.3499999999999</c:v>
                </c:pt>
                <c:pt idx="2324">
                  <c:v>1092.5</c:v>
                </c:pt>
                <c:pt idx="2325">
                  <c:v>1110.25</c:v>
                </c:pt>
                <c:pt idx="2326">
                  <c:v>1115.4000000000001</c:v>
                </c:pt>
                <c:pt idx="2327">
                  <c:v>1071.8499999999999</c:v>
                </c:pt>
                <c:pt idx="2328">
                  <c:v>1100.3499999999999</c:v>
                </c:pt>
                <c:pt idx="2329">
                  <c:v>1199.4000000000001</c:v>
                </c:pt>
                <c:pt idx="2330">
                  <c:v>1193.25</c:v>
                </c:pt>
                <c:pt idx="2331">
                  <c:v>1171.95</c:v>
                </c:pt>
                <c:pt idx="2332">
                  <c:v>1176.3499999999999</c:v>
                </c:pt>
                <c:pt idx="2333">
                  <c:v>1144.05</c:v>
                </c:pt>
                <c:pt idx="2334">
                  <c:v>1147</c:v>
                </c:pt>
                <c:pt idx="2335">
                  <c:v>1195.3</c:v>
                </c:pt>
                <c:pt idx="2336">
                  <c:v>1164.3</c:v>
                </c:pt>
                <c:pt idx="2337">
                  <c:v>1163.6500000000001</c:v>
                </c:pt>
                <c:pt idx="2338">
                  <c:v>1184.95</c:v>
                </c:pt>
                <c:pt idx="2339">
                  <c:v>1378.1</c:v>
                </c:pt>
                <c:pt idx="2340">
                  <c:v>1411.8</c:v>
                </c:pt>
                <c:pt idx="2341">
                  <c:v>1380.6</c:v>
                </c:pt>
                <c:pt idx="2342">
                  <c:v>1371</c:v>
                </c:pt>
                <c:pt idx="2343">
                  <c:v>1369.85</c:v>
                </c:pt>
                <c:pt idx="2344">
                  <c:v>1363.6</c:v>
                </c:pt>
                <c:pt idx="2345">
                  <c:v>1336</c:v>
                </c:pt>
                <c:pt idx="2346">
                  <c:v>1409.1</c:v>
                </c:pt>
                <c:pt idx="2347">
                  <c:v>1439.95</c:v>
                </c:pt>
                <c:pt idx="2348">
                  <c:v>1444.5</c:v>
                </c:pt>
                <c:pt idx="2349">
                  <c:v>1433.65</c:v>
                </c:pt>
                <c:pt idx="2350">
                  <c:v>1397.8</c:v>
                </c:pt>
                <c:pt idx="2351">
                  <c:v>1370.75</c:v>
                </c:pt>
                <c:pt idx="2352">
                  <c:v>1388.8</c:v>
                </c:pt>
                <c:pt idx="2353">
                  <c:v>1418.6</c:v>
                </c:pt>
                <c:pt idx="2354">
                  <c:v>1400.05</c:v>
                </c:pt>
                <c:pt idx="2355">
                  <c:v>1420.25</c:v>
                </c:pt>
                <c:pt idx="2356">
                  <c:v>1501.25</c:v>
                </c:pt>
                <c:pt idx="2357">
                  <c:v>1556.5</c:v>
                </c:pt>
                <c:pt idx="2358">
                  <c:v>1528.15</c:v>
                </c:pt>
                <c:pt idx="2359">
                  <c:v>1533.05</c:v>
                </c:pt>
                <c:pt idx="2360">
                  <c:v>1546.2</c:v>
                </c:pt>
                <c:pt idx="2361">
                  <c:v>1544.75</c:v>
                </c:pt>
                <c:pt idx="2362">
                  <c:v>1524.85</c:v>
                </c:pt>
                <c:pt idx="2363">
                  <c:v>1558.85</c:v>
                </c:pt>
                <c:pt idx="2364">
                  <c:v>1543.1</c:v>
                </c:pt>
                <c:pt idx="2365">
                  <c:v>1485.45</c:v>
                </c:pt>
                <c:pt idx="2366">
                  <c:v>1457.7</c:v>
                </c:pt>
                <c:pt idx="2367">
                  <c:v>1464.5</c:v>
                </c:pt>
                <c:pt idx="2368">
                  <c:v>1498.3</c:v>
                </c:pt>
                <c:pt idx="2369">
                  <c:v>1507.8</c:v>
                </c:pt>
                <c:pt idx="2370">
                  <c:v>1493.15</c:v>
                </c:pt>
                <c:pt idx="2371">
                  <c:v>1502.5</c:v>
                </c:pt>
                <c:pt idx="2372">
                  <c:v>1500.5</c:v>
                </c:pt>
                <c:pt idx="2373">
                  <c:v>1515.75</c:v>
                </c:pt>
                <c:pt idx="2374">
                  <c:v>1423.95</c:v>
                </c:pt>
                <c:pt idx="2375">
                  <c:v>1427.3</c:v>
                </c:pt>
                <c:pt idx="2376">
                  <c:v>1375.3</c:v>
                </c:pt>
                <c:pt idx="2377">
                  <c:v>1399.9</c:v>
                </c:pt>
                <c:pt idx="2378">
                  <c:v>1378.85</c:v>
                </c:pt>
                <c:pt idx="2379">
                  <c:v>1373.8</c:v>
                </c:pt>
                <c:pt idx="2380">
                  <c:v>1362.55</c:v>
                </c:pt>
                <c:pt idx="2381">
                  <c:v>1381.75</c:v>
                </c:pt>
                <c:pt idx="2382">
                  <c:v>1390.45</c:v>
                </c:pt>
                <c:pt idx="2383">
                  <c:v>1436.65</c:v>
                </c:pt>
                <c:pt idx="2384">
                  <c:v>1473.75</c:v>
                </c:pt>
                <c:pt idx="2385">
                  <c:v>1460.9</c:v>
                </c:pt>
                <c:pt idx="2386">
                  <c:v>1445.15</c:v>
                </c:pt>
                <c:pt idx="2387">
                  <c:v>1459.05</c:v>
                </c:pt>
                <c:pt idx="2388">
                  <c:v>1449.95</c:v>
                </c:pt>
                <c:pt idx="2389">
                  <c:v>1433.4</c:v>
                </c:pt>
                <c:pt idx="2390">
                  <c:v>1424.45</c:v>
                </c:pt>
                <c:pt idx="2391">
                  <c:v>1418.7</c:v>
                </c:pt>
                <c:pt idx="2392">
                  <c:v>1464.35</c:v>
                </c:pt>
                <c:pt idx="2393">
                  <c:v>1499.1</c:v>
                </c:pt>
                <c:pt idx="2394">
                  <c:v>1493.45</c:v>
                </c:pt>
                <c:pt idx="2395">
                  <c:v>1469.05</c:v>
                </c:pt>
                <c:pt idx="2396">
                  <c:v>1447.85</c:v>
                </c:pt>
                <c:pt idx="2397">
                  <c:v>1413.6</c:v>
                </c:pt>
                <c:pt idx="2398">
                  <c:v>1390.2</c:v>
                </c:pt>
                <c:pt idx="2399">
                  <c:v>1375.35</c:v>
                </c:pt>
                <c:pt idx="2400">
                  <c:v>1379.15</c:v>
                </c:pt>
                <c:pt idx="2401">
                  <c:v>1406.25</c:v>
                </c:pt>
                <c:pt idx="2402">
                  <c:v>1424.55</c:v>
                </c:pt>
                <c:pt idx="2403">
                  <c:v>1427.3</c:v>
                </c:pt>
                <c:pt idx="2404">
                  <c:v>1406.2</c:v>
                </c:pt>
                <c:pt idx="2405">
                  <c:v>1440.9</c:v>
                </c:pt>
                <c:pt idx="2406">
                  <c:v>1449.75</c:v>
                </c:pt>
                <c:pt idx="2407">
                  <c:v>1480.05</c:v>
                </c:pt>
                <c:pt idx="2408">
                  <c:v>1465.95</c:v>
                </c:pt>
                <c:pt idx="2409">
                  <c:v>1484.65</c:v>
                </c:pt>
                <c:pt idx="2410">
                  <c:v>1486.95</c:v>
                </c:pt>
                <c:pt idx="2411">
                  <c:v>1460.6</c:v>
                </c:pt>
                <c:pt idx="2412">
                  <c:v>1457</c:v>
                </c:pt>
                <c:pt idx="2413">
                  <c:v>1457.75</c:v>
                </c:pt>
                <c:pt idx="2414">
                  <c:v>1471</c:v>
                </c:pt>
                <c:pt idx="2415">
                  <c:v>1446.1</c:v>
                </c:pt>
                <c:pt idx="2416">
                  <c:v>1438.75</c:v>
                </c:pt>
                <c:pt idx="2417">
                  <c:v>1435.4</c:v>
                </c:pt>
                <c:pt idx="2418">
                  <c:v>1454.25</c:v>
                </c:pt>
                <c:pt idx="2419">
                  <c:v>1467.4</c:v>
                </c:pt>
                <c:pt idx="2420">
                  <c:v>1456.85</c:v>
                </c:pt>
                <c:pt idx="2421">
                  <c:v>1475.45</c:v>
                </c:pt>
                <c:pt idx="2422">
                  <c:v>1485.55</c:v>
                </c:pt>
                <c:pt idx="2423">
                  <c:v>1491.25</c:v>
                </c:pt>
                <c:pt idx="2424">
                  <c:v>1493.8</c:v>
                </c:pt>
                <c:pt idx="2425">
                  <c:v>1514.25</c:v>
                </c:pt>
                <c:pt idx="2426">
                  <c:v>1516.8</c:v>
                </c:pt>
                <c:pt idx="2427">
                  <c:v>1534.9</c:v>
                </c:pt>
                <c:pt idx="2428">
                  <c:v>1524.45</c:v>
                </c:pt>
                <c:pt idx="2429">
                  <c:v>1546.35</c:v>
                </c:pt>
                <c:pt idx="2430">
                  <c:v>1569.6</c:v>
                </c:pt>
                <c:pt idx="2431">
                  <c:v>1623.8</c:v>
                </c:pt>
                <c:pt idx="2432">
                  <c:v>1608.55</c:v>
                </c:pt>
                <c:pt idx="2433">
                  <c:v>1611.35</c:v>
                </c:pt>
                <c:pt idx="2434">
                  <c:v>1650.5</c:v>
                </c:pt>
                <c:pt idx="2435">
                  <c:v>1644.3</c:v>
                </c:pt>
                <c:pt idx="2436">
                  <c:v>1634.05</c:v>
                </c:pt>
                <c:pt idx="2437">
                  <c:v>1659.65</c:v>
                </c:pt>
                <c:pt idx="2438">
                  <c:v>1677.7</c:v>
                </c:pt>
                <c:pt idx="2439">
                  <c:v>1687.35</c:v>
                </c:pt>
                <c:pt idx="2440">
                  <c:v>1675.65</c:v>
                </c:pt>
                <c:pt idx="2441">
                  <c:v>1702.25</c:v>
                </c:pt>
                <c:pt idx="2442">
                  <c:v>1702.2</c:v>
                </c:pt>
                <c:pt idx="2443">
                  <c:v>1722.3</c:v>
                </c:pt>
                <c:pt idx="2444">
                  <c:v>1719.65</c:v>
                </c:pt>
                <c:pt idx="2445">
                  <c:v>1703.15</c:v>
                </c:pt>
                <c:pt idx="2446">
                  <c:v>1691.3</c:v>
                </c:pt>
                <c:pt idx="2447">
                  <c:v>1661.1</c:v>
                </c:pt>
                <c:pt idx="2448">
                  <c:v>1666</c:v>
                </c:pt>
                <c:pt idx="2449">
                  <c:v>1691.9</c:v>
                </c:pt>
                <c:pt idx="2450">
                  <c:v>1692.9</c:v>
                </c:pt>
                <c:pt idx="2451">
                  <c:v>1670.1</c:v>
                </c:pt>
                <c:pt idx="2452">
                  <c:v>1619.55</c:v>
                </c:pt>
                <c:pt idx="2453">
                  <c:v>1613.2</c:v>
                </c:pt>
                <c:pt idx="2454">
                  <c:v>1620.7</c:v>
                </c:pt>
                <c:pt idx="2455">
                  <c:v>1600.5</c:v>
                </c:pt>
                <c:pt idx="2456">
                  <c:v>1623.95</c:v>
                </c:pt>
                <c:pt idx="2457">
                  <c:v>1623.35</c:v>
                </c:pt>
                <c:pt idx="2458">
                  <c:v>1640</c:v>
                </c:pt>
                <c:pt idx="2459">
                  <c:v>1707.45</c:v>
                </c:pt>
                <c:pt idx="2460">
                  <c:v>1703.45</c:v>
                </c:pt>
                <c:pt idx="2461">
                  <c:v>1735.85</c:v>
                </c:pt>
                <c:pt idx="2462">
                  <c:v>1716.55</c:v>
                </c:pt>
                <c:pt idx="2463">
                  <c:v>1722.25</c:v>
                </c:pt>
                <c:pt idx="2464">
                  <c:v>1723.6</c:v>
                </c:pt>
                <c:pt idx="2465">
                  <c:v>1749.65</c:v>
                </c:pt>
                <c:pt idx="2466">
                  <c:v>1749.6</c:v>
                </c:pt>
                <c:pt idx="2467">
                  <c:v>1719.55</c:v>
                </c:pt>
                <c:pt idx="2468">
                  <c:v>1754</c:v>
                </c:pt>
                <c:pt idx="2469">
                  <c:v>1765.45</c:v>
                </c:pt>
                <c:pt idx="2470">
                  <c:v>1776.9</c:v>
                </c:pt>
                <c:pt idx="2471">
                  <c:v>1802.7</c:v>
                </c:pt>
                <c:pt idx="2472">
                  <c:v>1761.2</c:v>
                </c:pt>
                <c:pt idx="2473">
                  <c:v>1750.35</c:v>
                </c:pt>
                <c:pt idx="2474">
                  <c:v>1766.25</c:v>
                </c:pt>
                <c:pt idx="2475">
                  <c:v>1789.7</c:v>
                </c:pt>
                <c:pt idx="2476">
                  <c:v>1807.1</c:v>
                </c:pt>
                <c:pt idx="2477">
                  <c:v>1806.95</c:v>
                </c:pt>
                <c:pt idx="2478">
                  <c:v>1789.55</c:v>
                </c:pt>
                <c:pt idx="2479">
                  <c:v>1797.35</c:v>
                </c:pt>
                <c:pt idx="2480">
                  <c:v>1833.25</c:v>
                </c:pt>
                <c:pt idx="2481">
                  <c:v>1804.35</c:v>
                </c:pt>
                <c:pt idx="2482">
                  <c:v>1785.1</c:v>
                </c:pt>
                <c:pt idx="2483">
                  <c:v>1785.15</c:v>
                </c:pt>
                <c:pt idx="2484">
                  <c:v>1757.3</c:v>
                </c:pt>
                <c:pt idx="2485">
                  <c:v>1700.8</c:v>
                </c:pt>
                <c:pt idx="2486">
                  <c:v>1693.35</c:v>
                </c:pt>
                <c:pt idx="2487">
                  <c:v>1671.5</c:v>
                </c:pt>
                <c:pt idx="2488">
                  <c:v>1664.1</c:v>
                </c:pt>
                <c:pt idx="2489">
                  <c:v>1652.75</c:v>
                </c:pt>
                <c:pt idx="2490">
                  <c:v>1646.55</c:v>
                </c:pt>
                <c:pt idx="2491">
                  <c:v>1690.35</c:v>
                </c:pt>
                <c:pt idx="2492">
                  <c:v>1710.65</c:v>
                </c:pt>
                <c:pt idx="2493">
                  <c:v>1696.95</c:v>
                </c:pt>
                <c:pt idx="2494">
                  <c:v>1692.5</c:v>
                </c:pt>
                <c:pt idx="2495">
                  <c:v>1702.25</c:v>
                </c:pt>
                <c:pt idx="2496">
                  <c:v>1705.7</c:v>
                </c:pt>
                <c:pt idx="2497">
                  <c:v>1707.2</c:v>
                </c:pt>
                <c:pt idx="2498">
                  <c:v>1708.35</c:v>
                </c:pt>
                <c:pt idx="2499">
                  <c:v>1712.8</c:v>
                </c:pt>
                <c:pt idx="2500">
                  <c:v>1715.05</c:v>
                </c:pt>
                <c:pt idx="2501">
                  <c:v>1708.15</c:v>
                </c:pt>
                <c:pt idx="2502">
                  <c:v>1695.2</c:v>
                </c:pt>
                <c:pt idx="2503">
                  <c:v>1689.3</c:v>
                </c:pt>
                <c:pt idx="2504">
                  <c:v>1683.8</c:v>
                </c:pt>
                <c:pt idx="2505">
                  <c:v>1694.15</c:v>
                </c:pt>
                <c:pt idx="2506">
                  <c:v>1766.65</c:v>
                </c:pt>
                <c:pt idx="2507">
                  <c:v>1779.2</c:v>
                </c:pt>
                <c:pt idx="2508">
                  <c:v>1756.1</c:v>
                </c:pt>
                <c:pt idx="2509">
                  <c:v>1711.65</c:v>
                </c:pt>
                <c:pt idx="2510">
                  <c:v>1677.1</c:v>
                </c:pt>
                <c:pt idx="2511">
                  <c:v>1656.7</c:v>
                </c:pt>
                <c:pt idx="2512">
                  <c:v>1597.2</c:v>
                </c:pt>
                <c:pt idx="2513">
                  <c:v>1593.25</c:v>
                </c:pt>
                <c:pt idx="2514">
                  <c:v>1631.05</c:v>
                </c:pt>
                <c:pt idx="2515">
                  <c:v>1599.75</c:v>
                </c:pt>
                <c:pt idx="2516">
                  <c:v>1579.1</c:v>
                </c:pt>
                <c:pt idx="2517">
                  <c:v>1622.75</c:v>
                </c:pt>
                <c:pt idx="2518">
                  <c:v>1616.75</c:v>
                </c:pt>
                <c:pt idx="2519">
                  <c:v>1573.35</c:v>
                </c:pt>
                <c:pt idx="2520">
                  <c:v>1575.8</c:v>
                </c:pt>
                <c:pt idx="2521">
                  <c:v>1567.4</c:v>
                </c:pt>
                <c:pt idx="2522">
                  <c:v>1571.65</c:v>
                </c:pt>
                <c:pt idx="2523">
                  <c:v>1593.55</c:v>
                </c:pt>
                <c:pt idx="2524">
                  <c:v>1598</c:v>
                </c:pt>
                <c:pt idx="2525">
                  <c:v>1613.8</c:v>
                </c:pt>
                <c:pt idx="2526">
                  <c:v>1606.4</c:v>
                </c:pt>
                <c:pt idx="2527">
                  <c:v>1655.95</c:v>
                </c:pt>
                <c:pt idx="2528">
                  <c:v>1683.75</c:v>
                </c:pt>
                <c:pt idx="2529">
                  <c:v>1693.9</c:v>
                </c:pt>
                <c:pt idx="2530">
                  <c:v>1696.6</c:v>
                </c:pt>
                <c:pt idx="2531">
                  <c:v>1701</c:v>
                </c:pt>
                <c:pt idx="2532">
                  <c:v>1700.5</c:v>
                </c:pt>
                <c:pt idx="2533">
                  <c:v>1691.05</c:v>
                </c:pt>
                <c:pt idx="2534">
                  <c:v>1704.8</c:v>
                </c:pt>
                <c:pt idx="2535">
                  <c:v>1744.95</c:v>
                </c:pt>
                <c:pt idx="2536">
                  <c:v>1776.65</c:v>
                </c:pt>
                <c:pt idx="2537">
                  <c:v>1781.15</c:v>
                </c:pt>
                <c:pt idx="2538">
                  <c:v>1784</c:v>
                </c:pt>
                <c:pt idx="2539">
                  <c:v>1784.2</c:v>
                </c:pt>
                <c:pt idx="2540">
                  <c:v>1811.2</c:v>
                </c:pt>
                <c:pt idx="2541">
                  <c:v>1814.45</c:v>
                </c:pt>
                <c:pt idx="2542">
                  <c:v>1826.95</c:v>
                </c:pt>
                <c:pt idx="2543">
                  <c:v>1801.25</c:v>
                </c:pt>
                <c:pt idx="2544">
                  <c:v>1812.55</c:v>
                </c:pt>
                <c:pt idx="2545">
                  <c:v>1804.6</c:v>
                </c:pt>
                <c:pt idx="2546">
                  <c:v>1807.7</c:v>
                </c:pt>
                <c:pt idx="2547">
                  <c:v>1800.9</c:v>
                </c:pt>
                <c:pt idx="2548">
                  <c:v>1819.85</c:v>
                </c:pt>
                <c:pt idx="2549">
                  <c:v>1837.1</c:v>
                </c:pt>
                <c:pt idx="2550">
                  <c:v>1884</c:v>
                </c:pt>
                <c:pt idx="2551">
                  <c:v>1926.15</c:v>
                </c:pt>
                <c:pt idx="2552">
                  <c:v>1951.45</c:v>
                </c:pt>
                <c:pt idx="2553">
                  <c:v>1965.05</c:v>
                </c:pt>
                <c:pt idx="2554">
                  <c:v>1906.85</c:v>
                </c:pt>
                <c:pt idx="2555">
                  <c:v>1933.5</c:v>
                </c:pt>
                <c:pt idx="2556">
                  <c:v>1939.25</c:v>
                </c:pt>
                <c:pt idx="2557">
                  <c:v>1948.5</c:v>
                </c:pt>
                <c:pt idx="2558">
                  <c:v>1932.9</c:v>
                </c:pt>
                <c:pt idx="2559">
                  <c:v>1931.75</c:v>
                </c:pt>
                <c:pt idx="2560">
                  <c:v>1902.8</c:v>
                </c:pt>
                <c:pt idx="2561">
                  <c:v>1949.35</c:v>
                </c:pt>
                <c:pt idx="2562">
                  <c:v>1954.2</c:v>
                </c:pt>
                <c:pt idx="2563">
                  <c:v>1951.7</c:v>
                </c:pt>
                <c:pt idx="2564">
                  <c:v>1957.05</c:v>
                </c:pt>
                <c:pt idx="2565">
                  <c:v>1964.25</c:v>
                </c:pt>
                <c:pt idx="2566">
                  <c:v>1934.1</c:v>
                </c:pt>
                <c:pt idx="2567">
                  <c:v>1944.55</c:v>
                </c:pt>
                <c:pt idx="2568">
                  <c:v>1941</c:v>
                </c:pt>
                <c:pt idx="2569">
                  <c:v>1934.15</c:v>
                </c:pt>
                <c:pt idx="2570">
                  <c:v>1951.8</c:v>
                </c:pt>
                <c:pt idx="2571">
                  <c:v>1989.6</c:v>
                </c:pt>
                <c:pt idx="2572">
                  <c:v>1979.55</c:v>
                </c:pt>
                <c:pt idx="2573">
                  <c:v>1968.15</c:v>
                </c:pt>
                <c:pt idx="2574">
                  <c:v>1985.75</c:v>
                </c:pt>
                <c:pt idx="2575">
                  <c:v>2000.45</c:v>
                </c:pt>
                <c:pt idx="2576">
                  <c:v>1969.8</c:v>
                </c:pt>
                <c:pt idx="2577">
                  <c:v>1937</c:v>
                </c:pt>
                <c:pt idx="2578">
                  <c:v>1916.35</c:v>
                </c:pt>
                <c:pt idx="2579">
                  <c:v>1895.5</c:v>
                </c:pt>
                <c:pt idx="2580">
                  <c:v>1848.05</c:v>
                </c:pt>
                <c:pt idx="2581">
                  <c:v>1934.2</c:v>
                </c:pt>
                <c:pt idx="2582">
                  <c:v>1948.3</c:v>
                </c:pt>
                <c:pt idx="2583">
                  <c:v>1974.9</c:v>
                </c:pt>
                <c:pt idx="2584">
                  <c:v>1965.35</c:v>
                </c:pt>
                <c:pt idx="2585">
                  <c:v>1951.75</c:v>
                </c:pt>
                <c:pt idx="2586">
                  <c:v>1928.85</c:v>
                </c:pt>
                <c:pt idx="2587">
                  <c:v>1895.8</c:v>
                </c:pt>
                <c:pt idx="2588">
                  <c:v>1868.55</c:v>
                </c:pt>
                <c:pt idx="2589">
                  <c:v>1850.95</c:v>
                </c:pt>
                <c:pt idx="2590">
                  <c:v>1826.55</c:v>
                </c:pt>
                <c:pt idx="2591">
                  <c:v>1824.55</c:v>
                </c:pt>
                <c:pt idx="2592">
                  <c:v>1803.75</c:v>
                </c:pt>
                <c:pt idx="2593">
                  <c:v>1827.75</c:v>
                </c:pt>
                <c:pt idx="2594">
                  <c:v>1896.6</c:v>
                </c:pt>
                <c:pt idx="2595">
                  <c:v>1896.8</c:v>
                </c:pt>
                <c:pt idx="2596">
                  <c:v>1888.45</c:v>
                </c:pt>
                <c:pt idx="2597">
                  <c:v>1855.1</c:v>
                </c:pt>
                <c:pt idx="2598">
                  <c:v>1853.05</c:v>
                </c:pt>
                <c:pt idx="2599">
                  <c:v>1905.6</c:v>
                </c:pt>
                <c:pt idx="2600">
                  <c:v>1885.7</c:v>
                </c:pt>
                <c:pt idx="2601">
                  <c:v>1876.65</c:v>
                </c:pt>
                <c:pt idx="2602">
                  <c:v>1862.7</c:v>
                </c:pt>
                <c:pt idx="2603">
                  <c:v>1880.9</c:v>
                </c:pt>
                <c:pt idx="2604">
                  <c:v>1916.15</c:v>
                </c:pt>
                <c:pt idx="2605">
                  <c:v>1946.3</c:v>
                </c:pt>
                <c:pt idx="2606">
                  <c:v>1973.15</c:v>
                </c:pt>
                <c:pt idx="2607">
                  <c:v>1963.9</c:v>
                </c:pt>
                <c:pt idx="2608">
                  <c:v>1976.05</c:v>
                </c:pt>
                <c:pt idx="2609">
                  <c:v>1996.1</c:v>
                </c:pt>
                <c:pt idx="2610">
                  <c:v>1991.7</c:v>
                </c:pt>
                <c:pt idx="2611">
                  <c:v>1998.85</c:v>
                </c:pt>
                <c:pt idx="2612">
                  <c:v>1987.05</c:v>
                </c:pt>
                <c:pt idx="2613">
                  <c:v>1998.75</c:v>
                </c:pt>
                <c:pt idx="2614">
                  <c:v>2001.6</c:v>
                </c:pt>
                <c:pt idx="2615">
                  <c:v>1947.65</c:v>
                </c:pt>
                <c:pt idx="2616">
                  <c:v>1950.7</c:v>
                </c:pt>
                <c:pt idx="2617">
                  <c:v>1904.4</c:v>
                </c:pt>
                <c:pt idx="2618">
                  <c:v>1919</c:v>
                </c:pt>
                <c:pt idx="2619">
                  <c:v>1907.4</c:v>
                </c:pt>
                <c:pt idx="2620">
                  <c:v>1912.85</c:v>
                </c:pt>
                <c:pt idx="2621">
                  <c:v>1915.2</c:v>
                </c:pt>
                <c:pt idx="2622">
                  <c:v>1964</c:v>
                </c:pt>
                <c:pt idx="2623">
                  <c:v>1937.3</c:v>
                </c:pt>
                <c:pt idx="2624">
                  <c:v>1945.7</c:v>
                </c:pt>
                <c:pt idx="2625">
                  <c:v>2002.75</c:v>
                </c:pt>
                <c:pt idx="2626">
                  <c:v>2049.4499999999998</c:v>
                </c:pt>
                <c:pt idx="2627">
                  <c:v>2072.5500000000002</c:v>
                </c:pt>
                <c:pt idx="2628">
                  <c:v>2086.3000000000002</c:v>
                </c:pt>
                <c:pt idx="2629">
                  <c:v>2062.6</c:v>
                </c:pt>
                <c:pt idx="2630">
                  <c:v>2038.95</c:v>
                </c:pt>
                <c:pt idx="2631">
                  <c:v>2047.85</c:v>
                </c:pt>
                <c:pt idx="2632">
                  <c:v>2044.4</c:v>
                </c:pt>
                <c:pt idx="2633">
                  <c:v>2033.05</c:v>
                </c:pt>
                <c:pt idx="2634">
                  <c:v>2057.25</c:v>
                </c:pt>
                <c:pt idx="2635">
                  <c:v>2038.6</c:v>
                </c:pt>
                <c:pt idx="2636">
                  <c:v>2051.9</c:v>
                </c:pt>
                <c:pt idx="2637">
                  <c:v>2066.8000000000002</c:v>
                </c:pt>
                <c:pt idx="2638">
                  <c:v>2086.1</c:v>
                </c:pt>
                <c:pt idx="2639">
                  <c:v>2100.6</c:v>
                </c:pt>
                <c:pt idx="2640">
                  <c:v>2126.9</c:v>
                </c:pt>
                <c:pt idx="2641">
                  <c:v>2136.35</c:v>
                </c:pt>
                <c:pt idx="2642">
                  <c:v>2122.4499999999998</c:v>
                </c:pt>
                <c:pt idx="2643">
                  <c:v>2114.8000000000002</c:v>
                </c:pt>
                <c:pt idx="2644">
                  <c:v>2100.25</c:v>
                </c:pt>
                <c:pt idx="2645">
                  <c:v>2090.6999999999998</c:v>
                </c:pt>
                <c:pt idx="2646">
                  <c:v>2082</c:v>
                </c:pt>
                <c:pt idx="2647">
                  <c:v>2095.15</c:v>
                </c:pt>
                <c:pt idx="2648">
                  <c:v>2089.5</c:v>
                </c:pt>
                <c:pt idx="2649">
                  <c:v>2073.15</c:v>
                </c:pt>
                <c:pt idx="2650">
                  <c:v>2087.5500000000002</c:v>
                </c:pt>
                <c:pt idx="2651">
                  <c:v>2084</c:v>
                </c:pt>
                <c:pt idx="2652">
                  <c:v>2121.0500000000002</c:v>
                </c:pt>
                <c:pt idx="2653">
                  <c:v>2191.9499999999998</c:v>
                </c:pt>
                <c:pt idx="2654">
                  <c:v>2230.15</c:v>
                </c:pt>
                <c:pt idx="2655">
                  <c:v>2231.3000000000002</c:v>
                </c:pt>
                <c:pt idx="2656">
                  <c:v>2196.6</c:v>
                </c:pt>
                <c:pt idx="2657">
                  <c:v>2208.65</c:v>
                </c:pt>
                <c:pt idx="2658">
                  <c:v>2192.25</c:v>
                </c:pt>
                <c:pt idx="2659">
                  <c:v>2178.35</c:v>
                </c:pt>
                <c:pt idx="2660">
                  <c:v>2139.15</c:v>
                </c:pt>
                <c:pt idx="2661">
                  <c:v>2131.6999999999998</c:v>
                </c:pt>
                <c:pt idx="2662">
                  <c:v>2134.25</c:v>
                </c:pt>
                <c:pt idx="2663">
                  <c:v>2149.25</c:v>
                </c:pt>
                <c:pt idx="2664">
                  <c:v>2187.4499999999998</c:v>
                </c:pt>
                <c:pt idx="2665">
                  <c:v>2193.9499999999998</c:v>
                </c:pt>
                <c:pt idx="2666">
                  <c:v>2204.3000000000002</c:v>
                </c:pt>
                <c:pt idx="2667">
                  <c:v>2199.1</c:v>
                </c:pt>
                <c:pt idx="2668">
                  <c:v>2179.6</c:v>
                </c:pt>
                <c:pt idx="2669">
                  <c:v>2244.85</c:v>
                </c:pt>
                <c:pt idx="2670">
                  <c:v>2282.4499999999998</c:v>
                </c:pt>
                <c:pt idx="2671">
                  <c:v>2334.1999999999998</c:v>
                </c:pt>
                <c:pt idx="2672">
                  <c:v>2375.4499999999998</c:v>
                </c:pt>
                <c:pt idx="2673">
                  <c:v>2395.3000000000002</c:v>
                </c:pt>
                <c:pt idx="2674">
                  <c:v>2400.6</c:v>
                </c:pt>
                <c:pt idx="2675">
                  <c:v>2446.1999999999998</c:v>
                </c:pt>
                <c:pt idx="2676">
                  <c:v>2470.75</c:v>
                </c:pt>
                <c:pt idx="2677">
                  <c:v>2481.65</c:v>
                </c:pt>
                <c:pt idx="2678">
                  <c:v>2463.85</c:v>
                </c:pt>
                <c:pt idx="2679">
                  <c:v>2495.25</c:v>
                </c:pt>
                <c:pt idx="2680">
                  <c:v>2438.4499999999998</c:v>
                </c:pt>
                <c:pt idx="2681">
                  <c:v>2450.4</c:v>
                </c:pt>
                <c:pt idx="2682">
                  <c:v>2442.85</c:v>
                </c:pt>
                <c:pt idx="2683">
                  <c:v>2489.35</c:v>
                </c:pt>
                <c:pt idx="2684">
                  <c:v>2500.75</c:v>
                </c:pt>
                <c:pt idx="2685">
                  <c:v>2494</c:v>
                </c:pt>
                <c:pt idx="2686">
                  <c:v>2447.8000000000002</c:v>
                </c:pt>
                <c:pt idx="2687">
                  <c:v>2456.75</c:v>
                </c:pt>
                <c:pt idx="2688">
                  <c:v>2433.5500000000002</c:v>
                </c:pt>
                <c:pt idx="2689">
                  <c:v>2405.75</c:v>
                </c:pt>
                <c:pt idx="2690">
                  <c:v>2388.5</c:v>
                </c:pt>
                <c:pt idx="2691">
                  <c:v>2380.3000000000002</c:v>
                </c:pt>
                <c:pt idx="2692">
                  <c:v>2441.25</c:v>
                </c:pt>
                <c:pt idx="2693">
                  <c:v>2424.35</c:v>
                </c:pt>
                <c:pt idx="2694">
                  <c:v>2386.25</c:v>
                </c:pt>
                <c:pt idx="2695">
                  <c:v>2398.4499999999998</c:v>
                </c:pt>
                <c:pt idx="2696">
                  <c:v>2368.85</c:v>
                </c:pt>
                <c:pt idx="2697">
                  <c:v>2335.5500000000002</c:v>
                </c:pt>
                <c:pt idx="2698">
                  <c:v>2365.1</c:v>
                </c:pt>
                <c:pt idx="2699">
                  <c:v>2326.65</c:v>
                </c:pt>
                <c:pt idx="2700">
                  <c:v>2304.6999999999998</c:v>
                </c:pt>
                <c:pt idx="2701">
                  <c:v>2301.4</c:v>
                </c:pt>
                <c:pt idx="2702">
                  <c:v>2254.3000000000002</c:v>
                </c:pt>
                <c:pt idx="2703">
                  <c:v>2266.6999999999998</c:v>
                </c:pt>
                <c:pt idx="2704">
                  <c:v>2279.9</c:v>
                </c:pt>
                <c:pt idx="2705">
                  <c:v>2349.1999999999998</c:v>
                </c:pt>
                <c:pt idx="2706">
                  <c:v>2350.35</c:v>
                </c:pt>
                <c:pt idx="2707">
                  <c:v>2362.25</c:v>
                </c:pt>
                <c:pt idx="2708">
                  <c:v>2389.1999999999998</c:v>
                </c:pt>
                <c:pt idx="2709">
                  <c:v>2393.4</c:v>
                </c:pt>
                <c:pt idx="2710">
                  <c:v>2335.4</c:v>
                </c:pt>
                <c:pt idx="2711">
                  <c:v>2398.5</c:v>
                </c:pt>
                <c:pt idx="2712">
                  <c:v>2395.85</c:v>
                </c:pt>
                <c:pt idx="2713">
                  <c:v>2353.3000000000002</c:v>
                </c:pt>
                <c:pt idx="2714">
                  <c:v>2314.9</c:v>
                </c:pt>
                <c:pt idx="2715">
                  <c:v>2385.85</c:v>
                </c:pt>
                <c:pt idx="2716">
                  <c:v>2372.6</c:v>
                </c:pt>
                <c:pt idx="2717">
                  <c:v>2340.35</c:v>
                </c:pt>
                <c:pt idx="2718">
                  <c:v>2303.6</c:v>
                </c:pt>
                <c:pt idx="2719">
                  <c:v>2379.9</c:v>
                </c:pt>
                <c:pt idx="2720">
                  <c:v>2371.8000000000002</c:v>
                </c:pt>
                <c:pt idx="2721">
                  <c:v>2311.4</c:v>
                </c:pt>
                <c:pt idx="2722">
                  <c:v>2323.0500000000002</c:v>
                </c:pt>
                <c:pt idx="2723">
                  <c:v>2297.9</c:v>
                </c:pt>
                <c:pt idx="2724">
                  <c:v>2297.9</c:v>
                </c:pt>
                <c:pt idx="2725">
                  <c:v>2285.4</c:v>
                </c:pt>
                <c:pt idx="2726">
                  <c:v>2367.0500000000002</c:v>
                </c:pt>
                <c:pt idx="2727">
                  <c:v>2391.75</c:v>
                </c:pt>
                <c:pt idx="2728">
                  <c:v>2395.65</c:v>
                </c:pt>
                <c:pt idx="2729">
                  <c:v>2383.25</c:v>
                </c:pt>
                <c:pt idx="2730">
                  <c:v>2351.65</c:v>
                </c:pt>
                <c:pt idx="2731">
                  <c:v>2280.4499999999998</c:v>
                </c:pt>
                <c:pt idx="2732">
                  <c:v>2232</c:v>
                </c:pt>
                <c:pt idx="2733">
                  <c:v>2222.35</c:v>
                </c:pt>
                <c:pt idx="2734">
                  <c:v>2239</c:v>
                </c:pt>
                <c:pt idx="2735">
                  <c:v>2238.25</c:v>
                </c:pt>
                <c:pt idx="2736">
                  <c:v>2162.9</c:v>
                </c:pt>
                <c:pt idx="2737">
                  <c:v>2200.8000000000002</c:v>
                </c:pt>
                <c:pt idx="2738">
                  <c:v>2172.5</c:v>
                </c:pt>
                <c:pt idx="2739">
                  <c:v>2214.1</c:v>
                </c:pt>
                <c:pt idx="2740">
                  <c:v>2178.8000000000002</c:v>
                </c:pt>
                <c:pt idx="2741">
                  <c:v>2190.9499999999998</c:v>
                </c:pt>
                <c:pt idx="2742">
                  <c:v>2218.4</c:v>
                </c:pt>
                <c:pt idx="2743">
                  <c:v>2213.6999999999998</c:v>
                </c:pt>
                <c:pt idx="2744">
                  <c:v>2256.15</c:v>
                </c:pt>
                <c:pt idx="2745">
                  <c:v>2327.8000000000002</c:v>
                </c:pt>
                <c:pt idx="2746">
                  <c:v>2305.5</c:v>
                </c:pt>
                <c:pt idx="2747">
                  <c:v>2346.35</c:v>
                </c:pt>
                <c:pt idx="2748">
                  <c:v>2390.5</c:v>
                </c:pt>
                <c:pt idx="2749">
                  <c:v>2345.5500000000002</c:v>
                </c:pt>
                <c:pt idx="2750">
                  <c:v>2308.1999999999998</c:v>
                </c:pt>
                <c:pt idx="2751">
                  <c:v>2327.75</c:v>
                </c:pt>
                <c:pt idx="2752">
                  <c:v>2269.4499999999998</c:v>
                </c:pt>
                <c:pt idx="2753">
                  <c:v>2152.25</c:v>
                </c:pt>
                <c:pt idx="2754">
                  <c:v>2146.6</c:v>
                </c:pt>
                <c:pt idx="2755">
                  <c:v>2205.3000000000002</c:v>
                </c:pt>
                <c:pt idx="2756">
                  <c:v>2143</c:v>
                </c:pt>
                <c:pt idx="2757">
                  <c:v>2049.5500000000002</c:v>
                </c:pt>
                <c:pt idx="2758">
                  <c:v>2068.1</c:v>
                </c:pt>
                <c:pt idx="2759">
                  <c:v>2109.35</c:v>
                </c:pt>
                <c:pt idx="2760">
                  <c:v>2075.4499999999998</c:v>
                </c:pt>
                <c:pt idx="2761">
                  <c:v>2117.5500000000002</c:v>
                </c:pt>
                <c:pt idx="2762">
                  <c:v>2094.15</c:v>
                </c:pt>
                <c:pt idx="2763">
                  <c:v>2148.6</c:v>
                </c:pt>
                <c:pt idx="2764">
                  <c:v>2084.3000000000002</c:v>
                </c:pt>
                <c:pt idx="2765">
                  <c:v>2050.9</c:v>
                </c:pt>
                <c:pt idx="2766">
                  <c:v>2054.25</c:v>
                </c:pt>
                <c:pt idx="2767">
                  <c:v>2047.3</c:v>
                </c:pt>
                <c:pt idx="2768">
                  <c:v>2039.6</c:v>
                </c:pt>
                <c:pt idx="2769">
                  <c:v>2019.9</c:v>
                </c:pt>
                <c:pt idx="2770">
                  <c:v>2060.9499999999998</c:v>
                </c:pt>
                <c:pt idx="2771">
                  <c:v>2017.75</c:v>
                </c:pt>
                <c:pt idx="2772">
                  <c:v>2038.85</c:v>
                </c:pt>
                <c:pt idx="2773">
                  <c:v>2002.85</c:v>
                </c:pt>
                <c:pt idx="2774">
                  <c:v>2022.3</c:v>
                </c:pt>
                <c:pt idx="2775">
                  <c:v>2015.85</c:v>
                </c:pt>
                <c:pt idx="2776">
                  <c:v>2059.3000000000002</c:v>
                </c:pt>
                <c:pt idx="2777">
                  <c:v>2105.4499999999998</c:v>
                </c:pt>
                <c:pt idx="2778">
                  <c:v>2107</c:v>
                </c:pt>
                <c:pt idx="2779">
                  <c:v>2094.85</c:v>
                </c:pt>
                <c:pt idx="2780">
                  <c:v>2185.6</c:v>
                </c:pt>
                <c:pt idx="2781">
                  <c:v>2176.1</c:v>
                </c:pt>
                <c:pt idx="2782">
                  <c:v>2201.6999999999998</c:v>
                </c:pt>
                <c:pt idx="2783">
                  <c:v>2138.4499999999998</c:v>
                </c:pt>
                <c:pt idx="2784">
                  <c:v>2114.1</c:v>
                </c:pt>
                <c:pt idx="2785">
                  <c:v>2059.1</c:v>
                </c:pt>
                <c:pt idx="2786">
                  <c:v>2042.15</c:v>
                </c:pt>
                <c:pt idx="2787">
                  <c:v>2052.25</c:v>
                </c:pt>
                <c:pt idx="2788">
                  <c:v>2139</c:v>
                </c:pt>
                <c:pt idx="2789">
                  <c:v>2193.15</c:v>
                </c:pt>
                <c:pt idx="2790">
                  <c:v>2218.25</c:v>
                </c:pt>
                <c:pt idx="2791">
                  <c:v>2173.15</c:v>
                </c:pt>
                <c:pt idx="2792">
                  <c:v>2206.5</c:v>
                </c:pt>
                <c:pt idx="2793">
                  <c:v>2206.0500000000002</c:v>
                </c:pt>
                <c:pt idx="2794">
                  <c:v>2208.4</c:v>
                </c:pt>
                <c:pt idx="2795">
                  <c:v>2186.35</c:v>
                </c:pt>
                <c:pt idx="2796">
                  <c:v>2214.75</c:v>
                </c:pt>
                <c:pt idx="2797">
                  <c:v>2184.65</c:v>
                </c:pt>
                <c:pt idx="2798">
                  <c:v>2183.75</c:v>
                </c:pt>
                <c:pt idx="2799">
                  <c:v>2181.5</c:v>
                </c:pt>
                <c:pt idx="2800">
                  <c:v>2149.3000000000002</c:v>
                </c:pt>
                <c:pt idx="2801">
                  <c:v>2154.4499999999998</c:v>
                </c:pt>
                <c:pt idx="2802">
                  <c:v>2151.6</c:v>
                </c:pt>
                <c:pt idx="2803">
                  <c:v>2164.1999999999998</c:v>
                </c:pt>
                <c:pt idx="2804">
                  <c:v>2192.8000000000002</c:v>
                </c:pt>
                <c:pt idx="2805">
                  <c:v>2265.0500000000002</c:v>
                </c:pt>
                <c:pt idx="2806">
                  <c:v>2296.75</c:v>
                </c:pt>
                <c:pt idx="2807">
                  <c:v>2305.15</c:v>
                </c:pt>
                <c:pt idx="2808">
                  <c:v>2341.5</c:v>
                </c:pt>
                <c:pt idx="2809">
                  <c:v>2345.85</c:v>
                </c:pt>
                <c:pt idx="2810">
                  <c:v>2333.75</c:v>
                </c:pt>
                <c:pt idx="2811">
                  <c:v>2400.8000000000002</c:v>
                </c:pt>
                <c:pt idx="2812">
                  <c:v>2395.75</c:v>
                </c:pt>
                <c:pt idx="2813">
                  <c:v>2375.9499999999998</c:v>
                </c:pt>
                <c:pt idx="2814">
                  <c:v>2354.75</c:v>
                </c:pt>
                <c:pt idx="2815">
                  <c:v>2352.4</c:v>
                </c:pt>
                <c:pt idx="2816">
                  <c:v>2296.0500000000002</c:v>
                </c:pt>
                <c:pt idx="2817">
                  <c:v>2368.9499999999998</c:v>
                </c:pt>
                <c:pt idx="2818">
                  <c:v>2363.1</c:v>
                </c:pt>
                <c:pt idx="2819">
                  <c:v>2311.8000000000002</c:v>
                </c:pt>
                <c:pt idx="2820">
                  <c:v>2347.5</c:v>
                </c:pt>
                <c:pt idx="2821">
                  <c:v>2371.9499999999998</c:v>
                </c:pt>
                <c:pt idx="2822">
                  <c:v>2410.65</c:v>
                </c:pt>
                <c:pt idx="2823">
                  <c:v>2391</c:v>
                </c:pt>
                <c:pt idx="2824">
                  <c:v>2359.85</c:v>
                </c:pt>
                <c:pt idx="2825">
                  <c:v>2353.25</c:v>
                </c:pt>
                <c:pt idx="2826">
                  <c:v>2337.75</c:v>
                </c:pt>
                <c:pt idx="2827">
                  <c:v>2295.5500000000002</c:v>
                </c:pt>
                <c:pt idx="2828">
                  <c:v>2290.15</c:v>
                </c:pt>
                <c:pt idx="2829">
                  <c:v>2235.65</c:v>
                </c:pt>
                <c:pt idx="2830">
                  <c:v>2261.4499999999998</c:v>
                </c:pt>
                <c:pt idx="2831">
                  <c:v>2220.4499999999998</c:v>
                </c:pt>
                <c:pt idx="2832">
                  <c:v>2297.25</c:v>
                </c:pt>
                <c:pt idx="2833">
                  <c:v>2278.85</c:v>
                </c:pt>
                <c:pt idx="2834">
                  <c:v>2246.4</c:v>
                </c:pt>
                <c:pt idx="2835">
                  <c:v>2261.0500000000002</c:v>
                </c:pt>
                <c:pt idx="2836">
                  <c:v>2240.1999999999998</c:v>
                </c:pt>
                <c:pt idx="2837">
                  <c:v>2251.0500000000002</c:v>
                </c:pt>
                <c:pt idx="2838">
                  <c:v>2253.0500000000002</c:v>
                </c:pt>
                <c:pt idx="2839">
                  <c:v>2252.4499999999998</c:v>
                </c:pt>
                <c:pt idx="2840">
                  <c:v>2267.35</c:v>
                </c:pt>
                <c:pt idx="2841">
                  <c:v>2273.8000000000002</c:v>
                </c:pt>
                <c:pt idx="2842">
                  <c:v>2315.6999999999998</c:v>
                </c:pt>
                <c:pt idx="2843">
                  <c:v>2264.6999999999998</c:v>
                </c:pt>
                <c:pt idx="2844">
                  <c:v>2255.3000000000002</c:v>
                </c:pt>
                <c:pt idx="2845">
                  <c:v>2254.75</c:v>
                </c:pt>
                <c:pt idx="2846">
                  <c:v>2264.1999999999998</c:v>
                </c:pt>
                <c:pt idx="2847">
                  <c:v>2303.65</c:v>
                </c:pt>
                <c:pt idx="2848">
                  <c:v>2307.6</c:v>
                </c:pt>
                <c:pt idx="2849">
                  <c:v>2399.5500000000002</c:v>
                </c:pt>
                <c:pt idx="2850">
                  <c:v>2398.1999999999998</c:v>
                </c:pt>
                <c:pt idx="2851">
                  <c:v>2360.3000000000002</c:v>
                </c:pt>
                <c:pt idx="2852">
                  <c:v>2356.75</c:v>
                </c:pt>
                <c:pt idx="2853">
                  <c:v>2381.25</c:v>
                </c:pt>
                <c:pt idx="2854">
                  <c:v>2376.5</c:v>
                </c:pt>
                <c:pt idx="2855">
                  <c:v>2355.25</c:v>
                </c:pt>
                <c:pt idx="2856">
                  <c:v>2362.8000000000002</c:v>
                </c:pt>
                <c:pt idx="2857">
                  <c:v>2362.4499999999998</c:v>
                </c:pt>
                <c:pt idx="2858">
                  <c:v>2372.6</c:v>
                </c:pt>
                <c:pt idx="2859">
                  <c:v>2382.5</c:v>
                </c:pt>
                <c:pt idx="2860">
                  <c:v>2372.8000000000002</c:v>
                </c:pt>
                <c:pt idx="2861">
                  <c:v>2343</c:v>
                </c:pt>
                <c:pt idx="2862">
                  <c:v>2349.3000000000002</c:v>
                </c:pt>
                <c:pt idx="2863">
                  <c:v>2299</c:v>
                </c:pt>
                <c:pt idx="2864">
                  <c:v>2325.5500000000002</c:v>
                </c:pt>
                <c:pt idx="2865">
                  <c:v>2322.6999999999998</c:v>
                </c:pt>
                <c:pt idx="2866">
                  <c:v>2333.75</c:v>
                </c:pt>
                <c:pt idx="2867">
                  <c:v>2383.15</c:v>
                </c:pt>
                <c:pt idx="2868">
                  <c:v>2416.15</c:v>
                </c:pt>
                <c:pt idx="2869">
                  <c:v>2423.0500000000002</c:v>
                </c:pt>
                <c:pt idx="2870">
                  <c:v>2489.1</c:v>
                </c:pt>
                <c:pt idx="2871">
                  <c:v>2515.5500000000002</c:v>
                </c:pt>
                <c:pt idx="2872">
                  <c:v>2501.25</c:v>
                </c:pt>
                <c:pt idx="2873">
                  <c:v>2532.1999999999998</c:v>
                </c:pt>
                <c:pt idx="2874">
                  <c:v>2541.15</c:v>
                </c:pt>
                <c:pt idx="2875">
                  <c:v>2545.3000000000002</c:v>
                </c:pt>
                <c:pt idx="2876">
                  <c:v>2565.8000000000002</c:v>
                </c:pt>
                <c:pt idx="2877">
                  <c:v>2559.15</c:v>
                </c:pt>
                <c:pt idx="2878">
                  <c:v>2524.35</c:v>
                </c:pt>
                <c:pt idx="2879">
                  <c:v>2479.75</c:v>
                </c:pt>
                <c:pt idx="2880">
                  <c:v>2519.6999999999998</c:v>
                </c:pt>
                <c:pt idx="2881">
                  <c:v>505.95</c:v>
                </c:pt>
                <c:pt idx="2882">
                  <c:v>508.95</c:v>
                </c:pt>
                <c:pt idx="2883">
                  <c:v>515.04999999999995</c:v>
                </c:pt>
                <c:pt idx="2884">
                  <c:v>510.85</c:v>
                </c:pt>
                <c:pt idx="2885">
                  <c:v>503.1</c:v>
                </c:pt>
                <c:pt idx="2886">
                  <c:v>496.3</c:v>
                </c:pt>
                <c:pt idx="2887">
                  <c:v>501.55</c:v>
                </c:pt>
                <c:pt idx="2888">
                  <c:v>505.2</c:v>
                </c:pt>
                <c:pt idx="2889">
                  <c:v>498.15</c:v>
                </c:pt>
                <c:pt idx="2890">
                  <c:v>502.05</c:v>
                </c:pt>
                <c:pt idx="2891">
                  <c:v>487.3</c:v>
                </c:pt>
                <c:pt idx="2892">
                  <c:v>486.8</c:v>
                </c:pt>
                <c:pt idx="2893">
                  <c:v>488</c:v>
                </c:pt>
                <c:pt idx="2894">
                  <c:v>482.85</c:v>
                </c:pt>
                <c:pt idx="2895">
                  <c:v>482.05</c:v>
                </c:pt>
                <c:pt idx="2896">
                  <c:v>476.45</c:v>
                </c:pt>
                <c:pt idx="2897">
                  <c:v>473.05</c:v>
                </c:pt>
                <c:pt idx="2898">
                  <c:v>462.1</c:v>
                </c:pt>
                <c:pt idx="2899">
                  <c:v>464.45</c:v>
                </c:pt>
                <c:pt idx="2900">
                  <c:v>479.9</c:v>
                </c:pt>
                <c:pt idx="2901">
                  <c:v>479.95</c:v>
                </c:pt>
                <c:pt idx="2902">
                  <c:v>468.05</c:v>
                </c:pt>
                <c:pt idx="2903">
                  <c:v>456.45</c:v>
                </c:pt>
                <c:pt idx="2904">
                  <c:v>467.5</c:v>
                </c:pt>
                <c:pt idx="2905">
                  <c:v>462.4</c:v>
                </c:pt>
                <c:pt idx="2906">
                  <c:v>460.85</c:v>
                </c:pt>
                <c:pt idx="2907">
                  <c:v>453.05</c:v>
                </c:pt>
                <c:pt idx="2908">
                  <c:v>459.4</c:v>
                </c:pt>
                <c:pt idx="2909">
                  <c:v>456</c:v>
                </c:pt>
                <c:pt idx="2910">
                  <c:v>443.65</c:v>
                </c:pt>
                <c:pt idx="2911">
                  <c:v>438.95</c:v>
                </c:pt>
                <c:pt idx="2912">
                  <c:v>456.45</c:v>
                </c:pt>
                <c:pt idx="2913">
                  <c:v>471.95</c:v>
                </c:pt>
                <c:pt idx="2914">
                  <c:v>472.8</c:v>
                </c:pt>
                <c:pt idx="2915">
                  <c:v>470.25</c:v>
                </c:pt>
                <c:pt idx="2916">
                  <c:v>472.8</c:v>
                </c:pt>
                <c:pt idx="2917">
                  <c:v>488.1</c:v>
                </c:pt>
                <c:pt idx="2918">
                  <c:v>483.7</c:v>
                </c:pt>
                <c:pt idx="2919">
                  <c:v>473.25</c:v>
                </c:pt>
                <c:pt idx="2920">
                  <c:v>469.35</c:v>
                </c:pt>
                <c:pt idx="2921">
                  <c:v>467.7</c:v>
                </c:pt>
                <c:pt idx="2922">
                  <c:v>478.9</c:v>
                </c:pt>
                <c:pt idx="2923">
                  <c:v>484.65</c:v>
                </c:pt>
                <c:pt idx="2924">
                  <c:v>483.7</c:v>
                </c:pt>
                <c:pt idx="2925">
                  <c:v>484.75</c:v>
                </c:pt>
                <c:pt idx="2926">
                  <c:v>491.35</c:v>
                </c:pt>
                <c:pt idx="2927">
                  <c:v>494.5</c:v>
                </c:pt>
                <c:pt idx="2928">
                  <c:v>472.3</c:v>
                </c:pt>
                <c:pt idx="2929">
                  <c:v>456.4</c:v>
                </c:pt>
                <c:pt idx="2930">
                  <c:v>450.1</c:v>
                </c:pt>
                <c:pt idx="2931">
                  <c:v>457.45</c:v>
                </c:pt>
                <c:pt idx="2932">
                  <c:v>458</c:v>
                </c:pt>
                <c:pt idx="2933">
                  <c:v>470.6</c:v>
                </c:pt>
                <c:pt idx="2934">
                  <c:v>467.65</c:v>
                </c:pt>
                <c:pt idx="2935">
                  <c:v>456.05</c:v>
                </c:pt>
                <c:pt idx="2936">
                  <c:v>448.9</c:v>
                </c:pt>
                <c:pt idx="2937">
                  <c:v>438.7</c:v>
                </c:pt>
                <c:pt idx="2938">
                  <c:v>450</c:v>
                </c:pt>
                <c:pt idx="2939">
                  <c:v>454.7</c:v>
                </c:pt>
                <c:pt idx="2940">
                  <c:v>457.5</c:v>
                </c:pt>
                <c:pt idx="2941">
                  <c:v>467.15</c:v>
                </c:pt>
                <c:pt idx="2942">
                  <c:v>470.65</c:v>
                </c:pt>
                <c:pt idx="2943">
                  <c:v>473.9</c:v>
                </c:pt>
                <c:pt idx="2944">
                  <c:v>478.05</c:v>
                </c:pt>
                <c:pt idx="2945">
                  <c:v>478.15</c:v>
                </c:pt>
                <c:pt idx="2946">
                  <c:v>491.85</c:v>
                </c:pt>
                <c:pt idx="2947">
                  <c:v>489.55</c:v>
                </c:pt>
                <c:pt idx="2948">
                  <c:v>487</c:v>
                </c:pt>
                <c:pt idx="2949">
                  <c:v>484.35</c:v>
                </c:pt>
                <c:pt idx="2950">
                  <c:v>468</c:v>
                </c:pt>
                <c:pt idx="2951">
                  <c:v>472</c:v>
                </c:pt>
                <c:pt idx="2952">
                  <c:v>482.65</c:v>
                </c:pt>
                <c:pt idx="2953">
                  <c:v>490</c:v>
                </c:pt>
                <c:pt idx="2954">
                  <c:v>482.3</c:v>
                </c:pt>
                <c:pt idx="2955">
                  <c:v>483.1</c:v>
                </c:pt>
                <c:pt idx="2956">
                  <c:v>481.85</c:v>
                </c:pt>
                <c:pt idx="2957">
                  <c:v>483</c:v>
                </c:pt>
                <c:pt idx="2958">
                  <c:v>484.25</c:v>
                </c:pt>
                <c:pt idx="2959">
                  <c:v>477.25</c:v>
                </c:pt>
                <c:pt idx="2960">
                  <c:v>464.05</c:v>
                </c:pt>
                <c:pt idx="2961">
                  <c:v>471.4</c:v>
                </c:pt>
                <c:pt idx="2962">
                  <c:v>472.25</c:v>
                </c:pt>
                <c:pt idx="2963">
                  <c:v>465.7</c:v>
                </c:pt>
                <c:pt idx="2964">
                  <c:v>459.35</c:v>
                </c:pt>
                <c:pt idx="2965">
                  <c:v>458.3</c:v>
                </c:pt>
                <c:pt idx="2966">
                  <c:v>444.65</c:v>
                </c:pt>
                <c:pt idx="2967">
                  <c:v>444.05</c:v>
                </c:pt>
                <c:pt idx="2968">
                  <c:v>426.1</c:v>
                </c:pt>
                <c:pt idx="2969">
                  <c:v>429.65</c:v>
                </c:pt>
                <c:pt idx="2970">
                  <c:v>430.9</c:v>
                </c:pt>
                <c:pt idx="2971">
                  <c:v>440.85</c:v>
                </c:pt>
                <c:pt idx="2972">
                  <c:v>435.2</c:v>
                </c:pt>
                <c:pt idx="2973">
                  <c:v>442.5</c:v>
                </c:pt>
                <c:pt idx="2974">
                  <c:v>453.5</c:v>
                </c:pt>
                <c:pt idx="2975">
                  <c:v>466</c:v>
                </c:pt>
                <c:pt idx="2976">
                  <c:v>462.35</c:v>
                </c:pt>
                <c:pt idx="2977">
                  <c:v>467.1</c:v>
                </c:pt>
                <c:pt idx="2978">
                  <c:v>453.75</c:v>
                </c:pt>
                <c:pt idx="2979">
                  <c:v>443.75</c:v>
                </c:pt>
                <c:pt idx="2980">
                  <c:v>432.05</c:v>
                </c:pt>
                <c:pt idx="2981">
                  <c:v>438.4</c:v>
                </c:pt>
                <c:pt idx="2982">
                  <c:v>434.35</c:v>
                </c:pt>
                <c:pt idx="2983">
                  <c:v>431.35</c:v>
                </c:pt>
                <c:pt idx="2984">
                  <c:v>415.3</c:v>
                </c:pt>
                <c:pt idx="2985">
                  <c:v>406</c:v>
                </c:pt>
                <c:pt idx="2986">
                  <c:v>414.2</c:v>
                </c:pt>
                <c:pt idx="2987">
                  <c:v>435.45</c:v>
                </c:pt>
                <c:pt idx="2988">
                  <c:v>442.85</c:v>
                </c:pt>
                <c:pt idx="2989">
                  <c:v>437.55</c:v>
                </c:pt>
                <c:pt idx="2990">
                  <c:v>443.7</c:v>
                </c:pt>
                <c:pt idx="2991">
                  <c:v>439.7</c:v>
                </c:pt>
                <c:pt idx="2992">
                  <c:v>439.8</c:v>
                </c:pt>
                <c:pt idx="2993">
                  <c:v>429.6</c:v>
                </c:pt>
                <c:pt idx="2994">
                  <c:v>426.85</c:v>
                </c:pt>
                <c:pt idx="2995">
                  <c:v>426.85</c:v>
                </c:pt>
                <c:pt idx="2996">
                  <c:v>439.15</c:v>
                </c:pt>
                <c:pt idx="2997">
                  <c:v>443.3</c:v>
                </c:pt>
                <c:pt idx="2998">
                  <c:v>443.65</c:v>
                </c:pt>
                <c:pt idx="2999">
                  <c:v>453.3</c:v>
                </c:pt>
                <c:pt idx="3000">
                  <c:v>450.95</c:v>
                </c:pt>
                <c:pt idx="3001">
                  <c:v>455.7</c:v>
                </c:pt>
                <c:pt idx="3002">
                  <c:v>459.7</c:v>
                </c:pt>
                <c:pt idx="3003">
                  <c:v>462.65</c:v>
                </c:pt>
                <c:pt idx="3004">
                  <c:v>466.65</c:v>
                </c:pt>
                <c:pt idx="3005">
                  <c:v>469.6</c:v>
                </c:pt>
                <c:pt idx="3006">
                  <c:v>460.5</c:v>
                </c:pt>
                <c:pt idx="3007">
                  <c:v>468.4</c:v>
                </c:pt>
                <c:pt idx="3008">
                  <c:v>481.9</c:v>
                </c:pt>
                <c:pt idx="3009">
                  <c:v>486.8</c:v>
                </c:pt>
                <c:pt idx="3010">
                  <c:v>490.55</c:v>
                </c:pt>
                <c:pt idx="3011">
                  <c:v>484</c:v>
                </c:pt>
                <c:pt idx="3012">
                  <c:v>488.8</c:v>
                </c:pt>
                <c:pt idx="3013">
                  <c:v>490.2</c:v>
                </c:pt>
                <c:pt idx="3014">
                  <c:v>484.2</c:v>
                </c:pt>
                <c:pt idx="3015">
                  <c:v>479.05</c:v>
                </c:pt>
                <c:pt idx="3016">
                  <c:v>492.1</c:v>
                </c:pt>
                <c:pt idx="3017">
                  <c:v>497.15</c:v>
                </c:pt>
                <c:pt idx="3018">
                  <c:v>497.9</c:v>
                </c:pt>
                <c:pt idx="3019">
                  <c:v>506.25</c:v>
                </c:pt>
                <c:pt idx="3020">
                  <c:v>507.7</c:v>
                </c:pt>
                <c:pt idx="3021">
                  <c:v>509.3</c:v>
                </c:pt>
                <c:pt idx="3022">
                  <c:v>508.45</c:v>
                </c:pt>
                <c:pt idx="3023">
                  <c:v>522.54999999999995</c:v>
                </c:pt>
                <c:pt idx="3024">
                  <c:v>517.5</c:v>
                </c:pt>
                <c:pt idx="3025">
                  <c:v>521.95000000000005</c:v>
                </c:pt>
                <c:pt idx="3026">
                  <c:v>517.9</c:v>
                </c:pt>
                <c:pt idx="3027">
                  <c:v>533.04999999999995</c:v>
                </c:pt>
                <c:pt idx="3028">
                  <c:v>526.45000000000005</c:v>
                </c:pt>
                <c:pt idx="3029">
                  <c:v>528.29999999999995</c:v>
                </c:pt>
                <c:pt idx="3030">
                  <c:v>532.04999999999995</c:v>
                </c:pt>
                <c:pt idx="3031">
                  <c:v>531.45000000000005</c:v>
                </c:pt>
                <c:pt idx="3032">
                  <c:v>533.15</c:v>
                </c:pt>
                <c:pt idx="3033">
                  <c:v>524.65</c:v>
                </c:pt>
                <c:pt idx="3034">
                  <c:v>515.6</c:v>
                </c:pt>
                <c:pt idx="3035">
                  <c:v>530.5</c:v>
                </c:pt>
                <c:pt idx="3036">
                  <c:v>517.1</c:v>
                </c:pt>
                <c:pt idx="3037">
                  <c:v>514</c:v>
                </c:pt>
                <c:pt idx="3038">
                  <c:v>518.75</c:v>
                </c:pt>
                <c:pt idx="3039">
                  <c:v>519.29999999999995</c:v>
                </c:pt>
                <c:pt idx="3040">
                  <c:v>510.95</c:v>
                </c:pt>
                <c:pt idx="3041">
                  <c:v>507.4</c:v>
                </c:pt>
                <c:pt idx="3042">
                  <c:v>515.65</c:v>
                </c:pt>
                <c:pt idx="3043">
                  <c:v>523.20000000000005</c:v>
                </c:pt>
                <c:pt idx="3044">
                  <c:v>518.95000000000005</c:v>
                </c:pt>
                <c:pt idx="3045">
                  <c:v>524.4</c:v>
                </c:pt>
                <c:pt idx="3046">
                  <c:v>528.20000000000005</c:v>
                </c:pt>
                <c:pt idx="3047">
                  <c:v>510.8</c:v>
                </c:pt>
                <c:pt idx="3048">
                  <c:v>507.85</c:v>
                </c:pt>
                <c:pt idx="3049">
                  <c:v>498.85</c:v>
                </c:pt>
                <c:pt idx="3050">
                  <c:v>505.4</c:v>
                </c:pt>
                <c:pt idx="3051">
                  <c:v>515.65</c:v>
                </c:pt>
                <c:pt idx="3052">
                  <c:v>504.25</c:v>
                </c:pt>
                <c:pt idx="3053">
                  <c:v>513.95000000000005</c:v>
                </c:pt>
                <c:pt idx="3054">
                  <c:v>511.65</c:v>
                </c:pt>
                <c:pt idx="3055">
                  <c:v>518.85</c:v>
                </c:pt>
                <c:pt idx="3056">
                  <c:v>513.45000000000005</c:v>
                </c:pt>
                <c:pt idx="3057">
                  <c:v>510.1</c:v>
                </c:pt>
                <c:pt idx="3058">
                  <c:v>519.85</c:v>
                </c:pt>
                <c:pt idx="3059">
                  <c:v>528.35</c:v>
                </c:pt>
                <c:pt idx="3060">
                  <c:v>530.20000000000005</c:v>
                </c:pt>
                <c:pt idx="3061">
                  <c:v>526.54999999999995</c:v>
                </c:pt>
                <c:pt idx="3062">
                  <c:v>521.75</c:v>
                </c:pt>
                <c:pt idx="3063">
                  <c:v>524.85</c:v>
                </c:pt>
                <c:pt idx="3064">
                  <c:v>526.45000000000005</c:v>
                </c:pt>
                <c:pt idx="3065">
                  <c:v>530.4</c:v>
                </c:pt>
                <c:pt idx="3066">
                  <c:v>529.35</c:v>
                </c:pt>
                <c:pt idx="3067">
                  <c:v>529.75</c:v>
                </c:pt>
                <c:pt idx="3068">
                  <c:v>530.25</c:v>
                </c:pt>
                <c:pt idx="3069">
                  <c:v>537.65</c:v>
                </c:pt>
                <c:pt idx="3070">
                  <c:v>554.04999999999995</c:v>
                </c:pt>
                <c:pt idx="3071">
                  <c:v>551.1</c:v>
                </c:pt>
                <c:pt idx="3072">
                  <c:v>545.35</c:v>
                </c:pt>
                <c:pt idx="3073">
                  <c:v>541.85</c:v>
                </c:pt>
                <c:pt idx="3074">
                  <c:v>546.65</c:v>
                </c:pt>
                <c:pt idx="3075">
                  <c:v>540.5</c:v>
                </c:pt>
                <c:pt idx="3076">
                  <c:v>541.15</c:v>
                </c:pt>
                <c:pt idx="3077">
                  <c:v>543.54999999999995</c:v>
                </c:pt>
                <c:pt idx="3078">
                  <c:v>542.5</c:v>
                </c:pt>
                <c:pt idx="3079">
                  <c:v>549.9</c:v>
                </c:pt>
                <c:pt idx="3080">
                  <c:v>554.04999999999995</c:v>
                </c:pt>
                <c:pt idx="3081">
                  <c:v>537.5</c:v>
                </c:pt>
                <c:pt idx="3082">
                  <c:v>532.25</c:v>
                </c:pt>
                <c:pt idx="3083">
                  <c:v>515.35</c:v>
                </c:pt>
                <c:pt idx="3084">
                  <c:v>512.65</c:v>
                </c:pt>
                <c:pt idx="3085">
                  <c:v>517.5</c:v>
                </c:pt>
                <c:pt idx="3086">
                  <c:v>510.55</c:v>
                </c:pt>
                <c:pt idx="3087">
                  <c:v>500.55</c:v>
                </c:pt>
                <c:pt idx="3088">
                  <c:v>499.1</c:v>
                </c:pt>
                <c:pt idx="3089">
                  <c:v>495.2</c:v>
                </c:pt>
                <c:pt idx="3090">
                  <c:v>497.8</c:v>
                </c:pt>
                <c:pt idx="3091">
                  <c:v>500.55</c:v>
                </c:pt>
                <c:pt idx="3092">
                  <c:v>497.45</c:v>
                </c:pt>
                <c:pt idx="3093">
                  <c:v>489.25</c:v>
                </c:pt>
                <c:pt idx="3094">
                  <c:v>487.2</c:v>
                </c:pt>
                <c:pt idx="3095">
                  <c:v>499.7</c:v>
                </c:pt>
                <c:pt idx="3096">
                  <c:v>500</c:v>
                </c:pt>
                <c:pt idx="3097">
                  <c:v>508.75</c:v>
                </c:pt>
                <c:pt idx="3098">
                  <c:v>504.95</c:v>
                </c:pt>
                <c:pt idx="3099">
                  <c:v>500.65</c:v>
                </c:pt>
                <c:pt idx="3100">
                  <c:v>506.2</c:v>
                </c:pt>
                <c:pt idx="3101">
                  <c:v>490.4</c:v>
                </c:pt>
                <c:pt idx="3102">
                  <c:v>495.65</c:v>
                </c:pt>
                <c:pt idx="3103">
                  <c:v>501.5</c:v>
                </c:pt>
                <c:pt idx="3104">
                  <c:v>519.9</c:v>
                </c:pt>
                <c:pt idx="3105">
                  <c:v>537.79999999999995</c:v>
                </c:pt>
                <c:pt idx="3106">
                  <c:v>539.1</c:v>
                </c:pt>
                <c:pt idx="3107">
                  <c:v>541.95000000000005</c:v>
                </c:pt>
                <c:pt idx="3108">
                  <c:v>549.6</c:v>
                </c:pt>
                <c:pt idx="3109">
                  <c:v>541.75</c:v>
                </c:pt>
                <c:pt idx="3110">
                  <c:v>534.4</c:v>
                </c:pt>
                <c:pt idx="3111">
                  <c:v>547.54999999999995</c:v>
                </c:pt>
                <c:pt idx="3112">
                  <c:v>534.95000000000005</c:v>
                </c:pt>
                <c:pt idx="3113">
                  <c:v>536.45000000000005</c:v>
                </c:pt>
                <c:pt idx="3114">
                  <c:v>534.20000000000005</c:v>
                </c:pt>
                <c:pt idx="3115">
                  <c:v>542.9</c:v>
                </c:pt>
                <c:pt idx="3116">
                  <c:v>544.35</c:v>
                </c:pt>
                <c:pt idx="3117">
                  <c:v>536.70000000000005</c:v>
                </c:pt>
                <c:pt idx="3118">
                  <c:v>543.45000000000005</c:v>
                </c:pt>
                <c:pt idx="3119">
                  <c:v>549</c:v>
                </c:pt>
                <c:pt idx="3120">
                  <c:v>548.5</c:v>
                </c:pt>
                <c:pt idx="3121">
                  <c:v>563.54999999999995</c:v>
                </c:pt>
                <c:pt idx="3122">
                  <c:v>573.95000000000005</c:v>
                </c:pt>
                <c:pt idx="3123">
                  <c:v>575.85</c:v>
                </c:pt>
                <c:pt idx="3124">
                  <c:v>578</c:v>
                </c:pt>
                <c:pt idx="3125">
                  <c:v>584.1</c:v>
                </c:pt>
                <c:pt idx="3126">
                  <c:v>581.5</c:v>
                </c:pt>
                <c:pt idx="3127">
                  <c:v>578.15</c:v>
                </c:pt>
                <c:pt idx="3128">
                  <c:v>588.65</c:v>
                </c:pt>
                <c:pt idx="3129">
                  <c:v>587</c:v>
                </c:pt>
                <c:pt idx="3130">
                  <c:v>580.1</c:v>
                </c:pt>
                <c:pt idx="3131">
                  <c:v>587.04999999999995</c:v>
                </c:pt>
                <c:pt idx="3132">
                  <c:v>582.65</c:v>
                </c:pt>
                <c:pt idx="3133">
                  <c:v>583.25</c:v>
                </c:pt>
                <c:pt idx="3134">
                  <c:v>587</c:v>
                </c:pt>
                <c:pt idx="3135">
                  <c:v>589.4</c:v>
                </c:pt>
                <c:pt idx="3136">
                  <c:v>582.6</c:v>
                </c:pt>
                <c:pt idx="3137">
                  <c:v>573</c:v>
                </c:pt>
                <c:pt idx="3138">
                  <c:v>574.04999999999995</c:v>
                </c:pt>
                <c:pt idx="3139">
                  <c:v>576.04999999999995</c:v>
                </c:pt>
                <c:pt idx="3140">
                  <c:v>565.79999999999995</c:v>
                </c:pt>
                <c:pt idx="3141">
                  <c:v>584.6</c:v>
                </c:pt>
                <c:pt idx="3142">
                  <c:v>587.25</c:v>
                </c:pt>
                <c:pt idx="3143">
                  <c:v>587.75</c:v>
                </c:pt>
                <c:pt idx="3144">
                  <c:v>586.5</c:v>
                </c:pt>
                <c:pt idx="3145">
                  <c:v>582.5</c:v>
                </c:pt>
                <c:pt idx="3146">
                  <c:v>588.20000000000005</c:v>
                </c:pt>
                <c:pt idx="3147">
                  <c:v>600.25</c:v>
                </c:pt>
                <c:pt idx="3148">
                  <c:v>600.1</c:v>
                </c:pt>
                <c:pt idx="3149">
                  <c:v>598.9</c:v>
                </c:pt>
                <c:pt idx="3150">
                  <c:v>604.65</c:v>
                </c:pt>
                <c:pt idx="3151">
                  <c:v>602.15</c:v>
                </c:pt>
                <c:pt idx="3152">
                  <c:v>607.45000000000005</c:v>
                </c:pt>
                <c:pt idx="3153">
                  <c:v>608.15</c:v>
                </c:pt>
                <c:pt idx="3154">
                  <c:v>600.04999999999995</c:v>
                </c:pt>
                <c:pt idx="3155">
                  <c:v>595.1</c:v>
                </c:pt>
                <c:pt idx="3156">
                  <c:v>596.4</c:v>
                </c:pt>
                <c:pt idx="3157">
                  <c:v>596.9</c:v>
                </c:pt>
                <c:pt idx="3158">
                  <c:v>597.70000000000005</c:v>
                </c:pt>
                <c:pt idx="3159">
                  <c:v>596.29999999999995</c:v>
                </c:pt>
                <c:pt idx="3160">
                  <c:v>594.35</c:v>
                </c:pt>
                <c:pt idx="3161">
                  <c:v>589.35</c:v>
                </c:pt>
                <c:pt idx="3162">
                  <c:v>588.54999999999995</c:v>
                </c:pt>
                <c:pt idx="3163">
                  <c:v>595.9</c:v>
                </c:pt>
                <c:pt idx="3164">
                  <c:v>595.35</c:v>
                </c:pt>
                <c:pt idx="3165">
                  <c:v>590.45000000000005</c:v>
                </c:pt>
                <c:pt idx="3166">
                  <c:v>590.1</c:v>
                </c:pt>
                <c:pt idx="3167">
                  <c:v>592.1</c:v>
                </c:pt>
                <c:pt idx="3168">
                  <c:v>588.15</c:v>
                </c:pt>
                <c:pt idx="3169">
                  <c:v>590.4</c:v>
                </c:pt>
                <c:pt idx="3170">
                  <c:v>591.04999999999995</c:v>
                </c:pt>
                <c:pt idx="3171">
                  <c:v>591.15</c:v>
                </c:pt>
                <c:pt idx="3172">
                  <c:v>594.4</c:v>
                </c:pt>
                <c:pt idx="3173">
                  <c:v>599.20000000000005</c:v>
                </c:pt>
                <c:pt idx="3174">
                  <c:v>599.20000000000005</c:v>
                </c:pt>
                <c:pt idx="3175">
                  <c:v>612.75</c:v>
                </c:pt>
                <c:pt idx="3176">
                  <c:v>608.29999999999995</c:v>
                </c:pt>
                <c:pt idx="3177">
                  <c:v>605.45000000000005</c:v>
                </c:pt>
                <c:pt idx="3178">
                  <c:v>606.9</c:v>
                </c:pt>
                <c:pt idx="3179">
                  <c:v>625.15</c:v>
                </c:pt>
                <c:pt idx="3180">
                  <c:v>635</c:v>
                </c:pt>
                <c:pt idx="3181">
                  <c:v>636.9</c:v>
                </c:pt>
                <c:pt idx="3182">
                  <c:v>630.75</c:v>
                </c:pt>
                <c:pt idx="3183">
                  <c:v>630.79999999999995</c:v>
                </c:pt>
                <c:pt idx="3184">
                  <c:v>629.15</c:v>
                </c:pt>
                <c:pt idx="3185">
                  <c:v>622.85</c:v>
                </c:pt>
                <c:pt idx="3186">
                  <c:v>619.45000000000005</c:v>
                </c:pt>
                <c:pt idx="3187">
                  <c:v>631.29999999999995</c:v>
                </c:pt>
                <c:pt idx="3188">
                  <c:v>622.4</c:v>
                </c:pt>
                <c:pt idx="3189">
                  <c:v>620.70000000000005</c:v>
                </c:pt>
                <c:pt idx="3190">
                  <c:v>625.75</c:v>
                </c:pt>
                <c:pt idx="3191">
                  <c:v>617.95000000000005</c:v>
                </c:pt>
                <c:pt idx="3192">
                  <c:v>624.85</c:v>
                </c:pt>
                <c:pt idx="3193">
                  <c:v>631.15</c:v>
                </c:pt>
                <c:pt idx="3194">
                  <c:v>634.15</c:v>
                </c:pt>
                <c:pt idx="3195">
                  <c:v>630.4</c:v>
                </c:pt>
                <c:pt idx="3196">
                  <c:v>628.1</c:v>
                </c:pt>
                <c:pt idx="3197">
                  <c:v>636.20000000000005</c:v>
                </c:pt>
                <c:pt idx="3198">
                  <c:v>628.5</c:v>
                </c:pt>
                <c:pt idx="3199">
                  <c:v>639</c:v>
                </c:pt>
                <c:pt idx="3200">
                  <c:v>634.1</c:v>
                </c:pt>
                <c:pt idx="3201">
                  <c:v>637.35</c:v>
                </c:pt>
                <c:pt idx="3202">
                  <c:v>637.15</c:v>
                </c:pt>
                <c:pt idx="3203">
                  <c:v>640.6</c:v>
                </c:pt>
                <c:pt idx="3204">
                  <c:v>633.65</c:v>
                </c:pt>
                <c:pt idx="3205">
                  <c:v>634.20000000000005</c:v>
                </c:pt>
                <c:pt idx="3206">
                  <c:v>628.6</c:v>
                </c:pt>
                <c:pt idx="3207">
                  <c:v>630.29999999999995</c:v>
                </c:pt>
                <c:pt idx="3208">
                  <c:v>635</c:v>
                </c:pt>
                <c:pt idx="3209">
                  <c:v>639.54999999999995</c:v>
                </c:pt>
                <c:pt idx="3210">
                  <c:v>640.04999999999995</c:v>
                </c:pt>
                <c:pt idx="3211">
                  <c:v>639</c:v>
                </c:pt>
                <c:pt idx="3212">
                  <c:v>639.35</c:v>
                </c:pt>
                <c:pt idx="3213">
                  <c:v>651.29999999999995</c:v>
                </c:pt>
                <c:pt idx="3214">
                  <c:v>647.04999999999995</c:v>
                </c:pt>
                <c:pt idx="3215">
                  <c:v>646.25</c:v>
                </c:pt>
                <c:pt idx="3216">
                  <c:v>642.25</c:v>
                </c:pt>
                <c:pt idx="3217">
                  <c:v>646.75</c:v>
                </c:pt>
                <c:pt idx="3218">
                  <c:v>653.85</c:v>
                </c:pt>
                <c:pt idx="3219">
                  <c:v>663.7</c:v>
                </c:pt>
                <c:pt idx="3220">
                  <c:v>669.1</c:v>
                </c:pt>
                <c:pt idx="3221">
                  <c:v>669.75</c:v>
                </c:pt>
                <c:pt idx="3222">
                  <c:v>661.9</c:v>
                </c:pt>
                <c:pt idx="3223">
                  <c:v>680.5</c:v>
                </c:pt>
                <c:pt idx="3224">
                  <c:v>699.85</c:v>
                </c:pt>
                <c:pt idx="3225">
                  <c:v>703.95</c:v>
                </c:pt>
                <c:pt idx="3226">
                  <c:v>686.95</c:v>
                </c:pt>
                <c:pt idx="3227">
                  <c:v>685.15</c:v>
                </c:pt>
                <c:pt idx="3228">
                  <c:v>692.6</c:v>
                </c:pt>
                <c:pt idx="3229">
                  <c:v>694.75</c:v>
                </c:pt>
                <c:pt idx="3230">
                  <c:v>693.1</c:v>
                </c:pt>
                <c:pt idx="3231">
                  <c:v>693</c:v>
                </c:pt>
                <c:pt idx="3232">
                  <c:v>690.85</c:v>
                </c:pt>
                <c:pt idx="3233">
                  <c:v>693.85</c:v>
                </c:pt>
                <c:pt idx="3234">
                  <c:v>691.05</c:v>
                </c:pt>
                <c:pt idx="3235">
                  <c:v>688.75</c:v>
                </c:pt>
                <c:pt idx="3236">
                  <c:v>676.5</c:v>
                </c:pt>
                <c:pt idx="3237">
                  <c:v>675.95</c:v>
                </c:pt>
                <c:pt idx="3238">
                  <c:v>688</c:v>
                </c:pt>
                <c:pt idx="3239">
                  <c:v>683.4</c:v>
                </c:pt>
                <c:pt idx="3240">
                  <c:v>676</c:v>
                </c:pt>
                <c:pt idx="3241">
                  <c:v>676.1</c:v>
                </c:pt>
                <c:pt idx="3242">
                  <c:v>680.3</c:v>
                </c:pt>
                <c:pt idx="3243">
                  <c:v>680.1</c:v>
                </c:pt>
                <c:pt idx="3244">
                  <c:v>677.65</c:v>
                </c:pt>
                <c:pt idx="3245">
                  <c:v>678.6</c:v>
                </c:pt>
                <c:pt idx="3246">
                  <c:v>684.5</c:v>
                </c:pt>
                <c:pt idx="3247">
                  <c:v>687.35</c:v>
                </c:pt>
                <c:pt idx="3248">
                  <c:v>683.35</c:v>
                </c:pt>
                <c:pt idx="3249">
                  <c:v>679.35</c:v>
                </c:pt>
                <c:pt idx="3250">
                  <c:v>668.2</c:v>
                </c:pt>
                <c:pt idx="3251">
                  <c:v>670.25</c:v>
                </c:pt>
                <c:pt idx="3252">
                  <c:v>667.5</c:v>
                </c:pt>
                <c:pt idx="3253">
                  <c:v>675.8</c:v>
                </c:pt>
                <c:pt idx="3254">
                  <c:v>669.3</c:v>
                </c:pt>
                <c:pt idx="3255">
                  <c:v>669.3</c:v>
                </c:pt>
                <c:pt idx="3256">
                  <c:v>668.3</c:v>
                </c:pt>
                <c:pt idx="3257">
                  <c:v>660.5</c:v>
                </c:pt>
                <c:pt idx="3258">
                  <c:v>666.8</c:v>
                </c:pt>
                <c:pt idx="3259">
                  <c:v>662.85</c:v>
                </c:pt>
                <c:pt idx="3260">
                  <c:v>658.55</c:v>
                </c:pt>
                <c:pt idx="3261">
                  <c:v>653.75</c:v>
                </c:pt>
                <c:pt idx="3262">
                  <c:v>656.6</c:v>
                </c:pt>
                <c:pt idx="3263">
                  <c:v>660.3</c:v>
                </c:pt>
                <c:pt idx="3264">
                  <c:v>665.05</c:v>
                </c:pt>
                <c:pt idx="3265">
                  <c:v>670.35</c:v>
                </c:pt>
                <c:pt idx="3266">
                  <c:v>652.45000000000005</c:v>
                </c:pt>
                <c:pt idx="3267">
                  <c:v>656.65</c:v>
                </c:pt>
                <c:pt idx="3268">
                  <c:v>643.04999999999995</c:v>
                </c:pt>
                <c:pt idx="3269">
                  <c:v>640.15</c:v>
                </c:pt>
                <c:pt idx="3270">
                  <c:v>646.9</c:v>
                </c:pt>
                <c:pt idx="3271">
                  <c:v>644.15</c:v>
                </c:pt>
                <c:pt idx="3272">
                  <c:v>639.5</c:v>
                </c:pt>
                <c:pt idx="3273">
                  <c:v>641.5</c:v>
                </c:pt>
                <c:pt idx="3274">
                  <c:v>650.04999999999995</c:v>
                </c:pt>
                <c:pt idx="3275">
                  <c:v>656.95</c:v>
                </c:pt>
                <c:pt idx="3276">
                  <c:v>665.2</c:v>
                </c:pt>
                <c:pt idx="3277">
                  <c:v>664.2</c:v>
                </c:pt>
                <c:pt idx="3278">
                  <c:v>674.8</c:v>
                </c:pt>
                <c:pt idx="3279">
                  <c:v>676.75</c:v>
                </c:pt>
                <c:pt idx="3280">
                  <c:v>676</c:v>
                </c:pt>
                <c:pt idx="3281">
                  <c:v>674.8</c:v>
                </c:pt>
                <c:pt idx="3282">
                  <c:v>676.95</c:v>
                </c:pt>
                <c:pt idx="3283">
                  <c:v>666.25</c:v>
                </c:pt>
                <c:pt idx="3284">
                  <c:v>659.3</c:v>
                </c:pt>
                <c:pt idx="3285">
                  <c:v>656.45</c:v>
                </c:pt>
                <c:pt idx="3286">
                  <c:v>651.25</c:v>
                </c:pt>
                <c:pt idx="3287">
                  <c:v>642.75</c:v>
                </c:pt>
                <c:pt idx="3288">
                  <c:v>625.35</c:v>
                </c:pt>
                <c:pt idx="3289">
                  <c:v>622.5</c:v>
                </c:pt>
                <c:pt idx="3290">
                  <c:v>627.65</c:v>
                </c:pt>
                <c:pt idx="3291">
                  <c:v>632.95000000000005</c:v>
                </c:pt>
                <c:pt idx="3292">
                  <c:v>630.5</c:v>
                </c:pt>
                <c:pt idx="3293">
                  <c:v>641.79999999999995</c:v>
                </c:pt>
                <c:pt idx="3294">
                  <c:v>657.3</c:v>
                </c:pt>
                <c:pt idx="3295">
                  <c:v>655.25</c:v>
                </c:pt>
                <c:pt idx="3296">
                  <c:v>644</c:v>
                </c:pt>
                <c:pt idx="3297">
                  <c:v>634.9</c:v>
                </c:pt>
                <c:pt idx="3298">
                  <c:v>649.25</c:v>
                </c:pt>
                <c:pt idx="3299">
                  <c:v>639.4</c:v>
                </c:pt>
                <c:pt idx="3300">
                  <c:v>643.29999999999995</c:v>
                </c:pt>
                <c:pt idx="3301">
                  <c:v>631.54999999999995</c:v>
                </c:pt>
                <c:pt idx="3302">
                  <c:v>625.5</c:v>
                </c:pt>
                <c:pt idx="3303">
                  <c:v>607</c:v>
                </c:pt>
                <c:pt idx="3304">
                  <c:v>605.25</c:v>
                </c:pt>
                <c:pt idx="3305">
                  <c:v>609.4</c:v>
                </c:pt>
                <c:pt idx="3306">
                  <c:v>614.5</c:v>
                </c:pt>
                <c:pt idx="3307">
                  <c:v>625.35</c:v>
                </c:pt>
                <c:pt idx="3308">
                  <c:v>623.85</c:v>
                </c:pt>
                <c:pt idx="3309">
                  <c:v>629.9</c:v>
                </c:pt>
                <c:pt idx="3310">
                  <c:v>623.65</c:v>
                </c:pt>
                <c:pt idx="3311">
                  <c:v>616.15</c:v>
                </c:pt>
                <c:pt idx="3312">
                  <c:v>620.95000000000005</c:v>
                </c:pt>
                <c:pt idx="3313">
                  <c:v>624.45000000000005</c:v>
                </c:pt>
                <c:pt idx="3314">
                  <c:v>620.6</c:v>
                </c:pt>
                <c:pt idx="3315">
                  <c:v>632</c:v>
                </c:pt>
                <c:pt idx="3316">
                  <c:v>639.25</c:v>
                </c:pt>
                <c:pt idx="3317">
                  <c:v>643.70000000000005</c:v>
                </c:pt>
                <c:pt idx="3318">
                  <c:v>641.54999999999995</c:v>
                </c:pt>
                <c:pt idx="3319">
                  <c:v>663.35</c:v>
                </c:pt>
                <c:pt idx="3320">
                  <c:v>660.1</c:v>
                </c:pt>
                <c:pt idx="3321">
                  <c:v>673.6</c:v>
                </c:pt>
                <c:pt idx="3322">
                  <c:v>698.3</c:v>
                </c:pt>
                <c:pt idx="3323">
                  <c:v>689</c:v>
                </c:pt>
                <c:pt idx="3324">
                  <c:v>689.55</c:v>
                </c:pt>
                <c:pt idx="3325">
                  <c:v>689.1</c:v>
                </c:pt>
                <c:pt idx="3326">
                  <c:v>695.15</c:v>
                </c:pt>
                <c:pt idx="3327">
                  <c:v>682.3</c:v>
                </c:pt>
                <c:pt idx="3328">
                  <c:v>692.5</c:v>
                </c:pt>
                <c:pt idx="3329">
                  <c:v>680.95</c:v>
                </c:pt>
                <c:pt idx="3330">
                  <c:v>675.5</c:v>
                </c:pt>
                <c:pt idx="3331">
                  <c:v>688.05</c:v>
                </c:pt>
                <c:pt idx="3332">
                  <c:v>697.15</c:v>
                </c:pt>
                <c:pt idx="3333">
                  <c:v>690.05</c:v>
                </c:pt>
                <c:pt idx="3334">
                  <c:v>703.35</c:v>
                </c:pt>
                <c:pt idx="3335">
                  <c:v>702.8</c:v>
                </c:pt>
                <c:pt idx="3336">
                  <c:v>692.75</c:v>
                </c:pt>
                <c:pt idx="3337">
                  <c:v>689.05</c:v>
                </c:pt>
                <c:pt idx="3338">
                  <c:v>714.85</c:v>
                </c:pt>
                <c:pt idx="3339">
                  <c:v>722.8</c:v>
                </c:pt>
                <c:pt idx="3340">
                  <c:v>718.9</c:v>
                </c:pt>
                <c:pt idx="3341">
                  <c:v>714.5</c:v>
                </c:pt>
                <c:pt idx="3342">
                  <c:v>707.8</c:v>
                </c:pt>
                <c:pt idx="3343">
                  <c:v>703.45</c:v>
                </c:pt>
                <c:pt idx="3344">
                  <c:v>698.6</c:v>
                </c:pt>
                <c:pt idx="3345">
                  <c:v>701.35</c:v>
                </c:pt>
                <c:pt idx="3346">
                  <c:v>715.05</c:v>
                </c:pt>
                <c:pt idx="3347">
                  <c:v>713.3</c:v>
                </c:pt>
                <c:pt idx="3348">
                  <c:v>715.95</c:v>
                </c:pt>
                <c:pt idx="3349">
                  <c:v>725.15</c:v>
                </c:pt>
                <c:pt idx="3350">
                  <c:v>700.5</c:v>
                </c:pt>
                <c:pt idx="3351">
                  <c:v>689.15</c:v>
                </c:pt>
                <c:pt idx="3352">
                  <c:v>683.05</c:v>
                </c:pt>
                <c:pt idx="3353">
                  <c:v>687.95</c:v>
                </c:pt>
                <c:pt idx="3354">
                  <c:v>682.2</c:v>
                </c:pt>
                <c:pt idx="3355">
                  <c:v>676.15</c:v>
                </c:pt>
                <c:pt idx="3356">
                  <c:v>676.35</c:v>
                </c:pt>
                <c:pt idx="3357">
                  <c:v>664.9</c:v>
                </c:pt>
                <c:pt idx="3358">
                  <c:v>663.95</c:v>
                </c:pt>
                <c:pt idx="3359">
                  <c:v>655.1</c:v>
                </c:pt>
                <c:pt idx="3360">
                  <c:v>665.05</c:v>
                </c:pt>
                <c:pt idx="3361">
                  <c:v>667.35</c:v>
                </c:pt>
                <c:pt idx="3362">
                  <c:v>657.45</c:v>
                </c:pt>
                <c:pt idx="3363">
                  <c:v>665.2</c:v>
                </c:pt>
                <c:pt idx="3364">
                  <c:v>636.6</c:v>
                </c:pt>
                <c:pt idx="3365">
                  <c:v>635.25</c:v>
                </c:pt>
                <c:pt idx="3366">
                  <c:v>625.35</c:v>
                </c:pt>
                <c:pt idx="3367">
                  <c:v>634</c:v>
                </c:pt>
                <c:pt idx="3368">
                  <c:v>622.85</c:v>
                </c:pt>
                <c:pt idx="3369">
                  <c:v>646.5</c:v>
                </c:pt>
                <c:pt idx="3370">
                  <c:v>669.5</c:v>
                </c:pt>
                <c:pt idx="3371">
                  <c:v>668.75</c:v>
                </c:pt>
                <c:pt idx="3372">
                  <c:v>656.55</c:v>
                </c:pt>
                <c:pt idx="3373">
                  <c:v>650.65</c:v>
                </c:pt>
                <c:pt idx="3374">
                  <c:v>655.15</c:v>
                </c:pt>
                <c:pt idx="3375">
                  <c:v>667.75</c:v>
                </c:pt>
                <c:pt idx="3376">
                  <c:v>660.45</c:v>
                </c:pt>
                <c:pt idx="3377">
                  <c:v>670.3</c:v>
                </c:pt>
                <c:pt idx="3378">
                  <c:v>659.3</c:v>
                </c:pt>
                <c:pt idx="3379">
                  <c:v>683.25</c:v>
                </c:pt>
                <c:pt idx="3380">
                  <c:v>695.75</c:v>
                </c:pt>
                <c:pt idx="3381">
                  <c:v>695.45</c:v>
                </c:pt>
                <c:pt idx="3382">
                  <c:v>678.7</c:v>
                </c:pt>
                <c:pt idx="3383">
                  <c:v>662.9</c:v>
                </c:pt>
                <c:pt idx="3384">
                  <c:v>684.1</c:v>
                </c:pt>
                <c:pt idx="3385">
                  <c:v>680</c:v>
                </c:pt>
                <c:pt idx="3386">
                  <c:v>682.05</c:v>
                </c:pt>
                <c:pt idx="3387">
                  <c:v>683.6</c:v>
                </c:pt>
                <c:pt idx="3388">
                  <c:v>659.95</c:v>
                </c:pt>
                <c:pt idx="3389">
                  <c:v>653.85</c:v>
                </c:pt>
                <c:pt idx="3390">
                  <c:v>644.1</c:v>
                </c:pt>
                <c:pt idx="3391">
                  <c:v>632.5</c:v>
                </c:pt>
                <c:pt idx="3392">
                  <c:v>625.35</c:v>
                </c:pt>
                <c:pt idx="3393">
                  <c:v>609.75</c:v>
                </c:pt>
                <c:pt idx="3394">
                  <c:v>632.20000000000005</c:v>
                </c:pt>
                <c:pt idx="3395">
                  <c:v>631.25</c:v>
                </c:pt>
                <c:pt idx="3396">
                  <c:v>632.70000000000005</c:v>
                </c:pt>
                <c:pt idx="3397">
                  <c:v>608.65</c:v>
                </c:pt>
                <c:pt idx="3398">
                  <c:v>601.20000000000005</c:v>
                </c:pt>
                <c:pt idx="3399">
                  <c:v>610.5</c:v>
                </c:pt>
                <c:pt idx="3400">
                  <c:v>602.20000000000005</c:v>
                </c:pt>
                <c:pt idx="3401">
                  <c:v>620.5</c:v>
                </c:pt>
                <c:pt idx="3402">
                  <c:v>621.35</c:v>
                </c:pt>
                <c:pt idx="3403">
                  <c:v>587.9</c:v>
                </c:pt>
                <c:pt idx="3404">
                  <c:v>584.70000000000005</c:v>
                </c:pt>
                <c:pt idx="3405">
                  <c:v>584.75</c:v>
                </c:pt>
                <c:pt idx="3406">
                  <c:v>593.35</c:v>
                </c:pt>
                <c:pt idx="3407">
                  <c:v>588.70000000000005</c:v>
                </c:pt>
                <c:pt idx="3408">
                  <c:v>607.54999999999995</c:v>
                </c:pt>
                <c:pt idx="3409">
                  <c:v>611.29999999999995</c:v>
                </c:pt>
                <c:pt idx="3410">
                  <c:v>561.9</c:v>
                </c:pt>
                <c:pt idx="3411">
                  <c:v>561.95000000000005</c:v>
                </c:pt>
                <c:pt idx="3412">
                  <c:v>572.04999999999995</c:v>
                </c:pt>
                <c:pt idx="3413">
                  <c:v>594</c:v>
                </c:pt>
                <c:pt idx="3414">
                  <c:v>589.5</c:v>
                </c:pt>
                <c:pt idx="3415">
                  <c:v>562.54999999999995</c:v>
                </c:pt>
                <c:pt idx="3416">
                  <c:v>564.04999999999995</c:v>
                </c:pt>
                <c:pt idx="3417">
                  <c:v>609.5</c:v>
                </c:pt>
                <c:pt idx="3418">
                  <c:v>616.20000000000005</c:v>
                </c:pt>
                <c:pt idx="3419">
                  <c:v>638</c:v>
                </c:pt>
                <c:pt idx="3420">
                  <c:v>647.25</c:v>
                </c:pt>
                <c:pt idx="3421">
                  <c:v>633.95000000000005</c:v>
                </c:pt>
                <c:pt idx="3422">
                  <c:v>629.20000000000005</c:v>
                </c:pt>
                <c:pt idx="3423">
                  <c:v>642.79999999999995</c:v>
                </c:pt>
                <c:pt idx="3424">
                  <c:v>642.25</c:v>
                </c:pt>
                <c:pt idx="3425">
                  <c:v>650.5</c:v>
                </c:pt>
                <c:pt idx="3426">
                  <c:v>683.2</c:v>
                </c:pt>
                <c:pt idx="3427">
                  <c:v>659.05</c:v>
                </c:pt>
                <c:pt idx="3428">
                  <c:v>641.95000000000005</c:v>
                </c:pt>
                <c:pt idx="3429">
                  <c:v>638.45000000000005</c:v>
                </c:pt>
                <c:pt idx="3430">
                  <c:v>620.6</c:v>
                </c:pt>
                <c:pt idx="3431">
                  <c:v>621.15</c:v>
                </c:pt>
                <c:pt idx="3432">
                  <c:v>608.9</c:v>
                </c:pt>
                <c:pt idx="3433">
                  <c:v>593.04999999999995</c:v>
                </c:pt>
                <c:pt idx="3434">
                  <c:v>611.65</c:v>
                </c:pt>
                <c:pt idx="3435">
                  <c:v>636.20000000000005</c:v>
                </c:pt>
                <c:pt idx="3436">
                  <c:v>640.45000000000005</c:v>
                </c:pt>
                <c:pt idx="3437">
                  <c:v>634.29999999999995</c:v>
                </c:pt>
                <c:pt idx="3438">
                  <c:v>632.65</c:v>
                </c:pt>
                <c:pt idx="3439">
                  <c:v>649.15</c:v>
                </c:pt>
                <c:pt idx="3440">
                  <c:v>641.04999999999995</c:v>
                </c:pt>
                <c:pt idx="3441">
                  <c:v>661.3</c:v>
                </c:pt>
                <c:pt idx="3442">
                  <c:v>667.5</c:v>
                </c:pt>
                <c:pt idx="3443">
                  <c:v>652.45000000000005</c:v>
                </c:pt>
                <c:pt idx="3444">
                  <c:v>654.20000000000005</c:v>
                </c:pt>
                <c:pt idx="3445">
                  <c:v>676.6</c:v>
                </c:pt>
                <c:pt idx="3446">
                  <c:v>671.25</c:v>
                </c:pt>
                <c:pt idx="3447">
                  <c:v>669</c:v>
                </c:pt>
                <c:pt idx="3448">
                  <c:v>660.2</c:v>
                </c:pt>
                <c:pt idx="3449">
                  <c:v>669.3</c:v>
                </c:pt>
                <c:pt idx="3450">
                  <c:v>672.55</c:v>
                </c:pt>
                <c:pt idx="3451">
                  <c:v>667.9</c:v>
                </c:pt>
                <c:pt idx="3452">
                  <c:v>686.5</c:v>
                </c:pt>
                <c:pt idx="3453">
                  <c:v>679.35</c:v>
                </c:pt>
                <c:pt idx="3454">
                  <c:v>680.8</c:v>
                </c:pt>
                <c:pt idx="3455">
                  <c:v>683.8</c:v>
                </c:pt>
                <c:pt idx="3456">
                  <c:v>680.45</c:v>
                </c:pt>
                <c:pt idx="3457">
                  <c:v>676.25</c:v>
                </c:pt>
                <c:pt idx="3458">
                  <c:v>668.9</c:v>
                </c:pt>
                <c:pt idx="3459">
                  <c:v>665.4</c:v>
                </c:pt>
                <c:pt idx="3460">
                  <c:v>652.5</c:v>
                </c:pt>
                <c:pt idx="3461">
                  <c:v>654.25</c:v>
                </c:pt>
                <c:pt idx="3462">
                  <c:v>645.95000000000005</c:v>
                </c:pt>
                <c:pt idx="3463">
                  <c:v>633.70000000000005</c:v>
                </c:pt>
                <c:pt idx="3464">
                  <c:v>642.20000000000005</c:v>
                </c:pt>
                <c:pt idx="3465">
                  <c:v>668.8</c:v>
                </c:pt>
                <c:pt idx="3466">
                  <c:v>660.05</c:v>
                </c:pt>
                <c:pt idx="3467">
                  <c:v>649.54999999999995</c:v>
                </c:pt>
                <c:pt idx="3468">
                  <c:v>637.65</c:v>
                </c:pt>
                <c:pt idx="3469">
                  <c:v>642.15</c:v>
                </c:pt>
                <c:pt idx="3470">
                  <c:v>659.75</c:v>
                </c:pt>
                <c:pt idx="3471">
                  <c:v>652.95000000000005</c:v>
                </c:pt>
                <c:pt idx="3472">
                  <c:v>653.54999999999995</c:v>
                </c:pt>
                <c:pt idx="3473">
                  <c:v>653.4</c:v>
                </c:pt>
                <c:pt idx="3474">
                  <c:v>661.3</c:v>
                </c:pt>
                <c:pt idx="3475">
                  <c:v>661.3</c:v>
                </c:pt>
                <c:pt idx="3476">
                  <c:v>655.75</c:v>
                </c:pt>
                <c:pt idx="3477">
                  <c:v>657.6</c:v>
                </c:pt>
                <c:pt idx="3478">
                  <c:v>688.1</c:v>
                </c:pt>
                <c:pt idx="3479">
                  <c:v>682.7</c:v>
                </c:pt>
                <c:pt idx="3480">
                  <c:v>696.65</c:v>
                </c:pt>
                <c:pt idx="3481">
                  <c:v>696.7</c:v>
                </c:pt>
                <c:pt idx="3482">
                  <c:v>695.55</c:v>
                </c:pt>
                <c:pt idx="3483">
                  <c:v>695.2</c:v>
                </c:pt>
                <c:pt idx="3484">
                  <c:v>689.95</c:v>
                </c:pt>
                <c:pt idx="3485">
                  <c:v>684.35</c:v>
                </c:pt>
                <c:pt idx="3486">
                  <c:v>657.6</c:v>
                </c:pt>
                <c:pt idx="3487">
                  <c:v>666.25</c:v>
                </c:pt>
                <c:pt idx="3488">
                  <c:v>652.54999999999995</c:v>
                </c:pt>
                <c:pt idx="3489">
                  <c:v>664.6</c:v>
                </c:pt>
                <c:pt idx="3490">
                  <c:v>664.45</c:v>
                </c:pt>
                <c:pt idx="3491">
                  <c:v>657.3</c:v>
                </c:pt>
                <c:pt idx="3492">
                  <c:v>669.05</c:v>
                </c:pt>
                <c:pt idx="3493">
                  <c:v>669.65</c:v>
                </c:pt>
                <c:pt idx="3494">
                  <c:v>669.5</c:v>
                </c:pt>
                <c:pt idx="3495">
                  <c:v>665.85</c:v>
                </c:pt>
                <c:pt idx="3496">
                  <c:v>665.15</c:v>
                </c:pt>
                <c:pt idx="3497">
                  <c:v>657</c:v>
                </c:pt>
                <c:pt idx="3498">
                  <c:v>663.1</c:v>
                </c:pt>
                <c:pt idx="3499">
                  <c:v>661.7</c:v>
                </c:pt>
                <c:pt idx="3500">
                  <c:v>664.4</c:v>
                </c:pt>
                <c:pt idx="3501">
                  <c:v>664.7</c:v>
                </c:pt>
                <c:pt idx="3502">
                  <c:v>662.95</c:v>
                </c:pt>
                <c:pt idx="3503">
                  <c:v>662.05</c:v>
                </c:pt>
                <c:pt idx="3504">
                  <c:v>672.85</c:v>
                </c:pt>
                <c:pt idx="3505">
                  <c:v>672.3</c:v>
                </c:pt>
                <c:pt idx="3506">
                  <c:v>680.55</c:v>
                </c:pt>
                <c:pt idx="3507">
                  <c:v>673.05</c:v>
                </c:pt>
                <c:pt idx="3508">
                  <c:v>665</c:v>
                </c:pt>
                <c:pt idx="3509">
                  <c:v>670.05</c:v>
                </c:pt>
                <c:pt idx="3510">
                  <c:v>676.1</c:v>
                </c:pt>
                <c:pt idx="3511">
                  <c:v>677.1</c:v>
                </c:pt>
                <c:pt idx="3512">
                  <c:v>679.5</c:v>
                </c:pt>
                <c:pt idx="3513">
                  <c:v>673.4</c:v>
                </c:pt>
                <c:pt idx="3514">
                  <c:v>649.20000000000005</c:v>
                </c:pt>
                <c:pt idx="3515">
                  <c:v>644.45000000000005</c:v>
                </c:pt>
                <c:pt idx="3516">
                  <c:v>645.45000000000005</c:v>
                </c:pt>
                <c:pt idx="3517">
                  <c:v>631.79999999999995</c:v>
                </c:pt>
                <c:pt idx="3518">
                  <c:v>628.5</c:v>
                </c:pt>
                <c:pt idx="3519">
                  <c:v>626.5</c:v>
                </c:pt>
                <c:pt idx="3520">
                  <c:v>630.6</c:v>
                </c:pt>
                <c:pt idx="3521">
                  <c:v>637.45000000000005</c:v>
                </c:pt>
                <c:pt idx="3522">
                  <c:v>647</c:v>
                </c:pt>
                <c:pt idx="3523">
                  <c:v>647.75</c:v>
                </c:pt>
                <c:pt idx="3524">
                  <c:v>643.9</c:v>
                </c:pt>
                <c:pt idx="3525">
                  <c:v>644.79999999999995</c:v>
                </c:pt>
                <c:pt idx="3526">
                  <c:v>645.45000000000005</c:v>
                </c:pt>
                <c:pt idx="3527">
                  <c:v>632.5</c:v>
                </c:pt>
                <c:pt idx="3528">
                  <c:v>641.79999999999995</c:v>
                </c:pt>
                <c:pt idx="3529">
                  <c:v>650.4</c:v>
                </c:pt>
                <c:pt idx="3530">
                  <c:v>660.4</c:v>
                </c:pt>
                <c:pt idx="3531">
                  <c:v>670.05</c:v>
                </c:pt>
                <c:pt idx="3532">
                  <c:v>662.75</c:v>
                </c:pt>
                <c:pt idx="3533">
                  <c:v>664.4</c:v>
                </c:pt>
                <c:pt idx="3534">
                  <c:v>671</c:v>
                </c:pt>
                <c:pt idx="3535">
                  <c:v>671.1</c:v>
                </c:pt>
                <c:pt idx="3536">
                  <c:v>677.4</c:v>
                </c:pt>
                <c:pt idx="3537">
                  <c:v>669.6</c:v>
                </c:pt>
                <c:pt idx="3538">
                  <c:v>666.2</c:v>
                </c:pt>
                <c:pt idx="3539">
                  <c:v>671.7</c:v>
                </c:pt>
                <c:pt idx="3540">
                  <c:v>669.75</c:v>
                </c:pt>
                <c:pt idx="3541">
                  <c:v>675.6</c:v>
                </c:pt>
                <c:pt idx="3542">
                  <c:v>711.45</c:v>
                </c:pt>
                <c:pt idx="3543">
                  <c:v>734.45</c:v>
                </c:pt>
                <c:pt idx="3544">
                  <c:v>725.15</c:v>
                </c:pt>
                <c:pt idx="3545">
                  <c:v>725.55</c:v>
                </c:pt>
                <c:pt idx="3546">
                  <c:v>742.35</c:v>
                </c:pt>
                <c:pt idx="3547">
                  <c:v>732.15</c:v>
                </c:pt>
                <c:pt idx="3548">
                  <c:v>734</c:v>
                </c:pt>
                <c:pt idx="3549">
                  <c:v>738.45</c:v>
                </c:pt>
                <c:pt idx="3550">
                  <c:v>730.2</c:v>
                </c:pt>
                <c:pt idx="3551">
                  <c:v>733.85</c:v>
                </c:pt>
                <c:pt idx="3552">
                  <c:v>732.4</c:v>
                </c:pt>
                <c:pt idx="3553">
                  <c:v>750.65</c:v>
                </c:pt>
                <c:pt idx="3554">
                  <c:v>750.15</c:v>
                </c:pt>
                <c:pt idx="3555">
                  <c:v>746.05</c:v>
                </c:pt>
                <c:pt idx="3556">
                  <c:v>746.75</c:v>
                </c:pt>
                <c:pt idx="3557">
                  <c:v>744.95</c:v>
                </c:pt>
                <c:pt idx="3558">
                  <c:v>748.8</c:v>
                </c:pt>
                <c:pt idx="3559">
                  <c:v>738.1</c:v>
                </c:pt>
                <c:pt idx="3560">
                  <c:v>731.9</c:v>
                </c:pt>
                <c:pt idx="3561">
                  <c:v>728.8</c:v>
                </c:pt>
                <c:pt idx="3562">
                  <c:v>725.45</c:v>
                </c:pt>
                <c:pt idx="3563">
                  <c:v>725.35</c:v>
                </c:pt>
                <c:pt idx="3564">
                  <c:v>741.85</c:v>
                </c:pt>
                <c:pt idx="3565">
                  <c:v>739.4</c:v>
                </c:pt>
                <c:pt idx="3566">
                  <c:v>738.15</c:v>
                </c:pt>
                <c:pt idx="3567">
                  <c:v>723.95</c:v>
                </c:pt>
                <c:pt idx="3568">
                  <c:v>725.95</c:v>
                </c:pt>
                <c:pt idx="3569">
                  <c:v>718.7</c:v>
                </c:pt>
                <c:pt idx="3570">
                  <c:v>716.45</c:v>
                </c:pt>
                <c:pt idx="3571">
                  <c:v>727.55</c:v>
                </c:pt>
                <c:pt idx="3572">
                  <c:v>733</c:v>
                </c:pt>
                <c:pt idx="3573">
                  <c:v>726.4</c:v>
                </c:pt>
                <c:pt idx="3574">
                  <c:v>725.2</c:v>
                </c:pt>
                <c:pt idx="3575">
                  <c:v>715.8</c:v>
                </c:pt>
                <c:pt idx="3576">
                  <c:v>721.3</c:v>
                </c:pt>
                <c:pt idx="3577">
                  <c:v>717.1</c:v>
                </c:pt>
                <c:pt idx="3578">
                  <c:v>716.7</c:v>
                </c:pt>
                <c:pt idx="3579">
                  <c:v>720.2</c:v>
                </c:pt>
                <c:pt idx="3580">
                  <c:v>715.6</c:v>
                </c:pt>
                <c:pt idx="3581">
                  <c:v>718.3</c:v>
                </c:pt>
                <c:pt idx="3582">
                  <c:v>756.8</c:v>
                </c:pt>
                <c:pt idx="3583">
                  <c:v>792.15</c:v>
                </c:pt>
                <c:pt idx="3584">
                  <c:v>788.15</c:v>
                </c:pt>
                <c:pt idx="3585">
                  <c:v>775.45</c:v>
                </c:pt>
                <c:pt idx="3586">
                  <c:v>788.35</c:v>
                </c:pt>
                <c:pt idx="3587">
                  <c:v>804.7</c:v>
                </c:pt>
                <c:pt idx="3588">
                  <c:v>811.9</c:v>
                </c:pt>
                <c:pt idx="3589">
                  <c:v>816.05</c:v>
                </c:pt>
                <c:pt idx="3590">
                  <c:v>809.5</c:v>
                </c:pt>
                <c:pt idx="3591">
                  <c:v>802.6</c:v>
                </c:pt>
                <c:pt idx="3592">
                  <c:v>789.65</c:v>
                </c:pt>
                <c:pt idx="3593">
                  <c:v>797.15</c:v>
                </c:pt>
                <c:pt idx="3594">
                  <c:v>804.9</c:v>
                </c:pt>
                <c:pt idx="3595">
                  <c:v>823.45</c:v>
                </c:pt>
                <c:pt idx="3596">
                  <c:v>810.25</c:v>
                </c:pt>
                <c:pt idx="3597">
                  <c:v>792.75</c:v>
                </c:pt>
                <c:pt idx="3598">
                  <c:v>819.4</c:v>
                </c:pt>
                <c:pt idx="3599">
                  <c:v>824.35</c:v>
                </c:pt>
                <c:pt idx="3600">
                  <c:v>816.7</c:v>
                </c:pt>
                <c:pt idx="3601">
                  <c:v>805.45</c:v>
                </c:pt>
                <c:pt idx="3602">
                  <c:v>815.25</c:v>
                </c:pt>
                <c:pt idx="3603">
                  <c:v>819.45</c:v>
                </c:pt>
                <c:pt idx="3604">
                  <c:v>816.65</c:v>
                </c:pt>
                <c:pt idx="3605">
                  <c:v>820.5</c:v>
                </c:pt>
                <c:pt idx="3606">
                  <c:v>839.85</c:v>
                </c:pt>
                <c:pt idx="3607">
                  <c:v>835.4</c:v>
                </c:pt>
                <c:pt idx="3608">
                  <c:v>839</c:v>
                </c:pt>
                <c:pt idx="3609">
                  <c:v>846.55</c:v>
                </c:pt>
                <c:pt idx="3610">
                  <c:v>834.85</c:v>
                </c:pt>
                <c:pt idx="3611">
                  <c:v>825.75</c:v>
                </c:pt>
                <c:pt idx="3612">
                  <c:v>821.95</c:v>
                </c:pt>
                <c:pt idx="3613">
                  <c:v>821.45</c:v>
                </c:pt>
                <c:pt idx="3614">
                  <c:v>829</c:v>
                </c:pt>
                <c:pt idx="3615">
                  <c:v>824.1</c:v>
                </c:pt>
                <c:pt idx="3616">
                  <c:v>812.4</c:v>
                </c:pt>
                <c:pt idx="3617">
                  <c:v>816.2</c:v>
                </c:pt>
                <c:pt idx="3618">
                  <c:v>821.55</c:v>
                </c:pt>
                <c:pt idx="3619">
                  <c:v>823.3</c:v>
                </c:pt>
                <c:pt idx="3620">
                  <c:v>839.9</c:v>
                </c:pt>
                <c:pt idx="3621">
                  <c:v>836.8</c:v>
                </c:pt>
                <c:pt idx="3622">
                  <c:v>856.65</c:v>
                </c:pt>
                <c:pt idx="3623">
                  <c:v>840.45</c:v>
                </c:pt>
                <c:pt idx="3624">
                  <c:v>829.25</c:v>
                </c:pt>
                <c:pt idx="3625">
                  <c:v>830.3</c:v>
                </c:pt>
                <c:pt idx="3626">
                  <c:v>823.35</c:v>
                </c:pt>
                <c:pt idx="3627">
                  <c:v>811.8</c:v>
                </c:pt>
                <c:pt idx="3628">
                  <c:v>817.45</c:v>
                </c:pt>
                <c:pt idx="3629">
                  <c:v>826.8</c:v>
                </c:pt>
                <c:pt idx="3630">
                  <c:v>835.75</c:v>
                </c:pt>
                <c:pt idx="3631">
                  <c:v>831.8</c:v>
                </c:pt>
                <c:pt idx="3632">
                  <c:v>832.45</c:v>
                </c:pt>
                <c:pt idx="3633">
                  <c:v>827.45</c:v>
                </c:pt>
                <c:pt idx="3634">
                  <c:v>839.85</c:v>
                </c:pt>
                <c:pt idx="3635">
                  <c:v>836.3</c:v>
                </c:pt>
                <c:pt idx="3636">
                  <c:v>842.25</c:v>
                </c:pt>
                <c:pt idx="3637">
                  <c:v>835.5</c:v>
                </c:pt>
                <c:pt idx="3638">
                  <c:v>829.55</c:v>
                </c:pt>
                <c:pt idx="3639">
                  <c:v>838.8</c:v>
                </c:pt>
                <c:pt idx="3640">
                  <c:v>834</c:v>
                </c:pt>
                <c:pt idx="3641">
                  <c:v>815.45</c:v>
                </c:pt>
                <c:pt idx="3642">
                  <c:v>813</c:v>
                </c:pt>
                <c:pt idx="3643">
                  <c:v>820.2</c:v>
                </c:pt>
                <c:pt idx="3644">
                  <c:v>810</c:v>
                </c:pt>
                <c:pt idx="3645">
                  <c:v>811.5</c:v>
                </c:pt>
                <c:pt idx="3646">
                  <c:v>796.15</c:v>
                </c:pt>
                <c:pt idx="3647">
                  <c:v>792.95</c:v>
                </c:pt>
                <c:pt idx="3648">
                  <c:v>807.2</c:v>
                </c:pt>
                <c:pt idx="3649">
                  <c:v>812.4</c:v>
                </c:pt>
                <c:pt idx="3650">
                  <c:v>826.7</c:v>
                </c:pt>
                <c:pt idx="3651">
                  <c:v>832.35</c:v>
                </c:pt>
                <c:pt idx="3652">
                  <c:v>823.85</c:v>
                </c:pt>
                <c:pt idx="3653">
                  <c:v>820.55</c:v>
                </c:pt>
                <c:pt idx="3654">
                  <c:v>832.5</c:v>
                </c:pt>
                <c:pt idx="3655">
                  <c:v>846.75</c:v>
                </c:pt>
                <c:pt idx="3656">
                  <c:v>843.45</c:v>
                </c:pt>
                <c:pt idx="3657">
                  <c:v>842.5</c:v>
                </c:pt>
                <c:pt idx="3658">
                  <c:v>836.6</c:v>
                </c:pt>
                <c:pt idx="3659">
                  <c:v>843.55</c:v>
                </c:pt>
                <c:pt idx="3660">
                  <c:v>841.2</c:v>
                </c:pt>
                <c:pt idx="3661">
                  <c:v>859.2</c:v>
                </c:pt>
                <c:pt idx="3662">
                  <c:v>856.65</c:v>
                </c:pt>
                <c:pt idx="3663">
                  <c:v>851.85</c:v>
                </c:pt>
                <c:pt idx="3664">
                  <c:v>848.45</c:v>
                </c:pt>
                <c:pt idx="3665">
                  <c:v>864.75</c:v>
                </c:pt>
                <c:pt idx="3666">
                  <c:v>865.6</c:v>
                </c:pt>
                <c:pt idx="3667">
                  <c:v>857.3</c:v>
                </c:pt>
                <c:pt idx="3668">
                  <c:v>854.35</c:v>
                </c:pt>
                <c:pt idx="3669">
                  <c:v>855.7</c:v>
                </c:pt>
                <c:pt idx="3670">
                  <c:v>860.35</c:v>
                </c:pt>
                <c:pt idx="3671">
                  <c:v>851</c:v>
                </c:pt>
                <c:pt idx="3672">
                  <c:v>846.4</c:v>
                </c:pt>
                <c:pt idx="3673">
                  <c:v>858.15</c:v>
                </c:pt>
                <c:pt idx="3674">
                  <c:v>860.25</c:v>
                </c:pt>
                <c:pt idx="3675">
                  <c:v>856.85</c:v>
                </c:pt>
                <c:pt idx="3676">
                  <c:v>848.85</c:v>
                </c:pt>
                <c:pt idx="3677">
                  <c:v>855.45</c:v>
                </c:pt>
                <c:pt idx="3678">
                  <c:v>849.95</c:v>
                </c:pt>
                <c:pt idx="3679">
                  <c:v>871.65</c:v>
                </c:pt>
                <c:pt idx="3680">
                  <c:v>865.1</c:v>
                </c:pt>
                <c:pt idx="3681">
                  <c:v>872.65</c:v>
                </c:pt>
                <c:pt idx="3682">
                  <c:v>868</c:v>
                </c:pt>
                <c:pt idx="3683">
                  <c:v>862.45</c:v>
                </c:pt>
                <c:pt idx="3684">
                  <c:v>867.6</c:v>
                </c:pt>
                <c:pt idx="3685">
                  <c:v>887.6</c:v>
                </c:pt>
                <c:pt idx="3686">
                  <c:v>867.3</c:v>
                </c:pt>
                <c:pt idx="3687">
                  <c:v>876.8</c:v>
                </c:pt>
                <c:pt idx="3688">
                  <c:v>868.35</c:v>
                </c:pt>
                <c:pt idx="3689">
                  <c:v>858.85</c:v>
                </c:pt>
                <c:pt idx="3690">
                  <c:v>885.25</c:v>
                </c:pt>
                <c:pt idx="3691">
                  <c:v>893.8</c:v>
                </c:pt>
                <c:pt idx="3692">
                  <c:v>895.55</c:v>
                </c:pt>
                <c:pt idx="3693">
                  <c:v>893.65</c:v>
                </c:pt>
                <c:pt idx="3694">
                  <c:v>896.45</c:v>
                </c:pt>
                <c:pt idx="3695">
                  <c:v>897.25</c:v>
                </c:pt>
                <c:pt idx="3696">
                  <c:v>895.3</c:v>
                </c:pt>
                <c:pt idx="3697">
                  <c:v>891.55</c:v>
                </c:pt>
                <c:pt idx="3698">
                  <c:v>896.65</c:v>
                </c:pt>
                <c:pt idx="3699">
                  <c:v>911.85</c:v>
                </c:pt>
                <c:pt idx="3700">
                  <c:v>910.7</c:v>
                </c:pt>
                <c:pt idx="3701">
                  <c:v>912.8</c:v>
                </c:pt>
                <c:pt idx="3702">
                  <c:v>899.45</c:v>
                </c:pt>
                <c:pt idx="3703">
                  <c:v>904.65</c:v>
                </c:pt>
                <c:pt idx="3704">
                  <c:v>907.9</c:v>
                </c:pt>
                <c:pt idx="3705">
                  <c:v>911.75</c:v>
                </c:pt>
                <c:pt idx="3706">
                  <c:v>915.95</c:v>
                </c:pt>
                <c:pt idx="3707">
                  <c:v>930.1</c:v>
                </c:pt>
                <c:pt idx="3708">
                  <c:v>918.95</c:v>
                </c:pt>
                <c:pt idx="3709">
                  <c:v>932.2</c:v>
                </c:pt>
                <c:pt idx="3710">
                  <c:v>926.55</c:v>
                </c:pt>
                <c:pt idx="3711">
                  <c:v>918.2</c:v>
                </c:pt>
                <c:pt idx="3712">
                  <c:v>932.85</c:v>
                </c:pt>
                <c:pt idx="3713">
                  <c:v>945.2</c:v>
                </c:pt>
                <c:pt idx="3714">
                  <c:v>953.55</c:v>
                </c:pt>
                <c:pt idx="3715">
                  <c:v>951.3</c:v>
                </c:pt>
                <c:pt idx="3716">
                  <c:v>948.15</c:v>
                </c:pt>
                <c:pt idx="3717">
                  <c:v>957.15</c:v>
                </c:pt>
                <c:pt idx="3718">
                  <c:v>950</c:v>
                </c:pt>
                <c:pt idx="3719">
                  <c:v>943.3</c:v>
                </c:pt>
                <c:pt idx="3720">
                  <c:v>933.1</c:v>
                </c:pt>
                <c:pt idx="3721">
                  <c:v>941.4</c:v>
                </c:pt>
                <c:pt idx="3722">
                  <c:v>942.75</c:v>
                </c:pt>
                <c:pt idx="3723">
                  <c:v>927.15</c:v>
                </c:pt>
                <c:pt idx="3724">
                  <c:v>926.75</c:v>
                </c:pt>
                <c:pt idx="3725">
                  <c:v>931.4</c:v>
                </c:pt>
                <c:pt idx="3726">
                  <c:v>933.6</c:v>
                </c:pt>
                <c:pt idx="3727">
                  <c:v>931.5</c:v>
                </c:pt>
                <c:pt idx="3728">
                  <c:v>941.5</c:v>
                </c:pt>
                <c:pt idx="3729">
                  <c:v>925.75</c:v>
                </c:pt>
                <c:pt idx="3730">
                  <c:v>921.85</c:v>
                </c:pt>
                <c:pt idx="3731">
                  <c:v>934.05</c:v>
                </c:pt>
                <c:pt idx="3732">
                  <c:v>941.45</c:v>
                </c:pt>
                <c:pt idx="3733">
                  <c:v>963.7</c:v>
                </c:pt>
                <c:pt idx="3734">
                  <c:v>959.75</c:v>
                </c:pt>
                <c:pt idx="3735">
                  <c:v>945.25</c:v>
                </c:pt>
                <c:pt idx="3736">
                  <c:v>948.65</c:v>
                </c:pt>
                <c:pt idx="3737">
                  <c:v>951.7</c:v>
                </c:pt>
                <c:pt idx="3738">
                  <c:v>956.45</c:v>
                </c:pt>
                <c:pt idx="3739">
                  <c:v>951.6</c:v>
                </c:pt>
                <c:pt idx="3740">
                  <c:v>952.05</c:v>
                </c:pt>
                <c:pt idx="3741">
                  <c:v>965.3</c:v>
                </c:pt>
                <c:pt idx="3742">
                  <c:v>957.15</c:v>
                </c:pt>
                <c:pt idx="3743">
                  <c:v>942.25</c:v>
                </c:pt>
                <c:pt idx="3744">
                  <c:v>945</c:v>
                </c:pt>
                <c:pt idx="3745">
                  <c:v>964.85</c:v>
                </c:pt>
                <c:pt idx="3746">
                  <c:v>975.65</c:v>
                </c:pt>
                <c:pt idx="3747">
                  <c:v>967.05</c:v>
                </c:pt>
                <c:pt idx="3748">
                  <c:v>963.35</c:v>
                </c:pt>
                <c:pt idx="3749">
                  <c:v>963.9</c:v>
                </c:pt>
                <c:pt idx="3750">
                  <c:v>993.15</c:v>
                </c:pt>
                <c:pt idx="3751">
                  <c:v>1001.35</c:v>
                </c:pt>
                <c:pt idx="3752">
                  <c:v>1004.55</c:v>
                </c:pt>
                <c:pt idx="3753">
                  <c:v>1020.95</c:v>
                </c:pt>
                <c:pt idx="3754">
                  <c:v>1019.95</c:v>
                </c:pt>
                <c:pt idx="3755">
                  <c:v>1021.25</c:v>
                </c:pt>
                <c:pt idx="3756">
                  <c:v>1042.8</c:v>
                </c:pt>
                <c:pt idx="3757">
                  <c:v>1074.05</c:v>
                </c:pt>
                <c:pt idx="3758">
                  <c:v>1058.3499999999999</c:v>
                </c:pt>
                <c:pt idx="3759">
                  <c:v>1095</c:v>
                </c:pt>
                <c:pt idx="3760">
                  <c:v>1077.3499999999999</c:v>
                </c:pt>
                <c:pt idx="3761">
                  <c:v>1081.5999999999999</c:v>
                </c:pt>
                <c:pt idx="3762">
                  <c:v>1064.0999999999999</c:v>
                </c:pt>
                <c:pt idx="3763">
                  <c:v>1067.7</c:v>
                </c:pt>
                <c:pt idx="3764">
                  <c:v>1076.5</c:v>
                </c:pt>
                <c:pt idx="3765">
                  <c:v>1053.5</c:v>
                </c:pt>
                <c:pt idx="3766">
                  <c:v>1040.0999999999999</c:v>
                </c:pt>
                <c:pt idx="3767">
                  <c:v>1054.45</c:v>
                </c:pt>
                <c:pt idx="3768">
                  <c:v>1058.4000000000001</c:v>
                </c:pt>
                <c:pt idx="3769">
                  <c:v>1076</c:v>
                </c:pt>
                <c:pt idx="3770">
                  <c:v>1065.8</c:v>
                </c:pt>
                <c:pt idx="3771">
                  <c:v>1067.55</c:v>
                </c:pt>
                <c:pt idx="3772">
                  <c:v>1074.8</c:v>
                </c:pt>
                <c:pt idx="3773">
                  <c:v>1079.8</c:v>
                </c:pt>
                <c:pt idx="3774">
                  <c:v>1073.05</c:v>
                </c:pt>
                <c:pt idx="3775">
                  <c:v>1067.5</c:v>
                </c:pt>
                <c:pt idx="3776">
                  <c:v>1067.6500000000001</c:v>
                </c:pt>
                <c:pt idx="3777">
                  <c:v>1052.45</c:v>
                </c:pt>
                <c:pt idx="3778">
                  <c:v>1038.1500000000001</c:v>
                </c:pt>
                <c:pt idx="3779">
                  <c:v>1054</c:v>
                </c:pt>
                <c:pt idx="3780">
                  <c:v>1071.2</c:v>
                </c:pt>
                <c:pt idx="3781">
                  <c:v>1082.55</c:v>
                </c:pt>
                <c:pt idx="3782">
                  <c:v>1083.3499999999999</c:v>
                </c:pt>
                <c:pt idx="3783">
                  <c:v>1065.3</c:v>
                </c:pt>
                <c:pt idx="3784">
                  <c:v>1085.0999999999999</c:v>
                </c:pt>
                <c:pt idx="3785">
                  <c:v>1059</c:v>
                </c:pt>
                <c:pt idx="3786">
                  <c:v>1052.55</c:v>
                </c:pt>
                <c:pt idx="3787">
                  <c:v>1056.45</c:v>
                </c:pt>
                <c:pt idx="3788">
                  <c:v>1054.5999999999999</c:v>
                </c:pt>
                <c:pt idx="3789">
                  <c:v>1042.6500000000001</c:v>
                </c:pt>
                <c:pt idx="3790">
                  <c:v>1051.55</c:v>
                </c:pt>
                <c:pt idx="3791">
                  <c:v>1058.05</c:v>
                </c:pt>
                <c:pt idx="3792">
                  <c:v>1063.55</c:v>
                </c:pt>
                <c:pt idx="3793">
                  <c:v>1052.2</c:v>
                </c:pt>
                <c:pt idx="3794">
                  <c:v>1055.9000000000001</c:v>
                </c:pt>
                <c:pt idx="3795">
                  <c:v>1047.75</c:v>
                </c:pt>
                <c:pt idx="3796">
                  <c:v>1037.95</c:v>
                </c:pt>
                <c:pt idx="3797">
                  <c:v>1034.25</c:v>
                </c:pt>
                <c:pt idx="3798">
                  <c:v>1006.95</c:v>
                </c:pt>
                <c:pt idx="3799">
                  <c:v>1014.65</c:v>
                </c:pt>
                <c:pt idx="3800">
                  <c:v>1036.9000000000001</c:v>
                </c:pt>
                <c:pt idx="3801">
                  <c:v>1022.7</c:v>
                </c:pt>
                <c:pt idx="3802">
                  <c:v>1033.25</c:v>
                </c:pt>
                <c:pt idx="3803">
                  <c:v>1031.95</c:v>
                </c:pt>
                <c:pt idx="3804">
                  <c:v>1032.75</c:v>
                </c:pt>
                <c:pt idx="3805">
                  <c:v>1035.55</c:v>
                </c:pt>
                <c:pt idx="3806">
                  <c:v>1056.0999999999999</c:v>
                </c:pt>
                <c:pt idx="3807">
                  <c:v>1042.6500000000001</c:v>
                </c:pt>
                <c:pt idx="3808">
                  <c:v>1038.8</c:v>
                </c:pt>
                <c:pt idx="3809">
                  <c:v>1031.6500000000001</c:v>
                </c:pt>
                <c:pt idx="3810">
                  <c:v>1029.6500000000001</c:v>
                </c:pt>
                <c:pt idx="3811">
                  <c:v>1018.25</c:v>
                </c:pt>
                <c:pt idx="3812">
                  <c:v>1005.1</c:v>
                </c:pt>
                <c:pt idx="3813">
                  <c:v>1003</c:v>
                </c:pt>
                <c:pt idx="3814">
                  <c:v>1013.1</c:v>
                </c:pt>
                <c:pt idx="3815">
                  <c:v>1013.5</c:v>
                </c:pt>
                <c:pt idx="3816">
                  <c:v>1006.45</c:v>
                </c:pt>
                <c:pt idx="3817">
                  <c:v>1005.45</c:v>
                </c:pt>
                <c:pt idx="3818">
                  <c:v>1004.55</c:v>
                </c:pt>
                <c:pt idx="3819">
                  <c:v>993.15</c:v>
                </c:pt>
                <c:pt idx="3820">
                  <c:v>988.8</c:v>
                </c:pt>
                <c:pt idx="3821">
                  <c:v>1000.95</c:v>
                </c:pt>
                <c:pt idx="3822">
                  <c:v>987.65</c:v>
                </c:pt>
                <c:pt idx="3823">
                  <c:v>970.6</c:v>
                </c:pt>
                <c:pt idx="3824">
                  <c:v>951.3</c:v>
                </c:pt>
                <c:pt idx="3825">
                  <c:v>982</c:v>
                </c:pt>
                <c:pt idx="3826">
                  <c:v>990.3</c:v>
                </c:pt>
                <c:pt idx="3827">
                  <c:v>971.95</c:v>
                </c:pt>
                <c:pt idx="3828">
                  <c:v>990.25</c:v>
                </c:pt>
                <c:pt idx="3829">
                  <c:v>991.05</c:v>
                </c:pt>
                <c:pt idx="3830">
                  <c:v>990.1</c:v>
                </c:pt>
                <c:pt idx="3831">
                  <c:v>1009.85</c:v>
                </c:pt>
                <c:pt idx="3832">
                  <c:v>1007.55</c:v>
                </c:pt>
                <c:pt idx="3833">
                  <c:v>1024.05</c:v>
                </c:pt>
                <c:pt idx="3834">
                  <c:v>1024.7</c:v>
                </c:pt>
                <c:pt idx="3835">
                  <c:v>1024.3</c:v>
                </c:pt>
                <c:pt idx="3836">
                  <c:v>1023.55</c:v>
                </c:pt>
                <c:pt idx="3837">
                  <c:v>1027.4000000000001</c:v>
                </c:pt>
                <c:pt idx="3838">
                  <c:v>1038.1500000000001</c:v>
                </c:pt>
                <c:pt idx="3839">
                  <c:v>1029.4000000000001</c:v>
                </c:pt>
                <c:pt idx="3840">
                  <c:v>1050.55</c:v>
                </c:pt>
                <c:pt idx="3841">
                  <c:v>1036.2</c:v>
                </c:pt>
                <c:pt idx="3842">
                  <c:v>1008.8</c:v>
                </c:pt>
                <c:pt idx="3843">
                  <c:v>1005.55</c:v>
                </c:pt>
                <c:pt idx="3844">
                  <c:v>1014.95</c:v>
                </c:pt>
                <c:pt idx="3845">
                  <c:v>1011.75</c:v>
                </c:pt>
                <c:pt idx="3846">
                  <c:v>1003.45</c:v>
                </c:pt>
                <c:pt idx="3847">
                  <c:v>1001.85</c:v>
                </c:pt>
                <c:pt idx="3848">
                  <c:v>1015.6</c:v>
                </c:pt>
                <c:pt idx="3849">
                  <c:v>1000.2</c:v>
                </c:pt>
                <c:pt idx="3850">
                  <c:v>1009.15</c:v>
                </c:pt>
                <c:pt idx="3851">
                  <c:v>1005.2</c:v>
                </c:pt>
                <c:pt idx="3852">
                  <c:v>1008.4</c:v>
                </c:pt>
                <c:pt idx="3853">
                  <c:v>1004.7</c:v>
                </c:pt>
                <c:pt idx="3854">
                  <c:v>1019.6</c:v>
                </c:pt>
                <c:pt idx="3855">
                  <c:v>1030.5</c:v>
                </c:pt>
                <c:pt idx="3856">
                  <c:v>1047.1500000000001</c:v>
                </c:pt>
                <c:pt idx="3857">
                  <c:v>1052.0999999999999</c:v>
                </c:pt>
                <c:pt idx="3858">
                  <c:v>1045.8</c:v>
                </c:pt>
                <c:pt idx="3859">
                  <c:v>1065</c:v>
                </c:pt>
                <c:pt idx="3860">
                  <c:v>1062.8499999999999</c:v>
                </c:pt>
                <c:pt idx="3861">
                  <c:v>1056.6500000000001</c:v>
                </c:pt>
                <c:pt idx="3862">
                  <c:v>1067.1500000000001</c:v>
                </c:pt>
                <c:pt idx="3863">
                  <c:v>1072.3499999999999</c:v>
                </c:pt>
                <c:pt idx="3864">
                  <c:v>1058.2</c:v>
                </c:pt>
                <c:pt idx="3865">
                  <c:v>1074.25</c:v>
                </c:pt>
                <c:pt idx="3866">
                  <c:v>1083.5</c:v>
                </c:pt>
                <c:pt idx="3867">
                  <c:v>1086.8499999999999</c:v>
                </c:pt>
                <c:pt idx="3868">
                  <c:v>1068.8499999999999</c:v>
                </c:pt>
                <c:pt idx="3869">
                  <c:v>1074.05</c:v>
                </c:pt>
                <c:pt idx="3870">
                  <c:v>1090.75</c:v>
                </c:pt>
                <c:pt idx="3871">
                  <c:v>1096.1500000000001</c:v>
                </c:pt>
                <c:pt idx="3872">
                  <c:v>1091.8499999999999</c:v>
                </c:pt>
                <c:pt idx="3873">
                  <c:v>1096.7</c:v>
                </c:pt>
                <c:pt idx="3874">
                  <c:v>1114.7</c:v>
                </c:pt>
                <c:pt idx="3875">
                  <c:v>1110.55</c:v>
                </c:pt>
                <c:pt idx="3876">
                  <c:v>1115.25</c:v>
                </c:pt>
                <c:pt idx="3877">
                  <c:v>1098.05</c:v>
                </c:pt>
                <c:pt idx="3878">
                  <c:v>1114.4000000000001</c:v>
                </c:pt>
                <c:pt idx="3879">
                  <c:v>1107.9000000000001</c:v>
                </c:pt>
                <c:pt idx="3880">
                  <c:v>1107.8499999999999</c:v>
                </c:pt>
                <c:pt idx="3881">
                  <c:v>1095.8499999999999</c:v>
                </c:pt>
                <c:pt idx="3882">
                  <c:v>1108.5</c:v>
                </c:pt>
                <c:pt idx="3883">
                  <c:v>1108.3499999999999</c:v>
                </c:pt>
                <c:pt idx="3884">
                  <c:v>1110.55</c:v>
                </c:pt>
                <c:pt idx="3885">
                  <c:v>1111.6500000000001</c:v>
                </c:pt>
                <c:pt idx="3886">
                  <c:v>1095.4000000000001</c:v>
                </c:pt>
                <c:pt idx="3887">
                  <c:v>1086.45</c:v>
                </c:pt>
                <c:pt idx="3888">
                  <c:v>1092.2</c:v>
                </c:pt>
                <c:pt idx="3889">
                  <c:v>1095.95</c:v>
                </c:pt>
                <c:pt idx="3890">
                  <c:v>1092.6500000000001</c:v>
                </c:pt>
                <c:pt idx="3891">
                  <c:v>1094.6500000000001</c:v>
                </c:pt>
                <c:pt idx="3892">
                  <c:v>1094.7</c:v>
                </c:pt>
                <c:pt idx="3893">
                  <c:v>1070.45</c:v>
                </c:pt>
                <c:pt idx="3894">
                  <c:v>1077.55</c:v>
                </c:pt>
                <c:pt idx="3895">
                  <c:v>1101.8</c:v>
                </c:pt>
                <c:pt idx="3896">
                  <c:v>1091.5</c:v>
                </c:pt>
                <c:pt idx="3897">
                  <c:v>1086.3499999999999</c:v>
                </c:pt>
                <c:pt idx="3898">
                  <c:v>1081.8499999999999</c:v>
                </c:pt>
                <c:pt idx="3899">
                  <c:v>1074.7</c:v>
                </c:pt>
                <c:pt idx="3900">
                  <c:v>1061.3</c:v>
                </c:pt>
                <c:pt idx="3901">
                  <c:v>1019.05</c:v>
                </c:pt>
                <c:pt idx="3902">
                  <c:v>1018.45</c:v>
                </c:pt>
                <c:pt idx="3903">
                  <c:v>1013.5</c:v>
                </c:pt>
                <c:pt idx="3904">
                  <c:v>1022.1</c:v>
                </c:pt>
                <c:pt idx="3905">
                  <c:v>1027.95</c:v>
                </c:pt>
                <c:pt idx="3906">
                  <c:v>1027.45</c:v>
                </c:pt>
                <c:pt idx="3907">
                  <c:v>1000.1</c:v>
                </c:pt>
                <c:pt idx="3908">
                  <c:v>995.15</c:v>
                </c:pt>
                <c:pt idx="3909">
                  <c:v>1010.3</c:v>
                </c:pt>
                <c:pt idx="3910">
                  <c:v>996.05</c:v>
                </c:pt>
                <c:pt idx="3911">
                  <c:v>984.45</c:v>
                </c:pt>
                <c:pt idx="3912">
                  <c:v>1004.05</c:v>
                </c:pt>
                <c:pt idx="3913">
                  <c:v>1016.3</c:v>
                </c:pt>
                <c:pt idx="3914">
                  <c:v>1011</c:v>
                </c:pt>
                <c:pt idx="3915">
                  <c:v>1010.5</c:v>
                </c:pt>
                <c:pt idx="3916">
                  <c:v>1019.7</c:v>
                </c:pt>
                <c:pt idx="3917">
                  <c:v>1013.15</c:v>
                </c:pt>
                <c:pt idx="3918">
                  <c:v>1023.35</c:v>
                </c:pt>
                <c:pt idx="3919">
                  <c:v>1049.75</c:v>
                </c:pt>
                <c:pt idx="3920">
                  <c:v>1052.95</c:v>
                </c:pt>
                <c:pt idx="3921">
                  <c:v>1030.6500000000001</c:v>
                </c:pt>
                <c:pt idx="3922">
                  <c:v>1049.2</c:v>
                </c:pt>
                <c:pt idx="3923">
                  <c:v>1051.4000000000001</c:v>
                </c:pt>
                <c:pt idx="3924">
                  <c:v>1046.4000000000001</c:v>
                </c:pt>
                <c:pt idx="3925">
                  <c:v>1064.8</c:v>
                </c:pt>
                <c:pt idx="3926">
                  <c:v>1068.8</c:v>
                </c:pt>
                <c:pt idx="3927">
                  <c:v>1067.6500000000001</c:v>
                </c:pt>
                <c:pt idx="3928">
                  <c:v>1098.3499999999999</c:v>
                </c:pt>
                <c:pt idx="3929">
                  <c:v>1085.95</c:v>
                </c:pt>
                <c:pt idx="3930">
                  <c:v>1087.75</c:v>
                </c:pt>
                <c:pt idx="3931">
                  <c:v>1083.0999999999999</c:v>
                </c:pt>
                <c:pt idx="3932">
                  <c:v>1086.1500000000001</c:v>
                </c:pt>
                <c:pt idx="3933">
                  <c:v>1080.55</c:v>
                </c:pt>
                <c:pt idx="3934">
                  <c:v>1076.3499999999999</c:v>
                </c:pt>
                <c:pt idx="3935">
                  <c:v>1084.75</c:v>
                </c:pt>
                <c:pt idx="3936">
                  <c:v>1084.1500000000001</c:v>
                </c:pt>
                <c:pt idx="3937">
                  <c:v>1100.05</c:v>
                </c:pt>
                <c:pt idx="3938">
                  <c:v>1097.8</c:v>
                </c:pt>
                <c:pt idx="3939">
                  <c:v>1094.9000000000001</c:v>
                </c:pt>
                <c:pt idx="3940">
                  <c:v>1095</c:v>
                </c:pt>
                <c:pt idx="3941">
                  <c:v>1108.5</c:v>
                </c:pt>
                <c:pt idx="3942">
                  <c:v>1101.5</c:v>
                </c:pt>
                <c:pt idx="3943">
                  <c:v>1110.9000000000001</c:v>
                </c:pt>
                <c:pt idx="3944">
                  <c:v>1111.5</c:v>
                </c:pt>
                <c:pt idx="3945">
                  <c:v>1103.55</c:v>
                </c:pt>
                <c:pt idx="3946">
                  <c:v>1099.5999999999999</c:v>
                </c:pt>
                <c:pt idx="3947">
                  <c:v>1083.0999999999999</c:v>
                </c:pt>
                <c:pt idx="3948">
                  <c:v>1084.9000000000001</c:v>
                </c:pt>
                <c:pt idx="3949">
                  <c:v>1081.7</c:v>
                </c:pt>
                <c:pt idx="3950">
                  <c:v>1079.8499999999999</c:v>
                </c:pt>
                <c:pt idx="3951">
                  <c:v>1080.9000000000001</c:v>
                </c:pt>
                <c:pt idx="3952">
                  <c:v>1064.8</c:v>
                </c:pt>
                <c:pt idx="3953">
                  <c:v>1054.5999999999999</c:v>
                </c:pt>
                <c:pt idx="3954">
                  <c:v>1054.4000000000001</c:v>
                </c:pt>
                <c:pt idx="3955">
                  <c:v>1052.05</c:v>
                </c:pt>
                <c:pt idx="3956">
                  <c:v>1060.95</c:v>
                </c:pt>
                <c:pt idx="3957">
                  <c:v>1060.8</c:v>
                </c:pt>
                <c:pt idx="3958">
                  <c:v>1048.5999999999999</c:v>
                </c:pt>
                <c:pt idx="3959">
                  <c:v>1068.9000000000001</c:v>
                </c:pt>
                <c:pt idx="3960">
                  <c:v>1070.8499999999999</c:v>
                </c:pt>
                <c:pt idx="3961">
                  <c:v>1066.05</c:v>
                </c:pt>
                <c:pt idx="3962">
                  <c:v>1064.3499999999999</c:v>
                </c:pt>
                <c:pt idx="3963">
                  <c:v>1063.95</c:v>
                </c:pt>
                <c:pt idx="3964">
                  <c:v>1079.4000000000001</c:v>
                </c:pt>
                <c:pt idx="3965">
                  <c:v>1077.75</c:v>
                </c:pt>
                <c:pt idx="3966">
                  <c:v>1083</c:v>
                </c:pt>
                <c:pt idx="3967">
                  <c:v>1077.8</c:v>
                </c:pt>
                <c:pt idx="3968">
                  <c:v>1076.75</c:v>
                </c:pt>
                <c:pt idx="3969">
                  <c:v>1058.9000000000001</c:v>
                </c:pt>
                <c:pt idx="3970">
                  <c:v>1061.95</c:v>
                </c:pt>
                <c:pt idx="3971">
                  <c:v>1049.25</c:v>
                </c:pt>
                <c:pt idx="3972">
                  <c:v>1047.45</c:v>
                </c:pt>
                <c:pt idx="3973">
                  <c:v>1060.5999999999999</c:v>
                </c:pt>
                <c:pt idx="3974">
                  <c:v>1046.3499999999999</c:v>
                </c:pt>
                <c:pt idx="3975">
                  <c:v>1055.05</c:v>
                </c:pt>
                <c:pt idx="3976">
                  <c:v>1059.45</c:v>
                </c:pt>
                <c:pt idx="3977">
                  <c:v>1067.3</c:v>
                </c:pt>
                <c:pt idx="3978">
                  <c:v>1080.25</c:v>
                </c:pt>
                <c:pt idx="3979">
                  <c:v>1073</c:v>
                </c:pt>
                <c:pt idx="3980">
                  <c:v>1075.4000000000001</c:v>
                </c:pt>
                <c:pt idx="3981">
                  <c:v>1066.45</c:v>
                </c:pt>
                <c:pt idx="3982">
                  <c:v>1074.0999999999999</c:v>
                </c:pt>
                <c:pt idx="3983">
                  <c:v>1074</c:v>
                </c:pt>
                <c:pt idx="3984">
                  <c:v>1077.25</c:v>
                </c:pt>
                <c:pt idx="3985">
                  <c:v>1077.95</c:v>
                </c:pt>
                <c:pt idx="3986">
                  <c:v>1074.3</c:v>
                </c:pt>
                <c:pt idx="3987">
                  <c:v>1082.1500000000001</c:v>
                </c:pt>
                <c:pt idx="3988">
                  <c:v>1088.75</c:v>
                </c:pt>
                <c:pt idx="3989">
                  <c:v>1070.5</c:v>
                </c:pt>
                <c:pt idx="3990">
                  <c:v>1062.4000000000001</c:v>
                </c:pt>
                <c:pt idx="3991">
                  <c:v>1067.0999999999999</c:v>
                </c:pt>
                <c:pt idx="3992">
                  <c:v>1056.2</c:v>
                </c:pt>
                <c:pt idx="3993">
                  <c:v>1062.3499999999999</c:v>
                </c:pt>
                <c:pt idx="3994">
                  <c:v>1058.5999999999999</c:v>
                </c:pt>
                <c:pt idx="3995">
                  <c:v>1046.95</c:v>
                </c:pt>
                <c:pt idx="3996">
                  <c:v>1060.1500000000001</c:v>
                </c:pt>
                <c:pt idx="3997">
                  <c:v>1049.75</c:v>
                </c:pt>
                <c:pt idx="3998">
                  <c:v>1042.1500000000001</c:v>
                </c:pt>
                <c:pt idx="3999">
                  <c:v>1025.8499999999999</c:v>
                </c:pt>
                <c:pt idx="4000">
                  <c:v>1035.8</c:v>
                </c:pt>
                <c:pt idx="4001">
                  <c:v>1018.3</c:v>
                </c:pt>
                <c:pt idx="4002">
                  <c:v>1023</c:v>
                </c:pt>
                <c:pt idx="4003">
                  <c:v>1030.3</c:v>
                </c:pt>
                <c:pt idx="4004">
                  <c:v>1041.1500000000001</c:v>
                </c:pt>
                <c:pt idx="4005">
                  <c:v>1035.6500000000001</c:v>
                </c:pt>
                <c:pt idx="4006">
                  <c:v>1031.7</c:v>
                </c:pt>
                <c:pt idx="4007">
                  <c:v>1049.8499999999999</c:v>
                </c:pt>
                <c:pt idx="4008">
                  <c:v>1059.75</c:v>
                </c:pt>
                <c:pt idx="4009">
                  <c:v>1053.8</c:v>
                </c:pt>
                <c:pt idx="4010">
                  <c:v>1043.8499999999999</c:v>
                </c:pt>
                <c:pt idx="4011">
                  <c:v>1049.2</c:v>
                </c:pt>
                <c:pt idx="4012">
                  <c:v>1055.25</c:v>
                </c:pt>
                <c:pt idx="4013">
                  <c:v>1035.8499999999999</c:v>
                </c:pt>
                <c:pt idx="4014">
                  <c:v>1026.05</c:v>
                </c:pt>
                <c:pt idx="4015">
                  <c:v>1012.95</c:v>
                </c:pt>
                <c:pt idx="4016">
                  <c:v>975.3</c:v>
                </c:pt>
                <c:pt idx="4017">
                  <c:v>971.4</c:v>
                </c:pt>
                <c:pt idx="4018">
                  <c:v>973.6</c:v>
                </c:pt>
                <c:pt idx="4019">
                  <c:v>973.45</c:v>
                </c:pt>
                <c:pt idx="4020">
                  <c:v>974.9</c:v>
                </c:pt>
                <c:pt idx="4021">
                  <c:v>989.45</c:v>
                </c:pt>
                <c:pt idx="4022">
                  <c:v>989.3</c:v>
                </c:pt>
                <c:pt idx="4023">
                  <c:v>988.75</c:v>
                </c:pt>
                <c:pt idx="4024">
                  <c:v>970.05</c:v>
                </c:pt>
                <c:pt idx="4025">
                  <c:v>949.6</c:v>
                </c:pt>
                <c:pt idx="4026">
                  <c:v>942.65</c:v>
                </c:pt>
                <c:pt idx="4027">
                  <c:v>961</c:v>
                </c:pt>
                <c:pt idx="4028">
                  <c:v>971.85</c:v>
                </c:pt>
                <c:pt idx="4029">
                  <c:v>984.15</c:v>
                </c:pt>
                <c:pt idx="4030">
                  <c:v>1007.2</c:v>
                </c:pt>
                <c:pt idx="4031">
                  <c:v>1015.85</c:v>
                </c:pt>
                <c:pt idx="4032">
                  <c:v>1020.55</c:v>
                </c:pt>
                <c:pt idx="4033">
                  <c:v>1014.15</c:v>
                </c:pt>
                <c:pt idx="4034">
                  <c:v>1024.8</c:v>
                </c:pt>
                <c:pt idx="4035">
                  <c:v>1021.25</c:v>
                </c:pt>
                <c:pt idx="4036">
                  <c:v>1028.7</c:v>
                </c:pt>
                <c:pt idx="4037">
                  <c:v>1027.55</c:v>
                </c:pt>
                <c:pt idx="4038">
                  <c:v>1026.7</c:v>
                </c:pt>
                <c:pt idx="4039">
                  <c:v>1030.45</c:v>
                </c:pt>
                <c:pt idx="4040">
                  <c:v>1018.4</c:v>
                </c:pt>
                <c:pt idx="4041">
                  <c:v>1028.4000000000001</c:v>
                </c:pt>
                <c:pt idx="4042">
                  <c:v>1045.5999999999999</c:v>
                </c:pt>
                <c:pt idx="4043">
                  <c:v>1053.8499999999999</c:v>
                </c:pt>
                <c:pt idx="4044">
                  <c:v>1049.3499999999999</c:v>
                </c:pt>
                <c:pt idx="4045">
                  <c:v>1047.5</c:v>
                </c:pt>
                <c:pt idx="4046">
                  <c:v>1053.8</c:v>
                </c:pt>
                <c:pt idx="4047">
                  <c:v>1064.95</c:v>
                </c:pt>
                <c:pt idx="4048">
                  <c:v>1071.1500000000001</c:v>
                </c:pt>
                <c:pt idx="4049">
                  <c:v>1064.45</c:v>
                </c:pt>
                <c:pt idx="4050">
                  <c:v>1069.05</c:v>
                </c:pt>
                <c:pt idx="4051">
                  <c:v>1057.45</c:v>
                </c:pt>
                <c:pt idx="4052">
                  <c:v>1061.5</c:v>
                </c:pt>
                <c:pt idx="4053">
                  <c:v>1055.5</c:v>
                </c:pt>
                <c:pt idx="4054">
                  <c:v>1059.3499999999999</c:v>
                </c:pt>
                <c:pt idx="4055">
                  <c:v>1070.95</c:v>
                </c:pt>
                <c:pt idx="4056">
                  <c:v>1063</c:v>
                </c:pt>
                <c:pt idx="4057">
                  <c:v>1081.75</c:v>
                </c:pt>
                <c:pt idx="4058">
                  <c:v>1087.8</c:v>
                </c:pt>
                <c:pt idx="4059">
                  <c:v>1097.8499999999999</c:v>
                </c:pt>
                <c:pt idx="4060">
                  <c:v>1091.1500000000001</c:v>
                </c:pt>
                <c:pt idx="4061">
                  <c:v>1092.1500000000001</c:v>
                </c:pt>
                <c:pt idx="4062">
                  <c:v>1093.25</c:v>
                </c:pt>
                <c:pt idx="4063">
                  <c:v>1113.8499999999999</c:v>
                </c:pt>
                <c:pt idx="4064">
                  <c:v>1124.2</c:v>
                </c:pt>
                <c:pt idx="4065">
                  <c:v>1113.95</c:v>
                </c:pt>
                <c:pt idx="4066">
                  <c:v>1132.3499999999999</c:v>
                </c:pt>
                <c:pt idx="4067">
                  <c:v>1117.6500000000001</c:v>
                </c:pt>
                <c:pt idx="4068">
                  <c:v>1118</c:v>
                </c:pt>
                <c:pt idx="4069">
                  <c:v>1127.3499999999999</c:v>
                </c:pt>
                <c:pt idx="4070">
                  <c:v>1132.3</c:v>
                </c:pt>
                <c:pt idx="4071">
                  <c:v>1119.6500000000001</c:v>
                </c:pt>
                <c:pt idx="4072">
                  <c:v>1141.4000000000001</c:v>
                </c:pt>
                <c:pt idx="4073">
                  <c:v>1144.9000000000001</c:v>
                </c:pt>
                <c:pt idx="4074">
                  <c:v>1138.8</c:v>
                </c:pt>
                <c:pt idx="4075">
                  <c:v>1149.0999999999999</c:v>
                </c:pt>
                <c:pt idx="4076">
                  <c:v>1140.9000000000001</c:v>
                </c:pt>
                <c:pt idx="4077">
                  <c:v>1162.8</c:v>
                </c:pt>
                <c:pt idx="4078">
                  <c:v>1153.45</c:v>
                </c:pt>
                <c:pt idx="4079">
                  <c:v>1140.6500000000001</c:v>
                </c:pt>
                <c:pt idx="4080">
                  <c:v>1139.3</c:v>
                </c:pt>
                <c:pt idx="4081">
                  <c:v>1140.9000000000001</c:v>
                </c:pt>
                <c:pt idx="4082">
                  <c:v>1136.75</c:v>
                </c:pt>
                <c:pt idx="4083">
                  <c:v>1139.95</c:v>
                </c:pt>
                <c:pt idx="4084">
                  <c:v>1173.3</c:v>
                </c:pt>
                <c:pt idx="4085">
                  <c:v>1183.25</c:v>
                </c:pt>
                <c:pt idx="4086">
                  <c:v>1186.8</c:v>
                </c:pt>
                <c:pt idx="4087">
                  <c:v>1179.75</c:v>
                </c:pt>
                <c:pt idx="4088">
                  <c:v>1181.9000000000001</c:v>
                </c:pt>
                <c:pt idx="4089">
                  <c:v>1175.1500000000001</c:v>
                </c:pt>
                <c:pt idx="4090">
                  <c:v>1174.95</c:v>
                </c:pt>
                <c:pt idx="4091">
                  <c:v>1171.75</c:v>
                </c:pt>
                <c:pt idx="4092">
                  <c:v>1171.0999999999999</c:v>
                </c:pt>
                <c:pt idx="4093">
                  <c:v>1173.7</c:v>
                </c:pt>
                <c:pt idx="4094">
                  <c:v>1162.5999999999999</c:v>
                </c:pt>
                <c:pt idx="4095">
                  <c:v>1159.4000000000001</c:v>
                </c:pt>
                <c:pt idx="4096">
                  <c:v>1161.3499999999999</c:v>
                </c:pt>
                <c:pt idx="4097">
                  <c:v>1152.9000000000001</c:v>
                </c:pt>
                <c:pt idx="4098">
                  <c:v>1151.8499999999999</c:v>
                </c:pt>
                <c:pt idx="4099">
                  <c:v>1169.55</c:v>
                </c:pt>
                <c:pt idx="4100">
                  <c:v>1162.1500000000001</c:v>
                </c:pt>
                <c:pt idx="4101">
                  <c:v>1170</c:v>
                </c:pt>
                <c:pt idx="4102">
                  <c:v>1172.05</c:v>
                </c:pt>
                <c:pt idx="4103">
                  <c:v>1166.6500000000001</c:v>
                </c:pt>
                <c:pt idx="4104">
                  <c:v>1171.5</c:v>
                </c:pt>
                <c:pt idx="4105">
                  <c:v>1190.0999999999999</c:v>
                </c:pt>
                <c:pt idx="4106">
                  <c:v>1161.9000000000001</c:v>
                </c:pt>
                <c:pt idx="4107">
                  <c:v>1159.95</c:v>
                </c:pt>
                <c:pt idx="4108">
                  <c:v>1166.95</c:v>
                </c:pt>
                <c:pt idx="4109">
                  <c:v>1168.3</c:v>
                </c:pt>
                <c:pt idx="4110">
                  <c:v>1176.45</c:v>
                </c:pt>
                <c:pt idx="4111">
                  <c:v>1174.5</c:v>
                </c:pt>
                <c:pt idx="4112">
                  <c:v>1172.8</c:v>
                </c:pt>
                <c:pt idx="4113">
                  <c:v>1165.5999999999999</c:v>
                </c:pt>
                <c:pt idx="4114">
                  <c:v>1185.6500000000001</c:v>
                </c:pt>
                <c:pt idx="4115">
                  <c:v>1174.8499999999999</c:v>
                </c:pt>
                <c:pt idx="4116">
                  <c:v>1199.75</c:v>
                </c:pt>
                <c:pt idx="4117">
                  <c:v>1202.1500000000001</c:v>
                </c:pt>
                <c:pt idx="4118">
                  <c:v>1197.75</c:v>
                </c:pt>
                <c:pt idx="4119">
                  <c:v>1200.3499999999999</c:v>
                </c:pt>
                <c:pt idx="4120">
                  <c:v>1223.7</c:v>
                </c:pt>
                <c:pt idx="4121">
                  <c:v>1227.45</c:v>
                </c:pt>
                <c:pt idx="4122">
                  <c:v>1218.3499999999999</c:v>
                </c:pt>
                <c:pt idx="4123">
                  <c:v>1232.2</c:v>
                </c:pt>
                <c:pt idx="4124">
                  <c:v>1228.5999999999999</c:v>
                </c:pt>
                <c:pt idx="4125">
                  <c:v>1230.8</c:v>
                </c:pt>
                <c:pt idx="4126">
                  <c:v>1246.95</c:v>
                </c:pt>
                <c:pt idx="4127">
                  <c:v>1238.8</c:v>
                </c:pt>
                <c:pt idx="4128">
                  <c:v>1236.95</c:v>
                </c:pt>
                <c:pt idx="4129">
                  <c:v>1248.45</c:v>
                </c:pt>
                <c:pt idx="4130">
                  <c:v>1246.2</c:v>
                </c:pt>
                <c:pt idx="4131">
                  <c:v>1242.3</c:v>
                </c:pt>
                <c:pt idx="4132">
                  <c:v>1243.3</c:v>
                </c:pt>
                <c:pt idx="4133">
                  <c:v>1240.45</c:v>
                </c:pt>
                <c:pt idx="4134">
                  <c:v>1241</c:v>
                </c:pt>
                <c:pt idx="4135">
                  <c:v>1249.25</c:v>
                </c:pt>
                <c:pt idx="4136">
                  <c:v>1249.5999999999999</c:v>
                </c:pt>
                <c:pt idx="4137">
                  <c:v>1247.2</c:v>
                </c:pt>
                <c:pt idx="4138">
                  <c:v>1226.9000000000001</c:v>
                </c:pt>
                <c:pt idx="4139">
                  <c:v>1228.25</c:v>
                </c:pt>
                <c:pt idx="4140">
                  <c:v>1228.7</c:v>
                </c:pt>
                <c:pt idx="4141">
                  <c:v>1227.3</c:v>
                </c:pt>
                <c:pt idx="4142">
                  <c:v>1234.9000000000001</c:v>
                </c:pt>
                <c:pt idx="4143">
                  <c:v>1252.5</c:v>
                </c:pt>
                <c:pt idx="4144">
                  <c:v>1247.0999999999999</c:v>
                </c:pt>
                <c:pt idx="4145">
                  <c:v>1250.3</c:v>
                </c:pt>
                <c:pt idx="4146">
                  <c:v>1251.45</c:v>
                </c:pt>
                <c:pt idx="4147">
                  <c:v>1261.8</c:v>
                </c:pt>
                <c:pt idx="4148">
                  <c:v>1258.55</c:v>
                </c:pt>
                <c:pt idx="4149">
                  <c:v>1257.0999999999999</c:v>
                </c:pt>
                <c:pt idx="4150">
                  <c:v>1238.0999999999999</c:v>
                </c:pt>
                <c:pt idx="4151">
                  <c:v>1268.6500000000001</c:v>
                </c:pt>
                <c:pt idx="4152">
                  <c:v>1291.2</c:v>
                </c:pt>
                <c:pt idx="4153">
                  <c:v>1283.7</c:v>
                </c:pt>
                <c:pt idx="4154">
                  <c:v>1285.0999999999999</c:v>
                </c:pt>
                <c:pt idx="4155">
                  <c:v>1300.4000000000001</c:v>
                </c:pt>
                <c:pt idx="4156">
                  <c:v>1286.75</c:v>
                </c:pt>
                <c:pt idx="4157">
                  <c:v>1289.4000000000001</c:v>
                </c:pt>
                <c:pt idx="4158">
                  <c:v>1290.4000000000001</c:v>
                </c:pt>
                <c:pt idx="4159">
                  <c:v>1279.9000000000001</c:v>
                </c:pt>
                <c:pt idx="4160">
                  <c:v>1269.45</c:v>
                </c:pt>
                <c:pt idx="4161">
                  <c:v>1279.5999999999999</c:v>
                </c:pt>
                <c:pt idx="4162">
                  <c:v>1297.8499999999999</c:v>
                </c:pt>
                <c:pt idx="4163">
                  <c:v>1290.1500000000001</c:v>
                </c:pt>
                <c:pt idx="4164">
                  <c:v>1288.45</c:v>
                </c:pt>
                <c:pt idx="4165">
                  <c:v>1293</c:v>
                </c:pt>
                <c:pt idx="4166">
                  <c:v>1306.9000000000001</c:v>
                </c:pt>
                <c:pt idx="4167">
                  <c:v>1312.7</c:v>
                </c:pt>
                <c:pt idx="4168">
                  <c:v>1296.1500000000001</c:v>
                </c:pt>
                <c:pt idx="4169">
                  <c:v>1298.05</c:v>
                </c:pt>
                <c:pt idx="4170">
                  <c:v>1295.25</c:v>
                </c:pt>
                <c:pt idx="4171">
                  <c:v>1277.5</c:v>
                </c:pt>
                <c:pt idx="4172">
                  <c:v>1272.8499999999999</c:v>
                </c:pt>
                <c:pt idx="4173">
                  <c:v>1287.2</c:v>
                </c:pt>
                <c:pt idx="4174">
                  <c:v>1289.55</c:v>
                </c:pt>
                <c:pt idx="4175">
                  <c:v>1286.0999999999999</c:v>
                </c:pt>
                <c:pt idx="4176">
                  <c:v>1281.95</c:v>
                </c:pt>
                <c:pt idx="4177">
                  <c:v>1280.5999999999999</c:v>
                </c:pt>
                <c:pt idx="4178">
                  <c:v>1284.3499999999999</c:v>
                </c:pt>
                <c:pt idx="4179">
                  <c:v>1262.75</c:v>
                </c:pt>
                <c:pt idx="4180">
                  <c:v>1261.8</c:v>
                </c:pt>
                <c:pt idx="4181">
                  <c:v>1237.7</c:v>
                </c:pt>
                <c:pt idx="4182">
                  <c:v>1257.8499999999999</c:v>
                </c:pt>
                <c:pt idx="4183">
                  <c:v>1258.3499999999999</c:v>
                </c:pt>
                <c:pt idx="4184">
                  <c:v>1255.5</c:v>
                </c:pt>
                <c:pt idx="4185">
                  <c:v>1270.7</c:v>
                </c:pt>
                <c:pt idx="4186">
                  <c:v>1263.55</c:v>
                </c:pt>
                <c:pt idx="4187">
                  <c:v>1250.3</c:v>
                </c:pt>
                <c:pt idx="4188">
                  <c:v>1239.3</c:v>
                </c:pt>
                <c:pt idx="4189">
                  <c:v>1252.0999999999999</c:v>
                </c:pt>
                <c:pt idx="4190">
                  <c:v>1259.05</c:v>
                </c:pt>
                <c:pt idx="4191">
                  <c:v>1253.3</c:v>
                </c:pt>
                <c:pt idx="4192">
                  <c:v>1259.8</c:v>
                </c:pt>
                <c:pt idx="4193">
                  <c:v>1246.1500000000001</c:v>
                </c:pt>
                <c:pt idx="4194">
                  <c:v>1254.95</c:v>
                </c:pt>
                <c:pt idx="4195">
                  <c:v>1243.7</c:v>
                </c:pt>
                <c:pt idx="4196">
                  <c:v>1249.45</c:v>
                </c:pt>
                <c:pt idx="4197">
                  <c:v>1254.3</c:v>
                </c:pt>
                <c:pt idx="4198">
                  <c:v>1251.25</c:v>
                </c:pt>
                <c:pt idx="4199">
                  <c:v>1278.55</c:v>
                </c:pt>
                <c:pt idx="4200">
                  <c:v>1275.8</c:v>
                </c:pt>
                <c:pt idx="4201">
                  <c:v>1254.75</c:v>
                </c:pt>
                <c:pt idx="4202">
                  <c:v>1244.3499999999999</c:v>
                </c:pt>
                <c:pt idx="4203">
                  <c:v>1230.2</c:v>
                </c:pt>
                <c:pt idx="4204">
                  <c:v>1211.4000000000001</c:v>
                </c:pt>
                <c:pt idx="4205">
                  <c:v>1198.7</c:v>
                </c:pt>
                <c:pt idx="4206">
                  <c:v>1198.05</c:v>
                </c:pt>
                <c:pt idx="4207">
                  <c:v>1184.75</c:v>
                </c:pt>
                <c:pt idx="4208">
                  <c:v>1165.5</c:v>
                </c:pt>
                <c:pt idx="4209">
                  <c:v>1189.3</c:v>
                </c:pt>
                <c:pt idx="4210">
                  <c:v>1184.45</c:v>
                </c:pt>
                <c:pt idx="4211">
                  <c:v>1178.75</c:v>
                </c:pt>
                <c:pt idx="4212">
                  <c:v>1199.5999999999999</c:v>
                </c:pt>
                <c:pt idx="4213">
                  <c:v>1197.25</c:v>
                </c:pt>
                <c:pt idx="4214">
                  <c:v>1189.0999999999999</c:v>
                </c:pt>
                <c:pt idx="4215">
                  <c:v>1196.3499999999999</c:v>
                </c:pt>
                <c:pt idx="4216">
                  <c:v>1194.45</c:v>
                </c:pt>
                <c:pt idx="4217">
                  <c:v>1181.5999999999999</c:v>
                </c:pt>
                <c:pt idx="4218">
                  <c:v>1199.5</c:v>
                </c:pt>
                <c:pt idx="4219">
                  <c:v>1198.3</c:v>
                </c:pt>
                <c:pt idx="4220">
                  <c:v>1184.45</c:v>
                </c:pt>
                <c:pt idx="4221">
                  <c:v>1186.25</c:v>
                </c:pt>
                <c:pt idx="4222">
                  <c:v>1175.7</c:v>
                </c:pt>
                <c:pt idx="4223">
                  <c:v>1176.5999999999999</c:v>
                </c:pt>
                <c:pt idx="4224">
                  <c:v>1182.3</c:v>
                </c:pt>
                <c:pt idx="4225">
                  <c:v>1176.75</c:v>
                </c:pt>
                <c:pt idx="4226">
                  <c:v>1181.9000000000001</c:v>
                </c:pt>
                <c:pt idx="4227">
                  <c:v>1180</c:v>
                </c:pt>
                <c:pt idx="4228">
                  <c:v>1173.0999999999999</c:v>
                </c:pt>
                <c:pt idx="4229">
                  <c:v>1186.25</c:v>
                </c:pt>
                <c:pt idx="4230">
                  <c:v>1175</c:v>
                </c:pt>
                <c:pt idx="4231">
                  <c:v>1185.2</c:v>
                </c:pt>
                <c:pt idx="4232">
                  <c:v>1186.75</c:v>
                </c:pt>
                <c:pt idx="4233">
                  <c:v>1205.2</c:v>
                </c:pt>
                <c:pt idx="4234">
                  <c:v>1206.2</c:v>
                </c:pt>
                <c:pt idx="4235">
                  <c:v>1197.0999999999999</c:v>
                </c:pt>
                <c:pt idx="4236">
                  <c:v>1189.9000000000001</c:v>
                </c:pt>
                <c:pt idx="4237">
                  <c:v>1185.5</c:v>
                </c:pt>
                <c:pt idx="4238">
                  <c:v>1186.2</c:v>
                </c:pt>
                <c:pt idx="4239">
                  <c:v>1193.6500000000001</c:v>
                </c:pt>
                <c:pt idx="4240">
                  <c:v>1195.2</c:v>
                </c:pt>
                <c:pt idx="4241">
                  <c:v>1214.3499999999999</c:v>
                </c:pt>
                <c:pt idx="4242">
                  <c:v>1234</c:v>
                </c:pt>
                <c:pt idx="4243">
                  <c:v>1235</c:v>
                </c:pt>
                <c:pt idx="4244">
                  <c:v>1232.5</c:v>
                </c:pt>
                <c:pt idx="4245">
                  <c:v>1247.6500000000001</c:v>
                </c:pt>
                <c:pt idx="4246">
                  <c:v>1238.5</c:v>
                </c:pt>
                <c:pt idx="4247">
                  <c:v>1242.5999999999999</c:v>
                </c:pt>
                <c:pt idx="4248">
                  <c:v>1236.3</c:v>
                </c:pt>
                <c:pt idx="4249">
                  <c:v>1236.3499999999999</c:v>
                </c:pt>
                <c:pt idx="4250">
                  <c:v>1244.6500000000001</c:v>
                </c:pt>
                <c:pt idx="4251">
                  <c:v>1267.55</c:v>
                </c:pt>
                <c:pt idx="4252">
                  <c:v>1290.5999999999999</c:v>
                </c:pt>
                <c:pt idx="4253">
                  <c:v>1291.9000000000001</c:v>
                </c:pt>
                <c:pt idx="4254">
                  <c:v>1284.95</c:v>
                </c:pt>
                <c:pt idx="4255">
                  <c:v>1286.6500000000001</c:v>
                </c:pt>
                <c:pt idx="4256">
                  <c:v>1305.7</c:v>
                </c:pt>
                <c:pt idx="4257">
                  <c:v>1298.7</c:v>
                </c:pt>
                <c:pt idx="4258">
                  <c:v>1311.05</c:v>
                </c:pt>
                <c:pt idx="4259">
                  <c:v>1314.1</c:v>
                </c:pt>
                <c:pt idx="4260">
                  <c:v>1307.1500000000001</c:v>
                </c:pt>
                <c:pt idx="4261">
                  <c:v>1305.6500000000001</c:v>
                </c:pt>
                <c:pt idx="4262">
                  <c:v>1297.6500000000001</c:v>
                </c:pt>
                <c:pt idx="4263">
                  <c:v>1303.5999999999999</c:v>
                </c:pt>
                <c:pt idx="4264">
                  <c:v>1310.2</c:v>
                </c:pt>
                <c:pt idx="4265">
                  <c:v>1311.1</c:v>
                </c:pt>
                <c:pt idx="4266">
                  <c:v>1322.2</c:v>
                </c:pt>
                <c:pt idx="4267">
                  <c:v>1327.9</c:v>
                </c:pt>
                <c:pt idx="4268">
                  <c:v>1377.05</c:v>
                </c:pt>
                <c:pt idx="4269">
                  <c:v>1409.1</c:v>
                </c:pt>
                <c:pt idx="4270">
                  <c:v>1415.55</c:v>
                </c:pt>
                <c:pt idx="4271">
                  <c:v>1399.15</c:v>
                </c:pt>
                <c:pt idx="4272">
                  <c:v>1394.3</c:v>
                </c:pt>
                <c:pt idx="4273">
                  <c:v>1393.6</c:v>
                </c:pt>
                <c:pt idx="4274">
                  <c:v>1390.1</c:v>
                </c:pt>
                <c:pt idx="4275">
                  <c:v>1391.65</c:v>
                </c:pt>
                <c:pt idx="4276">
                  <c:v>1380.1</c:v>
                </c:pt>
                <c:pt idx="4277">
                  <c:v>1377</c:v>
                </c:pt>
                <c:pt idx="4278">
                  <c:v>1380.75</c:v>
                </c:pt>
                <c:pt idx="4279">
                  <c:v>1386.2</c:v>
                </c:pt>
                <c:pt idx="4280">
                  <c:v>1392.2</c:v>
                </c:pt>
                <c:pt idx="4281">
                  <c:v>1394.2</c:v>
                </c:pt>
                <c:pt idx="4282">
                  <c:v>1400.1</c:v>
                </c:pt>
                <c:pt idx="4283">
                  <c:v>1410.7</c:v>
                </c:pt>
                <c:pt idx="4284">
                  <c:v>1416.6</c:v>
                </c:pt>
                <c:pt idx="4285">
                  <c:v>1417.35</c:v>
                </c:pt>
                <c:pt idx="4286">
                  <c:v>1425.85</c:v>
                </c:pt>
                <c:pt idx="4287">
                  <c:v>1436.1</c:v>
                </c:pt>
                <c:pt idx="4288">
                  <c:v>1440.95</c:v>
                </c:pt>
                <c:pt idx="4289">
                  <c:v>1430.9</c:v>
                </c:pt>
                <c:pt idx="4290">
                  <c:v>1430.9</c:v>
                </c:pt>
                <c:pt idx="4291">
                  <c:v>1424.35</c:v>
                </c:pt>
                <c:pt idx="4292">
                  <c:v>1409.85</c:v>
                </c:pt>
                <c:pt idx="4293">
                  <c:v>1420.2</c:v>
                </c:pt>
                <c:pt idx="4294">
                  <c:v>1428.6</c:v>
                </c:pt>
                <c:pt idx="4295">
                  <c:v>1466.2</c:v>
                </c:pt>
                <c:pt idx="4296">
                  <c:v>1442.55</c:v>
                </c:pt>
                <c:pt idx="4297">
                  <c:v>1433.2</c:v>
                </c:pt>
                <c:pt idx="4298">
                  <c:v>1432.35</c:v>
                </c:pt>
                <c:pt idx="4299">
                  <c:v>1438.5</c:v>
                </c:pt>
                <c:pt idx="4300">
                  <c:v>1438.85</c:v>
                </c:pt>
                <c:pt idx="4301">
                  <c:v>1434.15</c:v>
                </c:pt>
                <c:pt idx="4302">
                  <c:v>1439.5</c:v>
                </c:pt>
                <c:pt idx="4303">
                  <c:v>1443.7</c:v>
                </c:pt>
                <c:pt idx="4304">
                  <c:v>1440.3</c:v>
                </c:pt>
                <c:pt idx="4305">
                  <c:v>1436.8</c:v>
                </c:pt>
                <c:pt idx="4306">
                  <c:v>1447.3</c:v>
                </c:pt>
                <c:pt idx="4307">
                  <c:v>1449</c:v>
                </c:pt>
                <c:pt idx="4308">
                  <c:v>1462.15</c:v>
                </c:pt>
                <c:pt idx="4309">
                  <c:v>1496.6</c:v>
                </c:pt>
                <c:pt idx="4310">
                  <c:v>1533.05</c:v>
                </c:pt>
                <c:pt idx="4311">
                  <c:v>1537.05</c:v>
                </c:pt>
                <c:pt idx="4312">
                  <c:v>1550.65</c:v>
                </c:pt>
                <c:pt idx="4313">
                  <c:v>1568.6</c:v>
                </c:pt>
                <c:pt idx="4314">
                  <c:v>1546.5</c:v>
                </c:pt>
                <c:pt idx="4315">
                  <c:v>1540.6</c:v>
                </c:pt>
                <c:pt idx="4316">
                  <c:v>1544.3</c:v>
                </c:pt>
                <c:pt idx="4317">
                  <c:v>1534.8</c:v>
                </c:pt>
                <c:pt idx="4318">
                  <c:v>1532.2</c:v>
                </c:pt>
                <c:pt idx="4319">
                  <c:v>1534.8</c:v>
                </c:pt>
                <c:pt idx="4320">
                  <c:v>1535.75</c:v>
                </c:pt>
                <c:pt idx="4321">
                  <c:v>1551.8</c:v>
                </c:pt>
                <c:pt idx="4322">
                  <c:v>1546.4</c:v>
                </c:pt>
                <c:pt idx="4323">
                  <c:v>1551.65</c:v>
                </c:pt>
                <c:pt idx="4324">
                  <c:v>1553.4</c:v>
                </c:pt>
                <c:pt idx="4325">
                  <c:v>1559.65</c:v>
                </c:pt>
                <c:pt idx="4326">
                  <c:v>1557.15</c:v>
                </c:pt>
                <c:pt idx="4327">
                  <c:v>1557.1</c:v>
                </c:pt>
                <c:pt idx="4328">
                  <c:v>1561.25</c:v>
                </c:pt>
                <c:pt idx="4329">
                  <c:v>1576</c:v>
                </c:pt>
                <c:pt idx="4330">
                  <c:v>1569.1</c:v>
                </c:pt>
                <c:pt idx="4331">
                  <c:v>1566.75</c:v>
                </c:pt>
                <c:pt idx="4332">
                  <c:v>1617.15</c:v>
                </c:pt>
                <c:pt idx="4333">
                  <c:v>1626</c:v>
                </c:pt>
                <c:pt idx="4334">
                  <c:v>1631.9</c:v>
                </c:pt>
                <c:pt idx="4335">
                  <c:v>1629.05</c:v>
                </c:pt>
                <c:pt idx="4336">
                  <c:v>1636.2</c:v>
                </c:pt>
                <c:pt idx="4337">
                  <c:v>1628.6</c:v>
                </c:pt>
                <c:pt idx="4338">
                  <c:v>1634.25</c:v>
                </c:pt>
                <c:pt idx="4339">
                  <c:v>1635.55</c:v>
                </c:pt>
                <c:pt idx="4340">
                  <c:v>1638.95</c:v>
                </c:pt>
                <c:pt idx="4341">
                  <c:v>1640.8</c:v>
                </c:pt>
                <c:pt idx="4342">
                  <c:v>1644.75</c:v>
                </c:pt>
                <c:pt idx="4343">
                  <c:v>1666.8</c:v>
                </c:pt>
                <c:pt idx="4344">
                  <c:v>1668.75</c:v>
                </c:pt>
                <c:pt idx="4345">
                  <c:v>1676.7</c:v>
                </c:pt>
                <c:pt idx="4346">
                  <c:v>1671.2</c:v>
                </c:pt>
                <c:pt idx="4347">
                  <c:v>1664.35</c:v>
                </c:pt>
                <c:pt idx="4348">
                  <c:v>1669.25</c:v>
                </c:pt>
                <c:pt idx="4349">
                  <c:v>1692.9</c:v>
                </c:pt>
                <c:pt idx="4350">
                  <c:v>1686.55</c:v>
                </c:pt>
                <c:pt idx="4351">
                  <c:v>1698.7</c:v>
                </c:pt>
                <c:pt idx="4352">
                  <c:v>1698</c:v>
                </c:pt>
                <c:pt idx="4353">
                  <c:v>1678.65</c:v>
                </c:pt>
                <c:pt idx="4354">
                  <c:v>1667.65</c:v>
                </c:pt>
                <c:pt idx="4355">
                  <c:v>1666.45</c:v>
                </c:pt>
                <c:pt idx="4356">
                  <c:v>1663.05</c:v>
                </c:pt>
                <c:pt idx="4357">
                  <c:v>1652.05</c:v>
                </c:pt>
                <c:pt idx="4358">
                  <c:v>1658.6</c:v>
                </c:pt>
                <c:pt idx="4359">
                  <c:v>1653.35</c:v>
                </c:pt>
                <c:pt idx="4360">
                  <c:v>1648.75</c:v>
                </c:pt>
                <c:pt idx="4361">
                  <c:v>1658.15</c:v>
                </c:pt>
                <c:pt idx="4362">
                  <c:v>1667.2</c:v>
                </c:pt>
                <c:pt idx="4363">
                  <c:v>1676.35</c:v>
                </c:pt>
                <c:pt idx="4364">
                  <c:v>1680.4</c:v>
                </c:pt>
                <c:pt idx="4365">
                  <c:v>1681.25</c:v>
                </c:pt>
                <c:pt idx="4366">
                  <c:v>1683.55</c:v>
                </c:pt>
                <c:pt idx="4367">
                  <c:v>1679.95</c:v>
                </c:pt>
                <c:pt idx="4368">
                  <c:v>1682.35</c:v>
                </c:pt>
                <c:pt idx="4369">
                  <c:v>1683.55</c:v>
                </c:pt>
                <c:pt idx="4370">
                  <c:v>1692.3</c:v>
                </c:pt>
                <c:pt idx="4371">
                  <c:v>1710.9</c:v>
                </c:pt>
                <c:pt idx="4372">
                  <c:v>1703.05</c:v>
                </c:pt>
                <c:pt idx="4373">
                  <c:v>1735.1</c:v>
                </c:pt>
                <c:pt idx="4374">
                  <c:v>1739.65</c:v>
                </c:pt>
                <c:pt idx="4375">
                  <c:v>1747.55</c:v>
                </c:pt>
                <c:pt idx="4376">
                  <c:v>1789.65</c:v>
                </c:pt>
                <c:pt idx="4377">
                  <c:v>1778.5</c:v>
                </c:pt>
                <c:pt idx="4378">
                  <c:v>1784.4</c:v>
                </c:pt>
                <c:pt idx="4379">
                  <c:v>1797.2</c:v>
                </c:pt>
                <c:pt idx="4380">
                  <c:v>1791.65</c:v>
                </c:pt>
                <c:pt idx="4381">
                  <c:v>1779.95</c:v>
                </c:pt>
                <c:pt idx="4382">
                  <c:v>1790.25</c:v>
                </c:pt>
                <c:pt idx="4383">
                  <c:v>1788.55</c:v>
                </c:pt>
                <c:pt idx="4384">
                  <c:v>1777.9</c:v>
                </c:pt>
                <c:pt idx="4385">
                  <c:v>1764.45</c:v>
                </c:pt>
                <c:pt idx="4386">
                  <c:v>1760.45</c:v>
                </c:pt>
                <c:pt idx="4387">
                  <c:v>1749.05</c:v>
                </c:pt>
                <c:pt idx="4388">
                  <c:v>1757.2</c:v>
                </c:pt>
                <c:pt idx="4389">
                  <c:v>1781.25</c:v>
                </c:pt>
                <c:pt idx="4390">
                  <c:v>1765.4</c:v>
                </c:pt>
                <c:pt idx="4391">
                  <c:v>1752.15</c:v>
                </c:pt>
                <c:pt idx="4392">
                  <c:v>1743.2</c:v>
                </c:pt>
                <c:pt idx="4393">
                  <c:v>1747</c:v>
                </c:pt>
                <c:pt idx="4394">
                  <c:v>1772.45</c:v>
                </c:pt>
                <c:pt idx="4395">
                  <c:v>1762.5</c:v>
                </c:pt>
                <c:pt idx="4396">
                  <c:v>1762.25</c:v>
                </c:pt>
                <c:pt idx="4397">
                  <c:v>1746.15</c:v>
                </c:pt>
                <c:pt idx="4398">
                  <c:v>1768.55</c:v>
                </c:pt>
                <c:pt idx="4399">
                  <c:v>1776.45</c:v>
                </c:pt>
                <c:pt idx="4400">
                  <c:v>1767.6</c:v>
                </c:pt>
                <c:pt idx="4401">
                  <c:v>1750.9</c:v>
                </c:pt>
                <c:pt idx="4402">
                  <c:v>1755.35</c:v>
                </c:pt>
                <c:pt idx="4403">
                  <c:v>1759.9</c:v>
                </c:pt>
                <c:pt idx="4404">
                  <c:v>1766.55</c:v>
                </c:pt>
                <c:pt idx="4405">
                  <c:v>1787.65</c:v>
                </c:pt>
                <c:pt idx="4406">
                  <c:v>1823.35</c:v>
                </c:pt>
                <c:pt idx="4407">
                  <c:v>1835.2</c:v>
                </c:pt>
                <c:pt idx="4408">
                  <c:v>1841.85</c:v>
                </c:pt>
                <c:pt idx="4409">
                  <c:v>1839.4</c:v>
                </c:pt>
                <c:pt idx="4410">
                  <c:v>1848.95</c:v>
                </c:pt>
                <c:pt idx="4411">
                  <c:v>1860.45</c:v>
                </c:pt>
                <c:pt idx="4412">
                  <c:v>1849.7</c:v>
                </c:pt>
                <c:pt idx="4413">
                  <c:v>1848.85</c:v>
                </c:pt>
                <c:pt idx="4414">
                  <c:v>1839.1</c:v>
                </c:pt>
                <c:pt idx="4415">
                  <c:v>1824.1</c:v>
                </c:pt>
                <c:pt idx="4416">
                  <c:v>1799.75</c:v>
                </c:pt>
                <c:pt idx="4417">
                  <c:v>1792.3</c:v>
                </c:pt>
                <c:pt idx="4418">
                  <c:v>1776.5</c:v>
                </c:pt>
                <c:pt idx="4419">
                  <c:v>1795.3</c:v>
                </c:pt>
                <c:pt idx="4420">
                  <c:v>1805.7</c:v>
                </c:pt>
                <c:pt idx="4421">
                  <c:v>1808.85</c:v>
                </c:pt>
                <c:pt idx="4422">
                  <c:v>1797</c:v>
                </c:pt>
                <c:pt idx="4423">
                  <c:v>1798.6</c:v>
                </c:pt>
                <c:pt idx="4424">
                  <c:v>1800.1</c:v>
                </c:pt>
                <c:pt idx="4425">
                  <c:v>1795.5</c:v>
                </c:pt>
                <c:pt idx="4426">
                  <c:v>1802.7</c:v>
                </c:pt>
                <c:pt idx="4427">
                  <c:v>1790.15</c:v>
                </c:pt>
                <c:pt idx="4428">
                  <c:v>1818.8</c:v>
                </c:pt>
                <c:pt idx="4429">
                  <c:v>1850.8</c:v>
                </c:pt>
                <c:pt idx="4430">
                  <c:v>1857.15</c:v>
                </c:pt>
                <c:pt idx="4431">
                  <c:v>1851.25</c:v>
                </c:pt>
                <c:pt idx="4432">
                  <c:v>1868.5</c:v>
                </c:pt>
                <c:pt idx="4433">
                  <c:v>1848.4</c:v>
                </c:pt>
                <c:pt idx="4434">
                  <c:v>1863.3</c:v>
                </c:pt>
                <c:pt idx="4435">
                  <c:v>1867.1</c:v>
                </c:pt>
                <c:pt idx="4436">
                  <c:v>1795.1</c:v>
                </c:pt>
                <c:pt idx="4437">
                  <c:v>1795.35</c:v>
                </c:pt>
                <c:pt idx="4438">
                  <c:v>1791.05</c:v>
                </c:pt>
                <c:pt idx="4439">
                  <c:v>1815</c:v>
                </c:pt>
                <c:pt idx="4440">
                  <c:v>1808.5</c:v>
                </c:pt>
                <c:pt idx="4441">
                  <c:v>1821.2</c:v>
                </c:pt>
                <c:pt idx="4442">
                  <c:v>1822.1</c:v>
                </c:pt>
                <c:pt idx="4443">
                  <c:v>1830.7</c:v>
                </c:pt>
                <c:pt idx="4444">
                  <c:v>1828.6</c:v>
                </c:pt>
                <c:pt idx="4445">
                  <c:v>1823.7</c:v>
                </c:pt>
                <c:pt idx="4446">
                  <c:v>1825.95</c:v>
                </c:pt>
                <c:pt idx="4447">
                  <c:v>1827.85</c:v>
                </c:pt>
                <c:pt idx="4448">
                  <c:v>1822</c:v>
                </c:pt>
                <c:pt idx="4449">
                  <c:v>1813.55</c:v>
                </c:pt>
                <c:pt idx="4450">
                  <c:v>1802.35</c:v>
                </c:pt>
                <c:pt idx="4451">
                  <c:v>1800.25</c:v>
                </c:pt>
                <c:pt idx="4452">
                  <c:v>1807.7</c:v>
                </c:pt>
                <c:pt idx="4453">
                  <c:v>1825.55</c:v>
                </c:pt>
                <c:pt idx="4454">
                  <c:v>1838.15</c:v>
                </c:pt>
                <c:pt idx="4455">
                  <c:v>1846.25</c:v>
                </c:pt>
                <c:pt idx="4456">
                  <c:v>1855.25</c:v>
                </c:pt>
                <c:pt idx="4457">
                  <c:v>1842.85</c:v>
                </c:pt>
                <c:pt idx="4458">
                  <c:v>1851.4</c:v>
                </c:pt>
                <c:pt idx="4459">
                  <c:v>1857.55</c:v>
                </c:pt>
                <c:pt idx="4460">
                  <c:v>1865.35</c:v>
                </c:pt>
                <c:pt idx="4461">
                  <c:v>1873.3</c:v>
                </c:pt>
                <c:pt idx="4462">
                  <c:v>1853.7</c:v>
                </c:pt>
                <c:pt idx="4463">
                  <c:v>1848.2</c:v>
                </c:pt>
                <c:pt idx="4464">
                  <c:v>1834.1</c:v>
                </c:pt>
                <c:pt idx="4465">
                  <c:v>1820.45</c:v>
                </c:pt>
                <c:pt idx="4466">
                  <c:v>1803.3</c:v>
                </c:pt>
                <c:pt idx="4467">
                  <c:v>1809.65</c:v>
                </c:pt>
                <c:pt idx="4468">
                  <c:v>1840.4</c:v>
                </c:pt>
                <c:pt idx="4469">
                  <c:v>1846.4</c:v>
                </c:pt>
                <c:pt idx="4470">
                  <c:v>1819.9</c:v>
                </c:pt>
                <c:pt idx="4471">
                  <c:v>1821.35</c:v>
                </c:pt>
                <c:pt idx="4472">
                  <c:v>1838.05</c:v>
                </c:pt>
                <c:pt idx="4473">
                  <c:v>1873.45</c:v>
                </c:pt>
                <c:pt idx="4474">
                  <c:v>1878.95</c:v>
                </c:pt>
                <c:pt idx="4475">
                  <c:v>1884.5</c:v>
                </c:pt>
                <c:pt idx="4476">
                  <c:v>1868.15</c:v>
                </c:pt>
                <c:pt idx="4477">
                  <c:v>1868.3</c:v>
                </c:pt>
                <c:pt idx="4478">
                  <c:v>1876.65</c:v>
                </c:pt>
                <c:pt idx="4479">
                  <c:v>1868.35</c:v>
                </c:pt>
                <c:pt idx="4480">
                  <c:v>1856.75</c:v>
                </c:pt>
                <c:pt idx="4481">
                  <c:v>1878.05</c:v>
                </c:pt>
                <c:pt idx="4482">
                  <c:v>1872.4</c:v>
                </c:pt>
                <c:pt idx="4483">
                  <c:v>1854.5</c:v>
                </c:pt>
                <c:pt idx="4484">
                  <c:v>1872.35</c:v>
                </c:pt>
                <c:pt idx="4485">
                  <c:v>1852.65</c:v>
                </c:pt>
                <c:pt idx="4486">
                  <c:v>1859.9</c:v>
                </c:pt>
                <c:pt idx="4487">
                  <c:v>1863.6</c:v>
                </c:pt>
                <c:pt idx="4488">
                  <c:v>1860.6</c:v>
                </c:pt>
                <c:pt idx="4489">
                  <c:v>1863.7</c:v>
                </c:pt>
                <c:pt idx="4490">
                  <c:v>1864.2</c:v>
                </c:pt>
                <c:pt idx="4491">
                  <c:v>1872.55</c:v>
                </c:pt>
                <c:pt idx="4492">
                  <c:v>1865.3</c:v>
                </c:pt>
                <c:pt idx="4493">
                  <c:v>1897.75</c:v>
                </c:pt>
                <c:pt idx="4494">
                  <c:v>1900.15</c:v>
                </c:pt>
                <c:pt idx="4495">
                  <c:v>1890.5</c:v>
                </c:pt>
                <c:pt idx="4496">
                  <c:v>1934.3</c:v>
                </c:pt>
                <c:pt idx="4497">
                  <c:v>1952.2</c:v>
                </c:pt>
                <c:pt idx="4498">
                  <c:v>1963.35</c:v>
                </c:pt>
                <c:pt idx="4499">
                  <c:v>1951.3</c:v>
                </c:pt>
                <c:pt idx="4500">
                  <c:v>1957.65</c:v>
                </c:pt>
                <c:pt idx="4501">
                  <c:v>1974.95</c:v>
                </c:pt>
                <c:pt idx="4502">
                  <c:v>1999.65</c:v>
                </c:pt>
                <c:pt idx="4503">
                  <c:v>1995.5</c:v>
                </c:pt>
                <c:pt idx="4504">
                  <c:v>2005.7</c:v>
                </c:pt>
                <c:pt idx="4505">
                  <c:v>1991.15</c:v>
                </c:pt>
                <c:pt idx="4506">
                  <c:v>1948</c:v>
                </c:pt>
                <c:pt idx="4507">
                  <c:v>1913.85</c:v>
                </c:pt>
                <c:pt idx="4508">
                  <c:v>1896.8</c:v>
                </c:pt>
                <c:pt idx="4509">
                  <c:v>1872.8</c:v>
                </c:pt>
                <c:pt idx="4510">
                  <c:v>1880.95</c:v>
                </c:pt>
                <c:pt idx="4511">
                  <c:v>1849.5</c:v>
                </c:pt>
                <c:pt idx="4512">
                  <c:v>1876.65</c:v>
                </c:pt>
                <c:pt idx="4513">
                  <c:v>1883.15</c:v>
                </c:pt>
                <c:pt idx="4514">
                  <c:v>1881.9</c:v>
                </c:pt>
                <c:pt idx="4515">
                  <c:v>1878.6</c:v>
                </c:pt>
                <c:pt idx="4516">
                  <c:v>1878.2</c:v>
                </c:pt>
                <c:pt idx="4517">
                  <c:v>1863.2</c:v>
                </c:pt>
                <c:pt idx="4518">
                  <c:v>1857.4</c:v>
                </c:pt>
                <c:pt idx="4519">
                  <c:v>1853.2</c:v>
                </c:pt>
                <c:pt idx="4520">
                  <c:v>1880.55</c:v>
                </c:pt>
                <c:pt idx="4521">
                  <c:v>1911.55</c:v>
                </c:pt>
                <c:pt idx="4522">
                  <c:v>1902.55</c:v>
                </c:pt>
                <c:pt idx="4523">
                  <c:v>1884.2</c:v>
                </c:pt>
                <c:pt idx="4524">
                  <c:v>1874.35</c:v>
                </c:pt>
                <c:pt idx="4525">
                  <c:v>1869.95</c:v>
                </c:pt>
                <c:pt idx="4526">
                  <c:v>1846.25</c:v>
                </c:pt>
                <c:pt idx="4527">
                  <c:v>1832.6</c:v>
                </c:pt>
                <c:pt idx="4528">
                  <c:v>1852.85</c:v>
                </c:pt>
                <c:pt idx="4529">
                  <c:v>1851.05</c:v>
                </c:pt>
                <c:pt idx="4530">
                  <c:v>1867.25</c:v>
                </c:pt>
                <c:pt idx="4531">
                  <c:v>1860.25</c:v>
                </c:pt>
                <c:pt idx="4532">
                  <c:v>1864.5</c:v>
                </c:pt>
                <c:pt idx="4533">
                  <c:v>1880.8</c:v>
                </c:pt>
                <c:pt idx="4534">
                  <c:v>1853</c:v>
                </c:pt>
                <c:pt idx="4535">
                  <c:v>1847.25</c:v>
                </c:pt>
                <c:pt idx="4536">
                  <c:v>1839.5</c:v>
                </c:pt>
                <c:pt idx="4537">
                  <c:v>1858.9</c:v>
                </c:pt>
                <c:pt idx="4538">
                  <c:v>1867.75</c:v>
                </c:pt>
                <c:pt idx="4539">
                  <c:v>1841.55</c:v>
                </c:pt>
                <c:pt idx="4540">
                  <c:v>1893.45</c:v>
                </c:pt>
                <c:pt idx="4541">
                  <c:v>1892.6</c:v>
                </c:pt>
                <c:pt idx="4542">
                  <c:v>1886.1</c:v>
                </c:pt>
                <c:pt idx="4543">
                  <c:v>1931.2</c:v>
                </c:pt>
                <c:pt idx="4544">
                  <c:v>1915.9</c:v>
                </c:pt>
                <c:pt idx="4545">
                  <c:v>1883.25</c:v>
                </c:pt>
                <c:pt idx="4546">
                  <c:v>1908.9</c:v>
                </c:pt>
                <c:pt idx="4547">
                  <c:v>1923.4</c:v>
                </c:pt>
                <c:pt idx="4548">
                  <c:v>1939.05</c:v>
                </c:pt>
                <c:pt idx="4549">
                  <c:v>1920.85</c:v>
                </c:pt>
                <c:pt idx="4550">
                  <c:v>1918.85</c:v>
                </c:pt>
                <c:pt idx="4551">
                  <c:v>1928.8</c:v>
                </c:pt>
                <c:pt idx="4552">
                  <c:v>1925</c:v>
                </c:pt>
                <c:pt idx="4553">
                  <c:v>1942.1</c:v>
                </c:pt>
                <c:pt idx="4554">
                  <c:v>1948.5</c:v>
                </c:pt>
                <c:pt idx="4555">
                  <c:v>1932.6</c:v>
                </c:pt>
                <c:pt idx="4556">
                  <c:v>1939</c:v>
                </c:pt>
                <c:pt idx="4557">
                  <c:v>1955.9</c:v>
                </c:pt>
                <c:pt idx="4558">
                  <c:v>1935.75</c:v>
                </c:pt>
                <c:pt idx="4559">
                  <c:v>1935</c:v>
                </c:pt>
                <c:pt idx="4560">
                  <c:v>1920.75</c:v>
                </c:pt>
                <c:pt idx="4561">
                  <c:v>1930.25</c:v>
                </c:pt>
                <c:pt idx="4562">
                  <c:v>1923.4</c:v>
                </c:pt>
                <c:pt idx="4563">
                  <c:v>1944.3</c:v>
                </c:pt>
                <c:pt idx="4564">
                  <c:v>1969.5</c:v>
                </c:pt>
                <c:pt idx="4565">
                  <c:v>1967.9</c:v>
                </c:pt>
                <c:pt idx="4566">
                  <c:v>1988.5</c:v>
                </c:pt>
                <c:pt idx="4567">
                  <c:v>1977.4</c:v>
                </c:pt>
                <c:pt idx="4568">
                  <c:v>1967.05</c:v>
                </c:pt>
                <c:pt idx="4569">
                  <c:v>1978.4</c:v>
                </c:pt>
                <c:pt idx="4570">
                  <c:v>1992.7</c:v>
                </c:pt>
                <c:pt idx="4571">
                  <c:v>2011.75</c:v>
                </c:pt>
                <c:pt idx="4572">
                  <c:v>2021.75</c:v>
                </c:pt>
                <c:pt idx="4573">
                  <c:v>2037.8</c:v>
                </c:pt>
                <c:pt idx="4574">
                  <c:v>2023.35</c:v>
                </c:pt>
                <c:pt idx="4575">
                  <c:v>2027.75</c:v>
                </c:pt>
                <c:pt idx="4576">
                  <c:v>2012.15</c:v>
                </c:pt>
                <c:pt idx="4577">
                  <c:v>1993.05</c:v>
                </c:pt>
                <c:pt idx="4578">
                  <c:v>1989.9</c:v>
                </c:pt>
                <c:pt idx="4579">
                  <c:v>1967.5</c:v>
                </c:pt>
                <c:pt idx="4580">
                  <c:v>1986</c:v>
                </c:pt>
                <c:pt idx="4581">
                  <c:v>2008.7</c:v>
                </c:pt>
                <c:pt idx="4582">
                  <c:v>2042.2</c:v>
                </c:pt>
                <c:pt idx="4583">
                  <c:v>2032.6</c:v>
                </c:pt>
                <c:pt idx="4584">
                  <c:v>2048.35</c:v>
                </c:pt>
                <c:pt idx="4585">
                  <c:v>2139.4499999999998</c:v>
                </c:pt>
                <c:pt idx="4586">
                  <c:v>2110.6</c:v>
                </c:pt>
                <c:pt idx="4587">
                  <c:v>2046.2</c:v>
                </c:pt>
                <c:pt idx="4588">
                  <c:v>2063.6</c:v>
                </c:pt>
                <c:pt idx="4589">
                  <c:v>2057.35</c:v>
                </c:pt>
                <c:pt idx="4590">
                  <c:v>2062.1999999999998</c:v>
                </c:pt>
                <c:pt idx="4591">
                  <c:v>2049.35</c:v>
                </c:pt>
                <c:pt idx="4592">
                  <c:v>2042.3</c:v>
                </c:pt>
                <c:pt idx="4593">
                  <c:v>2043.85</c:v>
                </c:pt>
                <c:pt idx="4594">
                  <c:v>2031.45</c:v>
                </c:pt>
                <c:pt idx="4595">
                  <c:v>2037.4</c:v>
                </c:pt>
                <c:pt idx="4596">
                  <c:v>2029.6</c:v>
                </c:pt>
                <c:pt idx="4597">
                  <c:v>2019.15</c:v>
                </c:pt>
                <c:pt idx="4598">
                  <c:v>2023.5</c:v>
                </c:pt>
                <c:pt idx="4599">
                  <c:v>2056.15</c:v>
                </c:pt>
                <c:pt idx="4600">
                  <c:v>2057.6</c:v>
                </c:pt>
                <c:pt idx="4601">
                  <c:v>2083.35</c:v>
                </c:pt>
                <c:pt idx="4602">
                  <c:v>2094.9499999999998</c:v>
                </c:pt>
                <c:pt idx="4603">
                  <c:v>2093.6999999999998</c:v>
                </c:pt>
                <c:pt idx="4604">
                  <c:v>2112.6</c:v>
                </c:pt>
                <c:pt idx="4605">
                  <c:v>2130.85</c:v>
                </c:pt>
                <c:pt idx="4606">
                  <c:v>2108.4499999999998</c:v>
                </c:pt>
                <c:pt idx="4607">
                  <c:v>2073.25</c:v>
                </c:pt>
                <c:pt idx="4608">
                  <c:v>2070.1999999999998</c:v>
                </c:pt>
                <c:pt idx="4609">
                  <c:v>2103.5500000000002</c:v>
                </c:pt>
                <c:pt idx="4610">
                  <c:v>2123.75</c:v>
                </c:pt>
                <c:pt idx="4611">
                  <c:v>2115.15</c:v>
                </c:pt>
                <c:pt idx="4612">
                  <c:v>2125.65</c:v>
                </c:pt>
                <c:pt idx="4613">
                  <c:v>2146.4</c:v>
                </c:pt>
                <c:pt idx="4614">
                  <c:v>2148.25</c:v>
                </c:pt>
                <c:pt idx="4615">
                  <c:v>2165.9499999999998</c:v>
                </c:pt>
                <c:pt idx="4616">
                  <c:v>2180.9</c:v>
                </c:pt>
                <c:pt idx="4617">
                  <c:v>2168.85</c:v>
                </c:pt>
                <c:pt idx="4618">
                  <c:v>2176.75</c:v>
                </c:pt>
                <c:pt idx="4619">
                  <c:v>2176.1999999999998</c:v>
                </c:pt>
                <c:pt idx="4620">
                  <c:v>2186.1</c:v>
                </c:pt>
                <c:pt idx="4621">
                  <c:v>2189.0500000000002</c:v>
                </c:pt>
                <c:pt idx="4622">
                  <c:v>2156.4499999999998</c:v>
                </c:pt>
                <c:pt idx="4623">
                  <c:v>2159.75</c:v>
                </c:pt>
                <c:pt idx="4624">
                  <c:v>2170.35</c:v>
                </c:pt>
                <c:pt idx="4625">
                  <c:v>2192.6</c:v>
                </c:pt>
                <c:pt idx="4626">
                  <c:v>2202.15</c:v>
                </c:pt>
                <c:pt idx="4627">
                  <c:v>2169.9</c:v>
                </c:pt>
                <c:pt idx="4628">
                  <c:v>2179.5</c:v>
                </c:pt>
                <c:pt idx="4629">
                  <c:v>2158.6999999999998</c:v>
                </c:pt>
                <c:pt idx="4630">
                  <c:v>2130.1999999999998</c:v>
                </c:pt>
                <c:pt idx="4631">
                  <c:v>2121.65</c:v>
                </c:pt>
                <c:pt idx="4632">
                  <c:v>2114.3000000000002</c:v>
                </c:pt>
                <c:pt idx="4633">
                  <c:v>2130.9</c:v>
                </c:pt>
                <c:pt idx="4634">
                  <c:v>2136.35</c:v>
                </c:pt>
                <c:pt idx="4635">
                  <c:v>2118.5</c:v>
                </c:pt>
                <c:pt idx="4636">
                  <c:v>2114.4499999999998</c:v>
                </c:pt>
                <c:pt idx="4637">
                  <c:v>2091.65</c:v>
                </c:pt>
                <c:pt idx="4638">
                  <c:v>2089.1</c:v>
                </c:pt>
                <c:pt idx="4639">
                  <c:v>2075.6999999999998</c:v>
                </c:pt>
                <c:pt idx="4640">
                  <c:v>2077.35</c:v>
                </c:pt>
                <c:pt idx="4641">
                  <c:v>2096.1999999999998</c:v>
                </c:pt>
                <c:pt idx="4642">
                  <c:v>2096.0500000000002</c:v>
                </c:pt>
                <c:pt idx="4643">
                  <c:v>2079.9</c:v>
                </c:pt>
                <c:pt idx="4644">
                  <c:v>2069.85</c:v>
                </c:pt>
                <c:pt idx="4645">
                  <c:v>2080.4499999999998</c:v>
                </c:pt>
                <c:pt idx="4646">
                  <c:v>2094.85</c:v>
                </c:pt>
                <c:pt idx="4647">
                  <c:v>2078.5</c:v>
                </c:pt>
                <c:pt idx="4648">
                  <c:v>2066.1</c:v>
                </c:pt>
                <c:pt idx="4649">
                  <c:v>2061.1999999999998</c:v>
                </c:pt>
                <c:pt idx="4650">
                  <c:v>2075.0500000000002</c:v>
                </c:pt>
                <c:pt idx="4651">
                  <c:v>2051.8000000000002</c:v>
                </c:pt>
                <c:pt idx="4652">
                  <c:v>2045.85</c:v>
                </c:pt>
                <c:pt idx="4653">
                  <c:v>2052.1999999999998</c:v>
                </c:pt>
                <c:pt idx="4654">
                  <c:v>2056.9499999999998</c:v>
                </c:pt>
                <c:pt idx="4655">
                  <c:v>2041.15</c:v>
                </c:pt>
                <c:pt idx="4656">
                  <c:v>2000.4</c:v>
                </c:pt>
                <c:pt idx="4657">
                  <c:v>2011.85</c:v>
                </c:pt>
                <c:pt idx="4658">
                  <c:v>2029.6</c:v>
                </c:pt>
                <c:pt idx="4659">
                  <c:v>1992.2</c:v>
                </c:pt>
                <c:pt idx="4660">
                  <c:v>1989.2</c:v>
                </c:pt>
                <c:pt idx="4661">
                  <c:v>1961.35</c:v>
                </c:pt>
                <c:pt idx="4662">
                  <c:v>1970.25</c:v>
                </c:pt>
                <c:pt idx="4663">
                  <c:v>1925.7</c:v>
                </c:pt>
                <c:pt idx="4664">
                  <c:v>1952.4</c:v>
                </c:pt>
                <c:pt idx="4665">
                  <c:v>1968.2</c:v>
                </c:pt>
                <c:pt idx="4666">
                  <c:v>1976.15</c:v>
                </c:pt>
                <c:pt idx="4667">
                  <c:v>2006.05</c:v>
                </c:pt>
                <c:pt idx="4668">
                  <c:v>2035.45</c:v>
                </c:pt>
                <c:pt idx="4669">
                  <c:v>2031.15</c:v>
                </c:pt>
                <c:pt idx="4670">
                  <c:v>1957.75</c:v>
                </c:pt>
                <c:pt idx="4671">
                  <c:v>1965.3</c:v>
                </c:pt>
                <c:pt idx="4672">
                  <c:v>1945</c:v>
                </c:pt>
                <c:pt idx="4673">
                  <c:v>1940.6</c:v>
                </c:pt>
                <c:pt idx="4674">
                  <c:v>1967.15</c:v>
                </c:pt>
                <c:pt idx="4675">
                  <c:v>1937.55</c:v>
                </c:pt>
                <c:pt idx="4676">
                  <c:v>1981.85</c:v>
                </c:pt>
                <c:pt idx="4677">
                  <c:v>2008.05</c:v>
                </c:pt>
                <c:pt idx="4678">
                  <c:v>1992.75</c:v>
                </c:pt>
                <c:pt idx="4679">
                  <c:v>1974.6</c:v>
                </c:pt>
                <c:pt idx="4680">
                  <c:v>1967.75</c:v>
                </c:pt>
                <c:pt idx="4681">
                  <c:v>1998.9</c:v>
                </c:pt>
                <c:pt idx="4682">
                  <c:v>1984.85</c:v>
                </c:pt>
                <c:pt idx="4683">
                  <c:v>1992.25</c:v>
                </c:pt>
                <c:pt idx="4684">
                  <c:v>1968.8</c:v>
                </c:pt>
                <c:pt idx="4685">
                  <c:v>1961.2</c:v>
                </c:pt>
                <c:pt idx="4686">
                  <c:v>1926.3</c:v>
                </c:pt>
                <c:pt idx="4687">
                  <c:v>1912.75</c:v>
                </c:pt>
                <c:pt idx="4688">
                  <c:v>1911.75</c:v>
                </c:pt>
                <c:pt idx="4689">
                  <c:v>1912.2</c:v>
                </c:pt>
                <c:pt idx="4690">
                  <c:v>1949.45</c:v>
                </c:pt>
                <c:pt idx="4691">
                  <c:v>1956</c:v>
                </c:pt>
                <c:pt idx="4692">
                  <c:v>1946.55</c:v>
                </c:pt>
                <c:pt idx="4693">
                  <c:v>1957.95</c:v>
                </c:pt>
                <c:pt idx="4694">
                  <c:v>1945.4</c:v>
                </c:pt>
                <c:pt idx="4695">
                  <c:v>1921.05</c:v>
                </c:pt>
                <c:pt idx="4696">
                  <c:v>1927.75</c:v>
                </c:pt>
                <c:pt idx="4697">
                  <c:v>1957.75</c:v>
                </c:pt>
                <c:pt idx="4698">
                  <c:v>1975.15</c:v>
                </c:pt>
                <c:pt idx="4699">
                  <c:v>2004.3</c:v>
                </c:pt>
                <c:pt idx="4700">
                  <c:v>2013.9</c:v>
                </c:pt>
                <c:pt idx="4701">
                  <c:v>2012.45</c:v>
                </c:pt>
                <c:pt idx="4702">
                  <c:v>2018.75</c:v>
                </c:pt>
                <c:pt idx="4703">
                  <c:v>2005.5</c:v>
                </c:pt>
                <c:pt idx="4704">
                  <c:v>2049.8000000000002</c:v>
                </c:pt>
                <c:pt idx="4705">
                  <c:v>2064</c:v>
                </c:pt>
                <c:pt idx="4706">
                  <c:v>2089.25</c:v>
                </c:pt>
                <c:pt idx="4707">
                  <c:v>2131.0500000000002</c:v>
                </c:pt>
                <c:pt idx="4708">
                  <c:v>2128.4499999999998</c:v>
                </c:pt>
                <c:pt idx="4709">
                  <c:v>2113.3000000000002</c:v>
                </c:pt>
                <c:pt idx="4710">
                  <c:v>2085.5500000000002</c:v>
                </c:pt>
                <c:pt idx="4711">
                  <c:v>2099.1999999999998</c:v>
                </c:pt>
                <c:pt idx="4712">
                  <c:v>2097.0500000000002</c:v>
                </c:pt>
                <c:pt idx="4713">
                  <c:v>2107.6</c:v>
                </c:pt>
                <c:pt idx="4714">
                  <c:v>2088.75</c:v>
                </c:pt>
                <c:pt idx="4715">
                  <c:v>2059.5500000000002</c:v>
                </c:pt>
                <c:pt idx="4716">
                  <c:v>2085.3000000000002</c:v>
                </c:pt>
                <c:pt idx="4717">
                  <c:v>2101.3000000000002</c:v>
                </c:pt>
                <c:pt idx="4718">
                  <c:v>2095.6999999999998</c:v>
                </c:pt>
                <c:pt idx="4719">
                  <c:v>2130.1999999999998</c:v>
                </c:pt>
                <c:pt idx="4720">
                  <c:v>2135.4499999999998</c:v>
                </c:pt>
                <c:pt idx="4721">
                  <c:v>2123.4499999999998</c:v>
                </c:pt>
                <c:pt idx="4722">
                  <c:v>2137.4499999999998</c:v>
                </c:pt>
                <c:pt idx="4723">
                  <c:v>2111.15</c:v>
                </c:pt>
                <c:pt idx="4724">
                  <c:v>2080.65</c:v>
                </c:pt>
                <c:pt idx="4725">
                  <c:v>2122.35</c:v>
                </c:pt>
                <c:pt idx="4726">
                  <c:v>2105.0500000000002</c:v>
                </c:pt>
                <c:pt idx="4727">
                  <c:v>2122.9</c:v>
                </c:pt>
                <c:pt idx="4728">
                  <c:v>2121.6999999999998</c:v>
                </c:pt>
                <c:pt idx="4729">
                  <c:v>2148.1</c:v>
                </c:pt>
                <c:pt idx="4730">
                  <c:v>2128.5</c:v>
                </c:pt>
                <c:pt idx="4731">
                  <c:v>2111.8000000000002</c:v>
                </c:pt>
                <c:pt idx="4732">
                  <c:v>2117.4499999999998</c:v>
                </c:pt>
                <c:pt idx="4733">
                  <c:v>2120.65</c:v>
                </c:pt>
                <c:pt idx="4734">
                  <c:v>2103</c:v>
                </c:pt>
                <c:pt idx="4735">
                  <c:v>2116.8000000000002</c:v>
                </c:pt>
                <c:pt idx="4736">
                  <c:v>2108.5</c:v>
                </c:pt>
                <c:pt idx="4737">
                  <c:v>2111.9</c:v>
                </c:pt>
                <c:pt idx="4738">
                  <c:v>2101.65</c:v>
                </c:pt>
                <c:pt idx="4739">
                  <c:v>2121.9</c:v>
                </c:pt>
                <c:pt idx="4740">
                  <c:v>2120.1999999999998</c:v>
                </c:pt>
                <c:pt idx="4741">
                  <c:v>2132.3000000000002</c:v>
                </c:pt>
                <c:pt idx="4742">
                  <c:v>2130.25</c:v>
                </c:pt>
                <c:pt idx="4743">
                  <c:v>2148.15</c:v>
                </c:pt>
                <c:pt idx="4744">
                  <c:v>2135.85</c:v>
                </c:pt>
                <c:pt idx="4745">
                  <c:v>2105.4</c:v>
                </c:pt>
                <c:pt idx="4746">
                  <c:v>2102.25</c:v>
                </c:pt>
                <c:pt idx="4747">
                  <c:v>2096</c:v>
                </c:pt>
                <c:pt idx="4748">
                  <c:v>2084.15</c:v>
                </c:pt>
                <c:pt idx="4749">
                  <c:v>2057.6</c:v>
                </c:pt>
                <c:pt idx="4750">
                  <c:v>2034.7</c:v>
                </c:pt>
                <c:pt idx="4751">
                  <c:v>2079.9499999999998</c:v>
                </c:pt>
                <c:pt idx="4752">
                  <c:v>2090.4499999999998</c:v>
                </c:pt>
                <c:pt idx="4753">
                  <c:v>2104.9</c:v>
                </c:pt>
                <c:pt idx="4754">
                  <c:v>2114.0500000000002</c:v>
                </c:pt>
                <c:pt idx="4755">
                  <c:v>2122.65</c:v>
                </c:pt>
                <c:pt idx="4756">
                  <c:v>2117.25</c:v>
                </c:pt>
                <c:pt idx="4757">
                  <c:v>2122.65</c:v>
                </c:pt>
                <c:pt idx="4758">
                  <c:v>2139.65</c:v>
                </c:pt>
                <c:pt idx="4759">
                  <c:v>2129.6999999999998</c:v>
                </c:pt>
                <c:pt idx="4760">
                  <c:v>2143.4499999999998</c:v>
                </c:pt>
                <c:pt idx="4761">
                  <c:v>2110.1999999999998</c:v>
                </c:pt>
                <c:pt idx="4762">
                  <c:v>2100.65</c:v>
                </c:pt>
                <c:pt idx="4763">
                  <c:v>2089.9</c:v>
                </c:pt>
                <c:pt idx="4764">
                  <c:v>2084.0500000000002</c:v>
                </c:pt>
                <c:pt idx="4765">
                  <c:v>2108.35</c:v>
                </c:pt>
                <c:pt idx="4766">
                  <c:v>2115.9</c:v>
                </c:pt>
                <c:pt idx="4767">
                  <c:v>2091.4499999999998</c:v>
                </c:pt>
                <c:pt idx="4768">
                  <c:v>2125.4</c:v>
                </c:pt>
                <c:pt idx="4769">
                  <c:v>2110.65</c:v>
                </c:pt>
                <c:pt idx="4770">
                  <c:v>2092.25</c:v>
                </c:pt>
                <c:pt idx="4771">
                  <c:v>2077.5500000000002</c:v>
                </c:pt>
                <c:pt idx="4772">
                  <c:v>2083.35</c:v>
                </c:pt>
                <c:pt idx="4773">
                  <c:v>2107.1</c:v>
                </c:pt>
                <c:pt idx="4774">
                  <c:v>2104.25</c:v>
                </c:pt>
                <c:pt idx="4775">
                  <c:v>2126.5</c:v>
                </c:pt>
                <c:pt idx="4776">
                  <c:v>2128.1999999999998</c:v>
                </c:pt>
                <c:pt idx="4777">
                  <c:v>2128.4499999999998</c:v>
                </c:pt>
                <c:pt idx="4778">
                  <c:v>2171</c:v>
                </c:pt>
                <c:pt idx="4779">
                  <c:v>2226.5500000000002</c:v>
                </c:pt>
                <c:pt idx="4780">
                  <c:v>2224.75</c:v>
                </c:pt>
                <c:pt idx="4781">
                  <c:v>2253</c:v>
                </c:pt>
                <c:pt idx="4782">
                  <c:v>2261.4499999999998</c:v>
                </c:pt>
                <c:pt idx="4783">
                  <c:v>2267.75</c:v>
                </c:pt>
                <c:pt idx="4784">
                  <c:v>2299</c:v>
                </c:pt>
                <c:pt idx="4785">
                  <c:v>2276.15</c:v>
                </c:pt>
                <c:pt idx="4786">
                  <c:v>2281.3000000000002</c:v>
                </c:pt>
                <c:pt idx="4787">
                  <c:v>2311.35</c:v>
                </c:pt>
                <c:pt idx="4788">
                  <c:v>2299.4499999999998</c:v>
                </c:pt>
                <c:pt idx="4789">
                  <c:v>2302.8000000000002</c:v>
                </c:pt>
                <c:pt idx="4790">
                  <c:v>2318.9</c:v>
                </c:pt>
                <c:pt idx="4791">
                  <c:v>2311.8000000000002</c:v>
                </c:pt>
                <c:pt idx="4792">
                  <c:v>2294.85</c:v>
                </c:pt>
                <c:pt idx="4793">
                  <c:v>2292.75</c:v>
                </c:pt>
                <c:pt idx="4794">
                  <c:v>2283.9499999999998</c:v>
                </c:pt>
                <c:pt idx="4795">
                  <c:v>2305.6</c:v>
                </c:pt>
                <c:pt idx="4796">
                  <c:v>2289.4</c:v>
                </c:pt>
                <c:pt idx="4797">
                  <c:v>2287.25</c:v>
                </c:pt>
                <c:pt idx="4798">
                  <c:v>2237.35</c:v>
                </c:pt>
                <c:pt idx="4799">
                  <c:v>2257.5</c:v>
                </c:pt>
                <c:pt idx="4800">
                  <c:v>2265.25</c:v>
                </c:pt>
                <c:pt idx="4801">
                  <c:v>2288.8000000000002</c:v>
                </c:pt>
                <c:pt idx="4802">
                  <c:v>2305.0500000000002</c:v>
                </c:pt>
                <c:pt idx="4803">
                  <c:v>2293.65</c:v>
                </c:pt>
                <c:pt idx="4804">
                  <c:v>2268.6999999999998</c:v>
                </c:pt>
                <c:pt idx="4805">
                  <c:v>2245.3000000000002</c:v>
                </c:pt>
                <c:pt idx="4806">
                  <c:v>2279.75</c:v>
                </c:pt>
                <c:pt idx="4807">
                  <c:v>2263.4499999999998</c:v>
                </c:pt>
                <c:pt idx="4808">
                  <c:v>2280.9499999999998</c:v>
                </c:pt>
                <c:pt idx="4809">
                  <c:v>2317.4499999999998</c:v>
                </c:pt>
                <c:pt idx="4810">
                  <c:v>2355.8000000000002</c:v>
                </c:pt>
                <c:pt idx="4811">
                  <c:v>2367.9499999999998</c:v>
                </c:pt>
                <c:pt idx="4812">
                  <c:v>2328.4499999999998</c:v>
                </c:pt>
                <c:pt idx="4813">
                  <c:v>2322.35</c:v>
                </c:pt>
                <c:pt idx="4814">
                  <c:v>2307.25</c:v>
                </c:pt>
                <c:pt idx="4815">
                  <c:v>2290.9</c:v>
                </c:pt>
                <c:pt idx="4816">
                  <c:v>2296.5</c:v>
                </c:pt>
                <c:pt idx="4817">
                  <c:v>2287.1999999999998</c:v>
                </c:pt>
                <c:pt idx="4818">
                  <c:v>2287.9</c:v>
                </c:pt>
                <c:pt idx="4819">
                  <c:v>2286.6999999999998</c:v>
                </c:pt>
                <c:pt idx="4820">
                  <c:v>2310.65</c:v>
                </c:pt>
                <c:pt idx="4821">
                  <c:v>2362.1</c:v>
                </c:pt>
                <c:pt idx="4822">
                  <c:v>2432.35</c:v>
                </c:pt>
                <c:pt idx="4823">
                  <c:v>2403.6999999999998</c:v>
                </c:pt>
                <c:pt idx="4824">
                  <c:v>2405.75</c:v>
                </c:pt>
                <c:pt idx="4825">
                  <c:v>2332.1</c:v>
                </c:pt>
                <c:pt idx="4826">
                  <c:v>2373.35</c:v>
                </c:pt>
                <c:pt idx="4827">
                  <c:v>2408.35</c:v>
                </c:pt>
                <c:pt idx="4828">
                  <c:v>2416.1999999999998</c:v>
                </c:pt>
                <c:pt idx="4829">
                  <c:v>2416.9</c:v>
                </c:pt>
                <c:pt idx="4830">
                  <c:v>2439.5500000000002</c:v>
                </c:pt>
                <c:pt idx="4831">
                  <c:v>2425.35</c:v>
                </c:pt>
                <c:pt idx="4832">
                  <c:v>2457.1</c:v>
                </c:pt>
                <c:pt idx="4833">
                  <c:v>2452.3000000000002</c:v>
                </c:pt>
                <c:pt idx="4834">
                  <c:v>2423.35</c:v>
                </c:pt>
                <c:pt idx="4835">
                  <c:v>2447.65</c:v>
                </c:pt>
                <c:pt idx="4836">
                  <c:v>2440.1999999999998</c:v>
                </c:pt>
                <c:pt idx="4837">
                  <c:v>2448.4</c:v>
                </c:pt>
                <c:pt idx="4838">
                  <c:v>2427.0500000000002</c:v>
                </c:pt>
                <c:pt idx="4839">
                  <c:v>2444.6999999999998</c:v>
                </c:pt>
                <c:pt idx="4840">
                  <c:v>2435.1</c:v>
                </c:pt>
                <c:pt idx="4841">
                  <c:v>2422</c:v>
                </c:pt>
                <c:pt idx="4842">
                  <c:v>2417.25</c:v>
                </c:pt>
                <c:pt idx="4843">
                  <c:v>2428.35</c:v>
                </c:pt>
                <c:pt idx="4844">
                  <c:v>2426.35</c:v>
                </c:pt>
                <c:pt idx="4845">
                  <c:v>2414.1999999999998</c:v>
                </c:pt>
                <c:pt idx="4846">
                  <c:v>2417.9499999999998</c:v>
                </c:pt>
                <c:pt idx="4847">
                  <c:v>2428.6999999999998</c:v>
                </c:pt>
                <c:pt idx="4848">
                  <c:v>2467.9</c:v>
                </c:pt>
                <c:pt idx="4849">
                  <c:v>2462.3000000000002</c:v>
                </c:pt>
                <c:pt idx="4850">
                  <c:v>2443.75</c:v>
                </c:pt>
                <c:pt idx="4851">
                  <c:v>2485.5500000000002</c:v>
                </c:pt>
                <c:pt idx="4852">
                  <c:v>2495</c:v>
                </c:pt>
                <c:pt idx="4853">
                  <c:v>2489.65</c:v>
                </c:pt>
                <c:pt idx="4854">
                  <c:v>2483.8000000000002</c:v>
                </c:pt>
                <c:pt idx="4855">
                  <c:v>2472.4</c:v>
                </c:pt>
                <c:pt idx="4856">
                  <c:v>2409.6</c:v>
                </c:pt>
                <c:pt idx="4857">
                  <c:v>2379.15</c:v>
                </c:pt>
                <c:pt idx="4858">
                  <c:v>2388.75</c:v>
                </c:pt>
                <c:pt idx="4859">
                  <c:v>2407.15</c:v>
                </c:pt>
                <c:pt idx="4860">
                  <c:v>2393.9</c:v>
                </c:pt>
                <c:pt idx="4861">
                  <c:v>2394.75</c:v>
                </c:pt>
                <c:pt idx="4862">
                  <c:v>2391.1999999999998</c:v>
                </c:pt>
                <c:pt idx="4863">
                  <c:v>2397.4499999999998</c:v>
                </c:pt>
                <c:pt idx="4864">
                  <c:v>2411.9</c:v>
                </c:pt>
                <c:pt idx="4865">
                  <c:v>2375.65</c:v>
                </c:pt>
                <c:pt idx="4866">
                  <c:v>2297.25</c:v>
                </c:pt>
                <c:pt idx="4867">
                  <c:v>2263.5</c:v>
                </c:pt>
                <c:pt idx="4868">
                  <c:v>2280.9</c:v>
                </c:pt>
                <c:pt idx="4869">
                  <c:v>2286.0500000000002</c:v>
                </c:pt>
                <c:pt idx="4870">
                  <c:v>2277.3000000000002</c:v>
                </c:pt>
                <c:pt idx="4871">
                  <c:v>2244.3000000000002</c:v>
                </c:pt>
                <c:pt idx="4872">
                  <c:v>2252.25</c:v>
                </c:pt>
                <c:pt idx="4873">
                  <c:v>2251.65</c:v>
                </c:pt>
                <c:pt idx="4874">
                  <c:v>2221.8000000000002</c:v>
                </c:pt>
                <c:pt idx="4875">
                  <c:v>2214.35</c:v>
                </c:pt>
                <c:pt idx="4876">
                  <c:v>2179.25</c:v>
                </c:pt>
                <c:pt idx="4877">
                  <c:v>2189.1</c:v>
                </c:pt>
                <c:pt idx="4878">
                  <c:v>2184</c:v>
                </c:pt>
                <c:pt idx="4879">
                  <c:v>2233.15</c:v>
                </c:pt>
                <c:pt idx="4880">
                  <c:v>2282</c:v>
                </c:pt>
                <c:pt idx="4881">
                  <c:v>2220.35</c:v>
                </c:pt>
                <c:pt idx="4882">
                  <c:v>2229.4499999999998</c:v>
                </c:pt>
                <c:pt idx="4883">
                  <c:v>2227.6999999999998</c:v>
                </c:pt>
                <c:pt idx="4884">
                  <c:v>2206.85</c:v>
                </c:pt>
                <c:pt idx="4885">
                  <c:v>2220.6</c:v>
                </c:pt>
                <c:pt idx="4886">
                  <c:v>2225.85</c:v>
                </c:pt>
                <c:pt idx="4887">
                  <c:v>2174.1</c:v>
                </c:pt>
                <c:pt idx="4888">
                  <c:v>2162.6999999999998</c:v>
                </c:pt>
                <c:pt idx="4889">
                  <c:v>2256.15</c:v>
                </c:pt>
                <c:pt idx="4890">
                  <c:v>2259.9499999999998</c:v>
                </c:pt>
                <c:pt idx="4891">
                  <c:v>2247.5</c:v>
                </c:pt>
                <c:pt idx="4892">
                  <c:v>2226.9499999999998</c:v>
                </c:pt>
                <c:pt idx="4893">
                  <c:v>2227.9499999999998</c:v>
                </c:pt>
                <c:pt idx="4894">
                  <c:v>2210.9499999999998</c:v>
                </c:pt>
                <c:pt idx="4895">
                  <c:v>2247.75</c:v>
                </c:pt>
                <c:pt idx="4896">
                  <c:v>2235.15</c:v>
                </c:pt>
                <c:pt idx="4897">
                  <c:v>2245.9</c:v>
                </c:pt>
                <c:pt idx="4898">
                  <c:v>2249.6</c:v>
                </c:pt>
                <c:pt idx="4899">
                  <c:v>2251.3000000000002</c:v>
                </c:pt>
                <c:pt idx="4900">
                  <c:v>2270.85</c:v>
                </c:pt>
                <c:pt idx="4901">
                  <c:v>2257.4499999999998</c:v>
                </c:pt>
                <c:pt idx="4902">
                  <c:v>2244.15</c:v>
                </c:pt>
                <c:pt idx="4903">
                  <c:v>2211.35</c:v>
                </c:pt>
                <c:pt idx="4904">
                  <c:v>2187.75</c:v>
                </c:pt>
                <c:pt idx="4905">
                  <c:v>1101.05</c:v>
                </c:pt>
                <c:pt idx="4906">
                  <c:v>1199.5999999999999</c:v>
                </c:pt>
                <c:pt idx="4907">
                  <c:v>1257.25</c:v>
                </c:pt>
                <c:pt idx="4908">
                  <c:v>1253.8</c:v>
                </c:pt>
                <c:pt idx="4909">
                  <c:v>1239.7</c:v>
                </c:pt>
                <c:pt idx="4910">
                  <c:v>1242.5</c:v>
                </c:pt>
                <c:pt idx="4911">
                  <c:v>1244.2</c:v>
                </c:pt>
                <c:pt idx="4912">
                  <c:v>1227.45</c:v>
                </c:pt>
                <c:pt idx="4913">
                  <c:v>1248.8</c:v>
                </c:pt>
                <c:pt idx="4914">
                  <c:v>1223.55</c:v>
                </c:pt>
                <c:pt idx="4915">
                  <c:v>1189.7</c:v>
                </c:pt>
                <c:pt idx="4916">
                  <c:v>1186.9000000000001</c:v>
                </c:pt>
                <c:pt idx="4917">
                  <c:v>1228.1500000000001</c:v>
                </c:pt>
                <c:pt idx="4918">
                  <c:v>1200.55</c:v>
                </c:pt>
                <c:pt idx="4919">
                  <c:v>1198.8</c:v>
                </c:pt>
                <c:pt idx="4920">
                  <c:v>1204.4000000000001</c:v>
                </c:pt>
                <c:pt idx="4921">
                  <c:v>1223.05</c:v>
                </c:pt>
                <c:pt idx="4922">
                  <c:v>1221.0999999999999</c:v>
                </c:pt>
                <c:pt idx="4923">
                  <c:v>1220</c:v>
                </c:pt>
                <c:pt idx="4924">
                  <c:v>1229</c:v>
                </c:pt>
                <c:pt idx="4925">
                  <c:v>1239.3</c:v>
                </c:pt>
                <c:pt idx="4926">
                  <c:v>1241.5999999999999</c:v>
                </c:pt>
                <c:pt idx="4927">
                  <c:v>1236.0999999999999</c:v>
                </c:pt>
                <c:pt idx="4928">
                  <c:v>1229</c:v>
                </c:pt>
                <c:pt idx="4929">
                  <c:v>1237.7</c:v>
                </c:pt>
                <c:pt idx="4930">
                  <c:v>1242.5</c:v>
                </c:pt>
                <c:pt idx="4931">
                  <c:v>1248.3499999999999</c:v>
                </c:pt>
                <c:pt idx="4932">
                  <c:v>1230.3499999999999</c:v>
                </c:pt>
                <c:pt idx="4933">
                  <c:v>1240.05</c:v>
                </c:pt>
                <c:pt idx="4934">
                  <c:v>1236.8499999999999</c:v>
                </c:pt>
                <c:pt idx="4935">
                  <c:v>1239.5</c:v>
                </c:pt>
                <c:pt idx="4936">
                  <c:v>1256.6500000000001</c:v>
                </c:pt>
                <c:pt idx="4937">
                  <c:v>1263.7</c:v>
                </c:pt>
                <c:pt idx="4938">
                  <c:v>1255.5999999999999</c:v>
                </c:pt>
                <c:pt idx="4939">
                  <c:v>1264.75</c:v>
                </c:pt>
                <c:pt idx="4940">
                  <c:v>1257.55</c:v>
                </c:pt>
                <c:pt idx="4941">
                  <c:v>1273.9000000000001</c:v>
                </c:pt>
                <c:pt idx="4942">
                  <c:v>1277.9000000000001</c:v>
                </c:pt>
                <c:pt idx="4943">
                  <c:v>1262.05</c:v>
                </c:pt>
                <c:pt idx="4944">
                  <c:v>1271.9000000000001</c:v>
                </c:pt>
                <c:pt idx="4945">
                  <c:v>1273.3499999999999</c:v>
                </c:pt>
                <c:pt idx="4946">
                  <c:v>1283.3499999999999</c:v>
                </c:pt>
                <c:pt idx="4947">
                  <c:v>1264.75</c:v>
                </c:pt>
                <c:pt idx="4948">
                  <c:v>1271.0999999999999</c:v>
                </c:pt>
                <c:pt idx="4949">
                  <c:v>1275.05</c:v>
                </c:pt>
                <c:pt idx="4950">
                  <c:v>1278.4000000000001</c:v>
                </c:pt>
                <c:pt idx="4951">
                  <c:v>1265.3</c:v>
                </c:pt>
                <c:pt idx="4952">
                  <c:v>1274.95</c:v>
                </c:pt>
                <c:pt idx="4953">
                  <c:v>1265.75</c:v>
                </c:pt>
                <c:pt idx="4954">
                  <c:v>1255.4000000000001</c:v>
                </c:pt>
                <c:pt idx="4955">
                  <c:v>1251.6500000000001</c:v>
                </c:pt>
                <c:pt idx="4956">
                  <c:v>1245.5999999999999</c:v>
                </c:pt>
                <c:pt idx="4957">
                  <c:v>1246.05</c:v>
                </c:pt>
                <c:pt idx="4958">
                  <c:v>1242.95</c:v>
                </c:pt>
                <c:pt idx="4959">
                  <c:v>1249.5</c:v>
                </c:pt>
                <c:pt idx="4960">
                  <c:v>1248.75</c:v>
                </c:pt>
                <c:pt idx="4961">
                  <c:v>1263.5999999999999</c:v>
                </c:pt>
                <c:pt idx="4962">
                  <c:v>1263.8499999999999</c:v>
                </c:pt>
                <c:pt idx="4963">
                  <c:v>1257.3499999999999</c:v>
                </c:pt>
                <c:pt idx="4964">
                  <c:v>1271.0999999999999</c:v>
                </c:pt>
                <c:pt idx="4965">
                  <c:v>1292.3499999999999</c:v>
                </c:pt>
                <c:pt idx="4966">
                  <c:v>1288.8</c:v>
                </c:pt>
                <c:pt idx="4967">
                  <c:v>1296.7</c:v>
                </c:pt>
                <c:pt idx="4968">
                  <c:v>1302.4000000000001</c:v>
                </c:pt>
                <c:pt idx="4969">
                  <c:v>1289.1500000000001</c:v>
                </c:pt>
                <c:pt idx="4970">
                  <c:v>1270.45</c:v>
                </c:pt>
                <c:pt idx="4971">
                  <c:v>1275</c:v>
                </c:pt>
                <c:pt idx="4972">
                  <c:v>1282.1500000000001</c:v>
                </c:pt>
                <c:pt idx="4973">
                  <c:v>1272.0999999999999</c:v>
                </c:pt>
                <c:pt idx="4974">
                  <c:v>1278.5999999999999</c:v>
                </c:pt>
                <c:pt idx="4975">
                  <c:v>1286.75</c:v>
                </c:pt>
                <c:pt idx="4976">
                  <c:v>1268.4000000000001</c:v>
                </c:pt>
                <c:pt idx="4977">
                  <c:v>1240.95</c:v>
                </c:pt>
                <c:pt idx="4978">
                  <c:v>1260.5999999999999</c:v>
                </c:pt>
                <c:pt idx="4979">
                  <c:v>1257.3</c:v>
                </c:pt>
                <c:pt idx="4980">
                  <c:v>1271.4000000000001</c:v>
                </c:pt>
                <c:pt idx="4981">
                  <c:v>1282.7</c:v>
                </c:pt>
                <c:pt idx="4982">
                  <c:v>1286</c:v>
                </c:pt>
                <c:pt idx="4983">
                  <c:v>1289.5</c:v>
                </c:pt>
                <c:pt idx="4984">
                  <c:v>1284.25</c:v>
                </c:pt>
                <c:pt idx="4985">
                  <c:v>1287.6500000000001</c:v>
                </c:pt>
                <c:pt idx="4986">
                  <c:v>1278.1500000000001</c:v>
                </c:pt>
                <c:pt idx="4987">
                  <c:v>1254.9000000000001</c:v>
                </c:pt>
                <c:pt idx="4988">
                  <c:v>1244.3499999999999</c:v>
                </c:pt>
                <c:pt idx="4989">
                  <c:v>1240.8499999999999</c:v>
                </c:pt>
                <c:pt idx="4990">
                  <c:v>1244.8499999999999</c:v>
                </c:pt>
                <c:pt idx="4991">
                  <c:v>1244.55</c:v>
                </c:pt>
                <c:pt idx="4992">
                  <c:v>1213.2</c:v>
                </c:pt>
                <c:pt idx="4993">
                  <c:v>1223.2</c:v>
                </c:pt>
                <c:pt idx="4994">
                  <c:v>1235.8499999999999</c:v>
                </c:pt>
                <c:pt idx="4995">
                  <c:v>1226.05</c:v>
                </c:pt>
                <c:pt idx="4996">
                  <c:v>1226.3</c:v>
                </c:pt>
                <c:pt idx="4997">
                  <c:v>1198.7</c:v>
                </c:pt>
                <c:pt idx="4998">
                  <c:v>1192.8</c:v>
                </c:pt>
                <c:pt idx="4999">
                  <c:v>1229.8</c:v>
                </c:pt>
                <c:pt idx="5000">
                  <c:v>1244.6500000000001</c:v>
                </c:pt>
                <c:pt idx="5001">
                  <c:v>1239.8</c:v>
                </c:pt>
                <c:pt idx="5002">
                  <c:v>1242.2</c:v>
                </c:pt>
                <c:pt idx="5003">
                  <c:v>1240.3</c:v>
                </c:pt>
                <c:pt idx="5004">
                  <c:v>1240.5999999999999</c:v>
                </c:pt>
                <c:pt idx="5005">
                  <c:v>1249</c:v>
                </c:pt>
                <c:pt idx="5006">
                  <c:v>1241.4000000000001</c:v>
                </c:pt>
                <c:pt idx="5007">
                  <c:v>1219.3499999999999</c:v>
                </c:pt>
                <c:pt idx="5008">
                  <c:v>1217.1500000000001</c:v>
                </c:pt>
                <c:pt idx="5009">
                  <c:v>1213.25</c:v>
                </c:pt>
                <c:pt idx="5010">
                  <c:v>1227.2</c:v>
                </c:pt>
                <c:pt idx="5011">
                  <c:v>1217.0999999999999</c:v>
                </c:pt>
                <c:pt idx="5012">
                  <c:v>1209.95</c:v>
                </c:pt>
                <c:pt idx="5013">
                  <c:v>1200.3</c:v>
                </c:pt>
                <c:pt idx="5014">
                  <c:v>1199.25</c:v>
                </c:pt>
                <c:pt idx="5015">
                  <c:v>1199.45</c:v>
                </c:pt>
                <c:pt idx="5016">
                  <c:v>1177.6500000000001</c:v>
                </c:pt>
                <c:pt idx="5017">
                  <c:v>1179.5999999999999</c:v>
                </c:pt>
                <c:pt idx="5018">
                  <c:v>1181.8</c:v>
                </c:pt>
                <c:pt idx="5019">
                  <c:v>1148.8499999999999</c:v>
                </c:pt>
                <c:pt idx="5020">
                  <c:v>1151.3499999999999</c:v>
                </c:pt>
                <c:pt idx="5021">
                  <c:v>1134.9000000000001</c:v>
                </c:pt>
                <c:pt idx="5022">
                  <c:v>1107.3</c:v>
                </c:pt>
                <c:pt idx="5023">
                  <c:v>1113.8</c:v>
                </c:pt>
                <c:pt idx="5024">
                  <c:v>1021.3</c:v>
                </c:pt>
                <c:pt idx="5025">
                  <c:v>1069.8</c:v>
                </c:pt>
                <c:pt idx="5026">
                  <c:v>999.5</c:v>
                </c:pt>
                <c:pt idx="5027">
                  <c:v>975.1</c:v>
                </c:pt>
                <c:pt idx="5028">
                  <c:v>876.9</c:v>
                </c:pt>
                <c:pt idx="5029">
                  <c:v>895.55</c:v>
                </c:pt>
                <c:pt idx="5030">
                  <c:v>882.85</c:v>
                </c:pt>
                <c:pt idx="5031">
                  <c:v>771.55</c:v>
                </c:pt>
                <c:pt idx="5032">
                  <c:v>767.7</c:v>
                </c:pt>
                <c:pt idx="5033">
                  <c:v>856.75</c:v>
                </c:pt>
                <c:pt idx="5034">
                  <c:v>901.1</c:v>
                </c:pt>
                <c:pt idx="5035">
                  <c:v>904.45</c:v>
                </c:pt>
                <c:pt idx="5036">
                  <c:v>831.65</c:v>
                </c:pt>
                <c:pt idx="5037">
                  <c:v>861.9</c:v>
                </c:pt>
                <c:pt idx="5038">
                  <c:v>829.65</c:v>
                </c:pt>
                <c:pt idx="5039">
                  <c:v>813.85</c:v>
                </c:pt>
                <c:pt idx="5040">
                  <c:v>896.1</c:v>
                </c:pt>
                <c:pt idx="5041">
                  <c:v>888.9</c:v>
                </c:pt>
                <c:pt idx="5042">
                  <c:v>925.05</c:v>
                </c:pt>
                <c:pt idx="5043">
                  <c:v>895.35</c:v>
                </c:pt>
                <c:pt idx="5044">
                  <c:v>863.3</c:v>
                </c:pt>
                <c:pt idx="5045">
                  <c:v>879.75</c:v>
                </c:pt>
                <c:pt idx="5046">
                  <c:v>910.3</c:v>
                </c:pt>
                <c:pt idx="5047">
                  <c:v>944.85</c:v>
                </c:pt>
                <c:pt idx="5048">
                  <c:v>921.65</c:v>
                </c:pt>
                <c:pt idx="5049">
                  <c:v>928.6</c:v>
                </c:pt>
                <c:pt idx="5050">
                  <c:v>954.95</c:v>
                </c:pt>
                <c:pt idx="5051">
                  <c:v>938.05</c:v>
                </c:pt>
                <c:pt idx="5052">
                  <c:v>929.7</c:v>
                </c:pt>
                <c:pt idx="5053">
                  <c:v>931.4</c:v>
                </c:pt>
                <c:pt idx="5054">
                  <c:v>977.1</c:v>
                </c:pt>
                <c:pt idx="5055">
                  <c:v>1001.8</c:v>
                </c:pt>
                <c:pt idx="5056">
                  <c:v>923</c:v>
                </c:pt>
                <c:pt idx="5057">
                  <c:v>911.45</c:v>
                </c:pt>
                <c:pt idx="5058">
                  <c:v>946.4</c:v>
                </c:pt>
                <c:pt idx="5059">
                  <c:v>925</c:v>
                </c:pt>
                <c:pt idx="5060">
                  <c:v>929.05</c:v>
                </c:pt>
                <c:pt idx="5061">
                  <c:v>915.8</c:v>
                </c:pt>
                <c:pt idx="5062">
                  <c:v>901.55</c:v>
                </c:pt>
                <c:pt idx="5063">
                  <c:v>927.65</c:v>
                </c:pt>
                <c:pt idx="5064">
                  <c:v>893.7</c:v>
                </c:pt>
                <c:pt idx="5065">
                  <c:v>888.15</c:v>
                </c:pt>
                <c:pt idx="5066">
                  <c:v>836.65</c:v>
                </c:pt>
                <c:pt idx="5067">
                  <c:v>830.65</c:v>
                </c:pt>
                <c:pt idx="5068">
                  <c:v>857.1</c:v>
                </c:pt>
                <c:pt idx="5069">
                  <c:v>859.55</c:v>
                </c:pt>
                <c:pt idx="5070">
                  <c:v>838.85</c:v>
                </c:pt>
                <c:pt idx="5071">
                  <c:v>852.4</c:v>
                </c:pt>
                <c:pt idx="5072">
                  <c:v>903.65</c:v>
                </c:pt>
                <c:pt idx="5073">
                  <c:v>945.25</c:v>
                </c:pt>
                <c:pt idx="5074">
                  <c:v>951.65</c:v>
                </c:pt>
                <c:pt idx="5075">
                  <c:v>987.65</c:v>
                </c:pt>
                <c:pt idx="5076">
                  <c:v>1001</c:v>
                </c:pt>
                <c:pt idx="5077">
                  <c:v>1022.25</c:v>
                </c:pt>
                <c:pt idx="5078">
                  <c:v>1001.7</c:v>
                </c:pt>
                <c:pt idx="5079">
                  <c:v>1033.3499999999999</c:v>
                </c:pt>
                <c:pt idx="5080">
                  <c:v>1015.9</c:v>
                </c:pt>
                <c:pt idx="5081">
                  <c:v>987.3</c:v>
                </c:pt>
                <c:pt idx="5082">
                  <c:v>991.85</c:v>
                </c:pt>
                <c:pt idx="5083">
                  <c:v>968.6</c:v>
                </c:pt>
                <c:pt idx="5084">
                  <c:v>982.75</c:v>
                </c:pt>
                <c:pt idx="5085">
                  <c:v>949.85</c:v>
                </c:pt>
                <c:pt idx="5086">
                  <c:v>990.4</c:v>
                </c:pt>
                <c:pt idx="5087">
                  <c:v>979.25</c:v>
                </c:pt>
                <c:pt idx="5088">
                  <c:v>1019.95</c:v>
                </c:pt>
                <c:pt idx="5089">
                  <c:v>1033.3499999999999</c:v>
                </c:pt>
                <c:pt idx="5090">
                  <c:v>1028.75</c:v>
                </c:pt>
                <c:pt idx="5091">
                  <c:v>1042.3</c:v>
                </c:pt>
                <c:pt idx="5092">
                  <c:v>1032.5</c:v>
                </c:pt>
                <c:pt idx="5093">
                  <c:v>1028.75</c:v>
                </c:pt>
                <c:pt idx="5094">
                  <c:v>1056.45</c:v>
                </c:pt>
                <c:pt idx="5095">
                  <c:v>1076.05</c:v>
                </c:pt>
                <c:pt idx="5096">
                  <c:v>1065.8499999999999</c:v>
                </c:pt>
                <c:pt idx="5097">
                  <c:v>1084.5999999999999</c:v>
                </c:pt>
                <c:pt idx="5098">
                  <c:v>1089.4000000000001</c:v>
                </c:pt>
                <c:pt idx="5099">
                  <c:v>1073.95</c:v>
                </c:pt>
                <c:pt idx="5100">
                  <c:v>1103</c:v>
                </c:pt>
                <c:pt idx="5101">
                  <c:v>1105.1500000000001</c:v>
                </c:pt>
                <c:pt idx="5102">
                  <c:v>1110.3499999999999</c:v>
                </c:pt>
                <c:pt idx="5103">
                  <c:v>1124.95</c:v>
                </c:pt>
                <c:pt idx="5104">
                  <c:v>1105.0999999999999</c:v>
                </c:pt>
                <c:pt idx="5105">
                  <c:v>1080.25</c:v>
                </c:pt>
                <c:pt idx="5106">
                  <c:v>1058.8499999999999</c:v>
                </c:pt>
                <c:pt idx="5107">
                  <c:v>1053.1500000000001</c:v>
                </c:pt>
                <c:pt idx="5108">
                  <c:v>1062.55</c:v>
                </c:pt>
                <c:pt idx="5109">
                  <c:v>1098.45</c:v>
                </c:pt>
                <c:pt idx="5110">
                  <c:v>1133.05</c:v>
                </c:pt>
                <c:pt idx="5111">
                  <c:v>1138.55</c:v>
                </c:pt>
                <c:pt idx="5112">
                  <c:v>1126.3499999999999</c:v>
                </c:pt>
                <c:pt idx="5113">
                  <c:v>1130.4000000000001</c:v>
                </c:pt>
                <c:pt idx="5114">
                  <c:v>1119.0999999999999</c:v>
                </c:pt>
                <c:pt idx="5115">
                  <c:v>1079.5</c:v>
                </c:pt>
                <c:pt idx="5116">
                  <c:v>1086.6500000000001</c:v>
                </c:pt>
                <c:pt idx="5117">
                  <c:v>1064.5999999999999</c:v>
                </c:pt>
                <c:pt idx="5118">
                  <c:v>1050.6500000000001</c:v>
                </c:pt>
                <c:pt idx="5119">
                  <c:v>1032.8</c:v>
                </c:pt>
                <c:pt idx="5120">
                  <c:v>1002</c:v>
                </c:pt>
                <c:pt idx="5121">
                  <c:v>1041.6500000000001</c:v>
                </c:pt>
                <c:pt idx="5122">
                  <c:v>1027.55</c:v>
                </c:pt>
                <c:pt idx="5123">
                  <c:v>1040.7</c:v>
                </c:pt>
                <c:pt idx="5124">
                  <c:v>1043.8499999999999</c:v>
                </c:pt>
                <c:pt idx="5125">
                  <c:v>1050.6500000000001</c:v>
                </c:pt>
                <c:pt idx="5126">
                  <c:v>1066.6500000000001</c:v>
                </c:pt>
                <c:pt idx="5127">
                  <c:v>1063.7</c:v>
                </c:pt>
                <c:pt idx="5128">
                  <c:v>1059.05</c:v>
                </c:pt>
                <c:pt idx="5129">
                  <c:v>1034.45</c:v>
                </c:pt>
                <c:pt idx="5130">
                  <c:v>1032.75</c:v>
                </c:pt>
                <c:pt idx="5131">
                  <c:v>1056.5</c:v>
                </c:pt>
                <c:pt idx="5132">
                  <c:v>1066.5999999999999</c:v>
                </c:pt>
                <c:pt idx="5133">
                  <c:v>1059</c:v>
                </c:pt>
                <c:pt idx="5134">
                  <c:v>1085.6500000000001</c:v>
                </c:pt>
                <c:pt idx="5135">
                  <c:v>1117.05</c:v>
                </c:pt>
                <c:pt idx="5136">
                  <c:v>1119.7</c:v>
                </c:pt>
                <c:pt idx="5137">
                  <c:v>1118.45</c:v>
                </c:pt>
                <c:pt idx="5138">
                  <c:v>1112.0999999999999</c:v>
                </c:pt>
                <c:pt idx="5139">
                  <c:v>1114.5</c:v>
                </c:pt>
                <c:pt idx="5140">
                  <c:v>1115.8499999999999</c:v>
                </c:pt>
                <c:pt idx="5141">
                  <c:v>1127.3</c:v>
                </c:pt>
                <c:pt idx="5142">
                  <c:v>1134.1500000000001</c:v>
                </c:pt>
                <c:pt idx="5143">
                  <c:v>1130.9000000000001</c:v>
                </c:pt>
                <c:pt idx="5144">
                  <c:v>1119.3</c:v>
                </c:pt>
                <c:pt idx="5145">
                  <c:v>1110.5</c:v>
                </c:pt>
                <c:pt idx="5146">
                  <c:v>1112.45</c:v>
                </c:pt>
                <c:pt idx="5147">
                  <c:v>1096.5</c:v>
                </c:pt>
                <c:pt idx="5148">
                  <c:v>1090.55</c:v>
                </c:pt>
                <c:pt idx="5149">
                  <c:v>1078.6500000000001</c:v>
                </c:pt>
                <c:pt idx="5150">
                  <c:v>1057.95</c:v>
                </c:pt>
                <c:pt idx="5151">
                  <c:v>1070.5</c:v>
                </c:pt>
                <c:pt idx="5152">
                  <c:v>1093.6500000000001</c:v>
                </c:pt>
                <c:pt idx="5153">
                  <c:v>1083.5999999999999</c:v>
                </c:pt>
                <c:pt idx="5154">
                  <c:v>1057.3</c:v>
                </c:pt>
                <c:pt idx="5155">
                  <c:v>1049.3</c:v>
                </c:pt>
                <c:pt idx="5156">
                  <c:v>1035.4000000000001</c:v>
                </c:pt>
                <c:pt idx="5157">
                  <c:v>1047.25</c:v>
                </c:pt>
                <c:pt idx="5158">
                  <c:v>1030.4000000000001</c:v>
                </c:pt>
                <c:pt idx="5159">
                  <c:v>1044</c:v>
                </c:pt>
                <c:pt idx="5160">
                  <c:v>1054.2</c:v>
                </c:pt>
                <c:pt idx="5161">
                  <c:v>1062.55</c:v>
                </c:pt>
                <c:pt idx="5162">
                  <c:v>1078.5999999999999</c:v>
                </c:pt>
                <c:pt idx="5163">
                  <c:v>1106.95</c:v>
                </c:pt>
                <c:pt idx="5164">
                  <c:v>1114.3499999999999</c:v>
                </c:pt>
                <c:pt idx="5165">
                  <c:v>1144.0999999999999</c:v>
                </c:pt>
                <c:pt idx="5166">
                  <c:v>1162.25</c:v>
                </c:pt>
                <c:pt idx="5167">
                  <c:v>1191.8</c:v>
                </c:pt>
                <c:pt idx="5168">
                  <c:v>1233.55</c:v>
                </c:pt>
                <c:pt idx="5169">
                  <c:v>1213.6500000000001</c:v>
                </c:pt>
                <c:pt idx="5170">
                  <c:v>1198.45</c:v>
                </c:pt>
                <c:pt idx="5171">
                  <c:v>1211.5</c:v>
                </c:pt>
                <c:pt idx="5172">
                  <c:v>1169.25</c:v>
                </c:pt>
                <c:pt idx="5173">
                  <c:v>1199.3499999999999</c:v>
                </c:pt>
                <c:pt idx="5174">
                  <c:v>1203.55</c:v>
                </c:pt>
                <c:pt idx="5175">
                  <c:v>1223.95</c:v>
                </c:pt>
                <c:pt idx="5176">
                  <c:v>1246.7</c:v>
                </c:pt>
                <c:pt idx="5177">
                  <c:v>1233.3</c:v>
                </c:pt>
                <c:pt idx="5178">
                  <c:v>1235.8</c:v>
                </c:pt>
                <c:pt idx="5179">
                  <c:v>1210.9000000000001</c:v>
                </c:pt>
                <c:pt idx="5180">
                  <c:v>1233.0999999999999</c:v>
                </c:pt>
                <c:pt idx="5181">
                  <c:v>1209.5999999999999</c:v>
                </c:pt>
                <c:pt idx="5182">
                  <c:v>1187.2</c:v>
                </c:pt>
                <c:pt idx="5183">
                  <c:v>1183.55</c:v>
                </c:pt>
                <c:pt idx="5184">
                  <c:v>1215.25</c:v>
                </c:pt>
                <c:pt idx="5185">
                  <c:v>1247.95</c:v>
                </c:pt>
                <c:pt idx="5186">
                  <c:v>1257.4000000000001</c:v>
                </c:pt>
                <c:pt idx="5187">
                  <c:v>1269.2</c:v>
                </c:pt>
                <c:pt idx="5188">
                  <c:v>1307.6500000000001</c:v>
                </c:pt>
                <c:pt idx="5189">
                  <c:v>1340.55</c:v>
                </c:pt>
                <c:pt idx="5190">
                  <c:v>1393.65</c:v>
                </c:pt>
                <c:pt idx="5191">
                  <c:v>1389.95</c:v>
                </c:pt>
                <c:pt idx="5192">
                  <c:v>1371.7</c:v>
                </c:pt>
                <c:pt idx="5193">
                  <c:v>1358.8</c:v>
                </c:pt>
                <c:pt idx="5194">
                  <c:v>1369.7</c:v>
                </c:pt>
                <c:pt idx="5195">
                  <c:v>1408.45</c:v>
                </c:pt>
                <c:pt idx="5196">
                  <c:v>1408.7</c:v>
                </c:pt>
                <c:pt idx="5197">
                  <c:v>1374.35</c:v>
                </c:pt>
                <c:pt idx="5198">
                  <c:v>1403.65</c:v>
                </c:pt>
                <c:pt idx="5199">
                  <c:v>1394.6</c:v>
                </c:pt>
                <c:pt idx="5200">
                  <c:v>1438.2</c:v>
                </c:pt>
                <c:pt idx="5201">
                  <c:v>1402.8</c:v>
                </c:pt>
                <c:pt idx="5202">
                  <c:v>1426.65</c:v>
                </c:pt>
                <c:pt idx="5203">
                  <c:v>1440.85</c:v>
                </c:pt>
                <c:pt idx="5204">
                  <c:v>1433.3</c:v>
                </c:pt>
                <c:pt idx="5205">
                  <c:v>1406.95</c:v>
                </c:pt>
                <c:pt idx="5206">
                  <c:v>1377.2</c:v>
                </c:pt>
                <c:pt idx="5207">
                  <c:v>1385.6</c:v>
                </c:pt>
                <c:pt idx="5208">
                  <c:v>1372.25</c:v>
                </c:pt>
                <c:pt idx="5209">
                  <c:v>1376.3</c:v>
                </c:pt>
                <c:pt idx="5210">
                  <c:v>1407.2</c:v>
                </c:pt>
                <c:pt idx="5211">
                  <c:v>1385.85</c:v>
                </c:pt>
                <c:pt idx="5212">
                  <c:v>1382.8</c:v>
                </c:pt>
                <c:pt idx="5213">
                  <c:v>1372.15</c:v>
                </c:pt>
                <c:pt idx="5214">
                  <c:v>1391.3</c:v>
                </c:pt>
                <c:pt idx="5215">
                  <c:v>1410.7</c:v>
                </c:pt>
                <c:pt idx="5216">
                  <c:v>1441.8</c:v>
                </c:pt>
                <c:pt idx="5217">
                  <c:v>1411.35</c:v>
                </c:pt>
                <c:pt idx="5218">
                  <c:v>1372.65</c:v>
                </c:pt>
                <c:pt idx="5219">
                  <c:v>1373.1</c:v>
                </c:pt>
                <c:pt idx="5220">
                  <c:v>1375.65</c:v>
                </c:pt>
                <c:pt idx="5221">
                  <c:v>1397.1</c:v>
                </c:pt>
                <c:pt idx="5222">
                  <c:v>1412.85</c:v>
                </c:pt>
                <c:pt idx="5223">
                  <c:v>1427.2</c:v>
                </c:pt>
                <c:pt idx="5224">
                  <c:v>1432.5</c:v>
                </c:pt>
                <c:pt idx="5225">
                  <c:v>1436.3</c:v>
                </c:pt>
                <c:pt idx="5226">
                  <c:v>1425.05</c:v>
                </c:pt>
                <c:pt idx="5227">
                  <c:v>1416</c:v>
                </c:pt>
                <c:pt idx="5228">
                  <c:v>1426.7</c:v>
                </c:pt>
                <c:pt idx="5229">
                  <c:v>1420.55</c:v>
                </c:pt>
                <c:pt idx="5230">
                  <c:v>1416.25</c:v>
                </c:pt>
                <c:pt idx="5231">
                  <c:v>1431.65</c:v>
                </c:pt>
                <c:pt idx="5232">
                  <c:v>1451.45</c:v>
                </c:pt>
                <c:pt idx="5233">
                  <c:v>1481</c:v>
                </c:pt>
                <c:pt idx="5234">
                  <c:v>1470.65</c:v>
                </c:pt>
                <c:pt idx="5235">
                  <c:v>1468.75</c:v>
                </c:pt>
                <c:pt idx="5236">
                  <c:v>1466.65</c:v>
                </c:pt>
                <c:pt idx="5237">
                  <c:v>1483.1</c:v>
                </c:pt>
                <c:pt idx="5238">
                  <c:v>1503.85</c:v>
                </c:pt>
                <c:pt idx="5239">
                  <c:v>1492</c:v>
                </c:pt>
                <c:pt idx="5240">
                  <c:v>1474.8</c:v>
                </c:pt>
                <c:pt idx="5241">
                  <c:v>1443.55</c:v>
                </c:pt>
                <c:pt idx="5242">
                  <c:v>1462.85</c:v>
                </c:pt>
                <c:pt idx="5243">
                  <c:v>1409.6</c:v>
                </c:pt>
                <c:pt idx="5244">
                  <c:v>1371.45</c:v>
                </c:pt>
                <c:pt idx="5245">
                  <c:v>1390.5</c:v>
                </c:pt>
                <c:pt idx="5246">
                  <c:v>1476.75</c:v>
                </c:pt>
                <c:pt idx="5247">
                  <c:v>1560.55</c:v>
                </c:pt>
                <c:pt idx="5248">
                  <c:v>1574.8</c:v>
                </c:pt>
                <c:pt idx="5249">
                  <c:v>1579.1</c:v>
                </c:pt>
                <c:pt idx="5250">
                  <c:v>1597.6</c:v>
                </c:pt>
                <c:pt idx="5251">
                  <c:v>1605.25</c:v>
                </c:pt>
                <c:pt idx="5252">
                  <c:v>1611.85</c:v>
                </c:pt>
                <c:pt idx="5253">
                  <c:v>1581.75</c:v>
                </c:pt>
                <c:pt idx="5254">
                  <c:v>1572.35</c:v>
                </c:pt>
                <c:pt idx="5255">
                  <c:v>1581.95</c:v>
                </c:pt>
                <c:pt idx="5256">
                  <c:v>1616.6</c:v>
                </c:pt>
                <c:pt idx="5257">
                  <c:v>1626.65</c:v>
                </c:pt>
                <c:pt idx="5258">
                  <c:v>1586.5</c:v>
                </c:pt>
                <c:pt idx="5259">
                  <c:v>1554.3</c:v>
                </c:pt>
                <c:pt idx="5260">
                  <c:v>1539.1</c:v>
                </c:pt>
                <c:pt idx="5261">
                  <c:v>1548</c:v>
                </c:pt>
                <c:pt idx="5262">
                  <c:v>1529.15</c:v>
                </c:pt>
                <c:pt idx="5263">
                  <c:v>1606.45</c:v>
                </c:pt>
                <c:pt idx="5264">
                  <c:v>1606.4</c:v>
                </c:pt>
                <c:pt idx="5265">
                  <c:v>1534.4</c:v>
                </c:pt>
                <c:pt idx="5266">
                  <c:v>1558.9</c:v>
                </c:pt>
                <c:pt idx="5267">
                  <c:v>1568.2</c:v>
                </c:pt>
                <c:pt idx="5268">
                  <c:v>1586.85</c:v>
                </c:pt>
                <c:pt idx="5269">
                  <c:v>1552.05</c:v>
                </c:pt>
                <c:pt idx="5270">
                  <c:v>1530</c:v>
                </c:pt>
                <c:pt idx="5271">
                  <c:v>1519.5</c:v>
                </c:pt>
                <c:pt idx="5272">
                  <c:v>1562.5</c:v>
                </c:pt>
                <c:pt idx="5273">
                  <c:v>1555.75</c:v>
                </c:pt>
                <c:pt idx="5274">
                  <c:v>1551.95</c:v>
                </c:pt>
                <c:pt idx="5275">
                  <c:v>1528.65</c:v>
                </c:pt>
                <c:pt idx="5276">
                  <c:v>1512.15</c:v>
                </c:pt>
                <c:pt idx="5277">
                  <c:v>1495.35</c:v>
                </c:pt>
                <c:pt idx="5278">
                  <c:v>1491</c:v>
                </c:pt>
                <c:pt idx="5279">
                  <c:v>1497.5</c:v>
                </c:pt>
                <c:pt idx="5280">
                  <c:v>1469.15</c:v>
                </c:pt>
                <c:pt idx="5281">
                  <c:v>1500.15</c:v>
                </c:pt>
                <c:pt idx="5282">
                  <c:v>1478.8</c:v>
                </c:pt>
                <c:pt idx="5283">
                  <c:v>1463.35</c:v>
                </c:pt>
                <c:pt idx="5284">
                  <c:v>1491.3</c:v>
                </c:pt>
                <c:pt idx="5285">
                  <c:v>1553.7</c:v>
                </c:pt>
                <c:pt idx="5286">
                  <c:v>1493.65</c:v>
                </c:pt>
                <c:pt idx="5287">
                  <c:v>1486.75</c:v>
                </c:pt>
                <c:pt idx="5288">
                  <c:v>1449.6</c:v>
                </c:pt>
                <c:pt idx="5289">
                  <c:v>1440.25</c:v>
                </c:pt>
                <c:pt idx="5290">
                  <c:v>1447.2</c:v>
                </c:pt>
                <c:pt idx="5291">
                  <c:v>1432.8</c:v>
                </c:pt>
                <c:pt idx="5292">
                  <c:v>1421.75</c:v>
                </c:pt>
                <c:pt idx="5293">
                  <c:v>1367.05</c:v>
                </c:pt>
                <c:pt idx="5294">
                  <c:v>1400.35</c:v>
                </c:pt>
                <c:pt idx="5295">
                  <c:v>1430.1</c:v>
                </c:pt>
                <c:pt idx="5296">
                  <c:v>1428.65</c:v>
                </c:pt>
                <c:pt idx="5297">
                  <c:v>1412.4</c:v>
                </c:pt>
                <c:pt idx="5298">
                  <c:v>1391.4</c:v>
                </c:pt>
                <c:pt idx="5299">
                  <c:v>1422.5</c:v>
                </c:pt>
                <c:pt idx="5300">
                  <c:v>1414.15</c:v>
                </c:pt>
                <c:pt idx="5301">
                  <c:v>1404.8</c:v>
                </c:pt>
                <c:pt idx="5302">
                  <c:v>1438.7</c:v>
                </c:pt>
                <c:pt idx="5303">
                  <c:v>1476.8</c:v>
                </c:pt>
                <c:pt idx="5304">
                  <c:v>1472.5</c:v>
                </c:pt>
                <c:pt idx="5305">
                  <c:v>1412.3</c:v>
                </c:pt>
              </c:numCache>
            </c:numRef>
          </c:val>
          <c:smooth val="0"/>
          <c:extLst>
            <c:ext xmlns:c16="http://schemas.microsoft.com/office/drawing/2014/chart" uri="{C3380CC4-5D6E-409C-BE32-E72D297353CC}">
              <c16:uniqueId val="{00000000-39C1-4F00-B2DB-688437F39958}"/>
            </c:ext>
          </c:extLst>
        </c:ser>
        <c:ser>
          <c:idx val="1"/>
          <c:order val="1"/>
          <c:tx>
            <c:strRef>
              <c:f>ALLFIVE!$C$1:$C$2</c:f>
              <c:strCache>
                <c:ptCount val="1"/>
                <c:pt idx="0">
                  <c:v>HINDLEVER</c:v>
                </c:pt>
              </c:strCache>
            </c:strRef>
          </c:tx>
          <c:spPr>
            <a:ln w="22860" cap="rnd">
              <a:solidFill>
                <a:schemeClr val="accent2"/>
              </a:solidFill>
              <a:round/>
            </a:ln>
            <a:effectLst/>
          </c:spPr>
          <c:marker>
            <c:symbol val="none"/>
          </c:marker>
          <c:cat>
            <c:strRef>
              <c:f>ALLFIVE!$A$3:$A$5309</c:f>
              <c:strCache>
                <c:ptCount val="5306"/>
                <c:pt idx="0">
                  <c:v>03-01-2000</c:v>
                </c:pt>
                <c:pt idx="1">
                  <c:v>04-01-2000</c:v>
                </c:pt>
                <c:pt idx="2">
                  <c:v>05-01-2000</c:v>
                </c:pt>
                <c:pt idx="3">
                  <c:v>06-01-2000</c:v>
                </c:pt>
                <c:pt idx="4">
                  <c:v>07-01-2000</c:v>
                </c:pt>
                <c:pt idx="5">
                  <c:v>10-01-2000</c:v>
                </c:pt>
                <c:pt idx="6">
                  <c:v>11-01-2000</c:v>
                </c:pt>
                <c:pt idx="7">
                  <c:v>12-01-2000</c:v>
                </c:pt>
                <c:pt idx="8">
                  <c:v>13-01-2000</c:v>
                </c:pt>
                <c:pt idx="9">
                  <c:v>14-01-2000</c:v>
                </c:pt>
                <c:pt idx="10">
                  <c:v>17-01-2000</c:v>
                </c:pt>
                <c:pt idx="11">
                  <c:v>18-01-2000</c:v>
                </c:pt>
                <c:pt idx="12">
                  <c:v>19-01-2000</c:v>
                </c:pt>
                <c:pt idx="13">
                  <c:v>20-01-2000</c:v>
                </c:pt>
                <c:pt idx="14">
                  <c:v>21-01-2000</c:v>
                </c:pt>
                <c:pt idx="15">
                  <c:v>24-01-2000</c:v>
                </c:pt>
                <c:pt idx="16">
                  <c:v>25-01-2000</c:v>
                </c:pt>
                <c:pt idx="17">
                  <c:v>27-01-2000</c:v>
                </c:pt>
                <c:pt idx="18">
                  <c:v>28-01-2000</c:v>
                </c:pt>
                <c:pt idx="19">
                  <c:v>31-01-2000</c:v>
                </c:pt>
                <c:pt idx="20">
                  <c:v>01-02-2000</c:v>
                </c:pt>
                <c:pt idx="21">
                  <c:v>02-02-2000</c:v>
                </c:pt>
                <c:pt idx="22">
                  <c:v>03-02-2000</c:v>
                </c:pt>
                <c:pt idx="23">
                  <c:v>04-02-2000</c:v>
                </c:pt>
                <c:pt idx="24">
                  <c:v>07-02-2000</c:v>
                </c:pt>
                <c:pt idx="25">
                  <c:v>08-02-2000</c:v>
                </c:pt>
                <c:pt idx="26">
                  <c:v>09-02-2000</c:v>
                </c:pt>
                <c:pt idx="27">
                  <c:v>10-02-2000</c:v>
                </c:pt>
                <c:pt idx="28">
                  <c:v>11-02-2000</c:v>
                </c:pt>
                <c:pt idx="29">
                  <c:v>14-02-2000</c:v>
                </c:pt>
                <c:pt idx="30">
                  <c:v>15-02-2000</c:v>
                </c:pt>
                <c:pt idx="31">
                  <c:v>16-02-2000</c:v>
                </c:pt>
                <c:pt idx="32">
                  <c:v>17-02-2000</c:v>
                </c:pt>
                <c:pt idx="33">
                  <c:v>18-02-2000</c:v>
                </c:pt>
                <c:pt idx="34">
                  <c:v>21-02-2000</c:v>
                </c:pt>
                <c:pt idx="35">
                  <c:v>22-02-2000</c:v>
                </c:pt>
                <c:pt idx="36">
                  <c:v>23-02-2000</c:v>
                </c:pt>
                <c:pt idx="37">
                  <c:v>24-02-2000</c:v>
                </c:pt>
                <c:pt idx="38">
                  <c:v>25-02-2000</c:v>
                </c:pt>
                <c:pt idx="39">
                  <c:v>28-02-2000</c:v>
                </c:pt>
                <c:pt idx="40">
                  <c:v>29-02-2000</c:v>
                </c:pt>
                <c:pt idx="41">
                  <c:v>01-03-2000</c:v>
                </c:pt>
                <c:pt idx="42">
                  <c:v>02-03-2000</c:v>
                </c:pt>
                <c:pt idx="43">
                  <c:v>03-03-2000</c:v>
                </c:pt>
                <c:pt idx="44">
                  <c:v>06-03-2000</c:v>
                </c:pt>
                <c:pt idx="45">
                  <c:v>07-03-2000</c:v>
                </c:pt>
                <c:pt idx="46">
                  <c:v>08-03-2000</c:v>
                </c:pt>
                <c:pt idx="47">
                  <c:v>09-03-2000</c:v>
                </c:pt>
                <c:pt idx="48">
                  <c:v>10-03-2000</c:v>
                </c:pt>
                <c:pt idx="49">
                  <c:v>13-03-2000</c:v>
                </c:pt>
                <c:pt idx="50">
                  <c:v>14-03-2000</c:v>
                </c:pt>
                <c:pt idx="51">
                  <c:v>15-03-2000</c:v>
                </c:pt>
                <c:pt idx="52">
                  <c:v>16-03-2000</c:v>
                </c:pt>
                <c:pt idx="53">
                  <c:v>21-03-2000</c:v>
                </c:pt>
                <c:pt idx="54">
                  <c:v>22-03-2000</c:v>
                </c:pt>
                <c:pt idx="55">
                  <c:v>23-03-2000</c:v>
                </c:pt>
                <c:pt idx="56">
                  <c:v>24-03-2000</c:v>
                </c:pt>
                <c:pt idx="57">
                  <c:v>27-03-2000</c:v>
                </c:pt>
                <c:pt idx="58">
                  <c:v>28-03-2000</c:v>
                </c:pt>
                <c:pt idx="59">
                  <c:v>29-03-2000</c:v>
                </c:pt>
                <c:pt idx="60">
                  <c:v>30-03-2000</c:v>
                </c:pt>
                <c:pt idx="61">
                  <c:v>31-03-2000</c:v>
                </c:pt>
                <c:pt idx="62">
                  <c:v>03-04-2000</c:v>
                </c:pt>
                <c:pt idx="63">
                  <c:v>04-04-2000</c:v>
                </c:pt>
                <c:pt idx="64">
                  <c:v>05-04-2000</c:v>
                </c:pt>
                <c:pt idx="65">
                  <c:v>06-04-2000</c:v>
                </c:pt>
                <c:pt idx="66">
                  <c:v>07-04-2000</c:v>
                </c:pt>
                <c:pt idx="67">
                  <c:v>10-04-2000</c:v>
                </c:pt>
                <c:pt idx="68">
                  <c:v>11-04-2000</c:v>
                </c:pt>
                <c:pt idx="69">
                  <c:v>12-04-2000</c:v>
                </c:pt>
                <c:pt idx="70">
                  <c:v>13-04-2000</c:v>
                </c:pt>
                <c:pt idx="71">
                  <c:v>17-04-2000</c:v>
                </c:pt>
                <c:pt idx="72">
                  <c:v>18-04-2000</c:v>
                </c:pt>
                <c:pt idx="73">
                  <c:v>19-04-2000</c:v>
                </c:pt>
                <c:pt idx="74">
                  <c:v>20-04-2000</c:v>
                </c:pt>
                <c:pt idx="75">
                  <c:v>24-04-2000</c:v>
                </c:pt>
                <c:pt idx="76">
                  <c:v>25-04-2000</c:v>
                </c:pt>
                <c:pt idx="77">
                  <c:v>26-04-2000</c:v>
                </c:pt>
                <c:pt idx="78">
                  <c:v>27-04-2000</c:v>
                </c:pt>
                <c:pt idx="79">
                  <c:v>28-04-2000</c:v>
                </c:pt>
                <c:pt idx="80">
                  <c:v>02-05-2000</c:v>
                </c:pt>
                <c:pt idx="81">
                  <c:v>03-05-2000</c:v>
                </c:pt>
                <c:pt idx="82">
                  <c:v>04-05-2000</c:v>
                </c:pt>
                <c:pt idx="83">
                  <c:v>05-05-2000</c:v>
                </c:pt>
                <c:pt idx="84">
                  <c:v>08-05-2000</c:v>
                </c:pt>
                <c:pt idx="85">
                  <c:v>09-05-2000</c:v>
                </c:pt>
                <c:pt idx="86">
                  <c:v>10-05-2000</c:v>
                </c:pt>
                <c:pt idx="87">
                  <c:v>11-05-2000</c:v>
                </c:pt>
                <c:pt idx="88">
                  <c:v>12-05-2000</c:v>
                </c:pt>
                <c:pt idx="89">
                  <c:v>15-05-2000</c:v>
                </c:pt>
                <c:pt idx="90">
                  <c:v>16-05-2000</c:v>
                </c:pt>
                <c:pt idx="91">
                  <c:v>17-05-2000</c:v>
                </c:pt>
                <c:pt idx="92">
                  <c:v>18-05-2000</c:v>
                </c:pt>
                <c:pt idx="93">
                  <c:v>19-05-2000</c:v>
                </c:pt>
                <c:pt idx="94">
                  <c:v>22-05-2000</c:v>
                </c:pt>
                <c:pt idx="95">
                  <c:v>23-05-2000</c:v>
                </c:pt>
                <c:pt idx="96">
                  <c:v>24-05-2000</c:v>
                </c:pt>
                <c:pt idx="97">
                  <c:v>25-05-2000</c:v>
                </c:pt>
                <c:pt idx="98">
                  <c:v>26-05-2000</c:v>
                </c:pt>
                <c:pt idx="99">
                  <c:v>29-05-2000</c:v>
                </c:pt>
                <c:pt idx="100">
                  <c:v>30-05-2000</c:v>
                </c:pt>
                <c:pt idx="101">
                  <c:v>31-05-2000</c:v>
                </c:pt>
                <c:pt idx="102">
                  <c:v>01-06-2000</c:v>
                </c:pt>
                <c:pt idx="103">
                  <c:v>02-06-2000</c:v>
                </c:pt>
                <c:pt idx="104">
                  <c:v>05-06-2000</c:v>
                </c:pt>
                <c:pt idx="105">
                  <c:v>06-06-2000</c:v>
                </c:pt>
                <c:pt idx="106">
                  <c:v>07-06-2000</c:v>
                </c:pt>
                <c:pt idx="107">
                  <c:v>08-06-2000</c:v>
                </c:pt>
                <c:pt idx="108">
                  <c:v>09-06-2000</c:v>
                </c:pt>
                <c:pt idx="109">
                  <c:v>12-06-2000</c:v>
                </c:pt>
                <c:pt idx="110">
                  <c:v>13-06-2000</c:v>
                </c:pt>
                <c:pt idx="111">
                  <c:v>14-06-2000</c:v>
                </c:pt>
                <c:pt idx="112">
                  <c:v>15-06-2000</c:v>
                </c:pt>
                <c:pt idx="113">
                  <c:v>16-06-2000</c:v>
                </c:pt>
                <c:pt idx="114">
                  <c:v>19-06-2000</c:v>
                </c:pt>
                <c:pt idx="115">
                  <c:v>20-06-2000</c:v>
                </c:pt>
                <c:pt idx="116">
                  <c:v>21-06-2000</c:v>
                </c:pt>
                <c:pt idx="117">
                  <c:v>22-06-2000</c:v>
                </c:pt>
                <c:pt idx="118">
                  <c:v>23-06-2000</c:v>
                </c:pt>
                <c:pt idx="119">
                  <c:v>26-06-2000</c:v>
                </c:pt>
                <c:pt idx="120">
                  <c:v>27-06-2000</c:v>
                </c:pt>
                <c:pt idx="121">
                  <c:v>28-06-2000</c:v>
                </c:pt>
                <c:pt idx="122">
                  <c:v>29-06-2000</c:v>
                </c:pt>
                <c:pt idx="123">
                  <c:v>30-06-2000</c:v>
                </c:pt>
                <c:pt idx="124">
                  <c:v>03-07-2000</c:v>
                </c:pt>
                <c:pt idx="125">
                  <c:v>04-07-2000</c:v>
                </c:pt>
                <c:pt idx="126">
                  <c:v>05-07-2000</c:v>
                </c:pt>
                <c:pt idx="127">
                  <c:v>06-07-2000</c:v>
                </c:pt>
                <c:pt idx="128">
                  <c:v>07-07-2000</c:v>
                </c:pt>
                <c:pt idx="129">
                  <c:v>10-07-2000</c:v>
                </c:pt>
                <c:pt idx="130">
                  <c:v>11-07-2000</c:v>
                </c:pt>
                <c:pt idx="131">
                  <c:v>12-07-2000</c:v>
                </c:pt>
                <c:pt idx="132">
                  <c:v>13-07-2000</c:v>
                </c:pt>
                <c:pt idx="133">
                  <c:v>14-07-2000</c:v>
                </c:pt>
                <c:pt idx="134">
                  <c:v>17-07-2000</c:v>
                </c:pt>
                <c:pt idx="135">
                  <c:v>18-07-2000</c:v>
                </c:pt>
                <c:pt idx="136">
                  <c:v>19-07-2000</c:v>
                </c:pt>
                <c:pt idx="137">
                  <c:v>20-07-2000</c:v>
                </c:pt>
                <c:pt idx="138">
                  <c:v>21-07-2000</c:v>
                </c:pt>
                <c:pt idx="139">
                  <c:v>24-07-2000</c:v>
                </c:pt>
                <c:pt idx="140">
                  <c:v>25-07-2000</c:v>
                </c:pt>
                <c:pt idx="141">
                  <c:v>26-07-2000</c:v>
                </c:pt>
                <c:pt idx="142">
                  <c:v>27-07-2000</c:v>
                </c:pt>
                <c:pt idx="143">
                  <c:v>28-07-2000</c:v>
                </c:pt>
                <c:pt idx="144">
                  <c:v>31-07-2000</c:v>
                </c:pt>
                <c:pt idx="145">
                  <c:v>01-08-2000</c:v>
                </c:pt>
                <c:pt idx="146">
                  <c:v>02-08-2000</c:v>
                </c:pt>
                <c:pt idx="147">
                  <c:v>03-08-2000</c:v>
                </c:pt>
                <c:pt idx="148">
                  <c:v>04-08-2000</c:v>
                </c:pt>
                <c:pt idx="149">
                  <c:v>07-08-2000</c:v>
                </c:pt>
                <c:pt idx="150">
                  <c:v>08-08-2000</c:v>
                </c:pt>
                <c:pt idx="151">
                  <c:v>09-08-2000</c:v>
                </c:pt>
                <c:pt idx="152">
                  <c:v>10-08-2000</c:v>
                </c:pt>
                <c:pt idx="153">
                  <c:v>11-08-2000</c:v>
                </c:pt>
                <c:pt idx="154">
                  <c:v>14-08-2000</c:v>
                </c:pt>
                <c:pt idx="155">
                  <c:v>16-08-2000</c:v>
                </c:pt>
                <c:pt idx="156">
                  <c:v>17-08-2000</c:v>
                </c:pt>
                <c:pt idx="157">
                  <c:v>18-08-2000</c:v>
                </c:pt>
                <c:pt idx="158">
                  <c:v>21-08-2000</c:v>
                </c:pt>
                <c:pt idx="159">
                  <c:v>22-08-2000</c:v>
                </c:pt>
                <c:pt idx="160">
                  <c:v>23-08-2000</c:v>
                </c:pt>
                <c:pt idx="161">
                  <c:v>24-08-2000</c:v>
                </c:pt>
                <c:pt idx="162">
                  <c:v>25-08-2000</c:v>
                </c:pt>
                <c:pt idx="163">
                  <c:v>28-08-2000</c:v>
                </c:pt>
                <c:pt idx="164">
                  <c:v>29-08-2000</c:v>
                </c:pt>
                <c:pt idx="165">
                  <c:v>30-08-2000</c:v>
                </c:pt>
                <c:pt idx="166">
                  <c:v>31-08-2000</c:v>
                </c:pt>
                <c:pt idx="167">
                  <c:v>04-09-2000</c:v>
                </c:pt>
                <c:pt idx="168">
                  <c:v>05-09-2000</c:v>
                </c:pt>
                <c:pt idx="169">
                  <c:v>06-09-2000</c:v>
                </c:pt>
                <c:pt idx="170">
                  <c:v>07-09-2000</c:v>
                </c:pt>
                <c:pt idx="171">
                  <c:v>08-09-2000</c:v>
                </c:pt>
                <c:pt idx="172">
                  <c:v>11-09-2000</c:v>
                </c:pt>
                <c:pt idx="173">
                  <c:v>12-09-2000</c:v>
                </c:pt>
                <c:pt idx="174">
                  <c:v>13-09-2000</c:v>
                </c:pt>
                <c:pt idx="175">
                  <c:v>14-09-2000</c:v>
                </c:pt>
                <c:pt idx="176">
                  <c:v>15-09-2000</c:v>
                </c:pt>
                <c:pt idx="177">
                  <c:v>18-09-2000</c:v>
                </c:pt>
                <c:pt idx="178">
                  <c:v>19-09-2000</c:v>
                </c:pt>
                <c:pt idx="179">
                  <c:v>20-09-2000</c:v>
                </c:pt>
                <c:pt idx="180">
                  <c:v>21-09-2000</c:v>
                </c:pt>
                <c:pt idx="181">
                  <c:v>22-09-2000</c:v>
                </c:pt>
                <c:pt idx="182">
                  <c:v>25-09-2000</c:v>
                </c:pt>
                <c:pt idx="183">
                  <c:v>26-09-2000</c:v>
                </c:pt>
                <c:pt idx="184">
                  <c:v>27-09-2000</c:v>
                </c:pt>
                <c:pt idx="185">
                  <c:v>28-09-2000</c:v>
                </c:pt>
                <c:pt idx="186">
                  <c:v>29-09-2000</c:v>
                </c:pt>
                <c:pt idx="187">
                  <c:v>03-10-2000</c:v>
                </c:pt>
                <c:pt idx="188">
                  <c:v>04-10-2000</c:v>
                </c:pt>
                <c:pt idx="189">
                  <c:v>05-10-2000</c:v>
                </c:pt>
                <c:pt idx="190">
                  <c:v>06-10-2000</c:v>
                </c:pt>
                <c:pt idx="191">
                  <c:v>09-10-2000</c:v>
                </c:pt>
                <c:pt idx="192">
                  <c:v>10-10-2000</c:v>
                </c:pt>
                <c:pt idx="193">
                  <c:v>11-10-2000</c:v>
                </c:pt>
                <c:pt idx="194">
                  <c:v>12-10-2000</c:v>
                </c:pt>
                <c:pt idx="195">
                  <c:v>13-10-2000</c:v>
                </c:pt>
                <c:pt idx="196">
                  <c:v>16-10-2000</c:v>
                </c:pt>
                <c:pt idx="197">
                  <c:v>17-10-2000</c:v>
                </c:pt>
                <c:pt idx="198">
                  <c:v>18-10-2000</c:v>
                </c:pt>
                <c:pt idx="199">
                  <c:v>19-10-2000</c:v>
                </c:pt>
                <c:pt idx="200">
                  <c:v>20-10-2000</c:v>
                </c:pt>
                <c:pt idx="201">
                  <c:v>23-10-2000</c:v>
                </c:pt>
                <c:pt idx="202">
                  <c:v>24-10-2000</c:v>
                </c:pt>
                <c:pt idx="203">
                  <c:v>25-10-2000</c:v>
                </c:pt>
                <c:pt idx="204">
                  <c:v>26-10-2000</c:v>
                </c:pt>
                <c:pt idx="205">
                  <c:v>27-10-2000</c:v>
                </c:pt>
                <c:pt idx="206">
                  <c:v>30-10-2000</c:v>
                </c:pt>
                <c:pt idx="207">
                  <c:v>31-10-2000</c:v>
                </c:pt>
                <c:pt idx="208">
                  <c:v>01-11-2000</c:v>
                </c:pt>
                <c:pt idx="209">
                  <c:v>02-11-2000</c:v>
                </c:pt>
                <c:pt idx="210">
                  <c:v>03-11-2000</c:v>
                </c:pt>
                <c:pt idx="211">
                  <c:v>06-11-2000</c:v>
                </c:pt>
                <c:pt idx="212">
                  <c:v>07-11-2000</c:v>
                </c:pt>
                <c:pt idx="213">
                  <c:v>08-11-2000</c:v>
                </c:pt>
                <c:pt idx="214">
                  <c:v>09-11-2000</c:v>
                </c:pt>
                <c:pt idx="215">
                  <c:v>10-11-2000</c:v>
                </c:pt>
                <c:pt idx="216">
                  <c:v>13-11-2000</c:v>
                </c:pt>
                <c:pt idx="217">
                  <c:v>14-11-2000</c:v>
                </c:pt>
                <c:pt idx="218">
                  <c:v>15-11-2000</c:v>
                </c:pt>
                <c:pt idx="219">
                  <c:v>16-11-2000</c:v>
                </c:pt>
                <c:pt idx="220">
                  <c:v>17-11-2000</c:v>
                </c:pt>
                <c:pt idx="221">
                  <c:v>20-11-2000</c:v>
                </c:pt>
                <c:pt idx="222">
                  <c:v>21-11-2000</c:v>
                </c:pt>
                <c:pt idx="223">
                  <c:v>22-11-2000</c:v>
                </c:pt>
                <c:pt idx="224">
                  <c:v>23-11-2000</c:v>
                </c:pt>
                <c:pt idx="225">
                  <c:v>24-11-2000</c:v>
                </c:pt>
                <c:pt idx="226">
                  <c:v>27-11-2000</c:v>
                </c:pt>
                <c:pt idx="227">
                  <c:v>28-11-2000</c:v>
                </c:pt>
                <c:pt idx="228">
                  <c:v>29-11-2000</c:v>
                </c:pt>
                <c:pt idx="229">
                  <c:v>30-11-2000</c:v>
                </c:pt>
                <c:pt idx="230">
                  <c:v>01-12-2000</c:v>
                </c:pt>
                <c:pt idx="231">
                  <c:v>04-12-2000</c:v>
                </c:pt>
                <c:pt idx="232">
                  <c:v>05-12-2000</c:v>
                </c:pt>
                <c:pt idx="233">
                  <c:v>06-12-2000</c:v>
                </c:pt>
                <c:pt idx="234">
                  <c:v>07-12-2000</c:v>
                </c:pt>
                <c:pt idx="235">
                  <c:v>08-12-2000</c:v>
                </c:pt>
                <c:pt idx="236">
                  <c:v>11-12-2000</c:v>
                </c:pt>
                <c:pt idx="237">
                  <c:v>12-12-2000</c:v>
                </c:pt>
                <c:pt idx="238">
                  <c:v>13-12-2000</c:v>
                </c:pt>
                <c:pt idx="239">
                  <c:v>14-12-2000</c:v>
                </c:pt>
                <c:pt idx="240">
                  <c:v>15-12-2000</c:v>
                </c:pt>
                <c:pt idx="241">
                  <c:v>18-12-2000</c:v>
                </c:pt>
                <c:pt idx="242">
                  <c:v>19-12-2000</c:v>
                </c:pt>
                <c:pt idx="243">
                  <c:v>20-12-2000</c:v>
                </c:pt>
                <c:pt idx="244">
                  <c:v>21-12-2000</c:v>
                </c:pt>
                <c:pt idx="245">
                  <c:v>22-12-2000</c:v>
                </c:pt>
                <c:pt idx="246">
                  <c:v>26-12-2000</c:v>
                </c:pt>
                <c:pt idx="247">
                  <c:v>27-12-2000</c:v>
                </c:pt>
                <c:pt idx="248">
                  <c:v>28-12-2000</c:v>
                </c:pt>
                <c:pt idx="249">
                  <c:v>29-12-2000</c:v>
                </c:pt>
                <c:pt idx="250">
                  <c:v>01-01-2001</c:v>
                </c:pt>
                <c:pt idx="251">
                  <c:v>02-01-2001</c:v>
                </c:pt>
                <c:pt idx="252">
                  <c:v>03-01-2001</c:v>
                </c:pt>
                <c:pt idx="253">
                  <c:v>04-01-2001</c:v>
                </c:pt>
                <c:pt idx="254">
                  <c:v>05-01-2001</c:v>
                </c:pt>
                <c:pt idx="255">
                  <c:v>08-01-2001</c:v>
                </c:pt>
                <c:pt idx="256">
                  <c:v>09-01-2001</c:v>
                </c:pt>
                <c:pt idx="257">
                  <c:v>10-01-2001</c:v>
                </c:pt>
                <c:pt idx="258">
                  <c:v>11-01-2001</c:v>
                </c:pt>
                <c:pt idx="259">
                  <c:v>12-01-2001</c:v>
                </c:pt>
                <c:pt idx="260">
                  <c:v>15-01-2001</c:v>
                </c:pt>
                <c:pt idx="261">
                  <c:v>16-01-2001</c:v>
                </c:pt>
                <c:pt idx="262">
                  <c:v>17-01-2001</c:v>
                </c:pt>
                <c:pt idx="263">
                  <c:v>18-01-2001</c:v>
                </c:pt>
                <c:pt idx="264">
                  <c:v>19-01-2001</c:v>
                </c:pt>
                <c:pt idx="265">
                  <c:v>22-01-2001</c:v>
                </c:pt>
                <c:pt idx="266">
                  <c:v>23-01-2001</c:v>
                </c:pt>
                <c:pt idx="267">
                  <c:v>24-01-2001</c:v>
                </c:pt>
                <c:pt idx="268">
                  <c:v>25-01-2001</c:v>
                </c:pt>
                <c:pt idx="269">
                  <c:v>29-01-2001</c:v>
                </c:pt>
                <c:pt idx="270">
                  <c:v>30-01-2001</c:v>
                </c:pt>
                <c:pt idx="271">
                  <c:v>31-01-2001</c:v>
                </c:pt>
                <c:pt idx="272">
                  <c:v>01-02-2001</c:v>
                </c:pt>
                <c:pt idx="273">
                  <c:v>02-02-2001</c:v>
                </c:pt>
                <c:pt idx="274">
                  <c:v>05-02-2001</c:v>
                </c:pt>
                <c:pt idx="275">
                  <c:v>06-02-2001</c:v>
                </c:pt>
                <c:pt idx="276">
                  <c:v>07-02-2001</c:v>
                </c:pt>
                <c:pt idx="277">
                  <c:v>08-02-2001</c:v>
                </c:pt>
                <c:pt idx="278">
                  <c:v>09-02-2001</c:v>
                </c:pt>
                <c:pt idx="279">
                  <c:v>12-02-2001</c:v>
                </c:pt>
                <c:pt idx="280">
                  <c:v>13-02-2001</c:v>
                </c:pt>
                <c:pt idx="281">
                  <c:v>14-02-2001</c:v>
                </c:pt>
                <c:pt idx="282">
                  <c:v>15-02-2001</c:v>
                </c:pt>
                <c:pt idx="283">
                  <c:v>16-02-2001</c:v>
                </c:pt>
                <c:pt idx="284">
                  <c:v>19-02-2001</c:v>
                </c:pt>
                <c:pt idx="285">
                  <c:v>20-02-2001</c:v>
                </c:pt>
                <c:pt idx="286">
                  <c:v>21-02-2001</c:v>
                </c:pt>
                <c:pt idx="287">
                  <c:v>22-02-2001</c:v>
                </c:pt>
                <c:pt idx="288">
                  <c:v>23-02-2001</c:v>
                </c:pt>
                <c:pt idx="289">
                  <c:v>26-02-2001</c:v>
                </c:pt>
                <c:pt idx="290">
                  <c:v>27-02-2001</c:v>
                </c:pt>
                <c:pt idx="291">
                  <c:v>28-02-2001</c:v>
                </c:pt>
                <c:pt idx="292">
                  <c:v>01-03-2001</c:v>
                </c:pt>
                <c:pt idx="293">
                  <c:v>02-03-2001</c:v>
                </c:pt>
                <c:pt idx="294">
                  <c:v>05-03-2001</c:v>
                </c:pt>
                <c:pt idx="295">
                  <c:v>07-03-2001</c:v>
                </c:pt>
                <c:pt idx="296">
                  <c:v>08-03-2001</c:v>
                </c:pt>
                <c:pt idx="297">
                  <c:v>09-03-2001</c:v>
                </c:pt>
                <c:pt idx="298">
                  <c:v>12-03-2001</c:v>
                </c:pt>
                <c:pt idx="299">
                  <c:v>13-03-2001</c:v>
                </c:pt>
                <c:pt idx="300">
                  <c:v>14-03-2001</c:v>
                </c:pt>
                <c:pt idx="301">
                  <c:v>15-03-2001</c:v>
                </c:pt>
                <c:pt idx="302">
                  <c:v>16-03-2001</c:v>
                </c:pt>
                <c:pt idx="303">
                  <c:v>19-03-2001</c:v>
                </c:pt>
                <c:pt idx="304">
                  <c:v>20-03-2001</c:v>
                </c:pt>
                <c:pt idx="305">
                  <c:v>21-03-2001</c:v>
                </c:pt>
                <c:pt idx="306">
                  <c:v>22-03-2001</c:v>
                </c:pt>
                <c:pt idx="307">
                  <c:v>23-03-2001</c:v>
                </c:pt>
                <c:pt idx="308">
                  <c:v>26-03-2001</c:v>
                </c:pt>
                <c:pt idx="309">
                  <c:v>27-03-2001</c:v>
                </c:pt>
                <c:pt idx="310">
                  <c:v>28-03-2001</c:v>
                </c:pt>
                <c:pt idx="311">
                  <c:v>29-03-2001</c:v>
                </c:pt>
                <c:pt idx="312">
                  <c:v>30-03-2001</c:v>
                </c:pt>
                <c:pt idx="313">
                  <c:v>02-04-2001</c:v>
                </c:pt>
                <c:pt idx="314">
                  <c:v>03-04-2001</c:v>
                </c:pt>
                <c:pt idx="315">
                  <c:v>04-04-2001</c:v>
                </c:pt>
                <c:pt idx="316">
                  <c:v>06-04-2001</c:v>
                </c:pt>
                <c:pt idx="317">
                  <c:v>09-04-2001</c:v>
                </c:pt>
                <c:pt idx="318">
                  <c:v>10-04-2001</c:v>
                </c:pt>
                <c:pt idx="319">
                  <c:v>11-04-2001</c:v>
                </c:pt>
                <c:pt idx="320">
                  <c:v>12-04-2001</c:v>
                </c:pt>
                <c:pt idx="321">
                  <c:v>16-04-2001</c:v>
                </c:pt>
                <c:pt idx="322">
                  <c:v>17-04-2001</c:v>
                </c:pt>
                <c:pt idx="323">
                  <c:v>18-04-2001</c:v>
                </c:pt>
                <c:pt idx="324">
                  <c:v>19-04-2001</c:v>
                </c:pt>
                <c:pt idx="325">
                  <c:v>20-04-2001</c:v>
                </c:pt>
                <c:pt idx="326">
                  <c:v>23-04-2001</c:v>
                </c:pt>
                <c:pt idx="327">
                  <c:v>24-04-2001</c:v>
                </c:pt>
                <c:pt idx="328">
                  <c:v>25-04-2001</c:v>
                </c:pt>
                <c:pt idx="329">
                  <c:v>26-04-2001</c:v>
                </c:pt>
                <c:pt idx="330">
                  <c:v>27-04-2001</c:v>
                </c:pt>
                <c:pt idx="331">
                  <c:v>30-04-2001</c:v>
                </c:pt>
                <c:pt idx="332">
                  <c:v>02-05-2001</c:v>
                </c:pt>
                <c:pt idx="333">
                  <c:v>03-05-2001</c:v>
                </c:pt>
                <c:pt idx="334">
                  <c:v>04-05-2001</c:v>
                </c:pt>
                <c:pt idx="335">
                  <c:v>07-05-2001</c:v>
                </c:pt>
                <c:pt idx="336">
                  <c:v>08-05-2001</c:v>
                </c:pt>
                <c:pt idx="337">
                  <c:v>09-05-2001</c:v>
                </c:pt>
                <c:pt idx="338">
                  <c:v>10-05-2001</c:v>
                </c:pt>
                <c:pt idx="339">
                  <c:v>11-05-2001</c:v>
                </c:pt>
                <c:pt idx="340">
                  <c:v>14-05-2001</c:v>
                </c:pt>
                <c:pt idx="341">
                  <c:v>15-05-2001</c:v>
                </c:pt>
                <c:pt idx="342">
                  <c:v>16-05-2001</c:v>
                </c:pt>
                <c:pt idx="343">
                  <c:v>17-05-2001</c:v>
                </c:pt>
                <c:pt idx="344">
                  <c:v>18-05-2001</c:v>
                </c:pt>
                <c:pt idx="345">
                  <c:v>21-05-2001</c:v>
                </c:pt>
                <c:pt idx="346">
                  <c:v>22-05-2001</c:v>
                </c:pt>
                <c:pt idx="347">
                  <c:v>23-05-2001</c:v>
                </c:pt>
                <c:pt idx="348">
                  <c:v>24-05-2001</c:v>
                </c:pt>
                <c:pt idx="349">
                  <c:v>25-05-2001</c:v>
                </c:pt>
                <c:pt idx="350">
                  <c:v>28-05-2001</c:v>
                </c:pt>
                <c:pt idx="351">
                  <c:v>29-05-2001</c:v>
                </c:pt>
                <c:pt idx="352">
                  <c:v>30-05-2001</c:v>
                </c:pt>
                <c:pt idx="353">
                  <c:v>31-05-2001</c:v>
                </c:pt>
                <c:pt idx="354">
                  <c:v>01-06-2001</c:v>
                </c:pt>
                <c:pt idx="355">
                  <c:v>04-06-2001</c:v>
                </c:pt>
                <c:pt idx="356">
                  <c:v>05-06-2001</c:v>
                </c:pt>
                <c:pt idx="357">
                  <c:v>06-06-2001</c:v>
                </c:pt>
                <c:pt idx="358">
                  <c:v>07-06-2001</c:v>
                </c:pt>
                <c:pt idx="359">
                  <c:v>08-06-2001</c:v>
                </c:pt>
                <c:pt idx="360">
                  <c:v>11-06-2001</c:v>
                </c:pt>
                <c:pt idx="361">
                  <c:v>12-06-2001</c:v>
                </c:pt>
                <c:pt idx="362">
                  <c:v>13-06-2001</c:v>
                </c:pt>
                <c:pt idx="363">
                  <c:v>14-06-2001</c:v>
                </c:pt>
                <c:pt idx="364">
                  <c:v>15-06-2001</c:v>
                </c:pt>
                <c:pt idx="365">
                  <c:v>18-06-2001</c:v>
                </c:pt>
                <c:pt idx="366">
                  <c:v>19-06-2001</c:v>
                </c:pt>
                <c:pt idx="367">
                  <c:v>20-06-2001</c:v>
                </c:pt>
                <c:pt idx="368">
                  <c:v>21-06-2001</c:v>
                </c:pt>
                <c:pt idx="369">
                  <c:v>22-06-2001</c:v>
                </c:pt>
                <c:pt idx="370">
                  <c:v>25-06-2001</c:v>
                </c:pt>
                <c:pt idx="371">
                  <c:v>26-06-2001</c:v>
                </c:pt>
                <c:pt idx="372">
                  <c:v>27-06-2001</c:v>
                </c:pt>
                <c:pt idx="373">
                  <c:v>28-06-2001</c:v>
                </c:pt>
                <c:pt idx="374">
                  <c:v>29-06-2001</c:v>
                </c:pt>
                <c:pt idx="375">
                  <c:v>02-07-2001</c:v>
                </c:pt>
                <c:pt idx="376">
                  <c:v>03-07-2001</c:v>
                </c:pt>
                <c:pt idx="377">
                  <c:v>04-07-2001</c:v>
                </c:pt>
                <c:pt idx="378">
                  <c:v>05-07-2001</c:v>
                </c:pt>
                <c:pt idx="379">
                  <c:v>06-07-2001</c:v>
                </c:pt>
                <c:pt idx="380">
                  <c:v>09-07-2001</c:v>
                </c:pt>
                <c:pt idx="381">
                  <c:v>10-07-2001</c:v>
                </c:pt>
                <c:pt idx="382">
                  <c:v>11-07-2001</c:v>
                </c:pt>
                <c:pt idx="383">
                  <c:v>12-07-2001</c:v>
                </c:pt>
                <c:pt idx="384">
                  <c:v>13-07-2001</c:v>
                </c:pt>
                <c:pt idx="385">
                  <c:v>16-07-2001</c:v>
                </c:pt>
                <c:pt idx="386">
                  <c:v>17-07-2001</c:v>
                </c:pt>
                <c:pt idx="387">
                  <c:v>18-07-2001</c:v>
                </c:pt>
                <c:pt idx="388">
                  <c:v>19-07-2001</c:v>
                </c:pt>
                <c:pt idx="389">
                  <c:v>20-07-2001</c:v>
                </c:pt>
                <c:pt idx="390">
                  <c:v>23-07-2001</c:v>
                </c:pt>
                <c:pt idx="391">
                  <c:v>24-07-2001</c:v>
                </c:pt>
                <c:pt idx="392">
                  <c:v>25-07-2001</c:v>
                </c:pt>
                <c:pt idx="393">
                  <c:v>26-07-2001</c:v>
                </c:pt>
                <c:pt idx="394">
                  <c:v>27-07-2001</c:v>
                </c:pt>
                <c:pt idx="395">
                  <c:v>30-07-2001</c:v>
                </c:pt>
                <c:pt idx="396">
                  <c:v>31-07-2001</c:v>
                </c:pt>
                <c:pt idx="397">
                  <c:v>01-08-2001</c:v>
                </c:pt>
                <c:pt idx="398">
                  <c:v>02-08-2001</c:v>
                </c:pt>
                <c:pt idx="399">
                  <c:v>03-08-2001</c:v>
                </c:pt>
                <c:pt idx="400">
                  <c:v>06-08-2001</c:v>
                </c:pt>
                <c:pt idx="401">
                  <c:v>07-08-2001</c:v>
                </c:pt>
                <c:pt idx="402">
                  <c:v>08-08-2001</c:v>
                </c:pt>
                <c:pt idx="403">
                  <c:v>09-08-2001</c:v>
                </c:pt>
                <c:pt idx="404">
                  <c:v>10-08-2001</c:v>
                </c:pt>
                <c:pt idx="405">
                  <c:v>13-08-2001</c:v>
                </c:pt>
                <c:pt idx="406">
                  <c:v>14-08-2001</c:v>
                </c:pt>
                <c:pt idx="407">
                  <c:v>16-08-2001</c:v>
                </c:pt>
                <c:pt idx="408">
                  <c:v>17-08-2001</c:v>
                </c:pt>
                <c:pt idx="409">
                  <c:v>20-08-2001</c:v>
                </c:pt>
                <c:pt idx="410">
                  <c:v>21-08-2001</c:v>
                </c:pt>
                <c:pt idx="411">
                  <c:v>23-08-2001</c:v>
                </c:pt>
                <c:pt idx="412">
                  <c:v>24-08-2001</c:v>
                </c:pt>
                <c:pt idx="413">
                  <c:v>27-08-2001</c:v>
                </c:pt>
                <c:pt idx="414">
                  <c:v>28-08-2001</c:v>
                </c:pt>
                <c:pt idx="415">
                  <c:v>29-08-2001</c:v>
                </c:pt>
                <c:pt idx="416">
                  <c:v>30-08-2001</c:v>
                </c:pt>
                <c:pt idx="417">
                  <c:v>31-08-2001</c:v>
                </c:pt>
                <c:pt idx="418">
                  <c:v>03-09-2001</c:v>
                </c:pt>
                <c:pt idx="419">
                  <c:v>04-09-2001</c:v>
                </c:pt>
                <c:pt idx="420">
                  <c:v>05-09-2001</c:v>
                </c:pt>
                <c:pt idx="421">
                  <c:v>06-09-2001</c:v>
                </c:pt>
                <c:pt idx="422">
                  <c:v>07-09-2001</c:v>
                </c:pt>
                <c:pt idx="423">
                  <c:v>10-09-2001</c:v>
                </c:pt>
                <c:pt idx="424">
                  <c:v>11-09-2001</c:v>
                </c:pt>
                <c:pt idx="425">
                  <c:v>12-09-2001</c:v>
                </c:pt>
                <c:pt idx="426">
                  <c:v>13-09-2001</c:v>
                </c:pt>
                <c:pt idx="427">
                  <c:v>14-09-2001</c:v>
                </c:pt>
                <c:pt idx="428">
                  <c:v>17-09-2001</c:v>
                </c:pt>
                <c:pt idx="429">
                  <c:v>18-09-2001</c:v>
                </c:pt>
                <c:pt idx="430">
                  <c:v>19-09-2001</c:v>
                </c:pt>
                <c:pt idx="431">
                  <c:v>20-09-2001</c:v>
                </c:pt>
                <c:pt idx="432">
                  <c:v>21-09-2001</c:v>
                </c:pt>
                <c:pt idx="433">
                  <c:v>24-09-2001</c:v>
                </c:pt>
                <c:pt idx="434">
                  <c:v>25-09-2001</c:v>
                </c:pt>
                <c:pt idx="435">
                  <c:v>26-09-2001</c:v>
                </c:pt>
                <c:pt idx="436">
                  <c:v>27-09-2001</c:v>
                </c:pt>
                <c:pt idx="437">
                  <c:v>28-09-2001</c:v>
                </c:pt>
                <c:pt idx="438">
                  <c:v>01-10-2001</c:v>
                </c:pt>
                <c:pt idx="439">
                  <c:v>03-10-2001</c:v>
                </c:pt>
                <c:pt idx="440">
                  <c:v>04-10-2001</c:v>
                </c:pt>
                <c:pt idx="441">
                  <c:v>05-10-2001</c:v>
                </c:pt>
                <c:pt idx="442">
                  <c:v>08-10-2001</c:v>
                </c:pt>
                <c:pt idx="443">
                  <c:v>09-10-2001</c:v>
                </c:pt>
                <c:pt idx="444">
                  <c:v>10-10-2001</c:v>
                </c:pt>
                <c:pt idx="445">
                  <c:v>11-10-2001</c:v>
                </c:pt>
                <c:pt idx="446">
                  <c:v>12-10-2001</c:v>
                </c:pt>
                <c:pt idx="447">
                  <c:v>15-10-2001</c:v>
                </c:pt>
                <c:pt idx="448">
                  <c:v>16-10-2001</c:v>
                </c:pt>
                <c:pt idx="449">
                  <c:v>17-10-2001</c:v>
                </c:pt>
                <c:pt idx="450">
                  <c:v>18-10-2001</c:v>
                </c:pt>
                <c:pt idx="451">
                  <c:v>19-10-2001</c:v>
                </c:pt>
                <c:pt idx="452">
                  <c:v>22-10-2001</c:v>
                </c:pt>
                <c:pt idx="453">
                  <c:v>23-10-2001</c:v>
                </c:pt>
                <c:pt idx="454">
                  <c:v>24-10-2001</c:v>
                </c:pt>
                <c:pt idx="455">
                  <c:v>25-10-2001</c:v>
                </c:pt>
                <c:pt idx="456">
                  <c:v>29-10-2001</c:v>
                </c:pt>
                <c:pt idx="457">
                  <c:v>30-10-2001</c:v>
                </c:pt>
                <c:pt idx="458">
                  <c:v>31-10-2001</c:v>
                </c:pt>
                <c:pt idx="459">
                  <c:v>01-11-2001</c:v>
                </c:pt>
                <c:pt idx="460">
                  <c:v>02-11-2001</c:v>
                </c:pt>
                <c:pt idx="461">
                  <c:v>05-11-2001</c:v>
                </c:pt>
                <c:pt idx="462">
                  <c:v>06-11-2001</c:v>
                </c:pt>
                <c:pt idx="463">
                  <c:v>07-11-2001</c:v>
                </c:pt>
                <c:pt idx="464">
                  <c:v>08-11-2001</c:v>
                </c:pt>
                <c:pt idx="465">
                  <c:v>09-11-2001</c:v>
                </c:pt>
                <c:pt idx="466">
                  <c:v>12-11-2001</c:v>
                </c:pt>
                <c:pt idx="467">
                  <c:v>13-11-2001</c:v>
                </c:pt>
                <c:pt idx="468">
                  <c:v>14-11-2001</c:v>
                </c:pt>
                <c:pt idx="469">
                  <c:v>15-11-2001</c:v>
                </c:pt>
                <c:pt idx="470">
                  <c:v>19-11-2001</c:v>
                </c:pt>
                <c:pt idx="471">
                  <c:v>20-11-2001</c:v>
                </c:pt>
                <c:pt idx="472">
                  <c:v>21-11-2001</c:v>
                </c:pt>
                <c:pt idx="473">
                  <c:v>22-11-2001</c:v>
                </c:pt>
                <c:pt idx="474">
                  <c:v>23-11-2001</c:v>
                </c:pt>
                <c:pt idx="475">
                  <c:v>26-11-2001</c:v>
                </c:pt>
                <c:pt idx="476">
                  <c:v>27-11-2001</c:v>
                </c:pt>
                <c:pt idx="477">
                  <c:v>28-11-2001</c:v>
                </c:pt>
                <c:pt idx="478">
                  <c:v>29-11-2001</c:v>
                </c:pt>
                <c:pt idx="479">
                  <c:v>03-12-2001</c:v>
                </c:pt>
                <c:pt idx="480">
                  <c:v>04-12-2001</c:v>
                </c:pt>
                <c:pt idx="481">
                  <c:v>05-12-2001</c:v>
                </c:pt>
                <c:pt idx="482">
                  <c:v>06-12-2001</c:v>
                </c:pt>
                <c:pt idx="483">
                  <c:v>07-12-2001</c:v>
                </c:pt>
                <c:pt idx="484">
                  <c:v>10-12-2001</c:v>
                </c:pt>
                <c:pt idx="485">
                  <c:v>11-12-2001</c:v>
                </c:pt>
                <c:pt idx="486">
                  <c:v>12-12-2001</c:v>
                </c:pt>
                <c:pt idx="487">
                  <c:v>13-12-2001</c:v>
                </c:pt>
                <c:pt idx="488">
                  <c:v>14-12-2001</c:v>
                </c:pt>
                <c:pt idx="489">
                  <c:v>18-12-2001</c:v>
                </c:pt>
                <c:pt idx="490">
                  <c:v>19-12-2001</c:v>
                </c:pt>
                <c:pt idx="491">
                  <c:v>20-12-2001</c:v>
                </c:pt>
                <c:pt idx="492">
                  <c:v>21-12-2001</c:v>
                </c:pt>
                <c:pt idx="493">
                  <c:v>24-12-2001</c:v>
                </c:pt>
                <c:pt idx="494">
                  <c:v>26-12-2001</c:v>
                </c:pt>
                <c:pt idx="495">
                  <c:v>27-12-2001</c:v>
                </c:pt>
                <c:pt idx="496">
                  <c:v>28-12-2001</c:v>
                </c:pt>
                <c:pt idx="497">
                  <c:v>31-12-2001</c:v>
                </c:pt>
                <c:pt idx="498">
                  <c:v>01-01-2002</c:v>
                </c:pt>
                <c:pt idx="499">
                  <c:v>02-01-2002</c:v>
                </c:pt>
                <c:pt idx="500">
                  <c:v>03-01-2002</c:v>
                </c:pt>
                <c:pt idx="501">
                  <c:v>04-01-2002</c:v>
                </c:pt>
                <c:pt idx="502">
                  <c:v>07-01-2002</c:v>
                </c:pt>
                <c:pt idx="503">
                  <c:v>08-01-2002</c:v>
                </c:pt>
                <c:pt idx="504">
                  <c:v>09-01-2002</c:v>
                </c:pt>
                <c:pt idx="505">
                  <c:v>10-01-2002</c:v>
                </c:pt>
                <c:pt idx="506">
                  <c:v>11-01-2002</c:v>
                </c:pt>
                <c:pt idx="507">
                  <c:v>14-01-2002</c:v>
                </c:pt>
                <c:pt idx="508">
                  <c:v>15-01-2002</c:v>
                </c:pt>
                <c:pt idx="509">
                  <c:v>16-01-2002</c:v>
                </c:pt>
                <c:pt idx="510">
                  <c:v>17-01-2002</c:v>
                </c:pt>
                <c:pt idx="511">
                  <c:v>18-01-2002</c:v>
                </c:pt>
                <c:pt idx="512">
                  <c:v>21-01-2002</c:v>
                </c:pt>
                <c:pt idx="513">
                  <c:v>22-01-2002</c:v>
                </c:pt>
                <c:pt idx="514">
                  <c:v>23-01-2002</c:v>
                </c:pt>
                <c:pt idx="515">
                  <c:v>24-01-2002</c:v>
                </c:pt>
                <c:pt idx="516">
                  <c:v>25-01-2002</c:v>
                </c:pt>
                <c:pt idx="517">
                  <c:v>28-01-2002</c:v>
                </c:pt>
                <c:pt idx="518">
                  <c:v>29-01-2002</c:v>
                </c:pt>
                <c:pt idx="519">
                  <c:v>30-01-2002</c:v>
                </c:pt>
                <c:pt idx="520">
                  <c:v>31-01-2002</c:v>
                </c:pt>
                <c:pt idx="521">
                  <c:v>01-02-2002</c:v>
                </c:pt>
                <c:pt idx="522">
                  <c:v>04-02-2002</c:v>
                </c:pt>
                <c:pt idx="523">
                  <c:v>05-02-2002</c:v>
                </c:pt>
                <c:pt idx="524">
                  <c:v>06-02-2002</c:v>
                </c:pt>
                <c:pt idx="525">
                  <c:v>07-02-2002</c:v>
                </c:pt>
                <c:pt idx="526">
                  <c:v>08-02-2002</c:v>
                </c:pt>
                <c:pt idx="527">
                  <c:v>11-02-2002</c:v>
                </c:pt>
                <c:pt idx="528">
                  <c:v>12-02-2002</c:v>
                </c:pt>
                <c:pt idx="529">
                  <c:v>13-02-2002</c:v>
                </c:pt>
                <c:pt idx="530">
                  <c:v>14-02-2002</c:v>
                </c:pt>
                <c:pt idx="531">
                  <c:v>15-02-2002</c:v>
                </c:pt>
                <c:pt idx="532">
                  <c:v>18-02-2002</c:v>
                </c:pt>
                <c:pt idx="533">
                  <c:v>19-02-2002</c:v>
                </c:pt>
                <c:pt idx="534">
                  <c:v>20-02-2002</c:v>
                </c:pt>
                <c:pt idx="535">
                  <c:v>21-02-2002</c:v>
                </c:pt>
                <c:pt idx="536">
                  <c:v>22-02-2002</c:v>
                </c:pt>
                <c:pt idx="537">
                  <c:v>25-02-2002</c:v>
                </c:pt>
                <c:pt idx="538">
                  <c:v>26-02-2002</c:v>
                </c:pt>
                <c:pt idx="539">
                  <c:v>27-02-2002</c:v>
                </c:pt>
                <c:pt idx="540">
                  <c:v>28-02-2002</c:v>
                </c:pt>
                <c:pt idx="541">
                  <c:v>01-03-2002</c:v>
                </c:pt>
                <c:pt idx="542">
                  <c:v>04-03-2002</c:v>
                </c:pt>
                <c:pt idx="543">
                  <c:v>05-03-2002</c:v>
                </c:pt>
                <c:pt idx="544">
                  <c:v>06-03-2002</c:v>
                </c:pt>
                <c:pt idx="545">
                  <c:v>07-03-2002</c:v>
                </c:pt>
                <c:pt idx="546">
                  <c:v>08-03-2002</c:v>
                </c:pt>
                <c:pt idx="547">
                  <c:v>11-03-2002</c:v>
                </c:pt>
                <c:pt idx="548">
                  <c:v>12-03-2002</c:v>
                </c:pt>
                <c:pt idx="549">
                  <c:v>13-03-2002</c:v>
                </c:pt>
                <c:pt idx="550">
                  <c:v>14-03-2002</c:v>
                </c:pt>
                <c:pt idx="551">
                  <c:v>15-03-2002</c:v>
                </c:pt>
                <c:pt idx="552">
                  <c:v>18-03-2002</c:v>
                </c:pt>
                <c:pt idx="553">
                  <c:v>19-03-2002</c:v>
                </c:pt>
                <c:pt idx="554">
                  <c:v>20-03-2002</c:v>
                </c:pt>
                <c:pt idx="555">
                  <c:v>21-03-2002</c:v>
                </c:pt>
                <c:pt idx="556">
                  <c:v>22-03-2002</c:v>
                </c:pt>
                <c:pt idx="557">
                  <c:v>26-03-2002</c:v>
                </c:pt>
                <c:pt idx="558">
                  <c:v>27-03-2002</c:v>
                </c:pt>
                <c:pt idx="559">
                  <c:v>28-03-2002</c:v>
                </c:pt>
                <c:pt idx="560">
                  <c:v>01-04-2002</c:v>
                </c:pt>
                <c:pt idx="561">
                  <c:v>02-04-2002</c:v>
                </c:pt>
                <c:pt idx="562">
                  <c:v>03-04-2002</c:v>
                </c:pt>
                <c:pt idx="563">
                  <c:v>04-04-2002</c:v>
                </c:pt>
                <c:pt idx="564">
                  <c:v>05-04-2002</c:v>
                </c:pt>
                <c:pt idx="565">
                  <c:v>08-04-2002</c:v>
                </c:pt>
                <c:pt idx="566">
                  <c:v>09-04-2002</c:v>
                </c:pt>
                <c:pt idx="567">
                  <c:v>10-04-2002</c:v>
                </c:pt>
                <c:pt idx="568">
                  <c:v>11-04-2002</c:v>
                </c:pt>
                <c:pt idx="569">
                  <c:v>12-04-2002</c:v>
                </c:pt>
                <c:pt idx="570">
                  <c:v>15-04-2002</c:v>
                </c:pt>
                <c:pt idx="571">
                  <c:v>16-04-2002</c:v>
                </c:pt>
                <c:pt idx="572">
                  <c:v>17-04-2002</c:v>
                </c:pt>
                <c:pt idx="573">
                  <c:v>18-04-2002</c:v>
                </c:pt>
                <c:pt idx="574">
                  <c:v>19-04-2002</c:v>
                </c:pt>
                <c:pt idx="575">
                  <c:v>22-04-2002</c:v>
                </c:pt>
                <c:pt idx="576">
                  <c:v>23-04-2002</c:v>
                </c:pt>
                <c:pt idx="577">
                  <c:v>24-04-2002</c:v>
                </c:pt>
                <c:pt idx="578">
                  <c:v>25-04-2002</c:v>
                </c:pt>
                <c:pt idx="579">
                  <c:v>26-04-2002</c:v>
                </c:pt>
                <c:pt idx="580">
                  <c:v>29-04-2002</c:v>
                </c:pt>
                <c:pt idx="581">
                  <c:v>30-04-2002</c:v>
                </c:pt>
                <c:pt idx="582">
                  <c:v>02-05-2002</c:v>
                </c:pt>
                <c:pt idx="583">
                  <c:v>03-05-2002</c:v>
                </c:pt>
                <c:pt idx="584">
                  <c:v>06-05-2002</c:v>
                </c:pt>
                <c:pt idx="585">
                  <c:v>07-05-2002</c:v>
                </c:pt>
                <c:pt idx="586">
                  <c:v>08-05-2002</c:v>
                </c:pt>
                <c:pt idx="587">
                  <c:v>09-05-2002</c:v>
                </c:pt>
                <c:pt idx="588">
                  <c:v>10-05-2002</c:v>
                </c:pt>
                <c:pt idx="589">
                  <c:v>13-05-2002</c:v>
                </c:pt>
                <c:pt idx="590">
                  <c:v>14-05-2002</c:v>
                </c:pt>
                <c:pt idx="591">
                  <c:v>15-05-2002</c:v>
                </c:pt>
                <c:pt idx="592">
                  <c:v>16-05-2002</c:v>
                </c:pt>
                <c:pt idx="593">
                  <c:v>17-05-2002</c:v>
                </c:pt>
                <c:pt idx="594">
                  <c:v>20-05-2002</c:v>
                </c:pt>
                <c:pt idx="595">
                  <c:v>21-05-2002</c:v>
                </c:pt>
                <c:pt idx="596">
                  <c:v>22-05-2002</c:v>
                </c:pt>
                <c:pt idx="597">
                  <c:v>23-05-2002</c:v>
                </c:pt>
                <c:pt idx="598">
                  <c:v>24-05-2002</c:v>
                </c:pt>
                <c:pt idx="599">
                  <c:v>27-05-2002</c:v>
                </c:pt>
                <c:pt idx="600">
                  <c:v>28-05-2002</c:v>
                </c:pt>
                <c:pt idx="601">
                  <c:v>29-05-2002</c:v>
                </c:pt>
                <c:pt idx="602">
                  <c:v>30-05-2002</c:v>
                </c:pt>
                <c:pt idx="603">
                  <c:v>31-05-2002</c:v>
                </c:pt>
                <c:pt idx="604">
                  <c:v>03-06-2002</c:v>
                </c:pt>
                <c:pt idx="605">
                  <c:v>04-06-2002</c:v>
                </c:pt>
                <c:pt idx="606">
                  <c:v>05-06-2002</c:v>
                </c:pt>
                <c:pt idx="607">
                  <c:v>06-06-2002</c:v>
                </c:pt>
                <c:pt idx="608">
                  <c:v>07-06-2002</c:v>
                </c:pt>
                <c:pt idx="609">
                  <c:v>10-06-2002</c:v>
                </c:pt>
                <c:pt idx="610">
                  <c:v>11-06-2002</c:v>
                </c:pt>
                <c:pt idx="611">
                  <c:v>12-06-2002</c:v>
                </c:pt>
                <c:pt idx="612">
                  <c:v>13-06-2002</c:v>
                </c:pt>
                <c:pt idx="613">
                  <c:v>14-06-2002</c:v>
                </c:pt>
                <c:pt idx="614">
                  <c:v>17-06-2002</c:v>
                </c:pt>
                <c:pt idx="615">
                  <c:v>18-06-2002</c:v>
                </c:pt>
                <c:pt idx="616">
                  <c:v>19-06-2002</c:v>
                </c:pt>
                <c:pt idx="617">
                  <c:v>20-06-2002</c:v>
                </c:pt>
                <c:pt idx="618">
                  <c:v>21-06-2002</c:v>
                </c:pt>
                <c:pt idx="619">
                  <c:v>24-06-2002</c:v>
                </c:pt>
                <c:pt idx="620">
                  <c:v>25-06-2002</c:v>
                </c:pt>
                <c:pt idx="621">
                  <c:v>26-06-2002</c:v>
                </c:pt>
                <c:pt idx="622">
                  <c:v>27-06-2002</c:v>
                </c:pt>
                <c:pt idx="623">
                  <c:v>28-06-2002</c:v>
                </c:pt>
                <c:pt idx="624">
                  <c:v>01-07-2002</c:v>
                </c:pt>
                <c:pt idx="625">
                  <c:v>02-07-2002</c:v>
                </c:pt>
                <c:pt idx="626">
                  <c:v>03-07-2002</c:v>
                </c:pt>
                <c:pt idx="627">
                  <c:v>04-07-2002</c:v>
                </c:pt>
                <c:pt idx="628">
                  <c:v>05-07-2002</c:v>
                </c:pt>
                <c:pt idx="629">
                  <c:v>08-07-2002</c:v>
                </c:pt>
                <c:pt idx="630">
                  <c:v>09-07-2002</c:v>
                </c:pt>
                <c:pt idx="631">
                  <c:v>10-07-2002</c:v>
                </c:pt>
                <c:pt idx="632">
                  <c:v>11-07-2002</c:v>
                </c:pt>
                <c:pt idx="633">
                  <c:v>12-07-2002</c:v>
                </c:pt>
                <c:pt idx="634">
                  <c:v>15-07-2002</c:v>
                </c:pt>
                <c:pt idx="635">
                  <c:v>16-07-2002</c:v>
                </c:pt>
                <c:pt idx="636">
                  <c:v>17-07-2002</c:v>
                </c:pt>
                <c:pt idx="637">
                  <c:v>18-07-2002</c:v>
                </c:pt>
                <c:pt idx="638">
                  <c:v>19-07-2002</c:v>
                </c:pt>
                <c:pt idx="639">
                  <c:v>22-07-2002</c:v>
                </c:pt>
                <c:pt idx="640">
                  <c:v>23-07-2002</c:v>
                </c:pt>
                <c:pt idx="641">
                  <c:v>24-07-2002</c:v>
                </c:pt>
                <c:pt idx="642">
                  <c:v>25-07-2002</c:v>
                </c:pt>
                <c:pt idx="643">
                  <c:v>26-07-2002</c:v>
                </c:pt>
                <c:pt idx="644">
                  <c:v>29-07-2002</c:v>
                </c:pt>
                <c:pt idx="645">
                  <c:v>30-07-2002</c:v>
                </c:pt>
                <c:pt idx="646">
                  <c:v>31-07-2002</c:v>
                </c:pt>
                <c:pt idx="647">
                  <c:v>01-08-2002</c:v>
                </c:pt>
                <c:pt idx="648">
                  <c:v>02-08-2002</c:v>
                </c:pt>
                <c:pt idx="649">
                  <c:v>05-08-2002</c:v>
                </c:pt>
                <c:pt idx="650">
                  <c:v>06-08-2002</c:v>
                </c:pt>
                <c:pt idx="651">
                  <c:v>07-08-2002</c:v>
                </c:pt>
                <c:pt idx="652">
                  <c:v>08-08-2002</c:v>
                </c:pt>
                <c:pt idx="653">
                  <c:v>09-08-2002</c:v>
                </c:pt>
                <c:pt idx="654">
                  <c:v>12-08-2002</c:v>
                </c:pt>
                <c:pt idx="655">
                  <c:v>13-08-2002</c:v>
                </c:pt>
                <c:pt idx="656">
                  <c:v>14-08-2002</c:v>
                </c:pt>
                <c:pt idx="657">
                  <c:v>16-08-2002</c:v>
                </c:pt>
                <c:pt idx="658">
                  <c:v>19-08-2002</c:v>
                </c:pt>
                <c:pt idx="659">
                  <c:v>20-08-2002</c:v>
                </c:pt>
                <c:pt idx="660">
                  <c:v>21-08-2002</c:v>
                </c:pt>
                <c:pt idx="661">
                  <c:v>22-08-2002</c:v>
                </c:pt>
                <c:pt idx="662">
                  <c:v>23-08-2002</c:v>
                </c:pt>
                <c:pt idx="663">
                  <c:v>26-08-2002</c:v>
                </c:pt>
                <c:pt idx="664">
                  <c:v>27-08-2002</c:v>
                </c:pt>
                <c:pt idx="665">
                  <c:v>28-08-2002</c:v>
                </c:pt>
                <c:pt idx="666">
                  <c:v>29-08-2002</c:v>
                </c:pt>
                <c:pt idx="667">
                  <c:v>30-08-2002</c:v>
                </c:pt>
                <c:pt idx="668">
                  <c:v>02-09-2002</c:v>
                </c:pt>
                <c:pt idx="669">
                  <c:v>03-09-2002</c:v>
                </c:pt>
                <c:pt idx="670">
                  <c:v>04-09-2002</c:v>
                </c:pt>
                <c:pt idx="671">
                  <c:v>05-09-2002</c:v>
                </c:pt>
                <c:pt idx="672">
                  <c:v>06-09-2002</c:v>
                </c:pt>
                <c:pt idx="673">
                  <c:v>09-09-2002</c:v>
                </c:pt>
                <c:pt idx="674">
                  <c:v>11-09-2002</c:v>
                </c:pt>
                <c:pt idx="675">
                  <c:v>12-09-2002</c:v>
                </c:pt>
                <c:pt idx="676">
                  <c:v>13-09-2002</c:v>
                </c:pt>
                <c:pt idx="677">
                  <c:v>16-09-2002</c:v>
                </c:pt>
                <c:pt idx="678">
                  <c:v>17-09-2002</c:v>
                </c:pt>
                <c:pt idx="679">
                  <c:v>18-09-2002</c:v>
                </c:pt>
                <c:pt idx="680">
                  <c:v>19-09-2002</c:v>
                </c:pt>
                <c:pt idx="681">
                  <c:v>20-09-2002</c:v>
                </c:pt>
                <c:pt idx="682">
                  <c:v>23-09-2002</c:v>
                </c:pt>
                <c:pt idx="683">
                  <c:v>24-09-2002</c:v>
                </c:pt>
                <c:pt idx="684">
                  <c:v>25-09-2002</c:v>
                </c:pt>
                <c:pt idx="685">
                  <c:v>26-09-2002</c:v>
                </c:pt>
                <c:pt idx="686">
                  <c:v>27-09-2002</c:v>
                </c:pt>
                <c:pt idx="687">
                  <c:v>30-09-2002</c:v>
                </c:pt>
                <c:pt idx="688">
                  <c:v>01-10-2002</c:v>
                </c:pt>
                <c:pt idx="689">
                  <c:v>03-10-2002</c:v>
                </c:pt>
                <c:pt idx="690">
                  <c:v>04-10-2002</c:v>
                </c:pt>
                <c:pt idx="691">
                  <c:v>07-10-2002</c:v>
                </c:pt>
                <c:pt idx="692">
                  <c:v>08-10-2002</c:v>
                </c:pt>
                <c:pt idx="693">
                  <c:v>09-10-2002</c:v>
                </c:pt>
                <c:pt idx="694">
                  <c:v>10-10-2002</c:v>
                </c:pt>
                <c:pt idx="695">
                  <c:v>11-10-2002</c:v>
                </c:pt>
                <c:pt idx="696">
                  <c:v>14-10-2002</c:v>
                </c:pt>
                <c:pt idx="697">
                  <c:v>16-10-2002</c:v>
                </c:pt>
                <c:pt idx="698">
                  <c:v>17-10-2002</c:v>
                </c:pt>
                <c:pt idx="699">
                  <c:v>18-10-2002</c:v>
                </c:pt>
                <c:pt idx="700">
                  <c:v>21-10-2002</c:v>
                </c:pt>
                <c:pt idx="701">
                  <c:v>22-10-2002</c:v>
                </c:pt>
                <c:pt idx="702">
                  <c:v>23-10-2002</c:v>
                </c:pt>
                <c:pt idx="703">
                  <c:v>24-10-2002</c:v>
                </c:pt>
                <c:pt idx="704">
                  <c:v>25-10-2002</c:v>
                </c:pt>
                <c:pt idx="705">
                  <c:v>28-10-2002</c:v>
                </c:pt>
                <c:pt idx="706">
                  <c:v>29-10-2002</c:v>
                </c:pt>
                <c:pt idx="707">
                  <c:v>30-10-2002</c:v>
                </c:pt>
                <c:pt idx="708">
                  <c:v>31-10-2002</c:v>
                </c:pt>
                <c:pt idx="709">
                  <c:v>01-11-2002</c:v>
                </c:pt>
                <c:pt idx="710">
                  <c:v>04-11-2002</c:v>
                </c:pt>
                <c:pt idx="711">
                  <c:v>05-11-2002</c:v>
                </c:pt>
                <c:pt idx="712">
                  <c:v>07-11-2002</c:v>
                </c:pt>
                <c:pt idx="713">
                  <c:v>08-11-2002</c:v>
                </c:pt>
                <c:pt idx="714">
                  <c:v>11-11-2002</c:v>
                </c:pt>
                <c:pt idx="715">
                  <c:v>12-11-2002</c:v>
                </c:pt>
                <c:pt idx="716">
                  <c:v>13-11-2002</c:v>
                </c:pt>
                <c:pt idx="717">
                  <c:v>14-11-2002</c:v>
                </c:pt>
                <c:pt idx="718">
                  <c:v>15-11-2002</c:v>
                </c:pt>
                <c:pt idx="719">
                  <c:v>18-11-2002</c:v>
                </c:pt>
                <c:pt idx="720">
                  <c:v>20-11-2002</c:v>
                </c:pt>
                <c:pt idx="721">
                  <c:v>21-11-2002</c:v>
                </c:pt>
                <c:pt idx="722">
                  <c:v>22-11-2002</c:v>
                </c:pt>
                <c:pt idx="723">
                  <c:v>25-11-2002</c:v>
                </c:pt>
                <c:pt idx="724">
                  <c:v>26-11-2002</c:v>
                </c:pt>
                <c:pt idx="725">
                  <c:v>27-11-2002</c:v>
                </c:pt>
                <c:pt idx="726">
                  <c:v>28-11-2002</c:v>
                </c:pt>
                <c:pt idx="727">
                  <c:v>29-11-2002</c:v>
                </c:pt>
                <c:pt idx="728">
                  <c:v>02-12-2002</c:v>
                </c:pt>
                <c:pt idx="729">
                  <c:v>03-12-2002</c:v>
                </c:pt>
                <c:pt idx="730">
                  <c:v>04-12-2002</c:v>
                </c:pt>
                <c:pt idx="731">
                  <c:v>05-12-2002</c:v>
                </c:pt>
                <c:pt idx="732">
                  <c:v>06-12-2002</c:v>
                </c:pt>
                <c:pt idx="733">
                  <c:v>09-12-2002</c:v>
                </c:pt>
                <c:pt idx="734">
                  <c:v>10-12-2002</c:v>
                </c:pt>
                <c:pt idx="735">
                  <c:v>11-12-2002</c:v>
                </c:pt>
                <c:pt idx="736">
                  <c:v>12-12-2002</c:v>
                </c:pt>
                <c:pt idx="737">
                  <c:v>13-12-2002</c:v>
                </c:pt>
                <c:pt idx="738">
                  <c:v>16-12-2002</c:v>
                </c:pt>
                <c:pt idx="739">
                  <c:v>17-12-2002</c:v>
                </c:pt>
                <c:pt idx="740">
                  <c:v>18-12-2002</c:v>
                </c:pt>
                <c:pt idx="741">
                  <c:v>19-12-2002</c:v>
                </c:pt>
                <c:pt idx="742">
                  <c:v>20-12-2002</c:v>
                </c:pt>
                <c:pt idx="743">
                  <c:v>23-12-2002</c:v>
                </c:pt>
                <c:pt idx="744">
                  <c:v>24-12-2002</c:v>
                </c:pt>
                <c:pt idx="745">
                  <c:v>26-12-2002</c:v>
                </c:pt>
                <c:pt idx="746">
                  <c:v>27-12-2002</c:v>
                </c:pt>
                <c:pt idx="747">
                  <c:v>30-12-2002</c:v>
                </c:pt>
                <c:pt idx="748">
                  <c:v>31-12-2002</c:v>
                </c:pt>
                <c:pt idx="749">
                  <c:v>01-01-2003</c:v>
                </c:pt>
                <c:pt idx="750">
                  <c:v>02-01-2003</c:v>
                </c:pt>
                <c:pt idx="751">
                  <c:v>03-01-2003</c:v>
                </c:pt>
                <c:pt idx="752">
                  <c:v>06-01-2003</c:v>
                </c:pt>
                <c:pt idx="753">
                  <c:v>07-01-2003</c:v>
                </c:pt>
                <c:pt idx="754">
                  <c:v>08-01-2003</c:v>
                </c:pt>
                <c:pt idx="755">
                  <c:v>09-01-2003</c:v>
                </c:pt>
                <c:pt idx="756">
                  <c:v>10-01-2003</c:v>
                </c:pt>
                <c:pt idx="757">
                  <c:v>13-01-2003</c:v>
                </c:pt>
                <c:pt idx="758">
                  <c:v>14-01-2003</c:v>
                </c:pt>
                <c:pt idx="759">
                  <c:v>15-01-2003</c:v>
                </c:pt>
                <c:pt idx="760">
                  <c:v>16-01-2003</c:v>
                </c:pt>
                <c:pt idx="761">
                  <c:v>17-01-2003</c:v>
                </c:pt>
                <c:pt idx="762">
                  <c:v>20-01-2003</c:v>
                </c:pt>
                <c:pt idx="763">
                  <c:v>21-01-2003</c:v>
                </c:pt>
                <c:pt idx="764">
                  <c:v>22-01-2003</c:v>
                </c:pt>
                <c:pt idx="765">
                  <c:v>23-01-2003</c:v>
                </c:pt>
                <c:pt idx="766">
                  <c:v>24-01-2003</c:v>
                </c:pt>
                <c:pt idx="767">
                  <c:v>27-01-2003</c:v>
                </c:pt>
                <c:pt idx="768">
                  <c:v>28-01-2003</c:v>
                </c:pt>
                <c:pt idx="769">
                  <c:v>29-01-2003</c:v>
                </c:pt>
                <c:pt idx="770">
                  <c:v>30-01-2003</c:v>
                </c:pt>
                <c:pt idx="771">
                  <c:v>31-01-2003</c:v>
                </c:pt>
                <c:pt idx="772">
                  <c:v>03-02-2003</c:v>
                </c:pt>
                <c:pt idx="773">
                  <c:v>04-02-2003</c:v>
                </c:pt>
                <c:pt idx="774">
                  <c:v>05-02-2003</c:v>
                </c:pt>
                <c:pt idx="775">
                  <c:v>06-02-2003</c:v>
                </c:pt>
                <c:pt idx="776">
                  <c:v>07-02-2003</c:v>
                </c:pt>
                <c:pt idx="777">
                  <c:v>10-02-2003</c:v>
                </c:pt>
                <c:pt idx="778">
                  <c:v>11-02-2003</c:v>
                </c:pt>
                <c:pt idx="779">
                  <c:v>12-02-2003</c:v>
                </c:pt>
                <c:pt idx="780">
                  <c:v>14-02-2003</c:v>
                </c:pt>
                <c:pt idx="781">
                  <c:v>17-02-2003</c:v>
                </c:pt>
                <c:pt idx="782">
                  <c:v>18-02-2003</c:v>
                </c:pt>
                <c:pt idx="783">
                  <c:v>19-02-2003</c:v>
                </c:pt>
                <c:pt idx="784">
                  <c:v>20-02-2003</c:v>
                </c:pt>
                <c:pt idx="785">
                  <c:v>21-02-2003</c:v>
                </c:pt>
                <c:pt idx="786">
                  <c:v>24-02-2003</c:v>
                </c:pt>
                <c:pt idx="787">
                  <c:v>25-02-2003</c:v>
                </c:pt>
                <c:pt idx="788">
                  <c:v>26-02-2003</c:v>
                </c:pt>
                <c:pt idx="789">
                  <c:v>27-02-2003</c:v>
                </c:pt>
                <c:pt idx="790">
                  <c:v>28-02-2003</c:v>
                </c:pt>
                <c:pt idx="791">
                  <c:v>03-03-2003</c:v>
                </c:pt>
                <c:pt idx="792">
                  <c:v>04-03-2003</c:v>
                </c:pt>
                <c:pt idx="793">
                  <c:v>05-03-2003</c:v>
                </c:pt>
                <c:pt idx="794">
                  <c:v>06-03-2003</c:v>
                </c:pt>
                <c:pt idx="795">
                  <c:v>07-03-2003</c:v>
                </c:pt>
                <c:pt idx="796">
                  <c:v>10-03-2003</c:v>
                </c:pt>
                <c:pt idx="797">
                  <c:v>11-03-2003</c:v>
                </c:pt>
                <c:pt idx="798">
                  <c:v>12-03-2003</c:v>
                </c:pt>
                <c:pt idx="799">
                  <c:v>13-03-2003</c:v>
                </c:pt>
                <c:pt idx="800">
                  <c:v>17-03-2003</c:v>
                </c:pt>
                <c:pt idx="801">
                  <c:v>19-03-2003</c:v>
                </c:pt>
                <c:pt idx="802">
                  <c:v>20-03-2003</c:v>
                </c:pt>
                <c:pt idx="803">
                  <c:v>21-03-2003</c:v>
                </c:pt>
                <c:pt idx="804">
                  <c:v>22-03-2003</c:v>
                </c:pt>
                <c:pt idx="805">
                  <c:v>24-03-2003</c:v>
                </c:pt>
                <c:pt idx="806">
                  <c:v>25-03-2003</c:v>
                </c:pt>
                <c:pt idx="807">
                  <c:v>26-03-2003</c:v>
                </c:pt>
                <c:pt idx="808">
                  <c:v>27-03-2003</c:v>
                </c:pt>
                <c:pt idx="809">
                  <c:v>28-03-2003</c:v>
                </c:pt>
                <c:pt idx="810">
                  <c:v>31-03-2003</c:v>
                </c:pt>
                <c:pt idx="811">
                  <c:v>01-04-2003</c:v>
                </c:pt>
                <c:pt idx="812">
                  <c:v>02-04-2003</c:v>
                </c:pt>
                <c:pt idx="813">
                  <c:v>03-04-2003</c:v>
                </c:pt>
                <c:pt idx="814">
                  <c:v>04-04-2003</c:v>
                </c:pt>
                <c:pt idx="815">
                  <c:v>07-04-2003</c:v>
                </c:pt>
                <c:pt idx="816">
                  <c:v>08-04-2003</c:v>
                </c:pt>
                <c:pt idx="817">
                  <c:v>09-04-2003</c:v>
                </c:pt>
                <c:pt idx="818">
                  <c:v>10-04-2003</c:v>
                </c:pt>
                <c:pt idx="819">
                  <c:v>11-04-2003</c:v>
                </c:pt>
                <c:pt idx="820">
                  <c:v>15-04-2003</c:v>
                </c:pt>
                <c:pt idx="821">
                  <c:v>16-04-2003</c:v>
                </c:pt>
                <c:pt idx="822">
                  <c:v>17-04-2003</c:v>
                </c:pt>
                <c:pt idx="823">
                  <c:v>21-04-2003</c:v>
                </c:pt>
                <c:pt idx="824">
                  <c:v>22-04-2003</c:v>
                </c:pt>
                <c:pt idx="825">
                  <c:v>23-04-2003</c:v>
                </c:pt>
                <c:pt idx="826">
                  <c:v>24-04-2003</c:v>
                </c:pt>
                <c:pt idx="827">
                  <c:v>25-04-2003</c:v>
                </c:pt>
                <c:pt idx="828">
                  <c:v>28-04-2003</c:v>
                </c:pt>
                <c:pt idx="829">
                  <c:v>29-04-2003</c:v>
                </c:pt>
                <c:pt idx="830">
                  <c:v>30-04-2003</c:v>
                </c:pt>
                <c:pt idx="831">
                  <c:v>02-05-2003</c:v>
                </c:pt>
                <c:pt idx="832">
                  <c:v>05-05-2003</c:v>
                </c:pt>
                <c:pt idx="833">
                  <c:v>06-05-2003</c:v>
                </c:pt>
                <c:pt idx="834">
                  <c:v>07-05-2003</c:v>
                </c:pt>
                <c:pt idx="835">
                  <c:v>08-05-2003</c:v>
                </c:pt>
                <c:pt idx="836">
                  <c:v>09-05-2003</c:v>
                </c:pt>
                <c:pt idx="837">
                  <c:v>12-05-2003</c:v>
                </c:pt>
                <c:pt idx="838">
                  <c:v>13-05-2003</c:v>
                </c:pt>
                <c:pt idx="839">
                  <c:v>14-05-2003</c:v>
                </c:pt>
                <c:pt idx="840">
                  <c:v>15-05-2003</c:v>
                </c:pt>
                <c:pt idx="841">
                  <c:v>16-05-2003</c:v>
                </c:pt>
                <c:pt idx="842">
                  <c:v>19-05-2003</c:v>
                </c:pt>
                <c:pt idx="843">
                  <c:v>20-05-2003</c:v>
                </c:pt>
                <c:pt idx="844">
                  <c:v>21-05-2003</c:v>
                </c:pt>
                <c:pt idx="845">
                  <c:v>22-05-2003</c:v>
                </c:pt>
                <c:pt idx="846">
                  <c:v>23-05-2003</c:v>
                </c:pt>
                <c:pt idx="847">
                  <c:v>26-05-2003</c:v>
                </c:pt>
                <c:pt idx="848">
                  <c:v>27-05-2003</c:v>
                </c:pt>
                <c:pt idx="849">
                  <c:v>28-05-2003</c:v>
                </c:pt>
                <c:pt idx="850">
                  <c:v>29-05-2003</c:v>
                </c:pt>
                <c:pt idx="851">
                  <c:v>30-05-2003</c:v>
                </c:pt>
                <c:pt idx="852">
                  <c:v>02-06-2003</c:v>
                </c:pt>
                <c:pt idx="853">
                  <c:v>03-06-2003</c:v>
                </c:pt>
                <c:pt idx="854">
                  <c:v>04-06-2003</c:v>
                </c:pt>
                <c:pt idx="855">
                  <c:v>05-06-2003</c:v>
                </c:pt>
                <c:pt idx="856">
                  <c:v>06-06-2003</c:v>
                </c:pt>
                <c:pt idx="857">
                  <c:v>09-06-2003</c:v>
                </c:pt>
                <c:pt idx="858">
                  <c:v>10-06-2003</c:v>
                </c:pt>
                <c:pt idx="859">
                  <c:v>11-06-2003</c:v>
                </c:pt>
                <c:pt idx="860">
                  <c:v>12-06-2003</c:v>
                </c:pt>
                <c:pt idx="861">
                  <c:v>13-06-2003</c:v>
                </c:pt>
                <c:pt idx="862">
                  <c:v>16-06-2003</c:v>
                </c:pt>
                <c:pt idx="863">
                  <c:v>17-06-2003</c:v>
                </c:pt>
                <c:pt idx="864">
                  <c:v>18-06-2003</c:v>
                </c:pt>
                <c:pt idx="865">
                  <c:v>19-06-2003</c:v>
                </c:pt>
                <c:pt idx="866">
                  <c:v>20-06-2003</c:v>
                </c:pt>
                <c:pt idx="867">
                  <c:v>23-06-2003</c:v>
                </c:pt>
                <c:pt idx="868">
                  <c:v>24-06-2003</c:v>
                </c:pt>
                <c:pt idx="869">
                  <c:v>25-06-2003</c:v>
                </c:pt>
                <c:pt idx="870">
                  <c:v>26-06-2003</c:v>
                </c:pt>
                <c:pt idx="871">
                  <c:v>27-06-2003</c:v>
                </c:pt>
                <c:pt idx="872">
                  <c:v>30-06-2003</c:v>
                </c:pt>
                <c:pt idx="873">
                  <c:v>01-07-2003</c:v>
                </c:pt>
                <c:pt idx="874">
                  <c:v>02-07-2003</c:v>
                </c:pt>
                <c:pt idx="875">
                  <c:v>03-07-2003</c:v>
                </c:pt>
                <c:pt idx="876">
                  <c:v>04-07-2003</c:v>
                </c:pt>
                <c:pt idx="877">
                  <c:v>07-07-2003</c:v>
                </c:pt>
                <c:pt idx="878">
                  <c:v>08-07-2003</c:v>
                </c:pt>
                <c:pt idx="879">
                  <c:v>09-07-2003</c:v>
                </c:pt>
                <c:pt idx="880">
                  <c:v>10-07-2003</c:v>
                </c:pt>
                <c:pt idx="881">
                  <c:v>11-07-2003</c:v>
                </c:pt>
                <c:pt idx="882">
                  <c:v>14-07-2003</c:v>
                </c:pt>
                <c:pt idx="883">
                  <c:v>15-07-2003</c:v>
                </c:pt>
                <c:pt idx="884">
                  <c:v>16-07-2003</c:v>
                </c:pt>
                <c:pt idx="885">
                  <c:v>17-07-2003</c:v>
                </c:pt>
                <c:pt idx="886">
                  <c:v>18-07-2003</c:v>
                </c:pt>
                <c:pt idx="887">
                  <c:v>21-07-2003</c:v>
                </c:pt>
                <c:pt idx="888">
                  <c:v>22-07-2003</c:v>
                </c:pt>
                <c:pt idx="889">
                  <c:v>23-07-2003</c:v>
                </c:pt>
                <c:pt idx="890">
                  <c:v>24-07-2003</c:v>
                </c:pt>
                <c:pt idx="891">
                  <c:v>25-07-2003</c:v>
                </c:pt>
                <c:pt idx="892">
                  <c:v>28-07-2003</c:v>
                </c:pt>
                <c:pt idx="893">
                  <c:v>29-07-2003</c:v>
                </c:pt>
                <c:pt idx="894">
                  <c:v>30-07-2003</c:v>
                </c:pt>
                <c:pt idx="895">
                  <c:v>31-07-2003</c:v>
                </c:pt>
                <c:pt idx="896">
                  <c:v>01-08-2003</c:v>
                </c:pt>
                <c:pt idx="897">
                  <c:v>04-08-2003</c:v>
                </c:pt>
                <c:pt idx="898">
                  <c:v>05-08-2003</c:v>
                </c:pt>
                <c:pt idx="899">
                  <c:v>06-08-2003</c:v>
                </c:pt>
                <c:pt idx="900">
                  <c:v>07-08-2003</c:v>
                </c:pt>
                <c:pt idx="901">
                  <c:v>08-08-2003</c:v>
                </c:pt>
                <c:pt idx="902">
                  <c:v>11-08-2003</c:v>
                </c:pt>
                <c:pt idx="903">
                  <c:v>12-08-2003</c:v>
                </c:pt>
                <c:pt idx="904">
                  <c:v>13-08-2003</c:v>
                </c:pt>
                <c:pt idx="905">
                  <c:v>14-08-2003</c:v>
                </c:pt>
                <c:pt idx="906">
                  <c:v>18-08-2003</c:v>
                </c:pt>
                <c:pt idx="907">
                  <c:v>19-08-2003</c:v>
                </c:pt>
                <c:pt idx="908">
                  <c:v>20-08-2003</c:v>
                </c:pt>
                <c:pt idx="909">
                  <c:v>21-08-2003</c:v>
                </c:pt>
                <c:pt idx="910">
                  <c:v>22-08-2003</c:v>
                </c:pt>
                <c:pt idx="911">
                  <c:v>25-08-2003</c:v>
                </c:pt>
                <c:pt idx="912">
                  <c:v>26-08-2003</c:v>
                </c:pt>
                <c:pt idx="913">
                  <c:v>27-08-2003</c:v>
                </c:pt>
                <c:pt idx="914">
                  <c:v>28-08-2003</c:v>
                </c:pt>
                <c:pt idx="915">
                  <c:v>29-08-2003</c:v>
                </c:pt>
                <c:pt idx="916">
                  <c:v>01-09-2003</c:v>
                </c:pt>
                <c:pt idx="917">
                  <c:v>02-09-2003</c:v>
                </c:pt>
                <c:pt idx="918">
                  <c:v>03-09-2003</c:v>
                </c:pt>
                <c:pt idx="919">
                  <c:v>04-09-2003</c:v>
                </c:pt>
                <c:pt idx="920">
                  <c:v>05-09-2003</c:v>
                </c:pt>
                <c:pt idx="921">
                  <c:v>08-09-2003</c:v>
                </c:pt>
                <c:pt idx="922">
                  <c:v>09-09-2003</c:v>
                </c:pt>
                <c:pt idx="923">
                  <c:v>10-09-2003</c:v>
                </c:pt>
                <c:pt idx="924">
                  <c:v>11-09-2003</c:v>
                </c:pt>
                <c:pt idx="925">
                  <c:v>12-09-2003</c:v>
                </c:pt>
                <c:pt idx="926">
                  <c:v>15-09-2003</c:v>
                </c:pt>
                <c:pt idx="927">
                  <c:v>16-09-2003</c:v>
                </c:pt>
                <c:pt idx="928">
                  <c:v>17-09-2003</c:v>
                </c:pt>
                <c:pt idx="929">
                  <c:v>18-09-2003</c:v>
                </c:pt>
                <c:pt idx="930">
                  <c:v>19-09-2003</c:v>
                </c:pt>
                <c:pt idx="931">
                  <c:v>22-09-2003</c:v>
                </c:pt>
                <c:pt idx="932">
                  <c:v>23-09-2003</c:v>
                </c:pt>
                <c:pt idx="933">
                  <c:v>24-09-2003</c:v>
                </c:pt>
                <c:pt idx="934">
                  <c:v>25-09-2003</c:v>
                </c:pt>
                <c:pt idx="935">
                  <c:v>26-09-2003</c:v>
                </c:pt>
                <c:pt idx="936">
                  <c:v>29-09-2003</c:v>
                </c:pt>
                <c:pt idx="937">
                  <c:v>30-09-2003</c:v>
                </c:pt>
                <c:pt idx="938">
                  <c:v>01-10-2003</c:v>
                </c:pt>
                <c:pt idx="939">
                  <c:v>03-10-2003</c:v>
                </c:pt>
                <c:pt idx="940">
                  <c:v>06-10-2003</c:v>
                </c:pt>
                <c:pt idx="941">
                  <c:v>07-10-2003</c:v>
                </c:pt>
                <c:pt idx="942">
                  <c:v>08-10-2003</c:v>
                </c:pt>
                <c:pt idx="943">
                  <c:v>09-10-2003</c:v>
                </c:pt>
                <c:pt idx="944">
                  <c:v>10-10-2003</c:v>
                </c:pt>
                <c:pt idx="945">
                  <c:v>13-10-2003</c:v>
                </c:pt>
                <c:pt idx="946">
                  <c:v>14-10-2003</c:v>
                </c:pt>
                <c:pt idx="947">
                  <c:v>15-10-2003</c:v>
                </c:pt>
                <c:pt idx="948">
                  <c:v>16-10-2003</c:v>
                </c:pt>
                <c:pt idx="949">
                  <c:v>17-10-2003</c:v>
                </c:pt>
                <c:pt idx="950">
                  <c:v>20-10-2003</c:v>
                </c:pt>
                <c:pt idx="951">
                  <c:v>21-10-2003</c:v>
                </c:pt>
                <c:pt idx="952">
                  <c:v>22-10-2003</c:v>
                </c:pt>
                <c:pt idx="953">
                  <c:v>23-10-2003</c:v>
                </c:pt>
                <c:pt idx="954">
                  <c:v>24-10-2003</c:v>
                </c:pt>
                <c:pt idx="955">
                  <c:v>25-10-2003</c:v>
                </c:pt>
                <c:pt idx="956">
                  <c:v>27-10-2003</c:v>
                </c:pt>
                <c:pt idx="957">
                  <c:v>28-10-2003</c:v>
                </c:pt>
                <c:pt idx="958">
                  <c:v>29-10-2003</c:v>
                </c:pt>
                <c:pt idx="959">
                  <c:v>30-10-2003</c:v>
                </c:pt>
                <c:pt idx="960">
                  <c:v>31-10-2003</c:v>
                </c:pt>
                <c:pt idx="961">
                  <c:v>03-11-2003</c:v>
                </c:pt>
                <c:pt idx="962">
                  <c:v>04-11-2003</c:v>
                </c:pt>
                <c:pt idx="963">
                  <c:v>05-11-2003</c:v>
                </c:pt>
                <c:pt idx="964">
                  <c:v>06-11-2003</c:v>
                </c:pt>
                <c:pt idx="965">
                  <c:v>07-11-2003</c:v>
                </c:pt>
                <c:pt idx="966">
                  <c:v>10-11-2003</c:v>
                </c:pt>
                <c:pt idx="967">
                  <c:v>11-11-2003</c:v>
                </c:pt>
                <c:pt idx="968">
                  <c:v>12-11-2003</c:v>
                </c:pt>
                <c:pt idx="969">
                  <c:v>13-11-2003</c:v>
                </c:pt>
                <c:pt idx="970">
                  <c:v>14-11-2003</c:v>
                </c:pt>
                <c:pt idx="971">
                  <c:v>15-11-2003</c:v>
                </c:pt>
                <c:pt idx="972">
                  <c:v>17-11-2003</c:v>
                </c:pt>
                <c:pt idx="973">
                  <c:v>18-11-2003</c:v>
                </c:pt>
                <c:pt idx="974">
                  <c:v>19-11-2003</c:v>
                </c:pt>
                <c:pt idx="975">
                  <c:v>20-11-2003</c:v>
                </c:pt>
                <c:pt idx="976">
                  <c:v>21-11-2003</c:v>
                </c:pt>
                <c:pt idx="977">
                  <c:v>24-11-2003</c:v>
                </c:pt>
                <c:pt idx="978">
                  <c:v>25-11-2003</c:v>
                </c:pt>
                <c:pt idx="979">
                  <c:v>27-11-2003</c:v>
                </c:pt>
                <c:pt idx="980">
                  <c:v>28-11-2003</c:v>
                </c:pt>
                <c:pt idx="981">
                  <c:v>01-12-2003</c:v>
                </c:pt>
                <c:pt idx="982">
                  <c:v>02-12-2003</c:v>
                </c:pt>
                <c:pt idx="983">
                  <c:v>03-12-2003</c:v>
                </c:pt>
                <c:pt idx="984">
                  <c:v>04-12-2003</c:v>
                </c:pt>
                <c:pt idx="985">
                  <c:v>05-12-2003</c:v>
                </c:pt>
                <c:pt idx="986">
                  <c:v>08-12-2003</c:v>
                </c:pt>
                <c:pt idx="987">
                  <c:v>09-12-2003</c:v>
                </c:pt>
                <c:pt idx="988">
                  <c:v>10-12-2003</c:v>
                </c:pt>
                <c:pt idx="989">
                  <c:v>11-12-2003</c:v>
                </c:pt>
                <c:pt idx="990">
                  <c:v>12-12-2003</c:v>
                </c:pt>
                <c:pt idx="991">
                  <c:v>15-12-2003</c:v>
                </c:pt>
                <c:pt idx="992">
                  <c:v>16-12-2003</c:v>
                </c:pt>
                <c:pt idx="993">
                  <c:v>17-12-2003</c:v>
                </c:pt>
                <c:pt idx="994">
                  <c:v>18-12-2003</c:v>
                </c:pt>
                <c:pt idx="995">
                  <c:v>19-12-2003</c:v>
                </c:pt>
                <c:pt idx="996">
                  <c:v>22-12-2003</c:v>
                </c:pt>
                <c:pt idx="997">
                  <c:v>23-12-2003</c:v>
                </c:pt>
                <c:pt idx="998">
                  <c:v>24-12-2003</c:v>
                </c:pt>
                <c:pt idx="999">
                  <c:v>26-12-2003</c:v>
                </c:pt>
                <c:pt idx="1000">
                  <c:v>29-12-2003</c:v>
                </c:pt>
                <c:pt idx="1001">
                  <c:v>30-12-2003</c:v>
                </c:pt>
                <c:pt idx="1002">
                  <c:v>31-12-2003</c:v>
                </c:pt>
                <c:pt idx="1003">
                  <c:v>01-01-2004</c:v>
                </c:pt>
                <c:pt idx="1004">
                  <c:v>02-01-2004</c:v>
                </c:pt>
                <c:pt idx="1005">
                  <c:v>05-01-2004</c:v>
                </c:pt>
                <c:pt idx="1006">
                  <c:v>06-01-2004</c:v>
                </c:pt>
                <c:pt idx="1007">
                  <c:v>07-01-2004</c:v>
                </c:pt>
                <c:pt idx="1008">
                  <c:v>08-01-2004</c:v>
                </c:pt>
                <c:pt idx="1009">
                  <c:v>09-01-2004</c:v>
                </c:pt>
                <c:pt idx="1010">
                  <c:v>12-01-2004</c:v>
                </c:pt>
                <c:pt idx="1011">
                  <c:v>13-01-2004</c:v>
                </c:pt>
                <c:pt idx="1012">
                  <c:v>14-01-2004</c:v>
                </c:pt>
                <c:pt idx="1013">
                  <c:v>15-01-2004</c:v>
                </c:pt>
                <c:pt idx="1014">
                  <c:v>16-01-2004</c:v>
                </c:pt>
                <c:pt idx="1015">
                  <c:v>19-01-2004</c:v>
                </c:pt>
                <c:pt idx="1016">
                  <c:v>20-01-2004</c:v>
                </c:pt>
                <c:pt idx="1017">
                  <c:v>21-01-2004</c:v>
                </c:pt>
                <c:pt idx="1018">
                  <c:v>22-01-2004</c:v>
                </c:pt>
                <c:pt idx="1019">
                  <c:v>23-01-2004</c:v>
                </c:pt>
                <c:pt idx="1020">
                  <c:v>27-01-2004</c:v>
                </c:pt>
                <c:pt idx="1021">
                  <c:v>28-01-2004</c:v>
                </c:pt>
                <c:pt idx="1022">
                  <c:v>29-01-2004</c:v>
                </c:pt>
                <c:pt idx="1023">
                  <c:v>30-01-2004</c:v>
                </c:pt>
                <c:pt idx="1024">
                  <c:v>03-02-2004</c:v>
                </c:pt>
                <c:pt idx="1025">
                  <c:v>04-02-2004</c:v>
                </c:pt>
                <c:pt idx="1026">
                  <c:v>05-02-2004</c:v>
                </c:pt>
                <c:pt idx="1027">
                  <c:v>06-02-2004</c:v>
                </c:pt>
                <c:pt idx="1028">
                  <c:v>09-02-2004</c:v>
                </c:pt>
                <c:pt idx="1029">
                  <c:v>10-02-2004</c:v>
                </c:pt>
                <c:pt idx="1030">
                  <c:v>11-02-2004</c:v>
                </c:pt>
                <c:pt idx="1031">
                  <c:v>12-02-2004</c:v>
                </c:pt>
                <c:pt idx="1032">
                  <c:v>13-02-2004</c:v>
                </c:pt>
                <c:pt idx="1033">
                  <c:v>16-02-2004</c:v>
                </c:pt>
                <c:pt idx="1034">
                  <c:v>17-02-2004</c:v>
                </c:pt>
                <c:pt idx="1035">
                  <c:v>18-02-2004</c:v>
                </c:pt>
                <c:pt idx="1036">
                  <c:v>19-02-2004</c:v>
                </c:pt>
                <c:pt idx="1037">
                  <c:v>20-02-2004</c:v>
                </c:pt>
                <c:pt idx="1038">
                  <c:v>23-02-2004</c:v>
                </c:pt>
                <c:pt idx="1039">
                  <c:v>24-02-2004</c:v>
                </c:pt>
                <c:pt idx="1040">
                  <c:v>25-02-2004</c:v>
                </c:pt>
                <c:pt idx="1041">
                  <c:v>26-02-2004</c:v>
                </c:pt>
                <c:pt idx="1042">
                  <c:v>27-02-2004</c:v>
                </c:pt>
                <c:pt idx="1043">
                  <c:v>01-03-2004</c:v>
                </c:pt>
                <c:pt idx="1044">
                  <c:v>03-03-2004</c:v>
                </c:pt>
                <c:pt idx="1045">
                  <c:v>04-03-2004</c:v>
                </c:pt>
                <c:pt idx="1046">
                  <c:v>05-03-2004</c:v>
                </c:pt>
                <c:pt idx="1047">
                  <c:v>08-03-2004</c:v>
                </c:pt>
                <c:pt idx="1048">
                  <c:v>09-03-2004</c:v>
                </c:pt>
                <c:pt idx="1049">
                  <c:v>10-03-2004</c:v>
                </c:pt>
                <c:pt idx="1050">
                  <c:v>11-03-2004</c:v>
                </c:pt>
                <c:pt idx="1051">
                  <c:v>12-03-2004</c:v>
                </c:pt>
                <c:pt idx="1052">
                  <c:v>15-03-2004</c:v>
                </c:pt>
                <c:pt idx="1053">
                  <c:v>16-03-2004</c:v>
                </c:pt>
                <c:pt idx="1054">
                  <c:v>17-03-2004</c:v>
                </c:pt>
                <c:pt idx="1055">
                  <c:v>18-03-2004</c:v>
                </c:pt>
                <c:pt idx="1056">
                  <c:v>19-03-2004</c:v>
                </c:pt>
                <c:pt idx="1057">
                  <c:v>22-03-2004</c:v>
                </c:pt>
                <c:pt idx="1058">
                  <c:v>23-03-2004</c:v>
                </c:pt>
                <c:pt idx="1059">
                  <c:v>24-03-2004</c:v>
                </c:pt>
                <c:pt idx="1060">
                  <c:v>25-03-2004</c:v>
                </c:pt>
                <c:pt idx="1061">
                  <c:v>26-03-2004</c:v>
                </c:pt>
                <c:pt idx="1062">
                  <c:v>29-03-2004</c:v>
                </c:pt>
                <c:pt idx="1063">
                  <c:v>30-03-2004</c:v>
                </c:pt>
                <c:pt idx="1064">
                  <c:v>31-03-2004</c:v>
                </c:pt>
                <c:pt idx="1065">
                  <c:v>01-04-2004</c:v>
                </c:pt>
                <c:pt idx="1066">
                  <c:v>02-04-2004</c:v>
                </c:pt>
                <c:pt idx="1067">
                  <c:v>05-04-2004</c:v>
                </c:pt>
                <c:pt idx="1068">
                  <c:v>06-04-2004</c:v>
                </c:pt>
                <c:pt idx="1069">
                  <c:v>07-04-2004</c:v>
                </c:pt>
                <c:pt idx="1070">
                  <c:v>08-04-2004</c:v>
                </c:pt>
                <c:pt idx="1071">
                  <c:v>12-04-2004</c:v>
                </c:pt>
                <c:pt idx="1072">
                  <c:v>13-04-2004</c:v>
                </c:pt>
                <c:pt idx="1073">
                  <c:v>15-04-2004</c:v>
                </c:pt>
                <c:pt idx="1074">
                  <c:v>16-04-2004</c:v>
                </c:pt>
                <c:pt idx="1075">
                  <c:v>17-04-2004</c:v>
                </c:pt>
                <c:pt idx="1076">
                  <c:v>19-04-2004</c:v>
                </c:pt>
                <c:pt idx="1077">
                  <c:v>20-04-2004</c:v>
                </c:pt>
                <c:pt idx="1078">
                  <c:v>21-04-2004</c:v>
                </c:pt>
                <c:pt idx="1079">
                  <c:v>22-04-2004</c:v>
                </c:pt>
                <c:pt idx="1080">
                  <c:v>23-04-2004</c:v>
                </c:pt>
                <c:pt idx="1081">
                  <c:v>27-04-2004</c:v>
                </c:pt>
                <c:pt idx="1082">
                  <c:v>28-04-2004</c:v>
                </c:pt>
                <c:pt idx="1083">
                  <c:v>29-04-2004</c:v>
                </c:pt>
                <c:pt idx="1084">
                  <c:v>30-04-2004</c:v>
                </c:pt>
                <c:pt idx="1085">
                  <c:v>03-05-2004</c:v>
                </c:pt>
                <c:pt idx="1086">
                  <c:v>04-05-2004</c:v>
                </c:pt>
                <c:pt idx="1087">
                  <c:v>05-05-2004</c:v>
                </c:pt>
                <c:pt idx="1088">
                  <c:v>06-05-2004</c:v>
                </c:pt>
                <c:pt idx="1089">
                  <c:v>07-05-2004</c:v>
                </c:pt>
                <c:pt idx="1090">
                  <c:v>10-05-2004</c:v>
                </c:pt>
                <c:pt idx="1091">
                  <c:v>11-05-2004</c:v>
                </c:pt>
                <c:pt idx="1092">
                  <c:v>12-05-2004</c:v>
                </c:pt>
                <c:pt idx="1093">
                  <c:v>13-05-2004</c:v>
                </c:pt>
                <c:pt idx="1094">
                  <c:v>14-05-2004</c:v>
                </c:pt>
                <c:pt idx="1095">
                  <c:v>17-05-2004</c:v>
                </c:pt>
                <c:pt idx="1096">
                  <c:v>18-05-2004</c:v>
                </c:pt>
                <c:pt idx="1097">
                  <c:v>19-05-2004</c:v>
                </c:pt>
                <c:pt idx="1098">
                  <c:v>20-05-2004</c:v>
                </c:pt>
                <c:pt idx="1099">
                  <c:v>21-05-2004</c:v>
                </c:pt>
                <c:pt idx="1100">
                  <c:v>24-05-2004</c:v>
                </c:pt>
                <c:pt idx="1101">
                  <c:v>25-05-2004</c:v>
                </c:pt>
                <c:pt idx="1102">
                  <c:v>26-05-2004</c:v>
                </c:pt>
                <c:pt idx="1103">
                  <c:v>27-05-2004</c:v>
                </c:pt>
                <c:pt idx="1104">
                  <c:v>28-05-2004</c:v>
                </c:pt>
                <c:pt idx="1105">
                  <c:v>31-05-2004</c:v>
                </c:pt>
                <c:pt idx="1106">
                  <c:v>01-06-2004</c:v>
                </c:pt>
                <c:pt idx="1107">
                  <c:v>02-06-2004</c:v>
                </c:pt>
                <c:pt idx="1108">
                  <c:v>03-06-2004</c:v>
                </c:pt>
                <c:pt idx="1109">
                  <c:v>04-06-2004</c:v>
                </c:pt>
                <c:pt idx="1110">
                  <c:v>07-06-2004</c:v>
                </c:pt>
                <c:pt idx="1111">
                  <c:v>08-06-2004</c:v>
                </c:pt>
                <c:pt idx="1112">
                  <c:v>09-06-2004</c:v>
                </c:pt>
                <c:pt idx="1113">
                  <c:v>10-06-2004</c:v>
                </c:pt>
                <c:pt idx="1114">
                  <c:v>11-06-2004</c:v>
                </c:pt>
                <c:pt idx="1115">
                  <c:v>14-06-2004</c:v>
                </c:pt>
                <c:pt idx="1116">
                  <c:v>15-06-2004</c:v>
                </c:pt>
                <c:pt idx="1117">
                  <c:v>16-06-2004</c:v>
                </c:pt>
                <c:pt idx="1118">
                  <c:v>17-06-2004</c:v>
                </c:pt>
                <c:pt idx="1119">
                  <c:v>18-06-2004</c:v>
                </c:pt>
                <c:pt idx="1120">
                  <c:v>21-06-2004</c:v>
                </c:pt>
                <c:pt idx="1121">
                  <c:v>22-06-2004</c:v>
                </c:pt>
                <c:pt idx="1122">
                  <c:v>23-06-2004</c:v>
                </c:pt>
                <c:pt idx="1123">
                  <c:v>24-06-2004</c:v>
                </c:pt>
                <c:pt idx="1124">
                  <c:v>25-06-2004</c:v>
                </c:pt>
                <c:pt idx="1125">
                  <c:v>28-06-2004</c:v>
                </c:pt>
                <c:pt idx="1126">
                  <c:v>29-06-2004</c:v>
                </c:pt>
                <c:pt idx="1127">
                  <c:v>30-06-2004</c:v>
                </c:pt>
                <c:pt idx="1128">
                  <c:v>01-07-2004</c:v>
                </c:pt>
                <c:pt idx="1129">
                  <c:v>02-07-2004</c:v>
                </c:pt>
                <c:pt idx="1130">
                  <c:v>05-07-2004</c:v>
                </c:pt>
                <c:pt idx="1131">
                  <c:v>06-07-2004</c:v>
                </c:pt>
                <c:pt idx="1132">
                  <c:v>07-07-2004</c:v>
                </c:pt>
                <c:pt idx="1133">
                  <c:v>08-07-2004</c:v>
                </c:pt>
                <c:pt idx="1134">
                  <c:v>09-07-2004</c:v>
                </c:pt>
                <c:pt idx="1135">
                  <c:v>12-07-2004</c:v>
                </c:pt>
                <c:pt idx="1136">
                  <c:v>13-07-2004</c:v>
                </c:pt>
                <c:pt idx="1137">
                  <c:v>14-07-2004</c:v>
                </c:pt>
                <c:pt idx="1138">
                  <c:v>15-07-2004</c:v>
                </c:pt>
                <c:pt idx="1139">
                  <c:v>16-07-2004</c:v>
                </c:pt>
                <c:pt idx="1140">
                  <c:v>19-07-2004</c:v>
                </c:pt>
                <c:pt idx="1141">
                  <c:v>20-07-2004</c:v>
                </c:pt>
                <c:pt idx="1142">
                  <c:v>21-07-2004</c:v>
                </c:pt>
                <c:pt idx="1143">
                  <c:v>22-07-2004</c:v>
                </c:pt>
                <c:pt idx="1144">
                  <c:v>23-07-2004</c:v>
                </c:pt>
                <c:pt idx="1145">
                  <c:v>26-07-2004</c:v>
                </c:pt>
                <c:pt idx="1146">
                  <c:v>27-07-2004</c:v>
                </c:pt>
                <c:pt idx="1147">
                  <c:v>28-07-2004</c:v>
                </c:pt>
                <c:pt idx="1148">
                  <c:v>29-07-2004</c:v>
                </c:pt>
                <c:pt idx="1149">
                  <c:v>30-07-2004</c:v>
                </c:pt>
                <c:pt idx="1150">
                  <c:v>02-08-2004</c:v>
                </c:pt>
                <c:pt idx="1151">
                  <c:v>03-08-2004</c:v>
                </c:pt>
                <c:pt idx="1152">
                  <c:v>04-08-2004</c:v>
                </c:pt>
                <c:pt idx="1153">
                  <c:v>05-08-2004</c:v>
                </c:pt>
                <c:pt idx="1154">
                  <c:v>06-08-2004</c:v>
                </c:pt>
                <c:pt idx="1155">
                  <c:v>09-08-2004</c:v>
                </c:pt>
                <c:pt idx="1156">
                  <c:v>10-08-2004</c:v>
                </c:pt>
                <c:pt idx="1157">
                  <c:v>11-08-2004</c:v>
                </c:pt>
                <c:pt idx="1158">
                  <c:v>12-08-2004</c:v>
                </c:pt>
                <c:pt idx="1159">
                  <c:v>13-08-2004</c:v>
                </c:pt>
                <c:pt idx="1160">
                  <c:v>16-08-2004</c:v>
                </c:pt>
                <c:pt idx="1161">
                  <c:v>17-08-2004</c:v>
                </c:pt>
                <c:pt idx="1162">
                  <c:v>18-08-2004</c:v>
                </c:pt>
                <c:pt idx="1163">
                  <c:v>19-08-2004</c:v>
                </c:pt>
                <c:pt idx="1164">
                  <c:v>20-08-2004</c:v>
                </c:pt>
                <c:pt idx="1165">
                  <c:v>23-08-2004</c:v>
                </c:pt>
                <c:pt idx="1166">
                  <c:v>24-08-2004</c:v>
                </c:pt>
                <c:pt idx="1167">
                  <c:v>25-08-2004</c:v>
                </c:pt>
                <c:pt idx="1168">
                  <c:v>26-08-2004</c:v>
                </c:pt>
                <c:pt idx="1169">
                  <c:v>27-08-2004</c:v>
                </c:pt>
                <c:pt idx="1170">
                  <c:v>30-08-2004</c:v>
                </c:pt>
                <c:pt idx="1171">
                  <c:v>31-08-2004</c:v>
                </c:pt>
                <c:pt idx="1172">
                  <c:v>01-09-2004</c:v>
                </c:pt>
                <c:pt idx="1173">
                  <c:v>02-09-2004</c:v>
                </c:pt>
                <c:pt idx="1174">
                  <c:v>03-09-2004</c:v>
                </c:pt>
                <c:pt idx="1175">
                  <c:v>06-09-2004</c:v>
                </c:pt>
                <c:pt idx="1176">
                  <c:v>07-09-2004</c:v>
                </c:pt>
                <c:pt idx="1177">
                  <c:v>08-09-2004</c:v>
                </c:pt>
                <c:pt idx="1178">
                  <c:v>09-09-2004</c:v>
                </c:pt>
                <c:pt idx="1179">
                  <c:v>10-09-2004</c:v>
                </c:pt>
                <c:pt idx="1180">
                  <c:v>13-09-2004</c:v>
                </c:pt>
                <c:pt idx="1181">
                  <c:v>14-09-2004</c:v>
                </c:pt>
                <c:pt idx="1182">
                  <c:v>15-09-2004</c:v>
                </c:pt>
                <c:pt idx="1183">
                  <c:v>16-09-2004</c:v>
                </c:pt>
                <c:pt idx="1184">
                  <c:v>17-09-2004</c:v>
                </c:pt>
                <c:pt idx="1185">
                  <c:v>20-09-2004</c:v>
                </c:pt>
                <c:pt idx="1186">
                  <c:v>21-09-2004</c:v>
                </c:pt>
                <c:pt idx="1187">
                  <c:v>22-09-2004</c:v>
                </c:pt>
                <c:pt idx="1188">
                  <c:v>23-09-2004</c:v>
                </c:pt>
                <c:pt idx="1189">
                  <c:v>24-09-2004</c:v>
                </c:pt>
                <c:pt idx="1190">
                  <c:v>27-09-2004</c:v>
                </c:pt>
                <c:pt idx="1191">
                  <c:v>28-09-2004</c:v>
                </c:pt>
                <c:pt idx="1192">
                  <c:v>29-09-2004</c:v>
                </c:pt>
                <c:pt idx="1193">
                  <c:v>30-09-2004</c:v>
                </c:pt>
                <c:pt idx="1194">
                  <c:v>01-10-2004</c:v>
                </c:pt>
                <c:pt idx="1195">
                  <c:v>04-10-2004</c:v>
                </c:pt>
                <c:pt idx="1196">
                  <c:v>05-10-2004</c:v>
                </c:pt>
                <c:pt idx="1197">
                  <c:v>06-10-2004</c:v>
                </c:pt>
                <c:pt idx="1198">
                  <c:v>07-10-2004</c:v>
                </c:pt>
                <c:pt idx="1199">
                  <c:v>08-10-2004</c:v>
                </c:pt>
                <c:pt idx="1200">
                  <c:v>09-10-2004</c:v>
                </c:pt>
                <c:pt idx="1201">
                  <c:v>11-10-2004</c:v>
                </c:pt>
                <c:pt idx="1202">
                  <c:v>12-10-2004</c:v>
                </c:pt>
                <c:pt idx="1203">
                  <c:v>14-10-2004</c:v>
                </c:pt>
                <c:pt idx="1204">
                  <c:v>15-10-2004</c:v>
                </c:pt>
                <c:pt idx="1205">
                  <c:v>18-10-2004</c:v>
                </c:pt>
                <c:pt idx="1206">
                  <c:v>19-10-2004</c:v>
                </c:pt>
                <c:pt idx="1207">
                  <c:v>20-10-2004</c:v>
                </c:pt>
                <c:pt idx="1208">
                  <c:v>21-10-2004</c:v>
                </c:pt>
                <c:pt idx="1209">
                  <c:v>25-10-2004</c:v>
                </c:pt>
                <c:pt idx="1210">
                  <c:v>26-10-2004</c:v>
                </c:pt>
                <c:pt idx="1211">
                  <c:v>27-10-2004</c:v>
                </c:pt>
                <c:pt idx="1212">
                  <c:v>28-10-2004</c:v>
                </c:pt>
                <c:pt idx="1213">
                  <c:v>29-10-2004</c:v>
                </c:pt>
                <c:pt idx="1214">
                  <c:v>01-11-2004</c:v>
                </c:pt>
                <c:pt idx="1215">
                  <c:v>02-11-2004</c:v>
                </c:pt>
                <c:pt idx="1216">
                  <c:v>03-11-2004</c:v>
                </c:pt>
                <c:pt idx="1217">
                  <c:v>04-11-2004</c:v>
                </c:pt>
                <c:pt idx="1218">
                  <c:v>05-11-2004</c:v>
                </c:pt>
                <c:pt idx="1219">
                  <c:v>08-11-2004</c:v>
                </c:pt>
                <c:pt idx="1220">
                  <c:v>09-11-2004</c:v>
                </c:pt>
                <c:pt idx="1221">
                  <c:v>10-11-2004</c:v>
                </c:pt>
                <c:pt idx="1222">
                  <c:v>11-11-2004</c:v>
                </c:pt>
                <c:pt idx="1223">
                  <c:v>12-11-2004</c:v>
                </c:pt>
                <c:pt idx="1224">
                  <c:v>16-11-2004</c:v>
                </c:pt>
                <c:pt idx="1225">
                  <c:v>17-11-2004</c:v>
                </c:pt>
                <c:pt idx="1226">
                  <c:v>18-11-2004</c:v>
                </c:pt>
                <c:pt idx="1227">
                  <c:v>19-11-2004</c:v>
                </c:pt>
                <c:pt idx="1228">
                  <c:v>22-11-2004</c:v>
                </c:pt>
                <c:pt idx="1229">
                  <c:v>23-11-2004</c:v>
                </c:pt>
                <c:pt idx="1230">
                  <c:v>24-11-2004</c:v>
                </c:pt>
                <c:pt idx="1231">
                  <c:v>25-11-2004</c:v>
                </c:pt>
                <c:pt idx="1232">
                  <c:v>29-11-2004</c:v>
                </c:pt>
                <c:pt idx="1233">
                  <c:v>30-11-2004</c:v>
                </c:pt>
                <c:pt idx="1234">
                  <c:v>01-12-2004</c:v>
                </c:pt>
                <c:pt idx="1235">
                  <c:v>02-12-2004</c:v>
                </c:pt>
                <c:pt idx="1236">
                  <c:v>03-12-2004</c:v>
                </c:pt>
                <c:pt idx="1237">
                  <c:v>06-12-2004</c:v>
                </c:pt>
                <c:pt idx="1238">
                  <c:v>07-12-2004</c:v>
                </c:pt>
                <c:pt idx="1239">
                  <c:v>08-12-2004</c:v>
                </c:pt>
                <c:pt idx="1240">
                  <c:v>09-12-2004</c:v>
                </c:pt>
                <c:pt idx="1241">
                  <c:v>10-12-2004</c:v>
                </c:pt>
                <c:pt idx="1242">
                  <c:v>13-12-2004</c:v>
                </c:pt>
                <c:pt idx="1243">
                  <c:v>14-12-2004</c:v>
                </c:pt>
                <c:pt idx="1244">
                  <c:v>15-12-2004</c:v>
                </c:pt>
                <c:pt idx="1245">
                  <c:v>16-12-2004</c:v>
                </c:pt>
                <c:pt idx="1246">
                  <c:v>17-12-2004</c:v>
                </c:pt>
                <c:pt idx="1247">
                  <c:v>20-12-2004</c:v>
                </c:pt>
                <c:pt idx="1248">
                  <c:v>21-12-2004</c:v>
                </c:pt>
                <c:pt idx="1249">
                  <c:v>22-12-2004</c:v>
                </c:pt>
                <c:pt idx="1250">
                  <c:v>23-12-2004</c:v>
                </c:pt>
                <c:pt idx="1251">
                  <c:v>24-12-2004</c:v>
                </c:pt>
                <c:pt idx="1252">
                  <c:v>27-12-2004</c:v>
                </c:pt>
                <c:pt idx="1253">
                  <c:v>28-12-2004</c:v>
                </c:pt>
                <c:pt idx="1254">
                  <c:v>29-12-2004</c:v>
                </c:pt>
                <c:pt idx="1255">
                  <c:v>30-12-2004</c:v>
                </c:pt>
                <c:pt idx="1256">
                  <c:v>31-12-2004</c:v>
                </c:pt>
                <c:pt idx="1257">
                  <c:v>03-01-2005</c:v>
                </c:pt>
                <c:pt idx="1258">
                  <c:v>04-01-2005</c:v>
                </c:pt>
                <c:pt idx="1259">
                  <c:v>05-01-2005</c:v>
                </c:pt>
                <c:pt idx="1260">
                  <c:v>06-01-2005</c:v>
                </c:pt>
                <c:pt idx="1261">
                  <c:v>07-01-2005</c:v>
                </c:pt>
                <c:pt idx="1262">
                  <c:v>10-01-2005</c:v>
                </c:pt>
                <c:pt idx="1263">
                  <c:v>11-01-2005</c:v>
                </c:pt>
                <c:pt idx="1264">
                  <c:v>12-01-2005</c:v>
                </c:pt>
                <c:pt idx="1265">
                  <c:v>13-01-2005</c:v>
                </c:pt>
                <c:pt idx="1266">
                  <c:v>14-01-2005</c:v>
                </c:pt>
                <c:pt idx="1267">
                  <c:v>17-01-2005</c:v>
                </c:pt>
                <c:pt idx="1268">
                  <c:v>18-01-2005</c:v>
                </c:pt>
                <c:pt idx="1269">
                  <c:v>19-01-2005</c:v>
                </c:pt>
                <c:pt idx="1270">
                  <c:v>20-01-2005</c:v>
                </c:pt>
                <c:pt idx="1271">
                  <c:v>24-01-2005</c:v>
                </c:pt>
                <c:pt idx="1272">
                  <c:v>25-01-2005</c:v>
                </c:pt>
                <c:pt idx="1273">
                  <c:v>27-01-2005</c:v>
                </c:pt>
                <c:pt idx="1274">
                  <c:v>28-01-2005</c:v>
                </c:pt>
                <c:pt idx="1275">
                  <c:v>31-01-2005</c:v>
                </c:pt>
                <c:pt idx="1276">
                  <c:v>01-02-2005</c:v>
                </c:pt>
                <c:pt idx="1277">
                  <c:v>02-02-2005</c:v>
                </c:pt>
                <c:pt idx="1278">
                  <c:v>03-02-2005</c:v>
                </c:pt>
                <c:pt idx="1279">
                  <c:v>04-02-2005</c:v>
                </c:pt>
                <c:pt idx="1280">
                  <c:v>07-02-2005</c:v>
                </c:pt>
                <c:pt idx="1281">
                  <c:v>08-02-2005</c:v>
                </c:pt>
                <c:pt idx="1282">
                  <c:v>09-02-2005</c:v>
                </c:pt>
                <c:pt idx="1283">
                  <c:v>10-02-2005</c:v>
                </c:pt>
                <c:pt idx="1284">
                  <c:v>11-02-2005</c:v>
                </c:pt>
                <c:pt idx="1285">
                  <c:v>14-02-2005</c:v>
                </c:pt>
                <c:pt idx="1286">
                  <c:v>15-02-2005</c:v>
                </c:pt>
                <c:pt idx="1287">
                  <c:v>16-02-2005</c:v>
                </c:pt>
                <c:pt idx="1288">
                  <c:v>17-02-2005</c:v>
                </c:pt>
                <c:pt idx="1289">
                  <c:v>18-02-2005</c:v>
                </c:pt>
                <c:pt idx="1290">
                  <c:v>21-02-2005</c:v>
                </c:pt>
                <c:pt idx="1291">
                  <c:v>22-02-2005</c:v>
                </c:pt>
                <c:pt idx="1292">
                  <c:v>23-02-2005</c:v>
                </c:pt>
                <c:pt idx="1293">
                  <c:v>24-02-2005</c:v>
                </c:pt>
                <c:pt idx="1294">
                  <c:v>25-02-2005</c:v>
                </c:pt>
                <c:pt idx="1295">
                  <c:v>28-02-2005</c:v>
                </c:pt>
                <c:pt idx="1296">
                  <c:v>01-03-2005</c:v>
                </c:pt>
                <c:pt idx="1297">
                  <c:v>02-03-2005</c:v>
                </c:pt>
                <c:pt idx="1298">
                  <c:v>03-03-2005</c:v>
                </c:pt>
                <c:pt idx="1299">
                  <c:v>04-03-2005</c:v>
                </c:pt>
                <c:pt idx="1300">
                  <c:v>07-03-2005</c:v>
                </c:pt>
                <c:pt idx="1301">
                  <c:v>08-03-2005</c:v>
                </c:pt>
                <c:pt idx="1302">
                  <c:v>09-03-2005</c:v>
                </c:pt>
                <c:pt idx="1303">
                  <c:v>10-03-2005</c:v>
                </c:pt>
                <c:pt idx="1304">
                  <c:v>11-03-2005</c:v>
                </c:pt>
                <c:pt idx="1305">
                  <c:v>14-03-2005</c:v>
                </c:pt>
                <c:pt idx="1306">
                  <c:v>15-03-2005</c:v>
                </c:pt>
                <c:pt idx="1307">
                  <c:v>16-03-2005</c:v>
                </c:pt>
                <c:pt idx="1308">
                  <c:v>17-03-2005</c:v>
                </c:pt>
                <c:pt idx="1309">
                  <c:v>18-03-2005</c:v>
                </c:pt>
                <c:pt idx="1310">
                  <c:v>21-03-2005</c:v>
                </c:pt>
                <c:pt idx="1311">
                  <c:v>22-03-2005</c:v>
                </c:pt>
                <c:pt idx="1312">
                  <c:v>23-03-2005</c:v>
                </c:pt>
                <c:pt idx="1313">
                  <c:v>24-03-2005</c:v>
                </c:pt>
                <c:pt idx="1314">
                  <c:v>28-03-2005</c:v>
                </c:pt>
                <c:pt idx="1315">
                  <c:v>29-03-2005</c:v>
                </c:pt>
                <c:pt idx="1316">
                  <c:v>30-03-2005</c:v>
                </c:pt>
                <c:pt idx="1317">
                  <c:v>31-03-2005</c:v>
                </c:pt>
                <c:pt idx="1318">
                  <c:v>01-04-2005</c:v>
                </c:pt>
                <c:pt idx="1319">
                  <c:v>04-04-2005</c:v>
                </c:pt>
                <c:pt idx="1320">
                  <c:v>05-04-2005</c:v>
                </c:pt>
                <c:pt idx="1321">
                  <c:v>06-04-2005</c:v>
                </c:pt>
                <c:pt idx="1322">
                  <c:v>07-04-2005</c:v>
                </c:pt>
                <c:pt idx="1323">
                  <c:v>08-04-2005</c:v>
                </c:pt>
                <c:pt idx="1324">
                  <c:v>11-04-2005</c:v>
                </c:pt>
                <c:pt idx="1325">
                  <c:v>12-04-2005</c:v>
                </c:pt>
                <c:pt idx="1326">
                  <c:v>13-04-2005</c:v>
                </c:pt>
                <c:pt idx="1327">
                  <c:v>15-04-2005</c:v>
                </c:pt>
                <c:pt idx="1328">
                  <c:v>18-04-2005</c:v>
                </c:pt>
                <c:pt idx="1329">
                  <c:v>19-04-2005</c:v>
                </c:pt>
                <c:pt idx="1330">
                  <c:v>20-04-2005</c:v>
                </c:pt>
                <c:pt idx="1331">
                  <c:v>21-04-2005</c:v>
                </c:pt>
                <c:pt idx="1332">
                  <c:v>22-04-2005</c:v>
                </c:pt>
                <c:pt idx="1333">
                  <c:v>25-04-2005</c:v>
                </c:pt>
                <c:pt idx="1334">
                  <c:v>26-04-2005</c:v>
                </c:pt>
                <c:pt idx="1335">
                  <c:v>27-04-2005</c:v>
                </c:pt>
                <c:pt idx="1336">
                  <c:v>28-04-2005</c:v>
                </c:pt>
                <c:pt idx="1337">
                  <c:v>29-04-2005</c:v>
                </c:pt>
                <c:pt idx="1338">
                  <c:v>02-05-2005</c:v>
                </c:pt>
                <c:pt idx="1339">
                  <c:v>03-05-2005</c:v>
                </c:pt>
                <c:pt idx="1340">
                  <c:v>04-05-2005</c:v>
                </c:pt>
                <c:pt idx="1341">
                  <c:v>05-05-2005</c:v>
                </c:pt>
                <c:pt idx="1342">
                  <c:v>06-05-2005</c:v>
                </c:pt>
                <c:pt idx="1343">
                  <c:v>09-05-2005</c:v>
                </c:pt>
                <c:pt idx="1344">
                  <c:v>10-05-2005</c:v>
                </c:pt>
                <c:pt idx="1345">
                  <c:v>11-05-2005</c:v>
                </c:pt>
                <c:pt idx="1346">
                  <c:v>12-05-2005</c:v>
                </c:pt>
                <c:pt idx="1347">
                  <c:v>13-05-2005</c:v>
                </c:pt>
                <c:pt idx="1348">
                  <c:v>16-05-2005</c:v>
                </c:pt>
                <c:pt idx="1349">
                  <c:v>17-05-2005</c:v>
                </c:pt>
                <c:pt idx="1350">
                  <c:v>18-05-2005</c:v>
                </c:pt>
                <c:pt idx="1351">
                  <c:v>19-05-2005</c:v>
                </c:pt>
                <c:pt idx="1352">
                  <c:v>20-05-2005</c:v>
                </c:pt>
                <c:pt idx="1353">
                  <c:v>23-05-2005</c:v>
                </c:pt>
                <c:pt idx="1354">
                  <c:v>24-05-2005</c:v>
                </c:pt>
                <c:pt idx="1355">
                  <c:v>25-05-2005</c:v>
                </c:pt>
                <c:pt idx="1356">
                  <c:v>26-05-2005</c:v>
                </c:pt>
                <c:pt idx="1357">
                  <c:v>27-05-2005</c:v>
                </c:pt>
                <c:pt idx="1358">
                  <c:v>30-05-2005</c:v>
                </c:pt>
                <c:pt idx="1359">
                  <c:v>31-05-2005</c:v>
                </c:pt>
                <c:pt idx="1360">
                  <c:v>01-06-2005</c:v>
                </c:pt>
                <c:pt idx="1361">
                  <c:v>02-06-2005</c:v>
                </c:pt>
                <c:pt idx="1362">
                  <c:v>03-06-2005</c:v>
                </c:pt>
                <c:pt idx="1363">
                  <c:v>04-06-2005</c:v>
                </c:pt>
                <c:pt idx="1364">
                  <c:v>06-06-2005</c:v>
                </c:pt>
                <c:pt idx="1365">
                  <c:v>07-06-2005</c:v>
                </c:pt>
                <c:pt idx="1366">
                  <c:v>08-06-2005</c:v>
                </c:pt>
                <c:pt idx="1367">
                  <c:v>09-06-2005</c:v>
                </c:pt>
                <c:pt idx="1368">
                  <c:v>10-06-2005</c:v>
                </c:pt>
                <c:pt idx="1369">
                  <c:v>13-06-2005</c:v>
                </c:pt>
                <c:pt idx="1370">
                  <c:v>14-06-2005</c:v>
                </c:pt>
                <c:pt idx="1371">
                  <c:v>15-06-2005</c:v>
                </c:pt>
                <c:pt idx="1372">
                  <c:v>16-06-2005</c:v>
                </c:pt>
                <c:pt idx="1373">
                  <c:v>17-06-2005</c:v>
                </c:pt>
                <c:pt idx="1374">
                  <c:v>20-06-2005</c:v>
                </c:pt>
                <c:pt idx="1375">
                  <c:v>21-06-2005</c:v>
                </c:pt>
                <c:pt idx="1376">
                  <c:v>22-06-2005</c:v>
                </c:pt>
                <c:pt idx="1377">
                  <c:v>23-06-2005</c:v>
                </c:pt>
                <c:pt idx="1378">
                  <c:v>24-06-2005</c:v>
                </c:pt>
                <c:pt idx="1379">
                  <c:v>27-06-2005</c:v>
                </c:pt>
                <c:pt idx="1380">
                  <c:v>28-06-2005</c:v>
                </c:pt>
                <c:pt idx="1381">
                  <c:v>29-06-2005</c:v>
                </c:pt>
                <c:pt idx="1382">
                  <c:v>30-06-2005</c:v>
                </c:pt>
                <c:pt idx="1383">
                  <c:v>01-07-2005</c:v>
                </c:pt>
                <c:pt idx="1384">
                  <c:v>04-07-2005</c:v>
                </c:pt>
                <c:pt idx="1385">
                  <c:v>05-07-2005</c:v>
                </c:pt>
                <c:pt idx="1386">
                  <c:v>06-07-2005</c:v>
                </c:pt>
                <c:pt idx="1387">
                  <c:v>07-07-2005</c:v>
                </c:pt>
                <c:pt idx="1388">
                  <c:v>08-07-2005</c:v>
                </c:pt>
                <c:pt idx="1389">
                  <c:v>11-07-2005</c:v>
                </c:pt>
                <c:pt idx="1390">
                  <c:v>12-07-2005</c:v>
                </c:pt>
                <c:pt idx="1391">
                  <c:v>13-07-2005</c:v>
                </c:pt>
                <c:pt idx="1392">
                  <c:v>14-07-2005</c:v>
                </c:pt>
                <c:pt idx="1393">
                  <c:v>15-07-2005</c:v>
                </c:pt>
                <c:pt idx="1394">
                  <c:v>18-07-2005</c:v>
                </c:pt>
                <c:pt idx="1395">
                  <c:v>19-07-2005</c:v>
                </c:pt>
                <c:pt idx="1396">
                  <c:v>20-07-2005</c:v>
                </c:pt>
                <c:pt idx="1397">
                  <c:v>21-07-2005</c:v>
                </c:pt>
                <c:pt idx="1398">
                  <c:v>22-07-2005</c:v>
                </c:pt>
                <c:pt idx="1399">
                  <c:v>25-07-2005</c:v>
                </c:pt>
                <c:pt idx="1400">
                  <c:v>26-07-2005</c:v>
                </c:pt>
                <c:pt idx="1401">
                  <c:v>27-07-2005</c:v>
                </c:pt>
                <c:pt idx="1402">
                  <c:v>29-07-2005</c:v>
                </c:pt>
                <c:pt idx="1403">
                  <c:v>01-08-2005</c:v>
                </c:pt>
                <c:pt idx="1404">
                  <c:v>02-08-2005</c:v>
                </c:pt>
                <c:pt idx="1405">
                  <c:v>03-08-2005</c:v>
                </c:pt>
                <c:pt idx="1406">
                  <c:v>04-08-2005</c:v>
                </c:pt>
                <c:pt idx="1407">
                  <c:v>05-08-2005</c:v>
                </c:pt>
                <c:pt idx="1408">
                  <c:v>08-08-2005</c:v>
                </c:pt>
                <c:pt idx="1409">
                  <c:v>09-08-2005</c:v>
                </c:pt>
                <c:pt idx="1410">
                  <c:v>10-08-2005</c:v>
                </c:pt>
                <c:pt idx="1411">
                  <c:v>11-08-2005</c:v>
                </c:pt>
                <c:pt idx="1412">
                  <c:v>12-08-2005</c:v>
                </c:pt>
                <c:pt idx="1413">
                  <c:v>16-08-2005</c:v>
                </c:pt>
                <c:pt idx="1414">
                  <c:v>17-08-2005</c:v>
                </c:pt>
                <c:pt idx="1415">
                  <c:v>18-08-2005</c:v>
                </c:pt>
                <c:pt idx="1416">
                  <c:v>19-08-2005</c:v>
                </c:pt>
                <c:pt idx="1417">
                  <c:v>22-08-2005</c:v>
                </c:pt>
                <c:pt idx="1418">
                  <c:v>23-08-2005</c:v>
                </c:pt>
                <c:pt idx="1419">
                  <c:v>24-08-2005</c:v>
                </c:pt>
                <c:pt idx="1420">
                  <c:v>25-08-2005</c:v>
                </c:pt>
                <c:pt idx="1421">
                  <c:v>26-08-2005</c:v>
                </c:pt>
                <c:pt idx="1422">
                  <c:v>29-08-2005</c:v>
                </c:pt>
                <c:pt idx="1423">
                  <c:v>30-08-2005</c:v>
                </c:pt>
                <c:pt idx="1424">
                  <c:v>31-08-2005</c:v>
                </c:pt>
                <c:pt idx="1425">
                  <c:v>01-09-2005</c:v>
                </c:pt>
                <c:pt idx="1426">
                  <c:v>02-09-2005</c:v>
                </c:pt>
                <c:pt idx="1427">
                  <c:v>05-09-2005</c:v>
                </c:pt>
                <c:pt idx="1428">
                  <c:v>06-09-2005</c:v>
                </c:pt>
                <c:pt idx="1429">
                  <c:v>08-09-2005</c:v>
                </c:pt>
                <c:pt idx="1430">
                  <c:v>09-09-2005</c:v>
                </c:pt>
                <c:pt idx="1431">
                  <c:v>12-09-2005</c:v>
                </c:pt>
                <c:pt idx="1432">
                  <c:v>13-09-2005</c:v>
                </c:pt>
                <c:pt idx="1433">
                  <c:v>14-09-2005</c:v>
                </c:pt>
                <c:pt idx="1434">
                  <c:v>15-09-2005</c:v>
                </c:pt>
                <c:pt idx="1435">
                  <c:v>16-09-2005</c:v>
                </c:pt>
                <c:pt idx="1436">
                  <c:v>19-09-2005</c:v>
                </c:pt>
                <c:pt idx="1437">
                  <c:v>20-09-2005</c:v>
                </c:pt>
                <c:pt idx="1438">
                  <c:v>21-09-2005</c:v>
                </c:pt>
                <c:pt idx="1439">
                  <c:v>22-09-2005</c:v>
                </c:pt>
                <c:pt idx="1440">
                  <c:v>23-09-2005</c:v>
                </c:pt>
                <c:pt idx="1441">
                  <c:v>26-09-2005</c:v>
                </c:pt>
                <c:pt idx="1442">
                  <c:v>27-09-2005</c:v>
                </c:pt>
                <c:pt idx="1443">
                  <c:v>28-09-2005</c:v>
                </c:pt>
                <c:pt idx="1444">
                  <c:v>29-09-2005</c:v>
                </c:pt>
                <c:pt idx="1445">
                  <c:v>30-09-2005</c:v>
                </c:pt>
                <c:pt idx="1446">
                  <c:v>03-10-2005</c:v>
                </c:pt>
                <c:pt idx="1447">
                  <c:v>04-10-2005</c:v>
                </c:pt>
                <c:pt idx="1448">
                  <c:v>05-10-2005</c:v>
                </c:pt>
                <c:pt idx="1449">
                  <c:v>06-10-2005</c:v>
                </c:pt>
                <c:pt idx="1450">
                  <c:v>07-10-2005</c:v>
                </c:pt>
                <c:pt idx="1451">
                  <c:v>10-10-2005</c:v>
                </c:pt>
                <c:pt idx="1452">
                  <c:v>11-10-2005</c:v>
                </c:pt>
                <c:pt idx="1453">
                  <c:v>13-10-2005</c:v>
                </c:pt>
                <c:pt idx="1454">
                  <c:v>14-10-2005</c:v>
                </c:pt>
                <c:pt idx="1455">
                  <c:v>17-10-2005</c:v>
                </c:pt>
                <c:pt idx="1456">
                  <c:v>18-10-2005</c:v>
                </c:pt>
                <c:pt idx="1457">
                  <c:v>19-10-2005</c:v>
                </c:pt>
                <c:pt idx="1458">
                  <c:v>20-10-2005</c:v>
                </c:pt>
                <c:pt idx="1459">
                  <c:v>21-10-2005</c:v>
                </c:pt>
                <c:pt idx="1460">
                  <c:v>24-10-2005</c:v>
                </c:pt>
                <c:pt idx="1461">
                  <c:v>25-10-2005</c:v>
                </c:pt>
                <c:pt idx="1462">
                  <c:v>26-10-2005</c:v>
                </c:pt>
                <c:pt idx="1463">
                  <c:v>27-10-2005</c:v>
                </c:pt>
                <c:pt idx="1464">
                  <c:v>28-10-2005</c:v>
                </c:pt>
                <c:pt idx="1465">
                  <c:v>31-10-2005</c:v>
                </c:pt>
                <c:pt idx="1466">
                  <c:v>01-11-2005</c:v>
                </c:pt>
                <c:pt idx="1467">
                  <c:v>02-11-2005</c:v>
                </c:pt>
                <c:pt idx="1468">
                  <c:v>07-11-2005</c:v>
                </c:pt>
                <c:pt idx="1469">
                  <c:v>08-11-2005</c:v>
                </c:pt>
                <c:pt idx="1470">
                  <c:v>09-11-2005</c:v>
                </c:pt>
                <c:pt idx="1471">
                  <c:v>10-11-2005</c:v>
                </c:pt>
                <c:pt idx="1472">
                  <c:v>11-11-2005</c:v>
                </c:pt>
                <c:pt idx="1473">
                  <c:v>14-11-2005</c:v>
                </c:pt>
                <c:pt idx="1474">
                  <c:v>16-11-2005</c:v>
                </c:pt>
                <c:pt idx="1475">
                  <c:v>17-11-2005</c:v>
                </c:pt>
                <c:pt idx="1476">
                  <c:v>18-11-2005</c:v>
                </c:pt>
                <c:pt idx="1477">
                  <c:v>21-11-2005</c:v>
                </c:pt>
                <c:pt idx="1478">
                  <c:v>22-11-2005</c:v>
                </c:pt>
                <c:pt idx="1479">
                  <c:v>23-11-2005</c:v>
                </c:pt>
                <c:pt idx="1480">
                  <c:v>24-11-2005</c:v>
                </c:pt>
                <c:pt idx="1481">
                  <c:v>25-11-2005</c:v>
                </c:pt>
                <c:pt idx="1482">
                  <c:v>26-11-2005</c:v>
                </c:pt>
                <c:pt idx="1483">
                  <c:v>28-11-2005</c:v>
                </c:pt>
                <c:pt idx="1484">
                  <c:v>29-11-2005</c:v>
                </c:pt>
                <c:pt idx="1485">
                  <c:v>30-11-2005</c:v>
                </c:pt>
                <c:pt idx="1486">
                  <c:v>01-12-2005</c:v>
                </c:pt>
                <c:pt idx="1487">
                  <c:v>02-12-2005</c:v>
                </c:pt>
                <c:pt idx="1488">
                  <c:v>05-12-2005</c:v>
                </c:pt>
                <c:pt idx="1489">
                  <c:v>06-12-2005</c:v>
                </c:pt>
                <c:pt idx="1490">
                  <c:v>07-12-2005</c:v>
                </c:pt>
                <c:pt idx="1491">
                  <c:v>08-12-2005</c:v>
                </c:pt>
                <c:pt idx="1492">
                  <c:v>09-12-2005</c:v>
                </c:pt>
                <c:pt idx="1493">
                  <c:v>12-12-2005</c:v>
                </c:pt>
                <c:pt idx="1494">
                  <c:v>13-12-2005</c:v>
                </c:pt>
                <c:pt idx="1495">
                  <c:v>14-12-2005</c:v>
                </c:pt>
                <c:pt idx="1496">
                  <c:v>15-12-2005</c:v>
                </c:pt>
                <c:pt idx="1497">
                  <c:v>16-12-2005</c:v>
                </c:pt>
                <c:pt idx="1498">
                  <c:v>19-12-2005</c:v>
                </c:pt>
                <c:pt idx="1499">
                  <c:v>20-12-2005</c:v>
                </c:pt>
                <c:pt idx="1500">
                  <c:v>21-12-2005</c:v>
                </c:pt>
                <c:pt idx="1501">
                  <c:v>22-12-2005</c:v>
                </c:pt>
                <c:pt idx="1502">
                  <c:v>23-12-2005</c:v>
                </c:pt>
                <c:pt idx="1503">
                  <c:v>26-12-2005</c:v>
                </c:pt>
                <c:pt idx="1504">
                  <c:v>27-12-2005</c:v>
                </c:pt>
                <c:pt idx="1505">
                  <c:v>28-12-2005</c:v>
                </c:pt>
                <c:pt idx="1506">
                  <c:v>29-12-2005</c:v>
                </c:pt>
                <c:pt idx="1507">
                  <c:v>30-12-2005</c:v>
                </c:pt>
                <c:pt idx="1508">
                  <c:v>02-01-2006</c:v>
                </c:pt>
                <c:pt idx="1509">
                  <c:v>03-01-2006</c:v>
                </c:pt>
                <c:pt idx="1510">
                  <c:v>04-01-2006</c:v>
                </c:pt>
                <c:pt idx="1511">
                  <c:v>05-01-2006</c:v>
                </c:pt>
                <c:pt idx="1512">
                  <c:v>06-01-2006</c:v>
                </c:pt>
                <c:pt idx="1513">
                  <c:v>09-01-2006</c:v>
                </c:pt>
                <c:pt idx="1514">
                  <c:v>10-01-2006</c:v>
                </c:pt>
                <c:pt idx="1515">
                  <c:v>12-01-2006</c:v>
                </c:pt>
                <c:pt idx="1516">
                  <c:v>13-01-2006</c:v>
                </c:pt>
                <c:pt idx="1517">
                  <c:v>16-01-2006</c:v>
                </c:pt>
                <c:pt idx="1518">
                  <c:v>17-01-2006</c:v>
                </c:pt>
                <c:pt idx="1519">
                  <c:v>18-01-2006</c:v>
                </c:pt>
                <c:pt idx="1520">
                  <c:v>19-01-2006</c:v>
                </c:pt>
                <c:pt idx="1521">
                  <c:v>20-01-2006</c:v>
                </c:pt>
                <c:pt idx="1522">
                  <c:v>23-01-2006</c:v>
                </c:pt>
                <c:pt idx="1523">
                  <c:v>24-01-2006</c:v>
                </c:pt>
                <c:pt idx="1524">
                  <c:v>25-01-2006</c:v>
                </c:pt>
                <c:pt idx="1525">
                  <c:v>27-01-2006</c:v>
                </c:pt>
                <c:pt idx="1526">
                  <c:v>30-01-2006</c:v>
                </c:pt>
                <c:pt idx="1527">
                  <c:v>31-01-2006</c:v>
                </c:pt>
                <c:pt idx="1528">
                  <c:v>01-02-2006</c:v>
                </c:pt>
                <c:pt idx="1529">
                  <c:v>02-02-2006</c:v>
                </c:pt>
                <c:pt idx="1530">
                  <c:v>03-02-2006</c:v>
                </c:pt>
                <c:pt idx="1531">
                  <c:v>06-02-2006</c:v>
                </c:pt>
                <c:pt idx="1532">
                  <c:v>07-02-2006</c:v>
                </c:pt>
                <c:pt idx="1533">
                  <c:v>08-02-2006</c:v>
                </c:pt>
                <c:pt idx="1534">
                  <c:v>10-02-2006</c:v>
                </c:pt>
                <c:pt idx="1535">
                  <c:v>13-02-2006</c:v>
                </c:pt>
                <c:pt idx="1536">
                  <c:v>14-02-2006</c:v>
                </c:pt>
                <c:pt idx="1537">
                  <c:v>15-02-2006</c:v>
                </c:pt>
                <c:pt idx="1538">
                  <c:v>16-02-2006</c:v>
                </c:pt>
                <c:pt idx="1539">
                  <c:v>17-02-2006</c:v>
                </c:pt>
                <c:pt idx="1540">
                  <c:v>20-02-2006</c:v>
                </c:pt>
                <c:pt idx="1541">
                  <c:v>21-02-2006</c:v>
                </c:pt>
                <c:pt idx="1542">
                  <c:v>22-02-2006</c:v>
                </c:pt>
                <c:pt idx="1543">
                  <c:v>23-02-2006</c:v>
                </c:pt>
                <c:pt idx="1544">
                  <c:v>24-02-2006</c:v>
                </c:pt>
                <c:pt idx="1545">
                  <c:v>27-02-2006</c:v>
                </c:pt>
                <c:pt idx="1546">
                  <c:v>28-02-2006</c:v>
                </c:pt>
                <c:pt idx="1547">
                  <c:v>01-03-2006</c:v>
                </c:pt>
                <c:pt idx="1548">
                  <c:v>02-03-2006</c:v>
                </c:pt>
                <c:pt idx="1549">
                  <c:v>03-03-2006</c:v>
                </c:pt>
                <c:pt idx="1550">
                  <c:v>06-03-2006</c:v>
                </c:pt>
                <c:pt idx="1551">
                  <c:v>07-03-2006</c:v>
                </c:pt>
                <c:pt idx="1552">
                  <c:v>08-03-2006</c:v>
                </c:pt>
                <c:pt idx="1553">
                  <c:v>09-03-2006</c:v>
                </c:pt>
                <c:pt idx="1554">
                  <c:v>10-03-2006</c:v>
                </c:pt>
                <c:pt idx="1555">
                  <c:v>13-03-2006</c:v>
                </c:pt>
                <c:pt idx="1556">
                  <c:v>14-03-2006</c:v>
                </c:pt>
                <c:pt idx="1557">
                  <c:v>16-03-2006</c:v>
                </c:pt>
                <c:pt idx="1558">
                  <c:v>17-03-2006</c:v>
                </c:pt>
                <c:pt idx="1559">
                  <c:v>20-03-2006</c:v>
                </c:pt>
                <c:pt idx="1560">
                  <c:v>21-03-2006</c:v>
                </c:pt>
                <c:pt idx="1561">
                  <c:v>22-03-2006</c:v>
                </c:pt>
                <c:pt idx="1562">
                  <c:v>23-03-2006</c:v>
                </c:pt>
                <c:pt idx="1563">
                  <c:v>24-03-2006</c:v>
                </c:pt>
                <c:pt idx="1564">
                  <c:v>27-03-2006</c:v>
                </c:pt>
                <c:pt idx="1565">
                  <c:v>28-03-2006</c:v>
                </c:pt>
                <c:pt idx="1566">
                  <c:v>29-03-2006</c:v>
                </c:pt>
                <c:pt idx="1567">
                  <c:v>30-03-2006</c:v>
                </c:pt>
                <c:pt idx="1568">
                  <c:v>31-03-2006</c:v>
                </c:pt>
                <c:pt idx="1569">
                  <c:v>03-04-2006</c:v>
                </c:pt>
                <c:pt idx="1570">
                  <c:v>04-04-2006</c:v>
                </c:pt>
                <c:pt idx="1571">
                  <c:v>05-04-2006</c:v>
                </c:pt>
                <c:pt idx="1572">
                  <c:v>07-04-2006</c:v>
                </c:pt>
                <c:pt idx="1573">
                  <c:v>10-04-2006</c:v>
                </c:pt>
                <c:pt idx="1574">
                  <c:v>12-04-2006</c:v>
                </c:pt>
                <c:pt idx="1575">
                  <c:v>13-04-2006</c:v>
                </c:pt>
                <c:pt idx="1576">
                  <c:v>17-04-2006</c:v>
                </c:pt>
                <c:pt idx="1577">
                  <c:v>18-04-2006</c:v>
                </c:pt>
                <c:pt idx="1578">
                  <c:v>19-04-2006</c:v>
                </c:pt>
                <c:pt idx="1579">
                  <c:v>20-04-2006</c:v>
                </c:pt>
                <c:pt idx="1580">
                  <c:v>21-04-2006</c:v>
                </c:pt>
                <c:pt idx="1581">
                  <c:v>24-04-2006</c:v>
                </c:pt>
                <c:pt idx="1582">
                  <c:v>25-04-2006</c:v>
                </c:pt>
                <c:pt idx="1583">
                  <c:v>26-04-2006</c:v>
                </c:pt>
                <c:pt idx="1584">
                  <c:v>27-04-2006</c:v>
                </c:pt>
                <c:pt idx="1585">
                  <c:v>28-04-2006</c:v>
                </c:pt>
                <c:pt idx="1586">
                  <c:v>29-04-2006</c:v>
                </c:pt>
                <c:pt idx="1587">
                  <c:v>02-05-2006</c:v>
                </c:pt>
                <c:pt idx="1588">
                  <c:v>03-05-2006</c:v>
                </c:pt>
                <c:pt idx="1589">
                  <c:v>04-05-2006</c:v>
                </c:pt>
                <c:pt idx="1590">
                  <c:v>05-05-2006</c:v>
                </c:pt>
                <c:pt idx="1591">
                  <c:v>08-05-2006</c:v>
                </c:pt>
                <c:pt idx="1592">
                  <c:v>09-05-2006</c:v>
                </c:pt>
                <c:pt idx="1593">
                  <c:v>10-05-2006</c:v>
                </c:pt>
                <c:pt idx="1594">
                  <c:v>11-05-2006</c:v>
                </c:pt>
                <c:pt idx="1595">
                  <c:v>12-05-2006</c:v>
                </c:pt>
                <c:pt idx="1596">
                  <c:v>15-05-2006</c:v>
                </c:pt>
                <c:pt idx="1597">
                  <c:v>16-05-2006</c:v>
                </c:pt>
                <c:pt idx="1598">
                  <c:v>17-05-2006</c:v>
                </c:pt>
                <c:pt idx="1599">
                  <c:v>18-05-2006</c:v>
                </c:pt>
                <c:pt idx="1600">
                  <c:v>19-05-2006</c:v>
                </c:pt>
                <c:pt idx="1601">
                  <c:v>22-05-2006</c:v>
                </c:pt>
                <c:pt idx="1602">
                  <c:v>23-05-2006</c:v>
                </c:pt>
                <c:pt idx="1603">
                  <c:v>24-05-2006</c:v>
                </c:pt>
                <c:pt idx="1604">
                  <c:v>25-05-2006</c:v>
                </c:pt>
                <c:pt idx="1605">
                  <c:v>26-05-2006</c:v>
                </c:pt>
                <c:pt idx="1606">
                  <c:v>29-05-2006</c:v>
                </c:pt>
                <c:pt idx="1607">
                  <c:v>30-05-2006</c:v>
                </c:pt>
                <c:pt idx="1608">
                  <c:v>31-05-2006</c:v>
                </c:pt>
                <c:pt idx="1609">
                  <c:v>01-06-2006</c:v>
                </c:pt>
                <c:pt idx="1610">
                  <c:v>02-06-2006</c:v>
                </c:pt>
                <c:pt idx="1611">
                  <c:v>05-06-2006</c:v>
                </c:pt>
                <c:pt idx="1612">
                  <c:v>06-06-2006</c:v>
                </c:pt>
                <c:pt idx="1613">
                  <c:v>07-06-2006</c:v>
                </c:pt>
                <c:pt idx="1614">
                  <c:v>08-06-2006</c:v>
                </c:pt>
                <c:pt idx="1615">
                  <c:v>09-06-2006</c:v>
                </c:pt>
                <c:pt idx="1616">
                  <c:v>12-06-2006</c:v>
                </c:pt>
                <c:pt idx="1617">
                  <c:v>13-06-2006</c:v>
                </c:pt>
                <c:pt idx="1618">
                  <c:v>14-06-2006</c:v>
                </c:pt>
                <c:pt idx="1619">
                  <c:v>15-06-2006</c:v>
                </c:pt>
                <c:pt idx="1620">
                  <c:v>16-06-2006</c:v>
                </c:pt>
                <c:pt idx="1621">
                  <c:v>19-06-2006</c:v>
                </c:pt>
                <c:pt idx="1622">
                  <c:v>20-06-2006</c:v>
                </c:pt>
                <c:pt idx="1623">
                  <c:v>21-06-2006</c:v>
                </c:pt>
                <c:pt idx="1624">
                  <c:v>22-06-2006</c:v>
                </c:pt>
                <c:pt idx="1625">
                  <c:v>23-06-2006</c:v>
                </c:pt>
                <c:pt idx="1626">
                  <c:v>25-06-2006</c:v>
                </c:pt>
                <c:pt idx="1627">
                  <c:v>26-06-2006</c:v>
                </c:pt>
                <c:pt idx="1628">
                  <c:v>27-06-2006</c:v>
                </c:pt>
                <c:pt idx="1629">
                  <c:v>28-06-2006</c:v>
                </c:pt>
                <c:pt idx="1630">
                  <c:v>29-06-2006</c:v>
                </c:pt>
                <c:pt idx="1631">
                  <c:v>30-06-2006</c:v>
                </c:pt>
                <c:pt idx="1632">
                  <c:v>03-07-2006</c:v>
                </c:pt>
                <c:pt idx="1633">
                  <c:v>04-07-2006</c:v>
                </c:pt>
                <c:pt idx="1634">
                  <c:v>05-07-2006</c:v>
                </c:pt>
                <c:pt idx="1635">
                  <c:v>06-07-2006</c:v>
                </c:pt>
                <c:pt idx="1636">
                  <c:v>07-07-2006</c:v>
                </c:pt>
                <c:pt idx="1637">
                  <c:v>10-07-2006</c:v>
                </c:pt>
                <c:pt idx="1638">
                  <c:v>11-07-2006</c:v>
                </c:pt>
                <c:pt idx="1639">
                  <c:v>12-07-2006</c:v>
                </c:pt>
                <c:pt idx="1640">
                  <c:v>13-07-2006</c:v>
                </c:pt>
                <c:pt idx="1641">
                  <c:v>14-07-2006</c:v>
                </c:pt>
                <c:pt idx="1642">
                  <c:v>17-07-2006</c:v>
                </c:pt>
                <c:pt idx="1643">
                  <c:v>18-07-2006</c:v>
                </c:pt>
                <c:pt idx="1644">
                  <c:v>19-07-2006</c:v>
                </c:pt>
                <c:pt idx="1645">
                  <c:v>20-07-2006</c:v>
                </c:pt>
                <c:pt idx="1646">
                  <c:v>21-07-2006</c:v>
                </c:pt>
                <c:pt idx="1647">
                  <c:v>24-07-2006</c:v>
                </c:pt>
                <c:pt idx="1648">
                  <c:v>25-07-2006</c:v>
                </c:pt>
                <c:pt idx="1649">
                  <c:v>26-07-2006</c:v>
                </c:pt>
                <c:pt idx="1650">
                  <c:v>27-07-2006</c:v>
                </c:pt>
                <c:pt idx="1651">
                  <c:v>28-07-2006</c:v>
                </c:pt>
                <c:pt idx="1652">
                  <c:v>31-07-2006</c:v>
                </c:pt>
                <c:pt idx="1653">
                  <c:v>01-08-2006</c:v>
                </c:pt>
                <c:pt idx="1654">
                  <c:v>02-08-2006</c:v>
                </c:pt>
                <c:pt idx="1655">
                  <c:v>03-08-2006</c:v>
                </c:pt>
                <c:pt idx="1656">
                  <c:v>04-08-2006</c:v>
                </c:pt>
                <c:pt idx="1657">
                  <c:v>07-08-2006</c:v>
                </c:pt>
                <c:pt idx="1658">
                  <c:v>08-08-2006</c:v>
                </c:pt>
                <c:pt idx="1659">
                  <c:v>09-08-2006</c:v>
                </c:pt>
                <c:pt idx="1660">
                  <c:v>10-08-2006</c:v>
                </c:pt>
                <c:pt idx="1661">
                  <c:v>11-08-2006</c:v>
                </c:pt>
                <c:pt idx="1662">
                  <c:v>14-08-2006</c:v>
                </c:pt>
                <c:pt idx="1663">
                  <c:v>16-08-2006</c:v>
                </c:pt>
                <c:pt idx="1664">
                  <c:v>17-08-2006</c:v>
                </c:pt>
                <c:pt idx="1665">
                  <c:v>18-08-2006</c:v>
                </c:pt>
                <c:pt idx="1666">
                  <c:v>21-08-2006</c:v>
                </c:pt>
                <c:pt idx="1667">
                  <c:v>22-08-2006</c:v>
                </c:pt>
                <c:pt idx="1668">
                  <c:v>23-08-2006</c:v>
                </c:pt>
                <c:pt idx="1669">
                  <c:v>24-08-2006</c:v>
                </c:pt>
                <c:pt idx="1670">
                  <c:v>25-08-2006</c:v>
                </c:pt>
                <c:pt idx="1671">
                  <c:v>28-08-2006</c:v>
                </c:pt>
                <c:pt idx="1672">
                  <c:v>29-08-2006</c:v>
                </c:pt>
                <c:pt idx="1673">
                  <c:v>30-08-2006</c:v>
                </c:pt>
                <c:pt idx="1674">
                  <c:v>31-08-2006</c:v>
                </c:pt>
                <c:pt idx="1675">
                  <c:v>01-09-2006</c:v>
                </c:pt>
                <c:pt idx="1676">
                  <c:v>04-09-2006</c:v>
                </c:pt>
                <c:pt idx="1677">
                  <c:v>05-09-2006</c:v>
                </c:pt>
                <c:pt idx="1678">
                  <c:v>06-09-2006</c:v>
                </c:pt>
                <c:pt idx="1679">
                  <c:v>07-09-2006</c:v>
                </c:pt>
                <c:pt idx="1680">
                  <c:v>08-09-2006</c:v>
                </c:pt>
                <c:pt idx="1681">
                  <c:v>11-09-2006</c:v>
                </c:pt>
                <c:pt idx="1682">
                  <c:v>12-09-2006</c:v>
                </c:pt>
                <c:pt idx="1683">
                  <c:v>13-09-2006</c:v>
                </c:pt>
                <c:pt idx="1684">
                  <c:v>14-09-2006</c:v>
                </c:pt>
                <c:pt idx="1685">
                  <c:v>15-09-2006</c:v>
                </c:pt>
                <c:pt idx="1686">
                  <c:v>18-09-2006</c:v>
                </c:pt>
                <c:pt idx="1687">
                  <c:v>19-09-2006</c:v>
                </c:pt>
                <c:pt idx="1688">
                  <c:v>20-09-2006</c:v>
                </c:pt>
                <c:pt idx="1689">
                  <c:v>21-09-2006</c:v>
                </c:pt>
                <c:pt idx="1690">
                  <c:v>22-09-2006</c:v>
                </c:pt>
                <c:pt idx="1691">
                  <c:v>25-09-2006</c:v>
                </c:pt>
                <c:pt idx="1692">
                  <c:v>26-09-2006</c:v>
                </c:pt>
                <c:pt idx="1693">
                  <c:v>27-09-2006</c:v>
                </c:pt>
                <c:pt idx="1694">
                  <c:v>28-09-2006</c:v>
                </c:pt>
                <c:pt idx="1695">
                  <c:v>29-09-2006</c:v>
                </c:pt>
                <c:pt idx="1696">
                  <c:v>03-10-2006</c:v>
                </c:pt>
                <c:pt idx="1697">
                  <c:v>04-10-2006</c:v>
                </c:pt>
                <c:pt idx="1698">
                  <c:v>05-10-2006</c:v>
                </c:pt>
                <c:pt idx="1699">
                  <c:v>06-10-2006</c:v>
                </c:pt>
                <c:pt idx="1700">
                  <c:v>09-10-2006</c:v>
                </c:pt>
                <c:pt idx="1701">
                  <c:v>10-10-2006</c:v>
                </c:pt>
                <c:pt idx="1702">
                  <c:v>11-10-2006</c:v>
                </c:pt>
                <c:pt idx="1703">
                  <c:v>12-10-2006</c:v>
                </c:pt>
                <c:pt idx="1704">
                  <c:v>13-10-2006</c:v>
                </c:pt>
                <c:pt idx="1705">
                  <c:v>16-10-2006</c:v>
                </c:pt>
                <c:pt idx="1706">
                  <c:v>17-10-2006</c:v>
                </c:pt>
                <c:pt idx="1707">
                  <c:v>18-10-2006</c:v>
                </c:pt>
                <c:pt idx="1708">
                  <c:v>19-10-2006</c:v>
                </c:pt>
                <c:pt idx="1709">
                  <c:v>20-10-2006</c:v>
                </c:pt>
                <c:pt idx="1710">
                  <c:v>21-10-2006</c:v>
                </c:pt>
                <c:pt idx="1711">
                  <c:v>23-10-2006</c:v>
                </c:pt>
                <c:pt idx="1712">
                  <c:v>26-10-2006</c:v>
                </c:pt>
                <c:pt idx="1713">
                  <c:v>27-10-2006</c:v>
                </c:pt>
                <c:pt idx="1714">
                  <c:v>30-10-2006</c:v>
                </c:pt>
                <c:pt idx="1715">
                  <c:v>31-10-2006</c:v>
                </c:pt>
                <c:pt idx="1716">
                  <c:v>01-11-2006</c:v>
                </c:pt>
                <c:pt idx="1717">
                  <c:v>02-11-2006</c:v>
                </c:pt>
                <c:pt idx="1718">
                  <c:v>03-11-2006</c:v>
                </c:pt>
                <c:pt idx="1719">
                  <c:v>06-11-2006</c:v>
                </c:pt>
                <c:pt idx="1720">
                  <c:v>07-11-2006</c:v>
                </c:pt>
                <c:pt idx="1721">
                  <c:v>08-11-2006</c:v>
                </c:pt>
                <c:pt idx="1722">
                  <c:v>09-11-2006</c:v>
                </c:pt>
                <c:pt idx="1723">
                  <c:v>10-11-2006</c:v>
                </c:pt>
                <c:pt idx="1724">
                  <c:v>13-11-2006</c:v>
                </c:pt>
                <c:pt idx="1725">
                  <c:v>14-11-2006</c:v>
                </c:pt>
                <c:pt idx="1726">
                  <c:v>15-11-2006</c:v>
                </c:pt>
                <c:pt idx="1727">
                  <c:v>16-11-2006</c:v>
                </c:pt>
                <c:pt idx="1728">
                  <c:v>17-11-2006</c:v>
                </c:pt>
                <c:pt idx="1729">
                  <c:v>20-11-2006</c:v>
                </c:pt>
                <c:pt idx="1730">
                  <c:v>21-11-2006</c:v>
                </c:pt>
                <c:pt idx="1731">
                  <c:v>22-11-2006</c:v>
                </c:pt>
                <c:pt idx="1732">
                  <c:v>23-11-2006</c:v>
                </c:pt>
                <c:pt idx="1733">
                  <c:v>24-11-2006</c:v>
                </c:pt>
                <c:pt idx="1734">
                  <c:v>27-11-2006</c:v>
                </c:pt>
                <c:pt idx="1735">
                  <c:v>28-11-2006</c:v>
                </c:pt>
                <c:pt idx="1736">
                  <c:v>29-11-2006</c:v>
                </c:pt>
                <c:pt idx="1737">
                  <c:v>30-11-2006</c:v>
                </c:pt>
                <c:pt idx="1738">
                  <c:v>01-12-2006</c:v>
                </c:pt>
                <c:pt idx="1739">
                  <c:v>04-12-2006</c:v>
                </c:pt>
                <c:pt idx="1740">
                  <c:v>05-12-2006</c:v>
                </c:pt>
                <c:pt idx="1741">
                  <c:v>06-12-2006</c:v>
                </c:pt>
                <c:pt idx="1742">
                  <c:v>07-12-2006</c:v>
                </c:pt>
                <c:pt idx="1743">
                  <c:v>08-12-2006</c:v>
                </c:pt>
                <c:pt idx="1744">
                  <c:v>11-12-2006</c:v>
                </c:pt>
                <c:pt idx="1745">
                  <c:v>12-12-2006</c:v>
                </c:pt>
                <c:pt idx="1746">
                  <c:v>13-12-2006</c:v>
                </c:pt>
                <c:pt idx="1747">
                  <c:v>14-12-2006</c:v>
                </c:pt>
                <c:pt idx="1748">
                  <c:v>15-12-2006</c:v>
                </c:pt>
                <c:pt idx="1749">
                  <c:v>18-12-2006</c:v>
                </c:pt>
                <c:pt idx="1750">
                  <c:v>19-12-2006</c:v>
                </c:pt>
                <c:pt idx="1751">
                  <c:v>20-12-2006</c:v>
                </c:pt>
                <c:pt idx="1752">
                  <c:v>21-12-2006</c:v>
                </c:pt>
                <c:pt idx="1753">
                  <c:v>22-12-2006</c:v>
                </c:pt>
                <c:pt idx="1754">
                  <c:v>26-12-2006</c:v>
                </c:pt>
                <c:pt idx="1755">
                  <c:v>27-12-2006</c:v>
                </c:pt>
                <c:pt idx="1756">
                  <c:v>28-12-2006</c:v>
                </c:pt>
                <c:pt idx="1757">
                  <c:v>29-12-2006</c:v>
                </c:pt>
                <c:pt idx="1758">
                  <c:v>02-01-2007</c:v>
                </c:pt>
                <c:pt idx="1759">
                  <c:v>03-01-2007</c:v>
                </c:pt>
                <c:pt idx="1760">
                  <c:v>04-01-2007</c:v>
                </c:pt>
                <c:pt idx="1761">
                  <c:v>05-01-2007</c:v>
                </c:pt>
                <c:pt idx="1762">
                  <c:v>08-01-2007</c:v>
                </c:pt>
                <c:pt idx="1763">
                  <c:v>09-01-2007</c:v>
                </c:pt>
                <c:pt idx="1764">
                  <c:v>10-01-2007</c:v>
                </c:pt>
                <c:pt idx="1765">
                  <c:v>11-01-2007</c:v>
                </c:pt>
                <c:pt idx="1766">
                  <c:v>12-01-2007</c:v>
                </c:pt>
                <c:pt idx="1767">
                  <c:v>15-01-2007</c:v>
                </c:pt>
                <c:pt idx="1768">
                  <c:v>16-01-2007</c:v>
                </c:pt>
                <c:pt idx="1769">
                  <c:v>17-01-2007</c:v>
                </c:pt>
                <c:pt idx="1770">
                  <c:v>18-01-2007</c:v>
                </c:pt>
                <c:pt idx="1771">
                  <c:v>19-01-2007</c:v>
                </c:pt>
                <c:pt idx="1772">
                  <c:v>22-01-2007</c:v>
                </c:pt>
                <c:pt idx="1773">
                  <c:v>23-01-2007</c:v>
                </c:pt>
                <c:pt idx="1774">
                  <c:v>24-01-2007</c:v>
                </c:pt>
                <c:pt idx="1775">
                  <c:v>25-01-2007</c:v>
                </c:pt>
                <c:pt idx="1776">
                  <c:v>29-01-2007</c:v>
                </c:pt>
                <c:pt idx="1777">
                  <c:v>31-01-2007</c:v>
                </c:pt>
                <c:pt idx="1778">
                  <c:v>01-02-2007</c:v>
                </c:pt>
                <c:pt idx="1779">
                  <c:v>02-02-2007</c:v>
                </c:pt>
                <c:pt idx="1780">
                  <c:v>05-02-2007</c:v>
                </c:pt>
                <c:pt idx="1781">
                  <c:v>06-02-2007</c:v>
                </c:pt>
                <c:pt idx="1782">
                  <c:v>07-02-2007</c:v>
                </c:pt>
                <c:pt idx="1783">
                  <c:v>08-02-2007</c:v>
                </c:pt>
                <c:pt idx="1784">
                  <c:v>09-02-2007</c:v>
                </c:pt>
                <c:pt idx="1785">
                  <c:v>12-02-2007</c:v>
                </c:pt>
                <c:pt idx="1786">
                  <c:v>13-02-2007</c:v>
                </c:pt>
                <c:pt idx="1787">
                  <c:v>14-02-2007</c:v>
                </c:pt>
                <c:pt idx="1788">
                  <c:v>15-02-2007</c:v>
                </c:pt>
                <c:pt idx="1789">
                  <c:v>19-02-2007</c:v>
                </c:pt>
                <c:pt idx="1790">
                  <c:v>20-02-2007</c:v>
                </c:pt>
                <c:pt idx="1791">
                  <c:v>21-02-2007</c:v>
                </c:pt>
                <c:pt idx="1792">
                  <c:v>22-02-2007</c:v>
                </c:pt>
                <c:pt idx="1793">
                  <c:v>23-02-2007</c:v>
                </c:pt>
                <c:pt idx="1794">
                  <c:v>26-02-2007</c:v>
                </c:pt>
                <c:pt idx="1795">
                  <c:v>27-02-2007</c:v>
                </c:pt>
                <c:pt idx="1796">
                  <c:v>28-02-2007</c:v>
                </c:pt>
                <c:pt idx="1797">
                  <c:v>01-03-2007</c:v>
                </c:pt>
                <c:pt idx="1798">
                  <c:v>02-03-2007</c:v>
                </c:pt>
                <c:pt idx="1799">
                  <c:v>05-03-2007</c:v>
                </c:pt>
                <c:pt idx="1800">
                  <c:v>06-03-2007</c:v>
                </c:pt>
                <c:pt idx="1801">
                  <c:v>07-03-2007</c:v>
                </c:pt>
                <c:pt idx="1802">
                  <c:v>08-03-2007</c:v>
                </c:pt>
                <c:pt idx="1803">
                  <c:v>09-03-2007</c:v>
                </c:pt>
                <c:pt idx="1804">
                  <c:v>12-03-2007</c:v>
                </c:pt>
                <c:pt idx="1805">
                  <c:v>13-03-2007</c:v>
                </c:pt>
                <c:pt idx="1806">
                  <c:v>14-03-2007</c:v>
                </c:pt>
                <c:pt idx="1807">
                  <c:v>15-03-2007</c:v>
                </c:pt>
                <c:pt idx="1808">
                  <c:v>16-03-2007</c:v>
                </c:pt>
                <c:pt idx="1809">
                  <c:v>19-03-2007</c:v>
                </c:pt>
                <c:pt idx="1810">
                  <c:v>20-03-2007</c:v>
                </c:pt>
                <c:pt idx="1811">
                  <c:v>21-03-2007</c:v>
                </c:pt>
                <c:pt idx="1812">
                  <c:v>22-03-2007</c:v>
                </c:pt>
                <c:pt idx="1813">
                  <c:v>23-03-2007</c:v>
                </c:pt>
                <c:pt idx="1814">
                  <c:v>26-03-2007</c:v>
                </c:pt>
                <c:pt idx="1815">
                  <c:v>28-03-2007</c:v>
                </c:pt>
                <c:pt idx="1816">
                  <c:v>29-03-2007</c:v>
                </c:pt>
                <c:pt idx="1817">
                  <c:v>30-03-2007</c:v>
                </c:pt>
                <c:pt idx="1818">
                  <c:v>02-04-2007</c:v>
                </c:pt>
                <c:pt idx="1819">
                  <c:v>03-04-2007</c:v>
                </c:pt>
                <c:pt idx="1820">
                  <c:v>04-04-2007</c:v>
                </c:pt>
                <c:pt idx="1821">
                  <c:v>05-04-2007</c:v>
                </c:pt>
                <c:pt idx="1822">
                  <c:v>09-04-2007</c:v>
                </c:pt>
                <c:pt idx="1823">
                  <c:v>10-04-2007</c:v>
                </c:pt>
                <c:pt idx="1824">
                  <c:v>11-04-2007</c:v>
                </c:pt>
                <c:pt idx="1825">
                  <c:v>12-04-2007</c:v>
                </c:pt>
                <c:pt idx="1826">
                  <c:v>13-04-2007</c:v>
                </c:pt>
                <c:pt idx="1827">
                  <c:v>16-04-2007</c:v>
                </c:pt>
                <c:pt idx="1828">
                  <c:v>17-04-2007</c:v>
                </c:pt>
                <c:pt idx="1829">
                  <c:v>18-04-2007</c:v>
                </c:pt>
                <c:pt idx="1830">
                  <c:v>19-04-2007</c:v>
                </c:pt>
                <c:pt idx="1831">
                  <c:v>20-04-2007</c:v>
                </c:pt>
                <c:pt idx="1832">
                  <c:v>23-04-2007</c:v>
                </c:pt>
                <c:pt idx="1833">
                  <c:v>24-04-2007</c:v>
                </c:pt>
                <c:pt idx="1834">
                  <c:v>25-04-2007</c:v>
                </c:pt>
                <c:pt idx="1835">
                  <c:v>26-04-2007</c:v>
                </c:pt>
                <c:pt idx="1836">
                  <c:v>27-04-2007</c:v>
                </c:pt>
                <c:pt idx="1837">
                  <c:v>30-04-2007</c:v>
                </c:pt>
                <c:pt idx="1838">
                  <c:v>03-05-2007</c:v>
                </c:pt>
                <c:pt idx="1839">
                  <c:v>04-05-2007</c:v>
                </c:pt>
                <c:pt idx="1840">
                  <c:v>07-05-2007</c:v>
                </c:pt>
                <c:pt idx="1841">
                  <c:v>08-05-2007</c:v>
                </c:pt>
                <c:pt idx="1842">
                  <c:v>09-05-2007</c:v>
                </c:pt>
                <c:pt idx="1843">
                  <c:v>10-05-2007</c:v>
                </c:pt>
                <c:pt idx="1844">
                  <c:v>11-05-2007</c:v>
                </c:pt>
                <c:pt idx="1845">
                  <c:v>14-05-2007</c:v>
                </c:pt>
                <c:pt idx="1846">
                  <c:v>15-05-2007</c:v>
                </c:pt>
                <c:pt idx="1847">
                  <c:v>16-05-2007</c:v>
                </c:pt>
                <c:pt idx="1848">
                  <c:v>17-05-2007</c:v>
                </c:pt>
                <c:pt idx="1849">
                  <c:v>18-05-2007</c:v>
                </c:pt>
                <c:pt idx="1850">
                  <c:v>21-05-2007</c:v>
                </c:pt>
                <c:pt idx="1851">
                  <c:v>22-05-2007</c:v>
                </c:pt>
                <c:pt idx="1852">
                  <c:v>23-05-2007</c:v>
                </c:pt>
                <c:pt idx="1853">
                  <c:v>24-05-2007</c:v>
                </c:pt>
                <c:pt idx="1854">
                  <c:v>25-05-2007</c:v>
                </c:pt>
                <c:pt idx="1855">
                  <c:v>28-05-2007</c:v>
                </c:pt>
                <c:pt idx="1856">
                  <c:v>29-05-2007</c:v>
                </c:pt>
                <c:pt idx="1857">
                  <c:v>30-05-2007</c:v>
                </c:pt>
                <c:pt idx="1858">
                  <c:v>31-05-2007</c:v>
                </c:pt>
                <c:pt idx="1859">
                  <c:v>01-06-2007</c:v>
                </c:pt>
                <c:pt idx="1860">
                  <c:v>04-06-2007</c:v>
                </c:pt>
                <c:pt idx="1861">
                  <c:v>05-06-2007</c:v>
                </c:pt>
                <c:pt idx="1862">
                  <c:v>06-06-2007</c:v>
                </c:pt>
                <c:pt idx="1863">
                  <c:v>07-06-2007</c:v>
                </c:pt>
                <c:pt idx="1864">
                  <c:v>08-06-2007</c:v>
                </c:pt>
                <c:pt idx="1865">
                  <c:v>11-06-2007</c:v>
                </c:pt>
                <c:pt idx="1866">
                  <c:v>12-06-2007</c:v>
                </c:pt>
                <c:pt idx="1867">
                  <c:v>13-06-2007</c:v>
                </c:pt>
                <c:pt idx="1868">
                  <c:v>14-06-2007</c:v>
                </c:pt>
                <c:pt idx="1869">
                  <c:v>15-06-2007</c:v>
                </c:pt>
                <c:pt idx="1870">
                  <c:v>18-06-2007</c:v>
                </c:pt>
                <c:pt idx="1871">
                  <c:v>19-06-2007</c:v>
                </c:pt>
                <c:pt idx="1872">
                  <c:v>20-06-2007</c:v>
                </c:pt>
                <c:pt idx="1873">
                  <c:v>21-06-2007</c:v>
                </c:pt>
                <c:pt idx="1874">
                  <c:v>22-06-2007</c:v>
                </c:pt>
                <c:pt idx="1875">
                  <c:v>25-06-2007</c:v>
                </c:pt>
                <c:pt idx="1876">
                  <c:v>26-06-2007</c:v>
                </c:pt>
                <c:pt idx="1877">
                  <c:v>27-06-2007</c:v>
                </c:pt>
                <c:pt idx="1878">
                  <c:v>28-06-2007</c:v>
                </c:pt>
                <c:pt idx="1879">
                  <c:v>29-06-2007</c:v>
                </c:pt>
                <c:pt idx="1880">
                  <c:v>02-07-2007</c:v>
                </c:pt>
                <c:pt idx="1881">
                  <c:v>03-07-2007</c:v>
                </c:pt>
                <c:pt idx="1882">
                  <c:v>04-07-2007</c:v>
                </c:pt>
                <c:pt idx="1883">
                  <c:v>05-07-2007</c:v>
                </c:pt>
                <c:pt idx="1884">
                  <c:v>06-07-2007</c:v>
                </c:pt>
                <c:pt idx="1885">
                  <c:v>09-07-2007</c:v>
                </c:pt>
                <c:pt idx="1886">
                  <c:v>10-07-2007</c:v>
                </c:pt>
                <c:pt idx="1887">
                  <c:v>11-07-2007</c:v>
                </c:pt>
                <c:pt idx="1888">
                  <c:v>12-07-2007</c:v>
                </c:pt>
                <c:pt idx="1889">
                  <c:v>13-07-2007</c:v>
                </c:pt>
                <c:pt idx="1890">
                  <c:v>16-07-2007</c:v>
                </c:pt>
                <c:pt idx="1891">
                  <c:v>17-07-2007</c:v>
                </c:pt>
                <c:pt idx="1892">
                  <c:v>18-07-2007</c:v>
                </c:pt>
                <c:pt idx="1893">
                  <c:v>19-07-2007</c:v>
                </c:pt>
                <c:pt idx="1894">
                  <c:v>20-07-2007</c:v>
                </c:pt>
                <c:pt idx="1895">
                  <c:v>23-07-2007</c:v>
                </c:pt>
                <c:pt idx="1896">
                  <c:v>24-07-2007</c:v>
                </c:pt>
                <c:pt idx="1897">
                  <c:v>25-07-2007</c:v>
                </c:pt>
                <c:pt idx="1898">
                  <c:v>26-07-2007</c:v>
                </c:pt>
                <c:pt idx="1899">
                  <c:v>27-07-2007</c:v>
                </c:pt>
                <c:pt idx="1900">
                  <c:v>30-07-2007</c:v>
                </c:pt>
                <c:pt idx="1901">
                  <c:v>31-07-2007</c:v>
                </c:pt>
                <c:pt idx="1902">
                  <c:v>01-08-2007</c:v>
                </c:pt>
                <c:pt idx="1903">
                  <c:v>02-08-2007</c:v>
                </c:pt>
                <c:pt idx="1904">
                  <c:v>03-08-2007</c:v>
                </c:pt>
                <c:pt idx="1905">
                  <c:v>06-08-2007</c:v>
                </c:pt>
                <c:pt idx="1906">
                  <c:v>07-08-2007</c:v>
                </c:pt>
                <c:pt idx="1907">
                  <c:v>08-08-2007</c:v>
                </c:pt>
                <c:pt idx="1908">
                  <c:v>09-08-2007</c:v>
                </c:pt>
                <c:pt idx="1909">
                  <c:v>10-08-2007</c:v>
                </c:pt>
                <c:pt idx="1910">
                  <c:v>13-08-2007</c:v>
                </c:pt>
                <c:pt idx="1911">
                  <c:v>14-08-2007</c:v>
                </c:pt>
                <c:pt idx="1912">
                  <c:v>16-08-2007</c:v>
                </c:pt>
                <c:pt idx="1913">
                  <c:v>17-08-2007</c:v>
                </c:pt>
                <c:pt idx="1914">
                  <c:v>20-08-2007</c:v>
                </c:pt>
                <c:pt idx="1915">
                  <c:v>21-08-2007</c:v>
                </c:pt>
                <c:pt idx="1916">
                  <c:v>22-08-2007</c:v>
                </c:pt>
                <c:pt idx="1917">
                  <c:v>23-08-2007</c:v>
                </c:pt>
                <c:pt idx="1918">
                  <c:v>24-08-2007</c:v>
                </c:pt>
                <c:pt idx="1919">
                  <c:v>27-08-2007</c:v>
                </c:pt>
                <c:pt idx="1920">
                  <c:v>28-08-2007</c:v>
                </c:pt>
                <c:pt idx="1921">
                  <c:v>29-08-2007</c:v>
                </c:pt>
                <c:pt idx="1922">
                  <c:v>30-08-2007</c:v>
                </c:pt>
                <c:pt idx="1923">
                  <c:v>31-08-2007</c:v>
                </c:pt>
                <c:pt idx="1924">
                  <c:v>03-09-2007</c:v>
                </c:pt>
                <c:pt idx="1925">
                  <c:v>04-09-2007</c:v>
                </c:pt>
                <c:pt idx="1926">
                  <c:v>05-09-2007</c:v>
                </c:pt>
                <c:pt idx="1927">
                  <c:v>06-09-2007</c:v>
                </c:pt>
                <c:pt idx="1928">
                  <c:v>07-09-2007</c:v>
                </c:pt>
                <c:pt idx="1929">
                  <c:v>10-09-2007</c:v>
                </c:pt>
                <c:pt idx="1930">
                  <c:v>11-09-2007</c:v>
                </c:pt>
                <c:pt idx="1931">
                  <c:v>12-09-2007</c:v>
                </c:pt>
                <c:pt idx="1932">
                  <c:v>13-09-2007</c:v>
                </c:pt>
                <c:pt idx="1933">
                  <c:v>14-09-2007</c:v>
                </c:pt>
                <c:pt idx="1934">
                  <c:v>17-09-2007</c:v>
                </c:pt>
                <c:pt idx="1935">
                  <c:v>18-09-2007</c:v>
                </c:pt>
                <c:pt idx="1936">
                  <c:v>19-09-2007</c:v>
                </c:pt>
                <c:pt idx="1937">
                  <c:v>20-09-2007</c:v>
                </c:pt>
                <c:pt idx="1938">
                  <c:v>21-09-2007</c:v>
                </c:pt>
                <c:pt idx="1939">
                  <c:v>24-09-2007</c:v>
                </c:pt>
                <c:pt idx="1940">
                  <c:v>25-09-2007</c:v>
                </c:pt>
                <c:pt idx="1941">
                  <c:v>26-09-2007</c:v>
                </c:pt>
                <c:pt idx="1942">
                  <c:v>27-09-2007</c:v>
                </c:pt>
                <c:pt idx="1943">
                  <c:v>28-09-2007</c:v>
                </c:pt>
                <c:pt idx="1944">
                  <c:v>01-10-2007</c:v>
                </c:pt>
                <c:pt idx="1945">
                  <c:v>03-10-2007</c:v>
                </c:pt>
                <c:pt idx="1946">
                  <c:v>04-10-2007</c:v>
                </c:pt>
                <c:pt idx="1947">
                  <c:v>05-10-2007</c:v>
                </c:pt>
                <c:pt idx="1948">
                  <c:v>08-10-2007</c:v>
                </c:pt>
                <c:pt idx="1949">
                  <c:v>09-10-2007</c:v>
                </c:pt>
                <c:pt idx="1950">
                  <c:v>10-10-2007</c:v>
                </c:pt>
                <c:pt idx="1951">
                  <c:v>11-10-2007</c:v>
                </c:pt>
                <c:pt idx="1952">
                  <c:v>12-10-2007</c:v>
                </c:pt>
                <c:pt idx="1953">
                  <c:v>15-10-2007</c:v>
                </c:pt>
                <c:pt idx="1954">
                  <c:v>16-10-2007</c:v>
                </c:pt>
                <c:pt idx="1955">
                  <c:v>17-10-2007</c:v>
                </c:pt>
                <c:pt idx="1956">
                  <c:v>18-10-2007</c:v>
                </c:pt>
                <c:pt idx="1957">
                  <c:v>19-10-2007</c:v>
                </c:pt>
                <c:pt idx="1958">
                  <c:v>22-10-2007</c:v>
                </c:pt>
                <c:pt idx="1959">
                  <c:v>23-10-2007</c:v>
                </c:pt>
                <c:pt idx="1960">
                  <c:v>24-10-2007</c:v>
                </c:pt>
                <c:pt idx="1961">
                  <c:v>25-10-2007</c:v>
                </c:pt>
                <c:pt idx="1962">
                  <c:v>26-10-2007</c:v>
                </c:pt>
                <c:pt idx="1963">
                  <c:v>29-10-2007</c:v>
                </c:pt>
                <c:pt idx="1964">
                  <c:v>30-10-2007</c:v>
                </c:pt>
                <c:pt idx="1965">
                  <c:v>31-10-2007</c:v>
                </c:pt>
                <c:pt idx="1966">
                  <c:v>01-11-2007</c:v>
                </c:pt>
                <c:pt idx="1967">
                  <c:v>02-11-2007</c:v>
                </c:pt>
                <c:pt idx="1968">
                  <c:v>05-11-2007</c:v>
                </c:pt>
                <c:pt idx="1969">
                  <c:v>06-11-2007</c:v>
                </c:pt>
                <c:pt idx="1970">
                  <c:v>07-11-2007</c:v>
                </c:pt>
                <c:pt idx="1971">
                  <c:v>08-11-2007</c:v>
                </c:pt>
                <c:pt idx="1972">
                  <c:v>09-11-2007</c:v>
                </c:pt>
                <c:pt idx="1973">
                  <c:v>12-11-2007</c:v>
                </c:pt>
                <c:pt idx="1974">
                  <c:v>13-11-2007</c:v>
                </c:pt>
                <c:pt idx="1975">
                  <c:v>14-11-2007</c:v>
                </c:pt>
                <c:pt idx="1976">
                  <c:v>15-11-2007</c:v>
                </c:pt>
                <c:pt idx="1977">
                  <c:v>16-11-2007</c:v>
                </c:pt>
                <c:pt idx="1978">
                  <c:v>19-11-2007</c:v>
                </c:pt>
                <c:pt idx="1979">
                  <c:v>20-11-2007</c:v>
                </c:pt>
                <c:pt idx="1980">
                  <c:v>21-11-2007</c:v>
                </c:pt>
                <c:pt idx="1981">
                  <c:v>22-11-2007</c:v>
                </c:pt>
                <c:pt idx="1982">
                  <c:v>23-11-2007</c:v>
                </c:pt>
                <c:pt idx="1983">
                  <c:v>26-11-2007</c:v>
                </c:pt>
                <c:pt idx="1984">
                  <c:v>27-11-2007</c:v>
                </c:pt>
                <c:pt idx="1985">
                  <c:v>28-11-2007</c:v>
                </c:pt>
                <c:pt idx="1986">
                  <c:v>29-11-2007</c:v>
                </c:pt>
                <c:pt idx="1987">
                  <c:v>30-11-2007</c:v>
                </c:pt>
                <c:pt idx="1988">
                  <c:v>03-12-2007</c:v>
                </c:pt>
                <c:pt idx="1989">
                  <c:v>04-12-2007</c:v>
                </c:pt>
                <c:pt idx="1990">
                  <c:v>05-12-2007</c:v>
                </c:pt>
                <c:pt idx="1991">
                  <c:v>06-12-2007</c:v>
                </c:pt>
                <c:pt idx="1992">
                  <c:v>07-12-2007</c:v>
                </c:pt>
                <c:pt idx="1993">
                  <c:v>10-12-2007</c:v>
                </c:pt>
                <c:pt idx="1994">
                  <c:v>11-12-2007</c:v>
                </c:pt>
                <c:pt idx="1995">
                  <c:v>12-12-2007</c:v>
                </c:pt>
                <c:pt idx="1996">
                  <c:v>13-12-2007</c:v>
                </c:pt>
                <c:pt idx="1997">
                  <c:v>14-12-2007</c:v>
                </c:pt>
                <c:pt idx="1998">
                  <c:v>17-12-2007</c:v>
                </c:pt>
                <c:pt idx="1999">
                  <c:v>18-12-2007</c:v>
                </c:pt>
                <c:pt idx="2000">
                  <c:v>19-12-2007</c:v>
                </c:pt>
                <c:pt idx="2001">
                  <c:v>20-12-2007</c:v>
                </c:pt>
                <c:pt idx="2002">
                  <c:v>24-12-2007</c:v>
                </c:pt>
                <c:pt idx="2003">
                  <c:v>26-12-2007</c:v>
                </c:pt>
                <c:pt idx="2004">
                  <c:v>27-12-2007</c:v>
                </c:pt>
                <c:pt idx="2005">
                  <c:v>28-12-2007</c:v>
                </c:pt>
                <c:pt idx="2006">
                  <c:v>31-12-2007</c:v>
                </c:pt>
                <c:pt idx="2007">
                  <c:v>01-01-2008</c:v>
                </c:pt>
                <c:pt idx="2008">
                  <c:v>02-01-2008</c:v>
                </c:pt>
                <c:pt idx="2009">
                  <c:v>03-01-2008</c:v>
                </c:pt>
                <c:pt idx="2010">
                  <c:v>04-01-2008</c:v>
                </c:pt>
                <c:pt idx="2011">
                  <c:v>07-01-2008</c:v>
                </c:pt>
                <c:pt idx="2012">
                  <c:v>08-01-2008</c:v>
                </c:pt>
                <c:pt idx="2013">
                  <c:v>09-01-2008</c:v>
                </c:pt>
                <c:pt idx="2014">
                  <c:v>10-01-2008</c:v>
                </c:pt>
                <c:pt idx="2015">
                  <c:v>11-01-2008</c:v>
                </c:pt>
                <c:pt idx="2016">
                  <c:v>14-01-2008</c:v>
                </c:pt>
                <c:pt idx="2017">
                  <c:v>15-01-2008</c:v>
                </c:pt>
                <c:pt idx="2018">
                  <c:v>16-01-2008</c:v>
                </c:pt>
                <c:pt idx="2019">
                  <c:v>17-01-2008</c:v>
                </c:pt>
                <c:pt idx="2020">
                  <c:v>18-01-2008</c:v>
                </c:pt>
                <c:pt idx="2021">
                  <c:v>21-01-2008</c:v>
                </c:pt>
                <c:pt idx="2022">
                  <c:v>22-01-2008</c:v>
                </c:pt>
                <c:pt idx="2023">
                  <c:v>23-01-2008</c:v>
                </c:pt>
                <c:pt idx="2024">
                  <c:v>24-01-2008</c:v>
                </c:pt>
                <c:pt idx="2025">
                  <c:v>25-01-2008</c:v>
                </c:pt>
                <c:pt idx="2026">
                  <c:v>28-01-2008</c:v>
                </c:pt>
                <c:pt idx="2027">
                  <c:v>29-01-2008</c:v>
                </c:pt>
                <c:pt idx="2028">
                  <c:v>30-01-2008</c:v>
                </c:pt>
                <c:pt idx="2029">
                  <c:v>31-01-2008</c:v>
                </c:pt>
                <c:pt idx="2030">
                  <c:v>01-02-2008</c:v>
                </c:pt>
                <c:pt idx="2031">
                  <c:v>04-02-2008</c:v>
                </c:pt>
                <c:pt idx="2032">
                  <c:v>05-02-2008</c:v>
                </c:pt>
                <c:pt idx="2033">
                  <c:v>06-02-2008</c:v>
                </c:pt>
                <c:pt idx="2034">
                  <c:v>07-02-2008</c:v>
                </c:pt>
                <c:pt idx="2035">
                  <c:v>08-02-2008</c:v>
                </c:pt>
                <c:pt idx="2036">
                  <c:v>11-02-2008</c:v>
                </c:pt>
                <c:pt idx="2037">
                  <c:v>12-02-2008</c:v>
                </c:pt>
                <c:pt idx="2038">
                  <c:v>13-02-2008</c:v>
                </c:pt>
                <c:pt idx="2039">
                  <c:v>14-02-2008</c:v>
                </c:pt>
                <c:pt idx="2040">
                  <c:v>15-02-2008</c:v>
                </c:pt>
                <c:pt idx="2041">
                  <c:v>18-02-2008</c:v>
                </c:pt>
                <c:pt idx="2042">
                  <c:v>19-02-2008</c:v>
                </c:pt>
                <c:pt idx="2043">
                  <c:v>20-02-2008</c:v>
                </c:pt>
                <c:pt idx="2044">
                  <c:v>21-02-2008</c:v>
                </c:pt>
                <c:pt idx="2045">
                  <c:v>22-02-2008</c:v>
                </c:pt>
                <c:pt idx="2046">
                  <c:v>25-02-2008</c:v>
                </c:pt>
                <c:pt idx="2047">
                  <c:v>26-02-2008</c:v>
                </c:pt>
                <c:pt idx="2048">
                  <c:v>27-02-2008</c:v>
                </c:pt>
                <c:pt idx="2049">
                  <c:v>28-02-2008</c:v>
                </c:pt>
                <c:pt idx="2050">
                  <c:v>29-02-2008</c:v>
                </c:pt>
                <c:pt idx="2051">
                  <c:v>03-03-2008</c:v>
                </c:pt>
                <c:pt idx="2052">
                  <c:v>04-03-2008</c:v>
                </c:pt>
                <c:pt idx="2053">
                  <c:v>05-03-2008</c:v>
                </c:pt>
                <c:pt idx="2054">
                  <c:v>07-03-2008</c:v>
                </c:pt>
                <c:pt idx="2055">
                  <c:v>10-03-2008</c:v>
                </c:pt>
                <c:pt idx="2056">
                  <c:v>11-03-2008</c:v>
                </c:pt>
                <c:pt idx="2057">
                  <c:v>12-03-2008</c:v>
                </c:pt>
                <c:pt idx="2058">
                  <c:v>13-03-2008</c:v>
                </c:pt>
                <c:pt idx="2059">
                  <c:v>14-03-2008</c:v>
                </c:pt>
                <c:pt idx="2060">
                  <c:v>17-03-2008</c:v>
                </c:pt>
                <c:pt idx="2061">
                  <c:v>18-03-2008</c:v>
                </c:pt>
                <c:pt idx="2062">
                  <c:v>19-03-2008</c:v>
                </c:pt>
                <c:pt idx="2063">
                  <c:v>24-03-2008</c:v>
                </c:pt>
                <c:pt idx="2064">
                  <c:v>25-03-2008</c:v>
                </c:pt>
                <c:pt idx="2065">
                  <c:v>26-03-2008</c:v>
                </c:pt>
                <c:pt idx="2066">
                  <c:v>27-03-2008</c:v>
                </c:pt>
                <c:pt idx="2067">
                  <c:v>28-03-2008</c:v>
                </c:pt>
                <c:pt idx="2068">
                  <c:v>31-03-2008</c:v>
                </c:pt>
                <c:pt idx="2069">
                  <c:v>01-04-2008</c:v>
                </c:pt>
                <c:pt idx="2070">
                  <c:v>02-04-2008</c:v>
                </c:pt>
                <c:pt idx="2071">
                  <c:v>03-04-2008</c:v>
                </c:pt>
                <c:pt idx="2072">
                  <c:v>04-04-2008</c:v>
                </c:pt>
                <c:pt idx="2073">
                  <c:v>07-04-2008</c:v>
                </c:pt>
                <c:pt idx="2074">
                  <c:v>08-04-2008</c:v>
                </c:pt>
                <c:pt idx="2075">
                  <c:v>09-04-2008</c:v>
                </c:pt>
                <c:pt idx="2076">
                  <c:v>10-04-2008</c:v>
                </c:pt>
                <c:pt idx="2077">
                  <c:v>11-04-2008</c:v>
                </c:pt>
                <c:pt idx="2078">
                  <c:v>15-04-2008</c:v>
                </c:pt>
                <c:pt idx="2079">
                  <c:v>16-04-2008</c:v>
                </c:pt>
                <c:pt idx="2080">
                  <c:v>17-04-2008</c:v>
                </c:pt>
                <c:pt idx="2081">
                  <c:v>21-04-2008</c:v>
                </c:pt>
                <c:pt idx="2082">
                  <c:v>22-04-2008</c:v>
                </c:pt>
                <c:pt idx="2083">
                  <c:v>23-04-2008</c:v>
                </c:pt>
                <c:pt idx="2084">
                  <c:v>24-04-2008</c:v>
                </c:pt>
                <c:pt idx="2085">
                  <c:v>25-04-2008</c:v>
                </c:pt>
                <c:pt idx="2086">
                  <c:v>28-04-2008</c:v>
                </c:pt>
                <c:pt idx="2087">
                  <c:v>29-04-2008</c:v>
                </c:pt>
                <c:pt idx="2088">
                  <c:v>30-04-2008</c:v>
                </c:pt>
                <c:pt idx="2089">
                  <c:v>02-05-2008</c:v>
                </c:pt>
                <c:pt idx="2090">
                  <c:v>05-05-2008</c:v>
                </c:pt>
                <c:pt idx="2091">
                  <c:v>06-05-2008</c:v>
                </c:pt>
                <c:pt idx="2092">
                  <c:v>07-05-2008</c:v>
                </c:pt>
                <c:pt idx="2093">
                  <c:v>08-05-2008</c:v>
                </c:pt>
                <c:pt idx="2094">
                  <c:v>09-05-2008</c:v>
                </c:pt>
                <c:pt idx="2095">
                  <c:v>12-05-2008</c:v>
                </c:pt>
                <c:pt idx="2096">
                  <c:v>13-05-2008</c:v>
                </c:pt>
                <c:pt idx="2097">
                  <c:v>14-05-2008</c:v>
                </c:pt>
                <c:pt idx="2098">
                  <c:v>15-05-2008</c:v>
                </c:pt>
                <c:pt idx="2099">
                  <c:v>16-05-2008</c:v>
                </c:pt>
                <c:pt idx="2100">
                  <c:v>20-05-2008</c:v>
                </c:pt>
                <c:pt idx="2101">
                  <c:v>21-05-2008</c:v>
                </c:pt>
                <c:pt idx="2102">
                  <c:v>22-05-2008</c:v>
                </c:pt>
                <c:pt idx="2103">
                  <c:v>23-05-2008</c:v>
                </c:pt>
                <c:pt idx="2104">
                  <c:v>26-05-2008</c:v>
                </c:pt>
                <c:pt idx="2105">
                  <c:v>27-05-2008</c:v>
                </c:pt>
                <c:pt idx="2106">
                  <c:v>28-05-2008</c:v>
                </c:pt>
                <c:pt idx="2107">
                  <c:v>29-05-2008</c:v>
                </c:pt>
                <c:pt idx="2108">
                  <c:v>30-05-2008</c:v>
                </c:pt>
                <c:pt idx="2109">
                  <c:v>02-06-2008</c:v>
                </c:pt>
                <c:pt idx="2110">
                  <c:v>03-06-2008</c:v>
                </c:pt>
                <c:pt idx="2111">
                  <c:v>04-06-2008</c:v>
                </c:pt>
                <c:pt idx="2112">
                  <c:v>05-06-2008</c:v>
                </c:pt>
                <c:pt idx="2113">
                  <c:v>06-06-2008</c:v>
                </c:pt>
                <c:pt idx="2114">
                  <c:v>09-06-2008</c:v>
                </c:pt>
                <c:pt idx="2115">
                  <c:v>10-06-2008</c:v>
                </c:pt>
                <c:pt idx="2116">
                  <c:v>11-06-2008</c:v>
                </c:pt>
                <c:pt idx="2117">
                  <c:v>12-06-2008</c:v>
                </c:pt>
                <c:pt idx="2118">
                  <c:v>13-06-2008</c:v>
                </c:pt>
                <c:pt idx="2119">
                  <c:v>16-06-2008</c:v>
                </c:pt>
                <c:pt idx="2120">
                  <c:v>17-06-2008</c:v>
                </c:pt>
                <c:pt idx="2121">
                  <c:v>18-06-2008</c:v>
                </c:pt>
                <c:pt idx="2122">
                  <c:v>19-06-2008</c:v>
                </c:pt>
                <c:pt idx="2123">
                  <c:v>20-06-2008</c:v>
                </c:pt>
                <c:pt idx="2124">
                  <c:v>23-06-2008</c:v>
                </c:pt>
                <c:pt idx="2125">
                  <c:v>24-06-2008</c:v>
                </c:pt>
                <c:pt idx="2126">
                  <c:v>25-06-2008</c:v>
                </c:pt>
                <c:pt idx="2127">
                  <c:v>26-06-2008</c:v>
                </c:pt>
                <c:pt idx="2128">
                  <c:v>27-06-2008</c:v>
                </c:pt>
                <c:pt idx="2129">
                  <c:v>30-06-2008</c:v>
                </c:pt>
                <c:pt idx="2130">
                  <c:v>01-07-2008</c:v>
                </c:pt>
                <c:pt idx="2131">
                  <c:v>02-07-2008</c:v>
                </c:pt>
                <c:pt idx="2132">
                  <c:v>03-07-2008</c:v>
                </c:pt>
                <c:pt idx="2133">
                  <c:v>04-07-2008</c:v>
                </c:pt>
                <c:pt idx="2134">
                  <c:v>07-07-2008</c:v>
                </c:pt>
                <c:pt idx="2135">
                  <c:v>08-07-2008</c:v>
                </c:pt>
                <c:pt idx="2136">
                  <c:v>09-07-2008</c:v>
                </c:pt>
                <c:pt idx="2137">
                  <c:v>10-07-2008</c:v>
                </c:pt>
                <c:pt idx="2138">
                  <c:v>11-07-2008</c:v>
                </c:pt>
                <c:pt idx="2139">
                  <c:v>14-07-2008</c:v>
                </c:pt>
                <c:pt idx="2140">
                  <c:v>15-07-2008</c:v>
                </c:pt>
                <c:pt idx="2141">
                  <c:v>16-07-2008</c:v>
                </c:pt>
                <c:pt idx="2142">
                  <c:v>17-07-2008</c:v>
                </c:pt>
                <c:pt idx="2143">
                  <c:v>18-07-2008</c:v>
                </c:pt>
                <c:pt idx="2144">
                  <c:v>21-07-2008</c:v>
                </c:pt>
                <c:pt idx="2145">
                  <c:v>22-07-2008</c:v>
                </c:pt>
                <c:pt idx="2146">
                  <c:v>23-07-2008</c:v>
                </c:pt>
                <c:pt idx="2147">
                  <c:v>24-07-2008</c:v>
                </c:pt>
                <c:pt idx="2148">
                  <c:v>25-07-2008</c:v>
                </c:pt>
                <c:pt idx="2149">
                  <c:v>28-07-2008</c:v>
                </c:pt>
                <c:pt idx="2150">
                  <c:v>29-07-2008</c:v>
                </c:pt>
                <c:pt idx="2151">
                  <c:v>30-07-2008</c:v>
                </c:pt>
                <c:pt idx="2152">
                  <c:v>31-07-2008</c:v>
                </c:pt>
                <c:pt idx="2153">
                  <c:v>01-08-2008</c:v>
                </c:pt>
                <c:pt idx="2154">
                  <c:v>04-08-2008</c:v>
                </c:pt>
                <c:pt idx="2155">
                  <c:v>05-08-2008</c:v>
                </c:pt>
                <c:pt idx="2156">
                  <c:v>06-08-2008</c:v>
                </c:pt>
                <c:pt idx="2157">
                  <c:v>07-08-2008</c:v>
                </c:pt>
                <c:pt idx="2158">
                  <c:v>08-08-2008</c:v>
                </c:pt>
                <c:pt idx="2159">
                  <c:v>11-08-2008</c:v>
                </c:pt>
                <c:pt idx="2160">
                  <c:v>12-08-2008</c:v>
                </c:pt>
                <c:pt idx="2161">
                  <c:v>13-08-2008</c:v>
                </c:pt>
                <c:pt idx="2162">
                  <c:v>14-08-2008</c:v>
                </c:pt>
                <c:pt idx="2163">
                  <c:v>18-08-2008</c:v>
                </c:pt>
                <c:pt idx="2164">
                  <c:v>19-08-2008</c:v>
                </c:pt>
                <c:pt idx="2165">
                  <c:v>20-08-2008</c:v>
                </c:pt>
                <c:pt idx="2166">
                  <c:v>21-08-2008</c:v>
                </c:pt>
                <c:pt idx="2167">
                  <c:v>22-08-2008</c:v>
                </c:pt>
                <c:pt idx="2168">
                  <c:v>25-08-2008</c:v>
                </c:pt>
                <c:pt idx="2169">
                  <c:v>26-08-2008</c:v>
                </c:pt>
                <c:pt idx="2170">
                  <c:v>27-08-2008</c:v>
                </c:pt>
                <c:pt idx="2171">
                  <c:v>28-08-2008</c:v>
                </c:pt>
                <c:pt idx="2172">
                  <c:v>29-08-2008</c:v>
                </c:pt>
                <c:pt idx="2173">
                  <c:v>01-09-2008</c:v>
                </c:pt>
                <c:pt idx="2174">
                  <c:v>02-09-2008</c:v>
                </c:pt>
                <c:pt idx="2175">
                  <c:v>04-09-2008</c:v>
                </c:pt>
                <c:pt idx="2176">
                  <c:v>05-09-2008</c:v>
                </c:pt>
                <c:pt idx="2177">
                  <c:v>08-09-2008</c:v>
                </c:pt>
                <c:pt idx="2178">
                  <c:v>09-09-2008</c:v>
                </c:pt>
                <c:pt idx="2179">
                  <c:v>10-09-2008</c:v>
                </c:pt>
                <c:pt idx="2180">
                  <c:v>11-09-2008</c:v>
                </c:pt>
                <c:pt idx="2181">
                  <c:v>12-09-2008</c:v>
                </c:pt>
                <c:pt idx="2182">
                  <c:v>15-09-2008</c:v>
                </c:pt>
                <c:pt idx="2183">
                  <c:v>16-09-2008</c:v>
                </c:pt>
                <c:pt idx="2184">
                  <c:v>17-09-2008</c:v>
                </c:pt>
                <c:pt idx="2185">
                  <c:v>18-09-2008</c:v>
                </c:pt>
                <c:pt idx="2186">
                  <c:v>19-09-2008</c:v>
                </c:pt>
                <c:pt idx="2187">
                  <c:v>22-09-2008</c:v>
                </c:pt>
                <c:pt idx="2188">
                  <c:v>23-09-2008</c:v>
                </c:pt>
                <c:pt idx="2189">
                  <c:v>24-09-2008</c:v>
                </c:pt>
                <c:pt idx="2190">
                  <c:v>25-09-2008</c:v>
                </c:pt>
                <c:pt idx="2191">
                  <c:v>26-09-2008</c:v>
                </c:pt>
                <c:pt idx="2192">
                  <c:v>29-09-2008</c:v>
                </c:pt>
                <c:pt idx="2193">
                  <c:v>30-09-2008</c:v>
                </c:pt>
                <c:pt idx="2194">
                  <c:v>01-10-2008</c:v>
                </c:pt>
                <c:pt idx="2195">
                  <c:v>03-10-2008</c:v>
                </c:pt>
                <c:pt idx="2196">
                  <c:v>06-10-2008</c:v>
                </c:pt>
                <c:pt idx="2197">
                  <c:v>07-10-2008</c:v>
                </c:pt>
                <c:pt idx="2198">
                  <c:v>08-10-2008</c:v>
                </c:pt>
                <c:pt idx="2199">
                  <c:v>10-10-2008</c:v>
                </c:pt>
                <c:pt idx="2200">
                  <c:v>13-10-2008</c:v>
                </c:pt>
                <c:pt idx="2201">
                  <c:v>14-10-2008</c:v>
                </c:pt>
                <c:pt idx="2202">
                  <c:v>15-10-2008</c:v>
                </c:pt>
                <c:pt idx="2203">
                  <c:v>16-10-2008</c:v>
                </c:pt>
                <c:pt idx="2204">
                  <c:v>17-10-2008</c:v>
                </c:pt>
                <c:pt idx="2205">
                  <c:v>20-10-2008</c:v>
                </c:pt>
                <c:pt idx="2206">
                  <c:v>21-10-2008</c:v>
                </c:pt>
                <c:pt idx="2207">
                  <c:v>22-10-2008</c:v>
                </c:pt>
                <c:pt idx="2208">
                  <c:v>23-10-2008</c:v>
                </c:pt>
                <c:pt idx="2209">
                  <c:v>24-10-2008</c:v>
                </c:pt>
                <c:pt idx="2210">
                  <c:v>27-10-2008</c:v>
                </c:pt>
                <c:pt idx="2211">
                  <c:v>28-10-2008</c:v>
                </c:pt>
                <c:pt idx="2212">
                  <c:v>29-10-2008</c:v>
                </c:pt>
                <c:pt idx="2213">
                  <c:v>31-10-2008</c:v>
                </c:pt>
                <c:pt idx="2214">
                  <c:v>03-11-2008</c:v>
                </c:pt>
                <c:pt idx="2215">
                  <c:v>04-11-2008</c:v>
                </c:pt>
                <c:pt idx="2216">
                  <c:v>05-11-2008</c:v>
                </c:pt>
                <c:pt idx="2217">
                  <c:v>06-11-2008</c:v>
                </c:pt>
                <c:pt idx="2218">
                  <c:v>07-11-2008</c:v>
                </c:pt>
                <c:pt idx="2219">
                  <c:v>10-11-2008</c:v>
                </c:pt>
                <c:pt idx="2220">
                  <c:v>11-11-2008</c:v>
                </c:pt>
                <c:pt idx="2221">
                  <c:v>12-11-2008</c:v>
                </c:pt>
                <c:pt idx="2222">
                  <c:v>14-11-2008</c:v>
                </c:pt>
                <c:pt idx="2223">
                  <c:v>17-11-2008</c:v>
                </c:pt>
                <c:pt idx="2224">
                  <c:v>18-11-2008</c:v>
                </c:pt>
                <c:pt idx="2225">
                  <c:v>19-11-2008</c:v>
                </c:pt>
                <c:pt idx="2226">
                  <c:v>20-11-2008</c:v>
                </c:pt>
                <c:pt idx="2227">
                  <c:v>21-11-2008</c:v>
                </c:pt>
                <c:pt idx="2228">
                  <c:v>24-11-2008</c:v>
                </c:pt>
                <c:pt idx="2229">
                  <c:v>25-11-2008</c:v>
                </c:pt>
                <c:pt idx="2230">
                  <c:v>26-11-2008</c:v>
                </c:pt>
                <c:pt idx="2231">
                  <c:v>28-11-2008</c:v>
                </c:pt>
                <c:pt idx="2232">
                  <c:v>01-12-2008</c:v>
                </c:pt>
                <c:pt idx="2233">
                  <c:v>02-12-2008</c:v>
                </c:pt>
                <c:pt idx="2234">
                  <c:v>03-12-2008</c:v>
                </c:pt>
                <c:pt idx="2235">
                  <c:v>04-12-2008</c:v>
                </c:pt>
                <c:pt idx="2236">
                  <c:v>05-12-2008</c:v>
                </c:pt>
                <c:pt idx="2237">
                  <c:v>08-12-2008</c:v>
                </c:pt>
                <c:pt idx="2238">
                  <c:v>10-12-2008</c:v>
                </c:pt>
                <c:pt idx="2239">
                  <c:v>11-12-2008</c:v>
                </c:pt>
                <c:pt idx="2240">
                  <c:v>12-12-2008</c:v>
                </c:pt>
                <c:pt idx="2241">
                  <c:v>15-12-2008</c:v>
                </c:pt>
                <c:pt idx="2242">
                  <c:v>16-12-2008</c:v>
                </c:pt>
                <c:pt idx="2243">
                  <c:v>17-12-2008</c:v>
                </c:pt>
                <c:pt idx="2244">
                  <c:v>18-12-2008</c:v>
                </c:pt>
                <c:pt idx="2245">
                  <c:v>19-12-2008</c:v>
                </c:pt>
                <c:pt idx="2246">
                  <c:v>22-12-2008</c:v>
                </c:pt>
                <c:pt idx="2247">
                  <c:v>23-12-2008</c:v>
                </c:pt>
                <c:pt idx="2248">
                  <c:v>24-12-2008</c:v>
                </c:pt>
                <c:pt idx="2249">
                  <c:v>26-12-2008</c:v>
                </c:pt>
                <c:pt idx="2250">
                  <c:v>29-12-2008</c:v>
                </c:pt>
                <c:pt idx="2251">
                  <c:v>30-12-2008</c:v>
                </c:pt>
                <c:pt idx="2252">
                  <c:v>31-12-2008</c:v>
                </c:pt>
                <c:pt idx="2253">
                  <c:v>01-01-2009</c:v>
                </c:pt>
                <c:pt idx="2254">
                  <c:v>02-01-2009</c:v>
                </c:pt>
                <c:pt idx="2255">
                  <c:v>05-01-2009</c:v>
                </c:pt>
                <c:pt idx="2256">
                  <c:v>06-01-2009</c:v>
                </c:pt>
                <c:pt idx="2257">
                  <c:v>07-01-2009</c:v>
                </c:pt>
                <c:pt idx="2258">
                  <c:v>09-01-2009</c:v>
                </c:pt>
                <c:pt idx="2259">
                  <c:v>12-01-2009</c:v>
                </c:pt>
                <c:pt idx="2260">
                  <c:v>13-01-2009</c:v>
                </c:pt>
                <c:pt idx="2261">
                  <c:v>14-01-2009</c:v>
                </c:pt>
                <c:pt idx="2262">
                  <c:v>15-01-2009</c:v>
                </c:pt>
                <c:pt idx="2263">
                  <c:v>16-01-2009</c:v>
                </c:pt>
                <c:pt idx="2264">
                  <c:v>19-01-2009</c:v>
                </c:pt>
                <c:pt idx="2265">
                  <c:v>20-01-2009</c:v>
                </c:pt>
                <c:pt idx="2266">
                  <c:v>21-01-2009</c:v>
                </c:pt>
                <c:pt idx="2267">
                  <c:v>22-01-2009</c:v>
                </c:pt>
                <c:pt idx="2268">
                  <c:v>23-01-2009</c:v>
                </c:pt>
                <c:pt idx="2269">
                  <c:v>27-01-2009</c:v>
                </c:pt>
                <c:pt idx="2270">
                  <c:v>28-01-2009</c:v>
                </c:pt>
                <c:pt idx="2271">
                  <c:v>29-01-2009</c:v>
                </c:pt>
                <c:pt idx="2272">
                  <c:v>30-01-2009</c:v>
                </c:pt>
                <c:pt idx="2273">
                  <c:v>02-02-2009</c:v>
                </c:pt>
                <c:pt idx="2274">
                  <c:v>03-02-2009</c:v>
                </c:pt>
                <c:pt idx="2275">
                  <c:v>04-02-2009</c:v>
                </c:pt>
                <c:pt idx="2276">
                  <c:v>05-02-2009</c:v>
                </c:pt>
                <c:pt idx="2277">
                  <c:v>06-02-2009</c:v>
                </c:pt>
                <c:pt idx="2278">
                  <c:v>09-02-2009</c:v>
                </c:pt>
                <c:pt idx="2279">
                  <c:v>10-02-2009</c:v>
                </c:pt>
                <c:pt idx="2280">
                  <c:v>11-02-2009</c:v>
                </c:pt>
                <c:pt idx="2281">
                  <c:v>12-02-2009</c:v>
                </c:pt>
                <c:pt idx="2282">
                  <c:v>13-02-2009</c:v>
                </c:pt>
                <c:pt idx="2283">
                  <c:v>16-02-2009</c:v>
                </c:pt>
                <c:pt idx="2284">
                  <c:v>17-02-2009</c:v>
                </c:pt>
                <c:pt idx="2285">
                  <c:v>18-02-2009</c:v>
                </c:pt>
                <c:pt idx="2286">
                  <c:v>19-02-2009</c:v>
                </c:pt>
                <c:pt idx="2287">
                  <c:v>20-02-2009</c:v>
                </c:pt>
                <c:pt idx="2288">
                  <c:v>24-02-2009</c:v>
                </c:pt>
                <c:pt idx="2289">
                  <c:v>25-02-2009</c:v>
                </c:pt>
                <c:pt idx="2290">
                  <c:v>26-02-2009</c:v>
                </c:pt>
                <c:pt idx="2291">
                  <c:v>27-02-2009</c:v>
                </c:pt>
                <c:pt idx="2292">
                  <c:v>02-03-2009</c:v>
                </c:pt>
                <c:pt idx="2293">
                  <c:v>03-03-2009</c:v>
                </c:pt>
                <c:pt idx="2294">
                  <c:v>04-03-2009</c:v>
                </c:pt>
                <c:pt idx="2295">
                  <c:v>05-03-2009</c:v>
                </c:pt>
                <c:pt idx="2296">
                  <c:v>06-03-2009</c:v>
                </c:pt>
                <c:pt idx="2297">
                  <c:v>09-03-2009</c:v>
                </c:pt>
                <c:pt idx="2298">
                  <c:v>12-03-2009</c:v>
                </c:pt>
                <c:pt idx="2299">
                  <c:v>13-03-2009</c:v>
                </c:pt>
                <c:pt idx="2300">
                  <c:v>16-03-2009</c:v>
                </c:pt>
                <c:pt idx="2301">
                  <c:v>17-03-2009</c:v>
                </c:pt>
                <c:pt idx="2302">
                  <c:v>18-03-2009</c:v>
                </c:pt>
                <c:pt idx="2303">
                  <c:v>19-03-2009</c:v>
                </c:pt>
                <c:pt idx="2304">
                  <c:v>20-03-2009</c:v>
                </c:pt>
                <c:pt idx="2305">
                  <c:v>23-03-2009</c:v>
                </c:pt>
                <c:pt idx="2306">
                  <c:v>24-03-2009</c:v>
                </c:pt>
                <c:pt idx="2307">
                  <c:v>25-03-2009</c:v>
                </c:pt>
                <c:pt idx="2308">
                  <c:v>26-03-2009</c:v>
                </c:pt>
                <c:pt idx="2309">
                  <c:v>27-03-2009</c:v>
                </c:pt>
                <c:pt idx="2310">
                  <c:v>30-03-2009</c:v>
                </c:pt>
                <c:pt idx="2311">
                  <c:v>31-03-2009</c:v>
                </c:pt>
                <c:pt idx="2312">
                  <c:v>01-04-2009</c:v>
                </c:pt>
                <c:pt idx="2313">
                  <c:v>02-04-2009</c:v>
                </c:pt>
                <c:pt idx="2314">
                  <c:v>06-04-2009</c:v>
                </c:pt>
                <c:pt idx="2315">
                  <c:v>08-04-2009</c:v>
                </c:pt>
                <c:pt idx="2316">
                  <c:v>09-04-2009</c:v>
                </c:pt>
                <c:pt idx="2317">
                  <c:v>13-04-2009</c:v>
                </c:pt>
                <c:pt idx="2318">
                  <c:v>15-04-2009</c:v>
                </c:pt>
                <c:pt idx="2319">
                  <c:v>16-04-2009</c:v>
                </c:pt>
                <c:pt idx="2320">
                  <c:v>17-04-2009</c:v>
                </c:pt>
                <c:pt idx="2321">
                  <c:v>20-04-2009</c:v>
                </c:pt>
                <c:pt idx="2322">
                  <c:v>21-04-2009</c:v>
                </c:pt>
                <c:pt idx="2323">
                  <c:v>22-04-2009</c:v>
                </c:pt>
                <c:pt idx="2324">
                  <c:v>23-04-2009</c:v>
                </c:pt>
                <c:pt idx="2325">
                  <c:v>24-04-2009</c:v>
                </c:pt>
                <c:pt idx="2326">
                  <c:v>27-04-2009</c:v>
                </c:pt>
                <c:pt idx="2327">
                  <c:v>28-04-2009</c:v>
                </c:pt>
                <c:pt idx="2328">
                  <c:v>29-04-2009</c:v>
                </c:pt>
                <c:pt idx="2329">
                  <c:v>04-05-2009</c:v>
                </c:pt>
                <c:pt idx="2330">
                  <c:v>05-05-2009</c:v>
                </c:pt>
                <c:pt idx="2331">
                  <c:v>06-05-2009</c:v>
                </c:pt>
                <c:pt idx="2332">
                  <c:v>07-05-2009</c:v>
                </c:pt>
                <c:pt idx="2333">
                  <c:v>08-05-2009</c:v>
                </c:pt>
                <c:pt idx="2334">
                  <c:v>11-05-2009</c:v>
                </c:pt>
                <c:pt idx="2335">
                  <c:v>12-05-2009</c:v>
                </c:pt>
                <c:pt idx="2336">
                  <c:v>13-05-2009</c:v>
                </c:pt>
                <c:pt idx="2337">
                  <c:v>14-05-2009</c:v>
                </c:pt>
                <c:pt idx="2338">
                  <c:v>15-05-2009</c:v>
                </c:pt>
                <c:pt idx="2339">
                  <c:v>18-05-2009</c:v>
                </c:pt>
                <c:pt idx="2340">
                  <c:v>19-05-2009</c:v>
                </c:pt>
                <c:pt idx="2341">
                  <c:v>20-05-2009</c:v>
                </c:pt>
                <c:pt idx="2342">
                  <c:v>21-05-2009</c:v>
                </c:pt>
                <c:pt idx="2343">
                  <c:v>22-05-2009</c:v>
                </c:pt>
                <c:pt idx="2344">
                  <c:v>25-05-2009</c:v>
                </c:pt>
                <c:pt idx="2345">
                  <c:v>26-05-2009</c:v>
                </c:pt>
                <c:pt idx="2346">
                  <c:v>27-05-2009</c:v>
                </c:pt>
                <c:pt idx="2347">
                  <c:v>28-05-2009</c:v>
                </c:pt>
                <c:pt idx="2348">
                  <c:v>29-05-2009</c:v>
                </c:pt>
                <c:pt idx="2349">
                  <c:v>01-06-2009</c:v>
                </c:pt>
                <c:pt idx="2350">
                  <c:v>02-06-2009</c:v>
                </c:pt>
                <c:pt idx="2351">
                  <c:v>03-06-2009</c:v>
                </c:pt>
                <c:pt idx="2352">
                  <c:v>04-06-2009</c:v>
                </c:pt>
                <c:pt idx="2353">
                  <c:v>05-06-2009</c:v>
                </c:pt>
                <c:pt idx="2354">
                  <c:v>08-06-2009</c:v>
                </c:pt>
                <c:pt idx="2355">
                  <c:v>09-06-2009</c:v>
                </c:pt>
                <c:pt idx="2356">
                  <c:v>10-06-2009</c:v>
                </c:pt>
                <c:pt idx="2357">
                  <c:v>11-06-2009</c:v>
                </c:pt>
                <c:pt idx="2358">
                  <c:v>12-06-2009</c:v>
                </c:pt>
                <c:pt idx="2359">
                  <c:v>15-06-2009</c:v>
                </c:pt>
                <c:pt idx="2360">
                  <c:v>16-06-2009</c:v>
                </c:pt>
                <c:pt idx="2361">
                  <c:v>17-06-2009</c:v>
                </c:pt>
                <c:pt idx="2362">
                  <c:v>18-06-2009</c:v>
                </c:pt>
                <c:pt idx="2363">
                  <c:v>19-06-2009</c:v>
                </c:pt>
                <c:pt idx="2364">
                  <c:v>22-06-2009</c:v>
                </c:pt>
                <c:pt idx="2365">
                  <c:v>23-06-2009</c:v>
                </c:pt>
                <c:pt idx="2366">
                  <c:v>24-06-2009</c:v>
                </c:pt>
                <c:pt idx="2367">
                  <c:v>25-06-2009</c:v>
                </c:pt>
                <c:pt idx="2368">
                  <c:v>26-06-2009</c:v>
                </c:pt>
                <c:pt idx="2369">
                  <c:v>29-06-2009</c:v>
                </c:pt>
                <c:pt idx="2370">
                  <c:v>30-06-2009</c:v>
                </c:pt>
                <c:pt idx="2371">
                  <c:v>01-07-2009</c:v>
                </c:pt>
                <c:pt idx="2372">
                  <c:v>02-07-2009</c:v>
                </c:pt>
                <c:pt idx="2373">
                  <c:v>03-07-2009</c:v>
                </c:pt>
                <c:pt idx="2374">
                  <c:v>06-07-2009</c:v>
                </c:pt>
                <c:pt idx="2375">
                  <c:v>07-07-2009</c:v>
                </c:pt>
                <c:pt idx="2376">
                  <c:v>08-07-2009</c:v>
                </c:pt>
                <c:pt idx="2377">
                  <c:v>09-07-2009</c:v>
                </c:pt>
                <c:pt idx="2378">
                  <c:v>10-07-2009</c:v>
                </c:pt>
                <c:pt idx="2379">
                  <c:v>13-07-2009</c:v>
                </c:pt>
                <c:pt idx="2380">
                  <c:v>14-07-2009</c:v>
                </c:pt>
                <c:pt idx="2381">
                  <c:v>15-07-2009</c:v>
                </c:pt>
                <c:pt idx="2382">
                  <c:v>16-07-2009</c:v>
                </c:pt>
                <c:pt idx="2383">
                  <c:v>17-07-2009</c:v>
                </c:pt>
                <c:pt idx="2384">
                  <c:v>20-07-2009</c:v>
                </c:pt>
                <c:pt idx="2385">
                  <c:v>21-07-2009</c:v>
                </c:pt>
                <c:pt idx="2386">
                  <c:v>22-07-2009</c:v>
                </c:pt>
                <c:pt idx="2387">
                  <c:v>23-07-2009</c:v>
                </c:pt>
                <c:pt idx="2388">
                  <c:v>24-07-2009</c:v>
                </c:pt>
                <c:pt idx="2389">
                  <c:v>27-07-2009</c:v>
                </c:pt>
                <c:pt idx="2390">
                  <c:v>28-07-2009</c:v>
                </c:pt>
                <c:pt idx="2391">
                  <c:v>29-07-2009</c:v>
                </c:pt>
                <c:pt idx="2392">
                  <c:v>30-07-2009</c:v>
                </c:pt>
                <c:pt idx="2393">
                  <c:v>31-07-2009</c:v>
                </c:pt>
                <c:pt idx="2394">
                  <c:v>03-08-2009</c:v>
                </c:pt>
                <c:pt idx="2395">
                  <c:v>04-08-2009</c:v>
                </c:pt>
                <c:pt idx="2396">
                  <c:v>05-08-2009</c:v>
                </c:pt>
                <c:pt idx="2397">
                  <c:v>06-08-2009</c:v>
                </c:pt>
                <c:pt idx="2398">
                  <c:v>07-08-2009</c:v>
                </c:pt>
                <c:pt idx="2399">
                  <c:v>10-08-2009</c:v>
                </c:pt>
                <c:pt idx="2400">
                  <c:v>11-08-2009</c:v>
                </c:pt>
                <c:pt idx="2401">
                  <c:v>12-08-2009</c:v>
                </c:pt>
                <c:pt idx="2402">
                  <c:v>13-08-2009</c:v>
                </c:pt>
                <c:pt idx="2403">
                  <c:v>14-08-2009</c:v>
                </c:pt>
                <c:pt idx="2404">
                  <c:v>17-08-2009</c:v>
                </c:pt>
                <c:pt idx="2405">
                  <c:v>18-08-2009</c:v>
                </c:pt>
                <c:pt idx="2406">
                  <c:v>19-08-2009</c:v>
                </c:pt>
                <c:pt idx="2407">
                  <c:v>20-08-2009</c:v>
                </c:pt>
                <c:pt idx="2408">
                  <c:v>21-08-2009</c:v>
                </c:pt>
                <c:pt idx="2409">
                  <c:v>24-08-2009</c:v>
                </c:pt>
                <c:pt idx="2410">
                  <c:v>25-08-2009</c:v>
                </c:pt>
                <c:pt idx="2411">
                  <c:v>26-08-2009</c:v>
                </c:pt>
                <c:pt idx="2412">
                  <c:v>27-08-2009</c:v>
                </c:pt>
                <c:pt idx="2413">
                  <c:v>28-08-2009</c:v>
                </c:pt>
                <c:pt idx="2414">
                  <c:v>31-08-2009</c:v>
                </c:pt>
                <c:pt idx="2415">
                  <c:v>01-09-2009</c:v>
                </c:pt>
                <c:pt idx="2416">
                  <c:v>02-09-2009</c:v>
                </c:pt>
                <c:pt idx="2417">
                  <c:v>03-09-2009</c:v>
                </c:pt>
                <c:pt idx="2418">
                  <c:v>04-09-2009</c:v>
                </c:pt>
                <c:pt idx="2419">
                  <c:v>07-09-2009</c:v>
                </c:pt>
                <c:pt idx="2420">
                  <c:v>08-09-2009</c:v>
                </c:pt>
                <c:pt idx="2421">
                  <c:v>09-09-2009</c:v>
                </c:pt>
                <c:pt idx="2422">
                  <c:v>10-09-2009</c:v>
                </c:pt>
                <c:pt idx="2423">
                  <c:v>11-09-2009</c:v>
                </c:pt>
                <c:pt idx="2424">
                  <c:v>14-09-2009</c:v>
                </c:pt>
                <c:pt idx="2425">
                  <c:v>15-09-2009</c:v>
                </c:pt>
                <c:pt idx="2426">
                  <c:v>16-09-2009</c:v>
                </c:pt>
                <c:pt idx="2427">
                  <c:v>17-09-2009</c:v>
                </c:pt>
                <c:pt idx="2428">
                  <c:v>18-09-2009</c:v>
                </c:pt>
                <c:pt idx="2429">
                  <c:v>22-09-2009</c:v>
                </c:pt>
                <c:pt idx="2430">
                  <c:v>23-09-2009</c:v>
                </c:pt>
                <c:pt idx="2431">
                  <c:v>24-09-2009</c:v>
                </c:pt>
                <c:pt idx="2432">
                  <c:v>25-09-2009</c:v>
                </c:pt>
                <c:pt idx="2433">
                  <c:v>29-09-2009</c:v>
                </c:pt>
                <c:pt idx="2434">
                  <c:v>30-09-2009</c:v>
                </c:pt>
                <c:pt idx="2435">
                  <c:v>01-10-2009</c:v>
                </c:pt>
                <c:pt idx="2436">
                  <c:v>05-10-2009</c:v>
                </c:pt>
                <c:pt idx="2437">
                  <c:v>06-10-2009</c:v>
                </c:pt>
                <c:pt idx="2438">
                  <c:v>07-10-2009</c:v>
                </c:pt>
                <c:pt idx="2439">
                  <c:v>08-10-2009</c:v>
                </c:pt>
                <c:pt idx="2440">
                  <c:v>09-10-2009</c:v>
                </c:pt>
                <c:pt idx="2441">
                  <c:v>12-10-2009</c:v>
                </c:pt>
                <c:pt idx="2442">
                  <c:v>14-10-2009</c:v>
                </c:pt>
                <c:pt idx="2443">
                  <c:v>15-10-2009</c:v>
                </c:pt>
                <c:pt idx="2444">
                  <c:v>16-10-2009</c:v>
                </c:pt>
                <c:pt idx="2445">
                  <c:v>17-10-2009</c:v>
                </c:pt>
                <c:pt idx="2446">
                  <c:v>20-10-2009</c:v>
                </c:pt>
                <c:pt idx="2447">
                  <c:v>21-10-2009</c:v>
                </c:pt>
                <c:pt idx="2448">
                  <c:v>22-10-2009</c:v>
                </c:pt>
                <c:pt idx="2449">
                  <c:v>23-10-2009</c:v>
                </c:pt>
                <c:pt idx="2450">
                  <c:v>26-10-2009</c:v>
                </c:pt>
                <c:pt idx="2451">
                  <c:v>27-10-2009</c:v>
                </c:pt>
                <c:pt idx="2452">
                  <c:v>28-10-2009</c:v>
                </c:pt>
                <c:pt idx="2453">
                  <c:v>29-10-2009</c:v>
                </c:pt>
                <c:pt idx="2454">
                  <c:v>30-10-2009</c:v>
                </c:pt>
                <c:pt idx="2455">
                  <c:v>03-11-2009</c:v>
                </c:pt>
                <c:pt idx="2456">
                  <c:v>04-11-2009</c:v>
                </c:pt>
                <c:pt idx="2457">
                  <c:v>05-11-2009</c:v>
                </c:pt>
                <c:pt idx="2458">
                  <c:v>06-11-2009</c:v>
                </c:pt>
                <c:pt idx="2459">
                  <c:v>09-11-2009</c:v>
                </c:pt>
                <c:pt idx="2460">
                  <c:v>10-11-2009</c:v>
                </c:pt>
                <c:pt idx="2461">
                  <c:v>11-11-2009</c:v>
                </c:pt>
                <c:pt idx="2462">
                  <c:v>12-11-2009</c:v>
                </c:pt>
                <c:pt idx="2463">
                  <c:v>13-11-2009</c:v>
                </c:pt>
                <c:pt idx="2464">
                  <c:v>16-11-2009</c:v>
                </c:pt>
                <c:pt idx="2465">
                  <c:v>17-11-2009</c:v>
                </c:pt>
                <c:pt idx="2466">
                  <c:v>18-11-2009</c:v>
                </c:pt>
                <c:pt idx="2467">
                  <c:v>19-11-2009</c:v>
                </c:pt>
                <c:pt idx="2468">
                  <c:v>20-11-2009</c:v>
                </c:pt>
                <c:pt idx="2469">
                  <c:v>23-11-2009</c:v>
                </c:pt>
                <c:pt idx="2470">
                  <c:v>24-11-2009</c:v>
                </c:pt>
                <c:pt idx="2471">
                  <c:v>25-11-2009</c:v>
                </c:pt>
                <c:pt idx="2472">
                  <c:v>26-11-2009</c:v>
                </c:pt>
                <c:pt idx="2473">
                  <c:v>27-11-2009</c:v>
                </c:pt>
                <c:pt idx="2474">
                  <c:v>30-11-2009</c:v>
                </c:pt>
                <c:pt idx="2475">
                  <c:v>01-12-2009</c:v>
                </c:pt>
                <c:pt idx="2476">
                  <c:v>02-12-2009</c:v>
                </c:pt>
                <c:pt idx="2477">
                  <c:v>03-12-2009</c:v>
                </c:pt>
                <c:pt idx="2478">
                  <c:v>04-12-2009</c:v>
                </c:pt>
                <c:pt idx="2479">
                  <c:v>07-12-2009</c:v>
                </c:pt>
                <c:pt idx="2480">
                  <c:v>08-12-2009</c:v>
                </c:pt>
                <c:pt idx="2481">
                  <c:v>09-12-2009</c:v>
                </c:pt>
                <c:pt idx="2482">
                  <c:v>10-12-2009</c:v>
                </c:pt>
                <c:pt idx="2483">
                  <c:v>11-12-2009</c:v>
                </c:pt>
                <c:pt idx="2484">
                  <c:v>14-12-2009</c:v>
                </c:pt>
                <c:pt idx="2485">
                  <c:v>15-12-2009</c:v>
                </c:pt>
                <c:pt idx="2486">
                  <c:v>16-12-2009</c:v>
                </c:pt>
                <c:pt idx="2487">
                  <c:v>17-12-2009</c:v>
                </c:pt>
                <c:pt idx="2488">
                  <c:v>18-12-2009</c:v>
                </c:pt>
                <c:pt idx="2489">
                  <c:v>21-12-2009</c:v>
                </c:pt>
                <c:pt idx="2490">
                  <c:v>22-12-2009</c:v>
                </c:pt>
                <c:pt idx="2491">
                  <c:v>23-12-2009</c:v>
                </c:pt>
                <c:pt idx="2492">
                  <c:v>24-12-2009</c:v>
                </c:pt>
                <c:pt idx="2493">
                  <c:v>29-12-2009</c:v>
                </c:pt>
                <c:pt idx="2494">
                  <c:v>30-12-2009</c:v>
                </c:pt>
                <c:pt idx="2495">
                  <c:v>31-12-2009</c:v>
                </c:pt>
                <c:pt idx="2496">
                  <c:v>04-01-2010</c:v>
                </c:pt>
                <c:pt idx="2497">
                  <c:v>05-01-2010</c:v>
                </c:pt>
                <c:pt idx="2498">
                  <c:v>06-01-2010</c:v>
                </c:pt>
                <c:pt idx="2499">
                  <c:v>07-01-2010</c:v>
                </c:pt>
                <c:pt idx="2500">
                  <c:v>08-01-2010</c:v>
                </c:pt>
                <c:pt idx="2501">
                  <c:v>11-01-2010</c:v>
                </c:pt>
                <c:pt idx="2502">
                  <c:v>12-01-2010</c:v>
                </c:pt>
                <c:pt idx="2503">
                  <c:v>13-01-2010</c:v>
                </c:pt>
                <c:pt idx="2504">
                  <c:v>14-01-2010</c:v>
                </c:pt>
                <c:pt idx="2505">
                  <c:v>15-01-2010</c:v>
                </c:pt>
                <c:pt idx="2506">
                  <c:v>18-01-2010</c:v>
                </c:pt>
                <c:pt idx="2507">
                  <c:v>19-01-2010</c:v>
                </c:pt>
                <c:pt idx="2508">
                  <c:v>20-01-2010</c:v>
                </c:pt>
                <c:pt idx="2509">
                  <c:v>21-01-2010</c:v>
                </c:pt>
                <c:pt idx="2510">
                  <c:v>22-01-2010</c:v>
                </c:pt>
                <c:pt idx="2511">
                  <c:v>25-01-2010</c:v>
                </c:pt>
                <c:pt idx="2512">
                  <c:v>27-01-2010</c:v>
                </c:pt>
                <c:pt idx="2513">
                  <c:v>28-01-2010</c:v>
                </c:pt>
                <c:pt idx="2514">
                  <c:v>29-01-2010</c:v>
                </c:pt>
                <c:pt idx="2515">
                  <c:v>01-02-2010</c:v>
                </c:pt>
                <c:pt idx="2516">
                  <c:v>02-02-2010</c:v>
                </c:pt>
                <c:pt idx="2517">
                  <c:v>03-02-2010</c:v>
                </c:pt>
                <c:pt idx="2518">
                  <c:v>04-02-2010</c:v>
                </c:pt>
                <c:pt idx="2519">
                  <c:v>05-02-2010</c:v>
                </c:pt>
                <c:pt idx="2520">
                  <c:v>06-02-2010</c:v>
                </c:pt>
                <c:pt idx="2521">
                  <c:v>08-02-2010</c:v>
                </c:pt>
                <c:pt idx="2522">
                  <c:v>09-02-2010</c:v>
                </c:pt>
                <c:pt idx="2523">
                  <c:v>10-02-2010</c:v>
                </c:pt>
                <c:pt idx="2524">
                  <c:v>11-02-2010</c:v>
                </c:pt>
                <c:pt idx="2525">
                  <c:v>15-02-2010</c:v>
                </c:pt>
                <c:pt idx="2526">
                  <c:v>16-02-2010</c:v>
                </c:pt>
                <c:pt idx="2527">
                  <c:v>17-02-2010</c:v>
                </c:pt>
                <c:pt idx="2528">
                  <c:v>18-02-2010</c:v>
                </c:pt>
                <c:pt idx="2529">
                  <c:v>19-02-2010</c:v>
                </c:pt>
                <c:pt idx="2530">
                  <c:v>22-02-2010</c:v>
                </c:pt>
                <c:pt idx="2531">
                  <c:v>23-02-2010</c:v>
                </c:pt>
                <c:pt idx="2532">
                  <c:v>24-02-2010</c:v>
                </c:pt>
                <c:pt idx="2533">
                  <c:v>25-02-2010</c:v>
                </c:pt>
                <c:pt idx="2534">
                  <c:v>26-02-2010</c:v>
                </c:pt>
                <c:pt idx="2535">
                  <c:v>02-03-2010</c:v>
                </c:pt>
                <c:pt idx="2536">
                  <c:v>03-03-2010</c:v>
                </c:pt>
                <c:pt idx="2537">
                  <c:v>04-03-2010</c:v>
                </c:pt>
                <c:pt idx="2538">
                  <c:v>05-03-2010</c:v>
                </c:pt>
                <c:pt idx="2539">
                  <c:v>08-03-2010</c:v>
                </c:pt>
                <c:pt idx="2540">
                  <c:v>09-03-2010</c:v>
                </c:pt>
                <c:pt idx="2541">
                  <c:v>10-03-2010</c:v>
                </c:pt>
                <c:pt idx="2542">
                  <c:v>11-03-2010</c:v>
                </c:pt>
                <c:pt idx="2543">
                  <c:v>12-03-2010</c:v>
                </c:pt>
                <c:pt idx="2544">
                  <c:v>15-03-2010</c:v>
                </c:pt>
                <c:pt idx="2545">
                  <c:v>16-03-2010</c:v>
                </c:pt>
                <c:pt idx="2546">
                  <c:v>17-03-2010</c:v>
                </c:pt>
                <c:pt idx="2547">
                  <c:v>18-03-2010</c:v>
                </c:pt>
                <c:pt idx="2548">
                  <c:v>19-03-2010</c:v>
                </c:pt>
                <c:pt idx="2549">
                  <c:v>22-03-2010</c:v>
                </c:pt>
                <c:pt idx="2550">
                  <c:v>23-03-2010</c:v>
                </c:pt>
                <c:pt idx="2551">
                  <c:v>25-03-2010</c:v>
                </c:pt>
                <c:pt idx="2552">
                  <c:v>26-03-2010</c:v>
                </c:pt>
                <c:pt idx="2553">
                  <c:v>29-03-2010</c:v>
                </c:pt>
                <c:pt idx="2554">
                  <c:v>30-03-2010</c:v>
                </c:pt>
                <c:pt idx="2555">
                  <c:v>31-03-2010</c:v>
                </c:pt>
                <c:pt idx="2556">
                  <c:v>01-04-2010</c:v>
                </c:pt>
                <c:pt idx="2557">
                  <c:v>05-04-2010</c:v>
                </c:pt>
                <c:pt idx="2558">
                  <c:v>06-04-2010</c:v>
                </c:pt>
                <c:pt idx="2559">
                  <c:v>07-04-2010</c:v>
                </c:pt>
                <c:pt idx="2560">
                  <c:v>08-04-2010</c:v>
                </c:pt>
                <c:pt idx="2561">
                  <c:v>09-04-2010</c:v>
                </c:pt>
                <c:pt idx="2562">
                  <c:v>12-04-2010</c:v>
                </c:pt>
                <c:pt idx="2563">
                  <c:v>13-04-2010</c:v>
                </c:pt>
                <c:pt idx="2564">
                  <c:v>15-04-2010</c:v>
                </c:pt>
                <c:pt idx="2565">
                  <c:v>16-04-2010</c:v>
                </c:pt>
                <c:pt idx="2566">
                  <c:v>19-04-2010</c:v>
                </c:pt>
                <c:pt idx="2567">
                  <c:v>20-04-2010</c:v>
                </c:pt>
                <c:pt idx="2568">
                  <c:v>21-04-2010</c:v>
                </c:pt>
                <c:pt idx="2569">
                  <c:v>22-04-2010</c:v>
                </c:pt>
                <c:pt idx="2570">
                  <c:v>23-04-2010</c:v>
                </c:pt>
                <c:pt idx="2571">
                  <c:v>26-04-2010</c:v>
                </c:pt>
                <c:pt idx="2572">
                  <c:v>27-04-2010</c:v>
                </c:pt>
                <c:pt idx="2573">
                  <c:v>28-04-2010</c:v>
                </c:pt>
                <c:pt idx="2574">
                  <c:v>29-04-2010</c:v>
                </c:pt>
                <c:pt idx="2575">
                  <c:v>30-04-2010</c:v>
                </c:pt>
                <c:pt idx="2576">
                  <c:v>03-05-2010</c:v>
                </c:pt>
                <c:pt idx="2577">
                  <c:v>04-05-2010</c:v>
                </c:pt>
                <c:pt idx="2578">
                  <c:v>05-05-2010</c:v>
                </c:pt>
                <c:pt idx="2579">
                  <c:v>06-05-2010</c:v>
                </c:pt>
                <c:pt idx="2580">
                  <c:v>07-05-2010</c:v>
                </c:pt>
                <c:pt idx="2581">
                  <c:v>10-05-2010</c:v>
                </c:pt>
                <c:pt idx="2582">
                  <c:v>11-05-2010</c:v>
                </c:pt>
                <c:pt idx="2583">
                  <c:v>12-05-2010</c:v>
                </c:pt>
                <c:pt idx="2584">
                  <c:v>13-05-2010</c:v>
                </c:pt>
                <c:pt idx="2585">
                  <c:v>14-05-2010</c:v>
                </c:pt>
                <c:pt idx="2586">
                  <c:v>17-05-2010</c:v>
                </c:pt>
                <c:pt idx="2587">
                  <c:v>18-05-2010</c:v>
                </c:pt>
                <c:pt idx="2588">
                  <c:v>19-05-2010</c:v>
                </c:pt>
                <c:pt idx="2589">
                  <c:v>20-05-2010</c:v>
                </c:pt>
                <c:pt idx="2590">
                  <c:v>21-05-2010</c:v>
                </c:pt>
                <c:pt idx="2591">
                  <c:v>24-05-2010</c:v>
                </c:pt>
                <c:pt idx="2592">
                  <c:v>25-05-2010</c:v>
                </c:pt>
                <c:pt idx="2593">
                  <c:v>26-05-2010</c:v>
                </c:pt>
                <c:pt idx="2594">
                  <c:v>27-05-2010</c:v>
                </c:pt>
                <c:pt idx="2595">
                  <c:v>28-05-2010</c:v>
                </c:pt>
                <c:pt idx="2596">
                  <c:v>31-05-2010</c:v>
                </c:pt>
                <c:pt idx="2597">
                  <c:v>01-06-2010</c:v>
                </c:pt>
                <c:pt idx="2598">
                  <c:v>02-06-2010</c:v>
                </c:pt>
                <c:pt idx="2599">
                  <c:v>03-06-2010</c:v>
                </c:pt>
                <c:pt idx="2600">
                  <c:v>04-06-2010</c:v>
                </c:pt>
                <c:pt idx="2601">
                  <c:v>07-06-2010</c:v>
                </c:pt>
                <c:pt idx="2602">
                  <c:v>08-06-2010</c:v>
                </c:pt>
                <c:pt idx="2603">
                  <c:v>09-06-2010</c:v>
                </c:pt>
                <c:pt idx="2604">
                  <c:v>10-06-2010</c:v>
                </c:pt>
                <c:pt idx="2605">
                  <c:v>11-06-2010</c:v>
                </c:pt>
                <c:pt idx="2606">
                  <c:v>14-06-2010</c:v>
                </c:pt>
                <c:pt idx="2607">
                  <c:v>15-06-2010</c:v>
                </c:pt>
                <c:pt idx="2608">
                  <c:v>16-06-2010</c:v>
                </c:pt>
                <c:pt idx="2609">
                  <c:v>17-06-2010</c:v>
                </c:pt>
                <c:pt idx="2610">
                  <c:v>18-06-2010</c:v>
                </c:pt>
                <c:pt idx="2611">
                  <c:v>21-06-2010</c:v>
                </c:pt>
                <c:pt idx="2612">
                  <c:v>22-06-2010</c:v>
                </c:pt>
                <c:pt idx="2613">
                  <c:v>23-06-2010</c:v>
                </c:pt>
                <c:pt idx="2614">
                  <c:v>24-06-2010</c:v>
                </c:pt>
                <c:pt idx="2615">
                  <c:v>25-06-2010</c:v>
                </c:pt>
                <c:pt idx="2616">
                  <c:v>28-06-2010</c:v>
                </c:pt>
                <c:pt idx="2617">
                  <c:v>29-06-2010</c:v>
                </c:pt>
                <c:pt idx="2618">
                  <c:v>30-06-2010</c:v>
                </c:pt>
                <c:pt idx="2619">
                  <c:v>01-07-2010</c:v>
                </c:pt>
                <c:pt idx="2620">
                  <c:v>02-07-2010</c:v>
                </c:pt>
                <c:pt idx="2621">
                  <c:v>05-07-2010</c:v>
                </c:pt>
                <c:pt idx="2622">
                  <c:v>06-07-2010</c:v>
                </c:pt>
                <c:pt idx="2623">
                  <c:v>07-07-2010</c:v>
                </c:pt>
                <c:pt idx="2624">
                  <c:v>08-07-2010</c:v>
                </c:pt>
                <c:pt idx="2625">
                  <c:v>09-07-2010</c:v>
                </c:pt>
                <c:pt idx="2626">
                  <c:v>12-07-2010</c:v>
                </c:pt>
                <c:pt idx="2627">
                  <c:v>13-07-2010</c:v>
                </c:pt>
                <c:pt idx="2628">
                  <c:v>14-07-2010</c:v>
                </c:pt>
                <c:pt idx="2629">
                  <c:v>15-07-2010</c:v>
                </c:pt>
                <c:pt idx="2630">
                  <c:v>16-07-2010</c:v>
                </c:pt>
                <c:pt idx="2631">
                  <c:v>19-07-2010</c:v>
                </c:pt>
                <c:pt idx="2632">
                  <c:v>20-07-2010</c:v>
                </c:pt>
                <c:pt idx="2633">
                  <c:v>21-07-2010</c:v>
                </c:pt>
                <c:pt idx="2634">
                  <c:v>22-07-2010</c:v>
                </c:pt>
                <c:pt idx="2635">
                  <c:v>23-07-2010</c:v>
                </c:pt>
                <c:pt idx="2636">
                  <c:v>26-07-2010</c:v>
                </c:pt>
                <c:pt idx="2637">
                  <c:v>27-07-2010</c:v>
                </c:pt>
                <c:pt idx="2638">
                  <c:v>28-07-2010</c:v>
                </c:pt>
                <c:pt idx="2639">
                  <c:v>29-07-2010</c:v>
                </c:pt>
                <c:pt idx="2640">
                  <c:v>30-07-2010</c:v>
                </c:pt>
                <c:pt idx="2641">
                  <c:v>02-08-2010</c:v>
                </c:pt>
                <c:pt idx="2642">
                  <c:v>03-08-2010</c:v>
                </c:pt>
                <c:pt idx="2643">
                  <c:v>04-08-2010</c:v>
                </c:pt>
                <c:pt idx="2644">
                  <c:v>05-08-2010</c:v>
                </c:pt>
                <c:pt idx="2645">
                  <c:v>06-08-2010</c:v>
                </c:pt>
                <c:pt idx="2646">
                  <c:v>09-08-2010</c:v>
                </c:pt>
                <c:pt idx="2647">
                  <c:v>10-08-2010</c:v>
                </c:pt>
                <c:pt idx="2648">
                  <c:v>11-08-2010</c:v>
                </c:pt>
                <c:pt idx="2649">
                  <c:v>12-08-2010</c:v>
                </c:pt>
                <c:pt idx="2650">
                  <c:v>13-08-2010</c:v>
                </c:pt>
                <c:pt idx="2651">
                  <c:v>16-08-2010</c:v>
                </c:pt>
                <c:pt idx="2652">
                  <c:v>17-08-2010</c:v>
                </c:pt>
                <c:pt idx="2653">
                  <c:v>18-08-2010</c:v>
                </c:pt>
                <c:pt idx="2654">
                  <c:v>19-08-2010</c:v>
                </c:pt>
                <c:pt idx="2655">
                  <c:v>20-08-2010</c:v>
                </c:pt>
                <c:pt idx="2656">
                  <c:v>23-08-2010</c:v>
                </c:pt>
                <c:pt idx="2657">
                  <c:v>24-08-2010</c:v>
                </c:pt>
                <c:pt idx="2658">
                  <c:v>25-08-2010</c:v>
                </c:pt>
                <c:pt idx="2659">
                  <c:v>26-08-2010</c:v>
                </c:pt>
                <c:pt idx="2660">
                  <c:v>27-08-2010</c:v>
                </c:pt>
                <c:pt idx="2661">
                  <c:v>30-08-2010</c:v>
                </c:pt>
                <c:pt idx="2662">
                  <c:v>31-08-2010</c:v>
                </c:pt>
                <c:pt idx="2663">
                  <c:v>01-09-2010</c:v>
                </c:pt>
                <c:pt idx="2664">
                  <c:v>02-09-2010</c:v>
                </c:pt>
                <c:pt idx="2665">
                  <c:v>03-09-2010</c:v>
                </c:pt>
                <c:pt idx="2666">
                  <c:v>06-09-2010</c:v>
                </c:pt>
                <c:pt idx="2667">
                  <c:v>07-09-2010</c:v>
                </c:pt>
                <c:pt idx="2668">
                  <c:v>08-09-2010</c:v>
                </c:pt>
                <c:pt idx="2669">
                  <c:v>09-09-2010</c:v>
                </c:pt>
                <c:pt idx="2670">
                  <c:v>13-09-2010</c:v>
                </c:pt>
                <c:pt idx="2671">
                  <c:v>14-09-2010</c:v>
                </c:pt>
                <c:pt idx="2672">
                  <c:v>15-09-2010</c:v>
                </c:pt>
                <c:pt idx="2673">
                  <c:v>16-09-2010</c:v>
                </c:pt>
                <c:pt idx="2674">
                  <c:v>17-09-2010</c:v>
                </c:pt>
                <c:pt idx="2675">
                  <c:v>20-09-2010</c:v>
                </c:pt>
                <c:pt idx="2676">
                  <c:v>21-09-2010</c:v>
                </c:pt>
                <c:pt idx="2677">
                  <c:v>22-09-2010</c:v>
                </c:pt>
                <c:pt idx="2678">
                  <c:v>23-09-2010</c:v>
                </c:pt>
                <c:pt idx="2679">
                  <c:v>24-09-2010</c:v>
                </c:pt>
                <c:pt idx="2680">
                  <c:v>27-09-2010</c:v>
                </c:pt>
                <c:pt idx="2681">
                  <c:v>28-09-2010</c:v>
                </c:pt>
                <c:pt idx="2682">
                  <c:v>29-09-2010</c:v>
                </c:pt>
                <c:pt idx="2683">
                  <c:v>30-09-2010</c:v>
                </c:pt>
                <c:pt idx="2684">
                  <c:v>01-10-2010</c:v>
                </c:pt>
                <c:pt idx="2685">
                  <c:v>04-10-2010</c:v>
                </c:pt>
                <c:pt idx="2686">
                  <c:v>05-10-2010</c:v>
                </c:pt>
                <c:pt idx="2687">
                  <c:v>06-10-2010</c:v>
                </c:pt>
                <c:pt idx="2688">
                  <c:v>07-10-2010</c:v>
                </c:pt>
                <c:pt idx="2689">
                  <c:v>08-10-2010</c:v>
                </c:pt>
                <c:pt idx="2690">
                  <c:v>11-10-2010</c:v>
                </c:pt>
                <c:pt idx="2691">
                  <c:v>12-10-2010</c:v>
                </c:pt>
                <c:pt idx="2692">
                  <c:v>13-10-2010</c:v>
                </c:pt>
                <c:pt idx="2693">
                  <c:v>14-10-2010</c:v>
                </c:pt>
                <c:pt idx="2694">
                  <c:v>15-10-2010</c:v>
                </c:pt>
                <c:pt idx="2695">
                  <c:v>18-10-2010</c:v>
                </c:pt>
                <c:pt idx="2696">
                  <c:v>19-10-2010</c:v>
                </c:pt>
                <c:pt idx="2697">
                  <c:v>20-10-2010</c:v>
                </c:pt>
                <c:pt idx="2698">
                  <c:v>21-10-2010</c:v>
                </c:pt>
                <c:pt idx="2699">
                  <c:v>22-10-2010</c:v>
                </c:pt>
                <c:pt idx="2700">
                  <c:v>25-10-2010</c:v>
                </c:pt>
                <c:pt idx="2701">
                  <c:v>26-10-2010</c:v>
                </c:pt>
                <c:pt idx="2702">
                  <c:v>27-10-2010</c:v>
                </c:pt>
                <c:pt idx="2703">
                  <c:v>28-10-2010</c:v>
                </c:pt>
                <c:pt idx="2704">
                  <c:v>29-10-2010</c:v>
                </c:pt>
                <c:pt idx="2705">
                  <c:v>01-11-2010</c:v>
                </c:pt>
                <c:pt idx="2706">
                  <c:v>02-11-2010</c:v>
                </c:pt>
                <c:pt idx="2707">
                  <c:v>03-11-2010</c:v>
                </c:pt>
                <c:pt idx="2708">
                  <c:v>04-11-2010</c:v>
                </c:pt>
                <c:pt idx="2709">
                  <c:v>05-11-2010</c:v>
                </c:pt>
                <c:pt idx="2710">
                  <c:v>08-11-2010</c:v>
                </c:pt>
                <c:pt idx="2711">
                  <c:v>09-11-2010</c:v>
                </c:pt>
                <c:pt idx="2712">
                  <c:v>10-11-2010</c:v>
                </c:pt>
                <c:pt idx="2713">
                  <c:v>11-11-2010</c:v>
                </c:pt>
                <c:pt idx="2714">
                  <c:v>12-11-2010</c:v>
                </c:pt>
                <c:pt idx="2715">
                  <c:v>15-11-2010</c:v>
                </c:pt>
                <c:pt idx="2716">
                  <c:v>16-11-2010</c:v>
                </c:pt>
                <c:pt idx="2717">
                  <c:v>18-11-2010</c:v>
                </c:pt>
                <c:pt idx="2718">
                  <c:v>19-11-2010</c:v>
                </c:pt>
                <c:pt idx="2719">
                  <c:v>22-11-2010</c:v>
                </c:pt>
                <c:pt idx="2720">
                  <c:v>23-11-2010</c:v>
                </c:pt>
                <c:pt idx="2721">
                  <c:v>24-11-2010</c:v>
                </c:pt>
                <c:pt idx="2722">
                  <c:v>25-11-2010</c:v>
                </c:pt>
                <c:pt idx="2723">
                  <c:v>26-11-2010</c:v>
                </c:pt>
                <c:pt idx="2724">
                  <c:v>29-11-2010</c:v>
                </c:pt>
                <c:pt idx="2725">
                  <c:v>30-11-2010</c:v>
                </c:pt>
                <c:pt idx="2726">
                  <c:v>01-12-2010</c:v>
                </c:pt>
                <c:pt idx="2727">
                  <c:v>02-12-2010</c:v>
                </c:pt>
                <c:pt idx="2728">
                  <c:v>03-12-2010</c:v>
                </c:pt>
                <c:pt idx="2729">
                  <c:v>06-12-2010</c:v>
                </c:pt>
                <c:pt idx="2730">
                  <c:v>07-12-2010</c:v>
                </c:pt>
                <c:pt idx="2731">
                  <c:v>08-12-2010</c:v>
                </c:pt>
                <c:pt idx="2732">
                  <c:v>09-12-2010</c:v>
                </c:pt>
                <c:pt idx="2733">
                  <c:v>10-12-2010</c:v>
                </c:pt>
                <c:pt idx="2734">
                  <c:v>13-12-2010</c:v>
                </c:pt>
                <c:pt idx="2735">
                  <c:v>14-12-2010</c:v>
                </c:pt>
                <c:pt idx="2736">
                  <c:v>15-12-2010</c:v>
                </c:pt>
                <c:pt idx="2737">
                  <c:v>16-12-2010</c:v>
                </c:pt>
                <c:pt idx="2738">
                  <c:v>20-12-2010</c:v>
                </c:pt>
                <c:pt idx="2739">
                  <c:v>21-12-2010</c:v>
                </c:pt>
                <c:pt idx="2740">
                  <c:v>22-12-2010</c:v>
                </c:pt>
                <c:pt idx="2741">
                  <c:v>23-12-2010</c:v>
                </c:pt>
                <c:pt idx="2742">
                  <c:v>24-12-2010</c:v>
                </c:pt>
                <c:pt idx="2743">
                  <c:v>27-12-2010</c:v>
                </c:pt>
                <c:pt idx="2744">
                  <c:v>28-12-2010</c:v>
                </c:pt>
                <c:pt idx="2745">
                  <c:v>29-12-2010</c:v>
                </c:pt>
                <c:pt idx="2746">
                  <c:v>30-12-2010</c:v>
                </c:pt>
                <c:pt idx="2747">
                  <c:v>31-12-2010</c:v>
                </c:pt>
                <c:pt idx="2748">
                  <c:v>03-01-2011</c:v>
                </c:pt>
                <c:pt idx="2749">
                  <c:v>04-01-2011</c:v>
                </c:pt>
                <c:pt idx="2750">
                  <c:v>05-01-2011</c:v>
                </c:pt>
                <c:pt idx="2751">
                  <c:v>06-01-2011</c:v>
                </c:pt>
                <c:pt idx="2752">
                  <c:v>07-01-2011</c:v>
                </c:pt>
                <c:pt idx="2753">
                  <c:v>10-01-2011</c:v>
                </c:pt>
                <c:pt idx="2754">
                  <c:v>11-01-2011</c:v>
                </c:pt>
                <c:pt idx="2755">
                  <c:v>12-01-2011</c:v>
                </c:pt>
                <c:pt idx="2756">
                  <c:v>13-01-2011</c:v>
                </c:pt>
                <c:pt idx="2757">
                  <c:v>14-01-2011</c:v>
                </c:pt>
                <c:pt idx="2758">
                  <c:v>17-01-2011</c:v>
                </c:pt>
                <c:pt idx="2759">
                  <c:v>18-01-2011</c:v>
                </c:pt>
                <c:pt idx="2760">
                  <c:v>19-01-2011</c:v>
                </c:pt>
                <c:pt idx="2761">
                  <c:v>20-01-2011</c:v>
                </c:pt>
                <c:pt idx="2762">
                  <c:v>21-01-2011</c:v>
                </c:pt>
                <c:pt idx="2763">
                  <c:v>24-01-2011</c:v>
                </c:pt>
                <c:pt idx="2764">
                  <c:v>25-01-2011</c:v>
                </c:pt>
                <c:pt idx="2765">
                  <c:v>27-01-2011</c:v>
                </c:pt>
                <c:pt idx="2766">
                  <c:v>28-01-2011</c:v>
                </c:pt>
                <c:pt idx="2767">
                  <c:v>31-01-2011</c:v>
                </c:pt>
                <c:pt idx="2768">
                  <c:v>01-02-2011</c:v>
                </c:pt>
                <c:pt idx="2769">
                  <c:v>02-02-2011</c:v>
                </c:pt>
                <c:pt idx="2770">
                  <c:v>03-02-2011</c:v>
                </c:pt>
                <c:pt idx="2771">
                  <c:v>04-02-2011</c:v>
                </c:pt>
                <c:pt idx="2772">
                  <c:v>07-02-2011</c:v>
                </c:pt>
                <c:pt idx="2773">
                  <c:v>08-02-2011</c:v>
                </c:pt>
                <c:pt idx="2774">
                  <c:v>09-02-2011</c:v>
                </c:pt>
                <c:pt idx="2775">
                  <c:v>10-02-2011</c:v>
                </c:pt>
                <c:pt idx="2776">
                  <c:v>11-02-2011</c:v>
                </c:pt>
                <c:pt idx="2777">
                  <c:v>14-02-2011</c:v>
                </c:pt>
                <c:pt idx="2778">
                  <c:v>15-02-2011</c:v>
                </c:pt>
                <c:pt idx="2779">
                  <c:v>16-02-2011</c:v>
                </c:pt>
                <c:pt idx="2780">
                  <c:v>17-02-2011</c:v>
                </c:pt>
                <c:pt idx="2781">
                  <c:v>18-02-2011</c:v>
                </c:pt>
                <c:pt idx="2782">
                  <c:v>21-02-2011</c:v>
                </c:pt>
                <c:pt idx="2783">
                  <c:v>22-02-2011</c:v>
                </c:pt>
                <c:pt idx="2784">
                  <c:v>23-02-2011</c:v>
                </c:pt>
                <c:pt idx="2785">
                  <c:v>24-02-2011</c:v>
                </c:pt>
                <c:pt idx="2786">
                  <c:v>25-02-2011</c:v>
                </c:pt>
                <c:pt idx="2787">
                  <c:v>28-02-2011</c:v>
                </c:pt>
                <c:pt idx="2788">
                  <c:v>01-03-2011</c:v>
                </c:pt>
                <c:pt idx="2789">
                  <c:v>03-03-2011</c:v>
                </c:pt>
                <c:pt idx="2790">
                  <c:v>04-03-2011</c:v>
                </c:pt>
                <c:pt idx="2791">
                  <c:v>07-03-2011</c:v>
                </c:pt>
                <c:pt idx="2792">
                  <c:v>08-03-2011</c:v>
                </c:pt>
                <c:pt idx="2793">
                  <c:v>09-03-2011</c:v>
                </c:pt>
                <c:pt idx="2794">
                  <c:v>10-03-2011</c:v>
                </c:pt>
                <c:pt idx="2795">
                  <c:v>11-03-2011</c:v>
                </c:pt>
                <c:pt idx="2796">
                  <c:v>14-03-2011</c:v>
                </c:pt>
                <c:pt idx="2797">
                  <c:v>15-03-2011</c:v>
                </c:pt>
                <c:pt idx="2798">
                  <c:v>16-03-2011</c:v>
                </c:pt>
                <c:pt idx="2799">
                  <c:v>17-03-2011</c:v>
                </c:pt>
                <c:pt idx="2800">
                  <c:v>18-03-2011</c:v>
                </c:pt>
                <c:pt idx="2801">
                  <c:v>21-03-2011</c:v>
                </c:pt>
                <c:pt idx="2802">
                  <c:v>22-03-2011</c:v>
                </c:pt>
                <c:pt idx="2803">
                  <c:v>23-03-2011</c:v>
                </c:pt>
                <c:pt idx="2804">
                  <c:v>24-03-2011</c:v>
                </c:pt>
                <c:pt idx="2805">
                  <c:v>25-03-2011</c:v>
                </c:pt>
                <c:pt idx="2806">
                  <c:v>28-03-2011</c:v>
                </c:pt>
                <c:pt idx="2807">
                  <c:v>29-03-2011</c:v>
                </c:pt>
                <c:pt idx="2808">
                  <c:v>30-03-2011</c:v>
                </c:pt>
                <c:pt idx="2809">
                  <c:v>31-03-2011</c:v>
                </c:pt>
                <c:pt idx="2810">
                  <c:v>01-04-2011</c:v>
                </c:pt>
                <c:pt idx="2811">
                  <c:v>04-04-2011</c:v>
                </c:pt>
                <c:pt idx="2812">
                  <c:v>05-04-2011</c:v>
                </c:pt>
                <c:pt idx="2813">
                  <c:v>06-04-2011</c:v>
                </c:pt>
                <c:pt idx="2814">
                  <c:v>07-04-2011</c:v>
                </c:pt>
                <c:pt idx="2815">
                  <c:v>08-04-2011</c:v>
                </c:pt>
                <c:pt idx="2816">
                  <c:v>11-04-2011</c:v>
                </c:pt>
                <c:pt idx="2817">
                  <c:v>13-04-2011</c:v>
                </c:pt>
                <c:pt idx="2818">
                  <c:v>15-04-2011</c:v>
                </c:pt>
                <c:pt idx="2819">
                  <c:v>18-04-2011</c:v>
                </c:pt>
                <c:pt idx="2820">
                  <c:v>19-04-2011</c:v>
                </c:pt>
                <c:pt idx="2821">
                  <c:v>20-04-2011</c:v>
                </c:pt>
                <c:pt idx="2822">
                  <c:v>21-04-2011</c:v>
                </c:pt>
                <c:pt idx="2823">
                  <c:v>25-04-2011</c:v>
                </c:pt>
                <c:pt idx="2824">
                  <c:v>26-04-2011</c:v>
                </c:pt>
                <c:pt idx="2825">
                  <c:v>27-04-2011</c:v>
                </c:pt>
                <c:pt idx="2826">
                  <c:v>28-04-2011</c:v>
                </c:pt>
                <c:pt idx="2827">
                  <c:v>29-04-2011</c:v>
                </c:pt>
                <c:pt idx="2828">
                  <c:v>02-05-2011</c:v>
                </c:pt>
                <c:pt idx="2829">
                  <c:v>03-05-2011</c:v>
                </c:pt>
                <c:pt idx="2830">
                  <c:v>04-05-2011</c:v>
                </c:pt>
                <c:pt idx="2831">
                  <c:v>05-05-2011</c:v>
                </c:pt>
                <c:pt idx="2832">
                  <c:v>06-05-2011</c:v>
                </c:pt>
                <c:pt idx="2833">
                  <c:v>09-05-2011</c:v>
                </c:pt>
                <c:pt idx="2834">
                  <c:v>10-05-2011</c:v>
                </c:pt>
                <c:pt idx="2835">
                  <c:v>11-05-2011</c:v>
                </c:pt>
                <c:pt idx="2836">
                  <c:v>12-05-2011</c:v>
                </c:pt>
                <c:pt idx="2837">
                  <c:v>13-05-2011</c:v>
                </c:pt>
                <c:pt idx="2838">
                  <c:v>16-05-2011</c:v>
                </c:pt>
                <c:pt idx="2839">
                  <c:v>17-05-2011</c:v>
                </c:pt>
                <c:pt idx="2840">
                  <c:v>18-05-2011</c:v>
                </c:pt>
                <c:pt idx="2841">
                  <c:v>19-05-2011</c:v>
                </c:pt>
                <c:pt idx="2842">
                  <c:v>20-05-2011</c:v>
                </c:pt>
                <c:pt idx="2843">
                  <c:v>23-05-2011</c:v>
                </c:pt>
                <c:pt idx="2844">
                  <c:v>24-05-2011</c:v>
                </c:pt>
                <c:pt idx="2845">
                  <c:v>25-05-2011</c:v>
                </c:pt>
                <c:pt idx="2846">
                  <c:v>26-05-2011</c:v>
                </c:pt>
                <c:pt idx="2847">
                  <c:v>27-05-2011</c:v>
                </c:pt>
                <c:pt idx="2848">
                  <c:v>30-05-2011</c:v>
                </c:pt>
                <c:pt idx="2849">
                  <c:v>31-05-2011</c:v>
                </c:pt>
                <c:pt idx="2850">
                  <c:v>01-06-2011</c:v>
                </c:pt>
                <c:pt idx="2851">
                  <c:v>02-06-2011</c:v>
                </c:pt>
                <c:pt idx="2852">
                  <c:v>03-06-2011</c:v>
                </c:pt>
                <c:pt idx="2853">
                  <c:v>06-06-2011</c:v>
                </c:pt>
                <c:pt idx="2854">
                  <c:v>07-06-2011</c:v>
                </c:pt>
                <c:pt idx="2855">
                  <c:v>08-06-2011</c:v>
                </c:pt>
                <c:pt idx="2856">
                  <c:v>09-06-2011</c:v>
                </c:pt>
                <c:pt idx="2857">
                  <c:v>10-06-2011</c:v>
                </c:pt>
                <c:pt idx="2858">
                  <c:v>13-06-2011</c:v>
                </c:pt>
                <c:pt idx="2859">
                  <c:v>14-06-2011</c:v>
                </c:pt>
                <c:pt idx="2860">
                  <c:v>15-06-2011</c:v>
                </c:pt>
                <c:pt idx="2861">
                  <c:v>16-06-2011</c:v>
                </c:pt>
                <c:pt idx="2862">
                  <c:v>17-06-2011</c:v>
                </c:pt>
                <c:pt idx="2863">
                  <c:v>20-06-2011</c:v>
                </c:pt>
                <c:pt idx="2864">
                  <c:v>21-06-2011</c:v>
                </c:pt>
                <c:pt idx="2865">
                  <c:v>22-06-2011</c:v>
                </c:pt>
                <c:pt idx="2866">
                  <c:v>23-06-2011</c:v>
                </c:pt>
                <c:pt idx="2867">
                  <c:v>24-06-2011</c:v>
                </c:pt>
                <c:pt idx="2868">
                  <c:v>27-06-2011</c:v>
                </c:pt>
                <c:pt idx="2869">
                  <c:v>28-06-2011</c:v>
                </c:pt>
                <c:pt idx="2870">
                  <c:v>29-06-2011</c:v>
                </c:pt>
                <c:pt idx="2871">
                  <c:v>30-06-2011</c:v>
                </c:pt>
                <c:pt idx="2872">
                  <c:v>01-07-2011</c:v>
                </c:pt>
                <c:pt idx="2873">
                  <c:v>04-07-2011</c:v>
                </c:pt>
                <c:pt idx="2874">
                  <c:v>05-07-2011</c:v>
                </c:pt>
                <c:pt idx="2875">
                  <c:v>06-07-2011</c:v>
                </c:pt>
                <c:pt idx="2876">
                  <c:v>07-07-2011</c:v>
                </c:pt>
                <c:pt idx="2877">
                  <c:v>08-07-2011</c:v>
                </c:pt>
                <c:pt idx="2878">
                  <c:v>11-07-2011</c:v>
                </c:pt>
                <c:pt idx="2879">
                  <c:v>12-07-2011</c:v>
                </c:pt>
                <c:pt idx="2880">
                  <c:v>13-07-2011</c:v>
                </c:pt>
                <c:pt idx="2881">
                  <c:v>14-07-2011</c:v>
                </c:pt>
                <c:pt idx="2882">
                  <c:v>15-07-2011</c:v>
                </c:pt>
                <c:pt idx="2883">
                  <c:v>18-07-2011</c:v>
                </c:pt>
                <c:pt idx="2884">
                  <c:v>19-07-2011</c:v>
                </c:pt>
                <c:pt idx="2885">
                  <c:v>20-07-2011</c:v>
                </c:pt>
                <c:pt idx="2886">
                  <c:v>21-07-2011</c:v>
                </c:pt>
                <c:pt idx="2887">
                  <c:v>22-07-2011</c:v>
                </c:pt>
                <c:pt idx="2888">
                  <c:v>25-07-2011</c:v>
                </c:pt>
                <c:pt idx="2889">
                  <c:v>26-07-2011</c:v>
                </c:pt>
                <c:pt idx="2890">
                  <c:v>27-07-2011</c:v>
                </c:pt>
                <c:pt idx="2891">
                  <c:v>28-07-2011</c:v>
                </c:pt>
                <c:pt idx="2892">
                  <c:v>29-07-2011</c:v>
                </c:pt>
                <c:pt idx="2893">
                  <c:v>01-08-2011</c:v>
                </c:pt>
                <c:pt idx="2894">
                  <c:v>02-08-2011</c:v>
                </c:pt>
                <c:pt idx="2895">
                  <c:v>03-08-2011</c:v>
                </c:pt>
                <c:pt idx="2896">
                  <c:v>04-08-2011</c:v>
                </c:pt>
                <c:pt idx="2897">
                  <c:v>05-08-2011</c:v>
                </c:pt>
                <c:pt idx="2898">
                  <c:v>08-08-2011</c:v>
                </c:pt>
                <c:pt idx="2899">
                  <c:v>09-08-2011</c:v>
                </c:pt>
                <c:pt idx="2900">
                  <c:v>10-08-2011</c:v>
                </c:pt>
                <c:pt idx="2901">
                  <c:v>11-08-2011</c:v>
                </c:pt>
                <c:pt idx="2902">
                  <c:v>12-08-2011</c:v>
                </c:pt>
                <c:pt idx="2903">
                  <c:v>16-08-2011</c:v>
                </c:pt>
                <c:pt idx="2904">
                  <c:v>17-08-2011</c:v>
                </c:pt>
                <c:pt idx="2905">
                  <c:v>18-08-2011</c:v>
                </c:pt>
                <c:pt idx="2906">
                  <c:v>19-08-2011</c:v>
                </c:pt>
                <c:pt idx="2907">
                  <c:v>22-08-2011</c:v>
                </c:pt>
                <c:pt idx="2908">
                  <c:v>23-08-2011</c:v>
                </c:pt>
                <c:pt idx="2909">
                  <c:v>24-08-2011</c:v>
                </c:pt>
                <c:pt idx="2910">
                  <c:v>25-08-2011</c:v>
                </c:pt>
                <c:pt idx="2911">
                  <c:v>26-08-2011</c:v>
                </c:pt>
                <c:pt idx="2912">
                  <c:v>29-08-2011</c:v>
                </c:pt>
                <c:pt idx="2913">
                  <c:v>30-08-2011</c:v>
                </c:pt>
                <c:pt idx="2914">
                  <c:v>02-09-2011</c:v>
                </c:pt>
                <c:pt idx="2915">
                  <c:v>05-09-2011</c:v>
                </c:pt>
                <c:pt idx="2916">
                  <c:v>06-09-2011</c:v>
                </c:pt>
                <c:pt idx="2917">
                  <c:v>07-09-2011</c:v>
                </c:pt>
                <c:pt idx="2918">
                  <c:v>08-09-2011</c:v>
                </c:pt>
                <c:pt idx="2919">
                  <c:v>09-09-2011</c:v>
                </c:pt>
                <c:pt idx="2920">
                  <c:v>12-09-2011</c:v>
                </c:pt>
                <c:pt idx="2921">
                  <c:v>13-09-2011</c:v>
                </c:pt>
                <c:pt idx="2922">
                  <c:v>14-09-2011</c:v>
                </c:pt>
                <c:pt idx="2923">
                  <c:v>15-09-2011</c:v>
                </c:pt>
                <c:pt idx="2924">
                  <c:v>16-09-2011</c:v>
                </c:pt>
                <c:pt idx="2925">
                  <c:v>19-09-2011</c:v>
                </c:pt>
                <c:pt idx="2926">
                  <c:v>20-09-2011</c:v>
                </c:pt>
                <c:pt idx="2927">
                  <c:v>21-09-2011</c:v>
                </c:pt>
                <c:pt idx="2928">
                  <c:v>22-09-2011</c:v>
                </c:pt>
                <c:pt idx="2929">
                  <c:v>23-09-2011</c:v>
                </c:pt>
                <c:pt idx="2930">
                  <c:v>26-09-2011</c:v>
                </c:pt>
                <c:pt idx="2931">
                  <c:v>27-09-2011</c:v>
                </c:pt>
                <c:pt idx="2932">
                  <c:v>28-09-2011</c:v>
                </c:pt>
                <c:pt idx="2933">
                  <c:v>29-09-2011</c:v>
                </c:pt>
                <c:pt idx="2934">
                  <c:v>30-09-2011</c:v>
                </c:pt>
                <c:pt idx="2935">
                  <c:v>03-10-2011</c:v>
                </c:pt>
                <c:pt idx="2936">
                  <c:v>04-10-2011</c:v>
                </c:pt>
                <c:pt idx="2937">
                  <c:v>05-10-2011</c:v>
                </c:pt>
                <c:pt idx="2938">
                  <c:v>07-10-2011</c:v>
                </c:pt>
                <c:pt idx="2939">
                  <c:v>10-10-2011</c:v>
                </c:pt>
                <c:pt idx="2940">
                  <c:v>11-10-2011</c:v>
                </c:pt>
                <c:pt idx="2941">
                  <c:v>12-10-2011</c:v>
                </c:pt>
                <c:pt idx="2942">
                  <c:v>13-10-2011</c:v>
                </c:pt>
                <c:pt idx="2943">
                  <c:v>14-10-2011</c:v>
                </c:pt>
                <c:pt idx="2944">
                  <c:v>17-10-2011</c:v>
                </c:pt>
                <c:pt idx="2945">
                  <c:v>18-10-2011</c:v>
                </c:pt>
                <c:pt idx="2946">
                  <c:v>19-10-2011</c:v>
                </c:pt>
                <c:pt idx="2947">
                  <c:v>20-10-2011</c:v>
                </c:pt>
                <c:pt idx="2948">
                  <c:v>21-10-2011</c:v>
                </c:pt>
                <c:pt idx="2949">
                  <c:v>24-10-2011</c:v>
                </c:pt>
                <c:pt idx="2950">
                  <c:v>25-10-2011</c:v>
                </c:pt>
                <c:pt idx="2951">
                  <c:v>26-10-2011</c:v>
                </c:pt>
                <c:pt idx="2952">
                  <c:v>28-10-2011</c:v>
                </c:pt>
                <c:pt idx="2953">
                  <c:v>31-10-2011</c:v>
                </c:pt>
                <c:pt idx="2954">
                  <c:v>01-11-2011</c:v>
                </c:pt>
                <c:pt idx="2955">
                  <c:v>02-11-2011</c:v>
                </c:pt>
                <c:pt idx="2956">
                  <c:v>03-11-2011</c:v>
                </c:pt>
                <c:pt idx="2957">
                  <c:v>04-11-2011</c:v>
                </c:pt>
                <c:pt idx="2958">
                  <c:v>08-11-2011</c:v>
                </c:pt>
                <c:pt idx="2959">
                  <c:v>09-11-2011</c:v>
                </c:pt>
                <c:pt idx="2960">
                  <c:v>11-11-2011</c:v>
                </c:pt>
                <c:pt idx="2961">
                  <c:v>14-11-2011</c:v>
                </c:pt>
                <c:pt idx="2962">
                  <c:v>15-11-2011</c:v>
                </c:pt>
                <c:pt idx="2963">
                  <c:v>16-11-2011</c:v>
                </c:pt>
                <c:pt idx="2964">
                  <c:v>17-11-2011</c:v>
                </c:pt>
                <c:pt idx="2965">
                  <c:v>18-11-2011</c:v>
                </c:pt>
                <c:pt idx="2966">
                  <c:v>21-11-2011</c:v>
                </c:pt>
                <c:pt idx="2967">
                  <c:v>22-11-2011</c:v>
                </c:pt>
                <c:pt idx="2968">
                  <c:v>23-11-2011</c:v>
                </c:pt>
                <c:pt idx="2969">
                  <c:v>24-11-2011</c:v>
                </c:pt>
                <c:pt idx="2970">
                  <c:v>25-11-2011</c:v>
                </c:pt>
                <c:pt idx="2971">
                  <c:v>28-11-2011</c:v>
                </c:pt>
                <c:pt idx="2972">
                  <c:v>29-11-2011</c:v>
                </c:pt>
                <c:pt idx="2973">
                  <c:v>30-11-2011</c:v>
                </c:pt>
                <c:pt idx="2974">
                  <c:v>01-12-2011</c:v>
                </c:pt>
                <c:pt idx="2975">
                  <c:v>02-12-2011</c:v>
                </c:pt>
                <c:pt idx="2976">
                  <c:v>05-12-2011</c:v>
                </c:pt>
                <c:pt idx="2977">
                  <c:v>07-12-2011</c:v>
                </c:pt>
                <c:pt idx="2978">
                  <c:v>08-12-2011</c:v>
                </c:pt>
                <c:pt idx="2979">
                  <c:v>09-12-2011</c:v>
                </c:pt>
                <c:pt idx="2980">
                  <c:v>12-12-2011</c:v>
                </c:pt>
                <c:pt idx="2981">
                  <c:v>13-12-2011</c:v>
                </c:pt>
                <c:pt idx="2982">
                  <c:v>14-12-2011</c:v>
                </c:pt>
                <c:pt idx="2983">
                  <c:v>15-12-2011</c:v>
                </c:pt>
                <c:pt idx="2984">
                  <c:v>16-12-2011</c:v>
                </c:pt>
                <c:pt idx="2985">
                  <c:v>19-12-2011</c:v>
                </c:pt>
                <c:pt idx="2986">
                  <c:v>20-12-2011</c:v>
                </c:pt>
                <c:pt idx="2987">
                  <c:v>21-12-2011</c:v>
                </c:pt>
                <c:pt idx="2988">
                  <c:v>22-12-2011</c:v>
                </c:pt>
                <c:pt idx="2989">
                  <c:v>23-12-2011</c:v>
                </c:pt>
                <c:pt idx="2990">
                  <c:v>26-12-2011</c:v>
                </c:pt>
                <c:pt idx="2991">
                  <c:v>27-12-2011</c:v>
                </c:pt>
                <c:pt idx="2992">
                  <c:v>28-12-2011</c:v>
                </c:pt>
                <c:pt idx="2993">
                  <c:v>29-12-2011</c:v>
                </c:pt>
                <c:pt idx="2994">
                  <c:v>30-12-2011</c:v>
                </c:pt>
                <c:pt idx="2995">
                  <c:v>02-01-2012</c:v>
                </c:pt>
                <c:pt idx="2996">
                  <c:v>03-01-2012</c:v>
                </c:pt>
                <c:pt idx="2997">
                  <c:v>04-01-2012</c:v>
                </c:pt>
                <c:pt idx="2998">
                  <c:v>05-01-2012</c:v>
                </c:pt>
                <c:pt idx="2999">
                  <c:v>06-01-2012</c:v>
                </c:pt>
                <c:pt idx="3000">
                  <c:v>07-01-2012</c:v>
                </c:pt>
                <c:pt idx="3001">
                  <c:v>09-01-2012</c:v>
                </c:pt>
                <c:pt idx="3002">
                  <c:v>10-01-2012</c:v>
                </c:pt>
                <c:pt idx="3003">
                  <c:v>11-01-2012</c:v>
                </c:pt>
                <c:pt idx="3004">
                  <c:v>12-01-2012</c:v>
                </c:pt>
                <c:pt idx="3005">
                  <c:v>13-01-2012</c:v>
                </c:pt>
                <c:pt idx="3006">
                  <c:v>16-01-2012</c:v>
                </c:pt>
                <c:pt idx="3007">
                  <c:v>17-01-2012</c:v>
                </c:pt>
                <c:pt idx="3008">
                  <c:v>18-01-2012</c:v>
                </c:pt>
                <c:pt idx="3009">
                  <c:v>19-01-2012</c:v>
                </c:pt>
                <c:pt idx="3010">
                  <c:v>20-01-2012</c:v>
                </c:pt>
                <c:pt idx="3011">
                  <c:v>23-01-2012</c:v>
                </c:pt>
                <c:pt idx="3012">
                  <c:v>24-01-2012</c:v>
                </c:pt>
                <c:pt idx="3013">
                  <c:v>25-01-2012</c:v>
                </c:pt>
                <c:pt idx="3014">
                  <c:v>27-01-2012</c:v>
                </c:pt>
                <c:pt idx="3015">
                  <c:v>30-01-2012</c:v>
                </c:pt>
                <c:pt idx="3016">
                  <c:v>31-01-2012</c:v>
                </c:pt>
                <c:pt idx="3017">
                  <c:v>01-02-2012</c:v>
                </c:pt>
                <c:pt idx="3018">
                  <c:v>02-02-2012</c:v>
                </c:pt>
                <c:pt idx="3019">
                  <c:v>03-02-2012</c:v>
                </c:pt>
                <c:pt idx="3020">
                  <c:v>06-02-2012</c:v>
                </c:pt>
                <c:pt idx="3021">
                  <c:v>07-02-2012</c:v>
                </c:pt>
                <c:pt idx="3022">
                  <c:v>08-02-2012</c:v>
                </c:pt>
                <c:pt idx="3023">
                  <c:v>09-02-2012</c:v>
                </c:pt>
                <c:pt idx="3024">
                  <c:v>10-02-2012</c:v>
                </c:pt>
                <c:pt idx="3025">
                  <c:v>13-02-2012</c:v>
                </c:pt>
                <c:pt idx="3026">
                  <c:v>14-02-2012</c:v>
                </c:pt>
                <c:pt idx="3027">
                  <c:v>15-02-2012</c:v>
                </c:pt>
                <c:pt idx="3028">
                  <c:v>16-02-2012</c:v>
                </c:pt>
                <c:pt idx="3029">
                  <c:v>17-02-2012</c:v>
                </c:pt>
                <c:pt idx="3030">
                  <c:v>21-02-2012</c:v>
                </c:pt>
                <c:pt idx="3031">
                  <c:v>22-02-2012</c:v>
                </c:pt>
                <c:pt idx="3032">
                  <c:v>23-02-2012</c:v>
                </c:pt>
                <c:pt idx="3033">
                  <c:v>24-02-2012</c:v>
                </c:pt>
                <c:pt idx="3034">
                  <c:v>27-02-2012</c:v>
                </c:pt>
                <c:pt idx="3035">
                  <c:v>28-02-2012</c:v>
                </c:pt>
                <c:pt idx="3036">
                  <c:v>29-02-2012</c:v>
                </c:pt>
                <c:pt idx="3037">
                  <c:v>01-03-2012</c:v>
                </c:pt>
                <c:pt idx="3038">
                  <c:v>02-03-2012</c:v>
                </c:pt>
                <c:pt idx="3039">
                  <c:v>03-03-2012</c:v>
                </c:pt>
                <c:pt idx="3040">
                  <c:v>05-03-2012</c:v>
                </c:pt>
                <c:pt idx="3041">
                  <c:v>06-03-2012</c:v>
                </c:pt>
                <c:pt idx="3042">
                  <c:v>07-03-2012</c:v>
                </c:pt>
                <c:pt idx="3043">
                  <c:v>09-03-2012</c:v>
                </c:pt>
                <c:pt idx="3044">
                  <c:v>12-03-2012</c:v>
                </c:pt>
                <c:pt idx="3045">
                  <c:v>13-03-2012</c:v>
                </c:pt>
                <c:pt idx="3046">
                  <c:v>14-03-2012</c:v>
                </c:pt>
                <c:pt idx="3047">
                  <c:v>15-03-2012</c:v>
                </c:pt>
                <c:pt idx="3048">
                  <c:v>16-03-2012</c:v>
                </c:pt>
                <c:pt idx="3049">
                  <c:v>19-03-2012</c:v>
                </c:pt>
                <c:pt idx="3050">
                  <c:v>20-03-2012</c:v>
                </c:pt>
                <c:pt idx="3051">
                  <c:v>21-03-2012</c:v>
                </c:pt>
                <c:pt idx="3052">
                  <c:v>22-03-2012</c:v>
                </c:pt>
                <c:pt idx="3053">
                  <c:v>23-03-2012</c:v>
                </c:pt>
                <c:pt idx="3054">
                  <c:v>26-03-2012</c:v>
                </c:pt>
                <c:pt idx="3055">
                  <c:v>27-03-2012</c:v>
                </c:pt>
                <c:pt idx="3056">
                  <c:v>28-03-2012</c:v>
                </c:pt>
                <c:pt idx="3057">
                  <c:v>29-03-2012</c:v>
                </c:pt>
                <c:pt idx="3058">
                  <c:v>30-03-2012</c:v>
                </c:pt>
                <c:pt idx="3059">
                  <c:v>02-04-2012</c:v>
                </c:pt>
                <c:pt idx="3060">
                  <c:v>03-04-2012</c:v>
                </c:pt>
                <c:pt idx="3061">
                  <c:v>04-04-2012</c:v>
                </c:pt>
                <c:pt idx="3062">
                  <c:v>09-04-2012</c:v>
                </c:pt>
                <c:pt idx="3063">
                  <c:v>10-04-2012</c:v>
                </c:pt>
                <c:pt idx="3064">
                  <c:v>11-04-2012</c:v>
                </c:pt>
                <c:pt idx="3065">
                  <c:v>12-04-2012</c:v>
                </c:pt>
                <c:pt idx="3066">
                  <c:v>13-04-2012</c:v>
                </c:pt>
                <c:pt idx="3067">
                  <c:v>16-04-2012</c:v>
                </c:pt>
                <c:pt idx="3068">
                  <c:v>17-04-2012</c:v>
                </c:pt>
                <c:pt idx="3069">
                  <c:v>18-04-2012</c:v>
                </c:pt>
                <c:pt idx="3070">
                  <c:v>19-04-2012</c:v>
                </c:pt>
                <c:pt idx="3071">
                  <c:v>20-04-2012</c:v>
                </c:pt>
                <c:pt idx="3072">
                  <c:v>23-04-2012</c:v>
                </c:pt>
                <c:pt idx="3073">
                  <c:v>24-04-2012</c:v>
                </c:pt>
                <c:pt idx="3074">
                  <c:v>25-04-2012</c:v>
                </c:pt>
                <c:pt idx="3075">
                  <c:v>26-04-2012</c:v>
                </c:pt>
                <c:pt idx="3076">
                  <c:v>27-04-2012</c:v>
                </c:pt>
                <c:pt idx="3077">
                  <c:v>28-04-2012</c:v>
                </c:pt>
                <c:pt idx="3078">
                  <c:v>30-04-2012</c:v>
                </c:pt>
                <c:pt idx="3079">
                  <c:v>02-05-2012</c:v>
                </c:pt>
                <c:pt idx="3080">
                  <c:v>03-05-2012</c:v>
                </c:pt>
                <c:pt idx="3081">
                  <c:v>04-05-2012</c:v>
                </c:pt>
                <c:pt idx="3082">
                  <c:v>07-05-2012</c:v>
                </c:pt>
                <c:pt idx="3083">
                  <c:v>08-05-2012</c:v>
                </c:pt>
                <c:pt idx="3084">
                  <c:v>09-05-2012</c:v>
                </c:pt>
                <c:pt idx="3085">
                  <c:v>10-05-2012</c:v>
                </c:pt>
                <c:pt idx="3086">
                  <c:v>11-05-2012</c:v>
                </c:pt>
                <c:pt idx="3087">
                  <c:v>14-05-2012</c:v>
                </c:pt>
                <c:pt idx="3088">
                  <c:v>15-05-2012</c:v>
                </c:pt>
                <c:pt idx="3089">
                  <c:v>16-05-2012</c:v>
                </c:pt>
                <c:pt idx="3090">
                  <c:v>17-05-2012</c:v>
                </c:pt>
                <c:pt idx="3091">
                  <c:v>18-05-2012</c:v>
                </c:pt>
                <c:pt idx="3092">
                  <c:v>21-05-2012</c:v>
                </c:pt>
                <c:pt idx="3093">
                  <c:v>22-05-2012</c:v>
                </c:pt>
                <c:pt idx="3094">
                  <c:v>23-05-2012</c:v>
                </c:pt>
                <c:pt idx="3095">
                  <c:v>24-05-2012</c:v>
                </c:pt>
                <c:pt idx="3096">
                  <c:v>25-05-2012</c:v>
                </c:pt>
                <c:pt idx="3097">
                  <c:v>28-05-2012</c:v>
                </c:pt>
                <c:pt idx="3098">
                  <c:v>29-05-2012</c:v>
                </c:pt>
                <c:pt idx="3099">
                  <c:v>30-05-2012</c:v>
                </c:pt>
                <c:pt idx="3100">
                  <c:v>31-05-2012</c:v>
                </c:pt>
                <c:pt idx="3101">
                  <c:v>01-06-2012</c:v>
                </c:pt>
                <c:pt idx="3102">
                  <c:v>04-06-2012</c:v>
                </c:pt>
                <c:pt idx="3103">
                  <c:v>05-06-2012</c:v>
                </c:pt>
                <c:pt idx="3104">
                  <c:v>06-06-2012</c:v>
                </c:pt>
                <c:pt idx="3105">
                  <c:v>07-06-2012</c:v>
                </c:pt>
                <c:pt idx="3106">
                  <c:v>08-06-2012</c:v>
                </c:pt>
                <c:pt idx="3107">
                  <c:v>11-06-2012</c:v>
                </c:pt>
                <c:pt idx="3108">
                  <c:v>12-06-2012</c:v>
                </c:pt>
                <c:pt idx="3109">
                  <c:v>13-06-2012</c:v>
                </c:pt>
                <c:pt idx="3110">
                  <c:v>14-06-2012</c:v>
                </c:pt>
                <c:pt idx="3111">
                  <c:v>15-06-2012</c:v>
                </c:pt>
                <c:pt idx="3112">
                  <c:v>18-06-2012</c:v>
                </c:pt>
                <c:pt idx="3113">
                  <c:v>19-06-2012</c:v>
                </c:pt>
                <c:pt idx="3114">
                  <c:v>20-06-2012</c:v>
                </c:pt>
                <c:pt idx="3115">
                  <c:v>21-06-2012</c:v>
                </c:pt>
                <c:pt idx="3116">
                  <c:v>22-06-2012</c:v>
                </c:pt>
                <c:pt idx="3117">
                  <c:v>25-06-2012</c:v>
                </c:pt>
                <c:pt idx="3118">
                  <c:v>26-06-2012</c:v>
                </c:pt>
                <c:pt idx="3119">
                  <c:v>27-06-2012</c:v>
                </c:pt>
                <c:pt idx="3120">
                  <c:v>28-06-2012</c:v>
                </c:pt>
                <c:pt idx="3121">
                  <c:v>29-06-2012</c:v>
                </c:pt>
                <c:pt idx="3122">
                  <c:v>02-07-2012</c:v>
                </c:pt>
                <c:pt idx="3123">
                  <c:v>03-07-2012</c:v>
                </c:pt>
                <c:pt idx="3124">
                  <c:v>04-07-2012</c:v>
                </c:pt>
                <c:pt idx="3125">
                  <c:v>05-07-2012</c:v>
                </c:pt>
                <c:pt idx="3126">
                  <c:v>06-07-2012</c:v>
                </c:pt>
                <c:pt idx="3127">
                  <c:v>09-07-2012</c:v>
                </c:pt>
                <c:pt idx="3128">
                  <c:v>10-07-2012</c:v>
                </c:pt>
                <c:pt idx="3129">
                  <c:v>11-07-2012</c:v>
                </c:pt>
                <c:pt idx="3130">
                  <c:v>12-07-2012</c:v>
                </c:pt>
                <c:pt idx="3131">
                  <c:v>13-07-2012</c:v>
                </c:pt>
                <c:pt idx="3132">
                  <c:v>16-07-2012</c:v>
                </c:pt>
                <c:pt idx="3133">
                  <c:v>17-07-2012</c:v>
                </c:pt>
                <c:pt idx="3134">
                  <c:v>18-07-2012</c:v>
                </c:pt>
                <c:pt idx="3135">
                  <c:v>19-07-2012</c:v>
                </c:pt>
                <c:pt idx="3136">
                  <c:v>20-07-2012</c:v>
                </c:pt>
                <c:pt idx="3137">
                  <c:v>23-07-2012</c:v>
                </c:pt>
                <c:pt idx="3138">
                  <c:v>24-07-2012</c:v>
                </c:pt>
                <c:pt idx="3139">
                  <c:v>25-07-2012</c:v>
                </c:pt>
                <c:pt idx="3140">
                  <c:v>26-07-2012</c:v>
                </c:pt>
                <c:pt idx="3141">
                  <c:v>27-07-2012</c:v>
                </c:pt>
                <c:pt idx="3142">
                  <c:v>30-07-2012</c:v>
                </c:pt>
                <c:pt idx="3143">
                  <c:v>31-07-2012</c:v>
                </c:pt>
                <c:pt idx="3144">
                  <c:v>01-08-2012</c:v>
                </c:pt>
                <c:pt idx="3145">
                  <c:v>02-08-2012</c:v>
                </c:pt>
                <c:pt idx="3146">
                  <c:v>03-08-2012</c:v>
                </c:pt>
                <c:pt idx="3147">
                  <c:v>06-08-2012</c:v>
                </c:pt>
                <c:pt idx="3148">
                  <c:v>07-08-2012</c:v>
                </c:pt>
                <c:pt idx="3149">
                  <c:v>08-08-2012</c:v>
                </c:pt>
                <c:pt idx="3150">
                  <c:v>09-08-2012</c:v>
                </c:pt>
                <c:pt idx="3151">
                  <c:v>10-08-2012</c:v>
                </c:pt>
                <c:pt idx="3152">
                  <c:v>13-08-2012</c:v>
                </c:pt>
                <c:pt idx="3153">
                  <c:v>14-08-2012</c:v>
                </c:pt>
                <c:pt idx="3154">
                  <c:v>16-08-2012</c:v>
                </c:pt>
                <c:pt idx="3155">
                  <c:v>17-08-2012</c:v>
                </c:pt>
                <c:pt idx="3156">
                  <c:v>21-08-2012</c:v>
                </c:pt>
                <c:pt idx="3157">
                  <c:v>22-08-2012</c:v>
                </c:pt>
                <c:pt idx="3158">
                  <c:v>23-08-2012</c:v>
                </c:pt>
                <c:pt idx="3159">
                  <c:v>24-08-2012</c:v>
                </c:pt>
                <c:pt idx="3160">
                  <c:v>27-08-2012</c:v>
                </c:pt>
                <c:pt idx="3161">
                  <c:v>28-08-2012</c:v>
                </c:pt>
                <c:pt idx="3162">
                  <c:v>29-08-2012</c:v>
                </c:pt>
                <c:pt idx="3163">
                  <c:v>30-08-2012</c:v>
                </c:pt>
                <c:pt idx="3164">
                  <c:v>31-08-2012</c:v>
                </c:pt>
                <c:pt idx="3165">
                  <c:v>03-09-2012</c:v>
                </c:pt>
                <c:pt idx="3166">
                  <c:v>04-09-2012</c:v>
                </c:pt>
                <c:pt idx="3167">
                  <c:v>05-09-2012</c:v>
                </c:pt>
                <c:pt idx="3168">
                  <c:v>06-09-2012</c:v>
                </c:pt>
                <c:pt idx="3169">
                  <c:v>07-09-2012</c:v>
                </c:pt>
                <c:pt idx="3170">
                  <c:v>08-09-2012</c:v>
                </c:pt>
                <c:pt idx="3171">
                  <c:v>10-09-2012</c:v>
                </c:pt>
                <c:pt idx="3172">
                  <c:v>11-09-2012</c:v>
                </c:pt>
                <c:pt idx="3173">
                  <c:v>12-09-2012</c:v>
                </c:pt>
                <c:pt idx="3174">
                  <c:v>13-09-2012</c:v>
                </c:pt>
                <c:pt idx="3175">
                  <c:v>14-09-2012</c:v>
                </c:pt>
                <c:pt idx="3176">
                  <c:v>17-09-2012</c:v>
                </c:pt>
                <c:pt idx="3177">
                  <c:v>18-09-2012</c:v>
                </c:pt>
                <c:pt idx="3178">
                  <c:v>20-09-2012</c:v>
                </c:pt>
                <c:pt idx="3179">
                  <c:v>21-09-2012</c:v>
                </c:pt>
                <c:pt idx="3180">
                  <c:v>24-09-2012</c:v>
                </c:pt>
                <c:pt idx="3181">
                  <c:v>25-09-2012</c:v>
                </c:pt>
                <c:pt idx="3182">
                  <c:v>26-09-2012</c:v>
                </c:pt>
                <c:pt idx="3183">
                  <c:v>27-09-2012</c:v>
                </c:pt>
                <c:pt idx="3184">
                  <c:v>28-09-2012</c:v>
                </c:pt>
                <c:pt idx="3185">
                  <c:v>01-10-2012</c:v>
                </c:pt>
                <c:pt idx="3186">
                  <c:v>03-10-2012</c:v>
                </c:pt>
                <c:pt idx="3187">
                  <c:v>04-10-2012</c:v>
                </c:pt>
                <c:pt idx="3188">
                  <c:v>05-10-2012</c:v>
                </c:pt>
                <c:pt idx="3189">
                  <c:v>08-10-2012</c:v>
                </c:pt>
                <c:pt idx="3190">
                  <c:v>09-10-2012</c:v>
                </c:pt>
                <c:pt idx="3191">
                  <c:v>10-10-2012</c:v>
                </c:pt>
                <c:pt idx="3192">
                  <c:v>11-10-2012</c:v>
                </c:pt>
                <c:pt idx="3193">
                  <c:v>12-10-2012</c:v>
                </c:pt>
                <c:pt idx="3194">
                  <c:v>15-10-2012</c:v>
                </c:pt>
                <c:pt idx="3195">
                  <c:v>16-10-2012</c:v>
                </c:pt>
                <c:pt idx="3196">
                  <c:v>17-10-2012</c:v>
                </c:pt>
                <c:pt idx="3197">
                  <c:v>18-10-2012</c:v>
                </c:pt>
                <c:pt idx="3198">
                  <c:v>19-10-2012</c:v>
                </c:pt>
                <c:pt idx="3199">
                  <c:v>22-10-2012</c:v>
                </c:pt>
                <c:pt idx="3200">
                  <c:v>23-10-2012</c:v>
                </c:pt>
                <c:pt idx="3201">
                  <c:v>25-10-2012</c:v>
                </c:pt>
                <c:pt idx="3202">
                  <c:v>26-10-2012</c:v>
                </c:pt>
                <c:pt idx="3203">
                  <c:v>29-10-2012</c:v>
                </c:pt>
                <c:pt idx="3204">
                  <c:v>30-10-2012</c:v>
                </c:pt>
                <c:pt idx="3205">
                  <c:v>31-10-2012</c:v>
                </c:pt>
                <c:pt idx="3206">
                  <c:v>01-11-2012</c:v>
                </c:pt>
                <c:pt idx="3207">
                  <c:v>02-11-2012</c:v>
                </c:pt>
                <c:pt idx="3208">
                  <c:v>05-11-2012</c:v>
                </c:pt>
                <c:pt idx="3209">
                  <c:v>06-11-2012</c:v>
                </c:pt>
                <c:pt idx="3210">
                  <c:v>07-11-2012</c:v>
                </c:pt>
                <c:pt idx="3211">
                  <c:v>08-11-2012</c:v>
                </c:pt>
                <c:pt idx="3212">
                  <c:v>09-11-2012</c:v>
                </c:pt>
                <c:pt idx="3213">
                  <c:v>12-11-2012</c:v>
                </c:pt>
                <c:pt idx="3214">
                  <c:v>13-11-2012</c:v>
                </c:pt>
                <c:pt idx="3215">
                  <c:v>15-11-2012</c:v>
                </c:pt>
                <c:pt idx="3216">
                  <c:v>16-11-2012</c:v>
                </c:pt>
                <c:pt idx="3217">
                  <c:v>19-11-2012</c:v>
                </c:pt>
                <c:pt idx="3218">
                  <c:v>20-11-2012</c:v>
                </c:pt>
                <c:pt idx="3219">
                  <c:v>21-11-2012</c:v>
                </c:pt>
                <c:pt idx="3220">
                  <c:v>22-11-2012</c:v>
                </c:pt>
                <c:pt idx="3221">
                  <c:v>23-11-2012</c:v>
                </c:pt>
                <c:pt idx="3222">
                  <c:v>26-11-2012</c:v>
                </c:pt>
                <c:pt idx="3223">
                  <c:v>27-11-2012</c:v>
                </c:pt>
                <c:pt idx="3224">
                  <c:v>29-11-2012</c:v>
                </c:pt>
                <c:pt idx="3225">
                  <c:v>30-11-2012</c:v>
                </c:pt>
                <c:pt idx="3226">
                  <c:v>03-12-2012</c:v>
                </c:pt>
                <c:pt idx="3227">
                  <c:v>04-12-2012</c:v>
                </c:pt>
                <c:pt idx="3228">
                  <c:v>05-12-2012</c:v>
                </c:pt>
                <c:pt idx="3229">
                  <c:v>06-12-2012</c:v>
                </c:pt>
                <c:pt idx="3230">
                  <c:v>07-12-2012</c:v>
                </c:pt>
                <c:pt idx="3231">
                  <c:v>10-12-2012</c:v>
                </c:pt>
                <c:pt idx="3232">
                  <c:v>11-12-2012</c:v>
                </c:pt>
                <c:pt idx="3233">
                  <c:v>12-12-2012</c:v>
                </c:pt>
                <c:pt idx="3234">
                  <c:v>13-12-2012</c:v>
                </c:pt>
                <c:pt idx="3235">
                  <c:v>14-12-2012</c:v>
                </c:pt>
                <c:pt idx="3236">
                  <c:v>17-12-2012</c:v>
                </c:pt>
                <c:pt idx="3237">
                  <c:v>18-12-2012</c:v>
                </c:pt>
                <c:pt idx="3238">
                  <c:v>19-12-2012</c:v>
                </c:pt>
                <c:pt idx="3239">
                  <c:v>20-12-2012</c:v>
                </c:pt>
                <c:pt idx="3240">
                  <c:v>21-12-2012</c:v>
                </c:pt>
                <c:pt idx="3241">
                  <c:v>24-12-2012</c:v>
                </c:pt>
                <c:pt idx="3242">
                  <c:v>26-12-2012</c:v>
                </c:pt>
                <c:pt idx="3243">
                  <c:v>27-12-2012</c:v>
                </c:pt>
                <c:pt idx="3244">
                  <c:v>28-12-2012</c:v>
                </c:pt>
                <c:pt idx="3245">
                  <c:v>31-12-2012</c:v>
                </c:pt>
                <c:pt idx="3246">
                  <c:v>01-01-2013</c:v>
                </c:pt>
                <c:pt idx="3247">
                  <c:v>02-01-2013</c:v>
                </c:pt>
                <c:pt idx="3248">
                  <c:v>03-01-2013</c:v>
                </c:pt>
                <c:pt idx="3249">
                  <c:v>04-01-2013</c:v>
                </c:pt>
                <c:pt idx="3250">
                  <c:v>07-01-2013</c:v>
                </c:pt>
                <c:pt idx="3251">
                  <c:v>08-01-2013</c:v>
                </c:pt>
                <c:pt idx="3252">
                  <c:v>09-01-2013</c:v>
                </c:pt>
                <c:pt idx="3253">
                  <c:v>10-01-2013</c:v>
                </c:pt>
                <c:pt idx="3254">
                  <c:v>11-01-2013</c:v>
                </c:pt>
                <c:pt idx="3255">
                  <c:v>14-01-2013</c:v>
                </c:pt>
                <c:pt idx="3256">
                  <c:v>15-01-2013</c:v>
                </c:pt>
                <c:pt idx="3257">
                  <c:v>16-01-2013</c:v>
                </c:pt>
                <c:pt idx="3258">
                  <c:v>17-01-2013</c:v>
                </c:pt>
                <c:pt idx="3259">
                  <c:v>18-01-2013</c:v>
                </c:pt>
                <c:pt idx="3260">
                  <c:v>21-01-2013</c:v>
                </c:pt>
                <c:pt idx="3261">
                  <c:v>22-01-2013</c:v>
                </c:pt>
                <c:pt idx="3262">
                  <c:v>23-01-2013</c:v>
                </c:pt>
                <c:pt idx="3263">
                  <c:v>24-01-2013</c:v>
                </c:pt>
                <c:pt idx="3264">
                  <c:v>25-01-2013</c:v>
                </c:pt>
                <c:pt idx="3265">
                  <c:v>28-01-2013</c:v>
                </c:pt>
                <c:pt idx="3266">
                  <c:v>29-01-2013</c:v>
                </c:pt>
                <c:pt idx="3267">
                  <c:v>30-01-2013</c:v>
                </c:pt>
                <c:pt idx="3268">
                  <c:v>31-01-2013</c:v>
                </c:pt>
                <c:pt idx="3269">
                  <c:v>01-02-2013</c:v>
                </c:pt>
                <c:pt idx="3270">
                  <c:v>04-02-2013</c:v>
                </c:pt>
                <c:pt idx="3271">
                  <c:v>05-02-2013</c:v>
                </c:pt>
                <c:pt idx="3272">
                  <c:v>06-02-2013</c:v>
                </c:pt>
                <c:pt idx="3273">
                  <c:v>07-02-2013</c:v>
                </c:pt>
                <c:pt idx="3274">
                  <c:v>08-02-2013</c:v>
                </c:pt>
                <c:pt idx="3275">
                  <c:v>11-02-2013</c:v>
                </c:pt>
                <c:pt idx="3276">
                  <c:v>12-02-2013</c:v>
                </c:pt>
                <c:pt idx="3277">
                  <c:v>13-02-2013</c:v>
                </c:pt>
                <c:pt idx="3278">
                  <c:v>14-02-2013</c:v>
                </c:pt>
                <c:pt idx="3279">
                  <c:v>15-02-2013</c:v>
                </c:pt>
                <c:pt idx="3280">
                  <c:v>18-02-2013</c:v>
                </c:pt>
                <c:pt idx="3281">
                  <c:v>19-02-2013</c:v>
                </c:pt>
                <c:pt idx="3282">
                  <c:v>20-02-2013</c:v>
                </c:pt>
                <c:pt idx="3283">
                  <c:v>21-02-2013</c:v>
                </c:pt>
                <c:pt idx="3284">
                  <c:v>22-02-2013</c:v>
                </c:pt>
                <c:pt idx="3285">
                  <c:v>25-02-2013</c:v>
                </c:pt>
                <c:pt idx="3286">
                  <c:v>26-02-2013</c:v>
                </c:pt>
                <c:pt idx="3287">
                  <c:v>27-02-2013</c:v>
                </c:pt>
                <c:pt idx="3288">
                  <c:v>28-02-2013</c:v>
                </c:pt>
                <c:pt idx="3289">
                  <c:v>01-03-2013</c:v>
                </c:pt>
                <c:pt idx="3290">
                  <c:v>04-03-2013</c:v>
                </c:pt>
                <c:pt idx="3291">
                  <c:v>05-03-2013</c:v>
                </c:pt>
                <c:pt idx="3292">
                  <c:v>06-03-2013</c:v>
                </c:pt>
                <c:pt idx="3293">
                  <c:v>07-03-2013</c:v>
                </c:pt>
                <c:pt idx="3294">
                  <c:v>08-03-2013</c:v>
                </c:pt>
                <c:pt idx="3295">
                  <c:v>11-03-2013</c:v>
                </c:pt>
                <c:pt idx="3296">
                  <c:v>12-03-2013</c:v>
                </c:pt>
                <c:pt idx="3297">
                  <c:v>13-03-2013</c:v>
                </c:pt>
                <c:pt idx="3298">
                  <c:v>14-03-2013</c:v>
                </c:pt>
                <c:pt idx="3299">
                  <c:v>15-03-2013</c:v>
                </c:pt>
                <c:pt idx="3300">
                  <c:v>18-03-2013</c:v>
                </c:pt>
                <c:pt idx="3301">
                  <c:v>19-03-2013</c:v>
                </c:pt>
                <c:pt idx="3302">
                  <c:v>20-03-2013</c:v>
                </c:pt>
                <c:pt idx="3303">
                  <c:v>21-03-2013</c:v>
                </c:pt>
                <c:pt idx="3304">
                  <c:v>22-03-2013</c:v>
                </c:pt>
                <c:pt idx="3305">
                  <c:v>25-03-2013</c:v>
                </c:pt>
                <c:pt idx="3306">
                  <c:v>26-03-2013</c:v>
                </c:pt>
                <c:pt idx="3307">
                  <c:v>28-03-2013</c:v>
                </c:pt>
                <c:pt idx="3308">
                  <c:v>01-04-2013</c:v>
                </c:pt>
                <c:pt idx="3309">
                  <c:v>02-04-2013</c:v>
                </c:pt>
                <c:pt idx="3310">
                  <c:v>03-04-2013</c:v>
                </c:pt>
                <c:pt idx="3311">
                  <c:v>04-04-2013</c:v>
                </c:pt>
                <c:pt idx="3312">
                  <c:v>05-04-2013</c:v>
                </c:pt>
                <c:pt idx="3313">
                  <c:v>08-04-2013</c:v>
                </c:pt>
                <c:pt idx="3314">
                  <c:v>09-04-2013</c:v>
                </c:pt>
                <c:pt idx="3315">
                  <c:v>10-04-2013</c:v>
                </c:pt>
                <c:pt idx="3316">
                  <c:v>11-04-2013</c:v>
                </c:pt>
                <c:pt idx="3317">
                  <c:v>12-04-2013</c:v>
                </c:pt>
                <c:pt idx="3318">
                  <c:v>15-04-2013</c:v>
                </c:pt>
                <c:pt idx="3319">
                  <c:v>16-04-2013</c:v>
                </c:pt>
                <c:pt idx="3320">
                  <c:v>17-04-2013</c:v>
                </c:pt>
                <c:pt idx="3321">
                  <c:v>18-04-2013</c:v>
                </c:pt>
                <c:pt idx="3322">
                  <c:v>22-04-2013</c:v>
                </c:pt>
                <c:pt idx="3323">
                  <c:v>23-04-2013</c:v>
                </c:pt>
                <c:pt idx="3324">
                  <c:v>25-04-2013</c:v>
                </c:pt>
                <c:pt idx="3325">
                  <c:v>26-04-2013</c:v>
                </c:pt>
                <c:pt idx="3326">
                  <c:v>29-04-2013</c:v>
                </c:pt>
                <c:pt idx="3327">
                  <c:v>30-04-2013</c:v>
                </c:pt>
                <c:pt idx="3328">
                  <c:v>02-05-2013</c:v>
                </c:pt>
                <c:pt idx="3329">
                  <c:v>03-05-2013</c:v>
                </c:pt>
                <c:pt idx="3330">
                  <c:v>06-05-2013</c:v>
                </c:pt>
                <c:pt idx="3331">
                  <c:v>07-05-2013</c:v>
                </c:pt>
                <c:pt idx="3332">
                  <c:v>08-05-2013</c:v>
                </c:pt>
                <c:pt idx="3333">
                  <c:v>09-05-2013</c:v>
                </c:pt>
                <c:pt idx="3334">
                  <c:v>10-05-2013</c:v>
                </c:pt>
                <c:pt idx="3335">
                  <c:v>11-05-2013</c:v>
                </c:pt>
                <c:pt idx="3336">
                  <c:v>13-05-2013</c:v>
                </c:pt>
                <c:pt idx="3337">
                  <c:v>14-05-2013</c:v>
                </c:pt>
                <c:pt idx="3338">
                  <c:v>15-05-2013</c:v>
                </c:pt>
                <c:pt idx="3339">
                  <c:v>16-05-2013</c:v>
                </c:pt>
                <c:pt idx="3340">
                  <c:v>17-05-2013</c:v>
                </c:pt>
                <c:pt idx="3341">
                  <c:v>20-05-2013</c:v>
                </c:pt>
                <c:pt idx="3342">
                  <c:v>21-05-2013</c:v>
                </c:pt>
                <c:pt idx="3343">
                  <c:v>22-05-2013</c:v>
                </c:pt>
                <c:pt idx="3344">
                  <c:v>23-05-2013</c:v>
                </c:pt>
                <c:pt idx="3345">
                  <c:v>24-05-2013</c:v>
                </c:pt>
                <c:pt idx="3346">
                  <c:v>27-05-2013</c:v>
                </c:pt>
                <c:pt idx="3347">
                  <c:v>28-05-2013</c:v>
                </c:pt>
                <c:pt idx="3348">
                  <c:v>29-05-2013</c:v>
                </c:pt>
                <c:pt idx="3349">
                  <c:v>30-05-2013</c:v>
                </c:pt>
                <c:pt idx="3350">
                  <c:v>31-05-2013</c:v>
                </c:pt>
                <c:pt idx="3351">
                  <c:v>03-06-2013</c:v>
                </c:pt>
                <c:pt idx="3352">
                  <c:v>04-06-2013</c:v>
                </c:pt>
                <c:pt idx="3353">
                  <c:v>05-06-2013</c:v>
                </c:pt>
                <c:pt idx="3354">
                  <c:v>06-06-2013</c:v>
                </c:pt>
                <c:pt idx="3355">
                  <c:v>07-06-2013</c:v>
                </c:pt>
                <c:pt idx="3356">
                  <c:v>10-06-2013</c:v>
                </c:pt>
                <c:pt idx="3357">
                  <c:v>11-06-2013</c:v>
                </c:pt>
                <c:pt idx="3358">
                  <c:v>12-06-2013</c:v>
                </c:pt>
                <c:pt idx="3359">
                  <c:v>13-06-2013</c:v>
                </c:pt>
                <c:pt idx="3360">
                  <c:v>14-06-2013</c:v>
                </c:pt>
                <c:pt idx="3361">
                  <c:v>17-06-2013</c:v>
                </c:pt>
                <c:pt idx="3362">
                  <c:v>18-06-2013</c:v>
                </c:pt>
                <c:pt idx="3363">
                  <c:v>19-06-2013</c:v>
                </c:pt>
                <c:pt idx="3364">
                  <c:v>20-06-2013</c:v>
                </c:pt>
                <c:pt idx="3365">
                  <c:v>21-06-2013</c:v>
                </c:pt>
                <c:pt idx="3366">
                  <c:v>24-06-2013</c:v>
                </c:pt>
                <c:pt idx="3367">
                  <c:v>25-06-2013</c:v>
                </c:pt>
                <c:pt idx="3368">
                  <c:v>26-06-2013</c:v>
                </c:pt>
                <c:pt idx="3369">
                  <c:v>27-06-2013</c:v>
                </c:pt>
                <c:pt idx="3370">
                  <c:v>28-06-2013</c:v>
                </c:pt>
                <c:pt idx="3371">
                  <c:v>01-07-2013</c:v>
                </c:pt>
                <c:pt idx="3372">
                  <c:v>02-07-2013</c:v>
                </c:pt>
                <c:pt idx="3373">
                  <c:v>03-07-2013</c:v>
                </c:pt>
                <c:pt idx="3374">
                  <c:v>04-07-2013</c:v>
                </c:pt>
                <c:pt idx="3375">
                  <c:v>05-07-2013</c:v>
                </c:pt>
                <c:pt idx="3376">
                  <c:v>08-07-2013</c:v>
                </c:pt>
                <c:pt idx="3377">
                  <c:v>09-07-2013</c:v>
                </c:pt>
                <c:pt idx="3378">
                  <c:v>10-07-2013</c:v>
                </c:pt>
                <c:pt idx="3379">
                  <c:v>11-07-2013</c:v>
                </c:pt>
                <c:pt idx="3380">
                  <c:v>12-07-2013</c:v>
                </c:pt>
                <c:pt idx="3381">
                  <c:v>15-07-2013</c:v>
                </c:pt>
                <c:pt idx="3382">
                  <c:v>16-07-2013</c:v>
                </c:pt>
                <c:pt idx="3383">
                  <c:v>17-07-2013</c:v>
                </c:pt>
                <c:pt idx="3384">
                  <c:v>18-07-2013</c:v>
                </c:pt>
                <c:pt idx="3385">
                  <c:v>19-07-2013</c:v>
                </c:pt>
                <c:pt idx="3386">
                  <c:v>22-07-2013</c:v>
                </c:pt>
                <c:pt idx="3387">
                  <c:v>23-07-2013</c:v>
                </c:pt>
                <c:pt idx="3388">
                  <c:v>24-07-2013</c:v>
                </c:pt>
                <c:pt idx="3389">
                  <c:v>25-07-2013</c:v>
                </c:pt>
                <c:pt idx="3390">
                  <c:v>26-07-2013</c:v>
                </c:pt>
                <c:pt idx="3391">
                  <c:v>29-07-2013</c:v>
                </c:pt>
                <c:pt idx="3392">
                  <c:v>30-07-2013</c:v>
                </c:pt>
                <c:pt idx="3393">
                  <c:v>31-07-2013</c:v>
                </c:pt>
                <c:pt idx="3394">
                  <c:v>01-08-2013</c:v>
                </c:pt>
                <c:pt idx="3395">
                  <c:v>02-08-2013</c:v>
                </c:pt>
                <c:pt idx="3396">
                  <c:v>05-08-2013</c:v>
                </c:pt>
                <c:pt idx="3397">
                  <c:v>06-08-2013</c:v>
                </c:pt>
                <c:pt idx="3398">
                  <c:v>07-08-2013</c:v>
                </c:pt>
                <c:pt idx="3399">
                  <c:v>08-08-2013</c:v>
                </c:pt>
                <c:pt idx="3400">
                  <c:v>12-08-2013</c:v>
                </c:pt>
                <c:pt idx="3401">
                  <c:v>13-08-2013</c:v>
                </c:pt>
                <c:pt idx="3402">
                  <c:v>14-08-2013</c:v>
                </c:pt>
                <c:pt idx="3403">
                  <c:v>16-08-2013</c:v>
                </c:pt>
                <c:pt idx="3404">
                  <c:v>19-08-2013</c:v>
                </c:pt>
                <c:pt idx="3405">
                  <c:v>20-08-2013</c:v>
                </c:pt>
                <c:pt idx="3406">
                  <c:v>21-08-2013</c:v>
                </c:pt>
                <c:pt idx="3407">
                  <c:v>22-08-2013</c:v>
                </c:pt>
                <c:pt idx="3408">
                  <c:v>23-08-2013</c:v>
                </c:pt>
                <c:pt idx="3409">
                  <c:v>26-08-2013</c:v>
                </c:pt>
                <c:pt idx="3410">
                  <c:v>27-08-2013</c:v>
                </c:pt>
                <c:pt idx="3411">
                  <c:v>28-08-2013</c:v>
                </c:pt>
                <c:pt idx="3412">
                  <c:v>29-08-2013</c:v>
                </c:pt>
                <c:pt idx="3413">
                  <c:v>30-08-2013</c:v>
                </c:pt>
                <c:pt idx="3414">
                  <c:v>02-09-2013</c:v>
                </c:pt>
                <c:pt idx="3415">
                  <c:v>03-09-2013</c:v>
                </c:pt>
                <c:pt idx="3416">
                  <c:v>04-09-2013</c:v>
                </c:pt>
                <c:pt idx="3417">
                  <c:v>05-09-2013</c:v>
                </c:pt>
                <c:pt idx="3418">
                  <c:v>06-09-2013</c:v>
                </c:pt>
                <c:pt idx="3419">
                  <c:v>10-09-2013</c:v>
                </c:pt>
                <c:pt idx="3420">
                  <c:v>11-09-2013</c:v>
                </c:pt>
                <c:pt idx="3421">
                  <c:v>12-09-2013</c:v>
                </c:pt>
                <c:pt idx="3422">
                  <c:v>13-09-2013</c:v>
                </c:pt>
                <c:pt idx="3423">
                  <c:v>16-09-2013</c:v>
                </c:pt>
                <c:pt idx="3424">
                  <c:v>17-09-2013</c:v>
                </c:pt>
                <c:pt idx="3425">
                  <c:v>18-09-2013</c:v>
                </c:pt>
                <c:pt idx="3426">
                  <c:v>19-09-2013</c:v>
                </c:pt>
                <c:pt idx="3427">
                  <c:v>20-09-2013</c:v>
                </c:pt>
                <c:pt idx="3428">
                  <c:v>23-09-2013</c:v>
                </c:pt>
                <c:pt idx="3429">
                  <c:v>24-09-2013</c:v>
                </c:pt>
                <c:pt idx="3430">
                  <c:v>25-09-2013</c:v>
                </c:pt>
                <c:pt idx="3431">
                  <c:v>26-09-2013</c:v>
                </c:pt>
                <c:pt idx="3432">
                  <c:v>27-09-2013</c:v>
                </c:pt>
                <c:pt idx="3433">
                  <c:v>30-09-2013</c:v>
                </c:pt>
                <c:pt idx="3434">
                  <c:v>01-10-2013</c:v>
                </c:pt>
                <c:pt idx="3435">
                  <c:v>03-10-2013</c:v>
                </c:pt>
                <c:pt idx="3436">
                  <c:v>04-10-2013</c:v>
                </c:pt>
                <c:pt idx="3437">
                  <c:v>07-10-2013</c:v>
                </c:pt>
                <c:pt idx="3438">
                  <c:v>08-10-2013</c:v>
                </c:pt>
                <c:pt idx="3439">
                  <c:v>09-10-2013</c:v>
                </c:pt>
                <c:pt idx="3440">
                  <c:v>10-10-2013</c:v>
                </c:pt>
                <c:pt idx="3441">
                  <c:v>11-10-2013</c:v>
                </c:pt>
                <c:pt idx="3442">
                  <c:v>14-10-2013</c:v>
                </c:pt>
                <c:pt idx="3443">
                  <c:v>15-10-2013</c:v>
                </c:pt>
                <c:pt idx="3444">
                  <c:v>17-10-2013</c:v>
                </c:pt>
                <c:pt idx="3445">
                  <c:v>18-10-2013</c:v>
                </c:pt>
                <c:pt idx="3446">
                  <c:v>21-10-2013</c:v>
                </c:pt>
                <c:pt idx="3447">
                  <c:v>22-10-2013</c:v>
                </c:pt>
                <c:pt idx="3448">
                  <c:v>23-10-2013</c:v>
                </c:pt>
                <c:pt idx="3449">
                  <c:v>24-10-2013</c:v>
                </c:pt>
                <c:pt idx="3450">
                  <c:v>25-10-2013</c:v>
                </c:pt>
                <c:pt idx="3451">
                  <c:v>28-10-2013</c:v>
                </c:pt>
                <c:pt idx="3452">
                  <c:v>29-10-2013</c:v>
                </c:pt>
                <c:pt idx="3453">
                  <c:v>30-10-2013</c:v>
                </c:pt>
                <c:pt idx="3454">
                  <c:v>31-10-2013</c:v>
                </c:pt>
                <c:pt idx="3455">
                  <c:v>01-11-2013</c:v>
                </c:pt>
                <c:pt idx="3456">
                  <c:v>03-11-2013</c:v>
                </c:pt>
                <c:pt idx="3457">
                  <c:v>05-11-2013</c:v>
                </c:pt>
                <c:pt idx="3458">
                  <c:v>06-11-2013</c:v>
                </c:pt>
                <c:pt idx="3459">
                  <c:v>07-11-2013</c:v>
                </c:pt>
                <c:pt idx="3460">
                  <c:v>08-11-2013</c:v>
                </c:pt>
                <c:pt idx="3461">
                  <c:v>11-11-2013</c:v>
                </c:pt>
                <c:pt idx="3462">
                  <c:v>12-11-2013</c:v>
                </c:pt>
                <c:pt idx="3463">
                  <c:v>13-11-2013</c:v>
                </c:pt>
                <c:pt idx="3464">
                  <c:v>14-11-2013</c:v>
                </c:pt>
                <c:pt idx="3465">
                  <c:v>18-11-2013</c:v>
                </c:pt>
                <c:pt idx="3466">
                  <c:v>19-11-2013</c:v>
                </c:pt>
                <c:pt idx="3467">
                  <c:v>20-11-2013</c:v>
                </c:pt>
                <c:pt idx="3468">
                  <c:v>21-11-2013</c:v>
                </c:pt>
                <c:pt idx="3469">
                  <c:v>22-11-2013</c:v>
                </c:pt>
                <c:pt idx="3470">
                  <c:v>25-11-2013</c:v>
                </c:pt>
                <c:pt idx="3471">
                  <c:v>26-11-2013</c:v>
                </c:pt>
                <c:pt idx="3472">
                  <c:v>27-11-2013</c:v>
                </c:pt>
                <c:pt idx="3473">
                  <c:v>28-11-2013</c:v>
                </c:pt>
                <c:pt idx="3474">
                  <c:v>29-11-2013</c:v>
                </c:pt>
                <c:pt idx="3475">
                  <c:v>02-12-2013</c:v>
                </c:pt>
                <c:pt idx="3476">
                  <c:v>03-12-2013</c:v>
                </c:pt>
                <c:pt idx="3477">
                  <c:v>04-12-2013</c:v>
                </c:pt>
                <c:pt idx="3478">
                  <c:v>05-12-2013</c:v>
                </c:pt>
                <c:pt idx="3479">
                  <c:v>06-12-2013</c:v>
                </c:pt>
                <c:pt idx="3480">
                  <c:v>09-12-2013</c:v>
                </c:pt>
                <c:pt idx="3481">
                  <c:v>10-12-2013</c:v>
                </c:pt>
                <c:pt idx="3482">
                  <c:v>11-12-2013</c:v>
                </c:pt>
                <c:pt idx="3483">
                  <c:v>12-12-2013</c:v>
                </c:pt>
                <c:pt idx="3484">
                  <c:v>13-12-2013</c:v>
                </c:pt>
                <c:pt idx="3485">
                  <c:v>16-12-2013</c:v>
                </c:pt>
                <c:pt idx="3486">
                  <c:v>17-12-2013</c:v>
                </c:pt>
                <c:pt idx="3487">
                  <c:v>18-12-2013</c:v>
                </c:pt>
                <c:pt idx="3488">
                  <c:v>19-12-2013</c:v>
                </c:pt>
                <c:pt idx="3489">
                  <c:v>20-12-2013</c:v>
                </c:pt>
                <c:pt idx="3490">
                  <c:v>23-12-2013</c:v>
                </c:pt>
                <c:pt idx="3491">
                  <c:v>24-12-2013</c:v>
                </c:pt>
                <c:pt idx="3492">
                  <c:v>26-12-2013</c:v>
                </c:pt>
                <c:pt idx="3493">
                  <c:v>27-12-2013</c:v>
                </c:pt>
                <c:pt idx="3494">
                  <c:v>30-12-2013</c:v>
                </c:pt>
                <c:pt idx="3495">
                  <c:v>31-12-2013</c:v>
                </c:pt>
                <c:pt idx="3496">
                  <c:v>01-01-2014</c:v>
                </c:pt>
                <c:pt idx="3497">
                  <c:v>02-01-2014</c:v>
                </c:pt>
                <c:pt idx="3498">
                  <c:v>03-01-2014</c:v>
                </c:pt>
                <c:pt idx="3499">
                  <c:v>06-01-2014</c:v>
                </c:pt>
                <c:pt idx="3500">
                  <c:v>07-01-2014</c:v>
                </c:pt>
                <c:pt idx="3501">
                  <c:v>08-01-2014</c:v>
                </c:pt>
                <c:pt idx="3502">
                  <c:v>09-01-2014</c:v>
                </c:pt>
                <c:pt idx="3503">
                  <c:v>10-01-2014</c:v>
                </c:pt>
                <c:pt idx="3504">
                  <c:v>13-01-2014</c:v>
                </c:pt>
                <c:pt idx="3505">
                  <c:v>14-01-2014</c:v>
                </c:pt>
                <c:pt idx="3506">
                  <c:v>15-01-2014</c:v>
                </c:pt>
                <c:pt idx="3507">
                  <c:v>16-01-2014</c:v>
                </c:pt>
                <c:pt idx="3508">
                  <c:v>17-01-2014</c:v>
                </c:pt>
                <c:pt idx="3509">
                  <c:v>20-01-2014</c:v>
                </c:pt>
                <c:pt idx="3510">
                  <c:v>21-01-2014</c:v>
                </c:pt>
                <c:pt idx="3511">
                  <c:v>22-01-2014</c:v>
                </c:pt>
                <c:pt idx="3512">
                  <c:v>23-01-2014</c:v>
                </c:pt>
                <c:pt idx="3513">
                  <c:v>24-01-2014</c:v>
                </c:pt>
                <c:pt idx="3514">
                  <c:v>27-01-2014</c:v>
                </c:pt>
                <c:pt idx="3515">
                  <c:v>28-01-2014</c:v>
                </c:pt>
                <c:pt idx="3516">
                  <c:v>29-01-2014</c:v>
                </c:pt>
                <c:pt idx="3517">
                  <c:v>30-01-2014</c:v>
                </c:pt>
                <c:pt idx="3518">
                  <c:v>31-01-2014</c:v>
                </c:pt>
                <c:pt idx="3519">
                  <c:v>03-02-2014</c:v>
                </c:pt>
                <c:pt idx="3520">
                  <c:v>04-02-2014</c:v>
                </c:pt>
                <c:pt idx="3521">
                  <c:v>05-02-2014</c:v>
                </c:pt>
                <c:pt idx="3522">
                  <c:v>06-02-2014</c:v>
                </c:pt>
                <c:pt idx="3523">
                  <c:v>07-02-2014</c:v>
                </c:pt>
                <c:pt idx="3524">
                  <c:v>10-02-2014</c:v>
                </c:pt>
                <c:pt idx="3525">
                  <c:v>11-02-2014</c:v>
                </c:pt>
                <c:pt idx="3526">
                  <c:v>12-02-2014</c:v>
                </c:pt>
                <c:pt idx="3527">
                  <c:v>13-02-2014</c:v>
                </c:pt>
                <c:pt idx="3528">
                  <c:v>14-02-2014</c:v>
                </c:pt>
                <c:pt idx="3529">
                  <c:v>17-02-2014</c:v>
                </c:pt>
                <c:pt idx="3530">
                  <c:v>18-02-2014</c:v>
                </c:pt>
                <c:pt idx="3531">
                  <c:v>19-02-2014</c:v>
                </c:pt>
                <c:pt idx="3532">
                  <c:v>20-02-2014</c:v>
                </c:pt>
                <c:pt idx="3533">
                  <c:v>21-02-2014</c:v>
                </c:pt>
                <c:pt idx="3534">
                  <c:v>24-02-2014</c:v>
                </c:pt>
                <c:pt idx="3535">
                  <c:v>25-02-2014</c:v>
                </c:pt>
                <c:pt idx="3536">
                  <c:v>26-02-2014</c:v>
                </c:pt>
                <c:pt idx="3537">
                  <c:v>28-02-2014</c:v>
                </c:pt>
                <c:pt idx="3538">
                  <c:v>03-03-2014</c:v>
                </c:pt>
                <c:pt idx="3539">
                  <c:v>04-03-2014</c:v>
                </c:pt>
                <c:pt idx="3540">
                  <c:v>05-03-2014</c:v>
                </c:pt>
                <c:pt idx="3541">
                  <c:v>06-03-2014</c:v>
                </c:pt>
                <c:pt idx="3542">
                  <c:v>07-03-2014</c:v>
                </c:pt>
                <c:pt idx="3543">
                  <c:v>10-03-2014</c:v>
                </c:pt>
                <c:pt idx="3544">
                  <c:v>11-03-2014</c:v>
                </c:pt>
                <c:pt idx="3545">
                  <c:v>12-03-2014</c:v>
                </c:pt>
                <c:pt idx="3546">
                  <c:v>13-03-2014</c:v>
                </c:pt>
                <c:pt idx="3547">
                  <c:v>14-03-2014</c:v>
                </c:pt>
                <c:pt idx="3548">
                  <c:v>18-03-2014</c:v>
                </c:pt>
                <c:pt idx="3549">
                  <c:v>19-03-2014</c:v>
                </c:pt>
                <c:pt idx="3550">
                  <c:v>20-03-2014</c:v>
                </c:pt>
                <c:pt idx="3551">
                  <c:v>21-03-2014</c:v>
                </c:pt>
                <c:pt idx="3552">
                  <c:v>22-03-2014</c:v>
                </c:pt>
                <c:pt idx="3553">
                  <c:v>24-03-2014</c:v>
                </c:pt>
                <c:pt idx="3554">
                  <c:v>25-03-2014</c:v>
                </c:pt>
                <c:pt idx="3555">
                  <c:v>26-03-2014</c:v>
                </c:pt>
                <c:pt idx="3556">
                  <c:v>27-03-2014</c:v>
                </c:pt>
                <c:pt idx="3557">
                  <c:v>28-03-2014</c:v>
                </c:pt>
                <c:pt idx="3558">
                  <c:v>31-03-2014</c:v>
                </c:pt>
                <c:pt idx="3559">
                  <c:v>01-04-2014</c:v>
                </c:pt>
                <c:pt idx="3560">
                  <c:v>02-04-2014</c:v>
                </c:pt>
                <c:pt idx="3561">
                  <c:v>03-04-2014</c:v>
                </c:pt>
                <c:pt idx="3562">
                  <c:v>04-04-2014</c:v>
                </c:pt>
                <c:pt idx="3563">
                  <c:v>07-04-2014</c:v>
                </c:pt>
                <c:pt idx="3564">
                  <c:v>09-04-2014</c:v>
                </c:pt>
                <c:pt idx="3565">
                  <c:v>10-04-2014</c:v>
                </c:pt>
                <c:pt idx="3566">
                  <c:v>11-04-2014</c:v>
                </c:pt>
                <c:pt idx="3567">
                  <c:v>15-04-2014</c:v>
                </c:pt>
                <c:pt idx="3568">
                  <c:v>16-04-2014</c:v>
                </c:pt>
                <c:pt idx="3569">
                  <c:v>17-04-2014</c:v>
                </c:pt>
                <c:pt idx="3570">
                  <c:v>21-04-2014</c:v>
                </c:pt>
                <c:pt idx="3571">
                  <c:v>22-04-2014</c:v>
                </c:pt>
                <c:pt idx="3572">
                  <c:v>23-04-2014</c:v>
                </c:pt>
                <c:pt idx="3573">
                  <c:v>25-04-2014</c:v>
                </c:pt>
                <c:pt idx="3574">
                  <c:v>28-04-2014</c:v>
                </c:pt>
                <c:pt idx="3575">
                  <c:v>29-04-2014</c:v>
                </c:pt>
                <c:pt idx="3576">
                  <c:v>30-04-2014</c:v>
                </c:pt>
                <c:pt idx="3577">
                  <c:v>02-05-2014</c:v>
                </c:pt>
                <c:pt idx="3578">
                  <c:v>05-05-2014</c:v>
                </c:pt>
                <c:pt idx="3579">
                  <c:v>06-05-2014</c:v>
                </c:pt>
                <c:pt idx="3580">
                  <c:v>07-05-2014</c:v>
                </c:pt>
                <c:pt idx="3581">
                  <c:v>08-05-2014</c:v>
                </c:pt>
                <c:pt idx="3582">
                  <c:v>09-05-2014</c:v>
                </c:pt>
                <c:pt idx="3583">
                  <c:v>12-05-2014</c:v>
                </c:pt>
                <c:pt idx="3584">
                  <c:v>13-05-2014</c:v>
                </c:pt>
                <c:pt idx="3585">
                  <c:v>14-05-2014</c:v>
                </c:pt>
                <c:pt idx="3586">
                  <c:v>15-05-2014</c:v>
                </c:pt>
                <c:pt idx="3587">
                  <c:v>16-05-2014</c:v>
                </c:pt>
                <c:pt idx="3588">
                  <c:v>19-05-2014</c:v>
                </c:pt>
                <c:pt idx="3589">
                  <c:v>20-05-2014</c:v>
                </c:pt>
                <c:pt idx="3590">
                  <c:v>21-05-2014</c:v>
                </c:pt>
                <c:pt idx="3591">
                  <c:v>22-05-2014</c:v>
                </c:pt>
                <c:pt idx="3592">
                  <c:v>23-05-2014</c:v>
                </c:pt>
                <c:pt idx="3593">
                  <c:v>26-05-2014</c:v>
                </c:pt>
                <c:pt idx="3594">
                  <c:v>27-05-2014</c:v>
                </c:pt>
                <c:pt idx="3595">
                  <c:v>28-05-2014</c:v>
                </c:pt>
                <c:pt idx="3596">
                  <c:v>29-05-2014</c:v>
                </c:pt>
                <c:pt idx="3597">
                  <c:v>30-05-2014</c:v>
                </c:pt>
                <c:pt idx="3598">
                  <c:v>02-06-2014</c:v>
                </c:pt>
                <c:pt idx="3599">
                  <c:v>03-06-2014</c:v>
                </c:pt>
                <c:pt idx="3600">
                  <c:v>04-06-2014</c:v>
                </c:pt>
                <c:pt idx="3601">
                  <c:v>05-06-2014</c:v>
                </c:pt>
                <c:pt idx="3602">
                  <c:v>06-06-2014</c:v>
                </c:pt>
                <c:pt idx="3603">
                  <c:v>09-06-2014</c:v>
                </c:pt>
                <c:pt idx="3604">
                  <c:v>10-06-2014</c:v>
                </c:pt>
                <c:pt idx="3605">
                  <c:v>11-06-2014</c:v>
                </c:pt>
                <c:pt idx="3606">
                  <c:v>12-06-2014</c:v>
                </c:pt>
                <c:pt idx="3607">
                  <c:v>13-06-2014</c:v>
                </c:pt>
                <c:pt idx="3608">
                  <c:v>16-06-2014</c:v>
                </c:pt>
                <c:pt idx="3609">
                  <c:v>17-06-2014</c:v>
                </c:pt>
                <c:pt idx="3610">
                  <c:v>18-06-2014</c:v>
                </c:pt>
                <c:pt idx="3611">
                  <c:v>19-06-2014</c:v>
                </c:pt>
                <c:pt idx="3612">
                  <c:v>20-06-2014</c:v>
                </c:pt>
                <c:pt idx="3613">
                  <c:v>23-06-2014</c:v>
                </c:pt>
                <c:pt idx="3614">
                  <c:v>24-06-2014</c:v>
                </c:pt>
                <c:pt idx="3615">
                  <c:v>25-06-2014</c:v>
                </c:pt>
                <c:pt idx="3616">
                  <c:v>26-06-2014</c:v>
                </c:pt>
                <c:pt idx="3617">
                  <c:v>27-06-2014</c:v>
                </c:pt>
                <c:pt idx="3618">
                  <c:v>30-06-2014</c:v>
                </c:pt>
                <c:pt idx="3619">
                  <c:v>01-07-2014</c:v>
                </c:pt>
                <c:pt idx="3620">
                  <c:v>02-07-2014</c:v>
                </c:pt>
                <c:pt idx="3621">
                  <c:v>03-07-2014</c:v>
                </c:pt>
                <c:pt idx="3622">
                  <c:v>04-07-2014</c:v>
                </c:pt>
                <c:pt idx="3623">
                  <c:v>07-07-2014</c:v>
                </c:pt>
                <c:pt idx="3624">
                  <c:v>08-07-2014</c:v>
                </c:pt>
                <c:pt idx="3625">
                  <c:v>09-07-2014</c:v>
                </c:pt>
                <c:pt idx="3626">
                  <c:v>10-07-2014</c:v>
                </c:pt>
                <c:pt idx="3627">
                  <c:v>11-07-2014</c:v>
                </c:pt>
                <c:pt idx="3628">
                  <c:v>14-07-2014</c:v>
                </c:pt>
                <c:pt idx="3629">
                  <c:v>15-07-2014</c:v>
                </c:pt>
                <c:pt idx="3630">
                  <c:v>16-07-2014</c:v>
                </c:pt>
                <c:pt idx="3631">
                  <c:v>17-07-2014</c:v>
                </c:pt>
                <c:pt idx="3632">
                  <c:v>18-07-2014</c:v>
                </c:pt>
                <c:pt idx="3633">
                  <c:v>21-07-2014</c:v>
                </c:pt>
                <c:pt idx="3634">
                  <c:v>22-07-2014</c:v>
                </c:pt>
                <c:pt idx="3635">
                  <c:v>23-07-2014</c:v>
                </c:pt>
                <c:pt idx="3636">
                  <c:v>24-07-2014</c:v>
                </c:pt>
                <c:pt idx="3637">
                  <c:v>25-07-2014</c:v>
                </c:pt>
                <c:pt idx="3638">
                  <c:v>28-07-2014</c:v>
                </c:pt>
                <c:pt idx="3639">
                  <c:v>30-07-2014</c:v>
                </c:pt>
                <c:pt idx="3640">
                  <c:v>31-07-2014</c:v>
                </c:pt>
                <c:pt idx="3641">
                  <c:v>01-08-2014</c:v>
                </c:pt>
                <c:pt idx="3642">
                  <c:v>04-08-2014</c:v>
                </c:pt>
                <c:pt idx="3643">
                  <c:v>05-08-2014</c:v>
                </c:pt>
                <c:pt idx="3644">
                  <c:v>06-08-2014</c:v>
                </c:pt>
                <c:pt idx="3645">
                  <c:v>07-08-2014</c:v>
                </c:pt>
                <c:pt idx="3646">
                  <c:v>08-08-2014</c:v>
                </c:pt>
                <c:pt idx="3647">
                  <c:v>11-08-2014</c:v>
                </c:pt>
                <c:pt idx="3648">
                  <c:v>12-08-2014</c:v>
                </c:pt>
                <c:pt idx="3649">
                  <c:v>13-08-2014</c:v>
                </c:pt>
                <c:pt idx="3650">
                  <c:v>14-08-2014</c:v>
                </c:pt>
                <c:pt idx="3651">
                  <c:v>18-08-2014</c:v>
                </c:pt>
                <c:pt idx="3652">
                  <c:v>19-08-2014</c:v>
                </c:pt>
                <c:pt idx="3653">
                  <c:v>20-08-2014</c:v>
                </c:pt>
                <c:pt idx="3654">
                  <c:v>21-08-2014</c:v>
                </c:pt>
                <c:pt idx="3655">
                  <c:v>22-08-2014</c:v>
                </c:pt>
                <c:pt idx="3656">
                  <c:v>25-08-2014</c:v>
                </c:pt>
                <c:pt idx="3657">
                  <c:v>26-08-2014</c:v>
                </c:pt>
                <c:pt idx="3658">
                  <c:v>27-08-2014</c:v>
                </c:pt>
                <c:pt idx="3659">
                  <c:v>28-08-2014</c:v>
                </c:pt>
                <c:pt idx="3660">
                  <c:v>01-09-2014</c:v>
                </c:pt>
                <c:pt idx="3661">
                  <c:v>02-09-2014</c:v>
                </c:pt>
                <c:pt idx="3662">
                  <c:v>03-09-2014</c:v>
                </c:pt>
                <c:pt idx="3663">
                  <c:v>04-09-2014</c:v>
                </c:pt>
                <c:pt idx="3664">
                  <c:v>05-09-2014</c:v>
                </c:pt>
                <c:pt idx="3665">
                  <c:v>08-09-2014</c:v>
                </c:pt>
                <c:pt idx="3666">
                  <c:v>09-09-2014</c:v>
                </c:pt>
                <c:pt idx="3667">
                  <c:v>10-09-2014</c:v>
                </c:pt>
                <c:pt idx="3668">
                  <c:v>11-09-2014</c:v>
                </c:pt>
                <c:pt idx="3669">
                  <c:v>12-09-2014</c:v>
                </c:pt>
                <c:pt idx="3670">
                  <c:v>15-09-2014</c:v>
                </c:pt>
                <c:pt idx="3671">
                  <c:v>16-09-2014</c:v>
                </c:pt>
                <c:pt idx="3672">
                  <c:v>17-09-2014</c:v>
                </c:pt>
                <c:pt idx="3673">
                  <c:v>18-09-2014</c:v>
                </c:pt>
                <c:pt idx="3674">
                  <c:v>19-09-2014</c:v>
                </c:pt>
                <c:pt idx="3675">
                  <c:v>22-09-2014</c:v>
                </c:pt>
                <c:pt idx="3676">
                  <c:v>23-09-2014</c:v>
                </c:pt>
                <c:pt idx="3677">
                  <c:v>24-09-2014</c:v>
                </c:pt>
                <c:pt idx="3678">
                  <c:v>25-09-2014</c:v>
                </c:pt>
                <c:pt idx="3679">
                  <c:v>26-09-2014</c:v>
                </c:pt>
                <c:pt idx="3680">
                  <c:v>29-09-2014</c:v>
                </c:pt>
                <c:pt idx="3681">
                  <c:v>30-09-2014</c:v>
                </c:pt>
                <c:pt idx="3682">
                  <c:v>01-10-2014</c:v>
                </c:pt>
                <c:pt idx="3683">
                  <c:v>07-10-2014</c:v>
                </c:pt>
                <c:pt idx="3684">
                  <c:v>08-10-2014</c:v>
                </c:pt>
                <c:pt idx="3685">
                  <c:v>09-10-2014</c:v>
                </c:pt>
                <c:pt idx="3686">
                  <c:v>10-10-2014</c:v>
                </c:pt>
                <c:pt idx="3687">
                  <c:v>13-10-2014</c:v>
                </c:pt>
                <c:pt idx="3688">
                  <c:v>14-10-2014</c:v>
                </c:pt>
                <c:pt idx="3689">
                  <c:v>16-10-2014</c:v>
                </c:pt>
                <c:pt idx="3690">
                  <c:v>17-10-2014</c:v>
                </c:pt>
                <c:pt idx="3691">
                  <c:v>20-10-2014</c:v>
                </c:pt>
                <c:pt idx="3692">
                  <c:v>21-10-2014</c:v>
                </c:pt>
                <c:pt idx="3693">
                  <c:v>22-10-2014</c:v>
                </c:pt>
                <c:pt idx="3694">
                  <c:v>23-10-2014</c:v>
                </c:pt>
                <c:pt idx="3695">
                  <c:v>27-10-2014</c:v>
                </c:pt>
                <c:pt idx="3696">
                  <c:v>28-10-2014</c:v>
                </c:pt>
                <c:pt idx="3697">
                  <c:v>29-10-2014</c:v>
                </c:pt>
                <c:pt idx="3698">
                  <c:v>30-10-2014</c:v>
                </c:pt>
                <c:pt idx="3699">
                  <c:v>31-10-2014</c:v>
                </c:pt>
                <c:pt idx="3700">
                  <c:v>03-11-2014</c:v>
                </c:pt>
                <c:pt idx="3701">
                  <c:v>05-11-2014</c:v>
                </c:pt>
                <c:pt idx="3702">
                  <c:v>07-11-2014</c:v>
                </c:pt>
                <c:pt idx="3703">
                  <c:v>10-11-2014</c:v>
                </c:pt>
                <c:pt idx="3704">
                  <c:v>11-11-2014</c:v>
                </c:pt>
                <c:pt idx="3705">
                  <c:v>12-11-2014</c:v>
                </c:pt>
                <c:pt idx="3706">
                  <c:v>13-11-2014</c:v>
                </c:pt>
                <c:pt idx="3707">
                  <c:v>14-11-2014</c:v>
                </c:pt>
                <c:pt idx="3708">
                  <c:v>17-11-2014</c:v>
                </c:pt>
                <c:pt idx="3709">
                  <c:v>18-11-2014</c:v>
                </c:pt>
                <c:pt idx="3710">
                  <c:v>19-11-2014</c:v>
                </c:pt>
                <c:pt idx="3711">
                  <c:v>20-11-2014</c:v>
                </c:pt>
                <c:pt idx="3712">
                  <c:v>21-11-2014</c:v>
                </c:pt>
                <c:pt idx="3713">
                  <c:v>24-11-2014</c:v>
                </c:pt>
                <c:pt idx="3714">
                  <c:v>25-11-2014</c:v>
                </c:pt>
                <c:pt idx="3715">
                  <c:v>26-11-2014</c:v>
                </c:pt>
                <c:pt idx="3716">
                  <c:v>27-11-2014</c:v>
                </c:pt>
                <c:pt idx="3717">
                  <c:v>28-11-2014</c:v>
                </c:pt>
                <c:pt idx="3718">
                  <c:v>01-12-2014</c:v>
                </c:pt>
                <c:pt idx="3719">
                  <c:v>02-12-2014</c:v>
                </c:pt>
                <c:pt idx="3720">
                  <c:v>03-12-2014</c:v>
                </c:pt>
                <c:pt idx="3721">
                  <c:v>04-12-2014</c:v>
                </c:pt>
                <c:pt idx="3722">
                  <c:v>05-12-2014</c:v>
                </c:pt>
                <c:pt idx="3723">
                  <c:v>08-12-2014</c:v>
                </c:pt>
                <c:pt idx="3724">
                  <c:v>09-12-2014</c:v>
                </c:pt>
                <c:pt idx="3725">
                  <c:v>10-12-2014</c:v>
                </c:pt>
                <c:pt idx="3726">
                  <c:v>11-12-2014</c:v>
                </c:pt>
                <c:pt idx="3727">
                  <c:v>12-12-2014</c:v>
                </c:pt>
                <c:pt idx="3728">
                  <c:v>15-12-2014</c:v>
                </c:pt>
                <c:pt idx="3729">
                  <c:v>16-12-2014</c:v>
                </c:pt>
                <c:pt idx="3730">
                  <c:v>17-12-2014</c:v>
                </c:pt>
                <c:pt idx="3731">
                  <c:v>18-12-2014</c:v>
                </c:pt>
                <c:pt idx="3732">
                  <c:v>19-12-2014</c:v>
                </c:pt>
                <c:pt idx="3733">
                  <c:v>22-12-2014</c:v>
                </c:pt>
                <c:pt idx="3734">
                  <c:v>23-12-2014</c:v>
                </c:pt>
                <c:pt idx="3735">
                  <c:v>24-12-2014</c:v>
                </c:pt>
                <c:pt idx="3736">
                  <c:v>26-12-2014</c:v>
                </c:pt>
                <c:pt idx="3737">
                  <c:v>29-12-2014</c:v>
                </c:pt>
                <c:pt idx="3738">
                  <c:v>30-12-2014</c:v>
                </c:pt>
                <c:pt idx="3739">
                  <c:v>31-12-2014</c:v>
                </c:pt>
                <c:pt idx="3740">
                  <c:v>01-01-2015</c:v>
                </c:pt>
                <c:pt idx="3741">
                  <c:v>02-01-2015</c:v>
                </c:pt>
                <c:pt idx="3742">
                  <c:v>05-01-2015</c:v>
                </c:pt>
                <c:pt idx="3743">
                  <c:v>06-01-2015</c:v>
                </c:pt>
                <c:pt idx="3744">
                  <c:v>07-01-2015</c:v>
                </c:pt>
                <c:pt idx="3745">
                  <c:v>08-01-2015</c:v>
                </c:pt>
                <c:pt idx="3746">
                  <c:v>09-01-2015</c:v>
                </c:pt>
                <c:pt idx="3747">
                  <c:v>12-01-2015</c:v>
                </c:pt>
                <c:pt idx="3748">
                  <c:v>13-01-2015</c:v>
                </c:pt>
                <c:pt idx="3749">
                  <c:v>14-01-2015</c:v>
                </c:pt>
                <c:pt idx="3750">
                  <c:v>15-01-2015</c:v>
                </c:pt>
                <c:pt idx="3751">
                  <c:v>16-01-2015</c:v>
                </c:pt>
                <c:pt idx="3752">
                  <c:v>19-01-2015</c:v>
                </c:pt>
                <c:pt idx="3753">
                  <c:v>20-01-2015</c:v>
                </c:pt>
                <c:pt idx="3754">
                  <c:v>21-01-2015</c:v>
                </c:pt>
                <c:pt idx="3755">
                  <c:v>22-01-2015</c:v>
                </c:pt>
                <c:pt idx="3756">
                  <c:v>23-01-2015</c:v>
                </c:pt>
                <c:pt idx="3757">
                  <c:v>27-01-2015</c:v>
                </c:pt>
                <c:pt idx="3758">
                  <c:v>28-01-2015</c:v>
                </c:pt>
                <c:pt idx="3759">
                  <c:v>29-01-2015</c:v>
                </c:pt>
                <c:pt idx="3760">
                  <c:v>30-01-2015</c:v>
                </c:pt>
                <c:pt idx="3761">
                  <c:v>02-02-2015</c:v>
                </c:pt>
                <c:pt idx="3762">
                  <c:v>03-02-2015</c:v>
                </c:pt>
                <c:pt idx="3763">
                  <c:v>04-02-2015</c:v>
                </c:pt>
                <c:pt idx="3764">
                  <c:v>05-02-2015</c:v>
                </c:pt>
                <c:pt idx="3765">
                  <c:v>06-02-2015</c:v>
                </c:pt>
                <c:pt idx="3766">
                  <c:v>09-02-2015</c:v>
                </c:pt>
                <c:pt idx="3767">
                  <c:v>10-02-2015</c:v>
                </c:pt>
                <c:pt idx="3768">
                  <c:v>11-02-2015</c:v>
                </c:pt>
                <c:pt idx="3769">
                  <c:v>12-02-2015</c:v>
                </c:pt>
                <c:pt idx="3770">
                  <c:v>13-02-2015</c:v>
                </c:pt>
                <c:pt idx="3771">
                  <c:v>16-02-2015</c:v>
                </c:pt>
                <c:pt idx="3772">
                  <c:v>18-02-2015</c:v>
                </c:pt>
                <c:pt idx="3773">
                  <c:v>19-02-2015</c:v>
                </c:pt>
                <c:pt idx="3774">
                  <c:v>20-02-2015</c:v>
                </c:pt>
                <c:pt idx="3775">
                  <c:v>23-02-2015</c:v>
                </c:pt>
                <c:pt idx="3776">
                  <c:v>24-02-2015</c:v>
                </c:pt>
                <c:pt idx="3777">
                  <c:v>25-02-2015</c:v>
                </c:pt>
                <c:pt idx="3778">
                  <c:v>26-02-2015</c:v>
                </c:pt>
                <c:pt idx="3779">
                  <c:v>27-02-2015</c:v>
                </c:pt>
                <c:pt idx="3780">
                  <c:v>28-02-2015</c:v>
                </c:pt>
                <c:pt idx="3781">
                  <c:v>02-03-2015</c:v>
                </c:pt>
                <c:pt idx="3782">
                  <c:v>03-03-2015</c:v>
                </c:pt>
                <c:pt idx="3783">
                  <c:v>04-03-2015</c:v>
                </c:pt>
                <c:pt idx="3784">
                  <c:v>05-03-2015</c:v>
                </c:pt>
                <c:pt idx="3785">
                  <c:v>09-03-2015</c:v>
                </c:pt>
                <c:pt idx="3786">
                  <c:v>10-03-2015</c:v>
                </c:pt>
                <c:pt idx="3787">
                  <c:v>11-03-2015</c:v>
                </c:pt>
                <c:pt idx="3788">
                  <c:v>12-03-2015</c:v>
                </c:pt>
                <c:pt idx="3789">
                  <c:v>13-03-2015</c:v>
                </c:pt>
                <c:pt idx="3790">
                  <c:v>16-03-2015</c:v>
                </c:pt>
                <c:pt idx="3791">
                  <c:v>17-03-2015</c:v>
                </c:pt>
                <c:pt idx="3792">
                  <c:v>18-03-2015</c:v>
                </c:pt>
                <c:pt idx="3793">
                  <c:v>19-03-2015</c:v>
                </c:pt>
                <c:pt idx="3794">
                  <c:v>20-03-2015</c:v>
                </c:pt>
                <c:pt idx="3795">
                  <c:v>23-03-2015</c:v>
                </c:pt>
                <c:pt idx="3796">
                  <c:v>24-03-2015</c:v>
                </c:pt>
                <c:pt idx="3797">
                  <c:v>25-03-2015</c:v>
                </c:pt>
                <c:pt idx="3798">
                  <c:v>26-03-2015</c:v>
                </c:pt>
                <c:pt idx="3799">
                  <c:v>27-03-2015</c:v>
                </c:pt>
                <c:pt idx="3800">
                  <c:v>30-03-2015</c:v>
                </c:pt>
                <c:pt idx="3801">
                  <c:v>31-03-2015</c:v>
                </c:pt>
                <c:pt idx="3802">
                  <c:v>01-04-2015</c:v>
                </c:pt>
                <c:pt idx="3803">
                  <c:v>06-04-2015</c:v>
                </c:pt>
                <c:pt idx="3804">
                  <c:v>07-04-2015</c:v>
                </c:pt>
                <c:pt idx="3805">
                  <c:v>08-04-2015</c:v>
                </c:pt>
                <c:pt idx="3806">
                  <c:v>09-04-2015</c:v>
                </c:pt>
                <c:pt idx="3807">
                  <c:v>10-04-2015</c:v>
                </c:pt>
                <c:pt idx="3808">
                  <c:v>13-04-2015</c:v>
                </c:pt>
                <c:pt idx="3809">
                  <c:v>15-04-2015</c:v>
                </c:pt>
                <c:pt idx="3810">
                  <c:v>16-04-2015</c:v>
                </c:pt>
                <c:pt idx="3811">
                  <c:v>17-04-2015</c:v>
                </c:pt>
                <c:pt idx="3812">
                  <c:v>20-04-2015</c:v>
                </c:pt>
                <c:pt idx="3813">
                  <c:v>21-04-2015</c:v>
                </c:pt>
                <c:pt idx="3814">
                  <c:v>22-04-2015</c:v>
                </c:pt>
                <c:pt idx="3815">
                  <c:v>23-04-2015</c:v>
                </c:pt>
                <c:pt idx="3816">
                  <c:v>24-04-2015</c:v>
                </c:pt>
                <c:pt idx="3817">
                  <c:v>27-04-2015</c:v>
                </c:pt>
                <c:pt idx="3818">
                  <c:v>28-04-2015</c:v>
                </c:pt>
                <c:pt idx="3819">
                  <c:v>29-04-2015</c:v>
                </c:pt>
                <c:pt idx="3820">
                  <c:v>30-04-2015</c:v>
                </c:pt>
                <c:pt idx="3821">
                  <c:v>04-05-2015</c:v>
                </c:pt>
                <c:pt idx="3822">
                  <c:v>05-05-2015</c:v>
                </c:pt>
                <c:pt idx="3823">
                  <c:v>06-05-2015</c:v>
                </c:pt>
                <c:pt idx="3824">
                  <c:v>07-05-2015</c:v>
                </c:pt>
                <c:pt idx="3825">
                  <c:v>08-05-2015</c:v>
                </c:pt>
                <c:pt idx="3826">
                  <c:v>11-05-2015</c:v>
                </c:pt>
                <c:pt idx="3827">
                  <c:v>12-05-2015</c:v>
                </c:pt>
                <c:pt idx="3828">
                  <c:v>13-05-2015</c:v>
                </c:pt>
                <c:pt idx="3829">
                  <c:v>14-05-2015</c:v>
                </c:pt>
                <c:pt idx="3830">
                  <c:v>15-05-2015</c:v>
                </c:pt>
                <c:pt idx="3831">
                  <c:v>18-05-2015</c:v>
                </c:pt>
                <c:pt idx="3832">
                  <c:v>19-05-2015</c:v>
                </c:pt>
                <c:pt idx="3833">
                  <c:v>20-05-2015</c:v>
                </c:pt>
                <c:pt idx="3834">
                  <c:v>21-05-2015</c:v>
                </c:pt>
                <c:pt idx="3835">
                  <c:v>22-05-2015</c:v>
                </c:pt>
                <c:pt idx="3836">
                  <c:v>25-05-2015</c:v>
                </c:pt>
                <c:pt idx="3837">
                  <c:v>26-05-2015</c:v>
                </c:pt>
                <c:pt idx="3838">
                  <c:v>27-05-2015</c:v>
                </c:pt>
                <c:pt idx="3839">
                  <c:v>28-05-2015</c:v>
                </c:pt>
                <c:pt idx="3840">
                  <c:v>29-05-2015</c:v>
                </c:pt>
                <c:pt idx="3841">
                  <c:v>01-06-2015</c:v>
                </c:pt>
                <c:pt idx="3842">
                  <c:v>02-06-2015</c:v>
                </c:pt>
                <c:pt idx="3843">
                  <c:v>03-06-2015</c:v>
                </c:pt>
                <c:pt idx="3844">
                  <c:v>04-06-2015</c:v>
                </c:pt>
                <c:pt idx="3845">
                  <c:v>05-06-2015</c:v>
                </c:pt>
                <c:pt idx="3846">
                  <c:v>08-06-2015</c:v>
                </c:pt>
                <c:pt idx="3847">
                  <c:v>09-06-2015</c:v>
                </c:pt>
                <c:pt idx="3848">
                  <c:v>10-06-2015</c:v>
                </c:pt>
                <c:pt idx="3849">
                  <c:v>11-06-2015</c:v>
                </c:pt>
                <c:pt idx="3850">
                  <c:v>12-06-2015</c:v>
                </c:pt>
                <c:pt idx="3851">
                  <c:v>15-06-2015</c:v>
                </c:pt>
                <c:pt idx="3852">
                  <c:v>16-06-2015</c:v>
                </c:pt>
                <c:pt idx="3853">
                  <c:v>17-06-2015</c:v>
                </c:pt>
                <c:pt idx="3854">
                  <c:v>18-06-2015</c:v>
                </c:pt>
                <c:pt idx="3855">
                  <c:v>19-06-2015</c:v>
                </c:pt>
                <c:pt idx="3856">
                  <c:v>22-06-2015</c:v>
                </c:pt>
                <c:pt idx="3857">
                  <c:v>23-06-2015</c:v>
                </c:pt>
                <c:pt idx="3858">
                  <c:v>24-06-2015</c:v>
                </c:pt>
                <c:pt idx="3859">
                  <c:v>25-06-2015</c:v>
                </c:pt>
                <c:pt idx="3860">
                  <c:v>26-06-2015</c:v>
                </c:pt>
                <c:pt idx="3861">
                  <c:v>29-06-2015</c:v>
                </c:pt>
                <c:pt idx="3862">
                  <c:v>30-06-2015</c:v>
                </c:pt>
                <c:pt idx="3863">
                  <c:v>01-07-2015</c:v>
                </c:pt>
                <c:pt idx="3864">
                  <c:v>02-07-2015</c:v>
                </c:pt>
                <c:pt idx="3865">
                  <c:v>03-07-2015</c:v>
                </c:pt>
                <c:pt idx="3866">
                  <c:v>06-07-2015</c:v>
                </c:pt>
                <c:pt idx="3867">
                  <c:v>07-07-2015</c:v>
                </c:pt>
                <c:pt idx="3868">
                  <c:v>08-07-2015</c:v>
                </c:pt>
                <c:pt idx="3869">
                  <c:v>09-07-2015</c:v>
                </c:pt>
                <c:pt idx="3870">
                  <c:v>10-07-2015</c:v>
                </c:pt>
                <c:pt idx="3871">
                  <c:v>13-07-2015</c:v>
                </c:pt>
                <c:pt idx="3872">
                  <c:v>14-07-2015</c:v>
                </c:pt>
                <c:pt idx="3873">
                  <c:v>15-07-2015</c:v>
                </c:pt>
                <c:pt idx="3874">
                  <c:v>16-07-2015</c:v>
                </c:pt>
                <c:pt idx="3875">
                  <c:v>17-07-2015</c:v>
                </c:pt>
                <c:pt idx="3876">
                  <c:v>20-07-2015</c:v>
                </c:pt>
                <c:pt idx="3877">
                  <c:v>21-07-2015</c:v>
                </c:pt>
                <c:pt idx="3878">
                  <c:v>22-07-2015</c:v>
                </c:pt>
                <c:pt idx="3879">
                  <c:v>23-07-2015</c:v>
                </c:pt>
                <c:pt idx="3880">
                  <c:v>24-07-2015</c:v>
                </c:pt>
                <c:pt idx="3881">
                  <c:v>27-07-2015</c:v>
                </c:pt>
                <c:pt idx="3882">
                  <c:v>28-07-2015</c:v>
                </c:pt>
                <c:pt idx="3883">
                  <c:v>29-07-2015</c:v>
                </c:pt>
                <c:pt idx="3884">
                  <c:v>30-07-2015</c:v>
                </c:pt>
                <c:pt idx="3885">
                  <c:v>31-07-2015</c:v>
                </c:pt>
                <c:pt idx="3886">
                  <c:v>03-08-2015</c:v>
                </c:pt>
                <c:pt idx="3887">
                  <c:v>04-08-2015</c:v>
                </c:pt>
                <c:pt idx="3888">
                  <c:v>05-08-2015</c:v>
                </c:pt>
                <c:pt idx="3889">
                  <c:v>06-08-2015</c:v>
                </c:pt>
                <c:pt idx="3890">
                  <c:v>07-08-2015</c:v>
                </c:pt>
                <c:pt idx="3891">
                  <c:v>10-08-2015</c:v>
                </c:pt>
                <c:pt idx="3892">
                  <c:v>11-08-2015</c:v>
                </c:pt>
                <c:pt idx="3893">
                  <c:v>12-08-2015</c:v>
                </c:pt>
                <c:pt idx="3894">
                  <c:v>13-08-2015</c:v>
                </c:pt>
                <c:pt idx="3895">
                  <c:v>14-08-2015</c:v>
                </c:pt>
                <c:pt idx="3896">
                  <c:v>17-08-2015</c:v>
                </c:pt>
                <c:pt idx="3897">
                  <c:v>18-08-2015</c:v>
                </c:pt>
                <c:pt idx="3898">
                  <c:v>19-08-2015</c:v>
                </c:pt>
                <c:pt idx="3899">
                  <c:v>20-08-2015</c:v>
                </c:pt>
                <c:pt idx="3900">
                  <c:v>21-08-2015</c:v>
                </c:pt>
                <c:pt idx="3901">
                  <c:v>24-08-2015</c:v>
                </c:pt>
                <c:pt idx="3902">
                  <c:v>25-08-2015</c:v>
                </c:pt>
                <c:pt idx="3903">
                  <c:v>26-08-2015</c:v>
                </c:pt>
                <c:pt idx="3904">
                  <c:v>27-08-2015</c:v>
                </c:pt>
                <c:pt idx="3905">
                  <c:v>28-08-2015</c:v>
                </c:pt>
                <c:pt idx="3906">
                  <c:v>31-08-2015</c:v>
                </c:pt>
                <c:pt idx="3907">
                  <c:v>01-09-2015</c:v>
                </c:pt>
                <c:pt idx="3908">
                  <c:v>02-09-2015</c:v>
                </c:pt>
                <c:pt idx="3909">
                  <c:v>03-09-2015</c:v>
                </c:pt>
                <c:pt idx="3910">
                  <c:v>04-09-2015</c:v>
                </c:pt>
                <c:pt idx="3911">
                  <c:v>07-09-2015</c:v>
                </c:pt>
                <c:pt idx="3912">
                  <c:v>08-09-2015</c:v>
                </c:pt>
                <c:pt idx="3913">
                  <c:v>09-09-2015</c:v>
                </c:pt>
                <c:pt idx="3914">
                  <c:v>10-09-2015</c:v>
                </c:pt>
                <c:pt idx="3915">
                  <c:v>11-09-2015</c:v>
                </c:pt>
                <c:pt idx="3916">
                  <c:v>14-09-2015</c:v>
                </c:pt>
                <c:pt idx="3917">
                  <c:v>15-09-2015</c:v>
                </c:pt>
                <c:pt idx="3918">
                  <c:v>16-09-2015</c:v>
                </c:pt>
                <c:pt idx="3919">
                  <c:v>18-09-2015</c:v>
                </c:pt>
                <c:pt idx="3920">
                  <c:v>21-09-2015</c:v>
                </c:pt>
                <c:pt idx="3921">
                  <c:v>22-09-2015</c:v>
                </c:pt>
                <c:pt idx="3922">
                  <c:v>23-09-2015</c:v>
                </c:pt>
                <c:pt idx="3923">
                  <c:v>24-09-2015</c:v>
                </c:pt>
                <c:pt idx="3924">
                  <c:v>28-09-2015</c:v>
                </c:pt>
                <c:pt idx="3925">
                  <c:v>29-09-2015</c:v>
                </c:pt>
                <c:pt idx="3926">
                  <c:v>30-09-2015</c:v>
                </c:pt>
                <c:pt idx="3927">
                  <c:v>01-10-2015</c:v>
                </c:pt>
                <c:pt idx="3928">
                  <c:v>05-10-2015</c:v>
                </c:pt>
                <c:pt idx="3929">
                  <c:v>06-10-2015</c:v>
                </c:pt>
                <c:pt idx="3930">
                  <c:v>07-10-2015</c:v>
                </c:pt>
                <c:pt idx="3931">
                  <c:v>08-10-2015</c:v>
                </c:pt>
                <c:pt idx="3932">
                  <c:v>09-10-2015</c:v>
                </c:pt>
                <c:pt idx="3933">
                  <c:v>12-10-2015</c:v>
                </c:pt>
                <c:pt idx="3934">
                  <c:v>13-10-2015</c:v>
                </c:pt>
                <c:pt idx="3935">
                  <c:v>14-10-2015</c:v>
                </c:pt>
                <c:pt idx="3936">
                  <c:v>15-10-2015</c:v>
                </c:pt>
                <c:pt idx="3937">
                  <c:v>16-10-2015</c:v>
                </c:pt>
                <c:pt idx="3938">
                  <c:v>19-10-2015</c:v>
                </c:pt>
                <c:pt idx="3939">
                  <c:v>20-10-2015</c:v>
                </c:pt>
                <c:pt idx="3940">
                  <c:v>21-10-2015</c:v>
                </c:pt>
                <c:pt idx="3941">
                  <c:v>23-10-2015</c:v>
                </c:pt>
                <c:pt idx="3942">
                  <c:v>26-10-2015</c:v>
                </c:pt>
                <c:pt idx="3943">
                  <c:v>27-10-2015</c:v>
                </c:pt>
                <c:pt idx="3944">
                  <c:v>28-10-2015</c:v>
                </c:pt>
                <c:pt idx="3945">
                  <c:v>29-10-2015</c:v>
                </c:pt>
                <c:pt idx="3946">
                  <c:v>30-10-2015</c:v>
                </c:pt>
                <c:pt idx="3947">
                  <c:v>02-11-2015</c:v>
                </c:pt>
                <c:pt idx="3948">
                  <c:v>03-11-2015</c:v>
                </c:pt>
                <c:pt idx="3949">
                  <c:v>04-11-2015</c:v>
                </c:pt>
                <c:pt idx="3950">
                  <c:v>05-11-2015</c:v>
                </c:pt>
                <c:pt idx="3951">
                  <c:v>06-11-2015</c:v>
                </c:pt>
                <c:pt idx="3952">
                  <c:v>09-11-2015</c:v>
                </c:pt>
                <c:pt idx="3953">
                  <c:v>10-11-2015</c:v>
                </c:pt>
                <c:pt idx="3954">
                  <c:v>11-11-2015</c:v>
                </c:pt>
                <c:pt idx="3955">
                  <c:v>13-11-2015</c:v>
                </c:pt>
                <c:pt idx="3956">
                  <c:v>16-11-2015</c:v>
                </c:pt>
                <c:pt idx="3957">
                  <c:v>17-11-2015</c:v>
                </c:pt>
                <c:pt idx="3958">
                  <c:v>18-11-2015</c:v>
                </c:pt>
                <c:pt idx="3959">
                  <c:v>19-11-2015</c:v>
                </c:pt>
                <c:pt idx="3960">
                  <c:v>20-11-2015</c:v>
                </c:pt>
                <c:pt idx="3961">
                  <c:v>23-11-2015</c:v>
                </c:pt>
                <c:pt idx="3962">
                  <c:v>24-11-2015</c:v>
                </c:pt>
                <c:pt idx="3963">
                  <c:v>26-11-2015</c:v>
                </c:pt>
                <c:pt idx="3964">
                  <c:v>27-11-2015</c:v>
                </c:pt>
                <c:pt idx="3965">
                  <c:v>30-11-2015</c:v>
                </c:pt>
                <c:pt idx="3966">
                  <c:v>01-12-2015</c:v>
                </c:pt>
                <c:pt idx="3967">
                  <c:v>02-12-2015</c:v>
                </c:pt>
                <c:pt idx="3968">
                  <c:v>03-12-2015</c:v>
                </c:pt>
                <c:pt idx="3969">
                  <c:v>04-12-2015</c:v>
                </c:pt>
                <c:pt idx="3970">
                  <c:v>07-12-2015</c:v>
                </c:pt>
                <c:pt idx="3971">
                  <c:v>08-12-2015</c:v>
                </c:pt>
                <c:pt idx="3972">
                  <c:v>09-12-2015</c:v>
                </c:pt>
                <c:pt idx="3973">
                  <c:v>10-12-2015</c:v>
                </c:pt>
                <c:pt idx="3974">
                  <c:v>11-12-2015</c:v>
                </c:pt>
                <c:pt idx="3975">
                  <c:v>14-12-2015</c:v>
                </c:pt>
                <c:pt idx="3976">
                  <c:v>15-12-2015</c:v>
                </c:pt>
                <c:pt idx="3977">
                  <c:v>16-12-2015</c:v>
                </c:pt>
                <c:pt idx="3978">
                  <c:v>17-12-2015</c:v>
                </c:pt>
                <c:pt idx="3979">
                  <c:v>18-12-2015</c:v>
                </c:pt>
                <c:pt idx="3980">
                  <c:v>21-12-2015</c:v>
                </c:pt>
                <c:pt idx="3981">
                  <c:v>22-12-2015</c:v>
                </c:pt>
                <c:pt idx="3982">
                  <c:v>23-12-2015</c:v>
                </c:pt>
                <c:pt idx="3983">
                  <c:v>24-12-2015</c:v>
                </c:pt>
                <c:pt idx="3984">
                  <c:v>28-12-2015</c:v>
                </c:pt>
                <c:pt idx="3985">
                  <c:v>29-12-2015</c:v>
                </c:pt>
                <c:pt idx="3986">
                  <c:v>30-12-2015</c:v>
                </c:pt>
                <c:pt idx="3987">
                  <c:v>31-12-2015</c:v>
                </c:pt>
                <c:pt idx="3988">
                  <c:v>01-01-2016</c:v>
                </c:pt>
                <c:pt idx="3989">
                  <c:v>04-01-2016</c:v>
                </c:pt>
                <c:pt idx="3990">
                  <c:v>05-01-2016</c:v>
                </c:pt>
                <c:pt idx="3991">
                  <c:v>06-01-2016</c:v>
                </c:pt>
                <c:pt idx="3992">
                  <c:v>07-01-2016</c:v>
                </c:pt>
                <c:pt idx="3993">
                  <c:v>08-01-2016</c:v>
                </c:pt>
                <c:pt idx="3994">
                  <c:v>11-01-2016</c:v>
                </c:pt>
                <c:pt idx="3995">
                  <c:v>12-01-2016</c:v>
                </c:pt>
                <c:pt idx="3996">
                  <c:v>13-01-2016</c:v>
                </c:pt>
                <c:pt idx="3997">
                  <c:v>14-01-2016</c:v>
                </c:pt>
                <c:pt idx="3998">
                  <c:v>15-01-2016</c:v>
                </c:pt>
                <c:pt idx="3999">
                  <c:v>18-01-2016</c:v>
                </c:pt>
                <c:pt idx="4000">
                  <c:v>19-01-2016</c:v>
                </c:pt>
                <c:pt idx="4001">
                  <c:v>20-01-2016</c:v>
                </c:pt>
                <c:pt idx="4002">
                  <c:v>21-01-2016</c:v>
                </c:pt>
                <c:pt idx="4003">
                  <c:v>22-01-2016</c:v>
                </c:pt>
                <c:pt idx="4004">
                  <c:v>25-01-2016</c:v>
                </c:pt>
                <c:pt idx="4005">
                  <c:v>27-01-2016</c:v>
                </c:pt>
                <c:pt idx="4006">
                  <c:v>28-01-2016</c:v>
                </c:pt>
                <c:pt idx="4007">
                  <c:v>29-01-2016</c:v>
                </c:pt>
                <c:pt idx="4008">
                  <c:v>01-02-2016</c:v>
                </c:pt>
                <c:pt idx="4009">
                  <c:v>02-02-2016</c:v>
                </c:pt>
                <c:pt idx="4010">
                  <c:v>03-02-2016</c:v>
                </c:pt>
                <c:pt idx="4011">
                  <c:v>04-02-2016</c:v>
                </c:pt>
                <c:pt idx="4012">
                  <c:v>05-02-2016</c:v>
                </c:pt>
                <c:pt idx="4013">
                  <c:v>08-02-2016</c:v>
                </c:pt>
                <c:pt idx="4014">
                  <c:v>09-02-2016</c:v>
                </c:pt>
                <c:pt idx="4015">
                  <c:v>10-02-2016</c:v>
                </c:pt>
                <c:pt idx="4016">
                  <c:v>11-02-2016</c:v>
                </c:pt>
                <c:pt idx="4017">
                  <c:v>12-02-2016</c:v>
                </c:pt>
                <c:pt idx="4018">
                  <c:v>15-02-2016</c:v>
                </c:pt>
                <c:pt idx="4019">
                  <c:v>16-02-2016</c:v>
                </c:pt>
                <c:pt idx="4020">
                  <c:v>17-02-2016</c:v>
                </c:pt>
                <c:pt idx="4021">
                  <c:v>18-02-2016</c:v>
                </c:pt>
                <c:pt idx="4022">
                  <c:v>19-02-2016</c:v>
                </c:pt>
                <c:pt idx="4023">
                  <c:v>22-02-2016</c:v>
                </c:pt>
                <c:pt idx="4024">
                  <c:v>23-02-2016</c:v>
                </c:pt>
                <c:pt idx="4025">
                  <c:v>24-02-2016</c:v>
                </c:pt>
                <c:pt idx="4026">
                  <c:v>25-02-2016</c:v>
                </c:pt>
                <c:pt idx="4027">
                  <c:v>26-02-2016</c:v>
                </c:pt>
                <c:pt idx="4028">
                  <c:v>29-02-2016</c:v>
                </c:pt>
                <c:pt idx="4029">
                  <c:v>01-03-2016</c:v>
                </c:pt>
                <c:pt idx="4030">
                  <c:v>02-03-2016</c:v>
                </c:pt>
                <c:pt idx="4031">
                  <c:v>03-03-2016</c:v>
                </c:pt>
                <c:pt idx="4032">
                  <c:v>04-03-2016</c:v>
                </c:pt>
                <c:pt idx="4033">
                  <c:v>08-03-2016</c:v>
                </c:pt>
                <c:pt idx="4034">
                  <c:v>09-03-2016</c:v>
                </c:pt>
                <c:pt idx="4035">
                  <c:v>10-03-2016</c:v>
                </c:pt>
                <c:pt idx="4036">
                  <c:v>11-03-2016</c:v>
                </c:pt>
                <c:pt idx="4037">
                  <c:v>14-03-2016</c:v>
                </c:pt>
                <c:pt idx="4038">
                  <c:v>15-03-2016</c:v>
                </c:pt>
                <c:pt idx="4039">
                  <c:v>16-03-2016</c:v>
                </c:pt>
                <c:pt idx="4040">
                  <c:v>17-03-2016</c:v>
                </c:pt>
                <c:pt idx="4041">
                  <c:v>18-03-2016</c:v>
                </c:pt>
                <c:pt idx="4042">
                  <c:v>21-03-2016</c:v>
                </c:pt>
                <c:pt idx="4043">
                  <c:v>22-03-2016</c:v>
                </c:pt>
                <c:pt idx="4044">
                  <c:v>23-03-2016</c:v>
                </c:pt>
                <c:pt idx="4045">
                  <c:v>28-03-2016</c:v>
                </c:pt>
                <c:pt idx="4046">
                  <c:v>29-03-2016</c:v>
                </c:pt>
                <c:pt idx="4047">
                  <c:v>30-03-2016</c:v>
                </c:pt>
                <c:pt idx="4048">
                  <c:v>31-03-2016</c:v>
                </c:pt>
                <c:pt idx="4049">
                  <c:v>01-04-2016</c:v>
                </c:pt>
                <c:pt idx="4050">
                  <c:v>04-04-2016</c:v>
                </c:pt>
                <c:pt idx="4051">
                  <c:v>05-04-2016</c:v>
                </c:pt>
                <c:pt idx="4052">
                  <c:v>06-04-2016</c:v>
                </c:pt>
                <c:pt idx="4053">
                  <c:v>07-04-2016</c:v>
                </c:pt>
                <c:pt idx="4054">
                  <c:v>08-04-2016</c:v>
                </c:pt>
                <c:pt idx="4055">
                  <c:v>11-04-2016</c:v>
                </c:pt>
                <c:pt idx="4056">
                  <c:v>12-04-2016</c:v>
                </c:pt>
                <c:pt idx="4057">
                  <c:v>13-04-2016</c:v>
                </c:pt>
                <c:pt idx="4058">
                  <c:v>18-04-2016</c:v>
                </c:pt>
                <c:pt idx="4059">
                  <c:v>20-04-2016</c:v>
                </c:pt>
                <c:pt idx="4060">
                  <c:v>21-04-2016</c:v>
                </c:pt>
                <c:pt idx="4061">
                  <c:v>22-04-2016</c:v>
                </c:pt>
                <c:pt idx="4062">
                  <c:v>25-04-2016</c:v>
                </c:pt>
                <c:pt idx="4063">
                  <c:v>26-04-2016</c:v>
                </c:pt>
                <c:pt idx="4064">
                  <c:v>27-04-2016</c:v>
                </c:pt>
                <c:pt idx="4065">
                  <c:v>28-04-2016</c:v>
                </c:pt>
                <c:pt idx="4066">
                  <c:v>29-04-2016</c:v>
                </c:pt>
                <c:pt idx="4067">
                  <c:v>02-05-2016</c:v>
                </c:pt>
                <c:pt idx="4068">
                  <c:v>03-05-2016</c:v>
                </c:pt>
                <c:pt idx="4069">
                  <c:v>04-05-2016</c:v>
                </c:pt>
                <c:pt idx="4070">
                  <c:v>05-05-2016</c:v>
                </c:pt>
                <c:pt idx="4071">
                  <c:v>06-05-2016</c:v>
                </c:pt>
                <c:pt idx="4072">
                  <c:v>09-05-2016</c:v>
                </c:pt>
                <c:pt idx="4073">
                  <c:v>10-05-2016</c:v>
                </c:pt>
                <c:pt idx="4074">
                  <c:v>11-05-2016</c:v>
                </c:pt>
                <c:pt idx="4075">
                  <c:v>12-05-2016</c:v>
                </c:pt>
                <c:pt idx="4076">
                  <c:v>13-05-2016</c:v>
                </c:pt>
                <c:pt idx="4077">
                  <c:v>16-05-2016</c:v>
                </c:pt>
                <c:pt idx="4078">
                  <c:v>17-05-2016</c:v>
                </c:pt>
                <c:pt idx="4079">
                  <c:v>18-05-2016</c:v>
                </c:pt>
                <c:pt idx="4080">
                  <c:v>19-05-2016</c:v>
                </c:pt>
                <c:pt idx="4081">
                  <c:v>20-05-2016</c:v>
                </c:pt>
                <c:pt idx="4082">
                  <c:v>23-05-2016</c:v>
                </c:pt>
                <c:pt idx="4083">
                  <c:v>24-05-2016</c:v>
                </c:pt>
                <c:pt idx="4084">
                  <c:v>25-05-2016</c:v>
                </c:pt>
                <c:pt idx="4085">
                  <c:v>26-05-2016</c:v>
                </c:pt>
                <c:pt idx="4086">
                  <c:v>27-05-2016</c:v>
                </c:pt>
                <c:pt idx="4087">
                  <c:v>30-05-2016</c:v>
                </c:pt>
                <c:pt idx="4088">
                  <c:v>31-05-2016</c:v>
                </c:pt>
                <c:pt idx="4089">
                  <c:v>01-06-2016</c:v>
                </c:pt>
                <c:pt idx="4090">
                  <c:v>02-06-2016</c:v>
                </c:pt>
                <c:pt idx="4091">
                  <c:v>03-06-2016</c:v>
                </c:pt>
                <c:pt idx="4092">
                  <c:v>06-06-2016</c:v>
                </c:pt>
                <c:pt idx="4093">
                  <c:v>07-06-2016</c:v>
                </c:pt>
                <c:pt idx="4094">
                  <c:v>08-06-2016</c:v>
                </c:pt>
                <c:pt idx="4095">
                  <c:v>09-06-2016</c:v>
                </c:pt>
                <c:pt idx="4096">
                  <c:v>10-06-2016</c:v>
                </c:pt>
                <c:pt idx="4097">
                  <c:v>13-06-2016</c:v>
                </c:pt>
                <c:pt idx="4098">
                  <c:v>14-06-2016</c:v>
                </c:pt>
                <c:pt idx="4099">
                  <c:v>15-06-2016</c:v>
                </c:pt>
                <c:pt idx="4100">
                  <c:v>16-06-2016</c:v>
                </c:pt>
                <c:pt idx="4101">
                  <c:v>17-06-2016</c:v>
                </c:pt>
                <c:pt idx="4102">
                  <c:v>20-06-2016</c:v>
                </c:pt>
                <c:pt idx="4103">
                  <c:v>21-06-2016</c:v>
                </c:pt>
                <c:pt idx="4104">
                  <c:v>22-06-2016</c:v>
                </c:pt>
                <c:pt idx="4105">
                  <c:v>23-06-2016</c:v>
                </c:pt>
                <c:pt idx="4106">
                  <c:v>24-06-2016</c:v>
                </c:pt>
                <c:pt idx="4107">
                  <c:v>27-06-2016</c:v>
                </c:pt>
                <c:pt idx="4108">
                  <c:v>28-06-2016</c:v>
                </c:pt>
                <c:pt idx="4109">
                  <c:v>29-06-2016</c:v>
                </c:pt>
                <c:pt idx="4110">
                  <c:v>30-06-2016</c:v>
                </c:pt>
                <c:pt idx="4111">
                  <c:v>01-07-2016</c:v>
                </c:pt>
                <c:pt idx="4112">
                  <c:v>04-07-2016</c:v>
                </c:pt>
                <c:pt idx="4113">
                  <c:v>05-07-2016</c:v>
                </c:pt>
                <c:pt idx="4114">
                  <c:v>07-07-2016</c:v>
                </c:pt>
                <c:pt idx="4115">
                  <c:v>08-07-2016</c:v>
                </c:pt>
                <c:pt idx="4116">
                  <c:v>11-07-2016</c:v>
                </c:pt>
                <c:pt idx="4117">
                  <c:v>12-07-2016</c:v>
                </c:pt>
                <c:pt idx="4118">
                  <c:v>13-07-2016</c:v>
                </c:pt>
                <c:pt idx="4119">
                  <c:v>14-07-2016</c:v>
                </c:pt>
                <c:pt idx="4120">
                  <c:v>15-07-2016</c:v>
                </c:pt>
                <c:pt idx="4121">
                  <c:v>18-07-2016</c:v>
                </c:pt>
                <c:pt idx="4122">
                  <c:v>19-07-2016</c:v>
                </c:pt>
                <c:pt idx="4123">
                  <c:v>20-07-2016</c:v>
                </c:pt>
                <c:pt idx="4124">
                  <c:v>21-07-2016</c:v>
                </c:pt>
                <c:pt idx="4125">
                  <c:v>22-07-2016</c:v>
                </c:pt>
                <c:pt idx="4126">
                  <c:v>25-07-2016</c:v>
                </c:pt>
                <c:pt idx="4127">
                  <c:v>26-07-2016</c:v>
                </c:pt>
                <c:pt idx="4128">
                  <c:v>27-07-2016</c:v>
                </c:pt>
                <c:pt idx="4129">
                  <c:v>28-07-2016</c:v>
                </c:pt>
                <c:pt idx="4130">
                  <c:v>29-07-2016</c:v>
                </c:pt>
                <c:pt idx="4131">
                  <c:v>01-08-2016</c:v>
                </c:pt>
                <c:pt idx="4132">
                  <c:v>02-08-2016</c:v>
                </c:pt>
                <c:pt idx="4133">
                  <c:v>03-08-2016</c:v>
                </c:pt>
                <c:pt idx="4134">
                  <c:v>04-08-2016</c:v>
                </c:pt>
                <c:pt idx="4135">
                  <c:v>05-08-2016</c:v>
                </c:pt>
                <c:pt idx="4136">
                  <c:v>08-08-2016</c:v>
                </c:pt>
                <c:pt idx="4137">
                  <c:v>09-08-2016</c:v>
                </c:pt>
                <c:pt idx="4138">
                  <c:v>10-08-2016</c:v>
                </c:pt>
                <c:pt idx="4139">
                  <c:v>11-08-2016</c:v>
                </c:pt>
                <c:pt idx="4140">
                  <c:v>12-08-2016</c:v>
                </c:pt>
                <c:pt idx="4141">
                  <c:v>16-08-2016</c:v>
                </c:pt>
                <c:pt idx="4142">
                  <c:v>17-08-2016</c:v>
                </c:pt>
                <c:pt idx="4143">
                  <c:v>18-08-2016</c:v>
                </c:pt>
                <c:pt idx="4144">
                  <c:v>19-08-2016</c:v>
                </c:pt>
                <c:pt idx="4145">
                  <c:v>22-08-2016</c:v>
                </c:pt>
                <c:pt idx="4146">
                  <c:v>23-08-2016</c:v>
                </c:pt>
                <c:pt idx="4147">
                  <c:v>24-08-2016</c:v>
                </c:pt>
                <c:pt idx="4148">
                  <c:v>25-08-2016</c:v>
                </c:pt>
                <c:pt idx="4149">
                  <c:v>26-08-2016</c:v>
                </c:pt>
                <c:pt idx="4150">
                  <c:v>29-08-2016</c:v>
                </c:pt>
                <c:pt idx="4151">
                  <c:v>30-08-2016</c:v>
                </c:pt>
                <c:pt idx="4152">
                  <c:v>31-08-2016</c:v>
                </c:pt>
                <c:pt idx="4153">
                  <c:v>01-09-2016</c:v>
                </c:pt>
                <c:pt idx="4154">
                  <c:v>02-09-2016</c:v>
                </c:pt>
                <c:pt idx="4155">
                  <c:v>06-09-2016</c:v>
                </c:pt>
                <c:pt idx="4156">
                  <c:v>07-09-2016</c:v>
                </c:pt>
                <c:pt idx="4157">
                  <c:v>08-09-2016</c:v>
                </c:pt>
                <c:pt idx="4158">
                  <c:v>09-09-2016</c:v>
                </c:pt>
                <c:pt idx="4159">
                  <c:v>12-09-2016</c:v>
                </c:pt>
                <c:pt idx="4160">
                  <c:v>14-09-2016</c:v>
                </c:pt>
                <c:pt idx="4161">
                  <c:v>15-09-2016</c:v>
                </c:pt>
                <c:pt idx="4162">
                  <c:v>16-09-2016</c:v>
                </c:pt>
                <c:pt idx="4163">
                  <c:v>19-09-2016</c:v>
                </c:pt>
                <c:pt idx="4164">
                  <c:v>20-09-2016</c:v>
                </c:pt>
                <c:pt idx="4165">
                  <c:v>21-09-2016</c:v>
                </c:pt>
                <c:pt idx="4166">
                  <c:v>22-09-2016</c:v>
                </c:pt>
                <c:pt idx="4167">
                  <c:v>23-09-2016</c:v>
                </c:pt>
                <c:pt idx="4168">
                  <c:v>26-09-2016</c:v>
                </c:pt>
                <c:pt idx="4169">
                  <c:v>27-09-2016</c:v>
                </c:pt>
                <c:pt idx="4170">
                  <c:v>28-09-2016</c:v>
                </c:pt>
                <c:pt idx="4171">
                  <c:v>29-09-2016</c:v>
                </c:pt>
                <c:pt idx="4172">
                  <c:v>30-09-2016</c:v>
                </c:pt>
                <c:pt idx="4173">
                  <c:v>03-10-2016</c:v>
                </c:pt>
                <c:pt idx="4174">
                  <c:v>04-10-2016</c:v>
                </c:pt>
                <c:pt idx="4175">
                  <c:v>05-10-2016</c:v>
                </c:pt>
                <c:pt idx="4176">
                  <c:v>06-10-2016</c:v>
                </c:pt>
                <c:pt idx="4177">
                  <c:v>07-10-2016</c:v>
                </c:pt>
                <c:pt idx="4178">
                  <c:v>10-10-2016</c:v>
                </c:pt>
                <c:pt idx="4179">
                  <c:v>13-10-2016</c:v>
                </c:pt>
                <c:pt idx="4180">
                  <c:v>14-10-2016</c:v>
                </c:pt>
                <c:pt idx="4181">
                  <c:v>17-10-2016</c:v>
                </c:pt>
                <c:pt idx="4182">
                  <c:v>18-10-2016</c:v>
                </c:pt>
                <c:pt idx="4183">
                  <c:v>19-10-2016</c:v>
                </c:pt>
                <c:pt idx="4184">
                  <c:v>20-10-2016</c:v>
                </c:pt>
                <c:pt idx="4185">
                  <c:v>21-10-2016</c:v>
                </c:pt>
                <c:pt idx="4186">
                  <c:v>24-10-2016</c:v>
                </c:pt>
                <c:pt idx="4187">
                  <c:v>25-10-2016</c:v>
                </c:pt>
                <c:pt idx="4188">
                  <c:v>26-10-2016</c:v>
                </c:pt>
                <c:pt idx="4189">
                  <c:v>27-10-2016</c:v>
                </c:pt>
                <c:pt idx="4190">
                  <c:v>28-10-2016</c:v>
                </c:pt>
                <c:pt idx="4191">
                  <c:v>30-10-2016</c:v>
                </c:pt>
                <c:pt idx="4192">
                  <c:v>01-11-2016</c:v>
                </c:pt>
                <c:pt idx="4193">
                  <c:v>02-11-2016</c:v>
                </c:pt>
                <c:pt idx="4194">
                  <c:v>03-11-2016</c:v>
                </c:pt>
                <c:pt idx="4195">
                  <c:v>04-11-2016</c:v>
                </c:pt>
                <c:pt idx="4196">
                  <c:v>07-11-2016</c:v>
                </c:pt>
                <c:pt idx="4197">
                  <c:v>08-11-2016</c:v>
                </c:pt>
                <c:pt idx="4198">
                  <c:v>09-11-2016</c:v>
                </c:pt>
                <c:pt idx="4199">
                  <c:v>10-11-2016</c:v>
                </c:pt>
                <c:pt idx="4200">
                  <c:v>11-11-2016</c:v>
                </c:pt>
                <c:pt idx="4201">
                  <c:v>15-11-2016</c:v>
                </c:pt>
                <c:pt idx="4202">
                  <c:v>16-11-2016</c:v>
                </c:pt>
                <c:pt idx="4203">
                  <c:v>17-11-2016</c:v>
                </c:pt>
                <c:pt idx="4204">
                  <c:v>18-11-2016</c:v>
                </c:pt>
                <c:pt idx="4205">
                  <c:v>21-11-2016</c:v>
                </c:pt>
                <c:pt idx="4206">
                  <c:v>22-11-2016</c:v>
                </c:pt>
                <c:pt idx="4207">
                  <c:v>23-11-2016</c:v>
                </c:pt>
                <c:pt idx="4208">
                  <c:v>24-11-2016</c:v>
                </c:pt>
                <c:pt idx="4209">
                  <c:v>25-11-2016</c:v>
                </c:pt>
                <c:pt idx="4210">
                  <c:v>28-11-2016</c:v>
                </c:pt>
                <c:pt idx="4211">
                  <c:v>29-11-2016</c:v>
                </c:pt>
                <c:pt idx="4212">
                  <c:v>30-11-2016</c:v>
                </c:pt>
                <c:pt idx="4213">
                  <c:v>01-12-2016</c:v>
                </c:pt>
                <c:pt idx="4214">
                  <c:v>02-12-2016</c:v>
                </c:pt>
                <c:pt idx="4215">
                  <c:v>05-12-2016</c:v>
                </c:pt>
                <c:pt idx="4216">
                  <c:v>06-12-2016</c:v>
                </c:pt>
                <c:pt idx="4217">
                  <c:v>07-12-2016</c:v>
                </c:pt>
                <c:pt idx="4218">
                  <c:v>08-12-2016</c:v>
                </c:pt>
                <c:pt idx="4219">
                  <c:v>09-12-2016</c:v>
                </c:pt>
                <c:pt idx="4220">
                  <c:v>12-12-2016</c:v>
                </c:pt>
                <c:pt idx="4221">
                  <c:v>13-12-2016</c:v>
                </c:pt>
                <c:pt idx="4222">
                  <c:v>14-12-2016</c:v>
                </c:pt>
                <c:pt idx="4223">
                  <c:v>15-12-2016</c:v>
                </c:pt>
                <c:pt idx="4224">
                  <c:v>16-12-2016</c:v>
                </c:pt>
                <c:pt idx="4225">
                  <c:v>19-12-2016</c:v>
                </c:pt>
                <c:pt idx="4226">
                  <c:v>20-12-2016</c:v>
                </c:pt>
                <c:pt idx="4227">
                  <c:v>21-12-2016</c:v>
                </c:pt>
                <c:pt idx="4228">
                  <c:v>22-12-2016</c:v>
                </c:pt>
                <c:pt idx="4229">
                  <c:v>23-12-2016</c:v>
                </c:pt>
                <c:pt idx="4230">
                  <c:v>26-12-2016</c:v>
                </c:pt>
                <c:pt idx="4231">
                  <c:v>27-12-2016</c:v>
                </c:pt>
                <c:pt idx="4232">
                  <c:v>28-12-2016</c:v>
                </c:pt>
                <c:pt idx="4233">
                  <c:v>29-12-2016</c:v>
                </c:pt>
                <c:pt idx="4234">
                  <c:v>30-12-2016</c:v>
                </c:pt>
                <c:pt idx="4235">
                  <c:v>02-01-2017</c:v>
                </c:pt>
                <c:pt idx="4236">
                  <c:v>03-01-2017</c:v>
                </c:pt>
                <c:pt idx="4237">
                  <c:v>04-01-2017</c:v>
                </c:pt>
                <c:pt idx="4238">
                  <c:v>05-01-2017</c:v>
                </c:pt>
                <c:pt idx="4239">
                  <c:v>06-01-2017</c:v>
                </c:pt>
                <c:pt idx="4240">
                  <c:v>09-01-2017</c:v>
                </c:pt>
                <c:pt idx="4241">
                  <c:v>10-01-2017</c:v>
                </c:pt>
                <c:pt idx="4242">
                  <c:v>11-01-2017</c:v>
                </c:pt>
                <c:pt idx="4243">
                  <c:v>12-01-2017</c:v>
                </c:pt>
                <c:pt idx="4244">
                  <c:v>13-01-2017</c:v>
                </c:pt>
                <c:pt idx="4245">
                  <c:v>16-01-2017</c:v>
                </c:pt>
                <c:pt idx="4246">
                  <c:v>17-01-2017</c:v>
                </c:pt>
                <c:pt idx="4247">
                  <c:v>18-01-2017</c:v>
                </c:pt>
                <c:pt idx="4248">
                  <c:v>19-01-2017</c:v>
                </c:pt>
                <c:pt idx="4249">
                  <c:v>20-01-2017</c:v>
                </c:pt>
                <c:pt idx="4250">
                  <c:v>23-01-2017</c:v>
                </c:pt>
                <c:pt idx="4251">
                  <c:v>24-01-2017</c:v>
                </c:pt>
                <c:pt idx="4252">
                  <c:v>25-01-2017</c:v>
                </c:pt>
                <c:pt idx="4253">
                  <c:v>27-01-2017</c:v>
                </c:pt>
                <c:pt idx="4254">
                  <c:v>30-01-2017</c:v>
                </c:pt>
                <c:pt idx="4255">
                  <c:v>31-01-2017</c:v>
                </c:pt>
                <c:pt idx="4256">
                  <c:v>01-02-2017</c:v>
                </c:pt>
                <c:pt idx="4257">
                  <c:v>02-02-2017</c:v>
                </c:pt>
                <c:pt idx="4258">
                  <c:v>03-02-2017</c:v>
                </c:pt>
                <c:pt idx="4259">
                  <c:v>06-02-2017</c:v>
                </c:pt>
                <c:pt idx="4260">
                  <c:v>07-02-2017</c:v>
                </c:pt>
                <c:pt idx="4261">
                  <c:v>08-02-2017</c:v>
                </c:pt>
                <c:pt idx="4262">
                  <c:v>09-02-2017</c:v>
                </c:pt>
                <c:pt idx="4263">
                  <c:v>10-02-2017</c:v>
                </c:pt>
                <c:pt idx="4264">
                  <c:v>13-02-2017</c:v>
                </c:pt>
                <c:pt idx="4265">
                  <c:v>14-02-2017</c:v>
                </c:pt>
                <c:pt idx="4266">
                  <c:v>15-02-2017</c:v>
                </c:pt>
                <c:pt idx="4267">
                  <c:v>16-02-2017</c:v>
                </c:pt>
                <c:pt idx="4268">
                  <c:v>17-02-2017</c:v>
                </c:pt>
                <c:pt idx="4269">
                  <c:v>20-02-2017</c:v>
                </c:pt>
                <c:pt idx="4270">
                  <c:v>21-02-2017</c:v>
                </c:pt>
                <c:pt idx="4271">
                  <c:v>22-02-2017</c:v>
                </c:pt>
                <c:pt idx="4272">
                  <c:v>23-02-2017</c:v>
                </c:pt>
                <c:pt idx="4273">
                  <c:v>27-02-2017</c:v>
                </c:pt>
                <c:pt idx="4274">
                  <c:v>28-02-2017</c:v>
                </c:pt>
                <c:pt idx="4275">
                  <c:v>01-03-2017</c:v>
                </c:pt>
                <c:pt idx="4276">
                  <c:v>02-03-2017</c:v>
                </c:pt>
                <c:pt idx="4277">
                  <c:v>03-03-2017</c:v>
                </c:pt>
                <c:pt idx="4278">
                  <c:v>06-03-2017</c:v>
                </c:pt>
                <c:pt idx="4279">
                  <c:v>07-03-2017</c:v>
                </c:pt>
                <c:pt idx="4280">
                  <c:v>08-03-2017</c:v>
                </c:pt>
                <c:pt idx="4281">
                  <c:v>09-03-2017</c:v>
                </c:pt>
                <c:pt idx="4282">
                  <c:v>10-03-2017</c:v>
                </c:pt>
                <c:pt idx="4283">
                  <c:v>14-03-2017</c:v>
                </c:pt>
                <c:pt idx="4284">
                  <c:v>15-03-2017</c:v>
                </c:pt>
                <c:pt idx="4285">
                  <c:v>16-03-2017</c:v>
                </c:pt>
                <c:pt idx="4286">
                  <c:v>17-03-2017</c:v>
                </c:pt>
                <c:pt idx="4287">
                  <c:v>20-03-2017</c:v>
                </c:pt>
                <c:pt idx="4288">
                  <c:v>21-03-2017</c:v>
                </c:pt>
                <c:pt idx="4289">
                  <c:v>22-03-2017</c:v>
                </c:pt>
                <c:pt idx="4290">
                  <c:v>23-03-2017</c:v>
                </c:pt>
                <c:pt idx="4291">
                  <c:v>24-03-2017</c:v>
                </c:pt>
                <c:pt idx="4292">
                  <c:v>27-03-2017</c:v>
                </c:pt>
                <c:pt idx="4293">
                  <c:v>28-03-2017</c:v>
                </c:pt>
                <c:pt idx="4294">
                  <c:v>29-03-2017</c:v>
                </c:pt>
                <c:pt idx="4295">
                  <c:v>30-03-2017</c:v>
                </c:pt>
                <c:pt idx="4296">
                  <c:v>31-03-2017</c:v>
                </c:pt>
                <c:pt idx="4297">
                  <c:v>03-04-2017</c:v>
                </c:pt>
                <c:pt idx="4298">
                  <c:v>05-04-2017</c:v>
                </c:pt>
                <c:pt idx="4299">
                  <c:v>06-04-2017</c:v>
                </c:pt>
                <c:pt idx="4300">
                  <c:v>07-04-2017</c:v>
                </c:pt>
                <c:pt idx="4301">
                  <c:v>10-04-2017</c:v>
                </c:pt>
                <c:pt idx="4302">
                  <c:v>11-04-2017</c:v>
                </c:pt>
                <c:pt idx="4303">
                  <c:v>12-04-2017</c:v>
                </c:pt>
                <c:pt idx="4304">
                  <c:v>13-04-2017</c:v>
                </c:pt>
                <c:pt idx="4305">
                  <c:v>17-04-2017</c:v>
                </c:pt>
                <c:pt idx="4306">
                  <c:v>18-04-2017</c:v>
                </c:pt>
                <c:pt idx="4307">
                  <c:v>19-04-2017</c:v>
                </c:pt>
                <c:pt idx="4308">
                  <c:v>20-04-2017</c:v>
                </c:pt>
                <c:pt idx="4309">
                  <c:v>21-04-2017</c:v>
                </c:pt>
                <c:pt idx="4310">
                  <c:v>24-04-2017</c:v>
                </c:pt>
                <c:pt idx="4311">
                  <c:v>25-04-2017</c:v>
                </c:pt>
                <c:pt idx="4312">
                  <c:v>26-04-2017</c:v>
                </c:pt>
                <c:pt idx="4313">
                  <c:v>27-04-2017</c:v>
                </c:pt>
                <c:pt idx="4314">
                  <c:v>28-04-2017</c:v>
                </c:pt>
                <c:pt idx="4315">
                  <c:v>02-05-2017</c:v>
                </c:pt>
                <c:pt idx="4316">
                  <c:v>03-05-2017</c:v>
                </c:pt>
                <c:pt idx="4317">
                  <c:v>04-05-2017</c:v>
                </c:pt>
                <c:pt idx="4318">
                  <c:v>05-05-2017</c:v>
                </c:pt>
                <c:pt idx="4319">
                  <c:v>08-05-2017</c:v>
                </c:pt>
                <c:pt idx="4320">
                  <c:v>09-05-2017</c:v>
                </c:pt>
                <c:pt idx="4321">
                  <c:v>10-05-2017</c:v>
                </c:pt>
                <c:pt idx="4322">
                  <c:v>11-05-2017</c:v>
                </c:pt>
                <c:pt idx="4323">
                  <c:v>12-05-2017</c:v>
                </c:pt>
                <c:pt idx="4324">
                  <c:v>15-05-2017</c:v>
                </c:pt>
                <c:pt idx="4325">
                  <c:v>16-05-2017</c:v>
                </c:pt>
                <c:pt idx="4326">
                  <c:v>17-05-2017</c:v>
                </c:pt>
                <c:pt idx="4327">
                  <c:v>18-05-2017</c:v>
                </c:pt>
                <c:pt idx="4328">
                  <c:v>19-05-2017</c:v>
                </c:pt>
                <c:pt idx="4329">
                  <c:v>22-05-2017</c:v>
                </c:pt>
                <c:pt idx="4330">
                  <c:v>23-05-2017</c:v>
                </c:pt>
                <c:pt idx="4331">
                  <c:v>24-05-2017</c:v>
                </c:pt>
                <c:pt idx="4332">
                  <c:v>25-05-2017</c:v>
                </c:pt>
                <c:pt idx="4333">
                  <c:v>26-05-2017</c:v>
                </c:pt>
                <c:pt idx="4334">
                  <c:v>29-05-2017</c:v>
                </c:pt>
                <c:pt idx="4335">
                  <c:v>30-05-2017</c:v>
                </c:pt>
                <c:pt idx="4336">
                  <c:v>31-05-2017</c:v>
                </c:pt>
                <c:pt idx="4337">
                  <c:v>01-06-2017</c:v>
                </c:pt>
                <c:pt idx="4338">
                  <c:v>02-06-2017</c:v>
                </c:pt>
                <c:pt idx="4339">
                  <c:v>05-06-2017</c:v>
                </c:pt>
                <c:pt idx="4340">
                  <c:v>06-06-2017</c:v>
                </c:pt>
                <c:pt idx="4341">
                  <c:v>07-06-2017</c:v>
                </c:pt>
                <c:pt idx="4342">
                  <c:v>08-06-2017</c:v>
                </c:pt>
                <c:pt idx="4343">
                  <c:v>09-06-2017</c:v>
                </c:pt>
                <c:pt idx="4344">
                  <c:v>12-06-2017</c:v>
                </c:pt>
                <c:pt idx="4345">
                  <c:v>13-06-2017</c:v>
                </c:pt>
                <c:pt idx="4346">
                  <c:v>14-06-2017</c:v>
                </c:pt>
                <c:pt idx="4347">
                  <c:v>15-06-2017</c:v>
                </c:pt>
                <c:pt idx="4348">
                  <c:v>16-06-2017</c:v>
                </c:pt>
                <c:pt idx="4349">
                  <c:v>19-06-2017</c:v>
                </c:pt>
                <c:pt idx="4350">
                  <c:v>20-06-2017</c:v>
                </c:pt>
                <c:pt idx="4351">
                  <c:v>21-06-2017</c:v>
                </c:pt>
                <c:pt idx="4352">
                  <c:v>22-06-2017</c:v>
                </c:pt>
                <c:pt idx="4353">
                  <c:v>23-06-2017</c:v>
                </c:pt>
                <c:pt idx="4354">
                  <c:v>27-06-2017</c:v>
                </c:pt>
                <c:pt idx="4355">
                  <c:v>28-06-2017</c:v>
                </c:pt>
                <c:pt idx="4356">
                  <c:v>29-06-2017</c:v>
                </c:pt>
                <c:pt idx="4357">
                  <c:v>30-06-2017</c:v>
                </c:pt>
                <c:pt idx="4358">
                  <c:v>03-07-2017</c:v>
                </c:pt>
                <c:pt idx="4359">
                  <c:v>04-07-2017</c:v>
                </c:pt>
                <c:pt idx="4360">
                  <c:v>05-07-2017</c:v>
                </c:pt>
                <c:pt idx="4361">
                  <c:v>06-07-2017</c:v>
                </c:pt>
                <c:pt idx="4362">
                  <c:v>07-07-2017</c:v>
                </c:pt>
                <c:pt idx="4363">
                  <c:v>10-07-2017</c:v>
                </c:pt>
                <c:pt idx="4364">
                  <c:v>11-07-2017</c:v>
                </c:pt>
                <c:pt idx="4365">
                  <c:v>12-07-2017</c:v>
                </c:pt>
                <c:pt idx="4366">
                  <c:v>13-07-2017</c:v>
                </c:pt>
                <c:pt idx="4367">
                  <c:v>14-07-2017</c:v>
                </c:pt>
                <c:pt idx="4368">
                  <c:v>17-07-2017</c:v>
                </c:pt>
                <c:pt idx="4369">
                  <c:v>18-07-2017</c:v>
                </c:pt>
                <c:pt idx="4370">
                  <c:v>19-07-2017</c:v>
                </c:pt>
                <c:pt idx="4371">
                  <c:v>20-07-2017</c:v>
                </c:pt>
                <c:pt idx="4372">
                  <c:v>21-07-2017</c:v>
                </c:pt>
                <c:pt idx="4373">
                  <c:v>24-07-2017</c:v>
                </c:pt>
                <c:pt idx="4374">
                  <c:v>25-07-2017</c:v>
                </c:pt>
                <c:pt idx="4375">
                  <c:v>26-07-2017</c:v>
                </c:pt>
                <c:pt idx="4376">
                  <c:v>27-07-2017</c:v>
                </c:pt>
                <c:pt idx="4377">
                  <c:v>28-07-2017</c:v>
                </c:pt>
                <c:pt idx="4378">
                  <c:v>31-07-2017</c:v>
                </c:pt>
                <c:pt idx="4379">
                  <c:v>01-08-2017</c:v>
                </c:pt>
                <c:pt idx="4380">
                  <c:v>02-08-2017</c:v>
                </c:pt>
                <c:pt idx="4381">
                  <c:v>03-08-2017</c:v>
                </c:pt>
                <c:pt idx="4382">
                  <c:v>04-08-2017</c:v>
                </c:pt>
                <c:pt idx="4383">
                  <c:v>07-08-2017</c:v>
                </c:pt>
                <c:pt idx="4384">
                  <c:v>08-08-2017</c:v>
                </c:pt>
                <c:pt idx="4385">
                  <c:v>09-08-2017</c:v>
                </c:pt>
                <c:pt idx="4386">
                  <c:v>10-08-2017</c:v>
                </c:pt>
                <c:pt idx="4387">
                  <c:v>11-08-2017</c:v>
                </c:pt>
                <c:pt idx="4388">
                  <c:v>14-08-2017</c:v>
                </c:pt>
                <c:pt idx="4389">
                  <c:v>16-08-2017</c:v>
                </c:pt>
                <c:pt idx="4390">
                  <c:v>17-08-2017</c:v>
                </c:pt>
                <c:pt idx="4391">
                  <c:v>18-08-2017</c:v>
                </c:pt>
                <c:pt idx="4392">
                  <c:v>21-08-2017</c:v>
                </c:pt>
                <c:pt idx="4393">
                  <c:v>22-08-2017</c:v>
                </c:pt>
                <c:pt idx="4394">
                  <c:v>23-08-2017</c:v>
                </c:pt>
                <c:pt idx="4395">
                  <c:v>24-08-2017</c:v>
                </c:pt>
                <c:pt idx="4396">
                  <c:v>28-08-2017</c:v>
                </c:pt>
                <c:pt idx="4397">
                  <c:v>29-08-2017</c:v>
                </c:pt>
                <c:pt idx="4398">
                  <c:v>30-08-2017</c:v>
                </c:pt>
                <c:pt idx="4399">
                  <c:v>31-08-2017</c:v>
                </c:pt>
                <c:pt idx="4400">
                  <c:v>01-09-2017</c:v>
                </c:pt>
                <c:pt idx="4401">
                  <c:v>04-09-2017</c:v>
                </c:pt>
                <c:pt idx="4402">
                  <c:v>05-09-2017</c:v>
                </c:pt>
                <c:pt idx="4403">
                  <c:v>06-09-2017</c:v>
                </c:pt>
                <c:pt idx="4404">
                  <c:v>07-09-2017</c:v>
                </c:pt>
                <c:pt idx="4405">
                  <c:v>08-09-2017</c:v>
                </c:pt>
                <c:pt idx="4406">
                  <c:v>11-09-2017</c:v>
                </c:pt>
                <c:pt idx="4407">
                  <c:v>12-09-2017</c:v>
                </c:pt>
                <c:pt idx="4408">
                  <c:v>13-09-2017</c:v>
                </c:pt>
                <c:pt idx="4409">
                  <c:v>14-09-2017</c:v>
                </c:pt>
                <c:pt idx="4410">
                  <c:v>15-09-2017</c:v>
                </c:pt>
                <c:pt idx="4411">
                  <c:v>18-09-2017</c:v>
                </c:pt>
                <c:pt idx="4412">
                  <c:v>19-09-2017</c:v>
                </c:pt>
                <c:pt idx="4413">
                  <c:v>20-09-2017</c:v>
                </c:pt>
                <c:pt idx="4414">
                  <c:v>21-09-2017</c:v>
                </c:pt>
                <c:pt idx="4415">
                  <c:v>22-09-2017</c:v>
                </c:pt>
                <c:pt idx="4416">
                  <c:v>25-09-2017</c:v>
                </c:pt>
                <c:pt idx="4417">
                  <c:v>26-09-2017</c:v>
                </c:pt>
                <c:pt idx="4418">
                  <c:v>27-09-2017</c:v>
                </c:pt>
                <c:pt idx="4419">
                  <c:v>28-09-2017</c:v>
                </c:pt>
                <c:pt idx="4420">
                  <c:v>29-09-2017</c:v>
                </c:pt>
                <c:pt idx="4421">
                  <c:v>03-10-2017</c:v>
                </c:pt>
                <c:pt idx="4422">
                  <c:v>04-10-2017</c:v>
                </c:pt>
                <c:pt idx="4423">
                  <c:v>05-10-2017</c:v>
                </c:pt>
                <c:pt idx="4424">
                  <c:v>06-10-2017</c:v>
                </c:pt>
                <c:pt idx="4425">
                  <c:v>09-10-2017</c:v>
                </c:pt>
                <c:pt idx="4426">
                  <c:v>10-10-2017</c:v>
                </c:pt>
                <c:pt idx="4427">
                  <c:v>11-10-2017</c:v>
                </c:pt>
                <c:pt idx="4428">
                  <c:v>12-10-2017</c:v>
                </c:pt>
                <c:pt idx="4429">
                  <c:v>13-10-2017</c:v>
                </c:pt>
                <c:pt idx="4430">
                  <c:v>16-10-2017</c:v>
                </c:pt>
                <c:pt idx="4431">
                  <c:v>17-10-2017</c:v>
                </c:pt>
                <c:pt idx="4432">
                  <c:v>18-10-2017</c:v>
                </c:pt>
                <c:pt idx="4433">
                  <c:v>19-10-2017</c:v>
                </c:pt>
                <c:pt idx="4434">
                  <c:v>23-10-2017</c:v>
                </c:pt>
                <c:pt idx="4435">
                  <c:v>24-10-2017</c:v>
                </c:pt>
                <c:pt idx="4436">
                  <c:v>25-10-2017</c:v>
                </c:pt>
                <c:pt idx="4437">
                  <c:v>26-10-2017</c:v>
                </c:pt>
                <c:pt idx="4438">
                  <c:v>27-10-2017</c:v>
                </c:pt>
                <c:pt idx="4439">
                  <c:v>30-10-2017</c:v>
                </c:pt>
                <c:pt idx="4440">
                  <c:v>31-10-2017</c:v>
                </c:pt>
                <c:pt idx="4441">
                  <c:v>01-11-2017</c:v>
                </c:pt>
                <c:pt idx="4442">
                  <c:v>02-11-2017</c:v>
                </c:pt>
                <c:pt idx="4443">
                  <c:v>03-11-2017</c:v>
                </c:pt>
                <c:pt idx="4444">
                  <c:v>06-11-2017</c:v>
                </c:pt>
                <c:pt idx="4445">
                  <c:v>07-11-2017</c:v>
                </c:pt>
                <c:pt idx="4446">
                  <c:v>08-11-2017</c:v>
                </c:pt>
                <c:pt idx="4447">
                  <c:v>09-11-2017</c:v>
                </c:pt>
                <c:pt idx="4448">
                  <c:v>10-11-2017</c:v>
                </c:pt>
                <c:pt idx="4449">
                  <c:v>13-11-2017</c:v>
                </c:pt>
                <c:pt idx="4450">
                  <c:v>14-11-2017</c:v>
                </c:pt>
                <c:pt idx="4451">
                  <c:v>15-11-2017</c:v>
                </c:pt>
                <c:pt idx="4452">
                  <c:v>16-11-2017</c:v>
                </c:pt>
                <c:pt idx="4453">
                  <c:v>17-11-2017</c:v>
                </c:pt>
                <c:pt idx="4454">
                  <c:v>20-11-2017</c:v>
                </c:pt>
                <c:pt idx="4455">
                  <c:v>21-11-2017</c:v>
                </c:pt>
                <c:pt idx="4456">
                  <c:v>22-11-2017</c:v>
                </c:pt>
                <c:pt idx="4457">
                  <c:v>23-11-2017</c:v>
                </c:pt>
                <c:pt idx="4458">
                  <c:v>24-11-2017</c:v>
                </c:pt>
                <c:pt idx="4459">
                  <c:v>27-11-2017</c:v>
                </c:pt>
                <c:pt idx="4460">
                  <c:v>28-11-2017</c:v>
                </c:pt>
                <c:pt idx="4461">
                  <c:v>29-11-2017</c:v>
                </c:pt>
                <c:pt idx="4462">
                  <c:v>30-11-2017</c:v>
                </c:pt>
                <c:pt idx="4463">
                  <c:v>01-12-2017</c:v>
                </c:pt>
                <c:pt idx="4464">
                  <c:v>04-12-2017</c:v>
                </c:pt>
                <c:pt idx="4465">
                  <c:v>05-12-2017</c:v>
                </c:pt>
                <c:pt idx="4466">
                  <c:v>06-12-2017</c:v>
                </c:pt>
                <c:pt idx="4467">
                  <c:v>07-12-2017</c:v>
                </c:pt>
                <c:pt idx="4468">
                  <c:v>08-12-2017</c:v>
                </c:pt>
                <c:pt idx="4469">
                  <c:v>11-12-2017</c:v>
                </c:pt>
                <c:pt idx="4470">
                  <c:v>12-12-2017</c:v>
                </c:pt>
                <c:pt idx="4471">
                  <c:v>13-12-2017</c:v>
                </c:pt>
                <c:pt idx="4472">
                  <c:v>14-12-2017</c:v>
                </c:pt>
                <c:pt idx="4473">
                  <c:v>15-12-2017</c:v>
                </c:pt>
                <c:pt idx="4474">
                  <c:v>18-12-2017</c:v>
                </c:pt>
                <c:pt idx="4475">
                  <c:v>19-12-2017</c:v>
                </c:pt>
                <c:pt idx="4476">
                  <c:v>20-12-2017</c:v>
                </c:pt>
                <c:pt idx="4477">
                  <c:v>21-12-2017</c:v>
                </c:pt>
                <c:pt idx="4478">
                  <c:v>22-12-2017</c:v>
                </c:pt>
                <c:pt idx="4479">
                  <c:v>26-12-2017</c:v>
                </c:pt>
                <c:pt idx="4480">
                  <c:v>27-12-2017</c:v>
                </c:pt>
                <c:pt idx="4481">
                  <c:v>28-12-2017</c:v>
                </c:pt>
                <c:pt idx="4482">
                  <c:v>29-12-2017</c:v>
                </c:pt>
                <c:pt idx="4483">
                  <c:v>01-01-2018</c:v>
                </c:pt>
                <c:pt idx="4484">
                  <c:v>02-01-2018</c:v>
                </c:pt>
                <c:pt idx="4485">
                  <c:v>03-01-2018</c:v>
                </c:pt>
                <c:pt idx="4486">
                  <c:v>04-01-2018</c:v>
                </c:pt>
                <c:pt idx="4487">
                  <c:v>05-01-2018</c:v>
                </c:pt>
                <c:pt idx="4488">
                  <c:v>08-01-2018</c:v>
                </c:pt>
                <c:pt idx="4489">
                  <c:v>09-01-2018</c:v>
                </c:pt>
                <c:pt idx="4490">
                  <c:v>10-01-2018</c:v>
                </c:pt>
                <c:pt idx="4491">
                  <c:v>11-01-2018</c:v>
                </c:pt>
                <c:pt idx="4492">
                  <c:v>12-01-2018</c:v>
                </c:pt>
                <c:pt idx="4493">
                  <c:v>15-01-2018</c:v>
                </c:pt>
                <c:pt idx="4494">
                  <c:v>16-01-2018</c:v>
                </c:pt>
                <c:pt idx="4495">
                  <c:v>17-01-2018</c:v>
                </c:pt>
                <c:pt idx="4496">
                  <c:v>18-01-2018</c:v>
                </c:pt>
                <c:pt idx="4497">
                  <c:v>19-01-2018</c:v>
                </c:pt>
                <c:pt idx="4498">
                  <c:v>22-01-2018</c:v>
                </c:pt>
                <c:pt idx="4499">
                  <c:v>23-01-2018</c:v>
                </c:pt>
                <c:pt idx="4500">
                  <c:v>24-01-2018</c:v>
                </c:pt>
                <c:pt idx="4501">
                  <c:v>25-01-2018</c:v>
                </c:pt>
                <c:pt idx="4502">
                  <c:v>29-01-2018</c:v>
                </c:pt>
                <c:pt idx="4503">
                  <c:v>30-01-2018</c:v>
                </c:pt>
                <c:pt idx="4504">
                  <c:v>31-01-2018</c:v>
                </c:pt>
                <c:pt idx="4505">
                  <c:v>01-02-2018</c:v>
                </c:pt>
                <c:pt idx="4506">
                  <c:v>02-02-2018</c:v>
                </c:pt>
                <c:pt idx="4507">
                  <c:v>05-02-2018</c:v>
                </c:pt>
                <c:pt idx="4508">
                  <c:v>06-02-2018</c:v>
                </c:pt>
                <c:pt idx="4509">
                  <c:v>07-02-2018</c:v>
                </c:pt>
                <c:pt idx="4510">
                  <c:v>08-02-2018</c:v>
                </c:pt>
                <c:pt idx="4511">
                  <c:v>09-02-2018</c:v>
                </c:pt>
                <c:pt idx="4512">
                  <c:v>12-02-2018</c:v>
                </c:pt>
                <c:pt idx="4513">
                  <c:v>14-02-2018</c:v>
                </c:pt>
                <c:pt idx="4514">
                  <c:v>15-02-2018</c:v>
                </c:pt>
                <c:pt idx="4515">
                  <c:v>16-02-2018</c:v>
                </c:pt>
                <c:pt idx="4516">
                  <c:v>19-02-2018</c:v>
                </c:pt>
                <c:pt idx="4517">
                  <c:v>20-02-2018</c:v>
                </c:pt>
                <c:pt idx="4518">
                  <c:v>21-02-2018</c:v>
                </c:pt>
                <c:pt idx="4519">
                  <c:v>22-02-2018</c:v>
                </c:pt>
                <c:pt idx="4520">
                  <c:v>23-02-2018</c:v>
                </c:pt>
                <c:pt idx="4521">
                  <c:v>26-02-2018</c:v>
                </c:pt>
                <c:pt idx="4522">
                  <c:v>27-02-2018</c:v>
                </c:pt>
                <c:pt idx="4523">
                  <c:v>28-02-2018</c:v>
                </c:pt>
                <c:pt idx="4524">
                  <c:v>01-03-2018</c:v>
                </c:pt>
                <c:pt idx="4525">
                  <c:v>05-03-2018</c:v>
                </c:pt>
                <c:pt idx="4526">
                  <c:v>06-03-2018</c:v>
                </c:pt>
                <c:pt idx="4527">
                  <c:v>07-03-2018</c:v>
                </c:pt>
                <c:pt idx="4528">
                  <c:v>08-03-2018</c:v>
                </c:pt>
                <c:pt idx="4529">
                  <c:v>09-03-2018</c:v>
                </c:pt>
                <c:pt idx="4530">
                  <c:v>12-03-2018</c:v>
                </c:pt>
                <c:pt idx="4531">
                  <c:v>13-03-2018</c:v>
                </c:pt>
                <c:pt idx="4532">
                  <c:v>14-03-2018</c:v>
                </c:pt>
                <c:pt idx="4533">
                  <c:v>15-03-2018</c:v>
                </c:pt>
                <c:pt idx="4534">
                  <c:v>16-03-2018</c:v>
                </c:pt>
                <c:pt idx="4535">
                  <c:v>19-03-2018</c:v>
                </c:pt>
                <c:pt idx="4536">
                  <c:v>20-03-2018</c:v>
                </c:pt>
                <c:pt idx="4537">
                  <c:v>21-03-2018</c:v>
                </c:pt>
                <c:pt idx="4538">
                  <c:v>22-03-2018</c:v>
                </c:pt>
                <c:pt idx="4539">
                  <c:v>23-03-2018</c:v>
                </c:pt>
                <c:pt idx="4540">
                  <c:v>26-03-2018</c:v>
                </c:pt>
                <c:pt idx="4541">
                  <c:v>27-03-2018</c:v>
                </c:pt>
                <c:pt idx="4542">
                  <c:v>28-03-2018</c:v>
                </c:pt>
                <c:pt idx="4543">
                  <c:v>02-04-2018</c:v>
                </c:pt>
                <c:pt idx="4544">
                  <c:v>03-04-2018</c:v>
                </c:pt>
                <c:pt idx="4545">
                  <c:v>04-04-2018</c:v>
                </c:pt>
                <c:pt idx="4546">
                  <c:v>05-04-2018</c:v>
                </c:pt>
                <c:pt idx="4547">
                  <c:v>06-04-2018</c:v>
                </c:pt>
                <c:pt idx="4548">
                  <c:v>09-04-2018</c:v>
                </c:pt>
                <c:pt idx="4549">
                  <c:v>10-04-2018</c:v>
                </c:pt>
                <c:pt idx="4550">
                  <c:v>11-04-2018</c:v>
                </c:pt>
                <c:pt idx="4551">
                  <c:v>12-04-2018</c:v>
                </c:pt>
                <c:pt idx="4552">
                  <c:v>13-04-2018</c:v>
                </c:pt>
                <c:pt idx="4553">
                  <c:v>16-04-2018</c:v>
                </c:pt>
                <c:pt idx="4554">
                  <c:v>17-04-2018</c:v>
                </c:pt>
                <c:pt idx="4555">
                  <c:v>18-04-2018</c:v>
                </c:pt>
                <c:pt idx="4556">
                  <c:v>19-04-2018</c:v>
                </c:pt>
                <c:pt idx="4557">
                  <c:v>20-04-2018</c:v>
                </c:pt>
                <c:pt idx="4558">
                  <c:v>23-04-2018</c:v>
                </c:pt>
                <c:pt idx="4559">
                  <c:v>24-04-2018</c:v>
                </c:pt>
                <c:pt idx="4560">
                  <c:v>25-04-2018</c:v>
                </c:pt>
                <c:pt idx="4561">
                  <c:v>26-04-2018</c:v>
                </c:pt>
                <c:pt idx="4562">
                  <c:v>27-04-2018</c:v>
                </c:pt>
                <c:pt idx="4563">
                  <c:v>30-04-2018</c:v>
                </c:pt>
                <c:pt idx="4564">
                  <c:v>02-05-2018</c:v>
                </c:pt>
                <c:pt idx="4565">
                  <c:v>03-05-2018</c:v>
                </c:pt>
                <c:pt idx="4566">
                  <c:v>04-05-2018</c:v>
                </c:pt>
                <c:pt idx="4567">
                  <c:v>07-05-2018</c:v>
                </c:pt>
                <c:pt idx="4568">
                  <c:v>08-05-2018</c:v>
                </c:pt>
                <c:pt idx="4569">
                  <c:v>09-05-2018</c:v>
                </c:pt>
                <c:pt idx="4570">
                  <c:v>10-05-2018</c:v>
                </c:pt>
                <c:pt idx="4571">
                  <c:v>11-05-2018</c:v>
                </c:pt>
                <c:pt idx="4572">
                  <c:v>14-05-2018</c:v>
                </c:pt>
                <c:pt idx="4573">
                  <c:v>15-05-2018</c:v>
                </c:pt>
                <c:pt idx="4574">
                  <c:v>16-05-2018</c:v>
                </c:pt>
                <c:pt idx="4575">
                  <c:v>17-05-2018</c:v>
                </c:pt>
                <c:pt idx="4576">
                  <c:v>18-05-2018</c:v>
                </c:pt>
                <c:pt idx="4577">
                  <c:v>21-05-2018</c:v>
                </c:pt>
                <c:pt idx="4578">
                  <c:v>22-05-2018</c:v>
                </c:pt>
                <c:pt idx="4579">
                  <c:v>23-05-2018</c:v>
                </c:pt>
                <c:pt idx="4580">
                  <c:v>24-05-2018</c:v>
                </c:pt>
                <c:pt idx="4581">
                  <c:v>25-05-2018</c:v>
                </c:pt>
                <c:pt idx="4582">
                  <c:v>28-05-2018</c:v>
                </c:pt>
                <c:pt idx="4583">
                  <c:v>29-05-2018</c:v>
                </c:pt>
                <c:pt idx="4584">
                  <c:v>30-05-2018</c:v>
                </c:pt>
                <c:pt idx="4585">
                  <c:v>31-05-2018</c:v>
                </c:pt>
                <c:pt idx="4586">
                  <c:v>01-06-2018</c:v>
                </c:pt>
                <c:pt idx="4587">
                  <c:v>04-06-2018</c:v>
                </c:pt>
                <c:pt idx="4588">
                  <c:v>05-06-2018</c:v>
                </c:pt>
                <c:pt idx="4589">
                  <c:v>06-06-2018</c:v>
                </c:pt>
                <c:pt idx="4590">
                  <c:v>07-06-2018</c:v>
                </c:pt>
                <c:pt idx="4591">
                  <c:v>08-06-2018</c:v>
                </c:pt>
                <c:pt idx="4592">
                  <c:v>11-06-2018</c:v>
                </c:pt>
                <c:pt idx="4593">
                  <c:v>12-06-2018</c:v>
                </c:pt>
                <c:pt idx="4594">
                  <c:v>13-06-2018</c:v>
                </c:pt>
                <c:pt idx="4595">
                  <c:v>14-06-2018</c:v>
                </c:pt>
                <c:pt idx="4596">
                  <c:v>15-06-2018</c:v>
                </c:pt>
                <c:pt idx="4597">
                  <c:v>18-06-2018</c:v>
                </c:pt>
                <c:pt idx="4598">
                  <c:v>19-06-2018</c:v>
                </c:pt>
                <c:pt idx="4599">
                  <c:v>20-06-2018</c:v>
                </c:pt>
                <c:pt idx="4600">
                  <c:v>21-06-2018</c:v>
                </c:pt>
                <c:pt idx="4601">
                  <c:v>22-06-2018</c:v>
                </c:pt>
                <c:pt idx="4602">
                  <c:v>25-06-2018</c:v>
                </c:pt>
                <c:pt idx="4603">
                  <c:v>26-06-2018</c:v>
                </c:pt>
                <c:pt idx="4604">
                  <c:v>27-06-2018</c:v>
                </c:pt>
                <c:pt idx="4605">
                  <c:v>28-06-2018</c:v>
                </c:pt>
                <c:pt idx="4606">
                  <c:v>29-06-2018</c:v>
                </c:pt>
                <c:pt idx="4607">
                  <c:v>02-07-2018</c:v>
                </c:pt>
                <c:pt idx="4608">
                  <c:v>03-07-2018</c:v>
                </c:pt>
                <c:pt idx="4609">
                  <c:v>04-07-2018</c:v>
                </c:pt>
                <c:pt idx="4610">
                  <c:v>05-07-2018</c:v>
                </c:pt>
                <c:pt idx="4611">
                  <c:v>06-07-2018</c:v>
                </c:pt>
                <c:pt idx="4612">
                  <c:v>09-07-2018</c:v>
                </c:pt>
                <c:pt idx="4613">
                  <c:v>10-07-2018</c:v>
                </c:pt>
                <c:pt idx="4614">
                  <c:v>11-07-2018</c:v>
                </c:pt>
                <c:pt idx="4615">
                  <c:v>12-07-2018</c:v>
                </c:pt>
                <c:pt idx="4616">
                  <c:v>13-07-2018</c:v>
                </c:pt>
                <c:pt idx="4617">
                  <c:v>16-07-2018</c:v>
                </c:pt>
                <c:pt idx="4618">
                  <c:v>17-07-2018</c:v>
                </c:pt>
                <c:pt idx="4619">
                  <c:v>18-07-2018</c:v>
                </c:pt>
                <c:pt idx="4620">
                  <c:v>19-07-2018</c:v>
                </c:pt>
                <c:pt idx="4621">
                  <c:v>20-07-2018</c:v>
                </c:pt>
                <c:pt idx="4622">
                  <c:v>23-07-2018</c:v>
                </c:pt>
                <c:pt idx="4623">
                  <c:v>24-07-2018</c:v>
                </c:pt>
                <c:pt idx="4624">
                  <c:v>25-07-2018</c:v>
                </c:pt>
                <c:pt idx="4625">
                  <c:v>26-07-2018</c:v>
                </c:pt>
                <c:pt idx="4626">
                  <c:v>27-07-2018</c:v>
                </c:pt>
                <c:pt idx="4627">
                  <c:v>30-07-2018</c:v>
                </c:pt>
                <c:pt idx="4628">
                  <c:v>31-07-2018</c:v>
                </c:pt>
                <c:pt idx="4629">
                  <c:v>01-08-2018</c:v>
                </c:pt>
                <c:pt idx="4630">
                  <c:v>02-08-2018</c:v>
                </c:pt>
                <c:pt idx="4631">
                  <c:v>03-08-2018</c:v>
                </c:pt>
                <c:pt idx="4632">
                  <c:v>06-08-2018</c:v>
                </c:pt>
                <c:pt idx="4633">
                  <c:v>07-08-2018</c:v>
                </c:pt>
                <c:pt idx="4634">
                  <c:v>08-08-2018</c:v>
                </c:pt>
                <c:pt idx="4635">
                  <c:v>09-08-2018</c:v>
                </c:pt>
                <c:pt idx="4636">
                  <c:v>10-08-2018</c:v>
                </c:pt>
                <c:pt idx="4637">
                  <c:v>13-08-2018</c:v>
                </c:pt>
                <c:pt idx="4638">
                  <c:v>14-08-2018</c:v>
                </c:pt>
                <c:pt idx="4639">
                  <c:v>16-08-2018</c:v>
                </c:pt>
                <c:pt idx="4640">
                  <c:v>17-08-2018</c:v>
                </c:pt>
                <c:pt idx="4641">
                  <c:v>20-08-2018</c:v>
                </c:pt>
                <c:pt idx="4642">
                  <c:v>21-08-2018</c:v>
                </c:pt>
                <c:pt idx="4643">
                  <c:v>23-08-2018</c:v>
                </c:pt>
                <c:pt idx="4644">
                  <c:v>24-08-2018</c:v>
                </c:pt>
                <c:pt idx="4645">
                  <c:v>27-08-2018</c:v>
                </c:pt>
                <c:pt idx="4646">
                  <c:v>28-08-2018</c:v>
                </c:pt>
                <c:pt idx="4647">
                  <c:v>29-08-2018</c:v>
                </c:pt>
                <c:pt idx="4648">
                  <c:v>30-08-2018</c:v>
                </c:pt>
                <c:pt idx="4649">
                  <c:v>31-08-2018</c:v>
                </c:pt>
                <c:pt idx="4650">
                  <c:v>03-09-2018</c:v>
                </c:pt>
                <c:pt idx="4651">
                  <c:v>04-09-2018</c:v>
                </c:pt>
                <c:pt idx="4652">
                  <c:v>05-09-2018</c:v>
                </c:pt>
                <c:pt idx="4653">
                  <c:v>06-09-2018</c:v>
                </c:pt>
                <c:pt idx="4654">
                  <c:v>07-09-2018</c:v>
                </c:pt>
                <c:pt idx="4655">
                  <c:v>10-09-2018</c:v>
                </c:pt>
                <c:pt idx="4656">
                  <c:v>11-09-2018</c:v>
                </c:pt>
                <c:pt idx="4657">
                  <c:v>12-09-2018</c:v>
                </c:pt>
                <c:pt idx="4658">
                  <c:v>14-09-2018</c:v>
                </c:pt>
                <c:pt idx="4659">
                  <c:v>17-09-2018</c:v>
                </c:pt>
                <c:pt idx="4660">
                  <c:v>18-09-2018</c:v>
                </c:pt>
                <c:pt idx="4661">
                  <c:v>19-09-2018</c:v>
                </c:pt>
                <c:pt idx="4662">
                  <c:v>21-09-2018</c:v>
                </c:pt>
                <c:pt idx="4663">
                  <c:v>24-09-2018</c:v>
                </c:pt>
                <c:pt idx="4664">
                  <c:v>25-09-2018</c:v>
                </c:pt>
                <c:pt idx="4665">
                  <c:v>26-09-2018</c:v>
                </c:pt>
                <c:pt idx="4666">
                  <c:v>27-09-2018</c:v>
                </c:pt>
                <c:pt idx="4667">
                  <c:v>28-09-2018</c:v>
                </c:pt>
                <c:pt idx="4668">
                  <c:v>01-10-2018</c:v>
                </c:pt>
                <c:pt idx="4669">
                  <c:v>03-10-2018</c:v>
                </c:pt>
                <c:pt idx="4670">
                  <c:v>04-10-2018</c:v>
                </c:pt>
                <c:pt idx="4671">
                  <c:v>05-10-2018</c:v>
                </c:pt>
                <c:pt idx="4672">
                  <c:v>08-10-2018</c:v>
                </c:pt>
                <c:pt idx="4673">
                  <c:v>09-10-2018</c:v>
                </c:pt>
                <c:pt idx="4674">
                  <c:v>10-10-2018</c:v>
                </c:pt>
                <c:pt idx="4675">
                  <c:v>11-10-2018</c:v>
                </c:pt>
                <c:pt idx="4676">
                  <c:v>12-10-2018</c:v>
                </c:pt>
                <c:pt idx="4677">
                  <c:v>15-10-2018</c:v>
                </c:pt>
                <c:pt idx="4678">
                  <c:v>16-10-2018</c:v>
                </c:pt>
                <c:pt idx="4679">
                  <c:v>17-10-2018</c:v>
                </c:pt>
                <c:pt idx="4680">
                  <c:v>19-10-2018</c:v>
                </c:pt>
                <c:pt idx="4681">
                  <c:v>22-10-2018</c:v>
                </c:pt>
                <c:pt idx="4682">
                  <c:v>23-10-2018</c:v>
                </c:pt>
                <c:pt idx="4683">
                  <c:v>24-10-2018</c:v>
                </c:pt>
                <c:pt idx="4684">
                  <c:v>25-10-2018</c:v>
                </c:pt>
                <c:pt idx="4685">
                  <c:v>26-10-2018</c:v>
                </c:pt>
                <c:pt idx="4686">
                  <c:v>29-10-2018</c:v>
                </c:pt>
                <c:pt idx="4687">
                  <c:v>30-10-2018</c:v>
                </c:pt>
                <c:pt idx="4688">
                  <c:v>31-10-2018</c:v>
                </c:pt>
                <c:pt idx="4689">
                  <c:v>01-11-2018</c:v>
                </c:pt>
                <c:pt idx="4690">
                  <c:v>02-11-2018</c:v>
                </c:pt>
                <c:pt idx="4691">
                  <c:v>05-11-2018</c:v>
                </c:pt>
                <c:pt idx="4692">
                  <c:v>06-11-2018</c:v>
                </c:pt>
                <c:pt idx="4693">
                  <c:v>07-11-2018</c:v>
                </c:pt>
                <c:pt idx="4694">
                  <c:v>09-11-2018</c:v>
                </c:pt>
                <c:pt idx="4695">
                  <c:v>12-11-2018</c:v>
                </c:pt>
                <c:pt idx="4696">
                  <c:v>13-11-2018</c:v>
                </c:pt>
                <c:pt idx="4697">
                  <c:v>14-11-2018</c:v>
                </c:pt>
                <c:pt idx="4698">
                  <c:v>15-11-2018</c:v>
                </c:pt>
                <c:pt idx="4699">
                  <c:v>16-11-2018</c:v>
                </c:pt>
                <c:pt idx="4700">
                  <c:v>19-11-2018</c:v>
                </c:pt>
                <c:pt idx="4701">
                  <c:v>20-11-2018</c:v>
                </c:pt>
                <c:pt idx="4702">
                  <c:v>21-11-2018</c:v>
                </c:pt>
                <c:pt idx="4703">
                  <c:v>22-11-2018</c:v>
                </c:pt>
                <c:pt idx="4704">
                  <c:v>26-11-2018</c:v>
                </c:pt>
                <c:pt idx="4705">
                  <c:v>27-11-2018</c:v>
                </c:pt>
                <c:pt idx="4706">
                  <c:v>28-11-2018</c:v>
                </c:pt>
                <c:pt idx="4707">
                  <c:v>29-11-2018</c:v>
                </c:pt>
                <c:pt idx="4708">
                  <c:v>30-11-2018</c:v>
                </c:pt>
                <c:pt idx="4709">
                  <c:v>03-12-2018</c:v>
                </c:pt>
                <c:pt idx="4710">
                  <c:v>04-12-2018</c:v>
                </c:pt>
                <c:pt idx="4711">
                  <c:v>05-12-2018</c:v>
                </c:pt>
                <c:pt idx="4712">
                  <c:v>06-12-2018</c:v>
                </c:pt>
                <c:pt idx="4713">
                  <c:v>07-12-2018</c:v>
                </c:pt>
                <c:pt idx="4714">
                  <c:v>10-12-2018</c:v>
                </c:pt>
                <c:pt idx="4715">
                  <c:v>11-12-2018</c:v>
                </c:pt>
                <c:pt idx="4716">
                  <c:v>12-12-2018</c:v>
                </c:pt>
                <c:pt idx="4717">
                  <c:v>13-12-2018</c:v>
                </c:pt>
                <c:pt idx="4718">
                  <c:v>14-12-2018</c:v>
                </c:pt>
                <c:pt idx="4719">
                  <c:v>17-12-2018</c:v>
                </c:pt>
                <c:pt idx="4720">
                  <c:v>18-12-2018</c:v>
                </c:pt>
                <c:pt idx="4721">
                  <c:v>19-12-2018</c:v>
                </c:pt>
                <c:pt idx="4722">
                  <c:v>20-12-2018</c:v>
                </c:pt>
                <c:pt idx="4723">
                  <c:v>21-12-2018</c:v>
                </c:pt>
                <c:pt idx="4724">
                  <c:v>24-12-2018</c:v>
                </c:pt>
                <c:pt idx="4725">
                  <c:v>26-12-2018</c:v>
                </c:pt>
                <c:pt idx="4726">
                  <c:v>27-12-2018</c:v>
                </c:pt>
                <c:pt idx="4727">
                  <c:v>28-12-2018</c:v>
                </c:pt>
                <c:pt idx="4728">
                  <c:v>31-12-2018</c:v>
                </c:pt>
                <c:pt idx="4729">
                  <c:v>01-01-2019</c:v>
                </c:pt>
                <c:pt idx="4730">
                  <c:v>02-01-2019</c:v>
                </c:pt>
                <c:pt idx="4731">
                  <c:v>03-01-2019</c:v>
                </c:pt>
                <c:pt idx="4732">
                  <c:v>04-01-2019</c:v>
                </c:pt>
                <c:pt idx="4733">
                  <c:v>07-01-2019</c:v>
                </c:pt>
                <c:pt idx="4734">
                  <c:v>08-01-2019</c:v>
                </c:pt>
                <c:pt idx="4735">
                  <c:v>09-01-2019</c:v>
                </c:pt>
                <c:pt idx="4736">
                  <c:v>10-01-2019</c:v>
                </c:pt>
                <c:pt idx="4737">
                  <c:v>11-01-2019</c:v>
                </c:pt>
                <c:pt idx="4738">
                  <c:v>14-01-2019</c:v>
                </c:pt>
                <c:pt idx="4739">
                  <c:v>15-01-2019</c:v>
                </c:pt>
                <c:pt idx="4740">
                  <c:v>16-01-2019</c:v>
                </c:pt>
                <c:pt idx="4741">
                  <c:v>17-01-2019</c:v>
                </c:pt>
                <c:pt idx="4742">
                  <c:v>18-01-2019</c:v>
                </c:pt>
                <c:pt idx="4743">
                  <c:v>21-01-2019</c:v>
                </c:pt>
                <c:pt idx="4744">
                  <c:v>22-01-2019</c:v>
                </c:pt>
                <c:pt idx="4745">
                  <c:v>23-01-2019</c:v>
                </c:pt>
                <c:pt idx="4746">
                  <c:v>24-01-2019</c:v>
                </c:pt>
                <c:pt idx="4747">
                  <c:v>25-01-2019</c:v>
                </c:pt>
                <c:pt idx="4748">
                  <c:v>28-01-2019</c:v>
                </c:pt>
                <c:pt idx="4749">
                  <c:v>29-01-2019</c:v>
                </c:pt>
                <c:pt idx="4750">
                  <c:v>30-01-2019</c:v>
                </c:pt>
                <c:pt idx="4751">
                  <c:v>31-01-2019</c:v>
                </c:pt>
                <c:pt idx="4752">
                  <c:v>01-02-2019</c:v>
                </c:pt>
                <c:pt idx="4753">
                  <c:v>04-02-2019</c:v>
                </c:pt>
                <c:pt idx="4754">
                  <c:v>05-02-2019</c:v>
                </c:pt>
                <c:pt idx="4755">
                  <c:v>06-02-2019</c:v>
                </c:pt>
                <c:pt idx="4756">
                  <c:v>07-02-2019</c:v>
                </c:pt>
                <c:pt idx="4757">
                  <c:v>08-02-2019</c:v>
                </c:pt>
                <c:pt idx="4758">
                  <c:v>11-02-2019</c:v>
                </c:pt>
                <c:pt idx="4759">
                  <c:v>12-02-2019</c:v>
                </c:pt>
                <c:pt idx="4760">
                  <c:v>13-02-2019</c:v>
                </c:pt>
                <c:pt idx="4761">
                  <c:v>14-02-2019</c:v>
                </c:pt>
                <c:pt idx="4762">
                  <c:v>15-02-2019</c:v>
                </c:pt>
                <c:pt idx="4763">
                  <c:v>18-02-2019</c:v>
                </c:pt>
                <c:pt idx="4764">
                  <c:v>19-02-2019</c:v>
                </c:pt>
                <c:pt idx="4765">
                  <c:v>20-02-2019</c:v>
                </c:pt>
                <c:pt idx="4766">
                  <c:v>21-02-2019</c:v>
                </c:pt>
                <c:pt idx="4767">
                  <c:v>22-02-2019</c:v>
                </c:pt>
                <c:pt idx="4768">
                  <c:v>25-02-2019</c:v>
                </c:pt>
                <c:pt idx="4769">
                  <c:v>26-02-2019</c:v>
                </c:pt>
                <c:pt idx="4770">
                  <c:v>27-02-2019</c:v>
                </c:pt>
                <c:pt idx="4771">
                  <c:v>28-02-2019</c:v>
                </c:pt>
                <c:pt idx="4772">
                  <c:v>01-03-2019</c:v>
                </c:pt>
                <c:pt idx="4773">
                  <c:v>05-03-2019</c:v>
                </c:pt>
                <c:pt idx="4774">
                  <c:v>06-03-2019</c:v>
                </c:pt>
                <c:pt idx="4775">
                  <c:v>07-03-2019</c:v>
                </c:pt>
                <c:pt idx="4776">
                  <c:v>08-03-2019</c:v>
                </c:pt>
                <c:pt idx="4777">
                  <c:v>11-03-2019</c:v>
                </c:pt>
                <c:pt idx="4778">
                  <c:v>12-03-2019</c:v>
                </c:pt>
                <c:pt idx="4779">
                  <c:v>13-03-2019</c:v>
                </c:pt>
                <c:pt idx="4780">
                  <c:v>14-03-2019</c:v>
                </c:pt>
                <c:pt idx="4781">
                  <c:v>15-03-2019</c:v>
                </c:pt>
                <c:pt idx="4782">
                  <c:v>18-03-2019</c:v>
                </c:pt>
                <c:pt idx="4783">
                  <c:v>19-03-2019</c:v>
                </c:pt>
                <c:pt idx="4784">
                  <c:v>20-03-2019</c:v>
                </c:pt>
                <c:pt idx="4785">
                  <c:v>22-03-2019</c:v>
                </c:pt>
                <c:pt idx="4786">
                  <c:v>25-03-2019</c:v>
                </c:pt>
                <c:pt idx="4787">
                  <c:v>26-03-2019</c:v>
                </c:pt>
                <c:pt idx="4788">
                  <c:v>27-03-2019</c:v>
                </c:pt>
                <c:pt idx="4789">
                  <c:v>28-03-2019</c:v>
                </c:pt>
                <c:pt idx="4790">
                  <c:v>29-03-2019</c:v>
                </c:pt>
                <c:pt idx="4791">
                  <c:v>01-04-2019</c:v>
                </c:pt>
                <c:pt idx="4792">
                  <c:v>02-04-2019</c:v>
                </c:pt>
                <c:pt idx="4793">
                  <c:v>03-04-2019</c:v>
                </c:pt>
                <c:pt idx="4794">
                  <c:v>04-04-2019</c:v>
                </c:pt>
                <c:pt idx="4795">
                  <c:v>05-04-2019</c:v>
                </c:pt>
                <c:pt idx="4796">
                  <c:v>08-04-2019</c:v>
                </c:pt>
                <c:pt idx="4797">
                  <c:v>09-04-2019</c:v>
                </c:pt>
                <c:pt idx="4798">
                  <c:v>10-04-2019</c:v>
                </c:pt>
                <c:pt idx="4799">
                  <c:v>11-04-2019</c:v>
                </c:pt>
                <c:pt idx="4800">
                  <c:v>12-04-2019</c:v>
                </c:pt>
                <c:pt idx="4801">
                  <c:v>15-04-2019</c:v>
                </c:pt>
                <c:pt idx="4802">
                  <c:v>16-04-2019</c:v>
                </c:pt>
                <c:pt idx="4803">
                  <c:v>18-04-2019</c:v>
                </c:pt>
                <c:pt idx="4804">
                  <c:v>22-04-2019</c:v>
                </c:pt>
                <c:pt idx="4805">
                  <c:v>23-04-2019</c:v>
                </c:pt>
                <c:pt idx="4806">
                  <c:v>24-04-2019</c:v>
                </c:pt>
                <c:pt idx="4807">
                  <c:v>25-04-2019</c:v>
                </c:pt>
                <c:pt idx="4808">
                  <c:v>26-04-2019</c:v>
                </c:pt>
                <c:pt idx="4809">
                  <c:v>30-04-2019</c:v>
                </c:pt>
                <c:pt idx="4810">
                  <c:v>02-05-2019</c:v>
                </c:pt>
                <c:pt idx="4811">
                  <c:v>03-05-2019</c:v>
                </c:pt>
                <c:pt idx="4812">
                  <c:v>06-05-2019</c:v>
                </c:pt>
                <c:pt idx="4813">
                  <c:v>07-05-2019</c:v>
                </c:pt>
                <c:pt idx="4814">
                  <c:v>08-05-2019</c:v>
                </c:pt>
                <c:pt idx="4815">
                  <c:v>09-05-2019</c:v>
                </c:pt>
                <c:pt idx="4816">
                  <c:v>10-05-2019</c:v>
                </c:pt>
                <c:pt idx="4817">
                  <c:v>13-05-2019</c:v>
                </c:pt>
                <c:pt idx="4818">
                  <c:v>14-05-2019</c:v>
                </c:pt>
                <c:pt idx="4819">
                  <c:v>15-05-2019</c:v>
                </c:pt>
                <c:pt idx="4820">
                  <c:v>16-05-2019</c:v>
                </c:pt>
                <c:pt idx="4821">
                  <c:v>17-05-2019</c:v>
                </c:pt>
                <c:pt idx="4822">
                  <c:v>20-05-2019</c:v>
                </c:pt>
                <c:pt idx="4823">
                  <c:v>21-05-2019</c:v>
                </c:pt>
                <c:pt idx="4824">
                  <c:v>22-05-2019</c:v>
                </c:pt>
                <c:pt idx="4825">
                  <c:v>23-05-2019</c:v>
                </c:pt>
                <c:pt idx="4826">
                  <c:v>24-05-2019</c:v>
                </c:pt>
                <c:pt idx="4827">
                  <c:v>27-05-2019</c:v>
                </c:pt>
                <c:pt idx="4828">
                  <c:v>28-05-2019</c:v>
                </c:pt>
                <c:pt idx="4829">
                  <c:v>29-05-2019</c:v>
                </c:pt>
                <c:pt idx="4830">
                  <c:v>30-05-2019</c:v>
                </c:pt>
                <c:pt idx="4831">
                  <c:v>31-05-2019</c:v>
                </c:pt>
                <c:pt idx="4832">
                  <c:v>03-06-2019</c:v>
                </c:pt>
                <c:pt idx="4833">
                  <c:v>04-06-2019</c:v>
                </c:pt>
                <c:pt idx="4834">
                  <c:v>06-06-2019</c:v>
                </c:pt>
                <c:pt idx="4835">
                  <c:v>07-06-2019</c:v>
                </c:pt>
                <c:pt idx="4836">
                  <c:v>10-06-2019</c:v>
                </c:pt>
                <c:pt idx="4837">
                  <c:v>11-06-2019</c:v>
                </c:pt>
                <c:pt idx="4838">
                  <c:v>12-06-2019</c:v>
                </c:pt>
                <c:pt idx="4839">
                  <c:v>13-06-2019</c:v>
                </c:pt>
                <c:pt idx="4840">
                  <c:v>14-06-2019</c:v>
                </c:pt>
                <c:pt idx="4841">
                  <c:v>17-06-2019</c:v>
                </c:pt>
                <c:pt idx="4842">
                  <c:v>18-06-2019</c:v>
                </c:pt>
                <c:pt idx="4843">
                  <c:v>19-06-2019</c:v>
                </c:pt>
                <c:pt idx="4844">
                  <c:v>20-06-2019</c:v>
                </c:pt>
                <c:pt idx="4845">
                  <c:v>21-06-2019</c:v>
                </c:pt>
                <c:pt idx="4846">
                  <c:v>24-06-2019</c:v>
                </c:pt>
                <c:pt idx="4847">
                  <c:v>25-06-2019</c:v>
                </c:pt>
                <c:pt idx="4848">
                  <c:v>26-06-2019</c:v>
                </c:pt>
                <c:pt idx="4849">
                  <c:v>27-06-2019</c:v>
                </c:pt>
                <c:pt idx="4850">
                  <c:v>28-06-2019</c:v>
                </c:pt>
                <c:pt idx="4851">
                  <c:v>01-07-2019</c:v>
                </c:pt>
                <c:pt idx="4852">
                  <c:v>02-07-2019</c:v>
                </c:pt>
                <c:pt idx="4853">
                  <c:v>03-07-2019</c:v>
                </c:pt>
                <c:pt idx="4854">
                  <c:v>04-07-2019</c:v>
                </c:pt>
                <c:pt idx="4855">
                  <c:v>05-07-2019</c:v>
                </c:pt>
                <c:pt idx="4856">
                  <c:v>08-07-2019</c:v>
                </c:pt>
                <c:pt idx="4857">
                  <c:v>09-07-2019</c:v>
                </c:pt>
                <c:pt idx="4858">
                  <c:v>10-07-2019</c:v>
                </c:pt>
                <c:pt idx="4859">
                  <c:v>11-07-2019</c:v>
                </c:pt>
                <c:pt idx="4860">
                  <c:v>12-07-2019</c:v>
                </c:pt>
                <c:pt idx="4861">
                  <c:v>15-07-2019</c:v>
                </c:pt>
                <c:pt idx="4862">
                  <c:v>16-07-2019</c:v>
                </c:pt>
                <c:pt idx="4863">
                  <c:v>17-07-2019</c:v>
                </c:pt>
                <c:pt idx="4864">
                  <c:v>18-07-2019</c:v>
                </c:pt>
                <c:pt idx="4865">
                  <c:v>19-07-2019</c:v>
                </c:pt>
                <c:pt idx="4866">
                  <c:v>22-07-2019</c:v>
                </c:pt>
                <c:pt idx="4867">
                  <c:v>23-07-2019</c:v>
                </c:pt>
                <c:pt idx="4868">
                  <c:v>24-07-2019</c:v>
                </c:pt>
                <c:pt idx="4869">
                  <c:v>25-07-2019</c:v>
                </c:pt>
                <c:pt idx="4870">
                  <c:v>26-07-2019</c:v>
                </c:pt>
                <c:pt idx="4871">
                  <c:v>29-07-2019</c:v>
                </c:pt>
                <c:pt idx="4872">
                  <c:v>30-07-2019</c:v>
                </c:pt>
                <c:pt idx="4873">
                  <c:v>31-07-2019</c:v>
                </c:pt>
                <c:pt idx="4874">
                  <c:v>01-08-2019</c:v>
                </c:pt>
                <c:pt idx="4875">
                  <c:v>02-08-2019</c:v>
                </c:pt>
                <c:pt idx="4876">
                  <c:v>05-08-2019</c:v>
                </c:pt>
                <c:pt idx="4877">
                  <c:v>06-08-2019</c:v>
                </c:pt>
                <c:pt idx="4878">
                  <c:v>07-08-2019</c:v>
                </c:pt>
                <c:pt idx="4879">
                  <c:v>08-08-2019</c:v>
                </c:pt>
                <c:pt idx="4880">
                  <c:v>09-08-2019</c:v>
                </c:pt>
                <c:pt idx="4881">
                  <c:v>13-08-2019</c:v>
                </c:pt>
                <c:pt idx="4882">
                  <c:v>14-08-2019</c:v>
                </c:pt>
                <c:pt idx="4883">
                  <c:v>16-08-2019</c:v>
                </c:pt>
                <c:pt idx="4884">
                  <c:v>19-08-2019</c:v>
                </c:pt>
                <c:pt idx="4885">
                  <c:v>20-08-2019</c:v>
                </c:pt>
                <c:pt idx="4886">
                  <c:v>21-08-2019</c:v>
                </c:pt>
                <c:pt idx="4887">
                  <c:v>22-08-2019</c:v>
                </c:pt>
                <c:pt idx="4888">
                  <c:v>23-08-2019</c:v>
                </c:pt>
                <c:pt idx="4889">
                  <c:v>26-08-2019</c:v>
                </c:pt>
                <c:pt idx="4890">
                  <c:v>27-08-2019</c:v>
                </c:pt>
                <c:pt idx="4891">
                  <c:v>28-08-2019</c:v>
                </c:pt>
                <c:pt idx="4892">
                  <c:v>29-08-2019</c:v>
                </c:pt>
                <c:pt idx="4893">
                  <c:v>30-08-2019</c:v>
                </c:pt>
                <c:pt idx="4894">
                  <c:v>03-09-2019</c:v>
                </c:pt>
                <c:pt idx="4895">
                  <c:v>04-09-2019</c:v>
                </c:pt>
                <c:pt idx="4896">
                  <c:v>05-09-2019</c:v>
                </c:pt>
                <c:pt idx="4897">
                  <c:v>06-09-2019</c:v>
                </c:pt>
                <c:pt idx="4898">
                  <c:v>09-09-2019</c:v>
                </c:pt>
                <c:pt idx="4899">
                  <c:v>11-09-2019</c:v>
                </c:pt>
                <c:pt idx="4900">
                  <c:v>12-09-2019</c:v>
                </c:pt>
                <c:pt idx="4901">
                  <c:v>13-09-2019</c:v>
                </c:pt>
                <c:pt idx="4902">
                  <c:v>16-09-2019</c:v>
                </c:pt>
                <c:pt idx="4903">
                  <c:v>17-09-2019</c:v>
                </c:pt>
                <c:pt idx="4904">
                  <c:v>18-09-2019</c:v>
                </c:pt>
                <c:pt idx="4905">
                  <c:v>19-09-2019</c:v>
                </c:pt>
                <c:pt idx="4906">
                  <c:v>20-09-2019</c:v>
                </c:pt>
                <c:pt idx="4907">
                  <c:v>23-09-2019</c:v>
                </c:pt>
                <c:pt idx="4908">
                  <c:v>24-09-2019</c:v>
                </c:pt>
                <c:pt idx="4909">
                  <c:v>25-09-2019</c:v>
                </c:pt>
                <c:pt idx="4910">
                  <c:v>26-09-2019</c:v>
                </c:pt>
                <c:pt idx="4911">
                  <c:v>27-09-2019</c:v>
                </c:pt>
                <c:pt idx="4912">
                  <c:v>30-09-2019</c:v>
                </c:pt>
                <c:pt idx="4913">
                  <c:v>01-10-2019</c:v>
                </c:pt>
                <c:pt idx="4914">
                  <c:v>03-10-2019</c:v>
                </c:pt>
                <c:pt idx="4915">
                  <c:v>04-10-2019</c:v>
                </c:pt>
                <c:pt idx="4916">
                  <c:v>07-10-2019</c:v>
                </c:pt>
                <c:pt idx="4917">
                  <c:v>09-10-2019</c:v>
                </c:pt>
                <c:pt idx="4918">
                  <c:v>10-10-2019</c:v>
                </c:pt>
                <c:pt idx="4919">
                  <c:v>11-10-2019</c:v>
                </c:pt>
                <c:pt idx="4920">
                  <c:v>14-10-2019</c:v>
                </c:pt>
                <c:pt idx="4921">
                  <c:v>15-10-2019</c:v>
                </c:pt>
                <c:pt idx="4922">
                  <c:v>16-10-2019</c:v>
                </c:pt>
                <c:pt idx="4923">
                  <c:v>17-10-2019</c:v>
                </c:pt>
                <c:pt idx="4924">
                  <c:v>18-10-2019</c:v>
                </c:pt>
                <c:pt idx="4925">
                  <c:v>22-10-2019</c:v>
                </c:pt>
                <c:pt idx="4926">
                  <c:v>23-10-2019</c:v>
                </c:pt>
                <c:pt idx="4927">
                  <c:v>24-10-2019</c:v>
                </c:pt>
                <c:pt idx="4928">
                  <c:v>25-10-2019</c:v>
                </c:pt>
                <c:pt idx="4929">
                  <c:v>27-10-2019</c:v>
                </c:pt>
                <c:pt idx="4930">
                  <c:v>29-10-2019</c:v>
                </c:pt>
                <c:pt idx="4931">
                  <c:v>30-10-2019</c:v>
                </c:pt>
                <c:pt idx="4932">
                  <c:v>31-10-2019</c:v>
                </c:pt>
                <c:pt idx="4933">
                  <c:v>01-11-2019</c:v>
                </c:pt>
                <c:pt idx="4934">
                  <c:v>04-11-2019</c:v>
                </c:pt>
                <c:pt idx="4935">
                  <c:v>05-11-2019</c:v>
                </c:pt>
                <c:pt idx="4936">
                  <c:v>06-11-2019</c:v>
                </c:pt>
                <c:pt idx="4937">
                  <c:v>07-11-2019</c:v>
                </c:pt>
                <c:pt idx="4938">
                  <c:v>08-11-2019</c:v>
                </c:pt>
                <c:pt idx="4939">
                  <c:v>11-11-2019</c:v>
                </c:pt>
                <c:pt idx="4940">
                  <c:v>13-11-2019</c:v>
                </c:pt>
                <c:pt idx="4941">
                  <c:v>14-11-2019</c:v>
                </c:pt>
                <c:pt idx="4942">
                  <c:v>15-11-2019</c:v>
                </c:pt>
                <c:pt idx="4943">
                  <c:v>18-11-2019</c:v>
                </c:pt>
                <c:pt idx="4944">
                  <c:v>19-11-2019</c:v>
                </c:pt>
                <c:pt idx="4945">
                  <c:v>20-11-2019</c:v>
                </c:pt>
                <c:pt idx="4946">
                  <c:v>21-11-2019</c:v>
                </c:pt>
                <c:pt idx="4947">
                  <c:v>22-11-2019</c:v>
                </c:pt>
                <c:pt idx="4948">
                  <c:v>25-11-2019</c:v>
                </c:pt>
                <c:pt idx="4949">
                  <c:v>26-11-2019</c:v>
                </c:pt>
                <c:pt idx="4950">
                  <c:v>27-11-2019</c:v>
                </c:pt>
                <c:pt idx="4951">
                  <c:v>28-11-2019</c:v>
                </c:pt>
                <c:pt idx="4952">
                  <c:v>29-11-2019</c:v>
                </c:pt>
                <c:pt idx="4953">
                  <c:v>02-12-2019</c:v>
                </c:pt>
                <c:pt idx="4954">
                  <c:v>03-12-2019</c:v>
                </c:pt>
                <c:pt idx="4955">
                  <c:v>04-12-2019</c:v>
                </c:pt>
                <c:pt idx="4956">
                  <c:v>05-12-2019</c:v>
                </c:pt>
                <c:pt idx="4957">
                  <c:v>06-12-2019</c:v>
                </c:pt>
                <c:pt idx="4958">
                  <c:v>09-12-2019</c:v>
                </c:pt>
                <c:pt idx="4959">
                  <c:v>10-12-2019</c:v>
                </c:pt>
                <c:pt idx="4960">
                  <c:v>11-12-2019</c:v>
                </c:pt>
                <c:pt idx="4961">
                  <c:v>12-12-2019</c:v>
                </c:pt>
                <c:pt idx="4962">
                  <c:v>13-12-2019</c:v>
                </c:pt>
                <c:pt idx="4963">
                  <c:v>16-12-2019</c:v>
                </c:pt>
                <c:pt idx="4964">
                  <c:v>17-12-2019</c:v>
                </c:pt>
                <c:pt idx="4965">
                  <c:v>18-12-2019</c:v>
                </c:pt>
                <c:pt idx="4966">
                  <c:v>19-12-2019</c:v>
                </c:pt>
                <c:pt idx="4967">
                  <c:v>20-12-2019</c:v>
                </c:pt>
                <c:pt idx="4968">
                  <c:v>23-12-2019</c:v>
                </c:pt>
                <c:pt idx="4969">
                  <c:v>24-12-2019</c:v>
                </c:pt>
                <c:pt idx="4970">
                  <c:v>26-12-2019</c:v>
                </c:pt>
                <c:pt idx="4971">
                  <c:v>27-12-2019</c:v>
                </c:pt>
                <c:pt idx="4972">
                  <c:v>30-12-2019</c:v>
                </c:pt>
                <c:pt idx="4973">
                  <c:v>31-12-2019</c:v>
                </c:pt>
                <c:pt idx="4974">
                  <c:v>01-01-2020</c:v>
                </c:pt>
                <c:pt idx="4975">
                  <c:v>02-01-2020</c:v>
                </c:pt>
                <c:pt idx="4976">
                  <c:v>03-01-2020</c:v>
                </c:pt>
                <c:pt idx="4977">
                  <c:v>06-01-2020</c:v>
                </c:pt>
                <c:pt idx="4978">
                  <c:v>07-01-2020</c:v>
                </c:pt>
                <c:pt idx="4979">
                  <c:v>08-01-2020</c:v>
                </c:pt>
                <c:pt idx="4980">
                  <c:v>09-01-2020</c:v>
                </c:pt>
                <c:pt idx="4981">
                  <c:v>10-01-2020</c:v>
                </c:pt>
                <c:pt idx="4982">
                  <c:v>13-01-2020</c:v>
                </c:pt>
                <c:pt idx="4983">
                  <c:v>14-01-2020</c:v>
                </c:pt>
                <c:pt idx="4984">
                  <c:v>15-01-2020</c:v>
                </c:pt>
                <c:pt idx="4985">
                  <c:v>16-01-2020</c:v>
                </c:pt>
                <c:pt idx="4986">
                  <c:v>17-01-2020</c:v>
                </c:pt>
                <c:pt idx="4987">
                  <c:v>20-01-2020</c:v>
                </c:pt>
                <c:pt idx="4988">
                  <c:v>21-01-2020</c:v>
                </c:pt>
                <c:pt idx="4989">
                  <c:v>22-01-2020</c:v>
                </c:pt>
                <c:pt idx="4990">
                  <c:v>23-01-2020</c:v>
                </c:pt>
                <c:pt idx="4991">
                  <c:v>24-01-2020</c:v>
                </c:pt>
                <c:pt idx="4992">
                  <c:v>27-01-2020</c:v>
                </c:pt>
                <c:pt idx="4993">
                  <c:v>28-01-2020</c:v>
                </c:pt>
                <c:pt idx="4994">
                  <c:v>29-01-2020</c:v>
                </c:pt>
                <c:pt idx="4995">
                  <c:v>30-01-2020</c:v>
                </c:pt>
                <c:pt idx="4996">
                  <c:v>31-01-2020</c:v>
                </c:pt>
                <c:pt idx="4997">
                  <c:v>01-02-2020</c:v>
                </c:pt>
                <c:pt idx="4998">
                  <c:v>03-02-2020</c:v>
                </c:pt>
                <c:pt idx="4999">
                  <c:v>04-02-2020</c:v>
                </c:pt>
                <c:pt idx="5000">
                  <c:v>05-02-2020</c:v>
                </c:pt>
                <c:pt idx="5001">
                  <c:v>06-02-2020</c:v>
                </c:pt>
                <c:pt idx="5002">
                  <c:v>07-02-2020</c:v>
                </c:pt>
                <c:pt idx="5003">
                  <c:v>10-02-2020</c:v>
                </c:pt>
                <c:pt idx="5004">
                  <c:v>11-02-2020</c:v>
                </c:pt>
                <c:pt idx="5005">
                  <c:v>12-02-2020</c:v>
                </c:pt>
                <c:pt idx="5006">
                  <c:v>13-02-2020</c:v>
                </c:pt>
                <c:pt idx="5007">
                  <c:v>14-02-2020</c:v>
                </c:pt>
                <c:pt idx="5008">
                  <c:v>17-02-2020</c:v>
                </c:pt>
                <c:pt idx="5009">
                  <c:v>18-02-2020</c:v>
                </c:pt>
                <c:pt idx="5010">
                  <c:v>19-02-2020</c:v>
                </c:pt>
                <c:pt idx="5011">
                  <c:v>20-02-2020</c:v>
                </c:pt>
                <c:pt idx="5012">
                  <c:v>24-02-2020</c:v>
                </c:pt>
                <c:pt idx="5013">
                  <c:v>25-02-2020</c:v>
                </c:pt>
                <c:pt idx="5014">
                  <c:v>26-02-2020</c:v>
                </c:pt>
                <c:pt idx="5015">
                  <c:v>27-02-2020</c:v>
                </c:pt>
                <c:pt idx="5016">
                  <c:v>28-02-2020</c:v>
                </c:pt>
                <c:pt idx="5017">
                  <c:v>02-03-2020</c:v>
                </c:pt>
                <c:pt idx="5018">
                  <c:v>03-03-2020</c:v>
                </c:pt>
                <c:pt idx="5019">
                  <c:v>04-03-2020</c:v>
                </c:pt>
                <c:pt idx="5020">
                  <c:v>05-03-2020</c:v>
                </c:pt>
                <c:pt idx="5021">
                  <c:v>06-03-2020</c:v>
                </c:pt>
                <c:pt idx="5022">
                  <c:v>09-03-2020</c:v>
                </c:pt>
                <c:pt idx="5023">
                  <c:v>11-03-2020</c:v>
                </c:pt>
                <c:pt idx="5024">
                  <c:v>12-03-2020</c:v>
                </c:pt>
                <c:pt idx="5025">
                  <c:v>13-03-2020</c:v>
                </c:pt>
                <c:pt idx="5026">
                  <c:v>16-03-2020</c:v>
                </c:pt>
                <c:pt idx="5027">
                  <c:v>17-03-2020</c:v>
                </c:pt>
                <c:pt idx="5028">
                  <c:v>18-03-2020</c:v>
                </c:pt>
                <c:pt idx="5029">
                  <c:v>19-03-2020</c:v>
                </c:pt>
                <c:pt idx="5030">
                  <c:v>20-03-2020</c:v>
                </c:pt>
                <c:pt idx="5031">
                  <c:v>23-03-2020</c:v>
                </c:pt>
                <c:pt idx="5032">
                  <c:v>24-03-2020</c:v>
                </c:pt>
                <c:pt idx="5033">
                  <c:v>25-03-2020</c:v>
                </c:pt>
                <c:pt idx="5034">
                  <c:v>26-03-2020</c:v>
                </c:pt>
                <c:pt idx="5035">
                  <c:v>27-03-2020</c:v>
                </c:pt>
                <c:pt idx="5036">
                  <c:v>30-03-2020</c:v>
                </c:pt>
                <c:pt idx="5037">
                  <c:v>31-03-2020</c:v>
                </c:pt>
                <c:pt idx="5038">
                  <c:v>01-04-2020</c:v>
                </c:pt>
                <c:pt idx="5039">
                  <c:v>03-04-2020</c:v>
                </c:pt>
                <c:pt idx="5040">
                  <c:v>07-04-2020</c:v>
                </c:pt>
                <c:pt idx="5041">
                  <c:v>08-04-2020</c:v>
                </c:pt>
                <c:pt idx="5042">
                  <c:v>09-04-2020</c:v>
                </c:pt>
                <c:pt idx="5043">
                  <c:v>13-04-2020</c:v>
                </c:pt>
                <c:pt idx="5044">
                  <c:v>15-04-2020</c:v>
                </c:pt>
                <c:pt idx="5045">
                  <c:v>16-04-2020</c:v>
                </c:pt>
                <c:pt idx="5046">
                  <c:v>17-04-2020</c:v>
                </c:pt>
                <c:pt idx="5047">
                  <c:v>20-04-2020</c:v>
                </c:pt>
                <c:pt idx="5048">
                  <c:v>21-04-2020</c:v>
                </c:pt>
                <c:pt idx="5049">
                  <c:v>22-04-2020</c:v>
                </c:pt>
                <c:pt idx="5050">
                  <c:v>23-04-2020</c:v>
                </c:pt>
                <c:pt idx="5051">
                  <c:v>24-04-2020</c:v>
                </c:pt>
                <c:pt idx="5052">
                  <c:v>27-04-2020</c:v>
                </c:pt>
                <c:pt idx="5053">
                  <c:v>28-04-2020</c:v>
                </c:pt>
                <c:pt idx="5054">
                  <c:v>29-04-2020</c:v>
                </c:pt>
                <c:pt idx="5055">
                  <c:v>30-04-2020</c:v>
                </c:pt>
                <c:pt idx="5056">
                  <c:v>04-05-2020</c:v>
                </c:pt>
                <c:pt idx="5057">
                  <c:v>05-05-2020</c:v>
                </c:pt>
                <c:pt idx="5058">
                  <c:v>06-05-2020</c:v>
                </c:pt>
                <c:pt idx="5059">
                  <c:v>07-05-2020</c:v>
                </c:pt>
                <c:pt idx="5060">
                  <c:v>08-05-2020</c:v>
                </c:pt>
                <c:pt idx="5061">
                  <c:v>11-05-2020</c:v>
                </c:pt>
                <c:pt idx="5062">
                  <c:v>12-05-2020</c:v>
                </c:pt>
                <c:pt idx="5063">
                  <c:v>13-05-2020</c:v>
                </c:pt>
                <c:pt idx="5064">
                  <c:v>14-05-2020</c:v>
                </c:pt>
                <c:pt idx="5065">
                  <c:v>15-05-2020</c:v>
                </c:pt>
                <c:pt idx="5066">
                  <c:v>18-05-2020</c:v>
                </c:pt>
                <c:pt idx="5067">
                  <c:v>19-05-2020</c:v>
                </c:pt>
                <c:pt idx="5068">
                  <c:v>20-05-2020</c:v>
                </c:pt>
                <c:pt idx="5069">
                  <c:v>21-05-2020</c:v>
                </c:pt>
                <c:pt idx="5070">
                  <c:v>22-05-2020</c:v>
                </c:pt>
                <c:pt idx="5071">
                  <c:v>26-05-2020</c:v>
                </c:pt>
                <c:pt idx="5072">
                  <c:v>27-05-2020</c:v>
                </c:pt>
                <c:pt idx="5073">
                  <c:v>28-05-2020</c:v>
                </c:pt>
                <c:pt idx="5074">
                  <c:v>29-05-2020</c:v>
                </c:pt>
                <c:pt idx="5075">
                  <c:v>01-06-2020</c:v>
                </c:pt>
                <c:pt idx="5076">
                  <c:v>02-06-2020</c:v>
                </c:pt>
                <c:pt idx="5077">
                  <c:v>03-06-2020</c:v>
                </c:pt>
                <c:pt idx="5078">
                  <c:v>04-06-2020</c:v>
                </c:pt>
                <c:pt idx="5079">
                  <c:v>05-06-2020</c:v>
                </c:pt>
                <c:pt idx="5080">
                  <c:v>08-06-2020</c:v>
                </c:pt>
                <c:pt idx="5081">
                  <c:v>09-06-2020</c:v>
                </c:pt>
                <c:pt idx="5082">
                  <c:v>10-06-2020</c:v>
                </c:pt>
                <c:pt idx="5083">
                  <c:v>11-06-2020</c:v>
                </c:pt>
                <c:pt idx="5084">
                  <c:v>12-06-2020</c:v>
                </c:pt>
                <c:pt idx="5085">
                  <c:v>15-06-2020</c:v>
                </c:pt>
                <c:pt idx="5086">
                  <c:v>16-06-2020</c:v>
                </c:pt>
                <c:pt idx="5087">
                  <c:v>17-06-2020</c:v>
                </c:pt>
                <c:pt idx="5088">
                  <c:v>18-06-2020</c:v>
                </c:pt>
                <c:pt idx="5089">
                  <c:v>19-06-2020</c:v>
                </c:pt>
                <c:pt idx="5090">
                  <c:v>22-06-2020</c:v>
                </c:pt>
                <c:pt idx="5091">
                  <c:v>23-06-2020</c:v>
                </c:pt>
                <c:pt idx="5092">
                  <c:v>24-06-2020</c:v>
                </c:pt>
                <c:pt idx="5093">
                  <c:v>25-06-2020</c:v>
                </c:pt>
                <c:pt idx="5094">
                  <c:v>26-06-2020</c:v>
                </c:pt>
                <c:pt idx="5095">
                  <c:v>29-06-2020</c:v>
                </c:pt>
                <c:pt idx="5096">
                  <c:v>30-06-2020</c:v>
                </c:pt>
                <c:pt idx="5097">
                  <c:v>01-07-2020</c:v>
                </c:pt>
                <c:pt idx="5098">
                  <c:v>02-07-2020</c:v>
                </c:pt>
                <c:pt idx="5099">
                  <c:v>03-07-2020</c:v>
                </c:pt>
                <c:pt idx="5100">
                  <c:v>06-07-2020</c:v>
                </c:pt>
                <c:pt idx="5101">
                  <c:v>07-07-2020</c:v>
                </c:pt>
                <c:pt idx="5102">
                  <c:v>08-07-2020</c:v>
                </c:pt>
                <c:pt idx="5103">
                  <c:v>09-07-2020</c:v>
                </c:pt>
                <c:pt idx="5104">
                  <c:v>10-07-2020</c:v>
                </c:pt>
                <c:pt idx="5105">
                  <c:v>13-07-2020</c:v>
                </c:pt>
                <c:pt idx="5106">
                  <c:v>14-07-2020</c:v>
                </c:pt>
                <c:pt idx="5107">
                  <c:v>15-07-2020</c:v>
                </c:pt>
                <c:pt idx="5108">
                  <c:v>16-07-2020</c:v>
                </c:pt>
                <c:pt idx="5109">
                  <c:v>17-07-2020</c:v>
                </c:pt>
                <c:pt idx="5110">
                  <c:v>20-07-2020</c:v>
                </c:pt>
                <c:pt idx="5111">
                  <c:v>21-07-2020</c:v>
                </c:pt>
                <c:pt idx="5112">
                  <c:v>22-07-2020</c:v>
                </c:pt>
                <c:pt idx="5113">
                  <c:v>23-07-2020</c:v>
                </c:pt>
                <c:pt idx="5114">
                  <c:v>24-07-2020</c:v>
                </c:pt>
                <c:pt idx="5115">
                  <c:v>27-07-2020</c:v>
                </c:pt>
                <c:pt idx="5116">
                  <c:v>28-07-2020</c:v>
                </c:pt>
                <c:pt idx="5117">
                  <c:v>29-07-2020</c:v>
                </c:pt>
                <c:pt idx="5118">
                  <c:v>30-07-2020</c:v>
                </c:pt>
                <c:pt idx="5119">
                  <c:v>31-07-2020</c:v>
                </c:pt>
                <c:pt idx="5120">
                  <c:v>03-08-2020</c:v>
                </c:pt>
                <c:pt idx="5121">
                  <c:v>04-08-2020</c:v>
                </c:pt>
                <c:pt idx="5122">
                  <c:v>05-08-2020</c:v>
                </c:pt>
                <c:pt idx="5123">
                  <c:v>06-08-2020</c:v>
                </c:pt>
                <c:pt idx="5124">
                  <c:v>07-08-2020</c:v>
                </c:pt>
                <c:pt idx="5125">
                  <c:v>10-08-2020</c:v>
                </c:pt>
                <c:pt idx="5126">
                  <c:v>11-08-2020</c:v>
                </c:pt>
                <c:pt idx="5127">
                  <c:v>12-08-2020</c:v>
                </c:pt>
                <c:pt idx="5128">
                  <c:v>13-08-2020</c:v>
                </c:pt>
                <c:pt idx="5129">
                  <c:v>14-08-2020</c:v>
                </c:pt>
                <c:pt idx="5130">
                  <c:v>17-08-2020</c:v>
                </c:pt>
                <c:pt idx="5131">
                  <c:v>18-08-2020</c:v>
                </c:pt>
                <c:pt idx="5132">
                  <c:v>19-08-2020</c:v>
                </c:pt>
                <c:pt idx="5133">
                  <c:v>20-08-2020</c:v>
                </c:pt>
                <c:pt idx="5134">
                  <c:v>21-08-2020</c:v>
                </c:pt>
                <c:pt idx="5135">
                  <c:v>24-08-2020</c:v>
                </c:pt>
                <c:pt idx="5136">
                  <c:v>25-08-2020</c:v>
                </c:pt>
                <c:pt idx="5137">
                  <c:v>26-08-2020</c:v>
                </c:pt>
                <c:pt idx="5138">
                  <c:v>27-08-2020</c:v>
                </c:pt>
                <c:pt idx="5139">
                  <c:v>28-08-2020</c:v>
                </c:pt>
                <c:pt idx="5140">
                  <c:v>31-08-2020</c:v>
                </c:pt>
                <c:pt idx="5141">
                  <c:v>01-09-2020</c:v>
                </c:pt>
                <c:pt idx="5142">
                  <c:v>02-09-2020</c:v>
                </c:pt>
                <c:pt idx="5143">
                  <c:v>03-09-2020</c:v>
                </c:pt>
                <c:pt idx="5144">
                  <c:v>04-09-2020</c:v>
                </c:pt>
                <c:pt idx="5145">
                  <c:v>07-09-2020</c:v>
                </c:pt>
                <c:pt idx="5146">
                  <c:v>08-09-2020</c:v>
                </c:pt>
                <c:pt idx="5147">
                  <c:v>09-09-2020</c:v>
                </c:pt>
                <c:pt idx="5148">
                  <c:v>10-09-2020</c:v>
                </c:pt>
                <c:pt idx="5149">
                  <c:v>11-09-2020</c:v>
                </c:pt>
                <c:pt idx="5150">
                  <c:v>14-09-2020</c:v>
                </c:pt>
                <c:pt idx="5151">
                  <c:v>15-09-2020</c:v>
                </c:pt>
                <c:pt idx="5152">
                  <c:v>16-09-2020</c:v>
                </c:pt>
                <c:pt idx="5153">
                  <c:v>17-09-2020</c:v>
                </c:pt>
                <c:pt idx="5154">
                  <c:v>18-09-2020</c:v>
                </c:pt>
                <c:pt idx="5155">
                  <c:v>21-09-2020</c:v>
                </c:pt>
                <c:pt idx="5156">
                  <c:v>22-09-2020</c:v>
                </c:pt>
                <c:pt idx="5157">
                  <c:v>23-09-2020</c:v>
                </c:pt>
                <c:pt idx="5158">
                  <c:v>24-09-2020</c:v>
                </c:pt>
                <c:pt idx="5159">
                  <c:v>25-09-2020</c:v>
                </c:pt>
                <c:pt idx="5160">
                  <c:v>28-09-2020</c:v>
                </c:pt>
                <c:pt idx="5161">
                  <c:v>29-09-2020</c:v>
                </c:pt>
                <c:pt idx="5162">
                  <c:v>30-09-2020</c:v>
                </c:pt>
                <c:pt idx="5163">
                  <c:v>01-10-2020</c:v>
                </c:pt>
                <c:pt idx="5164">
                  <c:v>05-10-2020</c:v>
                </c:pt>
                <c:pt idx="5165">
                  <c:v>06-10-2020</c:v>
                </c:pt>
                <c:pt idx="5166">
                  <c:v>07-10-2020</c:v>
                </c:pt>
                <c:pt idx="5167">
                  <c:v>08-10-2020</c:v>
                </c:pt>
                <c:pt idx="5168">
                  <c:v>09-10-2020</c:v>
                </c:pt>
                <c:pt idx="5169">
                  <c:v>12-10-2020</c:v>
                </c:pt>
                <c:pt idx="5170">
                  <c:v>13-10-2020</c:v>
                </c:pt>
                <c:pt idx="5171">
                  <c:v>14-10-2020</c:v>
                </c:pt>
                <c:pt idx="5172">
                  <c:v>15-10-2020</c:v>
                </c:pt>
                <c:pt idx="5173">
                  <c:v>16-10-2020</c:v>
                </c:pt>
                <c:pt idx="5174">
                  <c:v>19-10-2020</c:v>
                </c:pt>
                <c:pt idx="5175">
                  <c:v>20-10-2020</c:v>
                </c:pt>
                <c:pt idx="5176">
                  <c:v>21-10-2020</c:v>
                </c:pt>
                <c:pt idx="5177">
                  <c:v>22-10-2020</c:v>
                </c:pt>
                <c:pt idx="5178">
                  <c:v>23-10-2020</c:v>
                </c:pt>
                <c:pt idx="5179">
                  <c:v>26-10-2020</c:v>
                </c:pt>
                <c:pt idx="5180">
                  <c:v>27-10-2020</c:v>
                </c:pt>
                <c:pt idx="5181">
                  <c:v>28-10-2020</c:v>
                </c:pt>
                <c:pt idx="5182">
                  <c:v>29-10-2020</c:v>
                </c:pt>
                <c:pt idx="5183">
                  <c:v>30-10-2020</c:v>
                </c:pt>
                <c:pt idx="5184">
                  <c:v>02-11-2020</c:v>
                </c:pt>
                <c:pt idx="5185">
                  <c:v>03-11-2020</c:v>
                </c:pt>
                <c:pt idx="5186">
                  <c:v>04-11-2020</c:v>
                </c:pt>
                <c:pt idx="5187">
                  <c:v>05-11-2020</c:v>
                </c:pt>
                <c:pt idx="5188">
                  <c:v>06-11-2020</c:v>
                </c:pt>
                <c:pt idx="5189">
                  <c:v>09-11-2020</c:v>
                </c:pt>
                <c:pt idx="5190">
                  <c:v>10-11-2020</c:v>
                </c:pt>
                <c:pt idx="5191">
                  <c:v>11-11-2020</c:v>
                </c:pt>
                <c:pt idx="5192">
                  <c:v>12-11-2020</c:v>
                </c:pt>
                <c:pt idx="5193">
                  <c:v>13-11-2020</c:v>
                </c:pt>
                <c:pt idx="5194">
                  <c:v>14-11-2020</c:v>
                </c:pt>
                <c:pt idx="5195">
                  <c:v>17-11-2020</c:v>
                </c:pt>
                <c:pt idx="5196">
                  <c:v>18-11-2020</c:v>
                </c:pt>
                <c:pt idx="5197">
                  <c:v>19-11-2020</c:v>
                </c:pt>
                <c:pt idx="5198">
                  <c:v>20-11-2020</c:v>
                </c:pt>
                <c:pt idx="5199">
                  <c:v>23-11-2020</c:v>
                </c:pt>
                <c:pt idx="5200">
                  <c:v>24-11-2020</c:v>
                </c:pt>
                <c:pt idx="5201">
                  <c:v>25-11-2020</c:v>
                </c:pt>
                <c:pt idx="5202">
                  <c:v>26-11-2020</c:v>
                </c:pt>
                <c:pt idx="5203">
                  <c:v>27-11-2020</c:v>
                </c:pt>
                <c:pt idx="5204">
                  <c:v>01-12-2020</c:v>
                </c:pt>
                <c:pt idx="5205">
                  <c:v>02-12-2020</c:v>
                </c:pt>
                <c:pt idx="5206">
                  <c:v>03-12-2020</c:v>
                </c:pt>
                <c:pt idx="5207">
                  <c:v>04-12-2020</c:v>
                </c:pt>
                <c:pt idx="5208">
                  <c:v>07-12-2020</c:v>
                </c:pt>
                <c:pt idx="5209">
                  <c:v>08-12-2020</c:v>
                </c:pt>
                <c:pt idx="5210">
                  <c:v>09-12-2020</c:v>
                </c:pt>
                <c:pt idx="5211">
                  <c:v>10-12-2020</c:v>
                </c:pt>
                <c:pt idx="5212">
                  <c:v>11-12-2020</c:v>
                </c:pt>
                <c:pt idx="5213">
                  <c:v>14-12-2020</c:v>
                </c:pt>
                <c:pt idx="5214">
                  <c:v>15-12-2020</c:v>
                </c:pt>
                <c:pt idx="5215">
                  <c:v>16-12-2020</c:v>
                </c:pt>
                <c:pt idx="5216">
                  <c:v>17-12-2020</c:v>
                </c:pt>
                <c:pt idx="5217">
                  <c:v>18-12-2020</c:v>
                </c:pt>
                <c:pt idx="5218">
                  <c:v>21-12-2020</c:v>
                </c:pt>
                <c:pt idx="5219">
                  <c:v>22-12-2020</c:v>
                </c:pt>
                <c:pt idx="5220">
                  <c:v>23-12-2020</c:v>
                </c:pt>
                <c:pt idx="5221">
                  <c:v>24-12-2020</c:v>
                </c:pt>
                <c:pt idx="5222">
                  <c:v>28-12-2020</c:v>
                </c:pt>
                <c:pt idx="5223">
                  <c:v>29-12-2020</c:v>
                </c:pt>
                <c:pt idx="5224">
                  <c:v>30-12-2020</c:v>
                </c:pt>
                <c:pt idx="5225">
                  <c:v>31-12-2020</c:v>
                </c:pt>
                <c:pt idx="5226">
                  <c:v>01-01-2021</c:v>
                </c:pt>
                <c:pt idx="5227">
                  <c:v>04-01-2021</c:v>
                </c:pt>
                <c:pt idx="5228">
                  <c:v>05-01-2021</c:v>
                </c:pt>
                <c:pt idx="5229">
                  <c:v>06-01-2021</c:v>
                </c:pt>
                <c:pt idx="5230">
                  <c:v>07-01-2021</c:v>
                </c:pt>
                <c:pt idx="5231">
                  <c:v>08-01-2021</c:v>
                </c:pt>
                <c:pt idx="5232">
                  <c:v>11-01-2021</c:v>
                </c:pt>
                <c:pt idx="5233">
                  <c:v>12-01-2021</c:v>
                </c:pt>
                <c:pt idx="5234">
                  <c:v>13-01-2021</c:v>
                </c:pt>
                <c:pt idx="5235">
                  <c:v>14-01-2021</c:v>
                </c:pt>
                <c:pt idx="5236">
                  <c:v>15-01-2021</c:v>
                </c:pt>
                <c:pt idx="5237">
                  <c:v>18-01-2021</c:v>
                </c:pt>
                <c:pt idx="5238">
                  <c:v>19-01-2021</c:v>
                </c:pt>
                <c:pt idx="5239">
                  <c:v>20-01-2021</c:v>
                </c:pt>
                <c:pt idx="5240">
                  <c:v>21-01-2021</c:v>
                </c:pt>
                <c:pt idx="5241">
                  <c:v>22-01-2021</c:v>
                </c:pt>
                <c:pt idx="5242">
                  <c:v>25-01-2021</c:v>
                </c:pt>
                <c:pt idx="5243">
                  <c:v>27-01-2021</c:v>
                </c:pt>
                <c:pt idx="5244">
                  <c:v>28-01-2021</c:v>
                </c:pt>
                <c:pt idx="5245">
                  <c:v>29-01-2021</c:v>
                </c:pt>
                <c:pt idx="5246">
                  <c:v>01-02-2021</c:v>
                </c:pt>
                <c:pt idx="5247">
                  <c:v>02-02-2021</c:v>
                </c:pt>
                <c:pt idx="5248">
                  <c:v>03-02-2021</c:v>
                </c:pt>
                <c:pt idx="5249">
                  <c:v>04-02-2021</c:v>
                </c:pt>
                <c:pt idx="5250">
                  <c:v>05-02-2021</c:v>
                </c:pt>
                <c:pt idx="5251">
                  <c:v>08-02-2021</c:v>
                </c:pt>
                <c:pt idx="5252">
                  <c:v>09-02-2021</c:v>
                </c:pt>
                <c:pt idx="5253">
                  <c:v>10-02-2021</c:v>
                </c:pt>
                <c:pt idx="5254">
                  <c:v>11-02-2021</c:v>
                </c:pt>
                <c:pt idx="5255">
                  <c:v>12-02-2021</c:v>
                </c:pt>
                <c:pt idx="5256">
                  <c:v>15-02-2021</c:v>
                </c:pt>
                <c:pt idx="5257">
                  <c:v>16-02-2021</c:v>
                </c:pt>
                <c:pt idx="5258">
                  <c:v>17-02-2021</c:v>
                </c:pt>
                <c:pt idx="5259">
                  <c:v>18-02-2021</c:v>
                </c:pt>
                <c:pt idx="5260">
                  <c:v>19-02-2021</c:v>
                </c:pt>
                <c:pt idx="5261">
                  <c:v>22-02-2021</c:v>
                </c:pt>
                <c:pt idx="5262">
                  <c:v>23-02-2021</c:v>
                </c:pt>
                <c:pt idx="5263">
                  <c:v>24-02-2021</c:v>
                </c:pt>
                <c:pt idx="5264">
                  <c:v>25-02-2021</c:v>
                </c:pt>
                <c:pt idx="5265">
                  <c:v>26-02-2021</c:v>
                </c:pt>
                <c:pt idx="5266">
                  <c:v>01-03-2021</c:v>
                </c:pt>
                <c:pt idx="5267">
                  <c:v>02-03-2021</c:v>
                </c:pt>
                <c:pt idx="5268">
                  <c:v>03-03-2021</c:v>
                </c:pt>
                <c:pt idx="5269">
                  <c:v>04-03-2021</c:v>
                </c:pt>
                <c:pt idx="5270">
                  <c:v>05-03-2021</c:v>
                </c:pt>
                <c:pt idx="5271">
                  <c:v>08-03-2021</c:v>
                </c:pt>
                <c:pt idx="5272">
                  <c:v>09-03-2021</c:v>
                </c:pt>
                <c:pt idx="5273">
                  <c:v>10-03-2021</c:v>
                </c:pt>
                <c:pt idx="5274">
                  <c:v>12-03-2021</c:v>
                </c:pt>
                <c:pt idx="5275">
                  <c:v>15-03-2021</c:v>
                </c:pt>
                <c:pt idx="5276">
                  <c:v>16-03-2021</c:v>
                </c:pt>
                <c:pt idx="5277">
                  <c:v>17-03-2021</c:v>
                </c:pt>
                <c:pt idx="5278">
                  <c:v>18-03-2021</c:v>
                </c:pt>
                <c:pt idx="5279">
                  <c:v>19-03-2021</c:v>
                </c:pt>
                <c:pt idx="5280">
                  <c:v>22-03-2021</c:v>
                </c:pt>
                <c:pt idx="5281">
                  <c:v>23-03-2021</c:v>
                </c:pt>
                <c:pt idx="5282">
                  <c:v>24-03-2021</c:v>
                </c:pt>
                <c:pt idx="5283">
                  <c:v>25-03-2021</c:v>
                </c:pt>
                <c:pt idx="5284">
                  <c:v>26-03-2021</c:v>
                </c:pt>
                <c:pt idx="5285">
                  <c:v>30-03-2021</c:v>
                </c:pt>
                <c:pt idx="5286">
                  <c:v>31-03-2021</c:v>
                </c:pt>
                <c:pt idx="5287">
                  <c:v>01-04-2021</c:v>
                </c:pt>
                <c:pt idx="5288">
                  <c:v>05-04-2021</c:v>
                </c:pt>
                <c:pt idx="5289">
                  <c:v>06-04-2021</c:v>
                </c:pt>
                <c:pt idx="5290">
                  <c:v>07-04-2021</c:v>
                </c:pt>
                <c:pt idx="5291">
                  <c:v>08-04-2021</c:v>
                </c:pt>
                <c:pt idx="5292">
                  <c:v>09-04-2021</c:v>
                </c:pt>
                <c:pt idx="5293">
                  <c:v>12-04-2021</c:v>
                </c:pt>
                <c:pt idx="5294">
                  <c:v>13-04-2021</c:v>
                </c:pt>
                <c:pt idx="5295">
                  <c:v>15-04-2021</c:v>
                </c:pt>
                <c:pt idx="5296">
                  <c:v>16-04-2021</c:v>
                </c:pt>
                <c:pt idx="5297">
                  <c:v>19-04-2021</c:v>
                </c:pt>
                <c:pt idx="5298">
                  <c:v>20-04-2021</c:v>
                </c:pt>
                <c:pt idx="5299">
                  <c:v>22-04-2021</c:v>
                </c:pt>
                <c:pt idx="5300">
                  <c:v>23-04-2021</c:v>
                </c:pt>
                <c:pt idx="5301">
                  <c:v>26-04-2021</c:v>
                </c:pt>
                <c:pt idx="5302">
                  <c:v>27-04-2021</c:v>
                </c:pt>
                <c:pt idx="5303">
                  <c:v>28-04-2021</c:v>
                </c:pt>
                <c:pt idx="5304">
                  <c:v>29-04-2021</c:v>
                </c:pt>
                <c:pt idx="5305">
                  <c:v>30-04-2021</c:v>
                </c:pt>
              </c:strCache>
            </c:strRef>
          </c:cat>
          <c:val>
            <c:numRef>
              <c:f>ALLFIVE!$C$3:$C$5309</c:f>
              <c:numCache>
                <c:formatCode>General</c:formatCode>
                <c:ptCount val="5306"/>
                <c:pt idx="0">
                  <c:v>2307.5500000000002</c:v>
                </c:pt>
                <c:pt idx="1">
                  <c:v>2281.0500000000002</c:v>
                </c:pt>
                <c:pt idx="2">
                  <c:v>2199.9</c:v>
                </c:pt>
                <c:pt idx="3">
                  <c:v>2288.1999999999998</c:v>
                </c:pt>
                <c:pt idx="4">
                  <c:v>2412.9499999999998</c:v>
                </c:pt>
                <c:pt idx="5">
                  <c:v>2431.25</c:v>
                </c:pt>
                <c:pt idx="6">
                  <c:v>2485.8000000000002</c:v>
                </c:pt>
                <c:pt idx="7">
                  <c:v>2647.8</c:v>
                </c:pt>
                <c:pt idx="8">
                  <c:v>2786.65</c:v>
                </c:pt>
                <c:pt idx="9">
                  <c:v>2702.1</c:v>
                </c:pt>
                <c:pt idx="10">
                  <c:v>2598.25</c:v>
                </c:pt>
                <c:pt idx="11">
                  <c:v>2561.4499999999998</c:v>
                </c:pt>
                <c:pt idx="12">
                  <c:v>2528.9499999999998</c:v>
                </c:pt>
                <c:pt idx="13">
                  <c:v>2524.4</c:v>
                </c:pt>
                <c:pt idx="14">
                  <c:v>2548.1</c:v>
                </c:pt>
                <c:pt idx="15">
                  <c:v>2578.5</c:v>
                </c:pt>
                <c:pt idx="16">
                  <c:v>2552.0500000000002</c:v>
                </c:pt>
                <c:pt idx="17">
                  <c:v>2559.65</c:v>
                </c:pt>
                <c:pt idx="18">
                  <c:v>2523.75</c:v>
                </c:pt>
                <c:pt idx="19">
                  <c:v>2440</c:v>
                </c:pt>
                <c:pt idx="20">
                  <c:v>2326.6999999999998</c:v>
                </c:pt>
                <c:pt idx="21">
                  <c:v>2406.9499999999998</c:v>
                </c:pt>
                <c:pt idx="22">
                  <c:v>2437.9</c:v>
                </c:pt>
                <c:pt idx="23">
                  <c:v>2346.75</c:v>
                </c:pt>
                <c:pt idx="24">
                  <c:v>2308.9499999999998</c:v>
                </c:pt>
                <c:pt idx="25">
                  <c:v>2306.9499999999998</c:v>
                </c:pt>
                <c:pt idx="26">
                  <c:v>2418.1</c:v>
                </c:pt>
                <c:pt idx="27">
                  <c:v>2331.1</c:v>
                </c:pt>
                <c:pt idx="28">
                  <c:v>2376.5</c:v>
                </c:pt>
                <c:pt idx="29">
                  <c:v>2300.3000000000002</c:v>
                </c:pt>
                <c:pt idx="30">
                  <c:v>2302</c:v>
                </c:pt>
                <c:pt idx="31">
                  <c:v>2311.0500000000002</c:v>
                </c:pt>
                <c:pt idx="32">
                  <c:v>2327.0500000000002</c:v>
                </c:pt>
                <c:pt idx="33">
                  <c:v>2513</c:v>
                </c:pt>
                <c:pt idx="34">
                  <c:v>2714.05</c:v>
                </c:pt>
                <c:pt idx="35">
                  <c:v>2931.2</c:v>
                </c:pt>
                <c:pt idx="36">
                  <c:v>2875.9</c:v>
                </c:pt>
                <c:pt idx="37">
                  <c:v>3086.75</c:v>
                </c:pt>
                <c:pt idx="38">
                  <c:v>3141.25</c:v>
                </c:pt>
                <c:pt idx="39">
                  <c:v>3055.55</c:v>
                </c:pt>
                <c:pt idx="40">
                  <c:v>2864.2</c:v>
                </c:pt>
                <c:pt idx="41">
                  <c:v>2990.7</c:v>
                </c:pt>
                <c:pt idx="42">
                  <c:v>2817.8</c:v>
                </c:pt>
                <c:pt idx="43">
                  <c:v>2593.6</c:v>
                </c:pt>
                <c:pt idx="44">
                  <c:v>2473.1999999999998</c:v>
                </c:pt>
                <c:pt idx="45">
                  <c:v>2482.5</c:v>
                </c:pt>
                <c:pt idx="46">
                  <c:v>2492.3000000000002</c:v>
                </c:pt>
                <c:pt idx="47">
                  <c:v>2402.1</c:v>
                </c:pt>
                <c:pt idx="48">
                  <c:v>2362.6999999999998</c:v>
                </c:pt>
                <c:pt idx="49">
                  <c:v>2519.1999999999998</c:v>
                </c:pt>
                <c:pt idx="50">
                  <c:v>2668.15</c:v>
                </c:pt>
                <c:pt idx="51">
                  <c:v>2881.6</c:v>
                </c:pt>
                <c:pt idx="52">
                  <c:v>2916.25</c:v>
                </c:pt>
                <c:pt idx="53">
                  <c:v>2828.6</c:v>
                </c:pt>
                <c:pt idx="54">
                  <c:v>2714</c:v>
                </c:pt>
                <c:pt idx="55">
                  <c:v>2640.75</c:v>
                </c:pt>
                <c:pt idx="56">
                  <c:v>2613.35</c:v>
                </c:pt>
                <c:pt idx="57">
                  <c:v>2505.1999999999998</c:v>
                </c:pt>
                <c:pt idx="58">
                  <c:v>2508.25</c:v>
                </c:pt>
                <c:pt idx="59">
                  <c:v>2480.15</c:v>
                </c:pt>
                <c:pt idx="60">
                  <c:v>2517.4</c:v>
                </c:pt>
                <c:pt idx="61">
                  <c:v>2412.4</c:v>
                </c:pt>
                <c:pt idx="62">
                  <c:v>2605.4</c:v>
                </c:pt>
                <c:pt idx="63">
                  <c:v>2397.8000000000002</c:v>
                </c:pt>
                <c:pt idx="64">
                  <c:v>2540.4499999999998</c:v>
                </c:pt>
                <c:pt idx="65">
                  <c:v>2548.5</c:v>
                </c:pt>
                <c:pt idx="66">
                  <c:v>2736.35</c:v>
                </c:pt>
                <c:pt idx="67">
                  <c:v>2744.6</c:v>
                </c:pt>
                <c:pt idx="68">
                  <c:v>2703.5</c:v>
                </c:pt>
                <c:pt idx="69">
                  <c:v>2631.55</c:v>
                </c:pt>
                <c:pt idx="70">
                  <c:v>2577.8000000000002</c:v>
                </c:pt>
                <c:pt idx="71">
                  <c:v>2480.9</c:v>
                </c:pt>
                <c:pt idx="72">
                  <c:v>2466.1999999999998</c:v>
                </c:pt>
                <c:pt idx="73">
                  <c:v>2503.65</c:v>
                </c:pt>
                <c:pt idx="74">
                  <c:v>2529.1</c:v>
                </c:pt>
                <c:pt idx="75">
                  <c:v>2545</c:v>
                </c:pt>
                <c:pt idx="76">
                  <c:v>2428.6999999999998</c:v>
                </c:pt>
                <c:pt idx="77">
                  <c:v>2498.15</c:v>
                </c:pt>
                <c:pt idx="78">
                  <c:v>2475.15</c:v>
                </c:pt>
                <c:pt idx="79">
                  <c:v>2398</c:v>
                </c:pt>
                <c:pt idx="80">
                  <c:v>2186.8000000000002</c:v>
                </c:pt>
                <c:pt idx="81">
                  <c:v>2185.9499999999998</c:v>
                </c:pt>
                <c:pt idx="82">
                  <c:v>2409.9499999999998</c:v>
                </c:pt>
                <c:pt idx="83">
                  <c:v>2536.5</c:v>
                </c:pt>
                <c:pt idx="84">
                  <c:v>2392.9499999999998</c:v>
                </c:pt>
                <c:pt idx="85">
                  <c:v>2456.0500000000002</c:v>
                </c:pt>
                <c:pt idx="86">
                  <c:v>2415.9</c:v>
                </c:pt>
                <c:pt idx="87">
                  <c:v>2290.9499999999998</c:v>
                </c:pt>
                <c:pt idx="88">
                  <c:v>2278.15</c:v>
                </c:pt>
                <c:pt idx="89">
                  <c:v>2323.4</c:v>
                </c:pt>
                <c:pt idx="90">
                  <c:v>2328.6</c:v>
                </c:pt>
                <c:pt idx="91">
                  <c:v>2317.1999999999998</c:v>
                </c:pt>
                <c:pt idx="92">
                  <c:v>2354.8000000000002</c:v>
                </c:pt>
                <c:pt idx="93">
                  <c:v>2246.6</c:v>
                </c:pt>
                <c:pt idx="94">
                  <c:v>2220.85</c:v>
                </c:pt>
                <c:pt idx="95">
                  <c:v>2203.5500000000002</c:v>
                </c:pt>
                <c:pt idx="96">
                  <c:v>2221.15</c:v>
                </c:pt>
                <c:pt idx="97">
                  <c:v>2236.25</c:v>
                </c:pt>
                <c:pt idx="98">
                  <c:v>2503</c:v>
                </c:pt>
                <c:pt idx="99">
                  <c:v>2572.3000000000002</c:v>
                </c:pt>
                <c:pt idx="100">
                  <c:v>2548.65</c:v>
                </c:pt>
                <c:pt idx="101">
                  <c:v>2578.8000000000002</c:v>
                </c:pt>
                <c:pt idx="102">
                  <c:v>2490.35</c:v>
                </c:pt>
                <c:pt idx="103">
                  <c:v>2554.85</c:v>
                </c:pt>
                <c:pt idx="104">
                  <c:v>2564.9</c:v>
                </c:pt>
                <c:pt idx="105">
                  <c:v>2592.1999999999998</c:v>
                </c:pt>
                <c:pt idx="106">
                  <c:v>2575.1</c:v>
                </c:pt>
                <c:pt idx="107">
                  <c:v>2611.3000000000002</c:v>
                </c:pt>
                <c:pt idx="108">
                  <c:v>2605.0500000000002</c:v>
                </c:pt>
                <c:pt idx="109">
                  <c:v>2536.5500000000002</c:v>
                </c:pt>
                <c:pt idx="110">
                  <c:v>2499.3000000000002</c:v>
                </c:pt>
                <c:pt idx="111">
                  <c:v>2533.4</c:v>
                </c:pt>
                <c:pt idx="112">
                  <c:v>2484.6</c:v>
                </c:pt>
                <c:pt idx="113">
                  <c:v>2492.1999999999998</c:v>
                </c:pt>
                <c:pt idx="114">
                  <c:v>2533.65</c:v>
                </c:pt>
                <c:pt idx="115">
                  <c:v>2511.4</c:v>
                </c:pt>
                <c:pt idx="116">
                  <c:v>2573.1999999999998</c:v>
                </c:pt>
                <c:pt idx="117">
                  <c:v>2655.65</c:v>
                </c:pt>
                <c:pt idx="118">
                  <c:v>2806.95</c:v>
                </c:pt>
                <c:pt idx="119">
                  <c:v>2759.85</c:v>
                </c:pt>
                <c:pt idx="120">
                  <c:v>2823.65</c:v>
                </c:pt>
                <c:pt idx="121">
                  <c:v>2881.75</c:v>
                </c:pt>
                <c:pt idx="122">
                  <c:v>2889.5</c:v>
                </c:pt>
                <c:pt idx="123">
                  <c:v>2837.7</c:v>
                </c:pt>
                <c:pt idx="124">
                  <c:v>2704.45</c:v>
                </c:pt>
                <c:pt idx="125">
                  <c:v>2771.7</c:v>
                </c:pt>
                <c:pt idx="126">
                  <c:v>286.7</c:v>
                </c:pt>
                <c:pt idx="127">
                  <c:v>279.8</c:v>
                </c:pt>
                <c:pt idx="128">
                  <c:v>276.89999999999998</c:v>
                </c:pt>
                <c:pt idx="129">
                  <c:v>279</c:v>
                </c:pt>
                <c:pt idx="130">
                  <c:v>278.10000000000002</c:v>
                </c:pt>
                <c:pt idx="131">
                  <c:v>282.55</c:v>
                </c:pt>
                <c:pt idx="132">
                  <c:v>292.89999999999998</c:v>
                </c:pt>
                <c:pt idx="133">
                  <c:v>295.2</c:v>
                </c:pt>
                <c:pt idx="134">
                  <c:v>278.39999999999998</c:v>
                </c:pt>
                <c:pt idx="135">
                  <c:v>275.95</c:v>
                </c:pt>
                <c:pt idx="136">
                  <c:v>267.55</c:v>
                </c:pt>
                <c:pt idx="137">
                  <c:v>261.8</c:v>
                </c:pt>
                <c:pt idx="138">
                  <c:v>256.5</c:v>
                </c:pt>
                <c:pt idx="139">
                  <c:v>240.4</c:v>
                </c:pt>
                <c:pt idx="140">
                  <c:v>239.5</c:v>
                </c:pt>
                <c:pt idx="141">
                  <c:v>240.75</c:v>
                </c:pt>
                <c:pt idx="142">
                  <c:v>240.55</c:v>
                </c:pt>
                <c:pt idx="143">
                  <c:v>236.4</c:v>
                </c:pt>
                <c:pt idx="144">
                  <c:v>240.75</c:v>
                </c:pt>
                <c:pt idx="145">
                  <c:v>240.75</c:v>
                </c:pt>
                <c:pt idx="146">
                  <c:v>240.7</c:v>
                </c:pt>
                <c:pt idx="147">
                  <c:v>238.2</c:v>
                </c:pt>
                <c:pt idx="148">
                  <c:v>255.8</c:v>
                </c:pt>
                <c:pt idx="149">
                  <c:v>256</c:v>
                </c:pt>
                <c:pt idx="150">
                  <c:v>250.15</c:v>
                </c:pt>
                <c:pt idx="151">
                  <c:v>239.85</c:v>
                </c:pt>
                <c:pt idx="152">
                  <c:v>240.7</c:v>
                </c:pt>
                <c:pt idx="153">
                  <c:v>232.8</c:v>
                </c:pt>
                <c:pt idx="154">
                  <c:v>235.8</c:v>
                </c:pt>
                <c:pt idx="155">
                  <c:v>243.7</c:v>
                </c:pt>
                <c:pt idx="156">
                  <c:v>243.25</c:v>
                </c:pt>
                <c:pt idx="157">
                  <c:v>244.7</c:v>
                </c:pt>
                <c:pt idx="158">
                  <c:v>245.25</c:v>
                </c:pt>
                <c:pt idx="159">
                  <c:v>242.55</c:v>
                </c:pt>
                <c:pt idx="160">
                  <c:v>248.6</c:v>
                </c:pt>
                <c:pt idx="161">
                  <c:v>244.1</c:v>
                </c:pt>
                <c:pt idx="162">
                  <c:v>241.35</c:v>
                </c:pt>
                <c:pt idx="163">
                  <c:v>241.25</c:v>
                </c:pt>
                <c:pt idx="164">
                  <c:v>238.8</c:v>
                </c:pt>
                <c:pt idx="165">
                  <c:v>238.95</c:v>
                </c:pt>
                <c:pt idx="166">
                  <c:v>238.95</c:v>
                </c:pt>
                <c:pt idx="167">
                  <c:v>246.2</c:v>
                </c:pt>
                <c:pt idx="168">
                  <c:v>244.35</c:v>
                </c:pt>
                <c:pt idx="169">
                  <c:v>251.85</c:v>
                </c:pt>
                <c:pt idx="170">
                  <c:v>252.1</c:v>
                </c:pt>
                <c:pt idx="171">
                  <c:v>249.35</c:v>
                </c:pt>
                <c:pt idx="172">
                  <c:v>251.25</c:v>
                </c:pt>
                <c:pt idx="173">
                  <c:v>252.75</c:v>
                </c:pt>
                <c:pt idx="174">
                  <c:v>249.35</c:v>
                </c:pt>
                <c:pt idx="175">
                  <c:v>240.9</c:v>
                </c:pt>
                <c:pt idx="176">
                  <c:v>240.75</c:v>
                </c:pt>
                <c:pt idx="177">
                  <c:v>237.6</c:v>
                </c:pt>
                <c:pt idx="178">
                  <c:v>231.65</c:v>
                </c:pt>
                <c:pt idx="179">
                  <c:v>229.75</c:v>
                </c:pt>
                <c:pt idx="180">
                  <c:v>232.25</c:v>
                </c:pt>
                <c:pt idx="181">
                  <c:v>222.65</c:v>
                </c:pt>
                <c:pt idx="182">
                  <c:v>212</c:v>
                </c:pt>
                <c:pt idx="183">
                  <c:v>210.95</c:v>
                </c:pt>
                <c:pt idx="184">
                  <c:v>213.25</c:v>
                </c:pt>
                <c:pt idx="185">
                  <c:v>200.4</c:v>
                </c:pt>
                <c:pt idx="186">
                  <c:v>208.55</c:v>
                </c:pt>
                <c:pt idx="187">
                  <c:v>211.75</c:v>
                </c:pt>
                <c:pt idx="188">
                  <c:v>214.05</c:v>
                </c:pt>
                <c:pt idx="189">
                  <c:v>214.9</c:v>
                </c:pt>
                <c:pt idx="190">
                  <c:v>213.85</c:v>
                </c:pt>
                <c:pt idx="191">
                  <c:v>206</c:v>
                </c:pt>
                <c:pt idx="192">
                  <c:v>191.3</c:v>
                </c:pt>
                <c:pt idx="193">
                  <c:v>189.7</c:v>
                </c:pt>
                <c:pt idx="194">
                  <c:v>192.5</c:v>
                </c:pt>
                <c:pt idx="195">
                  <c:v>185</c:v>
                </c:pt>
                <c:pt idx="196">
                  <c:v>172.9</c:v>
                </c:pt>
                <c:pt idx="197">
                  <c:v>172.35</c:v>
                </c:pt>
                <c:pt idx="198">
                  <c:v>172.1</c:v>
                </c:pt>
                <c:pt idx="199">
                  <c:v>177.35</c:v>
                </c:pt>
                <c:pt idx="200">
                  <c:v>174.7</c:v>
                </c:pt>
                <c:pt idx="201">
                  <c:v>170.4</c:v>
                </c:pt>
                <c:pt idx="202">
                  <c:v>168.8</c:v>
                </c:pt>
                <c:pt idx="203">
                  <c:v>173.65</c:v>
                </c:pt>
                <c:pt idx="204">
                  <c:v>174.05</c:v>
                </c:pt>
                <c:pt idx="205">
                  <c:v>169</c:v>
                </c:pt>
                <c:pt idx="206">
                  <c:v>173.55</c:v>
                </c:pt>
                <c:pt idx="207">
                  <c:v>177.9</c:v>
                </c:pt>
                <c:pt idx="208">
                  <c:v>181.35</c:v>
                </c:pt>
                <c:pt idx="209">
                  <c:v>182.05</c:v>
                </c:pt>
                <c:pt idx="210">
                  <c:v>184.35</c:v>
                </c:pt>
                <c:pt idx="211">
                  <c:v>176.65</c:v>
                </c:pt>
                <c:pt idx="212">
                  <c:v>179.45</c:v>
                </c:pt>
                <c:pt idx="213">
                  <c:v>186.5</c:v>
                </c:pt>
                <c:pt idx="214">
                  <c:v>191.1</c:v>
                </c:pt>
                <c:pt idx="215">
                  <c:v>186.4</c:v>
                </c:pt>
                <c:pt idx="216">
                  <c:v>184.75</c:v>
                </c:pt>
                <c:pt idx="217">
                  <c:v>186.45</c:v>
                </c:pt>
                <c:pt idx="218">
                  <c:v>188.55</c:v>
                </c:pt>
                <c:pt idx="219">
                  <c:v>182.5</c:v>
                </c:pt>
                <c:pt idx="220">
                  <c:v>183.55</c:v>
                </c:pt>
                <c:pt idx="221">
                  <c:v>185.1</c:v>
                </c:pt>
                <c:pt idx="222">
                  <c:v>183.9</c:v>
                </c:pt>
                <c:pt idx="223">
                  <c:v>182.15</c:v>
                </c:pt>
                <c:pt idx="224">
                  <c:v>174.25</c:v>
                </c:pt>
                <c:pt idx="225">
                  <c:v>172.55</c:v>
                </c:pt>
                <c:pt idx="226">
                  <c:v>175.4</c:v>
                </c:pt>
                <c:pt idx="227">
                  <c:v>184.05</c:v>
                </c:pt>
                <c:pt idx="228">
                  <c:v>185.35</c:v>
                </c:pt>
                <c:pt idx="229">
                  <c:v>193.5</c:v>
                </c:pt>
                <c:pt idx="230">
                  <c:v>194.35</c:v>
                </c:pt>
                <c:pt idx="231">
                  <c:v>187.8</c:v>
                </c:pt>
                <c:pt idx="232">
                  <c:v>186.1</c:v>
                </c:pt>
                <c:pt idx="233">
                  <c:v>194.8</c:v>
                </c:pt>
                <c:pt idx="234">
                  <c:v>192.35</c:v>
                </c:pt>
                <c:pt idx="235">
                  <c:v>191.4</c:v>
                </c:pt>
                <c:pt idx="236">
                  <c:v>192</c:v>
                </c:pt>
                <c:pt idx="237">
                  <c:v>189.15</c:v>
                </c:pt>
                <c:pt idx="238">
                  <c:v>191.9</c:v>
                </c:pt>
                <c:pt idx="239">
                  <c:v>193.15</c:v>
                </c:pt>
                <c:pt idx="240">
                  <c:v>193.35</c:v>
                </c:pt>
                <c:pt idx="241">
                  <c:v>198.15</c:v>
                </c:pt>
                <c:pt idx="242">
                  <c:v>202.8</c:v>
                </c:pt>
                <c:pt idx="243">
                  <c:v>195.55</c:v>
                </c:pt>
                <c:pt idx="244">
                  <c:v>199.15</c:v>
                </c:pt>
                <c:pt idx="245">
                  <c:v>200.35</c:v>
                </c:pt>
                <c:pt idx="246">
                  <c:v>203</c:v>
                </c:pt>
                <c:pt idx="247">
                  <c:v>210.05</c:v>
                </c:pt>
                <c:pt idx="248">
                  <c:v>206.45</c:v>
                </c:pt>
                <c:pt idx="249">
                  <c:v>206.55</c:v>
                </c:pt>
                <c:pt idx="250">
                  <c:v>199.6</c:v>
                </c:pt>
                <c:pt idx="251">
                  <c:v>198.6</c:v>
                </c:pt>
                <c:pt idx="252">
                  <c:v>201.65</c:v>
                </c:pt>
                <c:pt idx="253">
                  <c:v>210.75</c:v>
                </c:pt>
                <c:pt idx="254">
                  <c:v>207.45</c:v>
                </c:pt>
                <c:pt idx="255">
                  <c:v>210</c:v>
                </c:pt>
                <c:pt idx="256">
                  <c:v>216.5</c:v>
                </c:pt>
                <c:pt idx="257">
                  <c:v>206.7</c:v>
                </c:pt>
                <c:pt idx="258">
                  <c:v>204.55</c:v>
                </c:pt>
                <c:pt idx="259">
                  <c:v>201.15</c:v>
                </c:pt>
                <c:pt idx="260">
                  <c:v>194</c:v>
                </c:pt>
                <c:pt idx="261">
                  <c:v>199.9</c:v>
                </c:pt>
                <c:pt idx="262">
                  <c:v>204.15</c:v>
                </c:pt>
                <c:pt idx="263">
                  <c:v>199.8</c:v>
                </c:pt>
                <c:pt idx="264">
                  <c:v>200.25</c:v>
                </c:pt>
                <c:pt idx="265">
                  <c:v>201</c:v>
                </c:pt>
                <c:pt idx="266">
                  <c:v>201.2</c:v>
                </c:pt>
                <c:pt idx="267">
                  <c:v>203.1</c:v>
                </c:pt>
                <c:pt idx="268">
                  <c:v>205.85</c:v>
                </c:pt>
                <c:pt idx="269">
                  <c:v>203.6</c:v>
                </c:pt>
                <c:pt idx="270">
                  <c:v>211.2</c:v>
                </c:pt>
                <c:pt idx="271">
                  <c:v>206.9</c:v>
                </c:pt>
                <c:pt idx="272">
                  <c:v>203.75</c:v>
                </c:pt>
                <c:pt idx="273">
                  <c:v>200</c:v>
                </c:pt>
                <c:pt idx="274">
                  <c:v>200.05</c:v>
                </c:pt>
                <c:pt idx="275">
                  <c:v>201.5</c:v>
                </c:pt>
                <c:pt idx="276">
                  <c:v>202.85</c:v>
                </c:pt>
                <c:pt idx="277">
                  <c:v>209.5</c:v>
                </c:pt>
                <c:pt idx="278">
                  <c:v>213.25</c:v>
                </c:pt>
                <c:pt idx="279">
                  <c:v>215.75</c:v>
                </c:pt>
                <c:pt idx="280">
                  <c:v>208.5</c:v>
                </c:pt>
                <c:pt idx="281">
                  <c:v>207.5</c:v>
                </c:pt>
                <c:pt idx="282">
                  <c:v>220.55</c:v>
                </c:pt>
                <c:pt idx="283">
                  <c:v>216.15</c:v>
                </c:pt>
                <c:pt idx="284">
                  <c:v>216.2</c:v>
                </c:pt>
                <c:pt idx="285">
                  <c:v>218.65</c:v>
                </c:pt>
                <c:pt idx="286">
                  <c:v>222.4</c:v>
                </c:pt>
                <c:pt idx="287">
                  <c:v>217.9</c:v>
                </c:pt>
                <c:pt idx="288">
                  <c:v>217</c:v>
                </c:pt>
                <c:pt idx="289">
                  <c:v>208</c:v>
                </c:pt>
                <c:pt idx="290">
                  <c:v>206.15</c:v>
                </c:pt>
                <c:pt idx="291">
                  <c:v>229.7</c:v>
                </c:pt>
                <c:pt idx="292">
                  <c:v>231.1</c:v>
                </c:pt>
                <c:pt idx="293">
                  <c:v>230.8</c:v>
                </c:pt>
                <c:pt idx="294">
                  <c:v>225.2</c:v>
                </c:pt>
                <c:pt idx="295">
                  <c:v>225.45</c:v>
                </c:pt>
                <c:pt idx="296">
                  <c:v>227.95</c:v>
                </c:pt>
                <c:pt idx="297">
                  <c:v>224.3</c:v>
                </c:pt>
                <c:pt idx="298">
                  <c:v>215.75</c:v>
                </c:pt>
                <c:pt idx="299">
                  <c:v>211.35</c:v>
                </c:pt>
                <c:pt idx="300">
                  <c:v>216.9</c:v>
                </c:pt>
                <c:pt idx="301">
                  <c:v>221.3</c:v>
                </c:pt>
                <c:pt idx="302">
                  <c:v>219.5</c:v>
                </c:pt>
                <c:pt idx="303">
                  <c:v>218</c:v>
                </c:pt>
                <c:pt idx="304">
                  <c:v>214.8</c:v>
                </c:pt>
                <c:pt idx="305">
                  <c:v>223.55</c:v>
                </c:pt>
                <c:pt idx="306">
                  <c:v>219.2</c:v>
                </c:pt>
                <c:pt idx="307">
                  <c:v>215.2</c:v>
                </c:pt>
                <c:pt idx="308">
                  <c:v>211.1</c:v>
                </c:pt>
                <c:pt idx="309">
                  <c:v>210.05</c:v>
                </c:pt>
                <c:pt idx="310">
                  <c:v>220.6</c:v>
                </c:pt>
                <c:pt idx="311">
                  <c:v>226.45</c:v>
                </c:pt>
                <c:pt idx="312">
                  <c:v>219.25</c:v>
                </c:pt>
                <c:pt idx="313">
                  <c:v>222.2</c:v>
                </c:pt>
                <c:pt idx="314">
                  <c:v>222.25</c:v>
                </c:pt>
                <c:pt idx="315">
                  <c:v>218.35</c:v>
                </c:pt>
                <c:pt idx="316">
                  <c:v>219.05</c:v>
                </c:pt>
                <c:pt idx="317">
                  <c:v>214.25</c:v>
                </c:pt>
                <c:pt idx="318">
                  <c:v>215.9</c:v>
                </c:pt>
                <c:pt idx="319">
                  <c:v>213.7</c:v>
                </c:pt>
                <c:pt idx="320">
                  <c:v>210.15</c:v>
                </c:pt>
                <c:pt idx="321">
                  <c:v>206.35</c:v>
                </c:pt>
                <c:pt idx="322">
                  <c:v>211.05</c:v>
                </c:pt>
                <c:pt idx="323">
                  <c:v>209.75</c:v>
                </c:pt>
                <c:pt idx="324">
                  <c:v>213.95</c:v>
                </c:pt>
                <c:pt idx="325">
                  <c:v>219.05</c:v>
                </c:pt>
                <c:pt idx="326">
                  <c:v>220.3</c:v>
                </c:pt>
                <c:pt idx="327">
                  <c:v>215.05</c:v>
                </c:pt>
                <c:pt idx="328">
                  <c:v>213.55</c:v>
                </c:pt>
                <c:pt idx="329">
                  <c:v>209</c:v>
                </c:pt>
                <c:pt idx="330">
                  <c:v>211.25</c:v>
                </c:pt>
                <c:pt idx="331">
                  <c:v>210.4</c:v>
                </c:pt>
                <c:pt idx="332">
                  <c:v>210.1</c:v>
                </c:pt>
                <c:pt idx="333">
                  <c:v>211.25</c:v>
                </c:pt>
                <c:pt idx="334">
                  <c:v>210.3</c:v>
                </c:pt>
                <c:pt idx="335">
                  <c:v>210.8</c:v>
                </c:pt>
                <c:pt idx="336">
                  <c:v>213.15</c:v>
                </c:pt>
                <c:pt idx="337">
                  <c:v>215.45</c:v>
                </c:pt>
                <c:pt idx="338">
                  <c:v>210.2</c:v>
                </c:pt>
                <c:pt idx="339">
                  <c:v>210.2</c:v>
                </c:pt>
                <c:pt idx="340">
                  <c:v>211.25</c:v>
                </c:pt>
                <c:pt idx="341">
                  <c:v>210.3</c:v>
                </c:pt>
                <c:pt idx="342">
                  <c:v>212.35</c:v>
                </c:pt>
                <c:pt idx="343">
                  <c:v>211.65</c:v>
                </c:pt>
                <c:pt idx="344">
                  <c:v>207.25</c:v>
                </c:pt>
                <c:pt idx="345">
                  <c:v>201.45</c:v>
                </c:pt>
                <c:pt idx="346">
                  <c:v>202.05</c:v>
                </c:pt>
                <c:pt idx="347">
                  <c:v>201.6</c:v>
                </c:pt>
                <c:pt idx="348">
                  <c:v>201.85</c:v>
                </c:pt>
                <c:pt idx="349">
                  <c:v>200.25</c:v>
                </c:pt>
                <c:pt idx="350">
                  <c:v>200.15</c:v>
                </c:pt>
                <c:pt idx="351">
                  <c:v>200.25</c:v>
                </c:pt>
                <c:pt idx="352">
                  <c:v>200.85</c:v>
                </c:pt>
                <c:pt idx="353">
                  <c:v>197.95</c:v>
                </c:pt>
                <c:pt idx="354">
                  <c:v>193.15</c:v>
                </c:pt>
                <c:pt idx="355">
                  <c:v>187.45</c:v>
                </c:pt>
                <c:pt idx="356">
                  <c:v>183.05</c:v>
                </c:pt>
                <c:pt idx="357">
                  <c:v>184.2</c:v>
                </c:pt>
                <c:pt idx="358">
                  <c:v>186.05</c:v>
                </c:pt>
                <c:pt idx="359">
                  <c:v>186.4</c:v>
                </c:pt>
                <c:pt idx="360">
                  <c:v>190.8</c:v>
                </c:pt>
                <c:pt idx="361">
                  <c:v>192.7</c:v>
                </c:pt>
                <c:pt idx="362">
                  <c:v>193.2</c:v>
                </c:pt>
                <c:pt idx="363">
                  <c:v>193.45</c:v>
                </c:pt>
                <c:pt idx="364">
                  <c:v>198.2</c:v>
                </c:pt>
                <c:pt idx="365">
                  <c:v>197.7</c:v>
                </c:pt>
                <c:pt idx="366">
                  <c:v>200.85</c:v>
                </c:pt>
                <c:pt idx="367">
                  <c:v>206.65</c:v>
                </c:pt>
                <c:pt idx="368">
                  <c:v>205.2</c:v>
                </c:pt>
                <c:pt idx="369">
                  <c:v>204.15</c:v>
                </c:pt>
                <c:pt idx="370">
                  <c:v>200.3</c:v>
                </c:pt>
                <c:pt idx="371">
                  <c:v>197.95</c:v>
                </c:pt>
                <c:pt idx="372">
                  <c:v>197.45</c:v>
                </c:pt>
                <c:pt idx="373">
                  <c:v>196.85</c:v>
                </c:pt>
                <c:pt idx="374">
                  <c:v>205.4</c:v>
                </c:pt>
                <c:pt idx="375">
                  <c:v>198.5</c:v>
                </c:pt>
                <c:pt idx="376">
                  <c:v>202.95</c:v>
                </c:pt>
                <c:pt idx="377">
                  <c:v>197.25</c:v>
                </c:pt>
                <c:pt idx="378">
                  <c:v>197.25</c:v>
                </c:pt>
                <c:pt idx="379">
                  <c:v>197.65</c:v>
                </c:pt>
                <c:pt idx="380">
                  <c:v>198.3</c:v>
                </c:pt>
                <c:pt idx="381">
                  <c:v>200.65</c:v>
                </c:pt>
                <c:pt idx="382">
                  <c:v>204.25</c:v>
                </c:pt>
                <c:pt idx="383">
                  <c:v>213.95</c:v>
                </c:pt>
                <c:pt idx="384">
                  <c:v>223.6</c:v>
                </c:pt>
                <c:pt idx="385">
                  <c:v>224.6</c:v>
                </c:pt>
                <c:pt idx="386">
                  <c:v>224.75</c:v>
                </c:pt>
                <c:pt idx="387">
                  <c:v>218.95</c:v>
                </c:pt>
                <c:pt idx="388">
                  <c:v>212.95</c:v>
                </c:pt>
                <c:pt idx="389">
                  <c:v>216.1</c:v>
                </c:pt>
                <c:pt idx="390">
                  <c:v>215.3</c:v>
                </c:pt>
                <c:pt idx="391">
                  <c:v>217.45</c:v>
                </c:pt>
                <c:pt idx="392">
                  <c:v>223.45</c:v>
                </c:pt>
                <c:pt idx="393">
                  <c:v>218.75</c:v>
                </c:pt>
                <c:pt idx="394">
                  <c:v>217.55</c:v>
                </c:pt>
                <c:pt idx="395">
                  <c:v>217.65</c:v>
                </c:pt>
                <c:pt idx="396">
                  <c:v>220.8</c:v>
                </c:pt>
                <c:pt idx="397">
                  <c:v>211.65</c:v>
                </c:pt>
                <c:pt idx="398">
                  <c:v>210.85</c:v>
                </c:pt>
                <c:pt idx="399">
                  <c:v>213.5</c:v>
                </c:pt>
                <c:pt idx="400">
                  <c:v>214</c:v>
                </c:pt>
                <c:pt idx="401">
                  <c:v>211.2</c:v>
                </c:pt>
                <c:pt idx="402">
                  <c:v>212.7</c:v>
                </c:pt>
                <c:pt idx="403">
                  <c:v>217.25</c:v>
                </c:pt>
                <c:pt idx="404">
                  <c:v>214.9</c:v>
                </c:pt>
                <c:pt idx="405">
                  <c:v>212.6</c:v>
                </c:pt>
                <c:pt idx="406">
                  <c:v>216.1</c:v>
                </c:pt>
                <c:pt idx="407">
                  <c:v>221.85</c:v>
                </c:pt>
                <c:pt idx="408">
                  <c:v>218.5</c:v>
                </c:pt>
                <c:pt idx="409">
                  <c:v>219.25</c:v>
                </c:pt>
                <c:pt idx="410">
                  <c:v>223.7</c:v>
                </c:pt>
                <c:pt idx="411">
                  <c:v>221.95</c:v>
                </c:pt>
                <c:pt idx="412">
                  <c:v>218.75</c:v>
                </c:pt>
                <c:pt idx="413">
                  <c:v>221.1</c:v>
                </c:pt>
                <c:pt idx="414">
                  <c:v>219.15</c:v>
                </c:pt>
                <c:pt idx="415">
                  <c:v>219.45</c:v>
                </c:pt>
                <c:pt idx="416">
                  <c:v>218.45</c:v>
                </c:pt>
                <c:pt idx="417">
                  <c:v>218.75</c:v>
                </c:pt>
                <c:pt idx="418">
                  <c:v>219.7</c:v>
                </c:pt>
                <c:pt idx="419">
                  <c:v>219.9</c:v>
                </c:pt>
                <c:pt idx="420">
                  <c:v>215.15</c:v>
                </c:pt>
                <c:pt idx="421">
                  <c:v>219.45</c:v>
                </c:pt>
                <c:pt idx="422">
                  <c:v>219.65</c:v>
                </c:pt>
                <c:pt idx="423">
                  <c:v>218.4</c:v>
                </c:pt>
                <c:pt idx="424">
                  <c:v>210.45</c:v>
                </c:pt>
                <c:pt idx="425">
                  <c:v>205.2</c:v>
                </c:pt>
                <c:pt idx="426">
                  <c:v>205.1</c:v>
                </c:pt>
                <c:pt idx="427">
                  <c:v>200.5</c:v>
                </c:pt>
                <c:pt idx="428">
                  <c:v>188.1</c:v>
                </c:pt>
                <c:pt idx="429">
                  <c:v>203.8</c:v>
                </c:pt>
                <c:pt idx="430">
                  <c:v>211.7</c:v>
                </c:pt>
                <c:pt idx="431">
                  <c:v>210.25</c:v>
                </c:pt>
                <c:pt idx="432">
                  <c:v>194.15</c:v>
                </c:pt>
                <c:pt idx="433">
                  <c:v>194.35</c:v>
                </c:pt>
                <c:pt idx="434">
                  <c:v>191.1</c:v>
                </c:pt>
                <c:pt idx="435">
                  <c:v>192.05</c:v>
                </c:pt>
                <c:pt idx="436">
                  <c:v>199.05</c:v>
                </c:pt>
                <c:pt idx="437">
                  <c:v>207.05</c:v>
                </c:pt>
                <c:pt idx="438">
                  <c:v>210.1</c:v>
                </c:pt>
                <c:pt idx="439">
                  <c:v>212.1</c:v>
                </c:pt>
                <c:pt idx="440">
                  <c:v>212.6</c:v>
                </c:pt>
                <c:pt idx="441">
                  <c:v>212.05</c:v>
                </c:pt>
                <c:pt idx="442">
                  <c:v>208.3</c:v>
                </c:pt>
                <c:pt idx="443">
                  <c:v>211.15</c:v>
                </c:pt>
                <c:pt idx="444">
                  <c:v>229.75</c:v>
                </c:pt>
                <c:pt idx="445">
                  <c:v>226.65</c:v>
                </c:pt>
                <c:pt idx="446">
                  <c:v>225.25</c:v>
                </c:pt>
                <c:pt idx="447">
                  <c:v>223.95</c:v>
                </c:pt>
                <c:pt idx="448">
                  <c:v>227.35</c:v>
                </c:pt>
                <c:pt idx="449">
                  <c:v>226.75</c:v>
                </c:pt>
                <c:pt idx="450">
                  <c:v>220.5</c:v>
                </c:pt>
                <c:pt idx="451">
                  <c:v>218.15</c:v>
                </c:pt>
                <c:pt idx="452">
                  <c:v>214.25</c:v>
                </c:pt>
                <c:pt idx="453">
                  <c:v>220.65</c:v>
                </c:pt>
                <c:pt idx="454">
                  <c:v>215.55</c:v>
                </c:pt>
                <c:pt idx="455">
                  <c:v>211.85</c:v>
                </c:pt>
                <c:pt idx="456">
                  <c:v>211.55</c:v>
                </c:pt>
                <c:pt idx="457">
                  <c:v>210</c:v>
                </c:pt>
                <c:pt idx="458">
                  <c:v>214.8</c:v>
                </c:pt>
                <c:pt idx="459">
                  <c:v>215.2</c:v>
                </c:pt>
                <c:pt idx="460">
                  <c:v>219.15</c:v>
                </c:pt>
                <c:pt idx="461">
                  <c:v>214.65</c:v>
                </c:pt>
                <c:pt idx="462">
                  <c:v>217.4</c:v>
                </c:pt>
                <c:pt idx="463">
                  <c:v>215.15</c:v>
                </c:pt>
                <c:pt idx="464">
                  <c:v>216.7</c:v>
                </c:pt>
                <c:pt idx="465">
                  <c:v>216.35</c:v>
                </c:pt>
                <c:pt idx="466">
                  <c:v>215.4</c:v>
                </c:pt>
                <c:pt idx="467">
                  <c:v>214.05</c:v>
                </c:pt>
                <c:pt idx="468">
                  <c:v>215.5</c:v>
                </c:pt>
                <c:pt idx="469">
                  <c:v>216.45</c:v>
                </c:pt>
                <c:pt idx="470">
                  <c:v>220.45</c:v>
                </c:pt>
                <c:pt idx="471">
                  <c:v>214.5</c:v>
                </c:pt>
                <c:pt idx="472">
                  <c:v>215</c:v>
                </c:pt>
                <c:pt idx="473">
                  <c:v>214.75</c:v>
                </c:pt>
                <c:pt idx="474">
                  <c:v>214.55</c:v>
                </c:pt>
                <c:pt idx="475">
                  <c:v>214.25</c:v>
                </c:pt>
                <c:pt idx="476">
                  <c:v>211.95</c:v>
                </c:pt>
                <c:pt idx="477">
                  <c:v>212.45</c:v>
                </c:pt>
                <c:pt idx="478">
                  <c:v>210.2</c:v>
                </c:pt>
                <c:pt idx="479">
                  <c:v>209.7</c:v>
                </c:pt>
                <c:pt idx="480">
                  <c:v>213.35</c:v>
                </c:pt>
                <c:pt idx="481">
                  <c:v>217.85</c:v>
                </c:pt>
                <c:pt idx="482">
                  <c:v>215.65</c:v>
                </c:pt>
                <c:pt idx="483">
                  <c:v>214.65</c:v>
                </c:pt>
                <c:pt idx="484">
                  <c:v>214.75</c:v>
                </c:pt>
                <c:pt idx="485">
                  <c:v>216.95</c:v>
                </c:pt>
                <c:pt idx="486">
                  <c:v>215.05</c:v>
                </c:pt>
                <c:pt idx="487">
                  <c:v>216.95</c:v>
                </c:pt>
                <c:pt idx="488">
                  <c:v>216.9</c:v>
                </c:pt>
                <c:pt idx="489">
                  <c:v>217.25</c:v>
                </c:pt>
                <c:pt idx="490">
                  <c:v>216.3</c:v>
                </c:pt>
                <c:pt idx="491">
                  <c:v>217.2</c:v>
                </c:pt>
                <c:pt idx="492">
                  <c:v>218.1</c:v>
                </c:pt>
                <c:pt idx="493">
                  <c:v>216.25</c:v>
                </c:pt>
                <c:pt idx="494">
                  <c:v>215</c:v>
                </c:pt>
                <c:pt idx="495">
                  <c:v>217.8</c:v>
                </c:pt>
                <c:pt idx="496">
                  <c:v>218.7</c:v>
                </c:pt>
                <c:pt idx="497">
                  <c:v>222.95</c:v>
                </c:pt>
                <c:pt idx="498">
                  <c:v>220.75</c:v>
                </c:pt>
                <c:pt idx="499">
                  <c:v>222.45</c:v>
                </c:pt>
                <c:pt idx="500">
                  <c:v>220.15</c:v>
                </c:pt>
                <c:pt idx="501">
                  <c:v>222.95</c:v>
                </c:pt>
                <c:pt idx="502">
                  <c:v>217.65</c:v>
                </c:pt>
                <c:pt idx="503">
                  <c:v>220.15</c:v>
                </c:pt>
                <c:pt idx="504">
                  <c:v>215.15</c:v>
                </c:pt>
                <c:pt idx="505">
                  <c:v>214.75</c:v>
                </c:pt>
                <c:pt idx="506">
                  <c:v>215.1</c:v>
                </c:pt>
                <c:pt idx="507">
                  <c:v>214.9</c:v>
                </c:pt>
                <c:pt idx="508">
                  <c:v>211.45</c:v>
                </c:pt>
                <c:pt idx="509">
                  <c:v>210.1</c:v>
                </c:pt>
                <c:pt idx="510">
                  <c:v>211.45</c:v>
                </c:pt>
                <c:pt idx="511">
                  <c:v>213.6</c:v>
                </c:pt>
                <c:pt idx="512">
                  <c:v>212.7</c:v>
                </c:pt>
                <c:pt idx="513">
                  <c:v>211.25</c:v>
                </c:pt>
                <c:pt idx="514">
                  <c:v>215.6</c:v>
                </c:pt>
                <c:pt idx="515">
                  <c:v>220.05</c:v>
                </c:pt>
                <c:pt idx="516">
                  <c:v>220.3</c:v>
                </c:pt>
                <c:pt idx="517">
                  <c:v>219.15</c:v>
                </c:pt>
                <c:pt idx="518">
                  <c:v>221.6</c:v>
                </c:pt>
                <c:pt idx="519">
                  <c:v>221.3</c:v>
                </c:pt>
                <c:pt idx="520">
                  <c:v>220.5</c:v>
                </c:pt>
                <c:pt idx="521">
                  <c:v>219.2</c:v>
                </c:pt>
                <c:pt idx="522">
                  <c:v>218.75</c:v>
                </c:pt>
                <c:pt idx="523">
                  <c:v>217.15</c:v>
                </c:pt>
                <c:pt idx="524">
                  <c:v>222.05</c:v>
                </c:pt>
                <c:pt idx="525">
                  <c:v>224.25</c:v>
                </c:pt>
                <c:pt idx="526">
                  <c:v>230.35</c:v>
                </c:pt>
                <c:pt idx="527">
                  <c:v>239.1</c:v>
                </c:pt>
                <c:pt idx="528">
                  <c:v>231.45</c:v>
                </c:pt>
                <c:pt idx="529">
                  <c:v>233.4</c:v>
                </c:pt>
                <c:pt idx="530">
                  <c:v>231.05</c:v>
                </c:pt>
                <c:pt idx="531">
                  <c:v>234.6</c:v>
                </c:pt>
                <c:pt idx="532">
                  <c:v>242.9</c:v>
                </c:pt>
                <c:pt idx="533">
                  <c:v>240.9</c:v>
                </c:pt>
                <c:pt idx="534">
                  <c:v>240.1</c:v>
                </c:pt>
                <c:pt idx="535">
                  <c:v>240.75</c:v>
                </c:pt>
                <c:pt idx="536">
                  <c:v>240.8</c:v>
                </c:pt>
                <c:pt idx="537">
                  <c:v>238.85</c:v>
                </c:pt>
                <c:pt idx="538">
                  <c:v>240.9</c:v>
                </c:pt>
                <c:pt idx="539">
                  <c:v>246.5</c:v>
                </c:pt>
                <c:pt idx="540">
                  <c:v>248.5</c:v>
                </c:pt>
                <c:pt idx="541">
                  <c:v>262.7</c:v>
                </c:pt>
                <c:pt idx="542">
                  <c:v>249.65</c:v>
                </c:pt>
                <c:pt idx="543">
                  <c:v>247.7</c:v>
                </c:pt>
                <c:pt idx="544">
                  <c:v>246.1</c:v>
                </c:pt>
                <c:pt idx="545">
                  <c:v>251.2</c:v>
                </c:pt>
                <c:pt idx="546">
                  <c:v>246.5</c:v>
                </c:pt>
                <c:pt idx="547">
                  <c:v>239.4</c:v>
                </c:pt>
                <c:pt idx="548">
                  <c:v>232.2</c:v>
                </c:pt>
                <c:pt idx="549">
                  <c:v>238.5</c:v>
                </c:pt>
                <c:pt idx="550">
                  <c:v>238.75</c:v>
                </c:pt>
                <c:pt idx="551">
                  <c:v>237.4</c:v>
                </c:pt>
                <c:pt idx="552">
                  <c:v>238.4</c:v>
                </c:pt>
                <c:pt idx="553">
                  <c:v>232.85</c:v>
                </c:pt>
                <c:pt idx="554">
                  <c:v>236.3</c:v>
                </c:pt>
                <c:pt idx="555">
                  <c:v>232.85</c:v>
                </c:pt>
                <c:pt idx="556">
                  <c:v>231.15</c:v>
                </c:pt>
                <c:pt idx="557">
                  <c:v>229.85</c:v>
                </c:pt>
                <c:pt idx="558">
                  <c:v>227.6</c:v>
                </c:pt>
                <c:pt idx="559">
                  <c:v>225.15</c:v>
                </c:pt>
                <c:pt idx="560">
                  <c:v>227.25</c:v>
                </c:pt>
                <c:pt idx="561">
                  <c:v>222.45</c:v>
                </c:pt>
                <c:pt idx="562">
                  <c:v>218.05</c:v>
                </c:pt>
                <c:pt idx="563">
                  <c:v>227.7</c:v>
                </c:pt>
                <c:pt idx="564">
                  <c:v>227.6</c:v>
                </c:pt>
                <c:pt idx="565">
                  <c:v>225.75</c:v>
                </c:pt>
                <c:pt idx="566">
                  <c:v>225.05</c:v>
                </c:pt>
                <c:pt idx="567">
                  <c:v>224.7</c:v>
                </c:pt>
                <c:pt idx="568">
                  <c:v>223.1</c:v>
                </c:pt>
                <c:pt idx="569">
                  <c:v>223.75</c:v>
                </c:pt>
                <c:pt idx="570">
                  <c:v>223.7</c:v>
                </c:pt>
                <c:pt idx="571">
                  <c:v>211.4</c:v>
                </c:pt>
                <c:pt idx="572">
                  <c:v>207.8</c:v>
                </c:pt>
                <c:pt idx="573">
                  <c:v>205.4</c:v>
                </c:pt>
                <c:pt idx="574">
                  <c:v>203.1</c:v>
                </c:pt>
                <c:pt idx="575">
                  <c:v>208.45</c:v>
                </c:pt>
                <c:pt idx="576">
                  <c:v>210.35</c:v>
                </c:pt>
                <c:pt idx="577">
                  <c:v>209.35</c:v>
                </c:pt>
                <c:pt idx="578">
                  <c:v>208.6</c:v>
                </c:pt>
                <c:pt idx="579">
                  <c:v>207.2</c:v>
                </c:pt>
                <c:pt idx="580">
                  <c:v>203.1</c:v>
                </c:pt>
                <c:pt idx="581">
                  <c:v>202.5</c:v>
                </c:pt>
                <c:pt idx="582">
                  <c:v>203.2</c:v>
                </c:pt>
                <c:pt idx="583">
                  <c:v>203.35</c:v>
                </c:pt>
                <c:pt idx="584">
                  <c:v>203.8</c:v>
                </c:pt>
                <c:pt idx="585">
                  <c:v>209.2</c:v>
                </c:pt>
                <c:pt idx="586">
                  <c:v>210.25</c:v>
                </c:pt>
                <c:pt idx="587">
                  <c:v>213.05</c:v>
                </c:pt>
                <c:pt idx="588">
                  <c:v>210.05</c:v>
                </c:pt>
                <c:pt idx="589">
                  <c:v>210.25</c:v>
                </c:pt>
                <c:pt idx="590">
                  <c:v>206.45</c:v>
                </c:pt>
                <c:pt idx="591">
                  <c:v>206.4</c:v>
                </c:pt>
                <c:pt idx="592">
                  <c:v>203</c:v>
                </c:pt>
                <c:pt idx="593">
                  <c:v>202.65</c:v>
                </c:pt>
                <c:pt idx="594">
                  <c:v>199.2</c:v>
                </c:pt>
                <c:pt idx="595">
                  <c:v>197.9</c:v>
                </c:pt>
                <c:pt idx="596">
                  <c:v>196.25</c:v>
                </c:pt>
                <c:pt idx="597">
                  <c:v>189.7</c:v>
                </c:pt>
                <c:pt idx="598">
                  <c:v>199.5</c:v>
                </c:pt>
                <c:pt idx="599">
                  <c:v>201.85</c:v>
                </c:pt>
                <c:pt idx="600">
                  <c:v>199.55</c:v>
                </c:pt>
                <c:pt idx="601">
                  <c:v>193</c:v>
                </c:pt>
                <c:pt idx="602">
                  <c:v>187.95</c:v>
                </c:pt>
                <c:pt idx="603">
                  <c:v>185.3</c:v>
                </c:pt>
                <c:pt idx="604">
                  <c:v>189.15</c:v>
                </c:pt>
                <c:pt idx="605">
                  <c:v>197.75</c:v>
                </c:pt>
                <c:pt idx="606">
                  <c:v>200.2</c:v>
                </c:pt>
                <c:pt idx="607">
                  <c:v>202.45</c:v>
                </c:pt>
                <c:pt idx="608">
                  <c:v>199.6</c:v>
                </c:pt>
                <c:pt idx="609">
                  <c:v>197.35</c:v>
                </c:pt>
                <c:pt idx="610">
                  <c:v>202.8</c:v>
                </c:pt>
                <c:pt idx="611">
                  <c:v>203.45</c:v>
                </c:pt>
                <c:pt idx="612">
                  <c:v>195.8</c:v>
                </c:pt>
                <c:pt idx="613">
                  <c:v>195.85</c:v>
                </c:pt>
                <c:pt idx="614">
                  <c:v>194.8</c:v>
                </c:pt>
                <c:pt idx="615">
                  <c:v>192.65</c:v>
                </c:pt>
                <c:pt idx="616">
                  <c:v>189.8</c:v>
                </c:pt>
                <c:pt idx="617">
                  <c:v>193.4</c:v>
                </c:pt>
                <c:pt idx="618">
                  <c:v>192.65</c:v>
                </c:pt>
                <c:pt idx="619">
                  <c:v>189.1</c:v>
                </c:pt>
                <c:pt idx="620">
                  <c:v>190.8</c:v>
                </c:pt>
                <c:pt idx="621">
                  <c:v>192.25</c:v>
                </c:pt>
                <c:pt idx="622">
                  <c:v>189.9</c:v>
                </c:pt>
                <c:pt idx="623">
                  <c:v>193.05</c:v>
                </c:pt>
                <c:pt idx="624">
                  <c:v>194.4</c:v>
                </c:pt>
                <c:pt idx="625">
                  <c:v>192.1</c:v>
                </c:pt>
                <c:pt idx="626">
                  <c:v>194.05</c:v>
                </c:pt>
                <c:pt idx="627">
                  <c:v>192.55</c:v>
                </c:pt>
                <c:pt idx="628">
                  <c:v>192.85</c:v>
                </c:pt>
                <c:pt idx="629">
                  <c:v>194.25</c:v>
                </c:pt>
                <c:pt idx="630">
                  <c:v>194.75</c:v>
                </c:pt>
                <c:pt idx="631">
                  <c:v>192.6</c:v>
                </c:pt>
                <c:pt idx="632">
                  <c:v>193.85</c:v>
                </c:pt>
                <c:pt idx="633">
                  <c:v>194.5</c:v>
                </c:pt>
                <c:pt idx="634">
                  <c:v>192.05</c:v>
                </c:pt>
                <c:pt idx="635">
                  <c:v>187.95</c:v>
                </c:pt>
                <c:pt idx="636">
                  <c:v>185.7</c:v>
                </c:pt>
                <c:pt idx="637">
                  <c:v>186.75</c:v>
                </c:pt>
                <c:pt idx="638">
                  <c:v>187.15</c:v>
                </c:pt>
                <c:pt idx="639">
                  <c:v>185.05</c:v>
                </c:pt>
                <c:pt idx="640">
                  <c:v>184.65</c:v>
                </c:pt>
                <c:pt idx="641">
                  <c:v>183.15</c:v>
                </c:pt>
                <c:pt idx="642">
                  <c:v>182.3</c:v>
                </c:pt>
                <c:pt idx="643">
                  <c:v>174.8</c:v>
                </c:pt>
                <c:pt idx="644">
                  <c:v>175.3</c:v>
                </c:pt>
                <c:pt idx="645">
                  <c:v>173.45</c:v>
                </c:pt>
                <c:pt idx="646">
                  <c:v>170.8</c:v>
                </c:pt>
                <c:pt idx="647">
                  <c:v>168</c:v>
                </c:pt>
                <c:pt idx="648">
                  <c:v>171.2</c:v>
                </c:pt>
                <c:pt idx="649">
                  <c:v>172.8</c:v>
                </c:pt>
                <c:pt idx="650">
                  <c:v>173.3</c:v>
                </c:pt>
                <c:pt idx="651">
                  <c:v>170</c:v>
                </c:pt>
                <c:pt idx="652">
                  <c:v>168.15</c:v>
                </c:pt>
                <c:pt idx="653">
                  <c:v>166.25</c:v>
                </c:pt>
                <c:pt idx="654">
                  <c:v>167.75</c:v>
                </c:pt>
                <c:pt idx="655">
                  <c:v>173.35</c:v>
                </c:pt>
                <c:pt idx="656">
                  <c:v>174.5</c:v>
                </c:pt>
                <c:pt idx="657">
                  <c:v>182.2</c:v>
                </c:pt>
                <c:pt idx="658">
                  <c:v>179.9</c:v>
                </c:pt>
                <c:pt idx="659">
                  <c:v>179.9</c:v>
                </c:pt>
                <c:pt idx="660">
                  <c:v>179.85</c:v>
                </c:pt>
                <c:pt idx="661">
                  <c:v>177.95</c:v>
                </c:pt>
                <c:pt idx="662">
                  <c:v>179.4</c:v>
                </c:pt>
                <c:pt idx="663">
                  <c:v>181.15</c:v>
                </c:pt>
                <c:pt idx="664">
                  <c:v>181.55</c:v>
                </c:pt>
                <c:pt idx="665">
                  <c:v>179.55</c:v>
                </c:pt>
                <c:pt idx="666">
                  <c:v>178.45</c:v>
                </c:pt>
                <c:pt idx="667">
                  <c:v>186.65</c:v>
                </c:pt>
                <c:pt idx="668">
                  <c:v>189.3</c:v>
                </c:pt>
                <c:pt idx="669">
                  <c:v>187.8</c:v>
                </c:pt>
                <c:pt idx="670">
                  <c:v>188.3</c:v>
                </c:pt>
                <c:pt idx="671">
                  <c:v>187.7</c:v>
                </c:pt>
                <c:pt idx="672">
                  <c:v>180.05</c:v>
                </c:pt>
                <c:pt idx="673">
                  <c:v>180.6</c:v>
                </c:pt>
                <c:pt idx="674">
                  <c:v>186.15</c:v>
                </c:pt>
                <c:pt idx="675">
                  <c:v>183</c:v>
                </c:pt>
                <c:pt idx="676">
                  <c:v>180.1</c:v>
                </c:pt>
                <c:pt idx="677">
                  <c:v>179.85</c:v>
                </c:pt>
                <c:pt idx="678">
                  <c:v>180.45</c:v>
                </c:pt>
                <c:pt idx="679">
                  <c:v>180.2</c:v>
                </c:pt>
                <c:pt idx="680">
                  <c:v>178.8</c:v>
                </c:pt>
                <c:pt idx="681">
                  <c:v>175.3</c:v>
                </c:pt>
                <c:pt idx="682">
                  <c:v>174.7</c:v>
                </c:pt>
                <c:pt idx="683">
                  <c:v>176.4</c:v>
                </c:pt>
                <c:pt idx="684">
                  <c:v>176.2</c:v>
                </c:pt>
                <c:pt idx="685">
                  <c:v>174.9</c:v>
                </c:pt>
                <c:pt idx="686">
                  <c:v>176.2</c:v>
                </c:pt>
                <c:pt idx="687">
                  <c:v>172.55</c:v>
                </c:pt>
                <c:pt idx="688">
                  <c:v>168.8</c:v>
                </c:pt>
                <c:pt idx="689">
                  <c:v>166.6</c:v>
                </c:pt>
                <c:pt idx="690">
                  <c:v>169.5</c:v>
                </c:pt>
                <c:pt idx="691">
                  <c:v>169.1</c:v>
                </c:pt>
                <c:pt idx="692">
                  <c:v>170</c:v>
                </c:pt>
                <c:pt idx="693">
                  <c:v>169.4</c:v>
                </c:pt>
                <c:pt idx="694">
                  <c:v>170.25</c:v>
                </c:pt>
                <c:pt idx="695">
                  <c:v>170.75</c:v>
                </c:pt>
                <c:pt idx="696">
                  <c:v>172.15</c:v>
                </c:pt>
                <c:pt idx="697">
                  <c:v>175</c:v>
                </c:pt>
                <c:pt idx="698">
                  <c:v>175.75</c:v>
                </c:pt>
                <c:pt idx="699">
                  <c:v>176.65</c:v>
                </c:pt>
                <c:pt idx="700">
                  <c:v>176.65</c:v>
                </c:pt>
                <c:pt idx="701">
                  <c:v>175.6</c:v>
                </c:pt>
                <c:pt idx="702">
                  <c:v>171.05</c:v>
                </c:pt>
                <c:pt idx="703">
                  <c:v>167.7</c:v>
                </c:pt>
                <c:pt idx="704">
                  <c:v>160.6</c:v>
                </c:pt>
                <c:pt idx="705">
                  <c:v>152.9</c:v>
                </c:pt>
                <c:pt idx="706">
                  <c:v>157.44999999999999</c:v>
                </c:pt>
                <c:pt idx="707">
                  <c:v>163.25</c:v>
                </c:pt>
                <c:pt idx="708">
                  <c:v>160.15</c:v>
                </c:pt>
                <c:pt idx="709">
                  <c:v>159.5</c:v>
                </c:pt>
                <c:pt idx="710">
                  <c:v>161.4</c:v>
                </c:pt>
                <c:pt idx="711">
                  <c:v>160.05000000000001</c:v>
                </c:pt>
                <c:pt idx="712">
                  <c:v>160.44999999999999</c:v>
                </c:pt>
                <c:pt idx="713">
                  <c:v>158.85</c:v>
                </c:pt>
                <c:pt idx="714">
                  <c:v>159.9</c:v>
                </c:pt>
                <c:pt idx="715">
                  <c:v>160.15</c:v>
                </c:pt>
                <c:pt idx="716">
                  <c:v>159.65</c:v>
                </c:pt>
                <c:pt idx="717">
                  <c:v>158.1</c:v>
                </c:pt>
                <c:pt idx="718">
                  <c:v>159.25</c:v>
                </c:pt>
                <c:pt idx="719">
                  <c:v>164.5</c:v>
                </c:pt>
                <c:pt idx="720">
                  <c:v>163.44999999999999</c:v>
                </c:pt>
                <c:pt idx="721">
                  <c:v>163.75</c:v>
                </c:pt>
                <c:pt idx="722">
                  <c:v>163.80000000000001</c:v>
                </c:pt>
                <c:pt idx="723">
                  <c:v>163.65</c:v>
                </c:pt>
                <c:pt idx="724">
                  <c:v>167.5</c:v>
                </c:pt>
                <c:pt idx="725">
                  <c:v>168.55</c:v>
                </c:pt>
                <c:pt idx="726">
                  <c:v>172.6</c:v>
                </c:pt>
                <c:pt idx="727">
                  <c:v>171.65</c:v>
                </c:pt>
                <c:pt idx="728">
                  <c:v>173.4</c:v>
                </c:pt>
                <c:pt idx="729">
                  <c:v>172</c:v>
                </c:pt>
                <c:pt idx="730">
                  <c:v>171.9</c:v>
                </c:pt>
                <c:pt idx="731">
                  <c:v>173.05</c:v>
                </c:pt>
                <c:pt idx="732">
                  <c:v>177.7</c:v>
                </c:pt>
                <c:pt idx="733">
                  <c:v>175.05</c:v>
                </c:pt>
                <c:pt idx="734">
                  <c:v>179.05</c:v>
                </c:pt>
                <c:pt idx="735">
                  <c:v>179.95</c:v>
                </c:pt>
                <c:pt idx="736">
                  <c:v>180</c:v>
                </c:pt>
                <c:pt idx="737">
                  <c:v>180.15</c:v>
                </c:pt>
                <c:pt idx="738">
                  <c:v>180.05</c:v>
                </c:pt>
                <c:pt idx="739">
                  <c:v>180.1</c:v>
                </c:pt>
                <c:pt idx="740">
                  <c:v>180.4</c:v>
                </c:pt>
                <c:pt idx="741">
                  <c:v>181.8</c:v>
                </c:pt>
                <c:pt idx="742">
                  <c:v>183.2</c:v>
                </c:pt>
                <c:pt idx="743">
                  <c:v>180.05</c:v>
                </c:pt>
                <c:pt idx="744">
                  <c:v>183.1</c:v>
                </c:pt>
                <c:pt idx="745">
                  <c:v>184.35</c:v>
                </c:pt>
                <c:pt idx="746">
                  <c:v>182.6</c:v>
                </c:pt>
                <c:pt idx="747">
                  <c:v>182</c:v>
                </c:pt>
                <c:pt idx="748">
                  <c:v>181.7</c:v>
                </c:pt>
                <c:pt idx="749">
                  <c:v>181.8</c:v>
                </c:pt>
                <c:pt idx="750">
                  <c:v>179.65</c:v>
                </c:pt>
                <c:pt idx="751">
                  <c:v>179.95</c:v>
                </c:pt>
                <c:pt idx="752">
                  <c:v>179.4</c:v>
                </c:pt>
                <c:pt idx="753">
                  <c:v>177.7</c:v>
                </c:pt>
                <c:pt idx="754">
                  <c:v>177.8</c:v>
                </c:pt>
                <c:pt idx="755">
                  <c:v>180.1</c:v>
                </c:pt>
                <c:pt idx="756">
                  <c:v>180.3</c:v>
                </c:pt>
                <c:pt idx="757">
                  <c:v>180.5</c:v>
                </c:pt>
                <c:pt idx="758">
                  <c:v>180.5</c:v>
                </c:pt>
                <c:pt idx="759">
                  <c:v>179.7</c:v>
                </c:pt>
                <c:pt idx="760">
                  <c:v>179.35</c:v>
                </c:pt>
                <c:pt idx="761">
                  <c:v>178.4</c:v>
                </c:pt>
                <c:pt idx="762">
                  <c:v>177.65</c:v>
                </c:pt>
                <c:pt idx="763">
                  <c:v>178.55</c:v>
                </c:pt>
                <c:pt idx="764">
                  <c:v>179.4</c:v>
                </c:pt>
                <c:pt idx="765">
                  <c:v>179.9</c:v>
                </c:pt>
                <c:pt idx="766">
                  <c:v>179.75</c:v>
                </c:pt>
                <c:pt idx="767">
                  <c:v>178.95</c:v>
                </c:pt>
                <c:pt idx="768">
                  <c:v>176.55</c:v>
                </c:pt>
                <c:pt idx="769">
                  <c:v>172.35</c:v>
                </c:pt>
                <c:pt idx="770">
                  <c:v>170.8</c:v>
                </c:pt>
                <c:pt idx="771">
                  <c:v>171.15</c:v>
                </c:pt>
                <c:pt idx="772">
                  <c:v>168.45</c:v>
                </c:pt>
                <c:pt idx="773">
                  <c:v>165.55</c:v>
                </c:pt>
                <c:pt idx="774">
                  <c:v>163.15</c:v>
                </c:pt>
                <c:pt idx="775">
                  <c:v>167.85</c:v>
                </c:pt>
                <c:pt idx="776">
                  <c:v>167.05</c:v>
                </c:pt>
                <c:pt idx="777">
                  <c:v>167.3</c:v>
                </c:pt>
                <c:pt idx="778">
                  <c:v>169.45</c:v>
                </c:pt>
                <c:pt idx="779">
                  <c:v>167.65</c:v>
                </c:pt>
                <c:pt idx="780">
                  <c:v>163</c:v>
                </c:pt>
                <c:pt idx="781">
                  <c:v>165.05</c:v>
                </c:pt>
                <c:pt idx="782">
                  <c:v>167.6</c:v>
                </c:pt>
                <c:pt idx="783">
                  <c:v>169.75</c:v>
                </c:pt>
                <c:pt idx="784">
                  <c:v>171.9</c:v>
                </c:pt>
                <c:pt idx="785">
                  <c:v>171.45</c:v>
                </c:pt>
                <c:pt idx="786">
                  <c:v>172.45</c:v>
                </c:pt>
                <c:pt idx="787">
                  <c:v>170.25</c:v>
                </c:pt>
                <c:pt idx="788">
                  <c:v>169.6</c:v>
                </c:pt>
                <c:pt idx="789">
                  <c:v>169.8</c:v>
                </c:pt>
                <c:pt idx="790">
                  <c:v>169.35</c:v>
                </c:pt>
                <c:pt idx="791">
                  <c:v>168.25</c:v>
                </c:pt>
                <c:pt idx="792">
                  <c:v>168.45</c:v>
                </c:pt>
                <c:pt idx="793">
                  <c:v>166.25</c:v>
                </c:pt>
                <c:pt idx="794">
                  <c:v>166.2</c:v>
                </c:pt>
                <c:pt idx="795">
                  <c:v>164.25</c:v>
                </c:pt>
                <c:pt idx="796">
                  <c:v>161.35</c:v>
                </c:pt>
                <c:pt idx="797">
                  <c:v>160.5</c:v>
                </c:pt>
                <c:pt idx="798">
                  <c:v>158.4</c:v>
                </c:pt>
                <c:pt idx="799">
                  <c:v>159.30000000000001</c:v>
                </c:pt>
                <c:pt idx="800">
                  <c:v>155.69999999999999</c:v>
                </c:pt>
                <c:pt idx="801">
                  <c:v>157.5</c:v>
                </c:pt>
                <c:pt idx="802">
                  <c:v>160.55000000000001</c:v>
                </c:pt>
                <c:pt idx="803">
                  <c:v>162.05000000000001</c:v>
                </c:pt>
                <c:pt idx="804">
                  <c:v>162.9</c:v>
                </c:pt>
                <c:pt idx="805">
                  <c:v>155.4</c:v>
                </c:pt>
                <c:pt idx="806">
                  <c:v>155.9</c:v>
                </c:pt>
                <c:pt idx="807">
                  <c:v>156.94999999999999</c:v>
                </c:pt>
                <c:pt idx="808">
                  <c:v>153.4</c:v>
                </c:pt>
                <c:pt idx="809">
                  <c:v>152.5</c:v>
                </c:pt>
                <c:pt idx="810">
                  <c:v>148.35</c:v>
                </c:pt>
                <c:pt idx="811">
                  <c:v>149.15</c:v>
                </c:pt>
                <c:pt idx="812">
                  <c:v>154.75</c:v>
                </c:pt>
                <c:pt idx="813">
                  <c:v>154.85</c:v>
                </c:pt>
                <c:pt idx="814">
                  <c:v>150.75</c:v>
                </c:pt>
                <c:pt idx="815">
                  <c:v>152.5</c:v>
                </c:pt>
                <c:pt idx="816">
                  <c:v>147.9</c:v>
                </c:pt>
                <c:pt idx="817">
                  <c:v>144</c:v>
                </c:pt>
                <c:pt idx="818">
                  <c:v>144.15</c:v>
                </c:pt>
                <c:pt idx="819">
                  <c:v>142.4</c:v>
                </c:pt>
                <c:pt idx="820">
                  <c:v>141.4</c:v>
                </c:pt>
                <c:pt idx="821">
                  <c:v>147.69999999999999</c:v>
                </c:pt>
                <c:pt idx="822">
                  <c:v>142.44999999999999</c:v>
                </c:pt>
                <c:pt idx="823">
                  <c:v>144.5</c:v>
                </c:pt>
                <c:pt idx="824">
                  <c:v>143.94999999999999</c:v>
                </c:pt>
                <c:pt idx="825">
                  <c:v>140.69999999999999</c:v>
                </c:pt>
                <c:pt idx="826">
                  <c:v>135.69999999999999</c:v>
                </c:pt>
                <c:pt idx="827">
                  <c:v>135.9</c:v>
                </c:pt>
                <c:pt idx="828">
                  <c:v>139.44999999999999</c:v>
                </c:pt>
                <c:pt idx="829">
                  <c:v>140.35</c:v>
                </c:pt>
                <c:pt idx="830">
                  <c:v>144.05000000000001</c:v>
                </c:pt>
                <c:pt idx="831">
                  <c:v>138.1</c:v>
                </c:pt>
                <c:pt idx="832">
                  <c:v>137.6</c:v>
                </c:pt>
                <c:pt idx="833">
                  <c:v>137.35</c:v>
                </c:pt>
                <c:pt idx="834">
                  <c:v>138.1</c:v>
                </c:pt>
                <c:pt idx="835">
                  <c:v>138.4</c:v>
                </c:pt>
                <c:pt idx="836">
                  <c:v>137.9</c:v>
                </c:pt>
                <c:pt idx="837">
                  <c:v>137.69999999999999</c:v>
                </c:pt>
                <c:pt idx="838">
                  <c:v>140.6</c:v>
                </c:pt>
                <c:pt idx="839">
                  <c:v>146.85</c:v>
                </c:pt>
                <c:pt idx="840">
                  <c:v>145.25</c:v>
                </c:pt>
                <c:pt idx="841">
                  <c:v>146.25</c:v>
                </c:pt>
                <c:pt idx="842">
                  <c:v>148.19999999999999</c:v>
                </c:pt>
                <c:pt idx="843">
                  <c:v>148.19999999999999</c:v>
                </c:pt>
                <c:pt idx="844">
                  <c:v>148.05000000000001</c:v>
                </c:pt>
                <c:pt idx="845">
                  <c:v>146.94999999999999</c:v>
                </c:pt>
                <c:pt idx="846">
                  <c:v>150.6</c:v>
                </c:pt>
                <c:pt idx="847">
                  <c:v>153.30000000000001</c:v>
                </c:pt>
                <c:pt idx="848">
                  <c:v>153.19999999999999</c:v>
                </c:pt>
                <c:pt idx="849">
                  <c:v>155.94999999999999</c:v>
                </c:pt>
                <c:pt idx="850">
                  <c:v>157.9</c:v>
                </c:pt>
                <c:pt idx="851">
                  <c:v>157.4</c:v>
                </c:pt>
                <c:pt idx="852">
                  <c:v>158.44999999999999</c:v>
                </c:pt>
                <c:pt idx="853">
                  <c:v>156.6</c:v>
                </c:pt>
                <c:pt idx="854">
                  <c:v>157.1</c:v>
                </c:pt>
                <c:pt idx="855">
                  <c:v>160.69999999999999</c:v>
                </c:pt>
                <c:pt idx="856">
                  <c:v>162.30000000000001</c:v>
                </c:pt>
                <c:pt idx="857">
                  <c:v>169.7</c:v>
                </c:pt>
                <c:pt idx="858">
                  <c:v>169</c:v>
                </c:pt>
                <c:pt idx="859">
                  <c:v>169.9</c:v>
                </c:pt>
                <c:pt idx="860">
                  <c:v>170.45</c:v>
                </c:pt>
                <c:pt idx="861">
                  <c:v>170.3</c:v>
                </c:pt>
                <c:pt idx="862">
                  <c:v>166.45</c:v>
                </c:pt>
                <c:pt idx="863">
                  <c:v>169.9</c:v>
                </c:pt>
                <c:pt idx="864">
                  <c:v>170</c:v>
                </c:pt>
                <c:pt idx="865">
                  <c:v>170</c:v>
                </c:pt>
                <c:pt idx="866">
                  <c:v>171.1</c:v>
                </c:pt>
                <c:pt idx="867">
                  <c:v>170.4</c:v>
                </c:pt>
                <c:pt idx="868">
                  <c:v>173.2</c:v>
                </c:pt>
                <c:pt idx="869">
                  <c:v>176</c:v>
                </c:pt>
                <c:pt idx="870">
                  <c:v>178.3</c:v>
                </c:pt>
                <c:pt idx="871">
                  <c:v>175</c:v>
                </c:pt>
                <c:pt idx="872">
                  <c:v>177.9</c:v>
                </c:pt>
                <c:pt idx="873">
                  <c:v>177.85</c:v>
                </c:pt>
                <c:pt idx="874">
                  <c:v>177.3</c:v>
                </c:pt>
                <c:pt idx="875">
                  <c:v>179</c:v>
                </c:pt>
                <c:pt idx="876">
                  <c:v>171.6</c:v>
                </c:pt>
                <c:pt idx="877">
                  <c:v>168.3</c:v>
                </c:pt>
                <c:pt idx="878">
                  <c:v>168.9</c:v>
                </c:pt>
                <c:pt idx="879">
                  <c:v>170</c:v>
                </c:pt>
                <c:pt idx="880">
                  <c:v>169.8</c:v>
                </c:pt>
                <c:pt idx="881">
                  <c:v>171.15</c:v>
                </c:pt>
                <c:pt idx="882">
                  <c:v>168.05</c:v>
                </c:pt>
                <c:pt idx="883">
                  <c:v>166.2</c:v>
                </c:pt>
                <c:pt idx="884">
                  <c:v>163.44999999999999</c:v>
                </c:pt>
                <c:pt idx="885">
                  <c:v>158</c:v>
                </c:pt>
                <c:pt idx="886">
                  <c:v>152.4</c:v>
                </c:pt>
                <c:pt idx="887">
                  <c:v>146.80000000000001</c:v>
                </c:pt>
                <c:pt idx="888">
                  <c:v>151.4</c:v>
                </c:pt>
                <c:pt idx="889">
                  <c:v>158.9</c:v>
                </c:pt>
                <c:pt idx="890">
                  <c:v>164.2</c:v>
                </c:pt>
                <c:pt idx="891">
                  <c:v>169.6</c:v>
                </c:pt>
                <c:pt idx="892">
                  <c:v>167</c:v>
                </c:pt>
                <c:pt idx="893">
                  <c:v>169.95</c:v>
                </c:pt>
                <c:pt idx="894">
                  <c:v>168.45</c:v>
                </c:pt>
                <c:pt idx="895">
                  <c:v>170.55</c:v>
                </c:pt>
                <c:pt idx="896">
                  <c:v>168.45</c:v>
                </c:pt>
                <c:pt idx="897">
                  <c:v>166.95</c:v>
                </c:pt>
                <c:pt idx="898">
                  <c:v>163</c:v>
                </c:pt>
                <c:pt idx="899">
                  <c:v>160.55000000000001</c:v>
                </c:pt>
                <c:pt idx="900">
                  <c:v>165.8</c:v>
                </c:pt>
                <c:pt idx="901">
                  <c:v>168.15</c:v>
                </c:pt>
                <c:pt idx="902">
                  <c:v>171.05</c:v>
                </c:pt>
                <c:pt idx="903">
                  <c:v>172.05</c:v>
                </c:pt>
                <c:pt idx="904">
                  <c:v>175.7</c:v>
                </c:pt>
                <c:pt idx="905">
                  <c:v>177.65</c:v>
                </c:pt>
                <c:pt idx="906">
                  <c:v>181.9</c:v>
                </c:pt>
                <c:pt idx="907">
                  <c:v>188.05</c:v>
                </c:pt>
                <c:pt idx="908">
                  <c:v>193.15</c:v>
                </c:pt>
                <c:pt idx="909">
                  <c:v>189.55</c:v>
                </c:pt>
                <c:pt idx="910">
                  <c:v>186.6</c:v>
                </c:pt>
                <c:pt idx="911">
                  <c:v>180.9</c:v>
                </c:pt>
                <c:pt idx="912">
                  <c:v>188.5</c:v>
                </c:pt>
                <c:pt idx="913">
                  <c:v>190.5</c:v>
                </c:pt>
                <c:pt idx="914">
                  <c:v>187</c:v>
                </c:pt>
                <c:pt idx="915">
                  <c:v>185.6</c:v>
                </c:pt>
                <c:pt idx="916">
                  <c:v>189.4</c:v>
                </c:pt>
                <c:pt idx="917">
                  <c:v>192.5</c:v>
                </c:pt>
                <c:pt idx="918">
                  <c:v>186.25</c:v>
                </c:pt>
                <c:pt idx="919">
                  <c:v>187.2</c:v>
                </c:pt>
                <c:pt idx="920">
                  <c:v>194</c:v>
                </c:pt>
                <c:pt idx="921">
                  <c:v>194.95</c:v>
                </c:pt>
                <c:pt idx="922">
                  <c:v>190.65</c:v>
                </c:pt>
                <c:pt idx="923">
                  <c:v>193.45</c:v>
                </c:pt>
                <c:pt idx="924">
                  <c:v>188.95</c:v>
                </c:pt>
                <c:pt idx="925">
                  <c:v>184.75</c:v>
                </c:pt>
                <c:pt idx="926">
                  <c:v>183.95</c:v>
                </c:pt>
                <c:pt idx="927">
                  <c:v>187.35</c:v>
                </c:pt>
                <c:pt idx="928">
                  <c:v>184.95</c:v>
                </c:pt>
                <c:pt idx="929">
                  <c:v>178.4</c:v>
                </c:pt>
                <c:pt idx="930">
                  <c:v>180.8</c:v>
                </c:pt>
                <c:pt idx="931">
                  <c:v>174.3</c:v>
                </c:pt>
                <c:pt idx="932">
                  <c:v>180.55</c:v>
                </c:pt>
                <c:pt idx="933">
                  <c:v>184.9</c:v>
                </c:pt>
                <c:pt idx="934">
                  <c:v>179.45</c:v>
                </c:pt>
                <c:pt idx="935">
                  <c:v>182.2</c:v>
                </c:pt>
                <c:pt idx="936">
                  <c:v>179.75</c:v>
                </c:pt>
                <c:pt idx="937">
                  <c:v>183.75</c:v>
                </c:pt>
                <c:pt idx="938">
                  <c:v>184.35</c:v>
                </c:pt>
                <c:pt idx="939">
                  <c:v>190.9</c:v>
                </c:pt>
                <c:pt idx="940">
                  <c:v>191.55</c:v>
                </c:pt>
                <c:pt idx="941">
                  <c:v>189.95</c:v>
                </c:pt>
                <c:pt idx="942">
                  <c:v>186.25</c:v>
                </c:pt>
                <c:pt idx="943">
                  <c:v>188.75</c:v>
                </c:pt>
                <c:pt idx="944">
                  <c:v>189.05</c:v>
                </c:pt>
                <c:pt idx="945">
                  <c:v>189.25</c:v>
                </c:pt>
                <c:pt idx="946">
                  <c:v>187.45</c:v>
                </c:pt>
                <c:pt idx="947">
                  <c:v>189.85</c:v>
                </c:pt>
                <c:pt idx="948">
                  <c:v>191.25</c:v>
                </c:pt>
                <c:pt idx="949">
                  <c:v>195.25</c:v>
                </c:pt>
                <c:pt idx="950">
                  <c:v>194.9</c:v>
                </c:pt>
                <c:pt idx="951">
                  <c:v>188.75</c:v>
                </c:pt>
                <c:pt idx="952">
                  <c:v>185.9</c:v>
                </c:pt>
                <c:pt idx="953">
                  <c:v>182.65</c:v>
                </c:pt>
                <c:pt idx="954">
                  <c:v>187.3</c:v>
                </c:pt>
                <c:pt idx="955">
                  <c:v>187.9</c:v>
                </c:pt>
                <c:pt idx="956">
                  <c:v>180.55</c:v>
                </c:pt>
                <c:pt idx="957">
                  <c:v>175.15</c:v>
                </c:pt>
                <c:pt idx="958">
                  <c:v>176.75</c:v>
                </c:pt>
                <c:pt idx="959">
                  <c:v>175</c:v>
                </c:pt>
                <c:pt idx="960">
                  <c:v>174.35</c:v>
                </c:pt>
                <c:pt idx="961">
                  <c:v>182.2</c:v>
                </c:pt>
                <c:pt idx="962">
                  <c:v>185.75</c:v>
                </c:pt>
                <c:pt idx="963">
                  <c:v>182.55</c:v>
                </c:pt>
                <c:pt idx="964">
                  <c:v>182.95</c:v>
                </c:pt>
                <c:pt idx="965">
                  <c:v>180.85</c:v>
                </c:pt>
                <c:pt idx="966">
                  <c:v>182.85</c:v>
                </c:pt>
                <c:pt idx="967">
                  <c:v>182.3</c:v>
                </c:pt>
                <c:pt idx="968">
                  <c:v>181.7</c:v>
                </c:pt>
                <c:pt idx="969">
                  <c:v>181.3</c:v>
                </c:pt>
                <c:pt idx="970">
                  <c:v>181.35</c:v>
                </c:pt>
                <c:pt idx="971">
                  <c:v>183.1</c:v>
                </c:pt>
                <c:pt idx="972">
                  <c:v>182.15</c:v>
                </c:pt>
                <c:pt idx="973">
                  <c:v>183.2</c:v>
                </c:pt>
                <c:pt idx="974">
                  <c:v>179.25</c:v>
                </c:pt>
                <c:pt idx="975">
                  <c:v>176.95</c:v>
                </c:pt>
                <c:pt idx="976">
                  <c:v>179.8</c:v>
                </c:pt>
                <c:pt idx="977">
                  <c:v>177.55</c:v>
                </c:pt>
                <c:pt idx="978">
                  <c:v>179.45</c:v>
                </c:pt>
                <c:pt idx="979">
                  <c:v>179.25</c:v>
                </c:pt>
                <c:pt idx="980">
                  <c:v>178.25</c:v>
                </c:pt>
                <c:pt idx="981">
                  <c:v>179.15</c:v>
                </c:pt>
                <c:pt idx="982">
                  <c:v>178.35</c:v>
                </c:pt>
                <c:pt idx="983">
                  <c:v>178.85</c:v>
                </c:pt>
                <c:pt idx="984">
                  <c:v>180.95</c:v>
                </c:pt>
                <c:pt idx="985">
                  <c:v>187</c:v>
                </c:pt>
                <c:pt idx="986">
                  <c:v>187.9</c:v>
                </c:pt>
                <c:pt idx="987">
                  <c:v>187.35</c:v>
                </c:pt>
                <c:pt idx="988">
                  <c:v>188.25</c:v>
                </c:pt>
                <c:pt idx="989">
                  <c:v>186.85</c:v>
                </c:pt>
                <c:pt idx="990">
                  <c:v>186.95</c:v>
                </c:pt>
                <c:pt idx="991">
                  <c:v>192.4</c:v>
                </c:pt>
                <c:pt idx="992">
                  <c:v>199.9</c:v>
                </c:pt>
                <c:pt idx="993">
                  <c:v>199.95</c:v>
                </c:pt>
                <c:pt idx="994">
                  <c:v>198.75</c:v>
                </c:pt>
                <c:pt idx="995">
                  <c:v>200.5</c:v>
                </c:pt>
                <c:pt idx="996">
                  <c:v>199.75</c:v>
                </c:pt>
                <c:pt idx="997">
                  <c:v>199.85</c:v>
                </c:pt>
                <c:pt idx="998">
                  <c:v>200.6</c:v>
                </c:pt>
                <c:pt idx="999">
                  <c:v>202.7</c:v>
                </c:pt>
                <c:pt idx="1000">
                  <c:v>206.15</c:v>
                </c:pt>
                <c:pt idx="1001">
                  <c:v>206.45</c:v>
                </c:pt>
                <c:pt idx="1002">
                  <c:v>204.45</c:v>
                </c:pt>
                <c:pt idx="1003">
                  <c:v>212.75</c:v>
                </c:pt>
                <c:pt idx="1004">
                  <c:v>215.45</c:v>
                </c:pt>
                <c:pt idx="1005">
                  <c:v>214.4</c:v>
                </c:pt>
                <c:pt idx="1006">
                  <c:v>213.65</c:v>
                </c:pt>
                <c:pt idx="1007">
                  <c:v>209.95</c:v>
                </c:pt>
                <c:pt idx="1008">
                  <c:v>210.45</c:v>
                </c:pt>
                <c:pt idx="1009">
                  <c:v>211.95</c:v>
                </c:pt>
                <c:pt idx="1010">
                  <c:v>207.75</c:v>
                </c:pt>
                <c:pt idx="1011">
                  <c:v>208.85</c:v>
                </c:pt>
                <c:pt idx="1012">
                  <c:v>207.25</c:v>
                </c:pt>
                <c:pt idx="1013">
                  <c:v>207.95</c:v>
                </c:pt>
                <c:pt idx="1014">
                  <c:v>205.65</c:v>
                </c:pt>
                <c:pt idx="1015">
                  <c:v>206.3</c:v>
                </c:pt>
                <c:pt idx="1016">
                  <c:v>204</c:v>
                </c:pt>
                <c:pt idx="1017">
                  <c:v>200.35</c:v>
                </c:pt>
                <c:pt idx="1018">
                  <c:v>193.35</c:v>
                </c:pt>
                <c:pt idx="1019">
                  <c:v>195.2</c:v>
                </c:pt>
                <c:pt idx="1020">
                  <c:v>201.45</c:v>
                </c:pt>
                <c:pt idx="1021">
                  <c:v>193.15</c:v>
                </c:pt>
                <c:pt idx="1022">
                  <c:v>187.9</c:v>
                </c:pt>
                <c:pt idx="1023">
                  <c:v>187.9</c:v>
                </c:pt>
                <c:pt idx="1024">
                  <c:v>190.2</c:v>
                </c:pt>
                <c:pt idx="1025">
                  <c:v>193.2</c:v>
                </c:pt>
                <c:pt idx="1026">
                  <c:v>193.65</c:v>
                </c:pt>
                <c:pt idx="1027">
                  <c:v>189.5</c:v>
                </c:pt>
                <c:pt idx="1028">
                  <c:v>193</c:v>
                </c:pt>
                <c:pt idx="1029">
                  <c:v>194.45</c:v>
                </c:pt>
                <c:pt idx="1030">
                  <c:v>195.5</c:v>
                </c:pt>
                <c:pt idx="1031">
                  <c:v>197.15</c:v>
                </c:pt>
                <c:pt idx="1032">
                  <c:v>203.1</c:v>
                </c:pt>
                <c:pt idx="1033">
                  <c:v>199.6</c:v>
                </c:pt>
                <c:pt idx="1034">
                  <c:v>192.8</c:v>
                </c:pt>
                <c:pt idx="1035">
                  <c:v>187.75</c:v>
                </c:pt>
                <c:pt idx="1036">
                  <c:v>182.25</c:v>
                </c:pt>
                <c:pt idx="1037">
                  <c:v>179.1</c:v>
                </c:pt>
                <c:pt idx="1038">
                  <c:v>174.55</c:v>
                </c:pt>
                <c:pt idx="1039">
                  <c:v>175.7</c:v>
                </c:pt>
                <c:pt idx="1040">
                  <c:v>174.6</c:v>
                </c:pt>
                <c:pt idx="1041">
                  <c:v>173.05</c:v>
                </c:pt>
                <c:pt idx="1042">
                  <c:v>173.95</c:v>
                </c:pt>
                <c:pt idx="1043">
                  <c:v>174</c:v>
                </c:pt>
                <c:pt idx="1044">
                  <c:v>165.05</c:v>
                </c:pt>
                <c:pt idx="1045">
                  <c:v>158.15</c:v>
                </c:pt>
                <c:pt idx="1046">
                  <c:v>158.44999999999999</c:v>
                </c:pt>
                <c:pt idx="1047">
                  <c:v>156.69999999999999</c:v>
                </c:pt>
                <c:pt idx="1048">
                  <c:v>154.75</c:v>
                </c:pt>
                <c:pt idx="1049">
                  <c:v>149.75</c:v>
                </c:pt>
                <c:pt idx="1050">
                  <c:v>154.55000000000001</c:v>
                </c:pt>
                <c:pt idx="1051">
                  <c:v>156.44999999999999</c:v>
                </c:pt>
                <c:pt idx="1052">
                  <c:v>153.94999999999999</c:v>
                </c:pt>
                <c:pt idx="1053">
                  <c:v>150.30000000000001</c:v>
                </c:pt>
                <c:pt idx="1054">
                  <c:v>144.05000000000001</c:v>
                </c:pt>
                <c:pt idx="1055">
                  <c:v>145.15</c:v>
                </c:pt>
                <c:pt idx="1056">
                  <c:v>148.19999999999999</c:v>
                </c:pt>
                <c:pt idx="1057">
                  <c:v>149.80000000000001</c:v>
                </c:pt>
                <c:pt idx="1058">
                  <c:v>150.80000000000001</c:v>
                </c:pt>
                <c:pt idx="1059">
                  <c:v>148.19999999999999</c:v>
                </c:pt>
                <c:pt idx="1060">
                  <c:v>144.44999999999999</c:v>
                </c:pt>
                <c:pt idx="1061">
                  <c:v>148.25</c:v>
                </c:pt>
                <c:pt idx="1062">
                  <c:v>149.6</c:v>
                </c:pt>
                <c:pt idx="1063">
                  <c:v>150.55000000000001</c:v>
                </c:pt>
                <c:pt idx="1064">
                  <c:v>154.4</c:v>
                </c:pt>
                <c:pt idx="1065">
                  <c:v>154.80000000000001</c:v>
                </c:pt>
                <c:pt idx="1066">
                  <c:v>156.25</c:v>
                </c:pt>
                <c:pt idx="1067">
                  <c:v>157.5</c:v>
                </c:pt>
                <c:pt idx="1068">
                  <c:v>154.85</c:v>
                </c:pt>
                <c:pt idx="1069">
                  <c:v>147</c:v>
                </c:pt>
                <c:pt idx="1070">
                  <c:v>148.19999999999999</c:v>
                </c:pt>
                <c:pt idx="1071">
                  <c:v>149.9</c:v>
                </c:pt>
                <c:pt idx="1072">
                  <c:v>152.5</c:v>
                </c:pt>
                <c:pt idx="1073">
                  <c:v>150.55000000000001</c:v>
                </c:pt>
                <c:pt idx="1074">
                  <c:v>151.65</c:v>
                </c:pt>
                <c:pt idx="1075">
                  <c:v>151.94999999999999</c:v>
                </c:pt>
                <c:pt idx="1076">
                  <c:v>152</c:v>
                </c:pt>
                <c:pt idx="1077">
                  <c:v>151.25</c:v>
                </c:pt>
                <c:pt idx="1078">
                  <c:v>153.69999999999999</c:v>
                </c:pt>
                <c:pt idx="1079">
                  <c:v>152.4</c:v>
                </c:pt>
                <c:pt idx="1080">
                  <c:v>151.6</c:v>
                </c:pt>
                <c:pt idx="1081">
                  <c:v>146.6</c:v>
                </c:pt>
                <c:pt idx="1082">
                  <c:v>144.75</c:v>
                </c:pt>
                <c:pt idx="1083">
                  <c:v>144</c:v>
                </c:pt>
                <c:pt idx="1084">
                  <c:v>141.30000000000001</c:v>
                </c:pt>
                <c:pt idx="1085">
                  <c:v>142.65</c:v>
                </c:pt>
                <c:pt idx="1086">
                  <c:v>142.55000000000001</c:v>
                </c:pt>
                <c:pt idx="1087">
                  <c:v>143</c:v>
                </c:pt>
                <c:pt idx="1088">
                  <c:v>145.69999999999999</c:v>
                </c:pt>
                <c:pt idx="1089">
                  <c:v>145</c:v>
                </c:pt>
                <c:pt idx="1090">
                  <c:v>142.4</c:v>
                </c:pt>
                <c:pt idx="1091">
                  <c:v>140.80000000000001</c:v>
                </c:pt>
                <c:pt idx="1092">
                  <c:v>142.15</c:v>
                </c:pt>
                <c:pt idx="1093">
                  <c:v>141.94999999999999</c:v>
                </c:pt>
                <c:pt idx="1094">
                  <c:v>141.55000000000001</c:v>
                </c:pt>
                <c:pt idx="1095">
                  <c:v>120.2</c:v>
                </c:pt>
                <c:pt idx="1096">
                  <c:v>129.6</c:v>
                </c:pt>
                <c:pt idx="1097">
                  <c:v>134.25</c:v>
                </c:pt>
                <c:pt idx="1098">
                  <c:v>136.85</c:v>
                </c:pt>
                <c:pt idx="1099">
                  <c:v>137.85</c:v>
                </c:pt>
                <c:pt idx="1100">
                  <c:v>138.4</c:v>
                </c:pt>
                <c:pt idx="1101">
                  <c:v>141.65</c:v>
                </c:pt>
                <c:pt idx="1102">
                  <c:v>139.6</c:v>
                </c:pt>
                <c:pt idx="1103">
                  <c:v>140.35</c:v>
                </c:pt>
                <c:pt idx="1104">
                  <c:v>136.85</c:v>
                </c:pt>
                <c:pt idx="1105">
                  <c:v>136.94999999999999</c:v>
                </c:pt>
                <c:pt idx="1106">
                  <c:v>137.19999999999999</c:v>
                </c:pt>
                <c:pt idx="1107">
                  <c:v>137.25</c:v>
                </c:pt>
                <c:pt idx="1108">
                  <c:v>135.55000000000001</c:v>
                </c:pt>
                <c:pt idx="1109">
                  <c:v>138.65</c:v>
                </c:pt>
                <c:pt idx="1110">
                  <c:v>136.85</c:v>
                </c:pt>
                <c:pt idx="1111">
                  <c:v>134.94999999999999</c:v>
                </c:pt>
                <c:pt idx="1112">
                  <c:v>133.65</c:v>
                </c:pt>
                <c:pt idx="1113">
                  <c:v>129.85</c:v>
                </c:pt>
                <c:pt idx="1114">
                  <c:v>128.94999999999999</c:v>
                </c:pt>
                <c:pt idx="1115">
                  <c:v>127.85</c:v>
                </c:pt>
                <c:pt idx="1116">
                  <c:v>128.80000000000001</c:v>
                </c:pt>
                <c:pt idx="1117">
                  <c:v>128</c:v>
                </c:pt>
                <c:pt idx="1118">
                  <c:v>128.6</c:v>
                </c:pt>
                <c:pt idx="1119">
                  <c:v>126.8</c:v>
                </c:pt>
                <c:pt idx="1120">
                  <c:v>128.15</c:v>
                </c:pt>
                <c:pt idx="1121">
                  <c:v>128.4</c:v>
                </c:pt>
                <c:pt idx="1122">
                  <c:v>128.1</c:v>
                </c:pt>
                <c:pt idx="1123">
                  <c:v>130.35</c:v>
                </c:pt>
                <c:pt idx="1124">
                  <c:v>128.1</c:v>
                </c:pt>
                <c:pt idx="1125">
                  <c:v>127.55</c:v>
                </c:pt>
                <c:pt idx="1126">
                  <c:v>129.75</c:v>
                </c:pt>
                <c:pt idx="1127">
                  <c:v>127.3</c:v>
                </c:pt>
                <c:pt idx="1128">
                  <c:v>127.4</c:v>
                </c:pt>
                <c:pt idx="1129">
                  <c:v>127</c:v>
                </c:pt>
                <c:pt idx="1130">
                  <c:v>127.3</c:v>
                </c:pt>
                <c:pt idx="1131">
                  <c:v>127.6</c:v>
                </c:pt>
                <c:pt idx="1132">
                  <c:v>128.80000000000001</c:v>
                </c:pt>
                <c:pt idx="1133">
                  <c:v>124.3</c:v>
                </c:pt>
                <c:pt idx="1134">
                  <c:v>122.4</c:v>
                </c:pt>
                <c:pt idx="1135">
                  <c:v>124.2</c:v>
                </c:pt>
                <c:pt idx="1136">
                  <c:v>123.75</c:v>
                </c:pt>
                <c:pt idx="1137">
                  <c:v>122.25</c:v>
                </c:pt>
                <c:pt idx="1138">
                  <c:v>123.6</c:v>
                </c:pt>
                <c:pt idx="1139">
                  <c:v>123.55</c:v>
                </c:pt>
                <c:pt idx="1140">
                  <c:v>122.55</c:v>
                </c:pt>
                <c:pt idx="1141">
                  <c:v>121.8</c:v>
                </c:pt>
                <c:pt idx="1142">
                  <c:v>122</c:v>
                </c:pt>
                <c:pt idx="1143">
                  <c:v>120.3</c:v>
                </c:pt>
                <c:pt idx="1144">
                  <c:v>120.35</c:v>
                </c:pt>
                <c:pt idx="1145">
                  <c:v>120.25</c:v>
                </c:pt>
                <c:pt idx="1146">
                  <c:v>121.1</c:v>
                </c:pt>
                <c:pt idx="1147">
                  <c:v>121.8</c:v>
                </c:pt>
                <c:pt idx="1148">
                  <c:v>118.65</c:v>
                </c:pt>
                <c:pt idx="1149">
                  <c:v>116.3</c:v>
                </c:pt>
                <c:pt idx="1150">
                  <c:v>119.1</c:v>
                </c:pt>
                <c:pt idx="1151">
                  <c:v>118.8</c:v>
                </c:pt>
                <c:pt idx="1152">
                  <c:v>113</c:v>
                </c:pt>
                <c:pt idx="1153">
                  <c:v>116.8</c:v>
                </c:pt>
                <c:pt idx="1154">
                  <c:v>116.1</c:v>
                </c:pt>
                <c:pt idx="1155">
                  <c:v>116.4</c:v>
                </c:pt>
                <c:pt idx="1156">
                  <c:v>115</c:v>
                </c:pt>
                <c:pt idx="1157">
                  <c:v>114.65</c:v>
                </c:pt>
                <c:pt idx="1158">
                  <c:v>114.15</c:v>
                </c:pt>
                <c:pt idx="1159">
                  <c:v>110.5</c:v>
                </c:pt>
                <c:pt idx="1160">
                  <c:v>106.6</c:v>
                </c:pt>
                <c:pt idx="1161">
                  <c:v>108.35</c:v>
                </c:pt>
                <c:pt idx="1162">
                  <c:v>106.15</c:v>
                </c:pt>
                <c:pt idx="1163">
                  <c:v>107.85</c:v>
                </c:pt>
                <c:pt idx="1164">
                  <c:v>106.95</c:v>
                </c:pt>
                <c:pt idx="1165">
                  <c:v>110.45</c:v>
                </c:pt>
                <c:pt idx="1166">
                  <c:v>109.9</c:v>
                </c:pt>
                <c:pt idx="1167">
                  <c:v>111.1</c:v>
                </c:pt>
                <c:pt idx="1168">
                  <c:v>112.1</c:v>
                </c:pt>
                <c:pt idx="1169">
                  <c:v>111.25</c:v>
                </c:pt>
                <c:pt idx="1170">
                  <c:v>112</c:v>
                </c:pt>
                <c:pt idx="1171">
                  <c:v>112</c:v>
                </c:pt>
                <c:pt idx="1172">
                  <c:v>112.5</c:v>
                </c:pt>
                <c:pt idx="1173">
                  <c:v>112.15</c:v>
                </c:pt>
                <c:pt idx="1174">
                  <c:v>110.75</c:v>
                </c:pt>
                <c:pt idx="1175">
                  <c:v>111.85</c:v>
                </c:pt>
                <c:pt idx="1176">
                  <c:v>114.75</c:v>
                </c:pt>
                <c:pt idx="1177">
                  <c:v>116.05</c:v>
                </c:pt>
                <c:pt idx="1178">
                  <c:v>118.85</c:v>
                </c:pt>
                <c:pt idx="1179">
                  <c:v>121</c:v>
                </c:pt>
                <c:pt idx="1180">
                  <c:v>121.8</c:v>
                </c:pt>
                <c:pt idx="1181">
                  <c:v>120</c:v>
                </c:pt>
                <c:pt idx="1182">
                  <c:v>123.65</c:v>
                </c:pt>
                <c:pt idx="1183">
                  <c:v>123.8</c:v>
                </c:pt>
                <c:pt idx="1184">
                  <c:v>125.7</c:v>
                </c:pt>
                <c:pt idx="1185">
                  <c:v>125.25</c:v>
                </c:pt>
                <c:pt idx="1186">
                  <c:v>123.8</c:v>
                </c:pt>
                <c:pt idx="1187">
                  <c:v>123.3</c:v>
                </c:pt>
                <c:pt idx="1188">
                  <c:v>120.4</c:v>
                </c:pt>
                <c:pt idx="1189">
                  <c:v>120.4</c:v>
                </c:pt>
                <c:pt idx="1190">
                  <c:v>120.25</c:v>
                </c:pt>
                <c:pt idx="1191">
                  <c:v>120.15</c:v>
                </c:pt>
                <c:pt idx="1192">
                  <c:v>124.2</c:v>
                </c:pt>
                <c:pt idx="1193">
                  <c:v>125.4</c:v>
                </c:pt>
                <c:pt idx="1194">
                  <c:v>126.6</c:v>
                </c:pt>
                <c:pt idx="1195">
                  <c:v>127.05</c:v>
                </c:pt>
                <c:pt idx="1196">
                  <c:v>125.2</c:v>
                </c:pt>
                <c:pt idx="1197">
                  <c:v>127.15</c:v>
                </c:pt>
                <c:pt idx="1198">
                  <c:v>128.5</c:v>
                </c:pt>
                <c:pt idx="1199">
                  <c:v>128.80000000000001</c:v>
                </c:pt>
                <c:pt idx="1200">
                  <c:v>128.15</c:v>
                </c:pt>
                <c:pt idx="1201">
                  <c:v>128.44999999999999</c:v>
                </c:pt>
                <c:pt idx="1202">
                  <c:v>126.8</c:v>
                </c:pt>
                <c:pt idx="1203">
                  <c:v>128.05000000000001</c:v>
                </c:pt>
                <c:pt idx="1204">
                  <c:v>126.65</c:v>
                </c:pt>
                <c:pt idx="1205">
                  <c:v>126.2</c:v>
                </c:pt>
                <c:pt idx="1206">
                  <c:v>126.05</c:v>
                </c:pt>
                <c:pt idx="1207">
                  <c:v>124.5</c:v>
                </c:pt>
                <c:pt idx="1208">
                  <c:v>124.6</c:v>
                </c:pt>
                <c:pt idx="1209">
                  <c:v>123.4</c:v>
                </c:pt>
                <c:pt idx="1210">
                  <c:v>122.35</c:v>
                </c:pt>
                <c:pt idx="1211">
                  <c:v>120.35</c:v>
                </c:pt>
                <c:pt idx="1212">
                  <c:v>125.1</c:v>
                </c:pt>
                <c:pt idx="1213">
                  <c:v>124.8</c:v>
                </c:pt>
                <c:pt idx="1214">
                  <c:v>125.2</c:v>
                </c:pt>
                <c:pt idx="1215">
                  <c:v>127.9</c:v>
                </c:pt>
                <c:pt idx="1216">
                  <c:v>128.5</c:v>
                </c:pt>
                <c:pt idx="1217">
                  <c:v>128.80000000000001</c:v>
                </c:pt>
                <c:pt idx="1218">
                  <c:v>132.75</c:v>
                </c:pt>
                <c:pt idx="1219">
                  <c:v>136.1</c:v>
                </c:pt>
                <c:pt idx="1220">
                  <c:v>137</c:v>
                </c:pt>
                <c:pt idx="1221">
                  <c:v>135.80000000000001</c:v>
                </c:pt>
                <c:pt idx="1222">
                  <c:v>134.44999999999999</c:v>
                </c:pt>
                <c:pt idx="1223">
                  <c:v>134.15</c:v>
                </c:pt>
                <c:pt idx="1224">
                  <c:v>135.85</c:v>
                </c:pt>
                <c:pt idx="1225">
                  <c:v>135.35</c:v>
                </c:pt>
                <c:pt idx="1226">
                  <c:v>134.5</c:v>
                </c:pt>
                <c:pt idx="1227">
                  <c:v>132.94999999999999</c:v>
                </c:pt>
                <c:pt idx="1228">
                  <c:v>132.05000000000001</c:v>
                </c:pt>
                <c:pt idx="1229">
                  <c:v>130.19999999999999</c:v>
                </c:pt>
                <c:pt idx="1230">
                  <c:v>133.1</c:v>
                </c:pt>
                <c:pt idx="1231">
                  <c:v>135.94999999999999</c:v>
                </c:pt>
                <c:pt idx="1232">
                  <c:v>140.44999999999999</c:v>
                </c:pt>
                <c:pt idx="1233">
                  <c:v>144.6</c:v>
                </c:pt>
                <c:pt idx="1234">
                  <c:v>142.85</c:v>
                </c:pt>
                <c:pt idx="1235">
                  <c:v>144.44999999999999</c:v>
                </c:pt>
                <c:pt idx="1236">
                  <c:v>144.65</c:v>
                </c:pt>
                <c:pt idx="1237">
                  <c:v>150.80000000000001</c:v>
                </c:pt>
                <c:pt idx="1238">
                  <c:v>154.15</c:v>
                </c:pt>
                <c:pt idx="1239">
                  <c:v>151.85</c:v>
                </c:pt>
                <c:pt idx="1240">
                  <c:v>145.94999999999999</c:v>
                </c:pt>
                <c:pt idx="1241">
                  <c:v>145</c:v>
                </c:pt>
                <c:pt idx="1242">
                  <c:v>143.94999999999999</c:v>
                </c:pt>
                <c:pt idx="1243">
                  <c:v>144.65</c:v>
                </c:pt>
                <c:pt idx="1244">
                  <c:v>148.4</c:v>
                </c:pt>
                <c:pt idx="1245">
                  <c:v>149.69999999999999</c:v>
                </c:pt>
                <c:pt idx="1246">
                  <c:v>148.80000000000001</c:v>
                </c:pt>
                <c:pt idx="1247">
                  <c:v>148.19999999999999</c:v>
                </c:pt>
                <c:pt idx="1248">
                  <c:v>144.69999999999999</c:v>
                </c:pt>
                <c:pt idx="1249">
                  <c:v>143.55000000000001</c:v>
                </c:pt>
                <c:pt idx="1250">
                  <c:v>145</c:v>
                </c:pt>
                <c:pt idx="1251">
                  <c:v>144.25</c:v>
                </c:pt>
                <c:pt idx="1252">
                  <c:v>144.94999999999999</c:v>
                </c:pt>
                <c:pt idx="1253">
                  <c:v>144.05000000000001</c:v>
                </c:pt>
                <c:pt idx="1254">
                  <c:v>144.80000000000001</c:v>
                </c:pt>
                <c:pt idx="1255">
                  <c:v>143.85</c:v>
                </c:pt>
                <c:pt idx="1256">
                  <c:v>143.4</c:v>
                </c:pt>
                <c:pt idx="1257">
                  <c:v>144.5</c:v>
                </c:pt>
                <c:pt idx="1258">
                  <c:v>146.30000000000001</c:v>
                </c:pt>
                <c:pt idx="1259">
                  <c:v>144.55000000000001</c:v>
                </c:pt>
                <c:pt idx="1260">
                  <c:v>141.85</c:v>
                </c:pt>
                <c:pt idx="1261">
                  <c:v>141.05000000000001</c:v>
                </c:pt>
                <c:pt idx="1262">
                  <c:v>142.75</c:v>
                </c:pt>
                <c:pt idx="1263">
                  <c:v>141.15</c:v>
                </c:pt>
                <c:pt idx="1264">
                  <c:v>139.4</c:v>
                </c:pt>
                <c:pt idx="1265">
                  <c:v>140.05000000000001</c:v>
                </c:pt>
                <c:pt idx="1266">
                  <c:v>140.15</c:v>
                </c:pt>
                <c:pt idx="1267">
                  <c:v>140.25</c:v>
                </c:pt>
                <c:pt idx="1268">
                  <c:v>142.6</c:v>
                </c:pt>
                <c:pt idx="1269">
                  <c:v>142.05000000000001</c:v>
                </c:pt>
                <c:pt idx="1270">
                  <c:v>142.15</c:v>
                </c:pt>
                <c:pt idx="1271">
                  <c:v>147.55000000000001</c:v>
                </c:pt>
                <c:pt idx="1272">
                  <c:v>149.5</c:v>
                </c:pt>
                <c:pt idx="1273">
                  <c:v>151.6</c:v>
                </c:pt>
                <c:pt idx="1274">
                  <c:v>153.15</c:v>
                </c:pt>
                <c:pt idx="1275">
                  <c:v>159.80000000000001</c:v>
                </c:pt>
                <c:pt idx="1276">
                  <c:v>168.4</c:v>
                </c:pt>
                <c:pt idx="1277">
                  <c:v>164.65</c:v>
                </c:pt>
                <c:pt idx="1278">
                  <c:v>165.6</c:v>
                </c:pt>
                <c:pt idx="1279">
                  <c:v>165.9</c:v>
                </c:pt>
                <c:pt idx="1280">
                  <c:v>162.1</c:v>
                </c:pt>
                <c:pt idx="1281">
                  <c:v>160</c:v>
                </c:pt>
                <c:pt idx="1282">
                  <c:v>160.44999999999999</c:v>
                </c:pt>
                <c:pt idx="1283">
                  <c:v>154</c:v>
                </c:pt>
                <c:pt idx="1284">
                  <c:v>155.44999999999999</c:v>
                </c:pt>
                <c:pt idx="1285">
                  <c:v>151.80000000000001</c:v>
                </c:pt>
                <c:pt idx="1286">
                  <c:v>152.15</c:v>
                </c:pt>
                <c:pt idx="1287">
                  <c:v>143.9</c:v>
                </c:pt>
                <c:pt idx="1288">
                  <c:v>144.94999999999999</c:v>
                </c:pt>
                <c:pt idx="1289">
                  <c:v>144.75</c:v>
                </c:pt>
                <c:pt idx="1290">
                  <c:v>142.65</c:v>
                </c:pt>
                <c:pt idx="1291">
                  <c:v>145.44999999999999</c:v>
                </c:pt>
                <c:pt idx="1292">
                  <c:v>143.9</c:v>
                </c:pt>
                <c:pt idx="1293">
                  <c:v>142.75</c:v>
                </c:pt>
                <c:pt idx="1294">
                  <c:v>140.55000000000001</c:v>
                </c:pt>
                <c:pt idx="1295">
                  <c:v>144.05000000000001</c:v>
                </c:pt>
                <c:pt idx="1296">
                  <c:v>146.19999999999999</c:v>
                </c:pt>
                <c:pt idx="1297">
                  <c:v>146.85</c:v>
                </c:pt>
                <c:pt idx="1298">
                  <c:v>150.30000000000001</c:v>
                </c:pt>
                <c:pt idx="1299">
                  <c:v>149.80000000000001</c:v>
                </c:pt>
                <c:pt idx="1300">
                  <c:v>144.94999999999999</c:v>
                </c:pt>
                <c:pt idx="1301">
                  <c:v>146.05000000000001</c:v>
                </c:pt>
                <c:pt idx="1302">
                  <c:v>144.15</c:v>
                </c:pt>
                <c:pt idx="1303">
                  <c:v>144.15</c:v>
                </c:pt>
                <c:pt idx="1304">
                  <c:v>143.65</c:v>
                </c:pt>
                <c:pt idx="1305">
                  <c:v>138.30000000000001</c:v>
                </c:pt>
                <c:pt idx="1306">
                  <c:v>135.80000000000001</c:v>
                </c:pt>
                <c:pt idx="1307">
                  <c:v>135.4</c:v>
                </c:pt>
                <c:pt idx="1308">
                  <c:v>133.80000000000001</c:v>
                </c:pt>
                <c:pt idx="1309">
                  <c:v>133.65</c:v>
                </c:pt>
                <c:pt idx="1310">
                  <c:v>130.25</c:v>
                </c:pt>
                <c:pt idx="1311">
                  <c:v>130.80000000000001</c:v>
                </c:pt>
                <c:pt idx="1312">
                  <c:v>133.65</c:v>
                </c:pt>
                <c:pt idx="1313">
                  <c:v>134.69999999999999</c:v>
                </c:pt>
                <c:pt idx="1314">
                  <c:v>134.85</c:v>
                </c:pt>
                <c:pt idx="1315">
                  <c:v>131.25</c:v>
                </c:pt>
                <c:pt idx="1316">
                  <c:v>131.25</c:v>
                </c:pt>
                <c:pt idx="1317">
                  <c:v>131.94999999999999</c:v>
                </c:pt>
                <c:pt idx="1318">
                  <c:v>132.19999999999999</c:v>
                </c:pt>
                <c:pt idx="1319">
                  <c:v>131.5</c:v>
                </c:pt>
                <c:pt idx="1320">
                  <c:v>129.75</c:v>
                </c:pt>
                <c:pt idx="1321">
                  <c:v>132.75</c:v>
                </c:pt>
                <c:pt idx="1322">
                  <c:v>132.05000000000001</c:v>
                </c:pt>
                <c:pt idx="1323">
                  <c:v>132.05000000000001</c:v>
                </c:pt>
                <c:pt idx="1324">
                  <c:v>130</c:v>
                </c:pt>
                <c:pt idx="1325">
                  <c:v>132.44999999999999</c:v>
                </c:pt>
                <c:pt idx="1326">
                  <c:v>134.94999999999999</c:v>
                </c:pt>
                <c:pt idx="1327">
                  <c:v>132.25</c:v>
                </c:pt>
                <c:pt idx="1328">
                  <c:v>130.1</c:v>
                </c:pt>
                <c:pt idx="1329">
                  <c:v>126.9</c:v>
                </c:pt>
                <c:pt idx="1330">
                  <c:v>131.19999999999999</c:v>
                </c:pt>
                <c:pt idx="1331">
                  <c:v>131.19999999999999</c:v>
                </c:pt>
                <c:pt idx="1332">
                  <c:v>132.19999999999999</c:v>
                </c:pt>
                <c:pt idx="1333">
                  <c:v>133.75</c:v>
                </c:pt>
                <c:pt idx="1334">
                  <c:v>137.75</c:v>
                </c:pt>
                <c:pt idx="1335">
                  <c:v>143.35</c:v>
                </c:pt>
                <c:pt idx="1336">
                  <c:v>144.5</c:v>
                </c:pt>
                <c:pt idx="1337">
                  <c:v>137.55000000000001</c:v>
                </c:pt>
                <c:pt idx="1338">
                  <c:v>133.25</c:v>
                </c:pt>
                <c:pt idx="1339">
                  <c:v>132.44999999999999</c:v>
                </c:pt>
                <c:pt idx="1340">
                  <c:v>135.5</c:v>
                </c:pt>
                <c:pt idx="1341">
                  <c:v>134.94999999999999</c:v>
                </c:pt>
                <c:pt idx="1342">
                  <c:v>134.1</c:v>
                </c:pt>
                <c:pt idx="1343">
                  <c:v>132.19999999999999</c:v>
                </c:pt>
                <c:pt idx="1344">
                  <c:v>132.69999999999999</c:v>
                </c:pt>
                <c:pt idx="1345">
                  <c:v>131.65</c:v>
                </c:pt>
                <c:pt idx="1346">
                  <c:v>130.55000000000001</c:v>
                </c:pt>
                <c:pt idx="1347">
                  <c:v>131.6</c:v>
                </c:pt>
                <c:pt idx="1348">
                  <c:v>132.65</c:v>
                </c:pt>
                <c:pt idx="1349">
                  <c:v>131.69999999999999</c:v>
                </c:pt>
                <c:pt idx="1350">
                  <c:v>130.5</c:v>
                </c:pt>
                <c:pt idx="1351">
                  <c:v>130.25</c:v>
                </c:pt>
                <c:pt idx="1352">
                  <c:v>130.05000000000001</c:v>
                </c:pt>
                <c:pt idx="1353">
                  <c:v>127.85</c:v>
                </c:pt>
                <c:pt idx="1354">
                  <c:v>129.30000000000001</c:v>
                </c:pt>
                <c:pt idx="1355">
                  <c:v>129.44999999999999</c:v>
                </c:pt>
                <c:pt idx="1356">
                  <c:v>132.05000000000001</c:v>
                </c:pt>
                <c:pt idx="1357">
                  <c:v>138.19999999999999</c:v>
                </c:pt>
                <c:pt idx="1358">
                  <c:v>144.44999999999999</c:v>
                </c:pt>
                <c:pt idx="1359">
                  <c:v>143.25</c:v>
                </c:pt>
                <c:pt idx="1360">
                  <c:v>149</c:v>
                </c:pt>
                <c:pt idx="1361">
                  <c:v>147.35</c:v>
                </c:pt>
                <c:pt idx="1362">
                  <c:v>146.80000000000001</c:v>
                </c:pt>
                <c:pt idx="1363">
                  <c:v>150.6</c:v>
                </c:pt>
                <c:pt idx="1364">
                  <c:v>147.6</c:v>
                </c:pt>
                <c:pt idx="1365">
                  <c:v>143.5</c:v>
                </c:pt>
                <c:pt idx="1366">
                  <c:v>142.44999999999999</c:v>
                </c:pt>
                <c:pt idx="1367">
                  <c:v>147.80000000000001</c:v>
                </c:pt>
                <c:pt idx="1368">
                  <c:v>145.9</c:v>
                </c:pt>
                <c:pt idx="1369">
                  <c:v>149.69999999999999</c:v>
                </c:pt>
                <c:pt idx="1370">
                  <c:v>148</c:v>
                </c:pt>
                <c:pt idx="1371">
                  <c:v>149.1</c:v>
                </c:pt>
                <c:pt idx="1372">
                  <c:v>149.19999999999999</c:v>
                </c:pt>
                <c:pt idx="1373">
                  <c:v>149.35</c:v>
                </c:pt>
                <c:pt idx="1374">
                  <c:v>148.4</c:v>
                </c:pt>
                <c:pt idx="1375">
                  <c:v>152.65</c:v>
                </c:pt>
                <c:pt idx="1376">
                  <c:v>154.4</c:v>
                </c:pt>
                <c:pt idx="1377">
                  <c:v>155.35</c:v>
                </c:pt>
                <c:pt idx="1378">
                  <c:v>163.19999999999999</c:v>
                </c:pt>
                <c:pt idx="1379">
                  <c:v>162.44999999999999</c:v>
                </c:pt>
                <c:pt idx="1380">
                  <c:v>162.80000000000001</c:v>
                </c:pt>
                <c:pt idx="1381">
                  <c:v>162.75</c:v>
                </c:pt>
                <c:pt idx="1382">
                  <c:v>164.05</c:v>
                </c:pt>
                <c:pt idx="1383">
                  <c:v>164.85</c:v>
                </c:pt>
                <c:pt idx="1384">
                  <c:v>164.3</c:v>
                </c:pt>
                <c:pt idx="1385">
                  <c:v>162.80000000000001</c:v>
                </c:pt>
                <c:pt idx="1386">
                  <c:v>163.15</c:v>
                </c:pt>
                <c:pt idx="1387">
                  <c:v>158.35</c:v>
                </c:pt>
                <c:pt idx="1388">
                  <c:v>158.65</c:v>
                </c:pt>
                <c:pt idx="1389">
                  <c:v>158.19999999999999</c:v>
                </c:pt>
                <c:pt idx="1390">
                  <c:v>158.75</c:v>
                </c:pt>
                <c:pt idx="1391">
                  <c:v>156.69999999999999</c:v>
                </c:pt>
                <c:pt idx="1392">
                  <c:v>155.65</c:v>
                </c:pt>
                <c:pt idx="1393">
                  <c:v>156.30000000000001</c:v>
                </c:pt>
                <c:pt idx="1394">
                  <c:v>159.94999999999999</c:v>
                </c:pt>
                <c:pt idx="1395">
                  <c:v>159.9</c:v>
                </c:pt>
                <c:pt idx="1396">
                  <c:v>160.25</c:v>
                </c:pt>
                <c:pt idx="1397">
                  <c:v>158.44999999999999</c:v>
                </c:pt>
                <c:pt idx="1398">
                  <c:v>161.69999999999999</c:v>
                </c:pt>
                <c:pt idx="1399">
                  <c:v>165.5</c:v>
                </c:pt>
                <c:pt idx="1400">
                  <c:v>164.05</c:v>
                </c:pt>
                <c:pt idx="1401">
                  <c:v>164.35</c:v>
                </c:pt>
                <c:pt idx="1402">
                  <c:v>166.65</c:v>
                </c:pt>
                <c:pt idx="1403">
                  <c:v>174.1</c:v>
                </c:pt>
                <c:pt idx="1404">
                  <c:v>171.2</c:v>
                </c:pt>
                <c:pt idx="1405">
                  <c:v>167.85</c:v>
                </c:pt>
                <c:pt idx="1406">
                  <c:v>167.5</c:v>
                </c:pt>
                <c:pt idx="1407">
                  <c:v>165.3</c:v>
                </c:pt>
                <c:pt idx="1408">
                  <c:v>161.9</c:v>
                </c:pt>
                <c:pt idx="1409">
                  <c:v>160.55000000000001</c:v>
                </c:pt>
                <c:pt idx="1410">
                  <c:v>161.85</c:v>
                </c:pt>
                <c:pt idx="1411">
                  <c:v>169.75</c:v>
                </c:pt>
                <c:pt idx="1412">
                  <c:v>168.6</c:v>
                </c:pt>
                <c:pt idx="1413">
                  <c:v>171.55</c:v>
                </c:pt>
                <c:pt idx="1414">
                  <c:v>172.85</c:v>
                </c:pt>
                <c:pt idx="1415">
                  <c:v>168.7</c:v>
                </c:pt>
                <c:pt idx="1416">
                  <c:v>167.7</c:v>
                </c:pt>
                <c:pt idx="1417">
                  <c:v>166.9</c:v>
                </c:pt>
                <c:pt idx="1418">
                  <c:v>164.9</c:v>
                </c:pt>
                <c:pt idx="1419">
                  <c:v>162</c:v>
                </c:pt>
                <c:pt idx="1420">
                  <c:v>161.94999999999999</c:v>
                </c:pt>
                <c:pt idx="1421">
                  <c:v>163.6</c:v>
                </c:pt>
                <c:pt idx="1422">
                  <c:v>162.35</c:v>
                </c:pt>
                <c:pt idx="1423">
                  <c:v>166.6</c:v>
                </c:pt>
                <c:pt idx="1424">
                  <c:v>165.5</c:v>
                </c:pt>
                <c:pt idx="1425">
                  <c:v>167.9</c:v>
                </c:pt>
                <c:pt idx="1426">
                  <c:v>169.1</c:v>
                </c:pt>
                <c:pt idx="1427">
                  <c:v>166.5</c:v>
                </c:pt>
                <c:pt idx="1428">
                  <c:v>165.7</c:v>
                </c:pt>
                <c:pt idx="1429">
                  <c:v>166.55</c:v>
                </c:pt>
                <c:pt idx="1430">
                  <c:v>165.6</c:v>
                </c:pt>
                <c:pt idx="1431">
                  <c:v>169.25</c:v>
                </c:pt>
                <c:pt idx="1432">
                  <c:v>169.25</c:v>
                </c:pt>
                <c:pt idx="1433">
                  <c:v>171.65</c:v>
                </c:pt>
                <c:pt idx="1434">
                  <c:v>176.15</c:v>
                </c:pt>
                <c:pt idx="1435">
                  <c:v>177.6</c:v>
                </c:pt>
                <c:pt idx="1436">
                  <c:v>177.15</c:v>
                </c:pt>
                <c:pt idx="1437">
                  <c:v>174.65</c:v>
                </c:pt>
                <c:pt idx="1438">
                  <c:v>171</c:v>
                </c:pt>
                <c:pt idx="1439">
                  <c:v>164.8</c:v>
                </c:pt>
                <c:pt idx="1440">
                  <c:v>169.85</c:v>
                </c:pt>
                <c:pt idx="1441">
                  <c:v>176.15</c:v>
                </c:pt>
                <c:pt idx="1442">
                  <c:v>180.85</c:v>
                </c:pt>
                <c:pt idx="1443">
                  <c:v>184.55</c:v>
                </c:pt>
                <c:pt idx="1444">
                  <c:v>185.3</c:v>
                </c:pt>
                <c:pt idx="1445">
                  <c:v>181.15</c:v>
                </c:pt>
                <c:pt idx="1446">
                  <c:v>185.9</c:v>
                </c:pt>
                <c:pt idx="1447">
                  <c:v>184.05</c:v>
                </c:pt>
                <c:pt idx="1448">
                  <c:v>180.65</c:v>
                </c:pt>
                <c:pt idx="1449">
                  <c:v>175.05</c:v>
                </c:pt>
                <c:pt idx="1450">
                  <c:v>180.1</c:v>
                </c:pt>
                <c:pt idx="1451">
                  <c:v>180.2</c:v>
                </c:pt>
                <c:pt idx="1452">
                  <c:v>178.7</c:v>
                </c:pt>
                <c:pt idx="1453">
                  <c:v>175.15</c:v>
                </c:pt>
                <c:pt idx="1454">
                  <c:v>173.2</c:v>
                </c:pt>
                <c:pt idx="1455">
                  <c:v>175.65</c:v>
                </c:pt>
                <c:pt idx="1456">
                  <c:v>175.75</c:v>
                </c:pt>
                <c:pt idx="1457">
                  <c:v>168.7</c:v>
                </c:pt>
                <c:pt idx="1458">
                  <c:v>168.65</c:v>
                </c:pt>
                <c:pt idx="1459">
                  <c:v>171.3</c:v>
                </c:pt>
                <c:pt idx="1460">
                  <c:v>167.2</c:v>
                </c:pt>
                <c:pt idx="1461">
                  <c:v>167.45</c:v>
                </c:pt>
                <c:pt idx="1462">
                  <c:v>165.35</c:v>
                </c:pt>
                <c:pt idx="1463">
                  <c:v>162.30000000000001</c:v>
                </c:pt>
                <c:pt idx="1464">
                  <c:v>157.65</c:v>
                </c:pt>
                <c:pt idx="1465">
                  <c:v>161.44999999999999</c:v>
                </c:pt>
                <c:pt idx="1466">
                  <c:v>162.4</c:v>
                </c:pt>
                <c:pt idx="1467">
                  <c:v>164.95</c:v>
                </c:pt>
                <c:pt idx="1468">
                  <c:v>167.15</c:v>
                </c:pt>
                <c:pt idx="1469">
                  <c:v>169.65</c:v>
                </c:pt>
                <c:pt idx="1470">
                  <c:v>172.45</c:v>
                </c:pt>
                <c:pt idx="1471">
                  <c:v>168.6</c:v>
                </c:pt>
                <c:pt idx="1472">
                  <c:v>172.2</c:v>
                </c:pt>
                <c:pt idx="1473">
                  <c:v>170.75</c:v>
                </c:pt>
                <c:pt idx="1474">
                  <c:v>168.9</c:v>
                </c:pt>
                <c:pt idx="1475">
                  <c:v>169.65</c:v>
                </c:pt>
                <c:pt idx="1476">
                  <c:v>172.65</c:v>
                </c:pt>
                <c:pt idx="1477">
                  <c:v>170.4</c:v>
                </c:pt>
                <c:pt idx="1478">
                  <c:v>169.45</c:v>
                </c:pt>
                <c:pt idx="1479">
                  <c:v>172.3</c:v>
                </c:pt>
                <c:pt idx="1480">
                  <c:v>176.95</c:v>
                </c:pt>
                <c:pt idx="1481">
                  <c:v>186.7</c:v>
                </c:pt>
                <c:pt idx="1482">
                  <c:v>185.65</c:v>
                </c:pt>
                <c:pt idx="1483">
                  <c:v>191.7</c:v>
                </c:pt>
                <c:pt idx="1484">
                  <c:v>187.65</c:v>
                </c:pt>
                <c:pt idx="1485">
                  <c:v>182.1</c:v>
                </c:pt>
                <c:pt idx="1486">
                  <c:v>185.95</c:v>
                </c:pt>
                <c:pt idx="1487">
                  <c:v>185.6</c:v>
                </c:pt>
                <c:pt idx="1488">
                  <c:v>187.6</c:v>
                </c:pt>
                <c:pt idx="1489">
                  <c:v>185.65</c:v>
                </c:pt>
                <c:pt idx="1490">
                  <c:v>187.95</c:v>
                </c:pt>
                <c:pt idx="1491">
                  <c:v>188</c:v>
                </c:pt>
                <c:pt idx="1492">
                  <c:v>188.95</c:v>
                </c:pt>
                <c:pt idx="1493">
                  <c:v>186.3</c:v>
                </c:pt>
                <c:pt idx="1494">
                  <c:v>188.5</c:v>
                </c:pt>
                <c:pt idx="1495">
                  <c:v>187.6</c:v>
                </c:pt>
                <c:pt idx="1496">
                  <c:v>187.1</c:v>
                </c:pt>
                <c:pt idx="1497">
                  <c:v>188.35</c:v>
                </c:pt>
                <c:pt idx="1498">
                  <c:v>195.4</c:v>
                </c:pt>
                <c:pt idx="1499">
                  <c:v>194.55</c:v>
                </c:pt>
                <c:pt idx="1500">
                  <c:v>195.6</c:v>
                </c:pt>
                <c:pt idx="1501">
                  <c:v>195.1</c:v>
                </c:pt>
                <c:pt idx="1502">
                  <c:v>193.1</c:v>
                </c:pt>
                <c:pt idx="1503">
                  <c:v>188.95</c:v>
                </c:pt>
                <c:pt idx="1504">
                  <c:v>192.35</c:v>
                </c:pt>
                <c:pt idx="1505">
                  <c:v>193.4</c:v>
                </c:pt>
                <c:pt idx="1506">
                  <c:v>195.1</c:v>
                </c:pt>
                <c:pt idx="1507">
                  <c:v>197.2</c:v>
                </c:pt>
                <c:pt idx="1508">
                  <c:v>195.1</c:v>
                </c:pt>
                <c:pt idx="1509">
                  <c:v>196.25</c:v>
                </c:pt>
                <c:pt idx="1510">
                  <c:v>195.05</c:v>
                </c:pt>
                <c:pt idx="1511">
                  <c:v>194.8</c:v>
                </c:pt>
                <c:pt idx="1512">
                  <c:v>193.5</c:v>
                </c:pt>
                <c:pt idx="1513">
                  <c:v>193.25</c:v>
                </c:pt>
                <c:pt idx="1514">
                  <c:v>189.05</c:v>
                </c:pt>
                <c:pt idx="1515">
                  <c:v>187.7</c:v>
                </c:pt>
                <c:pt idx="1516">
                  <c:v>186.65</c:v>
                </c:pt>
                <c:pt idx="1517">
                  <c:v>186.6</c:v>
                </c:pt>
                <c:pt idx="1518">
                  <c:v>186.05</c:v>
                </c:pt>
                <c:pt idx="1519">
                  <c:v>184.6</c:v>
                </c:pt>
                <c:pt idx="1520">
                  <c:v>187.65</c:v>
                </c:pt>
                <c:pt idx="1521">
                  <c:v>186.4</c:v>
                </c:pt>
                <c:pt idx="1522">
                  <c:v>188</c:v>
                </c:pt>
                <c:pt idx="1523">
                  <c:v>188.3</c:v>
                </c:pt>
                <c:pt idx="1524">
                  <c:v>196.2</c:v>
                </c:pt>
                <c:pt idx="1525">
                  <c:v>195.1</c:v>
                </c:pt>
                <c:pt idx="1526">
                  <c:v>192.15</c:v>
                </c:pt>
                <c:pt idx="1527">
                  <c:v>195.25</c:v>
                </c:pt>
                <c:pt idx="1528">
                  <c:v>191.6</c:v>
                </c:pt>
                <c:pt idx="1529">
                  <c:v>193.55</c:v>
                </c:pt>
                <c:pt idx="1530">
                  <c:v>190.3</c:v>
                </c:pt>
                <c:pt idx="1531">
                  <c:v>194.65</c:v>
                </c:pt>
                <c:pt idx="1532">
                  <c:v>197.8</c:v>
                </c:pt>
                <c:pt idx="1533">
                  <c:v>197.2</c:v>
                </c:pt>
                <c:pt idx="1534">
                  <c:v>208.05</c:v>
                </c:pt>
                <c:pt idx="1535">
                  <c:v>209.5</c:v>
                </c:pt>
                <c:pt idx="1536">
                  <c:v>224.45</c:v>
                </c:pt>
                <c:pt idx="1537">
                  <c:v>235.9</c:v>
                </c:pt>
                <c:pt idx="1538">
                  <c:v>238.45</c:v>
                </c:pt>
                <c:pt idx="1539">
                  <c:v>230.7</c:v>
                </c:pt>
                <c:pt idx="1540">
                  <c:v>238.5</c:v>
                </c:pt>
                <c:pt idx="1541">
                  <c:v>237</c:v>
                </c:pt>
                <c:pt idx="1542">
                  <c:v>241.5</c:v>
                </c:pt>
                <c:pt idx="1543">
                  <c:v>247.05</c:v>
                </c:pt>
                <c:pt idx="1544">
                  <c:v>242.2</c:v>
                </c:pt>
                <c:pt idx="1545">
                  <c:v>238.65</c:v>
                </c:pt>
                <c:pt idx="1546">
                  <c:v>243.7</c:v>
                </c:pt>
                <c:pt idx="1547">
                  <c:v>245.45</c:v>
                </c:pt>
                <c:pt idx="1548">
                  <c:v>244.2</c:v>
                </c:pt>
                <c:pt idx="1549">
                  <c:v>244.25</c:v>
                </c:pt>
                <c:pt idx="1550">
                  <c:v>243.45</c:v>
                </c:pt>
                <c:pt idx="1551">
                  <c:v>252.3</c:v>
                </c:pt>
                <c:pt idx="1552">
                  <c:v>242.75</c:v>
                </c:pt>
                <c:pt idx="1553">
                  <c:v>244.55</c:v>
                </c:pt>
                <c:pt idx="1554">
                  <c:v>252</c:v>
                </c:pt>
                <c:pt idx="1555">
                  <c:v>252.9</c:v>
                </c:pt>
                <c:pt idx="1556">
                  <c:v>257.89999999999998</c:v>
                </c:pt>
                <c:pt idx="1557">
                  <c:v>258.45</c:v>
                </c:pt>
                <c:pt idx="1558">
                  <c:v>254.05</c:v>
                </c:pt>
                <c:pt idx="1559">
                  <c:v>252.65</c:v>
                </c:pt>
                <c:pt idx="1560">
                  <c:v>252.1</c:v>
                </c:pt>
                <c:pt idx="1561">
                  <c:v>255.3</c:v>
                </c:pt>
                <c:pt idx="1562">
                  <c:v>255.25</c:v>
                </c:pt>
                <c:pt idx="1563">
                  <c:v>255.65</c:v>
                </c:pt>
                <c:pt idx="1564">
                  <c:v>268.55</c:v>
                </c:pt>
                <c:pt idx="1565">
                  <c:v>267.8</c:v>
                </c:pt>
                <c:pt idx="1566">
                  <c:v>266.5</c:v>
                </c:pt>
                <c:pt idx="1567">
                  <c:v>273.2</c:v>
                </c:pt>
                <c:pt idx="1568">
                  <c:v>272</c:v>
                </c:pt>
                <c:pt idx="1569">
                  <c:v>279.3</c:v>
                </c:pt>
                <c:pt idx="1570">
                  <c:v>281.60000000000002</c:v>
                </c:pt>
                <c:pt idx="1571">
                  <c:v>288.89999999999998</c:v>
                </c:pt>
                <c:pt idx="1572">
                  <c:v>281.5</c:v>
                </c:pt>
                <c:pt idx="1573">
                  <c:v>280</c:v>
                </c:pt>
                <c:pt idx="1574">
                  <c:v>273.55</c:v>
                </c:pt>
                <c:pt idx="1575">
                  <c:v>271.60000000000002</c:v>
                </c:pt>
                <c:pt idx="1576">
                  <c:v>275.2</c:v>
                </c:pt>
                <c:pt idx="1577">
                  <c:v>279.7</c:v>
                </c:pt>
                <c:pt idx="1578">
                  <c:v>277.05</c:v>
                </c:pt>
                <c:pt idx="1579">
                  <c:v>276.55</c:v>
                </c:pt>
                <c:pt idx="1580">
                  <c:v>284.8</c:v>
                </c:pt>
                <c:pt idx="1581">
                  <c:v>285.85000000000002</c:v>
                </c:pt>
                <c:pt idx="1582">
                  <c:v>278.25</c:v>
                </c:pt>
                <c:pt idx="1583">
                  <c:v>289.64999999999998</c:v>
                </c:pt>
                <c:pt idx="1584">
                  <c:v>288.2</c:v>
                </c:pt>
                <c:pt idx="1585">
                  <c:v>290.55</c:v>
                </c:pt>
                <c:pt idx="1586">
                  <c:v>289.5</c:v>
                </c:pt>
                <c:pt idx="1587">
                  <c:v>292.35000000000002</c:v>
                </c:pt>
                <c:pt idx="1588">
                  <c:v>293.75</c:v>
                </c:pt>
                <c:pt idx="1589">
                  <c:v>292.95</c:v>
                </c:pt>
                <c:pt idx="1590">
                  <c:v>284.89999999999998</c:v>
                </c:pt>
                <c:pt idx="1591">
                  <c:v>283</c:v>
                </c:pt>
                <c:pt idx="1592">
                  <c:v>279.25</c:v>
                </c:pt>
                <c:pt idx="1593">
                  <c:v>279.85000000000002</c:v>
                </c:pt>
                <c:pt idx="1594">
                  <c:v>278.3</c:v>
                </c:pt>
                <c:pt idx="1595">
                  <c:v>273.5</c:v>
                </c:pt>
                <c:pt idx="1596">
                  <c:v>262.2</c:v>
                </c:pt>
                <c:pt idx="1597">
                  <c:v>270.64999999999998</c:v>
                </c:pt>
                <c:pt idx="1598">
                  <c:v>275.45</c:v>
                </c:pt>
                <c:pt idx="1599">
                  <c:v>258.25</c:v>
                </c:pt>
                <c:pt idx="1600">
                  <c:v>243.05</c:v>
                </c:pt>
                <c:pt idx="1601">
                  <c:v>238.05</c:v>
                </c:pt>
                <c:pt idx="1602">
                  <c:v>238.15</c:v>
                </c:pt>
                <c:pt idx="1603">
                  <c:v>226.9</c:v>
                </c:pt>
                <c:pt idx="1604">
                  <c:v>236.8</c:v>
                </c:pt>
                <c:pt idx="1605">
                  <c:v>243.55</c:v>
                </c:pt>
                <c:pt idx="1606">
                  <c:v>241.45</c:v>
                </c:pt>
                <c:pt idx="1607">
                  <c:v>241.6</c:v>
                </c:pt>
                <c:pt idx="1608">
                  <c:v>233.45</c:v>
                </c:pt>
                <c:pt idx="1609">
                  <c:v>225</c:v>
                </c:pt>
                <c:pt idx="1610">
                  <c:v>242</c:v>
                </c:pt>
                <c:pt idx="1611">
                  <c:v>235.65</c:v>
                </c:pt>
                <c:pt idx="1612">
                  <c:v>224.6</c:v>
                </c:pt>
                <c:pt idx="1613">
                  <c:v>220.45</c:v>
                </c:pt>
                <c:pt idx="1614">
                  <c:v>204.45</c:v>
                </c:pt>
                <c:pt idx="1615">
                  <c:v>206.15</c:v>
                </c:pt>
                <c:pt idx="1616">
                  <c:v>196.7</c:v>
                </c:pt>
                <c:pt idx="1617">
                  <c:v>188.3</c:v>
                </c:pt>
                <c:pt idx="1618">
                  <c:v>186.35</c:v>
                </c:pt>
                <c:pt idx="1619">
                  <c:v>201.85</c:v>
                </c:pt>
                <c:pt idx="1620">
                  <c:v>215.65</c:v>
                </c:pt>
                <c:pt idx="1621">
                  <c:v>222.75</c:v>
                </c:pt>
                <c:pt idx="1622">
                  <c:v>216.6</c:v>
                </c:pt>
                <c:pt idx="1623">
                  <c:v>218.45</c:v>
                </c:pt>
                <c:pt idx="1624">
                  <c:v>218.65</c:v>
                </c:pt>
                <c:pt idx="1625">
                  <c:v>221.85</c:v>
                </c:pt>
                <c:pt idx="1626">
                  <c:v>221.1</c:v>
                </c:pt>
                <c:pt idx="1627">
                  <c:v>213.3</c:v>
                </c:pt>
                <c:pt idx="1628">
                  <c:v>220</c:v>
                </c:pt>
                <c:pt idx="1629">
                  <c:v>216.15</c:v>
                </c:pt>
                <c:pt idx="1630">
                  <c:v>209.55</c:v>
                </c:pt>
                <c:pt idx="1631">
                  <c:v>229.05</c:v>
                </c:pt>
                <c:pt idx="1632">
                  <c:v>236.55</c:v>
                </c:pt>
                <c:pt idx="1633">
                  <c:v>233</c:v>
                </c:pt>
                <c:pt idx="1634">
                  <c:v>242.25</c:v>
                </c:pt>
                <c:pt idx="1635">
                  <c:v>242.7</c:v>
                </c:pt>
                <c:pt idx="1636">
                  <c:v>237.7</c:v>
                </c:pt>
                <c:pt idx="1637">
                  <c:v>240.05</c:v>
                </c:pt>
                <c:pt idx="1638">
                  <c:v>235.4</c:v>
                </c:pt>
                <c:pt idx="1639">
                  <c:v>237.95</c:v>
                </c:pt>
                <c:pt idx="1640">
                  <c:v>243.8</c:v>
                </c:pt>
                <c:pt idx="1641">
                  <c:v>241.3</c:v>
                </c:pt>
                <c:pt idx="1642">
                  <c:v>230.5</c:v>
                </c:pt>
                <c:pt idx="1643">
                  <c:v>230.75</c:v>
                </c:pt>
                <c:pt idx="1644">
                  <c:v>223.7</c:v>
                </c:pt>
                <c:pt idx="1645">
                  <c:v>231.3</c:v>
                </c:pt>
                <c:pt idx="1646">
                  <c:v>223.55</c:v>
                </c:pt>
                <c:pt idx="1647">
                  <c:v>228.15</c:v>
                </c:pt>
                <c:pt idx="1648">
                  <c:v>234.35</c:v>
                </c:pt>
                <c:pt idx="1649">
                  <c:v>240.8</c:v>
                </c:pt>
                <c:pt idx="1650">
                  <c:v>246.3</c:v>
                </c:pt>
                <c:pt idx="1651">
                  <c:v>242.7</c:v>
                </c:pt>
                <c:pt idx="1652">
                  <c:v>232.7</c:v>
                </c:pt>
                <c:pt idx="1653">
                  <c:v>228.8</c:v>
                </c:pt>
                <c:pt idx="1654">
                  <c:v>228.15</c:v>
                </c:pt>
                <c:pt idx="1655">
                  <c:v>224.7</c:v>
                </c:pt>
                <c:pt idx="1656">
                  <c:v>220.5</c:v>
                </c:pt>
                <c:pt idx="1657">
                  <c:v>219.45</c:v>
                </c:pt>
                <c:pt idx="1658">
                  <c:v>223.05</c:v>
                </c:pt>
                <c:pt idx="1659">
                  <c:v>224.05</c:v>
                </c:pt>
                <c:pt idx="1660">
                  <c:v>223.45</c:v>
                </c:pt>
                <c:pt idx="1661">
                  <c:v>223.2</c:v>
                </c:pt>
                <c:pt idx="1662">
                  <c:v>227.15</c:v>
                </c:pt>
                <c:pt idx="1663">
                  <c:v>230.5</c:v>
                </c:pt>
                <c:pt idx="1664">
                  <c:v>234.9</c:v>
                </c:pt>
                <c:pt idx="1665">
                  <c:v>237.95</c:v>
                </c:pt>
                <c:pt idx="1666">
                  <c:v>236.35</c:v>
                </c:pt>
                <c:pt idx="1667">
                  <c:v>232.6</c:v>
                </c:pt>
                <c:pt idx="1668">
                  <c:v>229.85</c:v>
                </c:pt>
                <c:pt idx="1669">
                  <c:v>231.8</c:v>
                </c:pt>
                <c:pt idx="1670">
                  <c:v>236.6</c:v>
                </c:pt>
                <c:pt idx="1671">
                  <c:v>240.3</c:v>
                </c:pt>
                <c:pt idx="1672">
                  <c:v>234.9</c:v>
                </c:pt>
                <c:pt idx="1673">
                  <c:v>236.5</c:v>
                </c:pt>
                <c:pt idx="1674">
                  <c:v>234.45</c:v>
                </c:pt>
                <c:pt idx="1675">
                  <c:v>238.85</c:v>
                </c:pt>
                <c:pt idx="1676">
                  <c:v>243.5</c:v>
                </c:pt>
                <c:pt idx="1677">
                  <c:v>242.55</c:v>
                </c:pt>
                <c:pt idx="1678">
                  <c:v>238.95</c:v>
                </c:pt>
                <c:pt idx="1679">
                  <c:v>238.95</c:v>
                </c:pt>
                <c:pt idx="1680">
                  <c:v>240.9</c:v>
                </c:pt>
                <c:pt idx="1681">
                  <c:v>230.25</c:v>
                </c:pt>
                <c:pt idx="1682">
                  <c:v>229.25</c:v>
                </c:pt>
                <c:pt idx="1683">
                  <c:v>235.65</c:v>
                </c:pt>
                <c:pt idx="1684">
                  <c:v>238.95</c:v>
                </c:pt>
                <c:pt idx="1685">
                  <c:v>243.8</c:v>
                </c:pt>
                <c:pt idx="1686">
                  <c:v>250.35</c:v>
                </c:pt>
                <c:pt idx="1687">
                  <c:v>247.05</c:v>
                </c:pt>
                <c:pt idx="1688">
                  <c:v>250.15</c:v>
                </c:pt>
                <c:pt idx="1689">
                  <c:v>259.10000000000002</c:v>
                </c:pt>
                <c:pt idx="1690">
                  <c:v>258.10000000000002</c:v>
                </c:pt>
                <c:pt idx="1691">
                  <c:v>253.35</c:v>
                </c:pt>
                <c:pt idx="1692">
                  <c:v>258.55</c:v>
                </c:pt>
                <c:pt idx="1693">
                  <c:v>257.7</c:v>
                </c:pt>
                <c:pt idx="1694">
                  <c:v>254.75</c:v>
                </c:pt>
                <c:pt idx="1695">
                  <c:v>257.14999999999998</c:v>
                </c:pt>
                <c:pt idx="1696">
                  <c:v>249.45</c:v>
                </c:pt>
                <c:pt idx="1697">
                  <c:v>247.3</c:v>
                </c:pt>
                <c:pt idx="1698">
                  <c:v>249.95</c:v>
                </c:pt>
                <c:pt idx="1699">
                  <c:v>245.4</c:v>
                </c:pt>
                <c:pt idx="1700">
                  <c:v>243.35</c:v>
                </c:pt>
                <c:pt idx="1701">
                  <c:v>238.75</c:v>
                </c:pt>
                <c:pt idx="1702">
                  <c:v>234.95</c:v>
                </c:pt>
                <c:pt idx="1703">
                  <c:v>232.3</c:v>
                </c:pt>
                <c:pt idx="1704">
                  <c:v>236.15</c:v>
                </c:pt>
                <c:pt idx="1705">
                  <c:v>237.15</c:v>
                </c:pt>
                <c:pt idx="1706">
                  <c:v>232.15</c:v>
                </c:pt>
                <c:pt idx="1707">
                  <c:v>233</c:v>
                </c:pt>
                <c:pt idx="1708">
                  <c:v>231.75</c:v>
                </c:pt>
                <c:pt idx="1709">
                  <c:v>231.75</c:v>
                </c:pt>
                <c:pt idx="1710">
                  <c:v>231.9</c:v>
                </c:pt>
                <c:pt idx="1711">
                  <c:v>229.3</c:v>
                </c:pt>
                <c:pt idx="1712">
                  <c:v>225</c:v>
                </c:pt>
                <c:pt idx="1713">
                  <c:v>226.1</c:v>
                </c:pt>
                <c:pt idx="1714">
                  <c:v>228.85</c:v>
                </c:pt>
                <c:pt idx="1715">
                  <c:v>233.65</c:v>
                </c:pt>
                <c:pt idx="1716">
                  <c:v>237.55</c:v>
                </c:pt>
                <c:pt idx="1717">
                  <c:v>237.5</c:v>
                </c:pt>
                <c:pt idx="1718">
                  <c:v>236.15</c:v>
                </c:pt>
                <c:pt idx="1719">
                  <c:v>246.95</c:v>
                </c:pt>
                <c:pt idx="1720">
                  <c:v>248</c:v>
                </c:pt>
                <c:pt idx="1721">
                  <c:v>247.05</c:v>
                </c:pt>
                <c:pt idx="1722">
                  <c:v>250.45</c:v>
                </c:pt>
                <c:pt idx="1723">
                  <c:v>253.3</c:v>
                </c:pt>
                <c:pt idx="1724">
                  <c:v>252.65</c:v>
                </c:pt>
                <c:pt idx="1725">
                  <c:v>248.85</c:v>
                </c:pt>
                <c:pt idx="1726">
                  <c:v>244</c:v>
                </c:pt>
                <c:pt idx="1727">
                  <c:v>243.2</c:v>
                </c:pt>
                <c:pt idx="1728">
                  <c:v>239.65</c:v>
                </c:pt>
                <c:pt idx="1729">
                  <c:v>243.2</c:v>
                </c:pt>
                <c:pt idx="1730">
                  <c:v>248.3</c:v>
                </c:pt>
                <c:pt idx="1731">
                  <c:v>245</c:v>
                </c:pt>
                <c:pt idx="1732">
                  <c:v>240.65</c:v>
                </c:pt>
                <c:pt idx="1733">
                  <c:v>242.8</c:v>
                </c:pt>
                <c:pt idx="1734">
                  <c:v>239.45</c:v>
                </c:pt>
                <c:pt idx="1735">
                  <c:v>236.55</c:v>
                </c:pt>
                <c:pt idx="1736">
                  <c:v>236.05</c:v>
                </c:pt>
                <c:pt idx="1737">
                  <c:v>235.2</c:v>
                </c:pt>
                <c:pt idx="1738">
                  <c:v>240.5</c:v>
                </c:pt>
                <c:pt idx="1739">
                  <c:v>239.25</c:v>
                </c:pt>
                <c:pt idx="1740">
                  <c:v>238.55</c:v>
                </c:pt>
                <c:pt idx="1741">
                  <c:v>238.75</c:v>
                </c:pt>
                <c:pt idx="1742">
                  <c:v>240.4</c:v>
                </c:pt>
                <c:pt idx="1743">
                  <c:v>233.9</c:v>
                </c:pt>
                <c:pt idx="1744">
                  <c:v>229.2</c:v>
                </c:pt>
                <c:pt idx="1745">
                  <c:v>223.3</c:v>
                </c:pt>
                <c:pt idx="1746">
                  <c:v>219.05</c:v>
                </c:pt>
                <c:pt idx="1747">
                  <c:v>227.5</c:v>
                </c:pt>
                <c:pt idx="1748">
                  <c:v>230.75</c:v>
                </c:pt>
                <c:pt idx="1749">
                  <c:v>230.6</c:v>
                </c:pt>
                <c:pt idx="1750">
                  <c:v>225.05</c:v>
                </c:pt>
                <c:pt idx="1751">
                  <c:v>218.15</c:v>
                </c:pt>
                <c:pt idx="1752">
                  <c:v>219.7</c:v>
                </c:pt>
                <c:pt idx="1753">
                  <c:v>219.35</c:v>
                </c:pt>
                <c:pt idx="1754">
                  <c:v>220.85</c:v>
                </c:pt>
                <c:pt idx="1755">
                  <c:v>219.55</c:v>
                </c:pt>
                <c:pt idx="1756">
                  <c:v>220.4</c:v>
                </c:pt>
                <c:pt idx="1757">
                  <c:v>216.4</c:v>
                </c:pt>
                <c:pt idx="1758">
                  <c:v>216.4</c:v>
                </c:pt>
                <c:pt idx="1759">
                  <c:v>212</c:v>
                </c:pt>
                <c:pt idx="1760">
                  <c:v>210.6</c:v>
                </c:pt>
                <c:pt idx="1761">
                  <c:v>213.35</c:v>
                </c:pt>
                <c:pt idx="1762">
                  <c:v>210.1</c:v>
                </c:pt>
                <c:pt idx="1763">
                  <c:v>209.85</c:v>
                </c:pt>
                <c:pt idx="1764">
                  <c:v>208.5</c:v>
                </c:pt>
                <c:pt idx="1765">
                  <c:v>217.85</c:v>
                </c:pt>
                <c:pt idx="1766">
                  <c:v>219.7</c:v>
                </c:pt>
                <c:pt idx="1767">
                  <c:v>221.65</c:v>
                </c:pt>
                <c:pt idx="1768">
                  <c:v>220</c:v>
                </c:pt>
                <c:pt idx="1769">
                  <c:v>220.6</c:v>
                </c:pt>
                <c:pt idx="1770">
                  <c:v>224</c:v>
                </c:pt>
                <c:pt idx="1771">
                  <c:v>221.75</c:v>
                </c:pt>
                <c:pt idx="1772">
                  <c:v>224.6</c:v>
                </c:pt>
                <c:pt idx="1773">
                  <c:v>222.2</c:v>
                </c:pt>
                <c:pt idx="1774">
                  <c:v>214.4</c:v>
                </c:pt>
                <c:pt idx="1775">
                  <c:v>216.25</c:v>
                </c:pt>
                <c:pt idx="1776">
                  <c:v>214.95</c:v>
                </c:pt>
                <c:pt idx="1777">
                  <c:v>208.25</c:v>
                </c:pt>
                <c:pt idx="1778">
                  <c:v>207.3</c:v>
                </c:pt>
                <c:pt idx="1779">
                  <c:v>209.05</c:v>
                </c:pt>
                <c:pt idx="1780">
                  <c:v>207.85</c:v>
                </c:pt>
                <c:pt idx="1781">
                  <c:v>209.1</c:v>
                </c:pt>
                <c:pt idx="1782">
                  <c:v>207.35</c:v>
                </c:pt>
                <c:pt idx="1783">
                  <c:v>205.6</c:v>
                </c:pt>
                <c:pt idx="1784">
                  <c:v>202.7</c:v>
                </c:pt>
                <c:pt idx="1785">
                  <c:v>203.35</c:v>
                </c:pt>
                <c:pt idx="1786">
                  <c:v>201</c:v>
                </c:pt>
                <c:pt idx="1787">
                  <c:v>200.45</c:v>
                </c:pt>
                <c:pt idx="1788">
                  <c:v>205.95</c:v>
                </c:pt>
                <c:pt idx="1789">
                  <c:v>205.2</c:v>
                </c:pt>
                <c:pt idx="1790">
                  <c:v>199.6</c:v>
                </c:pt>
                <c:pt idx="1791">
                  <c:v>195.85</c:v>
                </c:pt>
                <c:pt idx="1792">
                  <c:v>191.45</c:v>
                </c:pt>
                <c:pt idx="1793">
                  <c:v>188.15</c:v>
                </c:pt>
                <c:pt idx="1794">
                  <c:v>189.55</c:v>
                </c:pt>
                <c:pt idx="1795">
                  <c:v>185.45</c:v>
                </c:pt>
                <c:pt idx="1796">
                  <c:v>176.35</c:v>
                </c:pt>
                <c:pt idx="1797">
                  <c:v>176.05</c:v>
                </c:pt>
                <c:pt idx="1798">
                  <c:v>179.05</c:v>
                </c:pt>
                <c:pt idx="1799">
                  <c:v>174.05</c:v>
                </c:pt>
                <c:pt idx="1800">
                  <c:v>171.5</c:v>
                </c:pt>
                <c:pt idx="1801">
                  <c:v>167.3</c:v>
                </c:pt>
                <c:pt idx="1802">
                  <c:v>183.8</c:v>
                </c:pt>
                <c:pt idx="1803">
                  <c:v>183.75</c:v>
                </c:pt>
                <c:pt idx="1804">
                  <c:v>185</c:v>
                </c:pt>
                <c:pt idx="1805">
                  <c:v>181.15</c:v>
                </c:pt>
                <c:pt idx="1806">
                  <c:v>176.85</c:v>
                </c:pt>
                <c:pt idx="1807">
                  <c:v>177.05</c:v>
                </c:pt>
                <c:pt idx="1808">
                  <c:v>176.95</c:v>
                </c:pt>
                <c:pt idx="1809">
                  <c:v>180.2</c:v>
                </c:pt>
                <c:pt idx="1810">
                  <c:v>184.1</c:v>
                </c:pt>
                <c:pt idx="1811">
                  <c:v>191</c:v>
                </c:pt>
                <c:pt idx="1812">
                  <c:v>196.7</c:v>
                </c:pt>
                <c:pt idx="1813">
                  <c:v>198.55</c:v>
                </c:pt>
                <c:pt idx="1814">
                  <c:v>198.1</c:v>
                </c:pt>
                <c:pt idx="1815">
                  <c:v>197.65</c:v>
                </c:pt>
                <c:pt idx="1816">
                  <c:v>205</c:v>
                </c:pt>
                <c:pt idx="1817">
                  <c:v>205.2</c:v>
                </c:pt>
                <c:pt idx="1818">
                  <c:v>195.7</c:v>
                </c:pt>
                <c:pt idx="1819">
                  <c:v>200.2</c:v>
                </c:pt>
                <c:pt idx="1820">
                  <c:v>197.8</c:v>
                </c:pt>
                <c:pt idx="1821">
                  <c:v>200</c:v>
                </c:pt>
                <c:pt idx="1822">
                  <c:v>204.65</c:v>
                </c:pt>
                <c:pt idx="1823">
                  <c:v>208.75</c:v>
                </c:pt>
                <c:pt idx="1824">
                  <c:v>205.65</c:v>
                </c:pt>
                <c:pt idx="1825">
                  <c:v>207.85</c:v>
                </c:pt>
                <c:pt idx="1826">
                  <c:v>206.7</c:v>
                </c:pt>
                <c:pt idx="1827">
                  <c:v>213.6</c:v>
                </c:pt>
                <c:pt idx="1828">
                  <c:v>211.7</c:v>
                </c:pt>
                <c:pt idx="1829">
                  <c:v>208.15</c:v>
                </c:pt>
                <c:pt idx="1830">
                  <c:v>207.05</c:v>
                </c:pt>
                <c:pt idx="1831">
                  <c:v>205.35</c:v>
                </c:pt>
                <c:pt idx="1832">
                  <c:v>202.3</c:v>
                </c:pt>
                <c:pt idx="1833">
                  <c:v>208.15</c:v>
                </c:pt>
                <c:pt idx="1834">
                  <c:v>211.25</c:v>
                </c:pt>
                <c:pt idx="1835">
                  <c:v>215.35</c:v>
                </c:pt>
                <c:pt idx="1836">
                  <c:v>210.85</c:v>
                </c:pt>
                <c:pt idx="1837">
                  <c:v>199.3</c:v>
                </c:pt>
                <c:pt idx="1838">
                  <c:v>195.85</c:v>
                </c:pt>
                <c:pt idx="1839">
                  <c:v>195.15</c:v>
                </c:pt>
                <c:pt idx="1840">
                  <c:v>195.9</c:v>
                </c:pt>
                <c:pt idx="1841">
                  <c:v>194.55</c:v>
                </c:pt>
                <c:pt idx="1842">
                  <c:v>191.1</c:v>
                </c:pt>
                <c:pt idx="1843">
                  <c:v>190</c:v>
                </c:pt>
                <c:pt idx="1844">
                  <c:v>185.7</c:v>
                </c:pt>
                <c:pt idx="1845">
                  <c:v>192.15</c:v>
                </c:pt>
                <c:pt idx="1846">
                  <c:v>193.1</c:v>
                </c:pt>
                <c:pt idx="1847">
                  <c:v>197.65</c:v>
                </c:pt>
                <c:pt idx="1848">
                  <c:v>195.15</c:v>
                </c:pt>
                <c:pt idx="1849">
                  <c:v>193.6</c:v>
                </c:pt>
                <c:pt idx="1850">
                  <c:v>193.6</c:v>
                </c:pt>
                <c:pt idx="1851">
                  <c:v>194.7</c:v>
                </c:pt>
                <c:pt idx="1852">
                  <c:v>198.55</c:v>
                </c:pt>
                <c:pt idx="1853">
                  <c:v>201.2</c:v>
                </c:pt>
                <c:pt idx="1854">
                  <c:v>203.15</c:v>
                </c:pt>
                <c:pt idx="1855">
                  <c:v>200.5</c:v>
                </c:pt>
                <c:pt idx="1856">
                  <c:v>203.7</c:v>
                </c:pt>
                <c:pt idx="1857">
                  <c:v>198.6</c:v>
                </c:pt>
                <c:pt idx="1858">
                  <c:v>203.4</c:v>
                </c:pt>
                <c:pt idx="1859">
                  <c:v>201.55</c:v>
                </c:pt>
                <c:pt idx="1860">
                  <c:v>196.2</c:v>
                </c:pt>
                <c:pt idx="1861">
                  <c:v>195.8</c:v>
                </c:pt>
                <c:pt idx="1862">
                  <c:v>195.6</c:v>
                </c:pt>
                <c:pt idx="1863">
                  <c:v>191.55</c:v>
                </c:pt>
                <c:pt idx="1864">
                  <c:v>188.95</c:v>
                </c:pt>
                <c:pt idx="1865">
                  <c:v>187.4</c:v>
                </c:pt>
                <c:pt idx="1866">
                  <c:v>190.05</c:v>
                </c:pt>
                <c:pt idx="1867">
                  <c:v>186.8</c:v>
                </c:pt>
                <c:pt idx="1868">
                  <c:v>186.8</c:v>
                </c:pt>
                <c:pt idx="1869">
                  <c:v>187.15</c:v>
                </c:pt>
                <c:pt idx="1870">
                  <c:v>187.75</c:v>
                </c:pt>
                <c:pt idx="1871">
                  <c:v>188.95</c:v>
                </c:pt>
                <c:pt idx="1872">
                  <c:v>188.6</c:v>
                </c:pt>
                <c:pt idx="1873">
                  <c:v>189.55</c:v>
                </c:pt>
                <c:pt idx="1874">
                  <c:v>192.35</c:v>
                </c:pt>
                <c:pt idx="1875">
                  <c:v>189.2</c:v>
                </c:pt>
                <c:pt idx="1876">
                  <c:v>190.25</c:v>
                </c:pt>
                <c:pt idx="1877">
                  <c:v>190.85</c:v>
                </c:pt>
                <c:pt idx="1878">
                  <c:v>189.25</c:v>
                </c:pt>
                <c:pt idx="1879">
                  <c:v>188.6</c:v>
                </c:pt>
                <c:pt idx="1880">
                  <c:v>188.65</c:v>
                </c:pt>
                <c:pt idx="1881">
                  <c:v>194.8</c:v>
                </c:pt>
                <c:pt idx="1882">
                  <c:v>197.5</c:v>
                </c:pt>
                <c:pt idx="1883">
                  <c:v>199.05</c:v>
                </c:pt>
                <c:pt idx="1884">
                  <c:v>201.15</c:v>
                </c:pt>
                <c:pt idx="1885">
                  <c:v>195.7</c:v>
                </c:pt>
                <c:pt idx="1886">
                  <c:v>198.75</c:v>
                </c:pt>
                <c:pt idx="1887">
                  <c:v>202.5</c:v>
                </c:pt>
                <c:pt idx="1888">
                  <c:v>205.9</c:v>
                </c:pt>
                <c:pt idx="1889">
                  <c:v>202.45</c:v>
                </c:pt>
                <c:pt idx="1890">
                  <c:v>198.35</c:v>
                </c:pt>
                <c:pt idx="1891">
                  <c:v>196.85</c:v>
                </c:pt>
                <c:pt idx="1892">
                  <c:v>198.8</c:v>
                </c:pt>
                <c:pt idx="1893">
                  <c:v>197.8</c:v>
                </c:pt>
                <c:pt idx="1894">
                  <c:v>194.15</c:v>
                </c:pt>
                <c:pt idx="1895">
                  <c:v>204.85</c:v>
                </c:pt>
                <c:pt idx="1896">
                  <c:v>199.75</c:v>
                </c:pt>
                <c:pt idx="1897">
                  <c:v>201.95</c:v>
                </c:pt>
                <c:pt idx="1898">
                  <c:v>205.7</c:v>
                </c:pt>
                <c:pt idx="1899">
                  <c:v>195.9</c:v>
                </c:pt>
                <c:pt idx="1900">
                  <c:v>208.95</c:v>
                </c:pt>
                <c:pt idx="1901">
                  <c:v>206.75</c:v>
                </c:pt>
                <c:pt idx="1902">
                  <c:v>201.85</c:v>
                </c:pt>
                <c:pt idx="1903">
                  <c:v>201.6</c:v>
                </c:pt>
                <c:pt idx="1904">
                  <c:v>205.4</c:v>
                </c:pt>
                <c:pt idx="1905">
                  <c:v>200.1</c:v>
                </c:pt>
                <c:pt idx="1906">
                  <c:v>200.1</c:v>
                </c:pt>
                <c:pt idx="1907">
                  <c:v>203.25</c:v>
                </c:pt>
                <c:pt idx="1908">
                  <c:v>201</c:v>
                </c:pt>
                <c:pt idx="1909">
                  <c:v>196.1</c:v>
                </c:pt>
                <c:pt idx="1910">
                  <c:v>204.05</c:v>
                </c:pt>
                <c:pt idx="1911">
                  <c:v>200.6</c:v>
                </c:pt>
                <c:pt idx="1912">
                  <c:v>196.35</c:v>
                </c:pt>
                <c:pt idx="1913">
                  <c:v>192.5</c:v>
                </c:pt>
                <c:pt idx="1914">
                  <c:v>198.3</c:v>
                </c:pt>
                <c:pt idx="1915">
                  <c:v>193.25</c:v>
                </c:pt>
                <c:pt idx="1916">
                  <c:v>196.15</c:v>
                </c:pt>
                <c:pt idx="1917">
                  <c:v>197.9</c:v>
                </c:pt>
                <c:pt idx="1918">
                  <c:v>199.4</c:v>
                </c:pt>
                <c:pt idx="1919">
                  <c:v>200.75</c:v>
                </c:pt>
                <c:pt idx="1920">
                  <c:v>202.1</c:v>
                </c:pt>
                <c:pt idx="1921">
                  <c:v>201.95</c:v>
                </c:pt>
                <c:pt idx="1922">
                  <c:v>203.2</c:v>
                </c:pt>
                <c:pt idx="1923">
                  <c:v>208.3</c:v>
                </c:pt>
                <c:pt idx="1924">
                  <c:v>209.8</c:v>
                </c:pt>
                <c:pt idx="1925">
                  <c:v>211</c:v>
                </c:pt>
                <c:pt idx="1926">
                  <c:v>212.35</c:v>
                </c:pt>
                <c:pt idx="1927">
                  <c:v>216.35</c:v>
                </c:pt>
                <c:pt idx="1928">
                  <c:v>213.95</c:v>
                </c:pt>
                <c:pt idx="1929">
                  <c:v>213.35</c:v>
                </c:pt>
                <c:pt idx="1930">
                  <c:v>217.1</c:v>
                </c:pt>
                <c:pt idx="1931">
                  <c:v>217.55</c:v>
                </c:pt>
                <c:pt idx="1932">
                  <c:v>215</c:v>
                </c:pt>
                <c:pt idx="1933">
                  <c:v>212.05</c:v>
                </c:pt>
                <c:pt idx="1934">
                  <c:v>215.9</c:v>
                </c:pt>
                <c:pt idx="1935">
                  <c:v>214.55</c:v>
                </c:pt>
                <c:pt idx="1936">
                  <c:v>217</c:v>
                </c:pt>
                <c:pt idx="1937">
                  <c:v>214.2</c:v>
                </c:pt>
                <c:pt idx="1938">
                  <c:v>219.4</c:v>
                </c:pt>
                <c:pt idx="1939">
                  <c:v>223.5</c:v>
                </c:pt>
                <c:pt idx="1940">
                  <c:v>227.35</c:v>
                </c:pt>
                <c:pt idx="1941">
                  <c:v>225.45</c:v>
                </c:pt>
                <c:pt idx="1942">
                  <c:v>218.9</c:v>
                </c:pt>
                <c:pt idx="1943">
                  <c:v>220.6</c:v>
                </c:pt>
                <c:pt idx="1944">
                  <c:v>224.1</c:v>
                </c:pt>
                <c:pt idx="1945">
                  <c:v>220.5</c:v>
                </c:pt>
                <c:pt idx="1946">
                  <c:v>223.9</c:v>
                </c:pt>
                <c:pt idx="1947">
                  <c:v>221.9</c:v>
                </c:pt>
                <c:pt idx="1948">
                  <c:v>220.75</c:v>
                </c:pt>
                <c:pt idx="1949">
                  <c:v>224.3</c:v>
                </c:pt>
                <c:pt idx="1950">
                  <c:v>224.05</c:v>
                </c:pt>
                <c:pt idx="1951">
                  <c:v>225.85</c:v>
                </c:pt>
                <c:pt idx="1952">
                  <c:v>221.25</c:v>
                </c:pt>
                <c:pt idx="1953">
                  <c:v>219.3</c:v>
                </c:pt>
                <c:pt idx="1954">
                  <c:v>212.95</c:v>
                </c:pt>
                <c:pt idx="1955">
                  <c:v>209.4</c:v>
                </c:pt>
                <c:pt idx="1956">
                  <c:v>210.4</c:v>
                </c:pt>
                <c:pt idx="1957">
                  <c:v>205.75</c:v>
                </c:pt>
                <c:pt idx="1958">
                  <c:v>207.5</c:v>
                </c:pt>
                <c:pt idx="1959">
                  <c:v>215.75</c:v>
                </c:pt>
                <c:pt idx="1960">
                  <c:v>215.95</c:v>
                </c:pt>
                <c:pt idx="1961">
                  <c:v>220.75</c:v>
                </c:pt>
                <c:pt idx="1962">
                  <c:v>217.8</c:v>
                </c:pt>
                <c:pt idx="1963">
                  <c:v>219.6</c:v>
                </c:pt>
                <c:pt idx="1964">
                  <c:v>219.45</c:v>
                </c:pt>
                <c:pt idx="1965">
                  <c:v>207.05</c:v>
                </c:pt>
                <c:pt idx="1966">
                  <c:v>193.7</c:v>
                </c:pt>
                <c:pt idx="1967">
                  <c:v>195.8</c:v>
                </c:pt>
                <c:pt idx="1968">
                  <c:v>193.3</c:v>
                </c:pt>
                <c:pt idx="1969">
                  <c:v>195.75</c:v>
                </c:pt>
                <c:pt idx="1970">
                  <c:v>192.9</c:v>
                </c:pt>
                <c:pt idx="1971">
                  <c:v>195.25</c:v>
                </c:pt>
                <c:pt idx="1972">
                  <c:v>193.2</c:v>
                </c:pt>
                <c:pt idx="1973">
                  <c:v>199</c:v>
                </c:pt>
                <c:pt idx="1974">
                  <c:v>199.95</c:v>
                </c:pt>
                <c:pt idx="1975">
                  <c:v>200.95</c:v>
                </c:pt>
                <c:pt idx="1976">
                  <c:v>199.1</c:v>
                </c:pt>
                <c:pt idx="1977">
                  <c:v>201.35</c:v>
                </c:pt>
                <c:pt idx="1978">
                  <c:v>205.05</c:v>
                </c:pt>
                <c:pt idx="1979">
                  <c:v>205.45</c:v>
                </c:pt>
                <c:pt idx="1980">
                  <c:v>201.95</c:v>
                </c:pt>
                <c:pt idx="1981">
                  <c:v>201.9</c:v>
                </c:pt>
                <c:pt idx="1982">
                  <c:v>206.8</c:v>
                </c:pt>
                <c:pt idx="1983">
                  <c:v>210.3</c:v>
                </c:pt>
                <c:pt idx="1984">
                  <c:v>210.45</c:v>
                </c:pt>
                <c:pt idx="1985">
                  <c:v>209.2</c:v>
                </c:pt>
                <c:pt idx="1986">
                  <c:v>210.05</c:v>
                </c:pt>
                <c:pt idx="1987">
                  <c:v>206.75</c:v>
                </c:pt>
                <c:pt idx="1988">
                  <c:v>206.05</c:v>
                </c:pt>
                <c:pt idx="1989">
                  <c:v>206.55</c:v>
                </c:pt>
                <c:pt idx="1990">
                  <c:v>206</c:v>
                </c:pt>
                <c:pt idx="1991">
                  <c:v>207.65</c:v>
                </c:pt>
                <c:pt idx="1992">
                  <c:v>208.6</c:v>
                </c:pt>
                <c:pt idx="1993">
                  <c:v>205.9</c:v>
                </c:pt>
                <c:pt idx="1994">
                  <c:v>210.7</c:v>
                </c:pt>
                <c:pt idx="1995">
                  <c:v>210.25</c:v>
                </c:pt>
                <c:pt idx="1996">
                  <c:v>212</c:v>
                </c:pt>
                <c:pt idx="1997">
                  <c:v>218.7</c:v>
                </c:pt>
                <c:pt idx="1998">
                  <c:v>218.95</c:v>
                </c:pt>
                <c:pt idx="1999">
                  <c:v>212.25</c:v>
                </c:pt>
                <c:pt idx="2000">
                  <c:v>212.5</c:v>
                </c:pt>
                <c:pt idx="2001">
                  <c:v>212.9</c:v>
                </c:pt>
                <c:pt idx="2002">
                  <c:v>216.45</c:v>
                </c:pt>
                <c:pt idx="2003">
                  <c:v>215.3</c:v>
                </c:pt>
                <c:pt idx="2004">
                  <c:v>216.9</c:v>
                </c:pt>
                <c:pt idx="2005">
                  <c:v>216.35</c:v>
                </c:pt>
                <c:pt idx="2006">
                  <c:v>213.7</c:v>
                </c:pt>
                <c:pt idx="2007">
                  <c:v>218.45</c:v>
                </c:pt>
                <c:pt idx="2008">
                  <c:v>215.8</c:v>
                </c:pt>
                <c:pt idx="2009">
                  <c:v>222.85</c:v>
                </c:pt>
                <c:pt idx="2010">
                  <c:v>232.05</c:v>
                </c:pt>
                <c:pt idx="2011">
                  <c:v>237.2</c:v>
                </c:pt>
                <c:pt idx="2012">
                  <c:v>236.6</c:v>
                </c:pt>
                <c:pt idx="2013">
                  <c:v>234</c:v>
                </c:pt>
                <c:pt idx="2014">
                  <c:v>228.55</c:v>
                </c:pt>
                <c:pt idx="2015">
                  <c:v>223.7</c:v>
                </c:pt>
                <c:pt idx="2016">
                  <c:v>219.05</c:v>
                </c:pt>
                <c:pt idx="2017">
                  <c:v>216.8</c:v>
                </c:pt>
                <c:pt idx="2018">
                  <c:v>214.7</c:v>
                </c:pt>
                <c:pt idx="2019">
                  <c:v>217.55</c:v>
                </c:pt>
                <c:pt idx="2020">
                  <c:v>213.9</c:v>
                </c:pt>
                <c:pt idx="2021">
                  <c:v>199.65</c:v>
                </c:pt>
                <c:pt idx="2022">
                  <c:v>184.05</c:v>
                </c:pt>
                <c:pt idx="2023">
                  <c:v>190.6</c:v>
                </c:pt>
                <c:pt idx="2024">
                  <c:v>186.15</c:v>
                </c:pt>
                <c:pt idx="2025">
                  <c:v>200.15</c:v>
                </c:pt>
                <c:pt idx="2026">
                  <c:v>199.9</c:v>
                </c:pt>
                <c:pt idx="2027">
                  <c:v>208.85</c:v>
                </c:pt>
                <c:pt idx="2028">
                  <c:v>195.85</c:v>
                </c:pt>
                <c:pt idx="2029">
                  <c:v>208.75</c:v>
                </c:pt>
                <c:pt idx="2030">
                  <c:v>207.9</c:v>
                </c:pt>
                <c:pt idx="2031">
                  <c:v>213.25</c:v>
                </c:pt>
                <c:pt idx="2032">
                  <c:v>209</c:v>
                </c:pt>
                <c:pt idx="2033">
                  <c:v>204.15</c:v>
                </c:pt>
                <c:pt idx="2034">
                  <c:v>200</c:v>
                </c:pt>
                <c:pt idx="2035">
                  <c:v>211.25</c:v>
                </c:pt>
                <c:pt idx="2036">
                  <c:v>194.1</c:v>
                </c:pt>
                <c:pt idx="2037">
                  <c:v>193.95</c:v>
                </c:pt>
                <c:pt idx="2038">
                  <c:v>192.5</c:v>
                </c:pt>
                <c:pt idx="2039">
                  <c:v>203.1</c:v>
                </c:pt>
                <c:pt idx="2040">
                  <c:v>211.15</c:v>
                </c:pt>
                <c:pt idx="2041">
                  <c:v>217.1</c:v>
                </c:pt>
                <c:pt idx="2042">
                  <c:v>221.45</c:v>
                </c:pt>
                <c:pt idx="2043">
                  <c:v>214.15</c:v>
                </c:pt>
                <c:pt idx="2044">
                  <c:v>220.2</c:v>
                </c:pt>
                <c:pt idx="2045">
                  <c:v>216.3</c:v>
                </c:pt>
                <c:pt idx="2046">
                  <c:v>215.7</c:v>
                </c:pt>
                <c:pt idx="2047">
                  <c:v>219.85</c:v>
                </c:pt>
                <c:pt idx="2048">
                  <c:v>220.25</c:v>
                </c:pt>
                <c:pt idx="2049">
                  <c:v>220.95</c:v>
                </c:pt>
                <c:pt idx="2050">
                  <c:v>227.5</c:v>
                </c:pt>
                <c:pt idx="2051">
                  <c:v>231.85</c:v>
                </c:pt>
                <c:pt idx="2052">
                  <c:v>229</c:v>
                </c:pt>
                <c:pt idx="2053">
                  <c:v>225.7</c:v>
                </c:pt>
                <c:pt idx="2054">
                  <c:v>225.8</c:v>
                </c:pt>
                <c:pt idx="2055">
                  <c:v>223.8</c:v>
                </c:pt>
                <c:pt idx="2056">
                  <c:v>224.75</c:v>
                </c:pt>
                <c:pt idx="2057">
                  <c:v>222.25</c:v>
                </c:pt>
                <c:pt idx="2058">
                  <c:v>221.95</c:v>
                </c:pt>
                <c:pt idx="2059">
                  <c:v>226.25</c:v>
                </c:pt>
                <c:pt idx="2060">
                  <c:v>222.8</c:v>
                </c:pt>
                <c:pt idx="2061">
                  <c:v>231.55</c:v>
                </c:pt>
                <c:pt idx="2062">
                  <c:v>225.6</c:v>
                </c:pt>
                <c:pt idx="2063">
                  <c:v>234.85</c:v>
                </c:pt>
                <c:pt idx="2064">
                  <c:v>245.05</c:v>
                </c:pt>
                <c:pt idx="2065">
                  <c:v>235.1</c:v>
                </c:pt>
                <c:pt idx="2066">
                  <c:v>244.7</c:v>
                </c:pt>
                <c:pt idx="2067">
                  <c:v>242.2</c:v>
                </c:pt>
                <c:pt idx="2068">
                  <c:v>228.8</c:v>
                </c:pt>
                <c:pt idx="2069">
                  <c:v>238.4</c:v>
                </c:pt>
                <c:pt idx="2070">
                  <c:v>235.55</c:v>
                </c:pt>
                <c:pt idx="2071">
                  <c:v>243.2</c:v>
                </c:pt>
                <c:pt idx="2072">
                  <c:v>241.85</c:v>
                </c:pt>
                <c:pt idx="2073">
                  <c:v>253.2</c:v>
                </c:pt>
                <c:pt idx="2074">
                  <c:v>248.85</c:v>
                </c:pt>
                <c:pt idx="2075">
                  <c:v>244.8</c:v>
                </c:pt>
                <c:pt idx="2076">
                  <c:v>240.2</c:v>
                </c:pt>
                <c:pt idx="2077">
                  <c:v>235.5</c:v>
                </c:pt>
                <c:pt idx="2078">
                  <c:v>245.9</c:v>
                </c:pt>
                <c:pt idx="2079">
                  <c:v>241</c:v>
                </c:pt>
                <c:pt idx="2080">
                  <c:v>231.9</c:v>
                </c:pt>
                <c:pt idx="2081">
                  <c:v>236.05</c:v>
                </c:pt>
                <c:pt idx="2082">
                  <c:v>239.2</c:v>
                </c:pt>
                <c:pt idx="2083">
                  <c:v>243.95</c:v>
                </c:pt>
                <c:pt idx="2084">
                  <c:v>249</c:v>
                </c:pt>
                <c:pt idx="2085">
                  <c:v>250.3</c:v>
                </c:pt>
                <c:pt idx="2086">
                  <c:v>247.25</c:v>
                </c:pt>
                <c:pt idx="2087">
                  <c:v>251.8</c:v>
                </c:pt>
                <c:pt idx="2088">
                  <c:v>250.25</c:v>
                </c:pt>
                <c:pt idx="2089">
                  <c:v>250.45</c:v>
                </c:pt>
                <c:pt idx="2090">
                  <c:v>248.2</c:v>
                </c:pt>
                <c:pt idx="2091">
                  <c:v>248.55</c:v>
                </c:pt>
                <c:pt idx="2092">
                  <c:v>252</c:v>
                </c:pt>
                <c:pt idx="2093">
                  <c:v>250.8</c:v>
                </c:pt>
                <c:pt idx="2094">
                  <c:v>251.95</c:v>
                </c:pt>
                <c:pt idx="2095">
                  <c:v>247.05</c:v>
                </c:pt>
                <c:pt idx="2096">
                  <c:v>246.05</c:v>
                </c:pt>
                <c:pt idx="2097">
                  <c:v>242.9</c:v>
                </c:pt>
                <c:pt idx="2098">
                  <c:v>237.75</c:v>
                </c:pt>
                <c:pt idx="2099">
                  <c:v>243.95</c:v>
                </c:pt>
                <c:pt idx="2100">
                  <c:v>241.35</c:v>
                </c:pt>
                <c:pt idx="2101">
                  <c:v>235.7</c:v>
                </c:pt>
                <c:pt idx="2102">
                  <c:v>234.7</c:v>
                </c:pt>
                <c:pt idx="2103">
                  <c:v>235.2</c:v>
                </c:pt>
                <c:pt idx="2104">
                  <c:v>231.25</c:v>
                </c:pt>
                <c:pt idx="2105">
                  <c:v>232.35</c:v>
                </c:pt>
                <c:pt idx="2106">
                  <c:v>238.35</c:v>
                </c:pt>
                <c:pt idx="2107">
                  <c:v>236.85</c:v>
                </c:pt>
                <c:pt idx="2108">
                  <c:v>237.1</c:v>
                </c:pt>
                <c:pt idx="2109">
                  <c:v>234.95</c:v>
                </c:pt>
                <c:pt idx="2110">
                  <c:v>235.3</c:v>
                </c:pt>
                <c:pt idx="2111">
                  <c:v>230.3</c:v>
                </c:pt>
                <c:pt idx="2112">
                  <c:v>237.85</c:v>
                </c:pt>
                <c:pt idx="2113">
                  <c:v>237.25</c:v>
                </c:pt>
                <c:pt idx="2114">
                  <c:v>231.75</c:v>
                </c:pt>
                <c:pt idx="2115">
                  <c:v>234.35</c:v>
                </c:pt>
                <c:pt idx="2116">
                  <c:v>233</c:v>
                </c:pt>
                <c:pt idx="2117">
                  <c:v>232.1</c:v>
                </c:pt>
                <c:pt idx="2118">
                  <c:v>226.75</c:v>
                </c:pt>
                <c:pt idx="2119">
                  <c:v>231.15</c:v>
                </c:pt>
                <c:pt idx="2120">
                  <c:v>236.35</c:v>
                </c:pt>
                <c:pt idx="2121">
                  <c:v>234.2</c:v>
                </c:pt>
                <c:pt idx="2122">
                  <c:v>231.9</c:v>
                </c:pt>
                <c:pt idx="2123">
                  <c:v>225.75</c:v>
                </c:pt>
                <c:pt idx="2124">
                  <c:v>227.05</c:v>
                </c:pt>
                <c:pt idx="2125">
                  <c:v>214.85</c:v>
                </c:pt>
                <c:pt idx="2126">
                  <c:v>216.1</c:v>
                </c:pt>
                <c:pt idx="2127">
                  <c:v>212.9</c:v>
                </c:pt>
                <c:pt idx="2128">
                  <c:v>208.55</c:v>
                </c:pt>
                <c:pt idx="2129">
                  <c:v>207.15</c:v>
                </c:pt>
                <c:pt idx="2130">
                  <c:v>197.65</c:v>
                </c:pt>
                <c:pt idx="2131">
                  <c:v>200.2</c:v>
                </c:pt>
                <c:pt idx="2132">
                  <c:v>196.35</c:v>
                </c:pt>
                <c:pt idx="2133">
                  <c:v>201.5</c:v>
                </c:pt>
                <c:pt idx="2134">
                  <c:v>209.75</c:v>
                </c:pt>
                <c:pt idx="2135">
                  <c:v>209.85</c:v>
                </c:pt>
                <c:pt idx="2136">
                  <c:v>216.45</c:v>
                </c:pt>
                <c:pt idx="2137">
                  <c:v>218.5</c:v>
                </c:pt>
                <c:pt idx="2138">
                  <c:v>214.1</c:v>
                </c:pt>
                <c:pt idx="2139">
                  <c:v>220.1</c:v>
                </c:pt>
                <c:pt idx="2140">
                  <c:v>211.7</c:v>
                </c:pt>
                <c:pt idx="2141">
                  <c:v>215.15</c:v>
                </c:pt>
                <c:pt idx="2142">
                  <c:v>219.75</c:v>
                </c:pt>
                <c:pt idx="2143">
                  <c:v>219.8</c:v>
                </c:pt>
                <c:pt idx="2144">
                  <c:v>228</c:v>
                </c:pt>
                <c:pt idx="2145">
                  <c:v>232.7</c:v>
                </c:pt>
                <c:pt idx="2146">
                  <c:v>230.85</c:v>
                </c:pt>
                <c:pt idx="2147">
                  <c:v>227.7</c:v>
                </c:pt>
                <c:pt idx="2148">
                  <c:v>233.2</c:v>
                </c:pt>
                <c:pt idx="2149">
                  <c:v>230.85</c:v>
                </c:pt>
                <c:pt idx="2150">
                  <c:v>237.8</c:v>
                </c:pt>
                <c:pt idx="2151">
                  <c:v>238.65</c:v>
                </c:pt>
                <c:pt idx="2152">
                  <c:v>239.65</c:v>
                </c:pt>
                <c:pt idx="2153">
                  <c:v>234.95</c:v>
                </c:pt>
                <c:pt idx="2154">
                  <c:v>234.15</c:v>
                </c:pt>
                <c:pt idx="2155">
                  <c:v>239.95</c:v>
                </c:pt>
                <c:pt idx="2156">
                  <c:v>245.7</c:v>
                </c:pt>
                <c:pt idx="2157">
                  <c:v>242.25</c:v>
                </c:pt>
                <c:pt idx="2158">
                  <c:v>242</c:v>
                </c:pt>
                <c:pt idx="2159">
                  <c:v>241.95</c:v>
                </c:pt>
                <c:pt idx="2160">
                  <c:v>242.95</c:v>
                </c:pt>
                <c:pt idx="2161">
                  <c:v>243.7</c:v>
                </c:pt>
                <c:pt idx="2162">
                  <c:v>239.65</c:v>
                </c:pt>
                <c:pt idx="2163">
                  <c:v>241.5</c:v>
                </c:pt>
                <c:pt idx="2164">
                  <c:v>243.4</c:v>
                </c:pt>
                <c:pt idx="2165">
                  <c:v>243.1</c:v>
                </c:pt>
                <c:pt idx="2166">
                  <c:v>235.8</c:v>
                </c:pt>
                <c:pt idx="2167">
                  <c:v>244.9</c:v>
                </c:pt>
                <c:pt idx="2168">
                  <c:v>243.4</c:v>
                </c:pt>
                <c:pt idx="2169">
                  <c:v>247.35</c:v>
                </c:pt>
                <c:pt idx="2170">
                  <c:v>246.5</c:v>
                </c:pt>
                <c:pt idx="2171">
                  <c:v>239.5</c:v>
                </c:pt>
                <c:pt idx="2172">
                  <c:v>245.4</c:v>
                </c:pt>
                <c:pt idx="2173">
                  <c:v>241.95</c:v>
                </c:pt>
                <c:pt idx="2174">
                  <c:v>247</c:v>
                </c:pt>
                <c:pt idx="2175">
                  <c:v>240.65</c:v>
                </c:pt>
                <c:pt idx="2176">
                  <c:v>245.1</c:v>
                </c:pt>
                <c:pt idx="2177">
                  <c:v>252.95</c:v>
                </c:pt>
                <c:pt idx="2178">
                  <c:v>251.5</c:v>
                </c:pt>
                <c:pt idx="2179">
                  <c:v>250.65</c:v>
                </c:pt>
                <c:pt idx="2180">
                  <c:v>246.85</c:v>
                </c:pt>
                <c:pt idx="2181">
                  <c:v>248.8</c:v>
                </c:pt>
                <c:pt idx="2182">
                  <c:v>243.05</c:v>
                </c:pt>
                <c:pt idx="2183">
                  <c:v>240.5</c:v>
                </c:pt>
                <c:pt idx="2184">
                  <c:v>238.15</c:v>
                </c:pt>
                <c:pt idx="2185">
                  <c:v>240.7</c:v>
                </c:pt>
                <c:pt idx="2186">
                  <c:v>245.2</c:v>
                </c:pt>
                <c:pt idx="2187">
                  <c:v>249.7</c:v>
                </c:pt>
                <c:pt idx="2188">
                  <c:v>247.15</c:v>
                </c:pt>
                <c:pt idx="2189">
                  <c:v>249.7</c:v>
                </c:pt>
                <c:pt idx="2190">
                  <c:v>249.15</c:v>
                </c:pt>
                <c:pt idx="2191">
                  <c:v>252.5</c:v>
                </c:pt>
                <c:pt idx="2192">
                  <c:v>254.65</c:v>
                </c:pt>
                <c:pt idx="2193">
                  <c:v>252.25</c:v>
                </c:pt>
                <c:pt idx="2194">
                  <c:v>254.35</c:v>
                </c:pt>
                <c:pt idx="2195">
                  <c:v>256.7</c:v>
                </c:pt>
                <c:pt idx="2196">
                  <c:v>249.55</c:v>
                </c:pt>
                <c:pt idx="2197">
                  <c:v>249.3</c:v>
                </c:pt>
                <c:pt idx="2198">
                  <c:v>238.15</c:v>
                </c:pt>
                <c:pt idx="2199">
                  <c:v>221.85</c:v>
                </c:pt>
                <c:pt idx="2200">
                  <c:v>231</c:v>
                </c:pt>
                <c:pt idx="2201">
                  <c:v>238.8</c:v>
                </c:pt>
                <c:pt idx="2202">
                  <c:v>231.35</c:v>
                </c:pt>
                <c:pt idx="2203">
                  <c:v>247.55</c:v>
                </c:pt>
                <c:pt idx="2204">
                  <c:v>241.55</c:v>
                </c:pt>
                <c:pt idx="2205">
                  <c:v>239.3</c:v>
                </c:pt>
                <c:pt idx="2206">
                  <c:v>250.3</c:v>
                </c:pt>
                <c:pt idx="2207">
                  <c:v>252</c:v>
                </c:pt>
                <c:pt idx="2208">
                  <c:v>241.75</c:v>
                </c:pt>
                <c:pt idx="2209">
                  <c:v>226.45</c:v>
                </c:pt>
                <c:pt idx="2210">
                  <c:v>211.65</c:v>
                </c:pt>
                <c:pt idx="2211">
                  <c:v>218.2</c:v>
                </c:pt>
                <c:pt idx="2212">
                  <c:v>207.4</c:v>
                </c:pt>
                <c:pt idx="2213">
                  <c:v>221.75</c:v>
                </c:pt>
                <c:pt idx="2214">
                  <c:v>237.35</c:v>
                </c:pt>
                <c:pt idx="2215">
                  <c:v>247.25</c:v>
                </c:pt>
                <c:pt idx="2216">
                  <c:v>238.85</c:v>
                </c:pt>
                <c:pt idx="2217">
                  <c:v>244.95</c:v>
                </c:pt>
                <c:pt idx="2218">
                  <c:v>249.7</c:v>
                </c:pt>
                <c:pt idx="2219">
                  <c:v>251.5</c:v>
                </c:pt>
                <c:pt idx="2220">
                  <c:v>246.9</c:v>
                </c:pt>
                <c:pt idx="2221">
                  <c:v>234.55</c:v>
                </c:pt>
                <c:pt idx="2222">
                  <c:v>234.65</c:v>
                </c:pt>
                <c:pt idx="2223">
                  <c:v>235.55</c:v>
                </c:pt>
                <c:pt idx="2224">
                  <c:v>235.1</c:v>
                </c:pt>
                <c:pt idx="2225">
                  <c:v>234.25</c:v>
                </c:pt>
                <c:pt idx="2226">
                  <c:v>234.5</c:v>
                </c:pt>
                <c:pt idx="2227">
                  <c:v>235.05</c:v>
                </c:pt>
                <c:pt idx="2228">
                  <c:v>236</c:v>
                </c:pt>
                <c:pt idx="2229">
                  <c:v>236.25</c:v>
                </c:pt>
                <c:pt idx="2230">
                  <c:v>236.6</c:v>
                </c:pt>
                <c:pt idx="2231">
                  <c:v>236.4</c:v>
                </c:pt>
                <c:pt idx="2232">
                  <c:v>232.5</c:v>
                </c:pt>
                <c:pt idx="2233">
                  <c:v>233.15</c:v>
                </c:pt>
                <c:pt idx="2234">
                  <c:v>232.15</c:v>
                </c:pt>
                <c:pt idx="2235">
                  <c:v>236.5</c:v>
                </c:pt>
                <c:pt idx="2236">
                  <c:v>234.75</c:v>
                </c:pt>
                <c:pt idx="2237">
                  <c:v>240.4</c:v>
                </c:pt>
                <c:pt idx="2238">
                  <c:v>244.7</c:v>
                </c:pt>
                <c:pt idx="2239">
                  <c:v>241.6</c:v>
                </c:pt>
                <c:pt idx="2240">
                  <c:v>240.4</c:v>
                </c:pt>
                <c:pt idx="2241">
                  <c:v>243.95</c:v>
                </c:pt>
                <c:pt idx="2242">
                  <c:v>248.3</c:v>
                </c:pt>
                <c:pt idx="2243">
                  <c:v>252</c:v>
                </c:pt>
                <c:pt idx="2244">
                  <c:v>255.5</c:v>
                </c:pt>
                <c:pt idx="2245">
                  <c:v>265.64999999999998</c:v>
                </c:pt>
                <c:pt idx="2246">
                  <c:v>262.3</c:v>
                </c:pt>
                <c:pt idx="2247">
                  <c:v>257.75</c:v>
                </c:pt>
                <c:pt idx="2248">
                  <c:v>257.45</c:v>
                </c:pt>
                <c:pt idx="2249">
                  <c:v>252.1</c:v>
                </c:pt>
                <c:pt idx="2250">
                  <c:v>252.85</c:v>
                </c:pt>
                <c:pt idx="2251">
                  <c:v>252.3</c:v>
                </c:pt>
                <c:pt idx="2252">
                  <c:v>250.3</c:v>
                </c:pt>
                <c:pt idx="2253">
                  <c:v>250.75</c:v>
                </c:pt>
                <c:pt idx="2254">
                  <c:v>247.5</c:v>
                </c:pt>
                <c:pt idx="2255">
                  <c:v>243</c:v>
                </c:pt>
                <c:pt idx="2256">
                  <c:v>246.9</c:v>
                </c:pt>
                <c:pt idx="2257">
                  <c:v>251.15</c:v>
                </c:pt>
                <c:pt idx="2258">
                  <c:v>263.39999999999998</c:v>
                </c:pt>
                <c:pt idx="2259">
                  <c:v>263.85000000000002</c:v>
                </c:pt>
                <c:pt idx="2260">
                  <c:v>254.55</c:v>
                </c:pt>
                <c:pt idx="2261">
                  <c:v>254</c:v>
                </c:pt>
                <c:pt idx="2262">
                  <c:v>247</c:v>
                </c:pt>
                <c:pt idx="2263">
                  <c:v>250.8</c:v>
                </c:pt>
                <c:pt idx="2264">
                  <c:v>254.2</c:v>
                </c:pt>
                <c:pt idx="2265">
                  <c:v>246.05</c:v>
                </c:pt>
                <c:pt idx="2266">
                  <c:v>255.1</c:v>
                </c:pt>
                <c:pt idx="2267">
                  <c:v>253.25</c:v>
                </c:pt>
                <c:pt idx="2268">
                  <c:v>246.8</c:v>
                </c:pt>
                <c:pt idx="2269">
                  <c:v>253.35</c:v>
                </c:pt>
                <c:pt idx="2270">
                  <c:v>259.05</c:v>
                </c:pt>
                <c:pt idx="2271">
                  <c:v>257.05</c:v>
                </c:pt>
                <c:pt idx="2272">
                  <c:v>261.64999999999998</c:v>
                </c:pt>
                <c:pt idx="2273">
                  <c:v>261.89999999999998</c:v>
                </c:pt>
                <c:pt idx="2274">
                  <c:v>266.10000000000002</c:v>
                </c:pt>
                <c:pt idx="2275">
                  <c:v>267.89999999999998</c:v>
                </c:pt>
                <c:pt idx="2276">
                  <c:v>263.39999999999998</c:v>
                </c:pt>
                <c:pt idx="2277">
                  <c:v>260.60000000000002</c:v>
                </c:pt>
                <c:pt idx="2278">
                  <c:v>260.14999999999998</c:v>
                </c:pt>
                <c:pt idx="2279">
                  <c:v>258.95</c:v>
                </c:pt>
                <c:pt idx="2280">
                  <c:v>259.2</c:v>
                </c:pt>
                <c:pt idx="2281">
                  <c:v>258.7</c:v>
                </c:pt>
                <c:pt idx="2282">
                  <c:v>259.25</c:v>
                </c:pt>
                <c:pt idx="2283">
                  <c:v>256.25</c:v>
                </c:pt>
                <c:pt idx="2284">
                  <c:v>252.45</c:v>
                </c:pt>
                <c:pt idx="2285">
                  <c:v>253.45</c:v>
                </c:pt>
                <c:pt idx="2286">
                  <c:v>249.3</c:v>
                </c:pt>
                <c:pt idx="2287">
                  <c:v>249.25</c:v>
                </c:pt>
                <c:pt idx="2288">
                  <c:v>252.9</c:v>
                </c:pt>
                <c:pt idx="2289">
                  <c:v>251.55</c:v>
                </c:pt>
                <c:pt idx="2290">
                  <c:v>253.7</c:v>
                </c:pt>
                <c:pt idx="2291">
                  <c:v>253.5</c:v>
                </c:pt>
                <c:pt idx="2292">
                  <c:v>244.8</c:v>
                </c:pt>
                <c:pt idx="2293">
                  <c:v>241.65</c:v>
                </c:pt>
                <c:pt idx="2294">
                  <c:v>240.85</c:v>
                </c:pt>
                <c:pt idx="2295">
                  <c:v>230.15</c:v>
                </c:pt>
                <c:pt idx="2296">
                  <c:v>223.95</c:v>
                </c:pt>
                <c:pt idx="2297">
                  <c:v>216.25</c:v>
                </c:pt>
                <c:pt idx="2298">
                  <c:v>225.65</c:v>
                </c:pt>
                <c:pt idx="2299">
                  <c:v>229.4</c:v>
                </c:pt>
                <c:pt idx="2300">
                  <c:v>235.45</c:v>
                </c:pt>
                <c:pt idx="2301">
                  <c:v>233.4</c:v>
                </c:pt>
                <c:pt idx="2302">
                  <c:v>232.3</c:v>
                </c:pt>
                <c:pt idx="2303">
                  <c:v>230.3</c:v>
                </c:pt>
                <c:pt idx="2304">
                  <c:v>233.3</c:v>
                </c:pt>
                <c:pt idx="2305">
                  <c:v>238.6</c:v>
                </c:pt>
                <c:pt idx="2306">
                  <c:v>239.25</c:v>
                </c:pt>
                <c:pt idx="2307">
                  <c:v>234.65</c:v>
                </c:pt>
                <c:pt idx="2308">
                  <c:v>239.75</c:v>
                </c:pt>
                <c:pt idx="2309">
                  <c:v>240</c:v>
                </c:pt>
                <c:pt idx="2310">
                  <c:v>239.75</c:v>
                </c:pt>
                <c:pt idx="2311">
                  <c:v>237.5</c:v>
                </c:pt>
                <c:pt idx="2312">
                  <c:v>236.45</c:v>
                </c:pt>
                <c:pt idx="2313">
                  <c:v>231</c:v>
                </c:pt>
                <c:pt idx="2314">
                  <c:v>227.4</c:v>
                </c:pt>
                <c:pt idx="2315">
                  <c:v>241.3</c:v>
                </c:pt>
                <c:pt idx="2316">
                  <c:v>233</c:v>
                </c:pt>
                <c:pt idx="2317">
                  <c:v>230</c:v>
                </c:pt>
                <c:pt idx="2318">
                  <c:v>235.45</c:v>
                </c:pt>
                <c:pt idx="2319">
                  <c:v>239.15</c:v>
                </c:pt>
                <c:pt idx="2320">
                  <c:v>239.1</c:v>
                </c:pt>
                <c:pt idx="2321">
                  <c:v>238</c:v>
                </c:pt>
                <c:pt idx="2322">
                  <c:v>242.9</c:v>
                </c:pt>
                <c:pt idx="2323">
                  <c:v>240.6</c:v>
                </c:pt>
                <c:pt idx="2324">
                  <c:v>240.25</c:v>
                </c:pt>
                <c:pt idx="2325">
                  <c:v>238.3</c:v>
                </c:pt>
                <c:pt idx="2326">
                  <c:v>230.8</c:v>
                </c:pt>
                <c:pt idx="2327">
                  <c:v>225.3</c:v>
                </c:pt>
                <c:pt idx="2328">
                  <c:v>234.75</c:v>
                </c:pt>
                <c:pt idx="2329">
                  <c:v>239.9</c:v>
                </c:pt>
                <c:pt idx="2330">
                  <c:v>238.35</c:v>
                </c:pt>
                <c:pt idx="2331">
                  <c:v>234.6</c:v>
                </c:pt>
                <c:pt idx="2332">
                  <c:v>230.65</c:v>
                </c:pt>
                <c:pt idx="2333">
                  <c:v>233.05</c:v>
                </c:pt>
                <c:pt idx="2334">
                  <c:v>227.15</c:v>
                </c:pt>
                <c:pt idx="2335">
                  <c:v>225.1</c:v>
                </c:pt>
                <c:pt idx="2336">
                  <c:v>221.95</c:v>
                </c:pt>
                <c:pt idx="2337">
                  <c:v>224.85</c:v>
                </c:pt>
                <c:pt idx="2338">
                  <c:v>224.3</c:v>
                </c:pt>
                <c:pt idx="2339">
                  <c:v>239.6</c:v>
                </c:pt>
                <c:pt idx="2340">
                  <c:v>229.5</c:v>
                </c:pt>
                <c:pt idx="2341">
                  <c:v>233.45</c:v>
                </c:pt>
                <c:pt idx="2342">
                  <c:v>230.4</c:v>
                </c:pt>
                <c:pt idx="2343">
                  <c:v>232</c:v>
                </c:pt>
                <c:pt idx="2344">
                  <c:v>233.05</c:v>
                </c:pt>
                <c:pt idx="2345">
                  <c:v>231</c:v>
                </c:pt>
                <c:pt idx="2346">
                  <c:v>230.15</c:v>
                </c:pt>
                <c:pt idx="2347">
                  <c:v>231</c:v>
                </c:pt>
                <c:pt idx="2348">
                  <c:v>230.8</c:v>
                </c:pt>
                <c:pt idx="2349">
                  <c:v>232.65</c:v>
                </c:pt>
                <c:pt idx="2350">
                  <c:v>233.75</c:v>
                </c:pt>
                <c:pt idx="2351">
                  <c:v>239.7</c:v>
                </c:pt>
                <c:pt idx="2352">
                  <c:v>249.5</c:v>
                </c:pt>
                <c:pt idx="2353">
                  <c:v>252</c:v>
                </c:pt>
                <c:pt idx="2354">
                  <c:v>252.25</c:v>
                </c:pt>
                <c:pt idx="2355">
                  <c:v>256.75</c:v>
                </c:pt>
                <c:pt idx="2356">
                  <c:v>264.35000000000002</c:v>
                </c:pt>
                <c:pt idx="2357">
                  <c:v>259.95</c:v>
                </c:pt>
                <c:pt idx="2358">
                  <c:v>255.75</c:v>
                </c:pt>
                <c:pt idx="2359">
                  <c:v>259.14999999999998</c:v>
                </c:pt>
                <c:pt idx="2360">
                  <c:v>263.45</c:v>
                </c:pt>
                <c:pt idx="2361">
                  <c:v>261.60000000000002</c:v>
                </c:pt>
                <c:pt idx="2362">
                  <c:v>259.75</c:v>
                </c:pt>
                <c:pt idx="2363">
                  <c:v>260.75</c:v>
                </c:pt>
                <c:pt idx="2364">
                  <c:v>259.25</c:v>
                </c:pt>
                <c:pt idx="2365">
                  <c:v>260.05</c:v>
                </c:pt>
                <c:pt idx="2366">
                  <c:v>262.95</c:v>
                </c:pt>
                <c:pt idx="2367">
                  <c:v>258.95</c:v>
                </c:pt>
                <c:pt idx="2368">
                  <c:v>266.05</c:v>
                </c:pt>
                <c:pt idx="2369">
                  <c:v>266.60000000000002</c:v>
                </c:pt>
                <c:pt idx="2370">
                  <c:v>267.5</c:v>
                </c:pt>
                <c:pt idx="2371">
                  <c:v>272.85000000000002</c:v>
                </c:pt>
                <c:pt idx="2372">
                  <c:v>270.10000000000002</c:v>
                </c:pt>
                <c:pt idx="2373">
                  <c:v>273.14999999999998</c:v>
                </c:pt>
                <c:pt idx="2374">
                  <c:v>274.89999999999998</c:v>
                </c:pt>
                <c:pt idx="2375">
                  <c:v>273.45</c:v>
                </c:pt>
                <c:pt idx="2376">
                  <c:v>270.3</c:v>
                </c:pt>
                <c:pt idx="2377">
                  <c:v>265.75</c:v>
                </c:pt>
                <c:pt idx="2378">
                  <c:v>267.35000000000002</c:v>
                </c:pt>
                <c:pt idx="2379">
                  <c:v>263.85000000000002</c:v>
                </c:pt>
                <c:pt idx="2380">
                  <c:v>269.45</c:v>
                </c:pt>
                <c:pt idx="2381">
                  <c:v>270.55</c:v>
                </c:pt>
                <c:pt idx="2382">
                  <c:v>266.2</c:v>
                </c:pt>
                <c:pt idx="2383">
                  <c:v>266.75</c:v>
                </c:pt>
                <c:pt idx="2384">
                  <c:v>267</c:v>
                </c:pt>
                <c:pt idx="2385">
                  <c:v>269.7</c:v>
                </c:pt>
                <c:pt idx="2386">
                  <c:v>269.3</c:v>
                </c:pt>
                <c:pt idx="2387">
                  <c:v>276.75</c:v>
                </c:pt>
                <c:pt idx="2388">
                  <c:v>282.64999999999998</c:v>
                </c:pt>
                <c:pt idx="2389">
                  <c:v>299.64999999999998</c:v>
                </c:pt>
                <c:pt idx="2390">
                  <c:v>276.64999999999998</c:v>
                </c:pt>
                <c:pt idx="2391">
                  <c:v>268.35000000000002</c:v>
                </c:pt>
                <c:pt idx="2392">
                  <c:v>281.39999999999998</c:v>
                </c:pt>
                <c:pt idx="2393">
                  <c:v>291.5</c:v>
                </c:pt>
                <c:pt idx="2394">
                  <c:v>285.10000000000002</c:v>
                </c:pt>
                <c:pt idx="2395">
                  <c:v>294</c:v>
                </c:pt>
                <c:pt idx="2396">
                  <c:v>290.39999999999998</c:v>
                </c:pt>
                <c:pt idx="2397">
                  <c:v>278.64999999999998</c:v>
                </c:pt>
                <c:pt idx="2398">
                  <c:v>269.60000000000002</c:v>
                </c:pt>
                <c:pt idx="2399">
                  <c:v>260.64999999999998</c:v>
                </c:pt>
                <c:pt idx="2400">
                  <c:v>263.14999999999998</c:v>
                </c:pt>
                <c:pt idx="2401">
                  <c:v>256.75</c:v>
                </c:pt>
                <c:pt idx="2402">
                  <c:v>263.39999999999998</c:v>
                </c:pt>
                <c:pt idx="2403">
                  <c:v>256.89999999999998</c:v>
                </c:pt>
                <c:pt idx="2404">
                  <c:v>248.4</c:v>
                </c:pt>
                <c:pt idx="2405">
                  <c:v>258.60000000000002</c:v>
                </c:pt>
                <c:pt idx="2406">
                  <c:v>256.89999999999998</c:v>
                </c:pt>
                <c:pt idx="2407">
                  <c:v>256.60000000000002</c:v>
                </c:pt>
                <c:pt idx="2408">
                  <c:v>260.75</c:v>
                </c:pt>
                <c:pt idx="2409">
                  <c:v>268.95</c:v>
                </c:pt>
                <c:pt idx="2410">
                  <c:v>269.5</c:v>
                </c:pt>
                <c:pt idx="2411">
                  <c:v>263.10000000000002</c:v>
                </c:pt>
                <c:pt idx="2412">
                  <c:v>256.39999999999998</c:v>
                </c:pt>
                <c:pt idx="2413">
                  <c:v>260.35000000000002</c:v>
                </c:pt>
                <c:pt idx="2414">
                  <c:v>259.95</c:v>
                </c:pt>
                <c:pt idx="2415">
                  <c:v>262.45</c:v>
                </c:pt>
                <c:pt idx="2416">
                  <c:v>267.14999999999998</c:v>
                </c:pt>
                <c:pt idx="2417">
                  <c:v>267.64999999999998</c:v>
                </c:pt>
                <c:pt idx="2418">
                  <c:v>273.05</c:v>
                </c:pt>
                <c:pt idx="2419">
                  <c:v>274</c:v>
                </c:pt>
                <c:pt idx="2420">
                  <c:v>266.25</c:v>
                </c:pt>
                <c:pt idx="2421">
                  <c:v>265.45</c:v>
                </c:pt>
                <c:pt idx="2422">
                  <c:v>262.10000000000002</c:v>
                </c:pt>
                <c:pt idx="2423">
                  <c:v>256.10000000000002</c:v>
                </c:pt>
                <c:pt idx="2424">
                  <c:v>259.89999999999998</c:v>
                </c:pt>
                <c:pt idx="2425">
                  <c:v>259.60000000000002</c:v>
                </c:pt>
                <c:pt idx="2426">
                  <c:v>257</c:v>
                </c:pt>
                <c:pt idx="2427">
                  <c:v>261.2</c:v>
                </c:pt>
                <c:pt idx="2428">
                  <c:v>261.64999999999998</c:v>
                </c:pt>
                <c:pt idx="2429">
                  <c:v>264.64999999999998</c:v>
                </c:pt>
                <c:pt idx="2430">
                  <c:v>258.45</c:v>
                </c:pt>
                <c:pt idx="2431">
                  <c:v>259.95</c:v>
                </c:pt>
                <c:pt idx="2432">
                  <c:v>259.5</c:v>
                </c:pt>
                <c:pt idx="2433">
                  <c:v>263.25</c:v>
                </c:pt>
                <c:pt idx="2434">
                  <c:v>262.60000000000002</c:v>
                </c:pt>
                <c:pt idx="2435">
                  <c:v>265.39999999999998</c:v>
                </c:pt>
                <c:pt idx="2436">
                  <c:v>267.05</c:v>
                </c:pt>
                <c:pt idx="2437">
                  <c:v>281.75</c:v>
                </c:pt>
                <c:pt idx="2438">
                  <c:v>280.2</c:v>
                </c:pt>
                <c:pt idx="2439">
                  <c:v>287.45</c:v>
                </c:pt>
                <c:pt idx="2440">
                  <c:v>286.89999999999998</c:v>
                </c:pt>
                <c:pt idx="2441">
                  <c:v>290.60000000000002</c:v>
                </c:pt>
                <c:pt idx="2442">
                  <c:v>293.85000000000002</c:v>
                </c:pt>
                <c:pt idx="2443">
                  <c:v>289.2</c:v>
                </c:pt>
                <c:pt idx="2444">
                  <c:v>286.55</c:v>
                </c:pt>
                <c:pt idx="2445">
                  <c:v>285.25</c:v>
                </c:pt>
                <c:pt idx="2446">
                  <c:v>280.25</c:v>
                </c:pt>
                <c:pt idx="2447">
                  <c:v>273.64999999999998</c:v>
                </c:pt>
                <c:pt idx="2448">
                  <c:v>278.3</c:v>
                </c:pt>
                <c:pt idx="2449">
                  <c:v>280.64999999999998</c:v>
                </c:pt>
                <c:pt idx="2450">
                  <c:v>277.85000000000002</c:v>
                </c:pt>
                <c:pt idx="2451">
                  <c:v>280.39999999999998</c:v>
                </c:pt>
                <c:pt idx="2452">
                  <c:v>279.8</c:v>
                </c:pt>
                <c:pt idx="2453">
                  <c:v>283.10000000000002</c:v>
                </c:pt>
                <c:pt idx="2454">
                  <c:v>283.5</c:v>
                </c:pt>
                <c:pt idx="2455">
                  <c:v>273.10000000000002</c:v>
                </c:pt>
                <c:pt idx="2456">
                  <c:v>277.95</c:v>
                </c:pt>
                <c:pt idx="2457">
                  <c:v>279.7</c:v>
                </c:pt>
                <c:pt idx="2458">
                  <c:v>272.60000000000002</c:v>
                </c:pt>
                <c:pt idx="2459">
                  <c:v>271.39999999999998</c:v>
                </c:pt>
                <c:pt idx="2460">
                  <c:v>263.85000000000002</c:v>
                </c:pt>
                <c:pt idx="2461">
                  <c:v>265.75</c:v>
                </c:pt>
                <c:pt idx="2462">
                  <c:v>264.39999999999998</c:v>
                </c:pt>
                <c:pt idx="2463">
                  <c:v>269.8</c:v>
                </c:pt>
                <c:pt idx="2464">
                  <c:v>274.3</c:v>
                </c:pt>
                <c:pt idx="2465">
                  <c:v>276.60000000000002</c:v>
                </c:pt>
                <c:pt idx="2466">
                  <c:v>276.75</c:v>
                </c:pt>
                <c:pt idx="2467">
                  <c:v>275.5</c:v>
                </c:pt>
                <c:pt idx="2468">
                  <c:v>276.60000000000002</c:v>
                </c:pt>
                <c:pt idx="2469">
                  <c:v>280.85000000000002</c:v>
                </c:pt>
                <c:pt idx="2470">
                  <c:v>279.89999999999998</c:v>
                </c:pt>
                <c:pt idx="2471">
                  <c:v>284.25</c:v>
                </c:pt>
                <c:pt idx="2472">
                  <c:v>286.7</c:v>
                </c:pt>
                <c:pt idx="2473">
                  <c:v>284.3</c:v>
                </c:pt>
                <c:pt idx="2474">
                  <c:v>285.2</c:v>
                </c:pt>
                <c:pt idx="2475">
                  <c:v>278.64999999999998</c:v>
                </c:pt>
                <c:pt idx="2476">
                  <c:v>274.8</c:v>
                </c:pt>
                <c:pt idx="2477">
                  <c:v>270.64999999999998</c:v>
                </c:pt>
                <c:pt idx="2478">
                  <c:v>271.95</c:v>
                </c:pt>
                <c:pt idx="2479">
                  <c:v>271.75</c:v>
                </c:pt>
                <c:pt idx="2480">
                  <c:v>277</c:v>
                </c:pt>
                <c:pt idx="2481">
                  <c:v>276.7</c:v>
                </c:pt>
                <c:pt idx="2482">
                  <c:v>273.05</c:v>
                </c:pt>
                <c:pt idx="2483">
                  <c:v>272.95</c:v>
                </c:pt>
                <c:pt idx="2484">
                  <c:v>267.55</c:v>
                </c:pt>
                <c:pt idx="2485">
                  <c:v>266.35000000000002</c:v>
                </c:pt>
                <c:pt idx="2486">
                  <c:v>263.8</c:v>
                </c:pt>
                <c:pt idx="2487">
                  <c:v>268.8</c:v>
                </c:pt>
                <c:pt idx="2488">
                  <c:v>263.35000000000002</c:v>
                </c:pt>
                <c:pt idx="2489">
                  <c:v>262.10000000000002</c:v>
                </c:pt>
                <c:pt idx="2490">
                  <c:v>261.3</c:v>
                </c:pt>
                <c:pt idx="2491">
                  <c:v>264.3</c:v>
                </c:pt>
                <c:pt idx="2492">
                  <c:v>265.64999999999998</c:v>
                </c:pt>
                <c:pt idx="2493">
                  <c:v>265</c:v>
                </c:pt>
                <c:pt idx="2494">
                  <c:v>266.10000000000002</c:v>
                </c:pt>
                <c:pt idx="2495">
                  <c:v>264.8</c:v>
                </c:pt>
                <c:pt idx="2496">
                  <c:v>264.7</c:v>
                </c:pt>
                <c:pt idx="2497">
                  <c:v>263.85000000000002</c:v>
                </c:pt>
                <c:pt idx="2498">
                  <c:v>265.35000000000002</c:v>
                </c:pt>
                <c:pt idx="2499">
                  <c:v>264.8</c:v>
                </c:pt>
                <c:pt idx="2500">
                  <c:v>265.95</c:v>
                </c:pt>
                <c:pt idx="2501">
                  <c:v>266.10000000000002</c:v>
                </c:pt>
                <c:pt idx="2502">
                  <c:v>262.14999999999998</c:v>
                </c:pt>
                <c:pt idx="2503">
                  <c:v>262.5</c:v>
                </c:pt>
                <c:pt idx="2504">
                  <c:v>256.05</c:v>
                </c:pt>
                <c:pt idx="2505">
                  <c:v>256.39999999999998</c:v>
                </c:pt>
                <c:pt idx="2506">
                  <c:v>257.3</c:v>
                </c:pt>
                <c:pt idx="2507">
                  <c:v>255.45</c:v>
                </c:pt>
                <c:pt idx="2508">
                  <c:v>257.8</c:v>
                </c:pt>
                <c:pt idx="2509">
                  <c:v>256.75</c:v>
                </c:pt>
                <c:pt idx="2510">
                  <c:v>257.95</c:v>
                </c:pt>
                <c:pt idx="2511">
                  <c:v>263.95</c:v>
                </c:pt>
                <c:pt idx="2512">
                  <c:v>259.35000000000002</c:v>
                </c:pt>
                <c:pt idx="2513">
                  <c:v>255.3</c:v>
                </c:pt>
                <c:pt idx="2514">
                  <c:v>242.3</c:v>
                </c:pt>
                <c:pt idx="2515">
                  <c:v>237.25</c:v>
                </c:pt>
                <c:pt idx="2516">
                  <c:v>236.5</c:v>
                </c:pt>
                <c:pt idx="2517">
                  <c:v>236.45</c:v>
                </c:pt>
                <c:pt idx="2518">
                  <c:v>231.05</c:v>
                </c:pt>
                <c:pt idx="2519">
                  <c:v>229.05</c:v>
                </c:pt>
                <c:pt idx="2520">
                  <c:v>231</c:v>
                </c:pt>
                <c:pt idx="2521">
                  <c:v>236.5</c:v>
                </c:pt>
                <c:pt idx="2522">
                  <c:v>232.6</c:v>
                </c:pt>
                <c:pt idx="2523">
                  <c:v>230.1</c:v>
                </c:pt>
                <c:pt idx="2524">
                  <c:v>233.4</c:v>
                </c:pt>
                <c:pt idx="2525">
                  <c:v>229.75</c:v>
                </c:pt>
                <c:pt idx="2526">
                  <c:v>237.15</c:v>
                </c:pt>
                <c:pt idx="2527">
                  <c:v>240.55</c:v>
                </c:pt>
                <c:pt idx="2528">
                  <c:v>242.5</c:v>
                </c:pt>
                <c:pt idx="2529">
                  <c:v>241</c:v>
                </c:pt>
                <c:pt idx="2530">
                  <c:v>246.15</c:v>
                </c:pt>
                <c:pt idx="2531">
                  <c:v>244.9</c:v>
                </c:pt>
                <c:pt idx="2532">
                  <c:v>242.15</c:v>
                </c:pt>
                <c:pt idx="2533">
                  <c:v>235.2</c:v>
                </c:pt>
                <c:pt idx="2534">
                  <c:v>236.2</c:v>
                </c:pt>
                <c:pt idx="2535">
                  <c:v>234.45</c:v>
                </c:pt>
                <c:pt idx="2536">
                  <c:v>239.1</c:v>
                </c:pt>
                <c:pt idx="2537">
                  <c:v>243.45</c:v>
                </c:pt>
                <c:pt idx="2538">
                  <c:v>243</c:v>
                </c:pt>
                <c:pt idx="2539">
                  <c:v>238.75</c:v>
                </c:pt>
                <c:pt idx="2540">
                  <c:v>236.05</c:v>
                </c:pt>
                <c:pt idx="2541">
                  <c:v>239.75</c:v>
                </c:pt>
                <c:pt idx="2542">
                  <c:v>228.8</c:v>
                </c:pt>
                <c:pt idx="2543">
                  <c:v>219.4</c:v>
                </c:pt>
                <c:pt idx="2544">
                  <c:v>225.55</c:v>
                </c:pt>
                <c:pt idx="2545">
                  <c:v>226.7</c:v>
                </c:pt>
                <c:pt idx="2546">
                  <c:v>223.9</c:v>
                </c:pt>
                <c:pt idx="2547">
                  <c:v>224.85</c:v>
                </c:pt>
                <c:pt idx="2548">
                  <c:v>228.95</c:v>
                </c:pt>
                <c:pt idx="2549">
                  <c:v>228.25</c:v>
                </c:pt>
                <c:pt idx="2550">
                  <c:v>228.5</c:v>
                </c:pt>
                <c:pt idx="2551">
                  <c:v>232</c:v>
                </c:pt>
                <c:pt idx="2552">
                  <c:v>238.5</c:v>
                </c:pt>
                <c:pt idx="2553">
                  <c:v>239.7</c:v>
                </c:pt>
                <c:pt idx="2554">
                  <c:v>241.85</c:v>
                </c:pt>
                <c:pt idx="2555">
                  <c:v>239.55</c:v>
                </c:pt>
                <c:pt idx="2556">
                  <c:v>230.4</c:v>
                </c:pt>
                <c:pt idx="2557">
                  <c:v>229.1</c:v>
                </c:pt>
                <c:pt idx="2558">
                  <c:v>229.9</c:v>
                </c:pt>
                <c:pt idx="2559">
                  <c:v>225</c:v>
                </c:pt>
                <c:pt idx="2560">
                  <c:v>222.7</c:v>
                </c:pt>
                <c:pt idx="2561">
                  <c:v>221.35</c:v>
                </c:pt>
                <c:pt idx="2562">
                  <c:v>224.5</c:v>
                </c:pt>
                <c:pt idx="2563">
                  <c:v>223.55</c:v>
                </c:pt>
                <c:pt idx="2564">
                  <c:v>225.45</c:v>
                </c:pt>
                <c:pt idx="2565">
                  <c:v>227</c:v>
                </c:pt>
                <c:pt idx="2566">
                  <c:v>224.75</c:v>
                </c:pt>
                <c:pt idx="2567">
                  <c:v>227.8</c:v>
                </c:pt>
                <c:pt idx="2568">
                  <c:v>232.85</c:v>
                </c:pt>
                <c:pt idx="2569">
                  <c:v>237.35</c:v>
                </c:pt>
                <c:pt idx="2570">
                  <c:v>239.1</c:v>
                </c:pt>
                <c:pt idx="2571">
                  <c:v>241.5</c:v>
                </c:pt>
                <c:pt idx="2572">
                  <c:v>242.65</c:v>
                </c:pt>
                <c:pt idx="2573">
                  <c:v>241.95</c:v>
                </c:pt>
                <c:pt idx="2574">
                  <c:v>235.6</c:v>
                </c:pt>
                <c:pt idx="2575">
                  <c:v>239.8</c:v>
                </c:pt>
                <c:pt idx="2576">
                  <c:v>233.75</c:v>
                </c:pt>
                <c:pt idx="2577">
                  <c:v>232.35</c:v>
                </c:pt>
                <c:pt idx="2578">
                  <c:v>228.75</c:v>
                </c:pt>
                <c:pt idx="2579">
                  <c:v>232.15</c:v>
                </c:pt>
                <c:pt idx="2580">
                  <c:v>234.6</c:v>
                </c:pt>
                <c:pt idx="2581">
                  <c:v>236.95</c:v>
                </c:pt>
                <c:pt idx="2582">
                  <c:v>236.85</c:v>
                </c:pt>
                <c:pt idx="2583">
                  <c:v>238.5</c:v>
                </c:pt>
                <c:pt idx="2584">
                  <c:v>238.2</c:v>
                </c:pt>
                <c:pt idx="2585">
                  <c:v>233.9</c:v>
                </c:pt>
                <c:pt idx="2586">
                  <c:v>240.05</c:v>
                </c:pt>
                <c:pt idx="2587">
                  <c:v>240.05</c:v>
                </c:pt>
                <c:pt idx="2588">
                  <c:v>233.35</c:v>
                </c:pt>
                <c:pt idx="2589">
                  <c:v>236.95</c:v>
                </c:pt>
                <c:pt idx="2590">
                  <c:v>230.7</c:v>
                </c:pt>
                <c:pt idx="2591">
                  <c:v>231.7</c:v>
                </c:pt>
                <c:pt idx="2592">
                  <c:v>230.55</c:v>
                </c:pt>
                <c:pt idx="2593">
                  <c:v>231.55</c:v>
                </c:pt>
                <c:pt idx="2594">
                  <c:v>233</c:v>
                </c:pt>
                <c:pt idx="2595">
                  <c:v>236.35</c:v>
                </c:pt>
                <c:pt idx="2596">
                  <c:v>237.2</c:v>
                </c:pt>
                <c:pt idx="2597">
                  <c:v>233.8</c:v>
                </c:pt>
                <c:pt idx="2598">
                  <c:v>237.75</c:v>
                </c:pt>
                <c:pt idx="2599">
                  <c:v>247.05</c:v>
                </c:pt>
                <c:pt idx="2600">
                  <c:v>251.7</c:v>
                </c:pt>
                <c:pt idx="2601">
                  <c:v>251.05</c:v>
                </c:pt>
                <c:pt idx="2602">
                  <c:v>251.4</c:v>
                </c:pt>
                <c:pt idx="2603">
                  <c:v>249.55</c:v>
                </c:pt>
                <c:pt idx="2604">
                  <c:v>252</c:v>
                </c:pt>
                <c:pt idx="2605">
                  <c:v>252.75</c:v>
                </c:pt>
                <c:pt idx="2606">
                  <c:v>255.45</c:v>
                </c:pt>
                <c:pt idx="2607">
                  <c:v>260.14999999999998</c:v>
                </c:pt>
                <c:pt idx="2608">
                  <c:v>255.9</c:v>
                </c:pt>
                <c:pt idx="2609">
                  <c:v>253</c:v>
                </c:pt>
                <c:pt idx="2610">
                  <c:v>257.75</c:v>
                </c:pt>
                <c:pt idx="2611">
                  <c:v>258.75</c:v>
                </c:pt>
                <c:pt idx="2612">
                  <c:v>261.75</c:v>
                </c:pt>
                <c:pt idx="2613">
                  <c:v>266.2</c:v>
                </c:pt>
                <c:pt idx="2614">
                  <c:v>270.89999999999998</c:v>
                </c:pt>
                <c:pt idx="2615">
                  <c:v>266.25</c:v>
                </c:pt>
                <c:pt idx="2616">
                  <c:v>266.75</c:v>
                </c:pt>
                <c:pt idx="2617">
                  <c:v>262.64999999999998</c:v>
                </c:pt>
                <c:pt idx="2618">
                  <c:v>267.55</c:v>
                </c:pt>
                <c:pt idx="2619">
                  <c:v>272.5</c:v>
                </c:pt>
                <c:pt idx="2620">
                  <c:v>268.39999999999998</c:v>
                </c:pt>
                <c:pt idx="2621">
                  <c:v>266.14999999999998</c:v>
                </c:pt>
                <c:pt idx="2622">
                  <c:v>267.35000000000002</c:v>
                </c:pt>
                <c:pt idx="2623">
                  <c:v>267.60000000000002</c:v>
                </c:pt>
                <c:pt idx="2624">
                  <c:v>266.45</c:v>
                </c:pt>
                <c:pt idx="2625">
                  <c:v>262.39999999999998</c:v>
                </c:pt>
                <c:pt idx="2626">
                  <c:v>262.14999999999998</c:v>
                </c:pt>
                <c:pt idx="2627">
                  <c:v>259.8</c:v>
                </c:pt>
                <c:pt idx="2628">
                  <c:v>257.60000000000002</c:v>
                </c:pt>
                <c:pt idx="2629">
                  <c:v>263.35000000000002</c:v>
                </c:pt>
                <c:pt idx="2630">
                  <c:v>266.14999999999998</c:v>
                </c:pt>
                <c:pt idx="2631">
                  <c:v>264.60000000000002</c:v>
                </c:pt>
                <c:pt idx="2632">
                  <c:v>262.64999999999998</c:v>
                </c:pt>
                <c:pt idx="2633">
                  <c:v>261.75</c:v>
                </c:pt>
                <c:pt idx="2634">
                  <c:v>262.3</c:v>
                </c:pt>
                <c:pt idx="2635">
                  <c:v>261.95</c:v>
                </c:pt>
                <c:pt idx="2636">
                  <c:v>261.95</c:v>
                </c:pt>
                <c:pt idx="2637">
                  <c:v>260.39999999999998</c:v>
                </c:pt>
                <c:pt idx="2638">
                  <c:v>252.35</c:v>
                </c:pt>
                <c:pt idx="2639">
                  <c:v>256.5</c:v>
                </c:pt>
                <c:pt idx="2640">
                  <c:v>251.45</c:v>
                </c:pt>
                <c:pt idx="2641">
                  <c:v>253.45</c:v>
                </c:pt>
                <c:pt idx="2642">
                  <c:v>253.35</c:v>
                </c:pt>
                <c:pt idx="2643">
                  <c:v>256.64999999999998</c:v>
                </c:pt>
                <c:pt idx="2644">
                  <c:v>255.3</c:v>
                </c:pt>
                <c:pt idx="2645">
                  <c:v>255.05</c:v>
                </c:pt>
                <c:pt idx="2646">
                  <c:v>256.05</c:v>
                </c:pt>
                <c:pt idx="2647">
                  <c:v>260.2</c:v>
                </c:pt>
                <c:pt idx="2648">
                  <c:v>261.25</c:v>
                </c:pt>
                <c:pt idx="2649">
                  <c:v>266</c:v>
                </c:pt>
                <c:pt idx="2650">
                  <c:v>265.8</c:v>
                </c:pt>
                <c:pt idx="2651">
                  <c:v>269.89999999999998</c:v>
                </c:pt>
                <c:pt idx="2652">
                  <c:v>265.64999999999998</c:v>
                </c:pt>
                <c:pt idx="2653">
                  <c:v>269.25</c:v>
                </c:pt>
                <c:pt idx="2654">
                  <c:v>274.05</c:v>
                </c:pt>
                <c:pt idx="2655">
                  <c:v>268.89999999999998</c:v>
                </c:pt>
                <c:pt idx="2656">
                  <c:v>268.85000000000002</c:v>
                </c:pt>
                <c:pt idx="2657">
                  <c:v>269.64999999999998</c:v>
                </c:pt>
                <c:pt idx="2658">
                  <c:v>268</c:v>
                </c:pt>
                <c:pt idx="2659">
                  <c:v>265.64999999999998</c:v>
                </c:pt>
                <c:pt idx="2660">
                  <c:v>263.95</c:v>
                </c:pt>
                <c:pt idx="2661">
                  <c:v>263.64999999999998</c:v>
                </c:pt>
                <c:pt idx="2662">
                  <c:v>264.5</c:v>
                </c:pt>
                <c:pt idx="2663">
                  <c:v>266.55</c:v>
                </c:pt>
                <c:pt idx="2664">
                  <c:v>269.89999999999998</c:v>
                </c:pt>
                <c:pt idx="2665">
                  <c:v>272.89999999999998</c:v>
                </c:pt>
                <c:pt idx="2666">
                  <c:v>271.64999999999998</c:v>
                </c:pt>
                <c:pt idx="2667">
                  <c:v>270.64999999999998</c:v>
                </c:pt>
                <c:pt idx="2668">
                  <c:v>274.25</c:v>
                </c:pt>
                <c:pt idx="2669">
                  <c:v>279.05</c:v>
                </c:pt>
                <c:pt idx="2670">
                  <c:v>279.14999999999998</c:v>
                </c:pt>
                <c:pt idx="2671">
                  <c:v>278.14999999999998</c:v>
                </c:pt>
                <c:pt idx="2672">
                  <c:v>278.05</c:v>
                </c:pt>
                <c:pt idx="2673">
                  <c:v>278.10000000000002</c:v>
                </c:pt>
                <c:pt idx="2674">
                  <c:v>281.8</c:v>
                </c:pt>
                <c:pt idx="2675">
                  <c:v>293.2</c:v>
                </c:pt>
                <c:pt idx="2676">
                  <c:v>294.95</c:v>
                </c:pt>
                <c:pt idx="2677">
                  <c:v>298</c:v>
                </c:pt>
                <c:pt idx="2678">
                  <c:v>303.3</c:v>
                </c:pt>
                <c:pt idx="2679">
                  <c:v>314.95</c:v>
                </c:pt>
                <c:pt idx="2680">
                  <c:v>308.85000000000002</c:v>
                </c:pt>
                <c:pt idx="2681">
                  <c:v>306.2</c:v>
                </c:pt>
                <c:pt idx="2682">
                  <c:v>306</c:v>
                </c:pt>
                <c:pt idx="2683">
                  <c:v>309.05</c:v>
                </c:pt>
                <c:pt idx="2684">
                  <c:v>309.7</c:v>
                </c:pt>
                <c:pt idx="2685">
                  <c:v>308.55</c:v>
                </c:pt>
                <c:pt idx="2686">
                  <c:v>304</c:v>
                </c:pt>
                <c:pt idx="2687">
                  <c:v>301.14999999999998</c:v>
                </c:pt>
                <c:pt idx="2688">
                  <c:v>296.35000000000002</c:v>
                </c:pt>
                <c:pt idx="2689">
                  <c:v>295.8</c:v>
                </c:pt>
                <c:pt idx="2690">
                  <c:v>294.85000000000002</c:v>
                </c:pt>
                <c:pt idx="2691">
                  <c:v>291.8</c:v>
                </c:pt>
                <c:pt idx="2692">
                  <c:v>303.35000000000002</c:v>
                </c:pt>
                <c:pt idx="2693">
                  <c:v>299.14999999999998</c:v>
                </c:pt>
                <c:pt idx="2694">
                  <c:v>298.60000000000002</c:v>
                </c:pt>
                <c:pt idx="2695">
                  <c:v>296.95</c:v>
                </c:pt>
                <c:pt idx="2696">
                  <c:v>297</c:v>
                </c:pt>
                <c:pt idx="2697">
                  <c:v>293.39999999999998</c:v>
                </c:pt>
                <c:pt idx="2698">
                  <c:v>306.45</c:v>
                </c:pt>
                <c:pt idx="2699">
                  <c:v>301.25</c:v>
                </c:pt>
                <c:pt idx="2700">
                  <c:v>306.3</c:v>
                </c:pt>
                <c:pt idx="2701">
                  <c:v>298.25</c:v>
                </c:pt>
                <c:pt idx="2702">
                  <c:v>293</c:v>
                </c:pt>
                <c:pt idx="2703">
                  <c:v>291.3</c:v>
                </c:pt>
                <c:pt idx="2704">
                  <c:v>294.7</c:v>
                </c:pt>
                <c:pt idx="2705">
                  <c:v>294.55</c:v>
                </c:pt>
                <c:pt idx="2706">
                  <c:v>294.60000000000002</c:v>
                </c:pt>
                <c:pt idx="2707">
                  <c:v>296</c:v>
                </c:pt>
                <c:pt idx="2708">
                  <c:v>299.2</c:v>
                </c:pt>
                <c:pt idx="2709">
                  <c:v>302.85000000000002</c:v>
                </c:pt>
                <c:pt idx="2710">
                  <c:v>306.64999999999998</c:v>
                </c:pt>
                <c:pt idx="2711">
                  <c:v>319</c:v>
                </c:pt>
                <c:pt idx="2712">
                  <c:v>314.75</c:v>
                </c:pt>
                <c:pt idx="2713">
                  <c:v>309.2</c:v>
                </c:pt>
                <c:pt idx="2714">
                  <c:v>301.8</c:v>
                </c:pt>
                <c:pt idx="2715">
                  <c:v>303.7</c:v>
                </c:pt>
                <c:pt idx="2716">
                  <c:v>298.45</c:v>
                </c:pt>
                <c:pt idx="2717">
                  <c:v>299.55</c:v>
                </c:pt>
                <c:pt idx="2718">
                  <c:v>299</c:v>
                </c:pt>
                <c:pt idx="2719">
                  <c:v>299.64999999999998</c:v>
                </c:pt>
                <c:pt idx="2720">
                  <c:v>300.3</c:v>
                </c:pt>
                <c:pt idx="2721">
                  <c:v>299.8</c:v>
                </c:pt>
                <c:pt idx="2722">
                  <c:v>297.2</c:v>
                </c:pt>
                <c:pt idx="2723">
                  <c:v>293.10000000000002</c:v>
                </c:pt>
                <c:pt idx="2724">
                  <c:v>297.8</c:v>
                </c:pt>
                <c:pt idx="2725">
                  <c:v>298.25</c:v>
                </c:pt>
                <c:pt idx="2726">
                  <c:v>297.60000000000002</c:v>
                </c:pt>
                <c:pt idx="2727">
                  <c:v>296.95</c:v>
                </c:pt>
                <c:pt idx="2728">
                  <c:v>299.25</c:v>
                </c:pt>
                <c:pt idx="2729">
                  <c:v>300.3</c:v>
                </c:pt>
                <c:pt idx="2730">
                  <c:v>295.75</c:v>
                </c:pt>
                <c:pt idx="2731">
                  <c:v>296.39999999999998</c:v>
                </c:pt>
                <c:pt idx="2732">
                  <c:v>289.10000000000002</c:v>
                </c:pt>
                <c:pt idx="2733">
                  <c:v>296</c:v>
                </c:pt>
                <c:pt idx="2734">
                  <c:v>301</c:v>
                </c:pt>
                <c:pt idx="2735">
                  <c:v>298.25</c:v>
                </c:pt>
                <c:pt idx="2736">
                  <c:v>298.75</c:v>
                </c:pt>
                <c:pt idx="2737">
                  <c:v>294</c:v>
                </c:pt>
                <c:pt idx="2738">
                  <c:v>295.14999999999998</c:v>
                </c:pt>
                <c:pt idx="2739">
                  <c:v>293.75</c:v>
                </c:pt>
                <c:pt idx="2740">
                  <c:v>293.5</c:v>
                </c:pt>
                <c:pt idx="2741">
                  <c:v>291.10000000000002</c:v>
                </c:pt>
                <c:pt idx="2742">
                  <c:v>295</c:v>
                </c:pt>
                <c:pt idx="2743">
                  <c:v>296.25</c:v>
                </c:pt>
                <c:pt idx="2744">
                  <c:v>294.39999999999998</c:v>
                </c:pt>
                <c:pt idx="2745">
                  <c:v>304.7</c:v>
                </c:pt>
                <c:pt idx="2746">
                  <c:v>309.3</c:v>
                </c:pt>
                <c:pt idx="2747">
                  <c:v>312.89999999999998</c:v>
                </c:pt>
                <c:pt idx="2748">
                  <c:v>313.14999999999998</c:v>
                </c:pt>
                <c:pt idx="2749">
                  <c:v>320.89999999999998</c:v>
                </c:pt>
                <c:pt idx="2750">
                  <c:v>325.7</c:v>
                </c:pt>
                <c:pt idx="2751">
                  <c:v>320.75</c:v>
                </c:pt>
                <c:pt idx="2752">
                  <c:v>313.05</c:v>
                </c:pt>
                <c:pt idx="2753">
                  <c:v>309</c:v>
                </c:pt>
                <c:pt idx="2754">
                  <c:v>307.95</c:v>
                </c:pt>
                <c:pt idx="2755">
                  <c:v>304.89999999999998</c:v>
                </c:pt>
                <c:pt idx="2756">
                  <c:v>302.2</c:v>
                </c:pt>
                <c:pt idx="2757">
                  <c:v>302.55</c:v>
                </c:pt>
                <c:pt idx="2758">
                  <c:v>301.64999999999998</c:v>
                </c:pt>
                <c:pt idx="2759">
                  <c:v>301.85000000000002</c:v>
                </c:pt>
                <c:pt idx="2760">
                  <c:v>299.64999999999998</c:v>
                </c:pt>
                <c:pt idx="2761">
                  <c:v>299.89999999999998</c:v>
                </c:pt>
                <c:pt idx="2762">
                  <c:v>298.2</c:v>
                </c:pt>
                <c:pt idx="2763">
                  <c:v>297.95</c:v>
                </c:pt>
                <c:pt idx="2764">
                  <c:v>281.89999999999998</c:v>
                </c:pt>
                <c:pt idx="2765">
                  <c:v>270.7</c:v>
                </c:pt>
                <c:pt idx="2766">
                  <c:v>271.95</c:v>
                </c:pt>
                <c:pt idx="2767">
                  <c:v>271.14999999999998</c:v>
                </c:pt>
                <c:pt idx="2768">
                  <c:v>269.64999999999998</c:v>
                </c:pt>
                <c:pt idx="2769">
                  <c:v>274.60000000000002</c:v>
                </c:pt>
                <c:pt idx="2770">
                  <c:v>278.95</c:v>
                </c:pt>
                <c:pt idx="2771">
                  <c:v>272.95</c:v>
                </c:pt>
                <c:pt idx="2772">
                  <c:v>274.35000000000002</c:v>
                </c:pt>
                <c:pt idx="2773">
                  <c:v>273.35000000000002</c:v>
                </c:pt>
                <c:pt idx="2774">
                  <c:v>276.39999999999998</c:v>
                </c:pt>
                <c:pt idx="2775">
                  <c:v>272.64999999999998</c:v>
                </c:pt>
                <c:pt idx="2776">
                  <c:v>269.14999999999998</c:v>
                </c:pt>
                <c:pt idx="2777">
                  <c:v>273.14999999999998</c:v>
                </c:pt>
                <c:pt idx="2778">
                  <c:v>273.14999999999998</c:v>
                </c:pt>
                <c:pt idx="2779">
                  <c:v>275.89999999999998</c:v>
                </c:pt>
                <c:pt idx="2780">
                  <c:v>273.95</c:v>
                </c:pt>
                <c:pt idx="2781">
                  <c:v>279.39999999999998</c:v>
                </c:pt>
                <c:pt idx="2782">
                  <c:v>280.3</c:v>
                </c:pt>
                <c:pt idx="2783">
                  <c:v>280.3</c:v>
                </c:pt>
                <c:pt idx="2784">
                  <c:v>280.10000000000002</c:v>
                </c:pt>
                <c:pt idx="2785">
                  <c:v>280.10000000000002</c:v>
                </c:pt>
                <c:pt idx="2786">
                  <c:v>280.3</c:v>
                </c:pt>
                <c:pt idx="2787">
                  <c:v>282</c:v>
                </c:pt>
                <c:pt idx="2788">
                  <c:v>287.45</c:v>
                </c:pt>
                <c:pt idx="2789">
                  <c:v>290.8</c:v>
                </c:pt>
                <c:pt idx="2790">
                  <c:v>287.89999999999998</c:v>
                </c:pt>
                <c:pt idx="2791">
                  <c:v>281.35000000000002</c:v>
                </c:pt>
                <c:pt idx="2792">
                  <c:v>281.75</c:v>
                </c:pt>
                <c:pt idx="2793">
                  <c:v>279.7</c:v>
                </c:pt>
                <c:pt idx="2794">
                  <c:v>276.64999999999998</c:v>
                </c:pt>
                <c:pt idx="2795">
                  <c:v>277.35000000000002</c:v>
                </c:pt>
                <c:pt idx="2796">
                  <c:v>278.10000000000002</c:v>
                </c:pt>
                <c:pt idx="2797">
                  <c:v>274.75</c:v>
                </c:pt>
                <c:pt idx="2798">
                  <c:v>271.35000000000002</c:v>
                </c:pt>
                <c:pt idx="2799">
                  <c:v>270.7</c:v>
                </c:pt>
                <c:pt idx="2800">
                  <c:v>269</c:v>
                </c:pt>
                <c:pt idx="2801">
                  <c:v>266.14999999999998</c:v>
                </c:pt>
                <c:pt idx="2802">
                  <c:v>267.7</c:v>
                </c:pt>
                <c:pt idx="2803">
                  <c:v>269.64999999999998</c:v>
                </c:pt>
                <c:pt idx="2804">
                  <c:v>269.10000000000002</c:v>
                </c:pt>
                <c:pt idx="2805">
                  <c:v>271.3</c:v>
                </c:pt>
                <c:pt idx="2806">
                  <c:v>276.7</c:v>
                </c:pt>
                <c:pt idx="2807">
                  <c:v>277.7</c:v>
                </c:pt>
                <c:pt idx="2808">
                  <c:v>278.05</c:v>
                </c:pt>
                <c:pt idx="2809">
                  <c:v>287.10000000000002</c:v>
                </c:pt>
                <c:pt idx="2810">
                  <c:v>283.95</c:v>
                </c:pt>
                <c:pt idx="2811">
                  <c:v>279.64999999999998</c:v>
                </c:pt>
                <c:pt idx="2812">
                  <c:v>275.35000000000002</c:v>
                </c:pt>
                <c:pt idx="2813">
                  <c:v>277.2</c:v>
                </c:pt>
                <c:pt idx="2814">
                  <c:v>276</c:v>
                </c:pt>
                <c:pt idx="2815">
                  <c:v>277.05</c:v>
                </c:pt>
                <c:pt idx="2816">
                  <c:v>273.64999999999998</c:v>
                </c:pt>
                <c:pt idx="2817">
                  <c:v>281.60000000000002</c:v>
                </c:pt>
                <c:pt idx="2818">
                  <c:v>275.05</c:v>
                </c:pt>
                <c:pt idx="2819">
                  <c:v>281.14999999999998</c:v>
                </c:pt>
                <c:pt idx="2820">
                  <c:v>277.05</c:v>
                </c:pt>
                <c:pt idx="2821">
                  <c:v>284.10000000000002</c:v>
                </c:pt>
                <c:pt idx="2822">
                  <c:v>288.75</c:v>
                </c:pt>
                <c:pt idx="2823">
                  <c:v>288.64999999999998</c:v>
                </c:pt>
                <c:pt idx="2824">
                  <c:v>283.60000000000002</c:v>
                </c:pt>
                <c:pt idx="2825">
                  <c:v>283.5</c:v>
                </c:pt>
                <c:pt idx="2826">
                  <c:v>279.3</c:v>
                </c:pt>
                <c:pt idx="2827">
                  <c:v>285.2</c:v>
                </c:pt>
                <c:pt idx="2828">
                  <c:v>281.05</c:v>
                </c:pt>
                <c:pt idx="2829">
                  <c:v>272.64999999999998</c:v>
                </c:pt>
                <c:pt idx="2830">
                  <c:v>275.10000000000002</c:v>
                </c:pt>
                <c:pt idx="2831">
                  <c:v>267.55</c:v>
                </c:pt>
                <c:pt idx="2832">
                  <c:v>275.89999999999998</c:v>
                </c:pt>
                <c:pt idx="2833">
                  <c:v>284.75</c:v>
                </c:pt>
                <c:pt idx="2834">
                  <c:v>297.25</c:v>
                </c:pt>
                <c:pt idx="2835">
                  <c:v>300.2</c:v>
                </c:pt>
                <c:pt idx="2836">
                  <c:v>301.39999999999998</c:v>
                </c:pt>
                <c:pt idx="2837">
                  <c:v>306.64999999999998</c:v>
                </c:pt>
                <c:pt idx="2838">
                  <c:v>304.35000000000002</c:v>
                </c:pt>
                <c:pt idx="2839">
                  <c:v>308.95</c:v>
                </c:pt>
                <c:pt idx="2840">
                  <c:v>309.05</c:v>
                </c:pt>
                <c:pt idx="2841">
                  <c:v>309.60000000000002</c:v>
                </c:pt>
                <c:pt idx="2842">
                  <c:v>310.2</c:v>
                </c:pt>
                <c:pt idx="2843">
                  <c:v>304</c:v>
                </c:pt>
                <c:pt idx="2844">
                  <c:v>302.25</c:v>
                </c:pt>
                <c:pt idx="2845">
                  <c:v>300</c:v>
                </c:pt>
                <c:pt idx="2846">
                  <c:v>308.60000000000002</c:v>
                </c:pt>
                <c:pt idx="2847">
                  <c:v>301.95</c:v>
                </c:pt>
                <c:pt idx="2848">
                  <c:v>302.8</c:v>
                </c:pt>
                <c:pt idx="2849">
                  <c:v>304.55</c:v>
                </c:pt>
                <c:pt idx="2850">
                  <c:v>310.45</c:v>
                </c:pt>
                <c:pt idx="2851">
                  <c:v>320.75</c:v>
                </c:pt>
                <c:pt idx="2852">
                  <c:v>318.55</c:v>
                </c:pt>
                <c:pt idx="2853">
                  <c:v>314.95</c:v>
                </c:pt>
                <c:pt idx="2854">
                  <c:v>308.75</c:v>
                </c:pt>
                <c:pt idx="2855">
                  <c:v>313.39999999999998</c:v>
                </c:pt>
                <c:pt idx="2856">
                  <c:v>312.55</c:v>
                </c:pt>
                <c:pt idx="2857">
                  <c:v>311.45</c:v>
                </c:pt>
                <c:pt idx="2858">
                  <c:v>313.95</c:v>
                </c:pt>
                <c:pt idx="2859">
                  <c:v>315.35000000000002</c:v>
                </c:pt>
                <c:pt idx="2860">
                  <c:v>316.75</c:v>
                </c:pt>
                <c:pt idx="2861">
                  <c:v>320.89999999999998</c:v>
                </c:pt>
                <c:pt idx="2862">
                  <c:v>320.89999999999998</c:v>
                </c:pt>
                <c:pt idx="2863">
                  <c:v>322.55</c:v>
                </c:pt>
                <c:pt idx="2864">
                  <c:v>322.35000000000002</c:v>
                </c:pt>
                <c:pt idx="2865">
                  <c:v>310.75</c:v>
                </c:pt>
                <c:pt idx="2866">
                  <c:v>317.60000000000002</c:v>
                </c:pt>
                <c:pt idx="2867">
                  <c:v>324.35000000000002</c:v>
                </c:pt>
                <c:pt idx="2868">
                  <c:v>323.45</c:v>
                </c:pt>
                <c:pt idx="2869">
                  <c:v>323.60000000000002</c:v>
                </c:pt>
                <c:pt idx="2870">
                  <c:v>332.8</c:v>
                </c:pt>
                <c:pt idx="2871">
                  <c:v>343.65</c:v>
                </c:pt>
                <c:pt idx="2872">
                  <c:v>336.75</c:v>
                </c:pt>
                <c:pt idx="2873">
                  <c:v>336.45</c:v>
                </c:pt>
                <c:pt idx="2874">
                  <c:v>332.8</c:v>
                </c:pt>
                <c:pt idx="2875">
                  <c:v>329.75</c:v>
                </c:pt>
                <c:pt idx="2876">
                  <c:v>335.75</c:v>
                </c:pt>
                <c:pt idx="2877">
                  <c:v>333.45</c:v>
                </c:pt>
                <c:pt idx="2878">
                  <c:v>332</c:v>
                </c:pt>
                <c:pt idx="2879">
                  <c:v>332.95</c:v>
                </c:pt>
                <c:pt idx="2880">
                  <c:v>331.35</c:v>
                </c:pt>
                <c:pt idx="2881">
                  <c:v>332.3</c:v>
                </c:pt>
                <c:pt idx="2882">
                  <c:v>329.75</c:v>
                </c:pt>
                <c:pt idx="2883">
                  <c:v>333.1</c:v>
                </c:pt>
                <c:pt idx="2884">
                  <c:v>330.85</c:v>
                </c:pt>
                <c:pt idx="2885">
                  <c:v>331.85</c:v>
                </c:pt>
                <c:pt idx="2886">
                  <c:v>333.75</c:v>
                </c:pt>
                <c:pt idx="2887">
                  <c:v>333.7</c:v>
                </c:pt>
                <c:pt idx="2888">
                  <c:v>331.2</c:v>
                </c:pt>
                <c:pt idx="2889">
                  <c:v>327.45</c:v>
                </c:pt>
                <c:pt idx="2890">
                  <c:v>326</c:v>
                </c:pt>
                <c:pt idx="2891">
                  <c:v>322.85000000000002</c:v>
                </c:pt>
                <c:pt idx="2892">
                  <c:v>324</c:v>
                </c:pt>
                <c:pt idx="2893">
                  <c:v>322.95</c:v>
                </c:pt>
                <c:pt idx="2894">
                  <c:v>323.75</c:v>
                </c:pt>
                <c:pt idx="2895">
                  <c:v>322</c:v>
                </c:pt>
                <c:pt idx="2896">
                  <c:v>319.2</c:v>
                </c:pt>
                <c:pt idx="2897">
                  <c:v>318.85000000000002</c:v>
                </c:pt>
                <c:pt idx="2898">
                  <c:v>319.7</c:v>
                </c:pt>
                <c:pt idx="2899">
                  <c:v>319.45</c:v>
                </c:pt>
                <c:pt idx="2900">
                  <c:v>316.3</c:v>
                </c:pt>
                <c:pt idx="2901">
                  <c:v>315.55</c:v>
                </c:pt>
                <c:pt idx="2902">
                  <c:v>315.05</c:v>
                </c:pt>
                <c:pt idx="2903">
                  <c:v>310.45</c:v>
                </c:pt>
                <c:pt idx="2904">
                  <c:v>316.39999999999998</c:v>
                </c:pt>
                <c:pt idx="2905">
                  <c:v>316.8</c:v>
                </c:pt>
                <c:pt idx="2906">
                  <c:v>315.7</c:v>
                </c:pt>
                <c:pt idx="2907">
                  <c:v>313.14999999999998</c:v>
                </c:pt>
                <c:pt idx="2908">
                  <c:v>318.14999999999998</c:v>
                </c:pt>
                <c:pt idx="2909">
                  <c:v>319.7</c:v>
                </c:pt>
                <c:pt idx="2910">
                  <c:v>320.3</c:v>
                </c:pt>
                <c:pt idx="2911">
                  <c:v>319.64999999999998</c:v>
                </c:pt>
                <c:pt idx="2912">
                  <c:v>320</c:v>
                </c:pt>
                <c:pt idx="2913">
                  <c:v>320.39999999999998</c:v>
                </c:pt>
                <c:pt idx="2914">
                  <c:v>320</c:v>
                </c:pt>
                <c:pt idx="2915">
                  <c:v>319.85000000000002</c:v>
                </c:pt>
                <c:pt idx="2916">
                  <c:v>320</c:v>
                </c:pt>
                <c:pt idx="2917">
                  <c:v>320.5</c:v>
                </c:pt>
                <c:pt idx="2918">
                  <c:v>324.75</c:v>
                </c:pt>
                <c:pt idx="2919">
                  <c:v>333.15</c:v>
                </c:pt>
                <c:pt idx="2920">
                  <c:v>346</c:v>
                </c:pt>
                <c:pt idx="2921">
                  <c:v>341.35</c:v>
                </c:pt>
                <c:pt idx="2922">
                  <c:v>352.6</c:v>
                </c:pt>
                <c:pt idx="2923">
                  <c:v>349.25</c:v>
                </c:pt>
                <c:pt idx="2924">
                  <c:v>339.35</c:v>
                </c:pt>
                <c:pt idx="2925">
                  <c:v>337.85</c:v>
                </c:pt>
                <c:pt idx="2926">
                  <c:v>343</c:v>
                </c:pt>
                <c:pt idx="2927">
                  <c:v>338.75</c:v>
                </c:pt>
                <c:pt idx="2928">
                  <c:v>331.9</c:v>
                </c:pt>
                <c:pt idx="2929">
                  <c:v>331.15</c:v>
                </c:pt>
                <c:pt idx="2930">
                  <c:v>328.9</c:v>
                </c:pt>
                <c:pt idx="2931">
                  <c:v>338.8</c:v>
                </c:pt>
                <c:pt idx="2932">
                  <c:v>334.75</c:v>
                </c:pt>
                <c:pt idx="2933">
                  <c:v>343.8</c:v>
                </c:pt>
                <c:pt idx="2934">
                  <c:v>340.6</c:v>
                </c:pt>
                <c:pt idx="2935">
                  <c:v>334.15</c:v>
                </c:pt>
                <c:pt idx="2936">
                  <c:v>326.25</c:v>
                </c:pt>
                <c:pt idx="2937">
                  <c:v>321.89999999999998</c:v>
                </c:pt>
                <c:pt idx="2938">
                  <c:v>329.35</c:v>
                </c:pt>
                <c:pt idx="2939">
                  <c:v>331.15</c:v>
                </c:pt>
                <c:pt idx="2940">
                  <c:v>325.8</c:v>
                </c:pt>
                <c:pt idx="2941">
                  <c:v>329.35</c:v>
                </c:pt>
                <c:pt idx="2942">
                  <c:v>326.75</c:v>
                </c:pt>
                <c:pt idx="2943">
                  <c:v>331.45</c:v>
                </c:pt>
                <c:pt idx="2944">
                  <c:v>333.9</c:v>
                </c:pt>
                <c:pt idx="2945">
                  <c:v>329.45</c:v>
                </c:pt>
                <c:pt idx="2946">
                  <c:v>331.45</c:v>
                </c:pt>
                <c:pt idx="2947">
                  <c:v>330.45</c:v>
                </c:pt>
                <c:pt idx="2948">
                  <c:v>326.10000000000002</c:v>
                </c:pt>
                <c:pt idx="2949">
                  <c:v>336.9</c:v>
                </c:pt>
                <c:pt idx="2950">
                  <c:v>341.05</c:v>
                </c:pt>
                <c:pt idx="2951">
                  <c:v>343</c:v>
                </c:pt>
                <c:pt idx="2952">
                  <c:v>351.05</c:v>
                </c:pt>
                <c:pt idx="2953">
                  <c:v>375.8</c:v>
                </c:pt>
                <c:pt idx="2954">
                  <c:v>388.1</c:v>
                </c:pt>
                <c:pt idx="2955">
                  <c:v>390.05</c:v>
                </c:pt>
                <c:pt idx="2956">
                  <c:v>382.25</c:v>
                </c:pt>
                <c:pt idx="2957">
                  <c:v>379.65</c:v>
                </c:pt>
                <c:pt idx="2958">
                  <c:v>380.7</c:v>
                </c:pt>
                <c:pt idx="2959">
                  <c:v>392.9</c:v>
                </c:pt>
                <c:pt idx="2960">
                  <c:v>395.65</c:v>
                </c:pt>
                <c:pt idx="2961">
                  <c:v>399.55</c:v>
                </c:pt>
                <c:pt idx="2962">
                  <c:v>391.35</c:v>
                </c:pt>
                <c:pt idx="2963">
                  <c:v>391.9</c:v>
                </c:pt>
                <c:pt idx="2964">
                  <c:v>390.7</c:v>
                </c:pt>
                <c:pt idx="2965">
                  <c:v>389.85</c:v>
                </c:pt>
                <c:pt idx="2966">
                  <c:v>390.2</c:v>
                </c:pt>
                <c:pt idx="2967">
                  <c:v>384.9</c:v>
                </c:pt>
                <c:pt idx="2968">
                  <c:v>383.65</c:v>
                </c:pt>
                <c:pt idx="2969">
                  <c:v>385</c:v>
                </c:pt>
                <c:pt idx="2970">
                  <c:v>375.8</c:v>
                </c:pt>
                <c:pt idx="2971">
                  <c:v>381.9</c:v>
                </c:pt>
                <c:pt idx="2972">
                  <c:v>388.2</c:v>
                </c:pt>
                <c:pt idx="2973">
                  <c:v>397.15</c:v>
                </c:pt>
                <c:pt idx="2974">
                  <c:v>390.6</c:v>
                </c:pt>
                <c:pt idx="2975">
                  <c:v>394.9</c:v>
                </c:pt>
                <c:pt idx="2976">
                  <c:v>395</c:v>
                </c:pt>
                <c:pt idx="2977">
                  <c:v>396.75</c:v>
                </c:pt>
                <c:pt idx="2978">
                  <c:v>392.95</c:v>
                </c:pt>
                <c:pt idx="2979">
                  <c:v>385.7</c:v>
                </c:pt>
                <c:pt idx="2980">
                  <c:v>383.3</c:v>
                </c:pt>
                <c:pt idx="2981">
                  <c:v>386.05</c:v>
                </c:pt>
                <c:pt idx="2982">
                  <c:v>384.45</c:v>
                </c:pt>
                <c:pt idx="2983">
                  <c:v>395.2</c:v>
                </c:pt>
                <c:pt idx="2984">
                  <c:v>392.8</c:v>
                </c:pt>
                <c:pt idx="2985">
                  <c:v>396.2</c:v>
                </c:pt>
                <c:pt idx="2986">
                  <c:v>396.7</c:v>
                </c:pt>
                <c:pt idx="2987">
                  <c:v>401.5</c:v>
                </c:pt>
                <c:pt idx="2988">
                  <c:v>408.4</c:v>
                </c:pt>
                <c:pt idx="2989">
                  <c:v>411.7</c:v>
                </c:pt>
                <c:pt idx="2990">
                  <c:v>419.2</c:v>
                </c:pt>
                <c:pt idx="2991">
                  <c:v>416.75</c:v>
                </c:pt>
                <c:pt idx="2992">
                  <c:v>411.65</c:v>
                </c:pt>
                <c:pt idx="2993">
                  <c:v>414.3</c:v>
                </c:pt>
                <c:pt idx="2994">
                  <c:v>407.4</c:v>
                </c:pt>
                <c:pt idx="2995">
                  <c:v>402.4</c:v>
                </c:pt>
                <c:pt idx="2996">
                  <c:v>407.95</c:v>
                </c:pt>
                <c:pt idx="2997">
                  <c:v>395.45</c:v>
                </c:pt>
                <c:pt idx="2998">
                  <c:v>393.35</c:v>
                </c:pt>
                <c:pt idx="2999">
                  <c:v>396.8</c:v>
                </c:pt>
                <c:pt idx="3000">
                  <c:v>395.65</c:v>
                </c:pt>
                <c:pt idx="3001">
                  <c:v>393.45</c:v>
                </c:pt>
                <c:pt idx="3002">
                  <c:v>395.45</c:v>
                </c:pt>
                <c:pt idx="3003">
                  <c:v>392.5</c:v>
                </c:pt>
                <c:pt idx="3004">
                  <c:v>394.05</c:v>
                </c:pt>
                <c:pt idx="3005">
                  <c:v>391.65</c:v>
                </c:pt>
                <c:pt idx="3006">
                  <c:v>386.35</c:v>
                </c:pt>
                <c:pt idx="3007">
                  <c:v>397.6</c:v>
                </c:pt>
                <c:pt idx="3008">
                  <c:v>392.25</c:v>
                </c:pt>
                <c:pt idx="3009">
                  <c:v>391.4</c:v>
                </c:pt>
                <c:pt idx="3010">
                  <c:v>391.15</c:v>
                </c:pt>
                <c:pt idx="3011">
                  <c:v>395.65</c:v>
                </c:pt>
                <c:pt idx="3012">
                  <c:v>393.1</c:v>
                </c:pt>
                <c:pt idx="3013">
                  <c:v>393.55</c:v>
                </c:pt>
                <c:pt idx="3014">
                  <c:v>389.95</c:v>
                </c:pt>
                <c:pt idx="3015">
                  <c:v>382.35</c:v>
                </c:pt>
                <c:pt idx="3016">
                  <c:v>378.95</c:v>
                </c:pt>
                <c:pt idx="3017">
                  <c:v>384.75</c:v>
                </c:pt>
                <c:pt idx="3018">
                  <c:v>390.7</c:v>
                </c:pt>
                <c:pt idx="3019">
                  <c:v>401.4</c:v>
                </c:pt>
                <c:pt idx="3020">
                  <c:v>387.05</c:v>
                </c:pt>
                <c:pt idx="3021">
                  <c:v>382.15</c:v>
                </c:pt>
                <c:pt idx="3022">
                  <c:v>388.55</c:v>
                </c:pt>
                <c:pt idx="3023">
                  <c:v>393.35</c:v>
                </c:pt>
                <c:pt idx="3024">
                  <c:v>387.4</c:v>
                </c:pt>
                <c:pt idx="3025">
                  <c:v>391.75</c:v>
                </c:pt>
                <c:pt idx="3026">
                  <c:v>391.85</c:v>
                </c:pt>
                <c:pt idx="3027">
                  <c:v>388.5</c:v>
                </c:pt>
                <c:pt idx="3028">
                  <c:v>384.05</c:v>
                </c:pt>
                <c:pt idx="3029">
                  <c:v>385.1</c:v>
                </c:pt>
                <c:pt idx="3030">
                  <c:v>381.95</c:v>
                </c:pt>
                <c:pt idx="3031">
                  <c:v>378.5</c:v>
                </c:pt>
                <c:pt idx="3032">
                  <c:v>388.2</c:v>
                </c:pt>
                <c:pt idx="3033">
                  <c:v>385.9</c:v>
                </c:pt>
                <c:pt idx="3034">
                  <c:v>380.05</c:v>
                </c:pt>
                <c:pt idx="3035">
                  <c:v>381.25</c:v>
                </c:pt>
                <c:pt idx="3036">
                  <c:v>380.2</c:v>
                </c:pt>
                <c:pt idx="3037">
                  <c:v>380.35</c:v>
                </c:pt>
                <c:pt idx="3038">
                  <c:v>382.85</c:v>
                </c:pt>
                <c:pt idx="3039">
                  <c:v>381.35</c:v>
                </c:pt>
                <c:pt idx="3040">
                  <c:v>382.55</c:v>
                </c:pt>
                <c:pt idx="3041">
                  <c:v>380.2</c:v>
                </c:pt>
                <c:pt idx="3042">
                  <c:v>385</c:v>
                </c:pt>
                <c:pt idx="3043">
                  <c:v>382.25</c:v>
                </c:pt>
                <c:pt idx="3044">
                  <c:v>380.55</c:v>
                </c:pt>
                <c:pt idx="3045">
                  <c:v>381.8</c:v>
                </c:pt>
                <c:pt idx="3046">
                  <c:v>381.55</c:v>
                </c:pt>
                <c:pt idx="3047">
                  <c:v>388.1</c:v>
                </c:pt>
                <c:pt idx="3048">
                  <c:v>390.2</c:v>
                </c:pt>
                <c:pt idx="3049">
                  <c:v>393.85</c:v>
                </c:pt>
                <c:pt idx="3050">
                  <c:v>395.4</c:v>
                </c:pt>
                <c:pt idx="3051">
                  <c:v>403.2</c:v>
                </c:pt>
                <c:pt idx="3052">
                  <c:v>395.85</c:v>
                </c:pt>
                <c:pt idx="3053">
                  <c:v>403.1</c:v>
                </c:pt>
                <c:pt idx="3054">
                  <c:v>403.35</c:v>
                </c:pt>
                <c:pt idx="3055">
                  <c:v>416.05</c:v>
                </c:pt>
                <c:pt idx="3056">
                  <c:v>412.5</c:v>
                </c:pt>
                <c:pt idx="3057">
                  <c:v>408.35</c:v>
                </c:pt>
                <c:pt idx="3058">
                  <c:v>410.05</c:v>
                </c:pt>
                <c:pt idx="3059">
                  <c:v>405.65</c:v>
                </c:pt>
                <c:pt idx="3060">
                  <c:v>403.75</c:v>
                </c:pt>
                <c:pt idx="3061">
                  <c:v>399.2</c:v>
                </c:pt>
                <c:pt idx="3062">
                  <c:v>404.5</c:v>
                </c:pt>
                <c:pt idx="3063">
                  <c:v>414.95</c:v>
                </c:pt>
                <c:pt idx="3064">
                  <c:v>416.6</c:v>
                </c:pt>
                <c:pt idx="3065">
                  <c:v>421.2</c:v>
                </c:pt>
                <c:pt idx="3066">
                  <c:v>425.15</c:v>
                </c:pt>
                <c:pt idx="3067">
                  <c:v>421.25</c:v>
                </c:pt>
                <c:pt idx="3068">
                  <c:v>422.2</c:v>
                </c:pt>
                <c:pt idx="3069">
                  <c:v>422.85</c:v>
                </c:pt>
                <c:pt idx="3070">
                  <c:v>425.5</c:v>
                </c:pt>
                <c:pt idx="3071">
                  <c:v>423</c:v>
                </c:pt>
                <c:pt idx="3072">
                  <c:v>417.1</c:v>
                </c:pt>
                <c:pt idx="3073">
                  <c:v>420.5</c:v>
                </c:pt>
                <c:pt idx="3074">
                  <c:v>419.1</c:v>
                </c:pt>
                <c:pt idx="3075">
                  <c:v>414.7</c:v>
                </c:pt>
                <c:pt idx="3076">
                  <c:v>415.4</c:v>
                </c:pt>
                <c:pt idx="3077">
                  <c:v>417.6</c:v>
                </c:pt>
                <c:pt idx="3078">
                  <c:v>417.6</c:v>
                </c:pt>
                <c:pt idx="3079">
                  <c:v>425</c:v>
                </c:pt>
                <c:pt idx="3080">
                  <c:v>434.75</c:v>
                </c:pt>
                <c:pt idx="3081">
                  <c:v>434.9</c:v>
                </c:pt>
                <c:pt idx="3082">
                  <c:v>429.95</c:v>
                </c:pt>
                <c:pt idx="3083">
                  <c:v>430.85</c:v>
                </c:pt>
                <c:pt idx="3084">
                  <c:v>432.55</c:v>
                </c:pt>
                <c:pt idx="3085">
                  <c:v>433.25</c:v>
                </c:pt>
                <c:pt idx="3086">
                  <c:v>432.05</c:v>
                </c:pt>
                <c:pt idx="3087">
                  <c:v>433.85</c:v>
                </c:pt>
                <c:pt idx="3088">
                  <c:v>432.45</c:v>
                </c:pt>
                <c:pt idx="3089">
                  <c:v>427.75</c:v>
                </c:pt>
                <c:pt idx="3090">
                  <c:v>429.95</c:v>
                </c:pt>
                <c:pt idx="3091">
                  <c:v>432.05</c:v>
                </c:pt>
                <c:pt idx="3092">
                  <c:v>426.2</c:v>
                </c:pt>
                <c:pt idx="3093">
                  <c:v>423.85</c:v>
                </c:pt>
                <c:pt idx="3094">
                  <c:v>427</c:v>
                </c:pt>
                <c:pt idx="3095">
                  <c:v>424.7</c:v>
                </c:pt>
                <c:pt idx="3096">
                  <c:v>420.85</c:v>
                </c:pt>
                <c:pt idx="3097">
                  <c:v>417.45</c:v>
                </c:pt>
                <c:pt idx="3098">
                  <c:v>416.25</c:v>
                </c:pt>
                <c:pt idx="3099">
                  <c:v>422.45</c:v>
                </c:pt>
                <c:pt idx="3100">
                  <c:v>428</c:v>
                </c:pt>
                <c:pt idx="3101">
                  <c:v>419.5</c:v>
                </c:pt>
                <c:pt idx="3102">
                  <c:v>412.4</c:v>
                </c:pt>
                <c:pt idx="3103">
                  <c:v>407.3</c:v>
                </c:pt>
                <c:pt idx="3104">
                  <c:v>420.05</c:v>
                </c:pt>
                <c:pt idx="3105">
                  <c:v>423.75</c:v>
                </c:pt>
                <c:pt idx="3106">
                  <c:v>429.3</c:v>
                </c:pt>
                <c:pt idx="3107">
                  <c:v>436.15</c:v>
                </c:pt>
                <c:pt idx="3108">
                  <c:v>432.55</c:v>
                </c:pt>
                <c:pt idx="3109">
                  <c:v>447.55</c:v>
                </c:pt>
                <c:pt idx="3110">
                  <c:v>440.8</c:v>
                </c:pt>
                <c:pt idx="3111">
                  <c:v>449.45</c:v>
                </c:pt>
                <c:pt idx="3112">
                  <c:v>446.45</c:v>
                </c:pt>
                <c:pt idx="3113">
                  <c:v>449.2</c:v>
                </c:pt>
                <c:pt idx="3114">
                  <c:v>455.6</c:v>
                </c:pt>
                <c:pt idx="3115">
                  <c:v>460.15</c:v>
                </c:pt>
                <c:pt idx="3116">
                  <c:v>460.3</c:v>
                </c:pt>
                <c:pt idx="3117">
                  <c:v>460.05</c:v>
                </c:pt>
                <c:pt idx="3118">
                  <c:v>450.7</c:v>
                </c:pt>
                <c:pt idx="3119">
                  <c:v>452.45</c:v>
                </c:pt>
                <c:pt idx="3120">
                  <c:v>451.65</c:v>
                </c:pt>
                <c:pt idx="3121">
                  <c:v>454.5</c:v>
                </c:pt>
                <c:pt idx="3122">
                  <c:v>446.6</c:v>
                </c:pt>
                <c:pt idx="3123">
                  <c:v>441.35</c:v>
                </c:pt>
                <c:pt idx="3124">
                  <c:v>437.95</c:v>
                </c:pt>
                <c:pt idx="3125">
                  <c:v>440.85</c:v>
                </c:pt>
                <c:pt idx="3126">
                  <c:v>446.05</c:v>
                </c:pt>
                <c:pt idx="3127">
                  <c:v>443.95</c:v>
                </c:pt>
                <c:pt idx="3128">
                  <c:v>446.4</c:v>
                </c:pt>
                <c:pt idx="3129">
                  <c:v>441.4</c:v>
                </c:pt>
                <c:pt idx="3130">
                  <c:v>442.95</c:v>
                </c:pt>
                <c:pt idx="3131">
                  <c:v>441.1</c:v>
                </c:pt>
                <c:pt idx="3132">
                  <c:v>441.15</c:v>
                </c:pt>
                <c:pt idx="3133">
                  <c:v>444.15</c:v>
                </c:pt>
                <c:pt idx="3134">
                  <c:v>446.3</c:v>
                </c:pt>
                <c:pt idx="3135">
                  <c:v>446.65</c:v>
                </c:pt>
                <c:pt idx="3136">
                  <c:v>446.05</c:v>
                </c:pt>
                <c:pt idx="3137">
                  <c:v>442.95</c:v>
                </c:pt>
                <c:pt idx="3138">
                  <c:v>476.2</c:v>
                </c:pt>
                <c:pt idx="3139">
                  <c:v>464.45</c:v>
                </c:pt>
                <c:pt idx="3140">
                  <c:v>461.85</c:v>
                </c:pt>
                <c:pt idx="3141">
                  <c:v>464.6</c:v>
                </c:pt>
                <c:pt idx="3142">
                  <c:v>465.75</c:v>
                </c:pt>
                <c:pt idx="3143">
                  <c:v>467.35</c:v>
                </c:pt>
                <c:pt idx="3144">
                  <c:v>470.15</c:v>
                </c:pt>
                <c:pt idx="3145">
                  <c:v>468.45</c:v>
                </c:pt>
                <c:pt idx="3146">
                  <c:v>466.6</c:v>
                </c:pt>
                <c:pt idx="3147">
                  <c:v>467.35</c:v>
                </c:pt>
                <c:pt idx="3148">
                  <c:v>469.9</c:v>
                </c:pt>
                <c:pt idx="3149">
                  <c:v>477.15</c:v>
                </c:pt>
                <c:pt idx="3150">
                  <c:v>488.25</c:v>
                </c:pt>
                <c:pt idx="3151">
                  <c:v>497.7</c:v>
                </c:pt>
                <c:pt idx="3152">
                  <c:v>490.3</c:v>
                </c:pt>
                <c:pt idx="3153">
                  <c:v>495.9</c:v>
                </c:pt>
                <c:pt idx="3154">
                  <c:v>494.75</c:v>
                </c:pt>
                <c:pt idx="3155">
                  <c:v>503.4</c:v>
                </c:pt>
                <c:pt idx="3156">
                  <c:v>513.6</c:v>
                </c:pt>
                <c:pt idx="3157">
                  <c:v>512.85</c:v>
                </c:pt>
                <c:pt idx="3158">
                  <c:v>520.4</c:v>
                </c:pt>
                <c:pt idx="3159">
                  <c:v>517.95000000000005</c:v>
                </c:pt>
                <c:pt idx="3160">
                  <c:v>521.04999999999995</c:v>
                </c:pt>
                <c:pt idx="3161">
                  <c:v>524.1</c:v>
                </c:pt>
                <c:pt idx="3162">
                  <c:v>522.54999999999995</c:v>
                </c:pt>
                <c:pt idx="3163">
                  <c:v>528.70000000000005</c:v>
                </c:pt>
                <c:pt idx="3164">
                  <c:v>515.1</c:v>
                </c:pt>
                <c:pt idx="3165">
                  <c:v>515.1</c:v>
                </c:pt>
                <c:pt idx="3166">
                  <c:v>521.04999999999995</c:v>
                </c:pt>
                <c:pt idx="3167">
                  <c:v>531.20000000000005</c:v>
                </c:pt>
                <c:pt idx="3168">
                  <c:v>526.45000000000005</c:v>
                </c:pt>
                <c:pt idx="3169">
                  <c:v>538.95000000000005</c:v>
                </c:pt>
                <c:pt idx="3170">
                  <c:v>540.95000000000005</c:v>
                </c:pt>
                <c:pt idx="3171">
                  <c:v>535.15</c:v>
                </c:pt>
                <c:pt idx="3172">
                  <c:v>531.85</c:v>
                </c:pt>
                <c:pt idx="3173">
                  <c:v>541</c:v>
                </c:pt>
                <c:pt idx="3174">
                  <c:v>547.04999999999995</c:v>
                </c:pt>
                <c:pt idx="3175">
                  <c:v>548.04999999999995</c:v>
                </c:pt>
                <c:pt idx="3176">
                  <c:v>531.85</c:v>
                </c:pt>
                <c:pt idx="3177">
                  <c:v>532.4</c:v>
                </c:pt>
                <c:pt idx="3178">
                  <c:v>527.5</c:v>
                </c:pt>
                <c:pt idx="3179">
                  <c:v>529.70000000000005</c:v>
                </c:pt>
                <c:pt idx="3180">
                  <c:v>518.04999999999995</c:v>
                </c:pt>
                <c:pt idx="3181">
                  <c:v>528.4</c:v>
                </c:pt>
                <c:pt idx="3182">
                  <c:v>526.85</c:v>
                </c:pt>
                <c:pt idx="3183">
                  <c:v>537.75</c:v>
                </c:pt>
                <c:pt idx="3184">
                  <c:v>545.85</c:v>
                </c:pt>
                <c:pt idx="3185">
                  <c:v>542.85</c:v>
                </c:pt>
                <c:pt idx="3186">
                  <c:v>555.5</c:v>
                </c:pt>
                <c:pt idx="3187">
                  <c:v>555.5</c:v>
                </c:pt>
                <c:pt idx="3188">
                  <c:v>565.4</c:v>
                </c:pt>
                <c:pt idx="3189">
                  <c:v>560.04999999999995</c:v>
                </c:pt>
                <c:pt idx="3190">
                  <c:v>568.85</c:v>
                </c:pt>
                <c:pt idx="3191">
                  <c:v>563.9</c:v>
                </c:pt>
                <c:pt idx="3192">
                  <c:v>571.35</c:v>
                </c:pt>
                <c:pt idx="3193">
                  <c:v>575.04999999999995</c:v>
                </c:pt>
                <c:pt idx="3194">
                  <c:v>578.54999999999995</c:v>
                </c:pt>
                <c:pt idx="3195">
                  <c:v>574.25</c:v>
                </c:pt>
                <c:pt idx="3196">
                  <c:v>573.04999999999995</c:v>
                </c:pt>
                <c:pt idx="3197">
                  <c:v>575.6</c:v>
                </c:pt>
                <c:pt idx="3198">
                  <c:v>566.54999999999995</c:v>
                </c:pt>
                <c:pt idx="3199">
                  <c:v>569.45000000000005</c:v>
                </c:pt>
                <c:pt idx="3200">
                  <c:v>570.35</c:v>
                </c:pt>
                <c:pt idx="3201">
                  <c:v>563.95000000000005</c:v>
                </c:pt>
                <c:pt idx="3202">
                  <c:v>552.20000000000005</c:v>
                </c:pt>
                <c:pt idx="3203">
                  <c:v>546.04999999999995</c:v>
                </c:pt>
                <c:pt idx="3204">
                  <c:v>550.6</c:v>
                </c:pt>
                <c:pt idx="3205">
                  <c:v>546.6</c:v>
                </c:pt>
                <c:pt idx="3206">
                  <c:v>537.45000000000005</c:v>
                </c:pt>
                <c:pt idx="3207">
                  <c:v>533</c:v>
                </c:pt>
                <c:pt idx="3208">
                  <c:v>533</c:v>
                </c:pt>
                <c:pt idx="3209">
                  <c:v>532.85</c:v>
                </c:pt>
                <c:pt idx="3210">
                  <c:v>534.54999999999995</c:v>
                </c:pt>
                <c:pt idx="3211">
                  <c:v>533.35</c:v>
                </c:pt>
                <c:pt idx="3212">
                  <c:v>529.15</c:v>
                </c:pt>
                <c:pt idx="3213">
                  <c:v>529.79999999999995</c:v>
                </c:pt>
                <c:pt idx="3214">
                  <c:v>529</c:v>
                </c:pt>
                <c:pt idx="3215">
                  <c:v>533.79999999999995</c:v>
                </c:pt>
                <c:pt idx="3216">
                  <c:v>521</c:v>
                </c:pt>
                <c:pt idx="3217">
                  <c:v>516.65</c:v>
                </c:pt>
                <c:pt idx="3218">
                  <c:v>520.20000000000005</c:v>
                </c:pt>
                <c:pt idx="3219">
                  <c:v>524.6</c:v>
                </c:pt>
                <c:pt idx="3220">
                  <c:v>524.35</c:v>
                </c:pt>
                <c:pt idx="3221">
                  <c:v>530.20000000000005</c:v>
                </c:pt>
                <c:pt idx="3222">
                  <c:v>537.4</c:v>
                </c:pt>
                <c:pt idx="3223">
                  <c:v>541.65</c:v>
                </c:pt>
                <c:pt idx="3224">
                  <c:v>548.15</c:v>
                </c:pt>
                <c:pt idx="3225">
                  <c:v>538.1</c:v>
                </c:pt>
                <c:pt idx="3226">
                  <c:v>536.5</c:v>
                </c:pt>
                <c:pt idx="3227">
                  <c:v>533.70000000000005</c:v>
                </c:pt>
                <c:pt idx="3228">
                  <c:v>531.75</c:v>
                </c:pt>
                <c:pt idx="3229">
                  <c:v>535.25</c:v>
                </c:pt>
                <c:pt idx="3230">
                  <c:v>530.65</c:v>
                </c:pt>
                <c:pt idx="3231">
                  <c:v>534.85</c:v>
                </c:pt>
                <c:pt idx="3232">
                  <c:v>544.9</c:v>
                </c:pt>
                <c:pt idx="3233">
                  <c:v>529.75</c:v>
                </c:pt>
                <c:pt idx="3234">
                  <c:v>519.75</c:v>
                </c:pt>
                <c:pt idx="3235">
                  <c:v>516.65</c:v>
                </c:pt>
                <c:pt idx="3236">
                  <c:v>522.75</c:v>
                </c:pt>
                <c:pt idx="3237">
                  <c:v>524.75</c:v>
                </c:pt>
                <c:pt idx="3238">
                  <c:v>522.95000000000005</c:v>
                </c:pt>
                <c:pt idx="3239">
                  <c:v>532.70000000000005</c:v>
                </c:pt>
                <c:pt idx="3240">
                  <c:v>527.15</c:v>
                </c:pt>
                <c:pt idx="3241">
                  <c:v>531.70000000000005</c:v>
                </c:pt>
                <c:pt idx="3242">
                  <c:v>523.4</c:v>
                </c:pt>
                <c:pt idx="3243">
                  <c:v>518.20000000000005</c:v>
                </c:pt>
                <c:pt idx="3244">
                  <c:v>522.1</c:v>
                </c:pt>
                <c:pt idx="3245">
                  <c:v>524.85</c:v>
                </c:pt>
                <c:pt idx="3246">
                  <c:v>530.6</c:v>
                </c:pt>
                <c:pt idx="3247">
                  <c:v>530.5</c:v>
                </c:pt>
                <c:pt idx="3248">
                  <c:v>532.35</c:v>
                </c:pt>
                <c:pt idx="3249">
                  <c:v>534.70000000000005</c:v>
                </c:pt>
                <c:pt idx="3250">
                  <c:v>525.4</c:v>
                </c:pt>
                <c:pt idx="3251">
                  <c:v>525.5</c:v>
                </c:pt>
                <c:pt idx="3252">
                  <c:v>519.29999999999995</c:v>
                </c:pt>
                <c:pt idx="3253">
                  <c:v>516.6</c:v>
                </c:pt>
                <c:pt idx="3254">
                  <c:v>498.1</c:v>
                </c:pt>
                <c:pt idx="3255">
                  <c:v>505.3</c:v>
                </c:pt>
                <c:pt idx="3256">
                  <c:v>503.7</c:v>
                </c:pt>
                <c:pt idx="3257">
                  <c:v>500.15</c:v>
                </c:pt>
                <c:pt idx="3258">
                  <c:v>500.55</c:v>
                </c:pt>
                <c:pt idx="3259">
                  <c:v>490.4</c:v>
                </c:pt>
                <c:pt idx="3260">
                  <c:v>497.25</c:v>
                </c:pt>
                <c:pt idx="3261">
                  <c:v>480.9</c:v>
                </c:pt>
                <c:pt idx="3262">
                  <c:v>460.05</c:v>
                </c:pt>
                <c:pt idx="3263">
                  <c:v>468.8</c:v>
                </c:pt>
                <c:pt idx="3264">
                  <c:v>476.5</c:v>
                </c:pt>
                <c:pt idx="3265">
                  <c:v>470.35</c:v>
                </c:pt>
                <c:pt idx="3266">
                  <c:v>468.55</c:v>
                </c:pt>
                <c:pt idx="3267">
                  <c:v>477.45</c:v>
                </c:pt>
                <c:pt idx="3268">
                  <c:v>473.95</c:v>
                </c:pt>
                <c:pt idx="3269">
                  <c:v>464.85</c:v>
                </c:pt>
                <c:pt idx="3270">
                  <c:v>467.1</c:v>
                </c:pt>
                <c:pt idx="3271">
                  <c:v>461.5</c:v>
                </c:pt>
                <c:pt idx="3272">
                  <c:v>454.25</c:v>
                </c:pt>
                <c:pt idx="3273">
                  <c:v>456</c:v>
                </c:pt>
                <c:pt idx="3274">
                  <c:v>452.7</c:v>
                </c:pt>
                <c:pt idx="3275">
                  <c:v>460.55</c:v>
                </c:pt>
                <c:pt idx="3276">
                  <c:v>460</c:v>
                </c:pt>
                <c:pt idx="3277">
                  <c:v>455.75</c:v>
                </c:pt>
                <c:pt idx="3278">
                  <c:v>464.55</c:v>
                </c:pt>
                <c:pt idx="3279">
                  <c:v>462.1</c:v>
                </c:pt>
                <c:pt idx="3280">
                  <c:v>470.2</c:v>
                </c:pt>
                <c:pt idx="3281">
                  <c:v>476.6</c:v>
                </c:pt>
                <c:pt idx="3282">
                  <c:v>477.15</c:v>
                </c:pt>
                <c:pt idx="3283">
                  <c:v>468.25</c:v>
                </c:pt>
                <c:pt idx="3284">
                  <c:v>455.4</c:v>
                </c:pt>
                <c:pt idx="3285">
                  <c:v>451.7</c:v>
                </c:pt>
                <c:pt idx="3286">
                  <c:v>452.1</c:v>
                </c:pt>
                <c:pt idx="3287">
                  <c:v>453.25</c:v>
                </c:pt>
                <c:pt idx="3288">
                  <c:v>443.05</c:v>
                </c:pt>
                <c:pt idx="3289">
                  <c:v>452.8</c:v>
                </c:pt>
                <c:pt idx="3290">
                  <c:v>440.95</c:v>
                </c:pt>
                <c:pt idx="3291">
                  <c:v>449.9</c:v>
                </c:pt>
                <c:pt idx="3292">
                  <c:v>440.5</c:v>
                </c:pt>
                <c:pt idx="3293">
                  <c:v>433.2</c:v>
                </c:pt>
                <c:pt idx="3294">
                  <c:v>437.8</c:v>
                </c:pt>
                <c:pt idx="3295">
                  <c:v>439.05</c:v>
                </c:pt>
                <c:pt idx="3296">
                  <c:v>444.45</c:v>
                </c:pt>
                <c:pt idx="3297">
                  <c:v>446.75</c:v>
                </c:pt>
                <c:pt idx="3298">
                  <c:v>456.05</c:v>
                </c:pt>
                <c:pt idx="3299">
                  <c:v>458.6</c:v>
                </c:pt>
                <c:pt idx="3300">
                  <c:v>463.45</c:v>
                </c:pt>
                <c:pt idx="3301">
                  <c:v>453.5</c:v>
                </c:pt>
                <c:pt idx="3302">
                  <c:v>468.65</c:v>
                </c:pt>
                <c:pt idx="3303">
                  <c:v>460.8</c:v>
                </c:pt>
                <c:pt idx="3304">
                  <c:v>459.1</c:v>
                </c:pt>
                <c:pt idx="3305">
                  <c:v>461.3</c:v>
                </c:pt>
                <c:pt idx="3306">
                  <c:v>472.7</c:v>
                </c:pt>
                <c:pt idx="3307">
                  <c:v>466.95</c:v>
                </c:pt>
                <c:pt idx="3308">
                  <c:v>471.35</c:v>
                </c:pt>
                <c:pt idx="3309">
                  <c:v>470.9</c:v>
                </c:pt>
                <c:pt idx="3310">
                  <c:v>462.8</c:v>
                </c:pt>
                <c:pt idx="3311">
                  <c:v>470.05</c:v>
                </c:pt>
                <c:pt idx="3312">
                  <c:v>471.7</c:v>
                </c:pt>
                <c:pt idx="3313">
                  <c:v>477.95</c:v>
                </c:pt>
                <c:pt idx="3314">
                  <c:v>472.15</c:v>
                </c:pt>
                <c:pt idx="3315">
                  <c:v>467.95</c:v>
                </c:pt>
                <c:pt idx="3316">
                  <c:v>471.65</c:v>
                </c:pt>
                <c:pt idx="3317">
                  <c:v>479.05</c:v>
                </c:pt>
                <c:pt idx="3318">
                  <c:v>475</c:v>
                </c:pt>
                <c:pt idx="3319">
                  <c:v>485.8</c:v>
                </c:pt>
                <c:pt idx="3320">
                  <c:v>483.05</c:v>
                </c:pt>
                <c:pt idx="3321">
                  <c:v>483.2</c:v>
                </c:pt>
                <c:pt idx="3322">
                  <c:v>482.9</c:v>
                </c:pt>
                <c:pt idx="3323">
                  <c:v>479.35</c:v>
                </c:pt>
                <c:pt idx="3324">
                  <c:v>478.65</c:v>
                </c:pt>
                <c:pt idx="3325">
                  <c:v>465.05</c:v>
                </c:pt>
                <c:pt idx="3326">
                  <c:v>497.35</c:v>
                </c:pt>
                <c:pt idx="3327">
                  <c:v>583.79999999999995</c:v>
                </c:pt>
                <c:pt idx="3328">
                  <c:v>571.85</c:v>
                </c:pt>
                <c:pt idx="3329">
                  <c:v>572.4</c:v>
                </c:pt>
                <c:pt idx="3330">
                  <c:v>573.15</c:v>
                </c:pt>
                <c:pt idx="3331">
                  <c:v>579.35</c:v>
                </c:pt>
                <c:pt idx="3332">
                  <c:v>587</c:v>
                </c:pt>
                <c:pt idx="3333">
                  <c:v>584.85</c:v>
                </c:pt>
                <c:pt idx="3334">
                  <c:v>585</c:v>
                </c:pt>
                <c:pt idx="3335">
                  <c:v>586.1</c:v>
                </c:pt>
                <c:pt idx="3336">
                  <c:v>582.20000000000005</c:v>
                </c:pt>
                <c:pt idx="3337">
                  <c:v>583.85</c:v>
                </c:pt>
                <c:pt idx="3338">
                  <c:v>585.5</c:v>
                </c:pt>
                <c:pt idx="3339">
                  <c:v>582.75</c:v>
                </c:pt>
                <c:pt idx="3340">
                  <c:v>586</c:v>
                </c:pt>
                <c:pt idx="3341">
                  <c:v>586.4</c:v>
                </c:pt>
                <c:pt idx="3342">
                  <c:v>585.79999999999995</c:v>
                </c:pt>
                <c:pt idx="3343">
                  <c:v>585.1</c:v>
                </c:pt>
                <c:pt idx="3344">
                  <c:v>585.25</c:v>
                </c:pt>
                <c:pt idx="3345">
                  <c:v>586.15</c:v>
                </c:pt>
                <c:pt idx="3346">
                  <c:v>591.6</c:v>
                </c:pt>
                <c:pt idx="3347">
                  <c:v>591.35</c:v>
                </c:pt>
                <c:pt idx="3348">
                  <c:v>594.15</c:v>
                </c:pt>
                <c:pt idx="3349">
                  <c:v>595.54999999999995</c:v>
                </c:pt>
                <c:pt idx="3350">
                  <c:v>592.5</c:v>
                </c:pt>
                <c:pt idx="3351">
                  <c:v>592.1</c:v>
                </c:pt>
                <c:pt idx="3352">
                  <c:v>590.70000000000005</c:v>
                </c:pt>
                <c:pt idx="3353">
                  <c:v>590.29999999999995</c:v>
                </c:pt>
                <c:pt idx="3354">
                  <c:v>590.85</c:v>
                </c:pt>
                <c:pt idx="3355">
                  <c:v>591.15</c:v>
                </c:pt>
                <c:pt idx="3356">
                  <c:v>592.70000000000005</c:v>
                </c:pt>
                <c:pt idx="3357">
                  <c:v>593.5</c:v>
                </c:pt>
                <c:pt idx="3358">
                  <c:v>593.65</c:v>
                </c:pt>
                <c:pt idx="3359">
                  <c:v>594.70000000000005</c:v>
                </c:pt>
                <c:pt idx="3360">
                  <c:v>593.6</c:v>
                </c:pt>
                <c:pt idx="3361">
                  <c:v>595.9</c:v>
                </c:pt>
                <c:pt idx="3362">
                  <c:v>595.65</c:v>
                </c:pt>
                <c:pt idx="3363">
                  <c:v>594.75</c:v>
                </c:pt>
                <c:pt idx="3364">
                  <c:v>593.29999999999995</c:v>
                </c:pt>
                <c:pt idx="3365">
                  <c:v>590.65</c:v>
                </c:pt>
                <c:pt idx="3366">
                  <c:v>583.95000000000005</c:v>
                </c:pt>
                <c:pt idx="3367">
                  <c:v>587.75</c:v>
                </c:pt>
                <c:pt idx="3368">
                  <c:v>588.35</c:v>
                </c:pt>
                <c:pt idx="3369">
                  <c:v>588.95000000000005</c:v>
                </c:pt>
                <c:pt idx="3370">
                  <c:v>585.15</c:v>
                </c:pt>
                <c:pt idx="3371">
                  <c:v>587.4</c:v>
                </c:pt>
                <c:pt idx="3372">
                  <c:v>587.85</c:v>
                </c:pt>
                <c:pt idx="3373">
                  <c:v>587.85</c:v>
                </c:pt>
                <c:pt idx="3374">
                  <c:v>601.4</c:v>
                </c:pt>
                <c:pt idx="3375">
                  <c:v>609.35</c:v>
                </c:pt>
                <c:pt idx="3376">
                  <c:v>609.70000000000005</c:v>
                </c:pt>
                <c:pt idx="3377">
                  <c:v>604.95000000000005</c:v>
                </c:pt>
                <c:pt idx="3378">
                  <c:v>594.95000000000005</c:v>
                </c:pt>
                <c:pt idx="3379">
                  <c:v>601.04999999999995</c:v>
                </c:pt>
                <c:pt idx="3380">
                  <c:v>601.6</c:v>
                </c:pt>
                <c:pt idx="3381">
                  <c:v>614.20000000000005</c:v>
                </c:pt>
                <c:pt idx="3382">
                  <c:v>623.1</c:v>
                </c:pt>
                <c:pt idx="3383">
                  <c:v>685.05</c:v>
                </c:pt>
                <c:pt idx="3384">
                  <c:v>688.05</c:v>
                </c:pt>
                <c:pt idx="3385">
                  <c:v>686.1</c:v>
                </c:pt>
                <c:pt idx="3386">
                  <c:v>697.15</c:v>
                </c:pt>
                <c:pt idx="3387">
                  <c:v>718.8</c:v>
                </c:pt>
                <c:pt idx="3388">
                  <c:v>709.45</c:v>
                </c:pt>
                <c:pt idx="3389">
                  <c:v>687.95</c:v>
                </c:pt>
                <c:pt idx="3390">
                  <c:v>663.7</c:v>
                </c:pt>
                <c:pt idx="3391">
                  <c:v>638.54999999999995</c:v>
                </c:pt>
                <c:pt idx="3392">
                  <c:v>627</c:v>
                </c:pt>
                <c:pt idx="3393">
                  <c:v>612.54999999999995</c:v>
                </c:pt>
                <c:pt idx="3394">
                  <c:v>635.20000000000005</c:v>
                </c:pt>
                <c:pt idx="3395">
                  <c:v>615.95000000000005</c:v>
                </c:pt>
                <c:pt idx="3396">
                  <c:v>618.79999999999995</c:v>
                </c:pt>
                <c:pt idx="3397">
                  <c:v>608.35</c:v>
                </c:pt>
                <c:pt idx="3398">
                  <c:v>603.20000000000005</c:v>
                </c:pt>
                <c:pt idx="3399">
                  <c:v>600</c:v>
                </c:pt>
                <c:pt idx="3400">
                  <c:v>615.65</c:v>
                </c:pt>
                <c:pt idx="3401">
                  <c:v>621.6</c:v>
                </c:pt>
                <c:pt idx="3402">
                  <c:v>616.6</c:v>
                </c:pt>
                <c:pt idx="3403">
                  <c:v>599</c:v>
                </c:pt>
                <c:pt idx="3404">
                  <c:v>589.29999999999995</c:v>
                </c:pt>
                <c:pt idx="3405">
                  <c:v>590.6</c:v>
                </c:pt>
                <c:pt idx="3406">
                  <c:v>589.4</c:v>
                </c:pt>
                <c:pt idx="3407">
                  <c:v>592.65</c:v>
                </c:pt>
                <c:pt idx="3408">
                  <c:v>601.35</c:v>
                </c:pt>
                <c:pt idx="3409">
                  <c:v>608.5</c:v>
                </c:pt>
                <c:pt idx="3410">
                  <c:v>595.54999999999995</c:v>
                </c:pt>
                <c:pt idx="3411">
                  <c:v>594.54999999999995</c:v>
                </c:pt>
                <c:pt idx="3412">
                  <c:v>607</c:v>
                </c:pt>
                <c:pt idx="3413">
                  <c:v>631.45000000000005</c:v>
                </c:pt>
                <c:pt idx="3414">
                  <c:v>641.29999999999995</c:v>
                </c:pt>
                <c:pt idx="3415">
                  <c:v>613.35</c:v>
                </c:pt>
                <c:pt idx="3416">
                  <c:v>616.5</c:v>
                </c:pt>
                <c:pt idx="3417">
                  <c:v>628</c:v>
                </c:pt>
                <c:pt idx="3418">
                  <c:v>617.6</c:v>
                </c:pt>
                <c:pt idx="3419">
                  <c:v>653.5</c:v>
                </c:pt>
                <c:pt idx="3420">
                  <c:v>643.6</c:v>
                </c:pt>
                <c:pt idx="3421">
                  <c:v>626.29999999999995</c:v>
                </c:pt>
                <c:pt idx="3422">
                  <c:v>621.75</c:v>
                </c:pt>
                <c:pt idx="3423">
                  <c:v>620.1</c:v>
                </c:pt>
                <c:pt idx="3424">
                  <c:v>628.65</c:v>
                </c:pt>
                <c:pt idx="3425">
                  <c:v>642.20000000000005</c:v>
                </c:pt>
                <c:pt idx="3426">
                  <c:v>677.6</c:v>
                </c:pt>
                <c:pt idx="3427">
                  <c:v>651.04999999999995</c:v>
                </c:pt>
                <c:pt idx="3428">
                  <c:v>642.6</c:v>
                </c:pt>
                <c:pt idx="3429">
                  <c:v>643.1</c:v>
                </c:pt>
                <c:pt idx="3430">
                  <c:v>633.6</c:v>
                </c:pt>
                <c:pt idx="3431">
                  <c:v>628.9</c:v>
                </c:pt>
                <c:pt idx="3432">
                  <c:v>621</c:v>
                </c:pt>
                <c:pt idx="3433">
                  <c:v>627.45000000000005</c:v>
                </c:pt>
                <c:pt idx="3434">
                  <c:v>619.20000000000005</c:v>
                </c:pt>
                <c:pt idx="3435">
                  <c:v>609.65</c:v>
                </c:pt>
                <c:pt idx="3436">
                  <c:v>606.75</c:v>
                </c:pt>
                <c:pt idx="3437">
                  <c:v>611.1</c:v>
                </c:pt>
                <c:pt idx="3438">
                  <c:v>609.65</c:v>
                </c:pt>
                <c:pt idx="3439">
                  <c:v>610.20000000000005</c:v>
                </c:pt>
                <c:pt idx="3440">
                  <c:v>601.35</c:v>
                </c:pt>
                <c:pt idx="3441">
                  <c:v>603.9</c:v>
                </c:pt>
                <c:pt idx="3442">
                  <c:v>596.4</c:v>
                </c:pt>
                <c:pt idx="3443">
                  <c:v>602.70000000000005</c:v>
                </c:pt>
                <c:pt idx="3444">
                  <c:v>605</c:v>
                </c:pt>
                <c:pt idx="3445">
                  <c:v>606.1</c:v>
                </c:pt>
                <c:pt idx="3446">
                  <c:v>609</c:v>
                </c:pt>
                <c:pt idx="3447">
                  <c:v>608.95000000000005</c:v>
                </c:pt>
                <c:pt idx="3448">
                  <c:v>614.65</c:v>
                </c:pt>
                <c:pt idx="3449">
                  <c:v>609.5</c:v>
                </c:pt>
                <c:pt idx="3450">
                  <c:v>593.95000000000005</c:v>
                </c:pt>
                <c:pt idx="3451">
                  <c:v>589.25</c:v>
                </c:pt>
                <c:pt idx="3452">
                  <c:v>604.65</c:v>
                </c:pt>
                <c:pt idx="3453">
                  <c:v>613.65</c:v>
                </c:pt>
                <c:pt idx="3454">
                  <c:v>609.85</c:v>
                </c:pt>
                <c:pt idx="3455">
                  <c:v>608.9</c:v>
                </c:pt>
                <c:pt idx="3456">
                  <c:v>607.85</c:v>
                </c:pt>
                <c:pt idx="3457">
                  <c:v>595.95000000000005</c:v>
                </c:pt>
                <c:pt idx="3458">
                  <c:v>588.1</c:v>
                </c:pt>
                <c:pt idx="3459">
                  <c:v>589.95000000000005</c:v>
                </c:pt>
                <c:pt idx="3460">
                  <c:v>585.15</c:v>
                </c:pt>
                <c:pt idx="3461">
                  <c:v>575.04999999999995</c:v>
                </c:pt>
                <c:pt idx="3462">
                  <c:v>574.45000000000005</c:v>
                </c:pt>
                <c:pt idx="3463">
                  <c:v>582.75</c:v>
                </c:pt>
                <c:pt idx="3464">
                  <c:v>580.25</c:v>
                </c:pt>
                <c:pt idx="3465">
                  <c:v>596.65</c:v>
                </c:pt>
                <c:pt idx="3466">
                  <c:v>592.25</c:v>
                </c:pt>
                <c:pt idx="3467">
                  <c:v>581.5</c:v>
                </c:pt>
                <c:pt idx="3468">
                  <c:v>574.20000000000005</c:v>
                </c:pt>
                <c:pt idx="3469">
                  <c:v>571.6</c:v>
                </c:pt>
                <c:pt idx="3470">
                  <c:v>581</c:v>
                </c:pt>
                <c:pt idx="3471">
                  <c:v>588.70000000000005</c:v>
                </c:pt>
                <c:pt idx="3472">
                  <c:v>583.75</c:v>
                </c:pt>
                <c:pt idx="3473">
                  <c:v>589.75</c:v>
                </c:pt>
                <c:pt idx="3474">
                  <c:v>594.75</c:v>
                </c:pt>
                <c:pt idx="3475">
                  <c:v>582.1</c:v>
                </c:pt>
                <c:pt idx="3476">
                  <c:v>579</c:v>
                </c:pt>
                <c:pt idx="3477">
                  <c:v>572</c:v>
                </c:pt>
                <c:pt idx="3478">
                  <c:v>565.35</c:v>
                </c:pt>
                <c:pt idx="3479">
                  <c:v>559.65</c:v>
                </c:pt>
                <c:pt idx="3480">
                  <c:v>559.75</c:v>
                </c:pt>
                <c:pt idx="3481">
                  <c:v>563.20000000000005</c:v>
                </c:pt>
                <c:pt idx="3482">
                  <c:v>565.45000000000005</c:v>
                </c:pt>
                <c:pt idx="3483">
                  <c:v>562.75</c:v>
                </c:pt>
                <c:pt idx="3484">
                  <c:v>560.85</c:v>
                </c:pt>
                <c:pt idx="3485">
                  <c:v>557.20000000000005</c:v>
                </c:pt>
                <c:pt idx="3486">
                  <c:v>556.85</c:v>
                </c:pt>
                <c:pt idx="3487">
                  <c:v>558.04999999999995</c:v>
                </c:pt>
                <c:pt idx="3488">
                  <c:v>554.95000000000005</c:v>
                </c:pt>
                <c:pt idx="3489">
                  <c:v>568.70000000000005</c:v>
                </c:pt>
                <c:pt idx="3490">
                  <c:v>565.20000000000005</c:v>
                </c:pt>
                <c:pt idx="3491">
                  <c:v>565.1</c:v>
                </c:pt>
                <c:pt idx="3492">
                  <c:v>563.6</c:v>
                </c:pt>
                <c:pt idx="3493">
                  <c:v>568.75</c:v>
                </c:pt>
                <c:pt idx="3494">
                  <c:v>573.35</c:v>
                </c:pt>
                <c:pt idx="3495">
                  <c:v>570.65</c:v>
                </c:pt>
                <c:pt idx="3496">
                  <c:v>572.35</c:v>
                </c:pt>
                <c:pt idx="3497">
                  <c:v>562.4</c:v>
                </c:pt>
                <c:pt idx="3498">
                  <c:v>565</c:v>
                </c:pt>
                <c:pt idx="3499">
                  <c:v>563.5</c:v>
                </c:pt>
                <c:pt idx="3500">
                  <c:v>558.95000000000005</c:v>
                </c:pt>
                <c:pt idx="3501">
                  <c:v>559.15</c:v>
                </c:pt>
                <c:pt idx="3502">
                  <c:v>554.15</c:v>
                </c:pt>
                <c:pt idx="3503">
                  <c:v>549.79999999999995</c:v>
                </c:pt>
                <c:pt idx="3504">
                  <c:v>545.70000000000005</c:v>
                </c:pt>
                <c:pt idx="3505">
                  <c:v>538.4</c:v>
                </c:pt>
                <c:pt idx="3506">
                  <c:v>545.20000000000005</c:v>
                </c:pt>
                <c:pt idx="3507">
                  <c:v>552.1</c:v>
                </c:pt>
                <c:pt idx="3508">
                  <c:v>558.9</c:v>
                </c:pt>
                <c:pt idx="3509">
                  <c:v>555.1</c:v>
                </c:pt>
                <c:pt idx="3510">
                  <c:v>559.79999999999995</c:v>
                </c:pt>
                <c:pt idx="3511">
                  <c:v>566.45000000000005</c:v>
                </c:pt>
                <c:pt idx="3512">
                  <c:v>567.1</c:v>
                </c:pt>
                <c:pt idx="3513">
                  <c:v>565.79999999999995</c:v>
                </c:pt>
                <c:pt idx="3514">
                  <c:v>575.25</c:v>
                </c:pt>
                <c:pt idx="3515">
                  <c:v>569.70000000000005</c:v>
                </c:pt>
                <c:pt idx="3516">
                  <c:v>569.6</c:v>
                </c:pt>
                <c:pt idx="3517">
                  <c:v>570.4</c:v>
                </c:pt>
                <c:pt idx="3518">
                  <c:v>570.1</c:v>
                </c:pt>
                <c:pt idx="3519">
                  <c:v>569.75</c:v>
                </c:pt>
                <c:pt idx="3520">
                  <c:v>570.25</c:v>
                </c:pt>
                <c:pt idx="3521">
                  <c:v>570</c:v>
                </c:pt>
                <c:pt idx="3522">
                  <c:v>586.54999999999995</c:v>
                </c:pt>
                <c:pt idx="3523">
                  <c:v>577.65</c:v>
                </c:pt>
                <c:pt idx="3524">
                  <c:v>564</c:v>
                </c:pt>
                <c:pt idx="3525">
                  <c:v>562.45000000000005</c:v>
                </c:pt>
                <c:pt idx="3526">
                  <c:v>569.45000000000005</c:v>
                </c:pt>
                <c:pt idx="3527">
                  <c:v>557.25</c:v>
                </c:pt>
                <c:pt idx="3528">
                  <c:v>560.25</c:v>
                </c:pt>
                <c:pt idx="3529">
                  <c:v>560.25</c:v>
                </c:pt>
                <c:pt idx="3530">
                  <c:v>562.25</c:v>
                </c:pt>
                <c:pt idx="3531">
                  <c:v>558.70000000000005</c:v>
                </c:pt>
                <c:pt idx="3532">
                  <c:v>554.04999999999995</c:v>
                </c:pt>
                <c:pt idx="3533">
                  <c:v>555.35</c:v>
                </c:pt>
                <c:pt idx="3534">
                  <c:v>554.9</c:v>
                </c:pt>
                <c:pt idx="3535">
                  <c:v>554.45000000000005</c:v>
                </c:pt>
                <c:pt idx="3536">
                  <c:v>554.75</c:v>
                </c:pt>
                <c:pt idx="3537">
                  <c:v>549.25</c:v>
                </c:pt>
                <c:pt idx="3538">
                  <c:v>543.20000000000005</c:v>
                </c:pt>
                <c:pt idx="3539">
                  <c:v>554.9</c:v>
                </c:pt>
                <c:pt idx="3540">
                  <c:v>551.20000000000005</c:v>
                </c:pt>
                <c:pt idx="3541">
                  <c:v>549.04999999999995</c:v>
                </c:pt>
                <c:pt idx="3542">
                  <c:v>550.4</c:v>
                </c:pt>
                <c:pt idx="3543">
                  <c:v>557.20000000000005</c:v>
                </c:pt>
                <c:pt idx="3544">
                  <c:v>560.35</c:v>
                </c:pt>
                <c:pt idx="3545">
                  <c:v>560.25</c:v>
                </c:pt>
                <c:pt idx="3546">
                  <c:v>561.85</c:v>
                </c:pt>
                <c:pt idx="3547">
                  <c:v>553.65</c:v>
                </c:pt>
                <c:pt idx="3548">
                  <c:v>556.04999999999995</c:v>
                </c:pt>
                <c:pt idx="3549">
                  <c:v>561.6</c:v>
                </c:pt>
                <c:pt idx="3550">
                  <c:v>572.54999999999995</c:v>
                </c:pt>
                <c:pt idx="3551">
                  <c:v>571.70000000000005</c:v>
                </c:pt>
                <c:pt idx="3552">
                  <c:v>573.9</c:v>
                </c:pt>
                <c:pt idx="3553">
                  <c:v>582.35</c:v>
                </c:pt>
                <c:pt idx="3554">
                  <c:v>592.75</c:v>
                </c:pt>
                <c:pt idx="3555">
                  <c:v>591.54999999999995</c:v>
                </c:pt>
                <c:pt idx="3556">
                  <c:v>599.79999999999995</c:v>
                </c:pt>
                <c:pt idx="3557">
                  <c:v>599.79999999999995</c:v>
                </c:pt>
                <c:pt idx="3558">
                  <c:v>605.54999999999995</c:v>
                </c:pt>
                <c:pt idx="3559">
                  <c:v>601.75</c:v>
                </c:pt>
                <c:pt idx="3560">
                  <c:v>594.6</c:v>
                </c:pt>
                <c:pt idx="3561">
                  <c:v>606.29999999999995</c:v>
                </c:pt>
                <c:pt idx="3562">
                  <c:v>605.29999999999995</c:v>
                </c:pt>
                <c:pt idx="3563">
                  <c:v>604.79999999999995</c:v>
                </c:pt>
                <c:pt idx="3564">
                  <c:v>609.1</c:v>
                </c:pt>
                <c:pt idx="3565">
                  <c:v>617.9</c:v>
                </c:pt>
                <c:pt idx="3566">
                  <c:v>609.4</c:v>
                </c:pt>
                <c:pt idx="3567">
                  <c:v>612.15</c:v>
                </c:pt>
                <c:pt idx="3568">
                  <c:v>607.54999999999995</c:v>
                </c:pt>
                <c:pt idx="3569">
                  <c:v>609.45000000000005</c:v>
                </c:pt>
                <c:pt idx="3570">
                  <c:v>599.1</c:v>
                </c:pt>
                <c:pt idx="3571">
                  <c:v>596.45000000000005</c:v>
                </c:pt>
                <c:pt idx="3572">
                  <c:v>595.5</c:v>
                </c:pt>
                <c:pt idx="3573">
                  <c:v>580.9</c:v>
                </c:pt>
                <c:pt idx="3574">
                  <c:v>581</c:v>
                </c:pt>
                <c:pt idx="3575">
                  <c:v>562.45000000000005</c:v>
                </c:pt>
                <c:pt idx="3576">
                  <c:v>567.5</c:v>
                </c:pt>
                <c:pt idx="3577">
                  <c:v>562.15</c:v>
                </c:pt>
                <c:pt idx="3578">
                  <c:v>557.15</c:v>
                </c:pt>
                <c:pt idx="3579">
                  <c:v>553.70000000000005</c:v>
                </c:pt>
                <c:pt idx="3580">
                  <c:v>553.15</c:v>
                </c:pt>
                <c:pt idx="3581">
                  <c:v>552.29999999999995</c:v>
                </c:pt>
                <c:pt idx="3582">
                  <c:v>556.29999999999995</c:v>
                </c:pt>
                <c:pt idx="3583">
                  <c:v>571.5</c:v>
                </c:pt>
                <c:pt idx="3584">
                  <c:v>577.6</c:v>
                </c:pt>
                <c:pt idx="3585">
                  <c:v>577.5</c:v>
                </c:pt>
                <c:pt idx="3586">
                  <c:v>588.95000000000005</c:v>
                </c:pt>
                <c:pt idx="3587">
                  <c:v>580.70000000000005</c:v>
                </c:pt>
                <c:pt idx="3588">
                  <c:v>555.79999999999995</c:v>
                </c:pt>
                <c:pt idx="3589">
                  <c:v>562.6</c:v>
                </c:pt>
                <c:pt idx="3590">
                  <c:v>561.35</c:v>
                </c:pt>
                <c:pt idx="3591">
                  <c:v>562.9</c:v>
                </c:pt>
                <c:pt idx="3592">
                  <c:v>561.5</c:v>
                </c:pt>
                <c:pt idx="3593">
                  <c:v>559.85</c:v>
                </c:pt>
                <c:pt idx="3594">
                  <c:v>560.15</c:v>
                </c:pt>
                <c:pt idx="3595">
                  <c:v>561.9</c:v>
                </c:pt>
                <c:pt idx="3596">
                  <c:v>556.45000000000005</c:v>
                </c:pt>
                <c:pt idx="3597">
                  <c:v>603.35</c:v>
                </c:pt>
                <c:pt idx="3598">
                  <c:v>601</c:v>
                </c:pt>
                <c:pt idx="3599">
                  <c:v>593.45000000000005</c:v>
                </c:pt>
                <c:pt idx="3600">
                  <c:v>604.95000000000005</c:v>
                </c:pt>
                <c:pt idx="3601">
                  <c:v>630.1</c:v>
                </c:pt>
                <c:pt idx="3602">
                  <c:v>639.95000000000005</c:v>
                </c:pt>
                <c:pt idx="3603">
                  <c:v>632.70000000000005</c:v>
                </c:pt>
                <c:pt idx="3604">
                  <c:v>640.25</c:v>
                </c:pt>
                <c:pt idx="3605">
                  <c:v>625.85</c:v>
                </c:pt>
                <c:pt idx="3606">
                  <c:v>630.1</c:v>
                </c:pt>
                <c:pt idx="3607">
                  <c:v>634.95000000000005</c:v>
                </c:pt>
                <c:pt idx="3608">
                  <c:v>634.75</c:v>
                </c:pt>
                <c:pt idx="3609">
                  <c:v>630.35</c:v>
                </c:pt>
                <c:pt idx="3610">
                  <c:v>618.85</c:v>
                </c:pt>
                <c:pt idx="3611">
                  <c:v>625.75</c:v>
                </c:pt>
                <c:pt idx="3612">
                  <c:v>624.29999999999995</c:v>
                </c:pt>
                <c:pt idx="3613">
                  <c:v>617.65</c:v>
                </c:pt>
                <c:pt idx="3614">
                  <c:v>616.25</c:v>
                </c:pt>
                <c:pt idx="3615">
                  <c:v>625.29999999999995</c:v>
                </c:pt>
                <c:pt idx="3616">
                  <c:v>618.65</c:v>
                </c:pt>
                <c:pt idx="3617">
                  <c:v>616.4</c:v>
                </c:pt>
                <c:pt idx="3618">
                  <c:v>620.35</c:v>
                </c:pt>
                <c:pt idx="3619">
                  <c:v>628.85</c:v>
                </c:pt>
                <c:pt idx="3620">
                  <c:v>631.15</c:v>
                </c:pt>
                <c:pt idx="3621">
                  <c:v>624.1</c:v>
                </c:pt>
                <c:pt idx="3622">
                  <c:v>625.15</c:v>
                </c:pt>
                <c:pt idx="3623">
                  <c:v>627.6</c:v>
                </c:pt>
                <c:pt idx="3624">
                  <c:v>627.35</c:v>
                </c:pt>
                <c:pt idx="3625">
                  <c:v>629.85</c:v>
                </c:pt>
                <c:pt idx="3626">
                  <c:v>631.85</c:v>
                </c:pt>
                <c:pt idx="3627">
                  <c:v>641.85</c:v>
                </c:pt>
                <c:pt idx="3628">
                  <c:v>622.95000000000005</c:v>
                </c:pt>
                <c:pt idx="3629">
                  <c:v>618.9</c:v>
                </c:pt>
                <c:pt idx="3630">
                  <c:v>621.29999999999995</c:v>
                </c:pt>
                <c:pt idx="3631">
                  <c:v>626.85</c:v>
                </c:pt>
                <c:pt idx="3632">
                  <c:v>622.5</c:v>
                </c:pt>
                <c:pt idx="3633">
                  <c:v>627.54999999999995</c:v>
                </c:pt>
                <c:pt idx="3634">
                  <c:v>633.6</c:v>
                </c:pt>
                <c:pt idx="3635">
                  <c:v>634.1</c:v>
                </c:pt>
                <c:pt idx="3636">
                  <c:v>642.9</c:v>
                </c:pt>
                <c:pt idx="3637">
                  <c:v>663.75</c:v>
                </c:pt>
                <c:pt idx="3638">
                  <c:v>686.8</c:v>
                </c:pt>
                <c:pt idx="3639">
                  <c:v>694.65</c:v>
                </c:pt>
                <c:pt idx="3640">
                  <c:v>686.6</c:v>
                </c:pt>
                <c:pt idx="3641">
                  <c:v>693.55</c:v>
                </c:pt>
                <c:pt idx="3642">
                  <c:v>699.65</c:v>
                </c:pt>
                <c:pt idx="3643">
                  <c:v>704.85</c:v>
                </c:pt>
                <c:pt idx="3644">
                  <c:v>707.85</c:v>
                </c:pt>
                <c:pt idx="3645">
                  <c:v>701.95</c:v>
                </c:pt>
                <c:pt idx="3646">
                  <c:v>702.05</c:v>
                </c:pt>
                <c:pt idx="3647">
                  <c:v>697.95</c:v>
                </c:pt>
                <c:pt idx="3648">
                  <c:v>700.9</c:v>
                </c:pt>
                <c:pt idx="3649">
                  <c:v>718.7</c:v>
                </c:pt>
                <c:pt idx="3650">
                  <c:v>714.55</c:v>
                </c:pt>
                <c:pt idx="3651">
                  <c:v>724.8</c:v>
                </c:pt>
                <c:pt idx="3652">
                  <c:v>719.55</c:v>
                </c:pt>
                <c:pt idx="3653">
                  <c:v>711.85</c:v>
                </c:pt>
                <c:pt idx="3654">
                  <c:v>710.35</c:v>
                </c:pt>
                <c:pt idx="3655">
                  <c:v>704.2</c:v>
                </c:pt>
                <c:pt idx="3656">
                  <c:v>716.7</c:v>
                </c:pt>
                <c:pt idx="3657">
                  <c:v>727.35</c:v>
                </c:pt>
                <c:pt idx="3658">
                  <c:v>734.85</c:v>
                </c:pt>
                <c:pt idx="3659">
                  <c:v>742.45</c:v>
                </c:pt>
                <c:pt idx="3660">
                  <c:v>740.4</c:v>
                </c:pt>
                <c:pt idx="3661">
                  <c:v>732.7</c:v>
                </c:pt>
                <c:pt idx="3662">
                  <c:v>732.8</c:v>
                </c:pt>
                <c:pt idx="3663">
                  <c:v>737.1</c:v>
                </c:pt>
                <c:pt idx="3664">
                  <c:v>733.75</c:v>
                </c:pt>
                <c:pt idx="3665">
                  <c:v>745.8</c:v>
                </c:pt>
                <c:pt idx="3666">
                  <c:v>751.9</c:v>
                </c:pt>
                <c:pt idx="3667">
                  <c:v>749.1</c:v>
                </c:pt>
                <c:pt idx="3668">
                  <c:v>755.6</c:v>
                </c:pt>
                <c:pt idx="3669">
                  <c:v>757.5</c:v>
                </c:pt>
                <c:pt idx="3670">
                  <c:v>754.85</c:v>
                </c:pt>
                <c:pt idx="3671">
                  <c:v>756</c:v>
                </c:pt>
                <c:pt idx="3672">
                  <c:v>754.65</c:v>
                </c:pt>
                <c:pt idx="3673">
                  <c:v>749.65</c:v>
                </c:pt>
                <c:pt idx="3674">
                  <c:v>737.25</c:v>
                </c:pt>
                <c:pt idx="3675">
                  <c:v>741.7</c:v>
                </c:pt>
                <c:pt idx="3676">
                  <c:v>742.05</c:v>
                </c:pt>
                <c:pt idx="3677">
                  <c:v>764.1</c:v>
                </c:pt>
                <c:pt idx="3678">
                  <c:v>759.35</c:v>
                </c:pt>
                <c:pt idx="3679">
                  <c:v>751.45</c:v>
                </c:pt>
                <c:pt idx="3680">
                  <c:v>746.5</c:v>
                </c:pt>
                <c:pt idx="3681">
                  <c:v>746</c:v>
                </c:pt>
                <c:pt idx="3682">
                  <c:v>736.15</c:v>
                </c:pt>
                <c:pt idx="3683">
                  <c:v>735.8</c:v>
                </c:pt>
                <c:pt idx="3684">
                  <c:v>734.75</c:v>
                </c:pt>
                <c:pt idx="3685">
                  <c:v>739.1</c:v>
                </c:pt>
                <c:pt idx="3686">
                  <c:v>720.35</c:v>
                </c:pt>
                <c:pt idx="3687">
                  <c:v>720.4</c:v>
                </c:pt>
                <c:pt idx="3688">
                  <c:v>731.25</c:v>
                </c:pt>
                <c:pt idx="3689">
                  <c:v>730.6</c:v>
                </c:pt>
                <c:pt idx="3690">
                  <c:v>726.3</c:v>
                </c:pt>
                <c:pt idx="3691">
                  <c:v>736.55</c:v>
                </c:pt>
                <c:pt idx="3692">
                  <c:v>749.75</c:v>
                </c:pt>
                <c:pt idx="3693">
                  <c:v>757.4</c:v>
                </c:pt>
                <c:pt idx="3694">
                  <c:v>758.95</c:v>
                </c:pt>
                <c:pt idx="3695">
                  <c:v>720.45</c:v>
                </c:pt>
                <c:pt idx="3696">
                  <c:v>717.05</c:v>
                </c:pt>
                <c:pt idx="3697">
                  <c:v>723.95</c:v>
                </c:pt>
                <c:pt idx="3698">
                  <c:v>731.6</c:v>
                </c:pt>
                <c:pt idx="3699">
                  <c:v>738.35</c:v>
                </c:pt>
                <c:pt idx="3700">
                  <c:v>739.85</c:v>
                </c:pt>
                <c:pt idx="3701">
                  <c:v>747.75</c:v>
                </c:pt>
                <c:pt idx="3702">
                  <c:v>761.5</c:v>
                </c:pt>
                <c:pt idx="3703">
                  <c:v>771</c:v>
                </c:pt>
                <c:pt idx="3704">
                  <c:v>772.3</c:v>
                </c:pt>
                <c:pt idx="3705">
                  <c:v>770</c:v>
                </c:pt>
                <c:pt idx="3706">
                  <c:v>764.35</c:v>
                </c:pt>
                <c:pt idx="3707">
                  <c:v>756.15</c:v>
                </c:pt>
                <c:pt idx="3708">
                  <c:v>757.2</c:v>
                </c:pt>
                <c:pt idx="3709">
                  <c:v>751.85</c:v>
                </c:pt>
                <c:pt idx="3710">
                  <c:v>760.2</c:v>
                </c:pt>
                <c:pt idx="3711">
                  <c:v>761.25</c:v>
                </c:pt>
                <c:pt idx="3712">
                  <c:v>753</c:v>
                </c:pt>
                <c:pt idx="3713">
                  <c:v>750.1</c:v>
                </c:pt>
                <c:pt idx="3714">
                  <c:v>765.7</c:v>
                </c:pt>
                <c:pt idx="3715">
                  <c:v>769.75</c:v>
                </c:pt>
                <c:pt idx="3716">
                  <c:v>790.05</c:v>
                </c:pt>
                <c:pt idx="3717">
                  <c:v>786.1</c:v>
                </c:pt>
                <c:pt idx="3718">
                  <c:v>808.65</c:v>
                </c:pt>
                <c:pt idx="3719">
                  <c:v>805.8</c:v>
                </c:pt>
                <c:pt idx="3720">
                  <c:v>819</c:v>
                </c:pt>
                <c:pt idx="3721">
                  <c:v>824.65</c:v>
                </c:pt>
                <c:pt idx="3722">
                  <c:v>820.65</c:v>
                </c:pt>
                <c:pt idx="3723">
                  <c:v>820</c:v>
                </c:pt>
                <c:pt idx="3724">
                  <c:v>812.95</c:v>
                </c:pt>
                <c:pt idx="3725">
                  <c:v>797.8</c:v>
                </c:pt>
                <c:pt idx="3726">
                  <c:v>796.05</c:v>
                </c:pt>
                <c:pt idx="3727">
                  <c:v>797.75</c:v>
                </c:pt>
                <c:pt idx="3728">
                  <c:v>790.1</c:v>
                </c:pt>
                <c:pt idx="3729">
                  <c:v>766.65</c:v>
                </c:pt>
                <c:pt idx="3730">
                  <c:v>766.35</c:v>
                </c:pt>
                <c:pt idx="3731">
                  <c:v>765.95</c:v>
                </c:pt>
                <c:pt idx="3732">
                  <c:v>755.15</c:v>
                </c:pt>
                <c:pt idx="3733">
                  <c:v>767.85</c:v>
                </c:pt>
                <c:pt idx="3734">
                  <c:v>766.1</c:v>
                </c:pt>
                <c:pt idx="3735">
                  <c:v>757</c:v>
                </c:pt>
                <c:pt idx="3736">
                  <c:v>750.35</c:v>
                </c:pt>
                <c:pt idx="3737">
                  <c:v>758.85</c:v>
                </c:pt>
                <c:pt idx="3738">
                  <c:v>759.5</c:v>
                </c:pt>
                <c:pt idx="3739">
                  <c:v>760.1</c:v>
                </c:pt>
                <c:pt idx="3740">
                  <c:v>758.45</c:v>
                </c:pt>
                <c:pt idx="3741">
                  <c:v>755.95</c:v>
                </c:pt>
                <c:pt idx="3742">
                  <c:v>760.3</c:v>
                </c:pt>
                <c:pt idx="3743">
                  <c:v>774.7</c:v>
                </c:pt>
                <c:pt idx="3744">
                  <c:v>801.9</c:v>
                </c:pt>
                <c:pt idx="3745">
                  <c:v>817.05</c:v>
                </c:pt>
                <c:pt idx="3746">
                  <c:v>864.6</c:v>
                </c:pt>
                <c:pt idx="3747">
                  <c:v>896.6</c:v>
                </c:pt>
                <c:pt idx="3748">
                  <c:v>884.55</c:v>
                </c:pt>
                <c:pt idx="3749">
                  <c:v>924.05</c:v>
                </c:pt>
                <c:pt idx="3750">
                  <c:v>921.55</c:v>
                </c:pt>
                <c:pt idx="3751">
                  <c:v>941.05</c:v>
                </c:pt>
                <c:pt idx="3752">
                  <c:v>892.55</c:v>
                </c:pt>
                <c:pt idx="3753">
                  <c:v>895.45</c:v>
                </c:pt>
                <c:pt idx="3754">
                  <c:v>941.95</c:v>
                </c:pt>
                <c:pt idx="3755">
                  <c:v>944.65</c:v>
                </c:pt>
                <c:pt idx="3756">
                  <c:v>965.3</c:v>
                </c:pt>
                <c:pt idx="3757">
                  <c:v>941.95</c:v>
                </c:pt>
                <c:pt idx="3758">
                  <c:v>933.85</c:v>
                </c:pt>
                <c:pt idx="3759">
                  <c:v>941.6</c:v>
                </c:pt>
                <c:pt idx="3760">
                  <c:v>932.55</c:v>
                </c:pt>
                <c:pt idx="3761">
                  <c:v>908</c:v>
                </c:pt>
                <c:pt idx="3762">
                  <c:v>910.85</c:v>
                </c:pt>
                <c:pt idx="3763">
                  <c:v>899.9</c:v>
                </c:pt>
                <c:pt idx="3764">
                  <c:v>909.05</c:v>
                </c:pt>
                <c:pt idx="3765">
                  <c:v>905.75</c:v>
                </c:pt>
                <c:pt idx="3766">
                  <c:v>900.15</c:v>
                </c:pt>
                <c:pt idx="3767">
                  <c:v>887.75</c:v>
                </c:pt>
                <c:pt idx="3768">
                  <c:v>900.3</c:v>
                </c:pt>
                <c:pt idx="3769">
                  <c:v>887.8</c:v>
                </c:pt>
                <c:pt idx="3770">
                  <c:v>892.8</c:v>
                </c:pt>
                <c:pt idx="3771">
                  <c:v>907</c:v>
                </c:pt>
                <c:pt idx="3772">
                  <c:v>912.9</c:v>
                </c:pt>
                <c:pt idx="3773">
                  <c:v>908.15</c:v>
                </c:pt>
                <c:pt idx="3774">
                  <c:v>900.25</c:v>
                </c:pt>
                <c:pt idx="3775">
                  <c:v>886.15</c:v>
                </c:pt>
                <c:pt idx="3776">
                  <c:v>913.7</c:v>
                </c:pt>
                <c:pt idx="3777">
                  <c:v>901.9</c:v>
                </c:pt>
                <c:pt idx="3778">
                  <c:v>886.4</c:v>
                </c:pt>
                <c:pt idx="3779">
                  <c:v>887.15</c:v>
                </c:pt>
                <c:pt idx="3780">
                  <c:v>910.1</c:v>
                </c:pt>
                <c:pt idx="3781">
                  <c:v>935.65</c:v>
                </c:pt>
                <c:pt idx="3782">
                  <c:v>929.7</c:v>
                </c:pt>
                <c:pt idx="3783">
                  <c:v>916.1</c:v>
                </c:pt>
                <c:pt idx="3784">
                  <c:v>939.7</c:v>
                </c:pt>
                <c:pt idx="3785">
                  <c:v>976</c:v>
                </c:pt>
                <c:pt idx="3786">
                  <c:v>957.15</c:v>
                </c:pt>
                <c:pt idx="3787">
                  <c:v>968.9</c:v>
                </c:pt>
                <c:pt idx="3788">
                  <c:v>960.55</c:v>
                </c:pt>
                <c:pt idx="3789">
                  <c:v>941.7</c:v>
                </c:pt>
                <c:pt idx="3790">
                  <c:v>931.75</c:v>
                </c:pt>
                <c:pt idx="3791">
                  <c:v>931.8</c:v>
                </c:pt>
                <c:pt idx="3792">
                  <c:v>922.1</c:v>
                </c:pt>
                <c:pt idx="3793">
                  <c:v>922.65</c:v>
                </c:pt>
                <c:pt idx="3794">
                  <c:v>895.75</c:v>
                </c:pt>
                <c:pt idx="3795">
                  <c:v>902.4</c:v>
                </c:pt>
                <c:pt idx="3796">
                  <c:v>887.2</c:v>
                </c:pt>
                <c:pt idx="3797">
                  <c:v>886.4</c:v>
                </c:pt>
                <c:pt idx="3798">
                  <c:v>865.9</c:v>
                </c:pt>
                <c:pt idx="3799">
                  <c:v>851.3</c:v>
                </c:pt>
                <c:pt idx="3800">
                  <c:v>862.05</c:v>
                </c:pt>
                <c:pt idx="3801">
                  <c:v>873.55</c:v>
                </c:pt>
                <c:pt idx="3802">
                  <c:v>883.5</c:v>
                </c:pt>
                <c:pt idx="3803">
                  <c:v>907.95</c:v>
                </c:pt>
                <c:pt idx="3804">
                  <c:v>913.45</c:v>
                </c:pt>
                <c:pt idx="3805">
                  <c:v>912.55</c:v>
                </c:pt>
                <c:pt idx="3806">
                  <c:v>926.45</c:v>
                </c:pt>
                <c:pt idx="3807">
                  <c:v>933.8</c:v>
                </c:pt>
                <c:pt idx="3808">
                  <c:v>949.15</c:v>
                </c:pt>
                <c:pt idx="3809">
                  <c:v>934.7</c:v>
                </c:pt>
                <c:pt idx="3810">
                  <c:v>933.1</c:v>
                </c:pt>
                <c:pt idx="3811">
                  <c:v>937.65</c:v>
                </c:pt>
                <c:pt idx="3812">
                  <c:v>913.45</c:v>
                </c:pt>
                <c:pt idx="3813">
                  <c:v>873.1</c:v>
                </c:pt>
                <c:pt idx="3814">
                  <c:v>907.15</c:v>
                </c:pt>
                <c:pt idx="3815">
                  <c:v>902.65</c:v>
                </c:pt>
                <c:pt idx="3816">
                  <c:v>889.5</c:v>
                </c:pt>
                <c:pt idx="3817">
                  <c:v>866.65</c:v>
                </c:pt>
                <c:pt idx="3818">
                  <c:v>860.6</c:v>
                </c:pt>
                <c:pt idx="3819">
                  <c:v>857.7</c:v>
                </c:pt>
                <c:pt idx="3820">
                  <c:v>850.35</c:v>
                </c:pt>
                <c:pt idx="3821">
                  <c:v>861.75</c:v>
                </c:pt>
                <c:pt idx="3822">
                  <c:v>879.05</c:v>
                </c:pt>
                <c:pt idx="3823">
                  <c:v>858.2</c:v>
                </c:pt>
                <c:pt idx="3824">
                  <c:v>866.25</c:v>
                </c:pt>
                <c:pt idx="3825">
                  <c:v>895.2</c:v>
                </c:pt>
                <c:pt idx="3826">
                  <c:v>864.7</c:v>
                </c:pt>
                <c:pt idx="3827">
                  <c:v>843.95</c:v>
                </c:pt>
                <c:pt idx="3828">
                  <c:v>841.05</c:v>
                </c:pt>
                <c:pt idx="3829">
                  <c:v>846.45</c:v>
                </c:pt>
                <c:pt idx="3830">
                  <c:v>844.8</c:v>
                </c:pt>
                <c:pt idx="3831">
                  <c:v>852.7</c:v>
                </c:pt>
                <c:pt idx="3832">
                  <c:v>844.75</c:v>
                </c:pt>
                <c:pt idx="3833">
                  <c:v>855.6</c:v>
                </c:pt>
                <c:pt idx="3834">
                  <c:v>864.35</c:v>
                </c:pt>
                <c:pt idx="3835">
                  <c:v>863.75</c:v>
                </c:pt>
                <c:pt idx="3836">
                  <c:v>852.45</c:v>
                </c:pt>
                <c:pt idx="3837">
                  <c:v>855.35</c:v>
                </c:pt>
                <c:pt idx="3838">
                  <c:v>857.7</c:v>
                </c:pt>
                <c:pt idx="3839">
                  <c:v>846.2</c:v>
                </c:pt>
                <c:pt idx="3840">
                  <c:v>859.55</c:v>
                </c:pt>
                <c:pt idx="3841">
                  <c:v>880.8</c:v>
                </c:pt>
                <c:pt idx="3842">
                  <c:v>852.75</c:v>
                </c:pt>
                <c:pt idx="3843">
                  <c:v>831.45</c:v>
                </c:pt>
                <c:pt idx="3844">
                  <c:v>822.65</c:v>
                </c:pt>
                <c:pt idx="3845">
                  <c:v>829.1</c:v>
                </c:pt>
                <c:pt idx="3846">
                  <c:v>812.25</c:v>
                </c:pt>
                <c:pt idx="3847">
                  <c:v>819.75</c:v>
                </c:pt>
                <c:pt idx="3848">
                  <c:v>820.45</c:v>
                </c:pt>
                <c:pt idx="3849">
                  <c:v>816.7</c:v>
                </c:pt>
                <c:pt idx="3850">
                  <c:v>814.5</c:v>
                </c:pt>
                <c:pt idx="3851">
                  <c:v>821.75</c:v>
                </c:pt>
                <c:pt idx="3852">
                  <c:v>834.95</c:v>
                </c:pt>
                <c:pt idx="3853">
                  <c:v>862.05</c:v>
                </c:pt>
                <c:pt idx="3854">
                  <c:v>862.6</c:v>
                </c:pt>
                <c:pt idx="3855">
                  <c:v>857.7</c:v>
                </c:pt>
                <c:pt idx="3856">
                  <c:v>873.45</c:v>
                </c:pt>
                <c:pt idx="3857">
                  <c:v>875.7</c:v>
                </c:pt>
                <c:pt idx="3858">
                  <c:v>896.55</c:v>
                </c:pt>
                <c:pt idx="3859">
                  <c:v>883.25</c:v>
                </c:pt>
                <c:pt idx="3860">
                  <c:v>887.95</c:v>
                </c:pt>
                <c:pt idx="3861">
                  <c:v>900.4</c:v>
                </c:pt>
                <c:pt idx="3862">
                  <c:v>916.7</c:v>
                </c:pt>
                <c:pt idx="3863">
                  <c:v>918.3</c:v>
                </c:pt>
                <c:pt idx="3864">
                  <c:v>923.45</c:v>
                </c:pt>
                <c:pt idx="3865">
                  <c:v>924.5</c:v>
                </c:pt>
                <c:pt idx="3866">
                  <c:v>927.45</c:v>
                </c:pt>
                <c:pt idx="3867">
                  <c:v>924.35</c:v>
                </c:pt>
                <c:pt idx="3868">
                  <c:v>927.65</c:v>
                </c:pt>
                <c:pt idx="3869">
                  <c:v>921.55</c:v>
                </c:pt>
                <c:pt idx="3870">
                  <c:v>900.25</c:v>
                </c:pt>
                <c:pt idx="3871">
                  <c:v>910.7</c:v>
                </c:pt>
                <c:pt idx="3872">
                  <c:v>927.3</c:v>
                </c:pt>
                <c:pt idx="3873">
                  <c:v>929</c:v>
                </c:pt>
                <c:pt idx="3874">
                  <c:v>936.85</c:v>
                </c:pt>
                <c:pt idx="3875">
                  <c:v>924.3</c:v>
                </c:pt>
                <c:pt idx="3876">
                  <c:v>913.1</c:v>
                </c:pt>
                <c:pt idx="3877">
                  <c:v>891.3</c:v>
                </c:pt>
                <c:pt idx="3878">
                  <c:v>920.5</c:v>
                </c:pt>
                <c:pt idx="3879">
                  <c:v>904.25</c:v>
                </c:pt>
                <c:pt idx="3880">
                  <c:v>906.8</c:v>
                </c:pt>
                <c:pt idx="3881">
                  <c:v>900.1</c:v>
                </c:pt>
                <c:pt idx="3882">
                  <c:v>904.75</c:v>
                </c:pt>
                <c:pt idx="3883">
                  <c:v>899.2</c:v>
                </c:pt>
                <c:pt idx="3884">
                  <c:v>920.7</c:v>
                </c:pt>
                <c:pt idx="3885">
                  <c:v>921.65</c:v>
                </c:pt>
                <c:pt idx="3886">
                  <c:v>909.7</c:v>
                </c:pt>
                <c:pt idx="3887">
                  <c:v>908.1</c:v>
                </c:pt>
                <c:pt idx="3888">
                  <c:v>908.6</c:v>
                </c:pt>
                <c:pt idx="3889">
                  <c:v>907.75</c:v>
                </c:pt>
                <c:pt idx="3890">
                  <c:v>904.85</c:v>
                </c:pt>
                <c:pt idx="3891">
                  <c:v>906.15</c:v>
                </c:pt>
                <c:pt idx="3892">
                  <c:v>888.2</c:v>
                </c:pt>
                <c:pt idx="3893">
                  <c:v>866.35</c:v>
                </c:pt>
                <c:pt idx="3894">
                  <c:v>866.55</c:v>
                </c:pt>
                <c:pt idx="3895">
                  <c:v>870.55</c:v>
                </c:pt>
                <c:pt idx="3896">
                  <c:v>872.65</c:v>
                </c:pt>
                <c:pt idx="3897">
                  <c:v>872.85</c:v>
                </c:pt>
                <c:pt idx="3898">
                  <c:v>876.2</c:v>
                </c:pt>
                <c:pt idx="3899">
                  <c:v>872.05</c:v>
                </c:pt>
                <c:pt idx="3900">
                  <c:v>884.15</c:v>
                </c:pt>
                <c:pt idx="3901">
                  <c:v>851.15</c:v>
                </c:pt>
                <c:pt idx="3902">
                  <c:v>865.95</c:v>
                </c:pt>
                <c:pt idx="3903">
                  <c:v>855</c:v>
                </c:pt>
                <c:pt idx="3904">
                  <c:v>857.8</c:v>
                </c:pt>
                <c:pt idx="3905">
                  <c:v>854.5</c:v>
                </c:pt>
                <c:pt idx="3906">
                  <c:v>860.9</c:v>
                </c:pt>
                <c:pt idx="3907">
                  <c:v>853.75</c:v>
                </c:pt>
                <c:pt idx="3908">
                  <c:v>830.6</c:v>
                </c:pt>
                <c:pt idx="3909">
                  <c:v>833.75</c:v>
                </c:pt>
                <c:pt idx="3910">
                  <c:v>830</c:v>
                </c:pt>
                <c:pt idx="3911">
                  <c:v>819.85</c:v>
                </c:pt>
                <c:pt idx="3912">
                  <c:v>801.1</c:v>
                </c:pt>
                <c:pt idx="3913">
                  <c:v>803.05</c:v>
                </c:pt>
                <c:pt idx="3914">
                  <c:v>790.15</c:v>
                </c:pt>
                <c:pt idx="3915">
                  <c:v>795.25</c:v>
                </c:pt>
                <c:pt idx="3916">
                  <c:v>794.75</c:v>
                </c:pt>
                <c:pt idx="3917">
                  <c:v>804.65</c:v>
                </c:pt>
                <c:pt idx="3918">
                  <c:v>806.85</c:v>
                </c:pt>
                <c:pt idx="3919">
                  <c:v>797.85</c:v>
                </c:pt>
                <c:pt idx="3920">
                  <c:v>790.7</c:v>
                </c:pt>
                <c:pt idx="3921">
                  <c:v>785.9</c:v>
                </c:pt>
                <c:pt idx="3922">
                  <c:v>785</c:v>
                </c:pt>
                <c:pt idx="3923">
                  <c:v>781.7</c:v>
                </c:pt>
                <c:pt idx="3924">
                  <c:v>790.65</c:v>
                </c:pt>
                <c:pt idx="3925">
                  <c:v>784.35</c:v>
                </c:pt>
                <c:pt idx="3926">
                  <c:v>814.75</c:v>
                </c:pt>
                <c:pt idx="3927">
                  <c:v>816.4</c:v>
                </c:pt>
                <c:pt idx="3928">
                  <c:v>809.8</c:v>
                </c:pt>
                <c:pt idx="3929">
                  <c:v>829.3</c:v>
                </c:pt>
                <c:pt idx="3930">
                  <c:v>823.55</c:v>
                </c:pt>
                <c:pt idx="3931">
                  <c:v>821.9</c:v>
                </c:pt>
                <c:pt idx="3932">
                  <c:v>818</c:v>
                </c:pt>
                <c:pt idx="3933">
                  <c:v>814.85</c:v>
                </c:pt>
                <c:pt idx="3934">
                  <c:v>812.9</c:v>
                </c:pt>
                <c:pt idx="3935">
                  <c:v>797.2</c:v>
                </c:pt>
                <c:pt idx="3936">
                  <c:v>791.55</c:v>
                </c:pt>
                <c:pt idx="3937">
                  <c:v>784.65</c:v>
                </c:pt>
                <c:pt idx="3938">
                  <c:v>793.9</c:v>
                </c:pt>
                <c:pt idx="3939">
                  <c:v>787.1</c:v>
                </c:pt>
                <c:pt idx="3940">
                  <c:v>790.35</c:v>
                </c:pt>
                <c:pt idx="3941">
                  <c:v>800.2</c:v>
                </c:pt>
                <c:pt idx="3942">
                  <c:v>808.6</c:v>
                </c:pt>
                <c:pt idx="3943">
                  <c:v>812.15</c:v>
                </c:pt>
                <c:pt idx="3944">
                  <c:v>818.5</c:v>
                </c:pt>
                <c:pt idx="3945">
                  <c:v>801.45</c:v>
                </c:pt>
                <c:pt idx="3946">
                  <c:v>800.65</c:v>
                </c:pt>
                <c:pt idx="3947">
                  <c:v>802.75</c:v>
                </c:pt>
                <c:pt idx="3948">
                  <c:v>804.45</c:v>
                </c:pt>
                <c:pt idx="3949">
                  <c:v>801</c:v>
                </c:pt>
                <c:pt idx="3950">
                  <c:v>802.65</c:v>
                </c:pt>
                <c:pt idx="3951">
                  <c:v>799.05</c:v>
                </c:pt>
                <c:pt idx="3952">
                  <c:v>802.6</c:v>
                </c:pt>
                <c:pt idx="3953">
                  <c:v>803.55</c:v>
                </c:pt>
                <c:pt idx="3954">
                  <c:v>807.95</c:v>
                </c:pt>
                <c:pt idx="3955">
                  <c:v>796.7</c:v>
                </c:pt>
                <c:pt idx="3956">
                  <c:v>784.1</c:v>
                </c:pt>
                <c:pt idx="3957">
                  <c:v>798.3</c:v>
                </c:pt>
                <c:pt idx="3958">
                  <c:v>793.5</c:v>
                </c:pt>
                <c:pt idx="3959">
                  <c:v>794.6</c:v>
                </c:pt>
                <c:pt idx="3960">
                  <c:v>798.15</c:v>
                </c:pt>
                <c:pt idx="3961">
                  <c:v>791.2</c:v>
                </c:pt>
                <c:pt idx="3962">
                  <c:v>811.95</c:v>
                </c:pt>
                <c:pt idx="3963">
                  <c:v>812.45</c:v>
                </c:pt>
                <c:pt idx="3964">
                  <c:v>816.2</c:v>
                </c:pt>
                <c:pt idx="3965">
                  <c:v>808.45</c:v>
                </c:pt>
                <c:pt idx="3966">
                  <c:v>833.4</c:v>
                </c:pt>
                <c:pt idx="3967">
                  <c:v>829.9</c:v>
                </c:pt>
                <c:pt idx="3968">
                  <c:v>816.6</c:v>
                </c:pt>
                <c:pt idx="3969">
                  <c:v>814.95</c:v>
                </c:pt>
                <c:pt idx="3970">
                  <c:v>833.5</c:v>
                </c:pt>
                <c:pt idx="3971">
                  <c:v>825.75</c:v>
                </c:pt>
                <c:pt idx="3972">
                  <c:v>820.15</c:v>
                </c:pt>
                <c:pt idx="3973">
                  <c:v>815.9</c:v>
                </c:pt>
                <c:pt idx="3974">
                  <c:v>822.1</c:v>
                </c:pt>
                <c:pt idx="3975">
                  <c:v>839</c:v>
                </c:pt>
                <c:pt idx="3976">
                  <c:v>858.6</c:v>
                </c:pt>
                <c:pt idx="3977">
                  <c:v>855.4</c:v>
                </c:pt>
                <c:pt idx="3978">
                  <c:v>864.25</c:v>
                </c:pt>
                <c:pt idx="3979">
                  <c:v>857.05</c:v>
                </c:pt>
                <c:pt idx="3980">
                  <c:v>851.6</c:v>
                </c:pt>
                <c:pt idx="3981">
                  <c:v>851.45</c:v>
                </c:pt>
                <c:pt idx="3982">
                  <c:v>863.25</c:v>
                </c:pt>
                <c:pt idx="3983">
                  <c:v>864.25</c:v>
                </c:pt>
                <c:pt idx="3984">
                  <c:v>865.85</c:v>
                </c:pt>
                <c:pt idx="3985">
                  <c:v>857.9</c:v>
                </c:pt>
                <c:pt idx="3986">
                  <c:v>857.45</c:v>
                </c:pt>
                <c:pt idx="3987">
                  <c:v>862.75</c:v>
                </c:pt>
                <c:pt idx="3988">
                  <c:v>856.55</c:v>
                </c:pt>
                <c:pt idx="3989">
                  <c:v>859</c:v>
                </c:pt>
                <c:pt idx="3990">
                  <c:v>847.95</c:v>
                </c:pt>
                <c:pt idx="3991">
                  <c:v>843.05</c:v>
                </c:pt>
                <c:pt idx="3992">
                  <c:v>820.25</c:v>
                </c:pt>
                <c:pt idx="3993">
                  <c:v>809.85</c:v>
                </c:pt>
                <c:pt idx="3994">
                  <c:v>811.75</c:v>
                </c:pt>
                <c:pt idx="3995">
                  <c:v>819.7</c:v>
                </c:pt>
                <c:pt idx="3996">
                  <c:v>832.75</c:v>
                </c:pt>
                <c:pt idx="3997">
                  <c:v>827.25</c:v>
                </c:pt>
                <c:pt idx="3998">
                  <c:v>804.25</c:v>
                </c:pt>
                <c:pt idx="3999">
                  <c:v>809.95</c:v>
                </c:pt>
                <c:pt idx="4000">
                  <c:v>810.45</c:v>
                </c:pt>
                <c:pt idx="4001">
                  <c:v>795.05</c:v>
                </c:pt>
                <c:pt idx="4002">
                  <c:v>775.6</c:v>
                </c:pt>
                <c:pt idx="4003">
                  <c:v>771.5</c:v>
                </c:pt>
                <c:pt idx="4004">
                  <c:v>783.3</c:v>
                </c:pt>
                <c:pt idx="4005">
                  <c:v>767.9</c:v>
                </c:pt>
                <c:pt idx="4006">
                  <c:v>791.75</c:v>
                </c:pt>
                <c:pt idx="4007">
                  <c:v>816.9</c:v>
                </c:pt>
                <c:pt idx="4008">
                  <c:v>800.95</c:v>
                </c:pt>
                <c:pt idx="4009">
                  <c:v>800.1</c:v>
                </c:pt>
                <c:pt idx="4010">
                  <c:v>821.6</c:v>
                </c:pt>
                <c:pt idx="4011">
                  <c:v>834.8</c:v>
                </c:pt>
                <c:pt idx="4012">
                  <c:v>844.95</c:v>
                </c:pt>
                <c:pt idx="4013">
                  <c:v>828.9</c:v>
                </c:pt>
                <c:pt idx="4014">
                  <c:v>826.35</c:v>
                </c:pt>
                <c:pt idx="4015">
                  <c:v>824.55</c:v>
                </c:pt>
                <c:pt idx="4016">
                  <c:v>802.6</c:v>
                </c:pt>
                <c:pt idx="4017">
                  <c:v>812.6</c:v>
                </c:pt>
                <c:pt idx="4018">
                  <c:v>804.7</c:v>
                </c:pt>
                <c:pt idx="4019">
                  <c:v>803.2</c:v>
                </c:pt>
                <c:pt idx="4020">
                  <c:v>812.55</c:v>
                </c:pt>
                <c:pt idx="4021">
                  <c:v>827.4</c:v>
                </c:pt>
                <c:pt idx="4022">
                  <c:v>827.6</c:v>
                </c:pt>
                <c:pt idx="4023">
                  <c:v>861.65</c:v>
                </c:pt>
                <c:pt idx="4024">
                  <c:v>836.85</c:v>
                </c:pt>
                <c:pt idx="4025">
                  <c:v>836.75</c:v>
                </c:pt>
                <c:pt idx="4026">
                  <c:v>842.8</c:v>
                </c:pt>
                <c:pt idx="4027">
                  <c:v>849.9</c:v>
                </c:pt>
                <c:pt idx="4028">
                  <c:v>830.4</c:v>
                </c:pt>
                <c:pt idx="4029">
                  <c:v>824.15</c:v>
                </c:pt>
                <c:pt idx="4030">
                  <c:v>849.25</c:v>
                </c:pt>
                <c:pt idx="4031">
                  <c:v>848.9</c:v>
                </c:pt>
                <c:pt idx="4032">
                  <c:v>848.75</c:v>
                </c:pt>
                <c:pt idx="4033">
                  <c:v>826.25</c:v>
                </c:pt>
                <c:pt idx="4034">
                  <c:v>839.65</c:v>
                </c:pt>
                <c:pt idx="4035">
                  <c:v>837.55</c:v>
                </c:pt>
                <c:pt idx="4036">
                  <c:v>851.6</c:v>
                </c:pt>
                <c:pt idx="4037">
                  <c:v>857.15</c:v>
                </c:pt>
                <c:pt idx="4038">
                  <c:v>840.8</c:v>
                </c:pt>
                <c:pt idx="4039">
                  <c:v>844.15</c:v>
                </c:pt>
                <c:pt idx="4040">
                  <c:v>849.65</c:v>
                </c:pt>
                <c:pt idx="4041">
                  <c:v>848.35</c:v>
                </c:pt>
                <c:pt idx="4042">
                  <c:v>879.65</c:v>
                </c:pt>
                <c:pt idx="4043">
                  <c:v>870.15</c:v>
                </c:pt>
                <c:pt idx="4044">
                  <c:v>873.6</c:v>
                </c:pt>
                <c:pt idx="4045">
                  <c:v>863.65</c:v>
                </c:pt>
                <c:pt idx="4046">
                  <c:v>861.15</c:v>
                </c:pt>
                <c:pt idx="4047">
                  <c:v>861.65</c:v>
                </c:pt>
                <c:pt idx="4048">
                  <c:v>869.5</c:v>
                </c:pt>
                <c:pt idx="4049">
                  <c:v>867.8</c:v>
                </c:pt>
                <c:pt idx="4050">
                  <c:v>872.2</c:v>
                </c:pt>
                <c:pt idx="4051">
                  <c:v>868.5</c:v>
                </c:pt>
                <c:pt idx="4052">
                  <c:v>871.7</c:v>
                </c:pt>
                <c:pt idx="4053">
                  <c:v>860</c:v>
                </c:pt>
                <c:pt idx="4054">
                  <c:v>850.4</c:v>
                </c:pt>
                <c:pt idx="4055">
                  <c:v>864.3</c:v>
                </c:pt>
                <c:pt idx="4056">
                  <c:v>872.5</c:v>
                </c:pt>
                <c:pt idx="4057">
                  <c:v>897.7</c:v>
                </c:pt>
                <c:pt idx="4058">
                  <c:v>899.15</c:v>
                </c:pt>
                <c:pt idx="4059">
                  <c:v>904.1</c:v>
                </c:pt>
                <c:pt idx="4060">
                  <c:v>904.05</c:v>
                </c:pt>
                <c:pt idx="4061">
                  <c:v>884.2</c:v>
                </c:pt>
                <c:pt idx="4062">
                  <c:v>884.15</c:v>
                </c:pt>
                <c:pt idx="4063">
                  <c:v>885.75</c:v>
                </c:pt>
                <c:pt idx="4064">
                  <c:v>892.2</c:v>
                </c:pt>
                <c:pt idx="4065">
                  <c:v>876.25</c:v>
                </c:pt>
                <c:pt idx="4066">
                  <c:v>867.9</c:v>
                </c:pt>
                <c:pt idx="4067">
                  <c:v>863.95</c:v>
                </c:pt>
                <c:pt idx="4068">
                  <c:v>851</c:v>
                </c:pt>
                <c:pt idx="4069">
                  <c:v>853.4</c:v>
                </c:pt>
                <c:pt idx="4070">
                  <c:v>850.15</c:v>
                </c:pt>
                <c:pt idx="4071">
                  <c:v>853.4</c:v>
                </c:pt>
                <c:pt idx="4072">
                  <c:v>845.5</c:v>
                </c:pt>
                <c:pt idx="4073">
                  <c:v>862.45</c:v>
                </c:pt>
                <c:pt idx="4074">
                  <c:v>862.55</c:v>
                </c:pt>
                <c:pt idx="4075">
                  <c:v>853</c:v>
                </c:pt>
                <c:pt idx="4076">
                  <c:v>831.8</c:v>
                </c:pt>
                <c:pt idx="4077">
                  <c:v>846.25</c:v>
                </c:pt>
                <c:pt idx="4078">
                  <c:v>834.05</c:v>
                </c:pt>
                <c:pt idx="4079">
                  <c:v>825.5</c:v>
                </c:pt>
                <c:pt idx="4080">
                  <c:v>815.1</c:v>
                </c:pt>
                <c:pt idx="4081">
                  <c:v>812.4</c:v>
                </c:pt>
                <c:pt idx="4082">
                  <c:v>819.6</c:v>
                </c:pt>
                <c:pt idx="4083">
                  <c:v>823.1</c:v>
                </c:pt>
                <c:pt idx="4084">
                  <c:v>840.1</c:v>
                </c:pt>
                <c:pt idx="4085">
                  <c:v>850.35</c:v>
                </c:pt>
                <c:pt idx="4086">
                  <c:v>861.2</c:v>
                </c:pt>
                <c:pt idx="4087">
                  <c:v>854.35</c:v>
                </c:pt>
                <c:pt idx="4088">
                  <c:v>848.2</c:v>
                </c:pt>
                <c:pt idx="4089">
                  <c:v>855.15</c:v>
                </c:pt>
                <c:pt idx="4090">
                  <c:v>868.2</c:v>
                </c:pt>
                <c:pt idx="4091">
                  <c:v>884.85</c:v>
                </c:pt>
                <c:pt idx="4092">
                  <c:v>879.35</c:v>
                </c:pt>
                <c:pt idx="4093">
                  <c:v>897.05</c:v>
                </c:pt>
                <c:pt idx="4094">
                  <c:v>897.2</c:v>
                </c:pt>
                <c:pt idx="4095">
                  <c:v>876.45</c:v>
                </c:pt>
                <c:pt idx="4096">
                  <c:v>874.65</c:v>
                </c:pt>
                <c:pt idx="4097">
                  <c:v>874.2</c:v>
                </c:pt>
                <c:pt idx="4098">
                  <c:v>865.7</c:v>
                </c:pt>
                <c:pt idx="4099">
                  <c:v>874.65</c:v>
                </c:pt>
                <c:pt idx="4100">
                  <c:v>879.45</c:v>
                </c:pt>
                <c:pt idx="4101">
                  <c:v>881.35</c:v>
                </c:pt>
                <c:pt idx="4102">
                  <c:v>879.4</c:v>
                </c:pt>
                <c:pt idx="4103">
                  <c:v>870.25</c:v>
                </c:pt>
                <c:pt idx="4104">
                  <c:v>859.25</c:v>
                </c:pt>
                <c:pt idx="4105">
                  <c:v>869.35</c:v>
                </c:pt>
                <c:pt idx="4106">
                  <c:v>859.1</c:v>
                </c:pt>
                <c:pt idx="4107">
                  <c:v>858.85</c:v>
                </c:pt>
                <c:pt idx="4108">
                  <c:v>887.75</c:v>
                </c:pt>
                <c:pt idx="4109">
                  <c:v>883.8</c:v>
                </c:pt>
                <c:pt idx="4110">
                  <c:v>898.55</c:v>
                </c:pt>
                <c:pt idx="4111">
                  <c:v>897.6</c:v>
                </c:pt>
                <c:pt idx="4112">
                  <c:v>893.05</c:v>
                </c:pt>
                <c:pt idx="4113">
                  <c:v>890.2</c:v>
                </c:pt>
                <c:pt idx="4114">
                  <c:v>918.3</c:v>
                </c:pt>
                <c:pt idx="4115">
                  <c:v>920.7</c:v>
                </c:pt>
                <c:pt idx="4116">
                  <c:v>929.4</c:v>
                </c:pt>
                <c:pt idx="4117">
                  <c:v>925.3</c:v>
                </c:pt>
                <c:pt idx="4118">
                  <c:v>927.45</c:v>
                </c:pt>
                <c:pt idx="4119">
                  <c:v>932.95</c:v>
                </c:pt>
                <c:pt idx="4120">
                  <c:v>941.5</c:v>
                </c:pt>
                <c:pt idx="4121">
                  <c:v>921.95</c:v>
                </c:pt>
                <c:pt idx="4122">
                  <c:v>895.15</c:v>
                </c:pt>
                <c:pt idx="4123">
                  <c:v>906.9</c:v>
                </c:pt>
                <c:pt idx="4124">
                  <c:v>910.05</c:v>
                </c:pt>
                <c:pt idx="4125">
                  <c:v>903.2</c:v>
                </c:pt>
                <c:pt idx="4126">
                  <c:v>906.95</c:v>
                </c:pt>
                <c:pt idx="4127">
                  <c:v>902.7</c:v>
                </c:pt>
                <c:pt idx="4128">
                  <c:v>903.85</c:v>
                </c:pt>
                <c:pt idx="4129">
                  <c:v>909.4</c:v>
                </c:pt>
                <c:pt idx="4130">
                  <c:v>922.55</c:v>
                </c:pt>
                <c:pt idx="4131">
                  <c:v>925</c:v>
                </c:pt>
                <c:pt idx="4132">
                  <c:v>927.4</c:v>
                </c:pt>
                <c:pt idx="4133">
                  <c:v>913.8</c:v>
                </c:pt>
                <c:pt idx="4134">
                  <c:v>918.05</c:v>
                </c:pt>
                <c:pt idx="4135">
                  <c:v>925.5</c:v>
                </c:pt>
                <c:pt idx="4136">
                  <c:v>929.5</c:v>
                </c:pt>
                <c:pt idx="4137">
                  <c:v>934.25</c:v>
                </c:pt>
                <c:pt idx="4138">
                  <c:v>924.95</c:v>
                </c:pt>
                <c:pt idx="4139">
                  <c:v>935.65</c:v>
                </c:pt>
                <c:pt idx="4140">
                  <c:v>935</c:v>
                </c:pt>
                <c:pt idx="4141">
                  <c:v>926.2</c:v>
                </c:pt>
                <c:pt idx="4142">
                  <c:v>913.2</c:v>
                </c:pt>
                <c:pt idx="4143">
                  <c:v>906.9</c:v>
                </c:pt>
                <c:pt idx="4144">
                  <c:v>910.65</c:v>
                </c:pt>
                <c:pt idx="4145">
                  <c:v>930.05</c:v>
                </c:pt>
                <c:pt idx="4146">
                  <c:v>921.7</c:v>
                </c:pt>
                <c:pt idx="4147">
                  <c:v>919.4</c:v>
                </c:pt>
                <c:pt idx="4148">
                  <c:v>910.8</c:v>
                </c:pt>
                <c:pt idx="4149">
                  <c:v>904.5</c:v>
                </c:pt>
                <c:pt idx="4150">
                  <c:v>905.2</c:v>
                </c:pt>
                <c:pt idx="4151">
                  <c:v>924.8</c:v>
                </c:pt>
                <c:pt idx="4152">
                  <c:v>917.05</c:v>
                </c:pt>
                <c:pt idx="4153">
                  <c:v>925.8</c:v>
                </c:pt>
                <c:pt idx="4154">
                  <c:v>920.75</c:v>
                </c:pt>
                <c:pt idx="4155">
                  <c:v>937.85</c:v>
                </c:pt>
                <c:pt idx="4156">
                  <c:v>933</c:v>
                </c:pt>
                <c:pt idx="4157">
                  <c:v>951.55</c:v>
                </c:pt>
                <c:pt idx="4158">
                  <c:v>929.95</c:v>
                </c:pt>
                <c:pt idx="4159">
                  <c:v>918.45</c:v>
                </c:pt>
                <c:pt idx="4160">
                  <c:v>908.45</c:v>
                </c:pt>
                <c:pt idx="4161">
                  <c:v>914</c:v>
                </c:pt>
                <c:pt idx="4162">
                  <c:v>911.7</c:v>
                </c:pt>
                <c:pt idx="4163">
                  <c:v>911.95</c:v>
                </c:pt>
                <c:pt idx="4164">
                  <c:v>902.9</c:v>
                </c:pt>
                <c:pt idx="4165">
                  <c:v>913.05</c:v>
                </c:pt>
                <c:pt idx="4166">
                  <c:v>910.15</c:v>
                </c:pt>
                <c:pt idx="4167">
                  <c:v>910.55</c:v>
                </c:pt>
                <c:pt idx="4168">
                  <c:v>892.6</c:v>
                </c:pt>
                <c:pt idx="4169">
                  <c:v>897.3</c:v>
                </c:pt>
                <c:pt idx="4170">
                  <c:v>887.15</c:v>
                </c:pt>
                <c:pt idx="4171">
                  <c:v>878.3</c:v>
                </c:pt>
                <c:pt idx="4172">
                  <c:v>867.85</c:v>
                </c:pt>
                <c:pt idx="4173">
                  <c:v>868.75</c:v>
                </c:pt>
                <c:pt idx="4174">
                  <c:v>860.4</c:v>
                </c:pt>
                <c:pt idx="4175">
                  <c:v>870.95</c:v>
                </c:pt>
                <c:pt idx="4176">
                  <c:v>884.45</c:v>
                </c:pt>
                <c:pt idx="4177">
                  <c:v>877.25</c:v>
                </c:pt>
                <c:pt idx="4178">
                  <c:v>876.15</c:v>
                </c:pt>
                <c:pt idx="4179">
                  <c:v>862.05</c:v>
                </c:pt>
                <c:pt idx="4180">
                  <c:v>842.25</c:v>
                </c:pt>
                <c:pt idx="4181">
                  <c:v>849.25</c:v>
                </c:pt>
                <c:pt idx="4182">
                  <c:v>855.6</c:v>
                </c:pt>
                <c:pt idx="4183">
                  <c:v>846</c:v>
                </c:pt>
                <c:pt idx="4184">
                  <c:v>840.3</c:v>
                </c:pt>
                <c:pt idx="4185">
                  <c:v>851.2</c:v>
                </c:pt>
                <c:pt idx="4186">
                  <c:v>848.35</c:v>
                </c:pt>
                <c:pt idx="4187">
                  <c:v>832.35</c:v>
                </c:pt>
                <c:pt idx="4188">
                  <c:v>842.85</c:v>
                </c:pt>
                <c:pt idx="4189">
                  <c:v>840.3</c:v>
                </c:pt>
                <c:pt idx="4190">
                  <c:v>836.5</c:v>
                </c:pt>
                <c:pt idx="4191">
                  <c:v>839.15</c:v>
                </c:pt>
                <c:pt idx="4192">
                  <c:v>835.25</c:v>
                </c:pt>
                <c:pt idx="4193">
                  <c:v>841.1</c:v>
                </c:pt>
                <c:pt idx="4194">
                  <c:v>839.4</c:v>
                </c:pt>
                <c:pt idx="4195">
                  <c:v>848</c:v>
                </c:pt>
                <c:pt idx="4196">
                  <c:v>837.65</c:v>
                </c:pt>
                <c:pt idx="4197">
                  <c:v>844.6</c:v>
                </c:pt>
                <c:pt idx="4198">
                  <c:v>828.3</c:v>
                </c:pt>
                <c:pt idx="4199">
                  <c:v>818.55</c:v>
                </c:pt>
                <c:pt idx="4200">
                  <c:v>801.75</c:v>
                </c:pt>
                <c:pt idx="4201">
                  <c:v>805.45</c:v>
                </c:pt>
                <c:pt idx="4202">
                  <c:v>808.75</c:v>
                </c:pt>
                <c:pt idx="4203">
                  <c:v>811.65</c:v>
                </c:pt>
                <c:pt idx="4204">
                  <c:v>802.85</c:v>
                </c:pt>
                <c:pt idx="4205">
                  <c:v>797.75</c:v>
                </c:pt>
                <c:pt idx="4206">
                  <c:v>819.9</c:v>
                </c:pt>
                <c:pt idx="4207">
                  <c:v>831.7</c:v>
                </c:pt>
                <c:pt idx="4208">
                  <c:v>825.3</c:v>
                </c:pt>
                <c:pt idx="4209">
                  <c:v>833.6</c:v>
                </c:pt>
                <c:pt idx="4210">
                  <c:v>837.85</c:v>
                </c:pt>
                <c:pt idx="4211">
                  <c:v>832.7</c:v>
                </c:pt>
                <c:pt idx="4212">
                  <c:v>844</c:v>
                </c:pt>
                <c:pt idx="4213">
                  <c:v>848.1</c:v>
                </c:pt>
                <c:pt idx="4214">
                  <c:v>831.45</c:v>
                </c:pt>
                <c:pt idx="4215">
                  <c:v>844.9</c:v>
                </c:pt>
                <c:pt idx="4216">
                  <c:v>836</c:v>
                </c:pt>
                <c:pt idx="4217">
                  <c:v>833.7</c:v>
                </c:pt>
                <c:pt idx="4218">
                  <c:v>843</c:v>
                </c:pt>
                <c:pt idx="4219">
                  <c:v>845.05</c:v>
                </c:pt>
                <c:pt idx="4220">
                  <c:v>832.6</c:v>
                </c:pt>
                <c:pt idx="4221">
                  <c:v>831.15</c:v>
                </c:pt>
                <c:pt idx="4222">
                  <c:v>821.8</c:v>
                </c:pt>
                <c:pt idx="4223">
                  <c:v>816.05</c:v>
                </c:pt>
                <c:pt idx="4224">
                  <c:v>816.95</c:v>
                </c:pt>
                <c:pt idx="4225">
                  <c:v>809.75</c:v>
                </c:pt>
                <c:pt idx="4226">
                  <c:v>801.4</c:v>
                </c:pt>
                <c:pt idx="4227">
                  <c:v>796.8</c:v>
                </c:pt>
                <c:pt idx="4228">
                  <c:v>787.05</c:v>
                </c:pt>
                <c:pt idx="4229">
                  <c:v>789.5</c:v>
                </c:pt>
                <c:pt idx="4230">
                  <c:v>801.8</c:v>
                </c:pt>
                <c:pt idx="4231">
                  <c:v>806.75</c:v>
                </c:pt>
                <c:pt idx="4232">
                  <c:v>810.3</c:v>
                </c:pt>
                <c:pt idx="4233">
                  <c:v>818.5</c:v>
                </c:pt>
                <c:pt idx="4234">
                  <c:v>826.35</c:v>
                </c:pt>
                <c:pt idx="4235">
                  <c:v>825.35</c:v>
                </c:pt>
                <c:pt idx="4236">
                  <c:v>829.85</c:v>
                </c:pt>
                <c:pt idx="4237">
                  <c:v>821.6</c:v>
                </c:pt>
                <c:pt idx="4238">
                  <c:v>833.15</c:v>
                </c:pt>
                <c:pt idx="4239">
                  <c:v>833.75</c:v>
                </c:pt>
                <c:pt idx="4240">
                  <c:v>831.05</c:v>
                </c:pt>
                <c:pt idx="4241">
                  <c:v>830.55</c:v>
                </c:pt>
                <c:pt idx="4242">
                  <c:v>841.5</c:v>
                </c:pt>
                <c:pt idx="4243">
                  <c:v>825.9</c:v>
                </c:pt>
                <c:pt idx="4244">
                  <c:v>827.95</c:v>
                </c:pt>
                <c:pt idx="4245">
                  <c:v>827.5</c:v>
                </c:pt>
                <c:pt idx="4246">
                  <c:v>840.65</c:v>
                </c:pt>
                <c:pt idx="4247">
                  <c:v>864.95</c:v>
                </c:pt>
                <c:pt idx="4248">
                  <c:v>860.3</c:v>
                </c:pt>
                <c:pt idx="4249">
                  <c:v>860.45</c:v>
                </c:pt>
                <c:pt idx="4250">
                  <c:v>862.4</c:v>
                </c:pt>
                <c:pt idx="4251">
                  <c:v>860.35</c:v>
                </c:pt>
                <c:pt idx="4252">
                  <c:v>869.2</c:v>
                </c:pt>
                <c:pt idx="4253">
                  <c:v>855.95</c:v>
                </c:pt>
                <c:pt idx="4254">
                  <c:v>853.55</c:v>
                </c:pt>
                <c:pt idx="4255">
                  <c:v>855.4</c:v>
                </c:pt>
                <c:pt idx="4256">
                  <c:v>854.05</c:v>
                </c:pt>
                <c:pt idx="4257">
                  <c:v>845.3</c:v>
                </c:pt>
                <c:pt idx="4258">
                  <c:v>849.75</c:v>
                </c:pt>
                <c:pt idx="4259">
                  <c:v>860.55</c:v>
                </c:pt>
                <c:pt idx="4260">
                  <c:v>855.25</c:v>
                </c:pt>
                <c:pt idx="4261">
                  <c:v>852.95</c:v>
                </c:pt>
                <c:pt idx="4262">
                  <c:v>850.75</c:v>
                </c:pt>
                <c:pt idx="4263">
                  <c:v>850.9</c:v>
                </c:pt>
                <c:pt idx="4264">
                  <c:v>862.3</c:v>
                </c:pt>
                <c:pt idx="4265">
                  <c:v>848.15</c:v>
                </c:pt>
                <c:pt idx="4266">
                  <c:v>850.05</c:v>
                </c:pt>
                <c:pt idx="4267">
                  <c:v>846.1</c:v>
                </c:pt>
                <c:pt idx="4268">
                  <c:v>841.25</c:v>
                </c:pt>
                <c:pt idx="4269">
                  <c:v>854.45</c:v>
                </c:pt>
                <c:pt idx="4270">
                  <c:v>862.75</c:v>
                </c:pt>
                <c:pt idx="4271">
                  <c:v>864.15</c:v>
                </c:pt>
                <c:pt idx="4272">
                  <c:v>858.25</c:v>
                </c:pt>
                <c:pt idx="4273">
                  <c:v>866.45</c:v>
                </c:pt>
                <c:pt idx="4274">
                  <c:v>865.9</c:v>
                </c:pt>
                <c:pt idx="4275">
                  <c:v>875.5</c:v>
                </c:pt>
                <c:pt idx="4276">
                  <c:v>877.5</c:v>
                </c:pt>
                <c:pt idx="4277">
                  <c:v>877.15</c:v>
                </c:pt>
                <c:pt idx="4278">
                  <c:v>873.1</c:v>
                </c:pt>
                <c:pt idx="4279">
                  <c:v>872.05</c:v>
                </c:pt>
                <c:pt idx="4280">
                  <c:v>871.3</c:v>
                </c:pt>
                <c:pt idx="4281">
                  <c:v>870.3</c:v>
                </c:pt>
                <c:pt idx="4282">
                  <c:v>875.2</c:v>
                </c:pt>
                <c:pt idx="4283">
                  <c:v>913.75</c:v>
                </c:pt>
                <c:pt idx="4284">
                  <c:v>900.5</c:v>
                </c:pt>
                <c:pt idx="4285">
                  <c:v>906.2</c:v>
                </c:pt>
                <c:pt idx="4286">
                  <c:v>902.55</c:v>
                </c:pt>
                <c:pt idx="4287">
                  <c:v>898.45</c:v>
                </c:pt>
                <c:pt idx="4288">
                  <c:v>903.45</c:v>
                </c:pt>
                <c:pt idx="4289">
                  <c:v>904.95</c:v>
                </c:pt>
                <c:pt idx="4290">
                  <c:v>902</c:v>
                </c:pt>
                <c:pt idx="4291">
                  <c:v>900.2</c:v>
                </c:pt>
                <c:pt idx="4292">
                  <c:v>898.8</c:v>
                </c:pt>
                <c:pt idx="4293">
                  <c:v>903.1</c:v>
                </c:pt>
                <c:pt idx="4294">
                  <c:v>912.55</c:v>
                </c:pt>
                <c:pt idx="4295">
                  <c:v>919.2</c:v>
                </c:pt>
                <c:pt idx="4296">
                  <c:v>911.75</c:v>
                </c:pt>
                <c:pt idx="4297">
                  <c:v>920.65</c:v>
                </c:pt>
                <c:pt idx="4298">
                  <c:v>935.35</c:v>
                </c:pt>
                <c:pt idx="4299">
                  <c:v>934.65</c:v>
                </c:pt>
                <c:pt idx="4300">
                  <c:v>924.5</c:v>
                </c:pt>
                <c:pt idx="4301">
                  <c:v>925.95</c:v>
                </c:pt>
                <c:pt idx="4302">
                  <c:v>923.7</c:v>
                </c:pt>
                <c:pt idx="4303">
                  <c:v>923.75</c:v>
                </c:pt>
                <c:pt idx="4304">
                  <c:v>923.85</c:v>
                </c:pt>
                <c:pt idx="4305">
                  <c:v>914.05</c:v>
                </c:pt>
                <c:pt idx="4306">
                  <c:v>912.75</c:v>
                </c:pt>
                <c:pt idx="4307">
                  <c:v>908.55</c:v>
                </c:pt>
                <c:pt idx="4308">
                  <c:v>915.7</c:v>
                </c:pt>
                <c:pt idx="4309">
                  <c:v>906.4</c:v>
                </c:pt>
                <c:pt idx="4310">
                  <c:v>904.55</c:v>
                </c:pt>
                <c:pt idx="4311">
                  <c:v>924</c:v>
                </c:pt>
                <c:pt idx="4312">
                  <c:v>941.35</c:v>
                </c:pt>
                <c:pt idx="4313">
                  <c:v>947.3</c:v>
                </c:pt>
                <c:pt idx="4314">
                  <c:v>934.95</c:v>
                </c:pt>
                <c:pt idx="4315">
                  <c:v>928.1</c:v>
                </c:pt>
                <c:pt idx="4316">
                  <c:v>934</c:v>
                </c:pt>
                <c:pt idx="4317">
                  <c:v>956.7</c:v>
                </c:pt>
                <c:pt idx="4318">
                  <c:v>953.9</c:v>
                </c:pt>
                <c:pt idx="4319">
                  <c:v>954.85</c:v>
                </c:pt>
                <c:pt idx="4320">
                  <c:v>952.05</c:v>
                </c:pt>
                <c:pt idx="4321">
                  <c:v>996.35</c:v>
                </c:pt>
                <c:pt idx="4322">
                  <c:v>978.75</c:v>
                </c:pt>
                <c:pt idx="4323">
                  <c:v>980.2</c:v>
                </c:pt>
                <c:pt idx="4324">
                  <c:v>983.25</c:v>
                </c:pt>
                <c:pt idx="4325">
                  <c:v>1000.4</c:v>
                </c:pt>
                <c:pt idx="4326">
                  <c:v>1009.4</c:v>
                </c:pt>
                <c:pt idx="4327">
                  <c:v>990.25</c:v>
                </c:pt>
                <c:pt idx="4328">
                  <c:v>1008</c:v>
                </c:pt>
                <c:pt idx="4329">
                  <c:v>1018.6</c:v>
                </c:pt>
                <c:pt idx="4330">
                  <c:v>1024.8</c:v>
                </c:pt>
                <c:pt idx="4331">
                  <c:v>1038.05</c:v>
                </c:pt>
                <c:pt idx="4332">
                  <c:v>1043.45</c:v>
                </c:pt>
                <c:pt idx="4333">
                  <c:v>1040.95</c:v>
                </c:pt>
                <c:pt idx="4334">
                  <c:v>1072.25</c:v>
                </c:pt>
                <c:pt idx="4335">
                  <c:v>1072.5999999999999</c:v>
                </c:pt>
                <c:pt idx="4336">
                  <c:v>1067</c:v>
                </c:pt>
                <c:pt idx="4337">
                  <c:v>1095.3499999999999</c:v>
                </c:pt>
                <c:pt idx="4338">
                  <c:v>1086.4000000000001</c:v>
                </c:pt>
                <c:pt idx="4339">
                  <c:v>1097.75</c:v>
                </c:pt>
                <c:pt idx="4340">
                  <c:v>1091.55</c:v>
                </c:pt>
                <c:pt idx="4341">
                  <c:v>1106.3499999999999</c:v>
                </c:pt>
                <c:pt idx="4342">
                  <c:v>1093.5</c:v>
                </c:pt>
                <c:pt idx="4343">
                  <c:v>1095.3499999999999</c:v>
                </c:pt>
                <c:pt idx="4344">
                  <c:v>1099.6500000000001</c:v>
                </c:pt>
                <c:pt idx="4345">
                  <c:v>1102.75</c:v>
                </c:pt>
                <c:pt idx="4346">
                  <c:v>1113.7</c:v>
                </c:pt>
                <c:pt idx="4347">
                  <c:v>1104</c:v>
                </c:pt>
                <c:pt idx="4348">
                  <c:v>1091.8</c:v>
                </c:pt>
                <c:pt idx="4349">
                  <c:v>1095.6500000000001</c:v>
                </c:pt>
                <c:pt idx="4350">
                  <c:v>1093.05</c:v>
                </c:pt>
                <c:pt idx="4351">
                  <c:v>1123.45</c:v>
                </c:pt>
                <c:pt idx="4352">
                  <c:v>1094.05</c:v>
                </c:pt>
                <c:pt idx="4353">
                  <c:v>1097.9000000000001</c:v>
                </c:pt>
                <c:pt idx="4354">
                  <c:v>1092.0999999999999</c:v>
                </c:pt>
                <c:pt idx="4355">
                  <c:v>1090</c:v>
                </c:pt>
                <c:pt idx="4356">
                  <c:v>1088.0999999999999</c:v>
                </c:pt>
                <c:pt idx="4357">
                  <c:v>1079.5999999999999</c:v>
                </c:pt>
                <c:pt idx="4358">
                  <c:v>1097.75</c:v>
                </c:pt>
                <c:pt idx="4359">
                  <c:v>1088.0999999999999</c:v>
                </c:pt>
                <c:pt idx="4360">
                  <c:v>1096.7</c:v>
                </c:pt>
                <c:pt idx="4361">
                  <c:v>1092.5</c:v>
                </c:pt>
                <c:pt idx="4362">
                  <c:v>1097.7</c:v>
                </c:pt>
                <c:pt idx="4363">
                  <c:v>1096.25</c:v>
                </c:pt>
                <c:pt idx="4364">
                  <c:v>1106.45</c:v>
                </c:pt>
                <c:pt idx="4365">
                  <c:v>1131.6500000000001</c:v>
                </c:pt>
                <c:pt idx="4366">
                  <c:v>1134.7</c:v>
                </c:pt>
                <c:pt idx="4367">
                  <c:v>1139.3</c:v>
                </c:pt>
                <c:pt idx="4368">
                  <c:v>1152.95</c:v>
                </c:pt>
                <c:pt idx="4369">
                  <c:v>1157.8499999999999</c:v>
                </c:pt>
                <c:pt idx="4370">
                  <c:v>1154.3499999999999</c:v>
                </c:pt>
                <c:pt idx="4371">
                  <c:v>1152.9000000000001</c:v>
                </c:pt>
                <c:pt idx="4372">
                  <c:v>1158.6500000000001</c:v>
                </c:pt>
                <c:pt idx="4373">
                  <c:v>1159.3499999999999</c:v>
                </c:pt>
                <c:pt idx="4374">
                  <c:v>1149.5999999999999</c:v>
                </c:pt>
                <c:pt idx="4375">
                  <c:v>1164.55</c:v>
                </c:pt>
                <c:pt idx="4376">
                  <c:v>1171.9000000000001</c:v>
                </c:pt>
                <c:pt idx="4377">
                  <c:v>1153.8499999999999</c:v>
                </c:pt>
                <c:pt idx="4378">
                  <c:v>1155.75</c:v>
                </c:pt>
                <c:pt idx="4379">
                  <c:v>1173.95</c:v>
                </c:pt>
                <c:pt idx="4380">
                  <c:v>1168.75</c:v>
                </c:pt>
                <c:pt idx="4381">
                  <c:v>1169.9000000000001</c:v>
                </c:pt>
                <c:pt idx="4382">
                  <c:v>1192.0999999999999</c:v>
                </c:pt>
                <c:pt idx="4383">
                  <c:v>1186.3</c:v>
                </c:pt>
                <c:pt idx="4384">
                  <c:v>1191</c:v>
                </c:pt>
                <c:pt idx="4385">
                  <c:v>1185.3499999999999</c:v>
                </c:pt>
                <c:pt idx="4386">
                  <c:v>1170.7</c:v>
                </c:pt>
                <c:pt idx="4387">
                  <c:v>1152.8</c:v>
                </c:pt>
                <c:pt idx="4388">
                  <c:v>1155.7</c:v>
                </c:pt>
                <c:pt idx="4389">
                  <c:v>1186.3499999999999</c:v>
                </c:pt>
                <c:pt idx="4390">
                  <c:v>1177.3</c:v>
                </c:pt>
                <c:pt idx="4391">
                  <c:v>1202.2</c:v>
                </c:pt>
                <c:pt idx="4392">
                  <c:v>1191.45</c:v>
                </c:pt>
                <c:pt idx="4393">
                  <c:v>1199.5999999999999</c:v>
                </c:pt>
                <c:pt idx="4394">
                  <c:v>1188.1500000000001</c:v>
                </c:pt>
                <c:pt idx="4395">
                  <c:v>1179.7</c:v>
                </c:pt>
                <c:pt idx="4396">
                  <c:v>1199.7</c:v>
                </c:pt>
                <c:pt idx="4397">
                  <c:v>1190.45</c:v>
                </c:pt>
                <c:pt idx="4398">
                  <c:v>1204.3</c:v>
                </c:pt>
                <c:pt idx="4399">
                  <c:v>1219.75</c:v>
                </c:pt>
                <c:pt idx="4400">
                  <c:v>1216.1500000000001</c:v>
                </c:pt>
                <c:pt idx="4401">
                  <c:v>1197.1500000000001</c:v>
                </c:pt>
                <c:pt idx="4402">
                  <c:v>1205.2</c:v>
                </c:pt>
                <c:pt idx="4403">
                  <c:v>1206.4000000000001</c:v>
                </c:pt>
                <c:pt idx="4404">
                  <c:v>1208.75</c:v>
                </c:pt>
                <c:pt idx="4405">
                  <c:v>1207.55</c:v>
                </c:pt>
                <c:pt idx="4406">
                  <c:v>1219.9000000000001</c:v>
                </c:pt>
                <c:pt idx="4407">
                  <c:v>1249.8</c:v>
                </c:pt>
                <c:pt idx="4408">
                  <c:v>1250.95</c:v>
                </c:pt>
                <c:pt idx="4409">
                  <c:v>1247.8499999999999</c:v>
                </c:pt>
                <c:pt idx="4410">
                  <c:v>1246</c:v>
                </c:pt>
                <c:pt idx="4411">
                  <c:v>1280.05</c:v>
                </c:pt>
                <c:pt idx="4412">
                  <c:v>1279.3</c:v>
                </c:pt>
                <c:pt idx="4413">
                  <c:v>1259.3499999999999</c:v>
                </c:pt>
                <c:pt idx="4414">
                  <c:v>1256.7</c:v>
                </c:pt>
                <c:pt idx="4415">
                  <c:v>1239.2</c:v>
                </c:pt>
                <c:pt idx="4416">
                  <c:v>1247.1500000000001</c:v>
                </c:pt>
                <c:pt idx="4417">
                  <c:v>1217.3499999999999</c:v>
                </c:pt>
                <c:pt idx="4418">
                  <c:v>1205.9000000000001</c:v>
                </c:pt>
                <c:pt idx="4419">
                  <c:v>1202.8</c:v>
                </c:pt>
                <c:pt idx="4420">
                  <c:v>1173.9000000000001</c:v>
                </c:pt>
                <c:pt idx="4421">
                  <c:v>1186.3499999999999</c:v>
                </c:pt>
                <c:pt idx="4422">
                  <c:v>1197.5</c:v>
                </c:pt>
                <c:pt idx="4423">
                  <c:v>1187.6500000000001</c:v>
                </c:pt>
                <c:pt idx="4424">
                  <c:v>1207.3</c:v>
                </c:pt>
                <c:pt idx="4425">
                  <c:v>1220.25</c:v>
                </c:pt>
                <c:pt idx="4426">
                  <c:v>1209.2</c:v>
                </c:pt>
                <c:pt idx="4427">
                  <c:v>1218.05</c:v>
                </c:pt>
                <c:pt idx="4428">
                  <c:v>1241</c:v>
                </c:pt>
                <c:pt idx="4429">
                  <c:v>1248.5999999999999</c:v>
                </c:pt>
                <c:pt idx="4430">
                  <c:v>1281.3</c:v>
                </c:pt>
                <c:pt idx="4431">
                  <c:v>1282.1500000000001</c:v>
                </c:pt>
                <c:pt idx="4432">
                  <c:v>1263.95</c:v>
                </c:pt>
                <c:pt idx="4433">
                  <c:v>1257.7</c:v>
                </c:pt>
                <c:pt idx="4434">
                  <c:v>1249.95</c:v>
                </c:pt>
                <c:pt idx="4435">
                  <c:v>1270.05</c:v>
                </c:pt>
                <c:pt idx="4436">
                  <c:v>1272.45</c:v>
                </c:pt>
                <c:pt idx="4437">
                  <c:v>1273.7</c:v>
                </c:pt>
                <c:pt idx="4438">
                  <c:v>1260.1500000000001</c:v>
                </c:pt>
                <c:pt idx="4439">
                  <c:v>1234.2</c:v>
                </c:pt>
                <c:pt idx="4440">
                  <c:v>1237.45</c:v>
                </c:pt>
                <c:pt idx="4441">
                  <c:v>1258</c:v>
                </c:pt>
                <c:pt idx="4442">
                  <c:v>1241.5</c:v>
                </c:pt>
                <c:pt idx="4443">
                  <c:v>1239.5</c:v>
                </c:pt>
                <c:pt idx="4444">
                  <c:v>1240.5999999999999</c:v>
                </c:pt>
                <c:pt idx="4445">
                  <c:v>1234.2</c:v>
                </c:pt>
                <c:pt idx="4446">
                  <c:v>1235.3</c:v>
                </c:pt>
                <c:pt idx="4447">
                  <c:v>1252.9000000000001</c:v>
                </c:pt>
                <c:pt idx="4448">
                  <c:v>1290.6500000000001</c:v>
                </c:pt>
                <c:pt idx="4449">
                  <c:v>1279.5</c:v>
                </c:pt>
                <c:pt idx="4450">
                  <c:v>1283.9000000000001</c:v>
                </c:pt>
                <c:pt idx="4451">
                  <c:v>1265</c:v>
                </c:pt>
                <c:pt idx="4452">
                  <c:v>1276.5</c:v>
                </c:pt>
                <c:pt idx="4453">
                  <c:v>1278.1500000000001</c:v>
                </c:pt>
                <c:pt idx="4454">
                  <c:v>1274.5</c:v>
                </c:pt>
                <c:pt idx="4455">
                  <c:v>1277.3499999999999</c:v>
                </c:pt>
                <c:pt idx="4456">
                  <c:v>1270.45</c:v>
                </c:pt>
                <c:pt idx="4457">
                  <c:v>1267.5</c:v>
                </c:pt>
                <c:pt idx="4458">
                  <c:v>1265.95</c:v>
                </c:pt>
                <c:pt idx="4459">
                  <c:v>1260.3</c:v>
                </c:pt>
                <c:pt idx="4460">
                  <c:v>1267.8499999999999</c:v>
                </c:pt>
                <c:pt idx="4461">
                  <c:v>1276.1500000000001</c:v>
                </c:pt>
                <c:pt idx="4462">
                  <c:v>1272.45</c:v>
                </c:pt>
                <c:pt idx="4463">
                  <c:v>1250.5</c:v>
                </c:pt>
                <c:pt idx="4464">
                  <c:v>1268.5999999999999</c:v>
                </c:pt>
                <c:pt idx="4465">
                  <c:v>1261</c:v>
                </c:pt>
                <c:pt idx="4466">
                  <c:v>1275.5999999999999</c:v>
                </c:pt>
                <c:pt idx="4467">
                  <c:v>1291.95</c:v>
                </c:pt>
                <c:pt idx="4468">
                  <c:v>1326.65</c:v>
                </c:pt>
                <c:pt idx="4469">
                  <c:v>1324.05</c:v>
                </c:pt>
                <c:pt idx="4470">
                  <c:v>1314.65</c:v>
                </c:pt>
                <c:pt idx="4471">
                  <c:v>1315.05</c:v>
                </c:pt>
                <c:pt idx="4472">
                  <c:v>1321.6</c:v>
                </c:pt>
                <c:pt idx="4473">
                  <c:v>1324.55</c:v>
                </c:pt>
                <c:pt idx="4474">
                  <c:v>1331.75</c:v>
                </c:pt>
                <c:pt idx="4475">
                  <c:v>1349.7</c:v>
                </c:pt>
                <c:pt idx="4476">
                  <c:v>1362.65</c:v>
                </c:pt>
                <c:pt idx="4477">
                  <c:v>1348.45</c:v>
                </c:pt>
                <c:pt idx="4478">
                  <c:v>1356.5</c:v>
                </c:pt>
                <c:pt idx="4479">
                  <c:v>1348.1</c:v>
                </c:pt>
                <c:pt idx="4480">
                  <c:v>1352.45</c:v>
                </c:pt>
                <c:pt idx="4481">
                  <c:v>1354.5</c:v>
                </c:pt>
                <c:pt idx="4482">
                  <c:v>1367.85</c:v>
                </c:pt>
                <c:pt idx="4483">
                  <c:v>1344.5</c:v>
                </c:pt>
                <c:pt idx="4484">
                  <c:v>1338.6</c:v>
                </c:pt>
                <c:pt idx="4485">
                  <c:v>1350.35</c:v>
                </c:pt>
                <c:pt idx="4486">
                  <c:v>1352.25</c:v>
                </c:pt>
                <c:pt idx="4487">
                  <c:v>1356.55</c:v>
                </c:pt>
                <c:pt idx="4488">
                  <c:v>1368.4</c:v>
                </c:pt>
                <c:pt idx="4489">
                  <c:v>1361.3</c:v>
                </c:pt>
                <c:pt idx="4490">
                  <c:v>1365.8</c:v>
                </c:pt>
                <c:pt idx="4491">
                  <c:v>1378.65</c:v>
                </c:pt>
                <c:pt idx="4492">
                  <c:v>1374</c:v>
                </c:pt>
                <c:pt idx="4493">
                  <c:v>1367.2</c:v>
                </c:pt>
                <c:pt idx="4494">
                  <c:v>1382</c:v>
                </c:pt>
                <c:pt idx="4495">
                  <c:v>1371.2</c:v>
                </c:pt>
                <c:pt idx="4496">
                  <c:v>1356.95</c:v>
                </c:pt>
                <c:pt idx="4497">
                  <c:v>1362.45</c:v>
                </c:pt>
                <c:pt idx="4498">
                  <c:v>1355.1</c:v>
                </c:pt>
                <c:pt idx="4499">
                  <c:v>1368.35</c:v>
                </c:pt>
                <c:pt idx="4500">
                  <c:v>1365.9</c:v>
                </c:pt>
                <c:pt idx="4501">
                  <c:v>1372.75</c:v>
                </c:pt>
                <c:pt idx="4502">
                  <c:v>1397.3</c:v>
                </c:pt>
                <c:pt idx="4503">
                  <c:v>1400.25</c:v>
                </c:pt>
                <c:pt idx="4504">
                  <c:v>1369.35</c:v>
                </c:pt>
                <c:pt idx="4505">
                  <c:v>1371.25</c:v>
                </c:pt>
                <c:pt idx="4506">
                  <c:v>1372.2</c:v>
                </c:pt>
                <c:pt idx="4507">
                  <c:v>1355.75</c:v>
                </c:pt>
                <c:pt idx="4508">
                  <c:v>1325.35</c:v>
                </c:pt>
                <c:pt idx="4509">
                  <c:v>1312.65</c:v>
                </c:pt>
                <c:pt idx="4510">
                  <c:v>1329.55</c:v>
                </c:pt>
                <c:pt idx="4511">
                  <c:v>1333.05</c:v>
                </c:pt>
                <c:pt idx="4512">
                  <c:v>1344.45</c:v>
                </c:pt>
                <c:pt idx="4513">
                  <c:v>1349.4</c:v>
                </c:pt>
                <c:pt idx="4514">
                  <c:v>1358.15</c:v>
                </c:pt>
                <c:pt idx="4515">
                  <c:v>1352.1</c:v>
                </c:pt>
                <c:pt idx="4516">
                  <c:v>1335.9</c:v>
                </c:pt>
                <c:pt idx="4517">
                  <c:v>1331.8</c:v>
                </c:pt>
                <c:pt idx="4518">
                  <c:v>1330.6</c:v>
                </c:pt>
                <c:pt idx="4519">
                  <c:v>1326.45</c:v>
                </c:pt>
                <c:pt idx="4520">
                  <c:v>1323.15</c:v>
                </c:pt>
                <c:pt idx="4521">
                  <c:v>1333.3</c:v>
                </c:pt>
                <c:pt idx="4522">
                  <c:v>1346.35</c:v>
                </c:pt>
                <c:pt idx="4523">
                  <c:v>1317.75</c:v>
                </c:pt>
                <c:pt idx="4524">
                  <c:v>1324.25</c:v>
                </c:pt>
                <c:pt idx="4525">
                  <c:v>1299.75</c:v>
                </c:pt>
                <c:pt idx="4526">
                  <c:v>1293.2</c:v>
                </c:pt>
                <c:pt idx="4527">
                  <c:v>1293.8499999999999</c:v>
                </c:pt>
                <c:pt idx="4528">
                  <c:v>1293.1500000000001</c:v>
                </c:pt>
                <c:pt idx="4529">
                  <c:v>1300.75</c:v>
                </c:pt>
                <c:pt idx="4530">
                  <c:v>1324.2</c:v>
                </c:pt>
                <c:pt idx="4531">
                  <c:v>1320.55</c:v>
                </c:pt>
                <c:pt idx="4532">
                  <c:v>1316.9</c:v>
                </c:pt>
                <c:pt idx="4533">
                  <c:v>1299.95</c:v>
                </c:pt>
                <c:pt idx="4534">
                  <c:v>1299.1500000000001</c:v>
                </c:pt>
                <c:pt idx="4535">
                  <c:v>1309.4000000000001</c:v>
                </c:pt>
                <c:pt idx="4536">
                  <c:v>1313.25</c:v>
                </c:pt>
                <c:pt idx="4537">
                  <c:v>1315.6</c:v>
                </c:pt>
                <c:pt idx="4538">
                  <c:v>1311.85</c:v>
                </c:pt>
                <c:pt idx="4539">
                  <c:v>1301.6500000000001</c:v>
                </c:pt>
                <c:pt idx="4540">
                  <c:v>1324.3</c:v>
                </c:pt>
                <c:pt idx="4541">
                  <c:v>1332.8</c:v>
                </c:pt>
                <c:pt idx="4542">
                  <c:v>1333.35</c:v>
                </c:pt>
                <c:pt idx="4543">
                  <c:v>1351.3</c:v>
                </c:pt>
                <c:pt idx="4544">
                  <c:v>1348.4</c:v>
                </c:pt>
                <c:pt idx="4545">
                  <c:v>1357.45</c:v>
                </c:pt>
                <c:pt idx="4546">
                  <c:v>1382.2</c:v>
                </c:pt>
                <c:pt idx="4547">
                  <c:v>1374.8</c:v>
                </c:pt>
                <c:pt idx="4548">
                  <c:v>1391.6</c:v>
                </c:pt>
                <c:pt idx="4549">
                  <c:v>1391.5</c:v>
                </c:pt>
                <c:pt idx="4550">
                  <c:v>1409.15</c:v>
                </c:pt>
                <c:pt idx="4551">
                  <c:v>1412.75</c:v>
                </c:pt>
                <c:pt idx="4552">
                  <c:v>1410.55</c:v>
                </c:pt>
                <c:pt idx="4553">
                  <c:v>1419.5</c:v>
                </c:pt>
                <c:pt idx="4554">
                  <c:v>1445.55</c:v>
                </c:pt>
                <c:pt idx="4555">
                  <c:v>1450.5</c:v>
                </c:pt>
                <c:pt idx="4556">
                  <c:v>1454.2</c:v>
                </c:pt>
                <c:pt idx="4557">
                  <c:v>1467.8</c:v>
                </c:pt>
                <c:pt idx="4558">
                  <c:v>1452.75</c:v>
                </c:pt>
                <c:pt idx="4559">
                  <c:v>1459.65</c:v>
                </c:pt>
                <c:pt idx="4560">
                  <c:v>1459.2</c:v>
                </c:pt>
                <c:pt idx="4561">
                  <c:v>1491.25</c:v>
                </c:pt>
                <c:pt idx="4562">
                  <c:v>1473.95</c:v>
                </c:pt>
                <c:pt idx="4563">
                  <c:v>1508.9</c:v>
                </c:pt>
                <c:pt idx="4564">
                  <c:v>1471.95</c:v>
                </c:pt>
                <c:pt idx="4565">
                  <c:v>1452.2</c:v>
                </c:pt>
                <c:pt idx="4566">
                  <c:v>1464.2</c:v>
                </c:pt>
                <c:pt idx="4567">
                  <c:v>1497.9</c:v>
                </c:pt>
                <c:pt idx="4568">
                  <c:v>1496.05</c:v>
                </c:pt>
                <c:pt idx="4569">
                  <c:v>1496</c:v>
                </c:pt>
                <c:pt idx="4570">
                  <c:v>1486.5</c:v>
                </c:pt>
                <c:pt idx="4571">
                  <c:v>1504.1</c:v>
                </c:pt>
                <c:pt idx="4572">
                  <c:v>1503.55</c:v>
                </c:pt>
                <c:pt idx="4573">
                  <c:v>1515.5</c:v>
                </c:pt>
                <c:pt idx="4574">
                  <c:v>1574.1</c:v>
                </c:pt>
                <c:pt idx="4575">
                  <c:v>1569.8</c:v>
                </c:pt>
                <c:pt idx="4576">
                  <c:v>1605.8</c:v>
                </c:pt>
                <c:pt idx="4577">
                  <c:v>1578.65</c:v>
                </c:pt>
                <c:pt idx="4578">
                  <c:v>1574.3</c:v>
                </c:pt>
                <c:pt idx="4579">
                  <c:v>1568.1</c:v>
                </c:pt>
                <c:pt idx="4580">
                  <c:v>1561.1</c:v>
                </c:pt>
                <c:pt idx="4581">
                  <c:v>1575.75</c:v>
                </c:pt>
                <c:pt idx="4582">
                  <c:v>1582.85</c:v>
                </c:pt>
                <c:pt idx="4583">
                  <c:v>1572.7</c:v>
                </c:pt>
                <c:pt idx="4584">
                  <c:v>1585.8</c:v>
                </c:pt>
                <c:pt idx="4585">
                  <c:v>1611.45</c:v>
                </c:pt>
                <c:pt idx="4586">
                  <c:v>1588.85</c:v>
                </c:pt>
                <c:pt idx="4587">
                  <c:v>1563.2</c:v>
                </c:pt>
                <c:pt idx="4588">
                  <c:v>1562.8</c:v>
                </c:pt>
                <c:pt idx="4589">
                  <c:v>1571.15</c:v>
                </c:pt>
                <c:pt idx="4590">
                  <c:v>1603.05</c:v>
                </c:pt>
                <c:pt idx="4591">
                  <c:v>1595.6</c:v>
                </c:pt>
                <c:pt idx="4592">
                  <c:v>1601.4</c:v>
                </c:pt>
                <c:pt idx="4593">
                  <c:v>1638.45</c:v>
                </c:pt>
                <c:pt idx="4594">
                  <c:v>1621.2</c:v>
                </c:pt>
                <c:pt idx="4595">
                  <c:v>1609.6</c:v>
                </c:pt>
                <c:pt idx="4596">
                  <c:v>1621.3</c:v>
                </c:pt>
                <c:pt idx="4597">
                  <c:v>1608.55</c:v>
                </c:pt>
                <c:pt idx="4598">
                  <c:v>1601</c:v>
                </c:pt>
                <c:pt idx="4599">
                  <c:v>1602.4</c:v>
                </c:pt>
                <c:pt idx="4600">
                  <c:v>1593.45</c:v>
                </c:pt>
                <c:pt idx="4601">
                  <c:v>1608.1</c:v>
                </c:pt>
                <c:pt idx="4602">
                  <c:v>1615.15</c:v>
                </c:pt>
                <c:pt idx="4603">
                  <c:v>1621.75</c:v>
                </c:pt>
                <c:pt idx="4604">
                  <c:v>1609.3</c:v>
                </c:pt>
                <c:pt idx="4605">
                  <c:v>1602.75</c:v>
                </c:pt>
                <c:pt idx="4606">
                  <c:v>1641.15</c:v>
                </c:pt>
                <c:pt idx="4607">
                  <c:v>1643.45</c:v>
                </c:pt>
                <c:pt idx="4608">
                  <c:v>1643.5</c:v>
                </c:pt>
                <c:pt idx="4609">
                  <c:v>1676</c:v>
                </c:pt>
                <c:pt idx="4610">
                  <c:v>1688</c:v>
                </c:pt>
                <c:pt idx="4611">
                  <c:v>1678.3</c:v>
                </c:pt>
                <c:pt idx="4612">
                  <c:v>1691.9</c:v>
                </c:pt>
                <c:pt idx="4613">
                  <c:v>1687</c:v>
                </c:pt>
                <c:pt idx="4614">
                  <c:v>1718.15</c:v>
                </c:pt>
                <c:pt idx="4615">
                  <c:v>1742.35</c:v>
                </c:pt>
                <c:pt idx="4616">
                  <c:v>1742.65</c:v>
                </c:pt>
                <c:pt idx="4617">
                  <c:v>1751.25</c:v>
                </c:pt>
                <c:pt idx="4618">
                  <c:v>1681.7</c:v>
                </c:pt>
                <c:pt idx="4619">
                  <c:v>1643.75</c:v>
                </c:pt>
                <c:pt idx="4620">
                  <c:v>1647.45</c:v>
                </c:pt>
                <c:pt idx="4621">
                  <c:v>1655.85</c:v>
                </c:pt>
                <c:pt idx="4622">
                  <c:v>1689.65</c:v>
                </c:pt>
                <c:pt idx="4623">
                  <c:v>1667.9</c:v>
                </c:pt>
                <c:pt idx="4624">
                  <c:v>1652.95</c:v>
                </c:pt>
                <c:pt idx="4625">
                  <c:v>1669.95</c:v>
                </c:pt>
                <c:pt idx="4626">
                  <c:v>1659</c:v>
                </c:pt>
                <c:pt idx="4627">
                  <c:v>1688.7</c:v>
                </c:pt>
                <c:pt idx="4628">
                  <c:v>1731.65</c:v>
                </c:pt>
                <c:pt idx="4629">
                  <c:v>1734.3</c:v>
                </c:pt>
                <c:pt idx="4630">
                  <c:v>1748.5</c:v>
                </c:pt>
                <c:pt idx="4631">
                  <c:v>1763</c:v>
                </c:pt>
                <c:pt idx="4632">
                  <c:v>1730.3</c:v>
                </c:pt>
                <c:pt idx="4633">
                  <c:v>1730.05</c:v>
                </c:pt>
                <c:pt idx="4634">
                  <c:v>1757.15</c:v>
                </c:pt>
                <c:pt idx="4635">
                  <c:v>1754.2</c:v>
                </c:pt>
                <c:pt idx="4636">
                  <c:v>1752.7</c:v>
                </c:pt>
                <c:pt idx="4637">
                  <c:v>1728.85</c:v>
                </c:pt>
                <c:pt idx="4638">
                  <c:v>1744.25</c:v>
                </c:pt>
                <c:pt idx="4639">
                  <c:v>1737.4</c:v>
                </c:pt>
                <c:pt idx="4640">
                  <c:v>1784.75</c:v>
                </c:pt>
                <c:pt idx="4641">
                  <c:v>1777</c:v>
                </c:pt>
                <c:pt idx="4642">
                  <c:v>1752.5</c:v>
                </c:pt>
                <c:pt idx="4643">
                  <c:v>1772.8</c:v>
                </c:pt>
                <c:pt idx="4644">
                  <c:v>1780.95</c:v>
                </c:pt>
                <c:pt idx="4645">
                  <c:v>1792.3</c:v>
                </c:pt>
                <c:pt idx="4646">
                  <c:v>1771.2</c:v>
                </c:pt>
                <c:pt idx="4647">
                  <c:v>1755.85</c:v>
                </c:pt>
                <c:pt idx="4648">
                  <c:v>1772.85</c:v>
                </c:pt>
                <c:pt idx="4649">
                  <c:v>1780.1</c:v>
                </c:pt>
                <c:pt idx="4650">
                  <c:v>1699.1</c:v>
                </c:pt>
                <c:pt idx="4651">
                  <c:v>1651.2</c:v>
                </c:pt>
                <c:pt idx="4652">
                  <c:v>1611.7</c:v>
                </c:pt>
                <c:pt idx="4653">
                  <c:v>1608.6</c:v>
                </c:pt>
                <c:pt idx="4654">
                  <c:v>1638.75</c:v>
                </c:pt>
                <c:pt idx="4655">
                  <c:v>1610.3</c:v>
                </c:pt>
                <c:pt idx="4656">
                  <c:v>1590.65</c:v>
                </c:pt>
                <c:pt idx="4657">
                  <c:v>1626.85</c:v>
                </c:pt>
                <c:pt idx="4658">
                  <c:v>1629.3</c:v>
                </c:pt>
                <c:pt idx="4659">
                  <c:v>1605.45</c:v>
                </c:pt>
                <c:pt idx="4660">
                  <c:v>1664.95</c:v>
                </c:pt>
                <c:pt idx="4661">
                  <c:v>1647.1</c:v>
                </c:pt>
                <c:pt idx="4662">
                  <c:v>1621.3</c:v>
                </c:pt>
                <c:pt idx="4663">
                  <c:v>1590.45</c:v>
                </c:pt>
                <c:pt idx="4664">
                  <c:v>1630.85</c:v>
                </c:pt>
                <c:pt idx="4665">
                  <c:v>1610.75</c:v>
                </c:pt>
                <c:pt idx="4666">
                  <c:v>1620.1</c:v>
                </c:pt>
                <c:pt idx="4667">
                  <c:v>1608.4</c:v>
                </c:pt>
                <c:pt idx="4668">
                  <c:v>1642.3</c:v>
                </c:pt>
                <c:pt idx="4669">
                  <c:v>1618.85</c:v>
                </c:pt>
                <c:pt idx="4670">
                  <c:v>1573.95</c:v>
                </c:pt>
                <c:pt idx="4671">
                  <c:v>1558.55</c:v>
                </c:pt>
                <c:pt idx="4672">
                  <c:v>1559.35</c:v>
                </c:pt>
                <c:pt idx="4673">
                  <c:v>1512.45</c:v>
                </c:pt>
                <c:pt idx="4674">
                  <c:v>1527.65</c:v>
                </c:pt>
                <c:pt idx="4675">
                  <c:v>1526.1</c:v>
                </c:pt>
                <c:pt idx="4676">
                  <c:v>1569.6</c:v>
                </c:pt>
                <c:pt idx="4677">
                  <c:v>1526.3</c:v>
                </c:pt>
                <c:pt idx="4678">
                  <c:v>1546.2</c:v>
                </c:pt>
                <c:pt idx="4679">
                  <c:v>1562</c:v>
                </c:pt>
                <c:pt idx="4680">
                  <c:v>1578.4</c:v>
                </c:pt>
                <c:pt idx="4681">
                  <c:v>1584.9</c:v>
                </c:pt>
                <c:pt idx="4682">
                  <c:v>1552.05</c:v>
                </c:pt>
                <c:pt idx="4683">
                  <c:v>1585.95</c:v>
                </c:pt>
                <c:pt idx="4684">
                  <c:v>1571.55</c:v>
                </c:pt>
                <c:pt idx="4685">
                  <c:v>1558.25</c:v>
                </c:pt>
                <c:pt idx="4686">
                  <c:v>1552.9</c:v>
                </c:pt>
                <c:pt idx="4687">
                  <c:v>1593.05</c:v>
                </c:pt>
                <c:pt idx="4688">
                  <c:v>1621.7</c:v>
                </c:pt>
                <c:pt idx="4689">
                  <c:v>1607.65</c:v>
                </c:pt>
                <c:pt idx="4690">
                  <c:v>1638.45</c:v>
                </c:pt>
                <c:pt idx="4691">
                  <c:v>1640.05</c:v>
                </c:pt>
                <c:pt idx="4692">
                  <c:v>1631.95</c:v>
                </c:pt>
                <c:pt idx="4693">
                  <c:v>1643.85</c:v>
                </c:pt>
                <c:pt idx="4694">
                  <c:v>1672.6</c:v>
                </c:pt>
                <c:pt idx="4695">
                  <c:v>1654.3</c:v>
                </c:pt>
                <c:pt idx="4696">
                  <c:v>1671.1</c:v>
                </c:pt>
                <c:pt idx="4697">
                  <c:v>1715.5</c:v>
                </c:pt>
                <c:pt idx="4698">
                  <c:v>1706.05</c:v>
                </c:pt>
                <c:pt idx="4699">
                  <c:v>1689.1</c:v>
                </c:pt>
                <c:pt idx="4700">
                  <c:v>1701.4</c:v>
                </c:pt>
                <c:pt idx="4701">
                  <c:v>1694</c:v>
                </c:pt>
                <c:pt idx="4702">
                  <c:v>1689.95</c:v>
                </c:pt>
                <c:pt idx="4703">
                  <c:v>1675.1</c:v>
                </c:pt>
                <c:pt idx="4704">
                  <c:v>1744</c:v>
                </c:pt>
                <c:pt idx="4705">
                  <c:v>1733.3</c:v>
                </c:pt>
                <c:pt idx="4706">
                  <c:v>1732.2</c:v>
                </c:pt>
                <c:pt idx="4707">
                  <c:v>1768.5</c:v>
                </c:pt>
                <c:pt idx="4708">
                  <c:v>1754</c:v>
                </c:pt>
                <c:pt idx="4709">
                  <c:v>1825.6</c:v>
                </c:pt>
                <c:pt idx="4710">
                  <c:v>1807.65</c:v>
                </c:pt>
                <c:pt idx="4711">
                  <c:v>1848.1</c:v>
                </c:pt>
                <c:pt idx="4712">
                  <c:v>1801.5</c:v>
                </c:pt>
                <c:pt idx="4713">
                  <c:v>1824.3</c:v>
                </c:pt>
                <c:pt idx="4714">
                  <c:v>1795.8</c:v>
                </c:pt>
                <c:pt idx="4715">
                  <c:v>1794.9</c:v>
                </c:pt>
                <c:pt idx="4716">
                  <c:v>1839.1</c:v>
                </c:pt>
                <c:pt idx="4717">
                  <c:v>1855.55</c:v>
                </c:pt>
                <c:pt idx="4718">
                  <c:v>1860.55</c:v>
                </c:pt>
                <c:pt idx="4719">
                  <c:v>1850.7</c:v>
                </c:pt>
                <c:pt idx="4720">
                  <c:v>1840.75</c:v>
                </c:pt>
                <c:pt idx="4721">
                  <c:v>1844.8</c:v>
                </c:pt>
                <c:pt idx="4722">
                  <c:v>1834.25</c:v>
                </c:pt>
                <c:pt idx="4723">
                  <c:v>1803.5</c:v>
                </c:pt>
                <c:pt idx="4724">
                  <c:v>1784.65</c:v>
                </c:pt>
                <c:pt idx="4725">
                  <c:v>1791.6</c:v>
                </c:pt>
                <c:pt idx="4726">
                  <c:v>1814.9</c:v>
                </c:pt>
                <c:pt idx="4727">
                  <c:v>1822.05</c:v>
                </c:pt>
                <c:pt idx="4728">
                  <c:v>1819.65</c:v>
                </c:pt>
                <c:pt idx="4729">
                  <c:v>1801.1</c:v>
                </c:pt>
                <c:pt idx="4730">
                  <c:v>1784.6</c:v>
                </c:pt>
                <c:pt idx="4731">
                  <c:v>1788.4</c:v>
                </c:pt>
                <c:pt idx="4732">
                  <c:v>1781.7</c:v>
                </c:pt>
                <c:pt idx="4733">
                  <c:v>1784.95</c:v>
                </c:pt>
                <c:pt idx="4734">
                  <c:v>1770.85</c:v>
                </c:pt>
                <c:pt idx="4735">
                  <c:v>1785</c:v>
                </c:pt>
                <c:pt idx="4736">
                  <c:v>1786.2</c:v>
                </c:pt>
                <c:pt idx="4737">
                  <c:v>1769.4</c:v>
                </c:pt>
                <c:pt idx="4738">
                  <c:v>1763.9</c:v>
                </c:pt>
                <c:pt idx="4739">
                  <c:v>1789.85</c:v>
                </c:pt>
                <c:pt idx="4740">
                  <c:v>1772.55</c:v>
                </c:pt>
                <c:pt idx="4741">
                  <c:v>1751.5</c:v>
                </c:pt>
                <c:pt idx="4742">
                  <c:v>1744.1</c:v>
                </c:pt>
                <c:pt idx="4743">
                  <c:v>1746.9</c:v>
                </c:pt>
                <c:pt idx="4744">
                  <c:v>1750.2</c:v>
                </c:pt>
                <c:pt idx="4745">
                  <c:v>1767.2</c:v>
                </c:pt>
                <c:pt idx="4746">
                  <c:v>1759.5</c:v>
                </c:pt>
                <c:pt idx="4747">
                  <c:v>1756.8</c:v>
                </c:pt>
                <c:pt idx="4748">
                  <c:v>1743</c:v>
                </c:pt>
                <c:pt idx="4749">
                  <c:v>1756.7</c:v>
                </c:pt>
                <c:pt idx="4750">
                  <c:v>1733.35</c:v>
                </c:pt>
                <c:pt idx="4751">
                  <c:v>1763.25</c:v>
                </c:pt>
                <c:pt idx="4752">
                  <c:v>1799.3</c:v>
                </c:pt>
                <c:pt idx="4753">
                  <c:v>1802.6</c:v>
                </c:pt>
                <c:pt idx="4754">
                  <c:v>1821.45</c:v>
                </c:pt>
                <c:pt idx="4755">
                  <c:v>1829.95</c:v>
                </c:pt>
                <c:pt idx="4756">
                  <c:v>1839.05</c:v>
                </c:pt>
                <c:pt idx="4757">
                  <c:v>1817.3</c:v>
                </c:pt>
                <c:pt idx="4758">
                  <c:v>1804.8</c:v>
                </c:pt>
                <c:pt idx="4759">
                  <c:v>1794.5</c:v>
                </c:pt>
                <c:pt idx="4760">
                  <c:v>1798.95</c:v>
                </c:pt>
                <c:pt idx="4761">
                  <c:v>1785.05</c:v>
                </c:pt>
                <c:pt idx="4762">
                  <c:v>1772.8</c:v>
                </c:pt>
                <c:pt idx="4763">
                  <c:v>1751.9</c:v>
                </c:pt>
                <c:pt idx="4764">
                  <c:v>1737.95</c:v>
                </c:pt>
                <c:pt idx="4765">
                  <c:v>1733.5</c:v>
                </c:pt>
                <c:pt idx="4766">
                  <c:v>1754.7</c:v>
                </c:pt>
                <c:pt idx="4767">
                  <c:v>1768.55</c:v>
                </c:pt>
                <c:pt idx="4768">
                  <c:v>1770.15</c:v>
                </c:pt>
                <c:pt idx="4769">
                  <c:v>1772.25</c:v>
                </c:pt>
                <c:pt idx="4770">
                  <c:v>1736.5</c:v>
                </c:pt>
                <c:pt idx="4771">
                  <c:v>1732.65</c:v>
                </c:pt>
                <c:pt idx="4772">
                  <c:v>1734.65</c:v>
                </c:pt>
                <c:pt idx="4773">
                  <c:v>1724.6</c:v>
                </c:pt>
                <c:pt idx="4774">
                  <c:v>1699.8</c:v>
                </c:pt>
                <c:pt idx="4775">
                  <c:v>1705.4</c:v>
                </c:pt>
                <c:pt idx="4776">
                  <c:v>1701.6</c:v>
                </c:pt>
                <c:pt idx="4777">
                  <c:v>1714.95</c:v>
                </c:pt>
                <c:pt idx="4778">
                  <c:v>1734.8</c:v>
                </c:pt>
                <c:pt idx="4779">
                  <c:v>1747.6</c:v>
                </c:pt>
                <c:pt idx="4780">
                  <c:v>1737.3</c:v>
                </c:pt>
                <c:pt idx="4781">
                  <c:v>1698.4</c:v>
                </c:pt>
                <c:pt idx="4782">
                  <c:v>1697.55</c:v>
                </c:pt>
                <c:pt idx="4783">
                  <c:v>1699.65</c:v>
                </c:pt>
                <c:pt idx="4784">
                  <c:v>1687.55</c:v>
                </c:pt>
                <c:pt idx="4785">
                  <c:v>1678.05</c:v>
                </c:pt>
                <c:pt idx="4786">
                  <c:v>1673.85</c:v>
                </c:pt>
                <c:pt idx="4787">
                  <c:v>1683.8</c:v>
                </c:pt>
                <c:pt idx="4788">
                  <c:v>1680.8</c:v>
                </c:pt>
                <c:pt idx="4789">
                  <c:v>1683.9</c:v>
                </c:pt>
                <c:pt idx="4790">
                  <c:v>1706.8</c:v>
                </c:pt>
                <c:pt idx="4791">
                  <c:v>1690</c:v>
                </c:pt>
                <c:pt idx="4792">
                  <c:v>1687.15</c:v>
                </c:pt>
                <c:pt idx="4793">
                  <c:v>1670.8</c:v>
                </c:pt>
                <c:pt idx="4794">
                  <c:v>1666.55</c:v>
                </c:pt>
                <c:pt idx="4795">
                  <c:v>1659.1</c:v>
                </c:pt>
                <c:pt idx="4796">
                  <c:v>1664.9</c:v>
                </c:pt>
                <c:pt idx="4797">
                  <c:v>1680.5</c:v>
                </c:pt>
                <c:pt idx="4798">
                  <c:v>1694.15</c:v>
                </c:pt>
                <c:pt idx="4799">
                  <c:v>1710.4</c:v>
                </c:pt>
                <c:pt idx="4800">
                  <c:v>1721.65</c:v>
                </c:pt>
                <c:pt idx="4801">
                  <c:v>1722.05</c:v>
                </c:pt>
                <c:pt idx="4802">
                  <c:v>1738.55</c:v>
                </c:pt>
                <c:pt idx="4803">
                  <c:v>1739.9</c:v>
                </c:pt>
                <c:pt idx="4804">
                  <c:v>1739.85</c:v>
                </c:pt>
                <c:pt idx="4805">
                  <c:v>1744.2</c:v>
                </c:pt>
                <c:pt idx="4806">
                  <c:v>1752.6</c:v>
                </c:pt>
                <c:pt idx="4807">
                  <c:v>1734.2</c:v>
                </c:pt>
                <c:pt idx="4808">
                  <c:v>1747.35</c:v>
                </c:pt>
                <c:pt idx="4809">
                  <c:v>1757.7</c:v>
                </c:pt>
                <c:pt idx="4810">
                  <c:v>1723.55</c:v>
                </c:pt>
                <c:pt idx="4811">
                  <c:v>1693.55</c:v>
                </c:pt>
                <c:pt idx="4812">
                  <c:v>1668.9</c:v>
                </c:pt>
                <c:pt idx="4813">
                  <c:v>1697.5</c:v>
                </c:pt>
                <c:pt idx="4814">
                  <c:v>1688.7</c:v>
                </c:pt>
                <c:pt idx="4815">
                  <c:v>1703.75</c:v>
                </c:pt>
                <c:pt idx="4816">
                  <c:v>1687.45</c:v>
                </c:pt>
                <c:pt idx="4817">
                  <c:v>1702</c:v>
                </c:pt>
                <c:pt idx="4818">
                  <c:v>1698.5</c:v>
                </c:pt>
                <c:pt idx="4819">
                  <c:v>1671.05</c:v>
                </c:pt>
                <c:pt idx="4820">
                  <c:v>1688.2</c:v>
                </c:pt>
                <c:pt idx="4821">
                  <c:v>1736.8</c:v>
                </c:pt>
                <c:pt idx="4822">
                  <c:v>1772.5</c:v>
                </c:pt>
                <c:pt idx="4823">
                  <c:v>1785.25</c:v>
                </c:pt>
                <c:pt idx="4824">
                  <c:v>1768.3</c:v>
                </c:pt>
                <c:pt idx="4825">
                  <c:v>1753.85</c:v>
                </c:pt>
                <c:pt idx="4826">
                  <c:v>1749.6</c:v>
                </c:pt>
                <c:pt idx="4827">
                  <c:v>1771.95</c:v>
                </c:pt>
                <c:pt idx="4828">
                  <c:v>1776.9</c:v>
                </c:pt>
                <c:pt idx="4829">
                  <c:v>1780.85</c:v>
                </c:pt>
                <c:pt idx="4830">
                  <c:v>1784.25</c:v>
                </c:pt>
                <c:pt idx="4831">
                  <c:v>1788.5</c:v>
                </c:pt>
                <c:pt idx="4832">
                  <c:v>1839.7</c:v>
                </c:pt>
                <c:pt idx="4833">
                  <c:v>1815.6</c:v>
                </c:pt>
                <c:pt idx="4834">
                  <c:v>1837.75</c:v>
                </c:pt>
                <c:pt idx="4835">
                  <c:v>1830.75</c:v>
                </c:pt>
                <c:pt idx="4836">
                  <c:v>1852.5</c:v>
                </c:pt>
                <c:pt idx="4837">
                  <c:v>1839.8</c:v>
                </c:pt>
                <c:pt idx="4838">
                  <c:v>1847.1</c:v>
                </c:pt>
                <c:pt idx="4839">
                  <c:v>1845.5</c:v>
                </c:pt>
                <c:pt idx="4840">
                  <c:v>1822.95</c:v>
                </c:pt>
                <c:pt idx="4841">
                  <c:v>1818.05</c:v>
                </c:pt>
                <c:pt idx="4842">
                  <c:v>1809.6</c:v>
                </c:pt>
                <c:pt idx="4843">
                  <c:v>1811.7</c:v>
                </c:pt>
                <c:pt idx="4844">
                  <c:v>1805.05</c:v>
                </c:pt>
                <c:pt idx="4845">
                  <c:v>1766.65</c:v>
                </c:pt>
                <c:pt idx="4846">
                  <c:v>1764.45</c:v>
                </c:pt>
                <c:pt idx="4847">
                  <c:v>1756.45</c:v>
                </c:pt>
                <c:pt idx="4848">
                  <c:v>1761</c:v>
                </c:pt>
                <c:pt idx="4849">
                  <c:v>1774.4</c:v>
                </c:pt>
                <c:pt idx="4850">
                  <c:v>1787.6</c:v>
                </c:pt>
                <c:pt idx="4851">
                  <c:v>1780.2</c:v>
                </c:pt>
                <c:pt idx="4852">
                  <c:v>1789.2</c:v>
                </c:pt>
                <c:pt idx="4853">
                  <c:v>1784.7</c:v>
                </c:pt>
                <c:pt idx="4854">
                  <c:v>1793.6</c:v>
                </c:pt>
                <c:pt idx="4855">
                  <c:v>1791.4</c:v>
                </c:pt>
                <c:pt idx="4856">
                  <c:v>1753.55</c:v>
                </c:pt>
                <c:pt idx="4857">
                  <c:v>1740.25</c:v>
                </c:pt>
                <c:pt idx="4858">
                  <c:v>1718.6</c:v>
                </c:pt>
                <c:pt idx="4859">
                  <c:v>1730.9</c:v>
                </c:pt>
                <c:pt idx="4860">
                  <c:v>1713.2</c:v>
                </c:pt>
                <c:pt idx="4861">
                  <c:v>1716.95</c:v>
                </c:pt>
                <c:pt idx="4862">
                  <c:v>1741.3</c:v>
                </c:pt>
                <c:pt idx="4863">
                  <c:v>1760.7</c:v>
                </c:pt>
                <c:pt idx="4864">
                  <c:v>1739.15</c:v>
                </c:pt>
                <c:pt idx="4865">
                  <c:v>1720.4</c:v>
                </c:pt>
                <c:pt idx="4866">
                  <c:v>1680.7</c:v>
                </c:pt>
                <c:pt idx="4867">
                  <c:v>1693.35</c:v>
                </c:pt>
                <c:pt idx="4868">
                  <c:v>1728.65</c:v>
                </c:pt>
                <c:pt idx="4869">
                  <c:v>1736.65</c:v>
                </c:pt>
                <c:pt idx="4870">
                  <c:v>1730.65</c:v>
                </c:pt>
                <c:pt idx="4871">
                  <c:v>1713.3</c:v>
                </c:pt>
                <c:pt idx="4872">
                  <c:v>1719.9</c:v>
                </c:pt>
                <c:pt idx="4873">
                  <c:v>1726.65</c:v>
                </c:pt>
                <c:pt idx="4874">
                  <c:v>1731.3</c:v>
                </c:pt>
                <c:pt idx="4875">
                  <c:v>1737.45</c:v>
                </c:pt>
                <c:pt idx="4876">
                  <c:v>1741.2</c:v>
                </c:pt>
                <c:pt idx="4877">
                  <c:v>1744.1</c:v>
                </c:pt>
                <c:pt idx="4878">
                  <c:v>1777.25</c:v>
                </c:pt>
                <c:pt idx="4879">
                  <c:v>1803.1</c:v>
                </c:pt>
                <c:pt idx="4880">
                  <c:v>1841.35</c:v>
                </c:pt>
                <c:pt idx="4881">
                  <c:v>1824.75</c:v>
                </c:pt>
                <c:pt idx="4882">
                  <c:v>1839.05</c:v>
                </c:pt>
                <c:pt idx="4883">
                  <c:v>1828.65</c:v>
                </c:pt>
                <c:pt idx="4884">
                  <c:v>1820.9</c:v>
                </c:pt>
                <c:pt idx="4885">
                  <c:v>1843.4</c:v>
                </c:pt>
                <c:pt idx="4886">
                  <c:v>1850</c:v>
                </c:pt>
                <c:pt idx="4887">
                  <c:v>1872.1</c:v>
                </c:pt>
                <c:pt idx="4888">
                  <c:v>1860</c:v>
                </c:pt>
                <c:pt idx="4889">
                  <c:v>1876.55</c:v>
                </c:pt>
                <c:pt idx="4890">
                  <c:v>1861.4</c:v>
                </c:pt>
                <c:pt idx="4891">
                  <c:v>1828.1</c:v>
                </c:pt>
                <c:pt idx="4892">
                  <c:v>1832.95</c:v>
                </c:pt>
                <c:pt idx="4893">
                  <c:v>1881.9</c:v>
                </c:pt>
                <c:pt idx="4894">
                  <c:v>1841.85</c:v>
                </c:pt>
                <c:pt idx="4895">
                  <c:v>1846.6</c:v>
                </c:pt>
                <c:pt idx="4896">
                  <c:v>1829.75</c:v>
                </c:pt>
                <c:pt idx="4897">
                  <c:v>1819.15</c:v>
                </c:pt>
                <c:pt idx="4898">
                  <c:v>1834.05</c:v>
                </c:pt>
                <c:pt idx="4899">
                  <c:v>1824.3</c:v>
                </c:pt>
                <c:pt idx="4900">
                  <c:v>1805.4</c:v>
                </c:pt>
                <c:pt idx="4901">
                  <c:v>1805.55</c:v>
                </c:pt>
                <c:pt idx="4902">
                  <c:v>1816.3</c:v>
                </c:pt>
                <c:pt idx="4903">
                  <c:v>1831.2</c:v>
                </c:pt>
                <c:pt idx="4904">
                  <c:v>1829.2</c:v>
                </c:pt>
                <c:pt idx="4905">
                  <c:v>1812.75</c:v>
                </c:pt>
                <c:pt idx="4906">
                  <c:v>1969.75</c:v>
                </c:pt>
                <c:pt idx="4907">
                  <c:v>2039.75</c:v>
                </c:pt>
                <c:pt idx="4908">
                  <c:v>2050.4499999999998</c:v>
                </c:pt>
                <c:pt idx="4909">
                  <c:v>2051.5</c:v>
                </c:pt>
                <c:pt idx="4910">
                  <c:v>2034.4</c:v>
                </c:pt>
                <c:pt idx="4911">
                  <c:v>2010.9</c:v>
                </c:pt>
                <c:pt idx="4912">
                  <c:v>1981.95</c:v>
                </c:pt>
                <c:pt idx="4913">
                  <c:v>1990.3</c:v>
                </c:pt>
                <c:pt idx="4914">
                  <c:v>1962.05</c:v>
                </c:pt>
                <c:pt idx="4915">
                  <c:v>1944.2</c:v>
                </c:pt>
                <c:pt idx="4916">
                  <c:v>1940.05</c:v>
                </c:pt>
                <c:pt idx="4917">
                  <c:v>1948</c:v>
                </c:pt>
                <c:pt idx="4918">
                  <c:v>1968.75</c:v>
                </c:pt>
                <c:pt idx="4919">
                  <c:v>2004.65</c:v>
                </c:pt>
                <c:pt idx="4920">
                  <c:v>2014.25</c:v>
                </c:pt>
                <c:pt idx="4921">
                  <c:v>2064.4</c:v>
                </c:pt>
                <c:pt idx="4922">
                  <c:v>2071</c:v>
                </c:pt>
                <c:pt idx="4923">
                  <c:v>2103.85</c:v>
                </c:pt>
                <c:pt idx="4924">
                  <c:v>2106.85</c:v>
                </c:pt>
                <c:pt idx="4925">
                  <c:v>2127.35</c:v>
                </c:pt>
                <c:pt idx="4926">
                  <c:v>2133.25</c:v>
                </c:pt>
                <c:pt idx="4927">
                  <c:v>2133.35</c:v>
                </c:pt>
                <c:pt idx="4928">
                  <c:v>2145.1</c:v>
                </c:pt>
                <c:pt idx="4929">
                  <c:v>2139.75</c:v>
                </c:pt>
                <c:pt idx="4930">
                  <c:v>2160.1999999999998</c:v>
                </c:pt>
                <c:pt idx="4931">
                  <c:v>2169.4</c:v>
                </c:pt>
                <c:pt idx="4932">
                  <c:v>2175.35</c:v>
                </c:pt>
                <c:pt idx="4933">
                  <c:v>2179.35</c:v>
                </c:pt>
                <c:pt idx="4934">
                  <c:v>2158.15</c:v>
                </c:pt>
                <c:pt idx="4935">
                  <c:v>2172.15</c:v>
                </c:pt>
                <c:pt idx="4936">
                  <c:v>2179.4499999999998</c:v>
                </c:pt>
                <c:pt idx="4937">
                  <c:v>2138.25</c:v>
                </c:pt>
                <c:pt idx="4938">
                  <c:v>2086.4</c:v>
                </c:pt>
                <c:pt idx="4939">
                  <c:v>2081.35</c:v>
                </c:pt>
                <c:pt idx="4940">
                  <c:v>2091</c:v>
                </c:pt>
                <c:pt idx="4941">
                  <c:v>2069.0500000000002</c:v>
                </c:pt>
                <c:pt idx="4942">
                  <c:v>2057.6999999999998</c:v>
                </c:pt>
                <c:pt idx="4943">
                  <c:v>2056.1999999999998</c:v>
                </c:pt>
                <c:pt idx="4944">
                  <c:v>2037.75</c:v>
                </c:pt>
                <c:pt idx="4945">
                  <c:v>2026.5</c:v>
                </c:pt>
                <c:pt idx="4946">
                  <c:v>2048.65</c:v>
                </c:pt>
                <c:pt idx="4947">
                  <c:v>2028.35</c:v>
                </c:pt>
                <c:pt idx="4948">
                  <c:v>2062.4</c:v>
                </c:pt>
                <c:pt idx="4949">
                  <c:v>2058.35</c:v>
                </c:pt>
                <c:pt idx="4950">
                  <c:v>2093.25</c:v>
                </c:pt>
                <c:pt idx="4951">
                  <c:v>2087.15</c:v>
                </c:pt>
                <c:pt idx="4952">
                  <c:v>2035.3</c:v>
                </c:pt>
                <c:pt idx="4953">
                  <c:v>2043.2</c:v>
                </c:pt>
                <c:pt idx="4954">
                  <c:v>2028.45</c:v>
                </c:pt>
                <c:pt idx="4955">
                  <c:v>2048</c:v>
                </c:pt>
                <c:pt idx="4956">
                  <c:v>2037.45</c:v>
                </c:pt>
                <c:pt idx="4957">
                  <c:v>2026.05</c:v>
                </c:pt>
                <c:pt idx="4958">
                  <c:v>2008.15</c:v>
                </c:pt>
                <c:pt idx="4959">
                  <c:v>2025.35</c:v>
                </c:pt>
                <c:pt idx="4960">
                  <c:v>2010.45</c:v>
                </c:pt>
                <c:pt idx="4961">
                  <c:v>2007.35</c:v>
                </c:pt>
                <c:pt idx="4962">
                  <c:v>2006.2</c:v>
                </c:pt>
                <c:pt idx="4963">
                  <c:v>1974.75</c:v>
                </c:pt>
                <c:pt idx="4964">
                  <c:v>1961.35</c:v>
                </c:pt>
                <c:pt idx="4965">
                  <c:v>1928.55</c:v>
                </c:pt>
                <c:pt idx="4966">
                  <c:v>1951.1</c:v>
                </c:pt>
                <c:pt idx="4967">
                  <c:v>1943.1</c:v>
                </c:pt>
                <c:pt idx="4968">
                  <c:v>1950.4</c:v>
                </c:pt>
                <c:pt idx="4969">
                  <c:v>1946.4</c:v>
                </c:pt>
                <c:pt idx="4970">
                  <c:v>1944.95</c:v>
                </c:pt>
                <c:pt idx="4971">
                  <c:v>1949.9</c:v>
                </c:pt>
                <c:pt idx="4972">
                  <c:v>1937.25</c:v>
                </c:pt>
                <c:pt idx="4973">
                  <c:v>1923</c:v>
                </c:pt>
                <c:pt idx="4974">
                  <c:v>1936.55</c:v>
                </c:pt>
                <c:pt idx="4975">
                  <c:v>1938.05</c:v>
                </c:pt>
                <c:pt idx="4976">
                  <c:v>1927.45</c:v>
                </c:pt>
                <c:pt idx="4977">
                  <c:v>1915.45</c:v>
                </c:pt>
                <c:pt idx="4978">
                  <c:v>1920.7</c:v>
                </c:pt>
                <c:pt idx="4979">
                  <c:v>1929.35</c:v>
                </c:pt>
                <c:pt idx="4980">
                  <c:v>1935.05</c:v>
                </c:pt>
                <c:pt idx="4981">
                  <c:v>1954</c:v>
                </c:pt>
                <c:pt idx="4982">
                  <c:v>1994.85</c:v>
                </c:pt>
                <c:pt idx="4983">
                  <c:v>2008.8</c:v>
                </c:pt>
                <c:pt idx="4984">
                  <c:v>2021.65</c:v>
                </c:pt>
                <c:pt idx="4985">
                  <c:v>2049.25</c:v>
                </c:pt>
                <c:pt idx="4986">
                  <c:v>2060.3000000000002</c:v>
                </c:pt>
                <c:pt idx="4987">
                  <c:v>2062.85</c:v>
                </c:pt>
                <c:pt idx="4988">
                  <c:v>2055.4</c:v>
                </c:pt>
                <c:pt idx="4989">
                  <c:v>2051.6999999999998</c:v>
                </c:pt>
                <c:pt idx="4990">
                  <c:v>2056.9</c:v>
                </c:pt>
                <c:pt idx="4991">
                  <c:v>2073.6999999999998</c:v>
                </c:pt>
                <c:pt idx="4992">
                  <c:v>2061.35</c:v>
                </c:pt>
                <c:pt idx="4993">
                  <c:v>2060.6</c:v>
                </c:pt>
                <c:pt idx="4994">
                  <c:v>2074.1999999999998</c:v>
                </c:pt>
                <c:pt idx="4995">
                  <c:v>2058.1</c:v>
                </c:pt>
                <c:pt idx="4996">
                  <c:v>2034.25</c:v>
                </c:pt>
                <c:pt idx="4997">
                  <c:v>2074.9</c:v>
                </c:pt>
                <c:pt idx="4998">
                  <c:v>2178.9499999999998</c:v>
                </c:pt>
                <c:pt idx="4999">
                  <c:v>2155.6</c:v>
                </c:pt>
                <c:pt idx="5000">
                  <c:v>2160.3000000000002</c:v>
                </c:pt>
                <c:pt idx="5001">
                  <c:v>2156.4</c:v>
                </c:pt>
                <c:pt idx="5002">
                  <c:v>2159.9499999999998</c:v>
                </c:pt>
                <c:pt idx="5003">
                  <c:v>2159.3000000000002</c:v>
                </c:pt>
                <c:pt idx="5004">
                  <c:v>2152.65</c:v>
                </c:pt>
                <c:pt idx="5005">
                  <c:v>2260.35</c:v>
                </c:pt>
                <c:pt idx="5006">
                  <c:v>2283.4</c:v>
                </c:pt>
                <c:pt idx="5007">
                  <c:v>2255.0500000000002</c:v>
                </c:pt>
                <c:pt idx="5008">
                  <c:v>2252.6</c:v>
                </c:pt>
                <c:pt idx="5009">
                  <c:v>2234.4</c:v>
                </c:pt>
                <c:pt idx="5010">
                  <c:v>2292.15</c:v>
                </c:pt>
                <c:pt idx="5011">
                  <c:v>2248.25</c:v>
                </c:pt>
                <c:pt idx="5012">
                  <c:v>2215.15</c:v>
                </c:pt>
                <c:pt idx="5013">
                  <c:v>2233.6</c:v>
                </c:pt>
                <c:pt idx="5014">
                  <c:v>2236.1999999999998</c:v>
                </c:pt>
                <c:pt idx="5015">
                  <c:v>2254.9499999999998</c:v>
                </c:pt>
                <c:pt idx="5016">
                  <c:v>2174.75</c:v>
                </c:pt>
                <c:pt idx="5017">
                  <c:v>2159.4499999999998</c:v>
                </c:pt>
                <c:pt idx="5018">
                  <c:v>2166.65</c:v>
                </c:pt>
                <c:pt idx="5019">
                  <c:v>2175.85</c:v>
                </c:pt>
                <c:pt idx="5020">
                  <c:v>2218</c:v>
                </c:pt>
                <c:pt idx="5021">
                  <c:v>2188.9</c:v>
                </c:pt>
                <c:pt idx="5022">
                  <c:v>2121.5</c:v>
                </c:pt>
                <c:pt idx="5023">
                  <c:v>2155</c:v>
                </c:pt>
                <c:pt idx="5024">
                  <c:v>2055.9499999999998</c:v>
                </c:pt>
                <c:pt idx="5025">
                  <c:v>2033.2</c:v>
                </c:pt>
                <c:pt idx="5026">
                  <c:v>1941.9</c:v>
                </c:pt>
                <c:pt idx="5027">
                  <c:v>2004.05</c:v>
                </c:pt>
                <c:pt idx="5028">
                  <c:v>1923.8</c:v>
                </c:pt>
                <c:pt idx="5029">
                  <c:v>1838.3</c:v>
                </c:pt>
                <c:pt idx="5030">
                  <c:v>2051.6999999999998</c:v>
                </c:pt>
                <c:pt idx="5031">
                  <c:v>1869.7</c:v>
                </c:pt>
                <c:pt idx="5032">
                  <c:v>2027.85</c:v>
                </c:pt>
                <c:pt idx="5033">
                  <c:v>2088.15</c:v>
                </c:pt>
                <c:pt idx="5034">
                  <c:v>2194.9</c:v>
                </c:pt>
                <c:pt idx="5035">
                  <c:v>2140.5500000000002</c:v>
                </c:pt>
                <c:pt idx="5036">
                  <c:v>2184.35</c:v>
                </c:pt>
                <c:pt idx="5037">
                  <c:v>2298.5</c:v>
                </c:pt>
                <c:pt idx="5038">
                  <c:v>2179.65</c:v>
                </c:pt>
                <c:pt idx="5039">
                  <c:v>2154.1</c:v>
                </c:pt>
                <c:pt idx="5040">
                  <c:v>2444.9</c:v>
                </c:pt>
                <c:pt idx="5041">
                  <c:v>2460.85</c:v>
                </c:pt>
                <c:pt idx="5042">
                  <c:v>2372.25</c:v>
                </c:pt>
                <c:pt idx="5043">
                  <c:v>2346.4499999999998</c:v>
                </c:pt>
                <c:pt idx="5044">
                  <c:v>2487.5500000000002</c:v>
                </c:pt>
                <c:pt idx="5045">
                  <c:v>2436.1</c:v>
                </c:pt>
                <c:pt idx="5046">
                  <c:v>2385</c:v>
                </c:pt>
                <c:pt idx="5047">
                  <c:v>2336.5500000000002</c:v>
                </c:pt>
                <c:pt idx="5048">
                  <c:v>2317.4</c:v>
                </c:pt>
                <c:pt idx="5049">
                  <c:v>2386.15</c:v>
                </c:pt>
                <c:pt idx="5050">
                  <c:v>2317.5</c:v>
                </c:pt>
                <c:pt idx="5051">
                  <c:v>2283.1</c:v>
                </c:pt>
                <c:pt idx="5052">
                  <c:v>2320.4499999999998</c:v>
                </c:pt>
                <c:pt idx="5053">
                  <c:v>2289.9499999999998</c:v>
                </c:pt>
                <c:pt idx="5054">
                  <c:v>2231.75</c:v>
                </c:pt>
                <c:pt idx="5055">
                  <c:v>2195</c:v>
                </c:pt>
                <c:pt idx="5056">
                  <c:v>2082.65</c:v>
                </c:pt>
                <c:pt idx="5057">
                  <c:v>2041.5</c:v>
                </c:pt>
                <c:pt idx="5058">
                  <c:v>2010.2</c:v>
                </c:pt>
                <c:pt idx="5059">
                  <c:v>1992.05</c:v>
                </c:pt>
                <c:pt idx="5060">
                  <c:v>2089.4499999999998</c:v>
                </c:pt>
                <c:pt idx="5061">
                  <c:v>2048</c:v>
                </c:pt>
                <c:pt idx="5062">
                  <c:v>2011.55</c:v>
                </c:pt>
                <c:pt idx="5063">
                  <c:v>1995.75</c:v>
                </c:pt>
                <c:pt idx="5064">
                  <c:v>2006.05</c:v>
                </c:pt>
                <c:pt idx="5065">
                  <c:v>2032.1</c:v>
                </c:pt>
                <c:pt idx="5066">
                  <c:v>2005.25</c:v>
                </c:pt>
                <c:pt idx="5067">
                  <c:v>1975.55</c:v>
                </c:pt>
                <c:pt idx="5068">
                  <c:v>1990.85</c:v>
                </c:pt>
                <c:pt idx="5069">
                  <c:v>1970.9</c:v>
                </c:pt>
                <c:pt idx="5070">
                  <c:v>1987.9</c:v>
                </c:pt>
                <c:pt idx="5071">
                  <c:v>1977.8</c:v>
                </c:pt>
                <c:pt idx="5072">
                  <c:v>1998.1</c:v>
                </c:pt>
                <c:pt idx="5073">
                  <c:v>2009.95</c:v>
                </c:pt>
                <c:pt idx="5074">
                  <c:v>2057.35</c:v>
                </c:pt>
                <c:pt idx="5075">
                  <c:v>2108.5500000000002</c:v>
                </c:pt>
                <c:pt idx="5076">
                  <c:v>2107.4</c:v>
                </c:pt>
                <c:pt idx="5077">
                  <c:v>2120.5</c:v>
                </c:pt>
                <c:pt idx="5078">
                  <c:v>2120.6</c:v>
                </c:pt>
                <c:pt idx="5079">
                  <c:v>2087.6</c:v>
                </c:pt>
                <c:pt idx="5080">
                  <c:v>2111.6999999999998</c:v>
                </c:pt>
                <c:pt idx="5081">
                  <c:v>2106.5</c:v>
                </c:pt>
                <c:pt idx="5082">
                  <c:v>2119.6</c:v>
                </c:pt>
                <c:pt idx="5083">
                  <c:v>2106.9</c:v>
                </c:pt>
                <c:pt idx="5084">
                  <c:v>2107.25</c:v>
                </c:pt>
                <c:pt idx="5085">
                  <c:v>2084.3000000000002</c:v>
                </c:pt>
                <c:pt idx="5086">
                  <c:v>2076.35</c:v>
                </c:pt>
                <c:pt idx="5087">
                  <c:v>2078.25</c:v>
                </c:pt>
                <c:pt idx="5088">
                  <c:v>2065.35</c:v>
                </c:pt>
                <c:pt idx="5089">
                  <c:v>2092.75</c:v>
                </c:pt>
                <c:pt idx="5090">
                  <c:v>2100.8000000000002</c:v>
                </c:pt>
                <c:pt idx="5091">
                  <c:v>2155.9499999999998</c:v>
                </c:pt>
                <c:pt idx="5092">
                  <c:v>2130.3000000000002</c:v>
                </c:pt>
                <c:pt idx="5093">
                  <c:v>2173.15</c:v>
                </c:pt>
                <c:pt idx="5094">
                  <c:v>2154.1999999999998</c:v>
                </c:pt>
                <c:pt idx="5095">
                  <c:v>2182.9499999999998</c:v>
                </c:pt>
                <c:pt idx="5096">
                  <c:v>2180</c:v>
                </c:pt>
                <c:pt idx="5097">
                  <c:v>2170.4</c:v>
                </c:pt>
                <c:pt idx="5098">
                  <c:v>2151.75</c:v>
                </c:pt>
                <c:pt idx="5099">
                  <c:v>2173.6999999999998</c:v>
                </c:pt>
                <c:pt idx="5100">
                  <c:v>2161.6</c:v>
                </c:pt>
                <c:pt idx="5101">
                  <c:v>2154.15</c:v>
                </c:pt>
                <c:pt idx="5102">
                  <c:v>2186.0500000000002</c:v>
                </c:pt>
                <c:pt idx="5103">
                  <c:v>2175.85</c:v>
                </c:pt>
                <c:pt idx="5104">
                  <c:v>2223.8000000000002</c:v>
                </c:pt>
                <c:pt idx="5105">
                  <c:v>2265.25</c:v>
                </c:pt>
                <c:pt idx="5106">
                  <c:v>2234.75</c:v>
                </c:pt>
                <c:pt idx="5107">
                  <c:v>2275.15</c:v>
                </c:pt>
                <c:pt idx="5108">
                  <c:v>2287.85</c:v>
                </c:pt>
                <c:pt idx="5109">
                  <c:v>2334.5500000000002</c:v>
                </c:pt>
                <c:pt idx="5110">
                  <c:v>2330.9499999999998</c:v>
                </c:pt>
                <c:pt idx="5111">
                  <c:v>2318</c:v>
                </c:pt>
                <c:pt idx="5112">
                  <c:v>2248.5</c:v>
                </c:pt>
                <c:pt idx="5113">
                  <c:v>2211.35</c:v>
                </c:pt>
                <c:pt idx="5114">
                  <c:v>2209.3000000000002</c:v>
                </c:pt>
                <c:pt idx="5115">
                  <c:v>2221.5</c:v>
                </c:pt>
                <c:pt idx="5116">
                  <c:v>2242.5500000000002</c:v>
                </c:pt>
                <c:pt idx="5117">
                  <c:v>2231.3000000000002</c:v>
                </c:pt>
                <c:pt idx="5118">
                  <c:v>2195.6</c:v>
                </c:pt>
                <c:pt idx="5119">
                  <c:v>2209.9</c:v>
                </c:pt>
                <c:pt idx="5120">
                  <c:v>2204.5</c:v>
                </c:pt>
                <c:pt idx="5121">
                  <c:v>2197.8000000000002</c:v>
                </c:pt>
                <c:pt idx="5122">
                  <c:v>2194.5500000000002</c:v>
                </c:pt>
                <c:pt idx="5123">
                  <c:v>2220.4499999999998</c:v>
                </c:pt>
                <c:pt idx="5124">
                  <c:v>2210.5500000000002</c:v>
                </c:pt>
                <c:pt idx="5125">
                  <c:v>2206.75</c:v>
                </c:pt>
                <c:pt idx="5126">
                  <c:v>2210.65</c:v>
                </c:pt>
                <c:pt idx="5127">
                  <c:v>2195.1</c:v>
                </c:pt>
                <c:pt idx="5128">
                  <c:v>2198.65</c:v>
                </c:pt>
                <c:pt idx="5129">
                  <c:v>2173.9</c:v>
                </c:pt>
                <c:pt idx="5130">
                  <c:v>2196.0500000000002</c:v>
                </c:pt>
                <c:pt idx="5131">
                  <c:v>2214.35</c:v>
                </c:pt>
                <c:pt idx="5132">
                  <c:v>2193.6</c:v>
                </c:pt>
                <c:pt idx="5133">
                  <c:v>2185.6999999999998</c:v>
                </c:pt>
                <c:pt idx="5134">
                  <c:v>2202.0500000000002</c:v>
                </c:pt>
                <c:pt idx="5135">
                  <c:v>2194.4</c:v>
                </c:pt>
                <c:pt idx="5136">
                  <c:v>2179.1</c:v>
                </c:pt>
                <c:pt idx="5137">
                  <c:v>2182.8000000000002</c:v>
                </c:pt>
                <c:pt idx="5138">
                  <c:v>2171.25</c:v>
                </c:pt>
                <c:pt idx="5139">
                  <c:v>2151.9499999999998</c:v>
                </c:pt>
                <c:pt idx="5140">
                  <c:v>2117.35</c:v>
                </c:pt>
                <c:pt idx="5141">
                  <c:v>2161.65</c:v>
                </c:pt>
                <c:pt idx="5142">
                  <c:v>2141.65</c:v>
                </c:pt>
                <c:pt idx="5143">
                  <c:v>2139.15</c:v>
                </c:pt>
                <c:pt idx="5144">
                  <c:v>2124.65</c:v>
                </c:pt>
                <c:pt idx="5145">
                  <c:v>2162.6</c:v>
                </c:pt>
                <c:pt idx="5146">
                  <c:v>2142.25</c:v>
                </c:pt>
                <c:pt idx="5147">
                  <c:v>2132.25</c:v>
                </c:pt>
                <c:pt idx="5148">
                  <c:v>2133.9</c:v>
                </c:pt>
                <c:pt idx="5149">
                  <c:v>2159.25</c:v>
                </c:pt>
                <c:pt idx="5150">
                  <c:v>2123.5</c:v>
                </c:pt>
                <c:pt idx="5151">
                  <c:v>2124.4499999999998</c:v>
                </c:pt>
                <c:pt idx="5152">
                  <c:v>2143.5</c:v>
                </c:pt>
                <c:pt idx="5153">
                  <c:v>2128.1999999999998</c:v>
                </c:pt>
                <c:pt idx="5154">
                  <c:v>2098.6999999999998</c:v>
                </c:pt>
                <c:pt idx="5155">
                  <c:v>2037.8</c:v>
                </c:pt>
                <c:pt idx="5156">
                  <c:v>2026.8</c:v>
                </c:pt>
                <c:pt idx="5157">
                  <c:v>2052.5500000000002</c:v>
                </c:pt>
                <c:pt idx="5158">
                  <c:v>2060.9</c:v>
                </c:pt>
                <c:pt idx="5159">
                  <c:v>2079.0500000000002</c:v>
                </c:pt>
                <c:pt idx="5160">
                  <c:v>2063.3000000000002</c:v>
                </c:pt>
                <c:pt idx="5161">
                  <c:v>2033.2</c:v>
                </c:pt>
                <c:pt idx="5162">
                  <c:v>2068.25</c:v>
                </c:pt>
                <c:pt idx="5163">
                  <c:v>2095</c:v>
                </c:pt>
                <c:pt idx="5164">
                  <c:v>2111.0500000000002</c:v>
                </c:pt>
                <c:pt idx="5165">
                  <c:v>2115.9</c:v>
                </c:pt>
                <c:pt idx="5166">
                  <c:v>2139.35</c:v>
                </c:pt>
                <c:pt idx="5167">
                  <c:v>2160.8000000000002</c:v>
                </c:pt>
                <c:pt idx="5168">
                  <c:v>2139.65</c:v>
                </c:pt>
                <c:pt idx="5169">
                  <c:v>2138.4</c:v>
                </c:pt>
                <c:pt idx="5170">
                  <c:v>2138.1999999999998</c:v>
                </c:pt>
                <c:pt idx="5171">
                  <c:v>2158.15</c:v>
                </c:pt>
                <c:pt idx="5172">
                  <c:v>2152.5500000000002</c:v>
                </c:pt>
                <c:pt idx="5173">
                  <c:v>2150.5500000000002</c:v>
                </c:pt>
                <c:pt idx="5174">
                  <c:v>2177.8000000000002</c:v>
                </c:pt>
                <c:pt idx="5175">
                  <c:v>2173.1</c:v>
                </c:pt>
                <c:pt idx="5176">
                  <c:v>2163.15</c:v>
                </c:pt>
                <c:pt idx="5177">
                  <c:v>2179.35</c:v>
                </c:pt>
                <c:pt idx="5178">
                  <c:v>2143.85</c:v>
                </c:pt>
                <c:pt idx="5179">
                  <c:v>2166.75</c:v>
                </c:pt>
                <c:pt idx="5180">
                  <c:v>2176.6999999999998</c:v>
                </c:pt>
                <c:pt idx="5181">
                  <c:v>2164.35</c:v>
                </c:pt>
                <c:pt idx="5182">
                  <c:v>2122.1</c:v>
                </c:pt>
                <c:pt idx="5183">
                  <c:v>2071.3000000000002</c:v>
                </c:pt>
                <c:pt idx="5184">
                  <c:v>2072</c:v>
                </c:pt>
                <c:pt idx="5185">
                  <c:v>2055.6999999999998</c:v>
                </c:pt>
                <c:pt idx="5186">
                  <c:v>2060.0500000000002</c:v>
                </c:pt>
                <c:pt idx="5187">
                  <c:v>2102.35</c:v>
                </c:pt>
                <c:pt idx="5188">
                  <c:v>2094.15</c:v>
                </c:pt>
                <c:pt idx="5189">
                  <c:v>2132.5500000000002</c:v>
                </c:pt>
                <c:pt idx="5190">
                  <c:v>2136.6</c:v>
                </c:pt>
                <c:pt idx="5191">
                  <c:v>2131.15</c:v>
                </c:pt>
                <c:pt idx="5192">
                  <c:v>2192.1</c:v>
                </c:pt>
                <c:pt idx="5193">
                  <c:v>2185.35</c:v>
                </c:pt>
                <c:pt idx="5194">
                  <c:v>2187.6999999999998</c:v>
                </c:pt>
                <c:pt idx="5195">
                  <c:v>2177.6</c:v>
                </c:pt>
                <c:pt idx="5196">
                  <c:v>2132.1</c:v>
                </c:pt>
                <c:pt idx="5197">
                  <c:v>2130.75</c:v>
                </c:pt>
                <c:pt idx="5198">
                  <c:v>2120.25</c:v>
                </c:pt>
                <c:pt idx="5199">
                  <c:v>2129.4</c:v>
                </c:pt>
                <c:pt idx="5200">
                  <c:v>2157.35</c:v>
                </c:pt>
                <c:pt idx="5201">
                  <c:v>2135.85</c:v>
                </c:pt>
                <c:pt idx="5202">
                  <c:v>2154.1999999999998</c:v>
                </c:pt>
                <c:pt idx="5203">
                  <c:v>2138.1999999999998</c:v>
                </c:pt>
                <c:pt idx="5204">
                  <c:v>2133.0500000000002</c:v>
                </c:pt>
                <c:pt idx="5205">
                  <c:v>2139.3000000000002</c:v>
                </c:pt>
                <c:pt idx="5206">
                  <c:v>2127.75</c:v>
                </c:pt>
                <c:pt idx="5207">
                  <c:v>2184.1999999999998</c:v>
                </c:pt>
                <c:pt idx="5208">
                  <c:v>2256.15</c:v>
                </c:pt>
                <c:pt idx="5209">
                  <c:v>2260</c:v>
                </c:pt>
                <c:pt idx="5210">
                  <c:v>2292.1999999999998</c:v>
                </c:pt>
                <c:pt idx="5211">
                  <c:v>2350.4499999999998</c:v>
                </c:pt>
                <c:pt idx="5212">
                  <c:v>2374.75</c:v>
                </c:pt>
                <c:pt idx="5213">
                  <c:v>2370.75</c:v>
                </c:pt>
                <c:pt idx="5214">
                  <c:v>2320.0500000000002</c:v>
                </c:pt>
                <c:pt idx="5215">
                  <c:v>2343.9499999999998</c:v>
                </c:pt>
                <c:pt idx="5216">
                  <c:v>2315.3000000000002</c:v>
                </c:pt>
                <c:pt idx="5217">
                  <c:v>2333.4499999999998</c:v>
                </c:pt>
                <c:pt idx="5218">
                  <c:v>2305.9499999999998</c:v>
                </c:pt>
                <c:pt idx="5219">
                  <c:v>2311</c:v>
                </c:pt>
                <c:pt idx="5220">
                  <c:v>2370.35</c:v>
                </c:pt>
                <c:pt idx="5221">
                  <c:v>2402.25</c:v>
                </c:pt>
                <c:pt idx="5222">
                  <c:v>2388.9</c:v>
                </c:pt>
                <c:pt idx="5223">
                  <c:v>2384.3000000000002</c:v>
                </c:pt>
                <c:pt idx="5224">
                  <c:v>2406.6</c:v>
                </c:pt>
                <c:pt idx="5225">
                  <c:v>2395.4</c:v>
                </c:pt>
                <c:pt idx="5226">
                  <c:v>2387.5500000000002</c:v>
                </c:pt>
                <c:pt idx="5227">
                  <c:v>2426.5</c:v>
                </c:pt>
                <c:pt idx="5228">
                  <c:v>2450.5500000000002</c:v>
                </c:pt>
                <c:pt idx="5229">
                  <c:v>2417.3000000000002</c:v>
                </c:pt>
                <c:pt idx="5230">
                  <c:v>2368.85</c:v>
                </c:pt>
                <c:pt idx="5231">
                  <c:v>2391.1999999999998</c:v>
                </c:pt>
                <c:pt idx="5232">
                  <c:v>2429.1</c:v>
                </c:pt>
                <c:pt idx="5233">
                  <c:v>2375.9</c:v>
                </c:pt>
                <c:pt idx="5234">
                  <c:v>2372.35</c:v>
                </c:pt>
                <c:pt idx="5235">
                  <c:v>2398.5500000000002</c:v>
                </c:pt>
                <c:pt idx="5236">
                  <c:v>2351.15</c:v>
                </c:pt>
                <c:pt idx="5237">
                  <c:v>2332.6</c:v>
                </c:pt>
                <c:pt idx="5238">
                  <c:v>2363.15</c:v>
                </c:pt>
                <c:pt idx="5239">
                  <c:v>2355.9499999999998</c:v>
                </c:pt>
                <c:pt idx="5240">
                  <c:v>2367.65</c:v>
                </c:pt>
                <c:pt idx="5241">
                  <c:v>2409.35</c:v>
                </c:pt>
                <c:pt idx="5242">
                  <c:v>2399.6</c:v>
                </c:pt>
                <c:pt idx="5243">
                  <c:v>2391.3000000000002</c:v>
                </c:pt>
                <c:pt idx="5244">
                  <c:v>2300.4</c:v>
                </c:pt>
                <c:pt idx="5245">
                  <c:v>2263.9</c:v>
                </c:pt>
                <c:pt idx="5246">
                  <c:v>2248.6</c:v>
                </c:pt>
                <c:pt idx="5247">
                  <c:v>2230.4499999999998</c:v>
                </c:pt>
                <c:pt idx="5248">
                  <c:v>2232.85</c:v>
                </c:pt>
                <c:pt idx="5249">
                  <c:v>2245.6</c:v>
                </c:pt>
                <c:pt idx="5250">
                  <c:v>2269.5500000000002</c:v>
                </c:pt>
                <c:pt idx="5251">
                  <c:v>2236.65</c:v>
                </c:pt>
                <c:pt idx="5252">
                  <c:v>2216.25</c:v>
                </c:pt>
                <c:pt idx="5253">
                  <c:v>2235.5</c:v>
                </c:pt>
                <c:pt idx="5254">
                  <c:v>2263</c:v>
                </c:pt>
                <c:pt idx="5255">
                  <c:v>2241.5500000000002</c:v>
                </c:pt>
                <c:pt idx="5256">
                  <c:v>2215.1999999999998</c:v>
                </c:pt>
                <c:pt idx="5257">
                  <c:v>2196.1</c:v>
                </c:pt>
                <c:pt idx="5258">
                  <c:v>2163.9</c:v>
                </c:pt>
                <c:pt idx="5259">
                  <c:v>2146.85</c:v>
                </c:pt>
                <c:pt idx="5260">
                  <c:v>2181.1</c:v>
                </c:pt>
                <c:pt idx="5261">
                  <c:v>2167.6</c:v>
                </c:pt>
                <c:pt idx="5262">
                  <c:v>2179.25</c:v>
                </c:pt>
                <c:pt idx="5263">
                  <c:v>2178.85</c:v>
                </c:pt>
                <c:pt idx="5264">
                  <c:v>2163.3000000000002</c:v>
                </c:pt>
                <c:pt idx="5265">
                  <c:v>2132.0500000000002</c:v>
                </c:pt>
                <c:pt idx="5266">
                  <c:v>2143.4</c:v>
                </c:pt>
                <c:pt idx="5267">
                  <c:v>2177.9499999999998</c:v>
                </c:pt>
                <c:pt idx="5268">
                  <c:v>2193.5</c:v>
                </c:pt>
                <c:pt idx="5269">
                  <c:v>2196.9</c:v>
                </c:pt>
                <c:pt idx="5270">
                  <c:v>2201.1</c:v>
                </c:pt>
                <c:pt idx="5271">
                  <c:v>2174.5500000000002</c:v>
                </c:pt>
                <c:pt idx="5272">
                  <c:v>2198.5</c:v>
                </c:pt>
                <c:pt idx="5273">
                  <c:v>2227.85</c:v>
                </c:pt>
                <c:pt idx="5274">
                  <c:v>2204.75</c:v>
                </c:pt>
                <c:pt idx="5275">
                  <c:v>2210.85</c:v>
                </c:pt>
                <c:pt idx="5276">
                  <c:v>2244.0500000000002</c:v>
                </c:pt>
                <c:pt idx="5277">
                  <c:v>2226.3000000000002</c:v>
                </c:pt>
                <c:pt idx="5278">
                  <c:v>2215.1999999999998</c:v>
                </c:pt>
                <c:pt idx="5279">
                  <c:v>2312.0500000000002</c:v>
                </c:pt>
                <c:pt idx="5280">
                  <c:v>2353.1999999999998</c:v>
                </c:pt>
                <c:pt idx="5281">
                  <c:v>2337.3000000000002</c:v>
                </c:pt>
                <c:pt idx="5282">
                  <c:v>2318.6</c:v>
                </c:pt>
                <c:pt idx="5283">
                  <c:v>2237.0500000000002</c:v>
                </c:pt>
                <c:pt idx="5284">
                  <c:v>2317.9</c:v>
                </c:pt>
                <c:pt idx="5285">
                  <c:v>2398.75</c:v>
                </c:pt>
                <c:pt idx="5286">
                  <c:v>2431.5</c:v>
                </c:pt>
                <c:pt idx="5287">
                  <c:v>2399.1</c:v>
                </c:pt>
                <c:pt idx="5288">
                  <c:v>2373.1999999999998</c:v>
                </c:pt>
                <c:pt idx="5289">
                  <c:v>2408.3000000000002</c:v>
                </c:pt>
                <c:pt idx="5290">
                  <c:v>2405.25</c:v>
                </c:pt>
                <c:pt idx="5291">
                  <c:v>2409.9</c:v>
                </c:pt>
                <c:pt idx="5292">
                  <c:v>2476</c:v>
                </c:pt>
                <c:pt idx="5293">
                  <c:v>2462</c:v>
                </c:pt>
                <c:pt idx="5294">
                  <c:v>2454.4</c:v>
                </c:pt>
                <c:pt idx="5295">
                  <c:v>2460.65</c:v>
                </c:pt>
                <c:pt idx="5296">
                  <c:v>2458.9</c:v>
                </c:pt>
                <c:pt idx="5297">
                  <c:v>2436.65</c:v>
                </c:pt>
                <c:pt idx="5298">
                  <c:v>2397.4499999999998</c:v>
                </c:pt>
                <c:pt idx="5299">
                  <c:v>2349.4</c:v>
                </c:pt>
                <c:pt idx="5300">
                  <c:v>2307.75</c:v>
                </c:pt>
                <c:pt idx="5301">
                  <c:v>2360.65</c:v>
                </c:pt>
                <c:pt idx="5302">
                  <c:v>2379.85</c:v>
                </c:pt>
                <c:pt idx="5303">
                  <c:v>2406.5500000000002</c:v>
                </c:pt>
                <c:pt idx="5304">
                  <c:v>2407.6</c:v>
                </c:pt>
                <c:pt idx="5305">
                  <c:v>2353.75</c:v>
                </c:pt>
              </c:numCache>
            </c:numRef>
          </c:val>
          <c:smooth val="0"/>
          <c:extLst>
            <c:ext xmlns:c16="http://schemas.microsoft.com/office/drawing/2014/chart" uri="{C3380CC4-5D6E-409C-BE32-E72D297353CC}">
              <c16:uniqueId val="{00000001-39C1-4F00-B2DB-688437F39958}"/>
            </c:ext>
          </c:extLst>
        </c:ser>
        <c:ser>
          <c:idx val="2"/>
          <c:order val="2"/>
          <c:tx>
            <c:strRef>
              <c:f>ALLFIVE!$D$1:$D$2</c:f>
              <c:strCache>
                <c:ptCount val="1"/>
                <c:pt idx="0">
                  <c:v>JSWSTEEL</c:v>
                </c:pt>
              </c:strCache>
            </c:strRef>
          </c:tx>
          <c:spPr>
            <a:ln w="22860" cap="rnd">
              <a:solidFill>
                <a:srgbClr val="92D050"/>
              </a:solidFill>
              <a:round/>
            </a:ln>
            <a:effectLst/>
          </c:spPr>
          <c:marker>
            <c:symbol val="none"/>
          </c:marker>
          <c:cat>
            <c:strRef>
              <c:f>ALLFIVE!$A$3:$A$5309</c:f>
              <c:strCache>
                <c:ptCount val="5306"/>
                <c:pt idx="0">
                  <c:v>03-01-2000</c:v>
                </c:pt>
                <c:pt idx="1">
                  <c:v>04-01-2000</c:v>
                </c:pt>
                <c:pt idx="2">
                  <c:v>05-01-2000</c:v>
                </c:pt>
                <c:pt idx="3">
                  <c:v>06-01-2000</c:v>
                </c:pt>
                <c:pt idx="4">
                  <c:v>07-01-2000</c:v>
                </c:pt>
                <c:pt idx="5">
                  <c:v>10-01-2000</c:v>
                </c:pt>
                <c:pt idx="6">
                  <c:v>11-01-2000</c:v>
                </c:pt>
                <c:pt idx="7">
                  <c:v>12-01-2000</c:v>
                </c:pt>
                <c:pt idx="8">
                  <c:v>13-01-2000</c:v>
                </c:pt>
                <c:pt idx="9">
                  <c:v>14-01-2000</c:v>
                </c:pt>
                <c:pt idx="10">
                  <c:v>17-01-2000</c:v>
                </c:pt>
                <c:pt idx="11">
                  <c:v>18-01-2000</c:v>
                </c:pt>
                <c:pt idx="12">
                  <c:v>19-01-2000</c:v>
                </c:pt>
                <c:pt idx="13">
                  <c:v>20-01-2000</c:v>
                </c:pt>
                <c:pt idx="14">
                  <c:v>21-01-2000</c:v>
                </c:pt>
                <c:pt idx="15">
                  <c:v>24-01-2000</c:v>
                </c:pt>
                <c:pt idx="16">
                  <c:v>25-01-2000</c:v>
                </c:pt>
                <c:pt idx="17">
                  <c:v>27-01-2000</c:v>
                </c:pt>
                <c:pt idx="18">
                  <c:v>28-01-2000</c:v>
                </c:pt>
                <c:pt idx="19">
                  <c:v>31-01-2000</c:v>
                </c:pt>
                <c:pt idx="20">
                  <c:v>01-02-2000</c:v>
                </c:pt>
                <c:pt idx="21">
                  <c:v>02-02-2000</c:v>
                </c:pt>
                <c:pt idx="22">
                  <c:v>03-02-2000</c:v>
                </c:pt>
                <c:pt idx="23">
                  <c:v>04-02-2000</c:v>
                </c:pt>
                <c:pt idx="24">
                  <c:v>07-02-2000</c:v>
                </c:pt>
                <c:pt idx="25">
                  <c:v>08-02-2000</c:v>
                </c:pt>
                <c:pt idx="26">
                  <c:v>09-02-2000</c:v>
                </c:pt>
                <c:pt idx="27">
                  <c:v>10-02-2000</c:v>
                </c:pt>
                <c:pt idx="28">
                  <c:v>11-02-2000</c:v>
                </c:pt>
                <c:pt idx="29">
                  <c:v>14-02-2000</c:v>
                </c:pt>
                <c:pt idx="30">
                  <c:v>15-02-2000</c:v>
                </c:pt>
                <c:pt idx="31">
                  <c:v>16-02-2000</c:v>
                </c:pt>
                <c:pt idx="32">
                  <c:v>17-02-2000</c:v>
                </c:pt>
                <c:pt idx="33">
                  <c:v>18-02-2000</c:v>
                </c:pt>
                <c:pt idx="34">
                  <c:v>21-02-2000</c:v>
                </c:pt>
                <c:pt idx="35">
                  <c:v>22-02-2000</c:v>
                </c:pt>
                <c:pt idx="36">
                  <c:v>23-02-2000</c:v>
                </c:pt>
                <c:pt idx="37">
                  <c:v>24-02-2000</c:v>
                </c:pt>
                <c:pt idx="38">
                  <c:v>25-02-2000</c:v>
                </c:pt>
                <c:pt idx="39">
                  <c:v>28-02-2000</c:v>
                </c:pt>
                <c:pt idx="40">
                  <c:v>29-02-2000</c:v>
                </c:pt>
                <c:pt idx="41">
                  <c:v>01-03-2000</c:v>
                </c:pt>
                <c:pt idx="42">
                  <c:v>02-03-2000</c:v>
                </c:pt>
                <c:pt idx="43">
                  <c:v>03-03-2000</c:v>
                </c:pt>
                <c:pt idx="44">
                  <c:v>06-03-2000</c:v>
                </c:pt>
                <c:pt idx="45">
                  <c:v>07-03-2000</c:v>
                </c:pt>
                <c:pt idx="46">
                  <c:v>08-03-2000</c:v>
                </c:pt>
                <c:pt idx="47">
                  <c:v>09-03-2000</c:v>
                </c:pt>
                <c:pt idx="48">
                  <c:v>10-03-2000</c:v>
                </c:pt>
                <c:pt idx="49">
                  <c:v>13-03-2000</c:v>
                </c:pt>
                <c:pt idx="50">
                  <c:v>14-03-2000</c:v>
                </c:pt>
                <c:pt idx="51">
                  <c:v>15-03-2000</c:v>
                </c:pt>
                <c:pt idx="52">
                  <c:v>16-03-2000</c:v>
                </c:pt>
                <c:pt idx="53">
                  <c:v>21-03-2000</c:v>
                </c:pt>
                <c:pt idx="54">
                  <c:v>22-03-2000</c:v>
                </c:pt>
                <c:pt idx="55">
                  <c:v>23-03-2000</c:v>
                </c:pt>
                <c:pt idx="56">
                  <c:v>24-03-2000</c:v>
                </c:pt>
                <c:pt idx="57">
                  <c:v>27-03-2000</c:v>
                </c:pt>
                <c:pt idx="58">
                  <c:v>28-03-2000</c:v>
                </c:pt>
                <c:pt idx="59">
                  <c:v>29-03-2000</c:v>
                </c:pt>
                <c:pt idx="60">
                  <c:v>30-03-2000</c:v>
                </c:pt>
                <c:pt idx="61">
                  <c:v>31-03-2000</c:v>
                </c:pt>
                <c:pt idx="62">
                  <c:v>03-04-2000</c:v>
                </c:pt>
                <c:pt idx="63">
                  <c:v>04-04-2000</c:v>
                </c:pt>
                <c:pt idx="64">
                  <c:v>05-04-2000</c:v>
                </c:pt>
                <c:pt idx="65">
                  <c:v>06-04-2000</c:v>
                </c:pt>
                <c:pt idx="66">
                  <c:v>07-04-2000</c:v>
                </c:pt>
                <c:pt idx="67">
                  <c:v>10-04-2000</c:v>
                </c:pt>
                <c:pt idx="68">
                  <c:v>11-04-2000</c:v>
                </c:pt>
                <c:pt idx="69">
                  <c:v>12-04-2000</c:v>
                </c:pt>
                <c:pt idx="70">
                  <c:v>13-04-2000</c:v>
                </c:pt>
                <c:pt idx="71">
                  <c:v>17-04-2000</c:v>
                </c:pt>
                <c:pt idx="72">
                  <c:v>18-04-2000</c:v>
                </c:pt>
                <c:pt idx="73">
                  <c:v>19-04-2000</c:v>
                </c:pt>
                <c:pt idx="74">
                  <c:v>20-04-2000</c:v>
                </c:pt>
                <c:pt idx="75">
                  <c:v>24-04-2000</c:v>
                </c:pt>
                <c:pt idx="76">
                  <c:v>25-04-2000</c:v>
                </c:pt>
                <c:pt idx="77">
                  <c:v>26-04-2000</c:v>
                </c:pt>
                <c:pt idx="78">
                  <c:v>27-04-2000</c:v>
                </c:pt>
                <c:pt idx="79">
                  <c:v>28-04-2000</c:v>
                </c:pt>
                <c:pt idx="80">
                  <c:v>02-05-2000</c:v>
                </c:pt>
                <c:pt idx="81">
                  <c:v>03-05-2000</c:v>
                </c:pt>
                <c:pt idx="82">
                  <c:v>04-05-2000</c:v>
                </c:pt>
                <c:pt idx="83">
                  <c:v>05-05-2000</c:v>
                </c:pt>
                <c:pt idx="84">
                  <c:v>08-05-2000</c:v>
                </c:pt>
                <c:pt idx="85">
                  <c:v>09-05-2000</c:v>
                </c:pt>
                <c:pt idx="86">
                  <c:v>10-05-2000</c:v>
                </c:pt>
                <c:pt idx="87">
                  <c:v>11-05-2000</c:v>
                </c:pt>
                <c:pt idx="88">
                  <c:v>12-05-2000</c:v>
                </c:pt>
                <c:pt idx="89">
                  <c:v>15-05-2000</c:v>
                </c:pt>
                <c:pt idx="90">
                  <c:v>16-05-2000</c:v>
                </c:pt>
                <c:pt idx="91">
                  <c:v>17-05-2000</c:v>
                </c:pt>
                <c:pt idx="92">
                  <c:v>18-05-2000</c:v>
                </c:pt>
                <c:pt idx="93">
                  <c:v>19-05-2000</c:v>
                </c:pt>
                <c:pt idx="94">
                  <c:v>22-05-2000</c:v>
                </c:pt>
                <c:pt idx="95">
                  <c:v>23-05-2000</c:v>
                </c:pt>
                <c:pt idx="96">
                  <c:v>24-05-2000</c:v>
                </c:pt>
                <c:pt idx="97">
                  <c:v>25-05-2000</c:v>
                </c:pt>
                <c:pt idx="98">
                  <c:v>26-05-2000</c:v>
                </c:pt>
                <c:pt idx="99">
                  <c:v>29-05-2000</c:v>
                </c:pt>
                <c:pt idx="100">
                  <c:v>30-05-2000</c:v>
                </c:pt>
                <c:pt idx="101">
                  <c:v>31-05-2000</c:v>
                </c:pt>
                <c:pt idx="102">
                  <c:v>01-06-2000</c:v>
                </c:pt>
                <c:pt idx="103">
                  <c:v>02-06-2000</c:v>
                </c:pt>
                <c:pt idx="104">
                  <c:v>05-06-2000</c:v>
                </c:pt>
                <c:pt idx="105">
                  <c:v>06-06-2000</c:v>
                </c:pt>
                <c:pt idx="106">
                  <c:v>07-06-2000</c:v>
                </c:pt>
                <c:pt idx="107">
                  <c:v>08-06-2000</c:v>
                </c:pt>
                <c:pt idx="108">
                  <c:v>09-06-2000</c:v>
                </c:pt>
                <c:pt idx="109">
                  <c:v>12-06-2000</c:v>
                </c:pt>
                <c:pt idx="110">
                  <c:v>13-06-2000</c:v>
                </c:pt>
                <c:pt idx="111">
                  <c:v>14-06-2000</c:v>
                </c:pt>
                <c:pt idx="112">
                  <c:v>15-06-2000</c:v>
                </c:pt>
                <c:pt idx="113">
                  <c:v>16-06-2000</c:v>
                </c:pt>
                <c:pt idx="114">
                  <c:v>19-06-2000</c:v>
                </c:pt>
                <c:pt idx="115">
                  <c:v>20-06-2000</c:v>
                </c:pt>
                <c:pt idx="116">
                  <c:v>21-06-2000</c:v>
                </c:pt>
                <c:pt idx="117">
                  <c:v>22-06-2000</c:v>
                </c:pt>
                <c:pt idx="118">
                  <c:v>23-06-2000</c:v>
                </c:pt>
                <c:pt idx="119">
                  <c:v>26-06-2000</c:v>
                </c:pt>
                <c:pt idx="120">
                  <c:v>27-06-2000</c:v>
                </c:pt>
                <c:pt idx="121">
                  <c:v>28-06-2000</c:v>
                </c:pt>
                <c:pt idx="122">
                  <c:v>29-06-2000</c:v>
                </c:pt>
                <c:pt idx="123">
                  <c:v>30-06-2000</c:v>
                </c:pt>
                <c:pt idx="124">
                  <c:v>03-07-2000</c:v>
                </c:pt>
                <c:pt idx="125">
                  <c:v>04-07-2000</c:v>
                </c:pt>
                <c:pt idx="126">
                  <c:v>05-07-2000</c:v>
                </c:pt>
                <c:pt idx="127">
                  <c:v>06-07-2000</c:v>
                </c:pt>
                <c:pt idx="128">
                  <c:v>07-07-2000</c:v>
                </c:pt>
                <c:pt idx="129">
                  <c:v>10-07-2000</c:v>
                </c:pt>
                <c:pt idx="130">
                  <c:v>11-07-2000</c:v>
                </c:pt>
                <c:pt idx="131">
                  <c:v>12-07-2000</c:v>
                </c:pt>
                <c:pt idx="132">
                  <c:v>13-07-2000</c:v>
                </c:pt>
                <c:pt idx="133">
                  <c:v>14-07-2000</c:v>
                </c:pt>
                <c:pt idx="134">
                  <c:v>17-07-2000</c:v>
                </c:pt>
                <c:pt idx="135">
                  <c:v>18-07-2000</c:v>
                </c:pt>
                <c:pt idx="136">
                  <c:v>19-07-2000</c:v>
                </c:pt>
                <c:pt idx="137">
                  <c:v>20-07-2000</c:v>
                </c:pt>
                <c:pt idx="138">
                  <c:v>21-07-2000</c:v>
                </c:pt>
                <c:pt idx="139">
                  <c:v>24-07-2000</c:v>
                </c:pt>
                <c:pt idx="140">
                  <c:v>25-07-2000</c:v>
                </c:pt>
                <c:pt idx="141">
                  <c:v>26-07-2000</c:v>
                </c:pt>
                <c:pt idx="142">
                  <c:v>27-07-2000</c:v>
                </c:pt>
                <c:pt idx="143">
                  <c:v>28-07-2000</c:v>
                </c:pt>
                <c:pt idx="144">
                  <c:v>31-07-2000</c:v>
                </c:pt>
                <c:pt idx="145">
                  <c:v>01-08-2000</c:v>
                </c:pt>
                <c:pt idx="146">
                  <c:v>02-08-2000</c:v>
                </c:pt>
                <c:pt idx="147">
                  <c:v>03-08-2000</c:v>
                </c:pt>
                <c:pt idx="148">
                  <c:v>04-08-2000</c:v>
                </c:pt>
                <c:pt idx="149">
                  <c:v>07-08-2000</c:v>
                </c:pt>
                <c:pt idx="150">
                  <c:v>08-08-2000</c:v>
                </c:pt>
                <c:pt idx="151">
                  <c:v>09-08-2000</c:v>
                </c:pt>
                <c:pt idx="152">
                  <c:v>10-08-2000</c:v>
                </c:pt>
                <c:pt idx="153">
                  <c:v>11-08-2000</c:v>
                </c:pt>
                <c:pt idx="154">
                  <c:v>14-08-2000</c:v>
                </c:pt>
                <c:pt idx="155">
                  <c:v>16-08-2000</c:v>
                </c:pt>
                <c:pt idx="156">
                  <c:v>17-08-2000</c:v>
                </c:pt>
                <c:pt idx="157">
                  <c:v>18-08-2000</c:v>
                </c:pt>
                <c:pt idx="158">
                  <c:v>21-08-2000</c:v>
                </c:pt>
                <c:pt idx="159">
                  <c:v>22-08-2000</c:v>
                </c:pt>
                <c:pt idx="160">
                  <c:v>23-08-2000</c:v>
                </c:pt>
                <c:pt idx="161">
                  <c:v>24-08-2000</c:v>
                </c:pt>
                <c:pt idx="162">
                  <c:v>25-08-2000</c:v>
                </c:pt>
                <c:pt idx="163">
                  <c:v>28-08-2000</c:v>
                </c:pt>
                <c:pt idx="164">
                  <c:v>29-08-2000</c:v>
                </c:pt>
                <c:pt idx="165">
                  <c:v>30-08-2000</c:v>
                </c:pt>
                <c:pt idx="166">
                  <c:v>31-08-2000</c:v>
                </c:pt>
                <c:pt idx="167">
                  <c:v>04-09-2000</c:v>
                </c:pt>
                <c:pt idx="168">
                  <c:v>05-09-2000</c:v>
                </c:pt>
                <c:pt idx="169">
                  <c:v>06-09-2000</c:v>
                </c:pt>
                <c:pt idx="170">
                  <c:v>07-09-2000</c:v>
                </c:pt>
                <c:pt idx="171">
                  <c:v>08-09-2000</c:v>
                </c:pt>
                <c:pt idx="172">
                  <c:v>11-09-2000</c:v>
                </c:pt>
                <c:pt idx="173">
                  <c:v>12-09-2000</c:v>
                </c:pt>
                <c:pt idx="174">
                  <c:v>13-09-2000</c:v>
                </c:pt>
                <c:pt idx="175">
                  <c:v>14-09-2000</c:v>
                </c:pt>
                <c:pt idx="176">
                  <c:v>15-09-2000</c:v>
                </c:pt>
                <c:pt idx="177">
                  <c:v>18-09-2000</c:v>
                </c:pt>
                <c:pt idx="178">
                  <c:v>19-09-2000</c:v>
                </c:pt>
                <c:pt idx="179">
                  <c:v>20-09-2000</c:v>
                </c:pt>
                <c:pt idx="180">
                  <c:v>21-09-2000</c:v>
                </c:pt>
                <c:pt idx="181">
                  <c:v>22-09-2000</c:v>
                </c:pt>
                <c:pt idx="182">
                  <c:v>25-09-2000</c:v>
                </c:pt>
                <c:pt idx="183">
                  <c:v>26-09-2000</c:v>
                </c:pt>
                <c:pt idx="184">
                  <c:v>27-09-2000</c:v>
                </c:pt>
                <c:pt idx="185">
                  <c:v>28-09-2000</c:v>
                </c:pt>
                <c:pt idx="186">
                  <c:v>29-09-2000</c:v>
                </c:pt>
                <c:pt idx="187">
                  <c:v>03-10-2000</c:v>
                </c:pt>
                <c:pt idx="188">
                  <c:v>04-10-2000</c:v>
                </c:pt>
                <c:pt idx="189">
                  <c:v>05-10-2000</c:v>
                </c:pt>
                <c:pt idx="190">
                  <c:v>06-10-2000</c:v>
                </c:pt>
                <c:pt idx="191">
                  <c:v>09-10-2000</c:v>
                </c:pt>
                <c:pt idx="192">
                  <c:v>10-10-2000</c:v>
                </c:pt>
                <c:pt idx="193">
                  <c:v>11-10-2000</c:v>
                </c:pt>
                <c:pt idx="194">
                  <c:v>12-10-2000</c:v>
                </c:pt>
                <c:pt idx="195">
                  <c:v>13-10-2000</c:v>
                </c:pt>
                <c:pt idx="196">
                  <c:v>16-10-2000</c:v>
                </c:pt>
                <c:pt idx="197">
                  <c:v>17-10-2000</c:v>
                </c:pt>
                <c:pt idx="198">
                  <c:v>18-10-2000</c:v>
                </c:pt>
                <c:pt idx="199">
                  <c:v>19-10-2000</c:v>
                </c:pt>
                <c:pt idx="200">
                  <c:v>20-10-2000</c:v>
                </c:pt>
                <c:pt idx="201">
                  <c:v>23-10-2000</c:v>
                </c:pt>
                <c:pt idx="202">
                  <c:v>24-10-2000</c:v>
                </c:pt>
                <c:pt idx="203">
                  <c:v>25-10-2000</c:v>
                </c:pt>
                <c:pt idx="204">
                  <c:v>26-10-2000</c:v>
                </c:pt>
                <c:pt idx="205">
                  <c:v>27-10-2000</c:v>
                </c:pt>
                <c:pt idx="206">
                  <c:v>30-10-2000</c:v>
                </c:pt>
                <c:pt idx="207">
                  <c:v>31-10-2000</c:v>
                </c:pt>
                <c:pt idx="208">
                  <c:v>01-11-2000</c:v>
                </c:pt>
                <c:pt idx="209">
                  <c:v>02-11-2000</c:v>
                </c:pt>
                <c:pt idx="210">
                  <c:v>03-11-2000</c:v>
                </c:pt>
                <c:pt idx="211">
                  <c:v>06-11-2000</c:v>
                </c:pt>
                <c:pt idx="212">
                  <c:v>07-11-2000</c:v>
                </c:pt>
                <c:pt idx="213">
                  <c:v>08-11-2000</c:v>
                </c:pt>
                <c:pt idx="214">
                  <c:v>09-11-2000</c:v>
                </c:pt>
                <c:pt idx="215">
                  <c:v>10-11-2000</c:v>
                </c:pt>
                <c:pt idx="216">
                  <c:v>13-11-2000</c:v>
                </c:pt>
                <c:pt idx="217">
                  <c:v>14-11-2000</c:v>
                </c:pt>
                <c:pt idx="218">
                  <c:v>15-11-2000</c:v>
                </c:pt>
                <c:pt idx="219">
                  <c:v>16-11-2000</c:v>
                </c:pt>
                <c:pt idx="220">
                  <c:v>17-11-2000</c:v>
                </c:pt>
                <c:pt idx="221">
                  <c:v>20-11-2000</c:v>
                </c:pt>
                <c:pt idx="222">
                  <c:v>21-11-2000</c:v>
                </c:pt>
                <c:pt idx="223">
                  <c:v>22-11-2000</c:v>
                </c:pt>
                <c:pt idx="224">
                  <c:v>23-11-2000</c:v>
                </c:pt>
                <c:pt idx="225">
                  <c:v>24-11-2000</c:v>
                </c:pt>
                <c:pt idx="226">
                  <c:v>27-11-2000</c:v>
                </c:pt>
                <c:pt idx="227">
                  <c:v>28-11-2000</c:v>
                </c:pt>
                <c:pt idx="228">
                  <c:v>29-11-2000</c:v>
                </c:pt>
                <c:pt idx="229">
                  <c:v>30-11-2000</c:v>
                </c:pt>
                <c:pt idx="230">
                  <c:v>01-12-2000</c:v>
                </c:pt>
                <c:pt idx="231">
                  <c:v>04-12-2000</c:v>
                </c:pt>
                <c:pt idx="232">
                  <c:v>05-12-2000</c:v>
                </c:pt>
                <c:pt idx="233">
                  <c:v>06-12-2000</c:v>
                </c:pt>
                <c:pt idx="234">
                  <c:v>07-12-2000</c:v>
                </c:pt>
                <c:pt idx="235">
                  <c:v>08-12-2000</c:v>
                </c:pt>
                <c:pt idx="236">
                  <c:v>11-12-2000</c:v>
                </c:pt>
                <c:pt idx="237">
                  <c:v>12-12-2000</c:v>
                </c:pt>
                <c:pt idx="238">
                  <c:v>13-12-2000</c:v>
                </c:pt>
                <c:pt idx="239">
                  <c:v>14-12-2000</c:v>
                </c:pt>
                <c:pt idx="240">
                  <c:v>15-12-2000</c:v>
                </c:pt>
                <c:pt idx="241">
                  <c:v>18-12-2000</c:v>
                </c:pt>
                <c:pt idx="242">
                  <c:v>19-12-2000</c:v>
                </c:pt>
                <c:pt idx="243">
                  <c:v>20-12-2000</c:v>
                </c:pt>
                <c:pt idx="244">
                  <c:v>21-12-2000</c:v>
                </c:pt>
                <c:pt idx="245">
                  <c:v>22-12-2000</c:v>
                </c:pt>
                <c:pt idx="246">
                  <c:v>26-12-2000</c:v>
                </c:pt>
                <c:pt idx="247">
                  <c:v>27-12-2000</c:v>
                </c:pt>
                <c:pt idx="248">
                  <c:v>28-12-2000</c:v>
                </c:pt>
                <c:pt idx="249">
                  <c:v>29-12-2000</c:v>
                </c:pt>
                <c:pt idx="250">
                  <c:v>01-01-2001</c:v>
                </c:pt>
                <c:pt idx="251">
                  <c:v>02-01-2001</c:v>
                </c:pt>
                <c:pt idx="252">
                  <c:v>03-01-2001</c:v>
                </c:pt>
                <c:pt idx="253">
                  <c:v>04-01-2001</c:v>
                </c:pt>
                <c:pt idx="254">
                  <c:v>05-01-2001</c:v>
                </c:pt>
                <c:pt idx="255">
                  <c:v>08-01-2001</c:v>
                </c:pt>
                <c:pt idx="256">
                  <c:v>09-01-2001</c:v>
                </c:pt>
                <c:pt idx="257">
                  <c:v>10-01-2001</c:v>
                </c:pt>
                <c:pt idx="258">
                  <c:v>11-01-2001</c:v>
                </c:pt>
                <c:pt idx="259">
                  <c:v>12-01-2001</c:v>
                </c:pt>
                <c:pt idx="260">
                  <c:v>15-01-2001</c:v>
                </c:pt>
                <c:pt idx="261">
                  <c:v>16-01-2001</c:v>
                </c:pt>
                <c:pt idx="262">
                  <c:v>17-01-2001</c:v>
                </c:pt>
                <c:pt idx="263">
                  <c:v>18-01-2001</c:v>
                </c:pt>
                <c:pt idx="264">
                  <c:v>19-01-2001</c:v>
                </c:pt>
                <c:pt idx="265">
                  <c:v>22-01-2001</c:v>
                </c:pt>
                <c:pt idx="266">
                  <c:v>23-01-2001</c:v>
                </c:pt>
                <c:pt idx="267">
                  <c:v>24-01-2001</c:v>
                </c:pt>
                <c:pt idx="268">
                  <c:v>25-01-2001</c:v>
                </c:pt>
                <c:pt idx="269">
                  <c:v>29-01-2001</c:v>
                </c:pt>
                <c:pt idx="270">
                  <c:v>30-01-2001</c:v>
                </c:pt>
                <c:pt idx="271">
                  <c:v>31-01-2001</c:v>
                </c:pt>
                <c:pt idx="272">
                  <c:v>01-02-2001</c:v>
                </c:pt>
                <c:pt idx="273">
                  <c:v>02-02-2001</c:v>
                </c:pt>
                <c:pt idx="274">
                  <c:v>05-02-2001</c:v>
                </c:pt>
                <c:pt idx="275">
                  <c:v>06-02-2001</c:v>
                </c:pt>
                <c:pt idx="276">
                  <c:v>07-02-2001</c:v>
                </c:pt>
                <c:pt idx="277">
                  <c:v>08-02-2001</c:v>
                </c:pt>
                <c:pt idx="278">
                  <c:v>09-02-2001</c:v>
                </c:pt>
                <c:pt idx="279">
                  <c:v>12-02-2001</c:v>
                </c:pt>
                <c:pt idx="280">
                  <c:v>13-02-2001</c:v>
                </c:pt>
                <c:pt idx="281">
                  <c:v>14-02-2001</c:v>
                </c:pt>
                <c:pt idx="282">
                  <c:v>15-02-2001</c:v>
                </c:pt>
                <c:pt idx="283">
                  <c:v>16-02-2001</c:v>
                </c:pt>
                <c:pt idx="284">
                  <c:v>19-02-2001</c:v>
                </c:pt>
                <c:pt idx="285">
                  <c:v>20-02-2001</c:v>
                </c:pt>
                <c:pt idx="286">
                  <c:v>21-02-2001</c:v>
                </c:pt>
                <c:pt idx="287">
                  <c:v>22-02-2001</c:v>
                </c:pt>
                <c:pt idx="288">
                  <c:v>23-02-2001</c:v>
                </c:pt>
                <c:pt idx="289">
                  <c:v>26-02-2001</c:v>
                </c:pt>
                <c:pt idx="290">
                  <c:v>27-02-2001</c:v>
                </c:pt>
                <c:pt idx="291">
                  <c:v>28-02-2001</c:v>
                </c:pt>
                <c:pt idx="292">
                  <c:v>01-03-2001</c:v>
                </c:pt>
                <c:pt idx="293">
                  <c:v>02-03-2001</c:v>
                </c:pt>
                <c:pt idx="294">
                  <c:v>05-03-2001</c:v>
                </c:pt>
                <c:pt idx="295">
                  <c:v>07-03-2001</c:v>
                </c:pt>
                <c:pt idx="296">
                  <c:v>08-03-2001</c:v>
                </c:pt>
                <c:pt idx="297">
                  <c:v>09-03-2001</c:v>
                </c:pt>
                <c:pt idx="298">
                  <c:v>12-03-2001</c:v>
                </c:pt>
                <c:pt idx="299">
                  <c:v>13-03-2001</c:v>
                </c:pt>
                <c:pt idx="300">
                  <c:v>14-03-2001</c:v>
                </c:pt>
                <c:pt idx="301">
                  <c:v>15-03-2001</c:v>
                </c:pt>
                <c:pt idx="302">
                  <c:v>16-03-2001</c:v>
                </c:pt>
                <c:pt idx="303">
                  <c:v>19-03-2001</c:v>
                </c:pt>
                <c:pt idx="304">
                  <c:v>20-03-2001</c:v>
                </c:pt>
                <c:pt idx="305">
                  <c:v>21-03-2001</c:v>
                </c:pt>
                <c:pt idx="306">
                  <c:v>22-03-2001</c:v>
                </c:pt>
                <c:pt idx="307">
                  <c:v>23-03-2001</c:v>
                </c:pt>
                <c:pt idx="308">
                  <c:v>26-03-2001</c:v>
                </c:pt>
                <c:pt idx="309">
                  <c:v>27-03-2001</c:v>
                </c:pt>
                <c:pt idx="310">
                  <c:v>28-03-2001</c:v>
                </c:pt>
                <c:pt idx="311">
                  <c:v>29-03-2001</c:v>
                </c:pt>
                <c:pt idx="312">
                  <c:v>30-03-2001</c:v>
                </c:pt>
                <c:pt idx="313">
                  <c:v>02-04-2001</c:v>
                </c:pt>
                <c:pt idx="314">
                  <c:v>03-04-2001</c:v>
                </c:pt>
                <c:pt idx="315">
                  <c:v>04-04-2001</c:v>
                </c:pt>
                <c:pt idx="316">
                  <c:v>06-04-2001</c:v>
                </c:pt>
                <c:pt idx="317">
                  <c:v>09-04-2001</c:v>
                </c:pt>
                <c:pt idx="318">
                  <c:v>10-04-2001</c:v>
                </c:pt>
                <c:pt idx="319">
                  <c:v>11-04-2001</c:v>
                </c:pt>
                <c:pt idx="320">
                  <c:v>12-04-2001</c:v>
                </c:pt>
                <c:pt idx="321">
                  <c:v>16-04-2001</c:v>
                </c:pt>
                <c:pt idx="322">
                  <c:v>17-04-2001</c:v>
                </c:pt>
                <c:pt idx="323">
                  <c:v>18-04-2001</c:v>
                </c:pt>
                <c:pt idx="324">
                  <c:v>19-04-2001</c:v>
                </c:pt>
                <c:pt idx="325">
                  <c:v>20-04-2001</c:v>
                </c:pt>
                <c:pt idx="326">
                  <c:v>23-04-2001</c:v>
                </c:pt>
                <c:pt idx="327">
                  <c:v>24-04-2001</c:v>
                </c:pt>
                <c:pt idx="328">
                  <c:v>25-04-2001</c:v>
                </c:pt>
                <c:pt idx="329">
                  <c:v>26-04-2001</c:v>
                </c:pt>
                <c:pt idx="330">
                  <c:v>27-04-2001</c:v>
                </c:pt>
                <c:pt idx="331">
                  <c:v>30-04-2001</c:v>
                </c:pt>
                <c:pt idx="332">
                  <c:v>02-05-2001</c:v>
                </c:pt>
                <c:pt idx="333">
                  <c:v>03-05-2001</c:v>
                </c:pt>
                <c:pt idx="334">
                  <c:v>04-05-2001</c:v>
                </c:pt>
                <c:pt idx="335">
                  <c:v>07-05-2001</c:v>
                </c:pt>
                <c:pt idx="336">
                  <c:v>08-05-2001</c:v>
                </c:pt>
                <c:pt idx="337">
                  <c:v>09-05-2001</c:v>
                </c:pt>
                <c:pt idx="338">
                  <c:v>10-05-2001</c:v>
                </c:pt>
                <c:pt idx="339">
                  <c:v>11-05-2001</c:v>
                </c:pt>
                <c:pt idx="340">
                  <c:v>14-05-2001</c:v>
                </c:pt>
                <c:pt idx="341">
                  <c:v>15-05-2001</c:v>
                </c:pt>
                <c:pt idx="342">
                  <c:v>16-05-2001</c:v>
                </c:pt>
                <c:pt idx="343">
                  <c:v>17-05-2001</c:v>
                </c:pt>
                <c:pt idx="344">
                  <c:v>18-05-2001</c:v>
                </c:pt>
                <c:pt idx="345">
                  <c:v>21-05-2001</c:v>
                </c:pt>
                <c:pt idx="346">
                  <c:v>22-05-2001</c:v>
                </c:pt>
                <c:pt idx="347">
                  <c:v>23-05-2001</c:v>
                </c:pt>
                <c:pt idx="348">
                  <c:v>24-05-2001</c:v>
                </c:pt>
                <c:pt idx="349">
                  <c:v>25-05-2001</c:v>
                </c:pt>
                <c:pt idx="350">
                  <c:v>28-05-2001</c:v>
                </c:pt>
                <c:pt idx="351">
                  <c:v>29-05-2001</c:v>
                </c:pt>
                <c:pt idx="352">
                  <c:v>30-05-2001</c:v>
                </c:pt>
                <c:pt idx="353">
                  <c:v>31-05-2001</c:v>
                </c:pt>
                <c:pt idx="354">
                  <c:v>01-06-2001</c:v>
                </c:pt>
                <c:pt idx="355">
                  <c:v>04-06-2001</c:v>
                </c:pt>
                <c:pt idx="356">
                  <c:v>05-06-2001</c:v>
                </c:pt>
                <c:pt idx="357">
                  <c:v>06-06-2001</c:v>
                </c:pt>
                <c:pt idx="358">
                  <c:v>07-06-2001</c:v>
                </c:pt>
                <c:pt idx="359">
                  <c:v>08-06-2001</c:v>
                </c:pt>
                <c:pt idx="360">
                  <c:v>11-06-2001</c:v>
                </c:pt>
                <c:pt idx="361">
                  <c:v>12-06-2001</c:v>
                </c:pt>
                <c:pt idx="362">
                  <c:v>13-06-2001</c:v>
                </c:pt>
                <c:pt idx="363">
                  <c:v>14-06-2001</c:v>
                </c:pt>
                <c:pt idx="364">
                  <c:v>15-06-2001</c:v>
                </c:pt>
                <c:pt idx="365">
                  <c:v>18-06-2001</c:v>
                </c:pt>
                <c:pt idx="366">
                  <c:v>19-06-2001</c:v>
                </c:pt>
                <c:pt idx="367">
                  <c:v>20-06-2001</c:v>
                </c:pt>
                <c:pt idx="368">
                  <c:v>21-06-2001</c:v>
                </c:pt>
                <c:pt idx="369">
                  <c:v>22-06-2001</c:v>
                </c:pt>
                <c:pt idx="370">
                  <c:v>25-06-2001</c:v>
                </c:pt>
                <c:pt idx="371">
                  <c:v>26-06-2001</c:v>
                </c:pt>
                <c:pt idx="372">
                  <c:v>27-06-2001</c:v>
                </c:pt>
                <c:pt idx="373">
                  <c:v>28-06-2001</c:v>
                </c:pt>
                <c:pt idx="374">
                  <c:v>29-06-2001</c:v>
                </c:pt>
                <c:pt idx="375">
                  <c:v>02-07-2001</c:v>
                </c:pt>
                <c:pt idx="376">
                  <c:v>03-07-2001</c:v>
                </c:pt>
                <c:pt idx="377">
                  <c:v>04-07-2001</c:v>
                </c:pt>
                <c:pt idx="378">
                  <c:v>05-07-2001</c:v>
                </c:pt>
                <c:pt idx="379">
                  <c:v>06-07-2001</c:v>
                </c:pt>
                <c:pt idx="380">
                  <c:v>09-07-2001</c:v>
                </c:pt>
                <c:pt idx="381">
                  <c:v>10-07-2001</c:v>
                </c:pt>
                <c:pt idx="382">
                  <c:v>11-07-2001</c:v>
                </c:pt>
                <c:pt idx="383">
                  <c:v>12-07-2001</c:v>
                </c:pt>
                <c:pt idx="384">
                  <c:v>13-07-2001</c:v>
                </c:pt>
                <c:pt idx="385">
                  <c:v>16-07-2001</c:v>
                </c:pt>
                <c:pt idx="386">
                  <c:v>17-07-2001</c:v>
                </c:pt>
                <c:pt idx="387">
                  <c:v>18-07-2001</c:v>
                </c:pt>
                <c:pt idx="388">
                  <c:v>19-07-2001</c:v>
                </c:pt>
                <c:pt idx="389">
                  <c:v>20-07-2001</c:v>
                </c:pt>
                <c:pt idx="390">
                  <c:v>23-07-2001</c:v>
                </c:pt>
                <c:pt idx="391">
                  <c:v>24-07-2001</c:v>
                </c:pt>
                <c:pt idx="392">
                  <c:v>25-07-2001</c:v>
                </c:pt>
                <c:pt idx="393">
                  <c:v>26-07-2001</c:v>
                </c:pt>
                <c:pt idx="394">
                  <c:v>27-07-2001</c:v>
                </c:pt>
                <c:pt idx="395">
                  <c:v>30-07-2001</c:v>
                </c:pt>
                <c:pt idx="396">
                  <c:v>31-07-2001</c:v>
                </c:pt>
                <c:pt idx="397">
                  <c:v>01-08-2001</c:v>
                </c:pt>
                <c:pt idx="398">
                  <c:v>02-08-2001</c:v>
                </c:pt>
                <c:pt idx="399">
                  <c:v>03-08-2001</c:v>
                </c:pt>
                <c:pt idx="400">
                  <c:v>06-08-2001</c:v>
                </c:pt>
                <c:pt idx="401">
                  <c:v>07-08-2001</c:v>
                </c:pt>
                <c:pt idx="402">
                  <c:v>08-08-2001</c:v>
                </c:pt>
                <c:pt idx="403">
                  <c:v>09-08-2001</c:v>
                </c:pt>
                <c:pt idx="404">
                  <c:v>10-08-2001</c:v>
                </c:pt>
                <c:pt idx="405">
                  <c:v>13-08-2001</c:v>
                </c:pt>
                <c:pt idx="406">
                  <c:v>14-08-2001</c:v>
                </c:pt>
                <c:pt idx="407">
                  <c:v>16-08-2001</c:v>
                </c:pt>
                <c:pt idx="408">
                  <c:v>17-08-2001</c:v>
                </c:pt>
                <c:pt idx="409">
                  <c:v>20-08-2001</c:v>
                </c:pt>
                <c:pt idx="410">
                  <c:v>21-08-2001</c:v>
                </c:pt>
                <c:pt idx="411">
                  <c:v>23-08-2001</c:v>
                </c:pt>
                <c:pt idx="412">
                  <c:v>24-08-2001</c:v>
                </c:pt>
                <c:pt idx="413">
                  <c:v>27-08-2001</c:v>
                </c:pt>
                <c:pt idx="414">
                  <c:v>28-08-2001</c:v>
                </c:pt>
                <c:pt idx="415">
                  <c:v>29-08-2001</c:v>
                </c:pt>
                <c:pt idx="416">
                  <c:v>30-08-2001</c:v>
                </c:pt>
                <c:pt idx="417">
                  <c:v>31-08-2001</c:v>
                </c:pt>
                <c:pt idx="418">
                  <c:v>03-09-2001</c:v>
                </c:pt>
                <c:pt idx="419">
                  <c:v>04-09-2001</c:v>
                </c:pt>
                <c:pt idx="420">
                  <c:v>05-09-2001</c:v>
                </c:pt>
                <c:pt idx="421">
                  <c:v>06-09-2001</c:v>
                </c:pt>
                <c:pt idx="422">
                  <c:v>07-09-2001</c:v>
                </c:pt>
                <c:pt idx="423">
                  <c:v>10-09-2001</c:v>
                </c:pt>
                <c:pt idx="424">
                  <c:v>11-09-2001</c:v>
                </c:pt>
                <c:pt idx="425">
                  <c:v>12-09-2001</c:v>
                </c:pt>
                <c:pt idx="426">
                  <c:v>13-09-2001</c:v>
                </c:pt>
                <c:pt idx="427">
                  <c:v>14-09-2001</c:v>
                </c:pt>
                <c:pt idx="428">
                  <c:v>17-09-2001</c:v>
                </c:pt>
                <c:pt idx="429">
                  <c:v>18-09-2001</c:v>
                </c:pt>
                <c:pt idx="430">
                  <c:v>19-09-2001</c:v>
                </c:pt>
                <c:pt idx="431">
                  <c:v>20-09-2001</c:v>
                </c:pt>
                <c:pt idx="432">
                  <c:v>21-09-2001</c:v>
                </c:pt>
                <c:pt idx="433">
                  <c:v>24-09-2001</c:v>
                </c:pt>
                <c:pt idx="434">
                  <c:v>25-09-2001</c:v>
                </c:pt>
                <c:pt idx="435">
                  <c:v>26-09-2001</c:v>
                </c:pt>
                <c:pt idx="436">
                  <c:v>27-09-2001</c:v>
                </c:pt>
                <c:pt idx="437">
                  <c:v>28-09-2001</c:v>
                </c:pt>
                <c:pt idx="438">
                  <c:v>01-10-2001</c:v>
                </c:pt>
                <c:pt idx="439">
                  <c:v>03-10-2001</c:v>
                </c:pt>
                <c:pt idx="440">
                  <c:v>04-10-2001</c:v>
                </c:pt>
                <c:pt idx="441">
                  <c:v>05-10-2001</c:v>
                </c:pt>
                <c:pt idx="442">
                  <c:v>08-10-2001</c:v>
                </c:pt>
                <c:pt idx="443">
                  <c:v>09-10-2001</c:v>
                </c:pt>
                <c:pt idx="444">
                  <c:v>10-10-2001</c:v>
                </c:pt>
                <c:pt idx="445">
                  <c:v>11-10-2001</c:v>
                </c:pt>
                <c:pt idx="446">
                  <c:v>12-10-2001</c:v>
                </c:pt>
                <c:pt idx="447">
                  <c:v>15-10-2001</c:v>
                </c:pt>
                <c:pt idx="448">
                  <c:v>16-10-2001</c:v>
                </c:pt>
                <c:pt idx="449">
                  <c:v>17-10-2001</c:v>
                </c:pt>
                <c:pt idx="450">
                  <c:v>18-10-2001</c:v>
                </c:pt>
                <c:pt idx="451">
                  <c:v>19-10-2001</c:v>
                </c:pt>
                <c:pt idx="452">
                  <c:v>22-10-2001</c:v>
                </c:pt>
                <c:pt idx="453">
                  <c:v>23-10-2001</c:v>
                </c:pt>
                <c:pt idx="454">
                  <c:v>24-10-2001</c:v>
                </c:pt>
                <c:pt idx="455">
                  <c:v>25-10-2001</c:v>
                </c:pt>
                <c:pt idx="456">
                  <c:v>29-10-2001</c:v>
                </c:pt>
                <c:pt idx="457">
                  <c:v>30-10-2001</c:v>
                </c:pt>
                <c:pt idx="458">
                  <c:v>31-10-2001</c:v>
                </c:pt>
                <c:pt idx="459">
                  <c:v>01-11-2001</c:v>
                </c:pt>
                <c:pt idx="460">
                  <c:v>02-11-2001</c:v>
                </c:pt>
                <c:pt idx="461">
                  <c:v>05-11-2001</c:v>
                </c:pt>
                <c:pt idx="462">
                  <c:v>06-11-2001</c:v>
                </c:pt>
                <c:pt idx="463">
                  <c:v>07-11-2001</c:v>
                </c:pt>
                <c:pt idx="464">
                  <c:v>08-11-2001</c:v>
                </c:pt>
                <c:pt idx="465">
                  <c:v>09-11-2001</c:v>
                </c:pt>
                <c:pt idx="466">
                  <c:v>12-11-2001</c:v>
                </c:pt>
                <c:pt idx="467">
                  <c:v>13-11-2001</c:v>
                </c:pt>
                <c:pt idx="468">
                  <c:v>14-11-2001</c:v>
                </c:pt>
                <c:pt idx="469">
                  <c:v>15-11-2001</c:v>
                </c:pt>
                <c:pt idx="470">
                  <c:v>19-11-2001</c:v>
                </c:pt>
                <c:pt idx="471">
                  <c:v>20-11-2001</c:v>
                </c:pt>
                <c:pt idx="472">
                  <c:v>21-11-2001</c:v>
                </c:pt>
                <c:pt idx="473">
                  <c:v>22-11-2001</c:v>
                </c:pt>
                <c:pt idx="474">
                  <c:v>23-11-2001</c:v>
                </c:pt>
                <c:pt idx="475">
                  <c:v>26-11-2001</c:v>
                </c:pt>
                <c:pt idx="476">
                  <c:v>27-11-2001</c:v>
                </c:pt>
                <c:pt idx="477">
                  <c:v>28-11-2001</c:v>
                </c:pt>
                <c:pt idx="478">
                  <c:v>29-11-2001</c:v>
                </c:pt>
                <c:pt idx="479">
                  <c:v>03-12-2001</c:v>
                </c:pt>
                <c:pt idx="480">
                  <c:v>04-12-2001</c:v>
                </c:pt>
                <c:pt idx="481">
                  <c:v>05-12-2001</c:v>
                </c:pt>
                <c:pt idx="482">
                  <c:v>06-12-2001</c:v>
                </c:pt>
                <c:pt idx="483">
                  <c:v>07-12-2001</c:v>
                </c:pt>
                <c:pt idx="484">
                  <c:v>10-12-2001</c:v>
                </c:pt>
                <c:pt idx="485">
                  <c:v>11-12-2001</c:v>
                </c:pt>
                <c:pt idx="486">
                  <c:v>12-12-2001</c:v>
                </c:pt>
                <c:pt idx="487">
                  <c:v>13-12-2001</c:v>
                </c:pt>
                <c:pt idx="488">
                  <c:v>14-12-2001</c:v>
                </c:pt>
                <c:pt idx="489">
                  <c:v>18-12-2001</c:v>
                </c:pt>
                <c:pt idx="490">
                  <c:v>19-12-2001</c:v>
                </c:pt>
                <c:pt idx="491">
                  <c:v>20-12-2001</c:v>
                </c:pt>
                <c:pt idx="492">
                  <c:v>21-12-2001</c:v>
                </c:pt>
                <c:pt idx="493">
                  <c:v>24-12-2001</c:v>
                </c:pt>
                <c:pt idx="494">
                  <c:v>26-12-2001</c:v>
                </c:pt>
                <c:pt idx="495">
                  <c:v>27-12-2001</c:v>
                </c:pt>
                <c:pt idx="496">
                  <c:v>28-12-2001</c:v>
                </c:pt>
                <c:pt idx="497">
                  <c:v>31-12-2001</c:v>
                </c:pt>
                <c:pt idx="498">
                  <c:v>01-01-2002</c:v>
                </c:pt>
                <c:pt idx="499">
                  <c:v>02-01-2002</c:v>
                </c:pt>
                <c:pt idx="500">
                  <c:v>03-01-2002</c:v>
                </c:pt>
                <c:pt idx="501">
                  <c:v>04-01-2002</c:v>
                </c:pt>
                <c:pt idx="502">
                  <c:v>07-01-2002</c:v>
                </c:pt>
                <c:pt idx="503">
                  <c:v>08-01-2002</c:v>
                </c:pt>
                <c:pt idx="504">
                  <c:v>09-01-2002</c:v>
                </c:pt>
                <c:pt idx="505">
                  <c:v>10-01-2002</c:v>
                </c:pt>
                <c:pt idx="506">
                  <c:v>11-01-2002</c:v>
                </c:pt>
                <c:pt idx="507">
                  <c:v>14-01-2002</c:v>
                </c:pt>
                <c:pt idx="508">
                  <c:v>15-01-2002</c:v>
                </c:pt>
                <c:pt idx="509">
                  <c:v>16-01-2002</c:v>
                </c:pt>
                <c:pt idx="510">
                  <c:v>17-01-2002</c:v>
                </c:pt>
                <c:pt idx="511">
                  <c:v>18-01-2002</c:v>
                </c:pt>
                <c:pt idx="512">
                  <c:v>21-01-2002</c:v>
                </c:pt>
                <c:pt idx="513">
                  <c:v>22-01-2002</c:v>
                </c:pt>
                <c:pt idx="514">
                  <c:v>23-01-2002</c:v>
                </c:pt>
                <c:pt idx="515">
                  <c:v>24-01-2002</c:v>
                </c:pt>
                <c:pt idx="516">
                  <c:v>25-01-2002</c:v>
                </c:pt>
                <c:pt idx="517">
                  <c:v>28-01-2002</c:v>
                </c:pt>
                <c:pt idx="518">
                  <c:v>29-01-2002</c:v>
                </c:pt>
                <c:pt idx="519">
                  <c:v>30-01-2002</c:v>
                </c:pt>
                <c:pt idx="520">
                  <c:v>31-01-2002</c:v>
                </c:pt>
                <c:pt idx="521">
                  <c:v>01-02-2002</c:v>
                </c:pt>
                <c:pt idx="522">
                  <c:v>04-02-2002</c:v>
                </c:pt>
                <c:pt idx="523">
                  <c:v>05-02-2002</c:v>
                </c:pt>
                <c:pt idx="524">
                  <c:v>06-02-2002</c:v>
                </c:pt>
                <c:pt idx="525">
                  <c:v>07-02-2002</c:v>
                </c:pt>
                <c:pt idx="526">
                  <c:v>08-02-2002</c:v>
                </c:pt>
                <c:pt idx="527">
                  <c:v>11-02-2002</c:v>
                </c:pt>
                <c:pt idx="528">
                  <c:v>12-02-2002</c:v>
                </c:pt>
                <c:pt idx="529">
                  <c:v>13-02-2002</c:v>
                </c:pt>
                <c:pt idx="530">
                  <c:v>14-02-2002</c:v>
                </c:pt>
                <c:pt idx="531">
                  <c:v>15-02-2002</c:v>
                </c:pt>
                <c:pt idx="532">
                  <c:v>18-02-2002</c:v>
                </c:pt>
                <c:pt idx="533">
                  <c:v>19-02-2002</c:v>
                </c:pt>
                <c:pt idx="534">
                  <c:v>20-02-2002</c:v>
                </c:pt>
                <c:pt idx="535">
                  <c:v>21-02-2002</c:v>
                </c:pt>
                <c:pt idx="536">
                  <c:v>22-02-2002</c:v>
                </c:pt>
                <c:pt idx="537">
                  <c:v>25-02-2002</c:v>
                </c:pt>
                <c:pt idx="538">
                  <c:v>26-02-2002</c:v>
                </c:pt>
                <c:pt idx="539">
                  <c:v>27-02-2002</c:v>
                </c:pt>
                <c:pt idx="540">
                  <c:v>28-02-2002</c:v>
                </c:pt>
                <c:pt idx="541">
                  <c:v>01-03-2002</c:v>
                </c:pt>
                <c:pt idx="542">
                  <c:v>04-03-2002</c:v>
                </c:pt>
                <c:pt idx="543">
                  <c:v>05-03-2002</c:v>
                </c:pt>
                <c:pt idx="544">
                  <c:v>06-03-2002</c:v>
                </c:pt>
                <c:pt idx="545">
                  <c:v>07-03-2002</c:v>
                </c:pt>
                <c:pt idx="546">
                  <c:v>08-03-2002</c:v>
                </c:pt>
                <c:pt idx="547">
                  <c:v>11-03-2002</c:v>
                </c:pt>
                <c:pt idx="548">
                  <c:v>12-03-2002</c:v>
                </c:pt>
                <c:pt idx="549">
                  <c:v>13-03-2002</c:v>
                </c:pt>
                <c:pt idx="550">
                  <c:v>14-03-2002</c:v>
                </c:pt>
                <c:pt idx="551">
                  <c:v>15-03-2002</c:v>
                </c:pt>
                <c:pt idx="552">
                  <c:v>18-03-2002</c:v>
                </c:pt>
                <c:pt idx="553">
                  <c:v>19-03-2002</c:v>
                </c:pt>
                <c:pt idx="554">
                  <c:v>20-03-2002</c:v>
                </c:pt>
                <c:pt idx="555">
                  <c:v>21-03-2002</c:v>
                </c:pt>
                <c:pt idx="556">
                  <c:v>22-03-2002</c:v>
                </c:pt>
                <c:pt idx="557">
                  <c:v>26-03-2002</c:v>
                </c:pt>
                <c:pt idx="558">
                  <c:v>27-03-2002</c:v>
                </c:pt>
                <c:pt idx="559">
                  <c:v>28-03-2002</c:v>
                </c:pt>
                <c:pt idx="560">
                  <c:v>01-04-2002</c:v>
                </c:pt>
                <c:pt idx="561">
                  <c:v>02-04-2002</c:v>
                </c:pt>
                <c:pt idx="562">
                  <c:v>03-04-2002</c:v>
                </c:pt>
                <c:pt idx="563">
                  <c:v>04-04-2002</c:v>
                </c:pt>
                <c:pt idx="564">
                  <c:v>05-04-2002</c:v>
                </c:pt>
                <c:pt idx="565">
                  <c:v>08-04-2002</c:v>
                </c:pt>
                <c:pt idx="566">
                  <c:v>09-04-2002</c:v>
                </c:pt>
                <c:pt idx="567">
                  <c:v>10-04-2002</c:v>
                </c:pt>
                <c:pt idx="568">
                  <c:v>11-04-2002</c:v>
                </c:pt>
                <c:pt idx="569">
                  <c:v>12-04-2002</c:v>
                </c:pt>
                <c:pt idx="570">
                  <c:v>15-04-2002</c:v>
                </c:pt>
                <c:pt idx="571">
                  <c:v>16-04-2002</c:v>
                </c:pt>
                <c:pt idx="572">
                  <c:v>17-04-2002</c:v>
                </c:pt>
                <c:pt idx="573">
                  <c:v>18-04-2002</c:v>
                </c:pt>
                <c:pt idx="574">
                  <c:v>19-04-2002</c:v>
                </c:pt>
                <c:pt idx="575">
                  <c:v>22-04-2002</c:v>
                </c:pt>
                <c:pt idx="576">
                  <c:v>23-04-2002</c:v>
                </c:pt>
                <c:pt idx="577">
                  <c:v>24-04-2002</c:v>
                </c:pt>
                <c:pt idx="578">
                  <c:v>25-04-2002</c:v>
                </c:pt>
                <c:pt idx="579">
                  <c:v>26-04-2002</c:v>
                </c:pt>
                <c:pt idx="580">
                  <c:v>29-04-2002</c:v>
                </c:pt>
                <c:pt idx="581">
                  <c:v>30-04-2002</c:v>
                </c:pt>
                <c:pt idx="582">
                  <c:v>02-05-2002</c:v>
                </c:pt>
                <c:pt idx="583">
                  <c:v>03-05-2002</c:v>
                </c:pt>
                <c:pt idx="584">
                  <c:v>06-05-2002</c:v>
                </c:pt>
                <c:pt idx="585">
                  <c:v>07-05-2002</c:v>
                </c:pt>
                <c:pt idx="586">
                  <c:v>08-05-2002</c:v>
                </c:pt>
                <c:pt idx="587">
                  <c:v>09-05-2002</c:v>
                </c:pt>
                <c:pt idx="588">
                  <c:v>10-05-2002</c:v>
                </c:pt>
                <c:pt idx="589">
                  <c:v>13-05-2002</c:v>
                </c:pt>
                <c:pt idx="590">
                  <c:v>14-05-2002</c:v>
                </c:pt>
                <c:pt idx="591">
                  <c:v>15-05-2002</c:v>
                </c:pt>
                <c:pt idx="592">
                  <c:v>16-05-2002</c:v>
                </c:pt>
                <c:pt idx="593">
                  <c:v>17-05-2002</c:v>
                </c:pt>
                <c:pt idx="594">
                  <c:v>20-05-2002</c:v>
                </c:pt>
                <c:pt idx="595">
                  <c:v>21-05-2002</c:v>
                </c:pt>
                <c:pt idx="596">
                  <c:v>22-05-2002</c:v>
                </c:pt>
                <c:pt idx="597">
                  <c:v>23-05-2002</c:v>
                </c:pt>
                <c:pt idx="598">
                  <c:v>24-05-2002</c:v>
                </c:pt>
                <c:pt idx="599">
                  <c:v>27-05-2002</c:v>
                </c:pt>
                <c:pt idx="600">
                  <c:v>28-05-2002</c:v>
                </c:pt>
                <c:pt idx="601">
                  <c:v>29-05-2002</c:v>
                </c:pt>
                <c:pt idx="602">
                  <c:v>30-05-2002</c:v>
                </c:pt>
                <c:pt idx="603">
                  <c:v>31-05-2002</c:v>
                </c:pt>
                <c:pt idx="604">
                  <c:v>03-06-2002</c:v>
                </c:pt>
                <c:pt idx="605">
                  <c:v>04-06-2002</c:v>
                </c:pt>
                <c:pt idx="606">
                  <c:v>05-06-2002</c:v>
                </c:pt>
                <c:pt idx="607">
                  <c:v>06-06-2002</c:v>
                </c:pt>
                <c:pt idx="608">
                  <c:v>07-06-2002</c:v>
                </c:pt>
                <c:pt idx="609">
                  <c:v>10-06-2002</c:v>
                </c:pt>
                <c:pt idx="610">
                  <c:v>11-06-2002</c:v>
                </c:pt>
                <c:pt idx="611">
                  <c:v>12-06-2002</c:v>
                </c:pt>
                <c:pt idx="612">
                  <c:v>13-06-2002</c:v>
                </c:pt>
                <c:pt idx="613">
                  <c:v>14-06-2002</c:v>
                </c:pt>
                <c:pt idx="614">
                  <c:v>17-06-2002</c:v>
                </c:pt>
                <c:pt idx="615">
                  <c:v>18-06-2002</c:v>
                </c:pt>
                <c:pt idx="616">
                  <c:v>19-06-2002</c:v>
                </c:pt>
                <c:pt idx="617">
                  <c:v>20-06-2002</c:v>
                </c:pt>
                <c:pt idx="618">
                  <c:v>21-06-2002</c:v>
                </c:pt>
                <c:pt idx="619">
                  <c:v>24-06-2002</c:v>
                </c:pt>
                <c:pt idx="620">
                  <c:v>25-06-2002</c:v>
                </c:pt>
                <c:pt idx="621">
                  <c:v>26-06-2002</c:v>
                </c:pt>
                <c:pt idx="622">
                  <c:v>27-06-2002</c:v>
                </c:pt>
                <c:pt idx="623">
                  <c:v>28-06-2002</c:v>
                </c:pt>
                <c:pt idx="624">
                  <c:v>01-07-2002</c:v>
                </c:pt>
                <c:pt idx="625">
                  <c:v>02-07-2002</c:v>
                </c:pt>
                <c:pt idx="626">
                  <c:v>03-07-2002</c:v>
                </c:pt>
                <c:pt idx="627">
                  <c:v>04-07-2002</c:v>
                </c:pt>
                <c:pt idx="628">
                  <c:v>05-07-2002</c:v>
                </c:pt>
                <c:pt idx="629">
                  <c:v>08-07-2002</c:v>
                </c:pt>
                <c:pt idx="630">
                  <c:v>09-07-2002</c:v>
                </c:pt>
                <c:pt idx="631">
                  <c:v>10-07-2002</c:v>
                </c:pt>
                <c:pt idx="632">
                  <c:v>11-07-2002</c:v>
                </c:pt>
                <c:pt idx="633">
                  <c:v>12-07-2002</c:v>
                </c:pt>
                <c:pt idx="634">
                  <c:v>15-07-2002</c:v>
                </c:pt>
                <c:pt idx="635">
                  <c:v>16-07-2002</c:v>
                </c:pt>
                <c:pt idx="636">
                  <c:v>17-07-2002</c:v>
                </c:pt>
                <c:pt idx="637">
                  <c:v>18-07-2002</c:v>
                </c:pt>
                <c:pt idx="638">
                  <c:v>19-07-2002</c:v>
                </c:pt>
                <c:pt idx="639">
                  <c:v>22-07-2002</c:v>
                </c:pt>
                <c:pt idx="640">
                  <c:v>23-07-2002</c:v>
                </c:pt>
                <c:pt idx="641">
                  <c:v>24-07-2002</c:v>
                </c:pt>
                <c:pt idx="642">
                  <c:v>25-07-2002</c:v>
                </c:pt>
                <c:pt idx="643">
                  <c:v>26-07-2002</c:v>
                </c:pt>
                <c:pt idx="644">
                  <c:v>29-07-2002</c:v>
                </c:pt>
                <c:pt idx="645">
                  <c:v>30-07-2002</c:v>
                </c:pt>
                <c:pt idx="646">
                  <c:v>31-07-2002</c:v>
                </c:pt>
                <c:pt idx="647">
                  <c:v>01-08-2002</c:v>
                </c:pt>
                <c:pt idx="648">
                  <c:v>02-08-2002</c:v>
                </c:pt>
                <c:pt idx="649">
                  <c:v>05-08-2002</c:v>
                </c:pt>
                <c:pt idx="650">
                  <c:v>06-08-2002</c:v>
                </c:pt>
                <c:pt idx="651">
                  <c:v>07-08-2002</c:v>
                </c:pt>
                <c:pt idx="652">
                  <c:v>08-08-2002</c:v>
                </c:pt>
                <c:pt idx="653">
                  <c:v>09-08-2002</c:v>
                </c:pt>
                <c:pt idx="654">
                  <c:v>12-08-2002</c:v>
                </c:pt>
                <c:pt idx="655">
                  <c:v>13-08-2002</c:v>
                </c:pt>
                <c:pt idx="656">
                  <c:v>14-08-2002</c:v>
                </c:pt>
                <c:pt idx="657">
                  <c:v>16-08-2002</c:v>
                </c:pt>
                <c:pt idx="658">
                  <c:v>19-08-2002</c:v>
                </c:pt>
                <c:pt idx="659">
                  <c:v>20-08-2002</c:v>
                </c:pt>
                <c:pt idx="660">
                  <c:v>21-08-2002</c:v>
                </c:pt>
                <c:pt idx="661">
                  <c:v>22-08-2002</c:v>
                </c:pt>
                <c:pt idx="662">
                  <c:v>23-08-2002</c:v>
                </c:pt>
                <c:pt idx="663">
                  <c:v>26-08-2002</c:v>
                </c:pt>
                <c:pt idx="664">
                  <c:v>27-08-2002</c:v>
                </c:pt>
                <c:pt idx="665">
                  <c:v>28-08-2002</c:v>
                </c:pt>
                <c:pt idx="666">
                  <c:v>29-08-2002</c:v>
                </c:pt>
                <c:pt idx="667">
                  <c:v>30-08-2002</c:v>
                </c:pt>
                <c:pt idx="668">
                  <c:v>02-09-2002</c:v>
                </c:pt>
                <c:pt idx="669">
                  <c:v>03-09-2002</c:v>
                </c:pt>
                <c:pt idx="670">
                  <c:v>04-09-2002</c:v>
                </c:pt>
                <c:pt idx="671">
                  <c:v>05-09-2002</c:v>
                </c:pt>
                <c:pt idx="672">
                  <c:v>06-09-2002</c:v>
                </c:pt>
                <c:pt idx="673">
                  <c:v>09-09-2002</c:v>
                </c:pt>
                <c:pt idx="674">
                  <c:v>11-09-2002</c:v>
                </c:pt>
                <c:pt idx="675">
                  <c:v>12-09-2002</c:v>
                </c:pt>
                <c:pt idx="676">
                  <c:v>13-09-2002</c:v>
                </c:pt>
                <c:pt idx="677">
                  <c:v>16-09-2002</c:v>
                </c:pt>
                <c:pt idx="678">
                  <c:v>17-09-2002</c:v>
                </c:pt>
                <c:pt idx="679">
                  <c:v>18-09-2002</c:v>
                </c:pt>
                <c:pt idx="680">
                  <c:v>19-09-2002</c:v>
                </c:pt>
                <c:pt idx="681">
                  <c:v>20-09-2002</c:v>
                </c:pt>
                <c:pt idx="682">
                  <c:v>23-09-2002</c:v>
                </c:pt>
                <c:pt idx="683">
                  <c:v>24-09-2002</c:v>
                </c:pt>
                <c:pt idx="684">
                  <c:v>25-09-2002</c:v>
                </c:pt>
                <c:pt idx="685">
                  <c:v>26-09-2002</c:v>
                </c:pt>
                <c:pt idx="686">
                  <c:v>27-09-2002</c:v>
                </c:pt>
                <c:pt idx="687">
                  <c:v>30-09-2002</c:v>
                </c:pt>
                <c:pt idx="688">
                  <c:v>01-10-2002</c:v>
                </c:pt>
                <c:pt idx="689">
                  <c:v>03-10-2002</c:v>
                </c:pt>
                <c:pt idx="690">
                  <c:v>04-10-2002</c:v>
                </c:pt>
                <c:pt idx="691">
                  <c:v>07-10-2002</c:v>
                </c:pt>
                <c:pt idx="692">
                  <c:v>08-10-2002</c:v>
                </c:pt>
                <c:pt idx="693">
                  <c:v>09-10-2002</c:v>
                </c:pt>
                <c:pt idx="694">
                  <c:v>10-10-2002</c:v>
                </c:pt>
                <c:pt idx="695">
                  <c:v>11-10-2002</c:v>
                </c:pt>
                <c:pt idx="696">
                  <c:v>14-10-2002</c:v>
                </c:pt>
                <c:pt idx="697">
                  <c:v>16-10-2002</c:v>
                </c:pt>
                <c:pt idx="698">
                  <c:v>17-10-2002</c:v>
                </c:pt>
                <c:pt idx="699">
                  <c:v>18-10-2002</c:v>
                </c:pt>
                <c:pt idx="700">
                  <c:v>21-10-2002</c:v>
                </c:pt>
                <c:pt idx="701">
                  <c:v>22-10-2002</c:v>
                </c:pt>
                <c:pt idx="702">
                  <c:v>23-10-2002</c:v>
                </c:pt>
                <c:pt idx="703">
                  <c:v>24-10-2002</c:v>
                </c:pt>
                <c:pt idx="704">
                  <c:v>25-10-2002</c:v>
                </c:pt>
                <c:pt idx="705">
                  <c:v>28-10-2002</c:v>
                </c:pt>
                <c:pt idx="706">
                  <c:v>29-10-2002</c:v>
                </c:pt>
                <c:pt idx="707">
                  <c:v>30-10-2002</c:v>
                </c:pt>
                <c:pt idx="708">
                  <c:v>31-10-2002</c:v>
                </c:pt>
                <c:pt idx="709">
                  <c:v>01-11-2002</c:v>
                </c:pt>
                <c:pt idx="710">
                  <c:v>04-11-2002</c:v>
                </c:pt>
                <c:pt idx="711">
                  <c:v>05-11-2002</c:v>
                </c:pt>
                <c:pt idx="712">
                  <c:v>07-11-2002</c:v>
                </c:pt>
                <c:pt idx="713">
                  <c:v>08-11-2002</c:v>
                </c:pt>
                <c:pt idx="714">
                  <c:v>11-11-2002</c:v>
                </c:pt>
                <c:pt idx="715">
                  <c:v>12-11-2002</c:v>
                </c:pt>
                <c:pt idx="716">
                  <c:v>13-11-2002</c:v>
                </c:pt>
                <c:pt idx="717">
                  <c:v>14-11-2002</c:v>
                </c:pt>
                <c:pt idx="718">
                  <c:v>15-11-2002</c:v>
                </c:pt>
                <c:pt idx="719">
                  <c:v>18-11-2002</c:v>
                </c:pt>
                <c:pt idx="720">
                  <c:v>20-11-2002</c:v>
                </c:pt>
                <c:pt idx="721">
                  <c:v>21-11-2002</c:v>
                </c:pt>
                <c:pt idx="722">
                  <c:v>22-11-2002</c:v>
                </c:pt>
                <c:pt idx="723">
                  <c:v>25-11-2002</c:v>
                </c:pt>
                <c:pt idx="724">
                  <c:v>26-11-2002</c:v>
                </c:pt>
                <c:pt idx="725">
                  <c:v>27-11-2002</c:v>
                </c:pt>
                <c:pt idx="726">
                  <c:v>28-11-2002</c:v>
                </c:pt>
                <c:pt idx="727">
                  <c:v>29-11-2002</c:v>
                </c:pt>
                <c:pt idx="728">
                  <c:v>02-12-2002</c:v>
                </c:pt>
                <c:pt idx="729">
                  <c:v>03-12-2002</c:v>
                </c:pt>
                <c:pt idx="730">
                  <c:v>04-12-2002</c:v>
                </c:pt>
                <c:pt idx="731">
                  <c:v>05-12-2002</c:v>
                </c:pt>
                <c:pt idx="732">
                  <c:v>06-12-2002</c:v>
                </c:pt>
                <c:pt idx="733">
                  <c:v>09-12-2002</c:v>
                </c:pt>
                <c:pt idx="734">
                  <c:v>10-12-2002</c:v>
                </c:pt>
                <c:pt idx="735">
                  <c:v>11-12-2002</c:v>
                </c:pt>
                <c:pt idx="736">
                  <c:v>12-12-2002</c:v>
                </c:pt>
                <c:pt idx="737">
                  <c:v>13-12-2002</c:v>
                </c:pt>
                <c:pt idx="738">
                  <c:v>16-12-2002</c:v>
                </c:pt>
                <c:pt idx="739">
                  <c:v>17-12-2002</c:v>
                </c:pt>
                <c:pt idx="740">
                  <c:v>18-12-2002</c:v>
                </c:pt>
                <c:pt idx="741">
                  <c:v>19-12-2002</c:v>
                </c:pt>
                <c:pt idx="742">
                  <c:v>20-12-2002</c:v>
                </c:pt>
                <c:pt idx="743">
                  <c:v>23-12-2002</c:v>
                </c:pt>
                <c:pt idx="744">
                  <c:v>24-12-2002</c:v>
                </c:pt>
                <c:pt idx="745">
                  <c:v>26-12-2002</c:v>
                </c:pt>
                <c:pt idx="746">
                  <c:v>27-12-2002</c:v>
                </c:pt>
                <c:pt idx="747">
                  <c:v>30-12-2002</c:v>
                </c:pt>
                <c:pt idx="748">
                  <c:v>31-12-2002</c:v>
                </c:pt>
                <c:pt idx="749">
                  <c:v>01-01-2003</c:v>
                </c:pt>
                <c:pt idx="750">
                  <c:v>02-01-2003</c:v>
                </c:pt>
                <c:pt idx="751">
                  <c:v>03-01-2003</c:v>
                </c:pt>
                <c:pt idx="752">
                  <c:v>06-01-2003</c:v>
                </c:pt>
                <c:pt idx="753">
                  <c:v>07-01-2003</c:v>
                </c:pt>
                <c:pt idx="754">
                  <c:v>08-01-2003</c:v>
                </c:pt>
                <c:pt idx="755">
                  <c:v>09-01-2003</c:v>
                </c:pt>
                <c:pt idx="756">
                  <c:v>10-01-2003</c:v>
                </c:pt>
                <c:pt idx="757">
                  <c:v>13-01-2003</c:v>
                </c:pt>
                <c:pt idx="758">
                  <c:v>14-01-2003</c:v>
                </c:pt>
                <c:pt idx="759">
                  <c:v>15-01-2003</c:v>
                </c:pt>
                <c:pt idx="760">
                  <c:v>16-01-2003</c:v>
                </c:pt>
                <c:pt idx="761">
                  <c:v>17-01-2003</c:v>
                </c:pt>
                <c:pt idx="762">
                  <c:v>20-01-2003</c:v>
                </c:pt>
                <c:pt idx="763">
                  <c:v>21-01-2003</c:v>
                </c:pt>
                <c:pt idx="764">
                  <c:v>22-01-2003</c:v>
                </c:pt>
                <c:pt idx="765">
                  <c:v>23-01-2003</c:v>
                </c:pt>
                <c:pt idx="766">
                  <c:v>24-01-2003</c:v>
                </c:pt>
                <c:pt idx="767">
                  <c:v>27-01-2003</c:v>
                </c:pt>
                <c:pt idx="768">
                  <c:v>28-01-2003</c:v>
                </c:pt>
                <c:pt idx="769">
                  <c:v>29-01-2003</c:v>
                </c:pt>
                <c:pt idx="770">
                  <c:v>30-01-2003</c:v>
                </c:pt>
                <c:pt idx="771">
                  <c:v>31-01-2003</c:v>
                </c:pt>
                <c:pt idx="772">
                  <c:v>03-02-2003</c:v>
                </c:pt>
                <c:pt idx="773">
                  <c:v>04-02-2003</c:v>
                </c:pt>
                <c:pt idx="774">
                  <c:v>05-02-2003</c:v>
                </c:pt>
                <c:pt idx="775">
                  <c:v>06-02-2003</c:v>
                </c:pt>
                <c:pt idx="776">
                  <c:v>07-02-2003</c:v>
                </c:pt>
                <c:pt idx="777">
                  <c:v>10-02-2003</c:v>
                </c:pt>
                <c:pt idx="778">
                  <c:v>11-02-2003</c:v>
                </c:pt>
                <c:pt idx="779">
                  <c:v>12-02-2003</c:v>
                </c:pt>
                <c:pt idx="780">
                  <c:v>14-02-2003</c:v>
                </c:pt>
                <c:pt idx="781">
                  <c:v>17-02-2003</c:v>
                </c:pt>
                <c:pt idx="782">
                  <c:v>18-02-2003</c:v>
                </c:pt>
                <c:pt idx="783">
                  <c:v>19-02-2003</c:v>
                </c:pt>
                <c:pt idx="784">
                  <c:v>20-02-2003</c:v>
                </c:pt>
                <c:pt idx="785">
                  <c:v>21-02-2003</c:v>
                </c:pt>
                <c:pt idx="786">
                  <c:v>24-02-2003</c:v>
                </c:pt>
                <c:pt idx="787">
                  <c:v>25-02-2003</c:v>
                </c:pt>
                <c:pt idx="788">
                  <c:v>26-02-2003</c:v>
                </c:pt>
                <c:pt idx="789">
                  <c:v>27-02-2003</c:v>
                </c:pt>
                <c:pt idx="790">
                  <c:v>28-02-2003</c:v>
                </c:pt>
                <c:pt idx="791">
                  <c:v>03-03-2003</c:v>
                </c:pt>
                <c:pt idx="792">
                  <c:v>04-03-2003</c:v>
                </c:pt>
                <c:pt idx="793">
                  <c:v>05-03-2003</c:v>
                </c:pt>
                <c:pt idx="794">
                  <c:v>06-03-2003</c:v>
                </c:pt>
                <c:pt idx="795">
                  <c:v>07-03-2003</c:v>
                </c:pt>
                <c:pt idx="796">
                  <c:v>10-03-2003</c:v>
                </c:pt>
                <c:pt idx="797">
                  <c:v>11-03-2003</c:v>
                </c:pt>
                <c:pt idx="798">
                  <c:v>12-03-2003</c:v>
                </c:pt>
                <c:pt idx="799">
                  <c:v>13-03-2003</c:v>
                </c:pt>
                <c:pt idx="800">
                  <c:v>17-03-2003</c:v>
                </c:pt>
                <c:pt idx="801">
                  <c:v>19-03-2003</c:v>
                </c:pt>
                <c:pt idx="802">
                  <c:v>20-03-2003</c:v>
                </c:pt>
                <c:pt idx="803">
                  <c:v>21-03-2003</c:v>
                </c:pt>
                <c:pt idx="804">
                  <c:v>22-03-2003</c:v>
                </c:pt>
                <c:pt idx="805">
                  <c:v>24-03-2003</c:v>
                </c:pt>
                <c:pt idx="806">
                  <c:v>25-03-2003</c:v>
                </c:pt>
                <c:pt idx="807">
                  <c:v>26-03-2003</c:v>
                </c:pt>
                <c:pt idx="808">
                  <c:v>27-03-2003</c:v>
                </c:pt>
                <c:pt idx="809">
                  <c:v>28-03-2003</c:v>
                </c:pt>
                <c:pt idx="810">
                  <c:v>31-03-2003</c:v>
                </c:pt>
                <c:pt idx="811">
                  <c:v>01-04-2003</c:v>
                </c:pt>
                <c:pt idx="812">
                  <c:v>02-04-2003</c:v>
                </c:pt>
                <c:pt idx="813">
                  <c:v>03-04-2003</c:v>
                </c:pt>
                <c:pt idx="814">
                  <c:v>04-04-2003</c:v>
                </c:pt>
                <c:pt idx="815">
                  <c:v>07-04-2003</c:v>
                </c:pt>
                <c:pt idx="816">
                  <c:v>08-04-2003</c:v>
                </c:pt>
                <c:pt idx="817">
                  <c:v>09-04-2003</c:v>
                </c:pt>
                <c:pt idx="818">
                  <c:v>10-04-2003</c:v>
                </c:pt>
                <c:pt idx="819">
                  <c:v>11-04-2003</c:v>
                </c:pt>
                <c:pt idx="820">
                  <c:v>15-04-2003</c:v>
                </c:pt>
                <c:pt idx="821">
                  <c:v>16-04-2003</c:v>
                </c:pt>
                <c:pt idx="822">
                  <c:v>17-04-2003</c:v>
                </c:pt>
                <c:pt idx="823">
                  <c:v>21-04-2003</c:v>
                </c:pt>
                <c:pt idx="824">
                  <c:v>22-04-2003</c:v>
                </c:pt>
                <c:pt idx="825">
                  <c:v>23-04-2003</c:v>
                </c:pt>
                <c:pt idx="826">
                  <c:v>24-04-2003</c:v>
                </c:pt>
                <c:pt idx="827">
                  <c:v>25-04-2003</c:v>
                </c:pt>
                <c:pt idx="828">
                  <c:v>28-04-2003</c:v>
                </c:pt>
                <c:pt idx="829">
                  <c:v>29-04-2003</c:v>
                </c:pt>
                <c:pt idx="830">
                  <c:v>30-04-2003</c:v>
                </c:pt>
                <c:pt idx="831">
                  <c:v>02-05-2003</c:v>
                </c:pt>
                <c:pt idx="832">
                  <c:v>05-05-2003</c:v>
                </c:pt>
                <c:pt idx="833">
                  <c:v>06-05-2003</c:v>
                </c:pt>
                <c:pt idx="834">
                  <c:v>07-05-2003</c:v>
                </c:pt>
                <c:pt idx="835">
                  <c:v>08-05-2003</c:v>
                </c:pt>
                <c:pt idx="836">
                  <c:v>09-05-2003</c:v>
                </c:pt>
                <c:pt idx="837">
                  <c:v>12-05-2003</c:v>
                </c:pt>
                <c:pt idx="838">
                  <c:v>13-05-2003</c:v>
                </c:pt>
                <c:pt idx="839">
                  <c:v>14-05-2003</c:v>
                </c:pt>
                <c:pt idx="840">
                  <c:v>15-05-2003</c:v>
                </c:pt>
                <c:pt idx="841">
                  <c:v>16-05-2003</c:v>
                </c:pt>
                <c:pt idx="842">
                  <c:v>19-05-2003</c:v>
                </c:pt>
                <c:pt idx="843">
                  <c:v>20-05-2003</c:v>
                </c:pt>
                <c:pt idx="844">
                  <c:v>21-05-2003</c:v>
                </c:pt>
                <c:pt idx="845">
                  <c:v>22-05-2003</c:v>
                </c:pt>
                <c:pt idx="846">
                  <c:v>23-05-2003</c:v>
                </c:pt>
                <c:pt idx="847">
                  <c:v>26-05-2003</c:v>
                </c:pt>
                <c:pt idx="848">
                  <c:v>27-05-2003</c:v>
                </c:pt>
                <c:pt idx="849">
                  <c:v>28-05-2003</c:v>
                </c:pt>
                <c:pt idx="850">
                  <c:v>29-05-2003</c:v>
                </c:pt>
                <c:pt idx="851">
                  <c:v>30-05-2003</c:v>
                </c:pt>
                <c:pt idx="852">
                  <c:v>02-06-2003</c:v>
                </c:pt>
                <c:pt idx="853">
                  <c:v>03-06-2003</c:v>
                </c:pt>
                <c:pt idx="854">
                  <c:v>04-06-2003</c:v>
                </c:pt>
                <c:pt idx="855">
                  <c:v>05-06-2003</c:v>
                </c:pt>
                <c:pt idx="856">
                  <c:v>06-06-2003</c:v>
                </c:pt>
                <c:pt idx="857">
                  <c:v>09-06-2003</c:v>
                </c:pt>
                <c:pt idx="858">
                  <c:v>10-06-2003</c:v>
                </c:pt>
                <c:pt idx="859">
                  <c:v>11-06-2003</c:v>
                </c:pt>
                <c:pt idx="860">
                  <c:v>12-06-2003</c:v>
                </c:pt>
                <c:pt idx="861">
                  <c:v>13-06-2003</c:v>
                </c:pt>
                <c:pt idx="862">
                  <c:v>16-06-2003</c:v>
                </c:pt>
                <c:pt idx="863">
                  <c:v>17-06-2003</c:v>
                </c:pt>
                <c:pt idx="864">
                  <c:v>18-06-2003</c:v>
                </c:pt>
                <c:pt idx="865">
                  <c:v>19-06-2003</c:v>
                </c:pt>
                <c:pt idx="866">
                  <c:v>20-06-2003</c:v>
                </c:pt>
                <c:pt idx="867">
                  <c:v>23-06-2003</c:v>
                </c:pt>
                <c:pt idx="868">
                  <c:v>24-06-2003</c:v>
                </c:pt>
                <c:pt idx="869">
                  <c:v>25-06-2003</c:v>
                </c:pt>
                <c:pt idx="870">
                  <c:v>26-06-2003</c:v>
                </c:pt>
                <c:pt idx="871">
                  <c:v>27-06-2003</c:v>
                </c:pt>
                <c:pt idx="872">
                  <c:v>30-06-2003</c:v>
                </c:pt>
                <c:pt idx="873">
                  <c:v>01-07-2003</c:v>
                </c:pt>
                <c:pt idx="874">
                  <c:v>02-07-2003</c:v>
                </c:pt>
                <c:pt idx="875">
                  <c:v>03-07-2003</c:v>
                </c:pt>
                <c:pt idx="876">
                  <c:v>04-07-2003</c:v>
                </c:pt>
                <c:pt idx="877">
                  <c:v>07-07-2003</c:v>
                </c:pt>
                <c:pt idx="878">
                  <c:v>08-07-2003</c:v>
                </c:pt>
                <c:pt idx="879">
                  <c:v>09-07-2003</c:v>
                </c:pt>
                <c:pt idx="880">
                  <c:v>10-07-2003</c:v>
                </c:pt>
                <c:pt idx="881">
                  <c:v>11-07-2003</c:v>
                </c:pt>
                <c:pt idx="882">
                  <c:v>14-07-2003</c:v>
                </c:pt>
                <c:pt idx="883">
                  <c:v>15-07-2003</c:v>
                </c:pt>
                <c:pt idx="884">
                  <c:v>16-07-2003</c:v>
                </c:pt>
                <c:pt idx="885">
                  <c:v>17-07-2003</c:v>
                </c:pt>
                <c:pt idx="886">
                  <c:v>18-07-2003</c:v>
                </c:pt>
                <c:pt idx="887">
                  <c:v>21-07-2003</c:v>
                </c:pt>
                <c:pt idx="888">
                  <c:v>22-07-2003</c:v>
                </c:pt>
                <c:pt idx="889">
                  <c:v>23-07-2003</c:v>
                </c:pt>
                <c:pt idx="890">
                  <c:v>24-07-2003</c:v>
                </c:pt>
                <c:pt idx="891">
                  <c:v>25-07-2003</c:v>
                </c:pt>
                <c:pt idx="892">
                  <c:v>28-07-2003</c:v>
                </c:pt>
                <c:pt idx="893">
                  <c:v>29-07-2003</c:v>
                </c:pt>
                <c:pt idx="894">
                  <c:v>30-07-2003</c:v>
                </c:pt>
                <c:pt idx="895">
                  <c:v>31-07-2003</c:v>
                </c:pt>
                <c:pt idx="896">
                  <c:v>01-08-2003</c:v>
                </c:pt>
                <c:pt idx="897">
                  <c:v>04-08-2003</c:v>
                </c:pt>
                <c:pt idx="898">
                  <c:v>05-08-2003</c:v>
                </c:pt>
                <c:pt idx="899">
                  <c:v>06-08-2003</c:v>
                </c:pt>
                <c:pt idx="900">
                  <c:v>07-08-2003</c:v>
                </c:pt>
                <c:pt idx="901">
                  <c:v>08-08-2003</c:v>
                </c:pt>
                <c:pt idx="902">
                  <c:v>11-08-2003</c:v>
                </c:pt>
                <c:pt idx="903">
                  <c:v>12-08-2003</c:v>
                </c:pt>
                <c:pt idx="904">
                  <c:v>13-08-2003</c:v>
                </c:pt>
                <c:pt idx="905">
                  <c:v>14-08-2003</c:v>
                </c:pt>
                <c:pt idx="906">
                  <c:v>18-08-2003</c:v>
                </c:pt>
                <c:pt idx="907">
                  <c:v>19-08-2003</c:v>
                </c:pt>
                <c:pt idx="908">
                  <c:v>20-08-2003</c:v>
                </c:pt>
                <c:pt idx="909">
                  <c:v>21-08-2003</c:v>
                </c:pt>
                <c:pt idx="910">
                  <c:v>22-08-2003</c:v>
                </c:pt>
                <c:pt idx="911">
                  <c:v>25-08-2003</c:v>
                </c:pt>
                <c:pt idx="912">
                  <c:v>26-08-2003</c:v>
                </c:pt>
                <c:pt idx="913">
                  <c:v>27-08-2003</c:v>
                </c:pt>
                <c:pt idx="914">
                  <c:v>28-08-2003</c:v>
                </c:pt>
                <c:pt idx="915">
                  <c:v>29-08-2003</c:v>
                </c:pt>
                <c:pt idx="916">
                  <c:v>01-09-2003</c:v>
                </c:pt>
                <c:pt idx="917">
                  <c:v>02-09-2003</c:v>
                </c:pt>
                <c:pt idx="918">
                  <c:v>03-09-2003</c:v>
                </c:pt>
                <c:pt idx="919">
                  <c:v>04-09-2003</c:v>
                </c:pt>
                <c:pt idx="920">
                  <c:v>05-09-2003</c:v>
                </c:pt>
                <c:pt idx="921">
                  <c:v>08-09-2003</c:v>
                </c:pt>
                <c:pt idx="922">
                  <c:v>09-09-2003</c:v>
                </c:pt>
                <c:pt idx="923">
                  <c:v>10-09-2003</c:v>
                </c:pt>
                <c:pt idx="924">
                  <c:v>11-09-2003</c:v>
                </c:pt>
                <c:pt idx="925">
                  <c:v>12-09-2003</c:v>
                </c:pt>
                <c:pt idx="926">
                  <c:v>15-09-2003</c:v>
                </c:pt>
                <c:pt idx="927">
                  <c:v>16-09-2003</c:v>
                </c:pt>
                <c:pt idx="928">
                  <c:v>17-09-2003</c:v>
                </c:pt>
                <c:pt idx="929">
                  <c:v>18-09-2003</c:v>
                </c:pt>
                <c:pt idx="930">
                  <c:v>19-09-2003</c:v>
                </c:pt>
                <c:pt idx="931">
                  <c:v>22-09-2003</c:v>
                </c:pt>
                <c:pt idx="932">
                  <c:v>23-09-2003</c:v>
                </c:pt>
                <c:pt idx="933">
                  <c:v>24-09-2003</c:v>
                </c:pt>
                <c:pt idx="934">
                  <c:v>25-09-2003</c:v>
                </c:pt>
                <c:pt idx="935">
                  <c:v>26-09-2003</c:v>
                </c:pt>
                <c:pt idx="936">
                  <c:v>29-09-2003</c:v>
                </c:pt>
                <c:pt idx="937">
                  <c:v>30-09-2003</c:v>
                </c:pt>
                <c:pt idx="938">
                  <c:v>01-10-2003</c:v>
                </c:pt>
                <c:pt idx="939">
                  <c:v>03-10-2003</c:v>
                </c:pt>
                <c:pt idx="940">
                  <c:v>06-10-2003</c:v>
                </c:pt>
                <c:pt idx="941">
                  <c:v>07-10-2003</c:v>
                </c:pt>
                <c:pt idx="942">
                  <c:v>08-10-2003</c:v>
                </c:pt>
                <c:pt idx="943">
                  <c:v>09-10-2003</c:v>
                </c:pt>
                <c:pt idx="944">
                  <c:v>10-10-2003</c:v>
                </c:pt>
                <c:pt idx="945">
                  <c:v>13-10-2003</c:v>
                </c:pt>
                <c:pt idx="946">
                  <c:v>14-10-2003</c:v>
                </c:pt>
                <c:pt idx="947">
                  <c:v>15-10-2003</c:v>
                </c:pt>
                <c:pt idx="948">
                  <c:v>16-10-2003</c:v>
                </c:pt>
                <c:pt idx="949">
                  <c:v>17-10-2003</c:v>
                </c:pt>
                <c:pt idx="950">
                  <c:v>20-10-2003</c:v>
                </c:pt>
                <c:pt idx="951">
                  <c:v>21-10-2003</c:v>
                </c:pt>
                <c:pt idx="952">
                  <c:v>22-10-2003</c:v>
                </c:pt>
                <c:pt idx="953">
                  <c:v>23-10-2003</c:v>
                </c:pt>
                <c:pt idx="954">
                  <c:v>24-10-2003</c:v>
                </c:pt>
                <c:pt idx="955">
                  <c:v>25-10-2003</c:v>
                </c:pt>
                <c:pt idx="956">
                  <c:v>27-10-2003</c:v>
                </c:pt>
                <c:pt idx="957">
                  <c:v>28-10-2003</c:v>
                </c:pt>
                <c:pt idx="958">
                  <c:v>29-10-2003</c:v>
                </c:pt>
                <c:pt idx="959">
                  <c:v>30-10-2003</c:v>
                </c:pt>
                <c:pt idx="960">
                  <c:v>31-10-2003</c:v>
                </c:pt>
                <c:pt idx="961">
                  <c:v>03-11-2003</c:v>
                </c:pt>
                <c:pt idx="962">
                  <c:v>04-11-2003</c:v>
                </c:pt>
                <c:pt idx="963">
                  <c:v>05-11-2003</c:v>
                </c:pt>
                <c:pt idx="964">
                  <c:v>06-11-2003</c:v>
                </c:pt>
                <c:pt idx="965">
                  <c:v>07-11-2003</c:v>
                </c:pt>
                <c:pt idx="966">
                  <c:v>10-11-2003</c:v>
                </c:pt>
                <c:pt idx="967">
                  <c:v>11-11-2003</c:v>
                </c:pt>
                <c:pt idx="968">
                  <c:v>12-11-2003</c:v>
                </c:pt>
                <c:pt idx="969">
                  <c:v>13-11-2003</c:v>
                </c:pt>
                <c:pt idx="970">
                  <c:v>14-11-2003</c:v>
                </c:pt>
                <c:pt idx="971">
                  <c:v>15-11-2003</c:v>
                </c:pt>
                <c:pt idx="972">
                  <c:v>17-11-2003</c:v>
                </c:pt>
                <c:pt idx="973">
                  <c:v>18-11-2003</c:v>
                </c:pt>
                <c:pt idx="974">
                  <c:v>19-11-2003</c:v>
                </c:pt>
                <c:pt idx="975">
                  <c:v>20-11-2003</c:v>
                </c:pt>
                <c:pt idx="976">
                  <c:v>21-11-2003</c:v>
                </c:pt>
                <c:pt idx="977">
                  <c:v>24-11-2003</c:v>
                </c:pt>
                <c:pt idx="978">
                  <c:v>25-11-2003</c:v>
                </c:pt>
                <c:pt idx="979">
                  <c:v>27-11-2003</c:v>
                </c:pt>
                <c:pt idx="980">
                  <c:v>28-11-2003</c:v>
                </c:pt>
                <c:pt idx="981">
                  <c:v>01-12-2003</c:v>
                </c:pt>
                <c:pt idx="982">
                  <c:v>02-12-2003</c:v>
                </c:pt>
                <c:pt idx="983">
                  <c:v>03-12-2003</c:v>
                </c:pt>
                <c:pt idx="984">
                  <c:v>04-12-2003</c:v>
                </c:pt>
                <c:pt idx="985">
                  <c:v>05-12-2003</c:v>
                </c:pt>
                <c:pt idx="986">
                  <c:v>08-12-2003</c:v>
                </c:pt>
                <c:pt idx="987">
                  <c:v>09-12-2003</c:v>
                </c:pt>
                <c:pt idx="988">
                  <c:v>10-12-2003</c:v>
                </c:pt>
                <c:pt idx="989">
                  <c:v>11-12-2003</c:v>
                </c:pt>
                <c:pt idx="990">
                  <c:v>12-12-2003</c:v>
                </c:pt>
                <c:pt idx="991">
                  <c:v>15-12-2003</c:v>
                </c:pt>
                <c:pt idx="992">
                  <c:v>16-12-2003</c:v>
                </c:pt>
                <c:pt idx="993">
                  <c:v>17-12-2003</c:v>
                </c:pt>
                <c:pt idx="994">
                  <c:v>18-12-2003</c:v>
                </c:pt>
                <c:pt idx="995">
                  <c:v>19-12-2003</c:v>
                </c:pt>
                <c:pt idx="996">
                  <c:v>22-12-2003</c:v>
                </c:pt>
                <c:pt idx="997">
                  <c:v>23-12-2003</c:v>
                </c:pt>
                <c:pt idx="998">
                  <c:v>24-12-2003</c:v>
                </c:pt>
                <c:pt idx="999">
                  <c:v>26-12-2003</c:v>
                </c:pt>
                <c:pt idx="1000">
                  <c:v>29-12-2003</c:v>
                </c:pt>
                <c:pt idx="1001">
                  <c:v>30-12-2003</c:v>
                </c:pt>
                <c:pt idx="1002">
                  <c:v>31-12-2003</c:v>
                </c:pt>
                <c:pt idx="1003">
                  <c:v>01-01-2004</c:v>
                </c:pt>
                <c:pt idx="1004">
                  <c:v>02-01-2004</c:v>
                </c:pt>
                <c:pt idx="1005">
                  <c:v>05-01-2004</c:v>
                </c:pt>
                <c:pt idx="1006">
                  <c:v>06-01-2004</c:v>
                </c:pt>
                <c:pt idx="1007">
                  <c:v>07-01-2004</c:v>
                </c:pt>
                <c:pt idx="1008">
                  <c:v>08-01-2004</c:v>
                </c:pt>
                <c:pt idx="1009">
                  <c:v>09-01-2004</c:v>
                </c:pt>
                <c:pt idx="1010">
                  <c:v>12-01-2004</c:v>
                </c:pt>
                <c:pt idx="1011">
                  <c:v>13-01-2004</c:v>
                </c:pt>
                <c:pt idx="1012">
                  <c:v>14-01-2004</c:v>
                </c:pt>
                <c:pt idx="1013">
                  <c:v>15-01-2004</c:v>
                </c:pt>
                <c:pt idx="1014">
                  <c:v>16-01-2004</c:v>
                </c:pt>
                <c:pt idx="1015">
                  <c:v>19-01-2004</c:v>
                </c:pt>
                <c:pt idx="1016">
                  <c:v>20-01-2004</c:v>
                </c:pt>
                <c:pt idx="1017">
                  <c:v>21-01-2004</c:v>
                </c:pt>
                <c:pt idx="1018">
                  <c:v>22-01-2004</c:v>
                </c:pt>
                <c:pt idx="1019">
                  <c:v>23-01-2004</c:v>
                </c:pt>
                <c:pt idx="1020">
                  <c:v>27-01-2004</c:v>
                </c:pt>
                <c:pt idx="1021">
                  <c:v>28-01-2004</c:v>
                </c:pt>
                <c:pt idx="1022">
                  <c:v>29-01-2004</c:v>
                </c:pt>
                <c:pt idx="1023">
                  <c:v>30-01-2004</c:v>
                </c:pt>
                <c:pt idx="1024">
                  <c:v>03-02-2004</c:v>
                </c:pt>
                <c:pt idx="1025">
                  <c:v>04-02-2004</c:v>
                </c:pt>
                <c:pt idx="1026">
                  <c:v>05-02-2004</c:v>
                </c:pt>
                <c:pt idx="1027">
                  <c:v>06-02-2004</c:v>
                </c:pt>
                <c:pt idx="1028">
                  <c:v>09-02-2004</c:v>
                </c:pt>
                <c:pt idx="1029">
                  <c:v>10-02-2004</c:v>
                </c:pt>
                <c:pt idx="1030">
                  <c:v>11-02-2004</c:v>
                </c:pt>
                <c:pt idx="1031">
                  <c:v>12-02-2004</c:v>
                </c:pt>
                <c:pt idx="1032">
                  <c:v>13-02-2004</c:v>
                </c:pt>
                <c:pt idx="1033">
                  <c:v>16-02-2004</c:v>
                </c:pt>
                <c:pt idx="1034">
                  <c:v>17-02-2004</c:v>
                </c:pt>
                <c:pt idx="1035">
                  <c:v>18-02-2004</c:v>
                </c:pt>
                <c:pt idx="1036">
                  <c:v>19-02-2004</c:v>
                </c:pt>
                <c:pt idx="1037">
                  <c:v>20-02-2004</c:v>
                </c:pt>
                <c:pt idx="1038">
                  <c:v>23-02-2004</c:v>
                </c:pt>
                <c:pt idx="1039">
                  <c:v>24-02-2004</c:v>
                </c:pt>
                <c:pt idx="1040">
                  <c:v>25-02-2004</c:v>
                </c:pt>
                <c:pt idx="1041">
                  <c:v>26-02-2004</c:v>
                </c:pt>
                <c:pt idx="1042">
                  <c:v>27-02-2004</c:v>
                </c:pt>
                <c:pt idx="1043">
                  <c:v>01-03-2004</c:v>
                </c:pt>
                <c:pt idx="1044">
                  <c:v>03-03-2004</c:v>
                </c:pt>
                <c:pt idx="1045">
                  <c:v>04-03-2004</c:v>
                </c:pt>
                <c:pt idx="1046">
                  <c:v>05-03-2004</c:v>
                </c:pt>
                <c:pt idx="1047">
                  <c:v>08-03-2004</c:v>
                </c:pt>
                <c:pt idx="1048">
                  <c:v>09-03-2004</c:v>
                </c:pt>
                <c:pt idx="1049">
                  <c:v>10-03-2004</c:v>
                </c:pt>
                <c:pt idx="1050">
                  <c:v>11-03-2004</c:v>
                </c:pt>
                <c:pt idx="1051">
                  <c:v>12-03-2004</c:v>
                </c:pt>
                <c:pt idx="1052">
                  <c:v>15-03-2004</c:v>
                </c:pt>
                <c:pt idx="1053">
                  <c:v>16-03-2004</c:v>
                </c:pt>
                <c:pt idx="1054">
                  <c:v>17-03-2004</c:v>
                </c:pt>
                <c:pt idx="1055">
                  <c:v>18-03-2004</c:v>
                </c:pt>
                <c:pt idx="1056">
                  <c:v>19-03-2004</c:v>
                </c:pt>
                <c:pt idx="1057">
                  <c:v>22-03-2004</c:v>
                </c:pt>
                <c:pt idx="1058">
                  <c:v>23-03-2004</c:v>
                </c:pt>
                <c:pt idx="1059">
                  <c:v>24-03-2004</c:v>
                </c:pt>
                <c:pt idx="1060">
                  <c:v>25-03-2004</c:v>
                </c:pt>
                <c:pt idx="1061">
                  <c:v>26-03-2004</c:v>
                </c:pt>
                <c:pt idx="1062">
                  <c:v>29-03-2004</c:v>
                </c:pt>
                <c:pt idx="1063">
                  <c:v>30-03-2004</c:v>
                </c:pt>
                <c:pt idx="1064">
                  <c:v>31-03-2004</c:v>
                </c:pt>
                <c:pt idx="1065">
                  <c:v>01-04-2004</c:v>
                </c:pt>
                <c:pt idx="1066">
                  <c:v>02-04-2004</c:v>
                </c:pt>
                <c:pt idx="1067">
                  <c:v>05-04-2004</c:v>
                </c:pt>
                <c:pt idx="1068">
                  <c:v>06-04-2004</c:v>
                </c:pt>
                <c:pt idx="1069">
                  <c:v>07-04-2004</c:v>
                </c:pt>
                <c:pt idx="1070">
                  <c:v>08-04-2004</c:v>
                </c:pt>
                <c:pt idx="1071">
                  <c:v>12-04-2004</c:v>
                </c:pt>
                <c:pt idx="1072">
                  <c:v>13-04-2004</c:v>
                </c:pt>
                <c:pt idx="1073">
                  <c:v>15-04-2004</c:v>
                </c:pt>
                <c:pt idx="1074">
                  <c:v>16-04-2004</c:v>
                </c:pt>
                <c:pt idx="1075">
                  <c:v>17-04-2004</c:v>
                </c:pt>
                <c:pt idx="1076">
                  <c:v>19-04-2004</c:v>
                </c:pt>
                <c:pt idx="1077">
                  <c:v>20-04-2004</c:v>
                </c:pt>
                <c:pt idx="1078">
                  <c:v>21-04-2004</c:v>
                </c:pt>
                <c:pt idx="1079">
                  <c:v>22-04-2004</c:v>
                </c:pt>
                <c:pt idx="1080">
                  <c:v>23-04-2004</c:v>
                </c:pt>
                <c:pt idx="1081">
                  <c:v>27-04-2004</c:v>
                </c:pt>
                <c:pt idx="1082">
                  <c:v>28-04-2004</c:v>
                </c:pt>
                <c:pt idx="1083">
                  <c:v>29-04-2004</c:v>
                </c:pt>
                <c:pt idx="1084">
                  <c:v>30-04-2004</c:v>
                </c:pt>
                <c:pt idx="1085">
                  <c:v>03-05-2004</c:v>
                </c:pt>
                <c:pt idx="1086">
                  <c:v>04-05-2004</c:v>
                </c:pt>
                <c:pt idx="1087">
                  <c:v>05-05-2004</c:v>
                </c:pt>
                <c:pt idx="1088">
                  <c:v>06-05-2004</c:v>
                </c:pt>
                <c:pt idx="1089">
                  <c:v>07-05-2004</c:v>
                </c:pt>
                <c:pt idx="1090">
                  <c:v>10-05-2004</c:v>
                </c:pt>
                <c:pt idx="1091">
                  <c:v>11-05-2004</c:v>
                </c:pt>
                <c:pt idx="1092">
                  <c:v>12-05-2004</c:v>
                </c:pt>
                <c:pt idx="1093">
                  <c:v>13-05-2004</c:v>
                </c:pt>
                <c:pt idx="1094">
                  <c:v>14-05-2004</c:v>
                </c:pt>
                <c:pt idx="1095">
                  <c:v>17-05-2004</c:v>
                </c:pt>
                <c:pt idx="1096">
                  <c:v>18-05-2004</c:v>
                </c:pt>
                <c:pt idx="1097">
                  <c:v>19-05-2004</c:v>
                </c:pt>
                <c:pt idx="1098">
                  <c:v>20-05-2004</c:v>
                </c:pt>
                <c:pt idx="1099">
                  <c:v>21-05-2004</c:v>
                </c:pt>
                <c:pt idx="1100">
                  <c:v>24-05-2004</c:v>
                </c:pt>
                <c:pt idx="1101">
                  <c:v>25-05-2004</c:v>
                </c:pt>
                <c:pt idx="1102">
                  <c:v>26-05-2004</c:v>
                </c:pt>
                <c:pt idx="1103">
                  <c:v>27-05-2004</c:v>
                </c:pt>
                <c:pt idx="1104">
                  <c:v>28-05-2004</c:v>
                </c:pt>
                <c:pt idx="1105">
                  <c:v>31-05-2004</c:v>
                </c:pt>
                <c:pt idx="1106">
                  <c:v>01-06-2004</c:v>
                </c:pt>
                <c:pt idx="1107">
                  <c:v>02-06-2004</c:v>
                </c:pt>
                <c:pt idx="1108">
                  <c:v>03-06-2004</c:v>
                </c:pt>
                <c:pt idx="1109">
                  <c:v>04-06-2004</c:v>
                </c:pt>
                <c:pt idx="1110">
                  <c:v>07-06-2004</c:v>
                </c:pt>
                <c:pt idx="1111">
                  <c:v>08-06-2004</c:v>
                </c:pt>
                <c:pt idx="1112">
                  <c:v>09-06-2004</c:v>
                </c:pt>
                <c:pt idx="1113">
                  <c:v>10-06-2004</c:v>
                </c:pt>
                <c:pt idx="1114">
                  <c:v>11-06-2004</c:v>
                </c:pt>
                <c:pt idx="1115">
                  <c:v>14-06-2004</c:v>
                </c:pt>
                <c:pt idx="1116">
                  <c:v>15-06-2004</c:v>
                </c:pt>
                <c:pt idx="1117">
                  <c:v>16-06-2004</c:v>
                </c:pt>
                <c:pt idx="1118">
                  <c:v>17-06-2004</c:v>
                </c:pt>
                <c:pt idx="1119">
                  <c:v>18-06-2004</c:v>
                </c:pt>
                <c:pt idx="1120">
                  <c:v>21-06-2004</c:v>
                </c:pt>
                <c:pt idx="1121">
                  <c:v>22-06-2004</c:v>
                </c:pt>
                <c:pt idx="1122">
                  <c:v>23-06-2004</c:v>
                </c:pt>
                <c:pt idx="1123">
                  <c:v>24-06-2004</c:v>
                </c:pt>
                <c:pt idx="1124">
                  <c:v>25-06-2004</c:v>
                </c:pt>
                <c:pt idx="1125">
                  <c:v>28-06-2004</c:v>
                </c:pt>
                <c:pt idx="1126">
                  <c:v>29-06-2004</c:v>
                </c:pt>
                <c:pt idx="1127">
                  <c:v>30-06-2004</c:v>
                </c:pt>
                <c:pt idx="1128">
                  <c:v>01-07-2004</c:v>
                </c:pt>
                <c:pt idx="1129">
                  <c:v>02-07-2004</c:v>
                </c:pt>
                <c:pt idx="1130">
                  <c:v>05-07-2004</c:v>
                </c:pt>
                <c:pt idx="1131">
                  <c:v>06-07-2004</c:v>
                </c:pt>
                <c:pt idx="1132">
                  <c:v>07-07-2004</c:v>
                </c:pt>
                <c:pt idx="1133">
                  <c:v>08-07-2004</c:v>
                </c:pt>
                <c:pt idx="1134">
                  <c:v>09-07-2004</c:v>
                </c:pt>
                <c:pt idx="1135">
                  <c:v>12-07-2004</c:v>
                </c:pt>
                <c:pt idx="1136">
                  <c:v>13-07-2004</c:v>
                </c:pt>
                <c:pt idx="1137">
                  <c:v>14-07-2004</c:v>
                </c:pt>
                <c:pt idx="1138">
                  <c:v>15-07-2004</c:v>
                </c:pt>
                <c:pt idx="1139">
                  <c:v>16-07-2004</c:v>
                </c:pt>
                <c:pt idx="1140">
                  <c:v>19-07-2004</c:v>
                </c:pt>
                <c:pt idx="1141">
                  <c:v>20-07-2004</c:v>
                </c:pt>
                <c:pt idx="1142">
                  <c:v>21-07-2004</c:v>
                </c:pt>
                <c:pt idx="1143">
                  <c:v>22-07-2004</c:v>
                </c:pt>
                <c:pt idx="1144">
                  <c:v>23-07-2004</c:v>
                </c:pt>
                <c:pt idx="1145">
                  <c:v>26-07-2004</c:v>
                </c:pt>
                <c:pt idx="1146">
                  <c:v>27-07-2004</c:v>
                </c:pt>
                <c:pt idx="1147">
                  <c:v>28-07-2004</c:v>
                </c:pt>
                <c:pt idx="1148">
                  <c:v>29-07-2004</c:v>
                </c:pt>
                <c:pt idx="1149">
                  <c:v>30-07-2004</c:v>
                </c:pt>
                <c:pt idx="1150">
                  <c:v>02-08-2004</c:v>
                </c:pt>
                <c:pt idx="1151">
                  <c:v>03-08-2004</c:v>
                </c:pt>
                <c:pt idx="1152">
                  <c:v>04-08-2004</c:v>
                </c:pt>
                <c:pt idx="1153">
                  <c:v>05-08-2004</c:v>
                </c:pt>
                <c:pt idx="1154">
                  <c:v>06-08-2004</c:v>
                </c:pt>
                <c:pt idx="1155">
                  <c:v>09-08-2004</c:v>
                </c:pt>
                <c:pt idx="1156">
                  <c:v>10-08-2004</c:v>
                </c:pt>
                <c:pt idx="1157">
                  <c:v>11-08-2004</c:v>
                </c:pt>
                <c:pt idx="1158">
                  <c:v>12-08-2004</c:v>
                </c:pt>
                <c:pt idx="1159">
                  <c:v>13-08-2004</c:v>
                </c:pt>
                <c:pt idx="1160">
                  <c:v>16-08-2004</c:v>
                </c:pt>
                <c:pt idx="1161">
                  <c:v>17-08-2004</c:v>
                </c:pt>
                <c:pt idx="1162">
                  <c:v>18-08-2004</c:v>
                </c:pt>
                <c:pt idx="1163">
                  <c:v>19-08-2004</c:v>
                </c:pt>
                <c:pt idx="1164">
                  <c:v>20-08-2004</c:v>
                </c:pt>
                <c:pt idx="1165">
                  <c:v>23-08-2004</c:v>
                </c:pt>
                <c:pt idx="1166">
                  <c:v>24-08-2004</c:v>
                </c:pt>
                <c:pt idx="1167">
                  <c:v>25-08-2004</c:v>
                </c:pt>
                <c:pt idx="1168">
                  <c:v>26-08-2004</c:v>
                </c:pt>
                <c:pt idx="1169">
                  <c:v>27-08-2004</c:v>
                </c:pt>
                <c:pt idx="1170">
                  <c:v>30-08-2004</c:v>
                </c:pt>
                <c:pt idx="1171">
                  <c:v>31-08-2004</c:v>
                </c:pt>
                <c:pt idx="1172">
                  <c:v>01-09-2004</c:v>
                </c:pt>
                <c:pt idx="1173">
                  <c:v>02-09-2004</c:v>
                </c:pt>
                <c:pt idx="1174">
                  <c:v>03-09-2004</c:v>
                </c:pt>
                <c:pt idx="1175">
                  <c:v>06-09-2004</c:v>
                </c:pt>
                <c:pt idx="1176">
                  <c:v>07-09-2004</c:v>
                </c:pt>
                <c:pt idx="1177">
                  <c:v>08-09-2004</c:v>
                </c:pt>
                <c:pt idx="1178">
                  <c:v>09-09-2004</c:v>
                </c:pt>
                <c:pt idx="1179">
                  <c:v>10-09-2004</c:v>
                </c:pt>
                <c:pt idx="1180">
                  <c:v>13-09-2004</c:v>
                </c:pt>
                <c:pt idx="1181">
                  <c:v>14-09-2004</c:v>
                </c:pt>
                <c:pt idx="1182">
                  <c:v>15-09-2004</c:v>
                </c:pt>
                <c:pt idx="1183">
                  <c:v>16-09-2004</c:v>
                </c:pt>
                <c:pt idx="1184">
                  <c:v>17-09-2004</c:v>
                </c:pt>
                <c:pt idx="1185">
                  <c:v>20-09-2004</c:v>
                </c:pt>
                <c:pt idx="1186">
                  <c:v>21-09-2004</c:v>
                </c:pt>
                <c:pt idx="1187">
                  <c:v>22-09-2004</c:v>
                </c:pt>
                <c:pt idx="1188">
                  <c:v>23-09-2004</c:v>
                </c:pt>
                <c:pt idx="1189">
                  <c:v>24-09-2004</c:v>
                </c:pt>
                <c:pt idx="1190">
                  <c:v>27-09-2004</c:v>
                </c:pt>
                <c:pt idx="1191">
                  <c:v>28-09-2004</c:v>
                </c:pt>
                <c:pt idx="1192">
                  <c:v>29-09-2004</c:v>
                </c:pt>
                <c:pt idx="1193">
                  <c:v>30-09-2004</c:v>
                </c:pt>
                <c:pt idx="1194">
                  <c:v>01-10-2004</c:v>
                </c:pt>
                <c:pt idx="1195">
                  <c:v>04-10-2004</c:v>
                </c:pt>
                <c:pt idx="1196">
                  <c:v>05-10-2004</c:v>
                </c:pt>
                <c:pt idx="1197">
                  <c:v>06-10-2004</c:v>
                </c:pt>
                <c:pt idx="1198">
                  <c:v>07-10-2004</c:v>
                </c:pt>
                <c:pt idx="1199">
                  <c:v>08-10-2004</c:v>
                </c:pt>
                <c:pt idx="1200">
                  <c:v>09-10-2004</c:v>
                </c:pt>
                <c:pt idx="1201">
                  <c:v>11-10-2004</c:v>
                </c:pt>
                <c:pt idx="1202">
                  <c:v>12-10-2004</c:v>
                </c:pt>
                <c:pt idx="1203">
                  <c:v>14-10-2004</c:v>
                </c:pt>
                <c:pt idx="1204">
                  <c:v>15-10-2004</c:v>
                </c:pt>
                <c:pt idx="1205">
                  <c:v>18-10-2004</c:v>
                </c:pt>
                <c:pt idx="1206">
                  <c:v>19-10-2004</c:v>
                </c:pt>
                <c:pt idx="1207">
                  <c:v>20-10-2004</c:v>
                </c:pt>
                <c:pt idx="1208">
                  <c:v>21-10-2004</c:v>
                </c:pt>
                <c:pt idx="1209">
                  <c:v>25-10-2004</c:v>
                </c:pt>
                <c:pt idx="1210">
                  <c:v>26-10-2004</c:v>
                </c:pt>
                <c:pt idx="1211">
                  <c:v>27-10-2004</c:v>
                </c:pt>
                <c:pt idx="1212">
                  <c:v>28-10-2004</c:v>
                </c:pt>
                <c:pt idx="1213">
                  <c:v>29-10-2004</c:v>
                </c:pt>
                <c:pt idx="1214">
                  <c:v>01-11-2004</c:v>
                </c:pt>
                <c:pt idx="1215">
                  <c:v>02-11-2004</c:v>
                </c:pt>
                <c:pt idx="1216">
                  <c:v>03-11-2004</c:v>
                </c:pt>
                <c:pt idx="1217">
                  <c:v>04-11-2004</c:v>
                </c:pt>
                <c:pt idx="1218">
                  <c:v>05-11-2004</c:v>
                </c:pt>
                <c:pt idx="1219">
                  <c:v>08-11-2004</c:v>
                </c:pt>
                <c:pt idx="1220">
                  <c:v>09-11-2004</c:v>
                </c:pt>
                <c:pt idx="1221">
                  <c:v>10-11-2004</c:v>
                </c:pt>
                <c:pt idx="1222">
                  <c:v>11-11-2004</c:v>
                </c:pt>
                <c:pt idx="1223">
                  <c:v>12-11-2004</c:v>
                </c:pt>
                <c:pt idx="1224">
                  <c:v>16-11-2004</c:v>
                </c:pt>
                <c:pt idx="1225">
                  <c:v>17-11-2004</c:v>
                </c:pt>
                <c:pt idx="1226">
                  <c:v>18-11-2004</c:v>
                </c:pt>
                <c:pt idx="1227">
                  <c:v>19-11-2004</c:v>
                </c:pt>
                <c:pt idx="1228">
                  <c:v>22-11-2004</c:v>
                </c:pt>
                <c:pt idx="1229">
                  <c:v>23-11-2004</c:v>
                </c:pt>
                <c:pt idx="1230">
                  <c:v>24-11-2004</c:v>
                </c:pt>
                <c:pt idx="1231">
                  <c:v>25-11-2004</c:v>
                </c:pt>
                <c:pt idx="1232">
                  <c:v>29-11-2004</c:v>
                </c:pt>
                <c:pt idx="1233">
                  <c:v>30-11-2004</c:v>
                </c:pt>
                <c:pt idx="1234">
                  <c:v>01-12-2004</c:v>
                </c:pt>
                <c:pt idx="1235">
                  <c:v>02-12-2004</c:v>
                </c:pt>
                <c:pt idx="1236">
                  <c:v>03-12-2004</c:v>
                </c:pt>
                <c:pt idx="1237">
                  <c:v>06-12-2004</c:v>
                </c:pt>
                <c:pt idx="1238">
                  <c:v>07-12-2004</c:v>
                </c:pt>
                <c:pt idx="1239">
                  <c:v>08-12-2004</c:v>
                </c:pt>
                <c:pt idx="1240">
                  <c:v>09-12-2004</c:v>
                </c:pt>
                <c:pt idx="1241">
                  <c:v>10-12-2004</c:v>
                </c:pt>
                <c:pt idx="1242">
                  <c:v>13-12-2004</c:v>
                </c:pt>
                <c:pt idx="1243">
                  <c:v>14-12-2004</c:v>
                </c:pt>
                <c:pt idx="1244">
                  <c:v>15-12-2004</c:v>
                </c:pt>
                <c:pt idx="1245">
                  <c:v>16-12-2004</c:v>
                </c:pt>
                <c:pt idx="1246">
                  <c:v>17-12-2004</c:v>
                </c:pt>
                <c:pt idx="1247">
                  <c:v>20-12-2004</c:v>
                </c:pt>
                <c:pt idx="1248">
                  <c:v>21-12-2004</c:v>
                </c:pt>
                <c:pt idx="1249">
                  <c:v>22-12-2004</c:v>
                </c:pt>
                <c:pt idx="1250">
                  <c:v>23-12-2004</c:v>
                </c:pt>
                <c:pt idx="1251">
                  <c:v>24-12-2004</c:v>
                </c:pt>
                <c:pt idx="1252">
                  <c:v>27-12-2004</c:v>
                </c:pt>
                <c:pt idx="1253">
                  <c:v>28-12-2004</c:v>
                </c:pt>
                <c:pt idx="1254">
                  <c:v>29-12-2004</c:v>
                </c:pt>
                <c:pt idx="1255">
                  <c:v>30-12-2004</c:v>
                </c:pt>
                <c:pt idx="1256">
                  <c:v>31-12-2004</c:v>
                </c:pt>
                <c:pt idx="1257">
                  <c:v>03-01-2005</c:v>
                </c:pt>
                <c:pt idx="1258">
                  <c:v>04-01-2005</c:v>
                </c:pt>
                <c:pt idx="1259">
                  <c:v>05-01-2005</c:v>
                </c:pt>
                <c:pt idx="1260">
                  <c:v>06-01-2005</c:v>
                </c:pt>
                <c:pt idx="1261">
                  <c:v>07-01-2005</c:v>
                </c:pt>
                <c:pt idx="1262">
                  <c:v>10-01-2005</c:v>
                </c:pt>
                <c:pt idx="1263">
                  <c:v>11-01-2005</c:v>
                </c:pt>
                <c:pt idx="1264">
                  <c:v>12-01-2005</c:v>
                </c:pt>
                <c:pt idx="1265">
                  <c:v>13-01-2005</c:v>
                </c:pt>
                <c:pt idx="1266">
                  <c:v>14-01-2005</c:v>
                </c:pt>
                <c:pt idx="1267">
                  <c:v>17-01-2005</c:v>
                </c:pt>
                <c:pt idx="1268">
                  <c:v>18-01-2005</c:v>
                </c:pt>
                <c:pt idx="1269">
                  <c:v>19-01-2005</c:v>
                </c:pt>
                <c:pt idx="1270">
                  <c:v>20-01-2005</c:v>
                </c:pt>
                <c:pt idx="1271">
                  <c:v>24-01-2005</c:v>
                </c:pt>
                <c:pt idx="1272">
                  <c:v>25-01-2005</c:v>
                </c:pt>
                <c:pt idx="1273">
                  <c:v>27-01-2005</c:v>
                </c:pt>
                <c:pt idx="1274">
                  <c:v>28-01-2005</c:v>
                </c:pt>
                <c:pt idx="1275">
                  <c:v>31-01-2005</c:v>
                </c:pt>
                <c:pt idx="1276">
                  <c:v>01-02-2005</c:v>
                </c:pt>
                <c:pt idx="1277">
                  <c:v>02-02-2005</c:v>
                </c:pt>
                <c:pt idx="1278">
                  <c:v>03-02-2005</c:v>
                </c:pt>
                <c:pt idx="1279">
                  <c:v>04-02-2005</c:v>
                </c:pt>
                <c:pt idx="1280">
                  <c:v>07-02-2005</c:v>
                </c:pt>
                <c:pt idx="1281">
                  <c:v>08-02-2005</c:v>
                </c:pt>
                <c:pt idx="1282">
                  <c:v>09-02-2005</c:v>
                </c:pt>
                <c:pt idx="1283">
                  <c:v>10-02-2005</c:v>
                </c:pt>
                <c:pt idx="1284">
                  <c:v>11-02-2005</c:v>
                </c:pt>
                <c:pt idx="1285">
                  <c:v>14-02-2005</c:v>
                </c:pt>
                <c:pt idx="1286">
                  <c:v>15-02-2005</c:v>
                </c:pt>
                <c:pt idx="1287">
                  <c:v>16-02-2005</c:v>
                </c:pt>
                <c:pt idx="1288">
                  <c:v>17-02-2005</c:v>
                </c:pt>
                <c:pt idx="1289">
                  <c:v>18-02-2005</c:v>
                </c:pt>
                <c:pt idx="1290">
                  <c:v>21-02-2005</c:v>
                </c:pt>
                <c:pt idx="1291">
                  <c:v>22-02-2005</c:v>
                </c:pt>
                <c:pt idx="1292">
                  <c:v>23-02-2005</c:v>
                </c:pt>
                <c:pt idx="1293">
                  <c:v>24-02-2005</c:v>
                </c:pt>
                <c:pt idx="1294">
                  <c:v>25-02-2005</c:v>
                </c:pt>
                <c:pt idx="1295">
                  <c:v>28-02-2005</c:v>
                </c:pt>
                <c:pt idx="1296">
                  <c:v>01-03-2005</c:v>
                </c:pt>
                <c:pt idx="1297">
                  <c:v>02-03-2005</c:v>
                </c:pt>
                <c:pt idx="1298">
                  <c:v>03-03-2005</c:v>
                </c:pt>
                <c:pt idx="1299">
                  <c:v>04-03-2005</c:v>
                </c:pt>
                <c:pt idx="1300">
                  <c:v>07-03-2005</c:v>
                </c:pt>
                <c:pt idx="1301">
                  <c:v>08-03-2005</c:v>
                </c:pt>
                <c:pt idx="1302">
                  <c:v>09-03-2005</c:v>
                </c:pt>
                <c:pt idx="1303">
                  <c:v>10-03-2005</c:v>
                </c:pt>
                <c:pt idx="1304">
                  <c:v>11-03-2005</c:v>
                </c:pt>
                <c:pt idx="1305">
                  <c:v>14-03-2005</c:v>
                </c:pt>
                <c:pt idx="1306">
                  <c:v>15-03-2005</c:v>
                </c:pt>
                <c:pt idx="1307">
                  <c:v>16-03-2005</c:v>
                </c:pt>
                <c:pt idx="1308">
                  <c:v>17-03-2005</c:v>
                </c:pt>
                <c:pt idx="1309">
                  <c:v>18-03-2005</c:v>
                </c:pt>
                <c:pt idx="1310">
                  <c:v>21-03-2005</c:v>
                </c:pt>
                <c:pt idx="1311">
                  <c:v>22-03-2005</c:v>
                </c:pt>
                <c:pt idx="1312">
                  <c:v>23-03-2005</c:v>
                </c:pt>
                <c:pt idx="1313">
                  <c:v>24-03-2005</c:v>
                </c:pt>
                <c:pt idx="1314">
                  <c:v>28-03-2005</c:v>
                </c:pt>
                <c:pt idx="1315">
                  <c:v>29-03-2005</c:v>
                </c:pt>
                <c:pt idx="1316">
                  <c:v>30-03-2005</c:v>
                </c:pt>
                <c:pt idx="1317">
                  <c:v>31-03-2005</c:v>
                </c:pt>
                <c:pt idx="1318">
                  <c:v>01-04-2005</c:v>
                </c:pt>
                <c:pt idx="1319">
                  <c:v>04-04-2005</c:v>
                </c:pt>
                <c:pt idx="1320">
                  <c:v>05-04-2005</c:v>
                </c:pt>
                <c:pt idx="1321">
                  <c:v>06-04-2005</c:v>
                </c:pt>
                <c:pt idx="1322">
                  <c:v>07-04-2005</c:v>
                </c:pt>
                <c:pt idx="1323">
                  <c:v>08-04-2005</c:v>
                </c:pt>
                <c:pt idx="1324">
                  <c:v>11-04-2005</c:v>
                </c:pt>
                <c:pt idx="1325">
                  <c:v>12-04-2005</c:v>
                </c:pt>
                <c:pt idx="1326">
                  <c:v>13-04-2005</c:v>
                </c:pt>
                <c:pt idx="1327">
                  <c:v>15-04-2005</c:v>
                </c:pt>
                <c:pt idx="1328">
                  <c:v>18-04-2005</c:v>
                </c:pt>
                <c:pt idx="1329">
                  <c:v>19-04-2005</c:v>
                </c:pt>
                <c:pt idx="1330">
                  <c:v>20-04-2005</c:v>
                </c:pt>
                <c:pt idx="1331">
                  <c:v>21-04-2005</c:v>
                </c:pt>
                <c:pt idx="1332">
                  <c:v>22-04-2005</c:v>
                </c:pt>
                <c:pt idx="1333">
                  <c:v>25-04-2005</c:v>
                </c:pt>
                <c:pt idx="1334">
                  <c:v>26-04-2005</c:v>
                </c:pt>
                <c:pt idx="1335">
                  <c:v>27-04-2005</c:v>
                </c:pt>
                <c:pt idx="1336">
                  <c:v>28-04-2005</c:v>
                </c:pt>
                <c:pt idx="1337">
                  <c:v>29-04-2005</c:v>
                </c:pt>
                <c:pt idx="1338">
                  <c:v>02-05-2005</c:v>
                </c:pt>
                <c:pt idx="1339">
                  <c:v>03-05-2005</c:v>
                </c:pt>
                <c:pt idx="1340">
                  <c:v>04-05-2005</c:v>
                </c:pt>
                <c:pt idx="1341">
                  <c:v>05-05-2005</c:v>
                </c:pt>
                <c:pt idx="1342">
                  <c:v>06-05-2005</c:v>
                </c:pt>
                <c:pt idx="1343">
                  <c:v>09-05-2005</c:v>
                </c:pt>
                <c:pt idx="1344">
                  <c:v>10-05-2005</c:v>
                </c:pt>
                <c:pt idx="1345">
                  <c:v>11-05-2005</c:v>
                </c:pt>
                <c:pt idx="1346">
                  <c:v>12-05-2005</c:v>
                </c:pt>
                <c:pt idx="1347">
                  <c:v>13-05-2005</c:v>
                </c:pt>
                <c:pt idx="1348">
                  <c:v>16-05-2005</c:v>
                </c:pt>
                <c:pt idx="1349">
                  <c:v>17-05-2005</c:v>
                </c:pt>
                <c:pt idx="1350">
                  <c:v>18-05-2005</c:v>
                </c:pt>
                <c:pt idx="1351">
                  <c:v>19-05-2005</c:v>
                </c:pt>
                <c:pt idx="1352">
                  <c:v>20-05-2005</c:v>
                </c:pt>
                <c:pt idx="1353">
                  <c:v>23-05-2005</c:v>
                </c:pt>
                <c:pt idx="1354">
                  <c:v>24-05-2005</c:v>
                </c:pt>
                <c:pt idx="1355">
                  <c:v>25-05-2005</c:v>
                </c:pt>
                <c:pt idx="1356">
                  <c:v>26-05-2005</c:v>
                </c:pt>
                <c:pt idx="1357">
                  <c:v>27-05-2005</c:v>
                </c:pt>
                <c:pt idx="1358">
                  <c:v>30-05-2005</c:v>
                </c:pt>
                <c:pt idx="1359">
                  <c:v>31-05-2005</c:v>
                </c:pt>
                <c:pt idx="1360">
                  <c:v>01-06-2005</c:v>
                </c:pt>
                <c:pt idx="1361">
                  <c:v>02-06-2005</c:v>
                </c:pt>
                <c:pt idx="1362">
                  <c:v>03-06-2005</c:v>
                </c:pt>
                <c:pt idx="1363">
                  <c:v>04-06-2005</c:v>
                </c:pt>
                <c:pt idx="1364">
                  <c:v>06-06-2005</c:v>
                </c:pt>
                <c:pt idx="1365">
                  <c:v>07-06-2005</c:v>
                </c:pt>
                <c:pt idx="1366">
                  <c:v>08-06-2005</c:v>
                </c:pt>
                <c:pt idx="1367">
                  <c:v>09-06-2005</c:v>
                </c:pt>
                <c:pt idx="1368">
                  <c:v>10-06-2005</c:v>
                </c:pt>
                <c:pt idx="1369">
                  <c:v>13-06-2005</c:v>
                </c:pt>
                <c:pt idx="1370">
                  <c:v>14-06-2005</c:v>
                </c:pt>
                <c:pt idx="1371">
                  <c:v>15-06-2005</c:v>
                </c:pt>
                <c:pt idx="1372">
                  <c:v>16-06-2005</c:v>
                </c:pt>
                <c:pt idx="1373">
                  <c:v>17-06-2005</c:v>
                </c:pt>
                <c:pt idx="1374">
                  <c:v>20-06-2005</c:v>
                </c:pt>
                <c:pt idx="1375">
                  <c:v>21-06-2005</c:v>
                </c:pt>
                <c:pt idx="1376">
                  <c:v>22-06-2005</c:v>
                </c:pt>
                <c:pt idx="1377">
                  <c:v>23-06-2005</c:v>
                </c:pt>
                <c:pt idx="1378">
                  <c:v>24-06-2005</c:v>
                </c:pt>
                <c:pt idx="1379">
                  <c:v>27-06-2005</c:v>
                </c:pt>
                <c:pt idx="1380">
                  <c:v>28-06-2005</c:v>
                </c:pt>
                <c:pt idx="1381">
                  <c:v>29-06-2005</c:v>
                </c:pt>
                <c:pt idx="1382">
                  <c:v>30-06-2005</c:v>
                </c:pt>
                <c:pt idx="1383">
                  <c:v>01-07-2005</c:v>
                </c:pt>
                <c:pt idx="1384">
                  <c:v>04-07-2005</c:v>
                </c:pt>
                <c:pt idx="1385">
                  <c:v>05-07-2005</c:v>
                </c:pt>
                <c:pt idx="1386">
                  <c:v>06-07-2005</c:v>
                </c:pt>
                <c:pt idx="1387">
                  <c:v>07-07-2005</c:v>
                </c:pt>
                <c:pt idx="1388">
                  <c:v>08-07-2005</c:v>
                </c:pt>
                <c:pt idx="1389">
                  <c:v>11-07-2005</c:v>
                </c:pt>
                <c:pt idx="1390">
                  <c:v>12-07-2005</c:v>
                </c:pt>
                <c:pt idx="1391">
                  <c:v>13-07-2005</c:v>
                </c:pt>
                <c:pt idx="1392">
                  <c:v>14-07-2005</c:v>
                </c:pt>
                <c:pt idx="1393">
                  <c:v>15-07-2005</c:v>
                </c:pt>
                <c:pt idx="1394">
                  <c:v>18-07-2005</c:v>
                </c:pt>
                <c:pt idx="1395">
                  <c:v>19-07-2005</c:v>
                </c:pt>
                <c:pt idx="1396">
                  <c:v>20-07-2005</c:v>
                </c:pt>
                <c:pt idx="1397">
                  <c:v>21-07-2005</c:v>
                </c:pt>
                <c:pt idx="1398">
                  <c:v>22-07-2005</c:v>
                </c:pt>
                <c:pt idx="1399">
                  <c:v>25-07-2005</c:v>
                </c:pt>
                <c:pt idx="1400">
                  <c:v>26-07-2005</c:v>
                </c:pt>
                <c:pt idx="1401">
                  <c:v>27-07-2005</c:v>
                </c:pt>
                <c:pt idx="1402">
                  <c:v>29-07-2005</c:v>
                </c:pt>
                <c:pt idx="1403">
                  <c:v>01-08-2005</c:v>
                </c:pt>
                <c:pt idx="1404">
                  <c:v>02-08-2005</c:v>
                </c:pt>
                <c:pt idx="1405">
                  <c:v>03-08-2005</c:v>
                </c:pt>
                <c:pt idx="1406">
                  <c:v>04-08-2005</c:v>
                </c:pt>
                <c:pt idx="1407">
                  <c:v>05-08-2005</c:v>
                </c:pt>
                <c:pt idx="1408">
                  <c:v>08-08-2005</c:v>
                </c:pt>
                <c:pt idx="1409">
                  <c:v>09-08-2005</c:v>
                </c:pt>
                <c:pt idx="1410">
                  <c:v>10-08-2005</c:v>
                </c:pt>
                <c:pt idx="1411">
                  <c:v>11-08-2005</c:v>
                </c:pt>
                <c:pt idx="1412">
                  <c:v>12-08-2005</c:v>
                </c:pt>
                <c:pt idx="1413">
                  <c:v>16-08-2005</c:v>
                </c:pt>
                <c:pt idx="1414">
                  <c:v>17-08-2005</c:v>
                </c:pt>
                <c:pt idx="1415">
                  <c:v>18-08-2005</c:v>
                </c:pt>
                <c:pt idx="1416">
                  <c:v>19-08-2005</c:v>
                </c:pt>
                <c:pt idx="1417">
                  <c:v>22-08-2005</c:v>
                </c:pt>
                <c:pt idx="1418">
                  <c:v>23-08-2005</c:v>
                </c:pt>
                <c:pt idx="1419">
                  <c:v>24-08-2005</c:v>
                </c:pt>
                <c:pt idx="1420">
                  <c:v>25-08-2005</c:v>
                </c:pt>
                <c:pt idx="1421">
                  <c:v>26-08-2005</c:v>
                </c:pt>
                <c:pt idx="1422">
                  <c:v>29-08-2005</c:v>
                </c:pt>
                <c:pt idx="1423">
                  <c:v>30-08-2005</c:v>
                </c:pt>
                <c:pt idx="1424">
                  <c:v>31-08-2005</c:v>
                </c:pt>
                <c:pt idx="1425">
                  <c:v>01-09-2005</c:v>
                </c:pt>
                <c:pt idx="1426">
                  <c:v>02-09-2005</c:v>
                </c:pt>
                <c:pt idx="1427">
                  <c:v>05-09-2005</c:v>
                </c:pt>
                <c:pt idx="1428">
                  <c:v>06-09-2005</c:v>
                </c:pt>
                <c:pt idx="1429">
                  <c:v>08-09-2005</c:v>
                </c:pt>
                <c:pt idx="1430">
                  <c:v>09-09-2005</c:v>
                </c:pt>
                <c:pt idx="1431">
                  <c:v>12-09-2005</c:v>
                </c:pt>
                <c:pt idx="1432">
                  <c:v>13-09-2005</c:v>
                </c:pt>
                <c:pt idx="1433">
                  <c:v>14-09-2005</c:v>
                </c:pt>
                <c:pt idx="1434">
                  <c:v>15-09-2005</c:v>
                </c:pt>
                <c:pt idx="1435">
                  <c:v>16-09-2005</c:v>
                </c:pt>
                <c:pt idx="1436">
                  <c:v>19-09-2005</c:v>
                </c:pt>
                <c:pt idx="1437">
                  <c:v>20-09-2005</c:v>
                </c:pt>
                <c:pt idx="1438">
                  <c:v>21-09-2005</c:v>
                </c:pt>
                <c:pt idx="1439">
                  <c:v>22-09-2005</c:v>
                </c:pt>
                <c:pt idx="1440">
                  <c:v>23-09-2005</c:v>
                </c:pt>
                <c:pt idx="1441">
                  <c:v>26-09-2005</c:v>
                </c:pt>
                <c:pt idx="1442">
                  <c:v>27-09-2005</c:v>
                </c:pt>
                <c:pt idx="1443">
                  <c:v>28-09-2005</c:v>
                </c:pt>
                <c:pt idx="1444">
                  <c:v>29-09-2005</c:v>
                </c:pt>
                <c:pt idx="1445">
                  <c:v>30-09-2005</c:v>
                </c:pt>
                <c:pt idx="1446">
                  <c:v>03-10-2005</c:v>
                </c:pt>
                <c:pt idx="1447">
                  <c:v>04-10-2005</c:v>
                </c:pt>
                <c:pt idx="1448">
                  <c:v>05-10-2005</c:v>
                </c:pt>
                <c:pt idx="1449">
                  <c:v>06-10-2005</c:v>
                </c:pt>
                <c:pt idx="1450">
                  <c:v>07-10-2005</c:v>
                </c:pt>
                <c:pt idx="1451">
                  <c:v>10-10-2005</c:v>
                </c:pt>
                <c:pt idx="1452">
                  <c:v>11-10-2005</c:v>
                </c:pt>
                <c:pt idx="1453">
                  <c:v>13-10-2005</c:v>
                </c:pt>
                <c:pt idx="1454">
                  <c:v>14-10-2005</c:v>
                </c:pt>
                <c:pt idx="1455">
                  <c:v>17-10-2005</c:v>
                </c:pt>
                <c:pt idx="1456">
                  <c:v>18-10-2005</c:v>
                </c:pt>
                <c:pt idx="1457">
                  <c:v>19-10-2005</c:v>
                </c:pt>
                <c:pt idx="1458">
                  <c:v>20-10-2005</c:v>
                </c:pt>
                <c:pt idx="1459">
                  <c:v>21-10-2005</c:v>
                </c:pt>
                <c:pt idx="1460">
                  <c:v>24-10-2005</c:v>
                </c:pt>
                <c:pt idx="1461">
                  <c:v>25-10-2005</c:v>
                </c:pt>
                <c:pt idx="1462">
                  <c:v>26-10-2005</c:v>
                </c:pt>
                <c:pt idx="1463">
                  <c:v>27-10-2005</c:v>
                </c:pt>
                <c:pt idx="1464">
                  <c:v>28-10-2005</c:v>
                </c:pt>
                <c:pt idx="1465">
                  <c:v>31-10-2005</c:v>
                </c:pt>
                <c:pt idx="1466">
                  <c:v>01-11-2005</c:v>
                </c:pt>
                <c:pt idx="1467">
                  <c:v>02-11-2005</c:v>
                </c:pt>
                <c:pt idx="1468">
                  <c:v>07-11-2005</c:v>
                </c:pt>
                <c:pt idx="1469">
                  <c:v>08-11-2005</c:v>
                </c:pt>
                <c:pt idx="1470">
                  <c:v>09-11-2005</c:v>
                </c:pt>
                <c:pt idx="1471">
                  <c:v>10-11-2005</c:v>
                </c:pt>
                <c:pt idx="1472">
                  <c:v>11-11-2005</c:v>
                </c:pt>
                <c:pt idx="1473">
                  <c:v>14-11-2005</c:v>
                </c:pt>
                <c:pt idx="1474">
                  <c:v>16-11-2005</c:v>
                </c:pt>
                <c:pt idx="1475">
                  <c:v>17-11-2005</c:v>
                </c:pt>
                <c:pt idx="1476">
                  <c:v>18-11-2005</c:v>
                </c:pt>
                <c:pt idx="1477">
                  <c:v>21-11-2005</c:v>
                </c:pt>
                <c:pt idx="1478">
                  <c:v>22-11-2005</c:v>
                </c:pt>
                <c:pt idx="1479">
                  <c:v>23-11-2005</c:v>
                </c:pt>
                <c:pt idx="1480">
                  <c:v>24-11-2005</c:v>
                </c:pt>
                <c:pt idx="1481">
                  <c:v>25-11-2005</c:v>
                </c:pt>
                <c:pt idx="1482">
                  <c:v>26-11-2005</c:v>
                </c:pt>
                <c:pt idx="1483">
                  <c:v>28-11-2005</c:v>
                </c:pt>
                <c:pt idx="1484">
                  <c:v>29-11-2005</c:v>
                </c:pt>
                <c:pt idx="1485">
                  <c:v>30-11-2005</c:v>
                </c:pt>
                <c:pt idx="1486">
                  <c:v>01-12-2005</c:v>
                </c:pt>
                <c:pt idx="1487">
                  <c:v>02-12-2005</c:v>
                </c:pt>
                <c:pt idx="1488">
                  <c:v>05-12-2005</c:v>
                </c:pt>
                <c:pt idx="1489">
                  <c:v>06-12-2005</c:v>
                </c:pt>
                <c:pt idx="1490">
                  <c:v>07-12-2005</c:v>
                </c:pt>
                <c:pt idx="1491">
                  <c:v>08-12-2005</c:v>
                </c:pt>
                <c:pt idx="1492">
                  <c:v>09-12-2005</c:v>
                </c:pt>
                <c:pt idx="1493">
                  <c:v>12-12-2005</c:v>
                </c:pt>
                <c:pt idx="1494">
                  <c:v>13-12-2005</c:v>
                </c:pt>
                <c:pt idx="1495">
                  <c:v>14-12-2005</c:v>
                </c:pt>
                <c:pt idx="1496">
                  <c:v>15-12-2005</c:v>
                </c:pt>
                <c:pt idx="1497">
                  <c:v>16-12-2005</c:v>
                </c:pt>
                <c:pt idx="1498">
                  <c:v>19-12-2005</c:v>
                </c:pt>
                <c:pt idx="1499">
                  <c:v>20-12-2005</c:v>
                </c:pt>
                <c:pt idx="1500">
                  <c:v>21-12-2005</c:v>
                </c:pt>
                <c:pt idx="1501">
                  <c:v>22-12-2005</c:v>
                </c:pt>
                <c:pt idx="1502">
                  <c:v>23-12-2005</c:v>
                </c:pt>
                <c:pt idx="1503">
                  <c:v>26-12-2005</c:v>
                </c:pt>
                <c:pt idx="1504">
                  <c:v>27-12-2005</c:v>
                </c:pt>
                <c:pt idx="1505">
                  <c:v>28-12-2005</c:v>
                </c:pt>
                <c:pt idx="1506">
                  <c:v>29-12-2005</c:v>
                </c:pt>
                <c:pt idx="1507">
                  <c:v>30-12-2005</c:v>
                </c:pt>
                <c:pt idx="1508">
                  <c:v>02-01-2006</c:v>
                </c:pt>
                <c:pt idx="1509">
                  <c:v>03-01-2006</c:v>
                </c:pt>
                <c:pt idx="1510">
                  <c:v>04-01-2006</c:v>
                </c:pt>
                <c:pt idx="1511">
                  <c:v>05-01-2006</c:v>
                </c:pt>
                <c:pt idx="1512">
                  <c:v>06-01-2006</c:v>
                </c:pt>
                <c:pt idx="1513">
                  <c:v>09-01-2006</c:v>
                </c:pt>
                <c:pt idx="1514">
                  <c:v>10-01-2006</c:v>
                </c:pt>
                <c:pt idx="1515">
                  <c:v>12-01-2006</c:v>
                </c:pt>
                <c:pt idx="1516">
                  <c:v>13-01-2006</c:v>
                </c:pt>
                <c:pt idx="1517">
                  <c:v>16-01-2006</c:v>
                </c:pt>
                <c:pt idx="1518">
                  <c:v>17-01-2006</c:v>
                </c:pt>
                <c:pt idx="1519">
                  <c:v>18-01-2006</c:v>
                </c:pt>
                <c:pt idx="1520">
                  <c:v>19-01-2006</c:v>
                </c:pt>
                <c:pt idx="1521">
                  <c:v>20-01-2006</c:v>
                </c:pt>
                <c:pt idx="1522">
                  <c:v>23-01-2006</c:v>
                </c:pt>
                <c:pt idx="1523">
                  <c:v>24-01-2006</c:v>
                </c:pt>
                <c:pt idx="1524">
                  <c:v>25-01-2006</c:v>
                </c:pt>
                <c:pt idx="1525">
                  <c:v>27-01-2006</c:v>
                </c:pt>
                <c:pt idx="1526">
                  <c:v>30-01-2006</c:v>
                </c:pt>
                <c:pt idx="1527">
                  <c:v>31-01-2006</c:v>
                </c:pt>
                <c:pt idx="1528">
                  <c:v>01-02-2006</c:v>
                </c:pt>
                <c:pt idx="1529">
                  <c:v>02-02-2006</c:v>
                </c:pt>
                <c:pt idx="1530">
                  <c:v>03-02-2006</c:v>
                </c:pt>
                <c:pt idx="1531">
                  <c:v>06-02-2006</c:v>
                </c:pt>
                <c:pt idx="1532">
                  <c:v>07-02-2006</c:v>
                </c:pt>
                <c:pt idx="1533">
                  <c:v>08-02-2006</c:v>
                </c:pt>
                <c:pt idx="1534">
                  <c:v>10-02-2006</c:v>
                </c:pt>
                <c:pt idx="1535">
                  <c:v>13-02-2006</c:v>
                </c:pt>
                <c:pt idx="1536">
                  <c:v>14-02-2006</c:v>
                </c:pt>
                <c:pt idx="1537">
                  <c:v>15-02-2006</c:v>
                </c:pt>
                <c:pt idx="1538">
                  <c:v>16-02-2006</c:v>
                </c:pt>
                <c:pt idx="1539">
                  <c:v>17-02-2006</c:v>
                </c:pt>
                <c:pt idx="1540">
                  <c:v>20-02-2006</c:v>
                </c:pt>
                <c:pt idx="1541">
                  <c:v>21-02-2006</c:v>
                </c:pt>
                <c:pt idx="1542">
                  <c:v>22-02-2006</c:v>
                </c:pt>
                <c:pt idx="1543">
                  <c:v>23-02-2006</c:v>
                </c:pt>
                <c:pt idx="1544">
                  <c:v>24-02-2006</c:v>
                </c:pt>
                <c:pt idx="1545">
                  <c:v>27-02-2006</c:v>
                </c:pt>
                <c:pt idx="1546">
                  <c:v>28-02-2006</c:v>
                </c:pt>
                <c:pt idx="1547">
                  <c:v>01-03-2006</c:v>
                </c:pt>
                <c:pt idx="1548">
                  <c:v>02-03-2006</c:v>
                </c:pt>
                <c:pt idx="1549">
                  <c:v>03-03-2006</c:v>
                </c:pt>
                <c:pt idx="1550">
                  <c:v>06-03-2006</c:v>
                </c:pt>
                <c:pt idx="1551">
                  <c:v>07-03-2006</c:v>
                </c:pt>
                <c:pt idx="1552">
                  <c:v>08-03-2006</c:v>
                </c:pt>
                <c:pt idx="1553">
                  <c:v>09-03-2006</c:v>
                </c:pt>
                <c:pt idx="1554">
                  <c:v>10-03-2006</c:v>
                </c:pt>
                <c:pt idx="1555">
                  <c:v>13-03-2006</c:v>
                </c:pt>
                <c:pt idx="1556">
                  <c:v>14-03-2006</c:v>
                </c:pt>
                <c:pt idx="1557">
                  <c:v>16-03-2006</c:v>
                </c:pt>
                <c:pt idx="1558">
                  <c:v>17-03-2006</c:v>
                </c:pt>
                <c:pt idx="1559">
                  <c:v>20-03-2006</c:v>
                </c:pt>
                <c:pt idx="1560">
                  <c:v>21-03-2006</c:v>
                </c:pt>
                <c:pt idx="1561">
                  <c:v>22-03-2006</c:v>
                </c:pt>
                <c:pt idx="1562">
                  <c:v>23-03-2006</c:v>
                </c:pt>
                <c:pt idx="1563">
                  <c:v>24-03-2006</c:v>
                </c:pt>
                <c:pt idx="1564">
                  <c:v>27-03-2006</c:v>
                </c:pt>
                <c:pt idx="1565">
                  <c:v>28-03-2006</c:v>
                </c:pt>
                <c:pt idx="1566">
                  <c:v>29-03-2006</c:v>
                </c:pt>
                <c:pt idx="1567">
                  <c:v>30-03-2006</c:v>
                </c:pt>
                <c:pt idx="1568">
                  <c:v>31-03-2006</c:v>
                </c:pt>
                <c:pt idx="1569">
                  <c:v>03-04-2006</c:v>
                </c:pt>
                <c:pt idx="1570">
                  <c:v>04-04-2006</c:v>
                </c:pt>
                <c:pt idx="1571">
                  <c:v>05-04-2006</c:v>
                </c:pt>
                <c:pt idx="1572">
                  <c:v>07-04-2006</c:v>
                </c:pt>
                <c:pt idx="1573">
                  <c:v>10-04-2006</c:v>
                </c:pt>
                <c:pt idx="1574">
                  <c:v>12-04-2006</c:v>
                </c:pt>
                <c:pt idx="1575">
                  <c:v>13-04-2006</c:v>
                </c:pt>
                <c:pt idx="1576">
                  <c:v>17-04-2006</c:v>
                </c:pt>
                <c:pt idx="1577">
                  <c:v>18-04-2006</c:v>
                </c:pt>
                <c:pt idx="1578">
                  <c:v>19-04-2006</c:v>
                </c:pt>
                <c:pt idx="1579">
                  <c:v>20-04-2006</c:v>
                </c:pt>
                <c:pt idx="1580">
                  <c:v>21-04-2006</c:v>
                </c:pt>
                <c:pt idx="1581">
                  <c:v>24-04-2006</c:v>
                </c:pt>
                <c:pt idx="1582">
                  <c:v>25-04-2006</c:v>
                </c:pt>
                <c:pt idx="1583">
                  <c:v>26-04-2006</c:v>
                </c:pt>
                <c:pt idx="1584">
                  <c:v>27-04-2006</c:v>
                </c:pt>
                <c:pt idx="1585">
                  <c:v>28-04-2006</c:v>
                </c:pt>
                <c:pt idx="1586">
                  <c:v>29-04-2006</c:v>
                </c:pt>
                <c:pt idx="1587">
                  <c:v>02-05-2006</c:v>
                </c:pt>
                <c:pt idx="1588">
                  <c:v>03-05-2006</c:v>
                </c:pt>
                <c:pt idx="1589">
                  <c:v>04-05-2006</c:v>
                </c:pt>
                <c:pt idx="1590">
                  <c:v>05-05-2006</c:v>
                </c:pt>
                <c:pt idx="1591">
                  <c:v>08-05-2006</c:v>
                </c:pt>
                <c:pt idx="1592">
                  <c:v>09-05-2006</c:v>
                </c:pt>
                <c:pt idx="1593">
                  <c:v>10-05-2006</c:v>
                </c:pt>
                <c:pt idx="1594">
                  <c:v>11-05-2006</c:v>
                </c:pt>
                <c:pt idx="1595">
                  <c:v>12-05-2006</c:v>
                </c:pt>
                <c:pt idx="1596">
                  <c:v>15-05-2006</c:v>
                </c:pt>
                <c:pt idx="1597">
                  <c:v>16-05-2006</c:v>
                </c:pt>
                <c:pt idx="1598">
                  <c:v>17-05-2006</c:v>
                </c:pt>
                <c:pt idx="1599">
                  <c:v>18-05-2006</c:v>
                </c:pt>
                <c:pt idx="1600">
                  <c:v>19-05-2006</c:v>
                </c:pt>
                <c:pt idx="1601">
                  <c:v>22-05-2006</c:v>
                </c:pt>
                <c:pt idx="1602">
                  <c:v>23-05-2006</c:v>
                </c:pt>
                <c:pt idx="1603">
                  <c:v>24-05-2006</c:v>
                </c:pt>
                <c:pt idx="1604">
                  <c:v>25-05-2006</c:v>
                </c:pt>
                <c:pt idx="1605">
                  <c:v>26-05-2006</c:v>
                </c:pt>
                <c:pt idx="1606">
                  <c:v>29-05-2006</c:v>
                </c:pt>
                <c:pt idx="1607">
                  <c:v>30-05-2006</c:v>
                </c:pt>
                <c:pt idx="1608">
                  <c:v>31-05-2006</c:v>
                </c:pt>
                <c:pt idx="1609">
                  <c:v>01-06-2006</c:v>
                </c:pt>
                <c:pt idx="1610">
                  <c:v>02-06-2006</c:v>
                </c:pt>
                <c:pt idx="1611">
                  <c:v>05-06-2006</c:v>
                </c:pt>
                <c:pt idx="1612">
                  <c:v>06-06-2006</c:v>
                </c:pt>
                <c:pt idx="1613">
                  <c:v>07-06-2006</c:v>
                </c:pt>
                <c:pt idx="1614">
                  <c:v>08-06-2006</c:v>
                </c:pt>
                <c:pt idx="1615">
                  <c:v>09-06-2006</c:v>
                </c:pt>
                <c:pt idx="1616">
                  <c:v>12-06-2006</c:v>
                </c:pt>
                <c:pt idx="1617">
                  <c:v>13-06-2006</c:v>
                </c:pt>
                <c:pt idx="1618">
                  <c:v>14-06-2006</c:v>
                </c:pt>
                <c:pt idx="1619">
                  <c:v>15-06-2006</c:v>
                </c:pt>
                <c:pt idx="1620">
                  <c:v>16-06-2006</c:v>
                </c:pt>
                <c:pt idx="1621">
                  <c:v>19-06-2006</c:v>
                </c:pt>
                <c:pt idx="1622">
                  <c:v>20-06-2006</c:v>
                </c:pt>
                <c:pt idx="1623">
                  <c:v>21-06-2006</c:v>
                </c:pt>
                <c:pt idx="1624">
                  <c:v>22-06-2006</c:v>
                </c:pt>
                <c:pt idx="1625">
                  <c:v>23-06-2006</c:v>
                </c:pt>
                <c:pt idx="1626">
                  <c:v>25-06-2006</c:v>
                </c:pt>
                <c:pt idx="1627">
                  <c:v>26-06-2006</c:v>
                </c:pt>
                <c:pt idx="1628">
                  <c:v>27-06-2006</c:v>
                </c:pt>
                <c:pt idx="1629">
                  <c:v>28-06-2006</c:v>
                </c:pt>
                <c:pt idx="1630">
                  <c:v>29-06-2006</c:v>
                </c:pt>
                <c:pt idx="1631">
                  <c:v>30-06-2006</c:v>
                </c:pt>
                <c:pt idx="1632">
                  <c:v>03-07-2006</c:v>
                </c:pt>
                <c:pt idx="1633">
                  <c:v>04-07-2006</c:v>
                </c:pt>
                <c:pt idx="1634">
                  <c:v>05-07-2006</c:v>
                </c:pt>
                <c:pt idx="1635">
                  <c:v>06-07-2006</c:v>
                </c:pt>
                <c:pt idx="1636">
                  <c:v>07-07-2006</c:v>
                </c:pt>
                <c:pt idx="1637">
                  <c:v>10-07-2006</c:v>
                </c:pt>
                <c:pt idx="1638">
                  <c:v>11-07-2006</c:v>
                </c:pt>
                <c:pt idx="1639">
                  <c:v>12-07-2006</c:v>
                </c:pt>
                <c:pt idx="1640">
                  <c:v>13-07-2006</c:v>
                </c:pt>
                <c:pt idx="1641">
                  <c:v>14-07-2006</c:v>
                </c:pt>
                <c:pt idx="1642">
                  <c:v>17-07-2006</c:v>
                </c:pt>
                <c:pt idx="1643">
                  <c:v>18-07-2006</c:v>
                </c:pt>
                <c:pt idx="1644">
                  <c:v>19-07-2006</c:v>
                </c:pt>
                <c:pt idx="1645">
                  <c:v>20-07-2006</c:v>
                </c:pt>
                <c:pt idx="1646">
                  <c:v>21-07-2006</c:v>
                </c:pt>
                <c:pt idx="1647">
                  <c:v>24-07-2006</c:v>
                </c:pt>
                <c:pt idx="1648">
                  <c:v>25-07-2006</c:v>
                </c:pt>
                <c:pt idx="1649">
                  <c:v>26-07-2006</c:v>
                </c:pt>
                <c:pt idx="1650">
                  <c:v>27-07-2006</c:v>
                </c:pt>
                <c:pt idx="1651">
                  <c:v>28-07-2006</c:v>
                </c:pt>
                <c:pt idx="1652">
                  <c:v>31-07-2006</c:v>
                </c:pt>
                <c:pt idx="1653">
                  <c:v>01-08-2006</c:v>
                </c:pt>
                <c:pt idx="1654">
                  <c:v>02-08-2006</c:v>
                </c:pt>
                <c:pt idx="1655">
                  <c:v>03-08-2006</c:v>
                </c:pt>
                <c:pt idx="1656">
                  <c:v>04-08-2006</c:v>
                </c:pt>
                <c:pt idx="1657">
                  <c:v>07-08-2006</c:v>
                </c:pt>
                <c:pt idx="1658">
                  <c:v>08-08-2006</c:v>
                </c:pt>
                <c:pt idx="1659">
                  <c:v>09-08-2006</c:v>
                </c:pt>
                <c:pt idx="1660">
                  <c:v>10-08-2006</c:v>
                </c:pt>
                <c:pt idx="1661">
                  <c:v>11-08-2006</c:v>
                </c:pt>
                <c:pt idx="1662">
                  <c:v>14-08-2006</c:v>
                </c:pt>
                <c:pt idx="1663">
                  <c:v>16-08-2006</c:v>
                </c:pt>
                <c:pt idx="1664">
                  <c:v>17-08-2006</c:v>
                </c:pt>
                <c:pt idx="1665">
                  <c:v>18-08-2006</c:v>
                </c:pt>
                <c:pt idx="1666">
                  <c:v>21-08-2006</c:v>
                </c:pt>
                <c:pt idx="1667">
                  <c:v>22-08-2006</c:v>
                </c:pt>
                <c:pt idx="1668">
                  <c:v>23-08-2006</c:v>
                </c:pt>
                <c:pt idx="1669">
                  <c:v>24-08-2006</c:v>
                </c:pt>
                <c:pt idx="1670">
                  <c:v>25-08-2006</c:v>
                </c:pt>
                <c:pt idx="1671">
                  <c:v>28-08-2006</c:v>
                </c:pt>
                <c:pt idx="1672">
                  <c:v>29-08-2006</c:v>
                </c:pt>
                <c:pt idx="1673">
                  <c:v>30-08-2006</c:v>
                </c:pt>
                <c:pt idx="1674">
                  <c:v>31-08-2006</c:v>
                </c:pt>
                <c:pt idx="1675">
                  <c:v>01-09-2006</c:v>
                </c:pt>
                <c:pt idx="1676">
                  <c:v>04-09-2006</c:v>
                </c:pt>
                <c:pt idx="1677">
                  <c:v>05-09-2006</c:v>
                </c:pt>
                <c:pt idx="1678">
                  <c:v>06-09-2006</c:v>
                </c:pt>
                <c:pt idx="1679">
                  <c:v>07-09-2006</c:v>
                </c:pt>
                <c:pt idx="1680">
                  <c:v>08-09-2006</c:v>
                </c:pt>
                <c:pt idx="1681">
                  <c:v>11-09-2006</c:v>
                </c:pt>
                <c:pt idx="1682">
                  <c:v>12-09-2006</c:v>
                </c:pt>
                <c:pt idx="1683">
                  <c:v>13-09-2006</c:v>
                </c:pt>
                <c:pt idx="1684">
                  <c:v>14-09-2006</c:v>
                </c:pt>
                <c:pt idx="1685">
                  <c:v>15-09-2006</c:v>
                </c:pt>
                <c:pt idx="1686">
                  <c:v>18-09-2006</c:v>
                </c:pt>
                <c:pt idx="1687">
                  <c:v>19-09-2006</c:v>
                </c:pt>
                <c:pt idx="1688">
                  <c:v>20-09-2006</c:v>
                </c:pt>
                <c:pt idx="1689">
                  <c:v>21-09-2006</c:v>
                </c:pt>
                <c:pt idx="1690">
                  <c:v>22-09-2006</c:v>
                </c:pt>
                <c:pt idx="1691">
                  <c:v>25-09-2006</c:v>
                </c:pt>
                <c:pt idx="1692">
                  <c:v>26-09-2006</c:v>
                </c:pt>
                <c:pt idx="1693">
                  <c:v>27-09-2006</c:v>
                </c:pt>
                <c:pt idx="1694">
                  <c:v>28-09-2006</c:v>
                </c:pt>
                <c:pt idx="1695">
                  <c:v>29-09-2006</c:v>
                </c:pt>
                <c:pt idx="1696">
                  <c:v>03-10-2006</c:v>
                </c:pt>
                <c:pt idx="1697">
                  <c:v>04-10-2006</c:v>
                </c:pt>
                <c:pt idx="1698">
                  <c:v>05-10-2006</c:v>
                </c:pt>
                <c:pt idx="1699">
                  <c:v>06-10-2006</c:v>
                </c:pt>
                <c:pt idx="1700">
                  <c:v>09-10-2006</c:v>
                </c:pt>
                <c:pt idx="1701">
                  <c:v>10-10-2006</c:v>
                </c:pt>
                <c:pt idx="1702">
                  <c:v>11-10-2006</c:v>
                </c:pt>
                <c:pt idx="1703">
                  <c:v>12-10-2006</c:v>
                </c:pt>
                <c:pt idx="1704">
                  <c:v>13-10-2006</c:v>
                </c:pt>
                <c:pt idx="1705">
                  <c:v>16-10-2006</c:v>
                </c:pt>
                <c:pt idx="1706">
                  <c:v>17-10-2006</c:v>
                </c:pt>
                <c:pt idx="1707">
                  <c:v>18-10-2006</c:v>
                </c:pt>
                <c:pt idx="1708">
                  <c:v>19-10-2006</c:v>
                </c:pt>
                <c:pt idx="1709">
                  <c:v>20-10-2006</c:v>
                </c:pt>
                <c:pt idx="1710">
                  <c:v>21-10-2006</c:v>
                </c:pt>
                <c:pt idx="1711">
                  <c:v>23-10-2006</c:v>
                </c:pt>
                <c:pt idx="1712">
                  <c:v>26-10-2006</c:v>
                </c:pt>
                <c:pt idx="1713">
                  <c:v>27-10-2006</c:v>
                </c:pt>
                <c:pt idx="1714">
                  <c:v>30-10-2006</c:v>
                </c:pt>
                <c:pt idx="1715">
                  <c:v>31-10-2006</c:v>
                </c:pt>
                <c:pt idx="1716">
                  <c:v>01-11-2006</c:v>
                </c:pt>
                <c:pt idx="1717">
                  <c:v>02-11-2006</c:v>
                </c:pt>
                <c:pt idx="1718">
                  <c:v>03-11-2006</c:v>
                </c:pt>
                <c:pt idx="1719">
                  <c:v>06-11-2006</c:v>
                </c:pt>
                <c:pt idx="1720">
                  <c:v>07-11-2006</c:v>
                </c:pt>
                <c:pt idx="1721">
                  <c:v>08-11-2006</c:v>
                </c:pt>
                <c:pt idx="1722">
                  <c:v>09-11-2006</c:v>
                </c:pt>
                <c:pt idx="1723">
                  <c:v>10-11-2006</c:v>
                </c:pt>
                <c:pt idx="1724">
                  <c:v>13-11-2006</c:v>
                </c:pt>
                <c:pt idx="1725">
                  <c:v>14-11-2006</c:v>
                </c:pt>
                <c:pt idx="1726">
                  <c:v>15-11-2006</c:v>
                </c:pt>
                <c:pt idx="1727">
                  <c:v>16-11-2006</c:v>
                </c:pt>
                <c:pt idx="1728">
                  <c:v>17-11-2006</c:v>
                </c:pt>
                <c:pt idx="1729">
                  <c:v>20-11-2006</c:v>
                </c:pt>
                <c:pt idx="1730">
                  <c:v>21-11-2006</c:v>
                </c:pt>
                <c:pt idx="1731">
                  <c:v>22-11-2006</c:v>
                </c:pt>
                <c:pt idx="1732">
                  <c:v>23-11-2006</c:v>
                </c:pt>
                <c:pt idx="1733">
                  <c:v>24-11-2006</c:v>
                </c:pt>
                <c:pt idx="1734">
                  <c:v>27-11-2006</c:v>
                </c:pt>
                <c:pt idx="1735">
                  <c:v>28-11-2006</c:v>
                </c:pt>
                <c:pt idx="1736">
                  <c:v>29-11-2006</c:v>
                </c:pt>
                <c:pt idx="1737">
                  <c:v>30-11-2006</c:v>
                </c:pt>
                <c:pt idx="1738">
                  <c:v>01-12-2006</c:v>
                </c:pt>
                <c:pt idx="1739">
                  <c:v>04-12-2006</c:v>
                </c:pt>
                <c:pt idx="1740">
                  <c:v>05-12-2006</c:v>
                </c:pt>
                <c:pt idx="1741">
                  <c:v>06-12-2006</c:v>
                </c:pt>
                <c:pt idx="1742">
                  <c:v>07-12-2006</c:v>
                </c:pt>
                <c:pt idx="1743">
                  <c:v>08-12-2006</c:v>
                </c:pt>
                <c:pt idx="1744">
                  <c:v>11-12-2006</c:v>
                </c:pt>
                <c:pt idx="1745">
                  <c:v>12-12-2006</c:v>
                </c:pt>
                <c:pt idx="1746">
                  <c:v>13-12-2006</c:v>
                </c:pt>
                <c:pt idx="1747">
                  <c:v>14-12-2006</c:v>
                </c:pt>
                <c:pt idx="1748">
                  <c:v>15-12-2006</c:v>
                </c:pt>
                <c:pt idx="1749">
                  <c:v>18-12-2006</c:v>
                </c:pt>
                <c:pt idx="1750">
                  <c:v>19-12-2006</c:v>
                </c:pt>
                <c:pt idx="1751">
                  <c:v>20-12-2006</c:v>
                </c:pt>
                <c:pt idx="1752">
                  <c:v>21-12-2006</c:v>
                </c:pt>
                <c:pt idx="1753">
                  <c:v>22-12-2006</c:v>
                </c:pt>
                <c:pt idx="1754">
                  <c:v>26-12-2006</c:v>
                </c:pt>
                <c:pt idx="1755">
                  <c:v>27-12-2006</c:v>
                </c:pt>
                <c:pt idx="1756">
                  <c:v>28-12-2006</c:v>
                </c:pt>
                <c:pt idx="1757">
                  <c:v>29-12-2006</c:v>
                </c:pt>
                <c:pt idx="1758">
                  <c:v>02-01-2007</c:v>
                </c:pt>
                <c:pt idx="1759">
                  <c:v>03-01-2007</c:v>
                </c:pt>
                <c:pt idx="1760">
                  <c:v>04-01-2007</c:v>
                </c:pt>
                <c:pt idx="1761">
                  <c:v>05-01-2007</c:v>
                </c:pt>
                <c:pt idx="1762">
                  <c:v>08-01-2007</c:v>
                </c:pt>
                <c:pt idx="1763">
                  <c:v>09-01-2007</c:v>
                </c:pt>
                <c:pt idx="1764">
                  <c:v>10-01-2007</c:v>
                </c:pt>
                <c:pt idx="1765">
                  <c:v>11-01-2007</c:v>
                </c:pt>
                <c:pt idx="1766">
                  <c:v>12-01-2007</c:v>
                </c:pt>
                <c:pt idx="1767">
                  <c:v>15-01-2007</c:v>
                </c:pt>
                <c:pt idx="1768">
                  <c:v>16-01-2007</c:v>
                </c:pt>
                <c:pt idx="1769">
                  <c:v>17-01-2007</c:v>
                </c:pt>
                <c:pt idx="1770">
                  <c:v>18-01-2007</c:v>
                </c:pt>
                <c:pt idx="1771">
                  <c:v>19-01-2007</c:v>
                </c:pt>
                <c:pt idx="1772">
                  <c:v>22-01-2007</c:v>
                </c:pt>
                <c:pt idx="1773">
                  <c:v>23-01-2007</c:v>
                </c:pt>
                <c:pt idx="1774">
                  <c:v>24-01-2007</c:v>
                </c:pt>
                <c:pt idx="1775">
                  <c:v>25-01-2007</c:v>
                </c:pt>
                <c:pt idx="1776">
                  <c:v>29-01-2007</c:v>
                </c:pt>
                <c:pt idx="1777">
                  <c:v>31-01-2007</c:v>
                </c:pt>
                <c:pt idx="1778">
                  <c:v>01-02-2007</c:v>
                </c:pt>
                <c:pt idx="1779">
                  <c:v>02-02-2007</c:v>
                </c:pt>
                <c:pt idx="1780">
                  <c:v>05-02-2007</c:v>
                </c:pt>
                <c:pt idx="1781">
                  <c:v>06-02-2007</c:v>
                </c:pt>
                <c:pt idx="1782">
                  <c:v>07-02-2007</c:v>
                </c:pt>
                <c:pt idx="1783">
                  <c:v>08-02-2007</c:v>
                </c:pt>
                <c:pt idx="1784">
                  <c:v>09-02-2007</c:v>
                </c:pt>
                <c:pt idx="1785">
                  <c:v>12-02-2007</c:v>
                </c:pt>
                <c:pt idx="1786">
                  <c:v>13-02-2007</c:v>
                </c:pt>
                <c:pt idx="1787">
                  <c:v>14-02-2007</c:v>
                </c:pt>
                <c:pt idx="1788">
                  <c:v>15-02-2007</c:v>
                </c:pt>
                <c:pt idx="1789">
                  <c:v>19-02-2007</c:v>
                </c:pt>
                <c:pt idx="1790">
                  <c:v>20-02-2007</c:v>
                </c:pt>
                <c:pt idx="1791">
                  <c:v>21-02-2007</c:v>
                </c:pt>
                <c:pt idx="1792">
                  <c:v>22-02-2007</c:v>
                </c:pt>
                <c:pt idx="1793">
                  <c:v>23-02-2007</c:v>
                </c:pt>
                <c:pt idx="1794">
                  <c:v>26-02-2007</c:v>
                </c:pt>
                <c:pt idx="1795">
                  <c:v>27-02-2007</c:v>
                </c:pt>
                <c:pt idx="1796">
                  <c:v>28-02-2007</c:v>
                </c:pt>
                <c:pt idx="1797">
                  <c:v>01-03-2007</c:v>
                </c:pt>
                <c:pt idx="1798">
                  <c:v>02-03-2007</c:v>
                </c:pt>
                <c:pt idx="1799">
                  <c:v>05-03-2007</c:v>
                </c:pt>
                <c:pt idx="1800">
                  <c:v>06-03-2007</c:v>
                </c:pt>
                <c:pt idx="1801">
                  <c:v>07-03-2007</c:v>
                </c:pt>
                <c:pt idx="1802">
                  <c:v>08-03-2007</c:v>
                </c:pt>
                <c:pt idx="1803">
                  <c:v>09-03-2007</c:v>
                </c:pt>
                <c:pt idx="1804">
                  <c:v>12-03-2007</c:v>
                </c:pt>
                <c:pt idx="1805">
                  <c:v>13-03-2007</c:v>
                </c:pt>
                <c:pt idx="1806">
                  <c:v>14-03-2007</c:v>
                </c:pt>
                <c:pt idx="1807">
                  <c:v>15-03-2007</c:v>
                </c:pt>
                <c:pt idx="1808">
                  <c:v>16-03-2007</c:v>
                </c:pt>
                <c:pt idx="1809">
                  <c:v>19-03-2007</c:v>
                </c:pt>
                <c:pt idx="1810">
                  <c:v>20-03-2007</c:v>
                </c:pt>
                <c:pt idx="1811">
                  <c:v>21-03-2007</c:v>
                </c:pt>
                <c:pt idx="1812">
                  <c:v>22-03-2007</c:v>
                </c:pt>
                <c:pt idx="1813">
                  <c:v>23-03-2007</c:v>
                </c:pt>
                <c:pt idx="1814">
                  <c:v>26-03-2007</c:v>
                </c:pt>
                <c:pt idx="1815">
                  <c:v>28-03-2007</c:v>
                </c:pt>
                <c:pt idx="1816">
                  <c:v>29-03-2007</c:v>
                </c:pt>
                <c:pt idx="1817">
                  <c:v>30-03-2007</c:v>
                </c:pt>
                <c:pt idx="1818">
                  <c:v>02-04-2007</c:v>
                </c:pt>
                <c:pt idx="1819">
                  <c:v>03-04-2007</c:v>
                </c:pt>
                <c:pt idx="1820">
                  <c:v>04-04-2007</c:v>
                </c:pt>
                <c:pt idx="1821">
                  <c:v>05-04-2007</c:v>
                </c:pt>
                <c:pt idx="1822">
                  <c:v>09-04-2007</c:v>
                </c:pt>
                <c:pt idx="1823">
                  <c:v>10-04-2007</c:v>
                </c:pt>
                <c:pt idx="1824">
                  <c:v>11-04-2007</c:v>
                </c:pt>
                <c:pt idx="1825">
                  <c:v>12-04-2007</c:v>
                </c:pt>
                <c:pt idx="1826">
                  <c:v>13-04-2007</c:v>
                </c:pt>
                <c:pt idx="1827">
                  <c:v>16-04-2007</c:v>
                </c:pt>
                <c:pt idx="1828">
                  <c:v>17-04-2007</c:v>
                </c:pt>
                <c:pt idx="1829">
                  <c:v>18-04-2007</c:v>
                </c:pt>
                <c:pt idx="1830">
                  <c:v>19-04-2007</c:v>
                </c:pt>
                <c:pt idx="1831">
                  <c:v>20-04-2007</c:v>
                </c:pt>
                <c:pt idx="1832">
                  <c:v>23-04-2007</c:v>
                </c:pt>
                <c:pt idx="1833">
                  <c:v>24-04-2007</c:v>
                </c:pt>
                <c:pt idx="1834">
                  <c:v>25-04-2007</c:v>
                </c:pt>
                <c:pt idx="1835">
                  <c:v>26-04-2007</c:v>
                </c:pt>
                <c:pt idx="1836">
                  <c:v>27-04-2007</c:v>
                </c:pt>
                <c:pt idx="1837">
                  <c:v>30-04-2007</c:v>
                </c:pt>
                <c:pt idx="1838">
                  <c:v>03-05-2007</c:v>
                </c:pt>
                <c:pt idx="1839">
                  <c:v>04-05-2007</c:v>
                </c:pt>
                <c:pt idx="1840">
                  <c:v>07-05-2007</c:v>
                </c:pt>
                <c:pt idx="1841">
                  <c:v>08-05-2007</c:v>
                </c:pt>
                <c:pt idx="1842">
                  <c:v>09-05-2007</c:v>
                </c:pt>
                <c:pt idx="1843">
                  <c:v>10-05-2007</c:v>
                </c:pt>
                <c:pt idx="1844">
                  <c:v>11-05-2007</c:v>
                </c:pt>
                <c:pt idx="1845">
                  <c:v>14-05-2007</c:v>
                </c:pt>
                <c:pt idx="1846">
                  <c:v>15-05-2007</c:v>
                </c:pt>
                <c:pt idx="1847">
                  <c:v>16-05-2007</c:v>
                </c:pt>
                <c:pt idx="1848">
                  <c:v>17-05-2007</c:v>
                </c:pt>
                <c:pt idx="1849">
                  <c:v>18-05-2007</c:v>
                </c:pt>
                <c:pt idx="1850">
                  <c:v>21-05-2007</c:v>
                </c:pt>
                <c:pt idx="1851">
                  <c:v>22-05-2007</c:v>
                </c:pt>
                <c:pt idx="1852">
                  <c:v>23-05-2007</c:v>
                </c:pt>
                <c:pt idx="1853">
                  <c:v>24-05-2007</c:v>
                </c:pt>
                <c:pt idx="1854">
                  <c:v>25-05-2007</c:v>
                </c:pt>
                <c:pt idx="1855">
                  <c:v>28-05-2007</c:v>
                </c:pt>
                <c:pt idx="1856">
                  <c:v>29-05-2007</c:v>
                </c:pt>
                <c:pt idx="1857">
                  <c:v>30-05-2007</c:v>
                </c:pt>
                <c:pt idx="1858">
                  <c:v>31-05-2007</c:v>
                </c:pt>
                <c:pt idx="1859">
                  <c:v>01-06-2007</c:v>
                </c:pt>
                <c:pt idx="1860">
                  <c:v>04-06-2007</c:v>
                </c:pt>
                <c:pt idx="1861">
                  <c:v>05-06-2007</c:v>
                </c:pt>
                <c:pt idx="1862">
                  <c:v>06-06-2007</c:v>
                </c:pt>
                <c:pt idx="1863">
                  <c:v>07-06-2007</c:v>
                </c:pt>
                <c:pt idx="1864">
                  <c:v>08-06-2007</c:v>
                </c:pt>
                <c:pt idx="1865">
                  <c:v>11-06-2007</c:v>
                </c:pt>
                <c:pt idx="1866">
                  <c:v>12-06-2007</c:v>
                </c:pt>
                <c:pt idx="1867">
                  <c:v>13-06-2007</c:v>
                </c:pt>
                <c:pt idx="1868">
                  <c:v>14-06-2007</c:v>
                </c:pt>
                <c:pt idx="1869">
                  <c:v>15-06-2007</c:v>
                </c:pt>
                <c:pt idx="1870">
                  <c:v>18-06-2007</c:v>
                </c:pt>
                <c:pt idx="1871">
                  <c:v>19-06-2007</c:v>
                </c:pt>
                <c:pt idx="1872">
                  <c:v>20-06-2007</c:v>
                </c:pt>
                <c:pt idx="1873">
                  <c:v>21-06-2007</c:v>
                </c:pt>
                <c:pt idx="1874">
                  <c:v>22-06-2007</c:v>
                </c:pt>
                <c:pt idx="1875">
                  <c:v>25-06-2007</c:v>
                </c:pt>
                <c:pt idx="1876">
                  <c:v>26-06-2007</c:v>
                </c:pt>
                <c:pt idx="1877">
                  <c:v>27-06-2007</c:v>
                </c:pt>
                <c:pt idx="1878">
                  <c:v>28-06-2007</c:v>
                </c:pt>
                <c:pt idx="1879">
                  <c:v>29-06-2007</c:v>
                </c:pt>
                <c:pt idx="1880">
                  <c:v>02-07-2007</c:v>
                </c:pt>
                <c:pt idx="1881">
                  <c:v>03-07-2007</c:v>
                </c:pt>
                <c:pt idx="1882">
                  <c:v>04-07-2007</c:v>
                </c:pt>
                <c:pt idx="1883">
                  <c:v>05-07-2007</c:v>
                </c:pt>
                <c:pt idx="1884">
                  <c:v>06-07-2007</c:v>
                </c:pt>
                <c:pt idx="1885">
                  <c:v>09-07-2007</c:v>
                </c:pt>
                <c:pt idx="1886">
                  <c:v>10-07-2007</c:v>
                </c:pt>
                <c:pt idx="1887">
                  <c:v>11-07-2007</c:v>
                </c:pt>
                <c:pt idx="1888">
                  <c:v>12-07-2007</c:v>
                </c:pt>
                <c:pt idx="1889">
                  <c:v>13-07-2007</c:v>
                </c:pt>
                <c:pt idx="1890">
                  <c:v>16-07-2007</c:v>
                </c:pt>
                <c:pt idx="1891">
                  <c:v>17-07-2007</c:v>
                </c:pt>
                <c:pt idx="1892">
                  <c:v>18-07-2007</c:v>
                </c:pt>
                <c:pt idx="1893">
                  <c:v>19-07-2007</c:v>
                </c:pt>
                <c:pt idx="1894">
                  <c:v>20-07-2007</c:v>
                </c:pt>
                <c:pt idx="1895">
                  <c:v>23-07-2007</c:v>
                </c:pt>
                <c:pt idx="1896">
                  <c:v>24-07-2007</c:v>
                </c:pt>
                <c:pt idx="1897">
                  <c:v>25-07-2007</c:v>
                </c:pt>
                <c:pt idx="1898">
                  <c:v>26-07-2007</c:v>
                </c:pt>
                <c:pt idx="1899">
                  <c:v>27-07-2007</c:v>
                </c:pt>
                <c:pt idx="1900">
                  <c:v>30-07-2007</c:v>
                </c:pt>
                <c:pt idx="1901">
                  <c:v>31-07-2007</c:v>
                </c:pt>
                <c:pt idx="1902">
                  <c:v>01-08-2007</c:v>
                </c:pt>
                <c:pt idx="1903">
                  <c:v>02-08-2007</c:v>
                </c:pt>
                <c:pt idx="1904">
                  <c:v>03-08-2007</c:v>
                </c:pt>
                <c:pt idx="1905">
                  <c:v>06-08-2007</c:v>
                </c:pt>
                <c:pt idx="1906">
                  <c:v>07-08-2007</c:v>
                </c:pt>
                <c:pt idx="1907">
                  <c:v>08-08-2007</c:v>
                </c:pt>
                <c:pt idx="1908">
                  <c:v>09-08-2007</c:v>
                </c:pt>
                <c:pt idx="1909">
                  <c:v>10-08-2007</c:v>
                </c:pt>
                <c:pt idx="1910">
                  <c:v>13-08-2007</c:v>
                </c:pt>
                <c:pt idx="1911">
                  <c:v>14-08-2007</c:v>
                </c:pt>
                <c:pt idx="1912">
                  <c:v>16-08-2007</c:v>
                </c:pt>
                <c:pt idx="1913">
                  <c:v>17-08-2007</c:v>
                </c:pt>
                <c:pt idx="1914">
                  <c:v>20-08-2007</c:v>
                </c:pt>
                <c:pt idx="1915">
                  <c:v>21-08-2007</c:v>
                </c:pt>
                <c:pt idx="1916">
                  <c:v>22-08-2007</c:v>
                </c:pt>
                <c:pt idx="1917">
                  <c:v>23-08-2007</c:v>
                </c:pt>
                <c:pt idx="1918">
                  <c:v>24-08-2007</c:v>
                </c:pt>
                <c:pt idx="1919">
                  <c:v>27-08-2007</c:v>
                </c:pt>
                <c:pt idx="1920">
                  <c:v>28-08-2007</c:v>
                </c:pt>
                <c:pt idx="1921">
                  <c:v>29-08-2007</c:v>
                </c:pt>
                <c:pt idx="1922">
                  <c:v>30-08-2007</c:v>
                </c:pt>
                <c:pt idx="1923">
                  <c:v>31-08-2007</c:v>
                </c:pt>
                <c:pt idx="1924">
                  <c:v>03-09-2007</c:v>
                </c:pt>
                <c:pt idx="1925">
                  <c:v>04-09-2007</c:v>
                </c:pt>
                <c:pt idx="1926">
                  <c:v>05-09-2007</c:v>
                </c:pt>
                <c:pt idx="1927">
                  <c:v>06-09-2007</c:v>
                </c:pt>
                <c:pt idx="1928">
                  <c:v>07-09-2007</c:v>
                </c:pt>
                <c:pt idx="1929">
                  <c:v>10-09-2007</c:v>
                </c:pt>
                <c:pt idx="1930">
                  <c:v>11-09-2007</c:v>
                </c:pt>
                <c:pt idx="1931">
                  <c:v>12-09-2007</c:v>
                </c:pt>
                <c:pt idx="1932">
                  <c:v>13-09-2007</c:v>
                </c:pt>
                <c:pt idx="1933">
                  <c:v>14-09-2007</c:v>
                </c:pt>
                <c:pt idx="1934">
                  <c:v>17-09-2007</c:v>
                </c:pt>
                <c:pt idx="1935">
                  <c:v>18-09-2007</c:v>
                </c:pt>
                <c:pt idx="1936">
                  <c:v>19-09-2007</c:v>
                </c:pt>
                <c:pt idx="1937">
                  <c:v>20-09-2007</c:v>
                </c:pt>
                <c:pt idx="1938">
                  <c:v>21-09-2007</c:v>
                </c:pt>
                <c:pt idx="1939">
                  <c:v>24-09-2007</c:v>
                </c:pt>
                <c:pt idx="1940">
                  <c:v>25-09-2007</c:v>
                </c:pt>
                <c:pt idx="1941">
                  <c:v>26-09-2007</c:v>
                </c:pt>
                <c:pt idx="1942">
                  <c:v>27-09-2007</c:v>
                </c:pt>
                <c:pt idx="1943">
                  <c:v>28-09-2007</c:v>
                </c:pt>
                <c:pt idx="1944">
                  <c:v>01-10-2007</c:v>
                </c:pt>
                <c:pt idx="1945">
                  <c:v>03-10-2007</c:v>
                </c:pt>
                <c:pt idx="1946">
                  <c:v>04-10-2007</c:v>
                </c:pt>
                <c:pt idx="1947">
                  <c:v>05-10-2007</c:v>
                </c:pt>
                <c:pt idx="1948">
                  <c:v>08-10-2007</c:v>
                </c:pt>
                <c:pt idx="1949">
                  <c:v>09-10-2007</c:v>
                </c:pt>
                <c:pt idx="1950">
                  <c:v>10-10-2007</c:v>
                </c:pt>
                <c:pt idx="1951">
                  <c:v>11-10-2007</c:v>
                </c:pt>
                <c:pt idx="1952">
                  <c:v>12-10-2007</c:v>
                </c:pt>
                <c:pt idx="1953">
                  <c:v>15-10-2007</c:v>
                </c:pt>
                <c:pt idx="1954">
                  <c:v>16-10-2007</c:v>
                </c:pt>
                <c:pt idx="1955">
                  <c:v>17-10-2007</c:v>
                </c:pt>
                <c:pt idx="1956">
                  <c:v>18-10-2007</c:v>
                </c:pt>
                <c:pt idx="1957">
                  <c:v>19-10-2007</c:v>
                </c:pt>
                <c:pt idx="1958">
                  <c:v>22-10-2007</c:v>
                </c:pt>
                <c:pt idx="1959">
                  <c:v>23-10-2007</c:v>
                </c:pt>
                <c:pt idx="1960">
                  <c:v>24-10-2007</c:v>
                </c:pt>
                <c:pt idx="1961">
                  <c:v>25-10-2007</c:v>
                </c:pt>
                <c:pt idx="1962">
                  <c:v>26-10-2007</c:v>
                </c:pt>
                <c:pt idx="1963">
                  <c:v>29-10-2007</c:v>
                </c:pt>
                <c:pt idx="1964">
                  <c:v>30-10-2007</c:v>
                </c:pt>
                <c:pt idx="1965">
                  <c:v>31-10-2007</c:v>
                </c:pt>
                <c:pt idx="1966">
                  <c:v>01-11-2007</c:v>
                </c:pt>
                <c:pt idx="1967">
                  <c:v>02-11-2007</c:v>
                </c:pt>
                <c:pt idx="1968">
                  <c:v>05-11-2007</c:v>
                </c:pt>
                <c:pt idx="1969">
                  <c:v>06-11-2007</c:v>
                </c:pt>
                <c:pt idx="1970">
                  <c:v>07-11-2007</c:v>
                </c:pt>
                <c:pt idx="1971">
                  <c:v>08-11-2007</c:v>
                </c:pt>
                <c:pt idx="1972">
                  <c:v>09-11-2007</c:v>
                </c:pt>
                <c:pt idx="1973">
                  <c:v>12-11-2007</c:v>
                </c:pt>
                <c:pt idx="1974">
                  <c:v>13-11-2007</c:v>
                </c:pt>
                <c:pt idx="1975">
                  <c:v>14-11-2007</c:v>
                </c:pt>
                <c:pt idx="1976">
                  <c:v>15-11-2007</c:v>
                </c:pt>
                <c:pt idx="1977">
                  <c:v>16-11-2007</c:v>
                </c:pt>
                <c:pt idx="1978">
                  <c:v>19-11-2007</c:v>
                </c:pt>
                <c:pt idx="1979">
                  <c:v>20-11-2007</c:v>
                </c:pt>
                <c:pt idx="1980">
                  <c:v>21-11-2007</c:v>
                </c:pt>
                <c:pt idx="1981">
                  <c:v>22-11-2007</c:v>
                </c:pt>
                <c:pt idx="1982">
                  <c:v>23-11-2007</c:v>
                </c:pt>
                <c:pt idx="1983">
                  <c:v>26-11-2007</c:v>
                </c:pt>
                <c:pt idx="1984">
                  <c:v>27-11-2007</c:v>
                </c:pt>
                <c:pt idx="1985">
                  <c:v>28-11-2007</c:v>
                </c:pt>
                <c:pt idx="1986">
                  <c:v>29-11-2007</c:v>
                </c:pt>
                <c:pt idx="1987">
                  <c:v>30-11-2007</c:v>
                </c:pt>
                <c:pt idx="1988">
                  <c:v>03-12-2007</c:v>
                </c:pt>
                <c:pt idx="1989">
                  <c:v>04-12-2007</c:v>
                </c:pt>
                <c:pt idx="1990">
                  <c:v>05-12-2007</c:v>
                </c:pt>
                <c:pt idx="1991">
                  <c:v>06-12-2007</c:v>
                </c:pt>
                <c:pt idx="1992">
                  <c:v>07-12-2007</c:v>
                </c:pt>
                <c:pt idx="1993">
                  <c:v>10-12-2007</c:v>
                </c:pt>
                <c:pt idx="1994">
                  <c:v>11-12-2007</c:v>
                </c:pt>
                <c:pt idx="1995">
                  <c:v>12-12-2007</c:v>
                </c:pt>
                <c:pt idx="1996">
                  <c:v>13-12-2007</c:v>
                </c:pt>
                <c:pt idx="1997">
                  <c:v>14-12-2007</c:v>
                </c:pt>
                <c:pt idx="1998">
                  <c:v>17-12-2007</c:v>
                </c:pt>
                <c:pt idx="1999">
                  <c:v>18-12-2007</c:v>
                </c:pt>
                <c:pt idx="2000">
                  <c:v>19-12-2007</c:v>
                </c:pt>
                <c:pt idx="2001">
                  <c:v>20-12-2007</c:v>
                </c:pt>
                <c:pt idx="2002">
                  <c:v>24-12-2007</c:v>
                </c:pt>
                <c:pt idx="2003">
                  <c:v>26-12-2007</c:v>
                </c:pt>
                <c:pt idx="2004">
                  <c:v>27-12-2007</c:v>
                </c:pt>
                <c:pt idx="2005">
                  <c:v>28-12-2007</c:v>
                </c:pt>
                <c:pt idx="2006">
                  <c:v>31-12-2007</c:v>
                </c:pt>
                <c:pt idx="2007">
                  <c:v>01-01-2008</c:v>
                </c:pt>
                <c:pt idx="2008">
                  <c:v>02-01-2008</c:v>
                </c:pt>
                <c:pt idx="2009">
                  <c:v>03-01-2008</c:v>
                </c:pt>
                <c:pt idx="2010">
                  <c:v>04-01-2008</c:v>
                </c:pt>
                <c:pt idx="2011">
                  <c:v>07-01-2008</c:v>
                </c:pt>
                <c:pt idx="2012">
                  <c:v>08-01-2008</c:v>
                </c:pt>
                <c:pt idx="2013">
                  <c:v>09-01-2008</c:v>
                </c:pt>
                <c:pt idx="2014">
                  <c:v>10-01-2008</c:v>
                </c:pt>
                <c:pt idx="2015">
                  <c:v>11-01-2008</c:v>
                </c:pt>
                <c:pt idx="2016">
                  <c:v>14-01-2008</c:v>
                </c:pt>
                <c:pt idx="2017">
                  <c:v>15-01-2008</c:v>
                </c:pt>
                <c:pt idx="2018">
                  <c:v>16-01-2008</c:v>
                </c:pt>
                <c:pt idx="2019">
                  <c:v>17-01-2008</c:v>
                </c:pt>
                <c:pt idx="2020">
                  <c:v>18-01-2008</c:v>
                </c:pt>
                <c:pt idx="2021">
                  <c:v>21-01-2008</c:v>
                </c:pt>
                <c:pt idx="2022">
                  <c:v>22-01-2008</c:v>
                </c:pt>
                <c:pt idx="2023">
                  <c:v>23-01-2008</c:v>
                </c:pt>
                <c:pt idx="2024">
                  <c:v>24-01-2008</c:v>
                </c:pt>
                <c:pt idx="2025">
                  <c:v>25-01-2008</c:v>
                </c:pt>
                <c:pt idx="2026">
                  <c:v>28-01-2008</c:v>
                </c:pt>
                <c:pt idx="2027">
                  <c:v>29-01-2008</c:v>
                </c:pt>
                <c:pt idx="2028">
                  <c:v>30-01-2008</c:v>
                </c:pt>
                <c:pt idx="2029">
                  <c:v>31-01-2008</c:v>
                </c:pt>
                <c:pt idx="2030">
                  <c:v>01-02-2008</c:v>
                </c:pt>
                <c:pt idx="2031">
                  <c:v>04-02-2008</c:v>
                </c:pt>
                <c:pt idx="2032">
                  <c:v>05-02-2008</c:v>
                </c:pt>
                <c:pt idx="2033">
                  <c:v>06-02-2008</c:v>
                </c:pt>
                <c:pt idx="2034">
                  <c:v>07-02-2008</c:v>
                </c:pt>
                <c:pt idx="2035">
                  <c:v>08-02-2008</c:v>
                </c:pt>
                <c:pt idx="2036">
                  <c:v>11-02-2008</c:v>
                </c:pt>
                <c:pt idx="2037">
                  <c:v>12-02-2008</c:v>
                </c:pt>
                <c:pt idx="2038">
                  <c:v>13-02-2008</c:v>
                </c:pt>
                <c:pt idx="2039">
                  <c:v>14-02-2008</c:v>
                </c:pt>
                <c:pt idx="2040">
                  <c:v>15-02-2008</c:v>
                </c:pt>
                <c:pt idx="2041">
                  <c:v>18-02-2008</c:v>
                </c:pt>
                <c:pt idx="2042">
                  <c:v>19-02-2008</c:v>
                </c:pt>
                <c:pt idx="2043">
                  <c:v>20-02-2008</c:v>
                </c:pt>
                <c:pt idx="2044">
                  <c:v>21-02-2008</c:v>
                </c:pt>
                <c:pt idx="2045">
                  <c:v>22-02-2008</c:v>
                </c:pt>
                <c:pt idx="2046">
                  <c:v>25-02-2008</c:v>
                </c:pt>
                <c:pt idx="2047">
                  <c:v>26-02-2008</c:v>
                </c:pt>
                <c:pt idx="2048">
                  <c:v>27-02-2008</c:v>
                </c:pt>
                <c:pt idx="2049">
                  <c:v>28-02-2008</c:v>
                </c:pt>
                <c:pt idx="2050">
                  <c:v>29-02-2008</c:v>
                </c:pt>
                <c:pt idx="2051">
                  <c:v>03-03-2008</c:v>
                </c:pt>
                <c:pt idx="2052">
                  <c:v>04-03-2008</c:v>
                </c:pt>
                <c:pt idx="2053">
                  <c:v>05-03-2008</c:v>
                </c:pt>
                <c:pt idx="2054">
                  <c:v>07-03-2008</c:v>
                </c:pt>
                <c:pt idx="2055">
                  <c:v>10-03-2008</c:v>
                </c:pt>
                <c:pt idx="2056">
                  <c:v>11-03-2008</c:v>
                </c:pt>
                <c:pt idx="2057">
                  <c:v>12-03-2008</c:v>
                </c:pt>
                <c:pt idx="2058">
                  <c:v>13-03-2008</c:v>
                </c:pt>
                <c:pt idx="2059">
                  <c:v>14-03-2008</c:v>
                </c:pt>
                <c:pt idx="2060">
                  <c:v>17-03-2008</c:v>
                </c:pt>
                <c:pt idx="2061">
                  <c:v>18-03-2008</c:v>
                </c:pt>
                <c:pt idx="2062">
                  <c:v>19-03-2008</c:v>
                </c:pt>
                <c:pt idx="2063">
                  <c:v>24-03-2008</c:v>
                </c:pt>
                <c:pt idx="2064">
                  <c:v>25-03-2008</c:v>
                </c:pt>
                <c:pt idx="2065">
                  <c:v>26-03-2008</c:v>
                </c:pt>
                <c:pt idx="2066">
                  <c:v>27-03-2008</c:v>
                </c:pt>
                <c:pt idx="2067">
                  <c:v>28-03-2008</c:v>
                </c:pt>
                <c:pt idx="2068">
                  <c:v>31-03-2008</c:v>
                </c:pt>
                <c:pt idx="2069">
                  <c:v>01-04-2008</c:v>
                </c:pt>
                <c:pt idx="2070">
                  <c:v>02-04-2008</c:v>
                </c:pt>
                <c:pt idx="2071">
                  <c:v>03-04-2008</c:v>
                </c:pt>
                <c:pt idx="2072">
                  <c:v>04-04-2008</c:v>
                </c:pt>
                <c:pt idx="2073">
                  <c:v>07-04-2008</c:v>
                </c:pt>
                <c:pt idx="2074">
                  <c:v>08-04-2008</c:v>
                </c:pt>
                <c:pt idx="2075">
                  <c:v>09-04-2008</c:v>
                </c:pt>
                <c:pt idx="2076">
                  <c:v>10-04-2008</c:v>
                </c:pt>
                <c:pt idx="2077">
                  <c:v>11-04-2008</c:v>
                </c:pt>
                <c:pt idx="2078">
                  <c:v>15-04-2008</c:v>
                </c:pt>
                <c:pt idx="2079">
                  <c:v>16-04-2008</c:v>
                </c:pt>
                <c:pt idx="2080">
                  <c:v>17-04-2008</c:v>
                </c:pt>
                <c:pt idx="2081">
                  <c:v>21-04-2008</c:v>
                </c:pt>
                <c:pt idx="2082">
                  <c:v>22-04-2008</c:v>
                </c:pt>
                <c:pt idx="2083">
                  <c:v>23-04-2008</c:v>
                </c:pt>
                <c:pt idx="2084">
                  <c:v>24-04-2008</c:v>
                </c:pt>
                <c:pt idx="2085">
                  <c:v>25-04-2008</c:v>
                </c:pt>
                <c:pt idx="2086">
                  <c:v>28-04-2008</c:v>
                </c:pt>
                <c:pt idx="2087">
                  <c:v>29-04-2008</c:v>
                </c:pt>
                <c:pt idx="2088">
                  <c:v>30-04-2008</c:v>
                </c:pt>
                <c:pt idx="2089">
                  <c:v>02-05-2008</c:v>
                </c:pt>
                <c:pt idx="2090">
                  <c:v>05-05-2008</c:v>
                </c:pt>
                <c:pt idx="2091">
                  <c:v>06-05-2008</c:v>
                </c:pt>
                <c:pt idx="2092">
                  <c:v>07-05-2008</c:v>
                </c:pt>
                <c:pt idx="2093">
                  <c:v>08-05-2008</c:v>
                </c:pt>
                <c:pt idx="2094">
                  <c:v>09-05-2008</c:v>
                </c:pt>
                <c:pt idx="2095">
                  <c:v>12-05-2008</c:v>
                </c:pt>
                <c:pt idx="2096">
                  <c:v>13-05-2008</c:v>
                </c:pt>
                <c:pt idx="2097">
                  <c:v>14-05-2008</c:v>
                </c:pt>
                <c:pt idx="2098">
                  <c:v>15-05-2008</c:v>
                </c:pt>
                <c:pt idx="2099">
                  <c:v>16-05-2008</c:v>
                </c:pt>
                <c:pt idx="2100">
                  <c:v>20-05-2008</c:v>
                </c:pt>
                <c:pt idx="2101">
                  <c:v>21-05-2008</c:v>
                </c:pt>
                <c:pt idx="2102">
                  <c:v>22-05-2008</c:v>
                </c:pt>
                <c:pt idx="2103">
                  <c:v>23-05-2008</c:v>
                </c:pt>
                <c:pt idx="2104">
                  <c:v>26-05-2008</c:v>
                </c:pt>
                <c:pt idx="2105">
                  <c:v>27-05-2008</c:v>
                </c:pt>
                <c:pt idx="2106">
                  <c:v>28-05-2008</c:v>
                </c:pt>
                <c:pt idx="2107">
                  <c:v>29-05-2008</c:v>
                </c:pt>
                <c:pt idx="2108">
                  <c:v>30-05-2008</c:v>
                </c:pt>
                <c:pt idx="2109">
                  <c:v>02-06-2008</c:v>
                </c:pt>
                <c:pt idx="2110">
                  <c:v>03-06-2008</c:v>
                </c:pt>
                <c:pt idx="2111">
                  <c:v>04-06-2008</c:v>
                </c:pt>
                <c:pt idx="2112">
                  <c:v>05-06-2008</c:v>
                </c:pt>
                <c:pt idx="2113">
                  <c:v>06-06-2008</c:v>
                </c:pt>
                <c:pt idx="2114">
                  <c:v>09-06-2008</c:v>
                </c:pt>
                <c:pt idx="2115">
                  <c:v>10-06-2008</c:v>
                </c:pt>
                <c:pt idx="2116">
                  <c:v>11-06-2008</c:v>
                </c:pt>
                <c:pt idx="2117">
                  <c:v>12-06-2008</c:v>
                </c:pt>
                <c:pt idx="2118">
                  <c:v>13-06-2008</c:v>
                </c:pt>
                <c:pt idx="2119">
                  <c:v>16-06-2008</c:v>
                </c:pt>
                <c:pt idx="2120">
                  <c:v>17-06-2008</c:v>
                </c:pt>
                <c:pt idx="2121">
                  <c:v>18-06-2008</c:v>
                </c:pt>
                <c:pt idx="2122">
                  <c:v>19-06-2008</c:v>
                </c:pt>
                <c:pt idx="2123">
                  <c:v>20-06-2008</c:v>
                </c:pt>
                <c:pt idx="2124">
                  <c:v>23-06-2008</c:v>
                </c:pt>
                <c:pt idx="2125">
                  <c:v>24-06-2008</c:v>
                </c:pt>
                <c:pt idx="2126">
                  <c:v>25-06-2008</c:v>
                </c:pt>
                <c:pt idx="2127">
                  <c:v>26-06-2008</c:v>
                </c:pt>
                <c:pt idx="2128">
                  <c:v>27-06-2008</c:v>
                </c:pt>
                <c:pt idx="2129">
                  <c:v>30-06-2008</c:v>
                </c:pt>
                <c:pt idx="2130">
                  <c:v>01-07-2008</c:v>
                </c:pt>
                <c:pt idx="2131">
                  <c:v>02-07-2008</c:v>
                </c:pt>
                <c:pt idx="2132">
                  <c:v>03-07-2008</c:v>
                </c:pt>
                <c:pt idx="2133">
                  <c:v>04-07-2008</c:v>
                </c:pt>
                <c:pt idx="2134">
                  <c:v>07-07-2008</c:v>
                </c:pt>
                <c:pt idx="2135">
                  <c:v>08-07-2008</c:v>
                </c:pt>
                <c:pt idx="2136">
                  <c:v>09-07-2008</c:v>
                </c:pt>
                <c:pt idx="2137">
                  <c:v>10-07-2008</c:v>
                </c:pt>
                <c:pt idx="2138">
                  <c:v>11-07-2008</c:v>
                </c:pt>
                <c:pt idx="2139">
                  <c:v>14-07-2008</c:v>
                </c:pt>
                <c:pt idx="2140">
                  <c:v>15-07-2008</c:v>
                </c:pt>
                <c:pt idx="2141">
                  <c:v>16-07-2008</c:v>
                </c:pt>
                <c:pt idx="2142">
                  <c:v>17-07-2008</c:v>
                </c:pt>
                <c:pt idx="2143">
                  <c:v>18-07-2008</c:v>
                </c:pt>
                <c:pt idx="2144">
                  <c:v>21-07-2008</c:v>
                </c:pt>
                <c:pt idx="2145">
                  <c:v>22-07-2008</c:v>
                </c:pt>
                <c:pt idx="2146">
                  <c:v>23-07-2008</c:v>
                </c:pt>
                <c:pt idx="2147">
                  <c:v>24-07-2008</c:v>
                </c:pt>
                <c:pt idx="2148">
                  <c:v>25-07-2008</c:v>
                </c:pt>
                <c:pt idx="2149">
                  <c:v>28-07-2008</c:v>
                </c:pt>
                <c:pt idx="2150">
                  <c:v>29-07-2008</c:v>
                </c:pt>
                <c:pt idx="2151">
                  <c:v>30-07-2008</c:v>
                </c:pt>
                <c:pt idx="2152">
                  <c:v>31-07-2008</c:v>
                </c:pt>
                <c:pt idx="2153">
                  <c:v>01-08-2008</c:v>
                </c:pt>
                <c:pt idx="2154">
                  <c:v>04-08-2008</c:v>
                </c:pt>
                <c:pt idx="2155">
                  <c:v>05-08-2008</c:v>
                </c:pt>
                <c:pt idx="2156">
                  <c:v>06-08-2008</c:v>
                </c:pt>
                <c:pt idx="2157">
                  <c:v>07-08-2008</c:v>
                </c:pt>
                <c:pt idx="2158">
                  <c:v>08-08-2008</c:v>
                </c:pt>
                <c:pt idx="2159">
                  <c:v>11-08-2008</c:v>
                </c:pt>
                <c:pt idx="2160">
                  <c:v>12-08-2008</c:v>
                </c:pt>
                <c:pt idx="2161">
                  <c:v>13-08-2008</c:v>
                </c:pt>
                <c:pt idx="2162">
                  <c:v>14-08-2008</c:v>
                </c:pt>
                <c:pt idx="2163">
                  <c:v>18-08-2008</c:v>
                </c:pt>
                <c:pt idx="2164">
                  <c:v>19-08-2008</c:v>
                </c:pt>
                <c:pt idx="2165">
                  <c:v>20-08-2008</c:v>
                </c:pt>
                <c:pt idx="2166">
                  <c:v>21-08-2008</c:v>
                </c:pt>
                <c:pt idx="2167">
                  <c:v>22-08-2008</c:v>
                </c:pt>
                <c:pt idx="2168">
                  <c:v>25-08-2008</c:v>
                </c:pt>
                <c:pt idx="2169">
                  <c:v>26-08-2008</c:v>
                </c:pt>
                <c:pt idx="2170">
                  <c:v>27-08-2008</c:v>
                </c:pt>
                <c:pt idx="2171">
                  <c:v>28-08-2008</c:v>
                </c:pt>
                <c:pt idx="2172">
                  <c:v>29-08-2008</c:v>
                </c:pt>
                <c:pt idx="2173">
                  <c:v>01-09-2008</c:v>
                </c:pt>
                <c:pt idx="2174">
                  <c:v>02-09-2008</c:v>
                </c:pt>
                <c:pt idx="2175">
                  <c:v>04-09-2008</c:v>
                </c:pt>
                <c:pt idx="2176">
                  <c:v>05-09-2008</c:v>
                </c:pt>
                <c:pt idx="2177">
                  <c:v>08-09-2008</c:v>
                </c:pt>
                <c:pt idx="2178">
                  <c:v>09-09-2008</c:v>
                </c:pt>
                <c:pt idx="2179">
                  <c:v>10-09-2008</c:v>
                </c:pt>
                <c:pt idx="2180">
                  <c:v>11-09-2008</c:v>
                </c:pt>
                <c:pt idx="2181">
                  <c:v>12-09-2008</c:v>
                </c:pt>
                <c:pt idx="2182">
                  <c:v>15-09-2008</c:v>
                </c:pt>
                <c:pt idx="2183">
                  <c:v>16-09-2008</c:v>
                </c:pt>
                <c:pt idx="2184">
                  <c:v>17-09-2008</c:v>
                </c:pt>
                <c:pt idx="2185">
                  <c:v>18-09-2008</c:v>
                </c:pt>
                <c:pt idx="2186">
                  <c:v>19-09-2008</c:v>
                </c:pt>
                <c:pt idx="2187">
                  <c:v>22-09-2008</c:v>
                </c:pt>
                <c:pt idx="2188">
                  <c:v>23-09-2008</c:v>
                </c:pt>
                <c:pt idx="2189">
                  <c:v>24-09-2008</c:v>
                </c:pt>
                <c:pt idx="2190">
                  <c:v>25-09-2008</c:v>
                </c:pt>
                <c:pt idx="2191">
                  <c:v>26-09-2008</c:v>
                </c:pt>
                <c:pt idx="2192">
                  <c:v>29-09-2008</c:v>
                </c:pt>
                <c:pt idx="2193">
                  <c:v>30-09-2008</c:v>
                </c:pt>
                <c:pt idx="2194">
                  <c:v>01-10-2008</c:v>
                </c:pt>
                <c:pt idx="2195">
                  <c:v>03-10-2008</c:v>
                </c:pt>
                <c:pt idx="2196">
                  <c:v>06-10-2008</c:v>
                </c:pt>
                <c:pt idx="2197">
                  <c:v>07-10-2008</c:v>
                </c:pt>
                <c:pt idx="2198">
                  <c:v>08-10-2008</c:v>
                </c:pt>
                <c:pt idx="2199">
                  <c:v>10-10-2008</c:v>
                </c:pt>
                <c:pt idx="2200">
                  <c:v>13-10-2008</c:v>
                </c:pt>
                <c:pt idx="2201">
                  <c:v>14-10-2008</c:v>
                </c:pt>
                <c:pt idx="2202">
                  <c:v>15-10-2008</c:v>
                </c:pt>
                <c:pt idx="2203">
                  <c:v>16-10-2008</c:v>
                </c:pt>
                <c:pt idx="2204">
                  <c:v>17-10-2008</c:v>
                </c:pt>
                <c:pt idx="2205">
                  <c:v>20-10-2008</c:v>
                </c:pt>
                <c:pt idx="2206">
                  <c:v>21-10-2008</c:v>
                </c:pt>
                <c:pt idx="2207">
                  <c:v>22-10-2008</c:v>
                </c:pt>
                <c:pt idx="2208">
                  <c:v>23-10-2008</c:v>
                </c:pt>
                <c:pt idx="2209">
                  <c:v>24-10-2008</c:v>
                </c:pt>
                <c:pt idx="2210">
                  <c:v>27-10-2008</c:v>
                </c:pt>
                <c:pt idx="2211">
                  <c:v>28-10-2008</c:v>
                </c:pt>
                <c:pt idx="2212">
                  <c:v>29-10-2008</c:v>
                </c:pt>
                <c:pt idx="2213">
                  <c:v>31-10-2008</c:v>
                </c:pt>
                <c:pt idx="2214">
                  <c:v>03-11-2008</c:v>
                </c:pt>
                <c:pt idx="2215">
                  <c:v>04-11-2008</c:v>
                </c:pt>
                <c:pt idx="2216">
                  <c:v>05-11-2008</c:v>
                </c:pt>
                <c:pt idx="2217">
                  <c:v>06-11-2008</c:v>
                </c:pt>
                <c:pt idx="2218">
                  <c:v>07-11-2008</c:v>
                </c:pt>
                <c:pt idx="2219">
                  <c:v>10-11-2008</c:v>
                </c:pt>
                <c:pt idx="2220">
                  <c:v>11-11-2008</c:v>
                </c:pt>
                <c:pt idx="2221">
                  <c:v>12-11-2008</c:v>
                </c:pt>
                <c:pt idx="2222">
                  <c:v>14-11-2008</c:v>
                </c:pt>
                <c:pt idx="2223">
                  <c:v>17-11-2008</c:v>
                </c:pt>
                <c:pt idx="2224">
                  <c:v>18-11-2008</c:v>
                </c:pt>
                <c:pt idx="2225">
                  <c:v>19-11-2008</c:v>
                </c:pt>
                <c:pt idx="2226">
                  <c:v>20-11-2008</c:v>
                </c:pt>
                <c:pt idx="2227">
                  <c:v>21-11-2008</c:v>
                </c:pt>
                <c:pt idx="2228">
                  <c:v>24-11-2008</c:v>
                </c:pt>
                <c:pt idx="2229">
                  <c:v>25-11-2008</c:v>
                </c:pt>
                <c:pt idx="2230">
                  <c:v>26-11-2008</c:v>
                </c:pt>
                <c:pt idx="2231">
                  <c:v>28-11-2008</c:v>
                </c:pt>
                <c:pt idx="2232">
                  <c:v>01-12-2008</c:v>
                </c:pt>
                <c:pt idx="2233">
                  <c:v>02-12-2008</c:v>
                </c:pt>
                <c:pt idx="2234">
                  <c:v>03-12-2008</c:v>
                </c:pt>
                <c:pt idx="2235">
                  <c:v>04-12-2008</c:v>
                </c:pt>
                <c:pt idx="2236">
                  <c:v>05-12-2008</c:v>
                </c:pt>
                <c:pt idx="2237">
                  <c:v>08-12-2008</c:v>
                </c:pt>
                <c:pt idx="2238">
                  <c:v>10-12-2008</c:v>
                </c:pt>
                <c:pt idx="2239">
                  <c:v>11-12-2008</c:v>
                </c:pt>
                <c:pt idx="2240">
                  <c:v>12-12-2008</c:v>
                </c:pt>
                <c:pt idx="2241">
                  <c:v>15-12-2008</c:v>
                </c:pt>
                <c:pt idx="2242">
                  <c:v>16-12-2008</c:v>
                </c:pt>
                <c:pt idx="2243">
                  <c:v>17-12-2008</c:v>
                </c:pt>
                <c:pt idx="2244">
                  <c:v>18-12-2008</c:v>
                </c:pt>
                <c:pt idx="2245">
                  <c:v>19-12-2008</c:v>
                </c:pt>
                <c:pt idx="2246">
                  <c:v>22-12-2008</c:v>
                </c:pt>
                <c:pt idx="2247">
                  <c:v>23-12-2008</c:v>
                </c:pt>
                <c:pt idx="2248">
                  <c:v>24-12-2008</c:v>
                </c:pt>
                <c:pt idx="2249">
                  <c:v>26-12-2008</c:v>
                </c:pt>
                <c:pt idx="2250">
                  <c:v>29-12-2008</c:v>
                </c:pt>
                <c:pt idx="2251">
                  <c:v>30-12-2008</c:v>
                </c:pt>
                <c:pt idx="2252">
                  <c:v>31-12-2008</c:v>
                </c:pt>
                <c:pt idx="2253">
                  <c:v>01-01-2009</c:v>
                </c:pt>
                <c:pt idx="2254">
                  <c:v>02-01-2009</c:v>
                </c:pt>
                <c:pt idx="2255">
                  <c:v>05-01-2009</c:v>
                </c:pt>
                <c:pt idx="2256">
                  <c:v>06-01-2009</c:v>
                </c:pt>
                <c:pt idx="2257">
                  <c:v>07-01-2009</c:v>
                </c:pt>
                <c:pt idx="2258">
                  <c:v>09-01-2009</c:v>
                </c:pt>
                <c:pt idx="2259">
                  <c:v>12-01-2009</c:v>
                </c:pt>
                <c:pt idx="2260">
                  <c:v>13-01-2009</c:v>
                </c:pt>
                <c:pt idx="2261">
                  <c:v>14-01-2009</c:v>
                </c:pt>
                <c:pt idx="2262">
                  <c:v>15-01-2009</c:v>
                </c:pt>
                <c:pt idx="2263">
                  <c:v>16-01-2009</c:v>
                </c:pt>
                <c:pt idx="2264">
                  <c:v>19-01-2009</c:v>
                </c:pt>
                <c:pt idx="2265">
                  <c:v>20-01-2009</c:v>
                </c:pt>
                <c:pt idx="2266">
                  <c:v>21-01-2009</c:v>
                </c:pt>
                <c:pt idx="2267">
                  <c:v>22-01-2009</c:v>
                </c:pt>
                <c:pt idx="2268">
                  <c:v>23-01-2009</c:v>
                </c:pt>
                <c:pt idx="2269">
                  <c:v>27-01-2009</c:v>
                </c:pt>
                <c:pt idx="2270">
                  <c:v>28-01-2009</c:v>
                </c:pt>
                <c:pt idx="2271">
                  <c:v>29-01-2009</c:v>
                </c:pt>
                <c:pt idx="2272">
                  <c:v>30-01-2009</c:v>
                </c:pt>
                <c:pt idx="2273">
                  <c:v>02-02-2009</c:v>
                </c:pt>
                <c:pt idx="2274">
                  <c:v>03-02-2009</c:v>
                </c:pt>
                <c:pt idx="2275">
                  <c:v>04-02-2009</c:v>
                </c:pt>
                <c:pt idx="2276">
                  <c:v>05-02-2009</c:v>
                </c:pt>
                <c:pt idx="2277">
                  <c:v>06-02-2009</c:v>
                </c:pt>
                <c:pt idx="2278">
                  <c:v>09-02-2009</c:v>
                </c:pt>
                <c:pt idx="2279">
                  <c:v>10-02-2009</c:v>
                </c:pt>
                <c:pt idx="2280">
                  <c:v>11-02-2009</c:v>
                </c:pt>
                <c:pt idx="2281">
                  <c:v>12-02-2009</c:v>
                </c:pt>
                <c:pt idx="2282">
                  <c:v>13-02-2009</c:v>
                </c:pt>
                <c:pt idx="2283">
                  <c:v>16-02-2009</c:v>
                </c:pt>
                <c:pt idx="2284">
                  <c:v>17-02-2009</c:v>
                </c:pt>
                <c:pt idx="2285">
                  <c:v>18-02-2009</c:v>
                </c:pt>
                <c:pt idx="2286">
                  <c:v>19-02-2009</c:v>
                </c:pt>
                <c:pt idx="2287">
                  <c:v>20-02-2009</c:v>
                </c:pt>
                <c:pt idx="2288">
                  <c:v>24-02-2009</c:v>
                </c:pt>
                <c:pt idx="2289">
                  <c:v>25-02-2009</c:v>
                </c:pt>
                <c:pt idx="2290">
                  <c:v>26-02-2009</c:v>
                </c:pt>
                <c:pt idx="2291">
                  <c:v>27-02-2009</c:v>
                </c:pt>
                <c:pt idx="2292">
                  <c:v>02-03-2009</c:v>
                </c:pt>
                <c:pt idx="2293">
                  <c:v>03-03-2009</c:v>
                </c:pt>
                <c:pt idx="2294">
                  <c:v>04-03-2009</c:v>
                </c:pt>
                <c:pt idx="2295">
                  <c:v>05-03-2009</c:v>
                </c:pt>
                <c:pt idx="2296">
                  <c:v>06-03-2009</c:v>
                </c:pt>
                <c:pt idx="2297">
                  <c:v>09-03-2009</c:v>
                </c:pt>
                <c:pt idx="2298">
                  <c:v>12-03-2009</c:v>
                </c:pt>
                <c:pt idx="2299">
                  <c:v>13-03-2009</c:v>
                </c:pt>
                <c:pt idx="2300">
                  <c:v>16-03-2009</c:v>
                </c:pt>
                <c:pt idx="2301">
                  <c:v>17-03-2009</c:v>
                </c:pt>
                <c:pt idx="2302">
                  <c:v>18-03-2009</c:v>
                </c:pt>
                <c:pt idx="2303">
                  <c:v>19-03-2009</c:v>
                </c:pt>
                <c:pt idx="2304">
                  <c:v>20-03-2009</c:v>
                </c:pt>
                <c:pt idx="2305">
                  <c:v>23-03-2009</c:v>
                </c:pt>
                <c:pt idx="2306">
                  <c:v>24-03-2009</c:v>
                </c:pt>
                <c:pt idx="2307">
                  <c:v>25-03-2009</c:v>
                </c:pt>
                <c:pt idx="2308">
                  <c:v>26-03-2009</c:v>
                </c:pt>
                <c:pt idx="2309">
                  <c:v>27-03-2009</c:v>
                </c:pt>
                <c:pt idx="2310">
                  <c:v>30-03-2009</c:v>
                </c:pt>
                <c:pt idx="2311">
                  <c:v>31-03-2009</c:v>
                </c:pt>
                <c:pt idx="2312">
                  <c:v>01-04-2009</c:v>
                </c:pt>
                <c:pt idx="2313">
                  <c:v>02-04-2009</c:v>
                </c:pt>
                <c:pt idx="2314">
                  <c:v>06-04-2009</c:v>
                </c:pt>
                <c:pt idx="2315">
                  <c:v>08-04-2009</c:v>
                </c:pt>
                <c:pt idx="2316">
                  <c:v>09-04-2009</c:v>
                </c:pt>
                <c:pt idx="2317">
                  <c:v>13-04-2009</c:v>
                </c:pt>
                <c:pt idx="2318">
                  <c:v>15-04-2009</c:v>
                </c:pt>
                <c:pt idx="2319">
                  <c:v>16-04-2009</c:v>
                </c:pt>
                <c:pt idx="2320">
                  <c:v>17-04-2009</c:v>
                </c:pt>
                <c:pt idx="2321">
                  <c:v>20-04-2009</c:v>
                </c:pt>
                <c:pt idx="2322">
                  <c:v>21-04-2009</c:v>
                </c:pt>
                <c:pt idx="2323">
                  <c:v>22-04-2009</c:v>
                </c:pt>
                <c:pt idx="2324">
                  <c:v>23-04-2009</c:v>
                </c:pt>
                <c:pt idx="2325">
                  <c:v>24-04-2009</c:v>
                </c:pt>
                <c:pt idx="2326">
                  <c:v>27-04-2009</c:v>
                </c:pt>
                <c:pt idx="2327">
                  <c:v>28-04-2009</c:v>
                </c:pt>
                <c:pt idx="2328">
                  <c:v>29-04-2009</c:v>
                </c:pt>
                <c:pt idx="2329">
                  <c:v>04-05-2009</c:v>
                </c:pt>
                <c:pt idx="2330">
                  <c:v>05-05-2009</c:v>
                </c:pt>
                <c:pt idx="2331">
                  <c:v>06-05-2009</c:v>
                </c:pt>
                <c:pt idx="2332">
                  <c:v>07-05-2009</c:v>
                </c:pt>
                <c:pt idx="2333">
                  <c:v>08-05-2009</c:v>
                </c:pt>
                <c:pt idx="2334">
                  <c:v>11-05-2009</c:v>
                </c:pt>
                <c:pt idx="2335">
                  <c:v>12-05-2009</c:v>
                </c:pt>
                <c:pt idx="2336">
                  <c:v>13-05-2009</c:v>
                </c:pt>
                <c:pt idx="2337">
                  <c:v>14-05-2009</c:v>
                </c:pt>
                <c:pt idx="2338">
                  <c:v>15-05-2009</c:v>
                </c:pt>
                <c:pt idx="2339">
                  <c:v>18-05-2009</c:v>
                </c:pt>
                <c:pt idx="2340">
                  <c:v>19-05-2009</c:v>
                </c:pt>
                <c:pt idx="2341">
                  <c:v>20-05-2009</c:v>
                </c:pt>
                <c:pt idx="2342">
                  <c:v>21-05-2009</c:v>
                </c:pt>
                <c:pt idx="2343">
                  <c:v>22-05-2009</c:v>
                </c:pt>
                <c:pt idx="2344">
                  <c:v>25-05-2009</c:v>
                </c:pt>
                <c:pt idx="2345">
                  <c:v>26-05-2009</c:v>
                </c:pt>
                <c:pt idx="2346">
                  <c:v>27-05-2009</c:v>
                </c:pt>
                <c:pt idx="2347">
                  <c:v>28-05-2009</c:v>
                </c:pt>
                <c:pt idx="2348">
                  <c:v>29-05-2009</c:v>
                </c:pt>
                <c:pt idx="2349">
                  <c:v>01-06-2009</c:v>
                </c:pt>
                <c:pt idx="2350">
                  <c:v>02-06-2009</c:v>
                </c:pt>
                <c:pt idx="2351">
                  <c:v>03-06-2009</c:v>
                </c:pt>
                <c:pt idx="2352">
                  <c:v>04-06-2009</c:v>
                </c:pt>
                <c:pt idx="2353">
                  <c:v>05-06-2009</c:v>
                </c:pt>
                <c:pt idx="2354">
                  <c:v>08-06-2009</c:v>
                </c:pt>
                <c:pt idx="2355">
                  <c:v>09-06-2009</c:v>
                </c:pt>
                <c:pt idx="2356">
                  <c:v>10-06-2009</c:v>
                </c:pt>
                <c:pt idx="2357">
                  <c:v>11-06-2009</c:v>
                </c:pt>
                <c:pt idx="2358">
                  <c:v>12-06-2009</c:v>
                </c:pt>
                <c:pt idx="2359">
                  <c:v>15-06-2009</c:v>
                </c:pt>
                <c:pt idx="2360">
                  <c:v>16-06-2009</c:v>
                </c:pt>
                <c:pt idx="2361">
                  <c:v>17-06-2009</c:v>
                </c:pt>
                <c:pt idx="2362">
                  <c:v>18-06-2009</c:v>
                </c:pt>
                <c:pt idx="2363">
                  <c:v>19-06-2009</c:v>
                </c:pt>
                <c:pt idx="2364">
                  <c:v>22-06-2009</c:v>
                </c:pt>
                <c:pt idx="2365">
                  <c:v>23-06-2009</c:v>
                </c:pt>
                <c:pt idx="2366">
                  <c:v>24-06-2009</c:v>
                </c:pt>
                <c:pt idx="2367">
                  <c:v>25-06-2009</c:v>
                </c:pt>
                <c:pt idx="2368">
                  <c:v>26-06-2009</c:v>
                </c:pt>
                <c:pt idx="2369">
                  <c:v>29-06-2009</c:v>
                </c:pt>
                <c:pt idx="2370">
                  <c:v>30-06-2009</c:v>
                </c:pt>
                <c:pt idx="2371">
                  <c:v>01-07-2009</c:v>
                </c:pt>
                <c:pt idx="2372">
                  <c:v>02-07-2009</c:v>
                </c:pt>
                <c:pt idx="2373">
                  <c:v>03-07-2009</c:v>
                </c:pt>
                <c:pt idx="2374">
                  <c:v>06-07-2009</c:v>
                </c:pt>
                <c:pt idx="2375">
                  <c:v>07-07-2009</c:v>
                </c:pt>
                <c:pt idx="2376">
                  <c:v>08-07-2009</c:v>
                </c:pt>
                <c:pt idx="2377">
                  <c:v>09-07-2009</c:v>
                </c:pt>
                <c:pt idx="2378">
                  <c:v>10-07-2009</c:v>
                </c:pt>
                <c:pt idx="2379">
                  <c:v>13-07-2009</c:v>
                </c:pt>
                <c:pt idx="2380">
                  <c:v>14-07-2009</c:v>
                </c:pt>
                <c:pt idx="2381">
                  <c:v>15-07-2009</c:v>
                </c:pt>
                <c:pt idx="2382">
                  <c:v>16-07-2009</c:v>
                </c:pt>
                <c:pt idx="2383">
                  <c:v>17-07-2009</c:v>
                </c:pt>
                <c:pt idx="2384">
                  <c:v>20-07-2009</c:v>
                </c:pt>
                <c:pt idx="2385">
                  <c:v>21-07-2009</c:v>
                </c:pt>
                <c:pt idx="2386">
                  <c:v>22-07-2009</c:v>
                </c:pt>
                <c:pt idx="2387">
                  <c:v>23-07-2009</c:v>
                </c:pt>
                <c:pt idx="2388">
                  <c:v>24-07-2009</c:v>
                </c:pt>
                <c:pt idx="2389">
                  <c:v>27-07-2009</c:v>
                </c:pt>
                <c:pt idx="2390">
                  <c:v>28-07-2009</c:v>
                </c:pt>
                <c:pt idx="2391">
                  <c:v>29-07-2009</c:v>
                </c:pt>
                <c:pt idx="2392">
                  <c:v>30-07-2009</c:v>
                </c:pt>
                <c:pt idx="2393">
                  <c:v>31-07-2009</c:v>
                </c:pt>
                <c:pt idx="2394">
                  <c:v>03-08-2009</c:v>
                </c:pt>
                <c:pt idx="2395">
                  <c:v>04-08-2009</c:v>
                </c:pt>
                <c:pt idx="2396">
                  <c:v>05-08-2009</c:v>
                </c:pt>
                <c:pt idx="2397">
                  <c:v>06-08-2009</c:v>
                </c:pt>
                <c:pt idx="2398">
                  <c:v>07-08-2009</c:v>
                </c:pt>
                <c:pt idx="2399">
                  <c:v>10-08-2009</c:v>
                </c:pt>
                <c:pt idx="2400">
                  <c:v>11-08-2009</c:v>
                </c:pt>
                <c:pt idx="2401">
                  <c:v>12-08-2009</c:v>
                </c:pt>
                <c:pt idx="2402">
                  <c:v>13-08-2009</c:v>
                </c:pt>
                <c:pt idx="2403">
                  <c:v>14-08-2009</c:v>
                </c:pt>
                <c:pt idx="2404">
                  <c:v>17-08-2009</c:v>
                </c:pt>
                <c:pt idx="2405">
                  <c:v>18-08-2009</c:v>
                </c:pt>
                <c:pt idx="2406">
                  <c:v>19-08-2009</c:v>
                </c:pt>
                <c:pt idx="2407">
                  <c:v>20-08-2009</c:v>
                </c:pt>
                <c:pt idx="2408">
                  <c:v>21-08-2009</c:v>
                </c:pt>
                <c:pt idx="2409">
                  <c:v>24-08-2009</c:v>
                </c:pt>
                <c:pt idx="2410">
                  <c:v>25-08-2009</c:v>
                </c:pt>
                <c:pt idx="2411">
                  <c:v>26-08-2009</c:v>
                </c:pt>
                <c:pt idx="2412">
                  <c:v>27-08-2009</c:v>
                </c:pt>
                <c:pt idx="2413">
                  <c:v>28-08-2009</c:v>
                </c:pt>
                <c:pt idx="2414">
                  <c:v>31-08-2009</c:v>
                </c:pt>
                <c:pt idx="2415">
                  <c:v>01-09-2009</c:v>
                </c:pt>
                <c:pt idx="2416">
                  <c:v>02-09-2009</c:v>
                </c:pt>
                <c:pt idx="2417">
                  <c:v>03-09-2009</c:v>
                </c:pt>
                <c:pt idx="2418">
                  <c:v>04-09-2009</c:v>
                </c:pt>
                <c:pt idx="2419">
                  <c:v>07-09-2009</c:v>
                </c:pt>
                <c:pt idx="2420">
                  <c:v>08-09-2009</c:v>
                </c:pt>
                <c:pt idx="2421">
                  <c:v>09-09-2009</c:v>
                </c:pt>
                <c:pt idx="2422">
                  <c:v>10-09-2009</c:v>
                </c:pt>
                <c:pt idx="2423">
                  <c:v>11-09-2009</c:v>
                </c:pt>
                <c:pt idx="2424">
                  <c:v>14-09-2009</c:v>
                </c:pt>
                <c:pt idx="2425">
                  <c:v>15-09-2009</c:v>
                </c:pt>
                <c:pt idx="2426">
                  <c:v>16-09-2009</c:v>
                </c:pt>
                <c:pt idx="2427">
                  <c:v>17-09-2009</c:v>
                </c:pt>
                <c:pt idx="2428">
                  <c:v>18-09-2009</c:v>
                </c:pt>
                <c:pt idx="2429">
                  <c:v>22-09-2009</c:v>
                </c:pt>
                <c:pt idx="2430">
                  <c:v>23-09-2009</c:v>
                </c:pt>
                <c:pt idx="2431">
                  <c:v>24-09-2009</c:v>
                </c:pt>
                <c:pt idx="2432">
                  <c:v>25-09-2009</c:v>
                </c:pt>
                <c:pt idx="2433">
                  <c:v>29-09-2009</c:v>
                </c:pt>
                <c:pt idx="2434">
                  <c:v>30-09-2009</c:v>
                </c:pt>
                <c:pt idx="2435">
                  <c:v>01-10-2009</c:v>
                </c:pt>
                <c:pt idx="2436">
                  <c:v>05-10-2009</c:v>
                </c:pt>
                <c:pt idx="2437">
                  <c:v>06-10-2009</c:v>
                </c:pt>
                <c:pt idx="2438">
                  <c:v>07-10-2009</c:v>
                </c:pt>
                <c:pt idx="2439">
                  <c:v>08-10-2009</c:v>
                </c:pt>
                <c:pt idx="2440">
                  <c:v>09-10-2009</c:v>
                </c:pt>
                <c:pt idx="2441">
                  <c:v>12-10-2009</c:v>
                </c:pt>
                <c:pt idx="2442">
                  <c:v>14-10-2009</c:v>
                </c:pt>
                <c:pt idx="2443">
                  <c:v>15-10-2009</c:v>
                </c:pt>
                <c:pt idx="2444">
                  <c:v>16-10-2009</c:v>
                </c:pt>
                <c:pt idx="2445">
                  <c:v>17-10-2009</c:v>
                </c:pt>
                <c:pt idx="2446">
                  <c:v>20-10-2009</c:v>
                </c:pt>
                <c:pt idx="2447">
                  <c:v>21-10-2009</c:v>
                </c:pt>
                <c:pt idx="2448">
                  <c:v>22-10-2009</c:v>
                </c:pt>
                <c:pt idx="2449">
                  <c:v>23-10-2009</c:v>
                </c:pt>
                <c:pt idx="2450">
                  <c:v>26-10-2009</c:v>
                </c:pt>
                <c:pt idx="2451">
                  <c:v>27-10-2009</c:v>
                </c:pt>
                <c:pt idx="2452">
                  <c:v>28-10-2009</c:v>
                </c:pt>
                <c:pt idx="2453">
                  <c:v>29-10-2009</c:v>
                </c:pt>
                <c:pt idx="2454">
                  <c:v>30-10-2009</c:v>
                </c:pt>
                <c:pt idx="2455">
                  <c:v>03-11-2009</c:v>
                </c:pt>
                <c:pt idx="2456">
                  <c:v>04-11-2009</c:v>
                </c:pt>
                <c:pt idx="2457">
                  <c:v>05-11-2009</c:v>
                </c:pt>
                <c:pt idx="2458">
                  <c:v>06-11-2009</c:v>
                </c:pt>
                <c:pt idx="2459">
                  <c:v>09-11-2009</c:v>
                </c:pt>
                <c:pt idx="2460">
                  <c:v>10-11-2009</c:v>
                </c:pt>
                <c:pt idx="2461">
                  <c:v>11-11-2009</c:v>
                </c:pt>
                <c:pt idx="2462">
                  <c:v>12-11-2009</c:v>
                </c:pt>
                <c:pt idx="2463">
                  <c:v>13-11-2009</c:v>
                </c:pt>
                <c:pt idx="2464">
                  <c:v>16-11-2009</c:v>
                </c:pt>
                <c:pt idx="2465">
                  <c:v>17-11-2009</c:v>
                </c:pt>
                <c:pt idx="2466">
                  <c:v>18-11-2009</c:v>
                </c:pt>
                <c:pt idx="2467">
                  <c:v>19-11-2009</c:v>
                </c:pt>
                <c:pt idx="2468">
                  <c:v>20-11-2009</c:v>
                </c:pt>
                <c:pt idx="2469">
                  <c:v>23-11-2009</c:v>
                </c:pt>
                <c:pt idx="2470">
                  <c:v>24-11-2009</c:v>
                </c:pt>
                <c:pt idx="2471">
                  <c:v>25-11-2009</c:v>
                </c:pt>
                <c:pt idx="2472">
                  <c:v>26-11-2009</c:v>
                </c:pt>
                <c:pt idx="2473">
                  <c:v>27-11-2009</c:v>
                </c:pt>
                <c:pt idx="2474">
                  <c:v>30-11-2009</c:v>
                </c:pt>
                <c:pt idx="2475">
                  <c:v>01-12-2009</c:v>
                </c:pt>
                <c:pt idx="2476">
                  <c:v>02-12-2009</c:v>
                </c:pt>
                <c:pt idx="2477">
                  <c:v>03-12-2009</c:v>
                </c:pt>
                <c:pt idx="2478">
                  <c:v>04-12-2009</c:v>
                </c:pt>
                <c:pt idx="2479">
                  <c:v>07-12-2009</c:v>
                </c:pt>
                <c:pt idx="2480">
                  <c:v>08-12-2009</c:v>
                </c:pt>
                <c:pt idx="2481">
                  <c:v>09-12-2009</c:v>
                </c:pt>
                <c:pt idx="2482">
                  <c:v>10-12-2009</c:v>
                </c:pt>
                <c:pt idx="2483">
                  <c:v>11-12-2009</c:v>
                </c:pt>
                <c:pt idx="2484">
                  <c:v>14-12-2009</c:v>
                </c:pt>
                <c:pt idx="2485">
                  <c:v>15-12-2009</c:v>
                </c:pt>
                <c:pt idx="2486">
                  <c:v>16-12-2009</c:v>
                </c:pt>
                <c:pt idx="2487">
                  <c:v>17-12-2009</c:v>
                </c:pt>
                <c:pt idx="2488">
                  <c:v>18-12-2009</c:v>
                </c:pt>
                <c:pt idx="2489">
                  <c:v>21-12-2009</c:v>
                </c:pt>
                <c:pt idx="2490">
                  <c:v>22-12-2009</c:v>
                </c:pt>
                <c:pt idx="2491">
                  <c:v>23-12-2009</c:v>
                </c:pt>
                <c:pt idx="2492">
                  <c:v>24-12-2009</c:v>
                </c:pt>
                <c:pt idx="2493">
                  <c:v>29-12-2009</c:v>
                </c:pt>
                <c:pt idx="2494">
                  <c:v>30-12-2009</c:v>
                </c:pt>
                <c:pt idx="2495">
                  <c:v>31-12-2009</c:v>
                </c:pt>
                <c:pt idx="2496">
                  <c:v>04-01-2010</c:v>
                </c:pt>
                <c:pt idx="2497">
                  <c:v>05-01-2010</c:v>
                </c:pt>
                <c:pt idx="2498">
                  <c:v>06-01-2010</c:v>
                </c:pt>
                <c:pt idx="2499">
                  <c:v>07-01-2010</c:v>
                </c:pt>
                <c:pt idx="2500">
                  <c:v>08-01-2010</c:v>
                </c:pt>
                <c:pt idx="2501">
                  <c:v>11-01-2010</c:v>
                </c:pt>
                <c:pt idx="2502">
                  <c:v>12-01-2010</c:v>
                </c:pt>
                <c:pt idx="2503">
                  <c:v>13-01-2010</c:v>
                </c:pt>
                <c:pt idx="2504">
                  <c:v>14-01-2010</c:v>
                </c:pt>
                <c:pt idx="2505">
                  <c:v>15-01-2010</c:v>
                </c:pt>
                <c:pt idx="2506">
                  <c:v>18-01-2010</c:v>
                </c:pt>
                <c:pt idx="2507">
                  <c:v>19-01-2010</c:v>
                </c:pt>
                <c:pt idx="2508">
                  <c:v>20-01-2010</c:v>
                </c:pt>
                <c:pt idx="2509">
                  <c:v>21-01-2010</c:v>
                </c:pt>
                <c:pt idx="2510">
                  <c:v>22-01-2010</c:v>
                </c:pt>
                <c:pt idx="2511">
                  <c:v>25-01-2010</c:v>
                </c:pt>
                <c:pt idx="2512">
                  <c:v>27-01-2010</c:v>
                </c:pt>
                <c:pt idx="2513">
                  <c:v>28-01-2010</c:v>
                </c:pt>
                <c:pt idx="2514">
                  <c:v>29-01-2010</c:v>
                </c:pt>
                <c:pt idx="2515">
                  <c:v>01-02-2010</c:v>
                </c:pt>
                <c:pt idx="2516">
                  <c:v>02-02-2010</c:v>
                </c:pt>
                <c:pt idx="2517">
                  <c:v>03-02-2010</c:v>
                </c:pt>
                <c:pt idx="2518">
                  <c:v>04-02-2010</c:v>
                </c:pt>
                <c:pt idx="2519">
                  <c:v>05-02-2010</c:v>
                </c:pt>
                <c:pt idx="2520">
                  <c:v>06-02-2010</c:v>
                </c:pt>
                <c:pt idx="2521">
                  <c:v>08-02-2010</c:v>
                </c:pt>
                <c:pt idx="2522">
                  <c:v>09-02-2010</c:v>
                </c:pt>
                <c:pt idx="2523">
                  <c:v>10-02-2010</c:v>
                </c:pt>
                <c:pt idx="2524">
                  <c:v>11-02-2010</c:v>
                </c:pt>
                <c:pt idx="2525">
                  <c:v>15-02-2010</c:v>
                </c:pt>
                <c:pt idx="2526">
                  <c:v>16-02-2010</c:v>
                </c:pt>
                <c:pt idx="2527">
                  <c:v>17-02-2010</c:v>
                </c:pt>
                <c:pt idx="2528">
                  <c:v>18-02-2010</c:v>
                </c:pt>
                <c:pt idx="2529">
                  <c:v>19-02-2010</c:v>
                </c:pt>
                <c:pt idx="2530">
                  <c:v>22-02-2010</c:v>
                </c:pt>
                <c:pt idx="2531">
                  <c:v>23-02-2010</c:v>
                </c:pt>
                <c:pt idx="2532">
                  <c:v>24-02-2010</c:v>
                </c:pt>
                <c:pt idx="2533">
                  <c:v>25-02-2010</c:v>
                </c:pt>
                <c:pt idx="2534">
                  <c:v>26-02-2010</c:v>
                </c:pt>
                <c:pt idx="2535">
                  <c:v>02-03-2010</c:v>
                </c:pt>
                <c:pt idx="2536">
                  <c:v>03-03-2010</c:v>
                </c:pt>
                <c:pt idx="2537">
                  <c:v>04-03-2010</c:v>
                </c:pt>
                <c:pt idx="2538">
                  <c:v>05-03-2010</c:v>
                </c:pt>
                <c:pt idx="2539">
                  <c:v>08-03-2010</c:v>
                </c:pt>
                <c:pt idx="2540">
                  <c:v>09-03-2010</c:v>
                </c:pt>
                <c:pt idx="2541">
                  <c:v>10-03-2010</c:v>
                </c:pt>
                <c:pt idx="2542">
                  <c:v>11-03-2010</c:v>
                </c:pt>
                <c:pt idx="2543">
                  <c:v>12-03-2010</c:v>
                </c:pt>
                <c:pt idx="2544">
                  <c:v>15-03-2010</c:v>
                </c:pt>
                <c:pt idx="2545">
                  <c:v>16-03-2010</c:v>
                </c:pt>
                <c:pt idx="2546">
                  <c:v>17-03-2010</c:v>
                </c:pt>
                <c:pt idx="2547">
                  <c:v>18-03-2010</c:v>
                </c:pt>
                <c:pt idx="2548">
                  <c:v>19-03-2010</c:v>
                </c:pt>
                <c:pt idx="2549">
                  <c:v>22-03-2010</c:v>
                </c:pt>
                <c:pt idx="2550">
                  <c:v>23-03-2010</c:v>
                </c:pt>
                <c:pt idx="2551">
                  <c:v>25-03-2010</c:v>
                </c:pt>
                <c:pt idx="2552">
                  <c:v>26-03-2010</c:v>
                </c:pt>
                <c:pt idx="2553">
                  <c:v>29-03-2010</c:v>
                </c:pt>
                <c:pt idx="2554">
                  <c:v>30-03-2010</c:v>
                </c:pt>
                <c:pt idx="2555">
                  <c:v>31-03-2010</c:v>
                </c:pt>
                <c:pt idx="2556">
                  <c:v>01-04-2010</c:v>
                </c:pt>
                <c:pt idx="2557">
                  <c:v>05-04-2010</c:v>
                </c:pt>
                <c:pt idx="2558">
                  <c:v>06-04-2010</c:v>
                </c:pt>
                <c:pt idx="2559">
                  <c:v>07-04-2010</c:v>
                </c:pt>
                <c:pt idx="2560">
                  <c:v>08-04-2010</c:v>
                </c:pt>
                <c:pt idx="2561">
                  <c:v>09-04-2010</c:v>
                </c:pt>
                <c:pt idx="2562">
                  <c:v>12-04-2010</c:v>
                </c:pt>
                <c:pt idx="2563">
                  <c:v>13-04-2010</c:v>
                </c:pt>
                <c:pt idx="2564">
                  <c:v>15-04-2010</c:v>
                </c:pt>
                <c:pt idx="2565">
                  <c:v>16-04-2010</c:v>
                </c:pt>
                <c:pt idx="2566">
                  <c:v>19-04-2010</c:v>
                </c:pt>
                <c:pt idx="2567">
                  <c:v>20-04-2010</c:v>
                </c:pt>
                <c:pt idx="2568">
                  <c:v>21-04-2010</c:v>
                </c:pt>
                <c:pt idx="2569">
                  <c:v>22-04-2010</c:v>
                </c:pt>
                <c:pt idx="2570">
                  <c:v>23-04-2010</c:v>
                </c:pt>
                <c:pt idx="2571">
                  <c:v>26-04-2010</c:v>
                </c:pt>
                <c:pt idx="2572">
                  <c:v>27-04-2010</c:v>
                </c:pt>
                <c:pt idx="2573">
                  <c:v>28-04-2010</c:v>
                </c:pt>
                <c:pt idx="2574">
                  <c:v>29-04-2010</c:v>
                </c:pt>
                <c:pt idx="2575">
                  <c:v>30-04-2010</c:v>
                </c:pt>
                <c:pt idx="2576">
                  <c:v>03-05-2010</c:v>
                </c:pt>
                <c:pt idx="2577">
                  <c:v>04-05-2010</c:v>
                </c:pt>
                <c:pt idx="2578">
                  <c:v>05-05-2010</c:v>
                </c:pt>
                <c:pt idx="2579">
                  <c:v>06-05-2010</c:v>
                </c:pt>
                <c:pt idx="2580">
                  <c:v>07-05-2010</c:v>
                </c:pt>
                <c:pt idx="2581">
                  <c:v>10-05-2010</c:v>
                </c:pt>
                <c:pt idx="2582">
                  <c:v>11-05-2010</c:v>
                </c:pt>
                <c:pt idx="2583">
                  <c:v>12-05-2010</c:v>
                </c:pt>
                <c:pt idx="2584">
                  <c:v>13-05-2010</c:v>
                </c:pt>
                <c:pt idx="2585">
                  <c:v>14-05-2010</c:v>
                </c:pt>
                <c:pt idx="2586">
                  <c:v>17-05-2010</c:v>
                </c:pt>
                <c:pt idx="2587">
                  <c:v>18-05-2010</c:v>
                </c:pt>
                <c:pt idx="2588">
                  <c:v>19-05-2010</c:v>
                </c:pt>
                <c:pt idx="2589">
                  <c:v>20-05-2010</c:v>
                </c:pt>
                <c:pt idx="2590">
                  <c:v>21-05-2010</c:v>
                </c:pt>
                <c:pt idx="2591">
                  <c:v>24-05-2010</c:v>
                </c:pt>
                <c:pt idx="2592">
                  <c:v>25-05-2010</c:v>
                </c:pt>
                <c:pt idx="2593">
                  <c:v>26-05-2010</c:v>
                </c:pt>
                <c:pt idx="2594">
                  <c:v>27-05-2010</c:v>
                </c:pt>
                <c:pt idx="2595">
                  <c:v>28-05-2010</c:v>
                </c:pt>
                <c:pt idx="2596">
                  <c:v>31-05-2010</c:v>
                </c:pt>
                <c:pt idx="2597">
                  <c:v>01-06-2010</c:v>
                </c:pt>
                <c:pt idx="2598">
                  <c:v>02-06-2010</c:v>
                </c:pt>
                <c:pt idx="2599">
                  <c:v>03-06-2010</c:v>
                </c:pt>
                <c:pt idx="2600">
                  <c:v>04-06-2010</c:v>
                </c:pt>
                <c:pt idx="2601">
                  <c:v>07-06-2010</c:v>
                </c:pt>
                <c:pt idx="2602">
                  <c:v>08-06-2010</c:v>
                </c:pt>
                <c:pt idx="2603">
                  <c:v>09-06-2010</c:v>
                </c:pt>
                <c:pt idx="2604">
                  <c:v>10-06-2010</c:v>
                </c:pt>
                <c:pt idx="2605">
                  <c:v>11-06-2010</c:v>
                </c:pt>
                <c:pt idx="2606">
                  <c:v>14-06-2010</c:v>
                </c:pt>
                <c:pt idx="2607">
                  <c:v>15-06-2010</c:v>
                </c:pt>
                <c:pt idx="2608">
                  <c:v>16-06-2010</c:v>
                </c:pt>
                <c:pt idx="2609">
                  <c:v>17-06-2010</c:v>
                </c:pt>
                <c:pt idx="2610">
                  <c:v>18-06-2010</c:v>
                </c:pt>
                <c:pt idx="2611">
                  <c:v>21-06-2010</c:v>
                </c:pt>
                <c:pt idx="2612">
                  <c:v>22-06-2010</c:v>
                </c:pt>
                <c:pt idx="2613">
                  <c:v>23-06-2010</c:v>
                </c:pt>
                <c:pt idx="2614">
                  <c:v>24-06-2010</c:v>
                </c:pt>
                <c:pt idx="2615">
                  <c:v>25-06-2010</c:v>
                </c:pt>
                <c:pt idx="2616">
                  <c:v>28-06-2010</c:v>
                </c:pt>
                <c:pt idx="2617">
                  <c:v>29-06-2010</c:v>
                </c:pt>
                <c:pt idx="2618">
                  <c:v>30-06-2010</c:v>
                </c:pt>
                <c:pt idx="2619">
                  <c:v>01-07-2010</c:v>
                </c:pt>
                <c:pt idx="2620">
                  <c:v>02-07-2010</c:v>
                </c:pt>
                <c:pt idx="2621">
                  <c:v>05-07-2010</c:v>
                </c:pt>
                <c:pt idx="2622">
                  <c:v>06-07-2010</c:v>
                </c:pt>
                <c:pt idx="2623">
                  <c:v>07-07-2010</c:v>
                </c:pt>
                <c:pt idx="2624">
                  <c:v>08-07-2010</c:v>
                </c:pt>
                <c:pt idx="2625">
                  <c:v>09-07-2010</c:v>
                </c:pt>
                <c:pt idx="2626">
                  <c:v>12-07-2010</c:v>
                </c:pt>
                <c:pt idx="2627">
                  <c:v>13-07-2010</c:v>
                </c:pt>
                <c:pt idx="2628">
                  <c:v>14-07-2010</c:v>
                </c:pt>
                <c:pt idx="2629">
                  <c:v>15-07-2010</c:v>
                </c:pt>
                <c:pt idx="2630">
                  <c:v>16-07-2010</c:v>
                </c:pt>
                <c:pt idx="2631">
                  <c:v>19-07-2010</c:v>
                </c:pt>
                <c:pt idx="2632">
                  <c:v>20-07-2010</c:v>
                </c:pt>
                <c:pt idx="2633">
                  <c:v>21-07-2010</c:v>
                </c:pt>
                <c:pt idx="2634">
                  <c:v>22-07-2010</c:v>
                </c:pt>
                <c:pt idx="2635">
                  <c:v>23-07-2010</c:v>
                </c:pt>
                <c:pt idx="2636">
                  <c:v>26-07-2010</c:v>
                </c:pt>
                <c:pt idx="2637">
                  <c:v>27-07-2010</c:v>
                </c:pt>
                <c:pt idx="2638">
                  <c:v>28-07-2010</c:v>
                </c:pt>
                <c:pt idx="2639">
                  <c:v>29-07-2010</c:v>
                </c:pt>
                <c:pt idx="2640">
                  <c:v>30-07-2010</c:v>
                </c:pt>
                <c:pt idx="2641">
                  <c:v>02-08-2010</c:v>
                </c:pt>
                <c:pt idx="2642">
                  <c:v>03-08-2010</c:v>
                </c:pt>
                <c:pt idx="2643">
                  <c:v>04-08-2010</c:v>
                </c:pt>
                <c:pt idx="2644">
                  <c:v>05-08-2010</c:v>
                </c:pt>
                <c:pt idx="2645">
                  <c:v>06-08-2010</c:v>
                </c:pt>
                <c:pt idx="2646">
                  <c:v>09-08-2010</c:v>
                </c:pt>
                <c:pt idx="2647">
                  <c:v>10-08-2010</c:v>
                </c:pt>
                <c:pt idx="2648">
                  <c:v>11-08-2010</c:v>
                </c:pt>
                <c:pt idx="2649">
                  <c:v>12-08-2010</c:v>
                </c:pt>
                <c:pt idx="2650">
                  <c:v>13-08-2010</c:v>
                </c:pt>
                <c:pt idx="2651">
                  <c:v>16-08-2010</c:v>
                </c:pt>
                <c:pt idx="2652">
                  <c:v>17-08-2010</c:v>
                </c:pt>
                <c:pt idx="2653">
                  <c:v>18-08-2010</c:v>
                </c:pt>
                <c:pt idx="2654">
                  <c:v>19-08-2010</c:v>
                </c:pt>
                <c:pt idx="2655">
                  <c:v>20-08-2010</c:v>
                </c:pt>
                <c:pt idx="2656">
                  <c:v>23-08-2010</c:v>
                </c:pt>
                <c:pt idx="2657">
                  <c:v>24-08-2010</c:v>
                </c:pt>
                <c:pt idx="2658">
                  <c:v>25-08-2010</c:v>
                </c:pt>
                <c:pt idx="2659">
                  <c:v>26-08-2010</c:v>
                </c:pt>
                <c:pt idx="2660">
                  <c:v>27-08-2010</c:v>
                </c:pt>
                <c:pt idx="2661">
                  <c:v>30-08-2010</c:v>
                </c:pt>
                <c:pt idx="2662">
                  <c:v>31-08-2010</c:v>
                </c:pt>
                <c:pt idx="2663">
                  <c:v>01-09-2010</c:v>
                </c:pt>
                <c:pt idx="2664">
                  <c:v>02-09-2010</c:v>
                </c:pt>
                <c:pt idx="2665">
                  <c:v>03-09-2010</c:v>
                </c:pt>
                <c:pt idx="2666">
                  <c:v>06-09-2010</c:v>
                </c:pt>
                <c:pt idx="2667">
                  <c:v>07-09-2010</c:v>
                </c:pt>
                <c:pt idx="2668">
                  <c:v>08-09-2010</c:v>
                </c:pt>
                <c:pt idx="2669">
                  <c:v>09-09-2010</c:v>
                </c:pt>
                <c:pt idx="2670">
                  <c:v>13-09-2010</c:v>
                </c:pt>
                <c:pt idx="2671">
                  <c:v>14-09-2010</c:v>
                </c:pt>
                <c:pt idx="2672">
                  <c:v>15-09-2010</c:v>
                </c:pt>
                <c:pt idx="2673">
                  <c:v>16-09-2010</c:v>
                </c:pt>
                <c:pt idx="2674">
                  <c:v>17-09-2010</c:v>
                </c:pt>
                <c:pt idx="2675">
                  <c:v>20-09-2010</c:v>
                </c:pt>
                <c:pt idx="2676">
                  <c:v>21-09-2010</c:v>
                </c:pt>
                <c:pt idx="2677">
                  <c:v>22-09-2010</c:v>
                </c:pt>
                <c:pt idx="2678">
                  <c:v>23-09-2010</c:v>
                </c:pt>
                <c:pt idx="2679">
                  <c:v>24-09-2010</c:v>
                </c:pt>
                <c:pt idx="2680">
                  <c:v>27-09-2010</c:v>
                </c:pt>
                <c:pt idx="2681">
                  <c:v>28-09-2010</c:v>
                </c:pt>
                <c:pt idx="2682">
                  <c:v>29-09-2010</c:v>
                </c:pt>
                <c:pt idx="2683">
                  <c:v>30-09-2010</c:v>
                </c:pt>
                <c:pt idx="2684">
                  <c:v>01-10-2010</c:v>
                </c:pt>
                <c:pt idx="2685">
                  <c:v>04-10-2010</c:v>
                </c:pt>
                <c:pt idx="2686">
                  <c:v>05-10-2010</c:v>
                </c:pt>
                <c:pt idx="2687">
                  <c:v>06-10-2010</c:v>
                </c:pt>
                <c:pt idx="2688">
                  <c:v>07-10-2010</c:v>
                </c:pt>
                <c:pt idx="2689">
                  <c:v>08-10-2010</c:v>
                </c:pt>
                <c:pt idx="2690">
                  <c:v>11-10-2010</c:v>
                </c:pt>
                <c:pt idx="2691">
                  <c:v>12-10-2010</c:v>
                </c:pt>
                <c:pt idx="2692">
                  <c:v>13-10-2010</c:v>
                </c:pt>
                <c:pt idx="2693">
                  <c:v>14-10-2010</c:v>
                </c:pt>
                <c:pt idx="2694">
                  <c:v>15-10-2010</c:v>
                </c:pt>
                <c:pt idx="2695">
                  <c:v>18-10-2010</c:v>
                </c:pt>
                <c:pt idx="2696">
                  <c:v>19-10-2010</c:v>
                </c:pt>
                <c:pt idx="2697">
                  <c:v>20-10-2010</c:v>
                </c:pt>
                <c:pt idx="2698">
                  <c:v>21-10-2010</c:v>
                </c:pt>
                <c:pt idx="2699">
                  <c:v>22-10-2010</c:v>
                </c:pt>
                <c:pt idx="2700">
                  <c:v>25-10-2010</c:v>
                </c:pt>
                <c:pt idx="2701">
                  <c:v>26-10-2010</c:v>
                </c:pt>
                <c:pt idx="2702">
                  <c:v>27-10-2010</c:v>
                </c:pt>
                <c:pt idx="2703">
                  <c:v>28-10-2010</c:v>
                </c:pt>
                <c:pt idx="2704">
                  <c:v>29-10-2010</c:v>
                </c:pt>
                <c:pt idx="2705">
                  <c:v>01-11-2010</c:v>
                </c:pt>
                <c:pt idx="2706">
                  <c:v>02-11-2010</c:v>
                </c:pt>
                <c:pt idx="2707">
                  <c:v>03-11-2010</c:v>
                </c:pt>
                <c:pt idx="2708">
                  <c:v>04-11-2010</c:v>
                </c:pt>
                <c:pt idx="2709">
                  <c:v>05-11-2010</c:v>
                </c:pt>
                <c:pt idx="2710">
                  <c:v>08-11-2010</c:v>
                </c:pt>
                <c:pt idx="2711">
                  <c:v>09-11-2010</c:v>
                </c:pt>
                <c:pt idx="2712">
                  <c:v>10-11-2010</c:v>
                </c:pt>
                <c:pt idx="2713">
                  <c:v>11-11-2010</c:v>
                </c:pt>
                <c:pt idx="2714">
                  <c:v>12-11-2010</c:v>
                </c:pt>
                <c:pt idx="2715">
                  <c:v>15-11-2010</c:v>
                </c:pt>
                <c:pt idx="2716">
                  <c:v>16-11-2010</c:v>
                </c:pt>
                <c:pt idx="2717">
                  <c:v>18-11-2010</c:v>
                </c:pt>
                <c:pt idx="2718">
                  <c:v>19-11-2010</c:v>
                </c:pt>
                <c:pt idx="2719">
                  <c:v>22-11-2010</c:v>
                </c:pt>
                <c:pt idx="2720">
                  <c:v>23-11-2010</c:v>
                </c:pt>
                <c:pt idx="2721">
                  <c:v>24-11-2010</c:v>
                </c:pt>
                <c:pt idx="2722">
                  <c:v>25-11-2010</c:v>
                </c:pt>
                <c:pt idx="2723">
                  <c:v>26-11-2010</c:v>
                </c:pt>
                <c:pt idx="2724">
                  <c:v>29-11-2010</c:v>
                </c:pt>
                <c:pt idx="2725">
                  <c:v>30-11-2010</c:v>
                </c:pt>
                <c:pt idx="2726">
                  <c:v>01-12-2010</c:v>
                </c:pt>
                <c:pt idx="2727">
                  <c:v>02-12-2010</c:v>
                </c:pt>
                <c:pt idx="2728">
                  <c:v>03-12-2010</c:v>
                </c:pt>
                <c:pt idx="2729">
                  <c:v>06-12-2010</c:v>
                </c:pt>
                <c:pt idx="2730">
                  <c:v>07-12-2010</c:v>
                </c:pt>
                <c:pt idx="2731">
                  <c:v>08-12-2010</c:v>
                </c:pt>
                <c:pt idx="2732">
                  <c:v>09-12-2010</c:v>
                </c:pt>
                <c:pt idx="2733">
                  <c:v>10-12-2010</c:v>
                </c:pt>
                <c:pt idx="2734">
                  <c:v>13-12-2010</c:v>
                </c:pt>
                <c:pt idx="2735">
                  <c:v>14-12-2010</c:v>
                </c:pt>
                <c:pt idx="2736">
                  <c:v>15-12-2010</c:v>
                </c:pt>
                <c:pt idx="2737">
                  <c:v>16-12-2010</c:v>
                </c:pt>
                <c:pt idx="2738">
                  <c:v>20-12-2010</c:v>
                </c:pt>
                <c:pt idx="2739">
                  <c:v>21-12-2010</c:v>
                </c:pt>
                <c:pt idx="2740">
                  <c:v>22-12-2010</c:v>
                </c:pt>
                <c:pt idx="2741">
                  <c:v>23-12-2010</c:v>
                </c:pt>
                <c:pt idx="2742">
                  <c:v>24-12-2010</c:v>
                </c:pt>
                <c:pt idx="2743">
                  <c:v>27-12-2010</c:v>
                </c:pt>
                <c:pt idx="2744">
                  <c:v>28-12-2010</c:v>
                </c:pt>
                <c:pt idx="2745">
                  <c:v>29-12-2010</c:v>
                </c:pt>
                <c:pt idx="2746">
                  <c:v>30-12-2010</c:v>
                </c:pt>
                <c:pt idx="2747">
                  <c:v>31-12-2010</c:v>
                </c:pt>
                <c:pt idx="2748">
                  <c:v>03-01-2011</c:v>
                </c:pt>
                <c:pt idx="2749">
                  <c:v>04-01-2011</c:v>
                </c:pt>
                <c:pt idx="2750">
                  <c:v>05-01-2011</c:v>
                </c:pt>
                <c:pt idx="2751">
                  <c:v>06-01-2011</c:v>
                </c:pt>
                <c:pt idx="2752">
                  <c:v>07-01-2011</c:v>
                </c:pt>
                <c:pt idx="2753">
                  <c:v>10-01-2011</c:v>
                </c:pt>
                <c:pt idx="2754">
                  <c:v>11-01-2011</c:v>
                </c:pt>
                <c:pt idx="2755">
                  <c:v>12-01-2011</c:v>
                </c:pt>
                <c:pt idx="2756">
                  <c:v>13-01-2011</c:v>
                </c:pt>
                <c:pt idx="2757">
                  <c:v>14-01-2011</c:v>
                </c:pt>
                <c:pt idx="2758">
                  <c:v>17-01-2011</c:v>
                </c:pt>
                <c:pt idx="2759">
                  <c:v>18-01-2011</c:v>
                </c:pt>
                <c:pt idx="2760">
                  <c:v>19-01-2011</c:v>
                </c:pt>
                <c:pt idx="2761">
                  <c:v>20-01-2011</c:v>
                </c:pt>
                <c:pt idx="2762">
                  <c:v>21-01-2011</c:v>
                </c:pt>
                <c:pt idx="2763">
                  <c:v>24-01-2011</c:v>
                </c:pt>
                <c:pt idx="2764">
                  <c:v>25-01-2011</c:v>
                </c:pt>
                <c:pt idx="2765">
                  <c:v>27-01-2011</c:v>
                </c:pt>
                <c:pt idx="2766">
                  <c:v>28-01-2011</c:v>
                </c:pt>
                <c:pt idx="2767">
                  <c:v>31-01-2011</c:v>
                </c:pt>
                <c:pt idx="2768">
                  <c:v>01-02-2011</c:v>
                </c:pt>
                <c:pt idx="2769">
                  <c:v>02-02-2011</c:v>
                </c:pt>
                <c:pt idx="2770">
                  <c:v>03-02-2011</c:v>
                </c:pt>
                <c:pt idx="2771">
                  <c:v>04-02-2011</c:v>
                </c:pt>
                <c:pt idx="2772">
                  <c:v>07-02-2011</c:v>
                </c:pt>
                <c:pt idx="2773">
                  <c:v>08-02-2011</c:v>
                </c:pt>
                <c:pt idx="2774">
                  <c:v>09-02-2011</c:v>
                </c:pt>
                <c:pt idx="2775">
                  <c:v>10-02-2011</c:v>
                </c:pt>
                <c:pt idx="2776">
                  <c:v>11-02-2011</c:v>
                </c:pt>
                <c:pt idx="2777">
                  <c:v>14-02-2011</c:v>
                </c:pt>
                <c:pt idx="2778">
                  <c:v>15-02-2011</c:v>
                </c:pt>
                <c:pt idx="2779">
                  <c:v>16-02-2011</c:v>
                </c:pt>
                <c:pt idx="2780">
                  <c:v>17-02-2011</c:v>
                </c:pt>
                <c:pt idx="2781">
                  <c:v>18-02-2011</c:v>
                </c:pt>
                <c:pt idx="2782">
                  <c:v>21-02-2011</c:v>
                </c:pt>
                <c:pt idx="2783">
                  <c:v>22-02-2011</c:v>
                </c:pt>
                <c:pt idx="2784">
                  <c:v>23-02-2011</c:v>
                </c:pt>
                <c:pt idx="2785">
                  <c:v>24-02-2011</c:v>
                </c:pt>
                <c:pt idx="2786">
                  <c:v>25-02-2011</c:v>
                </c:pt>
                <c:pt idx="2787">
                  <c:v>28-02-2011</c:v>
                </c:pt>
                <c:pt idx="2788">
                  <c:v>01-03-2011</c:v>
                </c:pt>
                <c:pt idx="2789">
                  <c:v>03-03-2011</c:v>
                </c:pt>
                <c:pt idx="2790">
                  <c:v>04-03-2011</c:v>
                </c:pt>
                <c:pt idx="2791">
                  <c:v>07-03-2011</c:v>
                </c:pt>
                <c:pt idx="2792">
                  <c:v>08-03-2011</c:v>
                </c:pt>
                <c:pt idx="2793">
                  <c:v>09-03-2011</c:v>
                </c:pt>
                <c:pt idx="2794">
                  <c:v>10-03-2011</c:v>
                </c:pt>
                <c:pt idx="2795">
                  <c:v>11-03-2011</c:v>
                </c:pt>
                <c:pt idx="2796">
                  <c:v>14-03-2011</c:v>
                </c:pt>
                <c:pt idx="2797">
                  <c:v>15-03-2011</c:v>
                </c:pt>
                <c:pt idx="2798">
                  <c:v>16-03-2011</c:v>
                </c:pt>
                <c:pt idx="2799">
                  <c:v>17-03-2011</c:v>
                </c:pt>
                <c:pt idx="2800">
                  <c:v>18-03-2011</c:v>
                </c:pt>
                <c:pt idx="2801">
                  <c:v>21-03-2011</c:v>
                </c:pt>
                <c:pt idx="2802">
                  <c:v>22-03-2011</c:v>
                </c:pt>
                <c:pt idx="2803">
                  <c:v>23-03-2011</c:v>
                </c:pt>
                <c:pt idx="2804">
                  <c:v>24-03-2011</c:v>
                </c:pt>
                <c:pt idx="2805">
                  <c:v>25-03-2011</c:v>
                </c:pt>
                <c:pt idx="2806">
                  <c:v>28-03-2011</c:v>
                </c:pt>
                <c:pt idx="2807">
                  <c:v>29-03-2011</c:v>
                </c:pt>
                <c:pt idx="2808">
                  <c:v>30-03-2011</c:v>
                </c:pt>
                <c:pt idx="2809">
                  <c:v>31-03-2011</c:v>
                </c:pt>
                <c:pt idx="2810">
                  <c:v>01-04-2011</c:v>
                </c:pt>
                <c:pt idx="2811">
                  <c:v>04-04-2011</c:v>
                </c:pt>
                <c:pt idx="2812">
                  <c:v>05-04-2011</c:v>
                </c:pt>
                <c:pt idx="2813">
                  <c:v>06-04-2011</c:v>
                </c:pt>
                <c:pt idx="2814">
                  <c:v>07-04-2011</c:v>
                </c:pt>
                <c:pt idx="2815">
                  <c:v>08-04-2011</c:v>
                </c:pt>
                <c:pt idx="2816">
                  <c:v>11-04-2011</c:v>
                </c:pt>
                <c:pt idx="2817">
                  <c:v>13-04-2011</c:v>
                </c:pt>
                <c:pt idx="2818">
                  <c:v>15-04-2011</c:v>
                </c:pt>
                <c:pt idx="2819">
                  <c:v>18-04-2011</c:v>
                </c:pt>
                <c:pt idx="2820">
                  <c:v>19-04-2011</c:v>
                </c:pt>
                <c:pt idx="2821">
                  <c:v>20-04-2011</c:v>
                </c:pt>
                <c:pt idx="2822">
                  <c:v>21-04-2011</c:v>
                </c:pt>
                <c:pt idx="2823">
                  <c:v>25-04-2011</c:v>
                </c:pt>
                <c:pt idx="2824">
                  <c:v>26-04-2011</c:v>
                </c:pt>
                <c:pt idx="2825">
                  <c:v>27-04-2011</c:v>
                </c:pt>
                <c:pt idx="2826">
                  <c:v>28-04-2011</c:v>
                </c:pt>
                <c:pt idx="2827">
                  <c:v>29-04-2011</c:v>
                </c:pt>
                <c:pt idx="2828">
                  <c:v>02-05-2011</c:v>
                </c:pt>
                <c:pt idx="2829">
                  <c:v>03-05-2011</c:v>
                </c:pt>
                <c:pt idx="2830">
                  <c:v>04-05-2011</c:v>
                </c:pt>
                <c:pt idx="2831">
                  <c:v>05-05-2011</c:v>
                </c:pt>
                <c:pt idx="2832">
                  <c:v>06-05-2011</c:v>
                </c:pt>
                <c:pt idx="2833">
                  <c:v>09-05-2011</c:v>
                </c:pt>
                <c:pt idx="2834">
                  <c:v>10-05-2011</c:v>
                </c:pt>
                <c:pt idx="2835">
                  <c:v>11-05-2011</c:v>
                </c:pt>
                <c:pt idx="2836">
                  <c:v>12-05-2011</c:v>
                </c:pt>
                <c:pt idx="2837">
                  <c:v>13-05-2011</c:v>
                </c:pt>
                <c:pt idx="2838">
                  <c:v>16-05-2011</c:v>
                </c:pt>
                <c:pt idx="2839">
                  <c:v>17-05-2011</c:v>
                </c:pt>
                <c:pt idx="2840">
                  <c:v>18-05-2011</c:v>
                </c:pt>
                <c:pt idx="2841">
                  <c:v>19-05-2011</c:v>
                </c:pt>
                <c:pt idx="2842">
                  <c:v>20-05-2011</c:v>
                </c:pt>
                <c:pt idx="2843">
                  <c:v>23-05-2011</c:v>
                </c:pt>
                <c:pt idx="2844">
                  <c:v>24-05-2011</c:v>
                </c:pt>
                <c:pt idx="2845">
                  <c:v>25-05-2011</c:v>
                </c:pt>
                <c:pt idx="2846">
                  <c:v>26-05-2011</c:v>
                </c:pt>
                <c:pt idx="2847">
                  <c:v>27-05-2011</c:v>
                </c:pt>
                <c:pt idx="2848">
                  <c:v>30-05-2011</c:v>
                </c:pt>
                <c:pt idx="2849">
                  <c:v>31-05-2011</c:v>
                </c:pt>
                <c:pt idx="2850">
                  <c:v>01-06-2011</c:v>
                </c:pt>
                <c:pt idx="2851">
                  <c:v>02-06-2011</c:v>
                </c:pt>
                <c:pt idx="2852">
                  <c:v>03-06-2011</c:v>
                </c:pt>
                <c:pt idx="2853">
                  <c:v>06-06-2011</c:v>
                </c:pt>
                <c:pt idx="2854">
                  <c:v>07-06-2011</c:v>
                </c:pt>
                <c:pt idx="2855">
                  <c:v>08-06-2011</c:v>
                </c:pt>
                <c:pt idx="2856">
                  <c:v>09-06-2011</c:v>
                </c:pt>
                <c:pt idx="2857">
                  <c:v>10-06-2011</c:v>
                </c:pt>
                <c:pt idx="2858">
                  <c:v>13-06-2011</c:v>
                </c:pt>
                <c:pt idx="2859">
                  <c:v>14-06-2011</c:v>
                </c:pt>
                <c:pt idx="2860">
                  <c:v>15-06-2011</c:v>
                </c:pt>
                <c:pt idx="2861">
                  <c:v>16-06-2011</c:v>
                </c:pt>
                <c:pt idx="2862">
                  <c:v>17-06-2011</c:v>
                </c:pt>
                <c:pt idx="2863">
                  <c:v>20-06-2011</c:v>
                </c:pt>
                <c:pt idx="2864">
                  <c:v>21-06-2011</c:v>
                </c:pt>
                <c:pt idx="2865">
                  <c:v>22-06-2011</c:v>
                </c:pt>
                <c:pt idx="2866">
                  <c:v>23-06-2011</c:v>
                </c:pt>
                <c:pt idx="2867">
                  <c:v>24-06-2011</c:v>
                </c:pt>
                <c:pt idx="2868">
                  <c:v>27-06-2011</c:v>
                </c:pt>
                <c:pt idx="2869">
                  <c:v>28-06-2011</c:v>
                </c:pt>
                <c:pt idx="2870">
                  <c:v>29-06-2011</c:v>
                </c:pt>
                <c:pt idx="2871">
                  <c:v>30-06-2011</c:v>
                </c:pt>
                <c:pt idx="2872">
                  <c:v>01-07-2011</c:v>
                </c:pt>
                <c:pt idx="2873">
                  <c:v>04-07-2011</c:v>
                </c:pt>
                <c:pt idx="2874">
                  <c:v>05-07-2011</c:v>
                </c:pt>
                <c:pt idx="2875">
                  <c:v>06-07-2011</c:v>
                </c:pt>
                <c:pt idx="2876">
                  <c:v>07-07-2011</c:v>
                </c:pt>
                <c:pt idx="2877">
                  <c:v>08-07-2011</c:v>
                </c:pt>
                <c:pt idx="2878">
                  <c:v>11-07-2011</c:v>
                </c:pt>
                <c:pt idx="2879">
                  <c:v>12-07-2011</c:v>
                </c:pt>
                <c:pt idx="2880">
                  <c:v>13-07-2011</c:v>
                </c:pt>
                <c:pt idx="2881">
                  <c:v>14-07-2011</c:v>
                </c:pt>
                <c:pt idx="2882">
                  <c:v>15-07-2011</c:v>
                </c:pt>
                <c:pt idx="2883">
                  <c:v>18-07-2011</c:v>
                </c:pt>
                <c:pt idx="2884">
                  <c:v>19-07-2011</c:v>
                </c:pt>
                <c:pt idx="2885">
                  <c:v>20-07-2011</c:v>
                </c:pt>
                <c:pt idx="2886">
                  <c:v>21-07-2011</c:v>
                </c:pt>
                <c:pt idx="2887">
                  <c:v>22-07-2011</c:v>
                </c:pt>
                <c:pt idx="2888">
                  <c:v>25-07-2011</c:v>
                </c:pt>
                <c:pt idx="2889">
                  <c:v>26-07-2011</c:v>
                </c:pt>
                <c:pt idx="2890">
                  <c:v>27-07-2011</c:v>
                </c:pt>
                <c:pt idx="2891">
                  <c:v>28-07-2011</c:v>
                </c:pt>
                <c:pt idx="2892">
                  <c:v>29-07-2011</c:v>
                </c:pt>
                <c:pt idx="2893">
                  <c:v>01-08-2011</c:v>
                </c:pt>
                <c:pt idx="2894">
                  <c:v>02-08-2011</c:v>
                </c:pt>
                <c:pt idx="2895">
                  <c:v>03-08-2011</c:v>
                </c:pt>
                <c:pt idx="2896">
                  <c:v>04-08-2011</c:v>
                </c:pt>
                <c:pt idx="2897">
                  <c:v>05-08-2011</c:v>
                </c:pt>
                <c:pt idx="2898">
                  <c:v>08-08-2011</c:v>
                </c:pt>
                <c:pt idx="2899">
                  <c:v>09-08-2011</c:v>
                </c:pt>
                <c:pt idx="2900">
                  <c:v>10-08-2011</c:v>
                </c:pt>
                <c:pt idx="2901">
                  <c:v>11-08-2011</c:v>
                </c:pt>
                <c:pt idx="2902">
                  <c:v>12-08-2011</c:v>
                </c:pt>
                <c:pt idx="2903">
                  <c:v>16-08-2011</c:v>
                </c:pt>
                <c:pt idx="2904">
                  <c:v>17-08-2011</c:v>
                </c:pt>
                <c:pt idx="2905">
                  <c:v>18-08-2011</c:v>
                </c:pt>
                <c:pt idx="2906">
                  <c:v>19-08-2011</c:v>
                </c:pt>
                <c:pt idx="2907">
                  <c:v>22-08-2011</c:v>
                </c:pt>
                <c:pt idx="2908">
                  <c:v>23-08-2011</c:v>
                </c:pt>
                <c:pt idx="2909">
                  <c:v>24-08-2011</c:v>
                </c:pt>
                <c:pt idx="2910">
                  <c:v>25-08-2011</c:v>
                </c:pt>
                <c:pt idx="2911">
                  <c:v>26-08-2011</c:v>
                </c:pt>
                <c:pt idx="2912">
                  <c:v>29-08-2011</c:v>
                </c:pt>
                <c:pt idx="2913">
                  <c:v>30-08-2011</c:v>
                </c:pt>
                <c:pt idx="2914">
                  <c:v>02-09-2011</c:v>
                </c:pt>
                <c:pt idx="2915">
                  <c:v>05-09-2011</c:v>
                </c:pt>
                <c:pt idx="2916">
                  <c:v>06-09-2011</c:v>
                </c:pt>
                <c:pt idx="2917">
                  <c:v>07-09-2011</c:v>
                </c:pt>
                <c:pt idx="2918">
                  <c:v>08-09-2011</c:v>
                </c:pt>
                <c:pt idx="2919">
                  <c:v>09-09-2011</c:v>
                </c:pt>
                <c:pt idx="2920">
                  <c:v>12-09-2011</c:v>
                </c:pt>
                <c:pt idx="2921">
                  <c:v>13-09-2011</c:v>
                </c:pt>
                <c:pt idx="2922">
                  <c:v>14-09-2011</c:v>
                </c:pt>
                <c:pt idx="2923">
                  <c:v>15-09-2011</c:v>
                </c:pt>
                <c:pt idx="2924">
                  <c:v>16-09-2011</c:v>
                </c:pt>
                <c:pt idx="2925">
                  <c:v>19-09-2011</c:v>
                </c:pt>
                <c:pt idx="2926">
                  <c:v>20-09-2011</c:v>
                </c:pt>
                <c:pt idx="2927">
                  <c:v>21-09-2011</c:v>
                </c:pt>
                <c:pt idx="2928">
                  <c:v>22-09-2011</c:v>
                </c:pt>
                <c:pt idx="2929">
                  <c:v>23-09-2011</c:v>
                </c:pt>
                <c:pt idx="2930">
                  <c:v>26-09-2011</c:v>
                </c:pt>
                <c:pt idx="2931">
                  <c:v>27-09-2011</c:v>
                </c:pt>
                <c:pt idx="2932">
                  <c:v>28-09-2011</c:v>
                </c:pt>
                <c:pt idx="2933">
                  <c:v>29-09-2011</c:v>
                </c:pt>
                <c:pt idx="2934">
                  <c:v>30-09-2011</c:v>
                </c:pt>
                <c:pt idx="2935">
                  <c:v>03-10-2011</c:v>
                </c:pt>
                <c:pt idx="2936">
                  <c:v>04-10-2011</c:v>
                </c:pt>
                <c:pt idx="2937">
                  <c:v>05-10-2011</c:v>
                </c:pt>
                <c:pt idx="2938">
                  <c:v>07-10-2011</c:v>
                </c:pt>
                <c:pt idx="2939">
                  <c:v>10-10-2011</c:v>
                </c:pt>
                <c:pt idx="2940">
                  <c:v>11-10-2011</c:v>
                </c:pt>
                <c:pt idx="2941">
                  <c:v>12-10-2011</c:v>
                </c:pt>
                <c:pt idx="2942">
                  <c:v>13-10-2011</c:v>
                </c:pt>
                <c:pt idx="2943">
                  <c:v>14-10-2011</c:v>
                </c:pt>
                <c:pt idx="2944">
                  <c:v>17-10-2011</c:v>
                </c:pt>
                <c:pt idx="2945">
                  <c:v>18-10-2011</c:v>
                </c:pt>
                <c:pt idx="2946">
                  <c:v>19-10-2011</c:v>
                </c:pt>
                <c:pt idx="2947">
                  <c:v>20-10-2011</c:v>
                </c:pt>
                <c:pt idx="2948">
                  <c:v>21-10-2011</c:v>
                </c:pt>
                <c:pt idx="2949">
                  <c:v>24-10-2011</c:v>
                </c:pt>
                <c:pt idx="2950">
                  <c:v>25-10-2011</c:v>
                </c:pt>
                <c:pt idx="2951">
                  <c:v>26-10-2011</c:v>
                </c:pt>
                <c:pt idx="2952">
                  <c:v>28-10-2011</c:v>
                </c:pt>
                <c:pt idx="2953">
                  <c:v>31-10-2011</c:v>
                </c:pt>
                <c:pt idx="2954">
                  <c:v>01-11-2011</c:v>
                </c:pt>
                <c:pt idx="2955">
                  <c:v>02-11-2011</c:v>
                </c:pt>
                <c:pt idx="2956">
                  <c:v>03-11-2011</c:v>
                </c:pt>
                <c:pt idx="2957">
                  <c:v>04-11-2011</c:v>
                </c:pt>
                <c:pt idx="2958">
                  <c:v>08-11-2011</c:v>
                </c:pt>
                <c:pt idx="2959">
                  <c:v>09-11-2011</c:v>
                </c:pt>
                <c:pt idx="2960">
                  <c:v>11-11-2011</c:v>
                </c:pt>
                <c:pt idx="2961">
                  <c:v>14-11-2011</c:v>
                </c:pt>
                <c:pt idx="2962">
                  <c:v>15-11-2011</c:v>
                </c:pt>
                <c:pt idx="2963">
                  <c:v>16-11-2011</c:v>
                </c:pt>
                <c:pt idx="2964">
                  <c:v>17-11-2011</c:v>
                </c:pt>
                <c:pt idx="2965">
                  <c:v>18-11-2011</c:v>
                </c:pt>
                <c:pt idx="2966">
                  <c:v>21-11-2011</c:v>
                </c:pt>
                <c:pt idx="2967">
                  <c:v>22-11-2011</c:v>
                </c:pt>
                <c:pt idx="2968">
                  <c:v>23-11-2011</c:v>
                </c:pt>
                <c:pt idx="2969">
                  <c:v>24-11-2011</c:v>
                </c:pt>
                <c:pt idx="2970">
                  <c:v>25-11-2011</c:v>
                </c:pt>
                <c:pt idx="2971">
                  <c:v>28-11-2011</c:v>
                </c:pt>
                <c:pt idx="2972">
                  <c:v>29-11-2011</c:v>
                </c:pt>
                <c:pt idx="2973">
                  <c:v>30-11-2011</c:v>
                </c:pt>
                <c:pt idx="2974">
                  <c:v>01-12-2011</c:v>
                </c:pt>
                <c:pt idx="2975">
                  <c:v>02-12-2011</c:v>
                </c:pt>
                <c:pt idx="2976">
                  <c:v>05-12-2011</c:v>
                </c:pt>
                <c:pt idx="2977">
                  <c:v>07-12-2011</c:v>
                </c:pt>
                <c:pt idx="2978">
                  <c:v>08-12-2011</c:v>
                </c:pt>
                <c:pt idx="2979">
                  <c:v>09-12-2011</c:v>
                </c:pt>
                <c:pt idx="2980">
                  <c:v>12-12-2011</c:v>
                </c:pt>
                <c:pt idx="2981">
                  <c:v>13-12-2011</c:v>
                </c:pt>
                <c:pt idx="2982">
                  <c:v>14-12-2011</c:v>
                </c:pt>
                <c:pt idx="2983">
                  <c:v>15-12-2011</c:v>
                </c:pt>
                <c:pt idx="2984">
                  <c:v>16-12-2011</c:v>
                </c:pt>
                <c:pt idx="2985">
                  <c:v>19-12-2011</c:v>
                </c:pt>
                <c:pt idx="2986">
                  <c:v>20-12-2011</c:v>
                </c:pt>
                <c:pt idx="2987">
                  <c:v>21-12-2011</c:v>
                </c:pt>
                <c:pt idx="2988">
                  <c:v>22-12-2011</c:v>
                </c:pt>
                <c:pt idx="2989">
                  <c:v>23-12-2011</c:v>
                </c:pt>
                <c:pt idx="2990">
                  <c:v>26-12-2011</c:v>
                </c:pt>
                <c:pt idx="2991">
                  <c:v>27-12-2011</c:v>
                </c:pt>
                <c:pt idx="2992">
                  <c:v>28-12-2011</c:v>
                </c:pt>
                <c:pt idx="2993">
                  <c:v>29-12-2011</c:v>
                </c:pt>
                <c:pt idx="2994">
                  <c:v>30-12-2011</c:v>
                </c:pt>
                <c:pt idx="2995">
                  <c:v>02-01-2012</c:v>
                </c:pt>
                <c:pt idx="2996">
                  <c:v>03-01-2012</c:v>
                </c:pt>
                <c:pt idx="2997">
                  <c:v>04-01-2012</c:v>
                </c:pt>
                <c:pt idx="2998">
                  <c:v>05-01-2012</c:v>
                </c:pt>
                <c:pt idx="2999">
                  <c:v>06-01-2012</c:v>
                </c:pt>
                <c:pt idx="3000">
                  <c:v>07-01-2012</c:v>
                </c:pt>
                <c:pt idx="3001">
                  <c:v>09-01-2012</c:v>
                </c:pt>
                <c:pt idx="3002">
                  <c:v>10-01-2012</c:v>
                </c:pt>
                <c:pt idx="3003">
                  <c:v>11-01-2012</c:v>
                </c:pt>
                <c:pt idx="3004">
                  <c:v>12-01-2012</c:v>
                </c:pt>
                <c:pt idx="3005">
                  <c:v>13-01-2012</c:v>
                </c:pt>
                <c:pt idx="3006">
                  <c:v>16-01-2012</c:v>
                </c:pt>
                <c:pt idx="3007">
                  <c:v>17-01-2012</c:v>
                </c:pt>
                <c:pt idx="3008">
                  <c:v>18-01-2012</c:v>
                </c:pt>
                <c:pt idx="3009">
                  <c:v>19-01-2012</c:v>
                </c:pt>
                <c:pt idx="3010">
                  <c:v>20-01-2012</c:v>
                </c:pt>
                <c:pt idx="3011">
                  <c:v>23-01-2012</c:v>
                </c:pt>
                <c:pt idx="3012">
                  <c:v>24-01-2012</c:v>
                </c:pt>
                <c:pt idx="3013">
                  <c:v>25-01-2012</c:v>
                </c:pt>
                <c:pt idx="3014">
                  <c:v>27-01-2012</c:v>
                </c:pt>
                <c:pt idx="3015">
                  <c:v>30-01-2012</c:v>
                </c:pt>
                <c:pt idx="3016">
                  <c:v>31-01-2012</c:v>
                </c:pt>
                <c:pt idx="3017">
                  <c:v>01-02-2012</c:v>
                </c:pt>
                <c:pt idx="3018">
                  <c:v>02-02-2012</c:v>
                </c:pt>
                <c:pt idx="3019">
                  <c:v>03-02-2012</c:v>
                </c:pt>
                <c:pt idx="3020">
                  <c:v>06-02-2012</c:v>
                </c:pt>
                <c:pt idx="3021">
                  <c:v>07-02-2012</c:v>
                </c:pt>
                <c:pt idx="3022">
                  <c:v>08-02-2012</c:v>
                </c:pt>
                <c:pt idx="3023">
                  <c:v>09-02-2012</c:v>
                </c:pt>
                <c:pt idx="3024">
                  <c:v>10-02-2012</c:v>
                </c:pt>
                <c:pt idx="3025">
                  <c:v>13-02-2012</c:v>
                </c:pt>
                <c:pt idx="3026">
                  <c:v>14-02-2012</c:v>
                </c:pt>
                <c:pt idx="3027">
                  <c:v>15-02-2012</c:v>
                </c:pt>
                <c:pt idx="3028">
                  <c:v>16-02-2012</c:v>
                </c:pt>
                <c:pt idx="3029">
                  <c:v>17-02-2012</c:v>
                </c:pt>
                <c:pt idx="3030">
                  <c:v>21-02-2012</c:v>
                </c:pt>
                <c:pt idx="3031">
                  <c:v>22-02-2012</c:v>
                </c:pt>
                <c:pt idx="3032">
                  <c:v>23-02-2012</c:v>
                </c:pt>
                <c:pt idx="3033">
                  <c:v>24-02-2012</c:v>
                </c:pt>
                <c:pt idx="3034">
                  <c:v>27-02-2012</c:v>
                </c:pt>
                <c:pt idx="3035">
                  <c:v>28-02-2012</c:v>
                </c:pt>
                <c:pt idx="3036">
                  <c:v>29-02-2012</c:v>
                </c:pt>
                <c:pt idx="3037">
                  <c:v>01-03-2012</c:v>
                </c:pt>
                <c:pt idx="3038">
                  <c:v>02-03-2012</c:v>
                </c:pt>
                <c:pt idx="3039">
                  <c:v>03-03-2012</c:v>
                </c:pt>
                <c:pt idx="3040">
                  <c:v>05-03-2012</c:v>
                </c:pt>
                <c:pt idx="3041">
                  <c:v>06-03-2012</c:v>
                </c:pt>
                <c:pt idx="3042">
                  <c:v>07-03-2012</c:v>
                </c:pt>
                <c:pt idx="3043">
                  <c:v>09-03-2012</c:v>
                </c:pt>
                <c:pt idx="3044">
                  <c:v>12-03-2012</c:v>
                </c:pt>
                <c:pt idx="3045">
                  <c:v>13-03-2012</c:v>
                </c:pt>
                <c:pt idx="3046">
                  <c:v>14-03-2012</c:v>
                </c:pt>
                <c:pt idx="3047">
                  <c:v>15-03-2012</c:v>
                </c:pt>
                <c:pt idx="3048">
                  <c:v>16-03-2012</c:v>
                </c:pt>
                <c:pt idx="3049">
                  <c:v>19-03-2012</c:v>
                </c:pt>
                <c:pt idx="3050">
                  <c:v>20-03-2012</c:v>
                </c:pt>
                <c:pt idx="3051">
                  <c:v>21-03-2012</c:v>
                </c:pt>
                <c:pt idx="3052">
                  <c:v>22-03-2012</c:v>
                </c:pt>
                <c:pt idx="3053">
                  <c:v>23-03-2012</c:v>
                </c:pt>
                <c:pt idx="3054">
                  <c:v>26-03-2012</c:v>
                </c:pt>
                <c:pt idx="3055">
                  <c:v>27-03-2012</c:v>
                </c:pt>
                <c:pt idx="3056">
                  <c:v>28-03-2012</c:v>
                </c:pt>
                <c:pt idx="3057">
                  <c:v>29-03-2012</c:v>
                </c:pt>
                <c:pt idx="3058">
                  <c:v>30-03-2012</c:v>
                </c:pt>
                <c:pt idx="3059">
                  <c:v>02-04-2012</c:v>
                </c:pt>
                <c:pt idx="3060">
                  <c:v>03-04-2012</c:v>
                </c:pt>
                <c:pt idx="3061">
                  <c:v>04-04-2012</c:v>
                </c:pt>
                <c:pt idx="3062">
                  <c:v>09-04-2012</c:v>
                </c:pt>
                <c:pt idx="3063">
                  <c:v>10-04-2012</c:v>
                </c:pt>
                <c:pt idx="3064">
                  <c:v>11-04-2012</c:v>
                </c:pt>
                <c:pt idx="3065">
                  <c:v>12-04-2012</c:v>
                </c:pt>
                <c:pt idx="3066">
                  <c:v>13-04-2012</c:v>
                </c:pt>
                <c:pt idx="3067">
                  <c:v>16-04-2012</c:v>
                </c:pt>
                <c:pt idx="3068">
                  <c:v>17-04-2012</c:v>
                </c:pt>
                <c:pt idx="3069">
                  <c:v>18-04-2012</c:v>
                </c:pt>
                <c:pt idx="3070">
                  <c:v>19-04-2012</c:v>
                </c:pt>
                <c:pt idx="3071">
                  <c:v>20-04-2012</c:v>
                </c:pt>
                <c:pt idx="3072">
                  <c:v>23-04-2012</c:v>
                </c:pt>
                <c:pt idx="3073">
                  <c:v>24-04-2012</c:v>
                </c:pt>
                <c:pt idx="3074">
                  <c:v>25-04-2012</c:v>
                </c:pt>
                <c:pt idx="3075">
                  <c:v>26-04-2012</c:v>
                </c:pt>
                <c:pt idx="3076">
                  <c:v>27-04-2012</c:v>
                </c:pt>
                <c:pt idx="3077">
                  <c:v>28-04-2012</c:v>
                </c:pt>
                <c:pt idx="3078">
                  <c:v>30-04-2012</c:v>
                </c:pt>
                <c:pt idx="3079">
                  <c:v>02-05-2012</c:v>
                </c:pt>
                <c:pt idx="3080">
                  <c:v>03-05-2012</c:v>
                </c:pt>
                <c:pt idx="3081">
                  <c:v>04-05-2012</c:v>
                </c:pt>
                <c:pt idx="3082">
                  <c:v>07-05-2012</c:v>
                </c:pt>
                <c:pt idx="3083">
                  <c:v>08-05-2012</c:v>
                </c:pt>
                <c:pt idx="3084">
                  <c:v>09-05-2012</c:v>
                </c:pt>
                <c:pt idx="3085">
                  <c:v>10-05-2012</c:v>
                </c:pt>
                <c:pt idx="3086">
                  <c:v>11-05-2012</c:v>
                </c:pt>
                <c:pt idx="3087">
                  <c:v>14-05-2012</c:v>
                </c:pt>
                <c:pt idx="3088">
                  <c:v>15-05-2012</c:v>
                </c:pt>
                <c:pt idx="3089">
                  <c:v>16-05-2012</c:v>
                </c:pt>
                <c:pt idx="3090">
                  <c:v>17-05-2012</c:v>
                </c:pt>
                <c:pt idx="3091">
                  <c:v>18-05-2012</c:v>
                </c:pt>
                <c:pt idx="3092">
                  <c:v>21-05-2012</c:v>
                </c:pt>
                <c:pt idx="3093">
                  <c:v>22-05-2012</c:v>
                </c:pt>
                <c:pt idx="3094">
                  <c:v>23-05-2012</c:v>
                </c:pt>
                <c:pt idx="3095">
                  <c:v>24-05-2012</c:v>
                </c:pt>
                <c:pt idx="3096">
                  <c:v>25-05-2012</c:v>
                </c:pt>
                <c:pt idx="3097">
                  <c:v>28-05-2012</c:v>
                </c:pt>
                <c:pt idx="3098">
                  <c:v>29-05-2012</c:v>
                </c:pt>
                <c:pt idx="3099">
                  <c:v>30-05-2012</c:v>
                </c:pt>
                <c:pt idx="3100">
                  <c:v>31-05-2012</c:v>
                </c:pt>
                <c:pt idx="3101">
                  <c:v>01-06-2012</c:v>
                </c:pt>
                <c:pt idx="3102">
                  <c:v>04-06-2012</c:v>
                </c:pt>
                <c:pt idx="3103">
                  <c:v>05-06-2012</c:v>
                </c:pt>
                <c:pt idx="3104">
                  <c:v>06-06-2012</c:v>
                </c:pt>
                <c:pt idx="3105">
                  <c:v>07-06-2012</c:v>
                </c:pt>
                <c:pt idx="3106">
                  <c:v>08-06-2012</c:v>
                </c:pt>
                <c:pt idx="3107">
                  <c:v>11-06-2012</c:v>
                </c:pt>
                <c:pt idx="3108">
                  <c:v>12-06-2012</c:v>
                </c:pt>
                <c:pt idx="3109">
                  <c:v>13-06-2012</c:v>
                </c:pt>
                <c:pt idx="3110">
                  <c:v>14-06-2012</c:v>
                </c:pt>
                <c:pt idx="3111">
                  <c:v>15-06-2012</c:v>
                </c:pt>
                <c:pt idx="3112">
                  <c:v>18-06-2012</c:v>
                </c:pt>
                <c:pt idx="3113">
                  <c:v>19-06-2012</c:v>
                </c:pt>
                <c:pt idx="3114">
                  <c:v>20-06-2012</c:v>
                </c:pt>
                <c:pt idx="3115">
                  <c:v>21-06-2012</c:v>
                </c:pt>
                <c:pt idx="3116">
                  <c:v>22-06-2012</c:v>
                </c:pt>
                <c:pt idx="3117">
                  <c:v>25-06-2012</c:v>
                </c:pt>
                <c:pt idx="3118">
                  <c:v>26-06-2012</c:v>
                </c:pt>
                <c:pt idx="3119">
                  <c:v>27-06-2012</c:v>
                </c:pt>
                <c:pt idx="3120">
                  <c:v>28-06-2012</c:v>
                </c:pt>
                <c:pt idx="3121">
                  <c:v>29-06-2012</c:v>
                </c:pt>
                <c:pt idx="3122">
                  <c:v>02-07-2012</c:v>
                </c:pt>
                <c:pt idx="3123">
                  <c:v>03-07-2012</c:v>
                </c:pt>
                <c:pt idx="3124">
                  <c:v>04-07-2012</c:v>
                </c:pt>
                <c:pt idx="3125">
                  <c:v>05-07-2012</c:v>
                </c:pt>
                <c:pt idx="3126">
                  <c:v>06-07-2012</c:v>
                </c:pt>
                <c:pt idx="3127">
                  <c:v>09-07-2012</c:v>
                </c:pt>
                <c:pt idx="3128">
                  <c:v>10-07-2012</c:v>
                </c:pt>
                <c:pt idx="3129">
                  <c:v>11-07-2012</c:v>
                </c:pt>
                <c:pt idx="3130">
                  <c:v>12-07-2012</c:v>
                </c:pt>
                <c:pt idx="3131">
                  <c:v>13-07-2012</c:v>
                </c:pt>
                <c:pt idx="3132">
                  <c:v>16-07-2012</c:v>
                </c:pt>
                <c:pt idx="3133">
                  <c:v>17-07-2012</c:v>
                </c:pt>
                <c:pt idx="3134">
                  <c:v>18-07-2012</c:v>
                </c:pt>
                <c:pt idx="3135">
                  <c:v>19-07-2012</c:v>
                </c:pt>
                <c:pt idx="3136">
                  <c:v>20-07-2012</c:v>
                </c:pt>
                <c:pt idx="3137">
                  <c:v>23-07-2012</c:v>
                </c:pt>
                <c:pt idx="3138">
                  <c:v>24-07-2012</c:v>
                </c:pt>
                <c:pt idx="3139">
                  <c:v>25-07-2012</c:v>
                </c:pt>
                <c:pt idx="3140">
                  <c:v>26-07-2012</c:v>
                </c:pt>
                <c:pt idx="3141">
                  <c:v>27-07-2012</c:v>
                </c:pt>
                <c:pt idx="3142">
                  <c:v>30-07-2012</c:v>
                </c:pt>
                <c:pt idx="3143">
                  <c:v>31-07-2012</c:v>
                </c:pt>
                <c:pt idx="3144">
                  <c:v>01-08-2012</c:v>
                </c:pt>
                <c:pt idx="3145">
                  <c:v>02-08-2012</c:v>
                </c:pt>
                <c:pt idx="3146">
                  <c:v>03-08-2012</c:v>
                </c:pt>
                <c:pt idx="3147">
                  <c:v>06-08-2012</c:v>
                </c:pt>
                <c:pt idx="3148">
                  <c:v>07-08-2012</c:v>
                </c:pt>
                <c:pt idx="3149">
                  <c:v>08-08-2012</c:v>
                </c:pt>
                <c:pt idx="3150">
                  <c:v>09-08-2012</c:v>
                </c:pt>
                <c:pt idx="3151">
                  <c:v>10-08-2012</c:v>
                </c:pt>
                <c:pt idx="3152">
                  <c:v>13-08-2012</c:v>
                </c:pt>
                <c:pt idx="3153">
                  <c:v>14-08-2012</c:v>
                </c:pt>
                <c:pt idx="3154">
                  <c:v>16-08-2012</c:v>
                </c:pt>
                <c:pt idx="3155">
                  <c:v>17-08-2012</c:v>
                </c:pt>
                <c:pt idx="3156">
                  <c:v>21-08-2012</c:v>
                </c:pt>
                <c:pt idx="3157">
                  <c:v>22-08-2012</c:v>
                </c:pt>
                <c:pt idx="3158">
                  <c:v>23-08-2012</c:v>
                </c:pt>
                <c:pt idx="3159">
                  <c:v>24-08-2012</c:v>
                </c:pt>
                <c:pt idx="3160">
                  <c:v>27-08-2012</c:v>
                </c:pt>
                <c:pt idx="3161">
                  <c:v>28-08-2012</c:v>
                </c:pt>
                <c:pt idx="3162">
                  <c:v>29-08-2012</c:v>
                </c:pt>
                <c:pt idx="3163">
                  <c:v>30-08-2012</c:v>
                </c:pt>
                <c:pt idx="3164">
                  <c:v>31-08-2012</c:v>
                </c:pt>
                <c:pt idx="3165">
                  <c:v>03-09-2012</c:v>
                </c:pt>
                <c:pt idx="3166">
                  <c:v>04-09-2012</c:v>
                </c:pt>
                <c:pt idx="3167">
                  <c:v>05-09-2012</c:v>
                </c:pt>
                <c:pt idx="3168">
                  <c:v>06-09-2012</c:v>
                </c:pt>
                <c:pt idx="3169">
                  <c:v>07-09-2012</c:v>
                </c:pt>
                <c:pt idx="3170">
                  <c:v>08-09-2012</c:v>
                </c:pt>
                <c:pt idx="3171">
                  <c:v>10-09-2012</c:v>
                </c:pt>
                <c:pt idx="3172">
                  <c:v>11-09-2012</c:v>
                </c:pt>
                <c:pt idx="3173">
                  <c:v>12-09-2012</c:v>
                </c:pt>
                <c:pt idx="3174">
                  <c:v>13-09-2012</c:v>
                </c:pt>
                <c:pt idx="3175">
                  <c:v>14-09-2012</c:v>
                </c:pt>
                <c:pt idx="3176">
                  <c:v>17-09-2012</c:v>
                </c:pt>
                <c:pt idx="3177">
                  <c:v>18-09-2012</c:v>
                </c:pt>
                <c:pt idx="3178">
                  <c:v>20-09-2012</c:v>
                </c:pt>
                <c:pt idx="3179">
                  <c:v>21-09-2012</c:v>
                </c:pt>
                <c:pt idx="3180">
                  <c:v>24-09-2012</c:v>
                </c:pt>
                <c:pt idx="3181">
                  <c:v>25-09-2012</c:v>
                </c:pt>
                <c:pt idx="3182">
                  <c:v>26-09-2012</c:v>
                </c:pt>
                <c:pt idx="3183">
                  <c:v>27-09-2012</c:v>
                </c:pt>
                <c:pt idx="3184">
                  <c:v>28-09-2012</c:v>
                </c:pt>
                <c:pt idx="3185">
                  <c:v>01-10-2012</c:v>
                </c:pt>
                <c:pt idx="3186">
                  <c:v>03-10-2012</c:v>
                </c:pt>
                <c:pt idx="3187">
                  <c:v>04-10-2012</c:v>
                </c:pt>
                <c:pt idx="3188">
                  <c:v>05-10-2012</c:v>
                </c:pt>
                <c:pt idx="3189">
                  <c:v>08-10-2012</c:v>
                </c:pt>
                <c:pt idx="3190">
                  <c:v>09-10-2012</c:v>
                </c:pt>
                <c:pt idx="3191">
                  <c:v>10-10-2012</c:v>
                </c:pt>
                <c:pt idx="3192">
                  <c:v>11-10-2012</c:v>
                </c:pt>
                <c:pt idx="3193">
                  <c:v>12-10-2012</c:v>
                </c:pt>
                <c:pt idx="3194">
                  <c:v>15-10-2012</c:v>
                </c:pt>
                <c:pt idx="3195">
                  <c:v>16-10-2012</c:v>
                </c:pt>
                <c:pt idx="3196">
                  <c:v>17-10-2012</c:v>
                </c:pt>
                <c:pt idx="3197">
                  <c:v>18-10-2012</c:v>
                </c:pt>
                <c:pt idx="3198">
                  <c:v>19-10-2012</c:v>
                </c:pt>
                <c:pt idx="3199">
                  <c:v>22-10-2012</c:v>
                </c:pt>
                <c:pt idx="3200">
                  <c:v>23-10-2012</c:v>
                </c:pt>
                <c:pt idx="3201">
                  <c:v>25-10-2012</c:v>
                </c:pt>
                <c:pt idx="3202">
                  <c:v>26-10-2012</c:v>
                </c:pt>
                <c:pt idx="3203">
                  <c:v>29-10-2012</c:v>
                </c:pt>
                <c:pt idx="3204">
                  <c:v>30-10-2012</c:v>
                </c:pt>
                <c:pt idx="3205">
                  <c:v>31-10-2012</c:v>
                </c:pt>
                <c:pt idx="3206">
                  <c:v>01-11-2012</c:v>
                </c:pt>
                <c:pt idx="3207">
                  <c:v>02-11-2012</c:v>
                </c:pt>
                <c:pt idx="3208">
                  <c:v>05-11-2012</c:v>
                </c:pt>
                <c:pt idx="3209">
                  <c:v>06-11-2012</c:v>
                </c:pt>
                <c:pt idx="3210">
                  <c:v>07-11-2012</c:v>
                </c:pt>
                <c:pt idx="3211">
                  <c:v>08-11-2012</c:v>
                </c:pt>
                <c:pt idx="3212">
                  <c:v>09-11-2012</c:v>
                </c:pt>
                <c:pt idx="3213">
                  <c:v>12-11-2012</c:v>
                </c:pt>
                <c:pt idx="3214">
                  <c:v>13-11-2012</c:v>
                </c:pt>
                <c:pt idx="3215">
                  <c:v>15-11-2012</c:v>
                </c:pt>
                <c:pt idx="3216">
                  <c:v>16-11-2012</c:v>
                </c:pt>
                <c:pt idx="3217">
                  <c:v>19-11-2012</c:v>
                </c:pt>
                <c:pt idx="3218">
                  <c:v>20-11-2012</c:v>
                </c:pt>
                <c:pt idx="3219">
                  <c:v>21-11-2012</c:v>
                </c:pt>
                <c:pt idx="3220">
                  <c:v>22-11-2012</c:v>
                </c:pt>
                <c:pt idx="3221">
                  <c:v>23-11-2012</c:v>
                </c:pt>
                <c:pt idx="3222">
                  <c:v>26-11-2012</c:v>
                </c:pt>
                <c:pt idx="3223">
                  <c:v>27-11-2012</c:v>
                </c:pt>
                <c:pt idx="3224">
                  <c:v>29-11-2012</c:v>
                </c:pt>
                <c:pt idx="3225">
                  <c:v>30-11-2012</c:v>
                </c:pt>
                <c:pt idx="3226">
                  <c:v>03-12-2012</c:v>
                </c:pt>
                <c:pt idx="3227">
                  <c:v>04-12-2012</c:v>
                </c:pt>
                <c:pt idx="3228">
                  <c:v>05-12-2012</c:v>
                </c:pt>
                <c:pt idx="3229">
                  <c:v>06-12-2012</c:v>
                </c:pt>
                <c:pt idx="3230">
                  <c:v>07-12-2012</c:v>
                </c:pt>
                <c:pt idx="3231">
                  <c:v>10-12-2012</c:v>
                </c:pt>
                <c:pt idx="3232">
                  <c:v>11-12-2012</c:v>
                </c:pt>
                <c:pt idx="3233">
                  <c:v>12-12-2012</c:v>
                </c:pt>
                <c:pt idx="3234">
                  <c:v>13-12-2012</c:v>
                </c:pt>
                <c:pt idx="3235">
                  <c:v>14-12-2012</c:v>
                </c:pt>
                <c:pt idx="3236">
                  <c:v>17-12-2012</c:v>
                </c:pt>
                <c:pt idx="3237">
                  <c:v>18-12-2012</c:v>
                </c:pt>
                <c:pt idx="3238">
                  <c:v>19-12-2012</c:v>
                </c:pt>
                <c:pt idx="3239">
                  <c:v>20-12-2012</c:v>
                </c:pt>
                <c:pt idx="3240">
                  <c:v>21-12-2012</c:v>
                </c:pt>
                <c:pt idx="3241">
                  <c:v>24-12-2012</c:v>
                </c:pt>
                <c:pt idx="3242">
                  <c:v>26-12-2012</c:v>
                </c:pt>
                <c:pt idx="3243">
                  <c:v>27-12-2012</c:v>
                </c:pt>
                <c:pt idx="3244">
                  <c:v>28-12-2012</c:v>
                </c:pt>
                <c:pt idx="3245">
                  <c:v>31-12-2012</c:v>
                </c:pt>
                <c:pt idx="3246">
                  <c:v>01-01-2013</c:v>
                </c:pt>
                <c:pt idx="3247">
                  <c:v>02-01-2013</c:v>
                </c:pt>
                <c:pt idx="3248">
                  <c:v>03-01-2013</c:v>
                </c:pt>
                <c:pt idx="3249">
                  <c:v>04-01-2013</c:v>
                </c:pt>
                <c:pt idx="3250">
                  <c:v>07-01-2013</c:v>
                </c:pt>
                <c:pt idx="3251">
                  <c:v>08-01-2013</c:v>
                </c:pt>
                <c:pt idx="3252">
                  <c:v>09-01-2013</c:v>
                </c:pt>
                <c:pt idx="3253">
                  <c:v>10-01-2013</c:v>
                </c:pt>
                <c:pt idx="3254">
                  <c:v>11-01-2013</c:v>
                </c:pt>
                <c:pt idx="3255">
                  <c:v>14-01-2013</c:v>
                </c:pt>
                <c:pt idx="3256">
                  <c:v>15-01-2013</c:v>
                </c:pt>
                <c:pt idx="3257">
                  <c:v>16-01-2013</c:v>
                </c:pt>
                <c:pt idx="3258">
                  <c:v>17-01-2013</c:v>
                </c:pt>
                <c:pt idx="3259">
                  <c:v>18-01-2013</c:v>
                </c:pt>
                <c:pt idx="3260">
                  <c:v>21-01-2013</c:v>
                </c:pt>
                <c:pt idx="3261">
                  <c:v>22-01-2013</c:v>
                </c:pt>
                <c:pt idx="3262">
                  <c:v>23-01-2013</c:v>
                </c:pt>
                <c:pt idx="3263">
                  <c:v>24-01-2013</c:v>
                </c:pt>
                <c:pt idx="3264">
                  <c:v>25-01-2013</c:v>
                </c:pt>
                <c:pt idx="3265">
                  <c:v>28-01-2013</c:v>
                </c:pt>
                <c:pt idx="3266">
                  <c:v>29-01-2013</c:v>
                </c:pt>
                <c:pt idx="3267">
                  <c:v>30-01-2013</c:v>
                </c:pt>
                <c:pt idx="3268">
                  <c:v>31-01-2013</c:v>
                </c:pt>
                <c:pt idx="3269">
                  <c:v>01-02-2013</c:v>
                </c:pt>
                <c:pt idx="3270">
                  <c:v>04-02-2013</c:v>
                </c:pt>
                <c:pt idx="3271">
                  <c:v>05-02-2013</c:v>
                </c:pt>
                <c:pt idx="3272">
                  <c:v>06-02-2013</c:v>
                </c:pt>
                <c:pt idx="3273">
                  <c:v>07-02-2013</c:v>
                </c:pt>
                <c:pt idx="3274">
                  <c:v>08-02-2013</c:v>
                </c:pt>
                <c:pt idx="3275">
                  <c:v>11-02-2013</c:v>
                </c:pt>
                <c:pt idx="3276">
                  <c:v>12-02-2013</c:v>
                </c:pt>
                <c:pt idx="3277">
                  <c:v>13-02-2013</c:v>
                </c:pt>
                <c:pt idx="3278">
                  <c:v>14-02-2013</c:v>
                </c:pt>
                <c:pt idx="3279">
                  <c:v>15-02-2013</c:v>
                </c:pt>
                <c:pt idx="3280">
                  <c:v>18-02-2013</c:v>
                </c:pt>
                <c:pt idx="3281">
                  <c:v>19-02-2013</c:v>
                </c:pt>
                <c:pt idx="3282">
                  <c:v>20-02-2013</c:v>
                </c:pt>
                <c:pt idx="3283">
                  <c:v>21-02-2013</c:v>
                </c:pt>
                <c:pt idx="3284">
                  <c:v>22-02-2013</c:v>
                </c:pt>
                <c:pt idx="3285">
                  <c:v>25-02-2013</c:v>
                </c:pt>
                <c:pt idx="3286">
                  <c:v>26-02-2013</c:v>
                </c:pt>
                <c:pt idx="3287">
                  <c:v>27-02-2013</c:v>
                </c:pt>
                <c:pt idx="3288">
                  <c:v>28-02-2013</c:v>
                </c:pt>
                <c:pt idx="3289">
                  <c:v>01-03-2013</c:v>
                </c:pt>
                <c:pt idx="3290">
                  <c:v>04-03-2013</c:v>
                </c:pt>
                <c:pt idx="3291">
                  <c:v>05-03-2013</c:v>
                </c:pt>
                <c:pt idx="3292">
                  <c:v>06-03-2013</c:v>
                </c:pt>
                <c:pt idx="3293">
                  <c:v>07-03-2013</c:v>
                </c:pt>
                <c:pt idx="3294">
                  <c:v>08-03-2013</c:v>
                </c:pt>
                <c:pt idx="3295">
                  <c:v>11-03-2013</c:v>
                </c:pt>
                <c:pt idx="3296">
                  <c:v>12-03-2013</c:v>
                </c:pt>
                <c:pt idx="3297">
                  <c:v>13-03-2013</c:v>
                </c:pt>
                <c:pt idx="3298">
                  <c:v>14-03-2013</c:v>
                </c:pt>
                <c:pt idx="3299">
                  <c:v>15-03-2013</c:v>
                </c:pt>
                <c:pt idx="3300">
                  <c:v>18-03-2013</c:v>
                </c:pt>
                <c:pt idx="3301">
                  <c:v>19-03-2013</c:v>
                </c:pt>
                <c:pt idx="3302">
                  <c:v>20-03-2013</c:v>
                </c:pt>
                <c:pt idx="3303">
                  <c:v>21-03-2013</c:v>
                </c:pt>
                <c:pt idx="3304">
                  <c:v>22-03-2013</c:v>
                </c:pt>
                <c:pt idx="3305">
                  <c:v>25-03-2013</c:v>
                </c:pt>
                <c:pt idx="3306">
                  <c:v>26-03-2013</c:v>
                </c:pt>
                <c:pt idx="3307">
                  <c:v>28-03-2013</c:v>
                </c:pt>
                <c:pt idx="3308">
                  <c:v>01-04-2013</c:v>
                </c:pt>
                <c:pt idx="3309">
                  <c:v>02-04-2013</c:v>
                </c:pt>
                <c:pt idx="3310">
                  <c:v>03-04-2013</c:v>
                </c:pt>
                <c:pt idx="3311">
                  <c:v>04-04-2013</c:v>
                </c:pt>
                <c:pt idx="3312">
                  <c:v>05-04-2013</c:v>
                </c:pt>
                <c:pt idx="3313">
                  <c:v>08-04-2013</c:v>
                </c:pt>
                <c:pt idx="3314">
                  <c:v>09-04-2013</c:v>
                </c:pt>
                <c:pt idx="3315">
                  <c:v>10-04-2013</c:v>
                </c:pt>
                <c:pt idx="3316">
                  <c:v>11-04-2013</c:v>
                </c:pt>
                <c:pt idx="3317">
                  <c:v>12-04-2013</c:v>
                </c:pt>
                <c:pt idx="3318">
                  <c:v>15-04-2013</c:v>
                </c:pt>
                <c:pt idx="3319">
                  <c:v>16-04-2013</c:v>
                </c:pt>
                <c:pt idx="3320">
                  <c:v>17-04-2013</c:v>
                </c:pt>
                <c:pt idx="3321">
                  <c:v>18-04-2013</c:v>
                </c:pt>
                <c:pt idx="3322">
                  <c:v>22-04-2013</c:v>
                </c:pt>
                <c:pt idx="3323">
                  <c:v>23-04-2013</c:v>
                </c:pt>
                <c:pt idx="3324">
                  <c:v>25-04-2013</c:v>
                </c:pt>
                <c:pt idx="3325">
                  <c:v>26-04-2013</c:v>
                </c:pt>
                <c:pt idx="3326">
                  <c:v>29-04-2013</c:v>
                </c:pt>
                <c:pt idx="3327">
                  <c:v>30-04-2013</c:v>
                </c:pt>
                <c:pt idx="3328">
                  <c:v>02-05-2013</c:v>
                </c:pt>
                <c:pt idx="3329">
                  <c:v>03-05-2013</c:v>
                </c:pt>
                <c:pt idx="3330">
                  <c:v>06-05-2013</c:v>
                </c:pt>
                <c:pt idx="3331">
                  <c:v>07-05-2013</c:v>
                </c:pt>
                <c:pt idx="3332">
                  <c:v>08-05-2013</c:v>
                </c:pt>
                <c:pt idx="3333">
                  <c:v>09-05-2013</c:v>
                </c:pt>
                <c:pt idx="3334">
                  <c:v>10-05-2013</c:v>
                </c:pt>
                <c:pt idx="3335">
                  <c:v>11-05-2013</c:v>
                </c:pt>
                <c:pt idx="3336">
                  <c:v>13-05-2013</c:v>
                </c:pt>
                <c:pt idx="3337">
                  <c:v>14-05-2013</c:v>
                </c:pt>
                <c:pt idx="3338">
                  <c:v>15-05-2013</c:v>
                </c:pt>
                <c:pt idx="3339">
                  <c:v>16-05-2013</c:v>
                </c:pt>
                <c:pt idx="3340">
                  <c:v>17-05-2013</c:v>
                </c:pt>
                <c:pt idx="3341">
                  <c:v>20-05-2013</c:v>
                </c:pt>
                <c:pt idx="3342">
                  <c:v>21-05-2013</c:v>
                </c:pt>
                <c:pt idx="3343">
                  <c:v>22-05-2013</c:v>
                </c:pt>
                <c:pt idx="3344">
                  <c:v>23-05-2013</c:v>
                </c:pt>
                <c:pt idx="3345">
                  <c:v>24-05-2013</c:v>
                </c:pt>
                <c:pt idx="3346">
                  <c:v>27-05-2013</c:v>
                </c:pt>
                <c:pt idx="3347">
                  <c:v>28-05-2013</c:v>
                </c:pt>
                <c:pt idx="3348">
                  <c:v>29-05-2013</c:v>
                </c:pt>
                <c:pt idx="3349">
                  <c:v>30-05-2013</c:v>
                </c:pt>
                <c:pt idx="3350">
                  <c:v>31-05-2013</c:v>
                </c:pt>
                <c:pt idx="3351">
                  <c:v>03-06-2013</c:v>
                </c:pt>
                <c:pt idx="3352">
                  <c:v>04-06-2013</c:v>
                </c:pt>
                <c:pt idx="3353">
                  <c:v>05-06-2013</c:v>
                </c:pt>
                <c:pt idx="3354">
                  <c:v>06-06-2013</c:v>
                </c:pt>
                <c:pt idx="3355">
                  <c:v>07-06-2013</c:v>
                </c:pt>
                <c:pt idx="3356">
                  <c:v>10-06-2013</c:v>
                </c:pt>
                <c:pt idx="3357">
                  <c:v>11-06-2013</c:v>
                </c:pt>
                <c:pt idx="3358">
                  <c:v>12-06-2013</c:v>
                </c:pt>
                <c:pt idx="3359">
                  <c:v>13-06-2013</c:v>
                </c:pt>
                <c:pt idx="3360">
                  <c:v>14-06-2013</c:v>
                </c:pt>
                <c:pt idx="3361">
                  <c:v>17-06-2013</c:v>
                </c:pt>
                <c:pt idx="3362">
                  <c:v>18-06-2013</c:v>
                </c:pt>
                <c:pt idx="3363">
                  <c:v>19-06-2013</c:v>
                </c:pt>
                <c:pt idx="3364">
                  <c:v>20-06-2013</c:v>
                </c:pt>
                <c:pt idx="3365">
                  <c:v>21-06-2013</c:v>
                </c:pt>
                <c:pt idx="3366">
                  <c:v>24-06-2013</c:v>
                </c:pt>
                <c:pt idx="3367">
                  <c:v>25-06-2013</c:v>
                </c:pt>
                <c:pt idx="3368">
                  <c:v>26-06-2013</c:v>
                </c:pt>
                <c:pt idx="3369">
                  <c:v>27-06-2013</c:v>
                </c:pt>
                <c:pt idx="3370">
                  <c:v>28-06-2013</c:v>
                </c:pt>
                <c:pt idx="3371">
                  <c:v>01-07-2013</c:v>
                </c:pt>
                <c:pt idx="3372">
                  <c:v>02-07-2013</c:v>
                </c:pt>
                <c:pt idx="3373">
                  <c:v>03-07-2013</c:v>
                </c:pt>
                <c:pt idx="3374">
                  <c:v>04-07-2013</c:v>
                </c:pt>
                <c:pt idx="3375">
                  <c:v>05-07-2013</c:v>
                </c:pt>
                <c:pt idx="3376">
                  <c:v>08-07-2013</c:v>
                </c:pt>
                <c:pt idx="3377">
                  <c:v>09-07-2013</c:v>
                </c:pt>
                <c:pt idx="3378">
                  <c:v>10-07-2013</c:v>
                </c:pt>
                <c:pt idx="3379">
                  <c:v>11-07-2013</c:v>
                </c:pt>
                <c:pt idx="3380">
                  <c:v>12-07-2013</c:v>
                </c:pt>
                <c:pt idx="3381">
                  <c:v>15-07-2013</c:v>
                </c:pt>
                <c:pt idx="3382">
                  <c:v>16-07-2013</c:v>
                </c:pt>
                <c:pt idx="3383">
                  <c:v>17-07-2013</c:v>
                </c:pt>
                <c:pt idx="3384">
                  <c:v>18-07-2013</c:v>
                </c:pt>
                <c:pt idx="3385">
                  <c:v>19-07-2013</c:v>
                </c:pt>
                <c:pt idx="3386">
                  <c:v>22-07-2013</c:v>
                </c:pt>
                <c:pt idx="3387">
                  <c:v>23-07-2013</c:v>
                </c:pt>
                <c:pt idx="3388">
                  <c:v>24-07-2013</c:v>
                </c:pt>
                <c:pt idx="3389">
                  <c:v>25-07-2013</c:v>
                </c:pt>
                <c:pt idx="3390">
                  <c:v>26-07-2013</c:v>
                </c:pt>
                <c:pt idx="3391">
                  <c:v>29-07-2013</c:v>
                </c:pt>
                <c:pt idx="3392">
                  <c:v>30-07-2013</c:v>
                </c:pt>
                <c:pt idx="3393">
                  <c:v>31-07-2013</c:v>
                </c:pt>
                <c:pt idx="3394">
                  <c:v>01-08-2013</c:v>
                </c:pt>
                <c:pt idx="3395">
                  <c:v>02-08-2013</c:v>
                </c:pt>
                <c:pt idx="3396">
                  <c:v>05-08-2013</c:v>
                </c:pt>
                <c:pt idx="3397">
                  <c:v>06-08-2013</c:v>
                </c:pt>
                <c:pt idx="3398">
                  <c:v>07-08-2013</c:v>
                </c:pt>
                <c:pt idx="3399">
                  <c:v>08-08-2013</c:v>
                </c:pt>
                <c:pt idx="3400">
                  <c:v>12-08-2013</c:v>
                </c:pt>
                <c:pt idx="3401">
                  <c:v>13-08-2013</c:v>
                </c:pt>
                <c:pt idx="3402">
                  <c:v>14-08-2013</c:v>
                </c:pt>
                <c:pt idx="3403">
                  <c:v>16-08-2013</c:v>
                </c:pt>
                <c:pt idx="3404">
                  <c:v>19-08-2013</c:v>
                </c:pt>
                <c:pt idx="3405">
                  <c:v>20-08-2013</c:v>
                </c:pt>
                <c:pt idx="3406">
                  <c:v>21-08-2013</c:v>
                </c:pt>
                <c:pt idx="3407">
                  <c:v>22-08-2013</c:v>
                </c:pt>
                <c:pt idx="3408">
                  <c:v>23-08-2013</c:v>
                </c:pt>
                <c:pt idx="3409">
                  <c:v>26-08-2013</c:v>
                </c:pt>
                <c:pt idx="3410">
                  <c:v>27-08-2013</c:v>
                </c:pt>
                <c:pt idx="3411">
                  <c:v>28-08-2013</c:v>
                </c:pt>
                <c:pt idx="3412">
                  <c:v>29-08-2013</c:v>
                </c:pt>
                <c:pt idx="3413">
                  <c:v>30-08-2013</c:v>
                </c:pt>
                <c:pt idx="3414">
                  <c:v>02-09-2013</c:v>
                </c:pt>
                <c:pt idx="3415">
                  <c:v>03-09-2013</c:v>
                </c:pt>
                <c:pt idx="3416">
                  <c:v>04-09-2013</c:v>
                </c:pt>
                <c:pt idx="3417">
                  <c:v>05-09-2013</c:v>
                </c:pt>
                <c:pt idx="3418">
                  <c:v>06-09-2013</c:v>
                </c:pt>
                <c:pt idx="3419">
                  <c:v>10-09-2013</c:v>
                </c:pt>
                <c:pt idx="3420">
                  <c:v>11-09-2013</c:v>
                </c:pt>
                <c:pt idx="3421">
                  <c:v>12-09-2013</c:v>
                </c:pt>
                <c:pt idx="3422">
                  <c:v>13-09-2013</c:v>
                </c:pt>
                <c:pt idx="3423">
                  <c:v>16-09-2013</c:v>
                </c:pt>
                <c:pt idx="3424">
                  <c:v>17-09-2013</c:v>
                </c:pt>
                <c:pt idx="3425">
                  <c:v>18-09-2013</c:v>
                </c:pt>
                <c:pt idx="3426">
                  <c:v>19-09-2013</c:v>
                </c:pt>
                <c:pt idx="3427">
                  <c:v>20-09-2013</c:v>
                </c:pt>
                <c:pt idx="3428">
                  <c:v>23-09-2013</c:v>
                </c:pt>
                <c:pt idx="3429">
                  <c:v>24-09-2013</c:v>
                </c:pt>
                <c:pt idx="3430">
                  <c:v>25-09-2013</c:v>
                </c:pt>
                <c:pt idx="3431">
                  <c:v>26-09-2013</c:v>
                </c:pt>
                <c:pt idx="3432">
                  <c:v>27-09-2013</c:v>
                </c:pt>
                <c:pt idx="3433">
                  <c:v>30-09-2013</c:v>
                </c:pt>
                <c:pt idx="3434">
                  <c:v>01-10-2013</c:v>
                </c:pt>
                <c:pt idx="3435">
                  <c:v>03-10-2013</c:v>
                </c:pt>
                <c:pt idx="3436">
                  <c:v>04-10-2013</c:v>
                </c:pt>
                <c:pt idx="3437">
                  <c:v>07-10-2013</c:v>
                </c:pt>
                <c:pt idx="3438">
                  <c:v>08-10-2013</c:v>
                </c:pt>
                <c:pt idx="3439">
                  <c:v>09-10-2013</c:v>
                </c:pt>
                <c:pt idx="3440">
                  <c:v>10-10-2013</c:v>
                </c:pt>
                <c:pt idx="3441">
                  <c:v>11-10-2013</c:v>
                </c:pt>
                <c:pt idx="3442">
                  <c:v>14-10-2013</c:v>
                </c:pt>
                <c:pt idx="3443">
                  <c:v>15-10-2013</c:v>
                </c:pt>
                <c:pt idx="3444">
                  <c:v>17-10-2013</c:v>
                </c:pt>
                <c:pt idx="3445">
                  <c:v>18-10-2013</c:v>
                </c:pt>
                <c:pt idx="3446">
                  <c:v>21-10-2013</c:v>
                </c:pt>
                <c:pt idx="3447">
                  <c:v>22-10-2013</c:v>
                </c:pt>
                <c:pt idx="3448">
                  <c:v>23-10-2013</c:v>
                </c:pt>
                <c:pt idx="3449">
                  <c:v>24-10-2013</c:v>
                </c:pt>
                <c:pt idx="3450">
                  <c:v>25-10-2013</c:v>
                </c:pt>
                <c:pt idx="3451">
                  <c:v>28-10-2013</c:v>
                </c:pt>
                <c:pt idx="3452">
                  <c:v>29-10-2013</c:v>
                </c:pt>
                <c:pt idx="3453">
                  <c:v>30-10-2013</c:v>
                </c:pt>
                <c:pt idx="3454">
                  <c:v>31-10-2013</c:v>
                </c:pt>
                <c:pt idx="3455">
                  <c:v>01-11-2013</c:v>
                </c:pt>
                <c:pt idx="3456">
                  <c:v>03-11-2013</c:v>
                </c:pt>
                <c:pt idx="3457">
                  <c:v>05-11-2013</c:v>
                </c:pt>
                <c:pt idx="3458">
                  <c:v>06-11-2013</c:v>
                </c:pt>
                <c:pt idx="3459">
                  <c:v>07-11-2013</c:v>
                </c:pt>
                <c:pt idx="3460">
                  <c:v>08-11-2013</c:v>
                </c:pt>
                <c:pt idx="3461">
                  <c:v>11-11-2013</c:v>
                </c:pt>
                <c:pt idx="3462">
                  <c:v>12-11-2013</c:v>
                </c:pt>
                <c:pt idx="3463">
                  <c:v>13-11-2013</c:v>
                </c:pt>
                <c:pt idx="3464">
                  <c:v>14-11-2013</c:v>
                </c:pt>
                <c:pt idx="3465">
                  <c:v>18-11-2013</c:v>
                </c:pt>
                <c:pt idx="3466">
                  <c:v>19-11-2013</c:v>
                </c:pt>
                <c:pt idx="3467">
                  <c:v>20-11-2013</c:v>
                </c:pt>
                <c:pt idx="3468">
                  <c:v>21-11-2013</c:v>
                </c:pt>
                <c:pt idx="3469">
                  <c:v>22-11-2013</c:v>
                </c:pt>
                <c:pt idx="3470">
                  <c:v>25-11-2013</c:v>
                </c:pt>
                <c:pt idx="3471">
                  <c:v>26-11-2013</c:v>
                </c:pt>
                <c:pt idx="3472">
                  <c:v>27-11-2013</c:v>
                </c:pt>
                <c:pt idx="3473">
                  <c:v>28-11-2013</c:v>
                </c:pt>
                <c:pt idx="3474">
                  <c:v>29-11-2013</c:v>
                </c:pt>
                <c:pt idx="3475">
                  <c:v>02-12-2013</c:v>
                </c:pt>
                <c:pt idx="3476">
                  <c:v>03-12-2013</c:v>
                </c:pt>
                <c:pt idx="3477">
                  <c:v>04-12-2013</c:v>
                </c:pt>
                <c:pt idx="3478">
                  <c:v>05-12-2013</c:v>
                </c:pt>
                <c:pt idx="3479">
                  <c:v>06-12-2013</c:v>
                </c:pt>
                <c:pt idx="3480">
                  <c:v>09-12-2013</c:v>
                </c:pt>
                <c:pt idx="3481">
                  <c:v>10-12-2013</c:v>
                </c:pt>
                <c:pt idx="3482">
                  <c:v>11-12-2013</c:v>
                </c:pt>
                <c:pt idx="3483">
                  <c:v>12-12-2013</c:v>
                </c:pt>
                <c:pt idx="3484">
                  <c:v>13-12-2013</c:v>
                </c:pt>
                <c:pt idx="3485">
                  <c:v>16-12-2013</c:v>
                </c:pt>
                <c:pt idx="3486">
                  <c:v>17-12-2013</c:v>
                </c:pt>
                <c:pt idx="3487">
                  <c:v>18-12-2013</c:v>
                </c:pt>
                <c:pt idx="3488">
                  <c:v>19-12-2013</c:v>
                </c:pt>
                <c:pt idx="3489">
                  <c:v>20-12-2013</c:v>
                </c:pt>
                <c:pt idx="3490">
                  <c:v>23-12-2013</c:v>
                </c:pt>
                <c:pt idx="3491">
                  <c:v>24-12-2013</c:v>
                </c:pt>
                <c:pt idx="3492">
                  <c:v>26-12-2013</c:v>
                </c:pt>
                <c:pt idx="3493">
                  <c:v>27-12-2013</c:v>
                </c:pt>
                <c:pt idx="3494">
                  <c:v>30-12-2013</c:v>
                </c:pt>
                <c:pt idx="3495">
                  <c:v>31-12-2013</c:v>
                </c:pt>
                <c:pt idx="3496">
                  <c:v>01-01-2014</c:v>
                </c:pt>
                <c:pt idx="3497">
                  <c:v>02-01-2014</c:v>
                </c:pt>
                <c:pt idx="3498">
                  <c:v>03-01-2014</c:v>
                </c:pt>
                <c:pt idx="3499">
                  <c:v>06-01-2014</c:v>
                </c:pt>
                <c:pt idx="3500">
                  <c:v>07-01-2014</c:v>
                </c:pt>
                <c:pt idx="3501">
                  <c:v>08-01-2014</c:v>
                </c:pt>
                <c:pt idx="3502">
                  <c:v>09-01-2014</c:v>
                </c:pt>
                <c:pt idx="3503">
                  <c:v>10-01-2014</c:v>
                </c:pt>
                <c:pt idx="3504">
                  <c:v>13-01-2014</c:v>
                </c:pt>
                <c:pt idx="3505">
                  <c:v>14-01-2014</c:v>
                </c:pt>
                <c:pt idx="3506">
                  <c:v>15-01-2014</c:v>
                </c:pt>
                <c:pt idx="3507">
                  <c:v>16-01-2014</c:v>
                </c:pt>
                <c:pt idx="3508">
                  <c:v>17-01-2014</c:v>
                </c:pt>
                <c:pt idx="3509">
                  <c:v>20-01-2014</c:v>
                </c:pt>
                <c:pt idx="3510">
                  <c:v>21-01-2014</c:v>
                </c:pt>
                <c:pt idx="3511">
                  <c:v>22-01-2014</c:v>
                </c:pt>
                <c:pt idx="3512">
                  <c:v>23-01-2014</c:v>
                </c:pt>
                <c:pt idx="3513">
                  <c:v>24-01-2014</c:v>
                </c:pt>
                <c:pt idx="3514">
                  <c:v>27-01-2014</c:v>
                </c:pt>
                <c:pt idx="3515">
                  <c:v>28-01-2014</c:v>
                </c:pt>
                <c:pt idx="3516">
                  <c:v>29-01-2014</c:v>
                </c:pt>
                <c:pt idx="3517">
                  <c:v>30-01-2014</c:v>
                </c:pt>
                <c:pt idx="3518">
                  <c:v>31-01-2014</c:v>
                </c:pt>
                <c:pt idx="3519">
                  <c:v>03-02-2014</c:v>
                </c:pt>
                <c:pt idx="3520">
                  <c:v>04-02-2014</c:v>
                </c:pt>
                <c:pt idx="3521">
                  <c:v>05-02-2014</c:v>
                </c:pt>
                <c:pt idx="3522">
                  <c:v>06-02-2014</c:v>
                </c:pt>
                <c:pt idx="3523">
                  <c:v>07-02-2014</c:v>
                </c:pt>
                <c:pt idx="3524">
                  <c:v>10-02-2014</c:v>
                </c:pt>
                <c:pt idx="3525">
                  <c:v>11-02-2014</c:v>
                </c:pt>
                <c:pt idx="3526">
                  <c:v>12-02-2014</c:v>
                </c:pt>
                <c:pt idx="3527">
                  <c:v>13-02-2014</c:v>
                </c:pt>
                <c:pt idx="3528">
                  <c:v>14-02-2014</c:v>
                </c:pt>
                <c:pt idx="3529">
                  <c:v>17-02-2014</c:v>
                </c:pt>
                <c:pt idx="3530">
                  <c:v>18-02-2014</c:v>
                </c:pt>
                <c:pt idx="3531">
                  <c:v>19-02-2014</c:v>
                </c:pt>
                <c:pt idx="3532">
                  <c:v>20-02-2014</c:v>
                </c:pt>
                <c:pt idx="3533">
                  <c:v>21-02-2014</c:v>
                </c:pt>
                <c:pt idx="3534">
                  <c:v>24-02-2014</c:v>
                </c:pt>
                <c:pt idx="3535">
                  <c:v>25-02-2014</c:v>
                </c:pt>
                <c:pt idx="3536">
                  <c:v>26-02-2014</c:v>
                </c:pt>
                <c:pt idx="3537">
                  <c:v>28-02-2014</c:v>
                </c:pt>
                <c:pt idx="3538">
                  <c:v>03-03-2014</c:v>
                </c:pt>
                <c:pt idx="3539">
                  <c:v>04-03-2014</c:v>
                </c:pt>
                <c:pt idx="3540">
                  <c:v>05-03-2014</c:v>
                </c:pt>
                <c:pt idx="3541">
                  <c:v>06-03-2014</c:v>
                </c:pt>
                <c:pt idx="3542">
                  <c:v>07-03-2014</c:v>
                </c:pt>
                <c:pt idx="3543">
                  <c:v>10-03-2014</c:v>
                </c:pt>
                <c:pt idx="3544">
                  <c:v>11-03-2014</c:v>
                </c:pt>
                <c:pt idx="3545">
                  <c:v>12-03-2014</c:v>
                </c:pt>
                <c:pt idx="3546">
                  <c:v>13-03-2014</c:v>
                </c:pt>
                <c:pt idx="3547">
                  <c:v>14-03-2014</c:v>
                </c:pt>
                <c:pt idx="3548">
                  <c:v>18-03-2014</c:v>
                </c:pt>
                <c:pt idx="3549">
                  <c:v>19-03-2014</c:v>
                </c:pt>
                <c:pt idx="3550">
                  <c:v>20-03-2014</c:v>
                </c:pt>
                <c:pt idx="3551">
                  <c:v>21-03-2014</c:v>
                </c:pt>
                <c:pt idx="3552">
                  <c:v>22-03-2014</c:v>
                </c:pt>
                <c:pt idx="3553">
                  <c:v>24-03-2014</c:v>
                </c:pt>
                <c:pt idx="3554">
                  <c:v>25-03-2014</c:v>
                </c:pt>
                <c:pt idx="3555">
                  <c:v>26-03-2014</c:v>
                </c:pt>
                <c:pt idx="3556">
                  <c:v>27-03-2014</c:v>
                </c:pt>
                <c:pt idx="3557">
                  <c:v>28-03-2014</c:v>
                </c:pt>
                <c:pt idx="3558">
                  <c:v>31-03-2014</c:v>
                </c:pt>
                <c:pt idx="3559">
                  <c:v>01-04-2014</c:v>
                </c:pt>
                <c:pt idx="3560">
                  <c:v>02-04-2014</c:v>
                </c:pt>
                <c:pt idx="3561">
                  <c:v>03-04-2014</c:v>
                </c:pt>
                <c:pt idx="3562">
                  <c:v>04-04-2014</c:v>
                </c:pt>
                <c:pt idx="3563">
                  <c:v>07-04-2014</c:v>
                </c:pt>
                <c:pt idx="3564">
                  <c:v>09-04-2014</c:v>
                </c:pt>
                <c:pt idx="3565">
                  <c:v>10-04-2014</c:v>
                </c:pt>
                <c:pt idx="3566">
                  <c:v>11-04-2014</c:v>
                </c:pt>
                <c:pt idx="3567">
                  <c:v>15-04-2014</c:v>
                </c:pt>
                <c:pt idx="3568">
                  <c:v>16-04-2014</c:v>
                </c:pt>
                <c:pt idx="3569">
                  <c:v>17-04-2014</c:v>
                </c:pt>
                <c:pt idx="3570">
                  <c:v>21-04-2014</c:v>
                </c:pt>
                <c:pt idx="3571">
                  <c:v>22-04-2014</c:v>
                </c:pt>
                <c:pt idx="3572">
                  <c:v>23-04-2014</c:v>
                </c:pt>
                <c:pt idx="3573">
                  <c:v>25-04-2014</c:v>
                </c:pt>
                <c:pt idx="3574">
                  <c:v>28-04-2014</c:v>
                </c:pt>
                <c:pt idx="3575">
                  <c:v>29-04-2014</c:v>
                </c:pt>
                <c:pt idx="3576">
                  <c:v>30-04-2014</c:v>
                </c:pt>
                <c:pt idx="3577">
                  <c:v>02-05-2014</c:v>
                </c:pt>
                <c:pt idx="3578">
                  <c:v>05-05-2014</c:v>
                </c:pt>
                <c:pt idx="3579">
                  <c:v>06-05-2014</c:v>
                </c:pt>
                <c:pt idx="3580">
                  <c:v>07-05-2014</c:v>
                </c:pt>
                <c:pt idx="3581">
                  <c:v>08-05-2014</c:v>
                </c:pt>
                <c:pt idx="3582">
                  <c:v>09-05-2014</c:v>
                </c:pt>
                <c:pt idx="3583">
                  <c:v>12-05-2014</c:v>
                </c:pt>
                <c:pt idx="3584">
                  <c:v>13-05-2014</c:v>
                </c:pt>
                <c:pt idx="3585">
                  <c:v>14-05-2014</c:v>
                </c:pt>
                <c:pt idx="3586">
                  <c:v>15-05-2014</c:v>
                </c:pt>
                <c:pt idx="3587">
                  <c:v>16-05-2014</c:v>
                </c:pt>
                <c:pt idx="3588">
                  <c:v>19-05-2014</c:v>
                </c:pt>
                <c:pt idx="3589">
                  <c:v>20-05-2014</c:v>
                </c:pt>
                <c:pt idx="3590">
                  <c:v>21-05-2014</c:v>
                </c:pt>
                <c:pt idx="3591">
                  <c:v>22-05-2014</c:v>
                </c:pt>
                <c:pt idx="3592">
                  <c:v>23-05-2014</c:v>
                </c:pt>
                <c:pt idx="3593">
                  <c:v>26-05-2014</c:v>
                </c:pt>
                <c:pt idx="3594">
                  <c:v>27-05-2014</c:v>
                </c:pt>
                <c:pt idx="3595">
                  <c:v>28-05-2014</c:v>
                </c:pt>
                <c:pt idx="3596">
                  <c:v>29-05-2014</c:v>
                </c:pt>
                <c:pt idx="3597">
                  <c:v>30-05-2014</c:v>
                </c:pt>
                <c:pt idx="3598">
                  <c:v>02-06-2014</c:v>
                </c:pt>
                <c:pt idx="3599">
                  <c:v>03-06-2014</c:v>
                </c:pt>
                <c:pt idx="3600">
                  <c:v>04-06-2014</c:v>
                </c:pt>
                <c:pt idx="3601">
                  <c:v>05-06-2014</c:v>
                </c:pt>
                <c:pt idx="3602">
                  <c:v>06-06-2014</c:v>
                </c:pt>
                <c:pt idx="3603">
                  <c:v>09-06-2014</c:v>
                </c:pt>
                <c:pt idx="3604">
                  <c:v>10-06-2014</c:v>
                </c:pt>
                <c:pt idx="3605">
                  <c:v>11-06-2014</c:v>
                </c:pt>
                <c:pt idx="3606">
                  <c:v>12-06-2014</c:v>
                </c:pt>
                <c:pt idx="3607">
                  <c:v>13-06-2014</c:v>
                </c:pt>
                <c:pt idx="3608">
                  <c:v>16-06-2014</c:v>
                </c:pt>
                <c:pt idx="3609">
                  <c:v>17-06-2014</c:v>
                </c:pt>
                <c:pt idx="3610">
                  <c:v>18-06-2014</c:v>
                </c:pt>
                <c:pt idx="3611">
                  <c:v>19-06-2014</c:v>
                </c:pt>
                <c:pt idx="3612">
                  <c:v>20-06-2014</c:v>
                </c:pt>
                <c:pt idx="3613">
                  <c:v>23-06-2014</c:v>
                </c:pt>
                <c:pt idx="3614">
                  <c:v>24-06-2014</c:v>
                </c:pt>
                <c:pt idx="3615">
                  <c:v>25-06-2014</c:v>
                </c:pt>
                <c:pt idx="3616">
                  <c:v>26-06-2014</c:v>
                </c:pt>
                <c:pt idx="3617">
                  <c:v>27-06-2014</c:v>
                </c:pt>
                <c:pt idx="3618">
                  <c:v>30-06-2014</c:v>
                </c:pt>
                <c:pt idx="3619">
                  <c:v>01-07-2014</c:v>
                </c:pt>
                <c:pt idx="3620">
                  <c:v>02-07-2014</c:v>
                </c:pt>
                <c:pt idx="3621">
                  <c:v>03-07-2014</c:v>
                </c:pt>
                <c:pt idx="3622">
                  <c:v>04-07-2014</c:v>
                </c:pt>
                <c:pt idx="3623">
                  <c:v>07-07-2014</c:v>
                </c:pt>
                <c:pt idx="3624">
                  <c:v>08-07-2014</c:v>
                </c:pt>
                <c:pt idx="3625">
                  <c:v>09-07-2014</c:v>
                </c:pt>
                <c:pt idx="3626">
                  <c:v>10-07-2014</c:v>
                </c:pt>
                <c:pt idx="3627">
                  <c:v>11-07-2014</c:v>
                </c:pt>
                <c:pt idx="3628">
                  <c:v>14-07-2014</c:v>
                </c:pt>
                <c:pt idx="3629">
                  <c:v>15-07-2014</c:v>
                </c:pt>
                <c:pt idx="3630">
                  <c:v>16-07-2014</c:v>
                </c:pt>
                <c:pt idx="3631">
                  <c:v>17-07-2014</c:v>
                </c:pt>
                <c:pt idx="3632">
                  <c:v>18-07-2014</c:v>
                </c:pt>
                <c:pt idx="3633">
                  <c:v>21-07-2014</c:v>
                </c:pt>
                <c:pt idx="3634">
                  <c:v>22-07-2014</c:v>
                </c:pt>
                <c:pt idx="3635">
                  <c:v>23-07-2014</c:v>
                </c:pt>
                <c:pt idx="3636">
                  <c:v>24-07-2014</c:v>
                </c:pt>
                <c:pt idx="3637">
                  <c:v>25-07-2014</c:v>
                </c:pt>
                <c:pt idx="3638">
                  <c:v>28-07-2014</c:v>
                </c:pt>
                <c:pt idx="3639">
                  <c:v>30-07-2014</c:v>
                </c:pt>
                <c:pt idx="3640">
                  <c:v>31-07-2014</c:v>
                </c:pt>
                <c:pt idx="3641">
                  <c:v>01-08-2014</c:v>
                </c:pt>
                <c:pt idx="3642">
                  <c:v>04-08-2014</c:v>
                </c:pt>
                <c:pt idx="3643">
                  <c:v>05-08-2014</c:v>
                </c:pt>
                <c:pt idx="3644">
                  <c:v>06-08-2014</c:v>
                </c:pt>
                <c:pt idx="3645">
                  <c:v>07-08-2014</c:v>
                </c:pt>
                <c:pt idx="3646">
                  <c:v>08-08-2014</c:v>
                </c:pt>
                <c:pt idx="3647">
                  <c:v>11-08-2014</c:v>
                </c:pt>
                <c:pt idx="3648">
                  <c:v>12-08-2014</c:v>
                </c:pt>
                <c:pt idx="3649">
                  <c:v>13-08-2014</c:v>
                </c:pt>
                <c:pt idx="3650">
                  <c:v>14-08-2014</c:v>
                </c:pt>
                <c:pt idx="3651">
                  <c:v>18-08-2014</c:v>
                </c:pt>
                <c:pt idx="3652">
                  <c:v>19-08-2014</c:v>
                </c:pt>
                <c:pt idx="3653">
                  <c:v>20-08-2014</c:v>
                </c:pt>
                <c:pt idx="3654">
                  <c:v>21-08-2014</c:v>
                </c:pt>
                <c:pt idx="3655">
                  <c:v>22-08-2014</c:v>
                </c:pt>
                <c:pt idx="3656">
                  <c:v>25-08-2014</c:v>
                </c:pt>
                <c:pt idx="3657">
                  <c:v>26-08-2014</c:v>
                </c:pt>
                <c:pt idx="3658">
                  <c:v>27-08-2014</c:v>
                </c:pt>
                <c:pt idx="3659">
                  <c:v>28-08-2014</c:v>
                </c:pt>
                <c:pt idx="3660">
                  <c:v>01-09-2014</c:v>
                </c:pt>
                <c:pt idx="3661">
                  <c:v>02-09-2014</c:v>
                </c:pt>
                <c:pt idx="3662">
                  <c:v>03-09-2014</c:v>
                </c:pt>
                <c:pt idx="3663">
                  <c:v>04-09-2014</c:v>
                </c:pt>
                <c:pt idx="3664">
                  <c:v>05-09-2014</c:v>
                </c:pt>
                <c:pt idx="3665">
                  <c:v>08-09-2014</c:v>
                </c:pt>
                <c:pt idx="3666">
                  <c:v>09-09-2014</c:v>
                </c:pt>
                <c:pt idx="3667">
                  <c:v>10-09-2014</c:v>
                </c:pt>
                <c:pt idx="3668">
                  <c:v>11-09-2014</c:v>
                </c:pt>
                <c:pt idx="3669">
                  <c:v>12-09-2014</c:v>
                </c:pt>
                <c:pt idx="3670">
                  <c:v>15-09-2014</c:v>
                </c:pt>
                <c:pt idx="3671">
                  <c:v>16-09-2014</c:v>
                </c:pt>
                <c:pt idx="3672">
                  <c:v>17-09-2014</c:v>
                </c:pt>
                <c:pt idx="3673">
                  <c:v>18-09-2014</c:v>
                </c:pt>
                <c:pt idx="3674">
                  <c:v>19-09-2014</c:v>
                </c:pt>
                <c:pt idx="3675">
                  <c:v>22-09-2014</c:v>
                </c:pt>
                <c:pt idx="3676">
                  <c:v>23-09-2014</c:v>
                </c:pt>
                <c:pt idx="3677">
                  <c:v>24-09-2014</c:v>
                </c:pt>
                <c:pt idx="3678">
                  <c:v>25-09-2014</c:v>
                </c:pt>
                <c:pt idx="3679">
                  <c:v>26-09-2014</c:v>
                </c:pt>
                <c:pt idx="3680">
                  <c:v>29-09-2014</c:v>
                </c:pt>
                <c:pt idx="3681">
                  <c:v>30-09-2014</c:v>
                </c:pt>
                <c:pt idx="3682">
                  <c:v>01-10-2014</c:v>
                </c:pt>
                <c:pt idx="3683">
                  <c:v>07-10-2014</c:v>
                </c:pt>
                <c:pt idx="3684">
                  <c:v>08-10-2014</c:v>
                </c:pt>
                <c:pt idx="3685">
                  <c:v>09-10-2014</c:v>
                </c:pt>
                <c:pt idx="3686">
                  <c:v>10-10-2014</c:v>
                </c:pt>
                <c:pt idx="3687">
                  <c:v>13-10-2014</c:v>
                </c:pt>
                <c:pt idx="3688">
                  <c:v>14-10-2014</c:v>
                </c:pt>
                <c:pt idx="3689">
                  <c:v>16-10-2014</c:v>
                </c:pt>
                <c:pt idx="3690">
                  <c:v>17-10-2014</c:v>
                </c:pt>
                <c:pt idx="3691">
                  <c:v>20-10-2014</c:v>
                </c:pt>
                <c:pt idx="3692">
                  <c:v>21-10-2014</c:v>
                </c:pt>
                <c:pt idx="3693">
                  <c:v>22-10-2014</c:v>
                </c:pt>
                <c:pt idx="3694">
                  <c:v>23-10-2014</c:v>
                </c:pt>
                <c:pt idx="3695">
                  <c:v>27-10-2014</c:v>
                </c:pt>
                <c:pt idx="3696">
                  <c:v>28-10-2014</c:v>
                </c:pt>
                <c:pt idx="3697">
                  <c:v>29-10-2014</c:v>
                </c:pt>
                <c:pt idx="3698">
                  <c:v>30-10-2014</c:v>
                </c:pt>
                <c:pt idx="3699">
                  <c:v>31-10-2014</c:v>
                </c:pt>
                <c:pt idx="3700">
                  <c:v>03-11-2014</c:v>
                </c:pt>
                <c:pt idx="3701">
                  <c:v>05-11-2014</c:v>
                </c:pt>
                <c:pt idx="3702">
                  <c:v>07-11-2014</c:v>
                </c:pt>
                <c:pt idx="3703">
                  <c:v>10-11-2014</c:v>
                </c:pt>
                <c:pt idx="3704">
                  <c:v>11-11-2014</c:v>
                </c:pt>
                <c:pt idx="3705">
                  <c:v>12-11-2014</c:v>
                </c:pt>
                <c:pt idx="3706">
                  <c:v>13-11-2014</c:v>
                </c:pt>
                <c:pt idx="3707">
                  <c:v>14-11-2014</c:v>
                </c:pt>
                <c:pt idx="3708">
                  <c:v>17-11-2014</c:v>
                </c:pt>
                <c:pt idx="3709">
                  <c:v>18-11-2014</c:v>
                </c:pt>
                <c:pt idx="3710">
                  <c:v>19-11-2014</c:v>
                </c:pt>
                <c:pt idx="3711">
                  <c:v>20-11-2014</c:v>
                </c:pt>
                <c:pt idx="3712">
                  <c:v>21-11-2014</c:v>
                </c:pt>
                <c:pt idx="3713">
                  <c:v>24-11-2014</c:v>
                </c:pt>
                <c:pt idx="3714">
                  <c:v>25-11-2014</c:v>
                </c:pt>
                <c:pt idx="3715">
                  <c:v>26-11-2014</c:v>
                </c:pt>
                <c:pt idx="3716">
                  <c:v>27-11-2014</c:v>
                </c:pt>
                <c:pt idx="3717">
                  <c:v>28-11-2014</c:v>
                </c:pt>
                <c:pt idx="3718">
                  <c:v>01-12-2014</c:v>
                </c:pt>
                <c:pt idx="3719">
                  <c:v>02-12-2014</c:v>
                </c:pt>
                <c:pt idx="3720">
                  <c:v>03-12-2014</c:v>
                </c:pt>
                <c:pt idx="3721">
                  <c:v>04-12-2014</c:v>
                </c:pt>
                <c:pt idx="3722">
                  <c:v>05-12-2014</c:v>
                </c:pt>
                <c:pt idx="3723">
                  <c:v>08-12-2014</c:v>
                </c:pt>
                <c:pt idx="3724">
                  <c:v>09-12-2014</c:v>
                </c:pt>
                <c:pt idx="3725">
                  <c:v>10-12-2014</c:v>
                </c:pt>
                <c:pt idx="3726">
                  <c:v>11-12-2014</c:v>
                </c:pt>
                <c:pt idx="3727">
                  <c:v>12-12-2014</c:v>
                </c:pt>
                <c:pt idx="3728">
                  <c:v>15-12-2014</c:v>
                </c:pt>
                <c:pt idx="3729">
                  <c:v>16-12-2014</c:v>
                </c:pt>
                <c:pt idx="3730">
                  <c:v>17-12-2014</c:v>
                </c:pt>
                <c:pt idx="3731">
                  <c:v>18-12-2014</c:v>
                </c:pt>
                <c:pt idx="3732">
                  <c:v>19-12-2014</c:v>
                </c:pt>
                <c:pt idx="3733">
                  <c:v>22-12-2014</c:v>
                </c:pt>
                <c:pt idx="3734">
                  <c:v>23-12-2014</c:v>
                </c:pt>
                <c:pt idx="3735">
                  <c:v>24-12-2014</c:v>
                </c:pt>
                <c:pt idx="3736">
                  <c:v>26-12-2014</c:v>
                </c:pt>
                <c:pt idx="3737">
                  <c:v>29-12-2014</c:v>
                </c:pt>
                <c:pt idx="3738">
                  <c:v>30-12-2014</c:v>
                </c:pt>
                <c:pt idx="3739">
                  <c:v>31-12-2014</c:v>
                </c:pt>
                <c:pt idx="3740">
                  <c:v>01-01-2015</c:v>
                </c:pt>
                <c:pt idx="3741">
                  <c:v>02-01-2015</c:v>
                </c:pt>
                <c:pt idx="3742">
                  <c:v>05-01-2015</c:v>
                </c:pt>
                <c:pt idx="3743">
                  <c:v>06-01-2015</c:v>
                </c:pt>
                <c:pt idx="3744">
                  <c:v>07-01-2015</c:v>
                </c:pt>
                <c:pt idx="3745">
                  <c:v>08-01-2015</c:v>
                </c:pt>
                <c:pt idx="3746">
                  <c:v>09-01-2015</c:v>
                </c:pt>
                <c:pt idx="3747">
                  <c:v>12-01-2015</c:v>
                </c:pt>
                <c:pt idx="3748">
                  <c:v>13-01-2015</c:v>
                </c:pt>
                <c:pt idx="3749">
                  <c:v>14-01-2015</c:v>
                </c:pt>
                <c:pt idx="3750">
                  <c:v>15-01-2015</c:v>
                </c:pt>
                <c:pt idx="3751">
                  <c:v>16-01-2015</c:v>
                </c:pt>
                <c:pt idx="3752">
                  <c:v>19-01-2015</c:v>
                </c:pt>
                <c:pt idx="3753">
                  <c:v>20-01-2015</c:v>
                </c:pt>
                <c:pt idx="3754">
                  <c:v>21-01-2015</c:v>
                </c:pt>
                <c:pt idx="3755">
                  <c:v>22-01-2015</c:v>
                </c:pt>
                <c:pt idx="3756">
                  <c:v>23-01-2015</c:v>
                </c:pt>
                <c:pt idx="3757">
                  <c:v>27-01-2015</c:v>
                </c:pt>
                <c:pt idx="3758">
                  <c:v>28-01-2015</c:v>
                </c:pt>
                <c:pt idx="3759">
                  <c:v>29-01-2015</c:v>
                </c:pt>
                <c:pt idx="3760">
                  <c:v>30-01-2015</c:v>
                </c:pt>
                <c:pt idx="3761">
                  <c:v>02-02-2015</c:v>
                </c:pt>
                <c:pt idx="3762">
                  <c:v>03-02-2015</c:v>
                </c:pt>
                <c:pt idx="3763">
                  <c:v>04-02-2015</c:v>
                </c:pt>
                <c:pt idx="3764">
                  <c:v>05-02-2015</c:v>
                </c:pt>
                <c:pt idx="3765">
                  <c:v>06-02-2015</c:v>
                </c:pt>
                <c:pt idx="3766">
                  <c:v>09-02-2015</c:v>
                </c:pt>
                <c:pt idx="3767">
                  <c:v>10-02-2015</c:v>
                </c:pt>
                <c:pt idx="3768">
                  <c:v>11-02-2015</c:v>
                </c:pt>
                <c:pt idx="3769">
                  <c:v>12-02-2015</c:v>
                </c:pt>
                <c:pt idx="3770">
                  <c:v>13-02-2015</c:v>
                </c:pt>
                <c:pt idx="3771">
                  <c:v>16-02-2015</c:v>
                </c:pt>
                <c:pt idx="3772">
                  <c:v>18-02-2015</c:v>
                </c:pt>
                <c:pt idx="3773">
                  <c:v>19-02-2015</c:v>
                </c:pt>
                <c:pt idx="3774">
                  <c:v>20-02-2015</c:v>
                </c:pt>
                <c:pt idx="3775">
                  <c:v>23-02-2015</c:v>
                </c:pt>
                <c:pt idx="3776">
                  <c:v>24-02-2015</c:v>
                </c:pt>
                <c:pt idx="3777">
                  <c:v>25-02-2015</c:v>
                </c:pt>
                <c:pt idx="3778">
                  <c:v>26-02-2015</c:v>
                </c:pt>
                <c:pt idx="3779">
                  <c:v>27-02-2015</c:v>
                </c:pt>
                <c:pt idx="3780">
                  <c:v>28-02-2015</c:v>
                </c:pt>
                <c:pt idx="3781">
                  <c:v>02-03-2015</c:v>
                </c:pt>
                <c:pt idx="3782">
                  <c:v>03-03-2015</c:v>
                </c:pt>
                <c:pt idx="3783">
                  <c:v>04-03-2015</c:v>
                </c:pt>
                <c:pt idx="3784">
                  <c:v>05-03-2015</c:v>
                </c:pt>
                <c:pt idx="3785">
                  <c:v>09-03-2015</c:v>
                </c:pt>
                <c:pt idx="3786">
                  <c:v>10-03-2015</c:v>
                </c:pt>
                <c:pt idx="3787">
                  <c:v>11-03-2015</c:v>
                </c:pt>
                <c:pt idx="3788">
                  <c:v>12-03-2015</c:v>
                </c:pt>
                <c:pt idx="3789">
                  <c:v>13-03-2015</c:v>
                </c:pt>
                <c:pt idx="3790">
                  <c:v>16-03-2015</c:v>
                </c:pt>
                <c:pt idx="3791">
                  <c:v>17-03-2015</c:v>
                </c:pt>
                <c:pt idx="3792">
                  <c:v>18-03-2015</c:v>
                </c:pt>
                <c:pt idx="3793">
                  <c:v>19-03-2015</c:v>
                </c:pt>
                <c:pt idx="3794">
                  <c:v>20-03-2015</c:v>
                </c:pt>
                <c:pt idx="3795">
                  <c:v>23-03-2015</c:v>
                </c:pt>
                <c:pt idx="3796">
                  <c:v>24-03-2015</c:v>
                </c:pt>
                <c:pt idx="3797">
                  <c:v>25-03-2015</c:v>
                </c:pt>
                <c:pt idx="3798">
                  <c:v>26-03-2015</c:v>
                </c:pt>
                <c:pt idx="3799">
                  <c:v>27-03-2015</c:v>
                </c:pt>
                <c:pt idx="3800">
                  <c:v>30-03-2015</c:v>
                </c:pt>
                <c:pt idx="3801">
                  <c:v>31-03-2015</c:v>
                </c:pt>
                <c:pt idx="3802">
                  <c:v>01-04-2015</c:v>
                </c:pt>
                <c:pt idx="3803">
                  <c:v>06-04-2015</c:v>
                </c:pt>
                <c:pt idx="3804">
                  <c:v>07-04-2015</c:v>
                </c:pt>
                <c:pt idx="3805">
                  <c:v>08-04-2015</c:v>
                </c:pt>
                <c:pt idx="3806">
                  <c:v>09-04-2015</c:v>
                </c:pt>
                <c:pt idx="3807">
                  <c:v>10-04-2015</c:v>
                </c:pt>
                <c:pt idx="3808">
                  <c:v>13-04-2015</c:v>
                </c:pt>
                <c:pt idx="3809">
                  <c:v>15-04-2015</c:v>
                </c:pt>
                <c:pt idx="3810">
                  <c:v>16-04-2015</c:v>
                </c:pt>
                <c:pt idx="3811">
                  <c:v>17-04-2015</c:v>
                </c:pt>
                <c:pt idx="3812">
                  <c:v>20-04-2015</c:v>
                </c:pt>
                <c:pt idx="3813">
                  <c:v>21-04-2015</c:v>
                </c:pt>
                <c:pt idx="3814">
                  <c:v>22-04-2015</c:v>
                </c:pt>
                <c:pt idx="3815">
                  <c:v>23-04-2015</c:v>
                </c:pt>
                <c:pt idx="3816">
                  <c:v>24-04-2015</c:v>
                </c:pt>
                <c:pt idx="3817">
                  <c:v>27-04-2015</c:v>
                </c:pt>
                <c:pt idx="3818">
                  <c:v>28-04-2015</c:v>
                </c:pt>
                <c:pt idx="3819">
                  <c:v>29-04-2015</c:v>
                </c:pt>
                <c:pt idx="3820">
                  <c:v>30-04-2015</c:v>
                </c:pt>
                <c:pt idx="3821">
                  <c:v>04-05-2015</c:v>
                </c:pt>
                <c:pt idx="3822">
                  <c:v>05-05-2015</c:v>
                </c:pt>
                <c:pt idx="3823">
                  <c:v>06-05-2015</c:v>
                </c:pt>
                <c:pt idx="3824">
                  <c:v>07-05-2015</c:v>
                </c:pt>
                <c:pt idx="3825">
                  <c:v>08-05-2015</c:v>
                </c:pt>
                <c:pt idx="3826">
                  <c:v>11-05-2015</c:v>
                </c:pt>
                <c:pt idx="3827">
                  <c:v>12-05-2015</c:v>
                </c:pt>
                <c:pt idx="3828">
                  <c:v>13-05-2015</c:v>
                </c:pt>
                <c:pt idx="3829">
                  <c:v>14-05-2015</c:v>
                </c:pt>
                <c:pt idx="3830">
                  <c:v>15-05-2015</c:v>
                </c:pt>
                <c:pt idx="3831">
                  <c:v>18-05-2015</c:v>
                </c:pt>
                <c:pt idx="3832">
                  <c:v>19-05-2015</c:v>
                </c:pt>
                <c:pt idx="3833">
                  <c:v>20-05-2015</c:v>
                </c:pt>
                <c:pt idx="3834">
                  <c:v>21-05-2015</c:v>
                </c:pt>
                <c:pt idx="3835">
                  <c:v>22-05-2015</c:v>
                </c:pt>
                <c:pt idx="3836">
                  <c:v>25-05-2015</c:v>
                </c:pt>
                <c:pt idx="3837">
                  <c:v>26-05-2015</c:v>
                </c:pt>
                <c:pt idx="3838">
                  <c:v>27-05-2015</c:v>
                </c:pt>
                <c:pt idx="3839">
                  <c:v>28-05-2015</c:v>
                </c:pt>
                <c:pt idx="3840">
                  <c:v>29-05-2015</c:v>
                </c:pt>
                <c:pt idx="3841">
                  <c:v>01-06-2015</c:v>
                </c:pt>
                <c:pt idx="3842">
                  <c:v>02-06-2015</c:v>
                </c:pt>
                <c:pt idx="3843">
                  <c:v>03-06-2015</c:v>
                </c:pt>
                <c:pt idx="3844">
                  <c:v>04-06-2015</c:v>
                </c:pt>
                <c:pt idx="3845">
                  <c:v>05-06-2015</c:v>
                </c:pt>
                <c:pt idx="3846">
                  <c:v>08-06-2015</c:v>
                </c:pt>
                <c:pt idx="3847">
                  <c:v>09-06-2015</c:v>
                </c:pt>
                <c:pt idx="3848">
                  <c:v>10-06-2015</c:v>
                </c:pt>
                <c:pt idx="3849">
                  <c:v>11-06-2015</c:v>
                </c:pt>
                <c:pt idx="3850">
                  <c:v>12-06-2015</c:v>
                </c:pt>
                <c:pt idx="3851">
                  <c:v>15-06-2015</c:v>
                </c:pt>
                <c:pt idx="3852">
                  <c:v>16-06-2015</c:v>
                </c:pt>
                <c:pt idx="3853">
                  <c:v>17-06-2015</c:v>
                </c:pt>
                <c:pt idx="3854">
                  <c:v>18-06-2015</c:v>
                </c:pt>
                <c:pt idx="3855">
                  <c:v>19-06-2015</c:v>
                </c:pt>
                <c:pt idx="3856">
                  <c:v>22-06-2015</c:v>
                </c:pt>
                <c:pt idx="3857">
                  <c:v>23-06-2015</c:v>
                </c:pt>
                <c:pt idx="3858">
                  <c:v>24-06-2015</c:v>
                </c:pt>
                <c:pt idx="3859">
                  <c:v>25-06-2015</c:v>
                </c:pt>
                <c:pt idx="3860">
                  <c:v>26-06-2015</c:v>
                </c:pt>
                <c:pt idx="3861">
                  <c:v>29-06-2015</c:v>
                </c:pt>
                <c:pt idx="3862">
                  <c:v>30-06-2015</c:v>
                </c:pt>
                <c:pt idx="3863">
                  <c:v>01-07-2015</c:v>
                </c:pt>
                <c:pt idx="3864">
                  <c:v>02-07-2015</c:v>
                </c:pt>
                <c:pt idx="3865">
                  <c:v>03-07-2015</c:v>
                </c:pt>
                <c:pt idx="3866">
                  <c:v>06-07-2015</c:v>
                </c:pt>
                <c:pt idx="3867">
                  <c:v>07-07-2015</c:v>
                </c:pt>
                <c:pt idx="3868">
                  <c:v>08-07-2015</c:v>
                </c:pt>
                <c:pt idx="3869">
                  <c:v>09-07-2015</c:v>
                </c:pt>
                <c:pt idx="3870">
                  <c:v>10-07-2015</c:v>
                </c:pt>
                <c:pt idx="3871">
                  <c:v>13-07-2015</c:v>
                </c:pt>
                <c:pt idx="3872">
                  <c:v>14-07-2015</c:v>
                </c:pt>
                <c:pt idx="3873">
                  <c:v>15-07-2015</c:v>
                </c:pt>
                <c:pt idx="3874">
                  <c:v>16-07-2015</c:v>
                </c:pt>
                <c:pt idx="3875">
                  <c:v>17-07-2015</c:v>
                </c:pt>
                <c:pt idx="3876">
                  <c:v>20-07-2015</c:v>
                </c:pt>
                <c:pt idx="3877">
                  <c:v>21-07-2015</c:v>
                </c:pt>
                <c:pt idx="3878">
                  <c:v>22-07-2015</c:v>
                </c:pt>
                <c:pt idx="3879">
                  <c:v>23-07-2015</c:v>
                </c:pt>
                <c:pt idx="3880">
                  <c:v>24-07-2015</c:v>
                </c:pt>
                <c:pt idx="3881">
                  <c:v>27-07-2015</c:v>
                </c:pt>
                <c:pt idx="3882">
                  <c:v>28-07-2015</c:v>
                </c:pt>
                <c:pt idx="3883">
                  <c:v>29-07-2015</c:v>
                </c:pt>
                <c:pt idx="3884">
                  <c:v>30-07-2015</c:v>
                </c:pt>
                <c:pt idx="3885">
                  <c:v>31-07-2015</c:v>
                </c:pt>
                <c:pt idx="3886">
                  <c:v>03-08-2015</c:v>
                </c:pt>
                <c:pt idx="3887">
                  <c:v>04-08-2015</c:v>
                </c:pt>
                <c:pt idx="3888">
                  <c:v>05-08-2015</c:v>
                </c:pt>
                <c:pt idx="3889">
                  <c:v>06-08-2015</c:v>
                </c:pt>
                <c:pt idx="3890">
                  <c:v>07-08-2015</c:v>
                </c:pt>
                <c:pt idx="3891">
                  <c:v>10-08-2015</c:v>
                </c:pt>
                <c:pt idx="3892">
                  <c:v>11-08-2015</c:v>
                </c:pt>
                <c:pt idx="3893">
                  <c:v>12-08-2015</c:v>
                </c:pt>
                <c:pt idx="3894">
                  <c:v>13-08-2015</c:v>
                </c:pt>
                <c:pt idx="3895">
                  <c:v>14-08-2015</c:v>
                </c:pt>
                <c:pt idx="3896">
                  <c:v>17-08-2015</c:v>
                </c:pt>
                <c:pt idx="3897">
                  <c:v>18-08-2015</c:v>
                </c:pt>
                <c:pt idx="3898">
                  <c:v>19-08-2015</c:v>
                </c:pt>
                <c:pt idx="3899">
                  <c:v>20-08-2015</c:v>
                </c:pt>
                <c:pt idx="3900">
                  <c:v>21-08-2015</c:v>
                </c:pt>
                <c:pt idx="3901">
                  <c:v>24-08-2015</c:v>
                </c:pt>
                <c:pt idx="3902">
                  <c:v>25-08-2015</c:v>
                </c:pt>
                <c:pt idx="3903">
                  <c:v>26-08-2015</c:v>
                </c:pt>
                <c:pt idx="3904">
                  <c:v>27-08-2015</c:v>
                </c:pt>
                <c:pt idx="3905">
                  <c:v>28-08-2015</c:v>
                </c:pt>
                <c:pt idx="3906">
                  <c:v>31-08-2015</c:v>
                </c:pt>
                <c:pt idx="3907">
                  <c:v>01-09-2015</c:v>
                </c:pt>
                <c:pt idx="3908">
                  <c:v>02-09-2015</c:v>
                </c:pt>
                <c:pt idx="3909">
                  <c:v>03-09-2015</c:v>
                </c:pt>
                <c:pt idx="3910">
                  <c:v>04-09-2015</c:v>
                </c:pt>
                <c:pt idx="3911">
                  <c:v>07-09-2015</c:v>
                </c:pt>
                <c:pt idx="3912">
                  <c:v>08-09-2015</c:v>
                </c:pt>
                <c:pt idx="3913">
                  <c:v>09-09-2015</c:v>
                </c:pt>
                <c:pt idx="3914">
                  <c:v>10-09-2015</c:v>
                </c:pt>
                <c:pt idx="3915">
                  <c:v>11-09-2015</c:v>
                </c:pt>
                <c:pt idx="3916">
                  <c:v>14-09-2015</c:v>
                </c:pt>
                <c:pt idx="3917">
                  <c:v>15-09-2015</c:v>
                </c:pt>
                <c:pt idx="3918">
                  <c:v>16-09-2015</c:v>
                </c:pt>
                <c:pt idx="3919">
                  <c:v>18-09-2015</c:v>
                </c:pt>
                <c:pt idx="3920">
                  <c:v>21-09-2015</c:v>
                </c:pt>
                <c:pt idx="3921">
                  <c:v>22-09-2015</c:v>
                </c:pt>
                <c:pt idx="3922">
                  <c:v>23-09-2015</c:v>
                </c:pt>
                <c:pt idx="3923">
                  <c:v>24-09-2015</c:v>
                </c:pt>
                <c:pt idx="3924">
                  <c:v>28-09-2015</c:v>
                </c:pt>
                <c:pt idx="3925">
                  <c:v>29-09-2015</c:v>
                </c:pt>
                <c:pt idx="3926">
                  <c:v>30-09-2015</c:v>
                </c:pt>
                <c:pt idx="3927">
                  <c:v>01-10-2015</c:v>
                </c:pt>
                <c:pt idx="3928">
                  <c:v>05-10-2015</c:v>
                </c:pt>
                <c:pt idx="3929">
                  <c:v>06-10-2015</c:v>
                </c:pt>
                <c:pt idx="3930">
                  <c:v>07-10-2015</c:v>
                </c:pt>
                <c:pt idx="3931">
                  <c:v>08-10-2015</c:v>
                </c:pt>
                <c:pt idx="3932">
                  <c:v>09-10-2015</c:v>
                </c:pt>
                <c:pt idx="3933">
                  <c:v>12-10-2015</c:v>
                </c:pt>
                <c:pt idx="3934">
                  <c:v>13-10-2015</c:v>
                </c:pt>
                <c:pt idx="3935">
                  <c:v>14-10-2015</c:v>
                </c:pt>
                <c:pt idx="3936">
                  <c:v>15-10-2015</c:v>
                </c:pt>
                <c:pt idx="3937">
                  <c:v>16-10-2015</c:v>
                </c:pt>
                <c:pt idx="3938">
                  <c:v>19-10-2015</c:v>
                </c:pt>
                <c:pt idx="3939">
                  <c:v>20-10-2015</c:v>
                </c:pt>
                <c:pt idx="3940">
                  <c:v>21-10-2015</c:v>
                </c:pt>
                <c:pt idx="3941">
                  <c:v>23-10-2015</c:v>
                </c:pt>
                <c:pt idx="3942">
                  <c:v>26-10-2015</c:v>
                </c:pt>
                <c:pt idx="3943">
                  <c:v>27-10-2015</c:v>
                </c:pt>
                <c:pt idx="3944">
                  <c:v>28-10-2015</c:v>
                </c:pt>
                <c:pt idx="3945">
                  <c:v>29-10-2015</c:v>
                </c:pt>
                <c:pt idx="3946">
                  <c:v>30-10-2015</c:v>
                </c:pt>
                <c:pt idx="3947">
                  <c:v>02-11-2015</c:v>
                </c:pt>
                <c:pt idx="3948">
                  <c:v>03-11-2015</c:v>
                </c:pt>
                <c:pt idx="3949">
                  <c:v>04-11-2015</c:v>
                </c:pt>
                <c:pt idx="3950">
                  <c:v>05-11-2015</c:v>
                </c:pt>
                <c:pt idx="3951">
                  <c:v>06-11-2015</c:v>
                </c:pt>
                <c:pt idx="3952">
                  <c:v>09-11-2015</c:v>
                </c:pt>
                <c:pt idx="3953">
                  <c:v>10-11-2015</c:v>
                </c:pt>
                <c:pt idx="3954">
                  <c:v>11-11-2015</c:v>
                </c:pt>
                <c:pt idx="3955">
                  <c:v>13-11-2015</c:v>
                </c:pt>
                <c:pt idx="3956">
                  <c:v>16-11-2015</c:v>
                </c:pt>
                <c:pt idx="3957">
                  <c:v>17-11-2015</c:v>
                </c:pt>
                <c:pt idx="3958">
                  <c:v>18-11-2015</c:v>
                </c:pt>
                <c:pt idx="3959">
                  <c:v>19-11-2015</c:v>
                </c:pt>
                <c:pt idx="3960">
                  <c:v>20-11-2015</c:v>
                </c:pt>
                <c:pt idx="3961">
                  <c:v>23-11-2015</c:v>
                </c:pt>
                <c:pt idx="3962">
                  <c:v>24-11-2015</c:v>
                </c:pt>
                <c:pt idx="3963">
                  <c:v>26-11-2015</c:v>
                </c:pt>
                <c:pt idx="3964">
                  <c:v>27-11-2015</c:v>
                </c:pt>
                <c:pt idx="3965">
                  <c:v>30-11-2015</c:v>
                </c:pt>
                <c:pt idx="3966">
                  <c:v>01-12-2015</c:v>
                </c:pt>
                <c:pt idx="3967">
                  <c:v>02-12-2015</c:v>
                </c:pt>
                <c:pt idx="3968">
                  <c:v>03-12-2015</c:v>
                </c:pt>
                <c:pt idx="3969">
                  <c:v>04-12-2015</c:v>
                </c:pt>
                <c:pt idx="3970">
                  <c:v>07-12-2015</c:v>
                </c:pt>
                <c:pt idx="3971">
                  <c:v>08-12-2015</c:v>
                </c:pt>
                <c:pt idx="3972">
                  <c:v>09-12-2015</c:v>
                </c:pt>
                <c:pt idx="3973">
                  <c:v>10-12-2015</c:v>
                </c:pt>
                <c:pt idx="3974">
                  <c:v>11-12-2015</c:v>
                </c:pt>
                <c:pt idx="3975">
                  <c:v>14-12-2015</c:v>
                </c:pt>
                <c:pt idx="3976">
                  <c:v>15-12-2015</c:v>
                </c:pt>
                <c:pt idx="3977">
                  <c:v>16-12-2015</c:v>
                </c:pt>
                <c:pt idx="3978">
                  <c:v>17-12-2015</c:v>
                </c:pt>
                <c:pt idx="3979">
                  <c:v>18-12-2015</c:v>
                </c:pt>
                <c:pt idx="3980">
                  <c:v>21-12-2015</c:v>
                </c:pt>
                <c:pt idx="3981">
                  <c:v>22-12-2015</c:v>
                </c:pt>
                <c:pt idx="3982">
                  <c:v>23-12-2015</c:v>
                </c:pt>
                <c:pt idx="3983">
                  <c:v>24-12-2015</c:v>
                </c:pt>
                <c:pt idx="3984">
                  <c:v>28-12-2015</c:v>
                </c:pt>
                <c:pt idx="3985">
                  <c:v>29-12-2015</c:v>
                </c:pt>
                <c:pt idx="3986">
                  <c:v>30-12-2015</c:v>
                </c:pt>
                <c:pt idx="3987">
                  <c:v>31-12-2015</c:v>
                </c:pt>
                <c:pt idx="3988">
                  <c:v>01-01-2016</c:v>
                </c:pt>
                <c:pt idx="3989">
                  <c:v>04-01-2016</c:v>
                </c:pt>
                <c:pt idx="3990">
                  <c:v>05-01-2016</c:v>
                </c:pt>
                <c:pt idx="3991">
                  <c:v>06-01-2016</c:v>
                </c:pt>
                <c:pt idx="3992">
                  <c:v>07-01-2016</c:v>
                </c:pt>
                <c:pt idx="3993">
                  <c:v>08-01-2016</c:v>
                </c:pt>
                <c:pt idx="3994">
                  <c:v>11-01-2016</c:v>
                </c:pt>
                <c:pt idx="3995">
                  <c:v>12-01-2016</c:v>
                </c:pt>
                <c:pt idx="3996">
                  <c:v>13-01-2016</c:v>
                </c:pt>
                <c:pt idx="3997">
                  <c:v>14-01-2016</c:v>
                </c:pt>
                <c:pt idx="3998">
                  <c:v>15-01-2016</c:v>
                </c:pt>
                <c:pt idx="3999">
                  <c:v>18-01-2016</c:v>
                </c:pt>
                <c:pt idx="4000">
                  <c:v>19-01-2016</c:v>
                </c:pt>
                <c:pt idx="4001">
                  <c:v>20-01-2016</c:v>
                </c:pt>
                <c:pt idx="4002">
                  <c:v>21-01-2016</c:v>
                </c:pt>
                <c:pt idx="4003">
                  <c:v>22-01-2016</c:v>
                </c:pt>
                <c:pt idx="4004">
                  <c:v>25-01-2016</c:v>
                </c:pt>
                <c:pt idx="4005">
                  <c:v>27-01-2016</c:v>
                </c:pt>
                <c:pt idx="4006">
                  <c:v>28-01-2016</c:v>
                </c:pt>
                <c:pt idx="4007">
                  <c:v>29-01-2016</c:v>
                </c:pt>
                <c:pt idx="4008">
                  <c:v>01-02-2016</c:v>
                </c:pt>
                <c:pt idx="4009">
                  <c:v>02-02-2016</c:v>
                </c:pt>
                <c:pt idx="4010">
                  <c:v>03-02-2016</c:v>
                </c:pt>
                <c:pt idx="4011">
                  <c:v>04-02-2016</c:v>
                </c:pt>
                <c:pt idx="4012">
                  <c:v>05-02-2016</c:v>
                </c:pt>
                <c:pt idx="4013">
                  <c:v>08-02-2016</c:v>
                </c:pt>
                <c:pt idx="4014">
                  <c:v>09-02-2016</c:v>
                </c:pt>
                <c:pt idx="4015">
                  <c:v>10-02-2016</c:v>
                </c:pt>
                <c:pt idx="4016">
                  <c:v>11-02-2016</c:v>
                </c:pt>
                <c:pt idx="4017">
                  <c:v>12-02-2016</c:v>
                </c:pt>
                <c:pt idx="4018">
                  <c:v>15-02-2016</c:v>
                </c:pt>
                <c:pt idx="4019">
                  <c:v>16-02-2016</c:v>
                </c:pt>
                <c:pt idx="4020">
                  <c:v>17-02-2016</c:v>
                </c:pt>
                <c:pt idx="4021">
                  <c:v>18-02-2016</c:v>
                </c:pt>
                <c:pt idx="4022">
                  <c:v>19-02-2016</c:v>
                </c:pt>
                <c:pt idx="4023">
                  <c:v>22-02-2016</c:v>
                </c:pt>
                <c:pt idx="4024">
                  <c:v>23-02-2016</c:v>
                </c:pt>
                <c:pt idx="4025">
                  <c:v>24-02-2016</c:v>
                </c:pt>
                <c:pt idx="4026">
                  <c:v>25-02-2016</c:v>
                </c:pt>
                <c:pt idx="4027">
                  <c:v>26-02-2016</c:v>
                </c:pt>
                <c:pt idx="4028">
                  <c:v>29-02-2016</c:v>
                </c:pt>
                <c:pt idx="4029">
                  <c:v>01-03-2016</c:v>
                </c:pt>
                <c:pt idx="4030">
                  <c:v>02-03-2016</c:v>
                </c:pt>
                <c:pt idx="4031">
                  <c:v>03-03-2016</c:v>
                </c:pt>
                <c:pt idx="4032">
                  <c:v>04-03-2016</c:v>
                </c:pt>
                <c:pt idx="4033">
                  <c:v>08-03-2016</c:v>
                </c:pt>
                <c:pt idx="4034">
                  <c:v>09-03-2016</c:v>
                </c:pt>
                <c:pt idx="4035">
                  <c:v>10-03-2016</c:v>
                </c:pt>
                <c:pt idx="4036">
                  <c:v>11-03-2016</c:v>
                </c:pt>
                <c:pt idx="4037">
                  <c:v>14-03-2016</c:v>
                </c:pt>
                <c:pt idx="4038">
                  <c:v>15-03-2016</c:v>
                </c:pt>
                <c:pt idx="4039">
                  <c:v>16-03-2016</c:v>
                </c:pt>
                <c:pt idx="4040">
                  <c:v>17-03-2016</c:v>
                </c:pt>
                <c:pt idx="4041">
                  <c:v>18-03-2016</c:v>
                </c:pt>
                <c:pt idx="4042">
                  <c:v>21-03-2016</c:v>
                </c:pt>
                <c:pt idx="4043">
                  <c:v>22-03-2016</c:v>
                </c:pt>
                <c:pt idx="4044">
                  <c:v>23-03-2016</c:v>
                </c:pt>
                <c:pt idx="4045">
                  <c:v>28-03-2016</c:v>
                </c:pt>
                <c:pt idx="4046">
                  <c:v>29-03-2016</c:v>
                </c:pt>
                <c:pt idx="4047">
                  <c:v>30-03-2016</c:v>
                </c:pt>
                <c:pt idx="4048">
                  <c:v>31-03-2016</c:v>
                </c:pt>
                <c:pt idx="4049">
                  <c:v>01-04-2016</c:v>
                </c:pt>
                <c:pt idx="4050">
                  <c:v>04-04-2016</c:v>
                </c:pt>
                <c:pt idx="4051">
                  <c:v>05-04-2016</c:v>
                </c:pt>
                <c:pt idx="4052">
                  <c:v>06-04-2016</c:v>
                </c:pt>
                <c:pt idx="4053">
                  <c:v>07-04-2016</c:v>
                </c:pt>
                <c:pt idx="4054">
                  <c:v>08-04-2016</c:v>
                </c:pt>
                <c:pt idx="4055">
                  <c:v>11-04-2016</c:v>
                </c:pt>
                <c:pt idx="4056">
                  <c:v>12-04-2016</c:v>
                </c:pt>
                <c:pt idx="4057">
                  <c:v>13-04-2016</c:v>
                </c:pt>
                <c:pt idx="4058">
                  <c:v>18-04-2016</c:v>
                </c:pt>
                <c:pt idx="4059">
                  <c:v>20-04-2016</c:v>
                </c:pt>
                <c:pt idx="4060">
                  <c:v>21-04-2016</c:v>
                </c:pt>
                <c:pt idx="4061">
                  <c:v>22-04-2016</c:v>
                </c:pt>
                <c:pt idx="4062">
                  <c:v>25-04-2016</c:v>
                </c:pt>
                <c:pt idx="4063">
                  <c:v>26-04-2016</c:v>
                </c:pt>
                <c:pt idx="4064">
                  <c:v>27-04-2016</c:v>
                </c:pt>
                <c:pt idx="4065">
                  <c:v>28-04-2016</c:v>
                </c:pt>
                <c:pt idx="4066">
                  <c:v>29-04-2016</c:v>
                </c:pt>
                <c:pt idx="4067">
                  <c:v>02-05-2016</c:v>
                </c:pt>
                <c:pt idx="4068">
                  <c:v>03-05-2016</c:v>
                </c:pt>
                <c:pt idx="4069">
                  <c:v>04-05-2016</c:v>
                </c:pt>
                <c:pt idx="4070">
                  <c:v>05-05-2016</c:v>
                </c:pt>
                <c:pt idx="4071">
                  <c:v>06-05-2016</c:v>
                </c:pt>
                <c:pt idx="4072">
                  <c:v>09-05-2016</c:v>
                </c:pt>
                <c:pt idx="4073">
                  <c:v>10-05-2016</c:v>
                </c:pt>
                <c:pt idx="4074">
                  <c:v>11-05-2016</c:v>
                </c:pt>
                <c:pt idx="4075">
                  <c:v>12-05-2016</c:v>
                </c:pt>
                <c:pt idx="4076">
                  <c:v>13-05-2016</c:v>
                </c:pt>
                <c:pt idx="4077">
                  <c:v>16-05-2016</c:v>
                </c:pt>
                <c:pt idx="4078">
                  <c:v>17-05-2016</c:v>
                </c:pt>
                <c:pt idx="4079">
                  <c:v>18-05-2016</c:v>
                </c:pt>
                <c:pt idx="4080">
                  <c:v>19-05-2016</c:v>
                </c:pt>
                <c:pt idx="4081">
                  <c:v>20-05-2016</c:v>
                </c:pt>
                <c:pt idx="4082">
                  <c:v>23-05-2016</c:v>
                </c:pt>
                <c:pt idx="4083">
                  <c:v>24-05-2016</c:v>
                </c:pt>
                <c:pt idx="4084">
                  <c:v>25-05-2016</c:v>
                </c:pt>
                <c:pt idx="4085">
                  <c:v>26-05-2016</c:v>
                </c:pt>
                <c:pt idx="4086">
                  <c:v>27-05-2016</c:v>
                </c:pt>
                <c:pt idx="4087">
                  <c:v>30-05-2016</c:v>
                </c:pt>
                <c:pt idx="4088">
                  <c:v>31-05-2016</c:v>
                </c:pt>
                <c:pt idx="4089">
                  <c:v>01-06-2016</c:v>
                </c:pt>
                <c:pt idx="4090">
                  <c:v>02-06-2016</c:v>
                </c:pt>
                <c:pt idx="4091">
                  <c:v>03-06-2016</c:v>
                </c:pt>
                <c:pt idx="4092">
                  <c:v>06-06-2016</c:v>
                </c:pt>
                <c:pt idx="4093">
                  <c:v>07-06-2016</c:v>
                </c:pt>
                <c:pt idx="4094">
                  <c:v>08-06-2016</c:v>
                </c:pt>
                <c:pt idx="4095">
                  <c:v>09-06-2016</c:v>
                </c:pt>
                <c:pt idx="4096">
                  <c:v>10-06-2016</c:v>
                </c:pt>
                <c:pt idx="4097">
                  <c:v>13-06-2016</c:v>
                </c:pt>
                <c:pt idx="4098">
                  <c:v>14-06-2016</c:v>
                </c:pt>
                <c:pt idx="4099">
                  <c:v>15-06-2016</c:v>
                </c:pt>
                <c:pt idx="4100">
                  <c:v>16-06-2016</c:v>
                </c:pt>
                <c:pt idx="4101">
                  <c:v>17-06-2016</c:v>
                </c:pt>
                <c:pt idx="4102">
                  <c:v>20-06-2016</c:v>
                </c:pt>
                <c:pt idx="4103">
                  <c:v>21-06-2016</c:v>
                </c:pt>
                <c:pt idx="4104">
                  <c:v>22-06-2016</c:v>
                </c:pt>
                <c:pt idx="4105">
                  <c:v>23-06-2016</c:v>
                </c:pt>
                <c:pt idx="4106">
                  <c:v>24-06-2016</c:v>
                </c:pt>
                <c:pt idx="4107">
                  <c:v>27-06-2016</c:v>
                </c:pt>
                <c:pt idx="4108">
                  <c:v>28-06-2016</c:v>
                </c:pt>
                <c:pt idx="4109">
                  <c:v>29-06-2016</c:v>
                </c:pt>
                <c:pt idx="4110">
                  <c:v>30-06-2016</c:v>
                </c:pt>
                <c:pt idx="4111">
                  <c:v>01-07-2016</c:v>
                </c:pt>
                <c:pt idx="4112">
                  <c:v>04-07-2016</c:v>
                </c:pt>
                <c:pt idx="4113">
                  <c:v>05-07-2016</c:v>
                </c:pt>
                <c:pt idx="4114">
                  <c:v>07-07-2016</c:v>
                </c:pt>
                <c:pt idx="4115">
                  <c:v>08-07-2016</c:v>
                </c:pt>
                <c:pt idx="4116">
                  <c:v>11-07-2016</c:v>
                </c:pt>
                <c:pt idx="4117">
                  <c:v>12-07-2016</c:v>
                </c:pt>
                <c:pt idx="4118">
                  <c:v>13-07-2016</c:v>
                </c:pt>
                <c:pt idx="4119">
                  <c:v>14-07-2016</c:v>
                </c:pt>
                <c:pt idx="4120">
                  <c:v>15-07-2016</c:v>
                </c:pt>
                <c:pt idx="4121">
                  <c:v>18-07-2016</c:v>
                </c:pt>
                <c:pt idx="4122">
                  <c:v>19-07-2016</c:v>
                </c:pt>
                <c:pt idx="4123">
                  <c:v>20-07-2016</c:v>
                </c:pt>
                <c:pt idx="4124">
                  <c:v>21-07-2016</c:v>
                </c:pt>
                <c:pt idx="4125">
                  <c:v>22-07-2016</c:v>
                </c:pt>
                <c:pt idx="4126">
                  <c:v>25-07-2016</c:v>
                </c:pt>
                <c:pt idx="4127">
                  <c:v>26-07-2016</c:v>
                </c:pt>
                <c:pt idx="4128">
                  <c:v>27-07-2016</c:v>
                </c:pt>
                <c:pt idx="4129">
                  <c:v>28-07-2016</c:v>
                </c:pt>
                <c:pt idx="4130">
                  <c:v>29-07-2016</c:v>
                </c:pt>
                <c:pt idx="4131">
                  <c:v>01-08-2016</c:v>
                </c:pt>
                <c:pt idx="4132">
                  <c:v>02-08-2016</c:v>
                </c:pt>
                <c:pt idx="4133">
                  <c:v>03-08-2016</c:v>
                </c:pt>
                <c:pt idx="4134">
                  <c:v>04-08-2016</c:v>
                </c:pt>
                <c:pt idx="4135">
                  <c:v>05-08-2016</c:v>
                </c:pt>
                <c:pt idx="4136">
                  <c:v>08-08-2016</c:v>
                </c:pt>
                <c:pt idx="4137">
                  <c:v>09-08-2016</c:v>
                </c:pt>
                <c:pt idx="4138">
                  <c:v>10-08-2016</c:v>
                </c:pt>
                <c:pt idx="4139">
                  <c:v>11-08-2016</c:v>
                </c:pt>
                <c:pt idx="4140">
                  <c:v>12-08-2016</c:v>
                </c:pt>
                <c:pt idx="4141">
                  <c:v>16-08-2016</c:v>
                </c:pt>
                <c:pt idx="4142">
                  <c:v>17-08-2016</c:v>
                </c:pt>
                <c:pt idx="4143">
                  <c:v>18-08-2016</c:v>
                </c:pt>
                <c:pt idx="4144">
                  <c:v>19-08-2016</c:v>
                </c:pt>
                <c:pt idx="4145">
                  <c:v>22-08-2016</c:v>
                </c:pt>
                <c:pt idx="4146">
                  <c:v>23-08-2016</c:v>
                </c:pt>
                <c:pt idx="4147">
                  <c:v>24-08-2016</c:v>
                </c:pt>
                <c:pt idx="4148">
                  <c:v>25-08-2016</c:v>
                </c:pt>
                <c:pt idx="4149">
                  <c:v>26-08-2016</c:v>
                </c:pt>
                <c:pt idx="4150">
                  <c:v>29-08-2016</c:v>
                </c:pt>
                <c:pt idx="4151">
                  <c:v>30-08-2016</c:v>
                </c:pt>
                <c:pt idx="4152">
                  <c:v>31-08-2016</c:v>
                </c:pt>
                <c:pt idx="4153">
                  <c:v>01-09-2016</c:v>
                </c:pt>
                <c:pt idx="4154">
                  <c:v>02-09-2016</c:v>
                </c:pt>
                <c:pt idx="4155">
                  <c:v>06-09-2016</c:v>
                </c:pt>
                <c:pt idx="4156">
                  <c:v>07-09-2016</c:v>
                </c:pt>
                <c:pt idx="4157">
                  <c:v>08-09-2016</c:v>
                </c:pt>
                <c:pt idx="4158">
                  <c:v>09-09-2016</c:v>
                </c:pt>
                <c:pt idx="4159">
                  <c:v>12-09-2016</c:v>
                </c:pt>
                <c:pt idx="4160">
                  <c:v>14-09-2016</c:v>
                </c:pt>
                <c:pt idx="4161">
                  <c:v>15-09-2016</c:v>
                </c:pt>
                <c:pt idx="4162">
                  <c:v>16-09-2016</c:v>
                </c:pt>
                <c:pt idx="4163">
                  <c:v>19-09-2016</c:v>
                </c:pt>
                <c:pt idx="4164">
                  <c:v>20-09-2016</c:v>
                </c:pt>
                <c:pt idx="4165">
                  <c:v>21-09-2016</c:v>
                </c:pt>
                <c:pt idx="4166">
                  <c:v>22-09-2016</c:v>
                </c:pt>
                <c:pt idx="4167">
                  <c:v>23-09-2016</c:v>
                </c:pt>
                <c:pt idx="4168">
                  <c:v>26-09-2016</c:v>
                </c:pt>
                <c:pt idx="4169">
                  <c:v>27-09-2016</c:v>
                </c:pt>
                <c:pt idx="4170">
                  <c:v>28-09-2016</c:v>
                </c:pt>
                <c:pt idx="4171">
                  <c:v>29-09-2016</c:v>
                </c:pt>
                <c:pt idx="4172">
                  <c:v>30-09-2016</c:v>
                </c:pt>
                <c:pt idx="4173">
                  <c:v>03-10-2016</c:v>
                </c:pt>
                <c:pt idx="4174">
                  <c:v>04-10-2016</c:v>
                </c:pt>
                <c:pt idx="4175">
                  <c:v>05-10-2016</c:v>
                </c:pt>
                <c:pt idx="4176">
                  <c:v>06-10-2016</c:v>
                </c:pt>
                <c:pt idx="4177">
                  <c:v>07-10-2016</c:v>
                </c:pt>
                <c:pt idx="4178">
                  <c:v>10-10-2016</c:v>
                </c:pt>
                <c:pt idx="4179">
                  <c:v>13-10-2016</c:v>
                </c:pt>
                <c:pt idx="4180">
                  <c:v>14-10-2016</c:v>
                </c:pt>
                <c:pt idx="4181">
                  <c:v>17-10-2016</c:v>
                </c:pt>
                <c:pt idx="4182">
                  <c:v>18-10-2016</c:v>
                </c:pt>
                <c:pt idx="4183">
                  <c:v>19-10-2016</c:v>
                </c:pt>
                <c:pt idx="4184">
                  <c:v>20-10-2016</c:v>
                </c:pt>
                <c:pt idx="4185">
                  <c:v>21-10-2016</c:v>
                </c:pt>
                <c:pt idx="4186">
                  <c:v>24-10-2016</c:v>
                </c:pt>
                <c:pt idx="4187">
                  <c:v>25-10-2016</c:v>
                </c:pt>
                <c:pt idx="4188">
                  <c:v>26-10-2016</c:v>
                </c:pt>
                <c:pt idx="4189">
                  <c:v>27-10-2016</c:v>
                </c:pt>
                <c:pt idx="4190">
                  <c:v>28-10-2016</c:v>
                </c:pt>
                <c:pt idx="4191">
                  <c:v>30-10-2016</c:v>
                </c:pt>
                <c:pt idx="4192">
                  <c:v>01-11-2016</c:v>
                </c:pt>
                <c:pt idx="4193">
                  <c:v>02-11-2016</c:v>
                </c:pt>
                <c:pt idx="4194">
                  <c:v>03-11-2016</c:v>
                </c:pt>
                <c:pt idx="4195">
                  <c:v>04-11-2016</c:v>
                </c:pt>
                <c:pt idx="4196">
                  <c:v>07-11-2016</c:v>
                </c:pt>
                <c:pt idx="4197">
                  <c:v>08-11-2016</c:v>
                </c:pt>
                <c:pt idx="4198">
                  <c:v>09-11-2016</c:v>
                </c:pt>
                <c:pt idx="4199">
                  <c:v>10-11-2016</c:v>
                </c:pt>
                <c:pt idx="4200">
                  <c:v>11-11-2016</c:v>
                </c:pt>
                <c:pt idx="4201">
                  <c:v>15-11-2016</c:v>
                </c:pt>
                <c:pt idx="4202">
                  <c:v>16-11-2016</c:v>
                </c:pt>
                <c:pt idx="4203">
                  <c:v>17-11-2016</c:v>
                </c:pt>
                <c:pt idx="4204">
                  <c:v>18-11-2016</c:v>
                </c:pt>
                <c:pt idx="4205">
                  <c:v>21-11-2016</c:v>
                </c:pt>
                <c:pt idx="4206">
                  <c:v>22-11-2016</c:v>
                </c:pt>
                <c:pt idx="4207">
                  <c:v>23-11-2016</c:v>
                </c:pt>
                <c:pt idx="4208">
                  <c:v>24-11-2016</c:v>
                </c:pt>
                <c:pt idx="4209">
                  <c:v>25-11-2016</c:v>
                </c:pt>
                <c:pt idx="4210">
                  <c:v>28-11-2016</c:v>
                </c:pt>
                <c:pt idx="4211">
                  <c:v>29-11-2016</c:v>
                </c:pt>
                <c:pt idx="4212">
                  <c:v>30-11-2016</c:v>
                </c:pt>
                <c:pt idx="4213">
                  <c:v>01-12-2016</c:v>
                </c:pt>
                <c:pt idx="4214">
                  <c:v>02-12-2016</c:v>
                </c:pt>
                <c:pt idx="4215">
                  <c:v>05-12-2016</c:v>
                </c:pt>
                <c:pt idx="4216">
                  <c:v>06-12-2016</c:v>
                </c:pt>
                <c:pt idx="4217">
                  <c:v>07-12-2016</c:v>
                </c:pt>
                <c:pt idx="4218">
                  <c:v>08-12-2016</c:v>
                </c:pt>
                <c:pt idx="4219">
                  <c:v>09-12-2016</c:v>
                </c:pt>
                <c:pt idx="4220">
                  <c:v>12-12-2016</c:v>
                </c:pt>
                <c:pt idx="4221">
                  <c:v>13-12-2016</c:v>
                </c:pt>
                <c:pt idx="4222">
                  <c:v>14-12-2016</c:v>
                </c:pt>
                <c:pt idx="4223">
                  <c:v>15-12-2016</c:v>
                </c:pt>
                <c:pt idx="4224">
                  <c:v>16-12-2016</c:v>
                </c:pt>
                <c:pt idx="4225">
                  <c:v>19-12-2016</c:v>
                </c:pt>
                <c:pt idx="4226">
                  <c:v>20-12-2016</c:v>
                </c:pt>
                <c:pt idx="4227">
                  <c:v>21-12-2016</c:v>
                </c:pt>
                <c:pt idx="4228">
                  <c:v>22-12-2016</c:v>
                </c:pt>
                <c:pt idx="4229">
                  <c:v>23-12-2016</c:v>
                </c:pt>
                <c:pt idx="4230">
                  <c:v>26-12-2016</c:v>
                </c:pt>
                <c:pt idx="4231">
                  <c:v>27-12-2016</c:v>
                </c:pt>
                <c:pt idx="4232">
                  <c:v>28-12-2016</c:v>
                </c:pt>
                <c:pt idx="4233">
                  <c:v>29-12-2016</c:v>
                </c:pt>
                <c:pt idx="4234">
                  <c:v>30-12-2016</c:v>
                </c:pt>
                <c:pt idx="4235">
                  <c:v>02-01-2017</c:v>
                </c:pt>
                <c:pt idx="4236">
                  <c:v>03-01-2017</c:v>
                </c:pt>
                <c:pt idx="4237">
                  <c:v>04-01-2017</c:v>
                </c:pt>
                <c:pt idx="4238">
                  <c:v>05-01-2017</c:v>
                </c:pt>
                <c:pt idx="4239">
                  <c:v>06-01-2017</c:v>
                </c:pt>
                <c:pt idx="4240">
                  <c:v>09-01-2017</c:v>
                </c:pt>
                <c:pt idx="4241">
                  <c:v>10-01-2017</c:v>
                </c:pt>
                <c:pt idx="4242">
                  <c:v>11-01-2017</c:v>
                </c:pt>
                <c:pt idx="4243">
                  <c:v>12-01-2017</c:v>
                </c:pt>
                <c:pt idx="4244">
                  <c:v>13-01-2017</c:v>
                </c:pt>
                <c:pt idx="4245">
                  <c:v>16-01-2017</c:v>
                </c:pt>
                <c:pt idx="4246">
                  <c:v>17-01-2017</c:v>
                </c:pt>
                <c:pt idx="4247">
                  <c:v>18-01-2017</c:v>
                </c:pt>
                <c:pt idx="4248">
                  <c:v>19-01-2017</c:v>
                </c:pt>
                <c:pt idx="4249">
                  <c:v>20-01-2017</c:v>
                </c:pt>
                <c:pt idx="4250">
                  <c:v>23-01-2017</c:v>
                </c:pt>
                <c:pt idx="4251">
                  <c:v>24-01-2017</c:v>
                </c:pt>
                <c:pt idx="4252">
                  <c:v>25-01-2017</c:v>
                </c:pt>
                <c:pt idx="4253">
                  <c:v>27-01-2017</c:v>
                </c:pt>
                <c:pt idx="4254">
                  <c:v>30-01-2017</c:v>
                </c:pt>
                <c:pt idx="4255">
                  <c:v>31-01-2017</c:v>
                </c:pt>
                <c:pt idx="4256">
                  <c:v>01-02-2017</c:v>
                </c:pt>
                <c:pt idx="4257">
                  <c:v>02-02-2017</c:v>
                </c:pt>
                <c:pt idx="4258">
                  <c:v>03-02-2017</c:v>
                </c:pt>
                <c:pt idx="4259">
                  <c:v>06-02-2017</c:v>
                </c:pt>
                <c:pt idx="4260">
                  <c:v>07-02-2017</c:v>
                </c:pt>
                <c:pt idx="4261">
                  <c:v>08-02-2017</c:v>
                </c:pt>
                <c:pt idx="4262">
                  <c:v>09-02-2017</c:v>
                </c:pt>
                <c:pt idx="4263">
                  <c:v>10-02-2017</c:v>
                </c:pt>
                <c:pt idx="4264">
                  <c:v>13-02-2017</c:v>
                </c:pt>
                <c:pt idx="4265">
                  <c:v>14-02-2017</c:v>
                </c:pt>
                <c:pt idx="4266">
                  <c:v>15-02-2017</c:v>
                </c:pt>
                <c:pt idx="4267">
                  <c:v>16-02-2017</c:v>
                </c:pt>
                <c:pt idx="4268">
                  <c:v>17-02-2017</c:v>
                </c:pt>
                <c:pt idx="4269">
                  <c:v>20-02-2017</c:v>
                </c:pt>
                <c:pt idx="4270">
                  <c:v>21-02-2017</c:v>
                </c:pt>
                <c:pt idx="4271">
                  <c:v>22-02-2017</c:v>
                </c:pt>
                <c:pt idx="4272">
                  <c:v>23-02-2017</c:v>
                </c:pt>
                <c:pt idx="4273">
                  <c:v>27-02-2017</c:v>
                </c:pt>
                <c:pt idx="4274">
                  <c:v>28-02-2017</c:v>
                </c:pt>
                <c:pt idx="4275">
                  <c:v>01-03-2017</c:v>
                </c:pt>
                <c:pt idx="4276">
                  <c:v>02-03-2017</c:v>
                </c:pt>
                <c:pt idx="4277">
                  <c:v>03-03-2017</c:v>
                </c:pt>
                <c:pt idx="4278">
                  <c:v>06-03-2017</c:v>
                </c:pt>
                <c:pt idx="4279">
                  <c:v>07-03-2017</c:v>
                </c:pt>
                <c:pt idx="4280">
                  <c:v>08-03-2017</c:v>
                </c:pt>
                <c:pt idx="4281">
                  <c:v>09-03-2017</c:v>
                </c:pt>
                <c:pt idx="4282">
                  <c:v>10-03-2017</c:v>
                </c:pt>
                <c:pt idx="4283">
                  <c:v>14-03-2017</c:v>
                </c:pt>
                <c:pt idx="4284">
                  <c:v>15-03-2017</c:v>
                </c:pt>
                <c:pt idx="4285">
                  <c:v>16-03-2017</c:v>
                </c:pt>
                <c:pt idx="4286">
                  <c:v>17-03-2017</c:v>
                </c:pt>
                <c:pt idx="4287">
                  <c:v>20-03-2017</c:v>
                </c:pt>
                <c:pt idx="4288">
                  <c:v>21-03-2017</c:v>
                </c:pt>
                <c:pt idx="4289">
                  <c:v>22-03-2017</c:v>
                </c:pt>
                <c:pt idx="4290">
                  <c:v>23-03-2017</c:v>
                </c:pt>
                <c:pt idx="4291">
                  <c:v>24-03-2017</c:v>
                </c:pt>
                <c:pt idx="4292">
                  <c:v>27-03-2017</c:v>
                </c:pt>
                <c:pt idx="4293">
                  <c:v>28-03-2017</c:v>
                </c:pt>
                <c:pt idx="4294">
                  <c:v>29-03-2017</c:v>
                </c:pt>
                <c:pt idx="4295">
                  <c:v>30-03-2017</c:v>
                </c:pt>
                <c:pt idx="4296">
                  <c:v>31-03-2017</c:v>
                </c:pt>
                <c:pt idx="4297">
                  <c:v>03-04-2017</c:v>
                </c:pt>
                <c:pt idx="4298">
                  <c:v>05-04-2017</c:v>
                </c:pt>
                <c:pt idx="4299">
                  <c:v>06-04-2017</c:v>
                </c:pt>
                <c:pt idx="4300">
                  <c:v>07-04-2017</c:v>
                </c:pt>
                <c:pt idx="4301">
                  <c:v>10-04-2017</c:v>
                </c:pt>
                <c:pt idx="4302">
                  <c:v>11-04-2017</c:v>
                </c:pt>
                <c:pt idx="4303">
                  <c:v>12-04-2017</c:v>
                </c:pt>
                <c:pt idx="4304">
                  <c:v>13-04-2017</c:v>
                </c:pt>
                <c:pt idx="4305">
                  <c:v>17-04-2017</c:v>
                </c:pt>
                <c:pt idx="4306">
                  <c:v>18-04-2017</c:v>
                </c:pt>
                <c:pt idx="4307">
                  <c:v>19-04-2017</c:v>
                </c:pt>
                <c:pt idx="4308">
                  <c:v>20-04-2017</c:v>
                </c:pt>
                <c:pt idx="4309">
                  <c:v>21-04-2017</c:v>
                </c:pt>
                <c:pt idx="4310">
                  <c:v>24-04-2017</c:v>
                </c:pt>
                <c:pt idx="4311">
                  <c:v>25-04-2017</c:v>
                </c:pt>
                <c:pt idx="4312">
                  <c:v>26-04-2017</c:v>
                </c:pt>
                <c:pt idx="4313">
                  <c:v>27-04-2017</c:v>
                </c:pt>
                <c:pt idx="4314">
                  <c:v>28-04-2017</c:v>
                </c:pt>
                <c:pt idx="4315">
                  <c:v>02-05-2017</c:v>
                </c:pt>
                <c:pt idx="4316">
                  <c:v>03-05-2017</c:v>
                </c:pt>
                <c:pt idx="4317">
                  <c:v>04-05-2017</c:v>
                </c:pt>
                <c:pt idx="4318">
                  <c:v>05-05-2017</c:v>
                </c:pt>
                <c:pt idx="4319">
                  <c:v>08-05-2017</c:v>
                </c:pt>
                <c:pt idx="4320">
                  <c:v>09-05-2017</c:v>
                </c:pt>
                <c:pt idx="4321">
                  <c:v>10-05-2017</c:v>
                </c:pt>
                <c:pt idx="4322">
                  <c:v>11-05-2017</c:v>
                </c:pt>
                <c:pt idx="4323">
                  <c:v>12-05-2017</c:v>
                </c:pt>
                <c:pt idx="4324">
                  <c:v>15-05-2017</c:v>
                </c:pt>
                <c:pt idx="4325">
                  <c:v>16-05-2017</c:v>
                </c:pt>
                <c:pt idx="4326">
                  <c:v>17-05-2017</c:v>
                </c:pt>
                <c:pt idx="4327">
                  <c:v>18-05-2017</c:v>
                </c:pt>
                <c:pt idx="4328">
                  <c:v>19-05-2017</c:v>
                </c:pt>
                <c:pt idx="4329">
                  <c:v>22-05-2017</c:v>
                </c:pt>
                <c:pt idx="4330">
                  <c:v>23-05-2017</c:v>
                </c:pt>
                <c:pt idx="4331">
                  <c:v>24-05-2017</c:v>
                </c:pt>
                <c:pt idx="4332">
                  <c:v>25-05-2017</c:v>
                </c:pt>
                <c:pt idx="4333">
                  <c:v>26-05-2017</c:v>
                </c:pt>
                <c:pt idx="4334">
                  <c:v>29-05-2017</c:v>
                </c:pt>
                <c:pt idx="4335">
                  <c:v>30-05-2017</c:v>
                </c:pt>
                <c:pt idx="4336">
                  <c:v>31-05-2017</c:v>
                </c:pt>
                <c:pt idx="4337">
                  <c:v>01-06-2017</c:v>
                </c:pt>
                <c:pt idx="4338">
                  <c:v>02-06-2017</c:v>
                </c:pt>
                <c:pt idx="4339">
                  <c:v>05-06-2017</c:v>
                </c:pt>
                <c:pt idx="4340">
                  <c:v>06-06-2017</c:v>
                </c:pt>
                <c:pt idx="4341">
                  <c:v>07-06-2017</c:v>
                </c:pt>
                <c:pt idx="4342">
                  <c:v>08-06-2017</c:v>
                </c:pt>
                <c:pt idx="4343">
                  <c:v>09-06-2017</c:v>
                </c:pt>
                <c:pt idx="4344">
                  <c:v>12-06-2017</c:v>
                </c:pt>
                <c:pt idx="4345">
                  <c:v>13-06-2017</c:v>
                </c:pt>
                <c:pt idx="4346">
                  <c:v>14-06-2017</c:v>
                </c:pt>
                <c:pt idx="4347">
                  <c:v>15-06-2017</c:v>
                </c:pt>
                <c:pt idx="4348">
                  <c:v>16-06-2017</c:v>
                </c:pt>
                <c:pt idx="4349">
                  <c:v>19-06-2017</c:v>
                </c:pt>
                <c:pt idx="4350">
                  <c:v>20-06-2017</c:v>
                </c:pt>
                <c:pt idx="4351">
                  <c:v>21-06-2017</c:v>
                </c:pt>
                <c:pt idx="4352">
                  <c:v>22-06-2017</c:v>
                </c:pt>
                <c:pt idx="4353">
                  <c:v>23-06-2017</c:v>
                </c:pt>
                <c:pt idx="4354">
                  <c:v>27-06-2017</c:v>
                </c:pt>
                <c:pt idx="4355">
                  <c:v>28-06-2017</c:v>
                </c:pt>
                <c:pt idx="4356">
                  <c:v>29-06-2017</c:v>
                </c:pt>
                <c:pt idx="4357">
                  <c:v>30-06-2017</c:v>
                </c:pt>
                <c:pt idx="4358">
                  <c:v>03-07-2017</c:v>
                </c:pt>
                <c:pt idx="4359">
                  <c:v>04-07-2017</c:v>
                </c:pt>
                <c:pt idx="4360">
                  <c:v>05-07-2017</c:v>
                </c:pt>
                <c:pt idx="4361">
                  <c:v>06-07-2017</c:v>
                </c:pt>
                <c:pt idx="4362">
                  <c:v>07-07-2017</c:v>
                </c:pt>
                <c:pt idx="4363">
                  <c:v>10-07-2017</c:v>
                </c:pt>
                <c:pt idx="4364">
                  <c:v>11-07-2017</c:v>
                </c:pt>
                <c:pt idx="4365">
                  <c:v>12-07-2017</c:v>
                </c:pt>
                <c:pt idx="4366">
                  <c:v>13-07-2017</c:v>
                </c:pt>
                <c:pt idx="4367">
                  <c:v>14-07-2017</c:v>
                </c:pt>
                <c:pt idx="4368">
                  <c:v>17-07-2017</c:v>
                </c:pt>
                <c:pt idx="4369">
                  <c:v>18-07-2017</c:v>
                </c:pt>
                <c:pt idx="4370">
                  <c:v>19-07-2017</c:v>
                </c:pt>
                <c:pt idx="4371">
                  <c:v>20-07-2017</c:v>
                </c:pt>
                <c:pt idx="4372">
                  <c:v>21-07-2017</c:v>
                </c:pt>
                <c:pt idx="4373">
                  <c:v>24-07-2017</c:v>
                </c:pt>
                <c:pt idx="4374">
                  <c:v>25-07-2017</c:v>
                </c:pt>
                <c:pt idx="4375">
                  <c:v>26-07-2017</c:v>
                </c:pt>
                <c:pt idx="4376">
                  <c:v>27-07-2017</c:v>
                </c:pt>
                <c:pt idx="4377">
                  <c:v>28-07-2017</c:v>
                </c:pt>
                <c:pt idx="4378">
                  <c:v>31-07-2017</c:v>
                </c:pt>
                <c:pt idx="4379">
                  <c:v>01-08-2017</c:v>
                </c:pt>
                <c:pt idx="4380">
                  <c:v>02-08-2017</c:v>
                </c:pt>
                <c:pt idx="4381">
                  <c:v>03-08-2017</c:v>
                </c:pt>
                <c:pt idx="4382">
                  <c:v>04-08-2017</c:v>
                </c:pt>
                <c:pt idx="4383">
                  <c:v>07-08-2017</c:v>
                </c:pt>
                <c:pt idx="4384">
                  <c:v>08-08-2017</c:v>
                </c:pt>
                <c:pt idx="4385">
                  <c:v>09-08-2017</c:v>
                </c:pt>
                <c:pt idx="4386">
                  <c:v>10-08-2017</c:v>
                </c:pt>
                <c:pt idx="4387">
                  <c:v>11-08-2017</c:v>
                </c:pt>
                <c:pt idx="4388">
                  <c:v>14-08-2017</c:v>
                </c:pt>
                <c:pt idx="4389">
                  <c:v>16-08-2017</c:v>
                </c:pt>
                <c:pt idx="4390">
                  <c:v>17-08-2017</c:v>
                </c:pt>
                <c:pt idx="4391">
                  <c:v>18-08-2017</c:v>
                </c:pt>
                <c:pt idx="4392">
                  <c:v>21-08-2017</c:v>
                </c:pt>
                <c:pt idx="4393">
                  <c:v>22-08-2017</c:v>
                </c:pt>
                <c:pt idx="4394">
                  <c:v>23-08-2017</c:v>
                </c:pt>
                <c:pt idx="4395">
                  <c:v>24-08-2017</c:v>
                </c:pt>
                <c:pt idx="4396">
                  <c:v>28-08-2017</c:v>
                </c:pt>
                <c:pt idx="4397">
                  <c:v>29-08-2017</c:v>
                </c:pt>
                <c:pt idx="4398">
                  <c:v>30-08-2017</c:v>
                </c:pt>
                <c:pt idx="4399">
                  <c:v>31-08-2017</c:v>
                </c:pt>
                <c:pt idx="4400">
                  <c:v>01-09-2017</c:v>
                </c:pt>
                <c:pt idx="4401">
                  <c:v>04-09-2017</c:v>
                </c:pt>
                <c:pt idx="4402">
                  <c:v>05-09-2017</c:v>
                </c:pt>
                <c:pt idx="4403">
                  <c:v>06-09-2017</c:v>
                </c:pt>
                <c:pt idx="4404">
                  <c:v>07-09-2017</c:v>
                </c:pt>
                <c:pt idx="4405">
                  <c:v>08-09-2017</c:v>
                </c:pt>
                <c:pt idx="4406">
                  <c:v>11-09-2017</c:v>
                </c:pt>
                <c:pt idx="4407">
                  <c:v>12-09-2017</c:v>
                </c:pt>
                <c:pt idx="4408">
                  <c:v>13-09-2017</c:v>
                </c:pt>
                <c:pt idx="4409">
                  <c:v>14-09-2017</c:v>
                </c:pt>
                <c:pt idx="4410">
                  <c:v>15-09-2017</c:v>
                </c:pt>
                <c:pt idx="4411">
                  <c:v>18-09-2017</c:v>
                </c:pt>
                <c:pt idx="4412">
                  <c:v>19-09-2017</c:v>
                </c:pt>
                <c:pt idx="4413">
                  <c:v>20-09-2017</c:v>
                </c:pt>
                <c:pt idx="4414">
                  <c:v>21-09-2017</c:v>
                </c:pt>
                <c:pt idx="4415">
                  <c:v>22-09-2017</c:v>
                </c:pt>
                <c:pt idx="4416">
                  <c:v>25-09-2017</c:v>
                </c:pt>
                <c:pt idx="4417">
                  <c:v>26-09-2017</c:v>
                </c:pt>
                <c:pt idx="4418">
                  <c:v>27-09-2017</c:v>
                </c:pt>
                <c:pt idx="4419">
                  <c:v>28-09-2017</c:v>
                </c:pt>
                <c:pt idx="4420">
                  <c:v>29-09-2017</c:v>
                </c:pt>
                <c:pt idx="4421">
                  <c:v>03-10-2017</c:v>
                </c:pt>
                <c:pt idx="4422">
                  <c:v>04-10-2017</c:v>
                </c:pt>
                <c:pt idx="4423">
                  <c:v>05-10-2017</c:v>
                </c:pt>
                <c:pt idx="4424">
                  <c:v>06-10-2017</c:v>
                </c:pt>
                <c:pt idx="4425">
                  <c:v>09-10-2017</c:v>
                </c:pt>
                <c:pt idx="4426">
                  <c:v>10-10-2017</c:v>
                </c:pt>
                <c:pt idx="4427">
                  <c:v>11-10-2017</c:v>
                </c:pt>
                <c:pt idx="4428">
                  <c:v>12-10-2017</c:v>
                </c:pt>
                <c:pt idx="4429">
                  <c:v>13-10-2017</c:v>
                </c:pt>
                <c:pt idx="4430">
                  <c:v>16-10-2017</c:v>
                </c:pt>
                <c:pt idx="4431">
                  <c:v>17-10-2017</c:v>
                </c:pt>
                <c:pt idx="4432">
                  <c:v>18-10-2017</c:v>
                </c:pt>
                <c:pt idx="4433">
                  <c:v>19-10-2017</c:v>
                </c:pt>
                <c:pt idx="4434">
                  <c:v>23-10-2017</c:v>
                </c:pt>
                <c:pt idx="4435">
                  <c:v>24-10-2017</c:v>
                </c:pt>
                <c:pt idx="4436">
                  <c:v>25-10-2017</c:v>
                </c:pt>
                <c:pt idx="4437">
                  <c:v>26-10-2017</c:v>
                </c:pt>
                <c:pt idx="4438">
                  <c:v>27-10-2017</c:v>
                </c:pt>
                <c:pt idx="4439">
                  <c:v>30-10-2017</c:v>
                </c:pt>
                <c:pt idx="4440">
                  <c:v>31-10-2017</c:v>
                </c:pt>
                <c:pt idx="4441">
                  <c:v>01-11-2017</c:v>
                </c:pt>
                <c:pt idx="4442">
                  <c:v>02-11-2017</c:v>
                </c:pt>
                <c:pt idx="4443">
                  <c:v>03-11-2017</c:v>
                </c:pt>
                <c:pt idx="4444">
                  <c:v>06-11-2017</c:v>
                </c:pt>
                <c:pt idx="4445">
                  <c:v>07-11-2017</c:v>
                </c:pt>
                <c:pt idx="4446">
                  <c:v>08-11-2017</c:v>
                </c:pt>
                <c:pt idx="4447">
                  <c:v>09-11-2017</c:v>
                </c:pt>
                <c:pt idx="4448">
                  <c:v>10-11-2017</c:v>
                </c:pt>
                <c:pt idx="4449">
                  <c:v>13-11-2017</c:v>
                </c:pt>
                <c:pt idx="4450">
                  <c:v>14-11-2017</c:v>
                </c:pt>
                <c:pt idx="4451">
                  <c:v>15-11-2017</c:v>
                </c:pt>
                <c:pt idx="4452">
                  <c:v>16-11-2017</c:v>
                </c:pt>
                <c:pt idx="4453">
                  <c:v>17-11-2017</c:v>
                </c:pt>
                <c:pt idx="4454">
                  <c:v>20-11-2017</c:v>
                </c:pt>
                <c:pt idx="4455">
                  <c:v>21-11-2017</c:v>
                </c:pt>
                <c:pt idx="4456">
                  <c:v>22-11-2017</c:v>
                </c:pt>
                <c:pt idx="4457">
                  <c:v>23-11-2017</c:v>
                </c:pt>
                <c:pt idx="4458">
                  <c:v>24-11-2017</c:v>
                </c:pt>
                <c:pt idx="4459">
                  <c:v>27-11-2017</c:v>
                </c:pt>
                <c:pt idx="4460">
                  <c:v>28-11-2017</c:v>
                </c:pt>
                <c:pt idx="4461">
                  <c:v>29-11-2017</c:v>
                </c:pt>
                <c:pt idx="4462">
                  <c:v>30-11-2017</c:v>
                </c:pt>
                <c:pt idx="4463">
                  <c:v>01-12-2017</c:v>
                </c:pt>
                <c:pt idx="4464">
                  <c:v>04-12-2017</c:v>
                </c:pt>
                <c:pt idx="4465">
                  <c:v>05-12-2017</c:v>
                </c:pt>
                <c:pt idx="4466">
                  <c:v>06-12-2017</c:v>
                </c:pt>
                <c:pt idx="4467">
                  <c:v>07-12-2017</c:v>
                </c:pt>
                <c:pt idx="4468">
                  <c:v>08-12-2017</c:v>
                </c:pt>
                <c:pt idx="4469">
                  <c:v>11-12-2017</c:v>
                </c:pt>
                <c:pt idx="4470">
                  <c:v>12-12-2017</c:v>
                </c:pt>
                <c:pt idx="4471">
                  <c:v>13-12-2017</c:v>
                </c:pt>
                <c:pt idx="4472">
                  <c:v>14-12-2017</c:v>
                </c:pt>
                <c:pt idx="4473">
                  <c:v>15-12-2017</c:v>
                </c:pt>
                <c:pt idx="4474">
                  <c:v>18-12-2017</c:v>
                </c:pt>
                <c:pt idx="4475">
                  <c:v>19-12-2017</c:v>
                </c:pt>
                <c:pt idx="4476">
                  <c:v>20-12-2017</c:v>
                </c:pt>
                <c:pt idx="4477">
                  <c:v>21-12-2017</c:v>
                </c:pt>
                <c:pt idx="4478">
                  <c:v>22-12-2017</c:v>
                </c:pt>
                <c:pt idx="4479">
                  <c:v>26-12-2017</c:v>
                </c:pt>
                <c:pt idx="4480">
                  <c:v>27-12-2017</c:v>
                </c:pt>
                <c:pt idx="4481">
                  <c:v>28-12-2017</c:v>
                </c:pt>
                <c:pt idx="4482">
                  <c:v>29-12-2017</c:v>
                </c:pt>
                <c:pt idx="4483">
                  <c:v>01-01-2018</c:v>
                </c:pt>
                <c:pt idx="4484">
                  <c:v>02-01-2018</c:v>
                </c:pt>
                <c:pt idx="4485">
                  <c:v>03-01-2018</c:v>
                </c:pt>
                <c:pt idx="4486">
                  <c:v>04-01-2018</c:v>
                </c:pt>
                <c:pt idx="4487">
                  <c:v>05-01-2018</c:v>
                </c:pt>
                <c:pt idx="4488">
                  <c:v>08-01-2018</c:v>
                </c:pt>
                <c:pt idx="4489">
                  <c:v>09-01-2018</c:v>
                </c:pt>
                <c:pt idx="4490">
                  <c:v>10-01-2018</c:v>
                </c:pt>
                <c:pt idx="4491">
                  <c:v>11-01-2018</c:v>
                </c:pt>
                <c:pt idx="4492">
                  <c:v>12-01-2018</c:v>
                </c:pt>
                <c:pt idx="4493">
                  <c:v>15-01-2018</c:v>
                </c:pt>
                <c:pt idx="4494">
                  <c:v>16-01-2018</c:v>
                </c:pt>
                <c:pt idx="4495">
                  <c:v>17-01-2018</c:v>
                </c:pt>
                <c:pt idx="4496">
                  <c:v>18-01-2018</c:v>
                </c:pt>
                <c:pt idx="4497">
                  <c:v>19-01-2018</c:v>
                </c:pt>
                <c:pt idx="4498">
                  <c:v>22-01-2018</c:v>
                </c:pt>
                <c:pt idx="4499">
                  <c:v>23-01-2018</c:v>
                </c:pt>
                <c:pt idx="4500">
                  <c:v>24-01-2018</c:v>
                </c:pt>
                <c:pt idx="4501">
                  <c:v>25-01-2018</c:v>
                </c:pt>
                <c:pt idx="4502">
                  <c:v>29-01-2018</c:v>
                </c:pt>
                <c:pt idx="4503">
                  <c:v>30-01-2018</c:v>
                </c:pt>
                <c:pt idx="4504">
                  <c:v>31-01-2018</c:v>
                </c:pt>
                <c:pt idx="4505">
                  <c:v>01-02-2018</c:v>
                </c:pt>
                <c:pt idx="4506">
                  <c:v>02-02-2018</c:v>
                </c:pt>
                <c:pt idx="4507">
                  <c:v>05-02-2018</c:v>
                </c:pt>
                <c:pt idx="4508">
                  <c:v>06-02-2018</c:v>
                </c:pt>
                <c:pt idx="4509">
                  <c:v>07-02-2018</c:v>
                </c:pt>
                <c:pt idx="4510">
                  <c:v>08-02-2018</c:v>
                </c:pt>
                <c:pt idx="4511">
                  <c:v>09-02-2018</c:v>
                </c:pt>
                <c:pt idx="4512">
                  <c:v>12-02-2018</c:v>
                </c:pt>
                <c:pt idx="4513">
                  <c:v>14-02-2018</c:v>
                </c:pt>
                <c:pt idx="4514">
                  <c:v>15-02-2018</c:v>
                </c:pt>
                <c:pt idx="4515">
                  <c:v>16-02-2018</c:v>
                </c:pt>
                <c:pt idx="4516">
                  <c:v>19-02-2018</c:v>
                </c:pt>
                <c:pt idx="4517">
                  <c:v>20-02-2018</c:v>
                </c:pt>
                <c:pt idx="4518">
                  <c:v>21-02-2018</c:v>
                </c:pt>
                <c:pt idx="4519">
                  <c:v>22-02-2018</c:v>
                </c:pt>
                <c:pt idx="4520">
                  <c:v>23-02-2018</c:v>
                </c:pt>
                <c:pt idx="4521">
                  <c:v>26-02-2018</c:v>
                </c:pt>
                <c:pt idx="4522">
                  <c:v>27-02-2018</c:v>
                </c:pt>
                <c:pt idx="4523">
                  <c:v>28-02-2018</c:v>
                </c:pt>
                <c:pt idx="4524">
                  <c:v>01-03-2018</c:v>
                </c:pt>
                <c:pt idx="4525">
                  <c:v>05-03-2018</c:v>
                </c:pt>
                <c:pt idx="4526">
                  <c:v>06-03-2018</c:v>
                </c:pt>
                <c:pt idx="4527">
                  <c:v>07-03-2018</c:v>
                </c:pt>
                <c:pt idx="4528">
                  <c:v>08-03-2018</c:v>
                </c:pt>
                <c:pt idx="4529">
                  <c:v>09-03-2018</c:v>
                </c:pt>
                <c:pt idx="4530">
                  <c:v>12-03-2018</c:v>
                </c:pt>
                <c:pt idx="4531">
                  <c:v>13-03-2018</c:v>
                </c:pt>
                <c:pt idx="4532">
                  <c:v>14-03-2018</c:v>
                </c:pt>
                <c:pt idx="4533">
                  <c:v>15-03-2018</c:v>
                </c:pt>
                <c:pt idx="4534">
                  <c:v>16-03-2018</c:v>
                </c:pt>
                <c:pt idx="4535">
                  <c:v>19-03-2018</c:v>
                </c:pt>
                <c:pt idx="4536">
                  <c:v>20-03-2018</c:v>
                </c:pt>
                <c:pt idx="4537">
                  <c:v>21-03-2018</c:v>
                </c:pt>
                <c:pt idx="4538">
                  <c:v>22-03-2018</c:v>
                </c:pt>
                <c:pt idx="4539">
                  <c:v>23-03-2018</c:v>
                </c:pt>
                <c:pt idx="4540">
                  <c:v>26-03-2018</c:v>
                </c:pt>
                <c:pt idx="4541">
                  <c:v>27-03-2018</c:v>
                </c:pt>
                <c:pt idx="4542">
                  <c:v>28-03-2018</c:v>
                </c:pt>
                <c:pt idx="4543">
                  <c:v>02-04-2018</c:v>
                </c:pt>
                <c:pt idx="4544">
                  <c:v>03-04-2018</c:v>
                </c:pt>
                <c:pt idx="4545">
                  <c:v>04-04-2018</c:v>
                </c:pt>
                <c:pt idx="4546">
                  <c:v>05-04-2018</c:v>
                </c:pt>
                <c:pt idx="4547">
                  <c:v>06-04-2018</c:v>
                </c:pt>
                <c:pt idx="4548">
                  <c:v>09-04-2018</c:v>
                </c:pt>
                <c:pt idx="4549">
                  <c:v>10-04-2018</c:v>
                </c:pt>
                <c:pt idx="4550">
                  <c:v>11-04-2018</c:v>
                </c:pt>
                <c:pt idx="4551">
                  <c:v>12-04-2018</c:v>
                </c:pt>
                <c:pt idx="4552">
                  <c:v>13-04-2018</c:v>
                </c:pt>
                <c:pt idx="4553">
                  <c:v>16-04-2018</c:v>
                </c:pt>
                <c:pt idx="4554">
                  <c:v>17-04-2018</c:v>
                </c:pt>
                <c:pt idx="4555">
                  <c:v>18-04-2018</c:v>
                </c:pt>
                <c:pt idx="4556">
                  <c:v>19-04-2018</c:v>
                </c:pt>
                <c:pt idx="4557">
                  <c:v>20-04-2018</c:v>
                </c:pt>
                <c:pt idx="4558">
                  <c:v>23-04-2018</c:v>
                </c:pt>
                <c:pt idx="4559">
                  <c:v>24-04-2018</c:v>
                </c:pt>
                <c:pt idx="4560">
                  <c:v>25-04-2018</c:v>
                </c:pt>
                <c:pt idx="4561">
                  <c:v>26-04-2018</c:v>
                </c:pt>
                <c:pt idx="4562">
                  <c:v>27-04-2018</c:v>
                </c:pt>
                <c:pt idx="4563">
                  <c:v>30-04-2018</c:v>
                </c:pt>
                <c:pt idx="4564">
                  <c:v>02-05-2018</c:v>
                </c:pt>
                <c:pt idx="4565">
                  <c:v>03-05-2018</c:v>
                </c:pt>
                <c:pt idx="4566">
                  <c:v>04-05-2018</c:v>
                </c:pt>
                <c:pt idx="4567">
                  <c:v>07-05-2018</c:v>
                </c:pt>
                <c:pt idx="4568">
                  <c:v>08-05-2018</c:v>
                </c:pt>
                <c:pt idx="4569">
                  <c:v>09-05-2018</c:v>
                </c:pt>
                <c:pt idx="4570">
                  <c:v>10-05-2018</c:v>
                </c:pt>
                <c:pt idx="4571">
                  <c:v>11-05-2018</c:v>
                </c:pt>
                <c:pt idx="4572">
                  <c:v>14-05-2018</c:v>
                </c:pt>
                <c:pt idx="4573">
                  <c:v>15-05-2018</c:v>
                </c:pt>
                <c:pt idx="4574">
                  <c:v>16-05-2018</c:v>
                </c:pt>
                <c:pt idx="4575">
                  <c:v>17-05-2018</c:v>
                </c:pt>
                <c:pt idx="4576">
                  <c:v>18-05-2018</c:v>
                </c:pt>
                <c:pt idx="4577">
                  <c:v>21-05-2018</c:v>
                </c:pt>
                <c:pt idx="4578">
                  <c:v>22-05-2018</c:v>
                </c:pt>
                <c:pt idx="4579">
                  <c:v>23-05-2018</c:v>
                </c:pt>
                <c:pt idx="4580">
                  <c:v>24-05-2018</c:v>
                </c:pt>
                <c:pt idx="4581">
                  <c:v>25-05-2018</c:v>
                </c:pt>
                <c:pt idx="4582">
                  <c:v>28-05-2018</c:v>
                </c:pt>
                <c:pt idx="4583">
                  <c:v>29-05-2018</c:v>
                </c:pt>
                <c:pt idx="4584">
                  <c:v>30-05-2018</c:v>
                </c:pt>
                <c:pt idx="4585">
                  <c:v>31-05-2018</c:v>
                </c:pt>
                <c:pt idx="4586">
                  <c:v>01-06-2018</c:v>
                </c:pt>
                <c:pt idx="4587">
                  <c:v>04-06-2018</c:v>
                </c:pt>
                <c:pt idx="4588">
                  <c:v>05-06-2018</c:v>
                </c:pt>
                <c:pt idx="4589">
                  <c:v>06-06-2018</c:v>
                </c:pt>
                <c:pt idx="4590">
                  <c:v>07-06-2018</c:v>
                </c:pt>
                <c:pt idx="4591">
                  <c:v>08-06-2018</c:v>
                </c:pt>
                <c:pt idx="4592">
                  <c:v>11-06-2018</c:v>
                </c:pt>
                <c:pt idx="4593">
                  <c:v>12-06-2018</c:v>
                </c:pt>
                <c:pt idx="4594">
                  <c:v>13-06-2018</c:v>
                </c:pt>
                <c:pt idx="4595">
                  <c:v>14-06-2018</c:v>
                </c:pt>
                <c:pt idx="4596">
                  <c:v>15-06-2018</c:v>
                </c:pt>
                <c:pt idx="4597">
                  <c:v>18-06-2018</c:v>
                </c:pt>
                <c:pt idx="4598">
                  <c:v>19-06-2018</c:v>
                </c:pt>
                <c:pt idx="4599">
                  <c:v>20-06-2018</c:v>
                </c:pt>
                <c:pt idx="4600">
                  <c:v>21-06-2018</c:v>
                </c:pt>
                <c:pt idx="4601">
                  <c:v>22-06-2018</c:v>
                </c:pt>
                <c:pt idx="4602">
                  <c:v>25-06-2018</c:v>
                </c:pt>
                <c:pt idx="4603">
                  <c:v>26-06-2018</c:v>
                </c:pt>
                <c:pt idx="4604">
                  <c:v>27-06-2018</c:v>
                </c:pt>
                <c:pt idx="4605">
                  <c:v>28-06-2018</c:v>
                </c:pt>
                <c:pt idx="4606">
                  <c:v>29-06-2018</c:v>
                </c:pt>
                <c:pt idx="4607">
                  <c:v>02-07-2018</c:v>
                </c:pt>
                <c:pt idx="4608">
                  <c:v>03-07-2018</c:v>
                </c:pt>
                <c:pt idx="4609">
                  <c:v>04-07-2018</c:v>
                </c:pt>
                <c:pt idx="4610">
                  <c:v>05-07-2018</c:v>
                </c:pt>
                <c:pt idx="4611">
                  <c:v>06-07-2018</c:v>
                </c:pt>
                <c:pt idx="4612">
                  <c:v>09-07-2018</c:v>
                </c:pt>
                <c:pt idx="4613">
                  <c:v>10-07-2018</c:v>
                </c:pt>
                <c:pt idx="4614">
                  <c:v>11-07-2018</c:v>
                </c:pt>
                <c:pt idx="4615">
                  <c:v>12-07-2018</c:v>
                </c:pt>
                <c:pt idx="4616">
                  <c:v>13-07-2018</c:v>
                </c:pt>
                <c:pt idx="4617">
                  <c:v>16-07-2018</c:v>
                </c:pt>
                <c:pt idx="4618">
                  <c:v>17-07-2018</c:v>
                </c:pt>
                <c:pt idx="4619">
                  <c:v>18-07-2018</c:v>
                </c:pt>
                <c:pt idx="4620">
                  <c:v>19-07-2018</c:v>
                </c:pt>
                <c:pt idx="4621">
                  <c:v>20-07-2018</c:v>
                </c:pt>
                <c:pt idx="4622">
                  <c:v>23-07-2018</c:v>
                </c:pt>
                <c:pt idx="4623">
                  <c:v>24-07-2018</c:v>
                </c:pt>
                <c:pt idx="4624">
                  <c:v>25-07-2018</c:v>
                </c:pt>
                <c:pt idx="4625">
                  <c:v>26-07-2018</c:v>
                </c:pt>
                <c:pt idx="4626">
                  <c:v>27-07-2018</c:v>
                </c:pt>
                <c:pt idx="4627">
                  <c:v>30-07-2018</c:v>
                </c:pt>
                <c:pt idx="4628">
                  <c:v>31-07-2018</c:v>
                </c:pt>
                <c:pt idx="4629">
                  <c:v>01-08-2018</c:v>
                </c:pt>
                <c:pt idx="4630">
                  <c:v>02-08-2018</c:v>
                </c:pt>
                <c:pt idx="4631">
                  <c:v>03-08-2018</c:v>
                </c:pt>
                <c:pt idx="4632">
                  <c:v>06-08-2018</c:v>
                </c:pt>
                <c:pt idx="4633">
                  <c:v>07-08-2018</c:v>
                </c:pt>
                <c:pt idx="4634">
                  <c:v>08-08-2018</c:v>
                </c:pt>
                <c:pt idx="4635">
                  <c:v>09-08-2018</c:v>
                </c:pt>
                <c:pt idx="4636">
                  <c:v>10-08-2018</c:v>
                </c:pt>
                <c:pt idx="4637">
                  <c:v>13-08-2018</c:v>
                </c:pt>
                <c:pt idx="4638">
                  <c:v>14-08-2018</c:v>
                </c:pt>
                <c:pt idx="4639">
                  <c:v>16-08-2018</c:v>
                </c:pt>
                <c:pt idx="4640">
                  <c:v>17-08-2018</c:v>
                </c:pt>
                <c:pt idx="4641">
                  <c:v>20-08-2018</c:v>
                </c:pt>
                <c:pt idx="4642">
                  <c:v>21-08-2018</c:v>
                </c:pt>
                <c:pt idx="4643">
                  <c:v>23-08-2018</c:v>
                </c:pt>
                <c:pt idx="4644">
                  <c:v>24-08-2018</c:v>
                </c:pt>
                <c:pt idx="4645">
                  <c:v>27-08-2018</c:v>
                </c:pt>
                <c:pt idx="4646">
                  <c:v>28-08-2018</c:v>
                </c:pt>
                <c:pt idx="4647">
                  <c:v>29-08-2018</c:v>
                </c:pt>
                <c:pt idx="4648">
                  <c:v>30-08-2018</c:v>
                </c:pt>
                <c:pt idx="4649">
                  <c:v>31-08-2018</c:v>
                </c:pt>
                <c:pt idx="4650">
                  <c:v>03-09-2018</c:v>
                </c:pt>
                <c:pt idx="4651">
                  <c:v>04-09-2018</c:v>
                </c:pt>
                <c:pt idx="4652">
                  <c:v>05-09-2018</c:v>
                </c:pt>
                <c:pt idx="4653">
                  <c:v>06-09-2018</c:v>
                </c:pt>
                <c:pt idx="4654">
                  <c:v>07-09-2018</c:v>
                </c:pt>
                <c:pt idx="4655">
                  <c:v>10-09-2018</c:v>
                </c:pt>
                <c:pt idx="4656">
                  <c:v>11-09-2018</c:v>
                </c:pt>
                <c:pt idx="4657">
                  <c:v>12-09-2018</c:v>
                </c:pt>
                <c:pt idx="4658">
                  <c:v>14-09-2018</c:v>
                </c:pt>
                <c:pt idx="4659">
                  <c:v>17-09-2018</c:v>
                </c:pt>
                <c:pt idx="4660">
                  <c:v>18-09-2018</c:v>
                </c:pt>
                <c:pt idx="4661">
                  <c:v>19-09-2018</c:v>
                </c:pt>
                <c:pt idx="4662">
                  <c:v>21-09-2018</c:v>
                </c:pt>
                <c:pt idx="4663">
                  <c:v>24-09-2018</c:v>
                </c:pt>
                <c:pt idx="4664">
                  <c:v>25-09-2018</c:v>
                </c:pt>
                <c:pt idx="4665">
                  <c:v>26-09-2018</c:v>
                </c:pt>
                <c:pt idx="4666">
                  <c:v>27-09-2018</c:v>
                </c:pt>
                <c:pt idx="4667">
                  <c:v>28-09-2018</c:v>
                </c:pt>
                <c:pt idx="4668">
                  <c:v>01-10-2018</c:v>
                </c:pt>
                <c:pt idx="4669">
                  <c:v>03-10-2018</c:v>
                </c:pt>
                <c:pt idx="4670">
                  <c:v>04-10-2018</c:v>
                </c:pt>
                <c:pt idx="4671">
                  <c:v>05-10-2018</c:v>
                </c:pt>
                <c:pt idx="4672">
                  <c:v>08-10-2018</c:v>
                </c:pt>
                <c:pt idx="4673">
                  <c:v>09-10-2018</c:v>
                </c:pt>
                <c:pt idx="4674">
                  <c:v>10-10-2018</c:v>
                </c:pt>
                <c:pt idx="4675">
                  <c:v>11-10-2018</c:v>
                </c:pt>
                <c:pt idx="4676">
                  <c:v>12-10-2018</c:v>
                </c:pt>
                <c:pt idx="4677">
                  <c:v>15-10-2018</c:v>
                </c:pt>
                <c:pt idx="4678">
                  <c:v>16-10-2018</c:v>
                </c:pt>
                <c:pt idx="4679">
                  <c:v>17-10-2018</c:v>
                </c:pt>
                <c:pt idx="4680">
                  <c:v>19-10-2018</c:v>
                </c:pt>
                <c:pt idx="4681">
                  <c:v>22-10-2018</c:v>
                </c:pt>
                <c:pt idx="4682">
                  <c:v>23-10-2018</c:v>
                </c:pt>
                <c:pt idx="4683">
                  <c:v>24-10-2018</c:v>
                </c:pt>
                <c:pt idx="4684">
                  <c:v>25-10-2018</c:v>
                </c:pt>
                <c:pt idx="4685">
                  <c:v>26-10-2018</c:v>
                </c:pt>
                <c:pt idx="4686">
                  <c:v>29-10-2018</c:v>
                </c:pt>
                <c:pt idx="4687">
                  <c:v>30-10-2018</c:v>
                </c:pt>
                <c:pt idx="4688">
                  <c:v>31-10-2018</c:v>
                </c:pt>
                <c:pt idx="4689">
                  <c:v>01-11-2018</c:v>
                </c:pt>
                <c:pt idx="4690">
                  <c:v>02-11-2018</c:v>
                </c:pt>
                <c:pt idx="4691">
                  <c:v>05-11-2018</c:v>
                </c:pt>
                <c:pt idx="4692">
                  <c:v>06-11-2018</c:v>
                </c:pt>
                <c:pt idx="4693">
                  <c:v>07-11-2018</c:v>
                </c:pt>
                <c:pt idx="4694">
                  <c:v>09-11-2018</c:v>
                </c:pt>
                <c:pt idx="4695">
                  <c:v>12-11-2018</c:v>
                </c:pt>
                <c:pt idx="4696">
                  <c:v>13-11-2018</c:v>
                </c:pt>
                <c:pt idx="4697">
                  <c:v>14-11-2018</c:v>
                </c:pt>
                <c:pt idx="4698">
                  <c:v>15-11-2018</c:v>
                </c:pt>
                <c:pt idx="4699">
                  <c:v>16-11-2018</c:v>
                </c:pt>
                <c:pt idx="4700">
                  <c:v>19-11-2018</c:v>
                </c:pt>
                <c:pt idx="4701">
                  <c:v>20-11-2018</c:v>
                </c:pt>
                <c:pt idx="4702">
                  <c:v>21-11-2018</c:v>
                </c:pt>
                <c:pt idx="4703">
                  <c:v>22-11-2018</c:v>
                </c:pt>
                <c:pt idx="4704">
                  <c:v>26-11-2018</c:v>
                </c:pt>
                <c:pt idx="4705">
                  <c:v>27-11-2018</c:v>
                </c:pt>
                <c:pt idx="4706">
                  <c:v>28-11-2018</c:v>
                </c:pt>
                <c:pt idx="4707">
                  <c:v>29-11-2018</c:v>
                </c:pt>
                <c:pt idx="4708">
                  <c:v>30-11-2018</c:v>
                </c:pt>
                <c:pt idx="4709">
                  <c:v>03-12-2018</c:v>
                </c:pt>
                <c:pt idx="4710">
                  <c:v>04-12-2018</c:v>
                </c:pt>
                <c:pt idx="4711">
                  <c:v>05-12-2018</c:v>
                </c:pt>
                <c:pt idx="4712">
                  <c:v>06-12-2018</c:v>
                </c:pt>
                <c:pt idx="4713">
                  <c:v>07-12-2018</c:v>
                </c:pt>
                <c:pt idx="4714">
                  <c:v>10-12-2018</c:v>
                </c:pt>
                <c:pt idx="4715">
                  <c:v>11-12-2018</c:v>
                </c:pt>
                <c:pt idx="4716">
                  <c:v>12-12-2018</c:v>
                </c:pt>
                <c:pt idx="4717">
                  <c:v>13-12-2018</c:v>
                </c:pt>
                <c:pt idx="4718">
                  <c:v>14-12-2018</c:v>
                </c:pt>
                <c:pt idx="4719">
                  <c:v>17-12-2018</c:v>
                </c:pt>
                <c:pt idx="4720">
                  <c:v>18-12-2018</c:v>
                </c:pt>
                <c:pt idx="4721">
                  <c:v>19-12-2018</c:v>
                </c:pt>
                <c:pt idx="4722">
                  <c:v>20-12-2018</c:v>
                </c:pt>
                <c:pt idx="4723">
                  <c:v>21-12-2018</c:v>
                </c:pt>
                <c:pt idx="4724">
                  <c:v>24-12-2018</c:v>
                </c:pt>
                <c:pt idx="4725">
                  <c:v>26-12-2018</c:v>
                </c:pt>
                <c:pt idx="4726">
                  <c:v>27-12-2018</c:v>
                </c:pt>
                <c:pt idx="4727">
                  <c:v>28-12-2018</c:v>
                </c:pt>
                <c:pt idx="4728">
                  <c:v>31-12-2018</c:v>
                </c:pt>
                <c:pt idx="4729">
                  <c:v>01-01-2019</c:v>
                </c:pt>
                <c:pt idx="4730">
                  <c:v>02-01-2019</c:v>
                </c:pt>
                <c:pt idx="4731">
                  <c:v>03-01-2019</c:v>
                </c:pt>
                <c:pt idx="4732">
                  <c:v>04-01-2019</c:v>
                </c:pt>
                <c:pt idx="4733">
                  <c:v>07-01-2019</c:v>
                </c:pt>
                <c:pt idx="4734">
                  <c:v>08-01-2019</c:v>
                </c:pt>
                <c:pt idx="4735">
                  <c:v>09-01-2019</c:v>
                </c:pt>
                <c:pt idx="4736">
                  <c:v>10-01-2019</c:v>
                </c:pt>
                <c:pt idx="4737">
                  <c:v>11-01-2019</c:v>
                </c:pt>
                <c:pt idx="4738">
                  <c:v>14-01-2019</c:v>
                </c:pt>
                <c:pt idx="4739">
                  <c:v>15-01-2019</c:v>
                </c:pt>
                <c:pt idx="4740">
                  <c:v>16-01-2019</c:v>
                </c:pt>
                <c:pt idx="4741">
                  <c:v>17-01-2019</c:v>
                </c:pt>
                <c:pt idx="4742">
                  <c:v>18-01-2019</c:v>
                </c:pt>
                <c:pt idx="4743">
                  <c:v>21-01-2019</c:v>
                </c:pt>
                <c:pt idx="4744">
                  <c:v>22-01-2019</c:v>
                </c:pt>
                <c:pt idx="4745">
                  <c:v>23-01-2019</c:v>
                </c:pt>
                <c:pt idx="4746">
                  <c:v>24-01-2019</c:v>
                </c:pt>
                <c:pt idx="4747">
                  <c:v>25-01-2019</c:v>
                </c:pt>
                <c:pt idx="4748">
                  <c:v>28-01-2019</c:v>
                </c:pt>
                <c:pt idx="4749">
                  <c:v>29-01-2019</c:v>
                </c:pt>
                <c:pt idx="4750">
                  <c:v>30-01-2019</c:v>
                </c:pt>
                <c:pt idx="4751">
                  <c:v>31-01-2019</c:v>
                </c:pt>
                <c:pt idx="4752">
                  <c:v>01-02-2019</c:v>
                </c:pt>
                <c:pt idx="4753">
                  <c:v>04-02-2019</c:v>
                </c:pt>
                <c:pt idx="4754">
                  <c:v>05-02-2019</c:v>
                </c:pt>
                <c:pt idx="4755">
                  <c:v>06-02-2019</c:v>
                </c:pt>
                <c:pt idx="4756">
                  <c:v>07-02-2019</c:v>
                </c:pt>
                <c:pt idx="4757">
                  <c:v>08-02-2019</c:v>
                </c:pt>
                <c:pt idx="4758">
                  <c:v>11-02-2019</c:v>
                </c:pt>
                <c:pt idx="4759">
                  <c:v>12-02-2019</c:v>
                </c:pt>
                <c:pt idx="4760">
                  <c:v>13-02-2019</c:v>
                </c:pt>
                <c:pt idx="4761">
                  <c:v>14-02-2019</c:v>
                </c:pt>
                <c:pt idx="4762">
                  <c:v>15-02-2019</c:v>
                </c:pt>
                <c:pt idx="4763">
                  <c:v>18-02-2019</c:v>
                </c:pt>
                <c:pt idx="4764">
                  <c:v>19-02-2019</c:v>
                </c:pt>
                <c:pt idx="4765">
                  <c:v>20-02-2019</c:v>
                </c:pt>
                <c:pt idx="4766">
                  <c:v>21-02-2019</c:v>
                </c:pt>
                <c:pt idx="4767">
                  <c:v>22-02-2019</c:v>
                </c:pt>
                <c:pt idx="4768">
                  <c:v>25-02-2019</c:v>
                </c:pt>
                <c:pt idx="4769">
                  <c:v>26-02-2019</c:v>
                </c:pt>
                <c:pt idx="4770">
                  <c:v>27-02-2019</c:v>
                </c:pt>
                <c:pt idx="4771">
                  <c:v>28-02-2019</c:v>
                </c:pt>
                <c:pt idx="4772">
                  <c:v>01-03-2019</c:v>
                </c:pt>
                <c:pt idx="4773">
                  <c:v>05-03-2019</c:v>
                </c:pt>
                <c:pt idx="4774">
                  <c:v>06-03-2019</c:v>
                </c:pt>
                <c:pt idx="4775">
                  <c:v>07-03-2019</c:v>
                </c:pt>
                <c:pt idx="4776">
                  <c:v>08-03-2019</c:v>
                </c:pt>
                <c:pt idx="4777">
                  <c:v>11-03-2019</c:v>
                </c:pt>
                <c:pt idx="4778">
                  <c:v>12-03-2019</c:v>
                </c:pt>
                <c:pt idx="4779">
                  <c:v>13-03-2019</c:v>
                </c:pt>
                <c:pt idx="4780">
                  <c:v>14-03-2019</c:v>
                </c:pt>
                <c:pt idx="4781">
                  <c:v>15-03-2019</c:v>
                </c:pt>
                <c:pt idx="4782">
                  <c:v>18-03-2019</c:v>
                </c:pt>
                <c:pt idx="4783">
                  <c:v>19-03-2019</c:v>
                </c:pt>
                <c:pt idx="4784">
                  <c:v>20-03-2019</c:v>
                </c:pt>
                <c:pt idx="4785">
                  <c:v>22-03-2019</c:v>
                </c:pt>
                <c:pt idx="4786">
                  <c:v>25-03-2019</c:v>
                </c:pt>
                <c:pt idx="4787">
                  <c:v>26-03-2019</c:v>
                </c:pt>
                <c:pt idx="4788">
                  <c:v>27-03-2019</c:v>
                </c:pt>
                <c:pt idx="4789">
                  <c:v>28-03-2019</c:v>
                </c:pt>
                <c:pt idx="4790">
                  <c:v>29-03-2019</c:v>
                </c:pt>
                <c:pt idx="4791">
                  <c:v>01-04-2019</c:v>
                </c:pt>
                <c:pt idx="4792">
                  <c:v>02-04-2019</c:v>
                </c:pt>
                <c:pt idx="4793">
                  <c:v>03-04-2019</c:v>
                </c:pt>
                <c:pt idx="4794">
                  <c:v>04-04-2019</c:v>
                </c:pt>
                <c:pt idx="4795">
                  <c:v>05-04-2019</c:v>
                </c:pt>
                <c:pt idx="4796">
                  <c:v>08-04-2019</c:v>
                </c:pt>
                <c:pt idx="4797">
                  <c:v>09-04-2019</c:v>
                </c:pt>
                <c:pt idx="4798">
                  <c:v>10-04-2019</c:v>
                </c:pt>
                <c:pt idx="4799">
                  <c:v>11-04-2019</c:v>
                </c:pt>
                <c:pt idx="4800">
                  <c:v>12-04-2019</c:v>
                </c:pt>
                <c:pt idx="4801">
                  <c:v>15-04-2019</c:v>
                </c:pt>
                <c:pt idx="4802">
                  <c:v>16-04-2019</c:v>
                </c:pt>
                <c:pt idx="4803">
                  <c:v>18-04-2019</c:v>
                </c:pt>
                <c:pt idx="4804">
                  <c:v>22-04-2019</c:v>
                </c:pt>
                <c:pt idx="4805">
                  <c:v>23-04-2019</c:v>
                </c:pt>
                <c:pt idx="4806">
                  <c:v>24-04-2019</c:v>
                </c:pt>
                <c:pt idx="4807">
                  <c:v>25-04-2019</c:v>
                </c:pt>
                <c:pt idx="4808">
                  <c:v>26-04-2019</c:v>
                </c:pt>
                <c:pt idx="4809">
                  <c:v>30-04-2019</c:v>
                </c:pt>
                <c:pt idx="4810">
                  <c:v>02-05-2019</c:v>
                </c:pt>
                <c:pt idx="4811">
                  <c:v>03-05-2019</c:v>
                </c:pt>
                <c:pt idx="4812">
                  <c:v>06-05-2019</c:v>
                </c:pt>
                <c:pt idx="4813">
                  <c:v>07-05-2019</c:v>
                </c:pt>
                <c:pt idx="4814">
                  <c:v>08-05-2019</c:v>
                </c:pt>
                <c:pt idx="4815">
                  <c:v>09-05-2019</c:v>
                </c:pt>
                <c:pt idx="4816">
                  <c:v>10-05-2019</c:v>
                </c:pt>
                <c:pt idx="4817">
                  <c:v>13-05-2019</c:v>
                </c:pt>
                <c:pt idx="4818">
                  <c:v>14-05-2019</c:v>
                </c:pt>
                <c:pt idx="4819">
                  <c:v>15-05-2019</c:v>
                </c:pt>
                <c:pt idx="4820">
                  <c:v>16-05-2019</c:v>
                </c:pt>
                <c:pt idx="4821">
                  <c:v>17-05-2019</c:v>
                </c:pt>
                <c:pt idx="4822">
                  <c:v>20-05-2019</c:v>
                </c:pt>
                <c:pt idx="4823">
                  <c:v>21-05-2019</c:v>
                </c:pt>
                <c:pt idx="4824">
                  <c:v>22-05-2019</c:v>
                </c:pt>
                <c:pt idx="4825">
                  <c:v>23-05-2019</c:v>
                </c:pt>
                <c:pt idx="4826">
                  <c:v>24-05-2019</c:v>
                </c:pt>
                <c:pt idx="4827">
                  <c:v>27-05-2019</c:v>
                </c:pt>
                <c:pt idx="4828">
                  <c:v>28-05-2019</c:v>
                </c:pt>
                <c:pt idx="4829">
                  <c:v>29-05-2019</c:v>
                </c:pt>
                <c:pt idx="4830">
                  <c:v>30-05-2019</c:v>
                </c:pt>
                <c:pt idx="4831">
                  <c:v>31-05-2019</c:v>
                </c:pt>
                <c:pt idx="4832">
                  <c:v>03-06-2019</c:v>
                </c:pt>
                <c:pt idx="4833">
                  <c:v>04-06-2019</c:v>
                </c:pt>
                <c:pt idx="4834">
                  <c:v>06-06-2019</c:v>
                </c:pt>
                <c:pt idx="4835">
                  <c:v>07-06-2019</c:v>
                </c:pt>
                <c:pt idx="4836">
                  <c:v>10-06-2019</c:v>
                </c:pt>
                <c:pt idx="4837">
                  <c:v>11-06-2019</c:v>
                </c:pt>
                <c:pt idx="4838">
                  <c:v>12-06-2019</c:v>
                </c:pt>
                <c:pt idx="4839">
                  <c:v>13-06-2019</c:v>
                </c:pt>
                <c:pt idx="4840">
                  <c:v>14-06-2019</c:v>
                </c:pt>
                <c:pt idx="4841">
                  <c:v>17-06-2019</c:v>
                </c:pt>
                <c:pt idx="4842">
                  <c:v>18-06-2019</c:v>
                </c:pt>
                <c:pt idx="4843">
                  <c:v>19-06-2019</c:v>
                </c:pt>
                <c:pt idx="4844">
                  <c:v>20-06-2019</c:v>
                </c:pt>
                <c:pt idx="4845">
                  <c:v>21-06-2019</c:v>
                </c:pt>
                <c:pt idx="4846">
                  <c:v>24-06-2019</c:v>
                </c:pt>
                <c:pt idx="4847">
                  <c:v>25-06-2019</c:v>
                </c:pt>
                <c:pt idx="4848">
                  <c:v>26-06-2019</c:v>
                </c:pt>
                <c:pt idx="4849">
                  <c:v>27-06-2019</c:v>
                </c:pt>
                <c:pt idx="4850">
                  <c:v>28-06-2019</c:v>
                </c:pt>
                <c:pt idx="4851">
                  <c:v>01-07-2019</c:v>
                </c:pt>
                <c:pt idx="4852">
                  <c:v>02-07-2019</c:v>
                </c:pt>
                <c:pt idx="4853">
                  <c:v>03-07-2019</c:v>
                </c:pt>
                <c:pt idx="4854">
                  <c:v>04-07-2019</c:v>
                </c:pt>
                <c:pt idx="4855">
                  <c:v>05-07-2019</c:v>
                </c:pt>
                <c:pt idx="4856">
                  <c:v>08-07-2019</c:v>
                </c:pt>
                <c:pt idx="4857">
                  <c:v>09-07-2019</c:v>
                </c:pt>
                <c:pt idx="4858">
                  <c:v>10-07-2019</c:v>
                </c:pt>
                <c:pt idx="4859">
                  <c:v>11-07-2019</c:v>
                </c:pt>
                <c:pt idx="4860">
                  <c:v>12-07-2019</c:v>
                </c:pt>
                <c:pt idx="4861">
                  <c:v>15-07-2019</c:v>
                </c:pt>
                <c:pt idx="4862">
                  <c:v>16-07-2019</c:v>
                </c:pt>
                <c:pt idx="4863">
                  <c:v>17-07-2019</c:v>
                </c:pt>
                <c:pt idx="4864">
                  <c:v>18-07-2019</c:v>
                </c:pt>
                <c:pt idx="4865">
                  <c:v>19-07-2019</c:v>
                </c:pt>
                <c:pt idx="4866">
                  <c:v>22-07-2019</c:v>
                </c:pt>
                <c:pt idx="4867">
                  <c:v>23-07-2019</c:v>
                </c:pt>
                <c:pt idx="4868">
                  <c:v>24-07-2019</c:v>
                </c:pt>
                <c:pt idx="4869">
                  <c:v>25-07-2019</c:v>
                </c:pt>
                <c:pt idx="4870">
                  <c:v>26-07-2019</c:v>
                </c:pt>
                <c:pt idx="4871">
                  <c:v>29-07-2019</c:v>
                </c:pt>
                <c:pt idx="4872">
                  <c:v>30-07-2019</c:v>
                </c:pt>
                <c:pt idx="4873">
                  <c:v>31-07-2019</c:v>
                </c:pt>
                <c:pt idx="4874">
                  <c:v>01-08-2019</c:v>
                </c:pt>
                <c:pt idx="4875">
                  <c:v>02-08-2019</c:v>
                </c:pt>
                <c:pt idx="4876">
                  <c:v>05-08-2019</c:v>
                </c:pt>
                <c:pt idx="4877">
                  <c:v>06-08-2019</c:v>
                </c:pt>
                <c:pt idx="4878">
                  <c:v>07-08-2019</c:v>
                </c:pt>
                <c:pt idx="4879">
                  <c:v>08-08-2019</c:v>
                </c:pt>
                <c:pt idx="4880">
                  <c:v>09-08-2019</c:v>
                </c:pt>
                <c:pt idx="4881">
                  <c:v>13-08-2019</c:v>
                </c:pt>
                <c:pt idx="4882">
                  <c:v>14-08-2019</c:v>
                </c:pt>
                <c:pt idx="4883">
                  <c:v>16-08-2019</c:v>
                </c:pt>
                <c:pt idx="4884">
                  <c:v>19-08-2019</c:v>
                </c:pt>
                <c:pt idx="4885">
                  <c:v>20-08-2019</c:v>
                </c:pt>
                <c:pt idx="4886">
                  <c:v>21-08-2019</c:v>
                </c:pt>
                <c:pt idx="4887">
                  <c:v>22-08-2019</c:v>
                </c:pt>
                <c:pt idx="4888">
                  <c:v>23-08-2019</c:v>
                </c:pt>
                <c:pt idx="4889">
                  <c:v>26-08-2019</c:v>
                </c:pt>
                <c:pt idx="4890">
                  <c:v>27-08-2019</c:v>
                </c:pt>
                <c:pt idx="4891">
                  <c:v>28-08-2019</c:v>
                </c:pt>
                <c:pt idx="4892">
                  <c:v>29-08-2019</c:v>
                </c:pt>
                <c:pt idx="4893">
                  <c:v>30-08-2019</c:v>
                </c:pt>
                <c:pt idx="4894">
                  <c:v>03-09-2019</c:v>
                </c:pt>
                <c:pt idx="4895">
                  <c:v>04-09-2019</c:v>
                </c:pt>
                <c:pt idx="4896">
                  <c:v>05-09-2019</c:v>
                </c:pt>
                <c:pt idx="4897">
                  <c:v>06-09-2019</c:v>
                </c:pt>
                <c:pt idx="4898">
                  <c:v>09-09-2019</c:v>
                </c:pt>
                <c:pt idx="4899">
                  <c:v>11-09-2019</c:v>
                </c:pt>
                <c:pt idx="4900">
                  <c:v>12-09-2019</c:v>
                </c:pt>
                <c:pt idx="4901">
                  <c:v>13-09-2019</c:v>
                </c:pt>
                <c:pt idx="4902">
                  <c:v>16-09-2019</c:v>
                </c:pt>
                <c:pt idx="4903">
                  <c:v>17-09-2019</c:v>
                </c:pt>
                <c:pt idx="4904">
                  <c:v>18-09-2019</c:v>
                </c:pt>
                <c:pt idx="4905">
                  <c:v>19-09-2019</c:v>
                </c:pt>
                <c:pt idx="4906">
                  <c:v>20-09-2019</c:v>
                </c:pt>
                <c:pt idx="4907">
                  <c:v>23-09-2019</c:v>
                </c:pt>
                <c:pt idx="4908">
                  <c:v>24-09-2019</c:v>
                </c:pt>
                <c:pt idx="4909">
                  <c:v>25-09-2019</c:v>
                </c:pt>
                <c:pt idx="4910">
                  <c:v>26-09-2019</c:v>
                </c:pt>
                <c:pt idx="4911">
                  <c:v>27-09-2019</c:v>
                </c:pt>
                <c:pt idx="4912">
                  <c:v>30-09-2019</c:v>
                </c:pt>
                <c:pt idx="4913">
                  <c:v>01-10-2019</c:v>
                </c:pt>
                <c:pt idx="4914">
                  <c:v>03-10-2019</c:v>
                </c:pt>
                <c:pt idx="4915">
                  <c:v>04-10-2019</c:v>
                </c:pt>
                <c:pt idx="4916">
                  <c:v>07-10-2019</c:v>
                </c:pt>
                <c:pt idx="4917">
                  <c:v>09-10-2019</c:v>
                </c:pt>
                <c:pt idx="4918">
                  <c:v>10-10-2019</c:v>
                </c:pt>
                <c:pt idx="4919">
                  <c:v>11-10-2019</c:v>
                </c:pt>
                <c:pt idx="4920">
                  <c:v>14-10-2019</c:v>
                </c:pt>
                <c:pt idx="4921">
                  <c:v>15-10-2019</c:v>
                </c:pt>
                <c:pt idx="4922">
                  <c:v>16-10-2019</c:v>
                </c:pt>
                <c:pt idx="4923">
                  <c:v>17-10-2019</c:v>
                </c:pt>
                <c:pt idx="4924">
                  <c:v>18-10-2019</c:v>
                </c:pt>
                <c:pt idx="4925">
                  <c:v>22-10-2019</c:v>
                </c:pt>
                <c:pt idx="4926">
                  <c:v>23-10-2019</c:v>
                </c:pt>
                <c:pt idx="4927">
                  <c:v>24-10-2019</c:v>
                </c:pt>
                <c:pt idx="4928">
                  <c:v>25-10-2019</c:v>
                </c:pt>
                <c:pt idx="4929">
                  <c:v>27-10-2019</c:v>
                </c:pt>
                <c:pt idx="4930">
                  <c:v>29-10-2019</c:v>
                </c:pt>
                <c:pt idx="4931">
                  <c:v>30-10-2019</c:v>
                </c:pt>
                <c:pt idx="4932">
                  <c:v>31-10-2019</c:v>
                </c:pt>
                <c:pt idx="4933">
                  <c:v>01-11-2019</c:v>
                </c:pt>
                <c:pt idx="4934">
                  <c:v>04-11-2019</c:v>
                </c:pt>
                <c:pt idx="4935">
                  <c:v>05-11-2019</c:v>
                </c:pt>
                <c:pt idx="4936">
                  <c:v>06-11-2019</c:v>
                </c:pt>
                <c:pt idx="4937">
                  <c:v>07-11-2019</c:v>
                </c:pt>
                <c:pt idx="4938">
                  <c:v>08-11-2019</c:v>
                </c:pt>
                <c:pt idx="4939">
                  <c:v>11-11-2019</c:v>
                </c:pt>
                <c:pt idx="4940">
                  <c:v>13-11-2019</c:v>
                </c:pt>
                <c:pt idx="4941">
                  <c:v>14-11-2019</c:v>
                </c:pt>
                <c:pt idx="4942">
                  <c:v>15-11-2019</c:v>
                </c:pt>
                <c:pt idx="4943">
                  <c:v>18-11-2019</c:v>
                </c:pt>
                <c:pt idx="4944">
                  <c:v>19-11-2019</c:v>
                </c:pt>
                <c:pt idx="4945">
                  <c:v>20-11-2019</c:v>
                </c:pt>
                <c:pt idx="4946">
                  <c:v>21-11-2019</c:v>
                </c:pt>
                <c:pt idx="4947">
                  <c:v>22-11-2019</c:v>
                </c:pt>
                <c:pt idx="4948">
                  <c:v>25-11-2019</c:v>
                </c:pt>
                <c:pt idx="4949">
                  <c:v>26-11-2019</c:v>
                </c:pt>
                <c:pt idx="4950">
                  <c:v>27-11-2019</c:v>
                </c:pt>
                <c:pt idx="4951">
                  <c:v>28-11-2019</c:v>
                </c:pt>
                <c:pt idx="4952">
                  <c:v>29-11-2019</c:v>
                </c:pt>
                <c:pt idx="4953">
                  <c:v>02-12-2019</c:v>
                </c:pt>
                <c:pt idx="4954">
                  <c:v>03-12-2019</c:v>
                </c:pt>
                <c:pt idx="4955">
                  <c:v>04-12-2019</c:v>
                </c:pt>
                <c:pt idx="4956">
                  <c:v>05-12-2019</c:v>
                </c:pt>
                <c:pt idx="4957">
                  <c:v>06-12-2019</c:v>
                </c:pt>
                <c:pt idx="4958">
                  <c:v>09-12-2019</c:v>
                </c:pt>
                <c:pt idx="4959">
                  <c:v>10-12-2019</c:v>
                </c:pt>
                <c:pt idx="4960">
                  <c:v>11-12-2019</c:v>
                </c:pt>
                <c:pt idx="4961">
                  <c:v>12-12-2019</c:v>
                </c:pt>
                <c:pt idx="4962">
                  <c:v>13-12-2019</c:v>
                </c:pt>
                <c:pt idx="4963">
                  <c:v>16-12-2019</c:v>
                </c:pt>
                <c:pt idx="4964">
                  <c:v>17-12-2019</c:v>
                </c:pt>
                <c:pt idx="4965">
                  <c:v>18-12-2019</c:v>
                </c:pt>
                <c:pt idx="4966">
                  <c:v>19-12-2019</c:v>
                </c:pt>
                <c:pt idx="4967">
                  <c:v>20-12-2019</c:v>
                </c:pt>
                <c:pt idx="4968">
                  <c:v>23-12-2019</c:v>
                </c:pt>
                <c:pt idx="4969">
                  <c:v>24-12-2019</c:v>
                </c:pt>
                <c:pt idx="4970">
                  <c:v>26-12-2019</c:v>
                </c:pt>
                <c:pt idx="4971">
                  <c:v>27-12-2019</c:v>
                </c:pt>
                <c:pt idx="4972">
                  <c:v>30-12-2019</c:v>
                </c:pt>
                <c:pt idx="4973">
                  <c:v>31-12-2019</c:v>
                </c:pt>
                <c:pt idx="4974">
                  <c:v>01-01-2020</c:v>
                </c:pt>
                <c:pt idx="4975">
                  <c:v>02-01-2020</c:v>
                </c:pt>
                <c:pt idx="4976">
                  <c:v>03-01-2020</c:v>
                </c:pt>
                <c:pt idx="4977">
                  <c:v>06-01-2020</c:v>
                </c:pt>
                <c:pt idx="4978">
                  <c:v>07-01-2020</c:v>
                </c:pt>
                <c:pt idx="4979">
                  <c:v>08-01-2020</c:v>
                </c:pt>
                <c:pt idx="4980">
                  <c:v>09-01-2020</c:v>
                </c:pt>
                <c:pt idx="4981">
                  <c:v>10-01-2020</c:v>
                </c:pt>
                <c:pt idx="4982">
                  <c:v>13-01-2020</c:v>
                </c:pt>
                <c:pt idx="4983">
                  <c:v>14-01-2020</c:v>
                </c:pt>
                <c:pt idx="4984">
                  <c:v>15-01-2020</c:v>
                </c:pt>
                <c:pt idx="4985">
                  <c:v>16-01-2020</c:v>
                </c:pt>
                <c:pt idx="4986">
                  <c:v>17-01-2020</c:v>
                </c:pt>
                <c:pt idx="4987">
                  <c:v>20-01-2020</c:v>
                </c:pt>
                <c:pt idx="4988">
                  <c:v>21-01-2020</c:v>
                </c:pt>
                <c:pt idx="4989">
                  <c:v>22-01-2020</c:v>
                </c:pt>
                <c:pt idx="4990">
                  <c:v>23-01-2020</c:v>
                </c:pt>
                <c:pt idx="4991">
                  <c:v>24-01-2020</c:v>
                </c:pt>
                <c:pt idx="4992">
                  <c:v>27-01-2020</c:v>
                </c:pt>
                <c:pt idx="4993">
                  <c:v>28-01-2020</c:v>
                </c:pt>
                <c:pt idx="4994">
                  <c:v>29-01-2020</c:v>
                </c:pt>
                <c:pt idx="4995">
                  <c:v>30-01-2020</c:v>
                </c:pt>
                <c:pt idx="4996">
                  <c:v>31-01-2020</c:v>
                </c:pt>
                <c:pt idx="4997">
                  <c:v>01-02-2020</c:v>
                </c:pt>
                <c:pt idx="4998">
                  <c:v>03-02-2020</c:v>
                </c:pt>
                <c:pt idx="4999">
                  <c:v>04-02-2020</c:v>
                </c:pt>
                <c:pt idx="5000">
                  <c:v>05-02-2020</c:v>
                </c:pt>
                <c:pt idx="5001">
                  <c:v>06-02-2020</c:v>
                </c:pt>
                <c:pt idx="5002">
                  <c:v>07-02-2020</c:v>
                </c:pt>
                <c:pt idx="5003">
                  <c:v>10-02-2020</c:v>
                </c:pt>
                <c:pt idx="5004">
                  <c:v>11-02-2020</c:v>
                </c:pt>
                <c:pt idx="5005">
                  <c:v>12-02-2020</c:v>
                </c:pt>
                <c:pt idx="5006">
                  <c:v>13-02-2020</c:v>
                </c:pt>
                <c:pt idx="5007">
                  <c:v>14-02-2020</c:v>
                </c:pt>
                <c:pt idx="5008">
                  <c:v>17-02-2020</c:v>
                </c:pt>
                <c:pt idx="5009">
                  <c:v>18-02-2020</c:v>
                </c:pt>
                <c:pt idx="5010">
                  <c:v>19-02-2020</c:v>
                </c:pt>
                <c:pt idx="5011">
                  <c:v>20-02-2020</c:v>
                </c:pt>
                <c:pt idx="5012">
                  <c:v>24-02-2020</c:v>
                </c:pt>
                <c:pt idx="5013">
                  <c:v>25-02-2020</c:v>
                </c:pt>
                <c:pt idx="5014">
                  <c:v>26-02-2020</c:v>
                </c:pt>
                <c:pt idx="5015">
                  <c:v>27-02-2020</c:v>
                </c:pt>
                <c:pt idx="5016">
                  <c:v>28-02-2020</c:v>
                </c:pt>
                <c:pt idx="5017">
                  <c:v>02-03-2020</c:v>
                </c:pt>
                <c:pt idx="5018">
                  <c:v>03-03-2020</c:v>
                </c:pt>
                <c:pt idx="5019">
                  <c:v>04-03-2020</c:v>
                </c:pt>
                <c:pt idx="5020">
                  <c:v>05-03-2020</c:v>
                </c:pt>
                <c:pt idx="5021">
                  <c:v>06-03-2020</c:v>
                </c:pt>
                <c:pt idx="5022">
                  <c:v>09-03-2020</c:v>
                </c:pt>
                <c:pt idx="5023">
                  <c:v>11-03-2020</c:v>
                </c:pt>
                <c:pt idx="5024">
                  <c:v>12-03-2020</c:v>
                </c:pt>
                <c:pt idx="5025">
                  <c:v>13-03-2020</c:v>
                </c:pt>
                <c:pt idx="5026">
                  <c:v>16-03-2020</c:v>
                </c:pt>
                <c:pt idx="5027">
                  <c:v>17-03-2020</c:v>
                </c:pt>
                <c:pt idx="5028">
                  <c:v>18-03-2020</c:v>
                </c:pt>
                <c:pt idx="5029">
                  <c:v>19-03-2020</c:v>
                </c:pt>
                <c:pt idx="5030">
                  <c:v>20-03-2020</c:v>
                </c:pt>
                <c:pt idx="5031">
                  <c:v>23-03-2020</c:v>
                </c:pt>
                <c:pt idx="5032">
                  <c:v>24-03-2020</c:v>
                </c:pt>
                <c:pt idx="5033">
                  <c:v>25-03-2020</c:v>
                </c:pt>
                <c:pt idx="5034">
                  <c:v>26-03-2020</c:v>
                </c:pt>
                <c:pt idx="5035">
                  <c:v>27-03-2020</c:v>
                </c:pt>
                <c:pt idx="5036">
                  <c:v>30-03-2020</c:v>
                </c:pt>
                <c:pt idx="5037">
                  <c:v>31-03-2020</c:v>
                </c:pt>
                <c:pt idx="5038">
                  <c:v>01-04-2020</c:v>
                </c:pt>
                <c:pt idx="5039">
                  <c:v>03-04-2020</c:v>
                </c:pt>
                <c:pt idx="5040">
                  <c:v>07-04-2020</c:v>
                </c:pt>
                <c:pt idx="5041">
                  <c:v>08-04-2020</c:v>
                </c:pt>
                <c:pt idx="5042">
                  <c:v>09-04-2020</c:v>
                </c:pt>
                <c:pt idx="5043">
                  <c:v>13-04-2020</c:v>
                </c:pt>
                <c:pt idx="5044">
                  <c:v>15-04-2020</c:v>
                </c:pt>
                <c:pt idx="5045">
                  <c:v>16-04-2020</c:v>
                </c:pt>
                <c:pt idx="5046">
                  <c:v>17-04-2020</c:v>
                </c:pt>
                <c:pt idx="5047">
                  <c:v>20-04-2020</c:v>
                </c:pt>
                <c:pt idx="5048">
                  <c:v>21-04-2020</c:v>
                </c:pt>
                <c:pt idx="5049">
                  <c:v>22-04-2020</c:v>
                </c:pt>
                <c:pt idx="5050">
                  <c:v>23-04-2020</c:v>
                </c:pt>
                <c:pt idx="5051">
                  <c:v>24-04-2020</c:v>
                </c:pt>
                <c:pt idx="5052">
                  <c:v>27-04-2020</c:v>
                </c:pt>
                <c:pt idx="5053">
                  <c:v>28-04-2020</c:v>
                </c:pt>
                <c:pt idx="5054">
                  <c:v>29-04-2020</c:v>
                </c:pt>
                <c:pt idx="5055">
                  <c:v>30-04-2020</c:v>
                </c:pt>
                <c:pt idx="5056">
                  <c:v>04-05-2020</c:v>
                </c:pt>
                <c:pt idx="5057">
                  <c:v>05-05-2020</c:v>
                </c:pt>
                <c:pt idx="5058">
                  <c:v>06-05-2020</c:v>
                </c:pt>
                <c:pt idx="5059">
                  <c:v>07-05-2020</c:v>
                </c:pt>
                <c:pt idx="5060">
                  <c:v>08-05-2020</c:v>
                </c:pt>
                <c:pt idx="5061">
                  <c:v>11-05-2020</c:v>
                </c:pt>
                <c:pt idx="5062">
                  <c:v>12-05-2020</c:v>
                </c:pt>
                <c:pt idx="5063">
                  <c:v>13-05-2020</c:v>
                </c:pt>
                <c:pt idx="5064">
                  <c:v>14-05-2020</c:v>
                </c:pt>
                <c:pt idx="5065">
                  <c:v>15-05-2020</c:v>
                </c:pt>
                <c:pt idx="5066">
                  <c:v>18-05-2020</c:v>
                </c:pt>
                <c:pt idx="5067">
                  <c:v>19-05-2020</c:v>
                </c:pt>
                <c:pt idx="5068">
                  <c:v>20-05-2020</c:v>
                </c:pt>
                <c:pt idx="5069">
                  <c:v>21-05-2020</c:v>
                </c:pt>
                <c:pt idx="5070">
                  <c:v>22-05-2020</c:v>
                </c:pt>
                <c:pt idx="5071">
                  <c:v>26-05-2020</c:v>
                </c:pt>
                <c:pt idx="5072">
                  <c:v>27-05-2020</c:v>
                </c:pt>
                <c:pt idx="5073">
                  <c:v>28-05-2020</c:v>
                </c:pt>
                <c:pt idx="5074">
                  <c:v>29-05-2020</c:v>
                </c:pt>
                <c:pt idx="5075">
                  <c:v>01-06-2020</c:v>
                </c:pt>
                <c:pt idx="5076">
                  <c:v>02-06-2020</c:v>
                </c:pt>
                <c:pt idx="5077">
                  <c:v>03-06-2020</c:v>
                </c:pt>
                <c:pt idx="5078">
                  <c:v>04-06-2020</c:v>
                </c:pt>
                <c:pt idx="5079">
                  <c:v>05-06-2020</c:v>
                </c:pt>
                <c:pt idx="5080">
                  <c:v>08-06-2020</c:v>
                </c:pt>
                <c:pt idx="5081">
                  <c:v>09-06-2020</c:v>
                </c:pt>
                <c:pt idx="5082">
                  <c:v>10-06-2020</c:v>
                </c:pt>
                <c:pt idx="5083">
                  <c:v>11-06-2020</c:v>
                </c:pt>
                <c:pt idx="5084">
                  <c:v>12-06-2020</c:v>
                </c:pt>
                <c:pt idx="5085">
                  <c:v>15-06-2020</c:v>
                </c:pt>
                <c:pt idx="5086">
                  <c:v>16-06-2020</c:v>
                </c:pt>
                <c:pt idx="5087">
                  <c:v>17-06-2020</c:v>
                </c:pt>
                <c:pt idx="5088">
                  <c:v>18-06-2020</c:v>
                </c:pt>
                <c:pt idx="5089">
                  <c:v>19-06-2020</c:v>
                </c:pt>
                <c:pt idx="5090">
                  <c:v>22-06-2020</c:v>
                </c:pt>
                <c:pt idx="5091">
                  <c:v>23-06-2020</c:v>
                </c:pt>
                <c:pt idx="5092">
                  <c:v>24-06-2020</c:v>
                </c:pt>
                <c:pt idx="5093">
                  <c:v>25-06-2020</c:v>
                </c:pt>
                <c:pt idx="5094">
                  <c:v>26-06-2020</c:v>
                </c:pt>
                <c:pt idx="5095">
                  <c:v>29-06-2020</c:v>
                </c:pt>
                <c:pt idx="5096">
                  <c:v>30-06-2020</c:v>
                </c:pt>
                <c:pt idx="5097">
                  <c:v>01-07-2020</c:v>
                </c:pt>
                <c:pt idx="5098">
                  <c:v>02-07-2020</c:v>
                </c:pt>
                <c:pt idx="5099">
                  <c:v>03-07-2020</c:v>
                </c:pt>
                <c:pt idx="5100">
                  <c:v>06-07-2020</c:v>
                </c:pt>
                <c:pt idx="5101">
                  <c:v>07-07-2020</c:v>
                </c:pt>
                <c:pt idx="5102">
                  <c:v>08-07-2020</c:v>
                </c:pt>
                <c:pt idx="5103">
                  <c:v>09-07-2020</c:v>
                </c:pt>
                <c:pt idx="5104">
                  <c:v>10-07-2020</c:v>
                </c:pt>
                <c:pt idx="5105">
                  <c:v>13-07-2020</c:v>
                </c:pt>
                <c:pt idx="5106">
                  <c:v>14-07-2020</c:v>
                </c:pt>
                <c:pt idx="5107">
                  <c:v>15-07-2020</c:v>
                </c:pt>
                <c:pt idx="5108">
                  <c:v>16-07-2020</c:v>
                </c:pt>
                <c:pt idx="5109">
                  <c:v>17-07-2020</c:v>
                </c:pt>
                <c:pt idx="5110">
                  <c:v>20-07-2020</c:v>
                </c:pt>
                <c:pt idx="5111">
                  <c:v>21-07-2020</c:v>
                </c:pt>
                <c:pt idx="5112">
                  <c:v>22-07-2020</c:v>
                </c:pt>
                <c:pt idx="5113">
                  <c:v>23-07-2020</c:v>
                </c:pt>
                <c:pt idx="5114">
                  <c:v>24-07-2020</c:v>
                </c:pt>
                <c:pt idx="5115">
                  <c:v>27-07-2020</c:v>
                </c:pt>
                <c:pt idx="5116">
                  <c:v>28-07-2020</c:v>
                </c:pt>
                <c:pt idx="5117">
                  <c:v>29-07-2020</c:v>
                </c:pt>
                <c:pt idx="5118">
                  <c:v>30-07-2020</c:v>
                </c:pt>
                <c:pt idx="5119">
                  <c:v>31-07-2020</c:v>
                </c:pt>
                <c:pt idx="5120">
                  <c:v>03-08-2020</c:v>
                </c:pt>
                <c:pt idx="5121">
                  <c:v>04-08-2020</c:v>
                </c:pt>
                <c:pt idx="5122">
                  <c:v>05-08-2020</c:v>
                </c:pt>
                <c:pt idx="5123">
                  <c:v>06-08-2020</c:v>
                </c:pt>
                <c:pt idx="5124">
                  <c:v>07-08-2020</c:v>
                </c:pt>
                <c:pt idx="5125">
                  <c:v>10-08-2020</c:v>
                </c:pt>
                <c:pt idx="5126">
                  <c:v>11-08-2020</c:v>
                </c:pt>
                <c:pt idx="5127">
                  <c:v>12-08-2020</c:v>
                </c:pt>
                <c:pt idx="5128">
                  <c:v>13-08-2020</c:v>
                </c:pt>
                <c:pt idx="5129">
                  <c:v>14-08-2020</c:v>
                </c:pt>
                <c:pt idx="5130">
                  <c:v>17-08-2020</c:v>
                </c:pt>
                <c:pt idx="5131">
                  <c:v>18-08-2020</c:v>
                </c:pt>
                <c:pt idx="5132">
                  <c:v>19-08-2020</c:v>
                </c:pt>
                <c:pt idx="5133">
                  <c:v>20-08-2020</c:v>
                </c:pt>
                <c:pt idx="5134">
                  <c:v>21-08-2020</c:v>
                </c:pt>
                <c:pt idx="5135">
                  <c:v>24-08-2020</c:v>
                </c:pt>
                <c:pt idx="5136">
                  <c:v>25-08-2020</c:v>
                </c:pt>
                <c:pt idx="5137">
                  <c:v>26-08-2020</c:v>
                </c:pt>
                <c:pt idx="5138">
                  <c:v>27-08-2020</c:v>
                </c:pt>
                <c:pt idx="5139">
                  <c:v>28-08-2020</c:v>
                </c:pt>
                <c:pt idx="5140">
                  <c:v>31-08-2020</c:v>
                </c:pt>
                <c:pt idx="5141">
                  <c:v>01-09-2020</c:v>
                </c:pt>
                <c:pt idx="5142">
                  <c:v>02-09-2020</c:v>
                </c:pt>
                <c:pt idx="5143">
                  <c:v>03-09-2020</c:v>
                </c:pt>
                <c:pt idx="5144">
                  <c:v>04-09-2020</c:v>
                </c:pt>
                <c:pt idx="5145">
                  <c:v>07-09-2020</c:v>
                </c:pt>
                <c:pt idx="5146">
                  <c:v>08-09-2020</c:v>
                </c:pt>
                <c:pt idx="5147">
                  <c:v>09-09-2020</c:v>
                </c:pt>
                <c:pt idx="5148">
                  <c:v>10-09-2020</c:v>
                </c:pt>
                <c:pt idx="5149">
                  <c:v>11-09-2020</c:v>
                </c:pt>
                <c:pt idx="5150">
                  <c:v>14-09-2020</c:v>
                </c:pt>
                <c:pt idx="5151">
                  <c:v>15-09-2020</c:v>
                </c:pt>
                <c:pt idx="5152">
                  <c:v>16-09-2020</c:v>
                </c:pt>
                <c:pt idx="5153">
                  <c:v>17-09-2020</c:v>
                </c:pt>
                <c:pt idx="5154">
                  <c:v>18-09-2020</c:v>
                </c:pt>
                <c:pt idx="5155">
                  <c:v>21-09-2020</c:v>
                </c:pt>
                <c:pt idx="5156">
                  <c:v>22-09-2020</c:v>
                </c:pt>
                <c:pt idx="5157">
                  <c:v>23-09-2020</c:v>
                </c:pt>
                <c:pt idx="5158">
                  <c:v>24-09-2020</c:v>
                </c:pt>
                <c:pt idx="5159">
                  <c:v>25-09-2020</c:v>
                </c:pt>
                <c:pt idx="5160">
                  <c:v>28-09-2020</c:v>
                </c:pt>
                <c:pt idx="5161">
                  <c:v>29-09-2020</c:v>
                </c:pt>
                <c:pt idx="5162">
                  <c:v>30-09-2020</c:v>
                </c:pt>
                <c:pt idx="5163">
                  <c:v>01-10-2020</c:v>
                </c:pt>
                <c:pt idx="5164">
                  <c:v>05-10-2020</c:v>
                </c:pt>
                <c:pt idx="5165">
                  <c:v>06-10-2020</c:v>
                </c:pt>
                <c:pt idx="5166">
                  <c:v>07-10-2020</c:v>
                </c:pt>
                <c:pt idx="5167">
                  <c:v>08-10-2020</c:v>
                </c:pt>
                <c:pt idx="5168">
                  <c:v>09-10-2020</c:v>
                </c:pt>
                <c:pt idx="5169">
                  <c:v>12-10-2020</c:v>
                </c:pt>
                <c:pt idx="5170">
                  <c:v>13-10-2020</c:v>
                </c:pt>
                <c:pt idx="5171">
                  <c:v>14-10-2020</c:v>
                </c:pt>
                <c:pt idx="5172">
                  <c:v>15-10-2020</c:v>
                </c:pt>
                <c:pt idx="5173">
                  <c:v>16-10-2020</c:v>
                </c:pt>
                <c:pt idx="5174">
                  <c:v>19-10-2020</c:v>
                </c:pt>
                <c:pt idx="5175">
                  <c:v>20-10-2020</c:v>
                </c:pt>
                <c:pt idx="5176">
                  <c:v>21-10-2020</c:v>
                </c:pt>
                <c:pt idx="5177">
                  <c:v>22-10-2020</c:v>
                </c:pt>
                <c:pt idx="5178">
                  <c:v>23-10-2020</c:v>
                </c:pt>
                <c:pt idx="5179">
                  <c:v>26-10-2020</c:v>
                </c:pt>
                <c:pt idx="5180">
                  <c:v>27-10-2020</c:v>
                </c:pt>
                <c:pt idx="5181">
                  <c:v>28-10-2020</c:v>
                </c:pt>
                <c:pt idx="5182">
                  <c:v>29-10-2020</c:v>
                </c:pt>
                <c:pt idx="5183">
                  <c:v>30-10-2020</c:v>
                </c:pt>
                <c:pt idx="5184">
                  <c:v>02-11-2020</c:v>
                </c:pt>
                <c:pt idx="5185">
                  <c:v>03-11-2020</c:v>
                </c:pt>
                <c:pt idx="5186">
                  <c:v>04-11-2020</c:v>
                </c:pt>
                <c:pt idx="5187">
                  <c:v>05-11-2020</c:v>
                </c:pt>
                <c:pt idx="5188">
                  <c:v>06-11-2020</c:v>
                </c:pt>
                <c:pt idx="5189">
                  <c:v>09-11-2020</c:v>
                </c:pt>
                <c:pt idx="5190">
                  <c:v>10-11-2020</c:v>
                </c:pt>
                <c:pt idx="5191">
                  <c:v>11-11-2020</c:v>
                </c:pt>
                <c:pt idx="5192">
                  <c:v>12-11-2020</c:v>
                </c:pt>
                <c:pt idx="5193">
                  <c:v>13-11-2020</c:v>
                </c:pt>
                <c:pt idx="5194">
                  <c:v>14-11-2020</c:v>
                </c:pt>
                <c:pt idx="5195">
                  <c:v>17-11-2020</c:v>
                </c:pt>
                <c:pt idx="5196">
                  <c:v>18-11-2020</c:v>
                </c:pt>
                <c:pt idx="5197">
                  <c:v>19-11-2020</c:v>
                </c:pt>
                <c:pt idx="5198">
                  <c:v>20-11-2020</c:v>
                </c:pt>
                <c:pt idx="5199">
                  <c:v>23-11-2020</c:v>
                </c:pt>
                <c:pt idx="5200">
                  <c:v>24-11-2020</c:v>
                </c:pt>
                <c:pt idx="5201">
                  <c:v>25-11-2020</c:v>
                </c:pt>
                <c:pt idx="5202">
                  <c:v>26-11-2020</c:v>
                </c:pt>
                <c:pt idx="5203">
                  <c:v>27-11-2020</c:v>
                </c:pt>
                <c:pt idx="5204">
                  <c:v>01-12-2020</c:v>
                </c:pt>
                <c:pt idx="5205">
                  <c:v>02-12-2020</c:v>
                </c:pt>
                <c:pt idx="5206">
                  <c:v>03-12-2020</c:v>
                </c:pt>
                <c:pt idx="5207">
                  <c:v>04-12-2020</c:v>
                </c:pt>
                <c:pt idx="5208">
                  <c:v>07-12-2020</c:v>
                </c:pt>
                <c:pt idx="5209">
                  <c:v>08-12-2020</c:v>
                </c:pt>
                <c:pt idx="5210">
                  <c:v>09-12-2020</c:v>
                </c:pt>
                <c:pt idx="5211">
                  <c:v>10-12-2020</c:v>
                </c:pt>
                <c:pt idx="5212">
                  <c:v>11-12-2020</c:v>
                </c:pt>
                <c:pt idx="5213">
                  <c:v>14-12-2020</c:v>
                </c:pt>
                <c:pt idx="5214">
                  <c:v>15-12-2020</c:v>
                </c:pt>
                <c:pt idx="5215">
                  <c:v>16-12-2020</c:v>
                </c:pt>
                <c:pt idx="5216">
                  <c:v>17-12-2020</c:v>
                </c:pt>
                <c:pt idx="5217">
                  <c:v>18-12-2020</c:v>
                </c:pt>
                <c:pt idx="5218">
                  <c:v>21-12-2020</c:v>
                </c:pt>
                <c:pt idx="5219">
                  <c:v>22-12-2020</c:v>
                </c:pt>
                <c:pt idx="5220">
                  <c:v>23-12-2020</c:v>
                </c:pt>
                <c:pt idx="5221">
                  <c:v>24-12-2020</c:v>
                </c:pt>
                <c:pt idx="5222">
                  <c:v>28-12-2020</c:v>
                </c:pt>
                <c:pt idx="5223">
                  <c:v>29-12-2020</c:v>
                </c:pt>
                <c:pt idx="5224">
                  <c:v>30-12-2020</c:v>
                </c:pt>
                <c:pt idx="5225">
                  <c:v>31-12-2020</c:v>
                </c:pt>
                <c:pt idx="5226">
                  <c:v>01-01-2021</c:v>
                </c:pt>
                <c:pt idx="5227">
                  <c:v>04-01-2021</c:v>
                </c:pt>
                <c:pt idx="5228">
                  <c:v>05-01-2021</c:v>
                </c:pt>
                <c:pt idx="5229">
                  <c:v>06-01-2021</c:v>
                </c:pt>
                <c:pt idx="5230">
                  <c:v>07-01-2021</c:v>
                </c:pt>
                <c:pt idx="5231">
                  <c:v>08-01-2021</c:v>
                </c:pt>
                <c:pt idx="5232">
                  <c:v>11-01-2021</c:v>
                </c:pt>
                <c:pt idx="5233">
                  <c:v>12-01-2021</c:v>
                </c:pt>
                <c:pt idx="5234">
                  <c:v>13-01-2021</c:v>
                </c:pt>
                <c:pt idx="5235">
                  <c:v>14-01-2021</c:v>
                </c:pt>
                <c:pt idx="5236">
                  <c:v>15-01-2021</c:v>
                </c:pt>
                <c:pt idx="5237">
                  <c:v>18-01-2021</c:v>
                </c:pt>
                <c:pt idx="5238">
                  <c:v>19-01-2021</c:v>
                </c:pt>
                <c:pt idx="5239">
                  <c:v>20-01-2021</c:v>
                </c:pt>
                <c:pt idx="5240">
                  <c:v>21-01-2021</c:v>
                </c:pt>
                <c:pt idx="5241">
                  <c:v>22-01-2021</c:v>
                </c:pt>
                <c:pt idx="5242">
                  <c:v>25-01-2021</c:v>
                </c:pt>
                <c:pt idx="5243">
                  <c:v>27-01-2021</c:v>
                </c:pt>
                <c:pt idx="5244">
                  <c:v>28-01-2021</c:v>
                </c:pt>
                <c:pt idx="5245">
                  <c:v>29-01-2021</c:v>
                </c:pt>
                <c:pt idx="5246">
                  <c:v>01-02-2021</c:v>
                </c:pt>
                <c:pt idx="5247">
                  <c:v>02-02-2021</c:v>
                </c:pt>
                <c:pt idx="5248">
                  <c:v>03-02-2021</c:v>
                </c:pt>
                <c:pt idx="5249">
                  <c:v>04-02-2021</c:v>
                </c:pt>
                <c:pt idx="5250">
                  <c:v>05-02-2021</c:v>
                </c:pt>
                <c:pt idx="5251">
                  <c:v>08-02-2021</c:v>
                </c:pt>
                <c:pt idx="5252">
                  <c:v>09-02-2021</c:v>
                </c:pt>
                <c:pt idx="5253">
                  <c:v>10-02-2021</c:v>
                </c:pt>
                <c:pt idx="5254">
                  <c:v>11-02-2021</c:v>
                </c:pt>
                <c:pt idx="5255">
                  <c:v>12-02-2021</c:v>
                </c:pt>
                <c:pt idx="5256">
                  <c:v>15-02-2021</c:v>
                </c:pt>
                <c:pt idx="5257">
                  <c:v>16-02-2021</c:v>
                </c:pt>
                <c:pt idx="5258">
                  <c:v>17-02-2021</c:v>
                </c:pt>
                <c:pt idx="5259">
                  <c:v>18-02-2021</c:v>
                </c:pt>
                <c:pt idx="5260">
                  <c:v>19-02-2021</c:v>
                </c:pt>
                <c:pt idx="5261">
                  <c:v>22-02-2021</c:v>
                </c:pt>
                <c:pt idx="5262">
                  <c:v>23-02-2021</c:v>
                </c:pt>
                <c:pt idx="5263">
                  <c:v>24-02-2021</c:v>
                </c:pt>
                <c:pt idx="5264">
                  <c:v>25-02-2021</c:v>
                </c:pt>
                <c:pt idx="5265">
                  <c:v>26-02-2021</c:v>
                </c:pt>
                <c:pt idx="5266">
                  <c:v>01-03-2021</c:v>
                </c:pt>
                <c:pt idx="5267">
                  <c:v>02-03-2021</c:v>
                </c:pt>
                <c:pt idx="5268">
                  <c:v>03-03-2021</c:v>
                </c:pt>
                <c:pt idx="5269">
                  <c:v>04-03-2021</c:v>
                </c:pt>
                <c:pt idx="5270">
                  <c:v>05-03-2021</c:v>
                </c:pt>
                <c:pt idx="5271">
                  <c:v>08-03-2021</c:v>
                </c:pt>
                <c:pt idx="5272">
                  <c:v>09-03-2021</c:v>
                </c:pt>
                <c:pt idx="5273">
                  <c:v>10-03-2021</c:v>
                </c:pt>
                <c:pt idx="5274">
                  <c:v>12-03-2021</c:v>
                </c:pt>
                <c:pt idx="5275">
                  <c:v>15-03-2021</c:v>
                </c:pt>
                <c:pt idx="5276">
                  <c:v>16-03-2021</c:v>
                </c:pt>
                <c:pt idx="5277">
                  <c:v>17-03-2021</c:v>
                </c:pt>
                <c:pt idx="5278">
                  <c:v>18-03-2021</c:v>
                </c:pt>
                <c:pt idx="5279">
                  <c:v>19-03-2021</c:v>
                </c:pt>
                <c:pt idx="5280">
                  <c:v>22-03-2021</c:v>
                </c:pt>
                <c:pt idx="5281">
                  <c:v>23-03-2021</c:v>
                </c:pt>
                <c:pt idx="5282">
                  <c:v>24-03-2021</c:v>
                </c:pt>
                <c:pt idx="5283">
                  <c:v>25-03-2021</c:v>
                </c:pt>
                <c:pt idx="5284">
                  <c:v>26-03-2021</c:v>
                </c:pt>
                <c:pt idx="5285">
                  <c:v>30-03-2021</c:v>
                </c:pt>
                <c:pt idx="5286">
                  <c:v>31-03-2021</c:v>
                </c:pt>
                <c:pt idx="5287">
                  <c:v>01-04-2021</c:v>
                </c:pt>
                <c:pt idx="5288">
                  <c:v>05-04-2021</c:v>
                </c:pt>
                <c:pt idx="5289">
                  <c:v>06-04-2021</c:v>
                </c:pt>
                <c:pt idx="5290">
                  <c:v>07-04-2021</c:v>
                </c:pt>
                <c:pt idx="5291">
                  <c:v>08-04-2021</c:v>
                </c:pt>
                <c:pt idx="5292">
                  <c:v>09-04-2021</c:v>
                </c:pt>
                <c:pt idx="5293">
                  <c:v>12-04-2021</c:v>
                </c:pt>
                <c:pt idx="5294">
                  <c:v>13-04-2021</c:v>
                </c:pt>
                <c:pt idx="5295">
                  <c:v>15-04-2021</c:v>
                </c:pt>
                <c:pt idx="5296">
                  <c:v>16-04-2021</c:v>
                </c:pt>
                <c:pt idx="5297">
                  <c:v>19-04-2021</c:v>
                </c:pt>
                <c:pt idx="5298">
                  <c:v>20-04-2021</c:v>
                </c:pt>
                <c:pt idx="5299">
                  <c:v>22-04-2021</c:v>
                </c:pt>
                <c:pt idx="5300">
                  <c:v>23-04-2021</c:v>
                </c:pt>
                <c:pt idx="5301">
                  <c:v>26-04-2021</c:v>
                </c:pt>
                <c:pt idx="5302">
                  <c:v>27-04-2021</c:v>
                </c:pt>
                <c:pt idx="5303">
                  <c:v>28-04-2021</c:v>
                </c:pt>
                <c:pt idx="5304">
                  <c:v>29-04-2021</c:v>
                </c:pt>
                <c:pt idx="5305">
                  <c:v>30-04-2021</c:v>
                </c:pt>
              </c:strCache>
            </c:strRef>
          </c:cat>
          <c:val>
            <c:numRef>
              <c:f>ALLFIVE!$D$3:$D$5309</c:f>
              <c:numCache>
                <c:formatCode>General</c:formatCode>
                <c:ptCount val="5306"/>
                <c:pt idx="1312">
                  <c:v>390.15</c:v>
                </c:pt>
                <c:pt idx="1313">
                  <c:v>369.2</c:v>
                </c:pt>
                <c:pt idx="1314">
                  <c:v>378.85</c:v>
                </c:pt>
                <c:pt idx="1315">
                  <c:v>368.05</c:v>
                </c:pt>
                <c:pt idx="1316">
                  <c:v>362.15</c:v>
                </c:pt>
                <c:pt idx="1317">
                  <c:v>362.5</c:v>
                </c:pt>
                <c:pt idx="1318">
                  <c:v>391.55</c:v>
                </c:pt>
                <c:pt idx="1319">
                  <c:v>373.65</c:v>
                </c:pt>
                <c:pt idx="1320">
                  <c:v>365.75</c:v>
                </c:pt>
                <c:pt idx="1321">
                  <c:v>371.9</c:v>
                </c:pt>
                <c:pt idx="1322">
                  <c:v>367.8</c:v>
                </c:pt>
                <c:pt idx="1323">
                  <c:v>362.1</c:v>
                </c:pt>
                <c:pt idx="1324">
                  <c:v>361.7</c:v>
                </c:pt>
                <c:pt idx="1325">
                  <c:v>368.9</c:v>
                </c:pt>
                <c:pt idx="1326">
                  <c:v>366.35</c:v>
                </c:pt>
                <c:pt idx="1327">
                  <c:v>354.2</c:v>
                </c:pt>
                <c:pt idx="1328">
                  <c:v>358.35</c:v>
                </c:pt>
                <c:pt idx="1329">
                  <c:v>346.75</c:v>
                </c:pt>
                <c:pt idx="1330">
                  <c:v>355.7</c:v>
                </c:pt>
                <c:pt idx="1331">
                  <c:v>361.1</c:v>
                </c:pt>
                <c:pt idx="1332">
                  <c:v>358.2</c:v>
                </c:pt>
                <c:pt idx="1333">
                  <c:v>350.85</c:v>
                </c:pt>
                <c:pt idx="1334">
                  <c:v>344.85</c:v>
                </c:pt>
                <c:pt idx="1335">
                  <c:v>333.1</c:v>
                </c:pt>
                <c:pt idx="1336">
                  <c:v>327.64999999999998</c:v>
                </c:pt>
                <c:pt idx="1337">
                  <c:v>315.64999999999998</c:v>
                </c:pt>
                <c:pt idx="1338">
                  <c:v>310.85000000000002</c:v>
                </c:pt>
                <c:pt idx="1339">
                  <c:v>312.45</c:v>
                </c:pt>
                <c:pt idx="1340">
                  <c:v>316.60000000000002</c:v>
                </c:pt>
                <c:pt idx="1341">
                  <c:v>327.64999999999998</c:v>
                </c:pt>
                <c:pt idx="1342">
                  <c:v>326.95</c:v>
                </c:pt>
                <c:pt idx="1343">
                  <c:v>332.45</c:v>
                </c:pt>
                <c:pt idx="1344">
                  <c:v>337.6</c:v>
                </c:pt>
                <c:pt idx="1345">
                  <c:v>329.15</c:v>
                </c:pt>
                <c:pt idx="1346">
                  <c:v>333.85</c:v>
                </c:pt>
                <c:pt idx="1347">
                  <c:v>337.5</c:v>
                </c:pt>
                <c:pt idx="1348">
                  <c:v>339.15</c:v>
                </c:pt>
                <c:pt idx="1349">
                  <c:v>339.5</c:v>
                </c:pt>
                <c:pt idx="1350">
                  <c:v>337.85</c:v>
                </c:pt>
                <c:pt idx="1351">
                  <c:v>332.6</c:v>
                </c:pt>
                <c:pt idx="1352">
                  <c:v>326.14999999999998</c:v>
                </c:pt>
                <c:pt idx="1353">
                  <c:v>317.8</c:v>
                </c:pt>
                <c:pt idx="1354">
                  <c:v>310.05</c:v>
                </c:pt>
                <c:pt idx="1355">
                  <c:v>306.14999999999998</c:v>
                </c:pt>
                <c:pt idx="1356">
                  <c:v>296.64999999999998</c:v>
                </c:pt>
                <c:pt idx="1357">
                  <c:v>307.05</c:v>
                </c:pt>
                <c:pt idx="1358">
                  <c:v>311.3</c:v>
                </c:pt>
                <c:pt idx="1359">
                  <c:v>314.75</c:v>
                </c:pt>
                <c:pt idx="1360">
                  <c:v>309.7</c:v>
                </c:pt>
                <c:pt idx="1361">
                  <c:v>304</c:v>
                </c:pt>
                <c:pt idx="1362">
                  <c:v>304.05</c:v>
                </c:pt>
                <c:pt idx="1363">
                  <c:v>302</c:v>
                </c:pt>
                <c:pt idx="1364">
                  <c:v>304.2</c:v>
                </c:pt>
                <c:pt idx="1365">
                  <c:v>298.2</c:v>
                </c:pt>
                <c:pt idx="1366">
                  <c:v>288.7</c:v>
                </c:pt>
                <c:pt idx="1367">
                  <c:v>291.25</c:v>
                </c:pt>
                <c:pt idx="1368">
                  <c:v>287.2</c:v>
                </c:pt>
                <c:pt idx="1369">
                  <c:v>281</c:v>
                </c:pt>
                <c:pt idx="1370">
                  <c:v>278.85000000000002</c:v>
                </c:pt>
                <c:pt idx="1371">
                  <c:v>285.45</c:v>
                </c:pt>
                <c:pt idx="1372">
                  <c:v>280.89999999999998</c:v>
                </c:pt>
                <c:pt idx="1373">
                  <c:v>273.39999999999998</c:v>
                </c:pt>
                <c:pt idx="1374">
                  <c:v>274.25</c:v>
                </c:pt>
                <c:pt idx="1375">
                  <c:v>276.5</c:v>
                </c:pt>
                <c:pt idx="1376">
                  <c:v>277.75</c:v>
                </c:pt>
                <c:pt idx="1377">
                  <c:v>275.8</c:v>
                </c:pt>
                <c:pt idx="1378">
                  <c:v>271.39999999999998</c:v>
                </c:pt>
                <c:pt idx="1379">
                  <c:v>262.5</c:v>
                </c:pt>
                <c:pt idx="1380">
                  <c:v>248.9</c:v>
                </c:pt>
                <c:pt idx="1381">
                  <c:v>258.7</c:v>
                </c:pt>
                <c:pt idx="1382">
                  <c:v>250.9</c:v>
                </c:pt>
                <c:pt idx="1383">
                  <c:v>248.9</c:v>
                </c:pt>
                <c:pt idx="1384">
                  <c:v>248.95</c:v>
                </c:pt>
                <c:pt idx="1385">
                  <c:v>253.9</c:v>
                </c:pt>
                <c:pt idx="1386">
                  <c:v>264.5</c:v>
                </c:pt>
                <c:pt idx="1387">
                  <c:v>262.95</c:v>
                </c:pt>
                <c:pt idx="1388">
                  <c:v>267.2</c:v>
                </c:pt>
                <c:pt idx="1389">
                  <c:v>268.7</c:v>
                </c:pt>
                <c:pt idx="1390">
                  <c:v>262.25</c:v>
                </c:pt>
                <c:pt idx="1391">
                  <c:v>258.2</c:v>
                </c:pt>
                <c:pt idx="1392">
                  <c:v>258</c:v>
                </c:pt>
                <c:pt idx="1393">
                  <c:v>256.3</c:v>
                </c:pt>
                <c:pt idx="1394">
                  <c:v>259.5</c:v>
                </c:pt>
                <c:pt idx="1395">
                  <c:v>266.7</c:v>
                </c:pt>
                <c:pt idx="1396">
                  <c:v>271.14999999999998</c:v>
                </c:pt>
                <c:pt idx="1397">
                  <c:v>273.35000000000002</c:v>
                </c:pt>
                <c:pt idx="1398">
                  <c:v>275.35000000000002</c:v>
                </c:pt>
                <c:pt idx="1399">
                  <c:v>274.39999999999998</c:v>
                </c:pt>
                <c:pt idx="1400">
                  <c:v>278.60000000000002</c:v>
                </c:pt>
                <c:pt idx="1401">
                  <c:v>275.2</c:v>
                </c:pt>
                <c:pt idx="1402">
                  <c:v>271.7</c:v>
                </c:pt>
                <c:pt idx="1403">
                  <c:v>267.95</c:v>
                </c:pt>
                <c:pt idx="1404">
                  <c:v>265.89999999999998</c:v>
                </c:pt>
                <c:pt idx="1405">
                  <c:v>266.55</c:v>
                </c:pt>
                <c:pt idx="1406">
                  <c:v>276.8</c:v>
                </c:pt>
                <c:pt idx="1407">
                  <c:v>277.5</c:v>
                </c:pt>
                <c:pt idx="1408">
                  <c:v>274.05</c:v>
                </c:pt>
                <c:pt idx="1409">
                  <c:v>273.55</c:v>
                </c:pt>
                <c:pt idx="1410">
                  <c:v>281.7</c:v>
                </c:pt>
                <c:pt idx="1411">
                  <c:v>286.05</c:v>
                </c:pt>
                <c:pt idx="1412">
                  <c:v>285.85000000000002</c:v>
                </c:pt>
                <c:pt idx="1413">
                  <c:v>289.25</c:v>
                </c:pt>
                <c:pt idx="1414">
                  <c:v>291.95</c:v>
                </c:pt>
                <c:pt idx="1415">
                  <c:v>281.25</c:v>
                </c:pt>
                <c:pt idx="1416">
                  <c:v>283.7</c:v>
                </c:pt>
                <c:pt idx="1417">
                  <c:v>288.45</c:v>
                </c:pt>
                <c:pt idx="1418">
                  <c:v>277.5</c:v>
                </c:pt>
                <c:pt idx="1419">
                  <c:v>268.2</c:v>
                </c:pt>
                <c:pt idx="1420">
                  <c:v>274.39999999999998</c:v>
                </c:pt>
                <c:pt idx="1421">
                  <c:v>276.25</c:v>
                </c:pt>
                <c:pt idx="1422">
                  <c:v>273.14999999999998</c:v>
                </c:pt>
                <c:pt idx="1423">
                  <c:v>275.85000000000002</c:v>
                </c:pt>
                <c:pt idx="1424">
                  <c:v>274.8</c:v>
                </c:pt>
                <c:pt idx="1425">
                  <c:v>276.35000000000002</c:v>
                </c:pt>
                <c:pt idx="1426">
                  <c:v>278.60000000000002</c:v>
                </c:pt>
                <c:pt idx="1427">
                  <c:v>270.64999999999998</c:v>
                </c:pt>
                <c:pt idx="1428">
                  <c:v>271.60000000000002</c:v>
                </c:pt>
                <c:pt idx="1429">
                  <c:v>276.10000000000002</c:v>
                </c:pt>
                <c:pt idx="1430">
                  <c:v>282.60000000000002</c:v>
                </c:pt>
                <c:pt idx="1431">
                  <c:v>288.25</c:v>
                </c:pt>
                <c:pt idx="1432">
                  <c:v>297.5</c:v>
                </c:pt>
                <c:pt idx="1433">
                  <c:v>295.39999999999998</c:v>
                </c:pt>
                <c:pt idx="1434">
                  <c:v>296.5</c:v>
                </c:pt>
                <c:pt idx="1435">
                  <c:v>314.55</c:v>
                </c:pt>
                <c:pt idx="1436">
                  <c:v>315.55</c:v>
                </c:pt>
                <c:pt idx="1437">
                  <c:v>310.3</c:v>
                </c:pt>
                <c:pt idx="1438">
                  <c:v>300.14999999999998</c:v>
                </c:pt>
                <c:pt idx="1439">
                  <c:v>281.39999999999998</c:v>
                </c:pt>
                <c:pt idx="1440">
                  <c:v>284.45</c:v>
                </c:pt>
                <c:pt idx="1441">
                  <c:v>291.60000000000002</c:v>
                </c:pt>
                <c:pt idx="1442">
                  <c:v>295.7</c:v>
                </c:pt>
                <c:pt idx="1443">
                  <c:v>295.8</c:v>
                </c:pt>
                <c:pt idx="1444">
                  <c:v>296.05</c:v>
                </c:pt>
                <c:pt idx="1445">
                  <c:v>290</c:v>
                </c:pt>
                <c:pt idx="1446">
                  <c:v>292.85000000000002</c:v>
                </c:pt>
                <c:pt idx="1447">
                  <c:v>293.95</c:v>
                </c:pt>
                <c:pt idx="1448">
                  <c:v>291.75</c:v>
                </c:pt>
                <c:pt idx="1449">
                  <c:v>283.39999999999998</c:v>
                </c:pt>
                <c:pt idx="1450">
                  <c:v>281.3</c:v>
                </c:pt>
                <c:pt idx="1451">
                  <c:v>276.55</c:v>
                </c:pt>
                <c:pt idx="1452">
                  <c:v>280.64999999999998</c:v>
                </c:pt>
                <c:pt idx="1453">
                  <c:v>269.8</c:v>
                </c:pt>
                <c:pt idx="1454">
                  <c:v>257.60000000000002</c:v>
                </c:pt>
                <c:pt idx="1455">
                  <c:v>254.05</c:v>
                </c:pt>
                <c:pt idx="1456">
                  <c:v>251.1</c:v>
                </c:pt>
                <c:pt idx="1457">
                  <c:v>240.7</c:v>
                </c:pt>
                <c:pt idx="1458">
                  <c:v>221.55</c:v>
                </c:pt>
                <c:pt idx="1459">
                  <c:v>218.1</c:v>
                </c:pt>
                <c:pt idx="1460">
                  <c:v>212.45</c:v>
                </c:pt>
                <c:pt idx="1461">
                  <c:v>205.25</c:v>
                </c:pt>
                <c:pt idx="1462">
                  <c:v>209.95</c:v>
                </c:pt>
                <c:pt idx="1463">
                  <c:v>200.45</c:v>
                </c:pt>
                <c:pt idx="1464">
                  <c:v>201.55</c:v>
                </c:pt>
                <c:pt idx="1465">
                  <c:v>209.7</c:v>
                </c:pt>
                <c:pt idx="1466">
                  <c:v>212.85</c:v>
                </c:pt>
                <c:pt idx="1467">
                  <c:v>212.35</c:v>
                </c:pt>
                <c:pt idx="1468">
                  <c:v>215.1</c:v>
                </c:pt>
                <c:pt idx="1469">
                  <c:v>214.25</c:v>
                </c:pt>
                <c:pt idx="1470">
                  <c:v>210.1</c:v>
                </c:pt>
                <c:pt idx="1471">
                  <c:v>209.25</c:v>
                </c:pt>
                <c:pt idx="1472">
                  <c:v>214.15</c:v>
                </c:pt>
                <c:pt idx="1473">
                  <c:v>219.55</c:v>
                </c:pt>
                <c:pt idx="1474">
                  <c:v>218.6</c:v>
                </c:pt>
                <c:pt idx="1475">
                  <c:v>217.95</c:v>
                </c:pt>
                <c:pt idx="1476">
                  <c:v>221.6</c:v>
                </c:pt>
                <c:pt idx="1477">
                  <c:v>217.6</c:v>
                </c:pt>
                <c:pt idx="1478">
                  <c:v>211.55</c:v>
                </c:pt>
                <c:pt idx="1479">
                  <c:v>205.4</c:v>
                </c:pt>
                <c:pt idx="1480">
                  <c:v>202.45</c:v>
                </c:pt>
                <c:pt idx="1481">
                  <c:v>202.2</c:v>
                </c:pt>
                <c:pt idx="1482">
                  <c:v>202.3</c:v>
                </c:pt>
                <c:pt idx="1483">
                  <c:v>205.9</c:v>
                </c:pt>
                <c:pt idx="1484">
                  <c:v>211.75</c:v>
                </c:pt>
                <c:pt idx="1485">
                  <c:v>207.05</c:v>
                </c:pt>
                <c:pt idx="1486">
                  <c:v>205.2</c:v>
                </c:pt>
                <c:pt idx="1487">
                  <c:v>209.2</c:v>
                </c:pt>
                <c:pt idx="1488">
                  <c:v>204.7</c:v>
                </c:pt>
                <c:pt idx="1489">
                  <c:v>204.3</c:v>
                </c:pt>
                <c:pt idx="1490">
                  <c:v>207.7</c:v>
                </c:pt>
                <c:pt idx="1491">
                  <c:v>212.6</c:v>
                </c:pt>
                <c:pt idx="1492">
                  <c:v>213.35</c:v>
                </c:pt>
                <c:pt idx="1493">
                  <c:v>225.85</c:v>
                </c:pt>
                <c:pt idx="1494">
                  <c:v>224.9</c:v>
                </c:pt>
                <c:pt idx="1495">
                  <c:v>225.6</c:v>
                </c:pt>
                <c:pt idx="1496">
                  <c:v>226.9</c:v>
                </c:pt>
                <c:pt idx="1497">
                  <c:v>230.35</c:v>
                </c:pt>
                <c:pt idx="1498">
                  <c:v>236.45</c:v>
                </c:pt>
                <c:pt idx="1499">
                  <c:v>229.95</c:v>
                </c:pt>
                <c:pt idx="1500">
                  <c:v>225.65</c:v>
                </c:pt>
                <c:pt idx="1501">
                  <c:v>222.8</c:v>
                </c:pt>
                <c:pt idx="1502">
                  <c:v>220.4</c:v>
                </c:pt>
                <c:pt idx="1503">
                  <c:v>209.9</c:v>
                </c:pt>
                <c:pt idx="1504">
                  <c:v>209.95</c:v>
                </c:pt>
                <c:pt idx="1505">
                  <c:v>216.15</c:v>
                </c:pt>
                <c:pt idx="1506">
                  <c:v>223.55</c:v>
                </c:pt>
                <c:pt idx="1507">
                  <c:v>229.45</c:v>
                </c:pt>
                <c:pt idx="1508">
                  <c:v>231.55</c:v>
                </c:pt>
                <c:pt idx="1509">
                  <c:v>225.3</c:v>
                </c:pt>
                <c:pt idx="1510">
                  <c:v>222.15</c:v>
                </c:pt>
                <c:pt idx="1511">
                  <c:v>219.25</c:v>
                </c:pt>
                <c:pt idx="1512">
                  <c:v>220.9</c:v>
                </c:pt>
                <c:pt idx="1513">
                  <c:v>223.4</c:v>
                </c:pt>
                <c:pt idx="1514">
                  <c:v>221.3</c:v>
                </c:pt>
                <c:pt idx="1515">
                  <c:v>216.8</c:v>
                </c:pt>
                <c:pt idx="1516">
                  <c:v>216.85</c:v>
                </c:pt>
                <c:pt idx="1517">
                  <c:v>208.8</c:v>
                </c:pt>
                <c:pt idx="1518">
                  <c:v>206.6</c:v>
                </c:pt>
                <c:pt idx="1519">
                  <c:v>203.75</c:v>
                </c:pt>
                <c:pt idx="1520">
                  <c:v>206.1</c:v>
                </c:pt>
                <c:pt idx="1521">
                  <c:v>204.05</c:v>
                </c:pt>
                <c:pt idx="1522">
                  <c:v>200.65</c:v>
                </c:pt>
                <c:pt idx="1523">
                  <c:v>198.5</c:v>
                </c:pt>
                <c:pt idx="1524">
                  <c:v>198.85</c:v>
                </c:pt>
                <c:pt idx="1525">
                  <c:v>208.7</c:v>
                </c:pt>
                <c:pt idx="1526">
                  <c:v>198.45</c:v>
                </c:pt>
                <c:pt idx="1527">
                  <c:v>196.05</c:v>
                </c:pt>
                <c:pt idx="1528">
                  <c:v>194.1</c:v>
                </c:pt>
                <c:pt idx="1529">
                  <c:v>189.1</c:v>
                </c:pt>
                <c:pt idx="1530">
                  <c:v>185.6</c:v>
                </c:pt>
                <c:pt idx="1531">
                  <c:v>187.5</c:v>
                </c:pt>
                <c:pt idx="1532">
                  <c:v>186.9</c:v>
                </c:pt>
                <c:pt idx="1533">
                  <c:v>184.6</c:v>
                </c:pt>
                <c:pt idx="1534">
                  <c:v>186.4</c:v>
                </c:pt>
                <c:pt idx="1535">
                  <c:v>189.6</c:v>
                </c:pt>
                <c:pt idx="1536">
                  <c:v>192.05</c:v>
                </c:pt>
                <c:pt idx="1537">
                  <c:v>190.55</c:v>
                </c:pt>
                <c:pt idx="1538">
                  <c:v>194.4</c:v>
                </c:pt>
                <c:pt idx="1539">
                  <c:v>188.6</c:v>
                </c:pt>
                <c:pt idx="1540">
                  <c:v>190.45</c:v>
                </c:pt>
                <c:pt idx="1541">
                  <c:v>194.95</c:v>
                </c:pt>
                <c:pt idx="1542">
                  <c:v>200.45</c:v>
                </c:pt>
                <c:pt idx="1543">
                  <c:v>206.35</c:v>
                </c:pt>
                <c:pt idx="1544">
                  <c:v>207.75</c:v>
                </c:pt>
                <c:pt idx="1545">
                  <c:v>204.05</c:v>
                </c:pt>
                <c:pt idx="1546">
                  <c:v>205.1</c:v>
                </c:pt>
                <c:pt idx="1547">
                  <c:v>208.3</c:v>
                </c:pt>
                <c:pt idx="1548">
                  <c:v>225.15</c:v>
                </c:pt>
                <c:pt idx="1549">
                  <c:v>232.25</c:v>
                </c:pt>
                <c:pt idx="1550">
                  <c:v>242.1</c:v>
                </c:pt>
                <c:pt idx="1551">
                  <c:v>257.2</c:v>
                </c:pt>
                <c:pt idx="1552">
                  <c:v>243.25</c:v>
                </c:pt>
                <c:pt idx="1553">
                  <c:v>256.14999999999998</c:v>
                </c:pt>
                <c:pt idx="1554">
                  <c:v>248.7</c:v>
                </c:pt>
                <c:pt idx="1555">
                  <c:v>244</c:v>
                </c:pt>
                <c:pt idx="1556">
                  <c:v>242.25</c:v>
                </c:pt>
                <c:pt idx="1557">
                  <c:v>245.15</c:v>
                </c:pt>
                <c:pt idx="1558">
                  <c:v>238.5</c:v>
                </c:pt>
                <c:pt idx="1559">
                  <c:v>246.35</c:v>
                </c:pt>
                <c:pt idx="1560">
                  <c:v>253.8</c:v>
                </c:pt>
                <c:pt idx="1561">
                  <c:v>254.95</c:v>
                </c:pt>
                <c:pt idx="1562">
                  <c:v>256</c:v>
                </c:pt>
                <c:pt idx="1563">
                  <c:v>264.64999999999998</c:v>
                </c:pt>
                <c:pt idx="1564">
                  <c:v>291.60000000000002</c:v>
                </c:pt>
                <c:pt idx="1565">
                  <c:v>300.95</c:v>
                </c:pt>
                <c:pt idx="1566">
                  <c:v>300.05</c:v>
                </c:pt>
                <c:pt idx="1567">
                  <c:v>309.05</c:v>
                </c:pt>
                <c:pt idx="1568">
                  <c:v>302.85000000000002</c:v>
                </c:pt>
                <c:pt idx="1569">
                  <c:v>318.10000000000002</c:v>
                </c:pt>
                <c:pt idx="1570">
                  <c:v>315.2</c:v>
                </c:pt>
                <c:pt idx="1571">
                  <c:v>318.3</c:v>
                </c:pt>
                <c:pt idx="1572">
                  <c:v>323.75</c:v>
                </c:pt>
                <c:pt idx="1573">
                  <c:v>359.65</c:v>
                </c:pt>
                <c:pt idx="1574">
                  <c:v>353.1</c:v>
                </c:pt>
                <c:pt idx="1575">
                  <c:v>350.75</c:v>
                </c:pt>
                <c:pt idx="1576">
                  <c:v>367.45</c:v>
                </c:pt>
                <c:pt idx="1577">
                  <c:v>363.2</c:v>
                </c:pt>
                <c:pt idx="1578">
                  <c:v>353.2</c:v>
                </c:pt>
                <c:pt idx="1579">
                  <c:v>358.4</c:v>
                </c:pt>
                <c:pt idx="1580">
                  <c:v>341.8</c:v>
                </c:pt>
                <c:pt idx="1581">
                  <c:v>340.45</c:v>
                </c:pt>
                <c:pt idx="1582">
                  <c:v>336.55</c:v>
                </c:pt>
                <c:pt idx="1583">
                  <c:v>345.55</c:v>
                </c:pt>
                <c:pt idx="1584">
                  <c:v>355.15</c:v>
                </c:pt>
                <c:pt idx="1585">
                  <c:v>345.15</c:v>
                </c:pt>
                <c:pt idx="1586">
                  <c:v>348.8</c:v>
                </c:pt>
                <c:pt idx="1587">
                  <c:v>356.5</c:v>
                </c:pt>
                <c:pt idx="1588">
                  <c:v>355.7</c:v>
                </c:pt>
                <c:pt idx="1589">
                  <c:v>347.55</c:v>
                </c:pt>
                <c:pt idx="1590">
                  <c:v>347.65</c:v>
                </c:pt>
                <c:pt idx="1591">
                  <c:v>342.9</c:v>
                </c:pt>
                <c:pt idx="1592">
                  <c:v>335.8</c:v>
                </c:pt>
                <c:pt idx="1593">
                  <c:v>329.55</c:v>
                </c:pt>
                <c:pt idx="1594">
                  <c:v>313.14999999999998</c:v>
                </c:pt>
                <c:pt idx="1595">
                  <c:v>313.8</c:v>
                </c:pt>
                <c:pt idx="1596">
                  <c:v>294.45</c:v>
                </c:pt>
                <c:pt idx="1597">
                  <c:v>298.2</c:v>
                </c:pt>
                <c:pt idx="1598">
                  <c:v>319.35000000000002</c:v>
                </c:pt>
                <c:pt idx="1599">
                  <c:v>286.35000000000002</c:v>
                </c:pt>
                <c:pt idx="1600">
                  <c:v>272.2</c:v>
                </c:pt>
                <c:pt idx="1601">
                  <c:v>260</c:v>
                </c:pt>
                <c:pt idx="1602">
                  <c:v>265.95</c:v>
                </c:pt>
                <c:pt idx="1603">
                  <c:v>261.14999999999998</c:v>
                </c:pt>
                <c:pt idx="1604">
                  <c:v>256.64999999999998</c:v>
                </c:pt>
                <c:pt idx="1605">
                  <c:v>280.35000000000002</c:v>
                </c:pt>
                <c:pt idx="1606">
                  <c:v>302</c:v>
                </c:pt>
                <c:pt idx="1607">
                  <c:v>303.35000000000002</c:v>
                </c:pt>
                <c:pt idx="1608">
                  <c:v>290.3</c:v>
                </c:pt>
                <c:pt idx="1609">
                  <c:v>276.60000000000002</c:v>
                </c:pt>
                <c:pt idx="1610">
                  <c:v>285.05</c:v>
                </c:pt>
                <c:pt idx="1611">
                  <c:v>273.75</c:v>
                </c:pt>
                <c:pt idx="1612">
                  <c:v>260</c:v>
                </c:pt>
                <c:pt idx="1613">
                  <c:v>246.1</c:v>
                </c:pt>
                <c:pt idx="1614">
                  <c:v>230.3</c:v>
                </c:pt>
                <c:pt idx="1615">
                  <c:v>255.65</c:v>
                </c:pt>
                <c:pt idx="1616">
                  <c:v>245.7</c:v>
                </c:pt>
                <c:pt idx="1617">
                  <c:v>222.1</c:v>
                </c:pt>
                <c:pt idx="1618">
                  <c:v>210.8</c:v>
                </c:pt>
                <c:pt idx="1619">
                  <c:v>231.2</c:v>
                </c:pt>
                <c:pt idx="1620">
                  <c:v>228</c:v>
                </c:pt>
                <c:pt idx="1621">
                  <c:v>245.85</c:v>
                </c:pt>
                <c:pt idx="1622">
                  <c:v>246.35</c:v>
                </c:pt>
                <c:pt idx="1623">
                  <c:v>256.85000000000002</c:v>
                </c:pt>
                <c:pt idx="1624">
                  <c:v>259.5</c:v>
                </c:pt>
                <c:pt idx="1625">
                  <c:v>269.85000000000002</c:v>
                </c:pt>
                <c:pt idx="1626">
                  <c:v>274.05</c:v>
                </c:pt>
                <c:pt idx="1627">
                  <c:v>268.5</c:v>
                </c:pt>
                <c:pt idx="1628">
                  <c:v>276.64999999999998</c:v>
                </c:pt>
                <c:pt idx="1629">
                  <c:v>267.45</c:v>
                </c:pt>
                <c:pt idx="1630">
                  <c:v>269.8</c:v>
                </c:pt>
                <c:pt idx="1631">
                  <c:v>275.25</c:v>
                </c:pt>
                <c:pt idx="1632">
                  <c:v>275.85000000000002</c:v>
                </c:pt>
                <c:pt idx="1633">
                  <c:v>275.89999999999998</c:v>
                </c:pt>
                <c:pt idx="1634">
                  <c:v>277.75</c:v>
                </c:pt>
                <c:pt idx="1635">
                  <c:v>284</c:v>
                </c:pt>
                <c:pt idx="1636">
                  <c:v>277.39999999999998</c:v>
                </c:pt>
                <c:pt idx="1637">
                  <c:v>277.45</c:v>
                </c:pt>
                <c:pt idx="1638">
                  <c:v>273.75</c:v>
                </c:pt>
                <c:pt idx="1639">
                  <c:v>274.25</c:v>
                </c:pt>
                <c:pt idx="1640">
                  <c:v>269.60000000000002</c:v>
                </c:pt>
                <c:pt idx="1641">
                  <c:v>263.2</c:v>
                </c:pt>
                <c:pt idx="1642">
                  <c:v>254.65</c:v>
                </c:pt>
                <c:pt idx="1643">
                  <c:v>246.05</c:v>
                </c:pt>
                <c:pt idx="1644">
                  <c:v>246.45</c:v>
                </c:pt>
                <c:pt idx="1645">
                  <c:v>249.8</c:v>
                </c:pt>
                <c:pt idx="1646">
                  <c:v>244.65</c:v>
                </c:pt>
                <c:pt idx="1647">
                  <c:v>238.6</c:v>
                </c:pt>
                <c:pt idx="1648">
                  <c:v>236.25</c:v>
                </c:pt>
                <c:pt idx="1649">
                  <c:v>232.4</c:v>
                </c:pt>
                <c:pt idx="1650">
                  <c:v>229.15</c:v>
                </c:pt>
                <c:pt idx="1651">
                  <c:v>226.2</c:v>
                </c:pt>
                <c:pt idx="1652">
                  <c:v>239.2</c:v>
                </c:pt>
                <c:pt idx="1653">
                  <c:v>236.25</c:v>
                </c:pt>
                <c:pt idx="1654">
                  <c:v>246.25</c:v>
                </c:pt>
                <c:pt idx="1655">
                  <c:v>242.55</c:v>
                </c:pt>
                <c:pt idx="1656">
                  <c:v>240.3</c:v>
                </c:pt>
                <c:pt idx="1657">
                  <c:v>237.9</c:v>
                </c:pt>
                <c:pt idx="1658">
                  <c:v>239.55</c:v>
                </c:pt>
                <c:pt idx="1659">
                  <c:v>244.2</c:v>
                </c:pt>
                <c:pt idx="1660">
                  <c:v>243.25</c:v>
                </c:pt>
                <c:pt idx="1661">
                  <c:v>242.75</c:v>
                </c:pt>
                <c:pt idx="1662">
                  <c:v>246.35</c:v>
                </c:pt>
                <c:pt idx="1663">
                  <c:v>279.05</c:v>
                </c:pt>
                <c:pt idx="1664">
                  <c:v>275.75</c:v>
                </c:pt>
                <c:pt idx="1665">
                  <c:v>276.8</c:v>
                </c:pt>
                <c:pt idx="1666">
                  <c:v>275.3</c:v>
                </c:pt>
                <c:pt idx="1667">
                  <c:v>283.75</c:v>
                </c:pt>
                <c:pt idx="1668">
                  <c:v>291.2</c:v>
                </c:pt>
                <c:pt idx="1669">
                  <c:v>289.25</c:v>
                </c:pt>
                <c:pt idx="1670">
                  <c:v>290</c:v>
                </c:pt>
                <c:pt idx="1671">
                  <c:v>293.14999999999998</c:v>
                </c:pt>
                <c:pt idx="1672">
                  <c:v>291.89999999999998</c:v>
                </c:pt>
                <c:pt idx="1673">
                  <c:v>278.2</c:v>
                </c:pt>
                <c:pt idx="1674">
                  <c:v>275.55</c:v>
                </c:pt>
                <c:pt idx="1675">
                  <c:v>276.7</c:v>
                </c:pt>
                <c:pt idx="1676">
                  <c:v>279.85000000000002</c:v>
                </c:pt>
                <c:pt idx="1677">
                  <c:v>284.89999999999998</c:v>
                </c:pt>
                <c:pt idx="1678">
                  <c:v>279.64999999999998</c:v>
                </c:pt>
                <c:pt idx="1679">
                  <c:v>278.85000000000002</c:v>
                </c:pt>
                <c:pt idx="1680">
                  <c:v>275.10000000000002</c:v>
                </c:pt>
                <c:pt idx="1681">
                  <c:v>273.14999999999998</c:v>
                </c:pt>
                <c:pt idx="1682">
                  <c:v>275.14999999999998</c:v>
                </c:pt>
                <c:pt idx="1683">
                  <c:v>272.14999999999998</c:v>
                </c:pt>
                <c:pt idx="1684">
                  <c:v>272.75</c:v>
                </c:pt>
                <c:pt idx="1685">
                  <c:v>270.39999999999998</c:v>
                </c:pt>
                <c:pt idx="1686">
                  <c:v>268.05</c:v>
                </c:pt>
                <c:pt idx="1687">
                  <c:v>265.05</c:v>
                </c:pt>
                <c:pt idx="1688">
                  <c:v>263.89999999999998</c:v>
                </c:pt>
                <c:pt idx="1689">
                  <c:v>268.85000000000002</c:v>
                </c:pt>
                <c:pt idx="1690">
                  <c:v>275.7</c:v>
                </c:pt>
                <c:pt idx="1691">
                  <c:v>278.5</c:v>
                </c:pt>
                <c:pt idx="1692">
                  <c:v>274.55</c:v>
                </c:pt>
                <c:pt idx="1693">
                  <c:v>284.75</c:v>
                </c:pt>
                <c:pt idx="1694">
                  <c:v>281.25</c:v>
                </c:pt>
                <c:pt idx="1695">
                  <c:v>285.39999999999998</c:v>
                </c:pt>
                <c:pt idx="1696">
                  <c:v>289.14999999999998</c:v>
                </c:pt>
                <c:pt idx="1697">
                  <c:v>287.39999999999998</c:v>
                </c:pt>
                <c:pt idx="1698">
                  <c:v>287.39999999999998</c:v>
                </c:pt>
                <c:pt idx="1699">
                  <c:v>307.60000000000002</c:v>
                </c:pt>
                <c:pt idx="1700">
                  <c:v>300.85000000000002</c:v>
                </c:pt>
                <c:pt idx="1701">
                  <c:v>296.64999999999998</c:v>
                </c:pt>
                <c:pt idx="1702">
                  <c:v>292.10000000000002</c:v>
                </c:pt>
                <c:pt idx="1703">
                  <c:v>303.60000000000002</c:v>
                </c:pt>
                <c:pt idx="1704">
                  <c:v>296.64999999999998</c:v>
                </c:pt>
                <c:pt idx="1705">
                  <c:v>301.05</c:v>
                </c:pt>
                <c:pt idx="1706">
                  <c:v>305.55</c:v>
                </c:pt>
                <c:pt idx="1707">
                  <c:v>315.64999999999998</c:v>
                </c:pt>
                <c:pt idx="1708">
                  <c:v>325.85000000000002</c:v>
                </c:pt>
                <c:pt idx="1709">
                  <c:v>329.05</c:v>
                </c:pt>
                <c:pt idx="1710">
                  <c:v>330.4</c:v>
                </c:pt>
                <c:pt idx="1711">
                  <c:v>333.9</c:v>
                </c:pt>
                <c:pt idx="1712">
                  <c:v>334.5</c:v>
                </c:pt>
                <c:pt idx="1713">
                  <c:v>344.75</c:v>
                </c:pt>
                <c:pt idx="1714">
                  <c:v>340.8</c:v>
                </c:pt>
                <c:pt idx="1715">
                  <c:v>339.55</c:v>
                </c:pt>
                <c:pt idx="1716">
                  <c:v>333.45</c:v>
                </c:pt>
                <c:pt idx="1717">
                  <c:v>324.95</c:v>
                </c:pt>
                <c:pt idx="1718">
                  <c:v>325.35000000000002</c:v>
                </c:pt>
                <c:pt idx="1719">
                  <c:v>339.2</c:v>
                </c:pt>
                <c:pt idx="1720">
                  <c:v>335.3</c:v>
                </c:pt>
                <c:pt idx="1721">
                  <c:v>334.45</c:v>
                </c:pt>
                <c:pt idx="1722">
                  <c:v>334.65</c:v>
                </c:pt>
                <c:pt idx="1723">
                  <c:v>335.45</c:v>
                </c:pt>
                <c:pt idx="1724">
                  <c:v>339.8</c:v>
                </c:pt>
                <c:pt idx="1725">
                  <c:v>334.85</c:v>
                </c:pt>
                <c:pt idx="1726">
                  <c:v>327.9</c:v>
                </c:pt>
                <c:pt idx="1727">
                  <c:v>327.3</c:v>
                </c:pt>
                <c:pt idx="1728">
                  <c:v>316.39999999999998</c:v>
                </c:pt>
                <c:pt idx="1729">
                  <c:v>313.95</c:v>
                </c:pt>
                <c:pt idx="1730">
                  <c:v>331.85</c:v>
                </c:pt>
                <c:pt idx="1731">
                  <c:v>323.45</c:v>
                </c:pt>
                <c:pt idx="1732">
                  <c:v>332.5</c:v>
                </c:pt>
                <c:pt idx="1733">
                  <c:v>331.15</c:v>
                </c:pt>
                <c:pt idx="1734">
                  <c:v>332.1</c:v>
                </c:pt>
                <c:pt idx="1735">
                  <c:v>323.75</c:v>
                </c:pt>
                <c:pt idx="1736">
                  <c:v>333.45</c:v>
                </c:pt>
                <c:pt idx="1737">
                  <c:v>326.89999999999998</c:v>
                </c:pt>
                <c:pt idx="1738">
                  <c:v>328.55</c:v>
                </c:pt>
                <c:pt idx="1739">
                  <c:v>330.55</c:v>
                </c:pt>
                <c:pt idx="1740">
                  <c:v>334.8</c:v>
                </c:pt>
                <c:pt idx="1741">
                  <c:v>337.45</c:v>
                </c:pt>
                <c:pt idx="1742">
                  <c:v>336.55</c:v>
                </c:pt>
                <c:pt idx="1743">
                  <c:v>328.25</c:v>
                </c:pt>
                <c:pt idx="1744">
                  <c:v>319.7</c:v>
                </c:pt>
                <c:pt idx="1745">
                  <c:v>314.75</c:v>
                </c:pt>
                <c:pt idx="1746">
                  <c:v>313.10000000000002</c:v>
                </c:pt>
                <c:pt idx="1747">
                  <c:v>322.39999999999998</c:v>
                </c:pt>
                <c:pt idx="1748">
                  <c:v>339.05</c:v>
                </c:pt>
                <c:pt idx="1749">
                  <c:v>337.95</c:v>
                </c:pt>
                <c:pt idx="1750">
                  <c:v>331.2</c:v>
                </c:pt>
                <c:pt idx="1751">
                  <c:v>349.2</c:v>
                </c:pt>
                <c:pt idx="1752">
                  <c:v>362.05</c:v>
                </c:pt>
                <c:pt idx="1753">
                  <c:v>378.55</c:v>
                </c:pt>
                <c:pt idx="1754">
                  <c:v>373.55</c:v>
                </c:pt>
                <c:pt idx="1755">
                  <c:v>374.65</c:v>
                </c:pt>
                <c:pt idx="1756">
                  <c:v>377.35</c:v>
                </c:pt>
                <c:pt idx="1757">
                  <c:v>386.7</c:v>
                </c:pt>
                <c:pt idx="1758">
                  <c:v>395.6</c:v>
                </c:pt>
                <c:pt idx="1759">
                  <c:v>403.7</c:v>
                </c:pt>
                <c:pt idx="1760">
                  <c:v>392.15</c:v>
                </c:pt>
                <c:pt idx="1761">
                  <c:v>396.7</c:v>
                </c:pt>
                <c:pt idx="1762">
                  <c:v>388.85</c:v>
                </c:pt>
                <c:pt idx="1763">
                  <c:v>408.1</c:v>
                </c:pt>
                <c:pt idx="1764">
                  <c:v>398.8</c:v>
                </c:pt>
                <c:pt idx="1765">
                  <c:v>406.2</c:v>
                </c:pt>
                <c:pt idx="1766">
                  <c:v>416.05</c:v>
                </c:pt>
                <c:pt idx="1767">
                  <c:v>416.55</c:v>
                </c:pt>
                <c:pt idx="1768">
                  <c:v>421.3</c:v>
                </c:pt>
                <c:pt idx="1769">
                  <c:v>435.15</c:v>
                </c:pt>
                <c:pt idx="1770">
                  <c:v>424.95</c:v>
                </c:pt>
                <c:pt idx="1771">
                  <c:v>424.8</c:v>
                </c:pt>
                <c:pt idx="1772">
                  <c:v>422.55</c:v>
                </c:pt>
                <c:pt idx="1773">
                  <c:v>403.45</c:v>
                </c:pt>
                <c:pt idx="1774">
                  <c:v>429.8</c:v>
                </c:pt>
                <c:pt idx="1775">
                  <c:v>441.7</c:v>
                </c:pt>
                <c:pt idx="1776">
                  <c:v>443.9</c:v>
                </c:pt>
                <c:pt idx="1777">
                  <c:v>458.4</c:v>
                </c:pt>
                <c:pt idx="1778">
                  <c:v>466.4</c:v>
                </c:pt>
                <c:pt idx="1779">
                  <c:v>461.85</c:v>
                </c:pt>
                <c:pt idx="1780">
                  <c:v>455.4</c:v>
                </c:pt>
                <c:pt idx="1781">
                  <c:v>461.9</c:v>
                </c:pt>
                <c:pt idx="1782">
                  <c:v>465.7</c:v>
                </c:pt>
                <c:pt idx="1783">
                  <c:v>458.3</c:v>
                </c:pt>
                <c:pt idx="1784">
                  <c:v>446.55</c:v>
                </c:pt>
                <c:pt idx="1785">
                  <c:v>432.1</c:v>
                </c:pt>
                <c:pt idx="1786">
                  <c:v>440.4</c:v>
                </c:pt>
                <c:pt idx="1787">
                  <c:v>445.05</c:v>
                </c:pt>
                <c:pt idx="1788">
                  <c:v>465</c:v>
                </c:pt>
                <c:pt idx="1789">
                  <c:v>450.85</c:v>
                </c:pt>
                <c:pt idx="1790">
                  <c:v>453.15</c:v>
                </c:pt>
                <c:pt idx="1791">
                  <c:v>451.45</c:v>
                </c:pt>
                <c:pt idx="1792">
                  <c:v>453.05</c:v>
                </c:pt>
                <c:pt idx="1793">
                  <c:v>462</c:v>
                </c:pt>
                <c:pt idx="1794">
                  <c:v>488.25</c:v>
                </c:pt>
                <c:pt idx="1795">
                  <c:v>486.55</c:v>
                </c:pt>
                <c:pt idx="1796">
                  <c:v>467.8</c:v>
                </c:pt>
                <c:pt idx="1797">
                  <c:v>480.8</c:v>
                </c:pt>
                <c:pt idx="1798">
                  <c:v>471.7</c:v>
                </c:pt>
                <c:pt idx="1799">
                  <c:v>430</c:v>
                </c:pt>
                <c:pt idx="1800">
                  <c:v>435.8</c:v>
                </c:pt>
                <c:pt idx="1801">
                  <c:v>413.05</c:v>
                </c:pt>
                <c:pt idx="1802">
                  <c:v>444.7</c:v>
                </c:pt>
                <c:pt idx="1803">
                  <c:v>452.75</c:v>
                </c:pt>
                <c:pt idx="1804">
                  <c:v>454.7</c:v>
                </c:pt>
                <c:pt idx="1805">
                  <c:v>467.5</c:v>
                </c:pt>
                <c:pt idx="1806">
                  <c:v>452.8</c:v>
                </c:pt>
                <c:pt idx="1807">
                  <c:v>456.15</c:v>
                </c:pt>
                <c:pt idx="1808">
                  <c:v>446.65</c:v>
                </c:pt>
                <c:pt idx="1809">
                  <c:v>464.3</c:v>
                </c:pt>
                <c:pt idx="1810">
                  <c:v>453.4</c:v>
                </c:pt>
                <c:pt idx="1811">
                  <c:v>454.05</c:v>
                </c:pt>
                <c:pt idx="1812">
                  <c:v>461.9</c:v>
                </c:pt>
                <c:pt idx="1813">
                  <c:v>471.15</c:v>
                </c:pt>
                <c:pt idx="1814">
                  <c:v>470.4</c:v>
                </c:pt>
                <c:pt idx="1815">
                  <c:v>468.75</c:v>
                </c:pt>
                <c:pt idx="1816">
                  <c:v>474.15</c:v>
                </c:pt>
                <c:pt idx="1817">
                  <c:v>493</c:v>
                </c:pt>
                <c:pt idx="1818">
                  <c:v>475.2</c:v>
                </c:pt>
                <c:pt idx="1819">
                  <c:v>478.7</c:v>
                </c:pt>
                <c:pt idx="1820">
                  <c:v>474.15</c:v>
                </c:pt>
                <c:pt idx="1821">
                  <c:v>498.4</c:v>
                </c:pt>
                <c:pt idx="1822">
                  <c:v>508.9</c:v>
                </c:pt>
                <c:pt idx="1823">
                  <c:v>532.65</c:v>
                </c:pt>
                <c:pt idx="1824">
                  <c:v>536.6</c:v>
                </c:pt>
                <c:pt idx="1825">
                  <c:v>534.4</c:v>
                </c:pt>
                <c:pt idx="1826">
                  <c:v>553.79999999999995</c:v>
                </c:pt>
                <c:pt idx="1827">
                  <c:v>579.35</c:v>
                </c:pt>
                <c:pt idx="1828">
                  <c:v>559.70000000000005</c:v>
                </c:pt>
                <c:pt idx="1829">
                  <c:v>573.35</c:v>
                </c:pt>
                <c:pt idx="1830">
                  <c:v>590</c:v>
                </c:pt>
                <c:pt idx="1831">
                  <c:v>592.5</c:v>
                </c:pt>
                <c:pt idx="1832">
                  <c:v>592.75</c:v>
                </c:pt>
                <c:pt idx="1833">
                  <c:v>583.9</c:v>
                </c:pt>
                <c:pt idx="1834">
                  <c:v>583.65</c:v>
                </c:pt>
                <c:pt idx="1835">
                  <c:v>588.65</c:v>
                </c:pt>
                <c:pt idx="1836">
                  <c:v>575.15</c:v>
                </c:pt>
                <c:pt idx="1837">
                  <c:v>582.20000000000005</c:v>
                </c:pt>
                <c:pt idx="1838">
                  <c:v>619.25</c:v>
                </c:pt>
                <c:pt idx="1839">
                  <c:v>603.20000000000005</c:v>
                </c:pt>
                <c:pt idx="1840">
                  <c:v>598.85</c:v>
                </c:pt>
                <c:pt idx="1841">
                  <c:v>586.65</c:v>
                </c:pt>
                <c:pt idx="1842">
                  <c:v>597.35</c:v>
                </c:pt>
                <c:pt idx="1843">
                  <c:v>597.1</c:v>
                </c:pt>
                <c:pt idx="1844">
                  <c:v>599.70000000000005</c:v>
                </c:pt>
                <c:pt idx="1845">
                  <c:v>607.5</c:v>
                </c:pt>
                <c:pt idx="1846">
                  <c:v>604.20000000000005</c:v>
                </c:pt>
                <c:pt idx="1847">
                  <c:v>612.54999999999995</c:v>
                </c:pt>
                <c:pt idx="1848">
                  <c:v>609.25</c:v>
                </c:pt>
                <c:pt idx="1849">
                  <c:v>599.25</c:v>
                </c:pt>
                <c:pt idx="1850">
                  <c:v>600</c:v>
                </c:pt>
                <c:pt idx="1851">
                  <c:v>619.29999999999995</c:v>
                </c:pt>
                <c:pt idx="1852">
                  <c:v>621</c:v>
                </c:pt>
                <c:pt idx="1853">
                  <c:v>614.4</c:v>
                </c:pt>
                <c:pt idx="1854">
                  <c:v>613.29999999999995</c:v>
                </c:pt>
                <c:pt idx="1855">
                  <c:v>627.75</c:v>
                </c:pt>
                <c:pt idx="1856">
                  <c:v>635.6</c:v>
                </c:pt>
                <c:pt idx="1857">
                  <c:v>615.29999999999995</c:v>
                </c:pt>
                <c:pt idx="1858">
                  <c:v>605.04999999999995</c:v>
                </c:pt>
                <c:pt idx="1859">
                  <c:v>608.5</c:v>
                </c:pt>
                <c:pt idx="1860">
                  <c:v>602.70000000000005</c:v>
                </c:pt>
                <c:pt idx="1861">
                  <c:v>600.20000000000005</c:v>
                </c:pt>
                <c:pt idx="1862">
                  <c:v>577.70000000000005</c:v>
                </c:pt>
                <c:pt idx="1863">
                  <c:v>581.79999999999995</c:v>
                </c:pt>
                <c:pt idx="1864">
                  <c:v>580.45000000000005</c:v>
                </c:pt>
                <c:pt idx="1865">
                  <c:v>577.79999999999995</c:v>
                </c:pt>
                <c:pt idx="1866">
                  <c:v>564.5</c:v>
                </c:pt>
                <c:pt idx="1867">
                  <c:v>555.4</c:v>
                </c:pt>
                <c:pt idx="1868">
                  <c:v>581.95000000000005</c:v>
                </c:pt>
                <c:pt idx="1869">
                  <c:v>586.25</c:v>
                </c:pt>
                <c:pt idx="1870">
                  <c:v>574.95000000000005</c:v>
                </c:pt>
                <c:pt idx="1871">
                  <c:v>595.79999999999995</c:v>
                </c:pt>
                <c:pt idx="1872">
                  <c:v>605.9</c:v>
                </c:pt>
                <c:pt idx="1873">
                  <c:v>606.1</c:v>
                </c:pt>
                <c:pt idx="1874">
                  <c:v>603.29999999999995</c:v>
                </c:pt>
                <c:pt idx="1875">
                  <c:v>609.35</c:v>
                </c:pt>
                <c:pt idx="1876">
                  <c:v>607.75</c:v>
                </c:pt>
                <c:pt idx="1877">
                  <c:v>605.45000000000005</c:v>
                </c:pt>
                <c:pt idx="1878">
                  <c:v>599.35</c:v>
                </c:pt>
                <c:pt idx="1879">
                  <c:v>611.54999999999995</c:v>
                </c:pt>
                <c:pt idx="1880">
                  <c:v>604.85</c:v>
                </c:pt>
                <c:pt idx="1881">
                  <c:v>619.95000000000005</c:v>
                </c:pt>
                <c:pt idx="1882">
                  <c:v>638.6</c:v>
                </c:pt>
                <c:pt idx="1883">
                  <c:v>628.54999999999995</c:v>
                </c:pt>
                <c:pt idx="1884">
                  <c:v>624</c:v>
                </c:pt>
                <c:pt idx="1885">
                  <c:v>632.04999999999995</c:v>
                </c:pt>
                <c:pt idx="1886">
                  <c:v>654.65</c:v>
                </c:pt>
                <c:pt idx="1887">
                  <c:v>668.1</c:v>
                </c:pt>
                <c:pt idx="1888">
                  <c:v>688.25</c:v>
                </c:pt>
                <c:pt idx="1889">
                  <c:v>721.6</c:v>
                </c:pt>
                <c:pt idx="1890">
                  <c:v>723.4</c:v>
                </c:pt>
                <c:pt idx="1891">
                  <c:v>699.1</c:v>
                </c:pt>
                <c:pt idx="1892">
                  <c:v>691.75</c:v>
                </c:pt>
                <c:pt idx="1893">
                  <c:v>703.8</c:v>
                </c:pt>
                <c:pt idx="1894">
                  <c:v>721.7</c:v>
                </c:pt>
                <c:pt idx="1895">
                  <c:v>731.2</c:v>
                </c:pt>
                <c:pt idx="1896">
                  <c:v>735.35</c:v>
                </c:pt>
                <c:pt idx="1897">
                  <c:v>726.95</c:v>
                </c:pt>
                <c:pt idx="1898">
                  <c:v>746</c:v>
                </c:pt>
                <c:pt idx="1899">
                  <c:v>722</c:v>
                </c:pt>
                <c:pt idx="1900">
                  <c:v>726</c:v>
                </c:pt>
                <c:pt idx="1901">
                  <c:v>738.15</c:v>
                </c:pt>
                <c:pt idx="1902">
                  <c:v>698.9</c:v>
                </c:pt>
                <c:pt idx="1903">
                  <c:v>693.75</c:v>
                </c:pt>
                <c:pt idx="1904">
                  <c:v>680.25</c:v>
                </c:pt>
                <c:pt idx="1905">
                  <c:v>645.6</c:v>
                </c:pt>
                <c:pt idx="1906">
                  <c:v>649</c:v>
                </c:pt>
                <c:pt idx="1907">
                  <c:v>655.6</c:v>
                </c:pt>
                <c:pt idx="1908">
                  <c:v>635.35</c:v>
                </c:pt>
                <c:pt idx="1909">
                  <c:v>627.20000000000005</c:v>
                </c:pt>
                <c:pt idx="1910">
                  <c:v>630</c:v>
                </c:pt>
                <c:pt idx="1911">
                  <c:v>646.85</c:v>
                </c:pt>
                <c:pt idx="1912">
                  <c:v>613.29999999999995</c:v>
                </c:pt>
                <c:pt idx="1913">
                  <c:v>568.4</c:v>
                </c:pt>
                <c:pt idx="1914">
                  <c:v>576.1</c:v>
                </c:pt>
                <c:pt idx="1915">
                  <c:v>538.95000000000005</c:v>
                </c:pt>
                <c:pt idx="1916">
                  <c:v>543.25</c:v>
                </c:pt>
                <c:pt idx="1917">
                  <c:v>518.95000000000005</c:v>
                </c:pt>
                <c:pt idx="1918">
                  <c:v>571.6</c:v>
                </c:pt>
                <c:pt idx="1919">
                  <c:v>612.5</c:v>
                </c:pt>
                <c:pt idx="1920">
                  <c:v>609.70000000000005</c:v>
                </c:pt>
                <c:pt idx="1921">
                  <c:v>620.20000000000005</c:v>
                </c:pt>
                <c:pt idx="1922">
                  <c:v>617.15</c:v>
                </c:pt>
                <c:pt idx="1923">
                  <c:v>643.25</c:v>
                </c:pt>
                <c:pt idx="1924">
                  <c:v>659.95</c:v>
                </c:pt>
                <c:pt idx="1925">
                  <c:v>662.4</c:v>
                </c:pt>
                <c:pt idx="1926">
                  <c:v>682.35</c:v>
                </c:pt>
                <c:pt idx="1927">
                  <c:v>689.95</c:v>
                </c:pt>
                <c:pt idx="1928">
                  <c:v>702.15</c:v>
                </c:pt>
                <c:pt idx="1929">
                  <c:v>677.1</c:v>
                </c:pt>
                <c:pt idx="1930">
                  <c:v>671.5</c:v>
                </c:pt>
                <c:pt idx="1931">
                  <c:v>681.5</c:v>
                </c:pt>
                <c:pt idx="1932">
                  <c:v>681</c:v>
                </c:pt>
                <c:pt idx="1933">
                  <c:v>683.2</c:v>
                </c:pt>
                <c:pt idx="1934">
                  <c:v>680.3</c:v>
                </c:pt>
                <c:pt idx="1935">
                  <c:v>687.5</c:v>
                </c:pt>
                <c:pt idx="1936">
                  <c:v>705.55</c:v>
                </c:pt>
                <c:pt idx="1937">
                  <c:v>719.25</c:v>
                </c:pt>
                <c:pt idx="1938">
                  <c:v>726.55</c:v>
                </c:pt>
                <c:pt idx="1939">
                  <c:v>737.5</c:v>
                </c:pt>
                <c:pt idx="1940">
                  <c:v>770.9</c:v>
                </c:pt>
                <c:pt idx="1941">
                  <c:v>802.2</c:v>
                </c:pt>
                <c:pt idx="1942">
                  <c:v>822.6</c:v>
                </c:pt>
                <c:pt idx="1943">
                  <c:v>852.95</c:v>
                </c:pt>
                <c:pt idx="1944">
                  <c:v>840.5</c:v>
                </c:pt>
                <c:pt idx="1945">
                  <c:v>866.9</c:v>
                </c:pt>
                <c:pt idx="1946">
                  <c:v>911.4</c:v>
                </c:pt>
                <c:pt idx="1947">
                  <c:v>850.95</c:v>
                </c:pt>
                <c:pt idx="1948">
                  <c:v>804.05</c:v>
                </c:pt>
                <c:pt idx="1949">
                  <c:v>850.5</c:v>
                </c:pt>
                <c:pt idx="1950">
                  <c:v>885.85</c:v>
                </c:pt>
                <c:pt idx="1951">
                  <c:v>875.35</c:v>
                </c:pt>
                <c:pt idx="1952">
                  <c:v>888.85</c:v>
                </c:pt>
                <c:pt idx="1953">
                  <c:v>986.9</c:v>
                </c:pt>
                <c:pt idx="1954">
                  <c:v>974.25</c:v>
                </c:pt>
                <c:pt idx="1955">
                  <c:v>913.6</c:v>
                </c:pt>
                <c:pt idx="1956">
                  <c:v>852.65</c:v>
                </c:pt>
                <c:pt idx="1957">
                  <c:v>862.15</c:v>
                </c:pt>
                <c:pt idx="1958">
                  <c:v>872.1</c:v>
                </c:pt>
                <c:pt idx="1959">
                  <c:v>931</c:v>
                </c:pt>
                <c:pt idx="1960">
                  <c:v>1015.85</c:v>
                </c:pt>
                <c:pt idx="1961">
                  <c:v>981.15</c:v>
                </c:pt>
                <c:pt idx="1962">
                  <c:v>962.8</c:v>
                </c:pt>
                <c:pt idx="1963">
                  <c:v>971.2</c:v>
                </c:pt>
                <c:pt idx="1964">
                  <c:v>950.25</c:v>
                </c:pt>
                <c:pt idx="1965">
                  <c:v>958.4</c:v>
                </c:pt>
                <c:pt idx="1966">
                  <c:v>934.8</c:v>
                </c:pt>
                <c:pt idx="1967">
                  <c:v>925</c:v>
                </c:pt>
                <c:pt idx="1968">
                  <c:v>913.4</c:v>
                </c:pt>
                <c:pt idx="1969">
                  <c:v>927.85</c:v>
                </c:pt>
                <c:pt idx="1970">
                  <c:v>934.1</c:v>
                </c:pt>
                <c:pt idx="1971">
                  <c:v>911.15</c:v>
                </c:pt>
                <c:pt idx="1972">
                  <c:v>896.6</c:v>
                </c:pt>
                <c:pt idx="1973">
                  <c:v>865.65</c:v>
                </c:pt>
                <c:pt idx="1974">
                  <c:v>884.6</c:v>
                </c:pt>
                <c:pt idx="1975">
                  <c:v>936</c:v>
                </c:pt>
                <c:pt idx="1976">
                  <c:v>969.65</c:v>
                </c:pt>
                <c:pt idx="1977">
                  <c:v>968.6</c:v>
                </c:pt>
                <c:pt idx="1978">
                  <c:v>974.8</c:v>
                </c:pt>
                <c:pt idx="1979">
                  <c:v>955.5</c:v>
                </c:pt>
                <c:pt idx="1980">
                  <c:v>913.4</c:v>
                </c:pt>
                <c:pt idx="1981">
                  <c:v>905.3</c:v>
                </c:pt>
                <c:pt idx="1982">
                  <c:v>923.9</c:v>
                </c:pt>
                <c:pt idx="1983">
                  <c:v>981.55</c:v>
                </c:pt>
                <c:pt idx="1984">
                  <c:v>990.65</c:v>
                </c:pt>
                <c:pt idx="1985">
                  <c:v>962.25</c:v>
                </c:pt>
                <c:pt idx="1986">
                  <c:v>962.3</c:v>
                </c:pt>
                <c:pt idx="1987">
                  <c:v>1010.05</c:v>
                </c:pt>
                <c:pt idx="1988">
                  <c:v>1059.8499999999999</c:v>
                </c:pt>
                <c:pt idx="1989">
                  <c:v>1082.3499999999999</c:v>
                </c:pt>
                <c:pt idx="1990">
                  <c:v>1129.5999999999999</c:v>
                </c:pt>
                <c:pt idx="1991">
                  <c:v>1166.75</c:v>
                </c:pt>
                <c:pt idx="1992">
                  <c:v>1207.45</c:v>
                </c:pt>
                <c:pt idx="1993">
                  <c:v>1210.1500000000001</c:v>
                </c:pt>
                <c:pt idx="1994">
                  <c:v>1204.5</c:v>
                </c:pt>
                <c:pt idx="1995">
                  <c:v>1240.5999999999999</c:v>
                </c:pt>
                <c:pt idx="1996">
                  <c:v>1336</c:v>
                </c:pt>
                <c:pt idx="1997">
                  <c:v>1335.15</c:v>
                </c:pt>
                <c:pt idx="1998">
                  <c:v>1160.5999999999999</c:v>
                </c:pt>
                <c:pt idx="1999">
                  <c:v>1187.8</c:v>
                </c:pt>
                <c:pt idx="2000">
                  <c:v>1216.2</c:v>
                </c:pt>
                <c:pt idx="2001">
                  <c:v>1230.5</c:v>
                </c:pt>
                <c:pt idx="2002">
                  <c:v>1240.8</c:v>
                </c:pt>
                <c:pt idx="2003">
                  <c:v>1249.9000000000001</c:v>
                </c:pt>
                <c:pt idx="2004">
                  <c:v>1304.0999999999999</c:v>
                </c:pt>
                <c:pt idx="2005">
                  <c:v>1319.8</c:v>
                </c:pt>
                <c:pt idx="2006">
                  <c:v>1319.5</c:v>
                </c:pt>
                <c:pt idx="2007">
                  <c:v>1319.3</c:v>
                </c:pt>
                <c:pt idx="2008">
                  <c:v>1304</c:v>
                </c:pt>
                <c:pt idx="2009">
                  <c:v>1342.25</c:v>
                </c:pt>
                <c:pt idx="2010">
                  <c:v>1334.9</c:v>
                </c:pt>
                <c:pt idx="2011">
                  <c:v>1299.1500000000001</c:v>
                </c:pt>
                <c:pt idx="2012">
                  <c:v>1261.3</c:v>
                </c:pt>
                <c:pt idx="2013">
                  <c:v>1225</c:v>
                </c:pt>
                <c:pt idx="2014">
                  <c:v>1204.55</c:v>
                </c:pt>
                <c:pt idx="2015">
                  <c:v>1201.1500000000001</c:v>
                </c:pt>
                <c:pt idx="2016">
                  <c:v>1230.05</c:v>
                </c:pt>
                <c:pt idx="2017">
                  <c:v>1211.1500000000001</c:v>
                </c:pt>
                <c:pt idx="2018">
                  <c:v>1145.0999999999999</c:v>
                </c:pt>
                <c:pt idx="2019">
                  <c:v>1157.3</c:v>
                </c:pt>
                <c:pt idx="2020">
                  <c:v>1098.5999999999999</c:v>
                </c:pt>
                <c:pt idx="2021">
                  <c:v>970.8</c:v>
                </c:pt>
                <c:pt idx="2022">
                  <c:v>886.25</c:v>
                </c:pt>
                <c:pt idx="2023">
                  <c:v>967.25</c:v>
                </c:pt>
                <c:pt idx="2024">
                  <c:v>870.6</c:v>
                </c:pt>
                <c:pt idx="2025">
                  <c:v>976.15</c:v>
                </c:pt>
                <c:pt idx="2026">
                  <c:v>946.1</c:v>
                </c:pt>
                <c:pt idx="2027">
                  <c:v>980.45</c:v>
                </c:pt>
                <c:pt idx="2028">
                  <c:v>1006.75</c:v>
                </c:pt>
                <c:pt idx="2029">
                  <c:v>969.55</c:v>
                </c:pt>
                <c:pt idx="2030">
                  <c:v>1034.8</c:v>
                </c:pt>
                <c:pt idx="2031">
                  <c:v>1151.95</c:v>
                </c:pt>
                <c:pt idx="2032">
                  <c:v>1173.1500000000001</c:v>
                </c:pt>
                <c:pt idx="2033">
                  <c:v>1134.75</c:v>
                </c:pt>
                <c:pt idx="2034">
                  <c:v>1131.8</c:v>
                </c:pt>
                <c:pt idx="2035">
                  <c:v>1104.6500000000001</c:v>
                </c:pt>
                <c:pt idx="2036">
                  <c:v>1092.3499999999999</c:v>
                </c:pt>
                <c:pt idx="2037">
                  <c:v>1126.6500000000001</c:v>
                </c:pt>
                <c:pt idx="2038">
                  <c:v>1107.8499999999999</c:v>
                </c:pt>
                <c:pt idx="2039">
                  <c:v>1139.75</c:v>
                </c:pt>
                <c:pt idx="2040">
                  <c:v>1187.8</c:v>
                </c:pt>
                <c:pt idx="2041">
                  <c:v>1145.55</c:v>
                </c:pt>
                <c:pt idx="2042">
                  <c:v>1167.25</c:v>
                </c:pt>
                <c:pt idx="2043">
                  <c:v>1110.45</c:v>
                </c:pt>
                <c:pt idx="2044">
                  <c:v>1149.5</c:v>
                </c:pt>
                <c:pt idx="2045">
                  <c:v>1115.05</c:v>
                </c:pt>
                <c:pt idx="2046">
                  <c:v>1114</c:v>
                </c:pt>
                <c:pt idx="2047">
                  <c:v>1093.5999999999999</c:v>
                </c:pt>
                <c:pt idx="2048">
                  <c:v>1064.2</c:v>
                </c:pt>
                <c:pt idx="2049">
                  <c:v>1078.3</c:v>
                </c:pt>
                <c:pt idx="2050">
                  <c:v>1059.5999999999999</c:v>
                </c:pt>
                <c:pt idx="2051">
                  <c:v>1015.25</c:v>
                </c:pt>
                <c:pt idx="2052">
                  <c:v>1007.95</c:v>
                </c:pt>
                <c:pt idx="2053">
                  <c:v>984.55</c:v>
                </c:pt>
                <c:pt idx="2054">
                  <c:v>940.2</c:v>
                </c:pt>
                <c:pt idx="2055">
                  <c:v>926.6</c:v>
                </c:pt>
                <c:pt idx="2056">
                  <c:v>916.95</c:v>
                </c:pt>
                <c:pt idx="2057">
                  <c:v>939.3</c:v>
                </c:pt>
                <c:pt idx="2058">
                  <c:v>895.05</c:v>
                </c:pt>
                <c:pt idx="2059">
                  <c:v>933.65</c:v>
                </c:pt>
                <c:pt idx="2060">
                  <c:v>890.75</c:v>
                </c:pt>
                <c:pt idx="2061">
                  <c:v>890.55</c:v>
                </c:pt>
                <c:pt idx="2062">
                  <c:v>898.5</c:v>
                </c:pt>
                <c:pt idx="2063">
                  <c:v>788.85</c:v>
                </c:pt>
                <c:pt idx="2064">
                  <c:v>849.9</c:v>
                </c:pt>
                <c:pt idx="2065">
                  <c:v>838.05</c:v>
                </c:pt>
                <c:pt idx="2066">
                  <c:v>811.15</c:v>
                </c:pt>
                <c:pt idx="2067">
                  <c:v>817.45</c:v>
                </c:pt>
                <c:pt idx="2068">
                  <c:v>819.3</c:v>
                </c:pt>
                <c:pt idx="2069">
                  <c:v>828.45</c:v>
                </c:pt>
                <c:pt idx="2070">
                  <c:v>786.8</c:v>
                </c:pt>
                <c:pt idx="2071">
                  <c:v>771.3</c:v>
                </c:pt>
                <c:pt idx="2072">
                  <c:v>755.2</c:v>
                </c:pt>
                <c:pt idx="2073">
                  <c:v>759.9</c:v>
                </c:pt>
                <c:pt idx="2074">
                  <c:v>738</c:v>
                </c:pt>
                <c:pt idx="2075">
                  <c:v>725.85</c:v>
                </c:pt>
                <c:pt idx="2076">
                  <c:v>724.85</c:v>
                </c:pt>
                <c:pt idx="2077">
                  <c:v>715.55</c:v>
                </c:pt>
                <c:pt idx="2078">
                  <c:v>746.05</c:v>
                </c:pt>
                <c:pt idx="2079">
                  <c:v>774.25</c:v>
                </c:pt>
                <c:pt idx="2080">
                  <c:v>812.3</c:v>
                </c:pt>
                <c:pt idx="2081">
                  <c:v>832.5</c:v>
                </c:pt>
                <c:pt idx="2082">
                  <c:v>877.95</c:v>
                </c:pt>
                <c:pt idx="2083">
                  <c:v>852.85</c:v>
                </c:pt>
                <c:pt idx="2084">
                  <c:v>891.05</c:v>
                </c:pt>
                <c:pt idx="2085">
                  <c:v>883.35</c:v>
                </c:pt>
                <c:pt idx="2086">
                  <c:v>870.15</c:v>
                </c:pt>
                <c:pt idx="2087">
                  <c:v>867.8</c:v>
                </c:pt>
                <c:pt idx="2088">
                  <c:v>875.25</c:v>
                </c:pt>
                <c:pt idx="2089">
                  <c:v>916.15</c:v>
                </c:pt>
                <c:pt idx="2090">
                  <c:v>899.05</c:v>
                </c:pt>
                <c:pt idx="2091">
                  <c:v>879.2</c:v>
                </c:pt>
                <c:pt idx="2092">
                  <c:v>876.1</c:v>
                </c:pt>
                <c:pt idx="2093">
                  <c:v>884.15</c:v>
                </c:pt>
                <c:pt idx="2094">
                  <c:v>899.25</c:v>
                </c:pt>
                <c:pt idx="2095">
                  <c:v>927.9</c:v>
                </c:pt>
                <c:pt idx="2096">
                  <c:v>959.65</c:v>
                </c:pt>
                <c:pt idx="2097">
                  <c:v>997.6</c:v>
                </c:pt>
                <c:pt idx="2098">
                  <c:v>1033.8</c:v>
                </c:pt>
                <c:pt idx="2099">
                  <c:v>1109.25</c:v>
                </c:pt>
                <c:pt idx="2100">
                  <c:v>1145</c:v>
                </c:pt>
                <c:pt idx="2101">
                  <c:v>1130.6500000000001</c:v>
                </c:pt>
                <c:pt idx="2102">
                  <c:v>1078.45</c:v>
                </c:pt>
                <c:pt idx="2103">
                  <c:v>1075.8</c:v>
                </c:pt>
                <c:pt idx="2104">
                  <c:v>1079.0999999999999</c:v>
                </c:pt>
                <c:pt idx="2105">
                  <c:v>1102.3</c:v>
                </c:pt>
                <c:pt idx="2106">
                  <c:v>1112.3</c:v>
                </c:pt>
                <c:pt idx="2107">
                  <c:v>1152.75</c:v>
                </c:pt>
                <c:pt idx="2108">
                  <c:v>1176.3499999999999</c:v>
                </c:pt>
                <c:pt idx="2109">
                  <c:v>1146.3499999999999</c:v>
                </c:pt>
                <c:pt idx="2110">
                  <c:v>1156.55</c:v>
                </c:pt>
                <c:pt idx="2111">
                  <c:v>1102.1500000000001</c:v>
                </c:pt>
                <c:pt idx="2112">
                  <c:v>1119.3499999999999</c:v>
                </c:pt>
                <c:pt idx="2113">
                  <c:v>1083.6500000000001</c:v>
                </c:pt>
                <c:pt idx="2114">
                  <c:v>1089.4000000000001</c:v>
                </c:pt>
                <c:pt idx="2115">
                  <c:v>1107.3</c:v>
                </c:pt>
                <c:pt idx="2116">
                  <c:v>1076.3</c:v>
                </c:pt>
                <c:pt idx="2117">
                  <c:v>996.9</c:v>
                </c:pt>
                <c:pt idx="2118">
                  <c:v>947.55</c:v>
                </c:pt>
                <c:pt idx="2119">
                  <c:v>993.6</c:v>
                </c:pt>
                <c:pt idx="2120">
                  <c:v>992.85</c:v>
                </c:pt>
                <c:pt idx="2121">
                  <c:v>987.25</c:v>
                </c:pt>
                <c:pt idx="2122">
                  <c:v>995.55</c:v>
                </c:pt>
                <c:pt idx="2123">
                  <c:v>994</c:v>
                </c:pt>
                <c:pt idx="2124">
                  <c:v>955.6</c:v>
                </c:pt>
                <c:pt idx="2125">
                  <c:v>962.35</c:v>
                </c:pt>
                <c:pt idx="2126">
                  <c:v>1005.45</c:v>
                </c:pt>
                <c:pt idx="2127">
                  <c:v>1032.5</c:v>
                </c:pt>
                <c:pt idx="2128">
                  <c:v>981.45</c:v>
                </c:pt>
                <c:pt idx="2129">
                  <c:v>900.6</c:v>
                </c:pt>
                <c:pt idx="2130">
                  <c:v>775.9</c:v>
                </c:pt>
                <c:pt idx="2131">
                  <c:v>800.05</c:v>
                </c:pt>
                <c:pt idx="2132">
                  <c:v>733.65</c:v>
                </c:pt>
                <c:pt idx="2133">
                  <c:v>752.85</c:v>
                </c:pt>
                <c:pt idx="2134">
                  <c:v>800.75</c:v>
                </c:pt>
                <c:pt idx="2135">
                  <c:v>830.55</c:v>
                </c:pt>
                <c:pt idx="2136">
                  <c:v>859.7</c:v>
                </c:pt>
                <c:pt idx="2137">
                  <c:v>829.7</c:v>
                </c:pt>
                <c:pt idx="2138">
                  <c:v>800.95</c:v>
                </c:pt>
                <c:pt idx="2139">
                  <c:v>798.75</c:v>
                </c:pt>
                <c:pt idx="2140">
                  <c:v>730.4</c:v>
                </c:pt>
                <c:pt idx="2141">
                  <c:v>715.15</c:v>
                </c:pt>
                <c:pt idx="2142">
                  <c:v>741.55</c:v>
                </c:pt>
                <c:pt idx="2143">
                  <c:v>729.45</c:v>
                </c:pt>
                <c:pt idx="2144">
                  <c:v>721.35</c:v>
                </c:pt>
                <c:pt idx="2145">
                  <c:v>728.9</c:v>
                </c:pt>
                <c:pt idx="2146">
                  <c:v>772.9</c:v>
                </c:pt>
                <c:pt idx="2147">
                  <c:v>797.55</c:v>
                </c:pt>
                <c:pt idx="2148">
                  <c:v>781.1</c:v>
                </c:pt>
                <c:pt idx="2149">
                  <c:v>776.55</c:v>
                </c:pt>
                <c:pt idx="2150">
                  <c:v>752.45</c:v>
                </c:pt>
                <c:pt idx="2151">
                  <c:v>749.5</c:v>
                </c:pt>
                <c:pt idx="2152">
                  <c:v>736.65</c:v>
                </c:pt>
                <c:pt idx="2153">
                  <c:v>797.9</c:v>
                </c:pt>
                <c:pt idx="2154">
                  <c:v>872.1</c:v>
                </c:pt>
                <c:pt idx="2155">
                  <c:v>835.55</c:v>
                </c:pt>
                <c:pt idx="2156">
                  <c:v>785.55</c:v>
                </c:pt>
                <c:pt idx="2157">
                  <c:v>786.7</c:v>
                </c:pt>
                <c:pt idx="2158">
                  <c:v>794.6</c:v>
                </c:pt>
                <c:pt idx="2159">
                  <c:v>806.2</c:v>
                </c:pt>
                <c:pt idx="2160">
                  <c:v>775</c:v>
                </c:pt>
                <c:pt idx="2161">
                  <c:v>766.3</c:v>
                </c:pt>
                <c:pt idx="2162">
                  <c:v>771.1</c:v>
                </c:pt>
                <c:pt idx="2163">
                  <c:v>771.7</c:v>
                </c:pt>
                <c:pt idx="2164">
                  <c:v>770.2</c:v>
                </c:pt>
                <c:pt idx="2165">
                  <c:v>767.75</c:v>
                </c:pt>
                <c:pt idx="2166">
                  <c:v>756.8</c:v>
                </c:pt>
                <c:pt idx="2167">
                  <c:v>763.15</c:v>
                </c:pt>
                <c:pt idx="2168">
                  <c:v>759.45</c:v>
                </c:pt>
                <c:pt idx="2169">
                  <c:v>750.25</c:v>
                </c:pt>
                <c:pt idx="2170">
                  <c:v>741.2</c:v>
                </c:pt>
                <c:pt idx="2171">
                  <c:v>749.05</c:v>
                </c:pt>
                <c:pt idx="2172">
                  <c:v>764</c:v>
                </c:pt>
                <c:pt idx="2173">
                  <c:v>751.3</c:v>
                </c:pt>
                <c:pt idx="2174">
                  <c:v>759.65</c:v>
                </c:pt>
                <c:pt idx="2175">
                  <c:v>731.4</c:v>
                </c:pt>
                <c:pt idx="2176">
                  <c:v>710.55</c:v>
                </c:pt>
                <c:pt idx="2177">
                  <c:v>716.5</c:v>
                </c:pt>
                <c:pt idx="2178">
                  <c:v>715.1</c:v>
                </c:pt>
                <c:pt idx="2179">
                  <c:v>661.25</c:v>
                </c:pt>
                <c:pt idx="2180">
                  <c:v>666.65</c:v>
                </c:pt>
                <c:pt idx="2181">
                  <c:v>658.45</c:v>
                </c:pt>
                <c:pt idx="2182">
                  <c:v>650.5</c:v>
                </c:pt>
                <c:pt idx="2183">
                  <c:v>646.25</c:v>
                </c:pt>
                <c:pt idx="2184">
                  <c:v>641.95000000000005</c:v>
                </c:pt>
                <c:pt idx="2185">
                  <c:v>598.4</c:v>
                </c:pt>
                <c:pt idx="2186">
                  <c:v>593.95000000000005</c:v>
                </c:pt>
                <c:pt idx="2187">
                  <c:v>595.65</c:v>
                </c:pt>
                <c:pt idx="2188">
                  <c:v>573.29999999999995</c:v>
                </c:pt>
                <c:pt idx="2189">
                  <c:v>580.45000000000005</c:v>
                </c:pt>
                <c:pt idx="2190">
                  <c:v>580.65</c:v>
                </c:pt>
                <c:pt idx="2191">
                  <c:v>574.20000000000005</c:v>
                </c:pt>
                <c:pt idx="2192">
                  <c:v>506.4</c:v>
                </c:pt>
                <c:pt idx="2193">
                  <c:v>482.6</c:v>
                </c:pt>
                <c:pt idx="2194">
                  <c:v>455.95</c:v>
                </c:pt>
                <c:pt idx="2195">
                  <c:v>411.05</c:v>
                </c:pt>
                <c:pt idx="2196">
                  <c:v>347.6</c:v>
                </c:pt>
                <c:pt idx="2197">
                  <c:v>310.75</c:v>
                </c:pt>
                <c:pt idx="2198">
                  <c:v>293.39999999999998</c:v>
                </c:pt>
                <c:pt idx="2199">
                  <c:v>298.89999999999998</c:v>
                </c:pt>
                <c:pt idx="2200">
                  <c:v>336.7</c:v>
                </c:pt>
                <c:pt idx="2201">
                  <c:v>313.64999999999998</c:v>
                </c:pt>
                <c:pt idx="2202">
                  <c:v>278</c:v>
                </c:pt>
                <c:pt idx="2203">
                  <c:v>260.3</c:v>
                </c:pt>
                <c:pt idx="2204">
                  <c:v>244.5</c:v>
                </c:pt>
                <c:pt idx="2205">
                  <c:v>260.3</c:v>
                </c:pt>
                <c:pt idx="2206">
                  <c:v>268.10000000000002</c:v>
                </c:pt>
                <c:pt idx="2207">
                  <c:v>249.9</c:v>
                </c:pt>
                <c:pt idx="2208">
                  <c:v>229.1</c:v>
                </c:pt>
                <c:pt idx="2209">
                  <c:v>204.65</c:v>
                </c:pt>
                <c:pt idx="2210">
                  <c:v>206.75</c:v>
                </c:pt>
                <c:pt idx="2211">
                  <c:v>222</c:v>
                </c:pt>
                <c:pt idx="2212">
                  <c:v>229.6</c:v>
                </c:pt>
                <c:pt idx="2213">
                  <c:v>307</c:v>
                </c:pt>
                <c:pt idx="2214">
                  <c:v>311.75</c:v>
                </c:pt>
                <c:pt idx="2215">
                  <c:v>348.3</c:v>
                </c:pt>
                <c:pt idx="2216">
                  <c:v>338</c:v>
                </c:pt>
                <c:pt idx="2217">
                  <c:v>300.7</c:v>
                </c:pt>
                <c:pt idx="2218">
                  <c:v>285.14999999999998</c:v>
                </c:pt>
                <c:pt idx="2219">
                  <c:v>310</c:v>
                </c:pt>
                <c:pt idx="2220">
                  <c:v>294.14999999999998</c:v>
                </c:pt>
                <c:pt idx="2221">
                  <c:v>293</c:v>
                </c:pt>
                <c:pt idx="2222">
                  <c:v>274.7</c:v>
                </c:pt>
                <c:pt idx="2223">
                  <c:v>254.55</c:v>
                </c:pt>
                <c:pt idx="2224">
                  <c:v>241.7</c:v>
                </c:pt>
                <c:pt idx="2225">
                  <c:v>238.4</c:v>
                </c:pt>
                <c:pt idx="2226">
                  <c:v>221.4</c:v>
                </c:pt>
                <c:pt idx="2227">
                  <c:v>204.9</c:v>
                </c:pt>
                <c:pt idx="2228">
                  <c:v>188.55</c:v>
                </c:pt>
                <c:pt idx="2229">
                  <c:v>189.05</c:v>
                </c:pt>
                <c:pt idx="2230">
                  <c:v>193.65</c:v>
                </c:pt>
                <c:pt idx="2231">
                  <c:v>188.15</c:v>
                </c:pt>
                <c:pt idx="2232">
                  <c:v>181.05</c:v>
                </c:pt>
                <c:pt idx="2233">
                  <c:v>175.25</c:v>
                </c:pt>
                <c:pt idx="2234">
                  <c:v>183.65</c:v>
                </c:pt>
                <c:pt idx="2235">
                  <c:v>219.25</c:v>
                </c:pt>
                <c:pt idx="2236">
                  <c:v>213</c:v>
                </c:pt>
                <c:pt idx="2237">
                  <c:v>221.6</c:v>
                </c:pt>
                <c:pt idx="2238">
                  <c:v>241.2</c:v>
                </c:pt>
                <c:pt idx="2239">
                  <c:v>239.9</c:v>
                </c:pt>
                <c:pt idx="2240">
                  <c:v>226.65</c:v>
                </c:pt>
                <c:pt idx="2241">
                  <c:v>240.95</c:v>
                </c:pt>
                <c:pt idx="2242">
                  <c:v>242.9</c:v>
                </c:pt>
                <c:pt idx="2243">
                  <c:v>226.6</c:v>
                </c:pt>
                <c:pt idx="2244">
                  <c:v>228.25</c:v>
                </c:pt>
                <c:pt idx="2245">
                  <c:v>226.6</c:v>
                </c:pt>
                <c:pt idx="2246">
                  <c:v>225.4</c:v>
                </c:pt>
                <c:pt idx="2247">
                  <c:v>225.8</c:v>
                </c:pt>
                <c:pt idx="2248">
                  <c:v>220.65</c:v>
                </c:pt>
                <c:pt idx="2249">
                  <c:v>211.4</c:v>
                </c:pt>
                <c:pt idx="2250">
                  <c:v>218.65</c:v>
                </c:pt>
                <c:pt idx="2251">
                  <c:v>222.95</c:v>
                </c:pt>
                <c:pt idx="2252">
                  <c:v>229.15</c:v>
                </c:pt>
                <c:pt idx="2253">
                  <c:v>238.35</c:v>
                </c:pt>
                <c:pt idx="2254">
                  <c:v>236.85</c:v>
                </c:pt>
                <c:pt idx="2255">
                  <c:v>245.4</c:v>
                </c:pt>
                <c:pt idx="2256">
                  <c:v>252.35</c:v>
                </c:pt>
                <c:pt idx="2257">
                  <c:v>238.55</c:v>
                </c:pt>
                <c:pt idx="2258">
                  <c:v>224.1</c:v>
                </c:pt>
                <c:pt idx="2259">
                  <c:v>215.6</c:v>
                </c:pt>
                <c:pt idx="2260">
                  <c:v>210.75</c:v>
                </c:pt>
                <c:pt idx="2261">
                  <c:v>219</c:v>
                </c:pt>
                <c:pt idx="2262">
                  <c:v>210.2</c:v>
                </c:pt>
                <c:pt idx="2263">
                  <c:v>211.8</c:v>
                </c:pt>
                <c:pt idx="2264">
                  <c:v>210.15</c:v>
                </c:pt>
                <c:pt idx="2265">
                  <c:v>205.65</c:v>
                </c:pt>
                <c:pt idx="2266">
                  <c:v>201.15</c:v>
                </c:pt>
                <c:pt idx="2267">
                  <c:v>195.8</c:v>
                </c:pt>
                <c:pt idx="2268">
                  <c:v>186.65</c:v>
                </c:pt>
                <c:pt idx="2269">
                  <c:v>193.9</c:v>
                </c:pt>
                <c:pt idx="2270">
                  <c:v>204.65</c:v>
                </c:pt>
                <c:pt idx="2271">
                  <c:v>207.5</c:v>
                </c:pt>
                <c:pt idx="2272">
                  <c:v>211.1</c:v>
                </c:pt>
                <c:pt idx="2273">
                  <c:v>196.75</c:v>
                </c:pt>
                <c:pt idx="2274">
                  <c:v>189.7</c:v>
                </c:pt>
                <c:pt idx="2275">
                  <c:v>199.3</c:v>
                </c:pt>
                <c:pt idx="2276">
                  <c:v>195.35</c:v>
                </c:pt>
                <c:pt idx="2277">
                  <c:v>210.35</c:v>
                </c:pt>
                <c:pt idx="2278">
                  <c:v>224.5</c:v>
                </c:pt>
                <c:pt idx="2279">
                  <c:v>224.4</c:v>
                </c:pt>
                <c:pt idx="2280">
                  <c:v>219.8</c:v>
                </c:pt>
                <c:pt idx="2281">
                  <c:v>225.35</c:v>
                </c:pt>
                <c:pt idx="2282">
                  <c:v>232.15</c:v>
                </c:pt>
                <c:pt idx="2283">
                  <c:v>214.85</c:v>
                </c:pt>
                <c:pt idx="2284">
                  <c:v>212.8</c:v>
                </c:pt>
                <c:pt idx="2285">
                  <c:v>208.65</c:v>
                </c:pt>
                <c:pt idx="2286">
                  <c:v>208.75</c:v>
                </c:pt>
                <c:pt idx="2287">
                  <c:v>197.1</c:v>
                </c:pt>
                <c:pt idx="2288">
                  <c:v>184.1</c:v>
                </c:pt>
                <c:pt idx="2289">
                  <c:v>185</c:v>
                </c:pt>
                <c:pt idx="2290">
                  <c:v>184.6</c:v>
                </c:pt>
                <c:pt idx="2291">
                  <c:v>188.2</c:v>
                </c:pt>
                <c:pt idx="2292">
                  <c:v>171.95</c:v>
                </c:pt>
                <c:pt idx="2293">
                  <c:v>170.6</c:v>
                </c:pt>
                <c:pt idx="2294">
                  <c:v>177.85</c:v>
                </c:pt>
                <c:pt idx="2295">
                  <c:v>177.3</c:v>
                </c:pt>
                <c:pt idx="2296">
                  <c:v>174.4</c:v>
                </c:pt>
                <c:pt idx="2297">
                  <c:v>163.30000000000001</c:v>
                </c:pt>
                <c:pt idx="2298">
                  <c:v>165.55</c:v>
                </c:pt>
                <c:pt idx="2299">
                  <c:v>181.35</c:v>
                </c:pt>
                <c:pt idx="2300">
                  <c:v>185.35</c:v>
                </c:pt>
                <c:pt idx="2301">
                  <c:v>184.8</c:v>
                </c:pt>
                <c:pt idx="2302">
                  <c:v>182.55</c:v>
                </c:pt>
                <c:pt idx="2303">
                  <c:v>182.55</c:v>
                </c:pt>
                <c:pt idx="2304">
                  <c:v>187.2</c:v>
                </c:pt>
                <c:pt idx="2305">
                  <c:v>201</c:v>
                </c:pt>
                <c:pt idx="2306">
                  <c:v>192.3</c:v>
                </c:pt>
                <c:pt idx="2307">
                  <c:v>194.4</c:v>
                </c:pt>
                <c:pt idx="2308">
                  <c:v>203</c:v>
                </c:pt>
                <c:pt idx="2309">
                  <c:v>230.5</c:v>
                </c:pt>
                <c:pt idx="2310">
                  <c:v>213.75</c:v>
                </c:pt>
                <c:pt idx="2311">
                  <c:v>232.85</c:v>
                </c:pt>
                <c:pt idx="2312">
                  <c:v>251.05</c:v>
                </c:pt>
                <c:pt idx="2313">
                  <c:v>305.14999999999998</c:v>
                </c:pt>
                <c:pt idx="2314">
                  <c:v>311.14999999999998</c:v>
                </c:pt>
                <c:pt idx="2315">
                  <c:v>305.60000000000002</c:v>
                </c:pt>
                <c:pt idx="2316">
                  <c:v>347.55</c:v>
                </c:pt>
                <c:pt idx="2317">
                  <c:v>358.55</c:v>
                </c:pt>
                <c:pt idx="2318">
                  <c:v>367.55</c:v>
                </c:pt>
                <c:pt idx="2319">
                  <c:v>330.9</c:v>
                </c:pt>
                <c:pt idx="2320">
                  <c:v>315.64999999999998</c:v>
                </c:pt>
                <c:pt idx="2321">
                  <c:v>325.55</c:v>
                </c:pt>
                <c:pt idx="2322">
                  <c:v>316</c:v>
                </c:pt>
                <c:pt idx="2323">
                  <c:v>313.60000000000002</c:v>
                </c:pt>
                <c:pt idx="2324">
                  <c:v>342.4</c:v>
                </c:pt>
                <c:pt idx="2325">
                  <c:v>341.05</c:v>
                </c:pt>
                <c:pt idx="2326">
                  <c:v>333.85</c:v>
                </c:pt>
                <c:pt idx="2327">
                  <c:v>315.55</c:v>
                </c:pt>
                <c:pt idx="2328">
                  <c:v>342.5</c:v>
                </c:pt>
                <c:pt idx="2329">
                  <c:v>362.65</c:v>
                </c:pt>
                <c:pt idx="2330">
                  <c:v>399.15</c:v>
                </c:pt>
                <c:pt idx="2331">
                  <c:v>383.9</c:v>
                </c:pt>
                <c:pt idx="2332">
                  <c:v>429.4</c:v>
                </c:pt>
                <c:pt idx="2333">
                  <c:v>409.45</c:v>
                </c:pt>
                <c:pt idx="2334">
                  <c:v>424.45</c:v>
                </c:pt>
                <c:pt idx="2335">
                  <c:v>417.7</c:v>
                </c:pt>
                <c:pt idx="2336">
                  <c:v>412.05</c:v>
                </c:pt>
                <c:pt idx="2337">
                  <c:v>409.15</c:v>
                </c:pt>
                <c:pt idx="2338">
                  <c:v>418.6</c:v>
                </c:pt>
                <c:pt idx="2339">
                  <c:v>487.8</c:v>
                </c:pt>
                <c:pt idx="2340">
                  <c:v>479.3</c:v>
                </c:pt>
                <c:pt idx="2341">
                  <c:v>505.1</c:v>
                </c:pt>
                <c:pt idx="2342">
                  <c:v>495.65</c:v>
                </c:pt>
                <c:pt idx="2343">
                  <c:v>502.2</c:v>
                </c:pt>
                <c:pt idx="2344">
                  <c:v>512.5</c:v>
                </c:pt>
                <c:pt idx="2345">
                  <c:v>499.95</c:v>
                </c:pt>
                <c:pt idx="2346">
                  <c:v>516.75</c:v>
                </c:pt>
                <c:pt idx="2347">
                  <c:v>549.4</c:v>
                </c:pt>
                <c:pt idx="2348">
                  <c:v>553.15</c:v>
                </c:pt>
                <c:pt idx="2349">
                  <c:v>569.04999999999995</c:v>
                </c:pt>
                <c:pt idx="2350">
                  <c:v>568.25</c:v>
                </c:pt>
                <c:pt idx="2351">
                  <c:v>587.35</c:v>
                </c:pt>
                <c:pt idx="2352">
                  <c:v>587.54999999999995</c:v>
                </c:pt>
                <c:pt idx="2353">
                  <c:v>585.79999999999995</c:v>
                </c:pt>
                <c:pt idx="2354">
                  <c:v>509.5</c:v>
                </c:pt>
                <c:pt idx="2355">
                  <c:v>555.1</c:v>
                </c:pt>
                <c:pt idx="2356">
                  <c:v>582.65</c:v>
                </c:pt>
                <c:pt idx="2357">
                  <c:v>636.95000000000005</c:v>
                </c:pt>
                <c:pt idx="2358">
                  <c:v>707.3</c:v>
                </c:pt>
                <c:pt idx="2359">
                  <c:v>671.4</c:v>
                </c:pt>
                <c:pt idx="2360">
                  <c:v>682.45</c:v>
                </c:pt>
                <c:pt idx="2361">
                  <c:v>632.70000000000005</c:v>
                </c:pt>
                <c:pt idx="2362">
                  <c:v>569</c:v>
                </c:pt>
                <c:pt idx="2363">
                  <c:v>604.5</c:v>
                </c:pt>
                <c:pt idx="2364">
                  <c:v>586.45000000000005</c:v>
                </c:pt>
                <c:pt idx="2365">
                  <c:v>564.35</c:v>
                </c:pt>
                <c:pt idx="2366">
                  <c:v>589.65</c:v>
                </c:pt>
                <c:pt idx="2367">
                  <c:v>593.75</c:v>
                </c:pt>
                <c:pt idx="2368">
                  <c:v>623</c:v>
                </c:pt>
                <c:pt idx="2369">
                  <c:v>634.75</c:v>
                </c:pt>
                <c:pt idx="2370">
                  <c:v>615</c:v>
                </c:pt>
                <c:pt idx="2371">
                  <c:v>622.4</c:v>
                </c:pt>
                <c:pt idx="2372">
                  <c:v>617.29999999999995</c:v>
                </c:pt>
                <c:pt idx="2373">
                  <c:v>615.6</c:v>
                </c:pt>
                <c:pt idx="2374">
                  <c:v>575.29999999999995</c:v>
                </c:pt>
                <c:pt idx="2375">
                  <c:v>576.15</c:v>
                </c:pt>
                <c:pt idx="2376">
                  <c:v>538.20000000000005</c:v>
                </c:pt>
                <c:pt idx="2377">
                  <c:v>526.65</c:v>
                </c:pt>
                <c:pt idx="2378">
                  <c:v>516.45000000000005</c:v>
                </c:pt>
                <c:pt idx="2379">
                  <c:v>485.25</c:v>
                </c:pt>
                <c:pt idx="2380">
                  <c:v>530.20000000000005</c:v>
                </c:pt>
                <c:pt idx="2381">
                  <c:v>568.65</c:v>
                </c:pt>
                <c:pt idx="2382">
                  <c:v>579.65</c:v>
                </c:pt>
                <c:pt idx="2383">
                  <c:v>600.29999999999995</c:v>
                </c:pt>
                <c:pt idx="2384">
                  <c:v>603.85</c:v>
                </c:pt>
                <c:pt idx="2385">
                  <c:v>605.70000000000005</c:v>
                </c:pt>
                <c:pt idx="2386">
                  <c:v>594.79999999999995</c:v>
                </c:pt>
                <c:pt idx="2387">
                  <c:v>620.04999999999995</c:v>
                </c:pt>
                <c:pt idx="2388">
                  <c:v>631.6</c:v>
                </c:pt>
                <c:pt idx="2389">
                  <c:v>683.6</c:v>
                </c:pt>
                <c:pt idx="2390">
                  <c:v>683.5</c:v>
                </c:pt>
                <c:pt idx="2391">
                  <c:v>687.5</c:v>
                </c:pt>
                <c:pt idx="2392">
                  <c:v>687.6</c:v>
                </c:pt>
                <c:pt idx="2393">
                  <c:v>697.75</c:v>
                </c:pt>
                <c:pt idx="2394">
                  <c:v>744.6</c:v>
                </c:pt>
                <c:pt idx="2395">
                  <c:v>728.7</c:v>
                </c:pt>
                <c:pt idx="2396">
                  <c:v>714.45</c:v>
                </c:pt>
                <c:pt idx="2397">
                  <c:v>718.5</c:v>
                </c:pt>
                <c:pt idx="2398">
                  <c:v>698.35</c:v>
                </c:pt>
                <c:pt idx="2399">
                  <c:v>672.8</c:v>
                </c:pt>
                <c:pt idx="2400">
                  <c:v>690.6</c:v>
                </c:pt>
                <c:pt idx="2401">
                  <c:v>675.85</c:v>
                </c:pt>
                <c:pt idx="2402">
                  <c:v>726.85</c:v>
                </c:pt>
                <c:pt idx="2403">
                  <c:v>738.25</c:v>
                </c:pt>
                <c:pt idx="2404">
                  <c:v>683.75</c:v>
                </c:pt>
                <c:pt idx="2405">
                  <c:v>710.3</c:v>
                </c:pt>
                <c:pt idx="2406">
                  <c:v>689.05</c:v>
                </c:pt>
                <c:pt idx="2407">
                  <c:v>695.95</c:v>
                </c:pt>
                <c:pt idx="2408">
                  <c:v>701.25</c:v>
                </c:pt>
                <c:pt idx="2409">
                  <c:v>716.45</c:v>
                </c:pt>
                <c:pt idx="2410">
                  <c:v>715.1</c:v>
                </c:pt>
                <c:pt idx="2411">
                  <c:v>723.8</c:v>
                </c:pt>
                <c:pt idx="2412">
                  <c:v>711.05</c:v>
                </c:pt>
                <c:pt idx="2413">
                  <c:v>709.65</c:v>
                </c:pt>
                <c:pt idx="2414">
                  <c:v>689.15</c:v>
                </c:pt>
                <c:pt idx="2415">
                  <c:v>669.9</c:v>
                </c:pt>
                <c:pt idx="2416">
                  <c:v>663.7</c:v>
                </c:pt>
                <c:pt idx="2417">
                  <c:v>671.75</c:v>
                </c:pt>
                <c:pt idx="2418">
                  <c:v>692.7</c:v>
                </c:pt>
                <c:pt idx="2419">
                  <c:v>725.3</c:v>
                </c:pt>
                <c:pt idx="2420">
                  <c:v>736.8</c:v>
                </c:pt>
                <c:pt idx="2421">
                  <c:v>731.05</c:v>
                </c:pt>
                <c:pt idx="2422">
                  <c:v>737.2</c:v>
                </c:pt>
                <c:pt idx="2423">
                  <c:v>734.9</c:v>
                </c:pt>
                <c:pt idx="2424">
                  <c:v>744.65</c:v>
                </c:pt>
                <c:pt idx="2425">
                  <c:v>767.45</c:v>
                </c:pt>
                <c:pt idx="2426">
                  <c:v>810.3</c:v>
                </c:pt>
                <c:pt idx="2427">
                  <c:v>799.3</c:v>
                </c:pt>
                <c:pt idx="2428">
                  <c:v>792.7</c:v>
                </c:pt>
                <c:pt idx="2429">
                  <c:v>803.05</c:v>
                </c:pt>
                <c:pt idx="2430">
                  <c:v>827.1</c:v>
                </c:pt>
                <c:pt idx="2431">
                  <c:v>840.95</c:v>
                </c:pt>
                <c:pt idx="2432">
                  <c:v>807.7</c:v>
                </c:pt>
                <c:pt idx="2433">
                  <c:v>819.2</c:v>
                </c:pt>
                <c:pt idx="2434">
                  <c:v>832.6</c:v>
                </c:pt>
                <c:pt idx="2435">
                  <c:v>853.75</c:v>
                </c:pt>
                <c:pt idx="2436">
                  <c:v>836.45</c:v>
                </c:pt>
                <c:pt idx="2437">
                  <c:v>869.95</c:v>
                </c:pt>
                <c:pt idx="2438">
                  <c:v>883</c:v>
                </c:pt>
                <c:pt idx="2439">
                  <c:v>911.7</c:v>
                </c:pt>
                <c:pt idx="2440">
                  <c:v>889.85</c:v>
                </c:pt>
                <c:pt idx="2441">
                  <c:v>903.8</c:v>
                </c:pt>
                <c:pt idx="2442">
                  <c:v>912.6</c:v>
                </c:pt>
                <c:pt idx="2443">
                  <c:v>912.6</c:v>
                </c:pt>
                <c:pt idx="2444">
                  <c:v>917.3</c:v>
                </c:pt>
                <c:pt idx="2445">
                  <c:v>913.55</c:v>
                </c:pt>
                <c:pt idx="2446">
                  <c:v>923.15</c:v>
                </c:pt>
                <c:pt idx="2447">
                  <c:v>911.1</c:v>
                </c:pt>
                <c:pt idx="2448">
                  <c:v>871.4</c:v>
                </c:pt>
                <c:pt idx="2449">
                  <c:v>852.25</c:v>
                </c:pt>
                <c:pt idx="2450">
                  <c:v>814.4</c:v>
                </c:pt>
                <c:pt idx="2451">
                  <c:v>759.25</c:v>
                </c:pt>
                <c:pt idx="2452">
                  <c:v>744.45</c:v>
                </c:pt>
                <c:pt idx="2453">
                  <c:v>715.75</c:v>
                </c:pt>
                <c:pt idx="2454">
                  <c:v>755.5</c:v>
                </c:pt>
                <c:pt idx="2455">
                  <c:v>676.2</c:v>
                </c:pt>
                <c:pt idx="2456">
                  <c:v>721.15</c:v>
                </c:pt>
                <c:pt idx="2457">
                  <c:v>776.6</c:v>
                </c:pt>
                <c:pt idx="2458">
                  <c:v>761.2</c:v>
                </c:pt>
                <c:pt idx="2459">
                  <c:v>814.6</c:v>
                </c:pt>
                <c:pt idx="2460">
                  <c:v>849.1</c:v>
                </c:pt>
                <c:pt idx="2461">
                  <c:v>848.9</c:v>
                </c:pt>
                <c:pt idx="2462">
                  <c:v>826.8</c:v>
                </c:pt>
                <c:pt idx="2463">
                  <c:v>896.2</c:v>
                </c:pt>
                <c:pt idx="2464">
                  <c:v>924.75</c:v>
                </c:pt>
                <c:pt idx="2465">
                  <c:v>927.45</c:v>
                </c:pt>
                <c:pt idx="2466">
                  <c:v>965.4</c:v>
                </c:pt>
                <c:pt idx="2467">
                  <c:v>958.85</c:v>
                </c:pt>
                <c:pt idx="2468">
                  <c:v>958.85</c:v>
                </c:pt>
                <c:pt idx="2469">
                  <c:v>971.55</c:v>
                </c:pt>
                <c:pt idx="2470">
                  <c:v>999.55</c:v>
                </c:pt>
                <c:pt idx="2471">
                  <c:v>1003.45</c:v>
                </c:pt>
                <c:pt idx="2472">
                  <c:v>980.2</c:v>
                </c:pt>
                <c:pt idx="2473">
                  <c:v>942.4</c:v>
                </c:pt>
                <c:pt idx="2474">
                  <c:v>993.15</c:v>
                </c:pt>
                <c:pt idx="2475">
                  <c:v>1015.85</c:v>
                </c:pt>
                <c:pt idx="2476">
                  <c:v>1022.65</c:v>
                </c:pt>
                <c:pt idx="2477">
                  <c:v>1018.95</c:v>
                </c:pt>
                <c:pt idx="2478">
                  <c:v>1017</c:v>
                </c:pt>
                <c:pt idx="2479">
                  <c:v>948.9</c:v>
                </c:pt>
                <c:pt idx="2480">
                  <c:v>1012.1</c:v>
                </c:pt>
                <c:pt idx="2481">
                  <c:v>986.85</c:v>
                </c:pt>
                <c:pt idx="2482">
                  <c:v>974.95</c:v>
                </c:pt>
                <c:pt idx="2483">
                  <c:v>978.9</c:v>
                </c:pt>
                <c:pt idx="2484">
                  <c:v>974.9</c:v>
                </c:pt>
                <c:pt idx="2485">
                  <c:v>952.85</c:v>
                </c:pt>
                <c:pt idx="2486">
                  <c:v>977.85</c:v>
                </c:pt>
                <c:pt idx="2487">
                  <c:v>987</c:v>
                </c:pt>
                <c:pt idx="2488">
                  <c:v>977.7</c:v>
                </c:pt>
                <c:pt idx="2489">
                  <c:v>962.7</c:v>
                </c:pt>
                <c:pt idx="2490">
                  <c:v>983.45</c:v>
                </c:pt>
                <c:pt idx="2491">
                  <c:v>1018.2</c:v>
                </c:pt>
                <c:pt idx="2492">
                  <c:v>1024.9000000000001</c:v>
                </c:pt>
                <c:pt idx="2493">
                  <c:v>1024.0999999999999</c:v>
                </c:pt>
                <c:pt idx="2494">
                  <c:v>1013.4</c:v>
                </c:pt>
                <c:pt idx="2495">
                  <c:v>1013.2</c:v>
                </c:pt>
                <c:pt idx="2496">
                  <c:v>1022.95</c:v>
                </c:pt>
                <c:pt idx="2497">
                  <c:v>1134.9000000000001</c:v>
                </c:pt>
                <c:pt idx="2498">
                  <c:v>1148.95</c:v>
                </c:pt>
                <c:pt idx="2499">
                  <c:v>1124.45</c:v>
                </c:pt>
                <c:pt idx="2500">
                  <c:v>1118.05</c:v>
                </c:pt>
                <c:pt idx="2501">
                  <c:v>1142.6500000000001</c:v>
                </c:pt>
                <c:pt idx="2502">
                  <c:v>1128</c:v>
                </c:pt>
                <c:pt idx="2503">
                  <c:v>1141.55</c:v>
                </c:pt>
                <c:pt idx="2504">
                  <c:v>1182.0999999999999</c:v>
                </c:pt>
                <c:pt idx="2505">
                  <c:v>1179.8499999999999</c:v>
                </c:pt>
                <c:pt idx="2506">
                  <c:v>1168.95</c:v>
                </c:pt>
                <c:pt idx="2507">
                  <c:v>1155.2</c:v>
                </c:pt>
                <c:pt idx="2508">
                  <c:v>1153.6500000000001</c:v>
                </c:pt>
                <c:pt idx="2509">
                  <c:v>1124.5999999999999</c:v>
                </c:pt>
                <c:pt idx="2510">
                  <c:v>1097.6500000000001</c:v>
                </c:pt>
                <c:pt idx="2511">
                  <c:v>1054.9000000000001</c:v>
                </c:pt>
                <c:pt idx="2512">
                  <c:v>960</c:v>
                </c:pt>
                <c:pt idx="2513">
                  <c:v>989.8</c:v>
                </c:pt>
                <c:pt idx="2514">
                  <c:v>985.5</c:v>
                </c:pt>
                <c:pt idx="2515">
                  <c:v>995.65</c:v>
                </c:pt>
                <c:pt idx="2516">
                  <c:v>974.45</c:v>
                </c:pt>
                <c:pt idx="2517">
                  <c:v>1055.8</c:v>
                </c:pt>
                <c:pt idx="2518">
                  <c:v>1022.95</c:v>
                </c:pt>
                <c:pt idx="2519">
                  <c:v>965.2</c:v>
                </c:pt>
                <c:pt idx="2520">
                  <c:v>985.25</c:v>
                </c:pt>
                <c:pt idx="2521">
                  <c:v>983.3</c:v>
                </c:pt>
                <c:pt idx="2522">
                  <c:v>986.7</c:v>
                </c:pt>
                <c:pt idx="2523">
                  <c:v>960.5</c:v>
                </c:pt>
                <c:pt idx="2524">
                  <c:v>986.7</c:v>
                </c:pt>
                <c:pt idx="2525">
                  <c:v>1011.4</c:v>
                </c:pt>
                <c:pt idx="2526">
                  <c:v>1022.6</c:v>
                </c:pt>
                <c:pt idx="2527">
                  <c:v>1062.8</c:v>
                </c:pt>
                <c:pt idx="2528">
                  <c:v>1060.8</c:v>
                </c:pt>
                <c:pt idx="2529">
                  <c:v>1021.9</c:v>
                </c:pt>
                <c:pt idx="2530">
                  <c:v>1029.1500000000001</c:v>
                </c:pt>
                <c:pt idx="2531">
                  <c:v>1053.6500000000001</c:v>
                </c:pt>
                <c:pt idx="2532">
                  <c:v>1077.8499999999999</c:v>
                </c:pt>
                <c:pt idx="2533">
                  <c:v>1085.3499999999999</c:v>
                </c:pt>
                <c:pt idx="2534">
                  <c:v>1070.3499999999999</c:v>
                </c:pt>
                <c:pt idx="2535">
                  <c:v>1112.75</c:v>
                </c:pt>
                <c:pt idx="2536">
                  <c:v>1146.75</c:v>
                </c:pt>
                <c:pt idx="2537">
                  <c:v>1159.7</c:v>
                </c:pt>
                <c:pt idx="2538">
                  <c:v>1196.0999999999999</c:v>
                </c:pt>
                <c:pt idx="2539">
                  <c:v>1202.6500000000001</c:v>
                </c:pt>
                <c:pt idx="2540">
                  <c:v>1193.4000000000001</c:v>
                </c:pt>
                <c:pt idx="2541">
                  <c:v>1170.5999999999999</c:v>
                </c:pt>
                <c:pt idx="2542">
                  <c:v>1166.4000000000001</c:v>
                </c:pt>
                <c:pt idx="2543">
                  <c:v>1178.8</c:v>
                </c:pt>
                <c:pt idx="2544">
                  <c:v>1179.75</c:v>
                </c:pt>
                <c:pt idx="2545">
                  <c:v>1199</c:v>
                </c:pt>
                <c:pt idx="2546">
                  <c:v>1221.75</c:v>
                </c:pt>
                <c:pt idx="2547">
                  <c:v>1249.0999999999999</c:v>
                </c:pt>
                <c:pt idx="2548">
                  <c:v>1242.4000000000001</c:v>
                </c:pt>
                <c:pt idx="2549">
                  <c:v>1232.1500000000001</c:v>
                </c:pt>
                <c:pt idx="2550">
                  <c:v>1267.25</c:v>
                </c:pt>
                <c:pt idx="2551">
                  <c:v>1279.95</c:v>
                </c:pt>
                <c:pt idx="2552">
                  <c:v>1284.3499999999999</c:v>
                </c:pt>
                <c:pt idx="2553">
                  <c:v>1258.8499999999999</c:v>
                </c:pt>
                <c:pt idx="2554">
                  <c:v>1239.5</c:v>
                </c:pt>
                <c:pt idx="2555">
                  <c:v>1234.8</c:v>
                </c:pt>
                <c:pt idx="2556">
                  <c:v>1250.6500000000001</c:v>
                </c:pt>
                <c:pt idx="2557">
                  <c:v>1281.05</c:v>
                </c:pt>
                <c:pt idx="2558">
                  <c:v>1273.95</c:v>
                </c:pt>
                <c:pt idx="2559">
                  <c:v>1259.25</c:v>
                </c:pt>
                <c:pt idx="2560">
                  <c:v>1223.3499999999999</c:v>
                </c:pt>
                <c:pt idx="2561">
                  <c:v>1227.75</c:v>
                </c:pt>
                <c:pt idx="2562">
                  <c:v>1230.45</c:v>
                </c:pt>
                <c:pt idx="2563">
                  <c:v>1268.05</c:v>
                </c:pt>
                <c:pt idx="2564">
                  <c:v>1265</c:v>
                </c:pt>
                <c:pt idx="2565">
                  <c:v>1288.9000000000001</c:v>
                </c:pt>
                <c:pt idx="2566">
                  <c:v>1225.95</c:v>
                </c:pt>
                <c:pt idx="2567">
                  <c:v>1224.7</c:v>
                </c:pt>
                <c:pt idx="2568">
                  <c:v>1225.25</c:v>
                </c:pt>
                <c:pt idx="2569">
                  <c:v>1204.3499999999999</c:v>
                </c:pt>
                <c:pt idx="2570">
                  <c:v>1198.25</c:v>
                </c:pt>
                <c:pt idx="2571">
                  <c:v>1212.4000000000001</c:v>
                </c:pt>
                <c:pt idx="2572">
                  <c:v>1204.8</c:v>
                </c:pt>
                <c:pt idx="2573">
                  <c:v>1177.6500000000001</c:v>
                </c:pt>
                <c:pt idx="2574">
                  <c:v>1232.45</c:v>
                </c:pt>
                <c:pt idx="2575">
                  <c:v>1227.5999999999999</c:v>
                </c:pt>
                <c:pt idx="2576">
                  <c:v>1221.8499999999999</c:v>
                </c:pt>
                <c:pt idx="2577">
                  <c:v>1144.0999999999999</c:v>
                </c:pt>
                <c:pt idx="2578">
                  <c:v>1156.05</c:v>
                </c:pt>
                <c:pt idx="2579">
                  <c:v>1154.8499999999999</c:v>
                </c:pt>
                <c:pt idx="2580">
                  <c:v>1121.3</c:v>
                </c:pt>
                <c:pt idx="2581">
                  <c:v>1211.8499999999999</c:v>
                </c:pt>
                <c:pt idx="2582">
                  <c:v>1201.05</c:v>
                </c:pt>
                <c:pt idx="2583">
                  <c:v>1232.7</c:v>
                </c:pt>
                <c:pt idx="2584">
                  <c:v>1261.05</c:v>
                </c:pt>
                <c:pt idx="2585">
                  <c:v>1196.2</c:v>
                </c:pt>
                <c:pt idx="2586">
                  <c:v>1171.0999999999999</c:v>
                </c:pt>
                <c:pt idx="2587">
                  <c:v>1150.25</c:v>
                </c:pt>
                <c:pt idx="2588">
                  <c:v>1081.8499999999999</c:v>
                </c:pt>
                <c:pt idx="2589">
                  <c:v>1066.95</c:v>
                </c:pt>
                <c:pt idx="2590">
                  <c:v>1084.5999999999999</c:v>
                </c:pt>
                <c:pt idx="2591">
                  <c:v>1055.3499999999999</c:v>
                </c:pt>
                <c:pt idx="2592">
                  <c:v>994.4</c:v>
                </c:pt>
                <c:pt idx="2593">
                  <c:v>1050.3499999999999</c:v>
                </c:pt>
                <c:pt idx="2594">
                  <c:v>1075.2</c:v>
                </c:pt>
                <c:pt idx="2595">
                  <c:v>1100.05</c:v>
                </c:pt>
                <c:pt idx="2596">
                  <c:v>1108.05</c:v>
                </c:pt>
                <c:pt idx="2597">
                  <c:v>1054</c:v>
                </c:pt>
                <c:pt idx="2598">
                  <c:v>1053.95</c:v>
                </c:pt>
                <c:pt idx="2599">
                  <c:v>1070.1500000000001</c:v>
                </c:pt>
                <c:pt idx="2600">
                  <c:v>1075.8499999999999</c:v>
                </c:pt>
                <c:pt idx="2601">
                  <c:v>1031.9000000000001</c:v>
                </c:pt>
                <c:pt idx="2602">
                  <c:v>1012.05</c:v>
                </c:pt>
                <c:pt idx="2603">
                  <c:v>1027.1500000000001</c:v>
                </c:pt>
                <c:pt idx="2604">
                  <c:v>1050.45</c:v>
                </c:pt>
                <c:pt idx="2605">
                  <c:v>1039.25</c:v>
                </c:pt>
                <c:pt idx="2606">
                  <c:v>1043.75</c:v>
                </c:pt>
                <c:pt idx="2607">
                  <c:v>1063.6500000000001</c:v>
                </c:pt>
                <c:pt idx="2608">
                  <c:v>1057.25</c:v>
                </c:pt>
                <c:pt idx="2609">
                  <c:v>1049.0999999999999</c:v>
                </c:pt>
                <c:pt idx="2610">
                  <c:v>1038.9000000000001</c:v>
                </c:pt>
                <c:pt idx="2611">
                  <c:v>1096.9000000000001</c:v>
                </c:pt>
                <c:pt idx="2612">
                  <c:v>1070.7</c:v>
                </c:pt>
                <c:pt idx="2613">
                  <c:v>1067</c:v>
                </c:pt>
                <c:pt idx="2614">
                  <c:v>1056.5</c:v>
                </c:pt>
                <c:pt idx="2615">
                  <c:v>1043.2</c:v>
                </c:pt>
                <c:pt idx="2616">
                  <c:v>1063.2</c:v>
                </c:pt>
                <c:pt idx="2617">
                  <c:v>1049.55</c:v>
                </c:pt>
                <c:pt idx="2618">
                  <c:v>1061.45</c:v>
                </c:pt>
                <c:pt idx="2619">
                  <c:v>1036.9000000000001</c:v>
                </c:pt>
                <c:pt idx="2620">
                  <c:v>1029.75</c:v>
                </c:pt>
                <c:pt idx="2621">
                  <c:v>1028.75</c:v>
                </c:pt>
                <c:pt idx="2622">
                  <c:v>1075.9000000000001</c:v>
                </c:pt>
                <c:pt idx="2623">
                  <c:v>1062.75</c:v>
                </c:pt>
                <c:pt idx="2624">
                  <c:v>1074.05</c:v>
                </c:pt>
                <c:pt idx="2625">
                  <c:v>1081.8</c:v>
                </c:pt>
                <c:pt idx="2626">
                  <c:v>1082.3499999999999</c:v>
                </c:pt>
                <c:pt idx="2627">
                  <c:v>1101.1500000000001</c:v>
                </c:pt>
                <c:pt idx="2628">
                  <c:v>1082.3</c:v>
                </c:pt>
                <c:pt idx="2629">
                  <c:v>1096.3499999999999</c:v>
                </c:pt>
                <c:pt idx="2630">
                  <c:v>1101.2</c:v>
                </c:pt>
                <c:pt idx="2631">
                  <c:v>1102.4000000000001</c:v>
                </c:pt>
                <c:pt idx="2632">
                  <c:v>1122.3</c:v>
                </c:pt>
                <c:pt idx="2633">
                  <c:v>1175.4000000000001</c:v>
                </c:pt>
                <c:pt idx="2634">
                  <c:v>1200.55</c:v>
                </c:pt>
                <c:pt idx="2635">
                  <c:v>1197.6500000000001</c:v>
                </c:pt>
                <c:pt idx="2636">
                  <c:v>1171</c:v>
                </c:pt>
                <c:pt idx="2637">
                  <c:v>1162.4000000000001</c:v>
                </c:pt>
                <c:pt idx="2638">
                  <c:v>1156.8499999999999</c:v>
                </c:pt>
                <c:pt idx="2639">
                  <c:v>1140.8499999999999</c:v>
                </c:pt>
                <c:pt idx="2640">
                  <c:v>1117.3</c:v>
                </c:pt>
                <c:pt idx="2641">
                  <c:v>1137.0999999999999</c:v>
                </c:pt>
                <c:pt idx="2642">
                  <c:v>1128.1500000000001</c:v>
                </c:pt>
                <c:pt idx="2643">
                  <c:v>1112.5999999999999</c:v>
                </c:pt>
                <c:pt idx="2644">
                  <c:v>1120.7</c:v>
                </c:pt>
                <c:pt idx="2645">
                  <c:v>1112.9000000000001</c:v>
                </c:pt>
                <c:pt idx="2646">
                  <c:v>1126.45</c:v>
                </c:pt>
                <c:pt idx="2647">
                  <c:v>1133.3499999999999</c:v>
                </c:pt>
                <c:pt idx="2648">
                  <c:v>1113</c:v>
                </c:pt>
                <c:pt idx="2649">
                  <c:v>1110.3</c:v>
                </c:pt>
                <c:pt idx="2650">
                  <c:v>1113.8499999999999</c:v>
                </c:pt>
                <c:pt idx="2651">
                  <c:v>1106.4000000000001</c:v>
                </c:pt>
                <c:pt idx="2652">
                  <c:v>1110.8</c:v>
                </c:pt>
                <c:pt idx="2653">
                  <c:v>1127.05</c:v>
                </c:pt>
                <c:pt idx="2654">
                  <c:v>1132.05</c:v>
                </c:pt>
                <c:pt idx="2655">
                  <c:v>1138.4000000000001</c:v>
                </c:pt>
                <c:pt idx="2656">
                  <c:v>1160.1500000000001</c:v>
                </c:pt>
                <c:pt idx="2657">
                  <c:v>1159.8499999999999</c:v>
                </c:pt>
                <c:pt idx="2658">
                  <c:v>1148.5999999999999</c:v>
                </c:pt>
                <c:pt idx="2659">
                  <c:v>1125.75</c:v>
                </c:pt>
                <c:pt idx="2660">
                  <c:v>1114.0999999999999</c:v>
                </c:pt>
                <c:pt idx="2661">
                  <c:v>1139.8499999999999</c:v>
                </c:pt>
                <c:pt idx="2662">
                  <c:v>1131.25</c:v>
                </c:pt>
                <c:pt idx="2663">
                  <c:v>1173.1500000000001</c:v>
                </c:pt>
                <c:pt idx="2664">
                  <c:v>1178.8</c:v>
                </c:pt>
                <c:pt idx="2665">
                  <c:v>1164.25</c:v>
                </c:pt>
                <c:pt idx="2666">
                  <c:v>1196.6500000000001</c:v>
                </c:pt>
                <c:pt idx="2667">
                  <c:v>1219.2</c:v>
                </c:pt>
                <c:pt idx="2668">
                  <c:v>1215.8499999999999</c:v>
                </c:pt>
                <c:pt idx="2669">
                  <c:v>1217.05</c:v>
                </c:pt>
                <c:pt idx="2670">
                  <c:v>1238.25</c:v>
                </c:pt>
                <c:pt idx="2671">
                  <c:v>1216.25</c:v>
                </c:pt>
                <c:pt idx="2672">
                  <c:v>1230.25</c:v>
                </c:pt>
                <c:pt idx="2673">
                  <c:v>1196.8</c:v>
                </c:pt>
                <c:pt idx="2674">
                  <c:v>1256.95</c:v>
                </c:pt>
                <c:pt idx="2675">
                  <c:v>1288.8499999999999</c:v>
                </c:pt>
                <c:pt idx="2676">
                  <c:v>1269.5</c:v>
                </c:pt>
                <c:pt idx="2677">
                  <c:v>1256.75</c:v>
                </c:pt>
                <c:pt idx="2678">
                  <c:v>1257.05</c:v>
                </c:pt>
                <c:pt idx="2679">
                  <c:v>1275.8</c:v>
                </c:pt>
                <c:pt idx="2680">
                  <c:v>1319.9</c:v>
                </c:pt>
                <c:pt idx="2681">
                  <c:v>1327.8</c:v>
                </c:pt>
                <c:pt idx="2682">
                  <c:v>1324.85</c:v>
                </c:pt>
                <c:pt idx="2683">
                  <c:v>1333.45</c:v>
                </c:pt>
                <c:pt idx="2684">
                  <c:v>1370.5</c:v>
                </c:pt>
                <c:pt idx="2685">
                  <c:v>1392</c:v>
                </c:pt>
                <c:pt idx="2686">
                  <c:v>1376.8</c:v>
                </c:pt>
                <c:pt idx="2687">
                  <c:v>1381.8</c:v>
                </c:pt>
                <c:pt idx="2688">
                  <c:v>1370.9</c:v>
                </c:pt>
                <c:pt idx="2689">
                  <c:v>1336.45</c:v>
                </c:pt>
                <c:pt idx="2690">
                  <c:v>1361.6</c:v>
                </c:pt>
                <c:pt idx="2691">
                  <c:v>1326.9</c:v>
                </c:pt>
                <c:pt idx="2692">
                  <c:v>1352.65</c:v>
                </c:pt>
                <c:pt idx="2693">
                  <c:v>1347.8</c:v>
                </c:pt>
                <c:pt idx="2694">
                  <c:v>1315.55</c:v>
                </c:pt>
                <c:pt idx="2695">
                  <c:v>1318.8</c:v>
                </c:pt>
                <c:pt idx="2696">
                  <c:v>1291</c:v>
                </c:pt>
                <c:pt idx="2697">
                  <c:v>1259.6500000000001</c:v>
                </c:pt>
                <c:pt idx="2698">
                  <c:v>1271.0999999999999</c:v>
                </c:pt>
                <c:pt idx="2699">
                  <c:v>1255.0999999999999</c:v>
                </c:pt>
                <c:pt idx="2700">
                  <c:v>1239.25</c:v>
                </c:pt>
                <c:pt idx="2701">
                  <c:v>1225.75</c:v>
                </c:pt>
                <c:pt idx="2702">
                  <c:v>1277.3499999999999</c:v>
                </c:pt>
                <c:pt idx="2703">
                  <c:v>1319.7</c:v>
                </c:pt>
                <c:pt idx="2704">
                  <c:v>1341.95</c:v>
                </c:pt>
                <c:pt idx="2705">
                  <c:v>1344</c:v>
                </c:pt>
                <c:pt idx="2706">
                  <c:v>1329.15</c:v>
                </c:pt>
                <c:pt idx="2707">
                  <c:v>1329.85</c:v>
                </c:pt>
                <c:pt idx="2708">
                  <c:v>1351.7</c:v>
                </c:pt>
                <c:pt idx="2709">
                  <c:v>1348.2</c:v>
                </c:pt>
                <c:pt idx="2710">
                  <c:v>1339.15</c:v>
                </c:pt>
                <c:pt idx="2711">
                  <c:v>1337.55</c:v>
                </c:pt>
                <c:pt idx="2712">
                  <c:v>1336.95</c:v>
                </c:pt>
                <c:pt idx="2713">
                  <c:v>1330.55</c:v>
                </c:pt>
                <c:pt idx="2714">
                  <c:v>1279.05</c:v>
                </c:pt>
                <c:pt idx="2715">
                  <c:v>1294.7</c:v>
                </c:pt>
                <c:pt idx="2716">
                  <c:v>1233.4000000000001</c:v>
                </c:pt>
                <c:pt idx="2717">
                  <c:v>1277.55</c:v>
                </c:pt>
                <c:pt idx="2718">
                  <c:v>1234.55</c:v>
                </c:pt>
                <c:pt idx="2719">
                  <c:v>1251.3499999999999</c:v>
                </c:pt>
                <c:pt idx="2720">
                  <c:v>1226.7</c:v>
                </c:pt>
                <c:pt idx="2721">
                  <c:v>1202.7</c:v>
                </c:pt>
                <c:pt idx="2722">
                  <c:v>1190.25</c:v>
                </c:pt>
                <c:pt idx="2723">
                  <c:v>1107.7</c:v>
                </c:pt>
                <c:pt idx="2724">
                  <c:v>1132.1500000000001</c:v>
                </c:pt>
                <c:pt idx="2725">
                  <c:v>1127.9000000000001</c:v>
                </c:pt>
                <c:pt idx="2726">
                  <c:v>1206.3</c:v>
                </c:pt>
                <c:pt idx="2727">
                  <c:v>1187.9000000000001</c:v>
                </c:pt>
                <c:pt idx="2728">
                  <c:v>1120.05</c:v>
                </c:pt>
                <c:pt idx="2729">
                  <c:v>1167.9000000000001</c:v>
                </c:pt>
                <c:pt idx="2730">
                  <c:v>1170.0999999999999</c:v>
                </c:pt>
                <c:pt idx="2731">
                  <c:v>1144.4000000000001</c:v>
                </c:pt>
                <c:pt idx="2732">
                  <c:v>1066.3</c:v>
                </c:pt>
                <c:pt idx="2733">
                  <c:v>1040.55</c:v>
                </c:pt>
                <c:pt idx="2734">
                  <c:v>1130.25</c:v>
                </c:pt>
                <c:pt idx="2735">
                  <c:v>1166.1500000000001</c:v>
                </c:pt>
                <c:pt idx="2736">
                  <c:v>1160.1500000000001</c:v>
                </c:pt>
                <c:pt idx="2737">
                  <c:v>1164.75</c:v>
                </c:pt>
                <c:pt idx="2738">
                  <c:v>1187.3499999999999</c:v>
                </c:pt>
                <c:pt idx="2739">
                  <c:v>1211.8</c:v>
                </c:pt>
                <c:pt idx="2740">
                  <c:v>1199.7</c:v>
                </c:pt>
                <c:pt idx="2741">
                  <c:v>1155.6500000000001</c:v>
                </c:pt>
                <c:pt idx="2742">
                  <c:v>1170.25</c:v>
                </c:pt>
                <c:pt idx="2743">
                  <c:v>1156.2</c:v>
                </c:pt>
                <c:pt idx="2744">
                  <c:v>1141.3499999999999</c:v>
                </c:pt>
                <c:pt idx="2745">
                  <c:v>1151.55</c:v>
                </c:pt>
                <c:pt idx="2746">
                  <c:v>1177.05</c:v>
                </c:pt>
                <c:pt idx="2747">
                  <c:v>1177.05</c:v>
                </c:pt>
                <c:pt idx="2748">
                  <c:v>1191.0999999999999</c:v>
                </c:pt>
                <c:pt idx="2749">
                  <c:v>1167.7</c:v>
                </c:pt>
                <c:pt idx="2750">
                  <c:v>1147.5</c:v>
                </c:pt>
                <c:pt idx="2751">
                  <c:v>1099.55</c:v>
                </c:pt>
                <c:pt idx="2752">
                  <c:v>1029.95</c:v>
                </c:pt>
                <c:pt idx="2753">
                  <c:v>985.8</c:v>
                </c:pt>
                <c:pt idx="2754">
                  <c:v>942.2</c:v>
                </c:pt>
                <c:pt idx="2755">
                  <c:v>995.7</c:v>
                </c:pt>
                <c:pt idx="2756">
                  <c:v>1002.7</c:v>
                </c:pt>
                <c:pt idx="2757">
                  <c:v>969.55</c:v>
                </c:pt>
                <c:pt idx="2758">
                  <c:v>975.3</c:v>
                </c:pt>
                <c:pt idx="2759">
                  <c:v>1015.45</c:v>
                </c:pt>
                <c:pt idx="2760">
                  <c:v>1052.95</c:v>
                </c:pt>
                <c:pt idx="2761">
                  <c:v>1043.3</c:v>
                </c:pt>
                <c:pt idx="2762">
                  <c:v>1012.95</c:v>
                </c:pt>
                <c:pt idx="2763">
                  <c:v>1031.8</c:v>
                </c:pt>
                <c:pt idx="2764">
                  <c:v>1014.3</c:v>
                </c:pt>
                <c:pt idx="2765">
                  <c:v>963.05</c:v>
                </c:pt>
                <c:pt idx="2766">
                  <c:v>896.4</c:v>
                </c:pt>
                <c:pt idx="2767">
                  <c:v>905.5</c:v>
                </c:pt>
                <c:pt idx="2768">
                  <c:v>899.35</c:v>
                </c:pt>
                <c:pt idx="2769">
                  <c:v>929.95</c:v>
                </c:pt>
                <c:pt idx="2770">
                  <c:v>926.3</c:v>
                </c:pt>
                <c:pt idx="2771">
                  <c:v>896.15</c:v>
                </c:pt>
                <c:pt idx="2772">
                  <c:v>898.1</c:v>
                </c:pt>
                <c:pt idx="2773">
                  <c:v>822.6</c:v>
                </c:pt>
                <c:pt idx="2774">
                  <c:v>782.35</c:v>
                </c:pt>
                <c:pt idx="2775">
                  <c:v>833.7</c:v>
                </c:pt>
                <c:pt idx="2776">
                  <c:v>860.1</c:v>
                </c:pt>
                <c:pt idx="2777">
                  <c:v>887.9</c:v>
                </c:pt>
                <c:pt idx="2778">
                  <c:v>898.15</c:v>
                </c:pt>
                <c:pt idx="2779">
                  <c:v>897.85</c:v>
                </c:pt>
                <c:pt idx="2780">
                  <c:v>921.75</c:v>
                </c:pt>
                <c:pt idx="2781">
                  <c:v>883.35</c:v>
                </c:pt>
                <c:pt idx="2782">
                  <c:v>920.3</c:v>
                </c:pt>
                <c:pt idx="2783">
                  <c:v>901.5</c:v>
                </c:pt>
                <c:pt idx="2784">
                  <c:v>891.7</c:v>
                </c:pt>
                <c:pt idx="2785">
                  <c:v>866.4</c:v>
                </c:pt>
                <c:pt idx="2786">
                  <c:v>864.3</c:v>
                </c:pt>
                <c:pt idx="2787">
                  <c:v>870.3</c:v>
                </c:pt>
                <c:pt idx="2788">
                  <c:v>944.2</c:v>
                </c:pt>
                <c:pt idx="2789">
                  <c:v>960.2</c:v>
                </c:pt>
                <c:pt idx="2790">
                  <c:v>952.95</c:v>
                </c:pt>
                <c:pt idx="2791">
                  <c:v>919.65</c:v>
                </c:pt>
                <c:pt idx="2792">
                  <c:v>936.85</c:v>
                </c:pt>
                <c:pt idx="2793">
                  <c:v>967.05</c:v>
                </c:pt>
                <c:pt idx="2794">
                  <c:v>937.75</c:v>
                </c:pt>
                <c:pt idx="2795">
                  <c:v>902.35</c:v>
                </c:pt>
                <c:pt idx="2796">
                  <c:v>928.05</c:v>
                </c:pt>
                <c:pt idx="2797">
                  <c:v>909.05</c:v>
                </c:pt>
                <c:pt idx="2798">
                  <c:v>905.6</c:v>
                </c:pt>
                <c:pt idx="2799">
                  <c:v>889.85</c:v>
                </c:pt>
                <c:pt idx="2800">
                  <c:v>894.75</c:v>
                </c:pt>
                <c:pt idx="2801">
                  <c:v>874.3</c:v>
                </c:pt>
                <c:pt idx="2802">
                  <c:v>877.8</c:v>
                </c:pt>
                <c:pt idx="2803">
                  <c:v>902.4</c:v>
                </c:pt>
                <c:pt idx="2804">
                  <c:v>898.85</c:v>
                </c:pt>
                <c:pt idx="2805">
                  <c:v>907.2</c:v>
                </c:pt>
                <c:pt idx="2806">
                  <c:v>908.95</c:v>
                </c:pt>
                <c:pt idx="2807">
                  <c:v>914.65</c:v>
                </c:pt>
                <c:pt idx="2808">
                  <c:v>917.9</c:v>
                </c:pt>
                <c:pt idx="2809">
                  <c:v>916.3</c:v>
                </c:pt>
                <c:pt idx="2810">
                  <c:v>949.6</c:v>
                </c:pt>
                <c:pt idx="2811">
                  <c:v>966.1</c:v>
                </c:pt>
                <c:pt idx="2812">
                  <c:v>992.3</c:v>
                </c:pt>
                <c:pt idx="2813">
                  <c:v>996.95</c:v>
                </c:pt>
                <c:pt idx="2814">
                  <c:v>1001.15</c:v>
                </c:pt>
                <c:pt idx="2815">
                  <c:v>978.95</c:v>
                </c:pt>
                <c:pt idx="2816">
                  <c:v>956.85</c:v>
                </c:pt>
                <c:pt idx="2817">
                  <c:v>961.8</c:v>
                </c:pt>
                <c:pt idx="2818">
                  <c:v>958.25</c:v>
                </c:pt>
                <c:pt idx="2819">
                  <c:v>935.5</c:v>
                </c:pt>
                <c:pt idx="2820">
                  <c:v>936</c:v>
                </c:pt>
                <c:pt idx="2821">
                  <c:v>970.15</c:v>
                </c:pt>
                <c:pt idx="2822">
                  <c:v>974.1</c:v>
                </c:pt>
                <c:pt idx="2823">
                  <c:v>979.2</c:v>
                </c:pt>
                <c:pt idx="2824">
                  <c:v>998.2</c:v>
                </c:pt>
                <c:pt idx="2825">
                  <c:v>982.15</c:v>
                </c:pt>
                <c:pt idx="2826">
                  <c:v>955.65</c:v>
                </c:pt>
                <c:pt idx="2827">
                  <c:v>948.15</c:v>
                </c:pt>
                <c:pt idx="2828">
                  <c:v>931.5</c:v>
                </c:pt>
                <c:pt idx="2829">
                  <c:v>905.9</c:v>
                </c:pt>
                <c:pt idx="2830">
                  <c:v>895.1</c:v>
                </c:pt>
                <c:pt idx="2831">
                  <c:v>859.55</c:v>
                </c:pt>
                <c:pt idx="2832">
                  <c:v>891.6</c:v>
                </c:pt>
                <c:pt idx="2833">
                  <c:v>896.9</c:v>
                </c:pt>
                <c:pt idx="2834">
                  <c:v>889.15</c:v>
                </c:pt>
                <c:pt idx="2835">
                  <c:v>917.9</c:v>
                </c:pt>
                <c:pt idx="2836">
                  <c:v>910.9</c:v>
                </c:pt>
                <c:pt idx="2837">
                  <c:v>935.8</c:v>
                </c:pt>
                <c:pt idx="2838">
                  <c:v>922.5</c:v>
                </c:pt>
                <c:pt idx="2839">
                  <c:v>923.5</c:v>
                </c:pt>
                <c:pt idx="2840">
                  <c:v>940.55</c:v>
                </c:pt>
                <c:pt idx="2841">
                  <c:v>925.05</c:v>
                </c:pt>
                <c:pt idx="2842">
                  <c:v>918.95</c:v>
                </c:pt>
                <c:pt idx="2843">
                  <c:v>899.1</c:v>
                </c:pt>
                <c:pt idx="2844">
                  <c:v>908.1</c:v>
                </c:pt>
                <c:pt idx="2845">
                  <c:v>901</c:v>
                </c:pt>
                <c:pt idx="2846">
                  <c:v>911.5</c:v>
                </c:pt>
                <c:pt idx="2847">
                  <c:v>937.65</c:v>
                </c:pt>
                <c:pt idx="2848">
                  <c:v>959.55</c:v>
                </c:pt>
                <c:pt idx="2849">
                  <c:v>976.25</c:v>
                </c:pt>
                <c:pt idx="2850">
                  <c:v>964.7</c:v>
                </c:pt>
                <c:pt idx="2851">
                  <c:v>951.2</c:v>
                </c:pt>
                <c:pt idx="2852">
                  <c:v>938.25</c:v>
                </c:pt>
                <c:pt idx="2853">
                  <c:v>935.75</c:v>
                </c:pt>
                <c:pt idx="2854">
                  <c:v>940.85</c:v>
                </c:pt>
                <c:pt idx="2855">
                  <c:v>922.3</c:v>
                </c:pt>
                <c:pt idx="2856">
                  <c:v>913.5</c:v>
                </c:pt>
                <c:pt idx="2857">
                  <c:v>898.5</c:v>
                </c:pt>
                <c:pt idx="2858">
                  <c:v>886.1</c:v>
                </c:pt>
                <c:pt idx="2859">
                  <c:v>890.05</c:v>
                </c:pt>
                <c:pt idx="2860">
                  <c:v>888.65</c:v>
                </c:pt>
                <c:pt idx="2861">
                  <c:v>872.05</c:v>
                </c:pt>
                <c:pt idx="2862">
                  <c:v>866.25</c:v>
                </c:pt>
                <c:pt idx="2863">
                  <c:v>843.4</c:v>
                </c:pt>
                <c:pt idx="2864">
                  <c:v>849.85</c:v>
                </c:pt>
                <c:pt idx="2865">
                  <c:v>838.1</c:v>
                </c:pt>
                <c:pt idx="2866">
                  <c:v>833</c:v>
                </c:pt>
                <c:pt idx="2867">
                  <c:v>871.3</c:v>
                </c:pt>
                <c:pt idx="2868">
                  <c:v>883.35</c:v>
                </c:pt>
                <c:pt idx="2869">
                  <c:v>879.4</c:v>
                </c:pt>
                <c:pt idx="2870">
                  <c:v>873.6</c:v>
                </c:pt>
                <c:pt idx="2871">
                  <c:v>883.35</c:v>
                </c:pt>
                <c:pt idx="2872">
                  <c:v>882.55</c:v>
                </c:pt>
                <c:pt idx="2873">
                  <c:v>881.45</c:v>
                </c:pt>
                <c:pt idx="2874">
                  <c:v>875.45</c:v>
                </c:pt>
                <c:pt idx="2875">
                  <c:v>889.25</c:v>
                </c:pt>
                <c:pt idx="2876">
                  <c:v>910.3</c:v>
                </c:pt>
                <c:pt idx="2877">
                  <c:v>882.75</c:v>
                </c:pt>
                <c:pt idx="2878">
                  <c:v>849.5</c:v>
                </c:pt>
                <c:pt idx="2879">
                  <c:v>836.45</c:v>
                </c:pt>
                <c:pt idx="2880">
                  <c:v>852.3</c:v>
                </c:pt>
                <c:pt idx="2881">
                  <c:v>867.65</c:v>
                </c:pt>
                <c:pt idx="2882">
                  <c:v>861.5</c:v>
                </c:pt>
                <c:pt idx="2883">
                  <c:v>883.8</c:v>
                </c:pt>
                <c:pt idx="2884">
                  <c:v>893.25</c:v>
                </c:pt>
                <c:pt idx="2885">
                  <c:v>867.6</c:v>
                </c:pt>
                <c:pt idx="2886">
                  <c:v>856.15</c:v>
                </c:pt>
                <c:pt idx="2887">
                  <c:v>869.05</c:v>
                </c:pt>
                <c:pt idx="2888">
                  <c:v>870.2</c:v>
                </c:pt>
                <c:pt idx="2889">
                  <c:v>870.25</c:v>
                </c:pt>
                <c:pt idx="2890">
                  <c:v>863</c:v>
                </c:pt>
                <c:pt idx="2891">
                  <c:v>819.3</c:v>
                </c:pt>
                <c:pt idx="2892">
                  <c:v>772.9</c:v>
                </c:pt>
                <c:pt idx="2893">
                  <c:v>694.95</c:v>
                </c:pt>
                <c:pt idx="2894">
                  <c:v>672.7</c:v>
                </c:pt>
                <c:pt idx="2895">
                  <c:v>709.95</c:v>
                </c:pt>
                <c:pt idx="2896">
                  <c:v>685.1</c:v>
                </c:pt>
                <c:pt idx="2897">
                  <c:v>701.1</c:v>
                </c:pt>
                <c:pt idx="2898">
                  <c:v>677.25</c:v>
                </c:pt>
                <c:pt idx="2899">
                  <c:v>652.75</c:v>
                </c:pt>
                <c:pt idx="2900">
                  <c:v>656.55</c:v>
                </c:pt>
                <c:pt idx="2901">
                  <c:v>667.95</c:v>
                </c:pt>
                <c:pt idx="2902">
                  <c:v>655.95</c:v>
                </c:pt>
                <c:pt idx="2903">
                  <c:v>644.75</c:v>
                </c:pt>
                <c:pt idx="2904">
                  <c:v>641.25</c:v>
                </c:pt>
                <c:pt idx="2905">
                  <c:v>634.45000000000005</c:v>
                </c:pt>
                <c:pt idx="2906">
                  <c:v>665.95</c:v>
                </c:pt>
                <c:pt idx="2907">
                  <c:v>663.9</c:v>
                </c:pt>
                <c:pt idx="2908">
                  <c:v>671.75</c:v>
                </c:pt>
                <c:pt idx="2909">
                  <c:v>673.35</c:v>
                </c:pt>
                <c:pt idx="2910">
                  <c:v>646.75</c:v>
                </c:pt>
                <c:pt idx="2911">
                  <c:v>609.15</c:v>
                </c:pt>
                <c:pt idx="2912">
                  <c:v>649.04999999999995</c:v>
                </c:pt>
                <c:pt idx="2913">
                  <c:v>678.2</c:v>
                </c:pt>
                <c:pt idx="2914">
                  <c:v>722.95</c:v>
                </c:pt>
                <c:pt idx="2915">
                  <c:v>727.5</c:v>
                </c:pt>
                <c:pt idx="2916">
                  <c:v>720.15</c:v>
                </c:pt>
                <c:pt idx="2917">
                  <c:v>736.85</c:v>
                </c:pt>
                <c:pt idx="2918">
                  <c:v>722.1</c:v>
                </c:pt>
                <c:pt idx="2919">
                  <c:v>687.65</c:v>
                </c:pt>
                <c:pt idx="2920">
                  <c:v>656.4</c:v>
                </c:pt>
                <c:pt idx="2921">
                  <c:v>650.4</c:v>
                </c:pt>
                <c:pt idx="2922">
                  <c:v>683.8</c:v>
                </c:pt>
                <c:pt idx="2923">
                  <c:v>679.4</c:v>
                </c:pt>
                <c:pt idx="2924">
                  <c:v>686.35</c:v>
                </c:pt>
                <c:pt idx="2925">
                  <c:v>688.85</c:v>
                </c:pt>
                <c:pt idx="2926">
                  <c:v>696.85</c:v>
                </c:pt>
                <c:pt idx="2927">
                  <c:v>679</c:v>
                </c:pt>
                <c:pt idx="2928">
                  <c:v>634.1</c:v>
                </c:pt>
                <c:pt idx="2929">
                  <c:v>632.54999999999995</c:v>
                </c:pt>
                <c:pt idx="2930">
                  <c:v>618.6</c:v>
                </c:pt>
                <c:pt idx="2931">
                  <c:v>610.4</c:v>
                </c:pt>
                <c:pt idx="2932">
                  <c:v>570.65</c:v>
                </c:pt>
                <c:pt idx="2933">
                  <c:v>586.79999999999995</c:v>
                </c:pt>
                <c:pt idx="2934">
                  <c:v>592</c:v>
                </c:pt>
                <c:pt idx="2935">
                  <c:v>549.04999999999995</c:v>
                </c:pt>
                <c:pt idx="2936">
                  <c:v>552.25</c:v>
                </c:pt>
                <c:pt idx="2937">
                  <c:v>553.04999999999995</c:v>
                </c:pt>
                <c:pt idx="2938">
                  <c:v>564.75</c:v>
                </c:pt>
                <c:pt idx="2939">
                  <c:v>582.79999999999995</c:v>
                </c:pt>
                <c:pt idx="2940">
                  <c:v>591.45000000000005</c:v>
                </c:pt>
                <c:pt idx="2941">
                  <c:v>610.04999999999995</c:v>
                </c:pt>
                <c:pt idx="2942">
                  <c:v>610.75</c:v>
                </c:pt>
                <c:pt idx="2943">
                  <c:v>601.25</c:v>
                </c:pt>
                <c:pt idx="2944">
                  <c:v>579.79999999999995</c:v>
                </c:pt>
                <c:pt idx="2945">
                  <c:v>573.79999999999995</c:v>
                </c:pt>
                <c:pt idx="2946">
                  <c:v>587</c:v>
                </c:pt>
                <c:pt idx="2947">
                  <c:v>582.6</c:v>
                </c:pt>
                <c:pt idx="2948">
                  <c:v>580.45000000000005</c:v>
                </c:pt>
                <c:pt idx="2949">
                  <c:v>586.25</c:v>
                </c:pt>
                <c:pt idx="2950">
                  <c:v>601</c:v>
                </c:pt>
                <c:pt idx="2951">
                  <c:v>603.85</c:v>
                </c:pt>
                <c:pt idx="2952">
                  <c:v>665.75</c:v>
                </c:pt>
                <c:pt idx="2953">
                  <c:v>653.5</c:v>
                </c:pt>
                <c:pt idx="2954">
                  <c:v>636.75</c:v>
                </c:pt>
                <c:pt idx="2955">
                  <c:v>638.65</c:v>
                </c:pt>
                <c:pt idx="2956">
                  <c:v>668.15</c:v>
                </c:pt>
                <c:pt idx="2957">
                  <c:v>711.55</c:v>
                </c:pt>
                <c:pt idx="2958">
                  <c:v>703.4</c:v>
                </c:pt>
                <c:pt idx="2959">
                  <c:v>671.25</c:v>
                </c:pt>
                <c:pt idx="2960">
                  <c:v>674</c:v>
                </c:pt>
                <c:pt idx="2961">
                  <c:v>656.5</c:v>
                </c:pt>
                <c:pt idx="2962">
                  <c:v>645.75</c:v>
                </c:pt>
                <c:pt idx="2963">
                  <c:v>666.55</c:v>
                </c:pt>
                <c:pt idx="2964">
                  <c:v>649.45000000000005</c:v>
                </c:pt>
                <c:pt idx="2965">
                  <c:v>610.75</c:v>
                </c:pt>
                <c:pt idx="2966">
                  <c:v>568.79999999999995</c:v>
                </c:pt>
                <c:pt idx="2967">
                  <c:v>561.75</c:v>
                </c:pt>
                <c:pt idx="2968">
                  <c:v>551.20000000000005</c:v>
                </c:pt>
                <c:pt idx="2969">
                  <c:v>568.20000000000005</c:v>
                </c:pt>
                <c:pt idx="2970">
                  <c:v>555.85</c:v>
                </c:pt>
                <c:pt idx="2971">
                  <c:v>611.54999999999995</c:v>
                </c:pt>
                <c:pt idx="2972">
                  <c:v>592.4</c:v>
                </c:pt>
                <c:pt idx="2973">
                  <c:v>593.15</c:v>
                </c:pt>
                <c:pt idx="2974">
                  <c:v>619.5</c:v>
                </c:pt>
                <c:pt idx="2975">
                  <c:v>636.75</c:v>
                </c:pt>
                <c:pt idx="2976">
                  <c:v>611.95000000000005</c:v>
                </c:pt>
                <c:pt idx="2977">
                  <c:v>620.65</c:v>
                </c:pt>
                <c:pt idx="2978">
                  <c:v>600.65</c:v>
                </c:pt>
                <c:pt idx="2979">
                  <c:v>586.29999999999995</c:v>
                </c:pt>
                <c:pt idx="2980">
                  <c:v>550.75</c:v>
                </c:pt>
                <c:pt idx="2981">
                  <c:v>556.79999999999995</c:v>
                </c:pt>
                <c:pt idx="2982">
                  <c:v>543.04999999999995</c:v>
                </c:pt>
                <c:pt idx="2983">
                  <c:v>537.35</c:v>
                </c:pt>
                <c:pt idx="2984">
                  <c:v>509.5</c:v>
                </c:pt>
                <c:pt idx="2985">
                  <c:v>493.2</c:v>
                </c:pt>
                <c:pt idx="2986">
                  <c:v>469.15</c:v>
                </c:pt>
                <c:pt idx="2987">
                  <c:v>509.9</c:v>
                </c:pt>
                <c:pt idx="2988">
                  <c:v>518.4</c:v>
                </c:pt>
                <c:pt idx="2989">
                  <c:v>512.95000000000005</c:v>
                </c:pt>
                <c:pt idx="2990">
                  <c:v>523</c:v>
                </c:pt>
                <c:pt idx="2991">
                  <c:v>507.4</c:v>
                </c:pt>
                <c:pt idx="2992">
                  <c:v>513.79999999999995</c:v>
                </c:pt>
                <c:pt idx="2993">
                  <c:v>524.85</c:v>
                </c:pt>
                <c:pt idx="2994">
                  <c:v>507.2</c:v>
                </c:pt>
                <c:pt idx="2995">
                  <c:v>536.95000000000005</c:v>
                </c:pt>
                <c:pt idx="2996">
                  <c:v>588.79999999999995</c:v>
                </c:pt>
                <c:pt idx="2997">
                  <c:v>585.79999999999995</c:v>
                </c:pt>
                <c:pt idx="2998">
                  <c:v>582.04999999999995</c:v>
                </c:pt>
                <c:pt idx="2999">
                  <c:v>564.6</c:v>
                </c:pt>
                <c:pt idx="3000">
                  <c:v>569.54999999999995</c:v>
                </c:pt>
                <c:pt idx="3001">
                  <c:v>572.29999999999995</c:v>
                </c:pt>
                <c:pt idx="3002">
                  <c:v>630.04999999999995</c:v>
                </c:pt>
                <c:pt idx="3003">
                  <c:v>638.85</c:v>
                </c:pt>
                <c:pt idx="3004">
                  <c:v>631.6</c:v>
                </c:pt>
                <c:pt idx="3005">
                  <c:v>638.04999999999995</c:v>
                </c:pt>
                <c:pt idx="3006">
                  <c:v>642.29999999999995</c:v>
                </c:pt>
                <c:pt idx="3007">
                  <c:v>659.95</c:v>
                </c:pt>
                <c:pt idx="3008">
                  <c:v>663.7</c:v>
                </c:pt>
                <c:pt idx="3009">
                  <c:v>668.45</c:v>
                </c:pt>
                <c:pt idx="3010">
                  <c:v>647.1</c:v>
                </c:pt>
                <c:pt idx="3011">
                  <c:v>631.4</c:v>
                </c:pt>
                <c:pt idx="3012">
                  <c:v>652.4</c:v>
                </c:pt>
                <c:pt idx="3013">
                  <c:v>665.95</c:v>
                </c:pt>
                <c:pt idx="3014">
                  <c:v>662.15</c:v>
                </c:pt>
                <c:pt idx="3015">
                  <c:v>681.55</c:v>
                </c:pt>
                <c:pt idx="3016">
                  <c:v>699.5</c:v>
                </c:pt>
                <c:pt idx="3017">
                  <c:v>712.15</c:v>
                </c:pt>
                <c:pt idx="3018">
                  <c:v>703.9</c:v>
                </c:pt>
                <c:pt idx="3019">
                  <c:v>708.95</c:v>
                </c:pt>
                <c:pt idx="3020">
                  <c:v>745.2</c:v>
                </c:pt>
                <c:pt idx="3021">
                  <c:v>742.45</c:v>
                </c:pt>
                <c:pt idx="3022">
                  <c:v>758.25</c:v>
                </c:pt>
                <c:pt idx="3023">
                  <c:v>821.35</c:v>
                </c:pt>
                <c:pt idx="3024">
                  <c:v>816.75</c:v>
                </c:pt>
                <c:pt idx="3025">
                  <c:v>814.2</c:v>
                </c:pt>
                <c:pt idx="3026">
                  <c:v>828.05</c:v>
                </c:pt>
                <c:pt idx="3027">
                  <c:v>869.25</c:v>
                </c:pt>
                <c:pt idx="3028">
                  <c:v>861.65</c:v>
                </c:pt>
                <c:pt idx="3029">
                  <c:v>855.45</c:v>
                </c:pt>
                <c:pt idx="3030">
                  <c:v>865.25</c:v>
                </c:pt>
                <c:pt idx="3031">
                  <c:v>811.9</c:v>
                </c:pt>
                <c:pt idx="3032">
                  <c:v>798.9</c:v>
                </c:pt>
                <c:pt idx="3033">
                  <c:v>816.05</c:v>
                </c:pt>
                <c:pt idx="3034">
                  <c:v>758.65</c:v>
                </c:pt>
                <c:pt idx="3035">
                  <c:v>793.85</c:v>
                </c:pt>
                <c:pt idx="3036">
                  <c:v>808.6</c:v>
                </c:pt>
                <c:pt idx="3037">
                  <c:v>779.75</c:v>
                </c:pt>
                <c:pt idx="3038">
                  <c:v>786.35</c:v>
                </c:pt>
                <c:pt idx="3039">
                  <c:v>787.05</c:v>
                </c:pt>
                <c:pt idx="3040">
                  <c:v>757.2</c:v>
                </c:pt>
                <c:pt idx="3041">
                  <c:v>706.85</c:v>
                </c:pt>
                <c:pt idx="3042">
                  <c:v>693.4</c:v>
                </c:pt>
                <c:pt idx="3043">
                  <c:v>748.1</c:v>
                </c:pt>
                <c:pt idx="3044">
                  <c:v>765.9</c:v>
                </c:pt>
                <c:pt idx="3045">
                  <c:v>788.9</c:v>
                </c:pt>
                <c:pt idx="3046">
                  <c:v>783.6</c:v>
                </c:pt>
                <c:pt idx="3047">
                  <c:v>759.7</c:v>
                </c:pt>
                <c:pt idx="3048">
                  <c:v>748.6</c:v>
                </c:pt>
                <c:pt idx="3049">
                  <c:v>726.65</c:v>
                </c:pt>
                <c:pt idx="3050">
                  <c:v>731.45</c:v>
                </c:pt>
                <c:pt idx="3051">
                  <c:v>778.15</c:v>
                </c:pt>
                <c:pt idx="3052">
                  <c:v>719</c:v>
                </c:pt>
                <c:pt idx="3053">
                  <c:v>733.85</c:v>
                </c:pt>
                <c:pt idx="3054">
                  <c:v>729.6</c:v>
                </c:pt>
                <c:pt idx="3055">
                  <c:v>739.9</c:v>
                </c:pt>
                <c:pt idx="3056">
                  <c:v>709.8</c:v>
                </c:pt>
                <c:pt idx="3057">
                  <c:v>707.75</c:v>
                </c:pt>
                <c:pt idx="3058">
                  <c:v>721.45</c:v>
                </c:pt>
                <c:pt idx="3059">
                  <c:v>723.35</c:v>
                </c:pt>
                <c:pt idx="3060">
                  <c:v>726.1</c:v>
                </c:pt>
                <c:pt idx="3061">
                  <c:v>719.05</c:v>
                </c:pt>
                <c:pt idx="3062">
                  <c:v>687.5</c:v>
                </c:pt>
                <c:pt idx="3063">
                  <c:v>697.2</c:v>
                </c:pt>
                <c:pt idx="3064">
                  <c:v>694.1</c:v>
                </c:pt>
                <c:pt idx="3065">
                  <c:v>707.65</c:v>
                </c:pt>
                <c:pt idx="3066">
                  <c:v>739.85</c:v>
                </c:pt>
                <c:pt idx="3067">
                  <c:v>752.05</c:v>
                </c:pt>
                <c:pt idx="3068">
                  <c:v>750.45</c:v>
                </c:pt>
                <c:pt idx="3069">
                  <c:v>758.75</c:v>
                </c:pt>
                <c:pt idx="3070">
                  <c:v>762.8</c:v>
                </c:pt>
                <c:pt idx="3071">
                  <c:v>750.75</c:v>
                </c:pt>
                <c:pt idx="3072">
                  <c:v>709.85</c:v>
                </c:pt>
                <c:pt idx="3073">
                  <c:v>694.35</c:v>
                </c:pt>
                <c:pt idx="3074">
                  <c:v>687.85</c:v>
                </c:pt>
                <c:pt idx="3075">
                  <c:v>678</c:v>
                </c:pt>
                <c:pt idx="3076">
                  <c:v>681.25</c:v>
                </c:pt>
                <c:pt idx="3077">
                  <c:v>680.5</c:v>
                </c:pt>
                <c:pt idx="3078">
                  <c:v>693.3</c:v>
                </c:pt>
                <c:pt idx="3079">
                  <c:v>697.2</c:v>
                </c:pt>
                <c:pt idx="3080">
                  <c:v>679.85</c:v>
                </c:pt>
                <c:pt idx="3081">
                  <c:v>668.8</c:v>
                </c:pt>
                <c:pt idx="3082">
                  <c:v>721.75</c:v>
                </c:pt>
                <c:pt idx="3083">
                  <c:v>689.9</c:v>
                </c:pt>
                <c:pt idx="3084">
                  <c:v>660.7</c:v>
                </c:pt>
                <c:pt idx="3085">
                  <c:v>661.25</c:v>
                </c:pt>
                <c:pt idx="3086">
                  <c:v>627.5</c:v>
                </c:pt>
                <c:pt idx="3087">
                  <c:v>619.75</c:v>
                </c:pt>
                <c:pt idx="3088">
                  <c:v>653</c:v>
                </c:pt>
                <c:pt idx="3089">
                  <c:v>619</c:v>
                </c:pt>
                <c:pt idx="3090">
                  <c:v>602.1</c:v>
                </c:pt>
                <c:pt idx="3091">
                  <c:v>599.4</c:v>
                </c:pt>
                <c:pt idx="3092">
                  <c:v>611.1</c:v>
                </c:pt>
                <c:pt idx="3093">
                  <c:v>594.1</c:v>
                </c:pt>
                <c:pt idx="3094">
                  <c:v>577.5</c:v>
                </c:pt>
                <c:pt idx="3095">
                  <c:v>595.25</c:v>
                </c:pt>
                <c:pt idx="3096">
                  <c:v>607.35</c:v>
                </c:pt>
                <c:pt idx="3097">
                  <c:v>608.15</c:v>
                </c:pt>
                <c:pt idx="3098">
                  <c:v>621.75</c:v>
                </c:pt>
                <c:pt idx="3099">
                  <c:v>618</c:v>
                </c:pt>
                <c:pt idx="3100">
                  <c:v>628.70000000000005</c:v>
                </c:pt>
                <c:pt idx="3101">
                  <c:v>600.45000000000005</c:v>
                </c:pt>
                <c:pt idx="3102">
                  <c:v>609</c:v>
                </c:pt>
                <c:pt idx="3103">
                  <c:v>602.9</c:v>
                </c:pt>
                <c:pt idx="3104">
                  <c:v>626.70000000000005</c:v>
                </c:pt>
                <c:pt idx="3105">
                  <c:v>648.54999999999995</c:v>
                </c:pt>
                <c:pt idx="3106">
                  <c:v>640.9</c:v>
                </c:pt>
                <c:pt idx="3107">
                  <c:v>638.29999999999995</c:v>
                </c:pt>
                <c:pt idx="3108">
                  <c:v>643.85</c:v>
                </c:pt>
                <c:pt idx="3109">
                  <c:v>641.35</c:v>
                </c:pt>
                <c:pt idx="3110">
                  <c:v>630.04999999999995</c:v>
                </c:pt>
                <c:pt idx="3111">
                  <c:v>650.6</c:v>
                </c:pt>
                <c:pt idx="3112">
                  <c:v>626.54999999999995</c:v>
                </c:pt>
                <c:pt idx="3113">
                  <c:v>634.15</c:v>
                </c:pt>
                <c:pt idx="3114">
                  <c:v>648.95000000000005</c:v>
                </c:pt>
                <c:pt idx="3115">
                  <c:v>659.8</c:v>
                </c:pt>
                <c:pt idx="3116">
                  <c:v>648.29999999999995</c:v>
                </c:pt>
                <c:pt idx="3117">
                  <c:v>647.4</c:v>
                </c:pt>
                <c:pt idx="3118">
                  <c:v>648.5</c:v>
                </c:pt>
                <c:pt idx="3119">
                  <c:v>667.35</c:v>
                </c:pt>
                <c:pt idx="3120">
                  <c:v>669.25</c:v>
                </c:pt>
                <c:pt idx="3121">
                  <c:v>679.7</c:v>
                </c:pt>
                <c:pt idx="3122">
                  <c:v>679.5</c:v>
                </c:pt>
                <c:pt idx="3123">
                  <c:v>695.15</c:v>
                </c:pt>
                <c:pt idx="3124">
                  <c:v>726.2</c:v>
                </c:pt>
                <c:pt idx="3125">
                  <c:v>722.75</c:v>
                </c:pt>
                <c:pt idx="3126">
                  <c:v>715.85</c:v>
                </c:pt>
                <c:pt idx="3127">
                  <c:v>704.2</c:v>
                </c:pt>
                <c:pt idx="3128">
                  <c:v>712.95</c:v>
                </c:pt>
                <c:pt idx="3129">
                  <c:v>714.6</c:v>
                </c:pt>
                <c:pt idx="3130">
                  <c:v>700.8</c:v>
                </c:pt>
                <c:pt idx="3131">
                  <c:v>691.5</c:v>
                </c:pt>
                <c:pt idx="3132">
                  <c:v>675.55</c:v>
                </c:pt>
                <c:pt idx="3133">
                  <c:v>671.8</c:v>
                </c:pt>
                <c:pt idx="3134">
                  <c:v>673.15</c:v>
                </c:pt>
                <c:pt idx="3135">
                  <c:v>689.5</c:v>
                </c:pt>
                <c:pt idx="3136">
                  <c:v>703.15</c:v>
                </c:pt>
                <c:pt idx="3137">
                  <c:v>675.7</c:v>
                </c:pt>
                <c:pt idx="3138">
                  <c:v>670.3</c:v>
                </c:pt>
                <c:pt idx="3139">
                  <c:v>669.65</c:v>
                </c:pt>
                <c:pt idx="3140">
                  <c:v>643.75</c:v>
                </c:pt>
                <c:pt idx="3141">
                  <c:v>644.4</c:v>
                </c:pt>
                <c:pt idx="3142">
                  <c:v>667.4</c:v>
                </c:pt>
                <c:pt idx="3143">
                  <c:v>668.1</c:v>
                </c:pt>
                <c:pt idx="3144">
                  <c:v>689.05</c:v>
                </c:pt>
                <c:pt idx="3145">
                  <c:v>701.35</c:v>
                </c:pt>
                <c:pt idx="3146">
                  <c:v>699.1</c:v>
                </c:pt>
                <c:pt idx="3147">
                  <c:v>709.15</c:v>
                </c:pt>
                <c:pt idx="3148">
                  <c:v>718.2</c:v>
                </c:pt>
                <c:pt idx="3149">
                  <c:v>722</c:v>
                </c:pt>
                <c:pt idx="3150">
                  <c:v>726.8</c:v>
                </c:pt>
                <c:pt idx="3151">
                  <c:v>730.8</c:v>
                </c:pt>
                <c:pt idx="3152">
                  <c:v>744.3</c:v>
                </c:pt>
                <c:pt idx="3153">
                  <c:v>749.8</c:v>
                </c:pt>
                <c:pt idx="3154">
                  <c:v>750.55</c:v>
                </c:pt>
                <c:pt idx="3155">
                  <c:v>720.65</c:v>
                </c:pt>
                <c:pt idx="3156">
                  <c:v>733.2</c:v>
                </c:pt>
                <c:pt idx="3157">
                  <c:v>720.55</c:v>
                </c:pt>
                <c:pt idx="3158">
                  <c:v>719.5</c:v>
                </c:pt>
                <c:pt idx="3159">
                  <c:v>737.5</c:v>
                </c:pt>
                <c:pt idx="3160">
                  <c:v>721.55</c:v>
                </c:pt>
                <c:pt idx="3161">
                  <c:v>710.4</c:v>
                </c:pt>
                <c:pt idx="3162">
                  <c:v>689.05</c:v>
                </c:pt>
                <c:pt idx="3163">
                  <c:v>695</c:v>
                </c:pt>
                <c:pt idx="3164">
                  <c:v>693.7</c:v>
                </c:pt>
                <c:pt idx="3165">
                  <c:v>671.1</c:v>
                </c:pt>
                <c:pt idx="3166">
                  <c:v>676.7</c:v>
                </c:pt>
                <c:pt idx="3167">
                  <c:v>655.04999999999995</c:v>
                </c:pt>
                <c:pt idx="3168">
                  <c:v>658.3</c:v>
                </c:pt>
                <c:pt idx="3169">
                  <c:v>673.7</c:v>
                </c:pt>
                <c:pt idx="3170">
                  <c:v>679.1</c:v>
                </c:pt>
                <c:pt idx="3171">
                  <c:v>689.4</c:v>
                </c:pt>
                <c:pt idx="3172">
                  <c:v>684.8</c:v>
                </c:pt>
                <c:pt idx="3173">
                  <c:v>695.3</c:v>
                </c:pt>
                <c:pt idx="3174">
                  <c:v>687.45</c:v>
                </c:pt>
                <c:pt idx="3175">
                  <c:v>712.35</c:v>
                </c:pt>
                <c:pt idx="3176">
                  <c:v>726.85</c:v>
                </c:pt>
                <c:pt idx="3177">
                  <c:v>727.95</c:v>
                </c:pt>
                <c:pt idx="3178">
                  <c:v>706.8</c:v>
                </c:pt>
                <c:pt idx="3179">
                  <c:v>730.8</c:v>
                </c:pt>
                <c:pt idx="3180">
                  <c:v>745.55</c:v>
                </c:pt>
                <c:pt idx="3181">
                  <c:v>745.1</c:v>
                </c:pt>
                <c:pt idx="3182">
                  <c:v>739.3</c:v>
                </c:pt>
                <c:pt idx="3183">
                  <c:v>738.65</c:v>
                </c:pt>
                <c:pt idx="3184">
                  <c:v>756.95</c:v>
                </c:pt>
                <c:pt idx="3185">
                  <c:v>737.55</c:v>
                </c:pt>
                <c:pt idx="3186">
                  <c:v>738.45</c:v>
                </c:pt>
                <c:pt idx="3187">
                  <c:v>743.2</c:v>
                </c:pt>
                <c:pt idx="3188">
                  <c:v>738.25</c:v>
                </c:pt>
                <c:pt idx="3189">
                  <c:v>735.25</c:v>
                </c:pt>
                <c:pt idx="3190">
                  <c:v>742.95</c:v>
                </c:pt>
                <c:pt idx="3191">
                  <c:v>748</c:v>
                </c:pt>
                <c:pt idx="3192">
                  <c:v>772.7</c:v>
                </c:pt>
                <c:pt idx="3193">
                  <c:v>767.15</c:v>
                </c:pt>
                <c:pt idx="3194">
                  <c:v>765.15</c:v>
                </c:pt>
                <c:pt idx="3195">
                  <c:v>747.1</c:v>
                </c:pt>
                <c:pt idx="3196">
                  <c:v>726.45</c:v>
                </c:pt>
                <c:pt idx="3197">
                  <c:v>735.7</c:v>
                </c:pt>
                <c:pt idx="3198">
                  <c:v>735.5</c:v>
                </c:pt>
                <c:pt idx="3199">
                  <c:v>750.9</c:v>
                </c:pt>
                <c:pt idx="3200">
                  <c:v>746.2</c:v>
                </c:pt>
                <c:pt idx="3201">
                  <c:v>731.1</c:v>
                </c:pt>
                <c:pt idx="3202">
                  <c:v>733.15</c:v>
                </c:pt>
                <c:pt idx="3203">
                  <c:v>737.65</c:v>
                </c:pt>
                <c:pt idx="3204">
                  <c:v>735.45</c:v>
                </c:pt>
                <c:pt idx="3205">
                  <c:v>738.5</c:v>
                </c:pt>
                <c:pt idx="3206">
                  <c:v>764.75</c:v>
                </c:pt>
                <c:pt idx="3207">
                  <c:v>754.55</c:v>
                </c:pt>
                <c:pt idx="3208">
                  <c:v>753.25</c:v>
                </c:pt>
                <c:pt idx="3209">
                  <c:v>748.75</c:v>
                </c:pt>
                <c:pt idx="3210">
                  <c:v>754.05</c:v>
                </c:pt>
                <c:pt idx="3211">
                  <c:v>749.55</c:v>
                </c:pt>
                <c:pt idx="3212">
                  <c:v>748.15</c:v>
                </c:pt>
                <c:pt idx="3213">
                  <c:v>749.05</c:v>
                </c:pt>
                <c:pt idx="3214">
                  <c:v>748.55</c:v>
                </c:pt>
                <c:pt idx="3215">
                  <c:v>737.35</c:v>
                </c:pt>
                <c:pt idx="3216">
                  <c:v>731.1</c:v>
                </c:pt>
                <c:pt idx="3217">
                  <c:v>725</c:v>
                </c:pt>
                <c:pt idx="3218">
                  <c:v>709.75</c:v>
                </c:pt>
                <c:pt idx="3219">
                  <c:v>703.15</c:v>
                </c:pt>
                <c:pt idx="3220">
                  <c:v>716.55</c:v>
                </c:pt>
                <c:pt idx="3221">
                  <c:v>718.65</c:v>
                </c:pt>
                <c:pt idx="3222">
                  <c:v>721.7</c:v>
                </c:pt>
                <c:pt idx="3223">
                  <c:v>736.7</c:v>
                </c:pt>
                <c:pt idx="3224">
                  <c:v>729.95</c:v>
                </c:pt>
                <c:pt idx="3225">
                  <c:v>742.85</c:v>
                </c:pt>
                <c:pt idx="3226">
                  <c:v>752.55</c:v>
                </c:pt>
                <c:pt idx="3227">
                  <c:v>755.15</c:v>
                </c:pt>
                <c:pt idx="3228">
                  <c:v>773.05</c:v>
                </c:pt>
                <c:pt idx="3229">
                  <c:v>776.65</c:v>
                </c:pt>
                <c:pt idx="3230">
                  <c:v>766.3</c:v>
                </c:pt>
                <c:pt idx="3231">
                  <c:v>763</c:v>
                </c:pt>
                <c:pt idx="3232">
                  <c:v>757.1</c:v>
                </c:pt>
                <c:pt idx="3233">
                  <c:v>750.2</c:v>
                </c:pt>
                <c:pt idx="3234">
                  <c:v>732.5</c:v>
                </c:pt>
                <c:pt idx="3235">
                  <c:v>744.9</c:v>
                </c:pt>
                <c:pt idx="3236">
                  <c:v>766.7</c:v>
                </c:pt>
                <c:pt idx="3237">
                  <c:v>804.95</c:v>
                </c:pt>
                <c:pt idx="3238">
                  <c:v>807.55</c:v>
                </c:pt>
                <c:pt idx="3239">
                  <c:v>824.05</c:v>
                </c:pt>
                <c:pt idx="3240">
                  <c:v>804.9</c:v>
                </c:pt>
                <c:pt idx="3241">
                  <c:v>808.95</c:v>
                </c:pt>
                <c:pt idx="3242">
                  <c:v>812.9</c:v>
                </c:pt>
                <c:pt idx="3243">
                  <c:v>806.1</c:v>
                </c:pt>
                <c:pt idx="3244">
                  <c:v>813.8</c:v>
                </c:pt>
                <c:pt idx="3245">
                  <c:v>812.1</c:v>
                </c:pt>
                <c:pt idx="3246">
                  <c:v>831.1</c:v>
                </c:pt>
                <c:pt idx="3247">
                  <c:v>827.3</c:v>
                </c:pt>
                <c:pt idx="3248">
                  <c:v>831.1</c:v>
                </c:pt>
                <c:pt idx="3249">
                  <c:v>827.55</c:v>
                </c:pt>
                <c:pt idx="3250">
                  <c:v>854.8</c:v>
                </c:pt>
                <c:pt idx="3251">
                  <c:v>845.45</c:v>
                </c:pt>
                <c:pt idx="3252">
                  <c:v>843.7</c:v>
                </c:pt>
                <c:pt idx="3253">
                  <c:v>849.05</c:v>
                </c:pt>
                <c:pt idx="3254">
                  <c:v>831.25</c:v>
                </c:pt>
                <c:pt idx="3255">
                  <c:v>848.2</c:v>
                </c:pt>
                <c:pt idx="3256">
                  <c:v>861.1</c:v>
                </c:pt>
                <c:pt idx="3257">
                  <c:v>839.2</c:v>
                </c:pt>
                <c:pt idx="3258">
                  <c:v>861.35</c:v>
                </c:pt>
                <c:pt idx="3259">
                  <c:v>869.8</c:v>
                </c:pt>
                <c:pt idx="3260">
                  <c:v>865.15</c:v>
                </c:pt>
                <c:pt idx="3261">
                  <c:v>859.5</c:v>
                </c:pt>
                <c:pt idx="3262">
                  <c:v>855.1</c:v>
                </c:pt>
                <c:pt idx="3263">
                  <c:v>834.9</c:v>
                </c:pt>
                <c:pt idx="3264">
                  <c:v>864.95</c:v>
                </c:pt>
                <c:pt idx="3265">
                  <c:v>870.7</c:v>
                </c:pt>
                <c:pt idx="3266">
                  <c:v>868.15</c:v>
                </c:pt>
                <c:pt idx="3267">
                  <c:v>849.65</c:v>
                </c:pt>
                <c:pt idx="3268">
                  <c:v>882.5</c:v>
                </c:pt>
                <c:pt idx="3269">
                  <c:v>878.7</c:v>
                </c:pt>
                <c:pt idx="3270">
                  <c:v>860</c:v>
                </c:pt>
                <c:pt idx="3271">
                  <c:v>838.25</c:v>
                </c:pt>
                <c:pt idx="3272">
                  <c:v>845.15</c:v>
                </c:pt>
                <c:pt idx="3273">
                  <c:v>835.1</c:v>
                </c:pt>
                <c:pt idx="3274">
                  <c:v>829.75</c:v>
                </c:pt>
                <c:pt idx="3275">
                  <c:v>824.65</c:v>
                </c:pt>
                <c:pt idx="3276">
                  <c:v>810.85</c:v>
                </c:pt>
                <c:pt idx="3277">
                  <c:v>806.85</c:v>
                </c:pt>
                <c:pt idx="3278">
                  <c:v>785.8</c:v>
                </c:pt>
                <c:pt idx="3279">
                  <c:v>795.35</c:v>
                </c:pt>
                <c:pt idx="3280">
                  <c:v>803.35</c:v>
                </c:pt>
                <c:pt idx="3281">
                  <c:v>813</c:v>
                </c:pt>
                <c:pt idx="3282">
                  <c:v>809.6</c:v>
                </c:pt>
                <c:pt idx="3283">
                  <c:v>768</c:v>
                </c:pt>
                <c:pt idx="3284">
                  <c:v>773.35</c:v>
                </c:pt>
                <c:pt idx="3285">
                  <c:v>767.35</c:v>
                </c:pt>
                <c:pt idx="3286">
                  <c:v>763.05</c:v>
                </c:pt>
                <c:pt idx="3287">
                  <c:v>777.8</c:v>
                </c:pt>
                <c:pt idx="3288">
                  <c:v>739.25</c:v>
                </c:pt>
                <c:pt idx="3289">
                  <c:v>747.4</c:v>
                </c:pt>
                <c:pt idx="3290">
                  <c:v>716.35</c:v>
                </c:pt>
                <c:pt idx="3291">
                  <c:v>727.7</c:v>
                </c:pt>
                <c:pt idx="3292">
                  <c:v>746.95</c:v>
                </c:pt>
                <c:pt idx="3293">
                  <c:v>730.15</c:v>
                </c:pt>
                <c:pt idx="3294">
                  <c:v>743.55</c:v>
                </c:pt>
                <c:pt idx="3295">
                  <c:v>725.15</c:v>
                </c:pt>
                <c:pt idx="3296">
                  <c:v>706.6</c:v>
                </c:pt>
                <c:pt idx="3297">
                  <c:v>702.85</c:v>
                </c:pt>
                <c:pt idx="3298">
                  <c:v>708.95</c:v>
                </c:pt>
                <c:pt idx="3299">
                  <c:v>700.4</c:v>
                </c:pt>
                <c:pt idx="3300">
                  <c:v>686.8</c:v>
                </c:pt>
                <c:pt idx="3301">
                  <c:v>661.05</c:v>
                </c:pt>
                <c:pt idx="3302">
                  <c:v>640.25</c:v>
                </c:pt>
                <c:pt idx="3303">
                  <c:v>623.85</c:v>
                </c:pt>
                <c:pt idx="3304">
                  <c:v>618.79999999999995</c:v>
                </c:pt>
                <c:pt idx="3305">
                  <c:v>609.1</c:v>
                </c:pt>
                <c:pt idx="3306">
                  <c:v>599.70000000000005</c:v>
                </c:pt>
                <c:pt idx="3307">
                  <c:v>672.35</c:v>
                </c:pt>
                <c:pt idx="3308">
                  <c:v>663.2</c:v>
                </c:pt>
                <c:pt idx="3309">
                  <c:v>697.65</c:v>
                </c:pt>
                <c:pt idx="3310">
                  <c:v>685.7</c:v>
                </c:pt>
                <c:pt idx="3311">
                  <c:v>680.65</c:v>
                </c:pt>
                <c:pt idx="3312">
                  <c:v>675.55</c:v>
                </c:pt>
                <c:pt idx="3313">
                  <c:v>671.5</c:v>
                </c:pt>
                <c:pt idx="3314">
                  <c:v>662.6</c:v>
                </c:pt>
                <c:pt idx="3315">
                  <c:v>664.9</c:v>
                </c:pt>
                <c:pt idx="3316">
                  <c:v>651.15</c:v>
                </c:pt>
                <c:pt idx="3317">
                  <c:v>679.55</c:v>
                </c:pt>
                <c:pt idx="3318">
                  <c:v>664.4</c:v>
                </c:pt>
                <c:pt idx="3319">
                  <c:v>693.25</c:v>
                </c:pt>
                <c:pt idx="3320">
                  <c:v>732.85</c:v>
                </c:pt>
                <c:pt idx="3321">
                  <c:v>717.25</c:v>
                </c:pt>
                <c:pt idx="3322">
                  <c:v>725.5</c:v>
                </c:pt>
                <c:pt idx="3323">
                  <c:v>725.15</c:v>
                </c:pt>
                <c:pt idx="3324">
                  <c:v>732.25</c:v>
                </c:pt>
                <c:pt idx="3325">
                  <c:v>704.4</c:v>
                </c:pt>
                <c:pt idx="3326">
                  <c:v>699.4</c:v>
                </c:pt>
                <c:pt idx="3327">
                  <c:v>702.75</c:v>
                </c:pt>
                <c:pt idx="3328">
                  <c:v>701.15</c:v>
                </c:pt>
                <c:pt idx="3329">
                  <c:v>709.6</c:v>
                </c:pt>
                <c:pt idx="3330">
                  <c:v>720.6</c:v>
                </c:pt>
                <c:pt idx="3331">
                  <c:v>720.95</c:v>
                </c:pt>
                <c:pt idx="3332">
                  <c:v>710.8</c:v>
                </c:pt>
                <c:pt idx="3333">
                  <c:v>702.25</c:v>
                </c:pt>
                <c:pt idx="3334">
                  <c:v>694.55</c:v>
                </c:pt>
                <c:pt idx="3335">
                  <c:v>695.25</c:v>
                </c:pt>
                <c:pt idx="3336">
                  <c:v>677.1</c:v>
                </c:pt>
                <c:pt idx="3337">
                  <c:v>677.45</c:v>
                </c:pt>
                <c:pt idx="3338">
                  <c:v>692.75</c:v>
                </c:pt>
                <c:pt idx="3339">
                  <c:v>703.7</c:v>
                </c:pt>
                <c:pt idx="3340">
                  <c:v>707</c:v>
                </c:pt>
                <c:pt idx="3341">
                  <c:v>700.2</c:v>
                </c:pt>
                <c:pt idx="3342">
                  <c:v>691.2</c:v>
                </c:pt>
                <c:pt idx="3343">
                  <c:v>684.8</c:v>
                </c:pt>
                <c:pt idx="3344">
                  <c:v>687.9</c:v>
                </c:pt>
                <c:pt idx="3345">
                  <c:v>712.75</c:v>
                </c:pt>
                <c:pt idx="3346">
                  <c:v>718.55</c:v>
                </c:pt>
                <c:pt idx="3347">
                  <c:v>719.05</c:v>
                </c:pt>
                <c:pt idx="3348">
                  <c:v>706.75</c:v>
                </c:pt>
                <c:pt idx="3349">
                  <c:v>718.05</c:v>
                </c:pt>
                <c:pt idx="3350">
                  <c:v>684</c:v>
                </c:pt>
                <c:pt idx="3351">
                  <c:v>693.85</c:v>
                </c:pt>
                <c:pt idx="3352">
                  <c:v>710.7</c:v>
                </c:pt>
                <c:pt idx="3353">
                  <c:v>726.9</c:v>
                </c:pt>
                <c:pt idx="3354">
                  <c:v>736.65</c:v>
                </c:pt>
                <c:pt idx="3355">
                  <c:v>721.8</c:v>
                </c:pt>
                <c:pt idx="3356">
                  <c:v>726.4</c:v>
                </c:pt>
                <c:pt idx="3357">
                  <c:v>704.75</c:v>
                </c:pt>
                <c:pt idx="3358">
                  <c:v>672.9</c:v>
                </c:pt>
                <c:pt idx="3359">
                  <c:v>671</c:v>
                </c:pt>
                <c:pt idx="3360">
                  <c:v>684.65</c:v>
                </c:pt>
                <c:pt idx="3361">
                  <c:v>691.2</c:v>
                </c:pt>
                <c:pt idx="3362">
                  <c:v>703.5</c:v>
                </c:pt>
                <c:pt idx="3363">
                  <c:v>713.3</c:v>
                </c:pt>
                <c:pt idx="3364">
                  <c:v>687.55</c:v>
                </c:pt>
                <c:pt idx="3365">
                  <c:v>669.65</c:v>
                </c:pt>
                <c:pt idx="3366">
                  <c:v>674.6</c:v>
                </c:pt>
                <c:pt idx="3367">
                  <c:v>655.7</c:v>
                </c:pt>
                <c:pt idx="3368">
                  <c:v>645.85</c:v>
                </c:pt>
                <c:pt idx="3369">
                  <c:v>643.4</c:v>
                </c:pt>
                <c:pt idx="3370">
                  <c:v>658.3</c:v>
                </c:pt>
                <c:pt idx="3371">
                  <c:v>659.25</c:v>
                </c:pt>
                <c:pt idx="3372">
                  <c:v>642.1</c:v>
                </c:pt>
                <c:pt idx="3373">
                  <c:v>610.70000000000005</c:v>
                </c:pt>
                <c:pt idx="3374">
                  <c:v>611.75</c:v>
                </c:pt>
                <c:pt idx="3375">
                  <c:v>616.35</c:v>
                </c:pt>
                <c:pt idx="3376">
                  <c:v>603.79999999999995</c:v>
                </c:pt>
                <c:pt idx="3377">
                  <c:v>608.9</c:v>
                </c:pt>
                <c:pt idx="3378">
                  <c:v>594.1</c:v>
                </c:pt>
                <c:pt idx="3379">
                  <c:v>604</c:v>
                </c:pt>
                <c:pt idx="3380">
                  <c:v>601.79999999999995</c:v>
                </c:pt>
                <c:pt idx="3381">
                  <c:v>590.70000000000005</c:v>
                </c:pt>
                <c:pt idx="3382">
                  <c:v>570.9</c:v>
                </c:pt>
                <c:pt idx="3383">
                  <c:v>560.29999999999995</c:v>
                </c:pt>
                <c:pt idx="3384">
                  <c:v>569.25</c:v>
                </c:pt>
                <c:pt idx="3385">
                  <c:v>571.4</c:v>
                </c:pt>
                <c:pt idx="3386">
                  <c:v>564.20000000000005</c:v>
                </c:pt>
                <c:pt idx="3387">
                  <c:v>580.65</c:v>
                </c:pt>
                <c:pt idx="3388">
                  <c:v>560.29999999999995</c:v>
                </c:pt>
                <c:pt idx="3389">
                  <c:v>566.85</c:v>
                </c:pt>
                <c:pt idx="3390">
                  <c:v>554.85</c:v>
                </c:pt>
                <c:pt idx="3391">
                  <c:v>551.25</c:v>
                </c:pt>
                <c:pt idx="3392">
                  <c:v>533.04999999999995</c:v>
                </c:pt>
                <c:pt idx="3393">
                  <c:v>565.9</c:v>
                </c:pt>
                <c:pt idx="3394">
                  <c:v>552.95000000000005</c:v>
                </c:pt>
                <c:pt idx="3395">
                  <c:v>536.6</c:v>
                </c:pt>
                <c:pt idx="3396">
                  <c:v>527.4</c:v>
                </c:pt>
                <c:pt idx="3397">
                  <c:v>509.75</c:v>
                </c:pt>
                <c:pt idx="3398">
                  <c:v>521.54999999999995</c:v>
                </c:pt>
                <c:pt idx="3399">
                  <c:v>503.75</c:v>
                </c:pt>
                <c:pt idx="3400">
                  <c:v>517.4</c:v>
                </c:pt>
                <c:pt idx="3401">
                  <c:v>518.70000000000005</c:v>
                </c:pt>
                <c:pt idx="3402">
                  <c:v>534.70000000000005</c:v>
                </c:pt>
                <c:pt idx="3403">
                  <c:v>487.35</c:v>
                </c:pt>
                <c:pt idx="3404">
                  <c:v>499.8</c:v>
                </c:pt>
                <c:pt idx="3405">
                  <c:v>521.70000000000005</c:v>
                </c:pt>
                <c:pt idx="3406">
                  <c:v>497.35</c:v>
                </c:pt>
                <c:pt idx="3407">
                  <c:v>545.9</c:v>
                </c:pt>
                <c:pt idx="3408">
                  <c:v>546.45000000000005</c:v>
                </c:pt>
                <c:pt idx="3409">
                  <c:v>539.85</c:v>
                </c:pt>
                <c:pt idx="3410">
                  <c:v>519.5</c:v>
                </c:pt>
                <c:pt idx="3411">
                  <c:v>534.35</c:v>
                </c:pt>
                <c:pt idx="3412">
                  <c:v>569.54999999999995</c:v>
                </c:pt>
                <c:pt idx="3413">
                  <c:v>541.45000000000005</c:v>
                </c:pt>
                <c:pt idx="3414">
                  <c:v>556.1</c:v>
                </c:pt>
                <c:pt idx="3415">
                  <c:v>523.79999999999995</c:v>
                </c:pt>
                <c:pt idx="3416">
                  <c:v>540.85</c:v>
                </c:pt>
                <c:pt idx="3417">
                  <c:v>564.35</c:v>
                </c:pt>
                <c:pt idx="3418">
                  <c:v>580.65</c:v>
                </c:pt>
                <c:pt idx="3419">
                  <c:v>594.9</c:v>
                </c:pt>
                <c:pt idx="3420">
                  <c:v>646.1</c:v>
                </c:pt>
                <c:pt idx="3421">
                  <c:v>623.95000000000005</c:v>
                </c:pt>
                <c:pt idx="3422">
                  <c:v>633.1</c:v>
                </c:pt>
                <c:pt idx="3423">
                  <c:v>653.6</c:v>
                </c:pt>
                <c:pt idx="3424">
                  <c:v>661.65</c:v>
                </c:pt>
                <c:pt idx="3425">
                  <c:v>666.85</c:v>
                </c:pt>
                <c:pt idx="3426">
                  <c:v>722.2</c:v>
                </c:pt>
                <c:pt idx="3427">
                  <c:v>742.65</c:v>
                </c:pt>
                <c:pt idx="3428">
                  <c:v>729.5</c:v>
                </c:pt>
                <c:pt idx="3429">
                  <c:v>743.05</c:v>
                </c:pt>
                <c:pt idx="3430">
                  <c:v>757.35</c:v>
                </c:pt>
                <c:pt idx="3431">
                  <c:v>744.35</c:v>
                </c:pt>
                <c:pt idx="3432">
                  <c:v>733.05</c:v>
                </c:pt>
                <c:pt idx="3433">
                  <c:v>729.65</c:v>
                </c:pt>
                <c:pt idx="3434">
                  <c:v>750</c:v>
                </c:pt>
                <c:pt idx="3435">
                  <c:v>762.65</c:v>
                </c:pt>
                <c:pt idx="3436">
                  <c:v>774.25</c:v>
                </c:pt>
                <c:pt idx="3437">
                  <c:v>787.4</c:v>
                </c:pt>
                <c:pt idx="3438">
                  <c:v>779.15</c:v>
                </c:pt>
                <c:pt idx="3439">
                  <c:v>791.45</c:v>
                </c:pt>
                <c:pt idx="3440">
                  <c:v>785.45</c:v>
                </c:pt>
                <c:pt idx="3441">
                  <c:v>780.65</c:v>
                </c:pt>
                <c:pt idx="3442">
                  <c:v>776.8</c:v>
                </c:pt>
                <c:pt idx="3443">
                  <c:v>788.75</c:v>
                </c:pt>
                <c:pt idx="3444">
                  <c:v>785.25</c:v>
                </c:pt>
                <c:pt idx="3445">
                  <c:v>811</c:v>
                </c:pt>
                <c:pt idx="3446">
                  <c:v>838.35</c:v>
                </c:pt>
                <c:pt idx="3447">
                  <c:v>839.55</c:v>
                </c:pt>
                <c:pt idx="3448">
                  <c:v>840.25</c:v>
                </c:pt>
                <c:pt idx="3449">
                  <c:v>846.25</c:v>
                </c:pt>
                <c:pt idx="3450">
                  <c:v>850.4</c:v>
                </c:pt>
                <c:pt idx="3451">
                  <c:v>859.15</c:v>
                </c:pt>
                <c:pt idx="3452">
                  <c:v>862.5</c:v>
                </c:pt>
                <c:pt idx="3453">
                  <c:v>848.9</c:v>
                </c:pt>
                <c:pt idx="3454">
                  <c:v>861.45</c:v>
                </c:pt>
                <c:pt idx="3455">
                  <c:v>865.35</c:v>
                </c:pt>
                <c:pt idx="3456">
                  <c:v>864.85</c:v>
                </c:pt>
                <c:pt idx="3457">
                  <c:v>866.95</c:v>
                </c:pt>
                <c:pt idx="3458">
                  <c:v>863.8</c:v>
                </c:pt>
                <c:pt idx="3459">
                  <c:v>869.55</c:v>
                </c:pt>
                <c:pt idx="3460">
                  <c:v>866.4</c:v>
                </c:pt>
                <c:pt idx="3461">
                  <c:v>856.5</c:v>
                </c:pt>
                <c:pt idx="3462">
                  <c:v>836.85</c:v>
                </c:pt>
                <c:pt idx="3463">
                  <c:v>833.05</c:v>
                </c:pt>
                <c:pt idx="3464">
                  <c:v>864.8</c:v>
                </c:pt>
                <c:pt idx="3465">
                  <c:v>872.6</c:v>
                </c:pt>
                <c:pt idx="3466">
                  <c:v>887.3</c:v>
                </c:pt>
                <c:pt idx="3467">
                  <c:v>895.9</c:v>
                </c:pt>
                <c:pt idx="3468">
                  <c:v>888.6</c:v>
                </c:pt>
                <c:pt idx="3469">
                  <c:v>874.55</c:v>
                </c:pt>
                <c:pt idx="3470">
                  <c:v>887.55</c:v>
                </c:pt>
                <c:pt idx="3471">
                  <c:v>890.55</c:v>
                </c:pt>
                <c:pt idx="3472">
                  <c:v>919.65</c:v>
                </c:pt>
                <c:pt idx="3473">
                  <c:v>915</c:v>
                </c:pt>
                <c:pt idx="3474">
                  <c:v>918.55</c:v>
                </c:pt>
                <c:pt idx="3475">
                  <c:v>933.95</c:v>
                </c:pt>
                <c:pt idx="3476">
                  <c:v>933.25</c:v>
                </c:pt>
                <c:pt idx="3477">
                  <c:v>931.7</c:v>
                </c:pt>
                <c:pt idx="3478">
                  <c:v>932.45</c:v>
                </c:pt>
                <c:pt idx="3479">
                  <c:v>927.05</c:v>
                </c:pt>
                <c:pt idx="3480">
                  <c:v>930.75</c:v>
                </c:pt>
                <c:pt idx="3481">
                  <c:v>950.05</c:v>
                </c:pt>
                <c:pt idx="3482">
                  <c:v>941.05</c:v>
                </c:pt>
                <c:pt idx="3483">
                  <c:v>931.5</c:v>
                </c:pt>
                <c:pt idx="3484">
                  <c:v>921.55</c:v>
                </c:pt>
                <c:pt idx="3485">
                  <c:v>913.6</c:v>
                </c:pt>
                <c:pt idx="3486">
                  <c:v>924.4</c:v>
                </c:pt>
                <c:pt idx="3487">
                  <c:v>943.4</c:v>
                </c:pt>
                <c:pt idx="3488">
                  <c:v>960.4</c:v>
                </c:pt>
                <c:pt idx="3489">
                  <c:v>963.75</c:v>
                </c:pt>
                <c:pt idx="3490">
                  <c:v>986.95</c:v>
                </c:pt>
                <c:pt idx="3491">
                  <c:v>988.65</c:v>
                </c:pt>
                <c:pt idx="3492">
                  <c:v>998.75</c:v>
                </c:pt>
                <c:pt idx="3493">
                  <c:v>1007.4</c:v>
                </c:pt>
                <c:pt idx="3494">
                  <c:v>1022.3</c:v>
                </c:pt>
                <c:pt idx="3495">
                  <c:v>1017.2</c:v>
                </c:pt>
                <c:pt idx="3496">
                  <c:v>1015.4</c:v>
                </c:pt>
                <c:pt idx="3497">
                  <c:v>1009.1</c:v>
                </c:pt>
                <c:pt idx="3498">
                  <c:v>994.05</c:v>
                </c:pt>
                <c:pt idx="3499">
                  <c:v>1034.3</c:v>
                </c:pt>
                <c:pt idx="3500">
                  <c:v>1027.55</c:v>
                </c:pt>
                <c:pt idx="3501">
                  <c:v>1026.3</c:v>
                </c:pt>
                <c:pt idx="3502">
                  <c:v>1025.5999999999999</c:v>
                </c:pt>
                <c:pt idx="3503">
                  <c:v>1023.3</c:v>
                </c:pt>
                <c:pt idx="3504">
                  <c:v>1019.3</c:v>
                </c:pt>
                <c:pt idx="3505">
                  <c:v>1009.85</c:v>
                </c:pt>
                <c:pt idx="3506">
                  <c:v>990.35</c:v>
                </c:pt>
                <c:pt idx="3507">
                  <c:v>1023.45</c:v>
                </c:pt>
                <c:pt idx="3508">
                  <c:v>1000.2</c:v>
                </c:pt>
                <c:pt idx="3509">
                  <c:v>987</c:v>
                </c:pt>
                <c:pt idx="3510">
                  <c:v>990.75</c:v>
                </c:pt>
                <c:pt idx="3511">
                  <c:v>994.55</c:v>
                </c:pt>
                <c:pt idx="3512">
                  <c:v>994.25</c:v>
                </c:pt>
                <c:pt idx="3513">
                  <c:v>970.05</c:v>
                </c:pt>
                <c:pt idx="3514">
                  <c:v>914.7</c:v>
                </c:pt>
                <c:pt idx="3515">
                  <c:v>930.6</c:v>
                </c:pt>
                <c:pt idx="3516">
                  <c:v>933.05</c:v>
                </c:pt>
                <c:pt idx="3517">
                  <c:v>896.2</c:v>
                </c:pt>
                <c:pt idx="3518">
                  <c:v>917.35</c:v>
                </c:pt>
                <c:pt idx="3519">
                  <c:v>852.6</c:v>
                </c:pt>
                <c:pt idx="3520">
                  <c:v>843.3</c:v>
                </c:pt>
                <c:pt idx="3521">
                  <c:v>846.8</c:v>
                </c:pt>
                <c:pt idx="3522">
                  <c:v>842.35</c:v>
                </c:pt>
                <c:pt idx="3523">
                  <c:v>868.8</c:v>
                </c:pt>
                <c:pt idx="3524">
                  <c:v>849.95</c:v>
                </c:pt>
                <c:pt idx="3525">
                  <c:v>859.6</c:v>
                </c:pt>
                <c:pt idx="3526">
                  <c:v>843.4</c:v>
                </c:pt>
                <c:pt idx="3527">
                  <c:v>815.1</c:v>
                </c:pt>
                <c:pt idx="3528">
                  <c:v>834.25</c:v>
                </c:pt>
                <c:pt idx="3529">
                  <c:v>846.45</c:v>
                </c:pt>
                <c:pt idx="3530">
                  <c:v>871.1</c:v>
                </c:pt>
                <c:pt idx="3531">
                  <c:v>868.85</c:v>
                </c:pt>
                <c:pt idx="3532">
                  <c:v>867.9</c:v>
                </c:pt>
                <c:pt idx="3533">
                  <c:v>886</c:v>
                </c:pt>
                <c:pt idx="3534">
                  <c:v>882.8</c:v>
                </c:pt>
                <c:pt idx="3535">
                  <c:v>857.6</c:v>
                </c:pt>
                <c:pt idx="3536">
                  <c:v>858.15</c:v>
                </c:pt>
                <c:pt idx="3537">
                  <c:v>875.95</c:v>
                </c:pt>
                <c:pt idx="3538">
                  <c:v>868.8</c:v>
                </c:pt>
                <c:pt idx="3539">
                  <c:v>890.8</c:v>
                </c:pt>
                <c:pt idx="3540">
                  <c:v>896.7</c:v>
                </c:pt>
                <c:pt idx="3541">
                  <c:v>908.3</c:v>
                </c:pt>
                <c:pt idx="3542">
                  <c:v>940.85</c:v>
                </c:pt>
                <c:pt idx="3543">
                  <c:v>972.3</c:v>
                </c:pt>
                <c:pt idx="3544">
                  <c:v>936.7</c:v>
                </c:pt>
                <c:pt idx="3545">
                  <c:v>945.8</c:v>
                </c:pt>
                <c:pt idx="3546">
                  <c:v>928.5</c:v>
                </c:pt>
                <c:pt idx="3547">
                  <c:v>939.4</c:v>
                </c:pt>
                <c:pt idx="3548">
                  <c:v>948.15</c:v>
                </c:pt>
                <c:pt idx="3549">
                  <c:v>971.7</c:v>
                </c:pt>
                <c:pt idx="3550">
                  <c:v>948.65</c:v>
                </c:pt>
                <c:pt idx="3551">
                  <c:v>981.45</c:v>
                </c:pt>
                <c:pt idx="3552">
                  <c:v>985.25</c:v>
                </c:pt>
                <c:pt idx="3553">
                  <c:v>979.25</c:v>
                </c:pt>
                <c:pt idx="3554">
                  <c:v>980.45</c:v>
                </c:pt>
                <c:pt idx="3555">
                  <c:v>997.5</c:v>
                </c:pt>
                <c:pt idx="3556">
                  <c:v>1000.15</c:v>
                </c:pt>
                <c:pt idx="3557">
                  <c:v>984.85</c:v>
                </c:pt>
                <c:pt idx="3558">
                  <c:v>1036.05</c:v>
                </c:pt>
                <c:pt idx="3559">
                  <c:v>1022.9</c:v>
                </c:pt>
                <c:pt idx="3560">
                  <c:v>1031.45</c:v>
                </c:pt>
                <c:pt idx="3561">
                  <c:v>1057.1500000000001</c:v>
                </c:pt>
                <c:pt idx="3562">
                  <c:v>1064.25</c:v>
                </c:pt>
                <c:pt idx="3563">
                  <c:v>1058.5</c:v>
                </c:pt>
                <c:pt idx="3564">
                  <c:v>1065</c:v>
                </c:pt>
                <c:pt idx="3565">
                  <c:v>1073.4000000000001</c:v>
                </c:pt>
                <c:pt idx="3566">
                  <c:v>1059.8</c:v>
                </c:pt>
                <c:pt idx="3567">
                  <c:v>1012.45</c:v>
                </c:pt>
                <c:pt idx="3568">
                  <c:v>1015.1</c:v>
                </c:pt>
                <c:pt idx="3569">
                  <c:v>1045</c:v>
                </c:pt>
                <c:pt idx="3570">
                  <c:v>1098.0999999999999</c:v>
                </c:pt>
                <c:pt idx="3571">
                  <c:v>1108.95</c:v>
                </c:pt>
                <c:pt idx="3572">
                  <c:v>1113.6500000000001</c:v>
                </c:pt>
                <c:pt idx="3573">
                  <c:v>1114.4000000000001</c:v>
                </c:pt>
                <c:pt idx="3574">
                  <c:v>1115.0999999999999</c:v>
                </c:pt>
                <c:pt idx="3575">
                  <c:v>1061.95</c:v>
                </c:pt>
                <c:pt idx="3576">
                  <c:v>1083.05</c:v>
                </c:pt>
                <c:pt idx="3577">
                  <c:v>1090.5999999999999</c:v>
                </c:pt>
                <c:pt idx="3578">
                  <c:v>1104.7</c:v>
                </c:pt>
                <c:pt idx="3579">
                  <c:v>1112</c:v>
                </c:pt>
                <c:pt idx="3580">
                  <c:v>1097.1500000000001</c:v>
                </c:pt>
                <c:pt idx="3581">
                  <c:v>1095.5999999999999</c:v>
                </c:pt>
                <c:pt idx="3582">
                  <c:v>1132.3499999999999</c:v>
                </c:pt>
                <c:pt idx="3583">
                  <c:v>1162.25</c:v>
                </c:pt>
                <c:pt idx="3584">
                  <c:v>1153.3</c:v>
                </c:pt>
                <c:pt idx="3585">
                  <c:v>1170.8499999999999</c:v>
                </c:pt>
                <c:pt idx="3586">
                  <c:v>1155.9000000000001</c:v>
                </c:pt>
                <c:pt idx="3587">
                  <c:v>1177.2</c:v>
                </c:pt>
                <c:pt idx="3588">
                  <c:v>1242.55</c:v>
                </c:pt>
                <c:pt idx="3589">
                  <c:v>1228</c:v>
                </c:pt>
                <c:pt idx="3590">
                  <c:v>1217.3</c:v>
                </c:pt>
                <c:pt idx="3591">
                  <c:v>1213.9000000000001</c:v>
                </c:pt>
                <c:pt idx="3592">
                  <c:v>1265.9000000000001</c:v>
                </c:pt>
                <c:pt idx="3593">
                  <c:v>1239.95</c:v>
                </c:pt>
                <c:pt idx="3594">
                  <c:v>1230.45</c:v>
                </c:pt>
                <c:pt idx="3595">
                  <c:v>1205.55</c:v>
                </c:pt>
                <c:pt idx="3596">
                  <c:v>1208.75</c:v>
                </c:pt>
                <c:pt idx="3597">
                  <c:v>1211.4000000000001</c:v>
                </c:pt>
                <c:pt idx="3598">
                  <c:v>1226.3499999999999</c:v>
                </c:pt>
                <c:pt idx="3599">
                  <c:v>1275.3</c:v>
                </c:pt>
                <c:pt idx="3600">
                  <c:v>1273.55</c:v>
                </c:pt>
                <c:pt idx="3601">
                  <c:v>1293.8</c:v>
                </c:pt>
                <c:pt idx="3602">
                  <c:v>1288.45</c:v>
                </c:pt>
                <c:pt idx="3603">
                  <c:v>1302.5999999999999</c:v>
                </c:pt>
                <c:pt idx="3604">
                  <c:v>1310.9</c:v>
                </c:pt>
                <c:pt idx="3605">
                  <c:v>1293.3</c:v>
                </c:pt>
                <c:pt idx="3606">
                  <c:v>1304.3499999999999</c:v>
                </c:pt>
                <c:pt idx="3607">
                  <c:v>1259.45</c:v>
                </c:pt>
                <c:pt idx="3608">
                  <c:v>1244.55</c:v>
                </c:pt>
                <c:pt idx="3609">
                  <c:v>1267.4000000000001</c:v>
                </c:pt>
                <c:pt idx="3610">
                  <c:v>1233.3499999999999</c:v>
                </c:pt>
                <c:pt idx="3611">
                  <c:v>1233.25</c:v>
                </c:pt>
                <c:pt idx="3612">
                  <c:v>1220.3</c:v>
                </c:pt>
                <c:pt idx="3613">
                  <c:v>1240.55</c:v>
                </c:pt>
                <c:pt idx="3614">
                  <c:v>1250.8499999999999</c:v>
                </c:pt>
                <c:pt idx="3615">
                  <c:v>1233.6500000000001</c:v>
                </c:pt>
                <c:pt idx="3616">
                  <c:v>1221.9000000000001</c:v>
                </c:pt>
                <c:pt idx="3617">
                  <c:v>1231.4000000000001</c:v>
                </c:pt>
                <c:pt idx="3618">
                  <c:v>1236.8</c:v>
                </c:pt>
                <c:pt idx="3619">
                  <c:v>1269.5</c:v>
                </c:pt>
                <c:pt idx="3620">
                  <c:v>1290.5</c:v>
                </c:pt>
                <c:pt idx="3621">
                  <c:v>1288.8499999999999</c:v>
                </c:pt>
                <c:pt idx="3622">
                  <c:v>1270.75</c:v>
                </c:pt>
                <c:pt idx="3623">
                  <c:v>1233.5</c:v>
                </c:pt>
                <c:pt idx="3624">
                  <c:v>1185.7</c:v>
                </c:pt>
                <c:pt idx="3625">
                  <c:v>1196.0999999999999</c:v>
                </c:pt>
                <c:pt idx="3626">
                  <c:v>1204.6500000000001</c:v>
                </c:pt>
                <c:pt idx="3627">
                  <c:v>1137.6500000000001</c:v>
                </c:pt>
                <c:pt idx="3628">
                  <c:v>1149.3</c:v>
                </c:pt>
                <c:pt idx="3629">
                  <c:v>1179.9000000000001</c:v>
                </c:pt>
                <c:pt idx="3630">
                  <c:v>1200.9000000000001</c:v>
                </c:pt>
                <c:pt idx="3631">
                  <c:v>1225.7</c:v>
                </c:pt>
                <c:pt idx="3632">
                  <c:v>1219.45</c:v>
                </c:pt>
                <c:pt idx="3633">
                  <c:v>1202.9000000000001</c:v>
                </c:pt>
                <c:pt idx="3634">
                  <c:v>1214.0999999999999</c:v>
                </c:pt>
                <c:pt idx="3635">
                  <c:v>1186.3</c:v>
                </c:pt>
                <c:pt idx="3636">
                  <c:v>1222.3499999999999</c:v>
                </c:pt>
                <c:pt idx="3637">
                  <c:v>1178.95</c:v>
                </c:pt>
                <c:pt idx="3638">
                  <c:v>1193.25</c:v>
                </c:pt>
                <c:pt idx="3639">
                  <c:v>1183.25</c:v>
                </c:pt>
                <c:pt idx="3640">
                  <c:v>1180.3499999999999</c:v>
                </c:pt>
                <c:pt idx="3641">
                  <c:v>1169.4000000000001</c:v>
                </c:pt>
                <c:pt idx="3642">
                  <c:v>1182.8499999999999</c:v>
                </c:pt>
                <c:pt idx="3643">
                  <c:v>1192.95</c:v>
                </c:pt>
                <c:pt idx="3644">
                  <c:v>1168.1500000000001</c:v>
                </c:pt>
                <c:pt idx="3645">
                  <c:v>1175.25</c:v>
                </c:pt>
                <c:pt idx="3646">
                  <c:v>1154.8</c:v>
                </c:pt>
                <c:pt idx="3647">
                  <c:v>1161.5</c:v>
                </c:pt>
                <c:pt idx="3648">
                  <c:v>1170.9000000000001</c:v>
                </c:pt>
                <c:pt idx="3649">
                  <c:v>1176.5</c:v>
                </c:pt>
                <c:pt idx="3650">
                  <c:v>1274</c:v>
                </c:pt>
                <c:pt idx="3651">
                  <c:v>1275.8499999999999</c:v>
                </c:pt>
                <c:pt idx="3652">
                  <c:v>1286.05</c:v>
                </c:pt>
                <c:pt idx="3653">
                  <c:v>1285.05</c:v>
                </c:pt>
                <c:pt idx="3654">
                  <c:v>1274.3499999999999</c:v>
                </c:pt>
                <c:pt idx="3655">
                  <c:v>1289.75</c:v>
                </c:pt>
                <c:pt idx="3656">
                  <c:v>1241.95</c:v>
                </c:pt>
                <c:pt idx="3657">
                  <c:v>1249.9000000000001</c:v>
                </c:pt>
                <c:pt idx="3658">
                  <c:v>1253.8</c:v>
                </c:pt>
                <c:pt idx="3659">
                  <c:v>1243.5999999999999</c:v>
                </c:pt>
                <c:pt idx="3660">
                  <c:v>1320.95</c:v>
                </c:pt>
                <c:pt idx="3661">
                  <c:v>1319.85</c:v>
                </c:pt>
                <c:pt idx="3662">
                  <c:v>1294.3</c:v>
                </c:pt>
                <c:pt idx="3663">
                  <c:v>1281.45</c:v>
                </c:pt>
                <c:pt idx="3664">
                  <c:v>1309.5</c:v>
                </c:pt>
                <c:pt idx="3665">
                  <c:v>1334.1</c:v>
                </c:pt>
                <c:pt idx="3666">
                  <c:v>1336.65</c:v>
                </c:pt>
                <c:pt idx="3667">
                  <c:v>1338.45</c:v>
                </c:pt>
                <c:pt idx="3668">
                  <c:v>1337.6</c:v>
                </c:pt>
                <c:pt idx="3669">
                  <c:v>1347.05</c:v>
                </c:pt>
                <c:pt idx="3670">
                  <c:v>1333.25</c:v>
                </c:pt>
                <c:pt idx="3671">
                  <c:v>1275.55</c:v>
                </c:pt>
                <c:pt idx="3672">
                  <c:v>1310.8</c:v>
                </c:pt>
                <c:pt idx="3673">
                  <c:v>1330.3</c:v>
                </c:pt>
                <c:pt idx="3674">
                  <c:v>1280.5999999999999</c:v>
                </c:pt>
                <c:pt idx="3675">
                  <c:v>1248.1500000000001</c:v>
                </c:pt>
                <c:pt idx="3676">
                  <c:v>1205.8499999999999</c:v>
                </c:pt>
                <c:pt idx="3677">
                  <c:v>1223.1500000000001</c:v>
                </c:pt>
                <c:pt idx="3678">
                  <c:v>1183.4000000000001</c:v>
                </c:pt>
                <c:pt idx="3679">
                  <c:v>1223.5999999999999</c:v>
                </c:pt>
                <c:pt idx="3680">
                  <c:v>1209.3</c:v>
                </c:pt>
                <c:pt idx="3681">
                  <c:v>1156.05</c:v>
                </c:pt>
                <c:pt idx="3682">
                  <c:v>1176.4000000000001</c:v>
                </c:pt>
                <c:pt idx="3683">
                  <c:v>1151.45</c:v>
                </c:pt>
                <c:pt idx="3684">
                  <c:v>1174.55</c:v>
                </c:pt>
                <c:pt idx="3685">
                  <c:v>1213.4000000000001</c:v>
                </c:pt>
                <c:pt idx="3686">
                  <c:v>1143.2</c:v>
                </c:pt>
                <c:pt idx="3687">
                  <c:v>1140.5</c:v>
                </c:pt>
                <c:pt idx="3688">
                  <c:v>1143.1500000000001</c:v>
                </c:pt>
                <c:pt idx="3689">
                  <c:v>1093.25</c:v>
                </c:pt>
                <c:pt idx="3690">
                  <c:v>1131.5999999999999</c:v>
                </c:pt>
                <c:pt idx="3691">
                  <c:v>1145.7</c:v>
                </c:pt>
                <c:pt idx="3692">
                  <c:v>1176</c:v>
                </c:pt>
                <c:pt idx="3693">
                  <c:v>1200.9000000000001</c:v>
                </c:pt>
                <c:pt idx="3694">
                  <c:v>1204.55</c:v>
                </c:pt>
                <c:pt idx="3695">
                  <c:v>1233.4000000000001</c:v>
                </c:pt>
                <c:pt idx="3696">
                  <c:v>1210.05</c:v>
                </c:pt>
                <c:pt idx="3697">
                  <c:v>1247.9000000000001</c:v>
                </c:pt>
                <c:pt idx="3698">
                  <c:v>1246.7</c:v>
                </c:pt>
                <c:pt idx="3699">
                  <c:v>1262.75</c:v>
                </c:pt>
                <c:pt idx="3700">
                  <c:v>1253.0999999999999</c:v>
                </c:pt>
                <c:pt idx="3701">
                  <c:v>1232.4000000000001</c:v>
                </c:pt>
                <c:pt idx="3702">
                  <c:v>1210.75</c:v>
                </c:pt>
                <c:pt idx="3703">
                  <c:v>1231.5999999999999</c:v>
                </c:pt>
                <c:pt idx="3704">
                  <c:v>1246.7</c:v>
                </c:pt>
                <c:pt idx="3705">
                  <c:v>1224.8499999999999</c:v>
                </c:pt>
                <c:pt idx="3706">
                  <c:v>1205.5</c:v>
                </c:pt>
                <c:pt idx="3707">
                  <c:v>1237.3499999999999</c:v>
                </c:pt>
                <c:pt idx="3708">
                  <c:v>1237.7</c:v>
                </c:pt>
                <c:pt idx="3709">
                  <c:v>1243.5</c:v>
                </c:pt>
                <c:pt idx="3710">
                  <c:v>1209.4000000000001</c:v>
                </c:pt>
                <c:pt idx="3711">
                  <c:v>1210.95</c:v>
                </c:pt>
                <c:pt idx="3712">
                  <c:v>1189.55</c:v>
                </c:pt>
                <c:pt idx="3713">
                  <c:v>1222.6500000000001</c:v>
                </c:pt>
                <c:pt idx="3714">
                  <c:v>1193.6500000000001</c:v>
                </c:pt>
                <c:pt idx="3715">
                  <c:v>1191.55</c:v>
                </c:pt>
                <c:pt idx="3716">
                  <c:v>1195.2</c:v>
                </c:pt>
                <c:pt idx="3717">
                  <c:v>1200.9000000000001</c:v>
                </c:pt>
                <c:pt idx="3718">
                  <c:v>1172.3499999999999</c:v>
                </c:pt>
                <c:pt idx="3719">
                  <c:v>1176.75</c:v>
                </c:pt>
                <c:pt idx="3720">
                  <c:v>1170.3499999999999</c:v>
                </c:pt>
                <c:pt idx="3721">
                  <c:v>1168.6500000000001</c:v>
                </c:pt>
                <c:pt idx="3722">
                  <c:v>1160.7</c:v>
                </c:pt>
                <c:pt idx="3723">
                  <c:v>1131.8499999999999</c:v>
                </c:pt>
                <c:pt idx="3724">
                  <c:v>1108.05</c:v>
                </c:pt>
                <c:pt idx="3725">
                  <c:v>1117.5999999999999</c:v>
                </c:pt>
                <c:pt idx="3726">
                  <c:v>1113.75</c:v>
                </c:pt>
                <c:pt idx="3727">
                  <c:v>1106.5999999999999</c:v>
                </c:pt>
                <c:pt idx="3728">
                  <c:v>1091.7</c:v>
                </c:pt>
                <c:pt idx="3729">
                  <c:v>1029.8499999999999</c:v>
                </c:pt>
                <c:pt idx="3730">
                  <c:v>1025.7</c:v>
                </c:pt>
                <c:pt idx="3731">
                  <c:v>1037.5999999999999</c:v>
                </c:pt>
                <c:pt idx="3732">
                  <c:v>1056.5</c:v>
                </c:pt>
                <c:pt idx="3733">
                  <c:v>1071.9000000000001</c:v>
                </c:pt>
                <c:pt idx="3734">
                  <c:v>1044.9000000000001</c:v>
                </c:pt>
                <c:pt idx="3735">
                  <c:v>1035.8499999999999</c:v>
                </c:pt>
                <c:pt idx="3736">
                  <c:v>1046.3</c:v>
                </c:pt>
                <c:pt idx="3737">
                  <c:v>1069.2</c:v>
                </c:pt>
                <c:pt idx="3738">
                  <c:v>1044.9000000000001</c:v>
                </c:pt>
                <c:pt idx="3739">
                  <c:v>1047.75</c:v>
                </c:pt>
                <c:pt idx="3740">
                  <c:v>1065.9000000000001</c:v>
                </c:pt>
                <c:pt idx="3741">
                  <c:v>1069.1500000000001</c:v>
                </c:pt>
                <c:pt idx="3742">
                  <c:v>1066.5999999999999</c:v>
                </c:pt>
                <c:pt idx="3743">
                  <c:v>1027.7</c:v>
                </c:pt>
                <c:pt idx="3744">
                  <c:v>1011.85</c:v>
                </c:pt>
                <c:pt idx="3745">
                  <c:v>1022.1</c:v>
                </c:pt>
                <c:pt idx="3746">
                  <c:v>1012.95</c:v>
                </c:pt>
                <c:pt idx="3747">
                  <c:v>1000.7</c:v>
                </c:pt>
                <c:pt idx="3748">
                  <c:v>993.45</c:v>
                </c:pt>
                <c:pt idx="3749">
                  <c:v>968.25</c:v>
                </c:pt>
                <c:pt idx="3750">
                  <c:v>970.95</c:v>
                </c:pt>
                <c:pt idx="3751">
                  <c:v>980.45</c:v>
                </c:pt>
                <c:pt idx="3752">
                  <c:v>976.65</c:v>
                </c:pt>
                <c:pt idx="3753">
                  <c:v>1005.1</c:v>
                </c:pt>
                <c:pt idx="3754">
                  <c:v>999.95</c:v>
                </c:pt>
                <c:pt idx="3755">
                  <c:v>993.25</c:v>
                </c:pt>
                <c:pt idx="3756">
                  <c:v>1015.3</c:v>
                </c:pt>
                <c:pt idx="3757">
                  <c:v>1016.5</c:v>
                </c:pt>
                <c:pt idx="3758">
                  <c:v>995.05</c:v>
                </c:pt>
                <c:pt idx="3759">
                  <c:v>997.15</c:v>
                </c:pt>
                <c:pt idx="3760">
                  <c:v>977.45</c:v>
                </c:pt>
                <c:pt idx="3761">
                  <c:v>997</c:v>
                </c:pt>
                <c:pt idx="3762">
                  <c:v>985.5</c:v>
                </c:pt>
                <c:pt idx="3763">
                  <c:v>995</c:v>
                </c:pt>
                <c:pt idx="3764">
                  <c:v>976.5</c:v>
                </c:pt>
                <c:pt idx="3765">
                  <c:v>960.85</c:v>
                </c:pt>
                <c:pt idx="3766">
                  <c:v>936.1</c:v>
                </c:pt>
                <c:pt idx="3767">
                  <c:v>938.6</c:v>
                </c:pt>
                <c:pt idx="3768">
                  <c:v>977.85</c:v>
                </c:pt>
                <c:pt idx="3769">
                  <c:v>971.85</c:v>
                </c:pt>
                <c:pt idx="3770">
                  <c:v>986</c:v>
                </c:pt>
                <c:pt idx="3771">
                  <c:v>991.2</c:v>
                </c:pt>
                <c:pt idx="3772">
                  <c:v>973.2</c:v>
                </c:pt>
                <c:pt idx="3773">
                  <c:v>1037.5999999999999</c:v>
                </c:pt>
                <c:pt idx="3774">
                  <c:v>1024.25</c:v>
                </c:pt>
                <c:pt idx="3775">
                  <c:v>997.15</c:v>
                </c:pt>
                <c:pt idx="3776">
                  <c:v>1019.75</c:v>
                </c:pt>
                <c:pt idx="3777">
                  <c:v>1000.15</c:v>
                </c:pt>
                <c:pt idx="3778">
                  <c:v>992.25</c:v>
                </c:pt>
                <c:pt idx="3779">
                  <c:v>1009.65</c:v>
                </c:pt>
                <c:pt idx="3780">
                  <c:v>1010.85</c:v>
                </c:pt>
                <c:pt idx="3781">
                  <c:v>1006.85</c:v>
                </c:pt>
                <c:pt idx="3782">
                  <c:v>1001.65</c:v>
                </c:pt>
                <c:pt idx="3783">
                  <c:v>991.95</c:v>
                </c:pt>
                <c:pt idx="3784">
                  <c:v>991.6</c:v>
                </c:pt>
                <c:pt idx="3785">
                  <c:v>959.7</c:v>
                </c:pt>
                <c:pt idx="3786">
                  <c:v>944.55</c:v>
                </c:pt>
                <c:pt idx="3787">
                  <c:v>930.65</c:v>
                </c:pt>
                <c:pt idx="3788">
                  <c:v>952.15</c:v>
                </c:pt>
                <c:pt idx="3789">
                  <c:v>942.9</c:v>
                </c:pt>
                <c:pt idx="3790">
                  <c:v>918.9</c:v>
                </c:pt>
                <c:pt idx="3791">
                  <c:v>937.5</c:v>
                </c:pt>
                <c:pt idx="3792">
                  <c:v>939.4</c:v>
                </c:pt>
                <c:pt idx="3793">
                  <c:v>949.8</c:v>
                </c:pt>
                <c:pt idx="3794">
                  <c:v>920.95</c:v>
                </c:pt>
                <c:pt idx="3795">
                  <c:v>918.2</c:v>
                </c:pt>
                <c:pt idx="3796">
                  <c:v>902.55</c:v>
                </c:pt>
                <c:pt idx="3797">
                  <c:v>909.85</c:v>
                </c:pt>
                <c:pt idx="3798">
                  <c:v>884.85</c:v>
                </c:pt>
                <c:pt idx="3799">
                  <c:v>911.9</c:v>
                </c:pt>
                <c:pt idx="3800">
                  <c:v>912</c:v>
                </c:pt>
                <c:pt idx="3801">
                  <c:v>906.55</c:v>
                </c:pt>
                <c:pt idx="3802">
                  <c:v>909.65</c:v>
                </c:pt>
                <c:pt idx="3803">
                  <c:v>900.8</c:v>
                </c:pt>
                <c:pt idx="3804">
                  <c:v>937.6</c:v>
                </c:pt>
                <c:pt idx="3805">
                  <c:v>932</c:v>
                </c:pt>
                <c:pt idx="3806">
                  <c:v>952.7</c:v>
                </c:pt>
                <c:pt idx="3807">
                  <c:v>951.9</c:v>
                </c:pt>
                <c:pt idx="3808">
                  <c:v>942.3</c:v>
                </c:pt>
                <c:pt idx="3809">
                  <c:v>928.75</c:v>
                </c:pt>
                <c:pt idx="3810">
                  <c:v>941.6</c:v>
                </c:pt>
                <c:pt idx="3811">
                  <c:v>956.25</c:v>
                </c:pt>
                <c:pt idx="3812">
                  <c:v>962.7</c:v>
                </c:pt>
                <c:pt idx="3813">
                  <c:v>950.45</c:v>
                </c:pt>
                <c:pt idx="3814">
                  <c:v>960.45</c:v>
                </c:pt>
                <c:pt idx="3815">
                  <c:v>985.55</c:v>
                </c:pt>
                <c:pt idx="3816">
                  <c:v>956.6</c:v>
                </c:pt>
                <c:pt idx="3817">
                  <c:v>937.7</c:v>
                </c:pt>
                <c:pt idx="3818">
                  <c:v>945.2</c:v>
                </c:pt>
                <c:pt idx="3819">
                  <c:v>957.15</c:v>
                </c:pt>
                <c:pt idx="3820">
                  <c:v>932.2</c:v>
                </c:pt>
                <c:pt idx="3821">
                  <c:v>937.95</c:v>
                </c:pt>
                <c:pt idx="3822">
                  <c:v>973.2</c:v>
                </c:pt>
                <c:pt idx="3823">
                  <c:v>930.5</c:v>
                </c:pt>
                <c:pt idx="3824">
                  <c:v>885.85</c:v>
                </c:pt>
                <c:pt idx="3825">
                  <c:v>890.25</c:v>
                </c:pt>
                <c:pt idx="3826">
                  <c:v>903.2</c:v>
                </c:pt>
                <c:pt idx="3827">
                  <c:v>880.25</c:v>
                </c:pt>
                <c:pt idx="3828">
                  <c:v>886.9</c:v>
                </c:pt>
                <c:pt idx="3829">
                  <c:v>906.15</c:v>
                </c:pt>
                <c:pt idx="3830">
                  <c:v>876.3</c:v>
                </c:pt>
                <c:pt idx="3831">
                  <c:v>911.85</c:v>
                </c:pt>
                <c:pt idx="3832">
                  <c:v>922.6</c:v>
                </c:pt>
                <c:pt idx="3833">
                  <c:v>921.85</c:v>
                </c:pt>
                <c:pt idx="3834">
                  <c:v>923.75</c:v>
                </c:pt>
                <c:pt idx="3835">
                  <c:v>922.15</c:v>
                </c:pt>
                <c:pt idx="3836">
                  <c:v>907.2</c:v>
                </c:pt>
                <c:pt idx="3837">
                  <c:v>917.2</c:v>
                </c:pt>
                <c:pt idx="3838">
                  <c:v>919.95</c:v>
                </c:pt>
                <c:pt idx="3839">
                  <c:v>916.1</c:v>
                </c:pt>
                <c:pt idx="3840">
                  <c:v>916.3</c:v>
                </c:pt>
                <c:pt idx="3841">
                  <c:v>909.25</c:v>
                </c:pt>
                <c:pt idx="3842">
                  <c:v>878.3</c:v>
                </c:pt>
                <c:pt idx="3843">
                  <c:v>879.6</c:v>
                </c:pt>
                <c:pt idx="3844">
                  <c:v>876.35</c:v>
                </c:pt>
                <c:pt idx="3845">
                  <c:v>876.5</c:v>
                </c:pt>
                <c:pt idx="3846">
                  <c:v>869.8</c:v>
                </c:pt>
                <c:pt idx="3847">
                  <c:v>876.95</c:v>
                </c:pt>
                <c:pt idx="3848">
                  <c:v>892.65</c:v>
                </c:pt>
                <c:pt idx="3849">
                  <c:v>873.15</c:v>
                </c:pt>
                <c:pt idx="3850">
                  <c:v>843.2</c:v>
                </c:pt>
                <c:pt idx="3851">
                  <c:v>842.35</c:v>
                </c:pt>
                <c:pt idx="3852">
                  <c:v>839.95</c:v>
                </c:pt>
                <c:pt idx="3853">
                  <c:v>867.55</c:v>
                </c:pt>
                <c:pt idx="3854">
                  <c:v>884.2</c:v>
                </c:pt>
                <c:pt idx="3855">
                  <c:v>905.7</c:v>
                </c:pt>
                <c:pt idx="3856">
                  <c:v>905.1</c:v>
                </c:pt>
                <c:pt idx="3857">
                  <c:v>908.05</c:v>
                </c:pt>
                <c:pt idx="3858">
                  <c:v>893.15</c:v>
                </c:pt>
                <c:pt idx="3859">
                  <c:v>907.55</c:v>
                </c:pt>
                <c:pt idx="3860">
                  <c:v>892.45</c:v>
                </c:pt>
                <c:pt idx="3861">
                  <c:v>871.45</c:v>
                </c:pt>
                <c:pt idx="3862">
                  <c:v>872.25</c:v>
                </c:pt>
                <c:pt idx="3863">
                  <c:v>891.5</c:v>
                </c:pt>
                <c:pt idx="3864">
                  <c:v>886.15</c:v>
                </c:pt>
                <c:pt idx="3865">
                  <c:v>868.95</c:v>
                </c:pt>
                <c:pt idx="3866">
                  <c:v>881.25</c:v>
                </c:pt>
                <c:pt idx="3867">
                  <c:v>876.5</c:v>
                </c:pt>
                <c:pt idx="3868">
                  <c:v>848.8</c:v>
                </c:pt>
                <c:pt idx="3869">
                  <c:v>839</c:v>
                </c:pt>
                <c:pt idx="3870">
                  <c:v>829.9</c:v>
                </c:pt>
                <c:pt idx="3871">
                  <c:v>834.8</c:v>
                </c:pt>
                <c:pt idx="3872">
                  <c:v>831.05</c:v>
                </c:pt>
                <c:pt idx="3873">
                  <c:v>824.6</c:v>
                </c:pt>
                <c:pt idx="3874">
                  <c:v>868.4</c:v>
                </c:pt>
                <c:pt idx="3875">
                  <c:v>858.3</c:v>
                </c:pt>
                <c:pt idx="3876">
                  <c:v>852.1</c:v>
                </c:pt>
                <c:pt idx="3877">
                  <c:v>836.05</c:v>
                </c:pt>
                <c:pt idx="3878">
                  <c:v>859.05</c:v>
                </c:pt>
                <c:pt idx="3879">
                  <c:v>859.5</c:v>
                </c:pt>
                <c:pt idx="3880">
                  <c:v>845.45</c:v>
                </c:pt>
                <c:pt idx="3881">
                  <c:v>813.95</c:v>
                </c:pt>
                <c:pt idx="3882">
                  <c:v>809.75</c:v>
                </c:pt>
                <c:pt idx="3883">
                  <c:v>813.05</c:v>
                </c:pt>
                <c:pt idx="3884">
                  <c:v>850.15</c:v>
                </c:pt>
                <c:pt idx="3885">
                  <c:v>831.45</c:v>
                </c:pt>
                <c:pt idx="3886">
                  <c:v>834.05</c:v>
                </c:pt>
                <c:pt idx="3887">
                  <c:v>879.75</c:v>
                </c:pt>
                <c:pt idx="3888">
                  <c:v>886.25</c:v>
                </c:pt>
                <c:pt idx="3889">
                  <c:v>902.3</c:v>
                </c:pt>
                <c:pt idx="3890">
                  <c:v>922.45</c:v>
                </c:pt>
                <c:pt idx="3891">
                  <c:v>916.1</c:v>
                </c:pt>
                <c:pt idx="3892">
                  <c:v>896.3</c:v>
                </c:pt>
                <c:pt idx="3893">
                  <c:v>877.55</c:v>
                </c:pt>
                <c:pt idx="3894">
                  <c:v>857.3</c:v>
                </c:pt>
                <c:pt idx="3895">
                  <c:v>900.6</c:v>
                </c:pt>
                <c:pt idx="3896">
                  <c:v>966.8</c:v>
                </c:pt>
                <c:pt idx="3897">
                  <c:v>987.1</c:v>
                </c:pt>
                <c:pt idx="3898">
                  <c:v>974.8</c:v>
                </c:pt>
                <c:pt idx="3899">
                  <c:v>961.55</c:v>
                </c:pt>
                <c:pt idx="3900">
                  <c:v>947.15</c:v>
                </c:pt>
                <c:pt idx="3901">
                  <c:v>866.8</c:v>
                </c:pt>
                <c:pt idx="3902">
                  <c:v>888.2</c:v>
                </c:pt>
                <c:pt idx="3903">
                  <c:v>891.35</c:v>
                </c:pt>
                <c:pt idx="3904">
                  <c:v>932.1</c:v>
                </c:pt>
                <c:pt idx="3905">
                  <c:v>925.9</c:v>
                </c:pt>
                <c:pt idx="3906">
                  <c:v>920.05</c:v>
                </c:pt>
                <c:pt idx="3907">
                  <c:v>902.05</c:v>
                </c:pt>
                <c:pt idx="3908">
                  <c:v>891.05</c:v>
                </c:pt>
                <c:pt idx="3909">
                  <c:v>930</c:v>
                </c:pt>
                <c:pt idx="3910">
                  <c:v>903.45</c:v>
                </c:pt>
                <c:pt idx="3911">
                  <c:v>890.8</c:v>
                </c:pt>
                <c:pt idx="3912">
                  <c:v>942.65</c:v>
                </c:pt>
                <c:pt idx="3913">
                  <c:v>981.55</c:v>
                </c:pt>
                <c:pt idx="3914">
                  <c:v>975.65</c:v>
                </c:pt>
                <c:pt idx="3915">
                  <c:v>963.6</c:v>
                </c:pt>
                <c:pt idx="3916">
                  <c:v>993.25</c:v>
                </c:pt>
                <c:pt idx="3917">
                  <c:v>947.45</c:v>
                </c:pt>
                <c:pt idx="3918">
                  <c:v>950.45</c:v>
                </c:pt>
                <c:pt idx="3919">
                  <c:v>944.3</c:v>
                </c:pt>
                <c:pt idx="3920">
                  <c:v>926.15</c:v>
                </c:pt>
                <c:pt idx="3921">
                  <c:v>911.75</c:v>
                </c:pt>
                <c:pt idx="3922">
                  <c:v>874.35</c:v>
                </c:pt>
                <c:pt idx="3923">
                  <c:v>880.3</c:v>
                </c:pt>
                <c:pt idx="3924">
                  <c:v>864.95</c:v>
                </c:pt>
                <c:pt idx="3925">
                  <c:v>840.15</c:v>
                </c:pt>
                <c:pt idx="3926">
                  <c:v>889.25</c:v>
                </c:pt>
                <c:pt idx="3927">
                  <c:v>876.4</c:v>
                </c:pt>
                <c:pt idx="3928">
                  <c:v>908.2</c:v>
                </c:pt>
                <c:pt idx="3929">
                  <c:v>900.35</c:v>
                </c:pt>
                <c:pt idx="3930">
                  <c:v>915.05</c:v>
                </c:pt>
                <c:pt idx="3931">
                  <c:v>913.5</c:v>
                </c:pt>
                <c:pt idx="3932">
                  <c:v>909.35</c:v>
                </c:pt>
                <c:pt idx="3933">
                  <c:v>902.6</c:v>
                </c:pt>
                <c:pt idx="3934">
                  <c:v>917.55</c:v>
                </c:pt>
                <c:pt idx="3935">
                  <c:v>905.35</c:v>
                </c:pt>
                <c:pt idx="3936">
                  <c:v>912.7</c:v>
                </c:pt>
                <c:pt idx="3937">
                  <c:v>899.55</c:v>
                </c:pt>
                <c:pt idx="3938">
                  <c:v>890.65</c:v>
                </c:pt>
                <c:pt idx="3939">
                  <c:v>893.55</c:v>
                </c:pt>
                <c:pt idx="3940">
                  <c:v>906.15</c:v>
                </c:pt>
                <c:pt idx="3941">
                  <c:v>915.55</c:v>
                </c:pt>
                <c:pt idx="3942">
                  <c:v>908.8</c:v>
                </c:pt>
                <c:pt idx="3943">
                  <c:v>911.2</c:v>
                </c:pt>
                <c:pt idx="3944">
                  <c:v>911.7</c:v>
                </c:pt>
                <c:pt idx="3945">
                  <c:v>921.5</c:v>
                </c:pt>
                <c:pt idx="3946">
                  <c:v>910.35</c:v>
                </c:pt>
                <c:pt idx="3947">
                  <c:v>895.95</c:v>
                </c:pt>
                <c:pt idx="3948">
                  <c:v>893.6</c:v>
                </c:pt>
                <c:pt idx="3949">
                  <c:v>892.15</c:v>
                </c:pt>
                <c:pt idx="3950">
                  <c:v>871.75</c:v>
                </c:pt>
                <c:pt idx="3951">
                  <c:v>873.5</c:v>
                </c:pt>
                <c:pt idx="3952">
                  <c:v>886.15</c:v>
                </c:pt>
                <c:pt idx="3953">
                  <c:v>872.65</c:v>
                </c:pt>
                <c:pt idx="3954">
                  <c:v>878.9</c:v>
                </c:pt>
                <c:pt idx="3955">
                  <c:v>910.55</c:v>
                </c:pt>
                <c:pt idx="3956">
                  <c:v>906.4</c:v>
                </c:pt>
                <c:pt idx="3957">
                  <c:v>894.55</c:v>
                </c:pt>
                <c:pt idx="3958">
                  <c:v>885.65</c:v>
                </c:pt>
                <c:pt idx="3959">
                  <c:v>905.05</c:v>
                </c:pt>
                <c:pt idx="3960">
                  <c:v>895.1</c:v>
                </c:pt>
                <c:pt idx="3961">
                  <c:v>889.9</c:v>
                </c:pt>
                <c:pt idx="3962">
                  <c:v>886.65</c:v>
                </c:pt>
                <c:pt idx="3963">
                  <c:v>892.8</c:v>
                </c:pt>
                <c:pt idx="3964">
                  <c:v>872.05</c:v>
                </c:pt>
                <c:pt idx="3965">
                  <c:v>902.2</c:v>
                </c:pt>
                <c:pt idx="3966">
                  <c:v>943.75</c:v>
                </c:pt>
                <c:pt idx="3967">
                  <c:v>981.25</c:v>
                </c:pt>
                <c:pt idx="3968">
                  <c:v>976.8</c:v>
                </c:pt>
                <c:pt idx="3969">
                  <c:v>970.7</c:v>
                </c:pt>
                <c:pt idx="3970">
                  <c:v>973.1</c:v>
                </c:pt>
                <c:pt idx="3971">
                  <c:v>960.75</c:v>
                </c:pt>
                <c:pt idx="3972">
                  <c:v>941.85</c:v>
                </c:pt>
                <c:pt idx="3973">
                  <c:v>960.6</c:v>
                </c:pt>
                <c:pt idx="3974">
                  <c:v>967.9</c:v>
                </c:pt>
                <c:pt idx="3975">
                  <c:v>1020.5</c:v>
                </c:pt>
                <c:pt idx="3976">
                  <c:v>1013.25</c:v>
                </c:pt>
                <c:pt idx="3977">
                  <c:v>1008.9</c:v>
                </c:pt>
                <c:pt idx="3978">
                  <c:v>1047.8</c:v>
                </c:pt>
                <c:pt idx="3979">
                  <c:v>1027</c:v>
                </c:pt>
                <c:pt idx="3980">
                  <c:v>1046.3499999999999</c:v>
                </c:pt>
                <c:pt idx="3981">
                  <c:v>1037.8</c:v>
                </c:pt>
                <c:pt idx="3982">
                  <c:v>1051.5</c:v>
                </c:pt>
                <c:pt idx="3983">
                  <c:v>1065.3</c:v>
                </c:pt>
                <c:pt idx="3984">
                  <c:v>1029.1500000000001</c:v>
                </c:pt>
                <c:pt idx="3985">
                  <c:v>1035.5999999999999</c:v>
                </c:pt>
                <c:pt idx="3986">
                  <c:v>1027.5</c:v>
                </c:pt>
                <c:pt idx="3987">
                  <c:v>1032.2</c:v>
                </c:pt>
                <c:pt idx="3988">
                  <c:v>1027</c:v>
                </c:pt>
                <c:pt idx="3989">
                  <c:v>1044.7</c:v>
                </c:pt>
                <c:pt idx="3990">
                  <c:v>1083.0999999999999</c:v>
                </c:pt>
                <c:pt idx="3991">
                  <c:v>1058.2</c:v>
                </c:pt>
                <c:pt idx="3992">
                  <c:v>1026.3499999999999</c:v>
                </c:pt>
                <c:pt idx="3993">
                  <c:v>1041.1500000000001</c:v>
                </c:pt>
                <c:pt idx="3994">
                  <c:v>1019.65</c:v>
                </c:pt>
                <c:pt idx="3995">
                  <c:v>1012.8</c:v>
                </c:pt>
                <c:pt idx="3996">
                  <c:v>1003.7</c:v>
                </c:pt>
                <c:pt idx="3997">
                  <c:v>1003.45</c:v>
                </c:pt>
                <c:pt idx="3998">
                  <c:v>972.45</c:v>
                </c:pt>
                <c:pt idx="3999">
                  <c:v>990.95</c:v>
                </c:pt>
                <c:pt idx="4000">
                  <c:v>998.55</c:v>
                </c:pt>
                <c:pt idx="4001">
                  <c:v>1023.85</c:v>
                </c:pt>
                <c:pt idx="4002">
                  <c:v>1025.3499999999999</c:v>
                </c:pt>
                <c:pt idx="4003">
                  <c:v>1068</c:v>
                </c:pt>
                <c:pt idx="4004">
                  <c:v>1107.25</c:v>
                </c:pt>
                <c:pt idx="4005">
                  <c:v>1121.25</c:v>
                </c:pt>
                <c:pt idx="4006">
                  <c:v>1092.2</c:v>
                </c:pt>
                <c:pt idx="4007">
                  <c:v>1057.05</c:v>
                </c:pt>
                <c:pt idx="4008">
                  <c:v>1050.55</c:v>
                </c:pt>
                <c:pt idx="4009">
                  <c:v>1003.3</c:v>
                </c:pt>
                <c:pt idx="4010">
                  <c:v>973.4</c:v>
                </c:pt>
                <c:pt idx="4011">
                  <c:v>1010.7</c:v>
                </c:pt>
                <c:pt idx="4012">
                  <c:v>1037.05</c:v>
                </c:pt>
                <c:pt idx="4013">
                  <c:v>1050.0999999999999</c:v>
                </c:pt>
                <c:pt idx="4014">
                  <c:v>1000</c:v>
                </c:pt>
                <c:pt idx="4015">
                  <c:v>1022.55</c:v>
                </c:pt>
                <c:pt idx="4016">
                  <c:v>1001.6</c:v>
                </c:pt>
                <c:pt idx="4017">
                  <c:v>1005.5</c:v>
                </c:pt>
                <c:pt idx="4018">
                  <c:v>1041.4000000000001</c:v>
                </c:pt>
                <c:pt idx="4019">
                  <c:v>1033.7</c:v>
                </c:pt>
                <c:pt idx="4020">
                  <c:v>1047.5</c:v>
                </c:pt>
                <c:pt idx="4021">
                  <c:v>1056.8</c:v>
                </c:pt>
                <c:pt idx="4022">
                  <c:v>1083.5</c:v>
                </c:pt>
                <c:pt idx="4023">
                  <c:v>1102.7</c:v>
                </c:pt>
                <c:pt idx="4024">
                  <c:v>1124</c:v>
                </c:pt>
                <c:pt idx="4025">
                  <c:v>1109.5</c:v>
                </c:pt>
                <c:pt idx="4026">
                  <c:v>1125.6500000000001</c:v>
                </c:pt>
                <c:pt idx="4027">
                  <c:v>1099.0999999999999</c:v>
                </c:pt>
                <c:pt idx="4028">
                  <c:v>1126.45</c:v>
                </c:pt>
                <c:pt idx="4029">
                  <c:v>1143.45</c:v>
                </c:pt>
                <c:pt idx="4030">
                  <c:v>1133.25</c:v>
                </c:pt>
                <c:pt idx="4031">
                  <c:v>1159.8</c:v>
                </c:pt>
                <c:pt idx="4032">
                  <c:v>1185.45</c:v>
                </c:pt>
                <c:pt idx="4033">
                  <c:v>1186.25</c:v>
                </c:pt>
                <c:pt idx="4034">
                  <c:v>1180.05</c:v>
                </c:pt>
                <c:pt idx="4035">
                  <c:v>1185.9000000000001</c:v>
                </c:pt>
                <c:pt idx="4036">
                  <c:v>1183.55</c:v>
                </c:pt>
                <c:pt idx="4037">
                  <c:v>1180.9000000000001</c:v>
                </c:pt>
                <c:pt idx="4038">
                  <c:v>1195</c:v>
                </c:pt>
                <c:pt idx="4039">
                  <c:v>1200.0999999999999</c:v>
                </c:pt>
                <c:pt idx="4040">
                  <c:v>1202.4000000000001</c:v>
                </c:pt>
                <c:pt idx="4041">
                  <c:v>1212.9000000000001</c:v>
                </c:pt>
                <c:pt idx="4042">
                  <c:v>1215.95</c:v>
                </c:pt>
                <c:pt idx="4043">
                  <c:v>1230.1500000000001</c:v>
                </c:pt>
                <c:pt idx="4044">
                  <c:v>1248.7</c:v>
                </c:pt>
                <c:pt idx="4045">
                  <c:v>1226.9000000000001</c:v>
                </c:pt>
                <c:pt idx="4046">
                  <c:v>1232.8499999999999</c:v>
                </c:pt>
                <c:pt idx="4047">
                  <c:v>1271.7</c:v>
                </c:pt>
                <c:pt idx="4048">
                  <c:v>1283.25</c:v>
                </c:pt>
                <c:pt idx="4049">
                  <c:v>1262.6500000000001</c:v>
                </c:pt>
                <c:pt idx="4050">
                  <c:v>1259.75</c:v>
                </c:pt>
                <c:pt idx="4051">
                  <c:v>1259.45</c:v>
                </c:pt>
                <c:pt idx="4052">
                  <c:v>1292.7</c:v>
                </c:pt>
                <c:pt idx="4053">
                  <c:v>1277.3</c:v>
                </c:pt>
                <c:pt idx="4054">
                  <c:v>1273.4000000000001</c:v>
                </c:pt>
                <c:pt idx="4055">
                  <c:v>1299.75</c:v>
                </c:pt>
                <c:pt idx="4056">
                  <c:v>1297.7</c:v>
                </c:pt>
                <c:pt idx="4057">
                  <c:v>1313.55</c:v>
                </c:pt>
                <c:pt idx="4058">
                  <c:v>1334.25</c:v>
                </c:pt>
                <c:pt idx="4059">
                  <c:v>1361.6</c:v>
                </c:pt>
                <c:pt idx="4060">
                  <c:v>1349.6</c:v>
                </c:pt>
                <c:pt idx="4061">
                  <c:v>1343.3</c:v>
                </c:pt>
                <c:pt idx="4062">
                  <c:v>1345.2</c:v>
                </c:pt>
                <c:pt idx="4063">
                  <c:v>1367.95</c:v>
                </c:pt>
                <c:pt idx="4064">
                  <c:v>1362.6</c:v>
                </c:pt>
                <c:pt idx="4065">
                  <c:v>1368.45</c:v>
                </c:pt>
                <c:pt idx="4066">
                  <c:v>1373.2</c:v>
                </c:pt>
                <c:pt idx="4067">
                  <c:v>1364.8</c:v>
                </c:pt>
                <c:pt idx="4068">
                  <c:v>1356.8</c:v>
                </c:pt>
                <c:pt idx="4069">
                  <c:v>1321.7</c:v>
                </c:pt>
                <c:pt idx="4070">
                  <c:v>1319.9</c:v>
                </c:pt>
                <c:pt idx="4071">
                  <c:v>1320.1</c:v>
                </c:pt>
                <c:pt idx="4072">
                  <c:v>1326.15</c:v>
                </c:pt>
                <c:pt idx="4073">
                  <c:v>1287.8</c:v>
                </c:pt>
                <c:pt idx="4074">
                  <c:v>1291.3499999999999</c:v>
                </c:pt>
                <c:pt idx="4075">
                  <c:v>1282.7</c:v>
                </c:pt>
                <c:pt idx="4076">
                  <c:v>1268.7</c:v>
                </c:pt>
                <c:pt idx="4077">
                  <c:v>1295.5999999999999</c:v>
                </c:pt>
                <c:pt idx="4078">
                  <c:v>1290</c:v>
                </c:pt>
                <c:pt idx="4079">
                  <c:v>1309.3</c:v>
                </c:pt>
                <c:pt idx="4080">
                  <c:v>1320.2</c:v>
                </c:pt>
                <c:pt idx="4081">
                  <c:v>1305</c:v>
                </c:pt>
                <c:pt idx="4082">
                  <c:v>1318.55</c:v>
                </c:pt>
                <c:pt idx="4083">
                  <c:v>1320.15</c:v>
                </c:pt>
                <c:pt idx="4084">
                  <c:v>1300.3499999999999</c:v>
                </c:pt>
                <c:pt idx="4085">
                  <c:v>1318.95</c:v>
                </c:pt>
                <c:pt idx="4086">
                  <c:v>1375.65</c:v>
                </c:pt>
                <c:pt idx="4087">
                  <c:v>1371.95</c:v>
                </c:pt>
                <c:pt idx="4088">
                  <c:v>1389.15</c:v>
                </c:pt>
                <c:pt idx="4089">
                  <c:v>1374.8</c:v>
                </c:pt>
                <c:pt idx="4090">
                  <c:v>1379.3</c:v>
                </c:pt>
                <c:pt idx="4091">
                  <c:v>1370.25</c:v>
                </c:pt>
                <c:pt idx="4092">
                  <c:v>1369.45</c:v>
                </c:pt>
                <c:pt idx="4093">
                  <c:v>1377.15</c:v>
                </c:pt>
                <c:pt idx="4094">
                  <c:v>1395.1</c:v>
                </c:pt>
                <c:pt idx="4095">
                  <c:v>1416.45</c:v>
                </c:pt>
                <c:pt idx="4096">
                  <c:v>1418.7</c:v>
                </c:pt>
                <c:pt idx="4097">
                  <c:v>1400.25</c:v>
                </c:pt>
                <c:pt idx="4098">
                  <c:v>1406.15</c:v>
                </c:pt>
                <c:pt idx="4099">
                  <c:v>1400.15</c:v>
                </c:pt>
                <c:pt idx="4100">
                  <c:v>1407.25</c:v>
                </c:pt>
                <c:pt idx="4101">
                  <c:v>1395.05</c:v>
                </c:pt>
                <c:pt idx="4102">
                  <c:v>1402.25</c:v>
                </c:pt>
                <c:pt idx="4103">
                  <c:v>1400.7</c:v>
                </c:pt>
                <c:pt idx="4104">
                  <c:v>1391.3</c:v>
                </c:pt>
                <c:pt idx="4105">
                  <c:v>1401.35</c:v>
                </c:pt>
                <c:pt idx="4106">
                  <c:v>1383.2</c:v>
                </c:pt>
                <c:pt idx="4107">
                  <c:v>1386</c:v>
                </c:pt>
                <c:pt idx="4108">
                  <c:v>1426.5</c:v>
                </c:pt>
                <c:pt idx="4109">
                  <c:v>1444.6</c:v>
                </c:pt>
                <c:pt idx="4110">
                  <c:v>1464.35</c:v>
                </c:pt>
                <c:pt idx="4111">
                  <c:v>1463.3</c:v>
                </c:pt>
                <c:pt idx="4112">
                  <c:v>1473.6</c:v>
                </c:pt>
                <c:pt idx="4113">
                  <c:v>1481.25</c:v>
                </c:pt>
                <c:pt idx="4114">
                  <c:v>1463.25</c:v>
                </c:pt>
                <c:pt idx="4115">
                  <c:v>1476.95</c:v>
                </c:pt>
                <c:pt idx="4116">
                  <c:v>1508.75</c:v>
                </c:pt>
                <c:pt idx="4117">
                  <c:v>1541.3</c:v>
                </c:pt>
                <c:pt idx="4118">
                  <c:v>1556.95</c:v>
                </c:pt>
                <c:pt idx="4119">
                  <c:v>1575.15</c:v>
                </c:pt>
                <c:pt idx="4120">
                  <c:v>1636.05</c:v>
                </c:pt>
                <c:pt idx="4121">
                  <c:v>1606.05</c:v>
                </c:pt>
                <c:pt idx="4122">
                  <c:v>1628.2</c:v>
                </c:pt>
                <c:pt idx="4123">
                  <c:v>1619.5</c:v>
                </c:pt>
                <c:pt idx="4124">
                  <c:v>1612.25</c:v>
                </c:pt>
                <c:pt idx="4125">
                  <c:v>1613</c:v>
                </c:pt>
                <c:pt idx="4126">
                  <c:v>1628.45</c:v>
                </c:pt>
                <c:pt idx="4127">
                  <c:v>1659.35</c:v>
                </c:pt>
                <c:pt idx="4128">
                  <c:v>1739.3</c:v>
                </c:pt>
                <c:pt idx="4129">
                  <c:v>1684.35</c:v>
                </c:pt>
                <c:pt idx="4130">
                  <c:v>1675.2</c:v>
                </c:pt>
                <c:pt idx="4131">
                  <c:v>1689.65</c:v>
                </c:pt>
                <c:pt idx="4132">
                  <c:v>1674.9</c:v>
                </c:pt>
                <c:pt idx="4133">
                  <c:v>1686</c:v>
                </c:pt>
                <c:pt idx="4134">
                  <c:v>1709.9</c:v>
                </c:pt>
                <c:pt idx="4135">
                  <c:v>1737.7</c:v>
                </c:pt>
                <c:pt idx="4136">
                  <c:v>1728.1</c:v>
                </c:pt>
                <c:pt idx="4137">
                  <c:v>1710.1</c:v>
                </c:pt>
                <c:pt idx="4138">
                  <c:v>1709.35</c:v>
                </c:pt>
                <c:pt idx="4139">
                  <c:v>1710.65</c:v>
                </c:pt>
                <c:pt idx="4140">
                  <c:v>1728.05</c:v>
                </c:pt>
                <c:pt idx="4141">
                  <c:v>1748</c:v>
                </c:pt>
                <c:pt idx="4142">
                  <c:v>1773.45</c:v>
                </c:pt>
                <c:pt idx="4143">
                  <c:v>1783.8</c:v>
                </c:pt>
                <c:pt idx="4144">
                  <c:v>1788.1</c:v>
                </c:pt>
                <c:pt idx="4145">
                  <c:v>1767.85</c:v>
                </c:pt>
                <c:pt idx="4146">
                  <c:v>1758.45</c:v>
                </c:pt>
                <c:pt idx="4147">
                  <c:v>1759.65</c:v>
                </c:pt>
                <c:pt idx="4148">
                  <c:v>1745.4</c:v>
                </c:pt>
                <c:pt idx="4149">
                  <c:v>1756.05</c:v>
                </c:pt>
                <c:pt idx="4150">
                  <c:v>1773.15</c:v>
                </c:pt>
                <c:pt idx="4151">
                  <c:v>1781.15</c:v>
                </c:pt>
                <c:pt idx="4152">
                  <c:v>1753.1</c:v>
                </c:pt>
                <c:pt idx="4153">
                  <c:v>1772.75</c:v>
                </c:pt>
                <c:pt idx="4154">
                  <c:v>1777.4</c:v>
                </c:pt>
                <c:pt idx="4155">
                  <c:v>1862.55</c:v>
                </c:pt>
                <c:pt idx="4156">
                  <c:v>1851.55</c:v>
                </c:pt>
                <c:pt idx="4157">
                  <c:v>1848.8</c:v>
                </c:pt>
                <c:pt idx="4158">
                  <c:v>1823.8</c:v>
                </c:pt>
                <c:pt idx="4159">
                  <c:v>1745.05</c:v>
                </c:pt>
                <c:pt idx="4160">
                  <c:v>1750.35</c:v>
                </c:pt>
                <c:pt idx="4161">
                  <c:v>1753.75</c:v>
                </c:pt>
                <c:pt idx="4162">
                  <c:v>1725.55</c:v>
                </c:pt>
                <c:pt idx="4163">
                  <c:v>1769.9</c:v>
                </c:pt>
                <c:pt idx="4164">
                  <c:v>1761.85</c:v>
                </c:pt>
                <c:pt idx="4165">
                  <c:v>1753.25</c:v>
                </c:pt>
                <c:pt idx="4166">
                  <c:v>1762.7</c:v>
                </c:pt>
                <c:pt idx="4167">
                  <c:v>1756.3</c:v>
                </c:pt>
                <c:pt idx="4168">
                  <c:v>1757.05</c:v>
                </c:pt>
                <c:pt idx="4169">
                  <c:v>1760.35</c:v>
                </c:pt>
                <c:pt idx="4170">
                  <c:v>1775.75</c:v>
                </c:pt>
                <c:pt idx="4171">
                  <c:v>1678.35</c:v>
                </c:pt>
                <c:pt idx="4172">
                  <c:v>1729.35</c:v>
                </c:pt>
                <c:pt idx="4173">
                  <c:v>1767.4</c:v>
                </c:pt>
                <c:pt idx="4174">
                  <c:v>1783.6</c:v>
                </c:pt>
                <c:pt idx="4175">
                  <c:v>1787.7</c:v>
                </c:pt>
                <c:pt idx="4176">
                  <c:v>1762.55</c:v>
                </c:pt>
                <c:pt idx="4177">
                  <c:v>1772.1</c:v>
                </c:pt>
                <c:pt idx="4178">
                  <c:v>1814.75</c:v>
                </c:pt>
                <c:pt idx="4179">
                  <c:v>1772.3</c:v>
                </c:pt>
                <c:pt idx="4180">
                  <c:v>1742.5</c:v>
                </c:pt>
                <c:pt idx="4181">
                  <c:v>1719.75</c:v>
                </c:pt>
                <c:pt idx="4182">
                  <c:v>1782.6</c:v>
                </c:pt>
                <c:pt idx="4183">
                  <c:v>1748.9</c:v>
                </c:pt>
                <c:pt idx="4184">
                  <c:v>1740.85</c:v>
                </c:pt>
                <c:pt idx="4185">
                  <c:v>1735.3</c:v>
                </c:pt>
                <c:pt idx="4186">
                  <c:v>1711.7</c:v>
                </c:pt>
                <c:pt idx="4187">
                  <c:v>1709.4</c:v>
                </c:pt>
                <c:pt idx="4188">
                  <c:v>1668.25</c:v>
                </c:pt>
                <c:pt idx="4189">
                  <c:v>1636.95</c:v>
                </c:pt>
                <c:pt idx="4190">
                  <c:v>1658.85</c:v>
                </c:pt>
                <c:pt idx="4191">
                  <c:v>1657.95</c:v>
                </c:pt>
                <c:pt idx="4192">
                  <c:v>1662.9</c:v>
                </c:pt>
                <c:pt idx="4193">
                  <c:v>1634</c:v>
                </c:pt>
                <c:pt idx="4194">
                  <c:v>1599.15</c:v>
                </c:pt>
                <c:pt idx="4195">
                  <c:v>1591.35</c:v>
                </c:pt>
                <c:pt idx="4196">
                  <c:v>1600.5</c:v>
                </c:pt>
                <c:pt idx="4197">
                  <c:v>1656.9</c:v>
                </c:pt>
                <c:pt idx="4198">
                  <c:v>1680.85</c:v>
                </c:pt>
                <c:pt idx="4199">
                  <c:v>1756.4</c:v>
                </c:pt>
                <c:pt idx="4200">
                  <c:v>1721.1</c:v>
                </c:pt>
                <c:pt idx="4201">
                  <c:v>1693.85</c:v>
                </c:pt>
                <c:pt idx="4202">
                  <c:v>1698.3</c:v>
                </c:pt>
                <c:pt idx="4203">
                  <c:v>1654.55</c:v>
                </c:pt>
                <c:pt idx="4204">
                  <c:v>1691.6</c:v>
                </c:pt>
                <c:pt idx="4205">
                  <c:v>1621.8</c:v>
                </c:pt>
                <c:pt idx="4206">
                  <c:v>1639.2</c:v>
                </c:pt>
                <c:pt idx="4207">
                  <c:v>1651.25</c:v>
                </c:pt>
                <c:pt idx="4208">
                  <c:v>1614.75</c:v>
                </c:pt>
                <c:pt idx="4209">
                  <c:v>1673.85</c:v>
                </c:pt>
                <c:pt idx="4210">
                  <c:v>1722.45</c:v>
                </c:pt>
                <c:pt idx="4211">
                  <c:v>1697.45</c:v>
                </c:pt>
                <c:pt idx="4212">
                  <c:v>1729</c:v>
                </c:pt>
                <c:pt idx="4213">
                  <c:v>1676.35</c:v>
                </c:pt>
                <c:pt idx="4214">
                  <c:v>1656.65</c:v>
                </c:pt>
                <c:pt idx="4215">
                  <c:v>1648.55</c:v>
                </c:pt>
                <c:pt idx="4216">
                  <c:v>1644</c:v>
                </c:pt>
                <c:pt idx="4217">
                  <c:v>1646.35</c:v>
                </c:pt>
                <c:pt idx="4218">
                  <c:v>1656.85</c:v>
                </c:pt>
                <c:pt idx="4219">
                  <c:v>1646.45</c:v>
                </c:pt>
                <c:pt idx="4220">
                  <c:v>1622.35</c:v>
                </c:pt>
                <c:pt idx="4221">
                  <c:v>1631.9</c:v>
                </c:pt>
                <c:pt idx="4222">
                  <c:v>1630.15</c:v>
                </c:pt>
                <c:pt idx="4223">
                  <c:v>1630.65</c:v>
                </c:pt>
                <c:pt idx="4224">
                  <c:v>1618.3</c:v>
                </c:pt>
                <c:pt idx="4225">
                  <c:v>1598.95</c:v>
                </c:pt>
                <c:pt idx="4226">
                  <c:v>1591.6</c:v>
                </c:pt>
                <c:pt idx="4227">
                  <c:v>1586.2</c:v>
                </c:pt>
                <c:pt idx="4228">
                  <c:v>1566.6</c:v>
                </c:pt>
                <c:pt idx="4229">
                  <c:v>1568.05</c:v>
                </c:pt>
                <c:pt idx="4230">
                  <c:v>1532.7</c:v>
                </c:pt>
                <c:pt idx="4231">
                  <c:v>1580.2</c:v>
                </c:pt>
                <c:pt idx="4232">
                  <c:v>1585.15</c:v>
                </c:pt>
                <c:pt idx="4233">
                  <c:v>1599.75</c:v>
                </c:pt>
                <c:pt idx="4234">
                  <c:v>1627.5</c:v>
                </c:pt>
                <c:pt idx="4235">
                  <c:v>1634.3</c:v>
                </c:pt>
                <c:pt idx="4236">
                  <c:v>1644.55</c:v>
                </c:pt>
                <c:pt idx="4237">
                  <c:v>163.05000000000001</c:v>
                </c:pt>
                <c:pt idx="4238">
                  <c:v>175.65</c:v>
                </c:pt>
                <c:pt idx="4239">
                  <c:v>175.2</c:v>
                </c:pt>
                <c:pt idx="4240">
                  <c:v>176.05</c:v>
                </c:pt>
                <c:pt idx="4241">
                  <c:v>178.45</c:v>
                </c:pt>
                <c:pt idx="4242">
                  <c:v>187.55</c:v>
                </c:pt>
                <c:pt idx="4243">
                  <c:v>188.5</c:v>
                </c:pt>
                <c:pt idx="4244">
                  <c:v>188.9</c:v>
                </c:pt>
                <c:pt idx="4245">
                  <c:v>189.35</c:v>
                </c:pt>
                <c:pt idx="4246">
                  <c:v>186.7</c:v>
                </c:pt>
                <c:pt idx="4247">
                  <c:v>191.1</c:v>
                </c:pt>
                <c:pt idx="4248">
                  <c:v>192.65</c:v>
                </c:pt>
                <c:pt idx="4249">
                  <c:v>185.65</c:v>
                </c:pt>
                <c:pt idx="4250">
                  <c:v>194.15</c:v>
                </c:pt>
                <c:pt idx="4251">
                  <c:v>193.95</c:v>
                </c:pt>
                <c:pt idx="4252">
                  <c:v>196.15</c:v>
                </c:pt>
                <c:pt idx="4253">
                  <c:v>195.35</c:v>
                </c:pt>
                <c:pt idx="4254">
                  <c:v>196.5</c:v>
                </c:pt>
                <c:pt idx="4255">
                  <c:v>198.15</c:v>
                </c:pt>
                <c:pt idx="4256">
                  <c:v>197.3</c:v>
                </c:pt>
                <c:pt idx="4257">
                  <c:v>193.9</c:v>
                </c:pt>
                <c:pt idx="4258">
                  <c:v>191.65</c:v>
                </c:pt>
                <c:pt idx="4259">
                  <c:v>192.35</c:v>
                </c:pt>
                <c:pt idx="4260">
                  <c:v>189</c:v>
                </c:pt>
                <c:pt idx="4261">
                  <c:v>189.3</c:v>
                </c:pt>
                <c:pt idx="4262">
                  <c:v>193.65</c:v>
                </c:pt>
                <c:pt idx="4263">
                  <c:v>193.25</c:v>
                </c:pt>
                <c:pt idx="4264">
                  <c:v>187.75</c:v>
                </c:pt>
                <c:pt idx="4265">
                  <c:v>181.85</c:v>
                </c:pt>
                <c:pt idx="4266">
                  <c:v>183.3</c:v>
                </c:pt>
                <c:pt idx="4267">
                  <c:v>187.45</c:v>
                </c:pt>
                <c:pt idx="4268">
                  <c:v>184.9</c:v>
                </c:pt>
                <c:pt idx="4269">
                  <c:v>188.3</c:v>
                </c:pt>
                <c:pt idx="4270">
                  <c:v>186.95</c:v>
                </c:pt>
                <c:pt idx="4271">
                  <c:v>185</c:v>
                </c:pt>
                <c:pt idx="4272">
                  <c:v>186.95</c:v>
                </c:pt>
                <c:pt idx="4273">
                  <c:v>185.3</c:v>
                </c:pt>
                <c:pt idx="4274">
                  <c:v>186.95</c:v>
                </c:pt>
                <c:pt idx="4275">
                  <c:v>189.8</c:v>
                </c:pt>
                <c:pt idx="4276">
                  <c:v>183.5</c:v>
                </c:pt>
                <c:pt idx="4277">
                  <c:v>184</c:v>
                </c:pt>
                <c:pt idx="4278">
                  <c:v>184.85</c:v>
                </c:pt>
                <c:pt idx="4279">
                  <c:v>181.45</c:v>
                </c:pt>
                <c:pt idx="4280">
                  <c:v>178.05</c:v>
                </c:pt>
                <c:pt idx="4281">
                  <c:v>176.85</c:v>
                </c:pt>
                <c:pt idx="4282">
                  <c:v>176.25</c:v>
                </c:pt>
                <c:pt idx="4283">
                  <c:v>181.9</c:v>
                </c:pt>
                <c:pt idx="4284">
                  <c:v>183.5</c:v>
                </c:pt>
                <c:pt idx="4285">
                  <c:v>192.45</c:v>
                </c:pt>
                <c:pt idx="4286">
                  <c:v>192</c:v>
                </c:pt>
                <c:pt idx="4287">
                  <c:v>194.1</c:v>
                </c:pt>
                <c:pt idx="4288">
                  <c:v>192.4</c:v>
                </c:pt>
                <c:pt idx="4289">
                  <c:v>186.7</c:v>
                </c:pt>
                <c:pt idx="4290">
                  <c:v>186.85</c:v>
                </c:pt>
                <c:pt idx="4291">
                  <c:v>186.8</c:v>
                </c:pt>
                <c:pt idx="4292">
                  <c:v>179.45</c:v>
                </c:pt>
                <c:pt idx="4293">
                  <c:v>181.6</c:v>
                </c:pt>
                <c:pt idx="4294">
                  <c:v>183.35</c:v>
                </c:pt>
                <c:pt idx="4295">
                  <c:v>185.4</c:v>
                </c:pt>
                <c:pt idx="4296">
                  <c:v>188.2</c:v>
                </c:pt>
                <c:pt idx="4297">
                  <c:v>188.9</c:v>
                </c:pt>
                <c:pt idx="4298">
                  <c:v>195.8</c:v>
                </c:pt>
                <c:pt idx="4299">
                  <c:v>203.8</c:v>
                </c:pt>
                <c:pt idx="4300">
                  <c:v>199.85</c:v>
                </c:pt>
                <c:pt idx="4301">
                  <c:v>203.7</c:v>
                </c:pt>
                <c:pt idx="4302">
                  <c:v>198.75</c:v>
                </c:pt>
                <c:pt idx="4303">
                  <c:v>196.45</c:v>
                </c:pt>
                <c:pt idx="4304">
                  <c:v>190.75</c:v>
                </c:pt>
                <c:pt idx="4305">
                  <c:v>194.15</c:v>
                </c:pt>
                <c:pt idx="4306">
                  <c:v>187.3</c:v>
                </c:pt>
                <c:pt idx="4307">
                  <c:v>189.4</c:v>
                </c:pt>
                <c:pt idx="4308">
                  <c:v>189.3</c:v>
                </c:pt>
                <c:pt idx="4309">
                  <c:v>187.25</c:v>
                </c:pt>
                <c:pt idx="4310">
                  <c:v>192.5</c:v>
                </c:pt>
                <c:pt idx="4311">
                  <c:v>194.5</c:v>
                </c:pt>
                <c:pt idx="4312">
                  <c:v>198.8</c:v>
                </c:pt>
                <c:pt idx="4313">
                  <c:v>198.3</c:v>
                </c:pt>
                <c:pt idx="4314">
                  <c:v>199</c:v>
                </c:pt>
                <c:pt idx="4315">
                  <c:v>195.8</c:v>
                </c:pt>
                <c:pt idx="4316">
                  <c:v>193.35</c:v>
                </c:pt>
                <c:pt idx="4317">
                  <c:v>194.05</c:v>
                </c:pt>
                <c:pt idx="4318">
                  <c:v>189.8</c:v>
                </c:pt>
                <c:pt idx="4319">
                  <c:v>191.3</c:v>
                </c:pt>
                <c:pt idx="4320">
                  <c:v>192.45</c:v>
                </c:pt>
                <c:pt idx="4321">
                  <c:v>197.5</c:v>
                </c:pt>
                <c:pt idx="4322">
                  <c:v>194.5</c:v>
                </c:pt>
                <c:pt idx="4323">
                  <c:v>197.15</c:v>
                </c:pt>
                <c:pt idx="4324">
                  <c:v>201.7</c:v>
                </c:pt>
                <c:pt idx="4325">
                  <c:v>201.65</c:v>
                </c:pt>
                <c:pt idx="4326">
                  <c:v>206.7</c:v>
                </c:pt>
                <c:pt idx="4327">
                  <c:v>191.4</c:v>
                </c:pt>
                <c:pt idx="4328">
                  <c:v>193.5</c:v>
                </c:pt>
                <c:pt idx="4329">
                  <c:v>192.15</c:v>
                </c:pt>
                <c:pt idx="4330">
                  <c:v>193.55</c:v>
                </c:pt>
                <c:pt idx="4331">
                  <c:v>189.6</c:v>
                </c:pt>
                <c:pt idx="4332">
                  <c:v>192.85</c:v>
                </c:pt>
                <c:pt idx="4333">
                  <c:v>198.85</c:v>
                </c:pt>
                <c:pt idx="4334">
                  <c:v>195.8</c:v>
                </c:pt>
                <c:pt idx="4335">
                  <c:v>195</c:v>
                </c:pt>
                <c:pt idx="4336">
                  <c:v>193.85</c:v>
                </c:pt>
                <c:pt idx="4337">
                  <c:v>195.45</c:v>
                </c:pt>
                <c:pt idx="4338">
                  <c:v>194.75</c:v>
                </c:pt>
                <c:pt idx="4339">
                  <c:v>190.5</c:v>
                </c:pt>
                <c:pt idx="4340">
                  <c:v>192.1</c:v>
                </c:pt>
                <c:pt idx="4341">
                  <c:v>195.4</c:v>
                </c:pt>
                <c:pt idx="4342">
                  <c:v>199.05</c:v>
                </c:pt>
                <c:pt idx="4343">
                  <c:v>202</c:v>
                </c:pt>
                <c:pt idx="4344">
                  <c:v>198.8</c:v>
                </c:pt>
                <c:pt idx="4345">
                  <c:v>197.75</c:v>
                </c:pt>
                <c:pt idx="4346">
                  <c:v>198.25</c:v>
                </c:pt>
                <c:pt idx="4347">
                  <c:v>196.85</c:v>
                </c:pt>
                <c:pt idx="4348">
                  <c:v>194.85</c:v>
                </c:pt>
                <c:pt idx="4349">
                  <c:v>199.25</c:v>
                </c:pt>
                <c:pt idx="4350">
                  <c:v>199.75</c:v>
                </c:pt>
                <c:pt idx="4351">
                  <c:v>200.15</c:v>
                </c:pt>
                <c:pt idx="4352">
                  <c:v>197.65</c:v>
                </c:pt>
                <c:pt idx="4353">
                  <c:v>195.7</c:v>
                </c:pt>
                <c:pt idx="4354">
                  <c:v>194.05</c:v>
                </c:pt>
                <c:pt idx="4355">
                  <c:v>197.55</c:v>
                </c:pt>
                <c:pt idx="4356">
                  <c:v>205.35</c:v>
                </c:pt>
                <c:pt idx="4357">
                  <c:v>203.4</c:v>
                </c:pt>
                <c:pt idx="4358">
                  <c:v>205.05</c:v>
                </c:pt>
                <c:pt idx="4359">
                  <c:v>208.35</c:v>
                </c:pt>
                <c:pt idx="4360">
                  <c:v>212.3</c:v>
                </c:pt>
                <c:pt idx="4361">
                  <c:v>212.45</c:v>
                </c:pt>
                <c:pt idx="4362">
                  <c:v>216.1</c:v>
                </c:pt>
                <c:pt idx="4363">
                  <c:v>218.05</c:v>
                </c:pt>
                <c:pt idx="4364">
                  <c:v>213.6</c:v>
                </c:pt>
                <c:pt idx="4365">
                  <c:v>213.9</c:v>
                </c:pt>
                <c:pt idx="4366">
                  <c:v>213.45</c:v>
                </c:pt>
                <c:pt idx="4367">
                  <c:v>215.15</c:v>
                </c:pt>
                <c:pt idx="4368">
                  <c:v>218.05</c:v>
                </c:pt>
                <c:pt idx="4369">
                  <c:v>216.15</c:v>
                </c:pt>
                <c:pt idx="4370">
                  <c:v>219.65</c:v>
                </c:pt>
                <c:pt idx="4371">
                  <c:v>214.6</c:v>
                </c:pt>
                <c:pt idx="4372">
                  <c:v>214.75</c:v>
                </c:pt>
                <c:pt idx="4373">
                  <c:v>213.75</c:v>
                </c:pt>
                <c:pt idx="4374">
                  <c:v>215.1</c:v>
                </c:pt>
                <c:pt idx="4375">
                  <c:v>219.15</c:v>
                </c:pt>
                <c:pt idx="4376">
                  <c:v>214.8</c:v>
                </c:pt>
                <c:pt idx="4377">
                  <c:v>215.8</c:v>
                </c:pt>
                <c:pt idx="4378">
                  <c:v>221.25</c:v>
                </c:pt>
                <c:pt idx="4379">
                  <c:v>223.15</c:v>
                </c:pt>
                <c:pt idx="4380">
                  <c:v>219.75</c:v>
                </c:pt>
                <c:pt idx="4381">
                  <c:v>223.35</c:v>
                </c:pt>
                <c:pt idx="4382">
                  <c:v>228.25</c:v>
                </c:pt>
                <c:pt idx="4383">
                  <c:v>229.05</c:v>
                </c:pt>
                <c:pt idx="4384">
                  <c:v>230.85</c:v>
                </c:pt>
                <c:pt idx="4385">
                  <c:v>230.45</c:v>
                </c:pt>
                <c:pt idx="4386">
                  <c:v>222.75</c:v>
                </c:pt>
                <c:pt idx="4387">
                  <c:v>223.5</c:v>
                </c:pt>
                <c:pt idx="4388">
                  <c:v>232.35</c:v>
                </c:pt>
                <c:pt idx="4389">
                  <c:v>237.75</c:v>
                </c:pt>
                <c:pt idx="4390">
                  <c:v>234.6</c:v>
                </c:pt>
                <c:pt idx="4391">
                  <c:v>237.05</c:v>
                </c:pt>
                <c:pt idx="4392">
                  <c:v>233.7</c:v>
                </c:pt>
                <c:pt idx="4393">
                  <c:v>231.95</c:v>
                </c:pt>
                <c:pt idx="4394">
                  <c:v>239.75</c:v>
                </c:pt>
                <c:pt idx="4395">
                  <c:v>246.05</c:v>
                </c:pt>
                <c:pt idx="4396">
                  <c:v>244.5</c:v>
                </c:pt>
                <c:pt idx="4397">
                  <c:v>246.9</c:v>
                </c:pt>
                <c:pt idx="4398">
                  <c:v>259.05</c:v>
                </c:pt>
                <c:pt idx="4399">
                  <c:v>254.4</c:v>
                </c:pt>
                <c:pt idx="4400">
                  <c:v>256.64999999999998</c:v>
                </c:pt>
                <c:pt idx="4401">
                  <c:v>254.8</c:v>
                </c:pt>
                <c:pt idx="4402">
                  <c:v>256.25</c:v>
                </c:pt>
                <c:pt idx="4403">
                  <c:v>263.10000000000002</c:v>
                </c:pt>
                <c:pt idx="4404">
                  <c:v>264.10000000000002</c:v>
                </c:pt>
                <c:pt idx="4405">
                  <c:v>263.45</c:v>
                </c:pt>
                <c:pt idx="4406">
                  <c:v>265.89999999999998</c:v>
                </c:pt>
                <c:pt idx="4407">
                  <c:v>269.7</c:v>
                </c:pt>
                <c:pt idx="4408">
                  <c:v>264.14999999999998</c:v>
                </c:pt>
                <c:pt idx="4409">
                  <c:v>265.7</c:v>
                </c:pt>
                <c:pt idx="4410">
                  <c:v>267.55</c:v>
                </c:pt>
                <c:pt idx="4411">
                  <c:v>262.55</c:v>
                </c:pt>
                <c:pt idx="4412">
                  <c:v>261.64999999999998</c:v>
                </c:pt>
                <c:pt idx="4413">
                  <c:v>259.14999999999998</c:v>
                </c:pt>
                <c:pt idx="4414">
                  <c:v>254.5</c:v>
                </c:pt>
                <c:pt idx="4415">
                  <c:v>246.95</c:v>
                </c:pt>
                <c:pt idx="4416">
                  <c:v>236.85</c:v>
                </c:pt>
                <c:pt idx="4417">
                  <c:v>242.35</c:v>
                </c:pt>
                <c:pt idx="4418">
                  <c:v>236.65</c:v>
                </c:pt>
                <c:pt idx="4419">
                  <c:v>238.9</c:v>
                </c:pt>
                <c:pt idx="4420">
                  <c:v>248.45</c:v>
                </c:pt>
                <c:pt idx="4421">
                  <c:v>249.95</c:v>
                </c:pt>
                <c:pt idx="4422">
                  <c:v>248.25</c:v>
                </c:pt>
                <c:pt idx="4423">
                  <c:v>249.05</c:v>
                </c:pt>
                <c:pt idx="4424">
                  <c:v>257.7</c:v>
                </c:pt>
                <c:pt idx="4425">
                  <c:v>257.39999999999998</c:v>
                </c:pt>
                <c:pt idx="4426">
                  <c:v>259.95</c:v>
                </c:pt>
                <c:pt idx="4427">
                  <c:v>256.45</c:v>
                </c:pt>
                <c:pt idx="4428">
                  <c:v>256.14999999999998</c:v>
                </c:pt>
                <c:pt idx="4429">
                  <c:v>254.05</c:v>
                </c:pt>
                <c:pt idx="4430">
                  <c:v>260.39999999999998</c:v>
                </c:pt>
                <c:pt idx="4431">
                  <c:v>260.25</c:v>
                </c:pt>
                <c:pt idx="4432">
                  <c:v>258.75</c:v>
                </c:pt>
                <c:pt idx="4433">
                  <c:v>253.7</c:v>
                </c:pt>
                <c:pt idx="4434">
                  <c:v>260.39999999999998</c:v>
                </c:pt>
                <c:pt idx="4435">
                  <c:v>259.45</c:v>
                </c:pt>
                <c:pt idx="4436">
                  <c:v>259.64999999999998</c:v>
                </c:pt>
                <c:pt idx="4437">
                  <c:v>259.95</c:v>
                </c:pt>
                <c:pt idx="4438">
                  <c:v>265.3</c:v>
                </c:pt>
                <c:pt idx="4439">
                  <c:v>263.85000000000002</c:v>
                </c:pt>
                <c:pt idx="4440">
                  <c:v>258.45</c:v>
                </c:pt>
                <c:pt idx="4441">
                  <c:v>264.75</c:v>
                </c:pt>
                <c:pt idx="4442">
                  <c:v>266.2</c:v>
                </c:pt>
                <c:pt idx="4443">
                  <c:v>266.60000000000002</c:v>
                </c:pt>
                <c:pt idx="4444">
                  <c:v>268</c:v>
                </c:pt>
                <c:pt idx="4445">
                  <c:v>264.05</c:v>
                </c:pt>
                <c:pt idx="4446">
                  <c:v>262.45</c:v>
                </c:pt>
                <c:pt idx="4447">
                  <c:v>264</c:v>
                </c:pt>
                <c:pt idx="4448">
                  <c:v>270.8</c:v>
                </c:pt>
                <c:pt idx="4449">
                  <c:v>263.85000000000002</c:v>
                </c:pt>
                <c:pt idx="4450">
                  <c:v>266.55</c:v>
                </c:pt>
                <c:pt idx="4451">
                  <c:v>255.45</c:v>
                </c:pt>
                <c:pt idx="4452">
                  <c:v>258.64999999999998</c:v>
                </c:pt>
                <c:pt idx="4453">
                  <c:v>266.60000000000002</c:v>
                </c:pt>
                <c:pt idx="4454">
                  <c:v>265.95</c:v>
                </c:pt>
                <c:pt idx="4455">
                  <c:v>268.85000000000002</c:v>
                </c:pt>
                <c:pt idx="4456">
                  <c:v>268.55</c:v>
                </c:pt>
                <c:pt idx="4457">
                  <c:v>266.85000000000002</c:v>
                </c:pt>
                <c:pt idx="4458">
                  <c:v>265.2</c:v>
                </c:pt>
                <c:pt idx="4459">
                  <c:v>258.89999999999998</c:v>
                </c:pt>
                <c:pt idx="4460">
                  <c:v>255.65</c:v>
                </c:pt>
                <c:pt idx="4461">
                  <c:v>255.25</c:v>
                </c:pt>
                <c:pt idx="4462">
                  <c:v>254.85</c:v>
                </c:pt>
                <c:pt idx="4463">
                  <c:v>252.05</c:v>
                </c:pt>
                <c:pt idx="4464">
                  <c:v>251.85</c:v>
                </c:pt>
                <c:pt idx="4465">
                  <c:v>247.7</c:v>
                </c:pt>
                <c:pt idx="4466">
                  <c:v>242.15</c:v>
                </c:pt>
                <c:pt idx="4467">
                  <c:v>250.85</c:v>
                </c:pt>
                <c:pt idx="4468">
                  <c:v>252.45</c:v>
                </c:pt>
                <c:pt idx="4469">
                  <c:v>251.5</c:v>
                </c:pt>
                <c:pt idx="4470">
                  <c:v>249.95</c:v>
                </c:pt>
                <c:pt idx="4471">
                  <c:v>244</c:v>
                </c:pt>
                <c:pt idx="4472">
                  <c:v>242.45</c:v>
                </c:pt>
                <c:pt idx="4473">
                  <c:v>250.9</c:v>
                </c:pt>
                <c:pt idx="4474">
                  <c:v>253.95</c:v>
                </c:pt>
                <c:pt idx="4475">
                  <c:v>256.39999999999998</c:v>
                </c:pt>
                <c:pt idx="4476">
                  <c:v>262.10000000000002</c:v>
                </c:pt>
                <c:pt idx="4477">
                  <c:v>265.3</c:v>
                </c:pt>
                <c:pt idx="4478">
                  <c:v>264.5</c:v>
                </c:pt>
                <c:pt idx="4479">
                  <c:v>267.39999999999998</c:v>
                </c:pt>
                <c:pt idx="4480">
                  <c:v>265.45</c:v>
                </c:pt>
                <c:pt idx="4481">
                  <c:v>271.3</c:v>
                </c:pt>
                <c:pt idx="4482">
                  <c:v>269.8</c:v>
                </c:pt>
                <c:pt idx="4483">
                  <c:v>265.8</c:v>
                </c:pt>
                <c:pt idx="4484">
                  <c:v>264.55</c:v>
                </c:pt>
                <c:pt idx="4485">
                  <c:v>268.7</c:v>
                </c:pt>
                <c:pt idx="4486">
                  <c:v>277.14999999999998</c:v>
                </c:pt>
                <c:pt idx="4487">
                  <c:v>285.10000000000002</c:v>
                </c:pt>
                <c:pt idx="4488">
                  <c:v>286</c:v>
                </c:pt>
                <c:pt idx="4489">
                  <c:v>284</c:v>
                </c:pt>
                <c:pt idx="4490">
                  <c:v>282.8</c:v>
                </c:pt>
                <c:pt idx="4491">
                  <c:v>282.55</c:v>
                </c:pt>
                <c:pt idx="4492">
                  <c:v>286.8</c:v>
                </c:pt>
                <c:pt idx="4493">
                  <c:v>285</c:v>
                </c:pt>
                <c:pt idx="4494">
                  <c:v>281.2</c:v>
                </c:pt>
                <c:pt idx="4495">
                  <c:v>285.05</c:v>
                </c:pt>
                <c:pt idx="4496">
                  <c:v>279.8</c:v>
                </c:pt>
                <c:pt idx="4497">
                  <c:v>282.10000000000002</c:v>
                </c:pt>
                <c:pt idx="4498">
                  <c:v>278.64999999999998</c:v>
                </c:pt>
                <c:pt idx="4499">
                  <c:v>294.05</c:v>
                </c:pt>
                <c:pt idx="4500">
                  <c:v>288.64999999999998</c:v>
                </c:pt>
                <c:pt idx="4501">
                  <c:v>290.8</c:v>
                </c:pt>
                <c:pt idx="4502">
                  <c:v>293.45</c:v>
                </c:pt>
                <c:pt idx="4503">
                  <c:v>289.10000000000002</c:v>
                </c:pt>
                <c:pt idx="4504">
                  <c:v>289.95</c:v>
                </c:pt>
                <c:pt idx="4505">
                  <c:v>302.64999999999998</c:v>
                </c:pt>
                <c:pt idx="4506">
                  <c:v>299</c:v>
                </c:pt>
                <c:pt idx="4507">
                  <c:v>291.25</c:v>
                </c:pt>
                <c:pt idx="4508">
                  <c:v>283.2</c:v>
                </c:pt>
                <c:pt idx="4509">
                  <c:v>290</c:v>
                </c:pt>
                <c:pt idx="4510">
                  <c:v>304.2</c:v>
                </c:pt>
                <c:pt idx="4511">
                  <c:v>309.35000000000002</c:v>
                </c:pt>
                <c:pt idx="4512">
                  <c:v>310.75</c:v>
                </c:pt>
                <c:pt idx="4513">
                  <c:v>309.55</c:v>
                </c:pt>
                <c:pt idx="4514">
                  <c:v>307.8</c:v>
                </c:pt>
                <c:pt idx="4515">
                  <c:v>312.39999999999998</c:v>
                </c:pt>
                <c:pt idx="4516">
                  <c:v>302.7</c:v>
                </c:pt>
                <c:pt idx="4517">
                  <c:v>305.60000000000002</c:v>
                </c:pt>
                <c:pt idx="4518">
                  <c:v>298.3</c:v>
                </c:pt>
                <c:pt idx="4519">
                  <c:v>297.7</c:v>
                </c:pt>
                <c:pt idx="4520">
                  <c:v>306.95</c:v>
                </c:pt>
                <c:pt idx="4521">
                  <c:v>316.10000000000002</c:v>
                </c:pt>
                <c:pt idx="4522">
                  <c:v>318.10000000000002</c:v>
                </c:pt>
                <c:pt idx="4523">
                  <c:v>312.2</c:v>
                </c:pt>
                <c:pt idx="4524">
                  <c:v>305.5</c:v>
                </c:pt>
                <c:pt idx="4525">
                  <c:v>291.64999999999998</c:v>
                </c:pt>
                <c:pt idx="4526">
                  <c:v>293.5</c:v>
                </c:pt>
                <c:pt idx="4527">
                  <c:v>289.5</c:v>
                </c:pt>
                <c:pt idx="4528">
                  <c:v>289.25</c:v>
                </c:pt>
                <c:pt idx="4529">
                  <c:v>291.95</c:v>
                </c:pt>
                <c:pt idx="4530">
                  <c:v>297.85000000000002</c:v>
                </c:pt>
                <c:pt idx="4531">
                  <c:v>303.5</c:v>
                </c:pt>
                <c:pt idx="4532">
                  <c:v>300.45</c:v>
                </c:pt>
                <c:pt idx="4533">
                  <c:v>295.14999999999998</c:v>
                </c:pt>
                <c:pt idx="4534">
                  <c:v>290.25</c:v>
                </c:pt>
                <c:pt idx="4535">
                  <c:v>283.60000000000002</c:v>
                </c:pt>
                <c:pt idx="4536">
                  <c:v>285.5</c:v>
                </c:pt>
                <c:pt idx="4537">
                  <c:v>288.39999999999998</c:v>
                </c:pt>
                <c:pt idx="4538">
                  <c:v>286</c:v>
                </c:pt>
                <c:pt idx="4539">
                  <c:v>286</c:v>
                </c:pt>
                <c:pt idx="4540">
                  <c:v>293.89999999999998</c:v>
                </c:pt>
                <c:pt idx="4541">
                  <c:v>298.85000000000002</c:v>
                </c:pt>
                <c:pt idx="4542">
                  <c:v>288.14999999999998</c:v>
                </c:pt>
                <c:pt idx="4543">
                  <c:v>296.55</c:v>
                </c:pt>
                <c:pt idx="4544">
                  <c:v>303.05</c:v>
                </c:pt>
                <c:pt idx="4545">
                  <c:v>295.85000000000002</c:v>
                </c:pt>
                <c:pt idx="4546">
                  <c:v>308.39999999999998</c:v>
                </c:pt>
                <c:pt idx="4547">
                  <c:v>308.2</c:v>
                </c:pt>
                <c:pt idx="4548">
                  <c:v>309.39999999999998</c:v>
                </c:pt>
                <c:pt idx="4549">
                  <c:v>311.35000000000002</c:v>
                </c:pt>
                <c:pt idx="4550">
                  <c:v>312.2</c:v>
                </c:pt>
                <c:pt idx="4551">
                  <c:v>308.25</c:v>
                </c:pt>
                <c:pt idx="4552">
                  <c:v>308.5</c:v>
                </c:pt>
                <c:pt idx="4553">
                  <c:v>308.89999999999998</c:v>
                </c:pt>
                <c:pt idx="4554">
                  <c:v>309.14999999999998</c:v>
                </c:pt>
                <c:pt idx="4555">
                  <c:v>309.95</c:v>
                </c:pt>
                <c:pt idx="4556">
                  <c:v>322.85000000000002</c:v>
                </c:pt>
                <c:pt idx="4557">
                  <c:v>322.85000000000002</c:v>
                </c:pt>
                <c:pt idx="4558">
                  <c:v>321.8</c:v>
                </c:pt>
                <c:pt idx="4559">
                  <c:v>324.75</c:v>
                </c:pt>
                <c:pt idx="4560">
                  <c:v>321.7</c:v>
                </c:pt>
                <c:pt idx="4561">
                  <c:v>327.7</c:v>
                </c:pt>
                <c:pt idx="4562">
                  <c:v>327.60000000000002</c:v>
                </c:pt>
                <c:pt idx="4563">
                  <c:v>325</c:v>
                </c:pt>
                <c:pt idx="4564">
                  <c:v>315.14999999999998</c:v>
                </c:pt>
                <c:pt idx="4565">
                  <c:v>319.3</c:v>
                </c:pt>
                <c:pt idx="4566">
                  <c:v>317.39999999999998</c:v>
                </c:pt>
                <c:pt idx="4567">
                  <c:v>325.8</c:v>
                </c:pt>
                <c:pt idx="4568">
                  <c:v>324.05</c:v>
                </c:pt>
                <c:pt idx="4569">
                  <c:v>321.75</c:v>
                </c:pt>
                <c:pt idx="4570">
                  <c:v>319.55</c:v>
                </c:pt>
                <c:pt idx="4571">
                  <c:v>323.75</c:v>
                </c:pt>
                <c:pt idx="4572">
                  <c:v>329.05</c:v>
                </c:pt>
                <c:pt idx="4573">
                  <c:v>334.55</c:v>
                </c:pt>
                <c:pt idx="4574">
                  <c:v>336.6</c:v>
                </c:pt>
                <c:pt idx="4575">
                  <c:v>332</c:v>
                </c:pt>
                <c:pt idx="4576">
                  <c:v>319.45</c:v>
                </c:pt>
                <c:pt idx="4577">
                  <c:v>309.25</c:v>
                </c:pt>
                <c:pt idx="4578">
                  <c:v>318.39999999999998</c:v>
                </c:pt>
                <c:pt idx="4579">
                  <c:v>310</c:v>
                </c:pt>
                <c:pt idx="4580">
                  <c:v>314.14999999999998</c:v>
                </c:pt>
                <c:pt idx="4581">
                  <c:v>326.05</c:v>
                </c:pt>
                <c:pt idx="4582">
                  <c:v>327.10000000000002</c:v>
                </c:pt>
                <c:pt idx="4583">
                  <c:v>331.75</c:v>
                </c:pt>
                <c:pt idx="4584">
                  <c:v>332.55</c:v>
                </c:pt>
                <c:pt idx="4585">
                  <c:v>331.9</c:v>
                </c:pt>
                <c:pt idx="4586">
                  <c:v>331.9</c:v>
                </c:pt>
                <c:pt idx="4587">
                  <c:v>331.85</c:v>
                </c:pt>
                <c:pt idx="4588">
                  <c:v>329.1</c:v>
                </c:pt>
                <c:pt idx="4589">
                  <c:v>338</c:v>
                </c:pt>
                <c:pt idx="4590">
                  <c:v>343.5</c:v>
                </c:pt>
                <c:pt idx="4591">
                  <c:v>343.25</c:v>
                </c:pt>
                <c:pt idx="4592">
                  <c:v>340.95</c:v>
                </c:pt>
                <c:pt idx="4593">
                  <c:v>341.35</c:v>
                </c:pt>
                <c:pt idx="4594">
                  <c:v>343</c:v>
                </c:pt>
                <c:pt idx="4595">
                  <c:v>339.05</c:v>
                </c:pt>
                <c:pt idx="4596">
                  <c:v>332.55</c:v>
                </c:pt>
                <c:pt idx="4597">
                  <c:v>327.14999999999998</c:v>
                </c:pt>
                <c:pt idx="4598">
                  <c:v>327.5</c:v>
                </c:pt>
                <c:pt idx="4599">
                  <c:v>335.15</c:v>
                </c:pt>
                <c:pt idx="4600">
                  <c:v>332.85</c:v>
                </c:pt>
                <c:pt idx="4601">
                  <c:v>336.95</c:v>
                </c:pt>
                <c:pt idx="4602">
                  <c:v>332.1</c:v>
                </c:pt>
                <c:pt idx="4603">
                  <c:v>322.85000000000002</c:v>
                </c:pt>
                <c:pt idx="4604">
                  <c:v>318.3</c:v>
                </c:pt>
                <c:pt idx="4605">
                  <c:v>322.39999999999998</c:v>
                </c:pt>
                <c:pt idx="4606">
                  <c:v>326.8</c:v>
                </c:pt>
                <c:pt idx="4607">
                  <c:v>313.39999999999998</c:v>
                </c:pt>
                <c:pt idx="4608">
                  <c:v>311.7</c:v>
                </c:pt>
                <c:pt idx="4609">
                  <c:v>312.14999999999998</c:v>
                </c:pt>
                <c:pt idx="4610">
                  <c:v>310.45</c:v>
                </c:pt>
                <c:pt idx="4611">
                  <c:v>308.55</c:v>
                </c:pt>
                <c:pt idx="4612">
                  <c:v>312.8</c:v>
                </c:pt>
                <c:pt idx="4613">
                  <c:v>317.45</c:v>
                </c:pt>
                <c:pt idx="4614">
                  <c:v>313.35000000000002</c:v>
                </c:pt>
                <c:pt idx="4615">
                  <c:v>317.10000000000002</c:v>
                </c:pt>
                <c:pt idx="4616">
                  <c:v>316.25</c:v>
                </c:pt>
                <c:pt idx="4617">
                  <c:v>307.64999999999998</c:v>
                </c:pt>
                <c:pt idx="4618">
                  <c:v>307.39999999999998</c:v>
                </c:pt>
                <c:pt idx="4619">
                  <c:v>296.2</c:v>
                </c:pt>
                <c:pt idx="4620">
                  <c:v>303.60000000000002</c:v>
                </c:pt>
                <c:pt idx="4621">
                  <c:v>304.14999999999998</c:v>
                </c:pt>
                <c:pt idx="4622">
                  <c:v>306.64999999999998</c:v>
                </c:pt>
                <c:pt idx="4623">
                  <c:v>318.25</c:v>
                </c:pt>
                <c:pt idx="4624">
                  <c:v>317.10000000000002</c:v>
                </c:pt>
                <c:pt idx="4625">
                  <c:v>312.3</c:v>
                </c:pt>
                <c:pt idx="4626">
                  <c:v>323.25</c:v>
                </c:pt>
                <c:pt idx="4627">
                  <c:v>327.85</c:v>
                </c:pt>
                <c:pt idx="4628">
                  <c:v>330.4</c:v>
                </c:pt>
                <c:pt idx="4629">
                  <c:v>327.55</c:v>
                </c:pt>
                <c:pt idx="4630">
                  <c:v>332.05</c:v>
                </c:pt>
                <c:pt idx="4631">
                  <c:v>337.3</c:v>
                </c:pt>
                <c:pt idx="4632">
                  <c:v>336.95</c:v>
                </c:pt>
                <c:pt idx="4633">
                  <c:v>340.5</c:v>
                </c:pt>
                <c:pt idx="4634">
                  <c:v>342.75</c:v>
                </c:pt>
                <c:pt idx="4635">
                  <c:v>342.95</c:v>
                </c:pt>
                <c:pt idx="4636">
                  <c:v>339.9</c:v>
                </c:pt>
                <c:pt idx="4637">
                  <c:v>342.1</c:v>
                </c:pt>
                <c:pt idx="4638">
                  <c:v>341.1</c:v>
                </c:pt>
                <c:pt idx="4639">
                  <c:v>328.15</c:v>
                </c:pt>
                <c:pt idx="4640">
                  <c:v>334</c:v>
                </c:pt>
                <c:pt idx="4641">
                  <c:v>341.55</c:v>
                </c:pt>
                <c:pt idx="4642">
                  <c:v>341.9</c:v>
                </c:pt>
                <c:pt idx="4643">
                  <c:v>339.6</c:v>
                </c:pt>
                <c:pt idx="4644">
                  <c:v>354.8</c:v>
                </c:pt>
                <c:pt idx="4645">
                  <c:v>355.6</c:v>
                </c:pt>
                <c:pt idx="4646">
                  <c:v>366.2</c:v>
                </c:pt>
                <c:pt idx="4647">
                  <c:v>399</c:v>
                </c:pt>
                <c:pt idx="4648">
                  <c:v>397.9</c:v>
                </c:pt>
                <c:pt idx="4649">
                  <c:v>396.35</c:v>
                </c:pt>
                <c:pt idx="4650">
                  <c:v>397</c:v>
                </c:pt>
                <c:pt idx="4651">
                  <c:v>390.85</c:v>
                </c:pt>
                <c:pt idx="4652">
                  <c:v>398.35</c:v>
                </c:pt>
                <c:pt idx="4653">
                  <c:v>398.8</c:v>
                </c:pt>
                <c:pt idx="4654">
                  <c:v>406.6</c:v>
                </c:pt>
                <c:pt idx="4655">
                  <c:v>401.2</c:v>
                </c:pt>
                <c:pt idx="4656">
                  <c:v>395.2</c:v>
                </c:pt>
                <c:pt idx="4657">
                  <c:v>399.75</c:v>
                </c:pt>
                <c:pt idx="4658">
                  <c:v>408.1</c:v>
                </c:pt>
                <c:pt idx="4659">
                  <c:v>411.85</c:v>
                </c:pt>
                <c:pt idx="4660">
                  <c:v>407.15</c:v>
                </c:pt>
                <c:pt idx="4661">
                  <c:v>417.05</c:v>
                </c:pt>
                <c:pt idx="4662">
                  <c:v>408</c:v>
                </c:pt>
                <c:pt idx="4663">
                  <c:v>400.45</c:v>
                </c:pt>
                <c:pt idx="4664">
                  <c:v>403.65</c:v>
                </c:pt>
                <c:pt idx="4665">
                  <c:v>408.1</c:v>
                </c:pt>
                <c:pt idx="4666">
                  <c:v>400.3</c:v>
                </c:pt>
                <c:pt idx="4667">
                  <c:v>381.65</c:v>
                </c:pt>
                <c:pt idx="4668">
                  <c:v>380.85</c:v>
                </c:pt>
                <c:pt idx="4669">
                  <c:v>383.4</c:v>
                </c:pt>
                <c:pt idx="4670">
                  <c:v>377.6</c:v>
                </c:pt>
                <c:pt idx="4671">
                  <c:v>366.6</c:v>
                </c:pt>
                <c:pt idx="4672">
                  <c:v>376.25</c:v>
                </c:pt>
                <c:pt idx="4673">
                  <c:v>371.4</c:v>
                </c:pt>
                <c:pt idx="4674">
                  <c:v>376.8</c:v>
                </c:pt>
                <c:pt idx="4675">
                  <c:v>361.7</c:v>
                </c:pt>
                <c:pt idx="4676">
                  <c:v>379.7</c:v>
                </c:pt>
                <c:pt idx="4677">
                  <c:v>376.8</c:v>
                </c:pt>
                <c:pt idx="4678">
                  <c:v>373.6</c:v>
                </c:pt>
                <c:pt idx="4679">
                  <c:v>361.65</c:v>
                </c:pt>
                <c:pt idx="4680">
                  <c:v>363.5</c:v>
                </c:pt>
                <c:pt idx="4681">
                  <c:v>355.1</c:v>
                </c:pt>
                <c:pt idx="4682">
                  <c:v>347.5</c:v>
                </c:pt>
                <c:pt idx="4683">
                  <c:v>351.95</c:v>
                </c:pt>
                <c:pt idx="4684">
                  <c:v>353.4</c:v>
                </c:pt>
                <c:pt idx="4685">
                  <c:v>337.45</c:v>
                </c:pt>
                <c:pt idx="4686">
                  <c:v>340</c:v>
                </c:pt>
                <c:pt idx="4687">
                  <c:v>335.8</c:v>
                </c:pt>
                <c:pt idx="4688">
                  <c:v>339.4</c:v>
                </c:pt>
                <c:pt idx="4689">
                  <c:v>342.75</c:v>
                </c:pt>
                <c:pt idx="4690">
                  <c:v>352.8</c:v>
                </c:pt>
                <c:pt idx="4691">
                  <c:v>353.65</c:v>
                </c:pt>
                <c:pt idx="4692">
                  <c:v>350.75</c:v>
                </c:pt>
                <c:pt idx="4693">
                  <c:v>351.65</c:v>
                </c:pt>
                <c:pt idx="4694">
                  <c:v>347.5</c:v>
                </c:pt>
                <c:pt idx="4695">
                  <c:v>344.55</c:v>
                </c:pt>
                <c:pt idx="4696">
                  <c:v>348.1</c:v>
                </c:pt>
                <c:pt idx="4697">
                  <c:v>339.6</c:v>
                </c:pt>
                <c:pt idx="4698">
                  <c:v>344.6</c:v>
                </c:pt>
                <c:pt idx="4699">
                  <c:v>335.1</c:v>
                </c:pt>
                <c:pt idx="4700">
                  <c:v>336.65</c:v>
                </c:pt>
                <c:pt idx="4701">
                  <c:v>328.25</c:v>
                </c:pt>
                <c:pt idx="4702">
                  <c:v>326.05</c:v>
                </c:pt>
                <c:pt idx="4703">
                  <c:v>319.89999999999998</c:v>
                </c:pt>
                <c:pt idx="4704">
                  <c:v>317.60000000000002</c:v>
                </c:pt>
                <c:pt idx="4705">
                  <c:v>311.2</c:v>
                </c:pt>
                <c:pt idx="4706">
                  <c:v>308.85000000000002</c:v>
                </c:pt>
                <c:pt idx="4707">
                  <c:v>317.45</c:v>
                </c:pt>
                <c:pt idx="4708">
                  <c:v>314.25</c:v>
                </c:pt>
                <c:pt idx="4709">
                  <c:v>314.89999999999998</c:v>
                </c:pt>
                <c:pt idx="4710">
                  <c:v>313.3</c:v>
                </c:pt>
                <c:pt idx="4711">
                  <c:v>304.35000000000002</c:v>
                </c:pt>
                <c:pt idx="4712">
                  <c:v>305.39999999999998</c:v>
                </c:pt>
                <c:pt idx="4713">
                  <c:v>302.39999999999998</c:v>
                </c:pt>
                <c:pt idx="4714">
                  <c:v>294.10000000000002</c:v>
                </c:pt>
                <c:pt idx="4715">
                  <c:v>300.95</c:v>
                </c:pt>
                <c:pt idx="4716">
                  <c:v>302.45</c:v>
                </c:pt>
                <c:pt idx="4717">
                  <c:v>298.05</c:v>
                </c:pt>
                <c:pt idx="4718">
                  <c:v>293.10000000000002</c:v>
                </c:pt>
                <c:pt idx="4719">
                  <c:v>299.85000000000002</c:v>
                </c:pt>
                <c:pt idx="4720">
                  <c:v>305.45</c:v>
                </c:pt>
                <c:pt idx="4721">
                  <c:v>311</c:v>
                </c:pt>
                <c:pt idx="4722">
                  <c:v>308.7</c:v>
                </c:pt>
                <c:pt idx="4723">
                  <c:v>308</c:v>
                </c:pt>
                <c:pt idx="4724">
                  <c:v>292.2</c:v>
                </c:pt>
                <c:pt idx="4725">
                  <c:v>296.3</c:v>
                </c:pt>
                <c:pt idx="4726">
                  <c:v>292.95</c:v>
                </c:pt>
                <c:pt idx="4727">
                  <c:v>298.10000000000002</c:v>
                </c:pt>
                <c:pt idx="4728">
                  <c:v>306.75</c:v>
                </c:pt>
                <c:pt idx="4729">
                  <c:v>303.95</c:v>
                </c:pt>
                <c:pt idx="4730">
                  <c:v>288.7</c:v>
                </c:pt>
                <c:pt idx="4731">
                  <c:v>282.64999999999998</c:v>
                </c:pt>
                <c:pt idx="4732">
                  <c:v>287.95</c:v>
                </c:pt>
                <c:pt idx="4733">
                  <c:v>289.85000000000002</c:v>
                </c:pt>
                <c:pt idx="4734">
                  <c:v>293.89999999999998</c:v>
                </c:pt>
                <c:pt idx="4735">
                  <c:v>290.75</c:v>
                </c:pt>
                <c:pt idx="4736">
                  <c:v>289.3</c:v>
                </c:pt>
                <c:pt idx="4737">
                  <c:v>288.8</c:v>
                </c:pt>
                <c:pt idx="4738">
                  <c:v>283.89999999999998</c:v>
                </c:pt>
                <c:pt idx="4739">
                  <c:v>292.10000000000002</c:v>
                </c:pt>
                <c:pt idx="4740">
                  <c:v>286.45</c:v>
                </c:pt>
                <c:pt idx="4741">
                  <c:v>289</c:v>
                </c:pt>
                <c:pt idx="4742">
                  <c:v>285.60000000000002</c:v>
                </c:pt>
                <c:pt idx="4743">
                  <c:v>284.60000000000002</c:v>
                </c:pt>
                <c:pt idx="4744">
                  <c:v>278</c:v>
                </c:pt>
                <c:pt idx="4745">
                  <c:v>280.89999999999998</c:v>
                </c:pt>
                <c:pt idx="4746">
                  <c:v>283.64999999999998</c:v>
                </c:pt>
                <c:pt idx="4747">
                  <c:v>274.64999999999998</c:v>
                </c:pt>
                <c:pt idx="4748">
                  <c:v>267.75</c:v>
                </c:pt>
                <c:pt idx="4749">
                  <c:v>270.95</c:v>
                </c:pt>
                <c:pt idx="4750">
                  <c:v>268.89999999999998</c:v>
                </c:pt>
                <c:pt idx="4751">
                  <c:v>274.60000000000002</c:v>
                </c:pt>
                <c:pt idx="4752">
                  <c:v>274.95</c:v>
                </c:pt>
                <c:pt idx="4753">
                  <c:v>273.5</c:v>
                </c:pt>
                <c:pt idx="4754">
                  <c:v>273.55</c:v>
                </c:pt>
                <c:pt idx="4755">
                  <c:v>279.3</c:v>
                </c:pt>
                <c:pt idx="4756">
                  <c:v>273.10000000000002</c:v>
                </c:pt>
                <c:pt idx="4757">
                  <c:v>262.85000000000002</c:v>
                </c:pt>
                <c:pt idx="4758">
                  <c:v>261.60000000000002</c:v>
                </c:pt>
                <c:pt idx="4759">
                  <c:v>271.75</c:v>
                </c:pt>
                <c:pt idx="4760">
                  <c:v>271.2</c:v>
                </c:pt>
                <c:pt idx="4761">
                  <c:v>280.64999999999998</c:v>
                </c:pt>
                <c:pt idx="4762">
                  <c:v>266.89999999999998</c:v>
                </c:pt>
                <c:pt idx="4763">
                  <c:v>261.89999999999998</c:v>
                </c:pt>
                <c:pt idx="4764">
                  <c:v>266.85000000000002</c:v>
                </c:pt>
                <c:pt idx="4765">
                  <c:v>274.05</c:v>
                </c:pt>
                <c:pt idx="4766">
                  <c:v>277.05</c:v>
                </c:pt>
                <c:pt idx="4767">
                  <c:v>285.85000000000002</c:v>
                </c:pt>
                <c:pt idx="4768">
                  <c:v>287.8</c:v>
                </c:pt>
                <c:pt idx="4769">
                  <c:v>284.5</c:v>
                </c:pt>
                <c:pt idx="4770">
                  <c:v>284</c:v>
                </c:pt>
                <c:pt idx="4771">
                  <c:v>281.10000000000002</c:v>
                </c:pt>
                <c:pt idx="4772">
                  <c:v>282.10000000000002</c:v>
                </c:pt>
                <c:pt idx="4773">
                  <c:v>291.2</c:v>
                </c:pt>
                <c:pt idx="4774">
                  <c:v>289.95</c:v>
                </c:pt>
                <c:pt idx="4775">
                  <c:v>289.7</c:v>
                </c:pt>
                <c:pt idx="4776">
                  <c:v>286.39999999999998</c:v>
                </c:pt>
                <c:pt idx="4777">
                  <c:v>292.64999999999998</c:v>
                </c:pt>
                <c:pt idx="4778">
                  <c:v>291.8</c:v>
                </c:pt>
                <c:pt idx="4779">
                  <c:v>286.25</c:v>
                </c:pt>
                <c:pt idx="4780">
                  <c:v>286.89999999999998</c:v>
                </c:pt>
                <c:pt idx="4781">
                  <c:v>288.45</c:v>
                </c:pt>
                <c:pt idx="4782">
                  <c:v>294.95</c:v>
                </c:pt>
                <c:pt idx="4783">
                  <c:v>288.5</c:v>
                </c:pt>
                <c:pt idx="4784">
                  <c:v>282.3</c:v>
                </c:pt>
                <c:pt idx="4785">
                  <c:v>285.75</c:v>
                </c:pt>
                <c:pt idx="4786">
                  <c:v>278.8</c:v>
                </c:pt>
                <c:pt idx="4787">
                  <c:v>281.35000000000002</c:v>
                </c:pt>
                <c:pt idx="4788">
                  <c:v>287.5</c:v>
                </c:pt>
                <c:pt idx="4789">
                  <c:v>288.25</c:v>
                </c:pt>
                <c:pt idx="4790">
                  <c:v>293.05</c:v>
                </c:pt>
                <c:pt idx="4791">
                  <c:v>292.3</c:v>
                </c:pt>
                <c:pt idx="4792">
                  <c:v>287.10000000000002</c:v>
                </c:pt>
                <c:pt idx="4793">
                  <c:v>289.89999999999998</c:v>
                </c:pt>
                <c:pt idx="4794">
                  <c:v>287.8</c:v>
                </c:pt>
                <c:pt idx="4795">
                  <c:v>294.25</c:v>
                </c:pt>
                <c:pt idx="4796">
                  <c:v>290.39999999999998</c:v>
                </c:pt>
                <c:pt idx="4797">
                  <c:v>291.55</c:v>
                </c:pt>
                <c:pt idx="4798">
                  <c:v>288.55</c:v>
                </c:pt>
                <c:pt idx="4799">
                  <c:v>287</c:v>
                </c:pt>
                <c:pt idx="4800">
                  <c:v>286.85000000000002</c:v>
                </c:pt>
                <c:pt idx="4801">
                  <c:v>292.14999999999998</c:v>
                </c:pt>
                <c:pt idx="4802">
                  <c:v>291.2</c:v>
                </c:pt>
                <c:pt idx="4803">
                  <c:v>299.14999999999998</c:v>
                </c:pt>
                <c:pt idx="4804">
                  <c:v>291.25</c:v>
                </c:pt>
                <c:pt idx="4805">
                  <c:v>288.3</c:v>
                </c:pt>
                <c:pt idx="4806">
                  <c:v>292.35000000000002</c:v>
                </c:pt>
                <c:pt idx="4807">
                  <c:v>286.60000000000002</c:v>
                </c:pt>
                <c:pt idx="4808">
                  <c:v>294</c:v>
                </c:pt>
                <c:pt idx="4809">
                  <c:v>308.35000000000002</c:v>
                </c:pt>
                <c:pt idx="4810">
                  <c:v>306.64999999999998</c:v>
                </c:pt>
                <c:pt idx="4811">
                  <c:v>308.85000000000002</c:v>
                </c:pt>
                <c:pt idx="4812">
                  <c:v>296.7</c:v>
                </c:pt>
                <c:pt idx="4813">
                  <c:v>288.10000000000002</c:v>
                </c:pt>
                <c:pt idx="4814">
                  <c:v>289.25</c:v>
                </c:pt>
                <c:pt idx="4815">
                  <c:v>285.45</c:v>
                </c:pt>
                <c:pt idx="4816">
                  <c:v>287.35000000000002</c:v>
                </c:pt>
                <c:pt idx="4817">
                  <c:v>276.89999999999998</c:v>
                </c:pt>
                <c:pt idx="4818">
                  <c:v>281</c:v>
                </c:pt>
                <c:pt idx="4819">
                  <c:v>268.5</c:v>
                </c:pt>
                <c:pt idx="4820">
                  <c:v>275.95</c:v>
                </c:pt>
                <c:pt idx="4821">
                  <c:v>276.39999999999998</c:v>
                </c:pt>
                <c:pt idx="4822">
                  <c:v>285.5</c:v>
                </c:pt>
                <c:pt idx="4823">
                  <c:v>279.39999999999998</c:v>
                </c:pt>
                <c:pt idx="4824">
                  <c:v>276.95</c:v>
                </c:pt>
                <c:pt idx="4825">
                  <c:v>275.95</c:v>
                </c:pt>
                <c:pt idx="4826">
                  <c:v>288</c:v>
                </c:pt>
                <c:pt idx="4827">
                  <c:v>287.75</c:v>
                </c:pt>
                <c:pt idx="4828">
                  <c:v>292.95</c:v>
                </c:pt>
                <c:pt idx="4829">
                  <c:v>280.55</c:v>
                </c:pt>
                <c:pt idx="4830">
                  <c:v>276.60000000000002</c:v>
                </c:pt>
                <c:pt idx="4831">
                  <c:v>271.7</c:v>
                </c:pt>
                <c:pt idx="4832">
                  <c:v>274.55</c:v>
                </c:pt>
                <c:pt idx="4833">
                  <c:v>274.2</c:v>
                </c:pt>
                <c:pt idx="4834">
                  <c:v>266.7</c:v>
                </c:pt>
                <c:pt idx="4835">
                  <c:v>262.39999999999998</c:v>
                </c:pt>
                <c:pt idx="4836">
                  <c:v>266.85000000000002</c:v>
                </c:pt>
                <c:pt idx="4837">
                  <c:v>273.35000000000002</c:v>
                </c:pt>
                <c:pt idx="4838">
                  <c:v>271.25</c:v>
                </c:pt>
                <c:pt idx="4839">
                  <c:v>274.35000000000002</c:v>
                </c:pt>
                <c:pt idx="4840">
                  <c:v>271.25</c:v>
                </c:pt>
                <c:pt idx="4841">
                  <c:v>260.2</c:v>
                </c:pt>
                <c:pt idx="4842">
                  <c:v>263.55</c:v>
                </c:pt>
                <c:pt idx="4843">
                  <c:v>260.55</c:v>
                </c:pt>
                <c:pt idx="4844">
                  <c:v>269.25</c:v>
                </c:pt>
                <c:pt idx="4845">
                  <c:v>267.14999999999998</c:v>
                </c:pt>
                <c:pt idx="4846">
                  <c:v>257.8</c:v>
                </c:pt>
                <c:pt idx="4847">
                  <c:v>267.05</c:v>
                </c:pt>
                <c:pt idx="4848">
                  <c:v>277.14999999999998</c:v>
                </c:pt>
                <c:pt idx="4849">
                  <c:v>277.35000000000002</c:v>
                </c:pt>
                <c:pt idx="4850">
                  <c:v>276.60000000000002</c:v>
                </c:pt>
                <c:pt idx="4851">
                  <c:v>275.75</c:v>
                </c:pt>
                <c:pt idx="4852">
                  <c:v>276.14999999999998</c:v>
                </c:pt>
                <c:pt idx="4853">
                  <c:v>277.39999999999998</c:v>
                </c:pt>
                <c:pt idx="4854">
                  <c:v>275.05</c:v>
                </c:pt>
                <c:pt idx="4855">
                  <c:v>266.64999999999998</c:v>
                </c:pt>
                <c:pt idx="4856">
                  <c:v>262.25</c:v>
                </c:pt>
                <c:pt idx="4857">
                  <c:v>262.35000000000002</c:v>
                </c:pt>
                <c:pt idx="4858">
                  <c:v>254.9</c:v>
                </c:pt>
                <c:pt idx="4859">
                  <c:v>267.3</c:v>
                </c:pt>
                <c:pt idx="4860">
                  <c:v>267.89999999999998</c:v>
                </c:pt>
                <c:pt idx="4861">
                  <c:v>270.95</c:v>
                </c:pt>
                <c:pt idx="4862">
                  <c:v>273.89999999999998</c:v>
                </c:pt>
                <c:pt idx="4863">
                  <c:v>271.89999999999998</c:v>
                </c:pt>
                <c:pt idx="4864">
                  <c:v>266.10000000000002</c:v>
                </c:pt>
                <c:pt idx="4865">
                  <c:v>259.05</c:v>
                </c:pt>
                <c:pt idx="4866">
                  <c:v>264.39999999999998</c:v>
                </c:pt>
                <c:pt idx="4867">
                  <c:v>263.3</c:v>
                </c:pt>
                <c:pt idx="4868">
                  <c:v>255.25</c:v>
                </c:pt>
                <c:pt idx="4869">
                  <c:v>248.65</c:v>
                </c:pt>
                <c:pt idx="4870">
                  <c:v>249.7</c:v>
                </c:pt>
                <c:pt idx="4871">
                  <c:v>241.4</c:v>
                </c:pt>
                <c:pt idx="4872">
                  <c:v>230.25</c:v>
                </c:pt>
                <c:pt idx="4873">
                  <c:v>237.45</c:v>
                </c:pt>
                <c:pt idx="4874">
                  <c:v>225.25</c:v>
                </c:pt>
                <c:pt idx="4875">
                  <c:v>225.15</c:v>
                </c:pt>
                <c:pt idx="4876">
                  <c:v>217.7</c:v>
                </c:pt>
                <c:pt idx="4877">
                  <c:v>217.55</c:v>
                </c:pt>
                <c:pt idx="4878">
                  <c:v>212.25</c:v>
                </c:pt>
                <c:pt idx="4879">
                  <c:v>221.7</c:v>
                </c:pt>
                <c:pt idx="4880">
                  <c:v>220.6</c:v>
                </c:pt>
                <c:pt idx="4881">
                  <c:v>220.15</c:v>
                </c:pt>
                <c:pt idx="4882">
                  <c:v>227.75</c:v>
                </c:pt>
                <c:pt idx="4883">
                  <c:v>227.15</c:v>
                </c:pt>
                <c:pt idx="4884">
                  <c:v>226.2</c:v>
                </c:pt>
                <c:pt idx="4885">
                  <c:v>224.85</c:v>
                </c:pt>
                <c:pt idx="4886">
                  <c:v>219</c:v>
                </c:pt>
                <c:pt idx="4887">
                  <c:v>217</c:v>
                </c:pt>
                <c:pt idx="4888">
                  <c:v>220.65</c:v>
                </c:pt>
                <c:pt idx="4889">
                  <c:v>214.1</c:v>
                </c:pt>
                <c:pt idx="4890">
                  <c:v>213.4</c:v>
                </c:pt>
                <c:pt idx="4891">
                  <c:v>205.75</c:v>
                </c:pt>
                <c:pt idx="4892">
                  <c:v>211.95</c:v>
                </c:pt>
                <c:pt idx="4893">
                  <c:v>217.45</c:v>
                </c:pt>
                <c:pt idx="4894">
                  <c:v>210.15</c:v>
                </c:pt>
                <c:pt idx="4895">
                  <c:v>214.8</c:v>
                </c:pt>
                <c:pt idx="4896">
                  <c:v>216.25</c:v>
                </c:pt>
                <c:pt idx="4897">
                  <c:v>217.95</c:v>
                </c:pt>
                <c:pt idx="4898">
                  <c:v>219.5</c:v>
                </c:pt>
                <c:pt idx="4899">
                  <c:v>227.7</c:v>
                </c:pt>
                <c:pt idx="4900">
                  <c:v>222.05</c:v>
                </c:pt>
                <c:pt idx="4901">
                  <c:v>226.2</c:v>
                </c:pt>
                <c:pt idx="4902">
                  <c:v>225.65</c:v>
                </c:pt>
                <c:pt idx="4903">
                  <c:v>216.2</c:v>
                </c:pt>
                <c:pt idx="4904">
                  <c:v>221.4</c:v>
                </c:pt>
                <c:pt idx="4905">
                  <c:v>219.55</c:v>
                </c:pt>
                <c:pt idx="4906">
                  <c:v>238.1</c:v>
                </c:pt>
                <c:pt idx="4907">
                  <c:v>243.7</c:v>
                </c:pt>
                <c:pt idx="4908">
                  <c:v>233.35</c:v>
                </c:pt>
                <c:pt idx="4909">
                  <c:v>234.4</c:v>
                </c:pt>
                <c:pt idx="4910">
                  <c:v>235.45</c:v>
                </c:pt>
                <c:pt idx="4911">
                  <c:v>232.2</c:v>
                </c:pt>
                <c:pt idx="4912">
                  <c:v>229.95</c:v>
                </c:pt>
                <c:pt idx="4913">
                  <c:v>222.65</c:v>
                </c:pt>
                <c:pt idx="4914">
                  <c:v>221.55</c:v>
                </c:pt>
                <c:pt idx="4915">
                  <c:v>214.65</c:v>
                </c:pt>
                <c:pt idx="4916">
                  <c:v>208</c:v>
                </c:pt>
                <c:pt idx="4917">
                  <c:v>212.8</c:v>
                </c:pt>
                <c:pt idx="4918">
                  <c:v>213.75</c:v>
                </c:pt>
                <c:pt idx="4919">
                  <c:v>217.25</c:v>
                </c:pt>
                <c:pt idx="4920">
                  <c:v>221.45</c:v>
                </c:pt>
                <c:pt idx="4921">
                  <c:v>219.65</c:v>
                </c:pt>
                <c:pt idx="4922">
                  <c:v>220.3</c:v>
                </c:pt>
                <c:pt idx="4923">
                  <c:v>222.95</c:v>
                </c:pt>
                <c:pt idx="4924">
                  <c:v>223.35</c:v>
                </c:pt>
                <c:pt idx="4925">
                  <c:v>219.7</c:v>
                </c:pt>
                <c:pt idx="4926">
                  <c:v>222.7</c:v>
                </c:pt>
                <c:pt idx="4927">
                  <c:v>222.85</c:v>
                </c:pt>
                <c:pt idx="4928">
                  <c:v>217.35</c:v>
                </c:pt>
                <c:pt idx="4929">
                  <c:v>219.35</c:v>
                </c:pt>
                <c:pt idx="4930">
                  <c:v>234.25</c:v>
                </c:pt>
                <c:pt idx="4931">
                  <c:v>234.4</c:v>
                </c:pt>
                <c:pt idx="4932">
                  <c:v>228</c:v>
                </c:pt>
                <c:pt idx="4933">
                  <c:v>237.6</c:v>
                </c:pt>
                <c:pt idx="4934">
                  <c:v>250.2</c:v>
                </c:pt>
                <c:pt idx="4935">
                  <c:v>246.05</c:v>
                </c:pt>
                <c:pt idx="4936">
                  <c:v>248.25</c:v>
                </c:pt>
                <c:pt idx="4937">
                  <c:v>252.65</c:v>
                </c:pt>
                <c:pt idx="4938">
                  <c:v>250</c:v>
                </c:pt>
                <c:pt idx="4939">
                  <c:v>251.9</c:v>
                </c:pt>
                <c:pt idx="4940">
                  <c:v>248.75</c:v>
                </c:pt>
                <c:pt idx="4941">
                  <c:v>245.75</c:v>
                </c:pt>
                <c:pt idx="4942">
                  <c:v>244.75</c:v>
                </c:pt>
                <c:pt idx="4943">
                  <c:v>249.6</c:v>
                </c:pt>
                <c:pt idx="4944">
                  <c:v>247.9</c:v>
                </c:pt>
                <c:pt idx="4945">
                  <c:v>248.7</c:v>
                </c:pt>
                <c:pt idx="4946">
                  <c:v>245.25</c:v>
                </c:pt>
                <c:pt idx="4947">
                  <c:v>251.25</c:v>
                </c:pt>
                <c:pt idx="4948">
                  <c:v>260.14999999999998</c:v>
                </c:pt>
                <c:pt idx="4949">
                  <c:v>253.25</c:v>
                </c:pt>
                <c:pt idx="4950">
                  <c:v>252.95</c:v>
                </c:pt>
                <c:pt idx="4951">
                  <c:v>263.95</c:v>
                </c:pt>
                <c:pt idx="4952">
                  <c:v>261.55</c:v>
                </c:pt>
                <c:pt idx="4953">
                  <c:v>268.3</c:v>
                </c:pt>
                <c:pt idx="4954">
                  <c:v>257.25</c:v>
                </c:pt>
                <c:pt idx="4955">
                  <c:v>259.8</c:v>
                </c:pt>
                <c:pt idx="4956">
                  <c:v>251.45</c:v>
                </c:pt>
                <c:pt idx="4957">
                  <c:v>254.1</c:v>
                </c:pt>
                <c:pt idx="4958">
                  <c:v>258.85000000000002</c:v>
                </c:pt>
                <c:pt idx="4959">
                  <c:v>251</c:v>
                </c:pt>
                <c:pt idx="4960">
                  <c:v>249.95</c:v>
                </c:pt>
                <c:pt idx="4961">
                  <c:v>255.6</c:v>
                </c:pt>
                <c:pt idx="4962">
                  <c:v>257.60000000000002</c:v>
                </c:pt>
                <c:pt idx="4963">
                  <c:v>253.1</c:v>
                </c:pt>
                <c:pt idx="4964">
                  <c:v>258.95</c:v>
                </c:pt>
                <c:pt idx="4965">
                  <c:v>264.39999999999998</c:v>
                </c:pt>
                <c:pt idx="4966">
                  <c:v>264.85000000000002</c:v>
                </c:pt>
                <c:pt idx="4967">
                  <c:v>264.7</c:v>
                </c:pt>
                <c:pt idx="4968">
                  <c:v>263.7</c:v>
                </c:pt>
                <c:pt idx="4969">
                  <c:v>266.75</c:v>
                </c:pt>
                <c:pt idx="4970">
                  <c:v>269.14999999999998</c:v>
                </c:pt>
                <c:pt idx="4971">
                  <c:v>268.89999999999998</c:v>
                </c:pt>
                <c:pt idx="4972">
                  <c:v>271.10000000000002</c:v>
                </c:pt>
                <c:pt idx="4973">
                  <c:v>270.05</c:v>
                </c:pt>
                <c:pt idx="4974">
                  <c:v>268.10000000000002</c:v>
                </c:pt>
                <c:pt idx="4975">
                  <c:v>276.45</c:v>
                </c:pt>
                <c:pt idx="4976">
                  <c:v>272.45</c:v>
                </c:pt>
                <c:pt idx="4977">
                  <c:v>264.25</c:v>
                </c:pt>
                <c:pt idx="4978">
                  <c:v>265.25</c:v>
                </c:pt>
                <c:pt idx="4979">
                  <c:v>262.5</c:v>
                </c:pt>
                <c:pt idx="4980">
                  <c:v>278.10000000000002</c:v>
                </c:pt>
                <c:pt idx="4981">
                  <c:v>277.89999999999998</c:v>
                </c:pt>
                <c:pt idx="4982">
                  <c:v>278.60000000000002</c:v>
                </c:pt>
                <c:pt idx="4983">
                  <c:v>280.89999999999998</c:v>
                </c:pt>
                <c:pt idx="4984">
                  <c:v>282.5</c:v>
                </c:pt>
                <c:pt idx="4985">
                  <c:v>277.45</c:v>
                </c:pt>
                <c:pt idx="4986">
                  <c:v>273.35000000000002</c:v>
                </c:pt>
                <c:pt idx="4987">
                  <c:v>271.35000000000002</c:v>
                </c:pt>
                <c:pt idx="4988">
                  <c:v>267.25</c:v>
                </c:pt>
                <c:pt idx="4989">
                  <c:v>265.85000000000002</c:v>
                </c:pt>
                <c:pt idx="4990">
                  <c:v>266.64999999999998</c:v>
                </c:pt>
                <c:pt idx="4991">
                  <c:v>271.89999999999998</c:v>
                </c:pt>
                <c:pt idx="4992">
                  <c:v>262.8</c:v>
                </c:pt>
                <c:pt idx="4993">
                  <c:v>255.25</c:v>
                </c:pt>
                <c:pt idx="4994">
                  <c:v>261.25</c:v>
                </c:pt>
                <c:pt idx="4995">
                  <c:v>256.95</c:v>
                </c:pt>
                <c:pt idx="4996">
                  <c:v>250.7</c:v>
                </c:pt>
                <c:pt idx="4997">
                  <c:v>244.75</c:v>
                </c:pt>
                <c:pt idx="4998">
                  <c:v>251.5</c:v>
                </c:pt>
                <c:pt idx="4999">
                  <c:v>258.35000000000002</c:v>
                </c:pt>
                <c:pt idx="5000">
                  <c:v>269.25</c:v>
                </c:pt>
                <c:pt idx="5001">
                  <c:v>276.45</c:v>
                </c:pt>
                <c:pt idx="5002">
                  <c:v>279.3</c:v>
                </c:pt>
                <c:pt idx="5003">
                  <c:v>277.89999999999998</c:v>
                </c:pt>
                <c:pt idx="5004">
                  <c:v>288.75</c:v>
                </c:pt>
                <c:pt idx="5005">
                  <c:v>293.7</c:v>
                </c:pt>
                <c:pt idx="5006">
                  <c:v>293.35000000000002</c:v>
                </c:pt>
                <c:pt idx="5007">
                  <c:v>289.14999999999998</c:v>
                </c:pt>
                <c:pt idx="5008">
                  <c:v>288.14999999999998</c:v>
                </c:pt>
                <c:pt idx="5009">
                  <c:v>284.8</c:v>
                </c:pt>
                <c:pt idx="5010">
                  <c:v>280.85000000000002</c:v>
                </c:pt>
                <c:pt idx="5011">
                  <c:v>281.8</c:v>
                </c:pt>
                <c:pt idx="5012">
                  <c:v>258.95</c:v>
                </c:pt>
                <c:pt idx="5013">
                  <c:v>262.60000000000002</c:v>
                </c:pt>
                <c:pt idx="5014">
                  <c:v>260.8</c:v>
                </c:pt>
                <c:pt idx="5015">
                  <c:v>252.1</c:v>
                </c:pt>
                <c:pt idx="5016">
                  <c:v>235.7</c:v>
                </c:pt>
                <c:pt idx="5017">
                  <c:v>235</c:v>
                </c:pt>
                <c:pt idx="5018">
                  <c:v>246.45</c:v>
                </c:pt>
                <c:pt idx="5019">
                  <c:v>245.6</c:v>
                </c:pt>
                <c:pt idx="5020">
                  <c:v>247.15</c:v>
                </c:pt>
                <c:pt idx="5021">
                  <c:v>238.8</c:v>
                </c:pt>
                <c:pt idx="5022">
                  <c:v>229.05</c:v>
                </c:pt>
                <c:pt idx="5023">
                  <c:v>223.5</c:v>
                </c:pt>
                <c:pt idx="5024">
                  <c:v>203.2</c:v>
                </c:pt>
                <c:pt idx="5025">
                  <c:v>214.9</c:v>
                </c:pt>
                <c:pt idx="5026">
                  <c:v>186</c:v>
                </c:pt>
                <c:pt idx="5027">
                  <c:v>176.45</c:v>
                </c:pt>
                <c:pt idx="5028">
                  <c:v>164.35</c:v>
                </c:pt>
                <c:pt idx="5029">
                  <c:v>163.30000000000001</c:v>
                </c:pt>
                <c:pt idx="5030">
                  <c:v>175.75</c:v>
                </c:pt>
                <c:pt idx="5031">
                  <c:v>144.4</c:v>
                </c:pt>
                <c:pt idx="5032">
                  <c:v>147.1</c:v>
                </c:pt>
                <c:pt idx="5033">
                  <c:v>151.80000000000001</c:v>
                </c:pt>
                <c:pt idx="5034">
                  <c:v>149.80000000000001</c:v>
                </c:pt>
                <c:pt idx="5035">
                  <c:v>151.44999999999999</c:v>
                </c:pt>
                <c:pt idx="5036">
                  <c:v>142.4</c:v>
                </c:pt>
                <c:pt idx="5037">
                  <c:v>146.25</c:v>
                </c:pt>
                <c:pt idx="5038">
                  <c:v>143</c:v>
                </c:pt>
                <c:pt idx="5039">
                  <c:v>140.69999999999999</c:v>
                </c:pt>
                <c:pt idx="5040">
                  <c:v>158.1</c:v>
                </c:pt>
                <c:pt idx="5041">
                  <c:v>154.6</c:v>
                </c:pt>
                <c:pt idx="5042">
                  <c:v>166.3</c:v>
                </c:pt>
                <c:pt idx="5043">
                  <c:v>167.65</c:v>
                </c:pt>
                <c:pt idx="5044">
                  <c:v>171.4</c:v>
                </c:pt>
                <c:pt idx="5045">
                  <c:v>170.65</c:v>
                </c:pt>
                <c:pt idx="5046">
                  <c:v>177.3</c:v>
                </c:pt>
                <c:pt idx="5047">
                  <c:v>167.5</c:v>
                </c:pt>
                <c:pt idx="5048">
                  <c:v>159.6</c:v>
                </c:pt>
                <c:pt idx="5049">
                  <c:v>161.19999999999999</c:v>
                </c:pt>
                <c:pt idx="5050">
                  <c:v>159.94999999999999</c:v>
                </c:pt>
                <c:pt idx="5051">
                  <c:v>153.25</c:v>
                </c:pt>
                <c:pt idx="5052">
                  <c:v>157.30000000000001</c:v>
                </c:pt>
                <c:pt idx="5053">
                  <c:v>159.4</c:v>
                </c:pt>
                <c:pt idx="5054">
                  <c:v>164.1</c:v>
                </c:pt>
                <c:pt idx="5055">
                  <c:v>180.65</c:v>
                </c:pt>
                <c:pt idx="5056">
                  <c:v>163.55000000000001</c:v>
                </c:pt>
                <c:pt idx="5057">
                  <c:v>163.9</c:v>
                </c:pt>
                <c:pt idx="5058">
                  <c:v>165.8</c:v>
                </c:pt>
                <c:pt idx="5059">
                  <c:v>172.2</c:v>
                </c:pt>
                <c:pt idx="5060">
                  <c:v>168.65</c:v>
                </c:pt>
                <c:pt idx="5061">
                  <c:v>174.55</c:v>
                </c:pt>
                <c:pt idx="5062">
                  <c:v>178.2</c:v>
                </c:pt>
                <c:pt idx="5063">
                  <c:v>182.35</c:v>
                </c:pt>
                <c:pt idx="5064">
                  <c:v>175.2</c:v>
                </c:pt>
                <c:pt idx="5065">
                  <c:v>174.3</c:v>
                </c:pt>
                <c:pt idx="5066">
                  <c:v>163.25</c:v>
                </c:pt>
                <c:pt idx="5067">
                  <c:v>169.3</c:v>
                </c:pt>
                <c:pt idx="5068">
                  <c:v>171.05</c:v>
                </c:pt>
                <c:pt idx="5069">
                  <c:v>169.9</c:v>
                </c:pt>
                <c:pt idx="5070">
                  <c:v>166.15</c:v>
                </c:pt>
                <c:pt idx="5071">
                  <c:v>176.25</c:v>
                </c:pt>
                <c:pt idx="5072">
                  <c:v>184.8</c:v>
                </c:pt>
                <c:pt idx="5073">
                  <c:v>184.15</c:v>
                </c:pt>
                <c:pt idx="5074">
                  <c:v>184.2</c:v>
                </c:pt>
                <c:pt idx="5075">
                  <c:v>193.95</c:v>
                </c:pt>
                <c:pt idx="5076">
                  <c:v>192.15</c:v>
                </c:pt>
                <c:pt idx="5077">
                  <c:v>192.7</c:v>
                </c:pt>
                <c:pt idx="5078">
                  <c:v>192</c:v>
                </c:pt>
                <c:pt idx="5079">
                  <c:v>197.05</c:v>
                </c:pt>
                <c:pt idx="5080">
                  <c:v>194.95</c:v>
                </c:pt>
                <c:pt idx="5081">
                  <c:v>190.05</c:v>
                </c:pt>
                <c:pt idx="5082">
                  <c:v>190.95</c:v>
                </c:pt>
                <c:pt idx="5083">
                  <c:v>184.65</c:v>
                </c:pt>
                <c:pt idx="5084">
                  <c:v>188.95</c:v>
                </c:pt>
                <c:pt idx="5085">
                  <c:v>183.75</c:v>
                </c:pt>
                <c:pt idx="5086">
                  <c:v>190.05</c:v>
                </c:pt>
                <c:pt idx="5087">
                  <c:v>191.85</c:v>
                </c:pt>
                <c:pt idx="5088">
                  <c:v>193.4</c:v>
                </c:pt>
                <c:pt idx="5089">
                  <c:v>194.3</c:v>
                </c:pt>
                <c:pt idx="5090">
                  <c:v>197.95</c:v>
                </c:pt>
                <c:pt idx="5091">
                  <c:v>201.65</c:v>
                </c:pt>
                <c:pt idx="5092">
                  <c:v>193.9</c:v>
                </c:pt>
                <c:pt idx="5093">
                  <c:v>193.55</c:v>
                </c:pt>
                <c:pt idx="5094">
                  <c:v>192.65</c:v>
                </c:pt>
                <c:pt idx="5095">
                  <c:v>190.7</c:v>
                </c:pt>
                <c:pt idx="5096">
                  <c:v>189.35</c:v>
                </c:pt>
                <c:pt idx="5097">
                  <c:v>191.45</c:v>
                </c:pt>
                <c:pt idx="5098">
                  <c:v>194.45</c:v>
                </c:pt>
                <c:pt idx="5099">
                  <c:v>190.95</c:v>
                </c:pt>
                <c:pt idx="5100">
                  <c:v>193.75</c:v>
                </c:pt>
                <c:pt idx="5101">
                  <c:v>190.85</c:v>
                </c:pt>
                <c:pt idx="5102">
                  <c:v>195.35</c:v>
                </c:pt>
                <c:pt idx="5103">
                  <c:v>197.45</c:v>
                </c:pt>
                <c:pt idx="5104">
                  <c:v>193.3</c:v>
                </c:pt>
                <c:pt idx="5105">
                  <c:v>198.4</c:v>
                </c:pt>
                <c:pt idx="5106">
                  <c:v>194.05</c:v>
                </c:pt>
                <c:pt idx="5107">
                  <c:v>194.9</c:v>
                </c:pt>
                <c:pt idx="5108">
                  <c:v>201.15</c:v>
                </c:pt>
                <c:pt idx="5109">
                  <c:v>206.75</c:v>
                </c:pt>
                <c:pt idx="5110">
                  <c:v>206.8</c:v>
                </c:pt>
                <c:pt idx="5111">
                  <c:v>209.95</c:v>
                </c:pt>
                <c:pt idx="5112">
                  <c:v>207</c:v>
                </c:pt>
                <c:pt idx="5113">
                  <c:v>209.35</c:v>
                </c:pt>
                <c:pt idx="5114">
                  <c:v>205</c:v>
                </c:pt>
                <c:pt idx="5115">
                  <c:v>206.95</c:v>
                </c:pt>
                <c:pt idx="5116">
                  <c:v>214.9</c:v>
                </c:pt>
                <c:pt idx="5117">
                  <c:v>217.55</c:v>
                </c:pt>
                <c:pt idx="5118">
                  <c:v>214.35</c:v>
                </c:pt>
                <c:pt idx="5119">
                  <c:v>220.25</c:v>
                </c:pt>
                <c:pt idx="5120">
                  <c:v>220.55</c:v>
                </c:pt>
                <c:pt idx="5121">
                  <c:v>228.1</c:v>
                </c:pt>
                <c:pt idx="5122">
                  <c:v>235.15</c:v>
                </c:pt>
                <c:pt idx="5123">
                  <c:v>239.5</c:v>
                </c:pt>
                <c:pt idx="5124">
                  <c:v>240.2</c:v>
                </c:pt>
                <c:pt idx="5125">
                  <c:v>245.2</c:v>
                </c:pt>
                <c:pt idx="5126">
                  <c:v>253.75</c:v>
                </c:pt>
                <c:pt idx="5127">
                  <c:v>256.8</c:v>
                </c:pt>
                <c:pt idx="5128">
                  <c:v>258.60000000000002</c:v>
                </c:pt>
                <c:pt idx="5129">
                  <c:v>265.35000000000002</c:v>
                </c:pt>
                <c:pt idx="5130">
                  <c:v>269.60000000000002</c:v>
                </c:pt>
                <c:pt idx="5131">
                  <c:v>277.14999999999998</c:v>
                </c:pt>
                <c:pt idx="5132">
                  <c:v>278.55</c:v>
                </c:pt>
                <c:pt idx="5133">
                  <c:v>282.64999999999998</c:v>
                </c:pt>
                <c:pt idx="5134">
                  <c:v>281.89999999999998</c:v>
                </c:pt>
                <c:pt idx="5135">
                  <c:v>285.75</c:v>
                </c:pt>
                <c:pt idx="5136">
                  <c:v>284.89999999999998</c:v>
                </c:pt>
                <c:pt idx="5137">
                  <c:v>286.2</c:v>
                </c:pt>
                <c:pt idx="5138">
                  <c:v>289.3</c:v>
                </c:pt>
                <c:pt idx="5139">
                  <c:v>280.7</c:v>
                </c:pt>
                <c:pt idx="5140">
                  <c:v>269.8</c:v>
                </c:pt>
                <c:pt idx="5141">
                  <c:v>286.8</c:v>
                </c:pt>
                <c:pt idx="5142">
                  <c:v>293</c:v>
                </c:pt>
                <c:pt idx="5143">
                  <c:v>293.39999999999998</c:v>
                </c:pt>
                <c:pt idx="5144">
                  <c:v>282.35000000000002</c:v>
                </c:pt>
                <c:pt idx="5145">
                  <c:v>286.5</c:v>
                </c:pt>
                <c:pt idx="5146">
                  <c:v>281.14999999999998</c:v>
                </c:pt>
                <c:pt idx="5147">
                  <c:v>286.85000000000002</c:v>
                </c:pt>
                <c:pt idx="5148">
                  <c:v>285.35000000000002</c:v>
                </c:pt>
                <c:pt idx="5149">
                  <c:v>287.8</c:v>
                </c:pt>
                <c:pt idx="5150">
                  <c:v>289.85000000000002</c:v>
                </c:pt>
                <c:pt idx="5151">
                  <c:v>289.60000000000002</c:v>
                </c:pt>
                <c:pt idx="5152">
                  <c:v>288.64999999999998</c:v>
                </c:pt>
                <c:pt idx="5153">
                  <c:v>286.85000000000002</c:v>
                </c:pt>
                <c:pt idx="5154">
                  <c:v>287.7</c:v>
                </c:pt>
                <c:pt idx="5155">
                  <c:v>271.3</c:v>
                </c:pt>
                <c:pt idx="5156">
                  <c:v>271.89999999999998</c:v>
                </c:pt>
                <c:pt idx="5157">
                  <c:v>268.2</c:v>
                </c:pt>
                <c:pt idx="5158">
                  <c:v>258.55</c:v>
                </c:pt>
                <c:pt idx="5159">
                  <c:v>268.35000000000002</c:v>
                </c:pt>
                <c:pt idx="5160">
                  <c:v>277</c:v>
                </c:pt>
                <c:pt idx="5161">
                  <c:v>284.10000000000002</c:v>
                </c:pt>
                <c:pt idx="5162">
                  <c:v>277.75</c:v>
                </c:pt>
                <c:pt idx="5163">
                  <c:v>282.05</c:v>
                </c:pt>
                <c:pt idx="5164">
                  <c:v>290.10000000000002</c:v>
                </c:pt>
                <c:pt idx="5165">
                  <c:v>291.35000000000002</c:v>
                </c:pt>
                <c:pt idx="5166">
                  <c:v>291.45</c:v>
                </c:pt>
                <c:pt idx="5167">
                  <c:v>292.95</c:v>
                </c:pt>
                <c:pt idx="5168">
                  <c:v>292</c:v>
                </c:pt>
                <c:pt idx="5169">
                  <c:v>285.14999999999998</c:v>
                </c:pt>
                <c:pt idx="5170">
                  <c:v>289.95</c:v>
                </c:pt>
                <c:pt idx="5171">
                  <c:v>290.64999999999998</c:v>
                </c:pt>
                <c:pt idx="5172">
                  <c:v>291.55</c:v>
                </c:pt>
                <c:pt idx="5173">
                  <c:v>311.05</c:v>
                </c:pt>
                <c:pt idx="5174">
                  <c:v>313.5</c:v>
                </c:pt>
                <c:pt idx="5175">
                  <c:v>318.7</c:v>
                </c:pt>
                <c:pt idx="5176">
                  <c:v>322.95</c:v>
                </c:pt>
                <c:pt idx="5177">
                  <c:v>325.5</c:v>
                </c:pt>
                <c:pt idx="5178">
                  <c:v>321.25</c:v>
                </c:pt>
                <c:pt idx="5179">
                  <c:v>308.3</c:v>
                </c:pt>
                <c:pt idx="5180">
                  <c:v>308.95</c:v>
                </c:pt>
                <c:pt idx="5181">
                  <c:v>305.85000000000002</c:v>
                </c:pt>
                <c:pt idx="5182">
                  <c:v>306.8</c:v>
                </c:pt>
                <c:pt idx="5183">
                  <c:v>309</c:v>
                </c:pt>
                <c:pt idx="5184">
                  <c:v>309.35000000000002</c:v>
                </c:pt>
                <c:pt idx="5185">
                  <c:v>314.75</c:v>
                </c:pt>
                <c:pt idx="5186">
                  <c:v>317.85000000000002</c:v>
                </c:pt>
                <c:pt idx="5187">
                  <c:v>327.7</c:v>
                </c:pt>
                <c:pt idx="5188">
                  <c:v>326.45</c:v>
                </c:pt>
                <c:pt idx="5189">
                  <c:v>333.1</c:v>
                </c:pt>
                <c:pt idx="5190">
                  <c:v>334.8</c:v>
                </c:pt>
                <c:pt idx="5191">
                  <c:v>342.75</c:v>
                </c:pt>
                <c:pt idx="5192">
                  <c:v>338</c:v>
                </c:pt>
                <c:pt idx="5193">
                  <c:v>343.2</c:v>
                </c:pt>
                <c:pt idx="5194">
                  <c:v>341.95</c:v>
                </c:pt>
                <c:pt idx="5195">
                  <c:v>340.95</c:v>
                </c:pt>
                <c:pt idx="5196">
                  <c:v>342.6</c:v>
                </c:pt>
                <c:pt idx="5197">
                  <c:v>331.2</c:v>
                </c:pt>
                <c:pt idx="5198">
                  <c:v>336.15</c:v>
                </c:pt>
                <c:pt idx="5199">
                  <c:v>337.75</c:v>
                </c:pt>
                <c:pt idx="5200">
                  <c:v>340.85</c:v>
                </c:pt>
                <c:pt idx="5201">
                  <c:v>338.25</c:v>
                </c:pt>
                <c:pt idx="5202">
                  <c:v>359.2</c:v>
                </c:pt>
                <c:pt idx="5203">
                  <c:v>350.2</c:v>
                </c:pt>
                <c:pt idx="5204">
                  <c:v>358.15</c:v>
                </c:pt>
                <c:pt idx="5205">
                  <c:v>368.4</c:v>
                </c:pt>
                <c:pt idx="5206">
                  <c:v>370.85</c:v>
                </c:pt>
                <c:pt idx="5207">
                  <c:v>370.4</c:v>
                </c:pt>
                <c:pt idx="5208">
                  <c:v>365</c:v>
                </c:pt>
                <c:pt idx="5209">
                  <c:v>362.65</c:v>
                </c:pt>
                <c:pt idx="5210">
                  <c:v>361.85</c:v>
                </c:pt>
                <c:pt idx="5211">
                  <c:v>362.3</c:v>
                </c:pt>
                <c:pt idx="5212">
                  <c:v>359.65</c:v>
                </c:pt>
                <c:pt idx="5213">
                  <c:v>357.5</c:v>
                </c:pt>
                <c:pt idx="5214">
                  <c:v>365.9</c:v>
                </c:pt>
                <c:pt idx="5215">
                  <c:v>370.6</c:v>
                </c:pt>
                <c:pt idx="5216">
                  <c:v>366.2</c:v>
                </c:pt>
                <c:pt idx="5217">
                  <c:v>364.2</c:v>
                </c:pt>
                <c:pt idx="5218">
                  <c:v>353.5</c:v>
                </c:pt>
                <c:pt idx="5219">
                  <c:v>361.95</c:v>
                </c:pt>
                <c:pt idx="5220">
                  <c:v>366.85</c:v>
                </c:pt>
                <c:pt idx="5221">
                  <c:v>366.25</c:v>
                </c:pt>
                <c:pt idx="5222">
                  <c:v>386.6</c:v>
                </c:pt>
                <c:pt idx="5223">
                  <c:v>381.8</c:v>
                </c:pt>
                <c:pt idx="5224">
                  <c:v>386.1</c:v>
                </c:pt>
                <c:pt idx="5225">
                  <c:v>387.2</c:v>
                </c:pt>
                <c:pt idx="5226">
                  <c:v>389.7</c:v>
                </c:pt>
                <c:pt idx="5227">
                  <c:v>403.1</c:v>
                </c:pt>
                <c:pt idx="5228">
                  <c:v>395.25</c:v>
                </c:pt>
                <c:pt idx="5229">
                  <c:v>401.7</c:v>
                </c:pt>
                <c:pt idx="5230">
                  <c:v>405.4</c:v>
                </c:pt>
                <c:pt idx="5231">
                  <c:v>402.85</c:v>
                </c:pt>
                <c:pt idx="5232">
                  <c:v>399.05</c:v>
                </c:pt>
                <c:pt idx="5233">
                  <c:v>399.55</c:v>
                </c:pt>
                <c:pt idx="5234">
                  <c:v>402.95</c:v>
                </c:pt>
                <c:pt idx="5235">
                  <c:v>396.4</c:v>
                </c:pt>
                <c:pt idx="5236">
                  <c:v>394.2</c:v>
                </c:pt>
                <c:pt idx="5237">
                  <c:v>383.1</c:v>
                </c:pt>
                <c:pt idx="5238">
                  <c:v>395.4</c:v>
                </c:pt>
                <c:pt idx="5239">
                  <c:v>400.9</c:v>
                </c:pt>
                <c:pt idx="5240">
                  <c:v>393.3</c:v>
                </c:pt>
                <c:pt idx="5241">
                  <c:v>375.4</c:v>
                </c:pt>
                <c:pt idx="5242">
                  <c:v>382.45</c:v>
                </c:pt>
                <c:pt idx="5243">
                  <c:v>376.25</c:v>
                </c:pt>
                <c:pt idx="5244">
                  <c:v>376.3</c:v>
                </c:pt>
                <c:pt idx="5245">
                  <c:v>366.85</c:v>
                </c:pt>
                <c:pt idx="5246">
                  <c:v>380.85</c:v>
                </c:pt>
                <c:pt idx="5247">
                  <c:v>389</c:v>
                </c:pt>
                <c:pt idx="5248">
                  <c:v>392.9</c:v>
                </c:pt>
                <c:pt idx="5249">
                  <c:v>400.3</c:v>
                </c:pt>
                <c:pt idx="5250">
                  <c:v>402.2</c:v>
                </c:pt>
                <c:pt idx="5251">
                  <c:v>417.65</c:v>
                </c:pt>
                <c:pt idx="5252">
                  <c:v>406.45</c:v>
                </c:pt>
                <c:pt idx="5253">
                  <c:v>410.75</c:v>
                </c:pt>
                <c:pt idx="5254">
                  <c:v>408.85</c:v>
                </c:pt>
                <c:pt idx="5255">
                  <c:v>403.8</c:v>
                </c:pt>
                <c:pt idx="5256">
                  <c:v>403.7</c:v>
                </c:pt>
                <c:pt idx="5257">
                  <c:v>407.65</c:v>
                </c:pt>
                <c:pt idx="5258">
                  <c:v>408.7</c:v>
                </c:pt>
                <c:pt idx="5259">
                  <c:v>407.65</c:v>
                </c:pt>
                <c:pt idx="5260">
                  <c:v>395.65</c:v>
                </c:pt>
                <c:pt idx="5261">
                  <c:v>406.1</c:v>
                </c:pt>
                <c:pt idx="5262">
                  <c:v>412.6</c:v>
                </c:pt>
                <c:pt idx="5263">
                  <c:v>408.1</c:v>
                </c:pt>
                <c:pt idx="5264">
                  <c:v>421.75</c:v>
                </c:pt>
                <c:pt idx="5265">
                  <c:v>395.45</c:v>
                </c:pt>
                <c:pt idx="5266">
                  <c:v>405.1</c:v>
                </c:pt>
                <c:pt idx="5267">
                  <c:v>413.3</c:v>
                </c:pt>
                <c:pt idx="5268">
                  <c:v>428.15</c:v>
                </c:pt>
                <c:pt idx="5269">
                  <c:v>414.1</c:v>
                </c:pt>
                <c:pt idx="5270">
                  <c:v>406.4</c:v>
                </c:pt>
                <c:pt idx="5271">
                  <c:v>407.85</c:v>
                </c:pt>
                <c:pt idx="5272">
                  <c:v>401.6</c:v>
                </c:pt>
                <c:pt idx="5273">
                  <c:v>414</c:v>
                </c:pt>
                <c:pt idx="5274">
                  <c:v>418.75</c:v>
                </c:pt>
                <c:pt idx="5275">
                  <c:v>429.65</c:v>
                </c:pt>
                <c:pt idx="5276">
                  <c:v>425.95</c:v>
                </c:pt>
                <c:pt idx="5277">
                  <c:v>422.5</c:v>
                </c:pt>
                <c:pt idx="5278">
                  <c:v>423.15</c:v>
                </c:pt>
                <c:pt idx="5279">
                  <c:v>440.55</c:v>
                </c:pt>
                <c:pt idx="5280">
                  <c:v>445.3</c:v>
                </c:pt>
                <c:pt idx="5281">
                  <c:v>441.8</c:v>
                </c:pt>
                <c:pt idx="5282">
                  <c:v>437.35</c:v>
                </c:pt>
                <c:pt idx="5283">
                  <c:v>438</c:v>
                </c:pt>
                <c:pt idx="5284">
                  <c:v>445.2</c:v>
                </c:pt>
                <c:pt idx="5285">
                  <c:v>467.45</c:v>
                </c:pt>
                <c:pt idx="5286">
                  <c:v>468.45</c:v>
                </c:pt>
                <c:pt idx="5287">
                  <c:v>508.75</c:v>
                </c:pt>
                <c:pt idx="5288">
                  <c:v>517.5</c:v>
                </c:pt>
                <c:pt idx="5289">
                  <c:v>537.45000000000005</c:v>
                </c:pt>
                <c:pt idx="5290">
                  <c:v>562.29999999999995</c:v>
                </c:pt>
                <c:pt idx="5291">
                  <c:v>614.1</c:v>
                </c:pt>
                <c:pt idx="5292">
                  <c:v>621</c:v>
                </c:pt>
                <c:pt idx="5293">
                  <c:v>604.15</c:v>
                </c:pt>
                <c:pt idx="5294">
                  <c:v>630.35</c:v>
                </c:pt>
                <c:pt idx="5295">
                  <c:v>629.1</c:v>
                </c:pt>
                <c:pt idx="5296">
                  <c:v>619.4</c:v>
                </c:pt>
                <c:pt idx="5297">
                  <c:v>615.79999999999995</c:v>
                </c:pt>
                <c:pt idx="5298">
                  <c:v>620.6</c:v>
                </c:pt>
                <c:pt idx="5299">
                  <c:v>640.75</c:v>
                </c:pt>
                <c:pt idx="5300">
                  <c:v>635.4</c:v>
                </c:pt>
                <c:pt idx="5301">
                  <c:v>655.8</c:v>
                </c:pt>
                <c:pt idx="5302">
                  <c:v>665.9</c:v>
                </c:pt>
                <c:pt idx="5303">
                  <c:v>662.65</c:v>
                </c:pt>
                <c:pt idx="5304">
                  <c:v>726.5</c:v>
                </c:pt>
                <c:pt idx="5305">
                  <c:v>717.85</c:v>
                </c:pt>
              </c:numCache>
            </c:numRef>
          </c:val>
          <c:smooth val="0"/>
          <c:extLst>
            <c:ext xmlns:c16="http://schemas.microsoft.com/office/drawing/2014/chart" uri="{C3380CC4-5D6E-409C-BE32-E72D297353CC}">
              <c16:uniqueId val="{00000002-39C1-4F00-B2DB-688437F39958}"/>
            </c:ext>
          </c:extLst>
        </c:ser>
        <c:ser>
          <c:idx val="3"/>
          <c:order val="3"/>
          <c:tx>
            <c:strRef>
              <c:f>ALLFIVE!$E$1:$E$2</c:f>
              <c:strCache>
                <c:ptCount val="1"/>
                <c:pt idx="0">
                  <c:v>RELIANCE</c:v>
                </c:pt>
              </c:strCache>
            </c:strRef>
          </c:tx>
          <c:spPr>
            <a:ln w="22860" cap="rnd">
              <a:solidFill>
                <a:schemeClr val="accent4"/>
              </a:solidFill>
              <a:round/>
            </a:ln>
            <a:effectLst/>
          </c:spPr>
          <c:marker>
            <c:symbol val="none"/>
          </c:marker>
          <c:cat>
            <c:strRef>
              <c:f>ALLFIVE!$A$3:$A$5309</c:f>
              <c:strCache>
                <c:ptCount val="5306"/>
                <c:pt idx="0">
                  <c:v>03-01-2000</c:v>
                </c:pt>
                <c:pt idx="1">
                  <c:v>04-01-2000</c:v>
                </c:pt>
                <c:pt idx="2">
                  <c:v>05-01-2000</c:v>
                </c:pt>
                <c:pt idx="3">
                  <c:v>06-01-2000</c:v>
                </c:pt>
                <c:pt idx="4">
                  <c:v>07-01-2000</c:v>
                </c:pt>
                <c:pt idx="5">
                  <c:v>10-01-2000</c:v>
                </c:pt>
                <c:pt idx="6">
                  <c:v>11-01-2000</c:v>
                </c:pt>
                <c:pt idx="7">
                  <c:v>12-01-2000</c:v>
                </c:pt>
                <c:pt idx="8">
                  <c:v>13-01-2000</c:v>
                </c:pt>
                <c:pt idx="9">
                  <c:v>14-01-2000</c:v>
                </c:pt>
                <c:pt idx="10">
                  <c:v>17-01-2000</c:v>
                </c:pt>
                <c:pt idx="11">
                  <c:v>18-01-2000</c:v>
                </c:pt>
                <c:pt idx="12">
                  <c:v>19-01-2000</c:v>
                </c:pt>
                <c:pt idx="13">
                  <c:v>20-01-2000</c:v>
                </c:pt>
                <c:pt idx="14">
                  <c:v>21-01-2000</c:v>
                </c:pt>
                <c:pt idx="15">
                  <c:v>24-01-2000</c:v>
                </c:pt>
                <c:pt idx="16">
                  <c:v>25-01-2000</c:v>
                </c:pt>
                <c:pt idx="17">
                  <c:v>27-01-2000</c:v>
                </c:pt>
                <c:pt idx="18">
                  <c:v>28-01-2000</c:v>
                </c:pt>
                <c:pt idx="19">
                  <c:v>31-01-2000</c:v>
                </c:pt>
                <c:pt idx="20">
                  <c:v>01-02-2000</c:v>
                </c:pt>
                <c:pt idx="21">
                  <c:v>02-02-2000</c:v>
                </c:pt>
                <c:pt idx="22">
                  <c:v>03-02-2000</c:v>
                </c:pt>
                <c:pt idx="23">
                  <c:v>04-02-2000</c:v>
                </c:pt>
                <c:pt idx="24">
                  <c:v>07-02-2000</c:v>
                </c:pt>
                <c:pt idx="25">
                  <c:v>08-02-2000</c:v>
                </c:pt>
                <c:pt idx="26">
                  <c:v>09-02-2000</c:v>
                </c:pt>
                <c:pt idx="27">
                  <c:v>10-02-2000</c:v>
                </c:pt>
                <c:pt idx="28">
                  <c:v>11-02-2000</c:v>
                </c:pt>
                <c:pt idx="29">
                  <c:v>14-02-2000</c:v>
                </c:pt>
                <c:pt idx="30">
                  <c:v>15-02-2000</c:v>
                </c:pt>
                <c:pt idx="31">
                  <c:v>16-02-2000</c:v>
                </c:pt>
                <c:pt idx="32">
                  <c:v>17-02-2000</c:v>
                </c:pt>
                <c:pt idx="33">
                  <c:v>18-02-2000</c:v>
                </c:pt>
                <c:pt idx="34">
                  <c:v>21-02-2000</c:v>
                </c:pt>
                <c:pt idx="35">
                  <c:v>22-02-2000</c:v>
                </c:pt>
                <c:pt idx="36">
                  <c:v>23-02-2000</c:v>
                </c:pt>
                <c:pt idx="37">
                  <c:v>24-02-2000</c:v>
                </c:pt>
                <c:pt idx="38">
                  <c:v>25-02-2000</c:v>
                </c:pt>
                <c:pt idx="39">
                  <c:v>28-02-2000</c:v>
                </c:pt>
                <c:pt idx="40">
                  <c:v>29-02-2000</c:v>
                </c:pt>
                <c:pt idx="41">
                  <c:v>01-03-2000</c:v>
                </c:pt>
                <c:pt idx="42">
                  <c:v>02-03-2000</c:v>
                </c:pt>
                <c:pt idx="43">
                  <c:v>03-03-2000</c:v>
                </c:pt>
                <c:pt idx="44">
                  <c:v>06-03-2000</c:v>
                </c:pt>
                <c:pt idx="45">
                  <c:v>07-03-2000</c:v>
                </c:pt>
                <c:pt idx="46">
                  <c:v>08-03-2000</c:v>
                </c:pt>
                <c:pt idx="47">
                  <c:v>09-03-2000</c:v>
                </c:pt>
                <c:pt idx="48">
                  <c:v>10-03-2000</c:v>
                </c:pt>
                <c:pt idx="49">
                  <c:v>13-03-2000</c:v>
                </c:pt>
                <c:pt idx="50">
                  <c:v>14-03-2000</c:v>
                </c:pt>
                <c:pt idx="51">
                  <c:v>15-03-2000</c:v>
                </c:pt>
                <c:pt idx="52">
                  <c:v>16-03-2000</c:v>
                </c:pt>
                <c:pt idx="53">
                  <c:v>21-03-2000</c:v>
                </c:pt>
                <c:pt idx="54">
                  <c:v>22-03-2000</c:v>
                </c:pt>
                <c:pt idx="55">
                  <c:v>23-03-2000</c:v>
                </c:pt>
                <c:pt idx="56">
                  <c:v>24-03-2000</c:v>
                </c:pt>
                <c:pt idx="57">
                  <c:v>27-03-2000</c:v>
                </c:pt>
                <c:pt idx="58">
                  <c:v>28-03-2000</c:v>
                </c:pt>
                <c:pt idx="59">
                  <c:v>29-03-2000</c:v>
                </c:pt>
                <c:pt idx="60">
                  <c:v>30-03-2000</c:v>
                </c:pt>
                <c:pt idx="61">
                  <c:v>31-03-2000</c:v>
                </c:pt>
                <c:pt idx="62">
                  <c:v>03-04-2000</c:v>
                </c:pt>
                <c:pt idx="63">
                  <c:v>04-04-2000</c:v>
                </c:pt>
                <c:pt idx="64">
                  <c:v>05-04-2000</c:v>
                </c:pt>
                <c:pt idx="65">
                  <c:v>06-04-2000</c:v>
                </c:pt>
                <c:pt idx="66">
                  <c:v>07-04-2000</c:v>
                </c:pt>
                <c:pt idx="67">
                  <c:v>10-04-2000</c:v>
                </c:pt>
                <c:pt idx="68">
                  <c:v>11-04-2000</c:v>
                </c:pt>
                <c:pt idx="69">
                  <c:v>12-04-2000</c:v>
                </c:pt>
                <c:pt idx="70">
                  <c:v>13-04-2000</c:v>
                </c:pt>
                <c:pt idx="71">
                  <c:v>17-04-2000</c:v>
                </c:pt>
                <c:pt idx="72">
                  <c:v>18-04-2000</c:v>
                </c:pt>
                <c:pt idx="73">
                  <c:v>19-04-2000</c:v>
                </c:pt>
                <c:pt idx="74">
                  <c:v>20-04-2000</c:v>
                </c:pt>
                <c:pt idx="75">
                  <c:v>24-04-2000</c:v>
                </c:pt>
                <c:pt idx="76">
                  <c:v>25-04-2000</c:v>
                </c:pt>
                <c:pt idx="77">
                  <c:v>26-04-2000</c:v>
                </c:pt>
                <c:pt idx="78">
                  <c:v>27-04-2000</c:v>
                </c:pt>
                <c:pt idx="79">
                  <c:v>28-04-2000</c:v>
                </c:pt>
                <c:pt idx="80">
                  <c:v>02-05-2000</c:v>
                </c:pt>
                <c:pt idx="81">
                  <c:v>03-05-2000</c:v>
                </c:pt>
                <c:pt idx="82">
                  <c:v>04-05-2000</c:v>
                </c:pt>
                <c:pt idx="83">
                  <c:v>05-05-2000</c:v>
                </c:pt>
                <c:pt idx="84">
                  <c:v>08-05-2000</c:v>
                </c:pt>
                <c:pt idx="85">
                  <c:v>09-05-2000</c:v>
                </c:pt>
                <c:pt idx="86">
                  <c:v>10-05-2000</c:v>
                </c:pt>
                <c:pt idx="87">
                  <c:v>11-05-2000</c:v>
                </c:pt>
                <c:pt idx="88">
                  <c:v>12-05-2000</c:v>
                </c:pt>
                <c:pt idx="89">
                  <c:v>15-05-2000</c:v>
                </c:pt>
                <c:pt idx="90">
                  <c:v>16-05-2000</c:v>
                </c:pt>
                <c:pt idx="91">
                  <c:v>17-05-2000</c:v>
                </c:pt>
                <c:pt idx="92">
                  <c:v>18-05-2000</c:v>
                </c:pt>
                <c:pt idx="93">
                  <c:v>19-05-2000</c:v>
                </c:pt>
                <c:pt idx="94">
                  <c:v>22-05-2000</c:v>
                </c:pt>
                <c:pt idx="95">
                  <c:v>23-05-2000</c:v>
                </c:pt>
                <c:pt idx="96">
                  <c:v>24-05-2000</c:v>
                </c:pt>
                <c:pt idx="97">
                  <c:v>25-05-2000</c:v>
                </c:pt>
                <c:pt idx="98">
                  <c:v>26-05-2000</c:v>
                </c:pt>
                <c:pt idx="99">
                  <c:v>29-05-2000</c:v>
                </c:pt>
                <c:pt idx="100">
                  <c:v>30-05-2000</c:v>
                </c:pt>
                <c:pt idx="101">
                  <c:v>31-05-2000</c:v>
                </c:pt>
                <c:pt idx="102">
                  <c:v>01-06-2000</c:v>
                </c:pt>
                <c:pt idx="103">
                  <c:v>02-06-2000</c:v>
                </c:pt>
                <c:pt idx="104">
                  <c:v>05-06-2000</c:v>
                </c:pt>
                <c:pt idx="105">
                  <c:v>06-06-2000</c:v>
                </c:pt>
                <c:pt idx="106">
                  <c:v>07-06-2000</c:v>
                </c:pt>
                <c:pt idx="107">
                  <c:v>08-06-2000</c:v>
                </c:pt>
                <c:pt idx="108">
                  <c:v>09-06-2000</c:v>
                </c:pt>
                <c:pt idx="109">
                  <c:v>12-06-2000</c:v>
                </c:pt>
                <c:pt idx="110">
                  <c:v>13-06-2000</c:v>
                </c:pt>
                <c:pt idx="111">
                  <c:v>14-06-2000</c:v>
                </c:pt>
                <c:pt idx="112">
                  <c:v>15-06-2000</c:v>
                </c:pt>
                <c:pt idx="113">
                  <c:v>16-06-2000</c:v>
                </c:pt>
                <c:pt idx="114">
                  <c:v>19-06-2000</c:v>
                </c:pt>
                <c:pt idx="115">
                  <c:v>20-06-2000</c:v>
                </c:pt>
                <c:pt idx="116">
                  <c:v>21-06-2000</c:v>
                </c:pt>
                <c:pt idx="117">
                  <c:v>22-06-2000</c:v>
                </c:pt>
                <c:pt idx="118">
                  <c:v>23-06-2000</c:v>
                </c:pt>
                <c:pt idx="119">
                  <c:v>26-06-2000</c:v>
                </c:pt>
                <c:pt idx="120">
                  <c:v>27-06-2000</c:v>
                </c:pt>
                <c:pt idx="121">
                  <c:v>28-06-2000</c:v>
                </c:pt>
                <c:pt idx="122">
                  <c:v>29-06-2000</c:v>
                </c:pt>
                <c:pt idx="123">
                  <c:v>30-06-2000</c:v>
                </c:pt>
                <c:pt idx="124">
                  <c:v>03-07-2000</c:v>
                </c:pt>
                <c:pt idx="125">
                  <c:v>04-07-2000</c:v>
                </c:pt>
                <c:pt idx="126">
                  <c:v>05-07-2000</c:v>
                </c:pt>
                <c:pt idx="127">
                  <c:v>06-07-2000</c:v>
                </c:pt>
                <c:pt idx="128">
                  <c:v>07-07-2000</c:v>
                </c:pt>
                <c:pt idx="129">
                  <c:v>10-07-2000</c:v>
                </c:pt>
                <c:pt idx="130">
                  <c:v>11-07-2000</c:v>
                </c:pt>
                <c:pt idx="131">
                  <c:v>12-07-2000</c:v>
                </c:pt>
                <c:pt idx="132">
                  <c:v>13-07-2000</c:v>
                </c:pt>
                <c:pt idx="133">
                  <c:v>14-07-2000</c:v>
                </c:pt>
                <c:pt idx="134">
                  <c:v>17-07-2000</c:v>
                </c:pt>
                <c:pt idx="135">
                  <c:v>18-07-2000</c:v>
                </c:pt>
                <c:pt idx="136">
                  <c:v>19-07-2000</c:v>
                </c:pt>
                <c:pt idx="137">
                  <c:v>20-07-2000</c:v>
                </c:pt>
                <c:pt idx="138">
                  <c:v>21-07-2000</c:v>
                </c:pt>
                <c:pt idx="139">
                  <c:v>24-07-2000</c:v>
                </c:pt>
                <c:pt idx="140">
                  <c:v>25-07-2000</c:v>
                </c:pt>
                <c:pt idx="141">
                  <c:v>26-07-2000</c:v>
                </c:pt>
                <c:pt idx="142">
                  <c:v>27-07-2000</c:v>
                </c:pt>
                <c:pt idx="143">
                  <c:v>28-07-2000</c:v>
                </c:pt>
                <c:pt idx="144">
                  <c:v>31-07-2000</c:v>
                </c:pt>
                <c:pt idx="145">
                  <c:v>01-08-2000</c:v>
                </c:pt>
                <c:pt idx="146">
                  <c:v>02-08-2000</c:v>
                </c:pt>
                <c:pt idx="147">
                  <c:v>03-08-2000</c:v>
                </c:pt>
                <c:pt idx="148">
                  <c:v>04-08-2000</c:v>
                </c:pt>
                <c:pt idx="149">
                  <c:v>07-08-2000</c:v>
                </c:pt>
                <c:pt idx="150">
                  <c:v>08-08-2000</c:v>
                </c:pt>
                <c:pt idx="151">
                  <c:v>09-08-2000</c:v>
                </c:pt>
                <c:pt idx="152">
                  <c:v>10-08-2000</c:v>
                </c:pt>
                <c:pt idx="153">
                  <c:v>11-08-2000</c:v>
                </c:pt>
                <c:pt idx="154">
                  <c:v>14-08-2000</c:v>
                </c:pt>
                <c:pt idx="155">
                  <c:v>16-08-2000</c:v>
                </c:pt>
                <c:pt idx="156">
                  <c:v>17-08-2000</c:v>
                </c:pt>
                <c:pt idx="157">
                  <c:v>18-08-2000</c:v>
                </c:pt>
                <c:pt idx="158">
                  <c:v>21-08-2000</c:v>
                </c:pt>
                <c:pt idx="159">
                  <c:v>22-08-2000</c:v>
                </c:pt>
                <c:pt idx="160">
                  <c:v>23-08-2000</c:v>
                </c:pt>
                <c:pt idx="161">
                  <c:v>24-08-2000</c:v>
                </c:pt>
                <c:pt idx="162">
                  <c:v>25-08-2000</c:v>
                </c:pt>
                <c:pt idx="163">
                  <c:v>28-08-2000</c:v>
                </c:pt>
                <c:pt idx="164">
                  <c:v>29-08-2000</c:v>
                </c:pt>
                <c:pt idx="165">
                  <c:v>30-08-2000</c:v>
                </c:pt>
                <c:pt idx="166">
                  <c:v>31-08-2000</c:v>
                </c:pt>
                <c:pt idx="167">
                  <c:v>04-09-2000</c:v>
                </c:pt>
                <c:pt idx="168">
                  <c:v>05-09-2000</c:v>
                </c:pt>
                <c:pt idx="169">
                  <c:v>06-09-2000</c:v>
                </c:pt>
                <c:pt idx="170">
                  <c:v>07-09-2000</c:v>
                </c:pt>
                <c:pt idx="171">
                  <c:v>08-09-2000</c:v>
                </c:pt>
                <c:pt idx="172">
                  <c:v>11-09-2000</c:v>
                </c:pt>
                <c:pt idx="173">
                  <c:v>12-09-2000</c:v>
                </c:pt>
                <c:pt idx="174">
                  <c:v>13-09-2000</c:v>
                </c:pt>
                <c:pt idx="175">
                  <c:v>14-09-2000</c:v>
                </c:pt>
                <c:pt idx="176">
                  <c:v>15-09-2000</c:v>
                </c:pt>
                <c:pt idx="177">
                  <c:v>18-09-2000</c:v>
                </c:pt>
                <c:pt idx="178">
                  <c:v>19-09-2000</c:v>
                </c:pt>
                <c:pt idx="179">
                  <c:v>20-09-2000</c:v>
                </c:pt>
                <c:pt idx="180">
                  <c:v>21-09-2000</c:v>
                </c:pt>
                <c:pt idx="181">
                  <c:v>22-09-2000</c:v>
                </c:pt>
                <c:pt idx="182">
                  <c:v>25-09-2000</c:v>
                </c:pt>
                <c:pt idx="183">
                  <c:v>26-09-2000</c:v>
                </c:pt>
                <c:pt idx="184">
                  <c:v>27-09-2000</c:v>
                </c:pt>
                <c:pt idx="185">
                  <c:v>28-09-2000</c:v>
                </c:pt>
                <c:pt idx="186">
                  <c:v>29-09-2000</c:v>
                </c:pt>
                <c:pt idx="187">
                  <c:v>03-10-2000</c:v>
                </c:pt>
                <c:pt idx="188">
                  <c:v>04-10-2000</c:v>
                </c:pt>
                <c:pt idx="189">
                  <c:v>05-10-2000</c:v>
                </c:pt>
                <c:pt idx="190">
                  <c:v>06-10-2000</c:v>
                </c:pt>
                <c:pt idx="191">
                  <c:v>09-10-2000</c:v>
                </c:pt>
                <c:pt idx="192">
                  <c:v>10-10-2000</c:v>
                </c:pt>
                <c:pt idx="193">
                  <c:v>11-10-2000</c:v>
                </c:pt>
                <c:pt idx="194">
                  <c:v>12-10-2000</c:v>
                </c:pt>
                <c:pt idx="195">
                  <c:v>13-10-2000</c:v>
                </c:pt>
                <c:pt idx="196">
                  <c:v>16-10-2000</c:v>
                </c:pt>
                <c:pt idx="197">
                  <c:v>17-10-2000</c:v>
                </c:pt>
                <c:pt idx="198">
                  <c:v>18-10-2000</c:v>
                </c:pt>
                <c:pt idx="199">
                  <c:v>19-10-2000</c:v>
                </c:pt>
                <c:pt idx="200">
                  <c:v>20-10-2000</c:v>
                </c:pt>
                <c:pt idx="201">
                  <c:v>23-10-2000</c:v>
                </c:pt>
                <c:pt idx="202">
                  <c:v>24-10-2000</c:v>
                </c:pt>
                <c:pt idx="203">
                  <c:v>25-10-2000</c:v>
                </c:pt>
                <c:pt idx="204">
                  <c:v>26-10-2000</c:v>
                </c:pt>
                <c:pt idx="205">
                  <c:v>27-10-2000</c:v>
                </c:pt>
                <c:pt idx="206">
                  <c:v>30-10-2000</c:v>
                </c:pt>
                <c:pt idx="207">
                  <c:v>31-10-2000</c:v>
                </c:pt>
                <c:pt idx="208">
                  <c:v>01-11-2000</c:v>
                </c:pt>
                <c:pt idx="209">
                  <c:v>02-11-2000</c:v>
                </c:pt>
                <c:pt idx="210">
                  <c:v>03-11-2000</c:v>
                </c:pt>
                <c:pt idx="211">
                  <c:v>06-11-2000</c:v>
                </c:pt>
                <c:pt idx="212">
                  <c:v>07-11-2000</c:v>
                </c:pt>
                <c:pt idx="213">
                  <c:v>08-11-2000</c:v>
                </c:pt>
                <c:pt idx="214">
                  <c:v>09-11-2000</c:v>
                </c:pt>
                <c:pt idx="215">
                  <c:v>10-11-2000</c:v>
                </c:pt>
                <c:pt idx="216">
                  <c:v>13-11-2000</c:v>
                </c:pt>
                <c:pt idx="217">
                  <c:v>14-11-2000</c:v>
                </c:pt>
                <c:pt idx="218">
                  <c:v>15-11-2000</c:v>
                </c:pt>
                <c:pt idx="219">
                  <c:v>16-11-2000</c:v>
                </c:pt>
                <c:pt idx="220">
                  <c:v>17-11-2000</c:v>
                </c:pt>
                <c:pt idx="221">
                  <c:v>20-11-2000</c:v>
                </c:pt>
                <c:pt idx="222">
                  <c:v>21-11-2000</c:v>
                </c:pt>
                <c:pt idx="223">
                  <c:v>22-11-2000</c:v>
                </c:pt>
                <c:pt idx="224">
                  <c:v>23-11-2000</c:v>
                </c:pt>
                <c:pt idx="225">
                  <c:v>24-11-2000</c:v>
                </c:pt>
                <c:pt idx="226">
                  <c:v>27-11-2000</c:v>
                </c:pt>
                <c:pt idx="227">
                  <c:v>28-11-2000</c:v>
                </c:pt>
                <c:pt idx="228">
                  <c:v>29-11-2000</c:v>
                </c:pt>
                <c:pt idx="229">
                  <c:v>30-11-2000</c:v>
                </c:pt>
                <c:pt idx="230">
                  <c:v>01-12-2000</c:v>
                </c:pt>
                <c:pt idx="231">
                  <c:v>04-12-2000</c:v>
                </c:pt>
                <c:pt idx="232">
                  <c:v>05-12-2000</c:v>
                </c:pt>
                <c:pt idx="233">
                  <c:v>06-12-2000</c:v>
                </c:pt>
                <c:pt idx="234">
                  <c:v>07-12-2000</c:v>
                </c:pt>
                <c:pt idx="235">
                  <c:v>08-12-2000</c:v>
                </c:pt>
                <c:pt idx="236">
                  <c:v>11-12-2000</c:v>
                </c:pt>
                <c:pt idx="237">
                  <c:v>12-12-2000</c:v>
                </c:pt>
                <c:pt idx="238">
                  <c:v>13-12-2000</c:v>
                </c:pt>
                <c:pt idx="239">
                  <c:v>14-12-2000</c:v>
                </c:pt>
                <c:pt idx="240">
                  <c:v>15-12-2000</c:v>
                </c:pt>
                <c:pt idx="241">
                  <c:v>18-12-2000</c:v>
                </c:pt>
                <c:pt idx="242">
                  <c:v>19-12-2000</c:v>
                </c:pt>
                <c:pt idx="243">
                  <c:v>20-12-2000</c:v>
                </c:pt>
                <c:pt idx="244">
                  <c:v>21-12-2000</c:v>
                </c:pt>
                <c:pt idx="245">
                  <c:v>22-12-2000</c:v>
                </c:pt>
                <c:pt idx="246">
                  <c:v>26-12-2000</c:v>
                </c:pt>
                <c:pt idx="247">
                  <c:v>27-12-2000</c:v>
                </c:pt>
                <c:pt idx="248">
                  <c:v>28-12-2000</c:v>
                </c:pt>
                <c:pt idx="249">
                  <c:v>29-12-2000</c:v>
                </c:pt>
                <c:pt idx="250">
                  <c:v>01-01-2001</c:v>
                </c:pt>
                <c:pt idx="251">
                  <c:v>02-01-2001</c:v>
                </c:pt>
                <c:pt idx="252">
                  <c:v>03-01-2001</c:v>
                </c:pt>
                <c:pt idx="253">
                  <c:v>04-01-2001</c:v>
                </c:pt>
                <c:pt idx="254">
                  <c:v>05-01-2001</c:v>
                </c:pt>
                <c:pt idx="255">
                  <c:v>08-01-2001</c:v>
                </c:pt>
                <c:pt idx="256">
                  <c:v>09-01-2001</c:v>
                </c:pt>
                <c:pt idx="257">
                  <c:v>10-01-2001</c:v>
                </c:pt>
                <c:pt idx="258">
                  <c:v>11-01-2001</c:v>
                </c:pt>
                <c:pt idx="259">
                  <c:v>12-01-2001</c:v>
                </c:pt>
                <c:pt idx="260">
                  <c:v>15-01-2001</c:v>
                </c:pt>
                <c:pt idx="261">
                  <c:v>16-01-2001</c:v>
                </c:pt>
                <c:pt idx="262">
                  <c:v>17-01-2001</c:v>
                </c:pt>
                <c:pt idx="263">
                  <c:v>18-01-2001</c:v>
                </c:pt>
                <c:pt idx="264">
                  <c:v>19-01-2001</c:v>
                </c:pt>
                <c:pt idx="265">
                  <c:v>22-01-2001</c:v>
                </c:pt>
                <c:pt idx="266">
                  <c:v>23-01-2001</c:v>
                </c:pt>
                <c:pt idx="267">
                  <c:v>24-01-2001</c:v>
                </c:pt>
                <c:pt idx="268">
                  <c:v>25-01-2001</c:v>
                </c:pt>
                <c:pt idx="269">
                  <c:v>29-01-2001</c:v>
                </c:pt>
                <c:pt idx="270">
                  <c:v>30-01-2001</c:v>
                </c:pt>
                <c:pt idx="271">
                  <c:v>31-01-2001</c:v>
                </c:pt>
                <c:pt idx="272">
                  <c:v>01-02-2001</c:v>
                </c:pt>
                <c:pt idx="273">
                  <c:v>02-02-2001</c:v>
                </c:pt>
                <c:pt idx="274">
                  <c:v>05-02-2001</c:v>
                </c:pt>
                <c:pt idx="275">
                  <c:v>06-02-2001</c:v>
                </c:pt>
                <c:pt idx="276">
                  <c:v>07-02-2001</c:v>
                </c:pt>
                <c:pt idx="277">
                  <c:v>08-02-2001</c:v>
                </c:pt>
                <c:pt idx="278">
                  <c:v>09-02-2001</c:v>
                </c:pt>
                <c:pt idx="279">
                  <c:v>12-02-2001</c:v>
                </c:pt>
                <c:pt idx="280">
                  <c:v>13-02-2001</c:v>
                </c:pt>
                <c:pt idx="281">
                  <c:v>14-02-2001</c:v>
                </c:pt>
                <c:pt idx="282">
                  <c:v>15-02-2001</c:v>
                </c:pt>
                <c:pt idx="283">
                  <c:v>16-02-2001</c:v>
                </c:pt>
                <c:pt idx="284">
                  <c:v>19-02-2001</c:v>
                </c:pt>
                <c:pt idx="285">
                  <c:v>20-02-2001</c:v>
                </c:pt>
                <c:pt idx="286">
                  <c:v>21-02-2001</c:v>
                </c:pt>
                <c:pt idx="287">
                  <c:v>22-02-2001</c:v>
                </c:pt>
                <c:pt idx="288">
                  <c:v>23-02-2001</c:v>
                </c:pt>
                <c:pt idx="289">
                  <c:v>26-02-2001</c:v>
                </c:pt>
                <c:pt idx="290">
                  <c:v>27-02-2001</c:v>
                </c:pt>
                <c:pt idx="291">
                  <c:v>28-02-2001</c:v>
                </c:pt>
                <c:pt idx="292">
                  <c:v>01-03-2001</c:v>
                </c:pt>
                <c:pt idx="293">
                  <c:v>02-03-2001</c:v>
                </c:pt>
                <c:pt idx="294">
                  <c:v>05-03-2001</c:v>
                </c:pt>
                <c:pt idx="295">
                  <c:v>07-03-2001</c:v>
                </c:pt>
                <c:pt idx="296">
                  <c:v>08-03-2001</c:v>
                </c:pt>
                <c:pt idx="297">
                  <c:v>09-03-2001</c:v>
                </c:pt>
                <c:pt idx="298">
                  <c:v>12-03-2001</c:v>
                </c:pt>
                <c:pt idx="299">
                  <c:v>13-03-2001</c:v>
                </c:pt>
                <c:pt idx="300">
                  <c:v>14-03-2001</c:v>
                </c:pt>
                <c:pt idx="301">
                  <c:v>15-03-2001</c:v>
                </c:pt>
                <c:pt idx="302">
                  <c:v>16-03-2001</c:v>
                </c:pt>
                <c:pt idx="303">
                  <c:v>19-03-2001</c:v>
                </c:pt>
                <c:pt idx="304">
                  <c:v>20-03-2001</c:v>
                </c:pt>
                <c:pt idx="305">
                  <c:v>21-03-2001</c:v>
                </c:pt>
                <c:pt idx="306">
                  <c:v>22-03-2001</c:v>
                </c:pt>
                <c:pt idx="307">
                  <c:v>23-03-2001</c:v>
                </c:pt>
                <c:pt idx="308">
                  <c:v>26-03-2001</c:v>
                </c:pt>
                <c:pt idx="309">
                  <c:v>27-03-2001</c:v>
                </c:pt>
                <c:pt idx="310">
                  <c:v>28-03-2001</c:v>
                </c:pt>
                <c:pt idx="311">
                  <c:v>29-03-2001</c:v>
                </c:pt>
                <c:pt idx="312">
                  <c:v>30-03-2001</c:v>
                </c:pt>
                <c:pt idx="313">
                  <c:v>02-04-2001</c:v>
                </c:pt>
                <c:pt idx="314">
                  <c:v>03-04-2001</c:v>
                </c:pt>
                <c:pt idx="315">
                  <c:v>04-04-2001</c:v>
                </c:pt>
                <c:pt idx="316">
                  <c:v>06-04-2001</c:v>
                </c:pt>
                <c:pt idx="317">
                  <c:v>09-04-2001</c:v>
                </c:pt>
                <c:pt idx="318">
                  <c:v>10-04-2001</c:v>
                </c:pt>
                <c:pt idx="319">
                  <c:v>11-04-2001</c:v>
                </c:pt>
                <c:pt idx="320">
                  <c:v>12-04-2001</c:v>
                </c:pt>
                <c:pt idx="321">
                  <c:v>16-04-2001</c:v>
                </c:pt>
                <c:pt idx="322">
                  <c:v>17-04-2001</c:v>
                </c:pt>
                <c:pt idx="323">
                  <c:v>18-04-2001</c:v>
                </c:pt>
                <c:pt idx="324">
                  <c:v>19-04-2001</c:v>
                </c:pt>
                <c:pt idx="325">
                  <c:v>20-04-2001</c:v>
                </c:pt>
                <c:pt idx="326">
                  <c:v>23-04-2001</c:v>
                </c:pt>
                <c:pt idx="327">
                  <c:v>24-04-2001</c:v>
                </c:pt>
                <c:pt idx="328">
                  <c:v>25-04-2001</c:v>
                </c:pt>
                <c:pt idx="329">
                  <c:v>26-04-2001</c:v>
                </c:pt>
                <c:pt idx="330">
                  <c:v>27-04-2001</c:v>
                </c:pt>
                <c:pt idx="331">
                  <c:v>30-04-2001</c:v>
                </c:pt>
                <c:pt idx="332">
                  <c:v>02-05-2001</c:v>
                </c:pt>
                <c:pt idx="333">
                  <c:v>03-05-2001</c:v>
                </c:pt>
                <c:pt idx="334">
                  <c:v>04-05-2001</c:v>
                </c:pt>
                <c:pt idx="335">
                  <c:v>07-05-2001</c:v>
                </c:pt>
                <c:pt idx="336">
                  <c:v>08-05-2001</c:v>
                </c:pt>
                <c:pt idx="337">
                  <c:v>09-05-2001</c:v>
                </c:pt>
                <c:pt idx="338">
                  <c:v>10-05-2001</c:v>
                </c:pt>
                <c:pt idx="339">
                  <c:v>11-05-2001</c:v>
                </c:pt>
                <c:pt idx="340">
                  <c:v>14-05-2001</c:v>
                </c:pt>
                <c:pt idx="341">
                  <c:v>15-05-2001</c:v>
                </c:pt>
                <c:pt idx="342">
                  <c:v>16-05-2001</c:v>
                </c:pt>
                <c:pt idx="343">
                  <c:v>17-05-2001</c:v>
                </c:pt>
                <c:pt idx="344">
                  <c:v>18-05-2001</c:v>
                </c:pt>
                <c:pt idx="345">
                  <c:v>21-05-2001</c:v>
                </c:pt>
                <c:pt idx="346">
                  <c:v>22-05-2001</c:v>
                </c:pt>
                <c:pt idx="347">
                  <c:v>23-05-2001</c:v>
                </c:pt>
                <c:pt idx="348">
                  <c:v>24-05-2001</c:v>
                </c:pt>
                <c:pt idx="349">
                  <c:v>25-05-2001</c:v>
                </c:pt>
                <c:pt idx="350">
                  <c:v>28-05-2001</c:v>
                </c:pt>
                <c:pt idx="351">
                  <c:v>29-05-2001</c:v>
                </c:pt>
                <c:pt idx="352">
                  <c:v>30-05-2001</c:v>
                </c:pt>
                <c:pt idx="353">
                  <c:v>31-05-2001</c:v>
                </c:pt>
                <c:pt idx="354">
                  <c:v>01-06-2001</c:v>
                </c:pt>
                <c:pt idx="355">
                  <c:v>04-06-2001</c:v>
                </c:pt>
                <c:pt idx="356">
                  <c:v>05-06-2001</c:v>
                </c:pt>
                <c:pt idx="357">
                  <c:v>06-06-2001</c:v>
                </c:pt>
                <c:pt idx="358">
                  <c:v>07-06-2001</c:v>
                </c:pt>
                <c:pt idx="359">
                  <c:v>08-06-2001</c:v>
                </c:pt>
                <c:pt idx="360">
                  <c:v>11-06-2001</c:v>
                </c:pt>
                <c:pt idx="361">
                  <c:v>12-06-2001</c:v>
                </c:pt>
                <c:pt idx="362">
                  <c:v>13-06-2001</c:v>
                </c:pt>
                <c:pt idx="363">
                  <c:v>14-06-2001</c:v>
                </c:pt>
                <c:pt idx="364">
                  <c:v>15-06-2001</c:v>
                </c:pt>
                <c:pt idx="365">
                  <c:v>18-06-2001</c:v>
                </c:pt>
                <c:pt idx="366">
                  <c:v>19-06-2001</c:v>
                </c:pt>
                <c:pt idx="367">
                  <c:v>20-06-2001</c:v>
                </c:pt>
                <c:pt idx="368">
                  <c:v>21-06-2001</c:v>
                </c:pt>
                <c:pt idx="369">
                  <c:v>22-06-2001</c:v>
                </c:pt>
                <c:pt idx="370">
                  <c:v>25-06-2001</c:v>
                </c:pt>
                <c:pt idx="371">
                  <c:v>26-06-2001</c:v>
                </c:pt>
                <c:pt idx="372">
                  <c:v>27-06-2001</c:v>
                </c:pt>
                <c:pt idx="373">
                  <c:v>28-06-2001</c:v>
                </c:pt>
                <c:pt idx="374">
                  <c:v>29-06-2001</c:v>
                </c:pt>
                <c:pt idx="375">
                  <c:v>02-07-2001</c:v>
                </c:pt>
                <c:pt idx="376">
                  <c:v>03-07-2001</c:v>
                </c:pt>
                <c:pt idx="377">
                  <c:v>04-07-2001</c:v>
                </c:pt>
                <c:pt idx="378">
                  <c:v>05-07-2001</c:v>
                </c:pt>
                <c:pt idx="379">
                  <c:v>06-07-2001</c:v>
                </c:pt>
                <c:pt idx="380">
                  <c:v>09-07-2001</c:v>
                </c:pt>
                <c:pt idx="381">
                  <c:v>10-07-2001</c:v>
                </c:pt>
                <c:pt idx="382">
                  <c:v>11-07-2001</c:v>
                </c:pt>
                <c:pt idx="383">
                  <c:v>12-07-2001</c:v>
                </c:pt>
                <c:pt idx="384">
                  <c:v>13-07-2001</c:v>
                </c:pt>
                <c:pt idx="385">
                  <c:v>16-07-2001</c:v>
                </c:pt>
                <c:pt idx="386">
                  <c:v>17-07-2001</c:v>
                </c:pt>
                <c:pt idx="387">
                  <c:v>18-07-2001</c:v>
                </c:pt>
                <c:pt idx="388">
                  <c:v>19-07-2001</c:v>
                </c:pt>
                <c:pt idx="389">
                  <c:v>20-07-2001</c:v>
                </c:pt>
                <c:pt idx="390">
                  <c:v>23-07-2001</c:v>
                </c:pt>
                <c:pt idx="391">
                  <c:v>24-07-2001</c:v>
                </c:pt>
                <c:pt idx="392">
                  <c:v>25-07-2001</c:v>
                </c:pt>
                <c:pt idx="393">
                  <c:v>26-07-2001</c:v>
                </c:pt>
                <c:pt idx="394">
                  <c:v>27-07-2001</c:v>
                </c:pt>
                <c:pt idx="395">
                  <c:v>30-07-2001</c:v>
                </c:pt>
                <c:pt idx="396">
                  <c:v>31-07-2001</c:v>
                </c:pt>
                <c:pt idx="397">
                  <c:v>01-08-2001</c:v>
                </c:pt>
                <c:pt idx="398">
                  <c:v>02-08-2001</c:v>
                </c:pt>
                <c:pt idx="399">
                  <c:v>03-08-2001</c:v>
                </c:pt>
                <c:pt idx="400">
                  <c:v>06-08-2001</c:v>
                </c:pt>
                <c:pt idx="401">
                  <c:v>07-08-2001</c:v>
                </c:pt>
                <c:pt idx="402">
                  <c:v>08-08-2001</c:v>
                </c:pt>
                <c:pt idx="403">
                  <c:v>09-08-2001</c:v>
                </c:pt>
                <c:pt idx="404">
                  <c:v>10-08-2001</c:v>
                </c:pt>
                <c:pt idx="405">
                  <c:v>13-08-2001</c:v>
                </c:pt>
                <c:pt idx="406">
                  <c:v>14-08-2001</c:v>
                </c:pt>
                <c:pt idx="407">
                  <c:v>16-08-2001</c:v>
                </c:pt>
                <c:pt idx="408">
                  <c:v>17-08-2001</c:v>
                </c:pt>
                <c:pt idx="409">
                  <c:v>20-08-2001</c:v>
                </c:pt>
                <c:pt idx="410">
                  <c:v>21-08-2001</c:v>
                </c:pt>
                <c:pt idx="411">
                  <c:v>23-08-2001</c:v>
                </c:pt>
                <c:pt idx="412">
                  <c:v>24-08-2001</c:v>
                </c:pt>
                <c:pt idx="413">
                  <c:v>27-08-2001</c:v>
                </c:pt>
                <c:pt idx="414">
                  <c:v>28-08-2001</c:v>
                </c:pt>
                <c:pt idx="415">
                  <c:v>29-08-2001</c:v>
                </c:pt>
                <c:pt idx="416">
                  <c:v>30-08-2001</c:v>
                </c:pt>
                <c:pt idx="417">
                  <c:v>31-08-2001</c:v>
                </c:pt>
                <c:pt idx="418">
                  <c:v>03-09-2001</c:v>
                </c:pt>
                <c:pt idx="419">
                  <c:v>04-09-2001</c:v>
                </c:pt>
                <c:pt idx="420">
                  <c:v>05-09-2001</c:v>
                </c:pt>
                <c:pt idx="421">
                  <c:v>06-09-2001</c:v>
                </c:pt>
                <c:pt idx="422">
                  <c:v>07-09-2001</c:v>
                </c:pt>
                <c:pt idx="423">
                  <c:v>10-09-2001</c:v>
                </c:pt>
                <c:pt idx="424">
                  <c:v>11-09-2001</c:v>
                </c:pt>
                <c:pt idx="425">
                  <c:v>12-09-2001</c:v>
                </c:pt>
                <c:pt idx="426">
                  <c:v>13-09-2001</c:v>
                </c:pt>
                <c:pt idx="427">
                  <c:v>14-09-2001</c:v>
                </c:pt>
                <c:pt idx="428">
                  <c:v>17-09-2001</c:v>
                </c:pt>
                <c:pt idx="429">
                  <c:v>18-09-2001</c:v>
                </c:pt>
                <c:pt idx="430">
                  <c:v>19-09-2001</c:v>
                </c:pt>
                <c:pt idx="431">
                  <c:v>20-09-2001</c:v>
                </c:pt>
                <c:pt idx="432">
                  <c:v>21-09-2001</c:v>
                </c:pt>
                <c:pt idx="433">
                  <c:v>24-09-2001</c:v>
                </c:pt>
                <c:pt idx="434">
                  <c:v>25-09-2001</c:v>
                </c:pt>
                <c:pt idx="435">
                  <c:v>26-09-2001</c:v>
                </c:pt>
                <c:pt idx="436">
                  <c:v>27-09-2001</c:v>
                </c:pt>
                <c:pt idx="437">
                  <c:v>28-09-2001</c:v>
                </c:pt>
                <c:pt idx="438">
                  <c:v>01-10-2001</c:v>
                </c:pt>
                <c:pt idx="439">
                  <c:v>03-10-2001</c:v>
                </c:pt>
                <c:pt idx="440">
                  <c:v>04-10-2001</c:v>
                </c:pt>
                <c:pt idx="441">
                  <c:v>05-10-2001</c:v>
                </c:pt>
                <c:pt idx="442">
                  <c:v>08-10-2001</c:v>
                </c:pt>
                <c:pt idx="443">
                  <c:v>09-10-2001</c:v>
                </c:pt>
                <c:pt idx="444">
                  <c:v>10-10-2001</c:v>
                </c:pt>
                <c:pt idx="445">
                  <c:v>11-10-2001</c:v>
                </c:pt>
                <c:pt idx="446">
                  <c:v>12-10-2001</c:v>
                </c:pt>
                <c:pt idx="447">
                  <c:v>15-10-2001</c:v>
                </c:pt>
                <c:pt idx="448">
                  <c:v>16-10-2001</c:v>
                </c:pt>
                <c:pt idx="449">
                  <c:v>17-10-2001</c:v>
                </c:pt>
                <c:pt idx="450">
                  <c:v>18-10-2001</c:v>
                </c:pt>
                <c:pt idx="451">
                  <c:v>19-10-2001</c:v>
                </c:pt>
                <c:pt idx="452">
                  <c:v>22-10-2001</c:v>
                </c:pt>
                <c:pt idx="453">
                  <c:v>23-10-2001</c:v>
                </c:pt>
                <c:pt idx="454">
                  <c:v>24-10-2001</c:v>
                </c:pt>
                <c:pt idx="455">
                  <c:v>25-10-2001</c:v>
                </c:pt>
                <c:pt idx="456">
                  <c:v>29-10-2001</c:v>
                </c:pt>
                <c:pt idx="457">
                  <c:v>30-10-2001</c:v>
                </c:pt>
                <c:pt idx="458">
                  <c:v>31-10-2001</c:v>
                </c:pt>
                <c:pt idx="459">
                  <c:v>01-11-2001</c:v>
                </c:pt>
                <c:pt idx="460">
                  <c:v>02-11-2001</c:v>
                </c:pt>
                <c:pt idx="461">
                  <c:v>05-11-2001</c:v>
                </c:pt>
                <c:pt idx="462">
                  <c:v>06-11-2001</c:v>
                </c:pt>
                <c:pt idx="463">
                  <c:v>07-11-2001</c:v>
                </c:pt>
                <c:pt idx="464">
                  <c:v>08-11-2001</c:v>
                </c:pt>
                <c:pt idx="465">
                  <c:v>09-11-2001</c:v>
                </c:pt>
                <c:pt idx="466">
                  <c:v>12-11-2001</c:v>
                </c:pt>
                <c:pt idx="467">
                  <c:v>13-11-2001</c:v>
                </c:pt>
                <c:pt idx="468">
                  <c:v>14-11-2001</c:v>
                </c:pt>
                <c:pt idx="469">
                  <c:v>15-11-2001</c:v>
                </c:pt>
                <c:pt idx="470">
                  <c:v>19-11-2001</c:v>
                </c:pt>
                <c:pt idx="471">
                  <c:v>20-11-2001</c:v>
                </c:pt>
                <c:pt idx="472">
                  <c:v>21-11-2001</c:v>
                </c:pt>
                <c:pt idx="473">
                  <c:v>22-11-2001</c:v>
                </c:pt>
                <c:pt idx="474">
                  <c:v>23-11-2001</c:v>
                </c:pt>
                <c:pt idx="475">
                  <c:v>26-11-2001</c:v>
                </c:pt>
                <c:pt idx="476">
                  <c:v>27-11-2001</c:v>
                </c:pt>
                <c:pt idx="477">
                  <c:v>28-11-2001</c:v>
                </c:pt>
                <c:pt idx="478">
                  <c:v>29-11-2001</c:v>
                </c:pt>
                <c:pt idx="479">
                  <c:v>03-12-2001</c:v>
                </c:pt>
                <c:pt idx="480">
                  <c:v>04-12-2001</c:v>
                </c:pt>
                <c:pt idx="481">
                  <c:v>05-12-2001</c:v>
                </c:pt>
                <c:pt idx="482">
                  <c:v>06-12-2001</c:v>
                </c:pt>
                <c:pt idx="483">
                  <c:v>07-12-2001</c:v>
                </c:pt>
                <c:pt idx="484">
                  <c:v>10-12-2001</c:v>
                </c:pt>
                <c:pt idx="485">
                  <c:v>11-12-2001</c:v>
                </c:pt>
                <c:pt idx="486">
                  <c:v>12-12-2001</c:v>
                </c:pt>
                <c:pt idx="487">
                  <c:v>13-12-2001</c:v>
                </c:pt>
                <c:pt idx="488">
                  <c:v>14-12-2001</c:v>
                </c:pt>
                <c:pt idx="489">
                  <c:v>18-12-2001</c:v>
                </c:pt>
                <c:pt idx="490">
                  <c:v>19-12-2001</c:v>
                </c:pt>
                <c:pt idx="491">
                  <c:v>20-12-2001</c:v>
                </c:pt>
                <c:pt idx="492">
                  <c:v>21-12-2001</c:v>
                </c:pt>
                <c:pt idx="493">
                  <c:v>24-12-2001</c:v>
                </c:pt>
                <c:pt idx="494">
                  <c:v>26-12-2001</c:v>
                </c:pt>
                <c:pt idx="495">
                  <c:v>27-12-2001</c:v>
                </c:pt>
                <c:pt idx="496">
                  <c:v>28-12-2001</c:v>
                </c:pt>
                <c:pt idx="497">
                  <c:v>31-12-2001</c:v>
                </c:pt>
                <c:pt idx="498">
                  <c:v>01-01-2002</c:v>
                </c:pt>
                <c:pt idx="499">
                  <c:v>02-01-2002</c:v>
                </c:pt>
                <c:pt idx="500">
                  <c:v>03-01-2002</c:v>
                </c:pt>
                <c:pt idx="501">
                  <c:v>04-01-2002</c:v>
                </c:pt>
                <c:pt idx="502">
                  <c:v>07-01-2002</c:v>
                </c:pt>
                <c:pt idx="503">
                  <c:v>08-01-2002</c:v>
                </c:pt>
                <c:pt idx="504">
                  <c:v>09-01-2002</c:v>
                </c:pt>
                <c:pt idx="505">
                  <c:v>10-01-2002</c:v>
                </c:pt>
                <c:pt idx="506">
                  <c:v>11-01-2002</c:v>
                </c:pt>
                <c:pt idx="507">
                  <c:v>14-01-2002</c:v>
                </c:pt>
                <c:pt idx="508">
                  <c:v>15-01-2002</c:v>
                </c:pt>
                <c:pt idx="509">
                  <c:v>16-01-2002</c:v>
                </c:pt>
                <c:pt idx="510">
                  <c:v>17-01-2002</c:v>
                </c:pt>
                <c:pt idx="511">
                  <c:v>18-01-2002</c:v>
                </c:pt>
                <c:pt idx="512">
                  <c:v>21-01-2002</c:v>
                </c:pt>
                <c:pt idx="513">
                  <c:v>22-01-2002</c:v>
                </c:pt>
                <c:pt idx="514">
                  <c:v>23-01-2002</c:v>
                </c:pt>
                <c:pt idx="515">
                  <c:v>24-01-2002</c:v>
                </c:pt>
                <c:pt idx="516">
                  <c:v>25-01-2002</c:v>
                </c:pt>
                <c:pt idx="517">
                  <c:v>28-01-2002</c:v>
                </c:pt>
                <c:pt idx="518">
                  <c:v>29-01-2002</c:v>
                </c:pt>
                <c:pt idx="519">
                  <c:v>30-01-2002</c:v>
                </c:pt>
                <c:pt idx="520">
                  <c:v>31-01-2002</c:v>
                </c:pt>
                <c:pt idx="521">
                  <c:v>01-02-2002</c:v>
                </c:pt>
                <c:pt idx="522">
                  <c:v>04-02-2002</c:v>
                </c:pt>
                <c:pt idx="523">
                  <c:v>05-02-2002</c:v>
                </c:pt>
                <c:pt idx="524">
                  <c:v>06-02-2002</c:v>
                </c:pt>
                <c:pt idx="525">
                  <c:v>07-02-2002</c:v>
                </c:pt>
                <c:pt idx="526">
                  <c:v>08-02-2002</c:v>
                </c:pt>
                <c:pt idx="527">
                  <c:v>11-02-2002</c:v>
                </c:pt>
                <c:pt idx="528">
                  <c:v>12-02-2002</c:v>
                </c:pt>
                <c:pt idx="529">
                  <c:v>13-02-2002</c:v>
                </c:pt>
                <c:pt idx="530">
                  <c:v>14-02-2002</c:v>
                </c:pt>
                <c:pt idx="531">
                  <c:v>15-02-2002</c:v>
                </c:pt>
                <c:pt idx="532">
                  <c:v>18-02-2002</c:v>
                </c:pt>
                <c:pt idx="533">
                  <c:v>19-02-2002</c:v>
                </c:pt>
                <c:pt idx="534">
                  <c:v>20-02-2002</c:v>
                </c:pt>
                <c:pt idx="535">
                  <c:v>21-02-2002</c:v>
                </c:pt>
                <c:pt idx="536">
                  <c:v>22-02-2002</c:v>
                </c:pt>
                <c:pt idx="537">
                  <c:v>25-02-2002</c:v>
                </c:pt>
                <c:pt idx="538">
                  <c:v>26-02-2002</c:v>
                </c:pt>
                <c:pt idx="539">
                  <c:v>27-02-2002</c:v>
                </c:pt>
                <c:pt idx="540">
                  <c:v>28-02-2002</c:v>
                </c:pt>
                <c:pt idx="541">
                  <c:v>01-03-2002</c:v>
                </c:pt>
                <c:pt idx="542">
                  <c:v>04-03-2002</c:v>
                </c:pt>
                <c:pt idx="543">
                  <c:v>05-03-2002</c:v>
                </c:pt>
                <c:pt idx="544">
                  <c:v>06-03-2002</c:v>
                </c:pt>
                <c:pt idx="545">
                  <c:v>07-03-2002</c:v>
                </c:pt>
                <c:pt idx="546">
                  <c:v>08-03-2002</c:v>
                </c:pt>
                <c:pt idx="547">
                  <c:v>11-03-2002</c:v>
                </c:pt>
                <c:pt idx="548">
                  <c:v>12-03-2002</c:v>
                </c:pt>
                <c:pt idx="549">
                  <c:v>13-03-2002</c:v>
                </c:pt>
                <c:pt idx="550">
                  <c:v>14-03-2002</c:v>
                </c:pt>
                <c:pt idx="551">
                  <c:v>15-03-2002</c:v>
                </c:pt>
                <c:pt idx="552">
                  <c:v>18-03-2002</c:v>
                </c:pt>
                <c:pt idx="553">
                  <c:v>19-03-2002</c:v>
                </c:pt>
                <c:pt idx="554">
                  <c:v>20-03-2002</c:v>
                </c:pt>
                <c:pt idx="555">
                  <c:v>21-03-2002</c:v>
                </c:pt>
                <c:pt idx="556">
                  <c:v>22-03-2002</c:v>
                </c:pt>
                <c:pt idx="557">
                  <c:v>26-03-2002</c:v>
                </c:pt>
                <c:pt idx="558">
                  <c:v>27-03-2002</c:v>
                </c:pt>
                <c:pt idx="559">
                  <c:v>28-03-2002</c:v>
                </c:pt>
                <c:pt idx="560">
                  <c:v>01-04-2002</c:v>
                </c:pt>
                <c:pt idx="561">
                  <c:v>02-04-2002</c:v>
                </c:pt>
                <c:pt idx="562">
                  <c:v>03-04-2002</c:v>
                </c:pt>
                <c:pt idx="563">
                  <c:v>04-04-2002</c:v>
                </c:pt>
                <c:pt idx="564">
                  <c:v>05-04-2002</c:v>
                </c:pt>
                <c:pt idx="565">
                  <c:v>08-04-2002</c:v>
                </c:pt>
                <c:pt idx="566">
                  <c:v>09-04-2002</c:v>
                </c:pt>
                <c:pt idx="567">
                  <c:v>10-04-2002</c:v>
                </c:pt>
                <c:pt idx="568">
                  <c:v>11-04-2002</c:v>
                </c:pt>
                <c:pt idx="569">
                  <c:v>12-04-2002</c:v>
                </c:pt>
                <c:pt idx="570">
                  <c:v>15-04-2002</c:v>
                </c:pt>
                <c:pt idx="571">
                  <c:v>16-04-2002</c:v>
                </c:pt>
                <c:pt idx="572">
                  <c:v>17-04-2002</c:v>
                </c:pt>
                <c:pt idx="573">
                  <c:v>18-04-2002</c:v>
                </c:pt>
                <c:pt idx="574">
                  <c:v>19-04-2002</c:v>
                </c:pt>
                <c:pt idx="575">
                  <c:v>22-04-2002</c:v>
                </c:pt>
                <c:pt idx="576">
                  <c:v>23-04-2002</c:v>
                </c:pt>
                <c:pt idx="577">
                  <c:v>24-04-2002</c:v>
                </c:pt>
                <c:pt idx="578">
                  <c:v>25-04-2002</c:v>
                </c:pt>
                <c:pt idx="579">
                  <c:v>26-04-2002</c:v>
                </c:pt>
                <c:pt idx="580">
                  <c:v>29-04-2002</c:v>
                </c:pt>
                <c:pt idx="581">
                  <c:v>30-04-2002</c:v>
                </c:pt>
                <c:pt idx="582">
                  <c:v>02-05-2002</c:v>
                </c:pt>
                <c:pt idx="583">
                  <c:v>03-05-2002</c:v>
                </c:pt>
                <c:pt idx="584">
                  <c:v>06-05-2002</c:v>
                </c:pt>
                <c:pt idx="585">
                  <c:v>07-05-2002</c:v>
                </c:pt>
                <c:pt idx="586">
                  <c:v>08-05-2002</c:v>
                </c:pt>
                <c:pt idx="587">
                  <c:v>09-05-2002</c:v>
                </c:pt>
                <c:pt idx="588">
                  <c:v>10-05-2002</c:v>
                </c:pt>
                <c:pt idx="589">
                  <c:v>13-05-2002</c:v>
                </c:pt>
                <c:pt idx="590">
                  <c:v>14-05-2002</c:v>
                </c:pt>
                <c:pt idx="591">
                  <c:v>15-05-2002</c:v>
                </c:pt>
                <c:pt idx="592">
                  <c:v>16-05-2002</c:v>
                </c:pt>
                <c:pt idx="593">
                  <c:v>17-05-2002</c:v>
                </c:pt>
                <c:pt idx="594">
                  <c:v>20-05-2002</c:v>
                </c:pt>
                <c:pt idx="595">
                  <c:v>21-05-2002</c:v>
                </c:pt>
                <c:pt idx="596">
                  <c:v>22-05-2002</c:v>
                </c:pt>
                <c:pt idx="597">
                  <c:v>23-05-2002</c:v>
                </c:pt>
                <c:pt idx="598">
                  <c:v>24-05-2002</c:v>
                </c:pt>
                <c:pt idx="599">
                  <c:v>27-05-2002</c:v>
                </c:pt>
                <c:pt idx="600">
                  <c:v>28-05-2002</c:v>
                </c:pt>
                <c:pt idx="601">
                  <c:v>29-05-2002</c:v>
                </c:pt>
                <c:pt idx="602">
                  <c:v>30-05-2002</c:v>
                </c:pt>
                <c:pt idx="603">
                  <c:v>31-05-2002</c:v>
                </c:pt>
                <c:pt idx="604">
                  <c:v>03-06-2002</c:v>
                </c:pt>
                <c:pt idx="605">
                  <c:v>04-06-2002</c:v>
                </c:pt>
                <c:pt idx="606">
                  <c:v>05-06-2002</c:v>
                </c:pt>
                <c:pt idx="607">
                  <c:v>06-06-2002</c:v>
                </c:pt>
                <c:pt idx="608">
                  <c:v>07-06-2002</c:v>
                </c:pt>
                <c:pt idx="609">
                  <c:v>10-06-2002</c:v>
                </c:pt>
                <c:pt idx="610">
                  <c:v>11-06-2002</c:v>
                </c:pt>
                <c:pt idx="611">
                  <c:v>12-06-2002</c:v>
                </c:pt>
                <c:pt idx="612">
                  <c:v>13-06-2002</c:v>
                </c:pt>
                <c:pt idx="613">
                  <c:v>14-06-2002</c:v>
                </c:pt>
                <c:pt idx="614">
                  <c:v>17-06-2002</c:v>
                </c:pt>
                <c:pt idx="615">
                  <c:v>18-06-2002</c:v>
                </c:pt>
                <c:pt idx="616">
                  <c:v>19-06-2002</c:v>
                </c:pt>
                <c:pt idx="617">
                  <c:v>20-06-2002</c:v>
                </c:pt>
                <c:pt idx="618">
                  <c:v>21-06-2002</c:v>
                </c:pt>
                <c:pt idx="619">
                  <c:v>24-06-2002</c:v>
                </c:pt>
                <c:pt idx="620">
                  <c:v>25-06-2002</c:v>
                </c:pt>
                <c:pt idx="621">
                  <c:v>26-06-2002</c:v>
                </c:pt>
                <c:pt idx="622">
                  <c:v>27-06-2002</c:v>
                </c:pt>
                <c:pt idx="623">
                  <c:v>28-06-2002</c:v>
                </c:pt>
                <c:pt idx="624">
                  <c:v>01-07-2002</c:v>
                </c:pt>
                <c:pt idx="625">
                  <c:v>02-07-2002</c:v>
                </c:pt>
                <c:pt idx="626">
                  <c:v>03-07-2002</c:v>
                </c:pt>
                <c:pt idx="627">
                  <c:v>04-07-2002</c:v>
                </c:pt>
                <c:pt idx="628">
                  <c:v>05-07-2002</c:v>
                </c:pt>
                <c:pt idx="629">
                  <c:v>08-07-2002</c:v>
                </c:pt>
                <c:pt idx="630">
                  <c:v>09-07-2002</c:v>
                </c:pt>
                <c:pt idx="631">
                  <c:v>10-07-2002</c:v>
                </c:pt>
                <c:pt idx="632">
                  <c:v>11-07-2002</c:v>
                </c:pt>
                <c:pt idx="633">
                  <c:v>12-07-2002</c:v>
                </c:pt>
                <c:pt idx="634">
                  <c:v>15-07-2002</c:v>
                </c:pt>
                <c:pt idx="635">
                  <c:v>16-07-2002</c:v>
                </c:pt>
                <c:pt idx="636">
                  <c:v>17-07-2002</c:v>
                </c:pt>
                <c:pt idx="637">
                  <c:v>18-07-2002</c:v>
                </c:pt>
                <c:pt idx="638">
                  <c:v>19-07-2002</c:v>
                </c:pt>
                <c:pt idx="639">
                  <c:v>22-07-2002</c:v>
                </c:pt>
                <c:pt idx="640">
                  <c:v>23-07-2002</c:v>
                </c:pt>
                <c:pt idx="641">
                  <c:v>24-07-2002</c:v>
                </c:pt>
                <c:pt idx="642">
                  <c:v>25-07-2002</c:v>
                </c:pt>
                <c:pt idx="643">
                  <c:v>26-07-2002</c:v>
                </c:pt>
                <c:pt idx="644">
                  <c:v>29-07-2002</c:v>
                </c:pt>
                <c:pt idx="645">
                  <c:v>30-07-2002</c:v>
                </c:pt>
                <c:pt idx="646">
                  <c:v>31-07-2002</c:v>
                </c:pt>
                <c:pt idx="647">
                  <c:v>01-08-2002</c:v>
                </c:pt>
                <c:pt idx="648">
                  <c:v>02-08-2002</c:v>
                </c:pt>
                <c:pt idx="649">
                  <c:v>05-08-2002</c:v>
                </c:pt>
                <c:pt idx="650">
                  <c:v>06-08-2002</c:v>
                </c:pt>
                <c:pt idx="651">
                  <c:v>07-08-2002</c:v>
                </c:pt>
                <c:pt idx="652">
                  <c:v>08-08-2002</c:v>
                </c:pt>
                <c:pt idx="653">
                  <c:v>09-08-2002</c:v>
                </c:pt>
                <c:pt idx="654">
                  <c:v>12-08-2002</c:v>
                </c:pt>
                <c:pt idx="655">
                  <c:v>13-08-2002</c:v>
                </c:pt>
                <c:pt idx="656">
                  <c:v>14-08-2002</c:v>
                </c:pt>
                <c:pt idx="657">
                  <c:v>16-08-2002</c:v>
                </c:pt>
                <c:pt idx="658">
                  <c:v>19-08-2002</c:v>
                </c:pt>
                <c:pt idx="659">
                  <c:v>20-08-2002</c:v>
                </c:pt>
                <c:pt idx="660">
                  <c:v>21-08-2002</c:v>
                </c:pt>
                <c:pt idx="661">
                  <c:v>22-08-2002</c:v>
                </c:pt>
                <c:pt idx="662">
                  <c:v>23-08-2002</c:v>
                </c:pt>
                <c:pt idx="663">
                  <c:v>26-08-2002</c:v>
                </c:pt>
                <c:pt idx="664">
                  <c:v>27-08-2002</c:v>
                </c:pt>
                <c:pt idx="665">
                  <c:v>28-08-2002</c:v>
                </c:pt>
                <c:pt idx="666">
                  <c:v>29-08-2002</c:v>
                </c:pt>
                <c:pt idx="667">
                  <c:v>30-08-2002</c:v>
                </c:pt>
                <c:pt idx="668">
                  <c:v>02-09-2002</c:v>
                </c:pt>
                <c:pt idx="669">
                  <c:v>03-09-2002</c:v>
                </c:pt>
                <c:pt idx="670">
                  <c:v>04-09-2002</c:v>
                </c:pt>
                <c:pt idx="671">
                  <c:v>05-09-2002</c:v>
                </c:pt>
                <c:pt idx="672">
                  <c:v>06-09-2002</c:v>
                </c:pt>
                <c:pt idx="673">
                  <c:v>09-09-2002</c:v>
                </c:pt>
                <c:pt idx="674">
                  <c:v>11-09-2002</c:v>
                </c:pt>
                <c:pt idx="675">
                  <c:v>12-09-2002</c:v>
                </c:pt>
                <c:pt idx="676">
                  <c:v>13-09-2002</c:v>
                </c:pt>
                <c:pt idx="677">
                  <c:v>16-09-2002</c:v>
                </c:pt>
                <c:pt idx="678">
                  <c:v>17-09-2002</c:v>
                </c:pt>
                <c:pt idx="679">
                  <c:v>18-09-2002</c:v>
                </c:pt>
                <c:pt idx="680">
                  <c:v>19-09-2002</c:v>
                </c:pt>
                <c:pt idx="681">
                  <c:v>20-09-2002</c:v>
                </c:pt>
                <c:pt idx="682">
                  <c:v>23-09-2002</c:v>
                </c:pt>
                <c:pt idx="683">
                  <c:v>24-09-2002</c:v>
                </c:pt>
                <c:pt idx="684">
                  <c:v>25-09-2002</c:v>
                </c:pt>
                <c:pt idx="685">
                  <c:v>26-09-2002</c:v>
                </c:pt>
                <c:pt idx="686">
                  <c:v>27-09-2002</c:v>
                </c:pt>
                <c:pt idx="687">
                  <c:v>30-09-2002</c:v>
                </c:pt>
                <c:pt idx="688">
                  <c:v>01-10-2002</c:v>
                </c:pt>
                <c:pt idx="689">
                  <c:v>03-10-2002</c:v>
                </c:pt>
                <c:pt idx="690">
                  <c:v>04-10-2002</c:v>
                </c:pt>
                <c:pt idx="691">
                  <c:v>07-10-2002</c:v>
                </c:pt>
                <c:pt idx="692">
                  <c:v>08-10-2002</c:v>
                </c:pt>
                <c:pt idx="693">
                  <c:v>09-10-2002</c:v>
                </c:pt>
                <c:pt idx="694">
                  <c:v>10-10-2002</c:v>
                </c:pt>
                <c:pt idx="695">
                  <c:v>11-10-2002</c:v>
                </c:pt>
                <c:pt idx="696">
                  <c:v>14-10-2002</c:v>
                </c:pt>
                <c:pt idx="697">
                  <c:v>16-10-2002</c:v>
                </c:pt>
                <c:pt idx="698">
                  <c:v>17-10-2002</c:v>
                </c:pt>
                <c:pt idx="699">
                  <c:v>18-10-2002</c:v>
                </c:pt>
                <c:pt idx="700">
                  <c:v>21-10-2002</c:v>
                </c:pt>
                <c:pt idx="701">
                  <c:v>22-10-2002</c:v>
                </c:pt>
                <c:pt idx="702">
                  <c:v>23-10-2002</c:v>
                </c:pt>
                <c:pt idx="703">
                  <c:v>24-10-2002</c:v>
                </c:pt>
                <c:pt idx="704">
                  <c:v>25-10-2002</c:v>
                </c:pt>
                <c:pt idx="705">
                  <c:v>28-10-2002</c:v>
                </c:pt>
                <c:pt idx="706">
                  <c:v>29-10-2002</c:v>
                </c:pt>
                <c:pt idx="707">
                  <c:v>30-10-2002</c:v>
                </c:pt>
                <c:pt idx="708">
                  <c:v>31-10-2002</c:v>
                </c:pt>
                <c:pt idx="709">
                  <c:v>01-11-2002</c:v>
                </c:pt>
                <c:pt idx="710">
                  <c:v>04-11-2002</c:v>
                </c:pt>
                <c:pt idx="711">
                  <c:v>05-11-2002</c:v>
                </c:pt>
                <c:pt idx="712">
                  <c:v>07-11-2002</c:v>
                </c:pt>
                <c:pt idx="713">
                  <c:v>08-11-2002</c:v>
                </c:pt>
                <c:pt idx="714">
                  <c:v>11-11-2002</c:v>
                </c:pt>
                <c:pt idx="715">
                  <c:v>12-11-2002</c:v>
                </c:pt>
                <c:pt idx="716">
                  <c:v>13-11-2002</c:v>
                </c:pt>
                <c:pt idx="717">
                  <c:v>14-11-2002</c:v>
                </c:pt>
                <c:pt idx="718">
                  <c:v>15-11-2002</c:v>
                </c:pt>
                <c:pt idx="719">
                  <c:v>18-11-2002</c:v>
                </c:pt>
                <c:pt idx="720">
                  <c:v>20-11-2002</c:v>
                </c:pt>
                <c:pt idx="721">
                  <c:v>21-11-2002</c:v>
                </c:pt>
                <c:pt idx="722">
                  <c:v>22-11-2002</c:v>
                </c:pt>
                <c:pt idx="723">
                  <c:v>25-11-2002</c:v>
                </c:pt>
                <c:pt idx="724">
                  <c:v>26-11-2002</c:v>
                </c:pt>
                <c:pt idx="725">
                  <c:v>27-11-2002</c:v>
                </c:pt>
                <c:pt idx="726">
                  <c:v>28-11-2002</c:v>
                </c:pt>
                <c:pt idx="727">
                  <c:v>29-11-2002</c:v>
                </c:pt>
                <c:pt idx="728">
                  <c:v>02-12-2002</c:v>
                </c:pt>
                <c:pt idx="729">
                  <c:v>03-12-2002</c:v>
                </c:pt>
                <c:pt idx="730">
                  <c:v>04-12-2002</c:v>
                </c:pt>
                <c:pt idx="731">
                  <c:v>05-12-2002</c:v>
                </c:pt>
                <c:pt idx="732">
                  <c:v>06-12-2002</c:v>
                </c:pt>
                <c:pt idx="733">
                  <c:v>09-12-2002</c:v>
                </c:pt>
                <c:pt idx="734">
                  <c:v>10-12-2002</c:v>
                </c:pt>
                <c:pt idx="735">
                  <c:v>11-12-2002</c:v>
                </c:pt>
                <c:pt idx="736">
                  <c:v>12-12-2002</c:v>
                </c:pt>
                <c:pt idx="737">
                  <c:v>13-12-2002</c:v>
                </c:pt>
                <c:pt idx="738">
                  <c:v>16-12-2002</c:v>
                </c:pt>
                <c:pt idx="739">
                  <c:v>17-12-2002</c:v>
                </c:pt>
                <c:pt idx="740">
                  <c:v>18-12-2002</c:v>
                </c:pt>
                <c:pt idx="741">
                  <c:v>19-12-2002</c:v>
                </c:pt>
                <c:pt idx="742">
                  <c:v>20-12-2002</c:v>
                </c:pt>
                <c:pt idx="743">
                  <c:v>23-12-2002</c:v>
                </c:pt>
                <c:pt idx="744">
                  <c:v>24-12-2002</c:v>
                </c:pt>
                <c:pt idx="745">
                  <c:v>26-12-2002</c:v>
                </c:pt>
                <c:pt idx="746">
                  <c:v>27-12-2002</c:v>
                </c:pt>
                <c:pt idx="747">
                  <c:v>30-12-2002</c:v>
                </c:pt>
                <c:pt idx="748">
                  <c:v>31-12-2002</c:v>
                </c:pt>
                <c:pt idx="749">
                  <c:v>01-01-2003</c:v>
                </c:pt>
                <c:pt idx="750">
                  <c:v>02-01-2003</c:v>
                </c:pt>
                <c:pt idx="751">
                  <c:v>03-01-2003</c:v>
                </c:pt>
                <c:pt idx="752">
                  <c:v>06-01-2003</c:v>
                </c:pt>
                <c:pt idx="753">
                  <c:v>07-01-2003</c:v>
                </c:pt>
                <c:pt idx="754">
                  <c:v>08-01-2003</c:v>
                </c:pt>
                <c:pt idx="755">
                  <c:v>09-01-2003</c:v>
                </c:pt>
                <c:pt idx="756">
                  <c:v>10-01-2003</c:v>
                </c:pt>
                <c:pt idx="757">
                  <c:v>13-01-2003</c:v>
                </c:pt>
                <c:pt idx="758">
                  <c:v>14-01-2003</c:v>
                </c:pt>
                <c:pt idx="759">
                  <c:v>15-01-2003</c:v>
                </c:pt>
                <c:pt idx="760">
                  <c:v>16-01-2003</c:v>
                </c:pt>
                <c:pt idx="761">
                  <c:v>17-01-2003</c:v>
                </c:pt>
                <c:pt idx="762">
                  <c:v>20-01-2003</c:v>
                </c:pt>
                <c:pt idx="763">
                  <c:v>21-01-2003</c:v>
                </c:pt>
                <c:pt idx="764">
                  <c:v>22-01-2003</c:v>
                </c:pt>
                <c:pt idx="765">
                  <c:v>23-01-2003</c:v>
                </c:pt>
                <c:pt idx="766">
                  <c:v>24-01-2003</c:v>
                </c:pt>
                <c:pt idx="767">
                  <c:v>27-01-2003</c:v>
                </c:pt>
                <c:pt idx="768">
                  <c:v>28-01-2003</c:v>
                </c:pt>
                <c:pt idx="769">
                  <c:v>29-01-2003</c:v>
                </c:pt>
                <c:pt idx="770">
                  <c:v>30-01-2003</c:v>
                </c:pt>
                <c:pt idx="771">
                  <c:v>31-01-2003</c:v>
                </c:pt>
                <c:pt idx="772">
                  <c:v>03-02-2003</c:v>
                </c:pt>
                <c:pt idx="773">
                  <c:v>04-02-2003</c:v>
                </c:pt>
                <c:pt idx="774">
                  <c:v>05-02-2003</c:v>
                </c:pt>
                <c:pt idx="775">
                  <c:v>06-02-2003</c:v>
                </c:pt>
                <c:pt idx="776">
                  <c:v>07-02-2003</c:v>
                </c:pt>
                <c:pt idx="777">
                  <c:v>10-02-2003</c:v>
                </c:pt>
                <c:pt idx="778">
                  <c:v>11-02-2003</c:v>
                </c:pt>
                <c:pt idx="779">
                  <c:v>12-02-2003</c:v>
                </c:pt>
                <c:pt idx="780">
                  <c:v>14-02-2003</c:v>
                </c:pt>
                <c:pt idx="781">
                  <c:v>17-02-2003</c:v>
                </c:pt>
                <c:pt idx="782">
                  <c:v>18-02-2003</c:v>
                </c:pt>
                <c:pt idx="783">
                  <c:v>19-02-2003</c:v>
                </c:pt>
                <c:pt idx="784">
                  <c:v>20-02-2003</c:v>
                </c:pt>
                <c:pt idx="785">
                  <c:v>21-02-2003</c:v>
                </c:pt>
                <c:pt idx="786">
                  <c:v>24-02-2003</c:v>
                </c:pt>
                <c:pt idx="787">
                  <c:v>25-02-2003</c:v>
                </c:pt>
                <c:pt idx="788">
                  <c:v>26-02-2003</c:v>
                </c:pt>
                <c:pt idx="789">
                  <c:v>27-02-2003</c:v>
                </c:pt>
                <c:pt idx="790">
                  <c:v>28-02-2003</c:v>
                </c:pt>
                <c:pt idx="791">
                  <c:v>03-03-2003</c:v>
                </c:pt>
                <c:pt idx="792">
                  <c:v>04-03-2003</c:v>
                </c:pt>
                <c:pt idx="793">
                  <c:v>05-03-2003</c:v>
                </c:pt>
                <c:pt idx="794">
                  <c:v>06-03-2003</c:v>
                </c:pt>
                <c:pt idx="795">
                  <c:v>07-03-2003</c:v>
                </c:pt>
                <c:pt idx="796">
                  <c:v>10-03-2003</c:v>
                </c:pt>
                <c:pt idx="797">
                  <c:v>11-03-2003</c:v>
                </c:pt>
                <c:pt idx="798">
                  <c:v>12-03-2003</c:v>
                </c:pt>
                <c:pt idx="799">
                  <c:v>13-03-2003</c:v>
                </c:pt>
                <c:pt idx="800">
                  <c:v>17-03-2003</c:v>
                </c:pt>
                <c:pt idx="801">
                  <c:v>19-03-2003</c:v>
                </c:pt>
                <c:pt idx="802">
                  <c:v>20-03-2003</c:v>
                </c:pt>
                <c:pt idx="803">
                  <c:v>21-03-2003</c:v>
                </c:pt>
                <c:pt idx="804">
                  <c:v>22-03-2003</c:v>
                </c:pt>
                <c:pt idx="805">
                  <c:v>24-03-2003</c:v>
                </c:pt>
                <c:pt idx="806">
                  <c:v>25-03-2003</c:v>
                </c:pt>
                <c:pt idx="807">
                  <c:v>26-03-2003</c:v>
                </c:pt>
                <c:pt idx="808">
                  <c:v>27-03-2003</c:v>
                </c:pt>
                <c:pt idx="809">
                  <c:v>28-03-2003</c:v>
                </c:pt>
                <c:pt idx="810">
                  <c:v>31-03-2003</c:v>
                </c:pt>
                <c:pt idx="811">
                  <c:v>01-04-2003</c:v>
                </c:pt>
                <c:pt idx="812">
                  <c:v>02-04-2003</c:v>
                </c:pt>
                <c:pt idx="813">
                  <c:v>03-04-2003</c:v>
                </c:pt>
                <c:pt idx="814">
                  <c:v>04-04-2003</c:v>
                </c:pt>
                <c:pt idx="815">
                  <c:v>07-04-2003</c:v>
                </c:pt>
                <c:pt idx="816">
                  <c:v>08-04-2003</c:v>
                </c:pt>
                <c:pt idx="817">
                  <c:v>09-04-2003</c:v>
                </c:pt>
                <c:pt idx="818">
                  <c:v>10-04-2003</c:v>
                </c:pt>
                <c:pt idx="819">
                  <c:v>11-04-2003</c:v>
                </c:pt>
                <c:pt idx="820">
                  <c:v>15-04-2003</c:v>
                </c:pt>
                <c:pt idx="821">
                  <c:v>16-04-2003</c:v>
                </c:pt>
                <c:pt idx="822">
                  <c:v>17-04-2003</c:v>
                </c:pt>
                <c:pt idx="823">
                  <c:v>21-04-2003</c:v>
                </c:pt>
                <c:pt idx="824">
                  <c:v>22-04-2003</c:v>
                </c:pt>
                <c:pt idx="825">
                  <c:v>23-04-2003</c:v>
                </c:pt>
                <c:pt idx="826">
                  <c:v>24-04-2003</c:v>
                </c:pt>
                <c:pt idx="827">
                  <c:v>25-04-2003</c:v>
                </c:pt>
                <c:pt idx="828">
                  <c:v>28-04-2003</c:v>
                </c:pt>
                <c:pt idx="829">
                  <c:v>29-04-2003</c:v>
                </c:pt>
                <c:pt idx="830">
                  <c:v>30-04-2003</c:v>
                </c:pt>
                <c:pt idx="831">
                  <c:v>02-05-2003</c:v>
                </c:pt>
                <c:pt idx="832">
                  <c:v>05-05-2003</c:v>
                </c:pt>
                <c:pt idx="833">
                  <c:v>06-05-2003</c:v>
                </c:pt>
                <c:pt idx="834">
                  <c:v>07-05-2003</c:v>
                </c:pt>
                <c:pt idx="835">
                  <c:v>08-05-2003</c:v>
                </c:pt>
                <c:pt idx="836">
                  <c:v>09-05-2003</c:v>
                </c:pt>
                <c:pt idx="837">
                  <c:v>12-05-2003</c:v>
                </c:pt>
                <c:pt idx="838">
                  <c:v>13-05-2003</c:v>
                </c:pt>
                <c:pt idx="839">
                  <c:v>14-05-2003</c:v>
                </c:pt>
                <c:pt idx="840">
                  <c:v>15-05-2003</c:v>
                </c:pt>
                <c:pt idx="841">
                  <c:v>16-05-2003</c:v>
                </c:pt>
                <c:pt idx="842">
                  <c:v>19-05-2003</c:v>
                </c:pt>
                <c:pt idx="843">
                  <c:v>20-05-2003</c:v>
                </c:pt>
                <c:pt idx="844">
                  <c:v>21-05-2003</c:v>
                </c:pt>
                <c:pt idx="845">
                  <c:v>22-05-2003</c:v>
                </c:pt>
                <c:pt idx="846">
                  <c:v>23-05-2003</c:v>
                </c:pt>
                <c:pt idx="847">
                  <c:v>26-05-2003</c:v>
                </c:pt>
                <c:pt idx="848">
                  <c:v>27-05-2003</c:v>
                </c:pt>
                <c:pt idx="849">
                  <c:v>28-05-2003</c:v>
                </c:pt>
                <c:pt idx="850">
                  <c:v>29-05-2003</c:v>
                </c:pt>
                <c:pt idx="851">
                  <c:v>30-05-2003</c:v>
                </c:pt>
                <c:pt idx="852">
                  <c:v>02-06-2003</c:v>
                </c:pt>
                <c:pt idx="853">
                  <c:v>03-06-2003</c:v>
                </c:pt>
                <c:pt idx="854">
                  <c:v>04-06-2003</c:v>
                </c:pt>
                <c:pt idx="855">
                  <c:v>05-06-2003</c:v>
                </c:pt>
                <c:pt idx="856">
                  <c:v>06-06-2003</c:v>
                </c:pt>
                <c:pt idx="857">
                  <c:v>09-06-2003</c:v>
                </c:pt>
                <c:pt idx="858">
                  <c:v>10-06-2003</c:v>
                </c:pt>
                <c:pt idx="859">
                  <c:v>11-06-2003</c:v>
                </c:pt>
                <c:pt idx="860">
                  <c:v>12-06-2003</c:v>
                </c:pt>
                <c:pt idx="861">
                  <c:v>13-06-2003</c:v>
                </c:pt>
                <c:pt idx="862">
                  <c:v>16-06-2003</c:v>
                </c:pt>
                <c:pt idx="863">
                  <c:v>17-06-2003</c:v>
                </c:pt>
                <c:pt idx="864">
                  <c:v>18-06-2003</c:v>
                </c:pt>
                <c:pt idx="865">
                  <c:v>19-06-2003</c:v>
                </c:pt>
                <c:pt idx="866">
                  <c:v>20-06-2003</c:v>
                </c:pt>
                <c:pt idx="867">
                  <c:v>23-06-2003</c:v>
                </c:pt>
                <c:pt idx="868">
                  <c:v>24-06-2003</c:v>
                </c:pt>
                <c:pt idx="869">
                  <c:v>25-06-2003</c:v>
                </c:pt>
                <c:pt idx="870">
                  <c:v>26-06-2003</c:v>
                </c:pt>
                <c:pt idx="871">
                  <c:v>27-06-2003</c:v>
                </c:pt>
                <c:pt idx="872">
                  <c:v>30-06-2003</c:v>
                </c:pt>
                <c:pt idx="873">
                  <c:v>01-07-2003</c:v>
                </c:pt>
                <c:pt idx="874">
                  <c:v>02-07-2003</c:v>
                </c:pt>
                <c:pt idx="875">
                  <c:v>03-07-2003</c:v>
                </c:pt>
                <c:pt idx="876">
                  <c:v>04-07-2003</c:v>
                </c:pt>
                <c:pt idx="877">
                  <c:v>07-07-2003</c:v>
                </c:pt>
                <c:pt idx="878">
                  <c:v>08-07-2003</c:v>
                </c:pt>
                <c:pt idx="879">
                  <c:v>09-07-2003</c:v>
                </c:pt>
                <c:pt idx="880">
                  <c:v>10-07-2003</c:v>
                </c:pt>
                <c:pt idx="881">
                  <c:v>11-07-2003</c:v>
                </c:pt>
                <c:pt idx="882">
                  <c:v>14-07-2003</c:v>
                </c:pt>
                <c:pt idx="883">
                  <c:v>15-07-2003</c:v>
                </c:pt>
                <c:pt idx="884">
                  <c:v>16-07-2003</c:v>
                </c:pt>
                <c:pt idx="885">
                  <c:v>17-07-2003</c:v>
                </c:pt>
                <c:pt idx="886">
                  <c:v>18-07-2003</c:v>
                </c:pt>
                <c:pt idx="887">
                  <c:v>21-07-2003</c:v>
                </c:pt>
                <c:pt idx="888">
                  <c:v>22-07-2003</c:v>
                </c:pt>
                <c:pt idx="889">
                  <c:v>23-07-2003</c:v>
                </c:pt>
                <c:pt idx="890">
                  <c:v>24-07-2003</c:v>
                </c:pt>
                <c:pt idx="891">
                  <c:v>25-07-2003</c:v>
                </c:pt>
                <c:pt idx="892">
                  <c:v>28-07-2003</c:v>
                </c:pt>
                <c:pt idx="893">
                  <c:v>29-07-2003</c:v>
                </c:pt>
                <c:pt idx="894">
                  <c:v>30-07-2003</c:v>
                </c:pt>
                <c:pt idx="895">
                  <c:v>31-07-2003</c:v>
                </c:pt>
                <c:pt idx="896">
                  <c:v>01-08-2003</c:v>
                </c:pt>
                <c:pt idx="897">
                  <c:v>04-08-2003</c:v>
                </c:pt>
                <c:pt idx="898">
                  <c:v>05-08-2003</c:v>
                </c:pt>
                <c:pt idx="899">
                  <c:v>06-08-2003</c:v>
                </c:pt>
                <c:pt idx="900">
                  <c:v>07-08-2003</c:v>
                </c:pt>
                <c:pt idx="901">
                  <c:v>08-08-2003</c:v>
                </c:pt>
                <c:pt idx="902">
                  <c:v>11-08-2003</c:v>
                </c:pt>
                <c:pt idx="903">
                  <c:v>12-08-2003</c:v>
                </c:pt>
                <c:pt idx="904">
                  <c:v>13-08-2003</c:v>
                </c:pt>
                <c:pt idx="905">
                  <c:v>14-08-2003</c:v>
                </c:pt>
                <c:pt idx="906">
                  <c:v>18-08-2003</c:v>
                </c:pt>
                <c:pt idx="907">
                  <c:v>19-08-2003</c:v>
                </c:pt>
                <c:pt idx="908">
                  <c:v>20-08-2003</c:v>
                </c:pt>
                <c:pt idx="909">
                  <c:v>21-08-2003</c:v>
                </c:pt>
                <c:pt idx="910">
                  <c:v>22-08-2003</c:v>
                </c:pt>
                <c:pt idx="911">
                  <c:v>25-08-2003</c:v>
                </c:pt>
                <c:pt idx="912">
                  <c:v>26-08-2003</c:v>
                </c:pt>
                <c:pt idx="913">
                  <c:v>27-08-2003</c:v>
                </c:pt>
                <c:pt idx="914">
                  <c:v>28-08-2003</c:v>
                </c:pt>
                <c:pt idx="915">
                  <c:v>29-08-2003</c:v>
                </c:pt>
                <c:pt idx="916">
                  <c:v>01-09-2003</c:v>
                </c:pt>
                <c:pt idx="917">
                  <c:v>02-09-2003</c:v>
                </c:pt>
                <c:pt idx="918">
                  <c:v>03-09-2003</c:v>
                </c:pt>
                <c:pt idx="919">
                  <c:v>04-09-2003</c:v>
                </c:pt>
                <c:pt idx="920">
                  <c:v>05-09-2003</c:v>
                </c:pt>
                <c:pt idx="921">
                  <c:v>08-09-2003</c:v>
                </c:pt>
                <c:pt idx="922">
                  <c:v>09-09-2003</c:v>
                </c:pt>
                <c:pt idx="923">
                  <c:v>10-09-2003</c:v>
                </c:pt>
                <c:pt idx="924">
                  <c:v>11-09-2003</c:v>
                </c:pt>
                <c:pt idx="925">
                  <c:v>12-09-2003</c:v>
                </c:pt>
                <c:pt idx="926">
                  <c:v>15-09-2003</c:v>
                </c:pt>
                <c:pt idx="927">
                  <c:v>16-09-2003</c:v>
                </c:pt>
                <c:pt idx="928">
                  <c:v>17-09-2003</c:v>
                </c:pt>
                <c:pt idx="929">
                  <c:v>18-09-2003</c:v>
                </c:pt>
                <c:pt idx="930">
                  <c:v>19-09-2003</c:v>
                </c:pt>
                <c:pt idx="931">
                  <c:v>22-09-2003</c:v>
                </c:pt>
                <c:pt idx="932">
                  <c:v>23-09-2003</c:v>
                </c:pt>
                <c:pt idx="933">
                  <c:v>24-09-2003</c:v>
                </c:pt>
                <c:pt idx="934">
                  <c:v>25-09-2003</c:v>
                </c:pt>
                <c:pt idx="935">
                  <c:v>26-09-2003</c:v>
                </c:pt>
                <c:pt idx="936">
                  <c:v>29-09-2003</c:v>
                </c:pt>
                <c:pt idx="937">
                  <c:v>30-09-2003</c:v>
                </c:pt>
                <c:pt idx="938">
                  <c:v>01-10-2003</c:v>
                </c:pt>
                <c:pt idx="939">
                  <c:v>03-10-2003</c:v>
                </c:pt>
                <c:pt idx="940">
                  <c:v>06-10-2003</c:v>
                </c:pt>
                <c:pt idx="941">
                  <c:v>07-10-2003</c:v>
                </c:pt>
                <c:pt idx="942">
                  <c:v>08-10-2003</c:v>
                </c:pt>
                <c:pt idx="943">
                  <c:v>09-10-2003</c:v>
                </c:pt>
                <c:pt idx="944">
                  <c:v>10-10-2003</c:v>
                </c:pt>
                <c:pt idx="945">
                  <c:v>13-10-2003</c:v>
                </c:pt>
                <c:pt idx="946">
                  <c:v>14-10-2003</c:v>
                </c:pt>
                <c:pt idx="947">
                  <c:v>15-10-2003</c:v>
                </c:pt>
                <c:pt idx="948">
                  <c:v>16-10-2003</c:v>
                </c:pt>
                <c:pt idx="949">
                  <c:v>17-10-2003</c:v>
                </c:pt>
                <c:pt idx="950">
                  <c:v>20-10-2003</c:v>
                </c:pt>
                <c:pt idx="951">
                  <c:v>21-10-2003</c:v>
                </c:pt>
                <c:pt idx="952">
                  <c:v>22-10-2003</c:v>
                </c:pt>
                <c:pt idx="953">
                  <c:v>23-10-2003</c:v>
                </c:pt>
                <c:pt idx="954">
                  <c:v>24-10-2003</c:v>
                </c:pt>
                <c:pt idx="955">
                  <c:v>25-10-2003</c:v>
                </c:pt>
                <c:pt idx="956">
                  <c:v>27-10-2003</c:v>
                </c:pt>
                <c:pt idx="957">
                  <c:v>28-10-2003</c:v>
                </c:pt>
                <c:pt idx="958">
                  <c:v>29-10-2003</c:v>
                </c:pt>
                <c:pt idx="959">
                  <c:v>30-10-2003</c:v>
                </c:pt>
                <c:pt idx="960">
                  <c:v>31-10-2003</c:v>
                </c:pt>
                <c:pt idx="961">
                  <c:v>03-11-2003</c:v>
                </c:pt>
                <c:pt idx="962">
                  <c:v>04-11-2003</c:v>
                </c:pt>
                <c:pt idx="963">
                  <c:v>05-11-2003</c:v>
                </c:pt>
                <c:pt idx="964">
                  <c:v>06-11-2003</c:v>
                </c:pt>
                <c:pt idx="965">
                  <c:v>07-11-2003</c:v>
                </c:pt>
                <c:pt idx="966">
                  <c:v>10-11-2003</c:v>
                </c:pt>
                <c:pt idx="967">
                  <c:v>11-11-2003</c:v>
                </c:pt>
                <c:pt idx="968">
                  <c:v>12-11-2003</c:v>
                </c:pt>
                <c:pt idx="969">
                  <c:v>13-11-2003</c:v>
                </c:pt>
                <c:pt idx="970">
                  <c:v>14-11-2003</c:v>
                </c:pt>
                <c:pt idx="971">
                  <c:v>15-11-2003</c:v>
                </c:pt>
                <c:pt idx="972">
                  <c:v>17-11-2003</c:v>
                </c:pt>
                <c:pt idx="973">
                  <c:v>18-11-2003</c:v>
                </c:pt>
                <c:pt idx="974">
                  <c:v>19-11-2003</c:v>
                </c:pt>
                <c:pt idx="975">
                  <c:v>20-11-2003</c:v>
                </c:pt>
                <c:pt idx="976">
                  <c:v>21-11-2003</c:v>
                </c:pt>
                <c:pt idx="977">
                  <c:v>24-11-2003</c:v>
                </c:pt>
                <c:pt idx="978">
                  <c:v>25-11-2003</c:v>
                </c:pt>
                <c:pt idx="979">
                  <c:v>27-11-2003</c:v>
                </c:pt>
                <c:pt idx="980">
                  <c:v>28-11-2003</c:v>
                </c:pt>
                <c:pt idx="981">
                  <c:v>01-12-2003</c:v>
                </c:pt>
                <c:pt idx="982">
                  <c:v>02-12-2003</c:v>
                </c:pt>
                <c:pt idx="983">
                  <c:v>03-12-2003</c:v>
                </c:pt>
                <c:pt idx="984">
                  <c:v>04-12-2003</c:v>
                </c:pt>
                <c:pt idx="985">
                  <c:v>05-12-2003</c:v>
                </c:pt>
                <c:pt idx="986">
                  <c:v>08-12-2003</c:v>
                </c:pt>
                <c:pt idx="987">
                  <c:v>09-12-2003</c:v>
                </c:pt>
                <c:pt idx="988">
                  <c:v>10-12-2003</c:v>
                </c:pt>
                <c:pt idx="989">
                  <c:v>11-12-2003</c:v>
                </c:pt>
                <c:pt idx="990">
                  <c:v>12-12-2003</c:v>
                </c:pt>
                <c:pt idx="991">
                  <c:v>15-12-2003</c:v>
                </c:pt>
                <c:pt idx="992">
                  <c:v>16-12-2003</c:v>
                </c:pt>
                <c:pt idx="993">
                  <c:v>17-12-2003</c:v>
                </c:pt>
                <c:pt idx="994">
                  <c:v>18-12-2003</c:v>
                </c:pt>
                <c:pt idx="995">
                  <c:v>19-12-2003</c:v>
                </c:pt>
                <c:pt idx="996">
                  <c:v>22-12-2003</c:v>
                </c:pt>
                <c:pt idx="997">
                  <c:v>23-12-2003</c:v>
                </c:pt>
                <c:pt idx="998">
                  <c:v>24-12-2003</c:v>
                </c:pt>
                <c:pt idx="999">
                  <c:v>26-12-2003</c:v>
                </c:pt>
                <c:pt idx="1000">
                  <c:v>29-12-2003</c:v>
                </c:pt>
                <c:pt idx="1001">
                  <c:v>30-12-2003</c:v>
                </c:pt>
                <c:pt idx="1002">
                  <c:v>31-12-2003</c:v>
                </c:pt>
                <c:pt idx="1003">
                  <c:v>01-01-2004</c:v>
                </c:pt>
                <c:pt idx="1004">
                  <c:v>02-01-2004</c:v>
                </c:pt>
                <c:pt idx="1005">
                  <c:v>05-01-2004</c:v>
                </c:pt>
                <c:pt idx="1006">
                  <c:v>06-01-2004</c:v>
                </c:pt>
                <c:pt idx="1007">
                  <c:v>07-01-2004</c:v>
                </c:pt>
                <c:pt idx="1008">
                  <c:v>08-01-2004</c:v>
                </c:pt>
                <c:pt idx="1009">
                  <c:v>09-01-2004</c:v>
                </c:pt>
                <c:pt idx="1010">
                  <c:v>12-01-2004</c:v>
                </c:pt>
                <c:pt idx="1011">
                  <c:v>13-01-2004</c:v>
                </c:pt>
                <c:pt idx="1012">
                  <c:v>14-01-2004</c:v>
                </c:pt>
                <c:pt idx="1013">
                  <c:v>15-01-2004</c:v>
                </c:pt>
                <c:pt idx="1014">
                  <c:v>16-01-2004</c:v>
                </c:pt>
                <c:pt idx="1015">
                  <c:v>19-01-2004</c:v>
                </c:pt>
                <c:pt idx="1016">
                  <c:v>20-01-2004</c:v>
                </c:pt>
                <c:pt idx="1017">
                  <c:v>21-01-2004</c:v>
                </c:pt>
                <c:pt idx="1018">
                  <c:v>22-01-2004</c:v>
                </c:pt>
                <c:pt idx="1019">
                  <c:v>23-01-2004</c:v>
                </c:pt>
                <c:pt idx="1020">
                  <c:v>27-01-2004</c:v>
                </c:pt>
                <c:pt idx="1021">
                  <c:v>28-01-2004</c:v>
                </c:pt>
                <c:pt idx="1022">
                  <c:v>29-01-2004</c:v>
                </c:pt>
                <c:pt idx="1023">
                  <c:v>30-01-2004</c:v>
                </c:pt>
                <c:pt idx="1024">
                  <c:v>03-02-2004</c:v>
                </c:pt>
                <c:pt idx="1025">
                  <c:v>04-02-2004</c:v>
                </c:pt>
                <c:pt idx="1026">
                  <c:v>05-02-2004</c:v>
                </c:pt>
                <c:pt idx="1027">
                  <c:v>06-02-2004</c:v>
                </c:pt>
                <c:pt idx="1028">
                  <c:v>09-02-2004</c:v>
                </c:pt>
                <c:pt idx="1029">
                  <c:v>10-02-2004</c:v>
                </c:pt>
                <c:pt idx="1030">
                  <c:v>11-02-2004</c:v>
                </c:pt>
                <c:pt idx="1031">
                  <c:v>12-02-2004</c:v>
                </c:pt>
                <c:pt idx="1032">
                  <c:v>13-02-2004</c:v>
                </c:pt>
                <c:pt idx="1033">
                  <c:v>16-02-2004</c:v>
                </c:pt>
                <c:pt idx="1034">
                  <c:v>17-02-2004</c:v>
                </c:pt>
                <c:pt idx="1035">
                  <c:v>18-02-2004</c:v>
                </c:pt>
                <c:pt idx="1036">
                  <c:v>19-02-2004</c:v>
                </c:pt>
                <c:pt idx="1037">
                  <c:v>20-02-2004</c:v>
                </c:pt>
                <c:pt idx="1038">
                  <c:v>23-02-2004</c:v>
                </c:pt>
                <c:pt idx="1039">
                  <c:v>24-02-2004</c:v>
                </c:pt>
                <c:pt idx="1040">
                  <c:v>25-02-2004</c:v>
                </c:pt>
                <c:pt idx="1041">
                  <c:v>26-02-2004</c:v>
                </c:pt>
                <c:pt idx="1042">
                  <c:v>27-02-2004</c:v>
                </c:pt>
                <c:pt idx="1043">
                  <c:v>01-03-2004</c:v>
                </c:pt>
                <c:pt idx="1044">
                  <c:v>03-03-2004</c:v>
                </c:pt>
                <c:pt idx="1045">
                  <c:v>04-03-2004</c:v>
                </c:pt>
                <c:pt idx="1046">
                  <c:v>05-03-2004</c:v>
                </c:pt>
                <c:pt idx="1047">
                  <c:v>08-03-2004</c:v>
                </c:pt>
                <c:pt idx="1048">
                  <c:v>09-03-2004</c:v>
                </c:pt>
                <c:pt idx="1049">
                  <c:v>10-03-2004</c:v>
                </c:pt>
                <c:pt idx="1050">
                  <c:v>11-03-2004</c:v>
                </c:pt>
                <c:pt idx="1051">
                  <c:v>12-03-2004</c:v>
                </c:pt>
                <c:pt idx="1052">
                  <c:v>15-03-2004</c:v>
                </c:pt>
                <c:pt idx="1053">
                  <c:v>16-03-2004</c:v>
                </c:pt>
                <c:pt idx="1054">
                  <c:v>17-03-2004</c:v>
                </c:pt>
                <c:pt idx="1055">
                  <c:v>18-03-2004</c:v>
                </c:pt>
                <c:pt idx="1056">
                  <c:v>19-03-2004</c:v>
                </c:pt>
                <c:pt idx="1057">
                  <c:v>22-03-2004</c:v>
                </c:pt>
                <c:pt idx="1058">
                  <c:v>23-03-2004</c:v>
                </c:pt>
                <c:pt idx="1059">
                  <c:v>24-03-2004</c:v>
                </c:pt>
                <c:pt idx="1060">
                  <c:v>25-03-2004</c:v>
                </c:pt>
                <c:pt idx="1061">
                  <c:v>26-03-2004</c:v>
                </c:pt>
                <c:pt idx="1062">
                  <c:v>29-03-2004</c:v>
                </c:pt>
                <c:pt idx="1063">
                  <c:v>30-03-2004</c:v>
                </c:pt>
                <c:pt idx="1064">
                  <c:v>31-03-2004</c:v>
                </c:pt>
                <c:pt idx="1065">
                  <c:v>01-04-2004</c:v>
                </c:pt>
                <c:pt idx="1066">
                  <c:v>02-04-2004</c:v>
                </c:pt>
                <c:pt idx="1067">
                  <c:v>05-04-2004</c:v>
                </c:pt>
                <c:pt idx="1068">
                  <c:v>06-04-2004</c:v>
                </c:pt>
                <c:pt idx="1069">
                  <c:v>07-04-2004</c:v>
                </c:pt>
                <c:pt idx="1070">
                  <c:v>08-04-2004</c:v>
                </c:pt>
                <c:pt idx="1071">
                  <c:v>12-04-2004</c:v>
                </c:pt>
                <c:pt idx="1072">
                  <c:v>13-04-2004</c:v>
                </c:pt>
                <c:pt idx="1073">
                  <c:v>15-04-2004</c:v>
                </c:pt>
                <c:pt idx="1074">
                  <c:v>16-04-2004</c:v>
                </c:pt>
                <c:pt idx="1075">
                  <c:v>17-04-2004</c:v>
                </c:pt>
                <c:pt idx="1076">
                  <c:v>19-04-2004</c:v>
                </c:pt>
                <c:pt idx="1077">
                  <c:v>20-04-2004</c:v>
                </c:pt>
                <c:pt idx="1078">
                  <c:v>21-04-2004</c:v>
                </c:pt>
                <c:pt idx="1079">
                  <c:v>22-04-2004</c:v>
                </c:pt>
                <c:pt idx="1080">
                  <c:v>23-04-2004</c:v>
                </c:pt>
                <c:pt idx="1081">
                  <c:v>27-04-2004</c:v>
                </c:pt>
                <c:pt idx="1082">
                  <c:v>28-04-2004</c:v>
                </c:pt>
                <c:pt idx="1083">
                  <c:v>29-04-2004</c:v>
                </c:pt>
                <c:pt idx="1084">
                  <c:v>30-04-2004</c:v>
                </c:pt>
                <c:pt idx="1085">
                  <c:v>03-05-2004</c:v>
                </c:pt>
                <c:pt idx="1086">
                  <c:v>04-05-2004</c:v>
                </c:pt>
                <c:pt idx="1087">
                  <c:v>05-05-2004</c:v>
                </c:pt>
                <c:pt idx="1088">
                  <c:v>06-05-2004</c:v>
                </c:pt>
                <c:pt idx="1089">
                  <c:v>07-05-2004</c:v>
                </c:pt>
                <c:pt idx="1090">
                  <c:v>10-05-2004</c:v>
                </c:pt>
                <c:pt idx="1091">
                  <c:v>11-05-2004</c:v>
                </c:pt>
                <c:pt idx="1092">
                  <c:v>12-05-2004</c:v>
                </c:pt>
                <c:pt idx="1093">
                  <c:v>13-05-2004</c:v>
                </c:pt>
                <c:pt idx="1094">
                  <c:v>14-05-2004</c:v>
                </c:pt>
                <c:pt idx="1095">
                  <c:v>17-05-2004</c:v>
                </c:pt>
                <c:pt idx="1096">
                  <c:v>18-05-2004</c:v>
                </c:pt>
                <c:pt idx="1097">
                  <c:v>19-05-2004</c:v>
                </c:pt>
                <c:pt idx="1098">
                  <c:v>20-05-2004</c:v>
                </c:pt>
                <c:pt idx="1099">
                  <c:v>21-05-2004</c:v>
                </c:pt>
                <c:pt idx="1100">
                  <c:v>24-05-2004</c:v>
                </c:pt>
                <c:pt idx="1101">
                  <c:v>25-05-2004</c:v>
                </c:pt>
                <c:pt idx="1102">
                  <c:v>26-05-2004</c:v>
                </c:pt>
                <c:pt idx="1103">
                  <c:v>27-05-2004</c:v>
                </c:pt>
                <c:pt idx="1104">
                  <c:v>28-05-2004</c:v>
                </c:pt>
                <c:pt idx="1105">
                  <c:v>31-05-2004</c:v>
                </c:pt>
                <c:pt idx="1106">
                  <c:v>01-06-2004</c:v>
                </c:pt>
                <c:pt idx="1107">
                  <c:v>02-06-2004</c:v>
                </c:pt>
                <c:pt idx="1108">
                  <c:v>03-06-2004</c:v>
                </c:pt>
                <c:pt idx="1109">
                  <c:v>04-06-2004</c:v>
                </c:pt>
                <c:pt idx="1110">
                  <c:v>07-06-2004</c:v>
                </c:pt>
                <c:pt idx="1111">
                  <c:v>08-06-2004</c:v>
                </c:pt>
                <c:pt idx="1112">
                  <c:v>09-06-2004</c:v>
                </c:pt>
                <c:pt idx="1113">
                  <c:v>10-06-2004</c:v>
                </c:pt>
                <c:pt idx="1114">
                  <c:v>11-06-2004</c:v>
                </c:pt>
                <c:pt idx="1115">
                  <c:v>14-06-2004</c:v>
                </c:pt>
                <c:pt idx="1116">
                  <c:v>15-06-2004</c:v>
                </c:pt>
                <c:pt idx="1117">
                  <c:v>16-06-2004</c:v>
                </c:pt>
                <c:pt idx="1118">
                  <c:v>17-06-2004</c:v>
                </c:pt>
                <c:pt idx="1119">
                  <c:v>18-06-2004</c:v>
                </c:pt>
                <c:pt idx="1120">
                  <c:v>21-06-2004</c:v>
                </c:pt>
                <c:pt idx="1121">
                  <c:v>22-06-2004</c:v>
                </c:pt>
                <c:pt idx="1122">
                  <c:v>23-06-2004</c:v>
                </c:pt>
                <c:pt idx="1123">
                  <c:v>24-06-2004</c:v>
                </c:pt>
                <c:pt idx="1124">
                  <c:v>25-06-2004</c:v>
                </c:pt>
                <c:pt idx="1125">
                  <c:v>28-06-2004</c:v>
                </c:pt>
                <c:pt idx="1126">
                  <c:v>29-06-2004</c:v>
                </c:pt>
                <c:pt idx="1127">
                  <c:v>30-06-2004</c:v>
                </c:pt>
                <c:pt idx="1128">
                  <c:v>01-07-2004</c:v>
                </c:pt>
                <c:pt idx="1129">
                  <c:v>02-07-2004</c:v>
                </c:pt>
                <c:pt idx="1130">
                  <c:v>05-07-2004</c:v>
                </c:pt>
                <c:pt idx="1131">
                  <c:v>06-07-2004</c:v>
                </c:pt>
                <c:pt idx="1132">
                  <c:v>07-07-2004</c:v>
                </c:pt>
                <c:pt idx="1133">
                  <c:v>08-07-2004</c:v>
                </c:pt>
                <c:pt idx="1134">
                  <c:v>09-07-2004</c:v>
                </c:pt>
                <c:pt idx="1135">
                  <c:v>12-07-2004</c:v>
                </c:pt>
                <c:pt idx="1136">
                  <c:v>13-07-2004</c:v>
                </c:pt>
                <c:pt idx="1137">
                  <c:v>14-07-2004</c:v>
                </c:pt>
                <c:pt idx="1138">
                  <c:v>15-07-2004</c:v>
                </c:pt>
                <c:pt idx="1139">
                  <c:v>16-07-2004</c:v>
                </c:pt>
                <c:pt idx="1140">
                  <c:v>19-07-2004</c:v>
                </c:pt>
                <c:pt idx="1141">
                  <c:v>20-07-2004</c:v>
                </c:pt>
                <c:pt idx="1142">
                  <c:v>21-07-2004</c:v>
                </c:pt>
                <c:pt idx="1143">
                  <c:v>22-07-2004</c:v>
                </c:pt>
                <c:pt idx="1144">
                  <c:v>23-07-2004</c:v>
                </c:pt>
                <c:pt idx="1145">
                  <c:v>26-07-2004</c:v>
                </c:pt>
                <c:pt idx="1146">
                  <c:v>27-07-2004</c:v>
                </c:pt>
                <c:pt idx="1147">
                  <c:v>28-07-2004</c:v>
                </c:pt>
                <c:pt idx="1148">
                  <c:v>29-07-2004</c:v>
                </c:pt>
                <c:pt idx="1149">
                  <c:v>30-07-2004</c:v>
                </c:pt>
                <c:pt idx="1150">
                  <c:v>02-08-2004</c:v>
                </c:pt>
                <c:pt idx="1151">
                  <c:v>03-08-2004</c:v>
                </c:pt>
                <c:pt idx="1152">
                  <c:v>04-08-2004</c:v>
                </c:pt>
                <c:pt idx="1153">
                  <c:v>05-08-2004</c:v>
                </c:pt>
                <c:pt idx="1154">
                  <c:v>06-08-2004</c:v>
                </c:pt>
                <c:pt idx="1155">
                  <c:v>09-08-2004</c:v>
                </c:pt>
                <c:pt idx="1156">
                  <c:v>10-08-2004</c:v>
                </c:pt>
                <c:pt idx="1157">
                  <c:v>11-08-2004</c:v>
                </c:pt>
                <c:pt idx="1158">
                  <c:v>12-08-2004</c:v>
                </c:pt>
                <c:pt idx="1159">
                  <c:v>13-08-2004</c:v>
                </c:pt>
                <c:pt idx="1160">
                  <c:v>16-08-2004</c:v>
                </c:pt>
                <c:pt idx="1161">
                  <c:v>17-08-2004</c:v>
                </c:pt>
                <c:pt idx="1162">
                  <c:v>18-08-2004</c:v>
                </c:pt>
                <c:pt idx="1163">
                  <c:v>19-08-2004</c:v>
                </c:pt>
                <c:pt idx="1164">
                  <c:v>20-08-2004</c:v>
                </c:pt>
                <c:pt idx="1165">
                  <c:v>23-08-2004</c:v>
                </c:pt>
                <c:pt idx="1166">
                  <c:v>24-08-2004</c:v>
                </c:pt>
                <c:pt idx="1167">
                  <c:v>25-08-2004</c:v>
                </c:pt>
                <c:pt idx="1168">
                  <c:v>26-08-2004</c:v>
                </c:pt>
                <c:pt idx="1169">
                  <c:v>27-08-2004</c:v>
                </c:pt>
                <c:pt idx="1170">
                  <c:v>30-08-2004</c:v>
                </c:pt>
                <c:pt idx="1171">
                  <c:v>31-08-2004</c:v>
                </c:pt>
                <c:pt idx="1172">
                  <c:v>01-09-2004</c:v>
                </c:pt>
                <c:pt idx="1173">
                  <c:v>02-09-2004</c:v>
                </c:pt>
                <c:pt idx="1174">
                  <c:v>03-09-2004</c:v>
                </c:pt>
                <c:pt idx="1175">
                  <c:v>06-09-2004</c:v>
                </c:pt>
                <c:pt idx="1176">
                  <c:v>07-09-2004</c:v>
                </c:pt>
                <c:pt idx="1177">
                  <c:v>08-09-2004</c:v>
                </c:pt>
                <c:pt idx="1178">
                  <c:v>09-09-2004</c:v>
                </c:pt>
                <c:pt idx="1179">
                  <c:v>10-09-2004</c:v>
                </c:pt>
                <c:pt idx="1180">
                  <c:v>13-09-2004</c:v>
                </c:pt>
                <c:pt idx="1181">
                  <c:v>14-09-2004</c:v>
                </c:pt>
                <c:pt idx="1182">
                  <c:v>15-09-2004</c:v>
                </c:pt>
                <c:pt idx="1183">
                  <c:v>16-09-2004</c:v>
                </c:pt>
                <c:pt idx="1184">
                  <c:v>17-09-2004</c:v>
                </c:pt>
                <c:pt idx="1185">
                  <c:v>20-09-2004</c:v>
                </c:pt>
                <c:pt idx="1186">
                  <c:v>21-09-2004</c:v>
                </c:pt>
                <c:pt idx="1187">
                  <c:v>22-09-2004</c:v>
                </c:pt>
                <c:pt idx="1188">
                  <c:v>23-09-2004</c:v>
                </c:pt>
                <c:pt idx="1189">
                  <c:v>24-09-2004</c:v>
                </c:pt>
                <c:pt idx="1190">
                  <c:v>27-09-2004</c:v>
                </c:pt>
                <c:pt idx="1191">
                  <c:v>28-09-2004</c:v>
                </c:pt>
                <c:pt idx="1192">
                  <c:v>29-09-2004</c:v>
                </c:pt>
                <c:pt idx="1193">
                  <c:v>30-09-2004</c:v>
                </c:pt>
                <c:pt idx="1194">
                  <c:v>01-10-2004</c:v>
                </c:pt>
                <c:pt idx="1195">
                  <c:v>04-10-2004</c:v>
                </c:pt>
                <c:pt idx="1196">
                  <c:v>05-10-2004</c:v>
                </c:pt>
                <c:pt idx="1197">
                  <c:v>06-10-2004</c:v>
                </c:pt>
                <c:pt idx="1198">
                  <c:v>07-10-2004</c:v>
                </c:pt>
                <c:pt idx="1199">
                  <c:v>08-10-2004</c:v>
                </c:pt>
                <c:pt idx="1200">
                  <c:v>09-10-2004</c:v>
                </c:pt>
                <c:pt idx="1201">
                  <c:v>11-10-2004</c:v>
                </c:pt>
                <c:pt idx="1202">
                  <c:v>12-10-2004</c:v>
                </c:pt>
                <c:pt idx="1203">
                  <c:v>14-10-2004</c:v>
                </c:pt>
                <c:pt idx="1204">
                  <c:v>15-10-2004</c:v>
                </c:pt>
                <c:pt idx="1205">
                  <c:v>18-10-2004</c:v>
                </c:pt>
                <c:pt idx="1206">
                  <c:v>19-10-2004</c:v>
                </c:pt>
                <c:pt idx="1207">
                  <c:v>20-10-2004</c:v>
                </c:pt>
                <c:pt idx="1208">
                  <c:v>21-10-2004</c:v>
                </c:pt>
                <c:pt idx="1209">
                  <c:v>25-10-2004</c:v>
                </c:pt>
                <c:pt idx="1210">
                  <c:v>26-10-2004</c:v>
                </c:pt>
                <c:pt idx="1211">
                  <c:v>27-10-2004</c:v>
                </c:pt>
                <c:pt idx="1212">
                  <c:v>28-10-2004</c:v>
                </c:pt>
                <c:pt idx="1213">
                  <c:v>29-10-2004</c:v>
                </c:pt>
                <c:pt idx="1214">
                  <c:v>01-11-2004</c:v>
                </c:pt>
                <c:pt idx="1215">
                  <c:v>02-11-2004</c:v>
                </c:pt>
                <c:pt idx="1216">
                  <c:v>03-11-2004</c:v>
                </c:pt>
                <c:pt idx="1217">
                  <c:v>04-11-2004</c:v>
                </c:pt>
                <c:pt idx="1218">
                  <c:v>05-11-2004</c:v>
                </c:pt>
                <c:pt idx="1219">
                  <c:v>08-11-2004</c:v>
                </c:pt>
                <c:pt idx="1220">
                  <c:v>09-11-2004</c:v>
                </c:pt>
                <c:pt idx="1221">
                  <c:v>10-11-2004</c:v>
                </c:pt>
                <c:pt idx="1222">
                  <c:v>11-11-2004</c:v>
                </c:pt>
                <c:pt idx="1223">
                  <c:v>12-11-2004</c:v>
                </c:pt>
                <c:pt idx="1224">
                  <c:v>16-11-2004</c:v>
                </c:pt>
                <c:pt idx="1225">
                  <c:v>17-11-2004</c:v>
                </c:pt>
                <c:pt idx="1226">
                  <c:v>18-11-2004</c:v>
                </c:pt>
                <c:pt idx="1227">
                  <c:v>19-11-2004</c:v>
                </c:pt>
                <c:pt idx="1228">
                  <c:v>22-11-2004</c:v>
                </c:pt>
                <c:pt idx="1229">
                  <c:v>23-11-2004</c:v>
                </c:pt>
                <c:pt idx="1230">
                  <c:v>24-11-2004</c:v>
                </c:pt>
                <c:pt idx="1231">
                  <c:v>25-11-2004</c:v>
                </c:pt>
                <c:pt idx="1232">
                  <c:v>29-11-2004</c:v>
                </c:pt>
                <c:pt idx="1233">
                  <c:v>30-11-2004</c:v>
                </c:pt>
                <c:pt idx="1234">
                  <c:v>01-12-2004</c:v>
                </c:pt>
                <c:pt idx="1235">
                  <c:v>02-12-2004</c:v>
                </c:pt>
                <c:pt idx="1236">
                  <c:v>03-12-2004</c:v>
                </c:pt>
                <c:pt idx="1237">
                  <c:v>06-12-2004</c:v>
                </c:pt>
                <c:pt idx="1238">
                  <c:v>07-12-2004</c:v>
                </c:pt>
                <c:pt idx="1239">
                  <c:v>08-12-2004</c:v>
                </c:pt>
                <c:pt idx="1240">
                  <c:v>09-12-2004</c:v>
                </c:pt>
                <c:pt idx="1241">
                  <c:v>10-12-2004</c:v>
                </c:pt>
                <c:pt idx="1242">
                  <c:v>13-12-2004</c:v>
                </c:pt>
                <c:pt idx="1243">
                  <c:v>14-12-2004</c:v>
                </c:pt>
                <c:pt idx="1244">
                  <c:v>15-12-2004</c:v>
                </c:pt>
                <c:pt idx="1245">
                  <c:v>16-12-2004</c:v>
                </c:pt>
                <c:pt idx="1246">
                  <c:v>17-12-2004</c:v>
                </c:pt>
                <c:pt idx="1247">
                  <c:v>20-12-2004</c:v>
                </c:pt>
                <c:pt idx="1248">
                  <c:v>21-12-2004</c:v>
                </c:pt>
                <c:pt idx="1249">
                  <c:v>22-12-2004</c:v>
                </c:pt>
                <c:pt idx="1250">
                  <c:v>23-12-2004</c:v>
                </c:pt>
                <c:pt idx="1251">
                  <c:v>24-12-2004</c:v>
                </c:pt>
                <c:pt idx="1252">
                  <c:v>27-12-2004</c:v>
                </c:pt>
                <c:pt idx="1253">
                  <c:v>28-12-2004</c:v>
                </c:pt>
                <c:pt idx="1254">
                  <c:v>29-12-2004</c:v>
                </c:pt>
                <c:pt idx="1255">
                  <c:v>30-12-2004</c:v>
                </c:pt>
                <c:pt idx="1256">
                  <c:v>31-12-2004</c:v>
                </c:pt>
                <c:pt idx="1257">
                  <c:v>03-01-2005</c:v>
                </c:pt>
                <c:pt idx="1258">
                  <c:v>04-01-2005</c:v>
                </c:pt>
                <c:pt idx="1259">
                  <c:v>05-01-2005</c:v>
                </c:pt>
                <c:pt idx="1260">
                  <c:v>06-01-2005</c:v>
                </c:pt>
                <c:pt idx="1261">
                  <c:v>07-01-2005</c:v>
                </c:pt>
                <c:pt idx="1262">
                  <c:v>10-01-2005</c:v>
                </c:pt>
                <c:pt idx="1263">
                  <c:v>11-01-2005</c:v>
                </c:pt>
                <c:pt idx="1264">
                  <c:v>12-01-2005</c:v>
                </c:pt>
                <c:pt idx="1265">
                  <c:v>13-01-2005</c:v>
                </c:pt>
                <c:pt idx="1266">
                  <c:v>14-01-2005</c:v>
                </c:pt>
                <c:pt idx="1267">
                  <c:v>17-01-2005</c:v>
                </c:pt>
                <c:pt idx="1268">
                  <c:v>18-01-2005</c:v>
                </c:pt>
                <c:pt idx="1269">
                  <c:v>19-01-2005</c:v>
                </c:pt>
                <c:pt idx="1270">
                  <c:v>20-01-2005</c:v>
                </c:pt>
                <c:pt idx="1271">
                  <c:v>24-01-2005</c:v>
                </c:pt>
                <c:pt idx="1272">
                  <c:v>25-01-2005</c:v>
                </c:pt>
                <c:pt idx="1273">
                  <c:v>27-01-2005</c:v>
                </c:pt>
                <c:pt idx="1274">
                  <c:v>28-01-2005</c:v>
                </c:pt>
                <c:pt idx="1275">
                  <c:v>31-01-2005</c:v>
                </c:pt>
                <c:pt idx="1276">
                  <c:v>01-02-2005</c:v>
                </c:pt>
                <c:pt idx="1277">
                  <c:v>02-02-2005</c:v>
                </c:pt>
                <c:pt idx="1278">
                  <c:v>03-02-2005</c:v>
                </c:pt>
                <c:pt idx="1279">
                  <c:v>04-02-2005</c:v>
                </c:pt>
                <c:pt idx="1280">
                  <c:v>07-02-2005</c:v>
                </c:pt>
                <c:pt idx="1281">
                  <c:v>08-02-2005</c:v>
                </c:pt>
                <c:pt idx="1282">
                  <c:v>09-02-2005</c:v>
                </c:pt>
                <c:pt idx="1283">
                  <c:v>10-02-2005</c:v>
                </c:pt>
                <c:pt idx="1284">
                  <c:v>11-02-2005</c:v>
                </c:pt>
                <c:pt idx="1285">
                  <c:v>14-02-2005</c:v>
                </c:pt>
                <c:pt idx="1286">
                  <c:v>15-02-2005</c:v>
                </c:pt>
                <c:pt idx="1287">
                  <c:v>16-02-2005</c:v>
                </c:pt>
                <c:pt idx="1288">
                  <c:v>17-02-2005</c:v>
                </c:pt>
                <c:pt idx="1289">
                  <c:v>18-02-2005</c:v>
                </c:pt>
                <c:pt idx="1290">
                  <c:v>21-02-2005</c:v>
                </c:pt>
                <c:pt idx="1291">
                  <c:v>22-02-2005</c:v>
                </c:pt>
                <c:pt idx="1292">
                  <c:v>23-02-2005</c:v>
                </c:pt>
                <c:pt idx="1293">
                  <c:v>24-02-2005</c:v>
                </c:pt>
                <c:pt idx="1294">
                  <c:v>25-02-2005</c:v>
                </c:pt>
                <c:pt idx="1295">
                  <c:v>28-02-2005</c:v>
                </c:pt>
                <c:pt idx="1296">
                  <c:v>01-03-2005</c:v>
                </c:pt>
                <c:pt idx="1297">
                  <c:v>02-03-2005</c:v>
                </c:pt>
                <c:pt idx="1298">
                  <c:v>03-03-2005</c:v>
                </c:pt>
                <c:pt idx="1299">
                  <c:v>04-03-2005</c:v>
                </c:pt>
                <c:pt idx="1300">
                  <c:v>07-03-2005</c:v>
                </c:pt>
                <c:pt idx="1301">
                  <c:v>08-03-2005</c:v>
                </c:pt>
                <c:pt idx="1302">
                  <c:v>09-03-2005</c:v>
                </c:pt>
                <c:pt idx="1303">
                  <c:v>10-03-2005</c:v>
                </c:pt>
                <c:pt idx="1304">
                  <c:v>11-03-2005</c:v>
                </c:pt>
                <c:pt idx="1305">
                  <c:v>14-03-2005</c:v>
                </c:pt>
                <c:pt idx="1306">
                  <c:v>15-03-2005</c:v>
                </c:pt>
                <c:pt idx="1307">
                  <c:v>16-03-2005</c:v>
                </c:pt>
                <c:pt idx="1308">
                  <c:v>17-03-2005</c:v>
                </c:pt>
                <c:pt idx="1309">
                  <c:v>18-03-2005</c:v>
                </c:pt>
                <c:pt idx="1310">
                  <c:v>21-03-2005</c:v>
                </c:pt>
                <c:pt idx="1311">
                  <c:v>22-03-2005</c:v>
                </c:pt>
                <c:pt idx="1312">
                  <c:v>23-03-2005</c:v>
                </c:pt>
                <c:pt idx="1313">
                  <c:v>24-03-2005</c:v>
                </c:pt>
                <c:pt idx="1314">
                  <c:v>28-03-2005</c:v>
                </c:pt>
                <c:pt idx="1315">
                  <c:v>29-03-2005</c:v>
                </c:pt>
                <c:pt idx="1316">
                  <c:v>30-03-2005</c:v>
                </c:pt>
                <c:pt idx="1317">
                  <c:v>31-03-2005</c:v>
                </c:pt>
                <c:pt idx="1318">
                  <c:v>01-04-2005</c:v>
                </c:pt>
                <c:pt idx="1319">
                  <c:v>04-04-2005</c:v>
                </c:pt>
                <c:pt idx="1320">
                  <c:v>05-04-2005</c:v>
                </c:pt>
                <c:pt idx="1321">
                  <c:v>06-04-2005</c:v>
                </c:pt>
                <c:pt idx="1322">
                  <c:v>07-04-2005</c:v>
                </c:pt>
                <c:pt idx="1323">
                  <c:v>08-04-2005</c:v>
                </c:pt>
                <c:pt idx="1324">
                  <c:v>11-04-2005</c:v>
                </c:pt>
                <c:pt idx="1325">
                  <c:v>12-04-2005</c:v>
                </c:pt>
                <c:pt idx="1326">
                  <c:v>13-04-2005</c:v>
                </c:pt>
                <c:pt idx="1327">
                  <c:v>15-04-2005</c:v>
                </c:pt>
                <c:pt idx="1328">
                  <c:v>18-04-2005</c:v>
                </c:pt>
                <c:pt idx="1329">
                  <c:v>19-04-2005</c:v>
                </c:pt>
                <c:pt idx="1330">
                  <c:v>20-04-2005</c:v>
                </c:pt>
                <c:pt idx="1331">
                  <c:v>21-04-2005</c:v>
                </c:pt>
                <c:pt idx="1332">
                  <c:v>22-04-2005</c:v>
                </c:pt>
                <c:pt idx="1333">
                  <c:v>25-04-2005</c:v>
                </c:pt>
                <c:pt idx="1334">
                  <c:v>26-04-2005</c:v>
                </c:pt>
                <c:pt idx="1335">
                  <c:v>27-04-2005</c:v>
                </c:pt>
                <c:pt idx="1336">
                  <c:v>28-04-2005</c:v>
                </c:pt>
                <c:pt idx="1337">
                  <c:v>29-04-2005</c:v>
                </c:pt>
                <c:pt idx="1338">
                  <c:v>02-05-2005</c:v>
                </c:pt>
                <c:pt idx="1339">
                  <c:v>03-05-2005</c:v>
                </c:pt>
                <c:pt idx="1340">
                  <c:v>04-05-2005</c:v>
                </c:pt>
                <c:pt idx="1341">
                  <c:v>05-05-2005</c:v>
                </c:pt>
                <c:pt idx="1342">
                  <c:v>06-05-2005</c:v>
                </c:pt>
                <c:pt idx="1343">
                  <c:v>09-05-2005</c:v>
                </c:pt>
                <c:pt idx="1344">
                  <c:v>10-05-2005</c:v>
                </c:pt>
                <c:pt idx="1345">
                  <c:v>11-05-2005</c:v>
                </c:pt>
                <c:pt idx="1346">
                  <c:v>12-05-2005</c:v>
                </c:pt>
                <c:pt idx="1347">
                  <c:v>13-05-2005</c:v>
                </c:pt>
                <c:pt idx="1348">
                  <c:v>16-05-2005</c:v>
                </c:pt>
                <c:pt idx="1349">
                  <c:v>17-05-2005</c:v>
                </c:pt>
                <c:pt idx="1350">
                  <c:v>18-05-2005</c:v>
                </c:pt>
                <c:pt idx="1351">
                  <c:v>19-05-2005</c:v>
                </c:pt>
                <c:pt idx="1352">
                  <c:v>20-05-2005</c:v>
                </c:pt>
                <c:pt idx="1353">
                  <c:v>23-05-2005</c:v>
                </c:pt>
                <c:pt idx="1354">
                  <c:v>24-05-2005</c:v>
                </c:pt>
                <c:pt idx="1355">
                  <c:v>25-05-2005</c:v>
                </c:pt>
                <c:pt idx="1356">
                  <c:v>26-05-2005</c:v>
                </c:pt>
                <c:pt idx="1357">
                  <c:v>27-05-2005</c:v>
                </c:pt>
                <c:pt idx="1358">
                  <c:v>30-05-2005</c:v>
                </c:pt>
                <c:pt idx="1359">
                  <c:v>31-05-2005</c:v>
                </c:pt>
                <c:pt idx="1360">
                  <c:v>01-06-2005</c:v>
                </c:pt>
                <c:pt idx="1361">
                  <c:v>02-06-2005</c:v>
                </c:pt>
                <c:pt idx="1362">
                  <c:v>03-06-2005</c:v>
                </c:pt>
                <c:pt idx="1363">
                  <c:v>04-06-2005</c:v>
                </c:pt>
                <c:pt idx="1364">
                  <c:v>06-06-2005</c:v>
                </c:pt>
                <c:pt idx="1365">
                  <c:v>07-06-2005</c:v>
                </c:pt>
                <c:pt idx="1366">
                  <c:v>08-06-2005</c:v>
                </c:pt>
                <c:pt idx="1367">
                  <c:v>09-06-2005</c:v>
                </c:pt>
                <c:pt idx="1368">
                  <c:v>10-06-2005</c:v>
                </c:pt>
                <c:pt idx="1369">
                  <c:v>13-06-2005</c:v>
                </c:pt>
                <c:pt idx="1370">
                  <c:v>14-06-2005</c:v>
                </c:pt>
                <c:pt idx="1371">
                  <c:v>15-06-2005</c:v>
                </c:pt>
                <c:pt idx="1372">
                  <c:v>16-06-2005</c:v>
                </c:pt>
                <c:pt idx="1373">
                  <c:v>17-06-2005</c:v>
                </c:pt>
                <c:pt idx="1374">
                  <c:v>20-06-2005</c:v>
                </c:pt>
                <c:pt idx="1375">
                  <c:v>21-06-2005</c:v>
                </c:pt>
                <c:pt idx="1376">
                  <c:v>22-06-2005</c:v>
                </c:pt>
                <c:pt idx="1377">
                  <c:v>23-06-2005</c:v>
                </c:pt>
                <c:pt idx="1378">
                  <c:v>24-06-2005</c:v>
                </c:pt>
                <c:pt idx="1379">
                  <c:v>27-06-2005</c:v>
                </c:pt>
                <c:pt idx="1380">
                  <c:v>28-06-2005</c:v>
                </c:pt>
                <c:pt idx="1381">
                  <c:v>29-06-2005</c:v>
                </c:pt>
                <c:pt idx="1382">
                  <c:v>30-06-2005</c:v>
                </c:pt>
                <c:pt idx="1383">
                  <c:v>01-07-2005</c:v>
                </c:pt>
                <c:pt idx="1384">
                  <c:v>04-07-2005</c:v>
                </c:pt>
                <c:pt idx="1385">
                  <c:v>05-07-2005</c:v>
                </c:pt>
                <c:pt idx="1386">
                  <c:v>06-07-2005</c:v>
                </c:pt>
                <c:pt idx="1387">
                  <c:v>07-07-2005</c:v>
                </c:pt>
                <c:pt idx="1388">
                  <c:v>08-07-2005</c:v>
                </c:pt>
                <c:pt idx="1389">
                  <c:v>11-07-2005</c:v>
                </c:pt>
                <c:pt idx="1390">
                  <c:v>12-07-2005</c:v>
                </c:pt>
                <c:pt idx="1391">
                  <c:v>13-07-2005</c:v>
                </c:pt>
                <c:pt idx="1392">
                  <c:v>14-07-2005</c:v>
                </c:pt>
                <c:pt idx="1393">
                  <c:v>15-07-2005</c:v>
                </c:pt>
                <c:pt idx="1394">
                  <c:v>18-07-2005</c:v>
                </c:pt>
                <c:pt idx="1395">
                  <c:v>19-07-2005</c:v>
                </c:pt>
                <c:pt idx="1396">
                  <c:v>20-07-2005</c:v>
                </c:pt>
                <c:pt idx="1397">
                  <c:v>21-07-2005</c:v>
                </c:pt>
                <c:pt idx="1398">
                  <c:v>22-07-2005</c:v>
                </c:pt>
                <c:pt idx="1399">
                  <c:v>25-07-2005</c:v>
                </c:pt>
                <c:pt idx="1400">
                  <c:v>26-07-2005</c:v>
                </c:pt>
                <c:pt idx="1401">
                  <c:v>27-07-2005</c:v>
                </c:pt>
                <c:pt idx="1402">
                  <c:v>29-07-2005</c:v>
                </c:pt>
                <c:pt idx="1403">
                  <c:v>01-08-2005</c:v>
                </c:pt>
                <c:pt idx="1404">
                  <c:v>02-08-2005</c:v>
                </c:pt>
                <c:pt idx="1405">
                  <c:v>03-08-2005</c:v>
                </c:pt>
                <c:pt idx="1406">
                  <c:v>04-08-2005</c:v>
                </c:pt>
                <c:pt idx="1407">
                  <c:v>05-08-2005</c:v>
                </c:pt>
                <c:pt idx="1408">
                  <c:v>08-08-2005</c:v>
                </c:pt>
                <c:pt idx="1409">
                  <c:v>09-08-2005</c:v>
                </c:pt>
                <c:pt idx="1410">
                  <c:v>10-08-2005</c:v>
                </c:pt>
                <c:pt idx="1411">
                  <c:v>11-08-2005</c:v>
                </c:pt>
                <c:pt idx="1412">
                  <c:v>12-08-2005</c:v>
                </c:pt>
                <c:pt idx="1413">
                  <c:v>16-08-2005</c:v>
                </c:pt>
                <c:pt idx="1414">
                  <c:v>17-08-2005</c:v>
                </c:pt>
                <c:pt idx="1415">
                  <c:v>18-08-2005</c:v>
                </c:pt>
                <c:pt idx="1416">
                  <c:v>19-08-2005</c:v>
                </c:pt>
                <c:pt idx="1417">
                  <c:v>22-08-2005</c:v>
                </c:pt>
                <c:pt idx="1418">
                  <c:v>23-08-2005</c:v>
                </c:pt>
                <c:pt idx="1419">
                  <c:v>24-08-2005</c:v>
                </c:pt>
                <c:pt idx="1420">
                  <c:v>25-08-2005</c:v>
                </c:pt>
                <c:pt idx="1421">
                  <c:v>26-08-2005</c:v>
                </c:pt>
                <c:pt idx="1422">
                  <c:v>29-08-2005</c:v>
                </c:pt>
                <c:pt idx="1423">
                  <c:v>30-08-2005</c:v>
                </c:pt>
                <c:pt idx="1424">
                  <c:v>31-08-2005</c:v>
                </c:pt>
                <c:pt idx="1425">
                  <c:v>01-09-2005</c:v>
                </c:pt>
                <c:pt idx="1426">
                  <c:v>02-09-2005</c:v>
                </c:pt>
                <c:pt idx="1427">
                  <c:v>05-09-2005</c:v>
                </c:pt>
                <c:pt idx="1428">
                  <c:v>06-09-2005</c:v>
                </c:pt>
                <c:pt idx="1429">
                  <c:v>08-09-2005</c:v>
                </c:pt>
                <c:pt idx="1430">
                  <c:v>09-09-2005</c:v>
                </c:pt>
                <c:pt idx="1431">
                  <c:v>12-09-2005</c:v>
                </c:pt>
                <c:pt idx="1432">
                  <c:v>13-09-2005</c:v>
                </c:pt>
                <c:pt idx="1433">
                  <c:v>14-09-2005</c:v>
                </c:pt>
                <c:pt idx="1434">
                  <c:v>15-09-2005</c:v>
                </c:pt>
                <c:pt idx="1435">
                  <c:v>16-09-2005</c:v>
                </c:pt>
                <c:pt idx="1436">
                  <c:v>19-09-2005</c:v>
                </c:pt>
                <c:pt idx="1437">
                  <c:v>20-09-2005</c:v>
                </c:pt>
                <c:pt idx="1438">
                  <c:v>21-09-2005</c:v>
                </c:pt>
                <c:pt idx="1439">
                  <c:v>22-09-2005</c:v>
                </c:pt>
                <c:pt idx="1440">
                  <c:v>23-09-2005</c:v>
                </c:pt>
                <c:pt idx="1441">
                  <c:v>26-09-2005</c:v>
                </c:pt>
                <c:pt idx="1442">
                  <c:v>27-09-2005</c:v>
                </c:pt>
                <c:pt idx="1443">
                  <c:v>28-09-2005</c:v>
                </c:pt>
                <c:pt idx="1444">
                  <c:v>29-09-2005</c:v>
                </c:pt>
                <c:pt idx="1445">
                  <c:v>30-09-2005</c:v>
                </c:pt>
                <c:pt idx="1446">
                  <c:v>03-10-2005</c:v>
                </c:pt>
                <c:pt idx="1447">
                  <c:v>04-10-2005</c:v>
                </c:pt>
                <c:pt idx="1448">
                  <c:v>05-10-2005</c:v>
                </c:pt>
                <c:pt idx="1449">
                  <c:v>06-10-2005</c:v>
                </c:pt>
                <c:pt idx="1450">
                  <c:v>07-10-2005</c:v>
                </c:pt>
                <c:pt idx="1451">
                  <c:v>10-10-2005</c:v>
                </c:pt>
                <c:pt idx="1452">
                  <c:v>11-10-2005</c:v>
                </c:pt>
                <c:pt idx="1453">
                  <c:v>13-10-2005</c:v>
                </c:pt>
                <c:pt idx="1454">
                  <c:v>14-10-2005</c:v>
                </c:pt>
                <c:pt idx="1455">
                  <c:v>17-10-2005</c:v>
                </c:pt>
                <c:pt idx="1456">
                  <c:v>18-10-2005</c:v>
                </c:pt>
                <c:pt idx="1457">
                  <c:v>19-10-2005</c:v>
                </c:pt>
                <c:pt idx="1458">
                  <c:v>20-10-2005</c:v>
                </c:pt>
                <c:pt idx="1459">
                  <c:v>21-10-2005</c:v>
                </c:pt>
                <c:pt idx="1460">
                  <c:v>24-10-2005</c:v>
                </c:pt>
                <c:pt idx="1461">
                  <c:v>25-10-2005</c:v>
                </c:pt>
                <c:pt idx="1462">
                  <c:v>26-10-2005</c:v>
                </c:pt>
                <c:pt idx="1463">
                  <c:v>27-10-2005</c:v>
                </c:pt>
                <c:pt idx="1464">
                  <c:v>28-10-2005</c:v>
                </c:pt>
                <c:pt idx="1465">
                  <c:v>31-10-2005</c:v>
                </c:pt>
                <c:pt idx="1466">
                  <c:v>01-11-2005</c:v>
                </c:pt>
                <c:pt idx="1467">
                  <c:v>02-11-2005</c:v>
                </c:pt>
                <c:pt idx="1468">
                  <c:v>07-11-2005</c:v>
                </c:pt>
                <c:pt idx="1469">
                  <c:v>08-11-2005</c:v>
                </c:pt>
                <c:pt idx="1470">
                  <c:v>09-11-2005</c:v>
                </c:pt>
                <c:pt idx="1471">
                  <c:v>10-11-2005</c:v>
                </c:pt>
                <c:pt idx="1472">
                  <c:v>11-11-2005</c:v>
                </c:pt>
                <c:pt idx="1473">
                  <c:v>14-11-2005</c:v>
                </c:pt>
                <c:pt idx="1474">
                  <c:v>16-11-2005</c:v>
                </c:pt>
                <c:pt idx="1475">
                  <c:v>17-11-2005</c:v>
                </c:pt>
                <c:pt idx="1476">
                  <c:v>18-11-2005</c:v>
                </c:pt>
                <c:pt idx="1477">
                  <c:v>21-11-2005</c:v>
                </c:pt>
                <c:pt idx="1478">
                  <c:v>22-11-2005</c:v>
                </c:pt>
                <c:pt idx="1479">
                  <c:v>23-11-2005</c:v>
                </c:pt>
                <c:pt idx="1480">
                  <c:v>24-11-2005</c:v>
                </c:pt>
                <c:pt idx="1481">
                  <c:v>25-11-2005</c:v>
                </c:pt>
                <c:pt idx="1482">
                  <c:v>26-11-2005</c:v>
                </c:pt>
                <c:pt idx="1483">
                  <c:v>28-11-2005</c:v>
                </c:pt>
                <c:pt idx="1484">
                  <c:v>29-11-2005</c:v>
                </c:pt>
                <c:pt idx="1485">
                  <c:v>30-11-2005</c:v>
                </c:pt>
                <c:pt idx="1486">
                  <c:v>01-12-2005</c:v>
                </c:pt>
                <c:pt idx="1487">
                  <c:v>02-12-2005</c:v>
                </c:pt>
                <c:pt idx="1488">
                  <c:v>05-12-2005</c:v>
                </c:pt>
                <c:pt idx="1489">
                  <c:v>06-12-2005</c:v>
                </c:pt>
                <c:pt idx="1490">
                  <c:v>07-12-2005</c:v>
                </c:pt>
                <c:pt idx="1491">
                  <c:v>08-12-2005</c:v>
                </c:pt>
                <c:pt idx="1492">
                  <c:v>09-12-2005</c:v>
                </c:pt>
                <c:pt idx="1493">
                  <c:v>12-12-2005</c:v>
                </c:pt>
                <c:pt idx="1494">
                  <c:v>13-12-2005</c:v>
                </c:pt>
                <c:pt idx="1495">
                  <c:v>14-12-2005</c:v>
                </c:pt>
                <c:pt idx="1496">
                  <c:v>15-12-2005</c:v>
                </c:pt>
                <c:pt idx="1497">
                  <c:v>16-12-2005</c:v>
                </c:pt>
                <c:pt idx="1498">
                  <c:v>19-12-2005</c:v>
                </c:pt>
                <c:pt idx="1499">
                  <c:v>20-12-2005</c:v>
                </c:pt>
                <c:pt idx="1500">
                  <c:v>21-12-2005</c:v>
                </c:pt>
                <c:pt idx="1501">
                  <c:v>22-12-2005</c:v>
                </c:pt>
                <c:pt idx="1502">
                  <c:v>23-12-2005</c:v>
                </c:pt>
                <c:pt idx="1503">
                  <c:v>26-12-2005</c:v>
                </c:pt>
                <c:pt idx="1504">
                  <c:v>27-12-2005</c:v>
                </c:pt>
                <c:pt idx="1505">
                  <c:v>28-12-2005</c:v>
                </c:pt>
                <c:pt idx="1506">
                  <c:v>29-12-2005</c:v>
                </c:pt>
                <c:pt idx="1507">
                  <c:v>30-12-2005</c:v>
                </c:pt>
                <c:pt idx="1508">
                  <c:v>02-01-2006</c:v>
                </c:pt>
                <c:pt idx="1509">
                  <c:v>03-01-2006</c:v>
                </c:pt>
                <c:pt idx="1510">
                  <c:v>04-01-2006</c:v>
                </c:pt>
                <c:pt idx="1511">
                  <c:v>05-01-2006</c:v>
                </c:pt>
                <c:pt idx="1512">
                  <c:v>06-01-2006</c:v>
                </c:pt>
                <c:pt idx="1513">
                  <c:v>09-01-2006</c:v>
                </c:pt>
                <c:pt idx="1514">
                  <c:v>10-01-2006</c:v>
                </c:pt>
                <c:pt idx="1515">
                  <c:v>12-01-2006</c:v>
                </c:pt>
                <c:pt idx="1516">
                  <c:v>13-01-2006</c:v>
                </c:pt>
                <c:pt idx="1517">
                  <c:v>16-01-2006</c:v>
                </c:pt>
                <c:pt idx="1518">
                  <c:v>17-01-2006</c:v>
                </c:pt>
                <c:pt idx="1519">
                  <c:v>18-01-2006</c:v>
                </c:pt>
                <c:pt idx="1520">
                  <c:v>19-01-2006</c:v>
                </c:pt>
                <c:pt idx="1521">
                  <c:v>20-01-2006</c:v>
                </c:pt>
                <c:pt idx="1522">
                  <c:v>23-01-2006</c:v>
                </c:pt>
                <c:pt idx="1523">
                  <c:v>24-01-2006</c:v>
                </c:pt>
                <c:pt idx="1524">
                  <c:v>25-01-2006</c:v>
                </c:pt>
                <c:pt idx="1525">
                  <c:v>27-01-2006</c:v>
                </c:pt>
                <c:pt idx="1526">
                  <c:v>30-01-2006</c:v>
                </c:pt>
                <c:pt idx="1527">
                  <c:v>31-01-2006</c:v>
                </c:pt>
                <c:pt idx="1528">
                  <c:v>01-02-2006</c:v>
                </c:pt>
                <c:pt idx="1529">
                  <c:v>02-02-2006</c:v>
                </c:pt>
                <c:pt idx="1530">
                  <c:v>03-02-2006</c:v>
                </c:pt>
                <c:pt idx="1531">
                  <c:v>06-02-2006</c:v>
                </c:pt>
                <c:pt idx="1532">
                  <c:v>07-02-2006</c:v>
                </c:pt>
                <c:pt idx="1533">
                  <c:v>08-02-2006</c:v>
                </c:pt>
                <c:pt idx="1534">
                  <c:v>10-02-2006</c:v>
                </c:pt>
                <c:pt idx="1535">
                  <c:v>13-02-2006</c:v>
                </c:pt>
                <c:pt idx="1536">
                  <c:v>14-02-2006</c:v>
                </c:pt>
                <c:pt idx="1537">
                  <c:v>15-02-2006</c:v>
                </c:pt>
                <c:pt idx="1538">
                  <c:v>16-02-2006</c:v>
                </c:pt>
                <c:pt idx="1539">
                  <c:v>17-02-2006</c:v>
                </c:pt>
                <c:pt idx="1540">
                  <c:v>20-02-2006</c:v>
                </c:pt>
                <c:pt idx="1541">
                  <c:v>21-02-2006</c:v>
                </c:pt>
                <c:pt idx="1542">
                  <c:v>22-02-2006</c:v>
                </c:pt>
                <c:pt idx="1543">
                  <c:v>23-02-2006</c:v>
                </c:pt>
                <c:pt idx="1544">
                  <c:v>24-02-2006</c:v>
                </c:pt>
                <c:pt idx="1545">
                  <c:v>27-02-2006</c:v>
                </c:pt>
                <c:pt idx="1546">
                  <c:v>28-02-2006</c:v>
                </c:pt>
                <c:pt idx="1547">
                  <c:v>01-03-2006</c:v>
                </c:pt>
                <c:pt idx="1548">
                  <c:v>02-03-2006</c:v>
                </c:pt>
                <c:pt idx="1549">
                  <c:v>03-03-2006</c:v>
                </c:pt>
                <c:pt idx="1550">
                  <c:v>06-03-2006</c:v>
                </c:pt>
                <c:pt idx="1551">
                  <c:v>07-03-2006</c:v>
                </c:pt>
                <c:pt idx="1552">
                  <c:v>08-03-2006</c:v>
                </c:pt>
                <c:pt idx="1553">
                  <c:v>09-03-2006</c:v>
                </c:pt>
                <c:pt idx="1554">
                  <c:v>10-03-2006</c:v>
                </c:pt>
                <c:pt idx="1555">
                  <c:v>13-03-2006</c:v>
                </c:pt>
                <c:pt idx="1556">
                  <c:v>14-03-2006</c:v>
                </c:pt>
                <c:pt idx="1557">
                  <c:v>16-03-2006</c:v>
                </c:pt>
                <c:pt idx="1558">
                  <c:v>17-03-2006</c:v>
                </c:pt>
                <c:pt idx="1559">
                  <c:v>20-03-2006</c:v>
                </c:pt>
                <c:pt idx="1560">
                  <c:v>21-03-2006</c:v>
                </c:pt>
                <c:pt idx="1561">
                  <c:v>22-03-2006</c:v>
                </c:pt>
                <c:pt idx="1562">
                  <c:v>23-03-2006</c:v>
                </c:pt>
                <c:pt idx="1563">
                  <c:v>24-03-2006</c:v>
                </c:pt>
                <c:pt idx="1564">
                  <c:v>27-03-2006</c:v>
                </c:pt>
                <c:pt idx="1565">
                  <c:v>28-03-2006</c:v>
                </c:pt>
                <c:pt idx="1566">
                  <c:v>29-03-2006</c:v>
                </c:pt>
                <c:pt idx="1567">
                  <c:v>30-03-2006</c:v>
                </c:pt>
                <c:pt idx="1568">
                  <c:v>31-03-2006</c:v>
                </c:pt>
                <c:pt idx="1569">
                  <c:v>03-04-2006</c:v>
                </c:pt>
                <c:pt idx="1570">
                  <c:v>04-04-2006</c:v>
                </c:pt>
                <c:pt idx="1571">
                  <c:v>05-04-2006</c:v>
                </c:pt>
                <c:pt idx="1572">
                  <c:v>07-04-2006</c:v>
                </c:pt>
                <c:pt idx="1573">
                  <c:v>10-04-2006</c:v>
                </c:pt>
                <c:pt idx="1574">
                  <c:v>12-04-2006</c:v>
                </c:pt>
                <c:pt idx="1575">
                  <c:v>13-04-2006</c:v>
                </c:pt>
                <c:pt idx="1576">
                  <c:v>17-04-2006</c:v>
                </c:pt>
                <c:pt idx="1577">
                  <c:v>18-04-2006</c:v>
                </c:pt>
                <c:pt idx="1578">
                  <c:v>19-04-2006</c:v>
                </c:pt>
                <c:pt idx="1579">
                  <c:v>20-04-2006</c:v>
                </c:pt>
                <c:pt idx="1580">
                  <c:v>21-04-2006</c:v>
                </c:pt>
                <c:pt idx="1581">
                  <c:v>24-04-2006</c:v>
                </c:pt>
                <c:pt idx="1582">
                  <c:v>25-04-2006</c:v>
                </c:pt>
                <c:pt idx="1583">
                  <c:v>26-04-2006</c:v>
                </c:pt>
                <c:pt idx="1584">
                  <c:v>27-04-2006</c:v>
                </c:pt>
                <c:pt idx="1585">
                  <c:v>28-04-2006</c:v>
                </c:pt>
                <c:pt idx="1586">
                  <c:v>29-04-2006</c:v>
                </c:pt>
                <c:pt idx="1587">
                  <c:v>02-05-2006</c:v>
                </c:pt>
                <c:pt idx="1588">
                  <c:v>03-05-2006</c:v>
                </c:pt>
                <c:pt idx="1589">
                  <c:v>04-05-2006</c:v>
                </c:pt>
                <c:pt idx="1590">
                  <c:v>05-05-2006</c:v>
                </c:pt>
                <c:pt idx="1591">
                  <c:v>08-05-2006</c:v>
                </c:pt>
                <c:pt idx="1592">
                  <c:v>09-05-2006</c:v>
                </c:pt>
                <c:pt idx="1593">
                  <c:v>10-05-2006</c:v>
                </c:pt>
                <c:pt idx="1594">
                  <c:v>11-05-2006</c:v>
                </c:pt>
                <c:pt idx="1595">
                  <c:v>12-05-2006</c:v>
                </c:pt>
                <c:pt idx="1596">
                  <c:v>15-05-2006</c:v>
                </c:pt>
                <c:pt idx="1597">
                  <c:v>16-05-2006</c:v>
                </c:pt>
                <c:pt idx="1598">
                  <c:v>17-05-2006</c:v>
                </c:pt>
                <c:pt idx="1599">
                  <c:v>18-05-2006</c:v>
                </c:pt>
                <c:pt idx="1600">
                  <c:v>19-05-2006</c:v>
                </c:pt>
                <c:pt idx="1601">
                  <c:v>22-05-2006</c:v>
                </c:pt>
                <c:pt idx="1602">
                  <c:v>23-05-2006</c:v>
                </c:pt>
                <c:pt idx="1603">
                  <c:v>24-05-2006</c:v>
                </c:pt>
                <c:pt idx="1604">
                  <c:v>25-05-2006</c:v>
                </c:pt>
                <c:pt idx="1605">
                  <c:v>26-05-2006</c:v>
                </c:pt>
                <c:pt idx="1606">
                  <c:v>29-05-2006</c:v>
                </c:pt>
                <c:pt idx="1607">
                  <c:v>30-05-2006</c:v>
                </c:pt>
                <c:pt idx="1608">
                  <c:v>31-05-2006</c:v>
                </c:pt>
                <c:pt idx="1609">
                  <c:v>01-06-2006</c:v>
                </c:pt>
                <c:pt idx="1610">
                  <c:v>02-06-2006</c:v>
                </c:pt>
                <c:pt idx="1611">
                  <c:v>05-06-2006</c:v>
                </c:pt>
                <c:pt idx="1612">
                  <c:v>06-06-2006</c:v>
                </c:pt>
                <c:pt idx="1613">
                  <c:v>07-06-2006</c:v>
                </c:pt>
                <c:pt idx="1614">
                  <c:v>08-06-2006</c:v>
                </c:pt>
                <c:pt idx="1615">
                  <c:v>09-06-2006</c:v>
                </c:pt>
                <c:pt idx="1616">
                  <c:v>12-06-2006</c:v>
                </c:pt>
                <c:pt idx="1617">
                  <c:v>13-06-2006</c:v>
                </c:pt>
                <c:pt idx="1618">
                  <c:v>14-06-2006</c:v>
                </c:pt>
                <c:pt idx="1619">
                  <c:v>15-06-2006</c:v>
                </c:pt>
                <c:pt idx="1620">
                  <c:v>16-06-2006</c:v>
                </c:pt>
                <c:pt idx="1621">
                  <c:v>19-06-2006</c:v>
                </c:pt>
                <c:pt idx="1622">
                  <c:v>20-06-2006</c:v>
                </c:pt>
                <c:pt idx="1623">
                  <c:v>21-06-2006</c:v>
                </c:pt>
                <c:pt idx="1624">
                  <c:v>22-06-2006</c:v>
                </c:pt>
                <c:pt idx="1625">
                  <c:v>23-06-2006</c:v>
                </c:pt>
                <c:pt idx="1626">
                  <c:v>25-06-2006</c:v>
                </c:pt>
                <c:pt idx="1627">
                  <c:v>26-06-2006</c:v>
                </c:pt>
                <c:pt idx="1628">
                  <c:v>27-06-2006</c:v>
                </c:pt>
                <c:pt idx="1629">
                  <c:v>28-06-2006</c:v>
                </c:pt>
                <c:pt idx="1630">
                  <c:v>29-06-2006</c:v>
                </c:pt>
                <c:pt idx="1631">
                  <c:v>30-06-2006</c:v>
                </c:pt>
                <c:pt idx="1632">
                  <c:v>03-07-2006</c:v>
                </c:pt>
                <c:pt idx="1633">
                  <c:v>04-07-2006</c:v>
                </c:pt>
                <c:pt idx="1634">
                  <c:v>05-07-2006</c:v>
                </c:pt>
                <c:pt idx="1635">
                  <c:v>06-07-2006</c:v>
                </c:pt>
                <c:pt idx="1636">
                  <c:v>07-07-2006</c:v>
                </c:pt>
                <c:pt idx="1637">
                  <c:v>10-07-2006</c:v>
                </c:pt>
                <c:pt idx="1638">
                  <c:v>11-07-2006</c:v>
                </c:pt>
                <c:pt idx="1639">
                  <c:v>12-07-2006</c:v>
                </c:pt>
                <c:pt idx="1640">
                  <c:v>13-07-2006</c:v>
                </c:pt>
                <c:pt idx="1641">
                  <c:v>14-07-2006</c:v>
                </c:pt>
                <c:pt idx="1642">
                  <c:v>17-07-2006</c:v>
                </c:pt>
                <c:pt idx="1643">
                  <c:v>18-07-2006</c:v>
                </c:pt>
                <c:pt idx="1644">
                  <c:v>19-07-2006</c:v>
                </c:pt>
                <c:pt idx="1645">
                  <c:v>20-07-2006</c:v>
                </c:pt>
                <c:pt idx="1646">
                  <c:v>21-07-2006</c:v>
                </c:pt>
                <c:pt idx="1647">
                  <c:v>24-07-2006</c:v>
                </c:pt>
                <c:pt idx="1648">
                  <c:v>25-07-2006</c:v>
                </c:pt>
                <c:pt idx="1649">
                  <c:v>26-07-2006</c:v>
                </c:pt>
                <c:pt idx="1650">
                  <c:v>27-07-2006</c:v>
                </c:pt>
                <c:pt idx="1651">
                  <c:v>28-07-2006</c:v>
                </c:pt>
                <c:pt idx="1652">
                  <c:v>31-07-2006</c:v>
                </c:pt>
                <c:pt idx="1653">
                  <c:v>01-08-2006</c:v>
                </c:pt>
                <c:pt idx="1654">
                  <c:v>02-08-2006</c:v>
                </c:pt>
                <c:pt idx="1655">
                  <c:v>03-08-2006</c:v>
                </c:pt>
                <c:pt idx="1656">
                  <c:v>04-08-2006</c:v>
                </c:pt>
                <c:pt idx="1657">
                  <c:v>07-08-2006</c:v>
                </c:pt>
                <c:pt idx="1658">
                  <c:v>08-08-2006</c:v>
                </c:pt>
                <c:pt idx="1659">
                  <c:v>09-08-2006</c:v>
                </c:pt>
                <c:pt idx="1660">
                  <c:v>10-08-2006</c:v>
                </c:pt>
                <c:pt idx="1661">
                  <c:v>11-08-2006</c:v>
                </c:pt>
                <c:pt idx="1662">
                  <c:v>14-08-2006</c:v>
                </c:pt>
                <c:pt idx="1663">
                  <c:v>16-08-2006</c:v>
                </c:pt>
                <c:pt idx="1664">
                  <c:v>17-08-2006</c:v>
                </c:pt>
                <c:pt idx="1665">
                  <c:v>18-08-2006</c:v>
                </c:pt>
                <c:pt idx="1666">
                  <c:v>21-08-2006</c:v>
                </c:pt>
                <c:pt idx="1667">
                  <c:v>22-08-2006</c:v>
                </c:pt>
                <c:pt idx="1668">
                  <c:v>23-08-2006</c:v>
                </c:pt>
                <c:pt idx="1669">
                  <c:v>24-08-2006</c:v>
                </c:pt>
                <c:pt idx="1670">
                  <c:v>25-08-2006</c:v>
                </c:pt>
                <c:pt idx="1671">
                  <c:v>28-08-2006</c:v>
                </c:pt>
                <c:pt idx="1672">
                  <c:v>29-08-2006</c:v>
                </c:pt>
                <c:pt idx="1673">
                  <c:v>30-08-2006</c:v>
                </c:pt>
                <c:pt idx="1674">
                  <c:v>31-08-2006</c:v>
                </c:pt>
                <c:pt idx="1675">
                  <c:v>01-09-2006</c:v>
                </c:pt>
                <c:pt idx="1676">
                  <c:v>04-09-2006</c:v>
                </c:pt>
                <c:pt idx="1677">
                  <c:v>05-09-2006</c:v>
                </c:pt>
                <c:pt idx="1678">
                  <c:v>06-09-2006</c:v>
                </c:pt>
                <c:pt idx="1679">
                  <c:v>07-09-2006</c:v>
                </c:pt>
                <c:pt idx="1680">
                  <c:v>08-09-2006</c:v>
                </c:pt>
                <c:pt idx="1681">
                  <c:v>11-09-2006</c:v>
                </c:pt>
                <c:pt idx="1682">
                  <c:v>12-09-2006</c:v>
                </c:pt>
                <c:pt idx="1683">
                  <c:v>13-09-2006</c:v>
                </c:pt>
                <c:pt idx="1684">
                  <c:v>14-09-2006</c:v>
                </c:pt>
                <c:pt idx="1685">
                  <c:v>15-09-2006</c:v>
                </c:pt>
                <c:pt idx="1686">
                  <c:v>18-09-2006</c:v>
                </c:pt>
                <c:pt idx="1687">
                  <c:v>19-09-2006</c:v>
                </c:pt>
                <c:pt idx="1688">
                  <c:v>20-09-2006</c:v>
                </c:pt>
                <c:pt idx="1689">
                  <c:v>21-09-2006</c:v>
                </c:pt>
                <c:pt idx="1690">
                  <c:v>22-09-2006</c:v>
                </c:pt>
                <c:pt idx="1691">
                  <c:v>25-09-2006</c:v>
                </c:pt>
                <c:pt idx="1692">
                  <c:v>26-09-2006</c:v>
                </c:pt>
                <c:pt idx="1693">
                  <c:v>27-09-2006</c:v>
                </c:pt>
                <c:pt idx="1694">
                  <c:v>28-09-2006</c:v>
                </c:pt>
                <c:pt idx="1695">
                  <c:v>29-09-2006</c:v>
                </c:pt>
                <c:pt idx="1696">
                  <c:v>03-10-2006</c:v>
                </c:pt>
                <c:pt idx="1697">
                  <c:v>04-10-2006</c:v>
                </c:pt>
                <c:pt idx="1698">
                  <c:v>05-10-2006</c:v>
                </c:pt>
                <c:pt idx="1699">
                  <c:v>06-10-2006</c:v>
                </c:pt>
                <c:pt idx="1700">
                  <c:v>09-10-2006</c:v>
                </c:pt>
                <c:pt idx="1701">
                  <c:v>10-10-2006</c:v>
                </c:pt>
                <c:pt idx="1702">
                  <c:v>11-10-2006</c:v>
                </c:pt>
                <c:pt idx="1703">
                  <c:v>12-10-2006</c:v>
                </c:pt>
                <c:pt idx="1704">
                  <c:v>13-10-2006</c:v>
                </c:pt>
                <c:pt idx="1705">
                  <c:v>16-10-2006</c:v>
                </c:pt>
                <c:pt idx="1706">
                  <c:v>17-10-2006</c:v>
                </c:pt>
                <c:pt idx="1707">
                  <c:v>18-10-2006</c:v>
                </c:pt>
                <c:pt idx="1708">
                  <c:v>19-10-2006</c:v>
                </c:pt>
                <c:pt idx="1709">
                  <c:v>20-10-2006</c:v>
                </c:pt>
                <c:pt idx="1710">
                  <c:v>21-10-2006</c:v>
                </c:pt>
                <c:pt idx="1711">
                  <c:v>23-10-2006</c:v>
                </c:pt>
                <c:pt idx="1712">
                  <c:v>26-10-2006</c:v>
                </c:pt>
                <c:pt idx="1713">
                  <c:v>27-10-2006</c:v>
                </c:pt>
                <c:pt idx="1714">
                  <c:v>30-10-2006</c:v>
                </c:pt>
                <c:pt idx="1715">
                  <c:v>31-10-2006</c:v>
                </c:pt>
                <c:pt idx="1716">
                  <c:v>01-11-2006</c:v>
                </c:pt>
                <c:pt idx="1717">
                  <c:v>02-11-2006</c:v>
                </c:pt>
                <c:pt idx="1718">
                  <c:v>03-11-2006</c:v>
                </c:pt>
                <c:pt idx="1719">
                  <c:v>06-11-2006</c:v>
                </c:pt>
                <c:pt idx="1720">
                  <c:v>07-11-2006</c:v>
                </c:pt>
                <c:pt idx="1721">
                  <c:v>08-11-2006</c:v>
                </c:pt>
                <c:pt idx="1722">
                  <c:v>09-11-2006</c:v>
                </c:pt>
                <c:pt idx="1723">
                  <c:v>10-11-2006</c:v>
                </c:pt>
                <c:pt idx="1724">
                  <c:v>13-11-2006</c:v>
                </c:pt>
                <c:pt idx="1725">
                  <c:v>14-11-2006</c:v>
                </c:pt>
                <c:pt idx="1726">
                  <c:v>15-11-2006</c:v>
                </c:pt>
                <c:pt idx="1727">
                  <c:v>16-11-2006</c:v>
                </c:pt>
                <c:pt idx="1728">
                  <c:v>17-11-2006</c:v>
                </c:pt>
                <c:pt idx="1729">
                  <c:v>20-11-2006</c:v>
                </c:pt>
                <c:pt idx="1730">
                  <c:v>21-11-2006</c:v>
                </c:pt>
                <c:pt idx="1731">
                  <c:v>22-11-2006</c:v>
                </c:pt>
                <c:pt idx="1732">
                  <c:v>23-11-2006</c:v>
                </c:pt>
                <c:pt idx="1733">
                  <c:v>24-11-2006</c:v>
                </c:pt>
                <c:pt idx="1734">
                  <c:v>27-11-2006</c:v>
                </c:pt>
                <c:pt idx="1735">
                  <c:v>28-11-2006</c:v>
                </c:pt>
                <c:pt idx="1736">
                  <c:v>29-11-2006</c:v>
                </c:pt>
                <c:pt idx="1737">
                  <c:v>30-11-2006</c:v>
                </c:pt>
                <c:pt idx="1738">
                  <c:v>01-12-2006</c:v>
                </c:pt>
                <c:pt idx="1739">
                  <c:v>04-12-2006</c:v>
                </c:pt>
                <c:pt idx="1740">
                  <c:v>05-12-2006</c:v>
                </c:pt>
                <c:pt idx="1741">
                  <c:v>06-12-2006</c:v>
                </c:pt>
                <c:pt idx="1742">
                  <c:v>07-12-2006</c:v>
                </c:pt>
                <c:pt idx="1743">
                  <c:v>08-12-2006</c:v>
                </c:pt>
                <c:pt idx="1744">
                  <c:v>11-12-2006</c:v>
                </c:pt>
                <c:pt idx="1745">
                  <c:v>12-12-2006</c:v>
                </c:pt>
                <c:pt idx="1746">
                  <c:v>13-12-2006</c:v>
                </c:pt>
                <c:pt idx="1747">
                  <c:v>14-12-2006</c:v>
                </c:pt>
                <c:pt idx="1748">
                  <c:v>15-12-2006</c:v>
                </c:pt>
                <c:pt idx="1749">
                  <c:v>18-12-2006</c:v>
                </c:pt>
                <c:pt idx="1750">
                  <c:v>19-12-2006</c:v>
                </c:pt>
                <c:pt idx="1751">
                  <c:v>20-12-2006</c:v>
                </c:pt>
                <c:pt idx="1752">
                  <c:v>21-12-2006</c:v>
                </c:pt>
                <c:pt idx="1753">
                  <c:v>22-12-2006</c:v>
                </c:pt>
                <c:pt idx="1754">
                  <c:v>26-12-2006</c:v>
                </c:pt>
                <c:pt idx="1755">
                  <c:v>27-12-2006</c:v>
                </c:pt>
                <c:pt idx="1756">
                  <c:v>28-12-2006</c:v>
                </c:pt>
                <c:pt idx="1757">
                  <c:v>29-12-2006</c:v>
                </c:pt>
                <c:pt idx="1758">
                  <c:v>02-01-2007</c:v>
                </c:pt>
                <c:pt idx="1759">
                  <c:v>03-01-2007</c:v>
                </c:pt>
                <c:pt idx="1760">
                  <c:v>04-01-2007</c:v>
                </c:pt>
                <c:pt idx="1761">
                  <c:v>05-01-2007</c:v>
                </c:pt>
                <c:pt idx="1762">
                  <c:v>08-01-2007</c:v>
                </c:pt>
                <c:pt idx="1763">
                  <c:v>09-01-2007</c:v>
                </c:pt>
                <c:pt idx="1764">
                  <c:v>10-01-2007</c:v>
                </c:pt>
                <c:pt idx="1765">
                  <c:v>11-01-2007</c:v>
                </c:pt>
                <c:pt idx="1766">
                  <c:v>12-01-2007</c:v>
                </c:pt>
                <c:pt idx="1767">
                  <c:v>15-01-2007</c:v>
                </c:pt>
                <c:pt idx="1768">
                  <c:v>16-01-2007</c:v>
                </c:pt>
                <c:pt idx="1769">
                  <c:v>17-01-2007</c:v>
                </c:pt>
                <c:pt idx="1770">
                  <c:v>18-01-2007</c:v>
                </c:pt>
                <c:pt idx="1771">
                  <c:v>19-01-2007</c:v>
                </c:pt>
                <c:pt idx="1772">
                  <c:v>22-01-2007</c:v>
                </c:pt>
                <c:pt idx="1773">
                  <c:v>23-01-2007</c:v>
                </c:pt>
                <c:pt idx="1774">
                  <c:v>24-01-2007</c:v>
                </c:pt>
                <c:pt idx="1775">
                  <c:v>25-01-2007</c:v>
                </c:pt>
                <c:pt idx="1776">
                  <c:v>29-01-2007</c:v>
                </c:pt>
                <c:pt idx="1777">
                  <c:v>31-01-2007</c:v>
                </c:pt>
                <c:pt idx="1778">
                  <c:v>01-02-2007</c:v>
                </c:pt>
                <c:pt idx="1779">
                  <c:v>02-02-2007</c:v>
                </c:pt>
                <c:pt idx="1780">
                  <c:v>05-02-2007</c:v>
                </c:pt>
                <c:pt idx="1781">
                  <c:v>06-02-2007</c:v>
                </c:pt>
                <c:pt idx="1782">
                  <c:v>07-02-2007</c:v>
                </c:pt>
                <c:pt idx="1783">
                  <c:v>08-02-2007</c:v>
                </c:pt>
                <c:pt idx="1784">
                  <c:v>09-02-2007</c:v>
                </c:pt>
                <c:pt idx="1785">
                  <c:v>12-02-2007</c:v>
                </c:pt>
                <c:pt idx="1786">
                  <c:v>13-02-2007</c:v>
                </c:pt>
                <c:pt idx="1787">
                  <c:v>14-02-2007</c:v>
                </c:pt>
                <c:pt idx="1788">
                  <c:v>15-02-2007</c:v>
                </c:pt>
                <c:pt idx="1789">
                  <c:v>19-02-2007</c:v>
                </c:pt>
                <c:pt idx="1790">
                  <c:v>20-02-2007</c:v>
                </c:pt>
                <c:pt idx="1791">
                  <c:v>21-02-2007</c:v>
                </c:pt>
                <c:pt idx="1792">
                  <c:v>22-02-2007</c:v>
                </c:pt>
                <c:pt idx="1793">
                  <c:v>23-02-2007</c:v>
                </c:pt>
                <c:pt idx="1794">
                  <c:v>26-02-2007</c:v>
                </c:pt>
                <c:pt idx="1795">
                  <c:v>27-02-2007</c:v>
                </c:pt>
                <c:pt idx="1796">
                  <c:v>28-02-2007</c:v>
                </c:pt>
                <c:pt idx="1797">
                  <c:v>01-03-2007</c:v>
                </c:pt>
                <c:pt idx="1798">
                  <c:v>02-03-2007</c:v>
                </c:pt>
                <c:pt idx="1799">
                  <c:v>05-03-2007</c:v>
                </c:pt>
                <c:pt idx="1800">
                  <c:v>06-03-2007</c:v>
                </c:pt>
                <c:pt idx="1801">
                  <c:v>07-03-2007</c:v>
                </c:pt>
                <c:pt idx="1802">
                  <c:v>08-03-2007</c:v>
                </c:pt>
                <c:pt idx="1803">
                  <c:v>09-03-2007</c:v>
                </c:pt>
                <c:pt idx="1804">
                  <c:v>12-03-2007</c:v>
                </c:pt>
                <c:pt idx="1805">
                  <c:v>13-03-2007</c:v>
                </c:pt>
                <c:pt idx="1806">
                  <c:v>14-03-2007</c:v>
                </c:pt>
                <c:pt idx="1807">
                  <c:v>15-03-2007</c:v>
                </c:pt>
                <c:pt idx="1808">
                  <c:v>16-03-2007</c:v>
                </c:pt>
                <c:pt idx="1809">
                  <c:v>19-03-2007</c:v>
                </c:pt>
                <c:pt idx="1810">
                  <c:v>20-03-2007</c:v>
                </c:pt>
                <c:pt idx="1811">
                  <c:v>21-03-2007</c:v>
                </c:pt>
                <c:pt idx="1812">
                  <c:v>22-03-2007</c:v>
                </c:pt>
                <c:pt idx="1813">
                  <c:v>23-03-2007</c:v>
                </c:pt>
                <c:pt idx="1814">
                  <c:v>26-03-2007</c:v>
                </c:pt>
                <c:pt idx="1815">
                  <c:v>28-03-2007</c:v>
                </c:pt>
                <c:pt idx="1816">
                  <c:v>29-03-2007</c:v>
                </c:pt>
                <c:pt idx="1817">
                  <c:v>30-03-2007</c:v>
                </c:pt>
                <c:pt idx="1818">
                  <c:v>02-04-2007</c:v>
                </c:pt>
                <c:pt idx="1819">
                  <c:v>03-04-2007</c:v>
                </c:pt>
                <c:pt idx="1820">
                  <c:v>04-04-2007</c:v>
                </c:pt>
                <c:pt idx="1821">
                  <c:v>05-04-2007</c:v>
                </c:pt>
                <c:pt idx="1822">
                  <c:v>09-04-2007</c:v>
                </c:pt>
                <c:pt idx="1823">
                  <c:v>10-04-2007</c:v>
                </c:pt>
                <c:pt idx="1824">
                  <c:v>11-04-2007</c:v>
                </c:pt>
                <c:pt idx="1825">
                  <c:v>12-04-2007</c:v>
                </c:pt>
                <c:pt idx="1826">
                  <c:v>13-04-2007</c:v>
                </c:pt>
                <c:pt idx="1827">
                  <c:v>16-04-2007</c:v>
                </c:pt>
                <c:pt idx="1828">
                  <c:v>17-04-2007</c:v>
                </c:pt>
                <c:pt idx="1829">
                  <c:v>18-04-2007</c:v>
                </c:pt>
                <c:pt idx="1830">
                  <c:v>19-04-2007</c:v>
                </c:pt>
                <c:pt idx="1831">
                  <c:v>20-04-2007</c:v>
                </c:pt>
                <c:pt idx="1832">
                  <c:v>23-04-2007</c:v>
                </c:pt>
                <c:pt idx="1833">
                  <c:v>24-04-2007</c:v>
                </c:pt>
                <c:pt idx="1834">
                  <c:v>25-04-2007</c:v>
                </c:pt>
                <c:pt idx="1835">
                  <c:v>26-04-2007</c:v>
                </c:pt>
                <c:pt idx="1836">
                  <c:v>27-04-2007</c:v>
                </c:pt>
                <c:pt idx="1837">
                  <c:v>30-04-2007</c:v>
                </c:pt>
                <c:pt idx="1838">
                  <c:v>03-05-2007</c:v>
                </c:pt>
                <c:pt idx="1839">
                  <c:v>04-05-2007</c:v>
                </c:pt>
                <c:pt idx="1840">
                  <c:v>07-05-2007</c:v>
                </c:pt>
                <c:pt idx="1841">
                  <c:v>08-05-2007</c:v>
                </c:pt>
                <c:pt idx="1842">
                  <c:v>09-05-2007</c:v>
                </c:pt>
                <c:pt idx="1843">
                  <c:v>10-05-2007</c:v>
                </c:pt>
                <c:pt idx="1844">
                  <c:v>11-05-2007</c:v>
                </c:pt>
                <c:pt idx="1845">
                  <c:v>14-05-2007</c:v>
                </c:pt>
                <c:pt idx="1846">
                  <c:v>15-05-2007</c:v>
                </c:pt>
                <c:pt idx="1847">
                  <c:v>16-05-2007</c:v>
                </c:pt>
                <c:pt idx="1848">
                  <c:v>17-05-2007</c:v>
                </c:pt>
                <c:pt idx="1849">
                  <c:v>18-05-2007</c:v>
                </c:pt>
                <c:pt idx="1850">
                  <c:v>21-05-2007</c:v>
                </c:pt>
                <c:pt idx="1851">
                  <c:v>22-05-2007</c:v>
                </c:pt>
                <c:pt idx="1852">
                  <c:v>23-05-2007</c:v>
                </c:pt>
                <c:pt idx="1853">
                  <c:v>24-05-2007</c:v>
                </c:pt>
                <c:pt idx="1854">
                  <c:v>25-05-2007</c:v>
                </c:pt>
                <c:pt idx="1855">
                  <c:v>28-05-2007</c:v>
                </c:pt>
                <c:pt idx="1856">
                  <c:v>29-05-2007</c:v>
                </c:pt>
                <c:pt idx="1857">
                  <c:v>30-05-2007</c:v>
                </c:pt>
                <c:pt idx="1858">
                  <c:v>31-05-2007</c:v>
                </c:pt>
                <c:pt idx="1859">
                  <c:v>01-06-2007</c:v>
                </c:pt>
                <c:pt idx="1860">
                  <c:v>04-06-2007</c:v>
                </c:pt>
                <c:pt idx="1861">
                  <c:v>05-06-2007</c:v>
                </c:pt>
                <c:pt idx="1862">
                  <c:v>06-06-2007</c:v>
                </c:pt>
                <c:pt idx="1863">
                  <c:v>07-06-2007</c:v>
                </c:pt>
                <c:pt idx="1864">
                  <c:v>08-06-2007</c:v>
                </c:pt>
                <c:pt idx="1865">
                  <c:v>11-06-2007</c:v>
                </c:pt>
                <c:pt idx="1866">
                  <c:v>12-06-2007</c:v>
                </c:pt>
                <c:pt idx="1867">
                  <c:v>13-06-2007</c:v>
                </c:pt>
                <c:pt idx="1868">
                  <c:v>14-06-2007</c:v>
                </c:pt>
                <c:pt idx="1869">
                  <c:v>15-06-2007</c:v>
                </c:pt>
                <c:pt idx="1870">
                  <c:v>18-06-2007</c:v>
                </c:pt>
                <c:pt idx="1871">
                  <c:v>19-06-2007</c:v>
                </c:pt>
                <c:pt idx="1872">
                  <c:v>20-06-2007</c:v>
                </c:pt>
                <c:pt idx="1873">
                  <c:v>21-06-2007</c:v>
                </c:pt>
                <c:pt idx="1874">
                  <c:v>22-06-2007</c:v>
                </c:pt>
                <c:pt idx="1875">
                  <c:v>25-06-2007</c:v>
                </c:pt>
                <c:pt idx="1876">
                  <c:v>26-06-2007</c:v>
                </c:pt>
                <c:pt idx="1877">
                  <c:v>27-06-2007</c:v>
                </c:pt>
                <c:pt idx="1878">
                  <c:v>28-06-2007</c:v>
                </c:pt>
                <c:pt idx="1879">
                  <c:v>29-06-2007</c:v>
                </c:pt>
                <c:pt idx="1880">
                  <c:v>02-07-2007</c:v>
                </c:pt>
                <c:pt idx="1881">
                  <c:v>03-07-2007</c:v>
                </c:pt>
                <c:pt idx="1882">
                  <c:v>04-07-2007</c:v>
                </c:pt>
                <c:pt idx="1883">
                  <c:v>05-07-2007</c:v>
                </c:pt>
                <c:pt idx="1884">
                  <c:v>06-07-2007</c:v>
                </c:pt>
                <c:pt idx="1885">
                  <c:v>09-07-2007</c:v>
                </c:pt>
                <c:pt idx="1886">
                  <c:v>10-07-2007</c:v>
                </c:pt>
                <c:pt idx="1887">
                  <c:v>11-07-2007</c:v>
                </c:pt>
                <c:pt idx="1888">
                  <c:v>12-07-2007</c:v>
                </c:pt>
                <c:pt idx="1889">
                  <c:v>13-07-2007</c:v>
                </c:pt>
                <c:pt idx="1890">
                  <c:v>16-07-2007</c:v>
                </c:pt>
                <c:pt idx="1891">
                  <c:v>17-07-2007</c:v>
                </c:pt>
                <c:pt idx="1892">
                  <c:v>18-07-2007</c:v>
                </c:pt>
                <c:pt idx="1893">
                  <c:v>19-07-2007</c:v>
                </c:pt>
                <c:pt idx="1894">
                  <c:v>20-07-2007</c:v>
                </c:pt>
                <c:pt idx="1895">
                  <c:v>23-07-2007</c:v>
                </c:pt>
                <c:pt idx="1896">
                  <c:v>24-07-2007</c:v>
                </c:pt>
                <c:pt idx="1897">
                  <c:v>25-07-2007</c:v>
                </c:pt>
                <c:pt idx="1898">
                  <c:v>26-07-2007</c:v>
                </c:pt>
                <c:pt idx="1899">
                  <c:v>27-07-2007</c:v>
                </c:pt>
                <c:pt idx="1900">
                  <c:v>30-07-2007</c:v>
                </c:pt>
                <c:pt idx="1901">
                  <c:v>31-07-2007</c:v>
                </c:pt>
                <c:pt idx="1902">
                  <c:v>01-08-2007</c:v>
                </c:pt>
                <c:pt idx="1903">
                  <c:v>02-08-2007</c:v>
                </c:pt>
                <c:pt idx="1904">
                  <c:v>03-08-2007</c:v>
                </c:pt>
                <c:pt idx="1905">
                  <c:v>06-08-2007</c:v>
                </c:pt>
                <c:pt idx="1906">
                  <c:v>07-08-2007</c:v>
                </c:pt>
                <c:pt idx="1907">
                  <c:v>08-08-2007</c:v>
                </c:pt>
                <c:pt idx="1908">
                  <c:v>09-08-2007</c:v>
                </c:pt>
                <c:pt idx="1909">
                  <c:v>10-08-2007</c:v>
                </c:pt>
                <c:pt idx="1910">
                  <c:v>13-08-2007</c:v>
                </c:pt>
                <c:pt idx="1911">
                  <c:v>14-08-2007</c:v>
                </c:pt>
                <c:pt idx="1912">
                  <c:v>16-08-2007</c:v>
                </c:pt>
                <c:pt idx="1913">
                  <c:v>17-08-2007</c:v>
                </c:pt>
                <c:pt idx="1914">
                  <c:v>20-08-2007</c:v>
                </c:pt>
                <c:pt idx="1915">
                  <c:v>21-08-2007</c:v>
                </c:pt>
                <c:pt idx="1916">
                  <c:v>22-08-2007</c:v>
                </c:pt>
                <c:pt idx="1917">
                  <c:v>23-08-2007</c:v>
                </c:pt>
                <c:pt idx="1918">
                  <c:v>24-08-2007</c:v>
                </c:pt>
                <c:pt idx="1919">
                  <c:v>27-08-2007</c:v>
                </c:pt>
                <c:pt idx="1920">
                  <c:v>28-08-2007</c:v>
                </c:pt>
                <c:pt idx="1921">
                  <c:v>29-08-2007</c:v>
                </c:pt>
                <c:pt idx="1922">
                  <c:v>30-08-2007</c:v>
                </c:pt>
                <c:pt idx="1923">
                  <c:v>31-08-2007</c:v>
                </c:pt>
                <c:pt idx="1924">
                  <c:v>03-09-2007</c:v>
                </c:pt>
                <c:pt idx="1925">
                  <c:v>04-09-2007</c:v>
                </c:pt>
                <c:pt idx="1926">
                  <c:v>05-09-2007</c:v>
                </c:pt>
                <c:pt idx="1927">
                  <c:v>06-09-2007</c:v>
                </c:pt>
                <c:pt idx="1928">
                  <c:v>07-09-2007</c:v>
                </c:pt>
                <c:pt idx="1929">
                  <c:v>10-09-2007</c:v>
                </c:pt>
                <c:pt idx="1930">
                  <c:v>11-09-2007</c:v>
                </c:pt>
                <c:pt idx="1931">
                  <c:v>12-09-2007</c:v>
                </c:pt>
                <c:pt idx="1932">
                  <c:v>13-09-2007</c:v>
                </c:pt>
                <c:pt idx="1933">
                  <c:v>14-09-2007</c:v>
                </c:pt>
                <c:pt idx="1934">
                  <c:v>17-09-2007</c:v>
                </c:pt>
                <c:pt idx="1935">
                  <c:v>18-09-2007</c:v>
                </c:pt>
                <c:pt idx="1936">
                  <c:v>19-09-2007</c:v>
                </c:pt>
                <c:pt idx="1937">
                  <c:v>20-09-2007</c:v>
                </c:pt>
                <c:pt idx="1938">
                  <c:v>21-09-2007</c:v>
                </c:pt>
                <c:pt idx="1939">
                  <c:v>24-09-2007</c:v>
                </c:pt>
                <c:pt idx="1940">
                  <c:v>25-09-2007</c:v>
                </c:pt>
                <c:pt idx="1941">
                  <c:v>26-09-2007</c:v>
                </c:pt>
                <c:pt idx="1942">
                  <c:v>27-09-2007</c:v>
                </c:pt>
                <c:pt idx="1943">
                  <c:v>28-09-2007</c:v>
                </c:pt>
                <c:pt idx="1944">
                  <c:v>01-10-2007</c:v>
                </c:pt>
                <c:pt idx="1945">
                  <c:v>03-10-2007</c:v>
                </c:pt>
                <c:pt idx="1946">
                  <c:v>04-10-2007</c:v>
                </c:pt>
                <c:pt idx="1947">
                  <c:v>05-10-2007</c:v>
                </c:pt>
                <c:pt idx="1948">
                  <c:v>08-10-2007</c:v>
                </c:pt>
                <c:pt idx="1949">
                  <c:v>09-10-2007</c:v>
                </c:pt>
                <c:pt idx="1950">
                  <c:v>10-10-2007</c:v>
                </c:pt>
                <c:pt idx="1951">
                  <c:v>11-10-2007</c:v>
                </c:pt>
                <c:pt idx="1952">
                  <c:v>12-10-2007</c:v>
                </c:pt>
                <c:pt idx="1953">
                  <c:v>15-10-2007</c:v>
                </c:pt>
                <c:pt idx="1954">
                  <c:v>16-10-2007</c:v>
                </c:pt>
                <c:pt idx="1955">
                  <c:v>17-10-2007</c:v>
                </c:pt>
                <c:pt idx="1956">
                  <c:v>18-10-2007</c:v>
                </c:pt>
                <c:pt idx="1957">
                  <c:v>19-10-2007</c:v>
                </c:pt>
                <c:pt idx="1958">
                  <c:v>22-10-2007</c:v>
                </c:pt>
                <c:pt idx="1959">
                  <c:v>23-10-2007</c:v>
                </c:pt>
                <c:pt idx="1960">
                  <c:v>24-10-2007</c:v>
                </c:pt>
                <c:pt idx="1961">
                  <c:v>25-10-2007</c:v>
                </c:pt>
                <c:pt idx="1962">
                  <c:v>26-10-2007</c:v>
                </c:pt>
                <c:pt idx="1963">
                  <c:v>29-10-2007</c:v>
                </c:pt>
                <c:pt idx="1964">
                  <c:v>30-10-2007</c:v>
                </c:pt>
                <c:pt idx="1965">
                  <c:v>31-10-2007</c:v>
                </c:pt>
                <c:pt idx="1966">
                  <c:v>01-11-2007</c:v>
                </c:pt>
                <c:pt idx="1967">
                  <c:v>02-11-2007</c:v>
                </c:pt>
                <c:pt idx="1968">
                  <c:v>05-11-2007</c:v>
                </c:pt>
                <c:pt idx="1969">
                  <c:v>06-11-2007</c:v>
                </c:pt>
                <c:pt idx="1970">
                  <c:v>07-11-2007</c:v>
                </c:pt>
                <c:pt idx="1971">
                  <c:v>08-11-2007</c:v>
                </c:pt>
                <c:pt idx="1972">
                  <c:v>09-11-2007</c:v>
                </c:pt>
                <c:pt idx="1973">
                  <c:v>12-11-2007</c:v>
                </c:pt>
                <c:pt idx="1974">
                  <c:v>13-11-2007</c:v>
                </c:pt>
                <c:pt idx="1975">
                  <c:v>14-11-2007</c:v>
                </c:pt>
                <c:pt idx="1976">
                  <c:v>15-11-2007</c:v>
                </c:pt>
                <c:pt idx="1977">
                  <c:v>16-11-2007</c:v>
                </c:pt>
                <c:pt idx="1978">
                  <c:v>19-11-2007</c:v>
                </c:pt>
                <c:pt idx="1979">
                  <c:v>20-11-2007</c:v>
                </c:pt>
                <c:pt idx="1980">
                  <c:v>21-11-2007</c:v>
                </c:pt>
                <c:pt idx="1981">
                  <c:v>22-11-2007</c:v>
                </c:pt>
                <c:pt idx="1982">
                  <c:v>23-11-2007</c:v>
                </c:pt>
                <c:pt idx="1983">
                  <c:v>26-11-2007</c:v>
                </c:pt>
                <c:pt idx="1984">
                  <c:v>27-11-2007</c:v>
                </c:pt>
                <c:pt idx="1985">
                  <c:v>28-11-2007</c:v>
                </c:pt>
                <c:pt idx="1986">
                  <c:v>29-11-2007</c:v>
                </c:pt>
                <c:pt idx="1987">
                  <c:v>30-11-2007</c:v>
                </c:pt>
                <c:pt idx="1988">
                  <c:v>03-12-2007</c:v>
                </c:pt>
                <c:pt idx="1989">
                  <c:v>04-12-2007</c:v>
                </c:pt>
                <c:pt idx="1990">
                  <c:v>05-12-2007</c:v>
                </c:pt>
                <c:pt idx="1991">
                  <c:v>06-12-2007</c:v>
                </c:pt>
                <c:pt idx="1992">
                  <c:v>07-12-2007</c:v>
                </c:pt>
                <c:pt idx="1993">
                  <c:v>10-12-2007</c:v>
                </c:pt>
                <c:pt idx="1994">
                  <c:v>11-12-2007</c:v>
                </c:pt>
                <c:pt idx="1995">
                  <c:v>12-12-2007</c:v>
                </c:pt>
                <c:pt idx="1996">
                  <c:v>13-12-2007</c:v>
                </c:pt>
                <c:pt idx="1997">
                  <c:v>14-12-2007</c:v>
                </c:pt>
                <c:pt idx="1998">
                  <c:v>17-12-2007</c:v>
                </c:pt>
                <c:pt idx="1999">
                  <c:v>18-12-2007</c:v>
                </c:pt>
                <c:pt idx="2000">
                  <c:v>19-12-2007</c:v>
                </c:pt>
                <c:pt idx="2001">
                  <c:v>20-12-2007</c:v>
                </c:pt>
                <c:pt idx="2002">
                  <c:v>24-12-2007</c:v>
                </c:pt>
                <c:pt idx="2003">
                  <c:v>26-12-2007</c:v>
                </c:pt>
                <c:pt idx="2004">
                  <c:v>27-12-2007</c:v>
                </c:pt>
                <c:pt idx="2005">
                  <c:v>28-12-2007</c:v>
                </c:pt>
                <c:pt idx="2006">
                  <c:v>31-12-2007</c:v>
                </c:pt>
                <c:pt idx="2007">
                  <c:v>01-01-2008</c:v>
                </c:pt>
                <c:pt idx="2008">
                  <c:v>02-01-2008</c:v>
                </c:pt>
                <c:pt idx="2009">
                  <c:v>03-01-2008</c:v>
                </c:pt>
                <c:pt idx="2010">
                  <c:v>04-01-2008</c:v>
                </c:pt>
                <c:pt idx="2011">
                  <c:v>07-01-2008</c:v>
                </c:pt>
                <c:pt idx="2012">
                  <c:v>08-01-2008</c:v>
                </c:pt>
                <c:pt idx="2013">
                  <c:v>09-01-2008</c:v>
                </c:pt>
                <c:pt idx="2014">
                  <c:v>10-01-2008</c:v>
                </c:pt>
                <c:pt idx="2015">
                  <c:v>11-01-2008</c:v>
                </c:pt>
                <c:pt idx="2016">
                  <c:v>14-01-2008</c:v>
                </c:pt>
                <c:pt idx="2017">
                  <c:v>15-01-2008</c:v>
                </c:pt>
                <c:pt idx="2018">
                  <c:v>16-01-2008</c:v>
                </c:pt>
                <c:pt idx="2019">
                  <c:v>17-01-2008</c:v>
                </c:pt>
                <c:pt idx="2020">
                  <c:v>18-01-2008</c:v>
                </c:pt>
                <c:pt idx="2021">
                  <c:v>21-01-2008</c:v>
                </c:pt>
                <c:pt idx="2022">
                  <c:v>22-01-2008</c:v>
                </c:pt>
                <c:pt idx="2023">
                  <c:v>23-01-2008</c:v>
                </c:pt>
                <c:pt idx="2024">
                  <c:v>24-01-2008</c:v>
                </c:pt>
                <c:pt idx="2025">
                  <c:v>25-01-2008</c:v>
                </c:pt>
                <c:pt idx="2026">
                  <c:v>28-01-2008</c:v>
                </c:pt>
                <c:pt idx="2027">
                  <c:v>29-01-2008</c:v>
                </c:pt>
                <c:pt idx="2028">
                  <c:v>30-01-2008</c:v>
                </c:pt>
                <c:pt idx="2029">
                  <c:v>31-01-2008</c:v>
                </c:pt>
                <c:pt idx="2030">
                  <c:v>01-02-2008</c:v>
                </c:pt>
                <c:pt idx="2031">
                  <c:v>04-02-2008</c:v>
                </c:pt>
                <c:pt idx="2032">
                  <c:v>05-02-2008</c:v>
                </c:pt>
                <c:pt idx="2033">
                  <c:v>06-02-2008</c:v>
                </c:pt>
                <c:pt idx="2034">
                  <c:v>07-02-2008</c:v>
                </c:pt>
                <c:pt idx="2035">
                  <c:v>08-02-2008</c:v>
                </c:pt>
                <c:pt idx="2036">
                  <c:v>11-02-2008</c:v>
                </c:pt>
                <c:pt idx="2037">
                  <c:v>12-02-2008</c:v>
                </c:pt>
                <c:pt idx="2038">
                  <c:v>13-02-2008</c:v>
                </c:pt>
                <c:pt idx="2039">
                  <c:v>14-02-2008</c:v>
                </c:pt>
                <c:pt idx="2040">
                  <c:v>15-02-2008</c:v>
                </c:pt>
                <c:pt idx="2041">
                  <c:v>18-02-2008</c:v>
                </c:pt>
                <c:pt idx="2042">
                  <c:v>19-02-2008</c:v>
                </c:pt>
                <c:pt idx="2043">
                  <c:v>20-02-2008</c:v>
                </c:pt>
                <c:pt idx="2044">
                  <c:v>21-02-2008</c:v>
                </c:pt>
                <c:pt idx="2045">
                  <c:v>22-02-2008</c:v>
                </c:pt>
                <c:pt idx="2046">
                  <c:v>25-02-2008</c:v>
                </c:pt>
                <c:pt idx="2047">
                  <c:v>26-02-2008</c:v>
                </c:pt>
                <c:pt idx="2048">
                  <c:v>27-02-2008</c:v>
                </c:pt>
                <c:pt idx="2049">
                  <c:v>28-02-2008</c:v>
                </c:pt>
                <c:pt idx="2050">
                  <c:v>29-02-2008</c:v>
                </c:pt>
                <c:pt idx="2051">
                  <c:v>03-03-2008</c:v>
                </c:pt>
                <c:pt idx="2052">
                  <c:v>04-03-2008</c:v>
                </c:pt>
                <c:pt idx="2053">
                  <c:v>05-03-2008</c:v>
                </c:pt>
                <c:pt idx="2054">
                  <c:v>07-03-2008</c:v>
                </c:pt>
                <c:pt idx="2055">
                  <c:v>10-03-2008</c:v>
                </c:pt>
                <c:pt idx="2056">
                  <c:v>11-03-2008</c:v>
                </c:pt>
                <c:pt idx="2057">
                  <c:v>12-03-2008</c:v>
                </c:pt>
                <c:pt idx="2058">
                  <c:v>13-03-2008</c:v>
                </c:pt>
                <c:pt idx="2059">
                  <c:v>14-03-2008</c:v>
                </c:pt>
                <c:pt idx="2060">
                  <c:v>17-03-2008</c:v>
                </c:pt>
                <c:pt idx="2061">
                  <c:v>18-03-2008</c:v>
                </c:pt>
                <c:pt idx="2062">
                  <c:v>19-03-2008</c:v>
                </c:pt>
                <c:pt idx="2063">
                  <c:v>24-03-2008</c:v>
                </c:pt>
                <c:pt idx="2064">
                  <c:v>25-03-2008</c:v>
                </c:pt>
                <c:pt idx="2065">
                  <c:v>26-03-2008</c:v>
                </c:pt>
                <c:pt idx="2066">
                  <c:v>27-03-2008</c:v>
                </c:pt>
                <c:pt idx="2067">
                  <c:v>28-03-2008</c:v>
                </c:pt>
                <c:pt idx="2068">
                  <c:v>31-03-2008</c:v>
                </c:pt>
                <c:pt idx="2069">
                  <c:v>01-04-2008</c:v>
                </c:pt>
                <c:pt idx="2070">
                  <c:v>02-04-2008</c:v>
                </c:pt>
                <c:pt idx="2071">
                  <c:v>03-04-2008</c:v>
                </c:pt>
                <c:pt idx="2072">
                  <c:v>04-04-2008</c:v>
                </c:pt>
                <c:pt idx="2073">
                  <c:v>07-04-2008</c:v>
                </c:pt>
                <c:pt idx="2074">
                  <c:v>08-04-2008</c:v>
                </c:pt>
                <c:pt idx="2075">
                  <c:v>09-04-2008</c:v>
                </c:pt>
                <c:pt idx="2076">
                  <c:v>10-04-2008</c:v>
                </c:pt>
                <c:pt idx="2077">
                  <c:v>11-04-2008</c:v>
                </c:pt>
                <c:pt idx="2078">
                  <c:v>15-04-2008</c:v>
                </c:pt>
                <c:pt idx="2079">
                  <c:v>16-04-2008</c:v>
                </c:pt>
                <c:pt idx="2080">
                  <c:v>17-04-2008</c:v>
                </c:pt>
                <c:pt idx="2081">
                  <c:v>21-04-2008</c:v>
                </c:pt>
                <c:pt idx="2082">
                  <c:v>22-04-2008</c:v>
                </c:pt>
                <c:pt idx="2083">
                  <c:v>23-04-2008</c:v>
                </c:pt>
                <c:pt idx="2084">
                  <c:v>24-04-2008</c:v>
                </c:pt>
                <c:pt idx="2085">
                  <c:v>25-04-2008</c:v>
                </c:pt>
                <c:pt idx="2086">
                  <c:v>28-04-2008</c:v>
                </c:pt>
                <c:pt idx="2087">
                  <c:v>29-04-2008</c:v>
                </c:pt>
                <c:pt idx="2088">
                  <c:v>30-04-2008</c:v>
                </c:pt>
                <c:pt idx="2089">
                  <c:v>02-05-2008</c:v>
                </c:pt>
                <c:pt idx="2090">
                  <c:v>05-05-2008</c:v>
                </c:pt>
                <c:pt idx="2091">
                  <c:v>06-05-2008</c:v>
                </c:pt>
                <c:pt idx="2092">
                  <c:v>07-05-2008</c:v>
                </c:pt>
                <c:pt idx="2093">
                  <c:v>08-05-2008</c:v>
                </c:pt>
                <c:pt idx="2094">
                  <c:v>09-05-2008</c:v>
                </c:pt>
                <c:pt idx="2095">
                  <c:v>12-05-2008</c:v>
                </c:pt>
                <c:pt idx="2096">
                  <c:v>13-05-2008</c:v>
                </c:pt>
                <c:pt idx="2097">
                  <c:v>14-05-2008</c:v>
                </c:pt>
                <c:pt idx="2098">
                  <c:v>15-05-2008</c:v>
                </c:pt>
                <c:pt idx="2099">
                  <c:v>16-05-2008</c:v>
                </c:pt>
                <c:pt idx="2100">
                  <c:v>20-05-2008</c:v>
                </c:pt>
                <c:pt idx="2101">
                  <c:v>21-05-2008</c:v>
                </c:pt>
                <c:pt idx="2102">
                  <c:v>22-05-2008</c:v>
                </c:pt>
                <c:pt idx="2103">
                  <c:v>23-05-2008</c:v>
                </c:pt>
                <c:pt idx="2104">
                  <c:v>26-05-2008</c:v>
                </c:pt>
                <c:pt idx="2105">
                  <c:v>27-05-2008</c:v>
                </c:pt>
                <c:pt idx="2106">
                  <c:v>28-05-2008</c:v>
                </c:pt>
                <c:pt idx="2107">
                  <c:v>29-05-2008</c:v>
                </c:pt>
                <c:pt idx="2108">
                  <c:v>30-05-2008</c:v>
                </c:pt>
                <c:pt idx="2109">
                  <c:v>02-06-2008</c:v>
                </c:pt>
                <c:pt idx="2110">
                  <c:v>03-06-2008</c:v>
                </c:pt>
                <c:pt idx="2111">
                  <c:v>04-06-2008</c:v>
                </c:pt>
                <c:pt idx="2112">
                  <c:v>05-06-2008</c:v>
                </c:pt>
                <c:pt idx="2113">
                  <c:v>06-06-2008</c:v>
                </c:pt>
                <c:pt idx="2114">
                  <c:v>09-06-2008</c:v>
                </c:pt>
                <c:pt idx="2115">
                  <c:v>10-06-2008</c:v>
                </c:pt>
                <c:pt idx="2116">
                  <c:v>11-06-2008</c:v>
                </c:pt>
                <c:pt idx="2117">
                  <c:v>12-06-2008</c:v>
                </c:pt>
                <c:pt idx="2118">
                  <c:v>13-06-2008</c:v>
                </c:pt>
                <c:pt idx="2119">
                  <c:v>16-06-2008</c:v>
                </c:pt>
                <c:pt idx="2120">
                  <c:v>17-06-2008</c:v>
                </c:pt>
                <c:pt idx="2121">
                  <c:v>18-06-2008</c:v>
                </c:pt>
                <c:pt idx="2122">
                  <c:v>19-06-2008</c:v>
                </c:pt>
                <c:pt idx="2123">
                  <c:v>20-06-2008</c:v>
                </c:pt>
                <c:pt idx="2124">
                  <c:v>23-06-2008</c:v>
                </c:pt>
                <c:pt idx="2125">
                  <c:v>24-06-2008</c:v>
                </c:pt>
                <c:pt idx="2126">
                  <c:v>25-06-2008</c:v>
                </c:pt>
                <c:pt idx="2127">
                  <c:v>26-06-2008</c:v>
                </c:pt>
                <c:pt idx="2128">
                  <c:v>27-06-2008</c:v>
                </c:pt>
                <c:pt idx="2129">
                  <c:v>30-06-2008</c:v>
                </c:pt>
                <c:pt idx="2130">
                  <c:v>01-07-2008</c:v>
                </c:pt>
                <c:pt idx="2131">
                  <c:v>02-07-2008</c:v>
                </c:pt>
                <c:pt idx="2132">
                  <c:v>03-07-2008</c:v>
                </c:pt>
                <c:pt idx="2133">
                  <c:v>04-07-2008</c:v>
                </c:pt>
                <c:pt idx="2134">
                  <c:v>07-07-2008</c:v>
                </c:pt>
                <c:pt idx="2135">
                  <c:v>08-07-2008</c:v>
                </c:pt>
                <c:pt idx="2136">
                  <c:v>09-07-2008</c:v>
                </c:pt>
                <c:pt idx="2137">
                  <c:v>10-07-2008</c:v>
                </c:pt>
                <c:pt idx="2138">
                  <c:v>11-07-2008</c:v>
                </c:pt>
                <c:pt idx="2139">
                  <c:v>14-07-2008</c:v>
                </c:pt>
                <c:pt idx="2140">
                  <c:v>15-07-2008</c:v>
                </c:pt>
                <c:pt idx="2141">
                  <c:v>16-07-2008</c:v>
                </c:pt>
                <c:pt idx="2142">
                  <c:v>17-07-2008</c:v>
                </c:pt>
                <c:pt idx="2143">
                  <c:v>18-07-2008</c:v>
                </c:pt>
                <c:pt idx="2144">
                  <c:v>21-07-2008</c:v>
                </c:pt>
                <c:pt idx="2145">
                  <c:v>22-07-2008</c:v>
                </c:pt>
                <c:pt idx="2146">
                  <c:v>23-07-2008</c:v>
                </c:pt>
                <c:pt idx="2147">
                  <c:v>24-07-2008</c:v>
                </c:pt>
                <c:pt idx="2148">
                  <c:v>25-07-2008</c:v>
                </c:pt>
                <c:pt idx="2149">
                  <c:v>28-07-2008</c:v>
                </c:pt>
                <c:pt idx="2150">
                  <c:v>29-07-2008</c:v>
                </c:pt>
                <c:pt idx="2151">
                  <c:v>30-07-2008</c:v>
                </c:pt>
                <c:pt idx="2152">
                  <c:v>31-07-2008</c:v>
                </c:pt>
                <c:pt idx="2153">
                  <c:v>01-08-2008</c:v>
                </c:pt>
                <c:pt idx="2154">
                  <c:v>04-08-2008</c:v>
                </c:pt>
                <c:pt idx="2155">
                  <c:v>05-08-2008</c:v>
                </c:pt>
                <c:pt idx="2156">
                  <c:v>06-08-2008</c:v>
                </c:pt>
                <c:pt idx="2157">
                  <c:v>07-08-2008</c:v>
                </c:pt>
                <c:pt idx="2158">
                  <c:v>08-08-2008</c:v>
                </c:pt>
                <c:pt idx="2159">
                  <c:v>11-08-2008</c:v>
                </c:pt>
                <c:pt idx="2160">
                  <c:v>12-08-2008</c:v>
                </c:pt>
                <c:pt idx="2161">
                  <c:v>13-08-2008</c:v>
                </c:pt>
                <c:pt idx="2162">
                  <c:v>14-08-2008</c:v>
                </c:pt>
                <c:pt idx="2163">
                  <c:v>18-08-2008</c:v>
                </c:pt>
                <c:pt idx="2164">
                  <c:v>19-08-2008</c:v>
                </c:pt>
                <c:pt idx="2165">
                  <c:v>20-08-2008</c:v>
                </c:pt>
                <c:pt idx="2166">
                  <c:v>21-08-2008</c:v>
                </c:pt>
                <c:pt idx="2167">
                  <c:v>22-08-2008</c:v>
                </c:pt>
                <c:pt idx="2168">
                  <c:v>25-08-2008</c:v>
                </c:pt>
                <c:pt idx="2169">
                  <c:v>26-08-2008</c:v>
                </c:pt>
                <c:pt idx="2170">
                  <c:v>27-08-2008</c:v>
                </c:pt>
                <c:pt idx="2171">
                  <c:v>28-08-2008</c:v>
                </c:pt>
                <c:pt idx="2172">
                  <c:v>29-08-2008</c:v>
                </c:pt>
                <c:pt idx="2173">
                  <c:v>01-09-2008</c:v>
                </c:pt>
                <c:pt idx="2174">
                  <c:v>02-09-2008</c:v>
                </c:pt>
                <c:pt idx="2175">
                  <c:v>04-09-2008</c:v>
                </c:pt>
                <c:pt idx="2176">
                  <c:v>05-09-2008</c:v>
                </c:pt>
                <c:pt idx="2177">
                  <c:v>08-09-2008</c:v>
                </c:pt>
                <c:pt idx="2178">
                  <c:v>09-09-2008</c:v>
                </c:pt>
                <c:pt idx="2179">
                  <c:v>10-09-2008</c:v>
                </c:pt>
                <c:pt idx="2180">
                  <c:v>11-09-2008</c:v>
                </c:pt>
                <c:pt idx="2181">
                  <c:v>12-09-2008</c:v>
                </c:pt>
                <c:pt idx="2182">
                  <c:v>15-09-2008</c:v>
                </c:pt>
                <c:pt idx="2183">
                  <c:v>16-09-2008</c:v>
                </c:pt>
                <c:pt idx="2184">
                  <c:v>17-09-2008</c:v>
                </c:pt>
                <c:pt idx="2185">
                  <c:v>18-09-2008</c:v>
                </c:pt>
                <c:pt idx="2186">
                  <c:v>19-09-2008</c:v>
                </c:pt>
                <c:pt idx="2187">
                  <c:v>22-09-2008</c:v>
                </c:pt>
                <c:pt idx="2188">
                  <c:v>23-09-2008</c:v>
                </c:pt>
                <c:pt idx="2189">
                  <c:v>24-09-2008</c:v>
                </c:pt>
                <c:pt idx="2190">
                  <c:v>25-09-2008</c:v>
                </c:pt>
                <c:pt idx="2191">
                  <c:v>26-09-2008</c:v>
                </c:pt>
                <c:pt idx="2192">
                  <c:v>29-09-2008</c:v>
                </c:pt>
                <c:pt idx="2193">
                  <c:v>30-09-2008</c:v>
                </c:pt>
                <c:pt idx="2194">
                  <c:v>01-10-2008</c:v>
                </c:pt>
                <c:pt idx="2195">
                  <c:v>03-10-2008</c:v>
                </c:pt>
                <c:pt idx="2196">
                  <c:v>06-10-2008</c:v>
                </c:pt>
                <c:pt idx="2197">
                  <c:v>07-10-2008</c:v>
                </c:pt>
                <c:pt idx="2198">
                  <c:v>08-10-2008</c:v>
                </c:pt>
                <c:pt idx="2199">
                  <c:v>10-10-2008</c:v>
                </c:pt>
                <c:pt idx="2200">
                  <c:v>13-10-2008</c:v>
                </c:pt>
                <c:pt idx="2201">
                  <c:v>14-10-2008</c:v>
                </c:pt>
                <c:pt idx="2202">
                  <c:v>15-10-2008</c:v>
                </c:pt>
                <c:pt idx="2203">
                  <c:v>16-10-2008</c:v>
                </c:pt>
                <c:pt idx="2204">
                  <c:v>17-10-2008</c:v>
                </c:pt>
                <c:pt idx="2205">
                  <c:v>20-10-2008</c:v>
                </c:pt>
                <c:pt idx="2206">
                  <c:v>21-10-2008</c:v>
                </c:pt>
                <c:pt idx="2207">
                  <c:v>22-10-2008</c:v>
                </c:pt>
                <c:pt idx="2208">
                  <c:v>23-10-2008</c:v>
                </c:pt>
                <c:pt idx="2209">
                  <c:v>24-10-2008</c:v>
                </c:pt>
                <c:pt idx="2210">
                  <c:v>27-10-2008</c:v>
                </c:pt>
                <c:pt idx="2211">
                  <c:v>28-10-2008</c:v>
                </c:pt>
                <c:pt idx="2212">
                  <c:v>29-10-2008</c:v>
                </c:pt>
                <c:pt idx="2213">
                  <c:v>31-10-2008</c:v>
                </c:pt>
                <c:pt idx="2214">
                  <c:v>03-11-2008</c:v>
                </c:pt>
                <c:pt idx="2215">
                  <c:v>04-11-2008</c:v>
                </c:pt>
                <c:pt idx="2216">
                  <c:v>05-11-2008</c:v>
                </c:pt>
                <c:pt idx="2217">
                  <c:v>06-11-2008</c:v>
                </c:pt>
                <c:pt idx="2218">
                  <c:v>07-11-2008</c:v>
                </c:pt>
                <c:pt idx="2219">
                  <c:v>10-11-2008</c:v>
                </c:pt>
                <c:pt idx="2220">
                  <c:v>11-11-2008</c:v>
                </c:pt>
                <c:pt idx="2221">
                  <c:v>12-11-2008</c:v>
                </c:pt>
                <c:pt idx="2222">
                  <c:v>14-11-2008</c:v>
                </c:pt>
                <c:pt idx="2223">
                  <c:v>17-11-2008</c:v>
                </c:pt>
                <c:pt idx="2224">
                  <c:v>18-11-2008</c:v>
                </c:pt>
                <c:pt idx="2225">
                  <c:v>19-11-2008</c:v>
                </c:pt>
                <c:pt idx="2226">
                  <c:v>20-11-2008</c:v>
                </c:pt>
                <c:pt idx="2227">
                  <c:v>21-11-2008</c:v>
                </c:pt>
                <c:pt idx="2228">
                  <c:v>24-11-2008</c:v>
                </c:pt>
                <c:pt idx="2229">
                  <c:v>25-11-2008</c:v>
                </c:pt>
                <c:pt idx="2230">
                  <c:v>26-11-2008</c:v>
                </c:pt>
                <c:pt idx="2231">
                  <c:v>28-11-2008</c:v>
                </c:pt>
                <c:pt idx="2232">
                  <c:v>01-12-2008</c:v>
                </c:pt>
                <c:pt idx="2233">
                  <c:v>02-12-2008</c:v>
                </c:pt>
                <c:pt idx="2234">
                  <c:v>03-12-2008</c:v>
                </c:pt>
                <c:pt idx="2235">
                  <c:v>04-12-2008</c:v>
                </c:pt>
                <c:pt idx="2236">
                  <c:v>05-12-2008</c:v>
                </c:pt>
                <c:pt idx="2237">
                  <c:v>08-12-2008</c:v>
                </c:pt>
                <c:pt idx="2238">
                  <c:v>10-12-2008</c:v>
                </c:pt>
                <c:pt idx="2239">
                  <c:v>11-12-2008</c:v>
                </c:pt>
                <c:pt idx="2240">
                  <c:v>12-12-2008</c:v>
                </c:pt>
                <c:pt idx="2241">
                  <c:v>15-12-2008</c:v>
                </c:pt>
                <c:pt idx="2242">
                  <c:v>16-12-2008</c:v>
                </c:pt>
                <c:pt idx="2243">
                  <c:v>17-12-2008</c:v>
                </c:pt>
                <c:pt idx="2244">
                  <c:v>18-12-2008</c:v>
                </c:pt>
                <c:pt idx="2245">
                  <c:v>19-12-2008</c:v>
                </c:pt>
                <c:pt idx="2246">
                  <c:v>22-12-2008</c:v>
                </c:pt>
                <c:pt idx="2247">
                  <c:v>23-12-2008</c:v>
                </c:pt>
                <c:pt idx="2248">
                  <c:v>24-12-2008</c:v>
                </c:pt>
                <c:pt idx="2249">
                  <c:v>26-12-2008</c:v>
                </c:pt>
                <c:pt idx="2250">
                  <c:v>29-12-2008</c:v>
                </c:pt>
                <c:pt idx="2251">
                  <c:v>30-12-2008</c:v>
                </c:pt>
                <c:pt idx="2252">
                  <c:v>31-12-2008</c:v>
                </c:pt>
                <c:pt idx="2253">
                  <c:v>01-01-2009</c:v>
                </c:pt>
                <c:pt idx="2254">
                  <c:v>02-01-2009</c:v>
                </c:pt>
                <c:pt idx="2255">
                  <c:v>05-01-2009</c:v>
                </c:pt>
                <c:pt idx="2256">
                  <c:v>06-01-2009</c:v>
                </c:pt>
                <c:pt idx="2257">
                  <c:v>07-01-2009</c:v>
                </c:pt>
                <c:pt idx="2258">
                  <c:v>09-01-2009</c:v>
                </c:pt>
                <c:pt idx="2259">
                  <c:v>12-01-2009</c:v>
                </c:pt>
                <c:pt idx="2260">
                  <c:v>13-01-2009</c:v>
                </c:pt>
                <c:pt idx="2261">
                  <c:v>14-01-2009</c:v>
                </c:pt>
                <c:pt idx="2262">
                  <c:v>15-01-2009</c:v>
                </c:pt>
                <c:pt idx="2263">
                  <c:v>16-01-2009</c:v>
                </c:pt>
                <c:pt idx="2264">
                  <c:v>19-01-2009</c:v>
                </c:pt>
                <c:pt idx="2265">
                  <c:v>20-01-2009</c:v>
                </c:pt>
                <c:pt idx="2266">
                  <c:v>21-01-2009</c:v>
                </c:pt>
                <c:pt idx="2267">
                  <c:v>22-01-2009</c:v>
                </c:pt>
                <c:pt idx="2268">
                  <c:v>23-01-2009</c:v>
                </c:pt>
                <c:pt idx="2269">
                  <c:v>27-01-2009</c:v>
                </c:pt>
                <c:pt idx="2270">
                  <c:v>28-01-2009</c:v>
                </c:pt>
                <c:pt idx="2271">
                  <c:v>29-01-2009</c:v>
                </c:pt>
                <c:pt idx="2272">
                  <c:v>30-01-2009</c:v>
                </c:pt>
                <c:pt idx="2273">
                  <c:v>02-02-2009</c:v>
                </c:pt>
                <c:pt idx="2274">
                  <c:v>03-02-2009</c:v>
                </c:pt>
                <c:pt idx="2275">
                  <c:v>04-02-2009</c:v>
                </c:pt>
                <c:pt idx="2276">
                  <c:v>05-02-2009</c:v>
                </c:pt>
                <c:pt idx="2277">
                  <c:v>06-02-2009</c:v>
                </c:pt>
                <c:pt idx="2278">
                  <c:v>09-02-2009</c:v>
                </c:pt>
                <c:pt idx="2279">
                  <c:v>10-02-2009</c:v>
                </c:pt>
                <c:pt idx="2280">
                  <c:v>11-02-2009</c:v>
                </c:pt>
                <c:pt idx="2281">
                  <c:v>12-02-2009</c:v>
                </c:pt>
                <c:pt idx="2282">
                  <c:v>13-02-2009</c:v>
                </c:pt>
                <c:pt idx="2283">
                  <c:v>16-02-2009</c:v>
                </c:pt>
                <c:pt idx="2284">
                  <c:v>17-02-2009</c:v>
                </c:pt>
                <c:pt idx="2285">
                  <c:v>18-02-2009</c:v>
                </c:pt>
                <c:pt idx="2286">
                  <c:v>19-02-2009</c:v>
                </c:pt>
                <c:pt idx="2287">
                  <c:v>20-02-2009</c:v>
                </c:pt>
                <c:pt idx="2288">
                  <c:v>24-02-2009</c:v>
                </c:pt>
                <c:pt idx="2289">
                  <c:v>25-02-2009</c:v>
                </c:pt>
                <c:pt idx="2290">
                  <c:v>26-02-2009</c:v>
                </c:pt>
                <c:pt idx="2291">
                  <c:v>27-02-2009</c:v>
                </c:pt>
                <c:pt idx="2292">
                  <c:v>02-03-2009</c:v>
                </c:pt>
                <c:pt idx="2293">
                  <c:v>03-03-2009</c:v>
                </c:pt>
                <c:pt idx="2294">
                  <c:v>04-03-2009</c:v>
                </c:pt>
                <c:pt idx="2295">
                  <c:v>05-03-2009</c:v>
                </c:pt>
                <c:pt idx="2296">
                  <c:v>06-03-2009</c:v>
                </c:pt>
                <c:pt idx="2297">
                  <c:v>09-03-2009</c:v>
                </c:pt>
                <c:pt idx="2298">
                  <c:v>12-03-2009</c:v>
                </c:pt>
                <c:pt idx="2299">
                  <c:v>13-03-2009</c:v>
                </c:pt>
                <c:pt idx="2300">
                  <c:v>16-03-2009</c:v>
                </c:pt>
                <c:pt idx="2301">
                  <c:v>17-03-2009</c:v>
                </c:pt>
                <c:pt idx="2302">
                  <c:v>18-03-2009</c:v>
                </c:pt>
                <c:pt idx="2303">
                  <c:v>19-03-2009</c:v>
                </c:pt>
                <c:pt idx="2304">
                  <c:v>20-03-2009</c:v>
                </c:pt>
                <c:pt idx="2305">
                  <c:v>23-03-2009</c:v>
                </c:pt>
                <c:pt idx="2306">
                  <c:v>24-03-2009</c:v>
                </c:pt>
                <c:pt idx="2307">
                  <c:v>25-03-2009</c:v>
                </c:pt>
                <c:pt idx="2308">
                  <c:v>26-03-2009</c:v>
                </c:pt>
                <c:pt idx="2309">
                  <c:v>27-03-2009</c:v>
                </c:pt>
                <c:pt idx="2310">
                  <c:v>30-03-2009</c:v>
                </c:pt>
                <c:pt idx="2311">
                  <c:v>31-03-2009</c:v>
                </c:pt>
                <c:pt idx="2312">
                  <c:v>01-04-2009</c:v>
                </c:pt>
                <c:pt idx="2313">
                  <c:v>02-04-2009</c:v>
                </c:pt>
                <c:pt idx="2314">
                  <c:v>06-04-2009</c:v>
                </c:pt>
                <c:pt idx="2315">
                  <c:v>08-04-2009</c:v>
                </c:pt>
                <c:pt idx="2316">
                  <c:v>09-04-2009</c:v>
                </c:pt>
                <c:pt idx="2317">
                  <c:v>13-04-2009</c:v>
                </c:pt>
                <c:pt idx="2318">
                  <c:v>15-04-2009</c:v>
                </c:pt>
                <c:pt idx="2319">
                  <c:v>16-04-2009</c:v>
                </c:pt>
                <c:pt idx="2320">
                  <c:v>17-04-2009</c:v>
                </c:pt>
                <c:pt idx="2321">
                  <c:v>20-04-2009</c:v>
                </c:pt>
                <c:pt idx="2322">
                  <c:v>21-04-2009</c:v>
                </c:pt>
                <c:pt idx="2323">
                  <c:v>22-04-2009</c:v>
                </c:pt>
                <c:pt idx="2324">
                  <c:v>23-04-2009</c:v>
                </c:pt>
                <c:pt idx="2325">
                  <c:v>24-04-2009</c:v>
                </c:pt>
                <c:pt idx="2326">
                  <c:v>27-04-2009</c:v>
                </c:pt>
                <c:pt idx="2327">
                  <c:v>28-04-2009</c:v>
                </c:pt>
                <c:pt idx="2328">
                  <c:v>29-04-2009</c:v>
                </c:pt>
                <c:pt idx="2329">
                  <c:v>04-05-2009</c:v>
                </c:pt>
                <c:pt idx="2330">
                  <c:v>05-05-2009</c:v>
                </c:pt>
                <c:pt idx="2331">
                  <c:v>06-05-2009</c:v>
                </c:pt>
                <c:pt idx="2332">
                  <c:v>07-05-2009</c:v>
                </c:pt>
                <c:pt idx="2333">
                  <c:v>08-05-2009</c:v>
                </c:pt>
                <c:pt idx="2334">
                  <c:v>11-05-2009</c:v>
                </c:pt>
                <c:pt idx="2335">
                  <c:v>12-05-2009</c:v>
                </c:pt>
                <c:pt idx="2336">
                  <c:v>13-05-2009</c:v>
                </c:pt>
                <c:pt idx="2337">
                  <c:v>14-05-2009</c:v>
                </c:pt>
                <c:pt idx="2338">
                  <c:v>15-05-2009</c:v>
                </c:pt>
                <c:pt idx="2339">
                  <c:v>18-05-2009</c:v>
                </c:pt>
                <c:pt idx="2340">
                  <c:v>19-05-2009</c:v>
                </c:pt>
                <c:pt idx="2341">
                  <c:v>20-05-2009</c:v>
                </c:pt>
                <c:pt idx="2342">
                  <c:v>21-05-2009</c:v>
                </c:pt>
                <c:pt idx="2343">
                  <c:v>22-05-2009</c:v>
                </c:pt>
                <c:pt idx="2344">
                  <c:v>25-05-2009</c:v>
                </c:pt>
                <c:pt idx="2345">
                  <c:v>26-05-2009</c:v>
                </c:pt>
                <c:pt idx="2346">
                  <c:v>27-05-2009</c:v>
                </c:pt>
                <c:pt idx="2347">
                  <c:v>28-05-2009</c:v>
                </c:pt>
                <c:pt idx="2348">
                  <c:v>29-05-2009</c:v>
                </c:pt>
                <c:pt idx="2349">
                  <c:v>01-06-2009</c:v>
                </c:pt>
                <c:pt idx="2350">
                  <c:v>02-06-2009</c:v>
                </c:pt>
                <c:pt idx="2351">
                  <c:v>03-06-2009</c:v>
                </c:pt>
                <c:pt idx="2352">
                  <c:v>04-06-2009</c:v>
                </c:pt>
                <c:pt idx="2353">
                  <c:v>05-06-2009</c:v>
                </c:pt>
                <c:pt idx="2354">
                  <c:v>08-06-2009</c:v>
                </c:pt>
                <c:pt idx="2355">
                  <c:v>09-06-2009</c:v>
                </c:pt>
                <c:pt idx="2356">
                  <c:v>10-06-2009</c:v>
                </c:pt>
                <c:pt idx="2357">
                  <c:v>11-06-2009</c:v>
                </c:pt>
                <c:pt idx="2358">
                  <c:v>12-06-2009</c:v>
                </c:pt>
                <c:pt idx="2359">
                  <c:v>15-06-2009</c:v>
                </c:pt>
                <c:pt idx="2360">
                  <c:v>16-06-2009</c:v>
                </c:pt>
                <c:pt idx="2361">
                  <c:v>17-06-2009</c:v>
                </c:pt>
                <c:pt idx="2362">
                  <c:v>18-06-2009</c:v>
                </c:pt>
                <c:pt idx="2363">
                  <c:v>19-06-2009</c:v>
                </c:pt>
                <c:pt idx="2364">
                  <c:v>22-06-2009</c:v>
                </c:pt>
                <c:pt idx="2365">
                  <c:v>23-06-2009</c:v>
                </c:pt>
                <c:pt idx="2366">
                  <c:v>24-06-2009</c:v>
                </c:pt>
                <c:pt idx="2367">
                  <c:v>25-06-2009</c:v>
                </c:pt>
                <c:pt idx="2368">
                  <c:v>26-06-2009</c:v>
                </c:pt>
                <c:pt idx="2369">
                  <c:v>29-06-2009</c:v>
                </c:pt>
                <c:pt idx="2370">
                  <c:v>30-06-2009</c:v>
                </c:pt>
                <c:pt idx="2371">
                  <c:v>01-07-2009</c:v>
                </c:pt>
                <c:pt idx="2372">
                  <c:v>02-07-2009</c:v>
                </c:pt>
                <c:pt idx="2373">
                  <c:v>03-07-2009</c:v>
                </c:pt>
                <c:pt idx="2374">
                  <c:v>06-07-2009</c:v>
                </c:pt>
                <c:pt idx="2375">
                  <c:v>07-07-2009</c:v>
                </c:pt>
                <c:pt idx="2376">
                  <c:v>08-07-2009</c:v>
                </c:pt>
                <c:pt idx="2377">
                  <c:v>09-07-2009</c:v>
                </c:pt>
                <c:pt idx="2378">
                  <c:v>10-07-2009</c:v>
                </c:pt>
                <c:pt idx="2379">
                  <c:v>13-07-2009</c:v>
                </c:pt>
                <c:pt idx="2380">
                  <c:v>14-07-2009</c:v>
                </c:pt>
                <c:pt idx="2381">
                  <c:v>15-07-2009</c:v>
                </c:pt>
                <c:pt idx="2382">
                  <c:v>16-07-2009</c:v>
                </c:pt>
                <c:pt idx="2383">
                  <c:v>17-07-2009</c:v>
                </c:pt>
                <c:pt idx="2384">
                  <c:v>20-07-2009</c:v>
                </c:pt>
                <c:pt idx="2385">
                  <c:v>21-07-2009</c:v>
                </c:pt>
                <c:pt idx="2386">
                  <c:v>22-07-2009</c:v>
                </c:pt>
                <c:pt idx="2387">
                  <c:v>23-07-2009</c:v>
                </c:pt>
                <c:pt idx="2388">
                  <c:v>24-07-2009</c:v>
                </c:pt>
                <c:pt idx="2389">
                  <c:v>27-07-2009</c:v>
                </c:pt>
                <c:pt idx="2390">
                  <c:v>28-07-2009</c:v>
                </c:pt>
                <c:pt idx="2391">
                  <c:v>29-07-2009</c:v>
                </c:pt>
                <c:pt idx="2392">
                  <c:v>30-07-2009</c:v>
                </c:pt>
                <c:pt idx="2393">
                  <c:v>31-07-2009</c:v>
                </c:pt>
                <c:pt idx="2394">
                  <c:v>03-08-2009</c:v>
                </c:pt>
                <c:pt idx="2395">
                  <c:v>04-08-2009</c:v>
                </c:pt>
                <c:pt idx="2396">
                  <c:v>05-08-2009</c:v>
                </c:pt>
                <c:pt idx="2397">
                  <c:v>06-08-2009</c:v>
                </c:pt>
                <c:pt idx="2398">
                  <c:v>07-08-2009</c:v>
                </c:pt>
                <c:pt idx="2399">
                  <c:v>10-08-2009</c:v>
                </c:pt>
                <c:pt idx="2400">
                  <c:v>11-08-2009</c:v>
                </c:pt>
                <c:pt idx="2401">
                  <c:v>12-08-2009</c:v>
                </c:pt>
                <c:pt idx="2402">
                  <c:v>13-08-2009</c:v>
                </c:pt>
                <c:pt idx="2403">
                  <c:v>14-08-2009</c:v>
                </c:pt>
                <c:pt idx="2404">
                  <c:v>17-08-2009</c:v>
                </c:pt>
                <c:pt idx="2405">
                  <c:v>18-08-2009</c:v>
                </c:pt>
                <c:pt idx="2406">
                  <c:v>19-08-2009</c:v>
                </c:pt>
                <c:pt idx="2407">
                  <c:v>20-08-2009</c:v>
                </c:pt>
                <c:pt idx="2408">
                  <c:v>21-08-2009</c:v>
                </c:pt>
                <c:pt idx="2409">
                  <c:v>24-08-2009</c:v>
                </c:pt>
                <c:pt idx="2410">
                  <c:v>25-08-2009</c:v>
                </c:pt>
                <c:pt idx="2411">
                  <c:v>26-08-2009</c:v>
                </c:pt>
                <c:pt idx="2412">
                  <c:v>27-08-2009</c:v>
                </c:pt>
                <c:pt idx="2413">
                  <c:v>28-08-2009</c:v>
                </c:pt>
                <c:pt idx="2414">
                  <c:v>31-08-2009</c:v>
                </c:pt>
                <c:pt idx="2415">
                  <c:v>01-09-2009</c:v>
                </c:pt>
                <c:pt idx="2416">
                  <c:v>02-09-2009</c:v>
                </c:pt>
                <c:pt idx="2417">
                  <c:v>03-09-2009</c:v>
                </c:pt>
                <c:pt idx="2418">
                  <c:v>04-09-2009</c:v>
                </c:pt>
                <c:pt idx="2419">
                  <c:v>07-09-2009</c:v>
                </c:pt>
                <c:pt idx="2420">
                  <c:v>08-09-2009</c:v>
                </c:pt>
                <c:pt idx="2421">
                  <c:v>09-09-2009</c:v>
                </c:pt>
                <c:pt idx="2422">
                  <c:v>10-09-2009</c:v>
                </c:pt>
                <c:pt idx="2423">
                  <c:v>11-09-2009</c:v>
                </c:pt>
                <c:pt idx="2424">
                  <c:v>14-09-2009</c:v>
                </c:pt>
                <c:pt idx="2425">
                  <c:v>15-09-2009</c:v>
                </c:pt>
                <c:pt idx="2426">
                  <c:v>16-09-2009</c:v>
                </c:pt>
                <c:pt idx="2427">
                  <c:v>17-09-2009</c:v>
                </c:pt>
                <c:pt idx="2428">
                  <c:v>18-09-2009</c:v>
                </c:pt>
                <c:pt idx="2429">
                  <c:v>22-09-2009</c:v>
                </c:pt>
                <c:pt idx="2430">
                  <c:v>23-09-2009</c:v>
                </c:pt>
                <c:pt idx="2431">
                  <c:v>24-09-2009</c:v>
                </c:pt>
                <c:pt idx="2432">
                  <c:v>25-09-2009</c:v>
                </c:pt>
                <c:pt idx="2433">
                  <c:v>29-09-2009</c:v>
                </c:pt>
                <c:pt idx="2434">
                  <c:v>30-09-2009</c:v>
                </c:pt>
                <c:pt idx="2435">
                  <c:v>01-10-2009</c:v>
                </c:pt>
                <c:pt idx="2436">
                  <c:v>05-10-2009</c:v>
                </c:pt>
                <c:pt idx="2437">
                  <c:v>06-10-2009</c:v>
                </c:pt>
                <c:pt idx="2438">
                  <c:v>07-10-2009</c:v>
                </c:pt>
                <c:pt idx="2439">
                  <c:v>08-10-2009</c:v>
                </c:pt>
                <c:pt idx="2440">
                  <c:v>09-10-2009</c:v>
                </c:pt>
                <c:pt idx="2441">
                  <c:v>12-10-2009</c:v>
                </c:pt>
                <c:pt idx="2442">
                  <c:v>14-10-2009</c:v>
                </c:pt>
                <c:pt idx="2443">
                  <c:v>15-10-2009</c:v>
                </c:pt>
                <c:pt idx="2444">
                  <c:v>16-10-2009</c:v>
                </c:pt>
                <c:pt idx="2445">
                  <c:v>17-10-2009</c:v>
                </c:pt>
                <c:pt idx="2446">
                  <c:v>20-10-2009</c:v>
                </c:pt>
                <c:pt idx="2447">
                  <c:v>21-10-2009</c:v>
                </c:pt>
                <c:pt idx="2448">
                  <c:v>22-10-2009</c:v>
                </c:pt>
                <c:pt idx="2449">
                  <c:v>23-10-2009</c:v>
                </c:pt>
                <c:pt idx="2450">
                  <c:v>26-10-2009</c:v>
                </c:pt>
                <c:pt idx="2451">
                  <c:v>27-10-2009</c:v>
                </c:pt>
                <c:pt idx="2452">
                  <c:v>28-10-2009</c:v>
                </c:pt>
                <c:pt idx="2453">
                  <c:v>29-10-2009</c:v>
                </c:pt>
                <c:pt idx="2454">
                  <c:v>30-10-2009</c:v>
                </c:pt>
                <c:pt idx="2455">
                  <c:v>03-11-2009</c:v>
                </c:pt>
                <c:pt idx="2456">
                  <c:v>04-11-2009</c:v>
                </c:pt>
                <c:pt idx="2457">
                  <c:v>05-11-2009</c:v>
                </c:pt>
                <c:pt idx="2458">
                  <c:v>06-11-2009</c:v>
                </c:pt>
                <c:pt idx="2459">
                  <c:v>09-11-2009</c:v>
                </c:pt>
                <c:pt idx="2460">
                  <c:v>10-11-2009</c:v>
                </c:pt>
                <c:pt idx="2461">
                  <c:v>11-11-2009</c:v>
                </c:pt>
                <c:pt idx="2462">
                  <c:v>12-11-2009</c:v>
                </c:pt>
                <c:pt idx="2463">
                  <c:v>13-11-2009</c:v>
                </c:pt>
                <c:pt idx="2464">
                  <c:v>16-11-2009</c:v>
                </c:pt>
                <c:pt idx="2465">
                  <c:v>17-11-2009</c:v>
                </c:pt>
                <c:pt idx="2466">
                  <c:v>18-11-2009</c:v>
                </c:pt>
                <c:pt idx="2467">
                  <c:v>19-11-2009</c:v>
                </c:pt>
                <c:pt idx="2468">
                  <c:v>20-11-2009</c:v>
                </c:pt>
                <c:pt idx="2469">
                  <c:v>23-11-2009</c:v>
                </c:pt>
                <c:pt idx="2470">
                  <c:v>24-11-2009</c:v>
                </c:pt>
                <c:pt idx="2471">
                  <c:v>25-11-2009</c:v>
                </c:pt>
                <c:pt idx="2472">
                  <c:v>26-11-2009</c:v>
                </c:pt>
                <c:pt idx="2473">
                  <c:v>27-11-2009</c:v>
                </c:pt>
                <c:pt idx="2474">
                  <c:v>30-11-2009</c:v>
                </c:pt>
                <c:pt idx="2475">
                  <c:v>01-12-2009</c:v>
                </c:pt>
                <c:pt idx="2476">
                  <c:v>02-12-2009</c:v>
                </c:pt>
                <c:pt idx="2477">
                  <c:v>03-12-2009</c:v>
                </c:pt>
                <c:pt idx="2478">
                  <c:v>04-12-2009</c:v>
                </c:pt>
                <c:pt idx="2479">
                  <c:v>07-12-2009</c:v>
                </c:pt>
                <c:pt idx="2480">
                  <c:v>08-12-2009</c:v>
                </c:pt>
                <c:pt idx="2481">
                  <c:v>09-12-2009</c:v>
                </c:pt>
                <c:pt idx="2482">
                  <c:v>10-12-2009</c:v>
                </c:pt>
                <c:pt idx="2483">
                  <c:v>11-12-2009</c:v>
                </c:pt>
                <c:pt idx="2484">
                  <c:v>14-12-2009</c:v>
                </c:pt>
                <c:pt idx="2485">
                  <c:v>15-12-2009</c:v>
                </c:pt>
                <c:pt idx="2486">
                  <c:v>16-12-2009</c:v>
                </c:pt>
                <c:pt idx="2487">
                  <c:v>17-12-2009</c:v>
                </c:pt>
                <c:pt idx="2488">
                  <c:v>18-12-2009</c:v>
                </c:pt>
                <c:pt idx="2489">
                  <c:v>21-12-2009</c:v>
                </c:pt>
                <c:pt idx="2490">
                  <c:v>22-12-2009</c:v>
                </c:pt>
                <c:pt idx="2491">
                  <c:v>23-12-2009</c:v>
                </c:pt>
                <c:pt idx="2492">
                  <c:v>24-12-2009</c:v>
                </c:pt>
                <c:pt idx="2493">
                  <c:v>29-12-2009</c:v>
                </c:pt>
                <c:pt idx="2494">
                  <c:v>30-12-2009</c:v>
                </c:pt>
                <c:pt idx="2495">
                  <c:v>31-12-2009</c:v>
                </c:pt>
                <c:pt idx="2496">
                  <c:v>04-01-2010</c:v>
                </c:pt>
                <c:pt idx="2497">
                  <c:v>05-01-2010</c:v>
                </c:pt>
                <c:pt idx="2498">
                  <c:v>06-01-2010</c:v>
                </c:pt>
                <c:pt idx="2499">
                  <c:v>07-01-2010</c:v>
                </c:pt>
                <c:pt idx="2500">
                  <c:v>08-01-2010</c:v>
                </c:pt>
                <c:pt idx="2501">
                  <c:v>11-01-2010</c:v>
                </c:pt>
                <c:pt idx="2502">
                  <c:v>12-01-2010</c:v>
                </c:pt>
                <c:pt idx="2503">
                  <c:v>13-01-2010</c:v>
                </c:pt>
                <c:pt idx="2504">
                  <c:v>14-01-2010</c:v>
                </c:pt>
                <c:pt idx="2505">
                  <c:v>15-01-2010</c:v>
                </c:pt>
                <c:pt idx="2506">
                  <c:v>18-01-2010</c:v>
                </c:pt>
                <c:pt idx="2507">
                  <c:v>19-01-2010</c:v>
                </c:pt>
                <c:pt idx="2508">
                  <c:v>20-01-2010</c:v>
                </c:pt>
                <c:pt idx="2509">
                  <c:v>21-01-2010</c:v>
                </c:pt>
                <c:pt idx="2510">
                  <c:v>22-01-2010</c:v>
                </c:pt>
                <c:pt idx="2511">
                  <c:v>25-01-2010</c:v>
                </c:pt>
                <c:pt idx="2512">
                  <c:v>27-01-2010</c:v>
                </c:pt>
                <c:pt idx="2513">
                  <c:v>28-01-2010</c:v>
                </c:pt>
                <c:pt idx="2514">
                  <c:v>29-01-2010</c:v>
                </c:pt>
                <c:pt idx="2515">
                  <c:v>01-02-2010</c:v>
                </c:pt>
                <c:pt idx="2516">
                  <c:v>02-02-2010</c:v>
                </c:pt>
                <c:pt idx="2517">
                  <c:v>03-02-2010</c:v>
                </c:pt>
                <c:pt idx="2518">
                  <c:v>04-02-2010</c:v>
                </c:pt>
                <c:pt idx="2519">
                  <c:v>05-02-2010</c:v>
                </c:pt>
                <c:pt idx="2520">
                  <c:v>06-02-2010</c:v>
                </c:pt>
                <c:pt idx="2521">
                  <c:v>08-02-2010</c:v>
                </c:pt>
                <c:pt idx="2522">
                  <c:v>09-02-2010</c:v>
                </c:pt>
                <c:pt idx="2523">
                  <c:v>10-02-2010</c:v>
                </c:pt>
                <c:pt idx="2524">
                  <c:v>11-02-2010</c:v>
                </c:pt>
                <c:pt idx="2525">
                  <c:v>15-02-2010</c:v>
                </c:pt>
                <c:pt idx="2526">
                  <c:v>16-02-2010</c:v>
                </c:pt>
                <c:pt idx="2527">
                  <c:v>17-02-2010</c:v>
                </c:pt>
                <c:pt idx="2528">
                  <c:v>18-02-2010</c:v>
                </c:pt>
                <c:pt idx="2529">
                  <c:v>19-02-2010</c:v>
                </c:pt>
                <c:pt idx="2530">
                  <c:v>22-02-2010</c:v>
                </c:pt>
                <c:pt idx="2531">
                  <c:v>23-02-2010</c:v>
                </c:pt>
                <c:pt idx="2532">
                  <c:v>24-02-2010</c:v>
                </c:pt>
                <c:pt idx="2533">
                  <c:v>25-02-2010</c:v>
                </c:pt>
                <c:pt idx="2534">
                  <c:v>26-02-2010</c:v>
                </c:pt>
                <c:pt idx="2535">
                  <c:v>02-03-2010</c:v>
                </c:pt>
                <c:pt idx="2536">
                  <c:v>03-03-2010</c:v>
                </c:pt>
                <c:pt idx="2537">
                  <c:v>04-03-2010</c:v>
                </c:pt>
                <c:pt idx="2538">
                  <c:v>05-03-2010</c:v>
                </c:pt>
                <c:pt idx="2539">
                  <c:v>08-03-2010</c:v>
                </c:pt>
                <c:pt idx="2540">
                  <c:v>09-03-2010</c:v>
                </c:pt>
                <c:pt idx="2541">
                  <c:v>10-03-2010</c:v>
                </c:pt>
                <c:pt idx="2542">
                  <c:v>11-03-2010</c:v>
                </c:pt>
                <c:pt idx="2543">
                  <c:v>12-03-2010</c:v>
                </c:pt>
                <c:pt idx="2544">
                  <c:v>15-03-2010</c:v>
                </c:pt>
                <c:pt idx="2545">
                  <c:v>16-03-2010</c:v>
                </c:pt>
                <c:pt idx="2546">
                  <c:v>17-03-2010</c:v>
                </c:pt>
                <c:pt idx="2547">
                  <c:v>18-03-2010</c:v>
                </c:pt>
                <c:pt idx="2548">
                  <c:v>19-03-2010</c:v>
                </c:pt>
                <c:pt idx="2549">
                  <c:v>22-03-2010</c:v>
                </c:pt>
                <c:pt idx="2550">
                  <c:v>23-03-2010</c:v>
                </c:pt>
                <c:pt idx="2551">
                  <c:v>25-03-2010</c:v>
                </c:pt>
                <c:pt idx="2552">
                  <c:v>26-03-2010</c:v>
                </c:pt>
                <c:pt idx="2553">
                  <c:v>29-03-2010</c:v>
                </c:pt>
                <c:pt idx="2554">
                  <c:v>30-03-2010</c:v>
                </c:pt>
                <c:pt idx="2555">
                  <c:v>31-03-2010</c:v>
                </c:pt>
                <c:pt idx="2556">
                  <c:v>01-04-2010</c:v>
                </c:pt>
                <c:pt idx="2557">
                  <c:v>05-04-2010</c:v>
                </c:pt>
                <c:pt idx="2558">
                  <c:v>06-04-2010</c:v>
                </c:pt>
                <c:pt idx="2559">
                  <c:v>07-04-2010</c:v>
                </c:pt>
                <c:pt idx="2560">
                  <c:v>08-04-2010</c:v>
                </c:pt>
                <c:pt idx="2561">
                  <c:v>09-04-2010</c:v>
                </c:pt>
                <c:pt idx="2562">
                  <c:v>12-04-2010</c:v>
                </c:pt>
                <c:pt idx="2563">
                  <c:v>13-04-2010</c:v>
                </c:pt>
                <c:pt idx="2564">
                  <c:v>15-04-2010</c:v>
                </c:pt>
                <c:pt idx="2565">
                  <c:v>16-04-2010</c:v>
                </c:pt>
                <c:pt idx="2566">
                  <c:v>19-04-2010</c:v>
                </c:pt>
                <c:pt idx="2567">
                  <c:v>20-04-2010</c:v>
                </c:pt>
                <c:pt idx="2568">
                  <c:v>21-04-2010</c:v>
                </c:pt>
                <c:pt idx="2569">
                  <c:v>22-04-2010</c:v>
                </c:pt>
                <c:pt idx="2570">
                  <c:v>23-04-2010</c:v>
                </c:pt>
                <c:pt idx="2571">
                  <c:v>26-04-2010</c:v>
                </c:pt>
                <c:pt idx="2572">
                  <c:v>27-04-2010</c:v>
                </c:pt>
                <c:pt idx="2573">
                  <c:v>28-04-2010</c:v>
                </c:pt>
                <c:pt idx="2574">
                  <c:v>29-04-2010</c:v>
                </c:pt>
                <c:pt idx="2575">
                  <c:v>30-04-2010</c:v>
                </c:pt>
                <c:pt idx="2576">
                  <c:v>03-05-2010</c:v>
                </c:pt>
                <c:pt idx="2577">
                  <c:v>04-05-2010</c:v>
                </c:pt>
                <c:pt idx="2578">
                  <c:v>05-05-2010</c:v>
                </c:pt>
                <c:pt idx="2579">
                  <c:v>06-05-2010</c:v>
                </c:pt>
                <c:pt idx="2580">
                  <c:v>07-05-2010</c:v>
                </c:pt>
                <c:pt idx="2581">
                  <c:v>10-05-2010</c:v>
                </c:pt>
                <c:pt idx="2582">
                  <c:v>11-05-2010</c:v>
                </c:pt>
                <c:pt idx="2583">
                  <c:v>12-05-2010</c:v>
                </c:pt>
                <c:pt idx="2584">
                  <c:v>13-05-2010</c:v>
                </c:pt>
                <c:pt idx="2585">
                  <c:v>14-05-2010</c:v>
                </c:pt>
                <c:pt idx="2586">
                  <c:v>17-05-2010</c:v>
                </c:pt>
                <c:pt idx="2587">
                  <c:v>18-05-2010</c:v>
                </c:pt>
                <c:pt idx="2588">
                  <c:v>19-05-2010</c:v>
                </c:pt>
                <c:pt idx="2589">
                  <c:v>20-05-2010</c:v>
                </c:pt>
                <c:pt idx="2590">
                  <c:v>21-05-2010</c:v>
                </c:pt>
                <c:pt idx="2591">
                  <c:v>24-05-2010</c:v>
                </c:pt>
                <c:pt idx="2592">
                  <c:v>25-05-2010</c:v>
                </c:pt>
                <c:pt idx="2593">
                  <c:v>26-05-2010</c:v>
                </c:pt>
                <c:pt idx="2594">
                  <c:v>27-05-2010</c:v>
                </c:pt>
                <c:pt idx="2595">
                  <c:v>28-05-2010</c:v>
                </c:pt>
                <c:pt idx="2596">
                  <c:v>31-05-2010</c:v>
                </c:pt>
                <c:pt idx="2597">
                  <c:v>01-06-2010</c:v>
                </c:pt>
                <c:pt idx="2598">
                  <c:v>02-06-2010</c:v>
                </c:pt>
                <c:pt idx="2599">
                  <c:v>03-06-2010</c:v>
                </c:pt>
                <c:pt idx="2600">
                  <c:v>04-06-2010</c:v>
                </c:pt>
                <c:pt idx="2601">
                  <c:v>07-06-2010</c:v>
                </c:pt>
                <c:pt idx="2602">
                  <c:v>08-06-2010</c:v>
                </c:pt>
                <c:pt idx="2603">
                  <c:v>09-06-2010</c:v>
                </c:pt>
                <c:pt idx="2604">
                  <c:v>10-06-2010</c:v>
                </c:pt>
                <c:pt idx="2605">
                  <c:v>11-06-2010</c:v>
                </c:pt>
                <c:pt idx="2606">
                  <c:v>14-06-2010</c:v>
                </c:pt>
                <c:pt idx="2607">
                  <c:v>15-06-2010</c:v>
                </c:pt>
                <c:pt idx="2608">
                  <c:v>16-06-2010</c:v>
                </c:pt>
                <c:pt idx="2609">
                  <c:v>17-06-2010</c:v>
                </c:pt>
                <c:pt idx="2610">
                  <c:v>18-06-2010</c:v>
                </c:pt>
                <c:pt idx="2611">
                  <c:v>21-06-2010</c:v>
                </c:pt>
                <c:pt idx="2612">
                  <c:v>22-06-2010</c:v>
                </c:pt>
                <c:pt idx="2613">
                  <c:v>23-06-2010</c:v>
                </c:pt>
                <c:pt idx="2614">
                  <c:v>24-06-2010</c:v>
                </c:pt>
                <c:pt idx="2615">
                  <c:v>25-06-2010</c:v>
                </c:pt>
                <c:pt idx="2616">
                  <c:v>28-06-2010</c:v>
                </c:pt>
                <c:pt idx="2617">
                  <c:v>29-06-2010</c:v>
                </c:pt>
                <c:pt idx="2618">
                  <c:v>30-06-2010</c:v>
                </c:pt>
                <c:pt idx="2619">
                  <c:v>01-07-2010</c:v>
                </c:pt>
                <c:pt idx="2620">
                  <c:v>02-07-2010</c:v>
                </c:pt>
                <c:pt idx="2621">
                  <c:v>05-07-2010</c:v>
                </c:pt>
                <c:pt idx="2622">
                  <c:v>06-07-2010</c:v>
                </c:pt>
                <c:pt idx="2623">
                  <c:v>07-07-2010</c:v>
                </c:pt>
                <c:pt idx="2624">
                  <c:v>08-07-2010</c:v>
                </c:pt>
                <c:pt idx="2625">
                  <c:v>09-07-2010</c:v>
                </c:pt>
                <c:pt idx="2626">
                  <c:v>12-07-2010</c:v>
                </c:pt>
                <c:pt idx="2627">
                  <c:v>13-07-2010</c:v>
                </c:pt>
                <c:pt idx="2628">
                  <c:v>14-07-2010</c:v>
                </c:pt>
                <c:pt idx="2629">
                  <c:v>15-07-2010</c:v>
                </c:pt>
                <c:pt idx="2630">
                  <c:v>16-07-2010</c:v>
                </c:pt>
                <c:pt idx="2631">
                  <c:v>19-07-2010</c:v>
                </c:pt>
                <c:pt idx="2632">
                  <c:v>20-07-2010</c:v>
                </c:pt>
                <c:pt idx="2633">
                  <c:v>21-07-2010</c:v>
                </c:pt>
                <c:pt idx="2634">
                  <c:v>22-07-2010</c:v>
                </c:pt>
                <c:pt idx="2635">
                  <c:v>23-07-2010</c:v>
                </c:pt>
                <c:pt idx="2636">
                  <c:v>26-07-2010</c:v>
                </c:pt>
                <c:pt idx="2637">
                  <c:v>27-07-2010</c:v>
                </c:pt>
                <c:pt idx="2638">
                  <c:v>28-07-2010</c:v>
                </c:pt>
                <c:pt idx="2639">
                  <c:v>29-07-2010</c:v>
                </c:pt>
                <c:pt idx="2640">
                  <c:v>30-07-2010</c:v>
                </c:pt>
                <c:pt idx="2641">
                  <c:v>02-08-2010</c:v>
                </c:pt>
                <c:pt idx="2642">
                  <c:v>03-08-2010</c:v>
                </c:pt>
                <c:pt idx="2643">
                  <c:v>04-08-2010</c:v>
                </c:pt>
                <c:pt idx="2644">
                  <c:v>05-08-2010</c:v>
                </c:pt>
                <c:pt idx="2645">
                  <c:v>06-08-2010</c:v>
                </c:pt>
                <c:pt idx="2646">
                  <c:v>09-08-2010</c:v>
                </c:pt>
                <c:pt idx="2647">
                  <c:v>10-08-2010</c:v>
                </c:pt>
                <c:pt idx="2648">
                  <c:v>11-08-2010</c:v>
                </c:pt>
                <c:pt idx="2649">
                  <c:v>12-08-2010</c:v>
                </c:pt>
                <c:pt idx="2650">
                  <c:v>13-08-2010</c:v>
                </c:pt>
                <c:pt idx="2651">
                  <c:v>16-08-2010</c:v>
                </c:pt>
                <c:pt idx="2652">
                  <c:v>17-08-2010</c:v>
                </c:pt>
                <c:pt idx="2653">
                  <c:v>18-08-2010</c:v>
                </c:pt>
                <c:pt idx="2654">
                  <c:v>19-08-2010</c:v>
                </c:pt>
                <c:pt idx="2655">
                  <c:v>20-08-2010</c:v>
                </c:pt>
                <c:pt idx="2656">
                  <c:v>23-08-2010</c:v>
                </c:pt>
                <c:pt idx="2657">
                  <c:v>24-08-2010</c:v>
                </c:pt>
                <c:pt idx="2658">
                  <c:v>25-08-2010</c:v>
                </c:pt>
                <c:pt idx="2659">
                  <c:v>26-08-2010</c:v>
                </c:pt>
                <c:pt idx="2660">
                  <c:v>27-08-2010</c:v>
                </c:pt>
                <c:pt idx="2661">
                  <c:v>30-08-2010</c:v>
                </c:pt>
                <c:pt idx="2662">
                  <c:v>31-08-2010</c:v>
                </c:pt>
                <c:pt idx="2663">
                  <c:v>01-09-2010</c:v>
                </c:pt>
                <c:pt idx="2664">
                  <c:v>02-09-2010</c:v>
                </c:pt>
                <c:pt idx="2665">
                  <c:v>03-09-2010</c:v>
                </c:pt>
                <c:pt idx="2666">
                  <c:v>06-09-2010</c:v>
                </c:pt>
                <c:pt idx="2667">
                  <c:v>07-09-2010</c:v>
                </c:pt>
                <c:pt idx="2668">
                  <c:v>08-09-2010</c:v>
                </c:pt>
                <c:pt idx="2669">
                  <c:v>09-09-2010</c:v>
                </c:pt>
                <c:pt idx="2670">
                  <c:v>13-09-2010</c:v>
                </c:pt>
                <c:pt idx="2671">
                  <c:v>14-09-2010</c:v>
                </c:pt>
                <c:pt idx="2672">
                  <c:v>15-09-2010</c:v>
                </c:pt>
                <c:pt idx="2673">
                  <c:v>16-09-2010</c:v>
                </c:pt>
                <c:pt idx="2674">
                  <c:v>17-09-2010</c:v>
                </c:pt>
                <c:pt idx="2675">
                  <c:v>20-09-2010</c:v>
                </c:pt>
                <c:pt idx="2676">
                  <c:v>21-09-2010</c:v>
                </c:pt>
                <c:pt idx="2677">
                  <c:v>22-09-2010</c:v>
                </c:pt>
                <c:pt idx="2678">
                  <c:v>23-09-2010</c:v>
                </c:pt>
                <c:pt idx="2679">
                  <c:v>24-09-2010</c:v>
                </c:pt>
                <c:pt idx="2680">
                  <c:v>27-09-2010</c:v>
                </c:pt>
                <c:pt idx="2681">
                  <c:v>28-09-2010</c:v>
                </c:pt>
                <c:pt idx="2682">
                  <c:v>29-09-2010</c:v>
                </c:pt>
                <c:pt idx="2683">
                  <c:v>30-09-2010</c:v>
                </c:pt>
                <c:pt idx="2684">
                  <c:v>01-10-2010</c:v>
                </c:pt>
                <c:pt idx="2685">
                  <c:v>04-10-2010</c:v>
                </c:pt>
                <c:pt idx="2686">
                  <c:v>05-10-2010</c:v>
                </c:pt>
                <c:pt idx="2687">
                  <c:v>06-10-2010</c:v>
                </c:pt>
                <c:pt idx="2688">
                  <c:v>07-10-2010</c:v>
                </c:pt>
                <c:pt idx="2689">
                  <c:v>08-10-2010</c:v>
                </c:pt>
                <c:pt idx="2690">
                  <c:v>11-10-2010</c:v>
                </c:pt>
                <c:pt idx="2691">
                  <c:v>12-10-2010</c:v>
                </c:pt>
                <c:pt idx="2692">
                  <c:v>13-10-2010</c:v>
                </c:pt>
                <c:pt idx="2693">
                  <c:v>14-10-2010</c:v>
                </c:pt>
                <c:pt idx="2694">
                  <c:v>15-10-2010</c:v>
                </c:pt>
                <c:pt idx="2695">
                  <c:v>18-10-2010</c:v>
                </c:pt>
                <c:pt idx="2696">
                  <c:v>19-10-2010</c:v>
                </c:pt>
                <c:pt idx="2697">
                  <c:v>20-10-2010</c:v>
                </c:pt>
                <c:pt idx="2698">
                  <c:v>21-10-2010</c:v>
                </c:pt>
                <c:pt idx="2699">
                  <c:v>22-10-2010</c:v>
                </c:pt>
                <c:pt idx="2700">
                  <c:v>25-10-2010</c:v>
                </c:pt>
                <c:pt idx="2701">
                  <c:v>26-10-2010</c:v>
                </c:pt>
                <c:pt idx="2702">
                  <c:v>27-10-2010</c:v>
                </c:pt>
                <c:pt idx="2703">
                  <c:v>28-10-2010</c:v>
                </c:pt>
                <c:pt idx="2704">
                  <c:v>29-10-2010</c:v>
                </c:pt>
                <c:pt idx="2705">
                  <c:v>01-11-2010</c:v>
                </c:pt>
                <c:pt idx="2706">
                  <c:v>02-11-2010</c:v>
                </c:pt>
                <c:pt idx="2707">
                  <c:v>03-11-2010</c:v>
                </c:pt>
                <c:pt idx="2708">
                  <c:v>04-11-2010</c:v>
                </c:pt>
                <c:pt idx="2709">
                  <c:v>05-11-2010</c:v>
                </c:pt>
                <c:pt idx="2710">
                  <c:v>08-11-2010</c:v>
                </c:pt>
                <c:pt idx="2711">
                  <c:v>09-11-2010</c:v>
                </c:pt>
                <c:pt idx="2712">
                  <c:v>10-11-2010</c:v>
                </c:pt>
                <c:pt idx="2713">
                  <c:v>11-11-2010</c:v>
                </c:pt>
                <c:pt idx="2714">
                  <c:v>12-11-2010</c:v>
                </c:pt>
                <c:pt idx="2715">
                  <c:v>15-11-2010</c:v>
                </c:pt>
                <c:pt idx="2716">
                  <c:v>16-11-2010</c:v>
                </c:pt>
                <c:pt idx="2717">
                  <c:v>18-11-2010</c:v>
                </c:pt>
                <c:pt idx="2718">
                  <c:v>19-11-2010</c:v>
                </c:pt>
                <c:pt idx="2719">
                  <c:v>22-11-2010</c:v>
                </c:pt>
                <c:pt idx="2720">
                  <c:v>23-11-2010</c:v>
                </c:pt>
                <c:pt idx="2721">
                  <c:v>24-11-2010</c:v>
                </c:pt>
                <c:pt idx="2722">
                  <c:v>25-11-2010</c:v>
                </c:pt>
                <c:pt idx="2723">
                  <c:v>26-11-2010</c:v>
                </c:pt>
                <c:pt idx="2724">
                  <c:v>29-11-2010</c:v>
                </c:pt>
                <c:pt idx="2725">
                  <c:v>30-11-2010</c:v>
                </c:pt>
                <c:pt idx="2726">
                  <c:v>01-12-2010</c:v>
                </c:pt>
                <c:pt idx="2727">
                  <c:v>02-12-2010</c:v>
                </c:pt>
                <c:pt idx="2728">
                  <c:v>03-12-2010</c:v>
                </c:pt>
                <c:pt idx="2729">
                  <c:v>06-12-2010</c:v>
                </c:pt>
                <c:pt idx="2730">
                  <c:v>07-12-2010</c:v>
                </c:pt>
                <c:pt idx="2731">
                  <c:v>08-12-2010</c:v>
                </c:pt>
                <c:pt idx="2732">
                  <c:v>09-12-2010</c:v>
                </c:pt>
                <c:pt idx="2733">
                  <c:v>10-12-2010</c:v>
                </c:pt>
                <c:pt idx="2734">
                  <c:v>13-12-2010</c:v>
                </c:pt>
                <c:pt idx="2735">
                  <c:v>14-12-2010</c:v>
                </c:pt>
                <c:pt idx="2736">
                  <c:v>15-12-2010</c:v>
                </c:pt>
                <c:pt idx="2737">
                  <c:v>16-12-2010</c:v>
                </c:pt>
                <c:pt idx="2738">
                  <c:v>20-12-2010</c:v>
                </c:pt>
                <c:pt idx="2739">
                  <c:v>21-12-2010</c:v>
                </c:pt>
                <c:pt idx="2740">
                  <c:v>22-12-2010</c:v>
                </c:pt>
                <c:pt idx="2741">
                  <c:v>23-12-2010</c:v>
                </c:pt>
                <c:pt idx="2742">
                  <c:v>24-12-2010</c:v>
                </c:pt>
                <c:pt idx="2743">
                  <c:v>27-12-2010</c:v>
                </c:pt>
                <c:pt idx="2744">
                  <c:v>28-12-2010</c:v>
                </c:pt>
                <c:pt idx="2745">
                  <c:v>29-12-2010</c:v>
                </c:pt>
                <c:pt idx="2746">
                  <c:v>30-12-2010</c:v>
                </c:pt>
                <c:pt idx="2747">
                  <c:v>31-12-2010</c:v>
                </c:pt>
                <c:pt idx="2748">
                  <c:v>03-01-2011</c:v>
                </c:pt>
                <c:pt idx="2749">
                  <c:v>04-01-2011</c:v>
                </c:pt>
                <c:pt idx="2750">
                  <c:v>05-01-2011</c:v>
                </c:pt>
                <c:pt idx="2751">
                  <c:v>06-01-2011</c:v>
                </c:pt>
                <c:pt idx="2752">
                  <c:v>07-01-2011</c:v>
                </c:pt>
                <c:pt idx="2753">
                  <c:v>10-01-2011</c:v>
                </c:pt>
                <c:pt idx="2754">
                  <c:v>11-01-2011</c:v>
                </c:pt>
                <c:pt idx="2755">
                  <c:v>12-01-2011</c:v>
                </c:pt>
                <c:pt idx="2756">
                  <c:v>13-01-2011</c:v>
                </c:pt>
                <c:pt idx="2757">
                  <c:v>14-01-2011</c:v>
                </c:pt>
                <c:pt idx="2758">
                  <c:v>17-01-2011</c:v>
                </c:pt>
                <c:pt idx="2759">
                  <c:v>18-01-2011</c:v>
                </c:pt>
                <c:pt idx="2760">
                  <c:v>19-01-2011</c:v>
                </c:pt>
                <c:pt idx="2761">
                  <c:v>20-01-2011</c:v>
                </c:pt>
                <c:pt idx="2762">
                  <c:v>21-01-2011</c:v>
                </c:pt>
                <c:pt idx="2763">
                  <c:v>24-01-2011</c:v>
                </c:pt>
                <c:pt idx="2764">
                  <c:v>25-01-2011</c:v>
                </c:pt>
                <c:pt idx="2765">
                  <c:v>27-01-2011</c:v>
                </c:pt>
                <c:pt idx="2766">
                  <c:v>28-01-2011</c:v>
                </c:pt>
                <c:pt idx="2767">
                  <c:v>31-01-2011</c:v>
                </c:pt>
                <c:pt idx="2768">
                  <c:v>01-02-2011</c:v>
                </c:pt>
                <c:pt idx="2769">
                  <c:v>02-02-2011</c:v>
                </c:pt>
                <c:pt idx="2770">
                  <c:v>03-02-2011</c:v>
                </c:pt>
                <c:pt idx="2771">
                  <c:v>04-02-2011</c:v>
                </c:pt>
                <c:pt idx="2772">
                  <c:v>07-02-2011</c:v>
                </c:pt>
                <c:pt idx="2773">
                  <c:v>08-02-2011</c:v>
                </c:pt>
                <c:pt idx="2774">
                  <c:v>09-02-2011</c:v>
                </c:pt>
                <c:pt idx="2775">
                  <c:v>10-02-2011</c:v>
                </c:pt>
                <c:pt idx="2776">
                  <c:v>11-02-2011</c:v>
                </c:pt>
                <c:pt idx="2777">
                  <c:v>14-02-2011</c:v>
                </c:pt>
                <c:pt idx="2778">
                  <c:v>15-02-2011</c:v>
                </c:pt>
                <c:pt idx="2779">
                  <c:v>16-02-2011</c:v>
                </c:pt>
                <c:pt idx="2780">
                  <c:v>17-02-2011</c:v>
                </c:pt>
                <c:pt idx="2781">
                  <c:v>18-02-2011</c:v>
                </c:pt>
                <c:pt idx="2782">
                  <c:v>21-02-2011</c:v>
                </c:pt>
                <c:pt idx="2783">
                  <c:v>22-02-2011</c:v>
                </c:pt>
                <c:pt idx="2784">
                  <c:v>23-02-2011</c:v>
                </c:pt>
                <c:pt idx="2785">
                  <c:v>24-02-2011</c:v>
                </c:pt>
                <c:pt idx="2786">
                  <c:v>25-02-2011</c:v>
                </c:pt>
                <c:pt idx="2787">
                  <c:v>28-02-2011</c:v>
                </c:pt>
                <c:pt idx="2788">
                  <c:v>01-03-2011</c:v>
                </c:pt>
                <c:pt idx="2789">
                  <c:v>03-03-2011</c:v>
                </c:pt>
                <c:pt idx="2790">
                  <c:v>04-03-2011</c:v>
                </c:pt>
                <c:pt idx="2791">
                  <c:v>07-03-2011</c:v>
                </c:pt>
                <c:pt idx="2792">
                  <c:v>08-03-2011</c:v>
                </c:pt>
                <c:pt idx="2793">
                  <c:v>09-03-2011</c:v>
                </c:pt>
                <c:pt idx="2794">
                  <c:v>10-03-2011</c:v>
                </c:pt>
                <c:pt idx="2795">
                  <c:v>11-03-2011</c:v>
                </c:pt>
                <c:pt idx="2796">
                  <c:v>14-03-2011</c:v>
                </c:pt>
                <c:pt idx="2797">
                  <c:v>15-03-2011</c:v>
                </c:pt>
                <c:pt idx="2798">
                  <c:v>16-03-2011</c:v>
                </c:pt>
                <c:pt idx="2799">
                  <c:v>17-03-2011</c:v>
                </c:pt>
                <c:pt idx="2800">
                  <c:v>18-03-2011</c:v>
                </c:pt>
                <c:pt idx="2801">
                  <c:v>21-03-2011</c:v>
                </c:pt>
                <c:pt idx="2802">
                  <c:v>22-03-2011</c:v>
                </c:pt>
                <c:pt idx="2803">
                  <c:v>23-03-2011</c:v>
                </c:pt>
                <c:pt idx="2804">
                  <c:v>24-03-2011</c:v>
                </c:pt>
                <c:pt idx="2805">
                  <c:v>25-03-2011</c:v>
                </c:pt>
                <c:pt idx="2806">
                  <c:v>28-03-2011</c:v>
                </c:pt>
                <c:pt idx="2807">
                  <c:v>29-03-2011</c:v>
                </c:pt>
                <c:pt idx="2808">
                  <c:v>30-03-2011</c:v>
                </c:pt>
                <c:pt idx="2809">
                  <c:v>31-03-2011</c:v>
                </c:pt>
                <c:pt idx="2810">
                  <c:v>01-04-2011</c:v>
                </c:pt>
                <c:pt idx="2811">
                  <c:v>04-04-2011</c:v>
                </c:pt>
                <c:pt idx="2812">
                  <c:v>05-04-2011</c:v>
                </c:pt>
                <c:pt idx="2813">
                  <c:v>06-04-2011</c:v>
                </c:pt>
                <c:pt idx="2814">
                  <c:v>07-04-2011</c:v>
                </c:pt>
                <c:pt idx="2815">
                  <c:v>08-04-2011</c:v>
                </c:pt>
                <c:pt idx="2816">
                  <c:v>11-04-2011</c:v>
                </c:pt>
                <c:pt idx="2817">
                  <c:v>13-04-2011</c:v>
                </c:pt>
                <c:pt idx="2818">
                  <c:v>15-04-2011</c:v>
                </c:pt>
                <c:pt idx="2819">
                  <c:v>18-04-2011</c:v>
                </c:pt>
                <c:pt idx="2820">
                  <c:v>19-04-2011</c:v>
                </c:pt>
                <c:pt idx="2821">
                  <c:v>20-04-2011</c:v>
                </c:pt>
                <c:pt idx="2822">
                  <c:v>21-04-2011</c:v>
                </c:pt>
                <c:pt idx="2823">
                  <c:v>25-04-2011</c:v>
                </c:pt>
                <c:pt idx="2824">
                  <c:v>26-04-2011</c:v>
                </c:pt>
                <c:pt idx="2825">
                  <c:v>27-04-2011</c:v>
                </c:pt>
                <c:pt idx="2826">
                  <c:v>28-04-2011</c:v>
                </c:pt>
                <c:pt idx="2827">
                  <c:v>29-04-2011</c:v>
                </c:pt>
                <c:pt idx="2828">
                  <c:v>02-05-2011</c:v>
                </c:pt>
                <c:pt idx="2829">
                  <c:v>03-05-2011</c:v>
                </c:pt>
                <c:pt idx="2830">
                  <c:v>04-05-2011</c:v>
                </c:pt>
                <c:pt idx="2831">
                  <c:v>05-05-2011</c:v>
                </c:pt>
                <c:pt idx="2832">
                  <c:v>06-05-2011</c:v>
                </c:pt>
                <c:pt idx="2833">
                  <c:v>09-05-2011</c:v>
                </c:pt>
                <c:pt idx="2834">
                  <c:v>10-05-2011</c:v>
                </c:pt>
                <c:pt idx="2835">
                  <c:v>11-05-2011</c:v>
                </c:pt>
                <c:pt idx="2836">
                  <c:v>12-05-2011</c:v>
                </c:pt>
                <c:pt idx="2837">
                  <c:v>13-05-2011</c:v>
                </c:pt>
                <c:pt idx="2838">
                  <c:v>16-05-2011</c:v>
                </c:pt>
                <c:pt idx="2839">
                  <c:v>17-05-2011</c:v>
                </c:pt>
                <c:pt idx="2840">
                  <c:v>18-05-2011</c:v>
                </c:pt>
                <c:pt idx="2841">
                  <c:v>19-05-2011</c:v>
                </c:pt>
                <c:pt idx="2842">
                  <c:v>20-05-2011</c:v>
                </c:pt>
                <c:pt idx="2843">
                  <c:v>23-05-2011</c:v>
                </c:pt>
                <c:pt idx="2844">
                  <c:v>24-05-2011</c:v>
                </c:pt>
                <c:pt idx="2845">
                  <c:v>25-05-2011</c:v>
                </c:pt>
                <c:pt idx="2846">
                  <c:v>26-05-2011</c:v>
                </c:pt>
                <c:pt idx="2847">
                  <c:v>27-05-2011</c:v>
                </c:pt>
                <c:pt idx="2848">
                  <c:v>30-05-2011</c:v>
                </c:pt>
                <c:pt idx="2849">
                  <c:v>31-05-2011</c:v>
                </c:pt>
                <c:pt idx="2850">
                  <c:v>01-06-2011</c:v>
                </c:pt>
                <c:pt idx="2851">
                  <c:v>02-06-2011</c:v>
                </c:pt>
                <c:pt idx="2852">
                  <c:v>03-06-2011</c:v>
                </c:pt>
                <c:pt idx="2853">
                  <c:v>06-06-2011</c:v>
                </c:pt>
                <c:pt idx="2854">
                  <c:v>07-06-2011</c:v>
                </c:pt>
                <c:pt idx="2855">
                  <c:v>08-06-2011</c:v>
                </c:pt>
                <c:pt idx="2856">
                  <c:v>09-06-2011</c:v>
                </c:pt>
                <c:pt idx="2857">
                  <c:v>10-06-2011</c:v>
                </c:pt>
                <c:pt idx="2858">
                  <c:v>13-06-2011</c:v>
                </c:pt>
                <c:pt idx="2859">
                  <c:v>14-06-2011</c:v>
                </c:pt>
                <c:pt idx="2860">
                  <c:v>15-06-2011</c:v>
                </c:pt>
                <c:pt idx="2861">
                  <c:v>16-06-2011</c:v>
                </c:pt>
                <c:pt idx="2862">
                  <c:v>17-06-2011</c:v>
                </c:pt>
                <c:pt idx="2863">
                  <c:v>20-06-2011</c:v>
                </c:pt>
                <c:pt idx="2864">
                  <c:v>21-06-2011</c:v>
                </c:pt>
                <c:pt idx="2865">
                  <c:v>22-06-2011</c:v>
                </c:pt>
                <c:pt idx="2866">
                  <c:v>23-06-2011</c:v>
                </c:pt>
                <c:pt idx="2867">
                  <c:v>24-06-2011</c:v>
                </c:pt>
                <c:pt idx="2868">
                  <c:v>27-06-2011</c:v>
                </c:pt>
                <c:pt idx="2869">
                  <c:v>28-06-2011</c:v>
                </c:pt>
                <c:pt idx="2870">
                  <c:v>29-06-2011</c:v>
                </c:pt>
                <c:pt idx="2871">
                  <c:v>30-06-2011</c:v>
                </c:pt>
                <c:pt idx="2872">
                  <c:v>01-07-2011</c:v>
                </c:pt>
                <c:pt idx="2873">
                  <c:v>04-07-2011</c:v>
                </c:pt>
                <c:pt idx="2874">
                  <c:v>05-07-2011</c:v>
                </c:pt>
                <c:pt idx="2875">
                  <c:v>06-07-2011</c:v>
                </c:pt>
                <c:pt idx="2876">
                  <c:v>07-07-2011</c:v>
                </c:pt>
                <c:pt idx="2877">
                  <c:v>08-07-2011</c:v>
                </c:pt>
                <c:pt idx="2878">
                  <c:v>11-07-2011</c:v>
                </c:pt>
                <c:pt idx="2879">
                  <c:v>12-07-2011</c:v>
                </c:pt>
                <c:pt idx="2880">
                  <c:v>13-07-2011</c:v>
                </c:pt>
                <c:pt idx="2881">
                  <c:v>14-07-2011</c:v>
                </c:pt>
                <c:pt idx="2882">
                  <c:v>15-07-2011</c:v>
                </c:pt>
                <c:pt idx="2883">
                  <c:v>18-07-2011</c:v>
                </c:pt>
                <c:pt idx="2884">
                  <c:v>19-07-2011</c:v>
                </c:pt>
                <c:pt idx="2885">
                  <c:v>20-07-2011</c:v>
                </c:pt>
                <c:pt idx="2886">
                  <c:v>21-07-2011</c:v>
                </c:pt>
                <c:pt idx="2887">
                  <c:v>22-07-2011</c:v>
                </c:pt>
                <c:pt idx="2888">
                  <c:v>25-07-2011</c:v>
                </c:pt>
                <c:pt idx="2889">
                  <c:v>26-07-2011</c:v>
                </c:pt>
                <c:pt idx="2890">
                  <c:v>27-07-2011</c:v>
                </c:pt>
                <c:pt idx="2891">
                  <c:v>28-07-2011</c:v>
                </c:pt>
                <c:pt idx="2892">
                  <c:v>29-07-2011</c:v>
                </c:pt>
                <c:pt idx="2893">
                  <c:v>01-08-2011</c:v>
                </c:pt>
                <c:pt idx="2894">
                  <c:v>02-08-2011</c:v>
                </c:pt>
                <c:pt idx="2895">
                  <c:v>03-08-2011</c:v>
                </c:pt>
                <c:pt idx="2896">
                  <c:v>04-08-2011</c:v>
                </c:pt>
                <c:pt idx="2897">
                  <c:v>05-08-2011</c:v>
                </c:pt>
                <c:pt idx="2898">
                  <c:v>08-08-2011</c:v>
                </c:pt>
                <c:pt idx="2899">
                  <c:v>09-08-2011</c:v>
                </c:pt>
                <c:pt idx="2900">
                  <c:v>10-08-2011</c:v>
                </c:pt>
                <c:pt idx="2901">
                  <c:v>11-08-2011</c:v>
                </c:pt>
                <c:pt idx="2902">
                  <c:v>12-08-2011</c:v>
                </c:pt>
                <c:pt idx="2903">
                  <c:v>16-08-2011</c:v>
                </c:pt>
                <c:pt idx="2904">
                  <c:v>17-08-2011</c:v>
                </c:pt>
                <c:pt idx="2905">
                  <c:v>18-08-2011</c:v>
                </c:pt>
                <c:pt idx="2906">
                  <c:v>19-08-2011</c:v>
                </c:pt>
                <c:pt idx="2907">
                  <c:v>22-08-2011</c:v>
                </c:pt>
                <c:pt idx="2908">
                  <c:v>23-08-2011</c:v>
                </c:pt>
                <c:pt idx="2909">
                  <c:v>24-08-2011</c:v>
                </c:pt>
                <c:pt idx="2910">
                  <c:v>25-08-2011</c:v>
                </c:pt>
                <c:pt idx="2911">
                  <c:v>26-08-2011</c:v>
                </c:pt>
                <c:pt idx="2912">
                  <c:v>29-08-2011</c:v>
                </c:pt>
                <c:pt idx="2913">
                  <c:v>30-08-2011</c:v>
                </c:pt>
                <c:pt idx="2914">
                  <c:v>02-09-2011</c:v>
                </c:pt>
                <c:pt idx="2915">
                  <c:v>05-09-2011</c:v>
                </c:pt>
                <c:pt idx="2916">
                  <c:v>06-09-2011</c:v>
                </c:pt>
                <c:pt idx="2917">
                  <c:v>07-09-2011</c:v>
                </c:pt>
                <c:pt idx="2918">
                  <c:v>08-09-2011</c:v>
                </c:pt>
                <c:pt idx="2919">
                  <c:v>09-09-2011</c:v>
                </c:pt>
                <c:pt idx="2920">
                  <c:v>12-09-2011</c:v>
                </c:pt>
                <c:pt idx="2921">
                  <c:v>13-09-2011</c:v>
                </c:pt>
                <c:pt idx="2922">
                  <c:v>14-09-2011</c:v>
                </c:pt>
                <c:pt idx="2923">
                  <c:v>15-09-2011</c:v>
                </c:pt>
                <c:pt idx="2924">
                  <c:v>16-09-2011</c:v>
                </c:pt>
                <c:pt idx="2925">
                  <c:v>19-09-2011</c:v>
                </c:pt>
                <c:pt idx="2926">
                  <c:v>20-09-2011</c:v>
                </c:pt>
                <c:pt idx="2927">
                  <c:v>21-09-2011</c:v>
                </c:pt>
                <c:pt idx="2928">
                  <c:v>22-09-2011</c:v>
                </c:pt>
                <c:pt idx="2929">
                  <c:v>23-09-2011</c:v>
                </c:pt>
                <c:pt idx="2930">
                  <c:v>26-09-2011</c:v>
                </c:pt>
                <c:pt idx="2931">
                  <c:v>27-09-2011</c:v>
                </c:pt>
                <c:pt idx="2932">
                  <c:v>28-09-2011</c:v>
                </c:pt>
                <c:pt idx="2933">
                  <c:v>29-09-2011</c:v>
                </c:pt>
                <c:pt idx="2934">
                  <c:v>30-09-2011</c:v>
                </c:pt>
                <c:pt idx="2935">
                  <c:v>03-10-2011</c:v>
                </c:pt>
                <c:pt idx="2936">
                  <c:v>04-10-2011</c:v>
                </c:pt>
                <c:pt idx="2937">
                  <c:v>05-10-2011</c:v>
                </c:pt>
                <c:pt idx="2938">
                  <c:v>07-10-2011</c:v>
                </c:pt>
                <c:pt idx="2939">
                  <c:v>10-10-2011</c:v>
                </c:pt>
                <c:pt idx="2940">
                  <c:v>11-10-2011</c:v>
                </c:pt>
                <c:pt idx="2941">
                  <c:v>12-10-2011</c:v>
                </c:pt>
                <c:pt idx="2942">
                  <c:v>13-10-2011</c:v>
                </c:pt>
                <c:pt idx="2943">
                  <c:v>14-10-2011</c:v>
                </c:pt>
                <c:pt idx="2944">
                  <c:v>17-10-2011</c:v>
                </c:pt>
                <c:pt idx="2945">
                  <c:v>18-10-2011</c:v>
                </c:pt>
                <c:pt idx="2946">
                  <c:v>19-10-2011</c:v>
                </c:pt>
                <c:pt idx="2947">
                  <c:v>20-10-2011</c:v>
                </c:pt>
                <c:pt idx="2948">
                  <c:v>21-10-2011</c:v>
                </c:pt>
                <c:pt idx="2949">
                  <c:v>24-10-2011</c:v>
                </c:pt>
                <c:pt idx="2950">
                  <c:v>25-10-2011</c:v>
                </c:pt>
                <c:pt idx="2951">
                  <c:v>26-10-2011</c:v>
                </c:pt>
                <c:pt idx="2952">
                  <c:v>28-10-2011</c:v>
                </c:pt>
                <c:pt idx="2953">
                  <c:v>31-10-2011</c:v>
                </c:pt>
                <c:pt idx="2954">
                  <c:v>01-11-2011</c:v>
                </c:pt>
                <c:pt idx="2955">
                  <c:v>02-11-2011</c:v>
                </c:pt>
                <c:pt idx="2956">
                  <c:v>03-11-2011</c:v>
                </c:pt>
                <c:pt idx="2957">
                  <c:v>04-11-2011</c:v>
                </c:pt>
                <c:pt idx="2958">
                  <c:v>08-11-2011</c:v>
                </c:pt>
                <c:pt idx="2959">
                  <c:v>09-11-2011</c:v>
                </c:pt>
                <c:pt idx="2960">
                  <c:v>11-11-2011</c:v>
                </c:pt>
                <c:pt idx="2961">
                  <c:v>14-11-2011</c:v>
                </c:pt>
                <c:pt idx="2962">
                  <c:v>15-11-2011</c:v>
                </c:pt>
                <c:pt idx="2963">
                  <c:v>16-11-2011</c:v>
                </c:pt>
                <c:pt idx="2964">
                  <c:v>17-11-2011</c:v>
                </c:pt>
                <c:pt idx="2965">
                  <c:v>18-11-2011</c:v>
                </c:pt>
                <c:pt idx="2966">
                  <c:v>21-11-2011</c:v>
                </c:pt>
                <c:pt idx="2967">
                  <c:v>22-11-2011</c:v>
                </c:pt>
                <c:pt idx="2968">
                  <c:v>23-11-2011</c:v>
                </c:pt>
                <c:pt idx="2969">
                  <c:v>24-11-2011</c:v>
                </c:pt>
                <c:pt idx="2970">
                  <c:v>25-11-2011</c:v>
                </c:pt>
                <c:pt idx="2971">
                  <c:v>28-11-2011</c:v>
                </c:pt>
                <c:pt idx="2972">
                  <c:v>29-11-2011</c:v>
                </c:pt>
                <c:pt idx="2973">
                  <c:v>30-11-2011</c:v>
                </c:pt>
                <c:pt idx="2974">
                  <c:v>01-12-2011</c:v>
                </c:pt>
                <c:pt idx="2975">
                  <c:v>02-12-2011</c:v>
                </c:pt>
                <c:pt idx="2976">
                  <c:v>05-12-2011</c:v>
                </c:pt>
                <c:pt idx="2977">
                  <c:v>07-12-2011</c:v>
                </c:pt>
                <c:pt idx="2978">
                  <c:v>08-12-2011</c:v>
                </c:pt>
                <c:pt idx="2979">
                  <c:v>09-12-2011</c:v>
                </c:pt>
                <c:pt idx="2980">
                  <c:v>12-12-2011</c:v>
                </c:pt>
                <c:pt idx="2981">
                  <c:v>13-12-2011</c:v>
                </c:pt>
                <c:pt idx="2982">
                  <c:v>14-12-2011</c:v>
                </c:pt>
                <c:pt idx="2983">
                  <c:v>15-12-2011</c:v>
                </c:pt>
                <c:pt idx="2984">
                  <c:v>16-12-2011</c:v>
                </c:pt>
                <c:pt idx="2985">
                  <c:v>19-12-2011</c:v>
                </c:pt>
                <c:pt idx="2986">
                  <c:v>20-12-2011</c:v>
                </c:pt>
                <c:pt idx="2987">
                  <c:v>21-12-2011</c:v>
                </c:pt>
                <c:pt idx="2988">
                  <c:v>22-12-2011</c:v>
                </c:pt>
                <c:pt idx="2989">
                  <c:v>23-12-2011</c:v>
                </c:pt>
                <c:pt idx="2990">
                  <c:v>26-12-2011</c:v>
                </c:pt>
                <c:pt idx="2991">
                  <c:v>27-12-2011</c:v>
                </c:pt>
                <c:pt idx="2992">
                  <c:v>28-12-2011</c:v>
                </c:pt>
                <c:pt idx="2993">
                  <c:v>29-12-2011</c:v>
                </c:pt>
                <c:pt idx="2994">
                  <c:v>30-12-2011</c:v>
                </c:pt>
                <c:pt idx="2995">
                  <c:v>02-01-2012</c:v>
                </c:pt>
                <c:pt idx="2996">
                  <c:v>03-01-2012</c:v>
                </c:pt>
                <c:pt idx="2997">
                  <c:v>04-01-2012</c:v>
                </c:pt>
                <c:pt idx="2998">
                  <c:v>05-01-2012</c:v>
                </c:pt>
                <c:pt idx="2999">
                  <c:v>06-01-2012</c:v>
                </c:pt>
                <c:pt idx="3000">
                  <c:v>07-01-2012</c:v>
                </c:pt>
                <c:pt idx="3001">
                  <c:v>09-01-2012</c:v>
                </c:pt>
                <c:pt idx="3002">
                  <c:v>10-01-2012</c:v>
                </c:pt>
                <c:pt idx="3003">
                  <c:v>11-01-2012</c:v>
                </c:pt>
                <c:pt idx="3004">
                  <c:v>12-01-2012</c:v>
                </c:pt>
                <c:pt idx="3005">
                  <c:v>13-01-2012</c:v>
                </c:pt>
                <c:pt idx="3006">
                  <c:v>16-01-2012</c:v>
                </c:pt>
                <c:pt idx="3007">
                  <c:v>17-01-2012</c:v>
                </c:pt>
                <c:pt idx="3008">
                  <c:v>18-01-2012</c:v>
                </c:pt>
                <c:pt idx="3009">
                  <c:v>19-01-2012</c:v>
                </c:pt>
                <c:pt idx="3010">
                  <c:v>20-01-2012</c:v>
                </c:pt>
                <c:pt idx="3011">
                  <c:v>23-01-2012</c:v>
                </c:pt>
                <c:pt idx="3012">
                  <c:v>24-01-2012</c:v>
                </c:pt>
                <c:pt idx="3013">
                  <c:v>25-01-2012</c:v>
                </c:pt>
                <c:pt idx="3014">
                  <c:v>27-01-2012</c:v>
                </c:pt>
                <c:pt idx="3015">
                  <c:v>30-01-2012</c:v>
                </c:pt>
                <c:pt idx="3016">
                  <c:v>31-01-2012</c:v>
                </c:pt>
                <c:pt idx="3017">
                  <c:v>01-02-2012</c:v>
                </c:pt>
                <c:pt idx="3018">
                  <c:v>02-02-2012</c:v>
                </c:pt>
                <c:pt idx="3019">
                  <c:v>03-02-2012</c:v>
                </c:pt>
                <c:pt idx="3020">
                  <c:v>06-02-2012</c:v>
                </c:pt>
                <c:pt idx="3021">
                  <c:v>07-02-2012</c:v>
                </c:pt>
                <c:pt idx="3022">
                  <c:v>08-02-2012</c:v>
                </c:pt>
                <c:pt idx="3023">
                  <c:v>09-02-2012</c:v>
                </c:pt>
                <c:pt idx="3024">
                  <c:v>10-02-2012</c:v>
                </c:pt>
                <c:pt idx="3025">
                  <c:v>13-02-2012</c:v>
                </c:pt>
                <c:pt idx="3026">
                  <c:v>14-02-2012</c:v>
                </c:pt>
                <c:pt idx="3027">
                  <c:v>15-02-2012</c:v>
                </c:pt>
                <c:pt idx="3028">
                  <c:v>16-02-2012</c:v>
                </c:pt>
                <c:pt idx="3029">
                  <c:v>17-02-2012</c:v>
                </c:pt>
                <c:pt idx="3030">
                  <c:v>21-02-2012</c:v>
                </c:pt>
                <c:pt idx="3031">
                  <c:v>22-02-2012</c:v>
                </c:pt>
                <c:pt idx="3032">
                  <c:v>23-02-2012</c:v>
                </c:pt>
                <c:pt idx="3033">
                  <c:v>24-02-2012</c:v>
                </c:pt>
                <c:pt idx="3034">
                  <c:v>27-02-2012</c:v>
                </c:pt>
                <c:pt idx="3035">
                  <c:v>28-02-2012</c:v>
                </c:pt>
                <c:pt idx="3036">
                  <c:v>29-02-2012</c:v>
                </c:pt>
                <c:pt idx="3037">
                  <c:v>01-03-2012</c:v>
                </c:pt>
                <c:pt idx="3038">
                  <c:v>02-03-2012</c:v>
                </c:pt>
                <c:pt idx="3039">
                  <c:v>03-03-2012</c:v>
                </c:pt>
                <c:pt idx="3040">
                  <c:v>05-03-2012</c:v>
                </c:pt>
                <c:pt idx="3041">
                  <c:v>06-03-2012</c:v>
                </c:pt>
                <c:pt idx="3042">
                  <c:v>07-03-2012</c:v>
                </c:pt>
                <c:pt idx="3043">
                  <c:v>09-03-2012</c:v>
                </c:pt>
                <c:pt idx="3044">
                  <c:v>12-03-2012</c:v>
                </c:pt>
                <c:pt idx="3045">
                  <c:v>13-03-2012</c:v>
                </c:pt>
                <c:pt idx="3046">
                  <c:v>14-03-2012</c:v>
                </c:pt>
                <c:pt idx="3047">
                  <c:v>15-03-2012</c:v>
                </c:pt>
                <c:pt idx="3048">
                  <c:v>16-03-2012</c:v>
                </c:pt>
                <c:pt idx="3049">
                  <c:v>19-03-2012</c:v>
                </c:pt>
                <c:pt idx="3050">
                  <c:v>20-03-2012</c:v>
                </c:pt>
                <c:pt idx="3051">
                  <c:v>21-03-2012</c:v>
                </c:pt>
                <c:pt idx="3052">
                  <c:v>22-03-2012</c:v>
                </c:pt>
                <c:pt idx="3053">
                  <c:v>23-03-2012</c:v>
                </c:pt>
                <c:pt idx="3054">
                  <c:v>26-03-2012</c:v>
                </c:pt>
                <c:pt idx="3055">
                  <c:v>27-03-2012</c:v>
                </c:pt>
                <c:pt idx="3056">
                  <c:v>28-03-2012</c:v>
                </c:pt>
                <c:pt idx="3057">
                  <c:v>29-03-2012</c:v>
                </c:pt>
                <c:pt idx="3058">
                  <c:v>30-03-2012</c:v>
                </c:pt>
                <c:pt idx="3059">
                  <c:v>02-04-2012</c:v>
                </c:pt>
                <c:pt idx="3060">
                  <c:v>03-04-2012</c:v>
                </c:pt>
                <c:pt idx="3061">
                  <c:v>04-04-2012</c:v>
                </c:pt>
                <c:pt idx="3062">
                  <c:v>09-04-2012</c:v>
                </c:pt>
                <c:pt idx="3063">
                  <c:v>10-04-2012</c:v>
                </c:pt>
                <c:pt idx="3064">
                  <c:v>11-04-2012</c:v>
                </c:pt>
                <c:pt idx="3065">
                  <c:v>12-04-2012</c:v>
                </c:pt>
                <c:pt idx="3066">
                  <c:v>13-04-2012</c:v>
                </c:pt>
                <c:pt idx="3067">
                  <c:v>16-04-2012</c:v>
                </c:pt>
                <c:pt idx="3068">
                  <c:v>17-04-2012</c:v>
                </c:pt>
                <c:pt idx="3069">
                  <c:v>18-04-2012</c:v>
                </c:pt>
                <c:pt idx="3070">
                  <c:v>19-04-2012</c:v>
                </c:pt>
                <c:pt idx="3071">
                  <c:v>20-04-2012</c:v>
                </c:pt>
                <c:pt idx="3072">
                  <c:v>23-04-2012</c:v>
                </c:pt>
                <c:pt idx="3073">
                  <c:v>24-04-2012</c:v>
                </c:pt>
                <c:pt idx="3074">
                  <c:v>25-04-2012</c:v>
                </c:pt>
                <c:pt idx="3075">
                  <c:v>26-04-2012</c:v>
                </c:pt>
                <c:pt idx="3076">
                  <c:v>27-04-2012</c:v>
                </c:pt>
                <c:pt idx="3077">
                  <c:v>28-04-2012</c:v>
                </c:pt>
                <c:pt idx="3078">
                  <c:v>30-04-2012</c:v>
                </c:pt>
                <c:pt idx="3079">
                  <c:v>02-05-2012</c:v>
                </c:pt>
                <c:pt idx="3080">
                  <c:v>03-05-2012</c:v>
                </c:pt>
                <c:pt idx="3081">
                  <c:v>04-05-2012</c:v>
                </c:pt>
                <c:pt idx="3082">
                  <c:v>07-05-2012</c:v>
                </c:pt>
                <c:pt idx="3083">
                  <c:v>08-05-2012</c:v>
                </c:pt>
                <c:pt idx="3084">
                  <c:v>09-05-2012</c:v>
                </c:pt>
                <c:pt idx="3085">
                  <c:v>10-05-2012</c:v>
                </c:pt>
                <c:pt idx="3086">
                  <c:v>11-05-2012</c:v>
                </c:pt>
                <c:pt idx="3087">
                  <c:v>14-05-2012</c:v>
                </c:pt>
                <c:pt idx="3088">
                  <c:v>15-05-2012</c:v>
                </c:pt>
                <c:pt idx="3089">
                  <c:v>16-05-2012</c:v>
                </c:pt>
                <c:pt idx="3090">
                  <c:v>17-05-2012</c:v>
                </c:pt>
                <c:pt idx="3091">
                  <c:v>18-05-2012</c:v>
                </c:pt>
                <c:pt idx="3092">
                  <c:v>21-05-2012</c:v>
                </c:pt>
                <c:pt idx="3093">
                  <c:v>22-05-2012</c:v>
                </c:pt>
                <c:pt idx="3094">
                  <c:v>23-05-2012</c:v>
                </c:pt>
                <c:pt idx="3095">
                  <c:v>24-05-2012</c:v>
                </c:pt>
                <c:pt idx="3096">
                  <c:v>25-05-2012</c:v>
                </c:pt>
                <c:pt idx="3097">
                  <c:v>28-05-2012</c:v>
                </c:pt>
                <c:pt idx="3098">
                  <c:v>29-05-2012</c:v>
                </c:pt>
                <c:pt idx="3099">
                  <c:v>30-05-2012</c:v>
                </c:pt>
                <c:pt idx="3100">
                  <c:v>31-05-2012</c:v>
                </c:pt>
                <c:pt idx="3101">
                  <c:v>01-06-2012</c:v>
                </c:pt>
                <c:pt idx="3102">
                  <c:v>04-06-2012</c:v>
                </c:pt>
                <c:pt idx="3103">
                  <c:v>05-06-2012</c:v>
                </c:pt>
                <c:pt idx="3104">
                  <c:v>06-06-2012</c:v>
                </c:pt>
                <c:pt idx="3105">
                  <c:v>07-06-2012</c:v>
                </c:pt>
                <c:pt idx="3106">
                  <c:v>08-06-2012</c:v>
                </c:pt>
                <c:pt idx="3107">
                  <c:v>11-06-2012</c:v>
                </c:pt>
                <c:pt idx="3108">
                  <c:v>12-06-2012</c:v>
                </c:pt>
                <c:pt idx="3109">
                  <c:v>13-06-2012</c:v>
                </c:pt>
                <c:pt idx="3110">
                  <c:v>14-06-2012</c:v>
                </c:pt>
                <c:pt idx="3111">
                  <c:v>15-06-2012</c:v>
                </c:pt>
                <c:pt idx="3112">
                  <c:v>18-06-2012</c:v>
                </c:pt>
                <c:pt idx="3113">
                  <c:v>19-06-2012</c:v>
                </c:pt>
                <c:pt idx="3114">
                  <c:v>20-06-2012</c:v>
                </c:pt>
                <c:pt idx="3115">
                  <c:v>21-06-2012</c:v>
                </c:pt>
                <c:pt idx="3116">
                  <c:v>22-06-2012</c:v>
                </c:pt>
                <c:pt idx="3117">
                  <c:v>25-06-2012</c:v>
                </c:pt>
                <c:pt idx="3118">
                  <c:v>26-06-2012</c:v>
                </c:pt>
                <c:pt idx="3119">
                  <c:v>27-06-2012</c:v>
                </c:pt>
                <c:pt idx="3120">
                  <c:v>28-06-2012</c:v>
                </c:pt>
                <c:pt idx="3121">
                  <c:v>29-06-2012</c:v>
                </c:pt>
                <c:pt idx="3122">
                  <c:v>02-07-2012</c:v>
                </c:pt>
                <c:pt idx="3123">
                  <c:v>03-07-2012</c:v>
                </c:pt>
                <c:pt idx="3124">
                  <c:v>04-07-2012</c:v>
                </c:pt>
                <c:pt idx="3125">
                  <c:v>05-07-2012</c:v>
                </c:pt>
                <c:pt idx="3126">
                  <c:v>06-07-2012</c:v>
                </c:pt>
                <c:pt idx="3127">
                  <c:v>09-07-2012</c:v>
                </c:pt>
                <c:pt idx="3128">
                  <c:v>10-07-2012</c:v>
                </c:pt>
                <c:pt idx="3129">
                  <c:v>11-07-2012</c:v>
                </c:pt>
                <c:pt idx="3130">
                  <c:v>12-07-2012</c:v>
                </c:pt>
                <c:pt idx="3131">
                  <c:v>13-07-2012</c:v>
                </c:pt>
                <c:pt idx="3132">
                  <c:v>16-07-2012</c:v>
                </c:pt>
                <c:pt idx="3133">
                  <c:v>17-07-2012</c:v>
                </c:pt>
                <c:pt idx="3134">
                  <c:v>18-07-2012</c:v>
                </c:pt>
                <c:pt idx="3135">
                  <c:v>19-07-2012</c:v>
                </c:pt>
                <c:pt idx="3136">
                  <c:v>20-07-2012</c:v>
                </c:pt>
                <c:pt idx="3137">
                  <c:v>23-07-2012</c:v>
                </c:pt>
                <c:pt idx="3138">
                  <c:v>24-07-2012</c:v>
                </c:pt>
                <c:pt idx="3139">
                  <c:v>25-07-2012</c:v>
                </c:pt>
                <c:pt idx="3140">
                  <c:v>26-07-2012</c:v>
                </c:pt>
                <c:pt idx="3141">
                  <c:v>27-07-2012</c:v>
                </c:pt>
                <c:pt idx="3142">
                  <c:v>30-07-2012</c:v>
                </c:pt>
                <c:pt idx="3143">
                  <c:v>31-07-2012</c:v>
                </c:pt>
                <c:pt idx="3144">
                  <c:v>01-08-2012</c:v>
                </c:pt>
                <c:pt idx="3145">
                  <c:v>02-08-2012</c:v>
                </c:pt>
                <c:pt idx="3146">
                  <c:v>03-08-2012</c:v>
                </c:pt>
                <c:pt idx="3147">
                  <c:v>06-08-2012</c:v>
                </c:pt>
                <c:pt idx="3148">
                  <c:v>07-08-2012</c:v>
                </c:pt>
                <c:pt idx="3149">
                  <c:v>08-08-2012</c:v>
                </c:pt>
                <c:pt idx="3150">
                  <c:v>09-08-2012</c:v>
                </c:pt>
                <c:pt idx="3151">
                  <c:v>10-08-2012</c:v>
                </c:pt>
                <c:pt idx="3152">
                  <c:v>13-08-2012</c:v>
                </c:pt>
                <c:pt idx="3153">
                  <c:v>14-08-2012</c:v>
                </c:pt>
                <c:pt idx="3154">
                  <c:v>16-08-2012</c:v>
                </c:pt>
                <c:pt idx="3155">
                  <c:v>17-08-2012</c:v>
                </c:pt>
                <c:pt idx="3156">
                  <c:v>21-08-2012</c:v>
                </c:pt>
                <c:pt idx="3157">
                  <c:v>22-08-2012</c:v>
                </c:pt>
                <c:pt idx="3158">
                  <c:v>23-08-2012</c:v>
                </c:pt>
                <c:pt idx="3159">
                  <c:v>24-08-2012</c:v>
                </c:pt>
                <c:pt idx="3160">
                  <c:v>27-08-2012</c:v>
                </c:pt>
                <c:pt idx="3161">
                  <c:v>28-08-2012</c:v>
                </c:pt>
                <c:pt idx="3162">
                  <c:v>29-08-2012</c:v>
                </c:pt>
                <c:pt idx="3163">
                  <c:v>30-08-2012</c:v>
                </c:pt>
                <c:pt idx="3164">
                  <c:v>31-08-2012</c:v>
                </c:pt>
                <c:pt idx="3165">
                  <c:v>03-09-2012</c:v>
                </c:pt>
                <c:pt idx="3166">
                  <c:v>04-09-2012</c:v>
                </c:pt>
                <c:pt idx="3167">
                  <c:v>05-09-2012</c:v>
                </c:pt>
                <c:pt idx="3168">
                  <c:v>06-09-2012</c:v>
                </c:pt>
                <c:pt idx="3169">
                  <c:v>07-09-2012</c:v>
                </c:pt>
                <c:pt idx="3170">
                  <c:v>08-09-2012</c:v>
                </c:pt>
                <c:pt idx="3171">
                  <c:v>10-09-2012</c:v>
                </c:pt>
                <c:pt idx="3172">
                  <c:v>11-09-2012</c:v>
                </c:pt>
                <c:pt idx="3173">
                  <c:v>12-09-2012</c:v>
                </c:pt>
                <c:pt idx="3174">
                  <c:v>13-09-2012</c:v>
                </c:pt>
                <c:pt idx="3175">
                  <c:v>14-09-2012</c:v>
                </c:pt>
                <c:pt idx="3176">
                  <c:v>17-09-2012</c:v>
                </c:pt>
                <c:pt idx="3177">
                  <c:v>18-09-2012</c:v>
                </c:pt>
                <c:pt idx="3178">
                  <c:v>20-09-2012</c:v>
                </c:pt>
                <c:pt idx="3179">
                  <c:v>21-09-2012</c:v>
                </c:pt>
                <c:pt idx="3180">
                  <c:v>24-09-2012</c:v>
                </c:pt>
                <c:pt idx="3181">
                  <c:v>25-09-2012</c:v>
                </c:pt>
                <c:pt idx="3182">
                  <c:v>26-09-2012</c:v>
                </c:pt>
                <c:pt idx="3183">
                  <c:v>27-09-2012</c:v>
                </c:pt>
                <c:pt idx="3184">
                  <c:v>28-09-2012</c:v>
                </c:pt>
                <c:pt idx="3185">
                  <c:v>01-10-2012</c:v>
                </c:pt>
                <c:pt idx="3186">
                  <c:v>03-10-2012</c:v>
                </c:pt>
                <c:pt idx="3187">
                  <c:v>04-10-2012</c:v>
                </c:pt>
                <c:pt idx="3188">
                  <c:v>05-10-2012</c:v>
                </c:pt>
                <c:pt idx="3189">
                  <c:v>08-10-2012</c:v>
                </c:pt>
                <c:pt idx="3190">
                  <c:v>09-10-2012</c:v>
                </c:pt>
                <c:pt idx="3191">
                  <c:v>10-10-2012</c:v>
                </c:pt>
                <c:pt idx="3192">
                  <c:v>11-10-2012</c:v>
                </c:pt>
                <c:pt idx="3193">
                  <c:v>12-10-2012</c:v>
                </c:pt>
                <c:pt idx="3194">
                  <c:v>15-10-2012</c:v>
                </c:pt>
                <c:pt idx="3195">
                  <c:v>16-10-2012</c:v>
                </c:pt>
                <c:pt idx="3196">
                  <c:v>17-10-2012</c:v>
                </c:pt>
                <c:pt idx="3197">
                  <c:v>18-10-2012</c:v>
                </c:pt>
                <c:pt idx="3198">
                  <c:v>19-10-2012</c:v>
                </c:pt>
                <c:pt idx="3199">
                  <c:v>22-10-2012</c:v>
                </c:pt>
                <c:pt idx="3200">
                  <c:v>23-10-2012</c:v>
                </c:pt>
                <c:pt idx="3201">
                  <c:v>25-10-2012</c:v>
                </c:pt>
                <c:pt idx="3202">
                  <c:v>26-10-2012</c:v>
                </c:pt>
                <c:pt idx="3203">
                  <c:v>29-10-2012</c:v>
                </c:pt>
                <c:pt idx="3204">
                  <c:v>30-10-2012</c:v>
                </c:pt>
                <c:pt idx="3205">
                  <c:v>31-10-2012</c:v>
                </c:pt>
                <c:pt idx="3206">
                  <c:v>01-11-2012</c:v>
                </c:pt>
                <c:pt idx="3207">
                  <c:v>02-11-2012</c:v>
                </c:pt>
                <c:pt idx="3208">
                  <c:v>05-11-2012</c:v>
                </c:pt>
                <c:pt idx="3209">
                  <c:v>06-11-2012</c:v>
                </c:pt>
                <c:pt idx="3210">
                  <c:v>07-11-2012</c:v>
                </c:pt>
                <c:pt idx="3211">
                  <c:v>08-11-2012</c:v>
                </c:pt>
                <c:pt idx="3212">
                  <c:v>09-11-2012</c:v>
                </c:pt>
                <c:pt idx="3213">
                  <c:v>12-11-2012</c:v>
                </c:pt>
                <c:pt idx="3214">
                  <c:v>13-11-2012</c:v>
                </c:pt>
                <c:pt idx="3215">
                  <c:v>15-11-2012</c:v>
                </c:pt>
                <c:pt idx="3216">
                  <c:v>16-11-2012</c:v>
                </c:pt>
                <c:pt idx="3217">
                  <c:v>19-11-2012</c:v>
                </c:pt>
                <c:pt idx="3218">
                  <c:v>20-11-2012</c:v>
                </c:pt>
                <c:pt idx="3219">
                  <c:v>21-11-2012</c:v>
                </c:pt>
                <c:pt idx="3220">
                  <c:v>22-11-2012</c:v>
                </c:pt>
                <c:pt idx="3221">
                  <c:v>23-11-2012</c:v>
                </c:pt>
                <c:pt idx="3222">
                  <c:v>26-11-2012</c:v>
                </c:pt>
                <c:pt idx="3223">
                  <c:v>27-11-2012</c:v>
                </c:pt>
                <c:pt idx="3224">
                  <c:v>29-11-2012</c:v>
                </c:pt>
                <c:pt idx="3225">
                  <c:v>30-11-2012</c:v>
                </c:pt>
                <c:pt idx="3226">
                  <c:v>03-12-2012</c:v>
                </c:pt>
                <c:pt idx="3227">
                  <c:v>04-12-2012</c:v>
                </c:pt>
                <c:pt idx="3228">
                  <c:v>05-12-2012</c:v>
                </c:pt>
                <c:pt idx="3229">
                  <c:v>06-12-2012</c:v>
                </c:pt>
                <c:pt idx="3230">
                  <c:v>07-12-2012</c:v>
                </c:pt>
                <c:pt idx="3231">
                  <c:v>10-12-2012</c:v>
                </c:pt>
                <c:pt idx="3232">
                  <c:v>11-12-2012</c:v>
                </c:pt>
                <c:pt idx="3233">
                  <c:v>12-12-2012</c:v>
                </c:pt>
                <c:pt idx="3234">
                  <c:v>13-12-2012</c:v>
                </c:pt>
                <c:pt idx="3235">
                  <c:v>14-12-2012</c:v>
                </c:pt>
                <c:pt idx="3236">
                  <c:v>17-12-2012</c:v>
                </c:pt>
                <c:pt idx="3237">
                  <c:v>18-12-2012</c:v>
                </c:pt>
                <c:pt idx="3238">
                  <c:v>19-12-2012</c:v>
                </c:pt>
                <c:pt idx="3239">
                  <c:v>20-12-2012</c:v>
                </c:pt>
                <c:pt idx="3240">
                  <c:v>21-12-2012</c:v>
                </c:pt>
                <c:pt idx="3241">
                  <c:v>24-12-2012</c:v>
                </c:pt>
                <c:pt idx="3242">
                  <c:v>26-12-2012</c:v>
                </c:pt>
                <c:pt idx="3243">
                  <c:v>27-12-2012</c:v>
                </c:pt>
                <c:pt idx="3244">
                  <c:v>28-12-2012</c:v>
                </c:pt>
                <c:pt idx="3245">
                  <c:v>31-12-2012</c:v>
                </c:pt>
                <c:pt idx="3246">
                  <c:v>01-01-2013</c:v>
                </c:pt>
                <c:pt idx="3247">
                  <c:v>02-01-2013</c:v>
                </c:pt>
                <c:pt idx="3248">
                  <c:v>03-01-2013</c:v>
                </c:pt>
                <c:pt idx="3249">
                  <c:v>04-01-2013</c:v>
                </c:pt>
                <c:pt idx="3250">
                  <c:v>07-01-2013</c:v>
                </c:pt>
                <c:pt idx="3251">
                  <c:v>08-01-2013</c:v>
                </c:pt>
                <c:pt idx="3252">
                  <c:v>09-01-2013</c:v>
                </c:pt>
                <c:pt idx="3253">
                  <c:v>10-01-2013</c:v>
                </c:pt>
                <c:pt idx="3254">
                  <c:v>11-01-2013</c:v>
                </c:pt>
                <c:pt idx="3255">
                  <c:v>14-01-2013</c:v>
                </c:pt>
                <c:pt idx="3256">
                  <c:v>15-01-2013</c:v>
                </c:pt>
                <c:pt idx="3257">
                  <c:v>16-01-2013</c:v>
                </c:pt>
                <c:pt idx="3258">
                  <c:v>17-01-2013</c:v>
                </c:pt>
                <c:pt idx="3259">
                  <c:v>18-01-2013</c:v>
                </c:pt>
                <c:pt idx="3260">
                  <c:v>21-01-2013</c:v>
                </c:pt>
                <c:pt idx="3261">
                  <c:v>22-01-2013</c:v>
                </c:pt>
                <c:pt idx="3262">
                  <c:v>23-01-2013</c:v>
                </c:pt>
                <c:pt idx="3263">
                  <c:v>24-01-2013</c:v>
                </c:pt>
                <c:pt idx="3264">
                  <c:v>25-01-2013</c:v>
                </c:pt>
                <c:pt idx="3265">
                  <c:v>28-01-2013</c:v>
                </c:pt>
                <c:pt idx="3266">
                  <c:v>29-01-2013</c:v>
                </c:pt>
                <c:pt idx="3267">
                  <c:v>30-01-2013</c:v>
                </c:pt>
                <c:pt idx="3268">
                  <c:v>31-01-2013</c:v>
                </c:pt>
                <c:pt idx="3269">
                  <c:v>01-02-2013</c:v>
                </c:pt>
                <c:pt idx="3270">
                  <c:v>04-02-2013</c:v>
                </c:pt>
                <c:pt idx="3271">
                  <c:v>05-02-2013</c:v>
                </c:pt>
                <c:pt idx="3272">
                  <c:v>06-02-2013</c:v>
                </c:pt>
                <c:pt idx="3273">
                  <c:v>07-02-2013</c:v>
                </c:pt>
                <c:pt idx="3274">
                  <c:v>08-02-2013</c:v>
                </c:pt>
                <c:pt idx="3275">
                  <c:v>11-02-2013</c:v>
                </c:pt>
                <c:pt idx="3276">
                  <c:v>12-02-2013</c:v>
                </c:pt>
                <c:pt idx="3277">
                  <c:v>13-02-2013</c:v>
                </c:pt>
                <c:pt idx="3278">
                  <c:v>14-02-2013</c:v>
                </c:pt>
                <c:pt idx="3279">
                  <c:v>15-02-2013</c:v>
                </c:pt>
                <c:pt idx="3280">
                  <c:v>18-02-2013</c:v>
                </c:pt>
                <c:pt idx="3281">
                  <c:v>19-02-2013</c:v>
                </c:pt>
                <c:pt idx="3282">
                  <c:v>20-02-2013</c:v>
                </c:pt>
                <c:pt idx="3283">
                  <c:v>21-02-2013</c:v>
                </c:pt>
                <c:pt idx="3284">
                  <c:v>22-02-2013</c:v>
                </c:pt>
                <c:pt idx="3285">
                  <c:v>25-02-2013</c:v>
                </c:pt>
                <c:pt idx="3286">
                  <c:v>26-02-2013</c:v>
                </c:pt>
                <c:pt idx="3287">
                  <c:v>27-02-2013</c:v>
                </c:pt>
                <c:pt idx="3288">
                  <c:v>28-02-2013</c:v>
                </c:pt>
                <c:pt idx="3289">
                  <c:v>01-03-2013</c:v>
                </c:pt>
                <c:pt idx="3290">
                  <c:v>04-03-2013</c:v>
                </c:pt>
                <c:pt idx="3291">
                  <c:v>05-03-2013</c:v>
                </c:pt>
                <c:pt idx="3292">
                  <c:v>06-03-2013</c:v>
                </c:pt>
                <c:pt idx="3293">
                  <c:v>07-03-2013</c:v>
                </c:pt>
                <c:pt idx="3294">
                  <c:v>08-03-2013</c:v>
                </c:pt>
                <c:pt idx="3295">
                  <c:v>11-03-2013</c:v>
                </c:pt>
                <c:pt idx="3296">
                  <c:v>12-03-2013</c:v>
                </c:pt>
                <c:pt idx="3297">
                  <c:v>13-03-2013</c:v>
                </c:pt>
                <c:pt idx="3298">
                  <c:v>14-03-2013</c:v>
                </c:pt>
                <c:pt idx="3299">
                  <c:v>15-03-2013</c:v>
                </c:pt>
                <c:pt idx="3300">
                  <c:v>18-03-2013</c:v>
                </c:pt>
                <c:pt idx="3301">
                  <c:v>19-03-2013</c:v>
                </c:pt>
                <c:pt idx="3302">
                  <c:v>20-03-2013</c:v>
                </c:pt>
                <c:pt idx="3303">
                  <c:v>21-03-2013</c:v>
                </c:pt>
                <c:pt idx="3304">
                  <c:v>22-03-2013</c:v>
                </c:pt>
                <c:pt idx="3305">
                  <c:v>25-03-2013</c:v>
                </c:pt>
                <c:pt idx="3306">
                  <c:v>26-03-2013</c:v>
                </c:pt>
                <c:pt idx="3307">
                  <c:v>28-03-2013</c:v>
                </c:pt>
                <c:pt idx="3308">
                  <c:v>01-04-2013</c:v>
                </c:pt>
                <c:pt idx="3309">
                  <c:v>02-04-2013</c:v>
                </c:pt>
                <c:pt idx="3310">
                  <c:v>03-04-2013</c:v>
                </c:pt>
                <c:pt idx="3311">
                  <c:v>04-04-2013</c:v>
                </c:pt>
                <c:pt idx="3312">
                  <c:v>05-04-2013</c:v>
                </c:pt>
                <c:pt idx="3313">
                  <c:v>08-04-2013</c:v>
                </c:pt>
                <c:pt idx="3314">
                  <c:v>09-04-2013</c:v>
                </c:pt>
                <c:pt idx="3315">
                  <c:v>10-04-2013</c:v>
                </c:pt>
                <c:pt idx="3316">
                  <c:v>11-04-2013</c:v>
                </c:pt>
                <c:pt idx="3317">
                  <c:v>12-04-2013</c:v>
                </c:pt>
                <c:pt idx="3318">
                  <c:v>15-04-2013</c:v>
                </c:pt>
                <c:pt idx="3319">
                  <c:v>16-04-2013</c:v>
                </c:pt>
                <c:pt idx="3320">
                  <c:v>17-04-2013</c:v>
                </c:pt>
                <c:pt idx="3321">
                  <c:v>18-04-2013</c:v>
                </c:pt>
                <c:pt idx="3322">
                  <c:v>22-04-2013</c:v>
                </c:pt>
                <c:pt idx="3323">
                  <c:v>23-04-2013</c:v>
                </c:pt>
                <c:pt idx="3324">
                  <c:v>25-04-2013</c:v>
                </c:pt>
                <c:pt idx="3325">
                  <c:v>26-04-2013</c:v>
                </c:pt>
                <c:pt idx="3326">
                  <c:v>29-04-2013</c:v>
                </c:pt>
                <c:pt idx="3327">
                  <c:v>30-04-2013</c:v>
                </c:pt>
                <c:pt idx="3328">
                  <c:v>02-05-2013</c:v>
                </c:pt>
                <c:pt idx="3329">
                  <c:v>03-05-2013</c:v>
                </c:pt>
                <c:pt idx="3330">
                  <c:v>06-05-2013</c:v>
                </c:pt>
                <c:pt idx="3331">
                  <c:v>07-05-2013</c:v>
                </c:pt>
                <c:pt idx="3332">
                  <c:v>08-05-2013</c:v>
                </c:pt>
                <c:pt idx="3333">
                  <c:v>09-05-2013</c:v>
                </c:pt>
                <c:pt idx="3334">
                  <c:v>10-05-2013</c:v>
                </c:pt>
                <c:pt idx="3335">
                  <c:v>11-05-2013</c:v>
                </c:pt>
                <c:pt idx="3336">
                  <c:v>13-05-2013</c:v>
                </c:pt>
                <c:pt idx="3337">
                  <c:v>14-05-2013</c:v>
                </c:pt>
                <c:pt idx="3338">
                  <c:v>15-05-2013</c:v>
                </c:pt>
                <c:pt idx="3339">
                  <c:v>16-05-2013</c:v>
                </c:pt>
                <c:pt idx="3340">
                  <c:v>17-05-2013</c:v>
                </c:pt>
                <c:pt idx="3341">
                  <c:v>20-05-2013</c:v>
                </c:pt>
                <c:pt idx="3342">
                  <c:v>21-05-2013</c:v>
                </c:pt>
                <c:pt idx="3343">
                  <c:v>22-05-2013</c:v>
                </c:pt>
                <c:pt idx="3344">
                  <c:v>23-05-2013</c:v>
                </c:pt>
                <c:pt idx="3345">
                  <c:v>24-05-2013</c:v>
                </c:pt>
                <c:pt idx="3346">
                  <c:v>27-05-2013</c:v>
                </c:pt>
                <c:pt idx="3347">
                  <c:v>28-05-2013</c:v>
                </c:pt>
                <c:pt idx="3348">
                  <c:v>29-05-2013</c:v>
                </c:pt>
                <c:pt idx="3349">
                  <c:v>30-05-2013</c:v>
                </c:pt>
                <c:pt idx="3350">
                  <c:v>31-05-2013</c:v>
                </c:pt>
                <c:pt idx="3351">
                  <c:v>03-06-2013</c:v>
                </c:pt>
                <c:pt idx="3352">
                  <c:v>04-06-2013</c:v>
                </c:pt>
                <c:pt idx="3353">
                  <c:v>05-06-2013</c:v>
                </c:pt>
                <c:pt idx="3354">
                  <c:v>06-06-2013</c:v>
                </c:pt>
                <c:pt idx="3355">
                  <c:v>07-06-2013</c:v>
                </c:pt>
                <c:pt idx="3356">
                  <c:v>10-06-2013</c:v>
                </c:pt>
                <c:pt idx="3357">
                  <c:v>11-06-2013</c:v>
                </c:pt>
                <c:pt idx="3358">
                  <c:v>12-06-2013</c:v>
                </c:pt>
                <c:pt idx="3359">
                  <c:v>13-06-2013</c:v>
                </c:pt>
                <c:pt idx="3360">
                  <c:v>14-06-2013</c:v>
                </c:pt>
                <c:pt idx="3361">
                  <c:v>17-06-2013</c:v>
                </c:pt>
                <c:pt idx="3362">
                  <c:v>18-06-2013</c:v>
                </c:pt>
                <c:pt idx="3363">
                  <c:v>19-06-2013</c:v>
                </c:pt>
                <c:pt idx="3364">
                  <c:v>20-06-2013</c:v>
                </c:pt>
                <c:pt idx="3365">
                  <c:v>21-06-2013</c:v>
                </c:pt>
                <c:pt idx="3366">
                  <c:v>24-06-2013</c:v>
                </c:pt>
                <c:pt idx="3367">
                  <c:v>25-06-2013</c:v>
                </c:pt>
                <c:pt idx="3368">
                  <c:v>26-06-2013</c:v>
                </c:pt>
                <c:pt idx="3369">
                  <c:v>27-06-2013</c:v>
                </c:pt>
                <c:pt idx="3370">
                  <c:v>28-06-2013</c:v>
                </c:pt>
                <c:pt idx="3371">
                  <c:v>01-07-2013</c:v>
                </c:pt>
                <c:pt idx="3372">
                  <c:v>02-07-2013</c:v>
                </c:pt>
                <c:pt idx="3373">
                  <c:v>03-07-2013</c:v>
                </c:pt>
                <c:pt idx="3374">
                  <c:v>04-07-2013</c:v>
                </c:pt>
                <c:pt idx="3375">
                  <c:v>05-07-2013</c:v>
                </c:pt>
                <c:pt idx="3376">
                  <c:v>08-07-2013</c:v>
                </c:pt>
                <c:pt idx="3377">
                  <c:v>09-07-2013</c:v>
                </c:pt>
                <c:pt idx="3378">
                  <c:v>10-07-2013</c:v>
                </c:pt>
                <c:pt idx="3379">
                  <c:v>11-07-2013</c:v>
                </c:pt>
                <c:pt idx="3380">
                  <c:v>12-07-2013</c:v>
                </c:pt>
                <c:pt idx="3381">
                  <c:v>15-07-2013</c:v>
                </c:pt>
                <c:pt idx="3382">
                  <c:v>16-07-2013</c:v>
                </c:pt>
                <c:pt idx="3383">
                  <c:v>17-07-2013</c:v>
                </c:pt>
                <c:pt idx="3384">
                  <c:v>18-07-2013</c:v>
                </c:pt>
                <c:pt idx="3385">
                  <c:v>19-07-2013</c:v>
                </c:pt>
                <c:pt idx="3386">
                  <c:v>22-07-2013</c:v>
                </c:pt>
                <c:pt idx="3387">
                  <c:v>23-07-2013</c:v>
                </c:pt>
                <c:pt idx="3388">
                  <c:v>24-07-2013</c:v>
                </c:pt>
                <c:pt idx="3389">
                  <c:v>25-07-2013</c:v>
                </c:pt>
                <c:pt idx="3390">
                  <c:v>26-07-2013</c:v>
                </c:pt>
                <c:pt idx="3391">
                  <c:v>29-07-2013</c:v>
                </c:pt>
                <c:pt idx="3392">
                  <c:v>30-07-2013</c:v>
                </c:pt>
                <c:pt idx="3393">
                  <c:v>31-07-2013</c:v>
                </c:pt>
                <c:pt idx="3394">
                  <c:v>01-08-2013</c:v>
                </c:pt>
                <c:pt idx="3395">
                  <c:v>02-08-2013</c:v>
                </c:pt>
                <c:pt idx="3396">
                  <c:v>05-08-2013</c:v>
                </c:pt>
                <c:pt idx="3397">
                  <c:v>06-08-2013</c:v>
                </c:pt>
                <c:pt idx="3398">
                  <c:v>07-08-2013</c:v>
                </c:pt>
                <c:pt idx="3399">
                  <c:v>08-08-2013</c:v>
                </c:pt>
                <c:pt idx="3400">
                  <c:v>12-08-2013</c:v>
                </c:pt>
                <c:pt idx="3401">
                  <c:v>13-08-2013</c:v>
                </c:pt>
                <c:pt idx="3402">
                  <c:v>14-08-2013</c:v>
                </c:pt>
                <c:pt idx="3403">
                  <c:v>16-08-2013</c:v>
                </c:pt>
                <c:pt idx="3404">
                  <c:v>19-08-2013</c:v>
                </c:pt>
                <c:pt idx="3405">
                  <c:v>20-08-2013</c:v>
                </c:pt>
                <c:pt idx="3406">
                  <c:v>21-08-2013</c:v>
                </c:pt>
                <c:pt idx="3407">
                  <c:v>22-08-2013</c:v>
                </c:pt>
                <c:pt idx="3408">
                  <c:v>23-08-2013</c:v>
                </c:pt>
                <c:pt idx="3409">
                  <c:v>26-08-2013</c:v>
                </c:pt>
                <c:pt idx="3410">
                  <c:v>27-08-2013</c:v>
                </c:pt>
                <c:pt idx="3411">
                  <c:v>28-08-2013</c:v>
                </c:pt>
                <c:pt idx="3412">
                  <c:v>29-08-2013</c:v>
                </c:pt>
                <c:pt idx="3413">
                  <c:v>30-08-2013</c:v>
                </c:pt>
                <c:pt idx="3414">
                  <c:v>02-09-2013</c:v>
                </c:pt>
                <c:pt idx="3415">
                  <c:v>03-09-2013</c:v>
                </c:pt>
                <c:pt idx="3416">
                  <c:v>04-09-2013</c:v>
                </c:pt>
                <c:pt idx="3417">
                  <c:v>05-09-2013</c:v>
                </c:pt>
                <c:pt idx="3418">
                  <c:v>06-09-2013</c:v>
                </c:pt>
                <c:pt idx="3419">
                  <c:v>10-09-2013</c:v>
                </c:pt>
                <c:pt idx="3420">
                  <c:v>11-09-2013</c:v>
                </c:pt>
                <c:pt idx="3421">
                  <c:v>12-09-2013</c:v>
                </c:pt>
                <c:pt idx="3422">
                  <c:v>13-09-2013</c:v>
                </c:pt>
                <c:pt idx="3423">
                  <c:v>16-09-2013</c:v>
                </c:pt>
                <c:pt idx="3424">
                  <c:v>17-09-2013</c:v>
                </c:pt>
                <c:pt idx="3425">
                  <c:v>18-09-2013</c:v>
                </c:pt>
                <c:pt idx="3426">
                  <c:v>19-09-2013</c:v>
                </c:pt>
                <c:pt idx="3427">
                  <c:v>20-09-2013</c:v>
                </c:pt>
                <c:pt idx="3428">
                  <c:v>23-09-2013</c:v>
                </c:pt>
                <c:pt idx="3429">
                  <c:v>24-09-2013</c:v>
                </c:pt>
                <c:pt idx="3430">
                  <c:v>25-09-2013</c:v>
                </c:pt>
                <c:pt idx="3431">
                  <c:v>26-09-2013</c:v>
                </c:pt>
                <c:pt idx="3432">
                  <c:v>27-09-2013</c:v>
                </c:pt>
                <c:pt idx="3433">
                  <c:v>30-09-2013</c:v>
                </c:pt>
                <c:pt idx="3434">
                  <c:v>01-10-2013</c:v>
                </c:pt>
                <c:pt idx="3435">
                  <c:v>03-10-2013</c:v>
                </c:pt>
                <c:pt idx="3436">
                  <c:v>04-10-2013</c:v>
                </c:pt>
                <c:pt idx="3437">
                  <c:v>07-10-2013</c:v>
                </c:pt>
                <c:pt idx="3438">
                  <c:v>08-10-2013</c:v>
                </c:pt>
                <c:pt idx="3439">
                  <c:v>09-10-2013</c:v>
                </c:pt>
                <c:pt idx="3440">
                  <c:v>10-10-2013</c:v>
                </c:pt>
                <c:pt idx="3441">
                  <c:v>11-10-2013</c:v>
                </c:pt>
                <c:pt idx="3442">
                  <c:v>14-10-2013</c:v>
                </c:pt>
                <c:pt idx="3443">
                  <c:v>15-10-2013</c:v>
                </c:pt>
                <c:pt idx="3444">
                  <c:v>17-10-2013</c:v>
                </c:pt>
                <c:pt idx="3445">
                  <c:v>18-10-2013</c:v>
                </c:pt>
                <c:pt idx="3446">
                  <c:v>21-10-2013</c:v>
                </c:pt>
                <c:pt idx="3447">
                  <c:v>22-10-2013</c:v>
                </c:pt>
                <c:pt idx="3448">
                  <c:v>23-10-2013</c:v>
                </c:pt>
                <c:pt idx="3449">
                  <c:v>24-10-2013</c:v>
                </c:pt>
                <c:pt idx="3450">
                  <c:v>25-10-2013</c:v>
                </c:pt>
                <c:pt idx="3451">
                  <c:v>28-10-2013</c:v>
                </c:pt>
                <c:pt idx="3452">
                  <c:v>29-10-2013</c:v>
                </c:pt>
                <c:pt idx="3453">
                  <c:v>30-10-2013</c:v>
                </c:pt>
                <c:pt idx="3454">
                  <c:v>31-10-2013</c:v>
                </c:pt>
                <c:pt idx="3455">
                  <c:v>01-11-2013</c:v>
                </c:pt>
                <c:pt idx="3456">
                  <c:v>03-11-2013</c:v>
                </c:pt>
                <c:pt idx="3457">
                  <c:v>05-11-2013</c:v>
                </c:pt>
                <c:pt idx="3458">
                  <c:v>06-11-2013</c:v>
                </c:pt>
                <c:pt idx="3459">
                  <c:v>07-11-2013</c:v>
                </c:pt>
                <c:pt idx="3460">
                  <c:v>08-11-2013</c:v>
                </c:pt>
                <c:pt idx="3461">
                  <c:v>11-11-2013</c:v>
                </c:pt>
                <c:pt idx="3462">
                  <c:v>12-11-2013</c:v>
                </c:pt>
                <c:pt idx="3463">
                  <c:v>13-11-2013</c:v>
                </c:pt>
                <c:pt idx="3464">
                  <c:v>14-11-2013</c:v>
                </c:pt>
                <c:pt idx="3465">
                  <c:v>18-11-2013</c:v>
                </c:pt>
                <c:pt idx="3466">
                  <c:v>19-11-2013</c:v>
                </c:pt>
                <c:pt idx="3467">
                  <c:v>20-11-2013</c:v>
                </c:pt>
                <c:pt idx="3468">
                  <c:v>21-11-2013</c:v>
                </c:pt>
                <c:pt idx="3469">
                  <c:v>22-11-2013</c:v>
                </c:pt>
                <c:pt idx="3470">
                  <c:v>25-11-2013</c:v>
                </c:pt>
                <c:pt idx="3471">
                  <c:v>26-11-2013</c:v>
                </c:pt>
                <c:pt idx="3472">
                  <c:v>27-11-2013</c:v>
                </c:pt>
                <c:pt idx="3473">
                  <c:v>28-11-2013</c:v>
                </c:pt>
                <c:pt idx="3474">
                  <c:v>29-11-2013</c:v>
                </c:pt>
                <c:pt idx="3475">
                  <c:v>02-12-2013</c:v>
                </c:pt>
                <c:pt idx="3476">
                  <c:v>03-12-2013</c:v>
                </c:pt>
                <c:pt idx="3477">
                  <c:v>04-12-2013</c:v>
                </c:pt>
                <c:pt idx="3478">
                  <c:v>05-12-2013</c:v>
                </c:pt>
                <c:pt idx="3479">
                  <c:v>06-12-2013</c:v>
                </c:pt>
                <c:pt idx="3480">
                  <c:v>09-12-2013</c:v>
                </c:pt>
                <c:pt idx="3481">
                  <c:v>10-12-2013</c:v>
                </c:pt>
                <c:pt idx="3482">
                  <c:v>11-12-2013</c:v>
                </c:pt>
                <c:pt idx="3483">
                  <c:v>12-12-2013</c:v>
                </c:pt>
                <c:pt idx="3484">
                  <c:v>13-12-2013</c:v>
                </c:pt>
                <c:pt idx="3485">
                  <c:v>16-12-2013</c:v>
                </c:pt>
                <c:pt idx="3486">
                  <c:v>17-12-2013</c:v>
                </c:pt>
                <c:pt idx="3487">
                  <c:v>18-12-2013</c:v>
                </c:pt>
                <c:pt idx="3488">
                  <c:v>19-12-2013</c:v>
                </c:pt>
                <c:pt idx="3489">
                  <c:v>20-12-2013</c:v>
                </c:pt>
                <c:pt idx="3490">
                  <c:v>23-12-2013</c:v>
                </c:pt>
                <c:pt idx="3491">
                  <c:v>24-12-2013</c:v>
                </c:pt>
                <c:pt idx="3492">
                  <c:v>26-12-2013</c:v>
                </c:pt>
                <c:pt idx="3493">
                  <c:v>27-12-2013</c:v>
                </c:pt>
                <c:pt idx="3494">
                  <c:v>30-12-2013</c:v>
                </c:pt>
                <c:pt idx="3495">
                  <c:v>31-12-2013</c:v>
                </c:pt>
                <c:pt idx="3496">
                  <c:v>01-01-2014</c:v>
                </c:pt>
                <c:pt idx="3497">
                  <c:v>02-01-2014</c:v>
                </c:pt>
                <c:pt idx="3498">
                  <c:v>03-01-2014</c:v>
                </c:pt>
                <c:pt idx="3499">
                  <c:v>06-01-2014</c:v>
                </c:pt>
                <c:pt idx="3500">
                  <c:v>07-01-2014</c:v>
                </c:pt>
                <c:pt idx="3501">
                  <c:v>08-01-2014</c:v>
                </c:pt>
                <c:pt idx="3502">
                  <c:v>09-01-2014</c:v>
                </c:pt>
                <c:pt idx="3503">
                  <c:v>10-01-2014</c:v>
                </c:pt>
                <c:pt idx="3504">
                  <c:v>13-01-2014</c:v>
                </c:pt>
                <c:pt idx="3505">
                  <c:v>14-01-2014</c:v>
                </c:pt>
                <c:pt idx="3506">
                  <c:v>15-01-2014</c:v>
                </c:pt>
                <c:pt idx="3507">
                  <c:v>16-01-2014</c:v>
                </c:pt>
                <c:pt idx="3508">
                  <c:v>17-01-2014</c:v>
                </c:pt>
                <c:pt idx="3509">
                  <c:v>20-01-2014</c:v>
                </c:pt>
                <c:pt idx="3510">
                  <c:v>21-01-2014</c:v>
                </c:pt>
                <c:pt idx="3511">
                  <c:v>22-01-2014</c:v>
                </c:pt>
                <c:pt idx="3512">
                  <c:v>23-01-2014</c:v>
                </c:pt>
                <c:pt idx="3513">
                  <c:v>24-01-2014</c:v>
                </c:pt>
                <c:pt idx="3514">
                  <c:v>27-01-2014</c:v>
                </c:pt>
                <c:pt idx="3515">
                  <c:v>28-01-2014</c:v>
                </c:pt>
                <c:pt idx="3516">
                  <c:v>29-01-2014</c:v>
                </c:pt>
                <c:pt idx="3517">
                  <c:v>30-01-2014</c:v>
                </c:pt>
                <c:pt idx="3518">
                  <c:v>31-01-2014</c:v>
                </c:pt>
                <c:pt idx="3519">
                  <c:v>03-02-2014</c:v>
                </c:pt>
                <c:pt idx="3520">
                  <c:v>04-02-2014</c:v>
                </c:pt>
                <c:pt idx="3521">
                  <c:v>05-02-2014</c:v>
                </c:pt>
                <c:pt idx="3522">
                  <c:v>06-02-2014</c:v>
                </c:pt>
                <c:pt idx="3523">
                  <c:v>07-02-2014</c:v>
                </c:pt>
                <c:pt idx="3524">
                  <c:v>10-02-2014</c:v>
                </c:pt>
                <c:pt idx="3525">
                  <c:v>11-02-2014</c:v>
                </c:pt>
                <c:pt idx="3526">
                  <c:v>12-02-2014</c:v>
                </c:pt>
                <c:pt idx="3527">
                  <c:v>13-02-2014</c:v>
                </c:pt>
                <c:pt idx="3528">
                  <c:v>14-02-2014</c:v>
                </c:pt>
                <c:pt idx="3529">
                  <c:v>17-02-2014</c:v>
                </c:pt>
                <c:pt idx="3530">
                  <c:v>18-02-2014</c:v>
                </c:pt>
                <c:pt idx="3531">
                  <c:v>19-02-2014</c:v>
                </c:pt>
                <c:pt idx="3532">
                  <c:v>20-02-2014</c:v>
                </c:pt>
                <c:pt idx="3533">
                  <c:v>21-02-2014</c:v>
                </c:pt>
                <c:pt idx="3534">
                  <c:v>24-02-2014</c:v>
                </c:pt>
                <c:pt idx="3535">
                  <c:v>25-02-2014</c:v>
                </c:pt>
                <c:pt idx="3536">
                  <c:v>26-02-2014</c:v>
                </c:pt>
                <c:pt idx="3537">
                  <c:v>28-02-2014</c:v>
                </c:pt>
                <c:pt idx="3538">
                  <c:v>03-03-2014</c:v>
                </c:pt>
                <c:pt idx="3539">
                  <c:v>04-03-2014</c:v>
                </c:pt>
                <c:pt idx="3540">
                  <c:v>05-03-2014</c:v>
                </c:pt>
                <c:pt idx="3541">
                  <c:v>06-03-2014</c:v>
                </c:pt>
                <c:pt idx="3542">
                  <c:v>07-03-2014</c:v>
                </c:pt>
                <c:pt idx="3543">
                  <c:v>10-03-2014</c:v>
                </c:pt>
                <c:pt idx="3544">
                  <c:v>11-03-2014</c:v>
                </c:pt>
                <c:pt idx="3545">
                  <c:v>12-03-2014</c:v>
                </c:pt>
                <c:pt idx="3546">
                  <c:v>13-03-2014</c:v>
                </c:pt>
                <c:pt idx="3547">
                  <c:v>14-03-2014</c:v>
                </c:pt>
                <c:pt idx="3548">
                  <c:v>18-03-2014</c:v>
                </c:pt>
                <c:pt idx="3549">
                  <c:v>19-03-2014</c:v>
                </c:pt>
                <c:pt idx="3550">
                  <c:v>20-03-2014</c:v>
                </c:pt>
                <c:pt idx="3551">
                  <c:v>21-03-2014</c:v>
                </c:pt>
                <c:pt idx="3552">
                  <c:v>22-03-2014</c:v>
                </c:pt>
                <c:pt idx="3553">
                  <c:v>24-03-2014</c:v>
                </c:pt>
                <c:pt idx="3554">
                  <c:v>25-03-2014</c:v>
                </c:pt>
                <c:pt idx="3555">
                  <c:v>26-03-2014</c:v>
                </c:pt>
                <c:pt idx="3556">
                  <c:v>27-03-2014</c:v>
                </c:pt>
                <c:pt idx="3557">
                  <c:v>28-03-2014</c:v>
                </c:pt>
                <c:pt idx="3558">
                  <c:v>31-03-2014</c:v>
                </c:pt>
                <c:pt idx="3559">
                  <c:v>01-04-2014</c:v>
                </c:pt>
                <c:pt idx="3560">
                  <c:v>02-04-2014</c:v>
                </c:pt>
                <c:pt idx="3561">
                  <c:v>03-04-2014</c:v>
                </c:pt>
                <c:pt idx="3562">
                  <c:v>04-04-2014</c:v>
                </c:pt>
                <c:pt idx="3563">
                  <c:v>07-04-2014</c:v>
                </c:pt>
                <c:pt idx="3564">
                  <c:v>09-04-2014</c:v>
                </c:pt>
                <c:pt idx="3565">
                  <c:v>10-04-2014</c:v>
                </c:pt>
                <c:pt idx="3566">
                  <c:v>11-04-2014</c:v>
                </c:pt>
                <c:pt idx="3567">
                  <c:v>15-04-2014</c:v>
                </c:pt>
                <c:pt idx="3568">
                  <c:v>16-04-2014</c:v>
                </c:pt>
                <c:pt idx="3569">
                  <c:v>17-04-2014</c:v>
                </c:pt>
                <c:pt idx="3570">
                  <c:v>21-04-2014</c:v>
                </c:pt>
                <c:pt idx="3571">
                  <c:v>22-04-2014</c:v>
                </c:pt>
                <c:pt idx="3572">
                  <c:v>23-04-2014</c:v>
                </c:pt>
                <c:pt idx="3573">
                  <c:v>25-04-2014</c:v>
                </c:pt>
                <c:pt idx="3574">
                  <c:v>28-04-2014</c:v>
                </c:pt>
                <c:pt idx="3575">
                  <c:v>29-04-2014</c:v>
                </c:pt>
                <c:pt idx="3576">
                  <c:v>30-04-2014</c:v>
                </c:pt>
                <c:pt idx="3577">
                  <c:v>02-05-2014</c:v>
                </c:pt>
                <c:pt idx="3578">
                  <c:v>05-05-2014</c:v>
                </c:pt>
                <c:pt idx="3579">
                  <c:v>06-05-2014</c:v>
                </c:pt>
                <c:pt idx="3580">
                  <c:v>07-05-2014</c:v>
                </c:pt>
                <c:pt idx="3581">
                  <c:v>08-05-2014</c:v>
                </c:pt>
                <c:pt idx="3582">
                  <c:v>09-05-2014</c:v>
                </c:pt>
                <c:pt idx="3583">
                  <c:v>12-05-2014</c:v>
                </c:pt>
                <c:pt idx="3584">
                  <c:v>13-05-2014</c:v>
                </c:pt>
                <c:pt idx="3585">
                  <c:v>14-05-2014</c:v>
                </c:pt>
                <c:pt idx="3586">
                  <c:v>15-05-2014</c:v>
                </c:pt>
                <c:pt idx="3587">
                  <c:v>16-05-2014</c:v>
                </c:pt>
                <c:pt idx="3588">
                  <c:v>19-05-2014</c:v>
                </c:pt>
                <c:pt idx="3589">
                  <c:v>20-05-2014</c:v>
                </c:pt>
                <c:pt idx="3590">
                  <c:v>21-05-2014</c:v>
                </c:pt>
                <c:pt idx="3591">
                  <c:v>22-05-2014</c:v>
                </c:pt>
                <c:pt idx="3592">
                  <c:v>23-05-2014</c:v>
                </c:pt>
                <c:pt idx="3593">
                  <c:v>26-05-2014</c:v>
                </c:pt>
                <c:pt idx="3594">
                  <c:v>27-05-2014</c:v>
                </c:pt>
                <c:pt idx="3595">
                  <c:v>28-05-2014</c:v>
                </c:pt>
                <c:pt idx="3596">
                  <c:v>29-05-2014</c:v>
                </c:pt>
                <c:pt idx="3597">
                  <c:v>30-05-2014</c:v>
                </c:pt>
                <c:pt idx="3598">
                  <c:v>02-06-2014</c:v>
                </c:pt>
                <c:pt idx="3599">
                  <c:v>03-06-2014</c:v>
                </c:pt>
                <c:pt idx="3600">
                  <c:v>04-06-2014</c:v>
                </c:pt>
                <c:pt idx="3601">
                  <c:v>05-06-2014</c:v>
                </c:pt>
                <c:pt idx="3602">
                  <c:v>06-06-2014</c:v>
                </c:pt>
                <c:pt idx="3603">
                  <c:v>09-06-2014</c:v>
                </c:pt>
                <c:pt idx="3604">
                  <c:v>10-06-2014</c:v>
                </c:pt>
                <c:pt idx="3605">
                  <c:v>11-06-2014</c:v>
                </c:pt>
                <c:pt idx="3606">
                  <c:v>12-06-2014</c:v>
                </c:pt>
                <c:pt idx="3607">
                  <c:v>13-06-2014</c:v>
                </c:pt>
                <c:pt idx="3608">
                  <c:v>16-06-2014</c:v>
                </c:pt>
                <c:pt idx="3609">
                  <c:v>17-06-2014</c:v>
                </c:pt>
                <c:pt idx="3610">
                  <c:v>18-06-2014</c:v>
                </c:pt>
                <c:pt idx="3611">
                  <c:v>19-06-2014</c:v>
                </c:pt>
                <c:pt idx="3612">
                  <c:v>20-06-2014</c:v>
                </c:pt>
                <c:pt idx="3613">
                  <c:v>23-06-2014</c:v>
                </c:pt>
                <c:pt idx="3614">
                  <c:v>24-06-2014</c:v>
                </c:pt>
                <c:pt idx="3615">
                  <c:v>25-06-2014</c:v>
                </c:pt>
                <c:pt idx="3616">
                  <c:v>26-06-2014</c:v>
                </c:pt>
                <c:pt idx="3617">
                  <c:v>27-06-2014</c:v>
                </c:pt>
                <c:pt idx="3618">
                  <c:v>30-06-2014</c:v>
                </c:pt>
                <c:pt idx="3619">
                  <c:v>01-07-2014</c:v>
                </c:pt>
                <c:pt idx="3620">
                  <c:v>02-07-2014</c:v>
                </c:pt>
                <c:pt idx="3621">
                  <c:v>03-07-2014</c:v>
                </c:pt>
                <c:pt idx="3622">
                  <c:v>04-07-2014</c:v>
                </c:pt>
                <c:pt idx="3623">
                  <c:v>07-07-2014</c:v>
                </c:pt>
                <c:pt idx="3624">
                  <c:v>08-07-2014</c:v>
                </c:pt>
                <c:pt idx="3625">
                  <c:v>09-07-2014</c:v>
                </c:pt>
                <c:pt idx="3626">
                  <c:v>10-07-2014</c:v>
                </c:pt>
                <c:pt idx="3627">
                  <c:v>11-07-2014</c:v>
                </c:pt>
                <c:pt idx="3628">
                  <c:v>14-07-2014</c:v>
                </c:pt>
                <c:pt idx="3629">
                  <c:v>15-07-2014</c:v>
                </c:pt>
                <c:pt idx="3630">
                  <c:v>16-07-2014</c:v>
                </c:pt>
                <c:pt idx="3631">
                  <c:v>17-07-2014</c:v>
                </c:pt>
                <c:pt idx="3632">
                  <c:v>18-07-2014</c:v>
                </c:pt>
                <c:pt idx="3633">
                  <c:v>21-07-2014</c:v>
                </c:pt>
                <c:pt idx="3634">
                  <c:v>22-07-2014</c:v>
                </c:pt>
                <c:pt idx="3635">
                  <c:v>23-07-2014</c:v>
                </c:pt>
                <c:pt idx="3636">
                  <c:v>24-07-2014</c:v>
                </c:pt>
                <c:pt idx="3637">
                  <c:v>25-07-2014</c:v>
                </c:pt>
                <c:pt idx="3638">
                  <c:v>28-07-2014</c:v>
                </c:pt>
                <c:pt idx="3639">
                  <c:v>30-07-2014</c:v>
                </c:pt>
                <c:pt idx="3640">
                  <c:v>31-07-2014</c:v>
                </c:pt>
                <c:pt idx="3641">
                  <c:v>01-08-2014</c:v>
                </c:pt>
                <c:pt idx="3642">
                  <c:v>04-08-2014</c:v>
                </c:pt>
                <c:pt idx="3643">
                  <c:v>05-08-2014</c:v>
                </c:pt>
                <c:pt idx="3644">
                  <c:v>06-08-2014</c:v>
                </c:pt>
                <c:pt idx="3645">
                  <c:v>07-08-2014</c:v>
                </c:pt>
                <c:pt idx="3646">
                  <c:v>08-08-2014</c:v>
                </c:pt>
                <c:pt idx="3647">
                  <c:v>11-08-2014</c:v>
                </c:pt>
                <c:pt idx="3648">
                  <c:v>12-08-2014</c:v>
                </c:pt>
                <c:pt idx="3649">
                  <c:v>13-08-2014</c:v>
                </c:pt>
                <c:pt idx="3650">
                  <c:v>14-08-2014</c:v>
                </c:pt>
                <c:pt idx="3651">
                  <c:v>18-08-2014</c:v>
                </c:pt>
                <c:pt idx="3652">
                  <c:v>19-08-2014</c:v>
                </c:pt>
                <c:pt idx="3653">
                  <c:v>20-08-2014</c:v>
                </c:pt>
                <c:pt idx="3654">
                  <c:v>21-08-2014</c:v>
                </c:pt>
                <c:pt idx="3655">
                  <c:v>22-08-2014</c:v>
                </c:pt>
                <c:pt idx="3656">
                  <c:v>25-08-2014</c:v>
                </c:pt>
                <c:pt idx="3657">
                  <c:v>26-08-2014</c:v>
                </c:pt>
                <c:pt idx="3658">
                  <c:v>27-08-2014</c:v>
                </c:pt>
                <c:pt idx="3659">
                  <c:v>28-08-2014</c:v>
                </c:pt>
                <c:pt idx="3660">
                  <c:v>01-09-2014</c:v>
                </c:pt>
                <c:pt idx="3661">
                  <c:v>02-09-2014</c:v>
                </c:pt>
                <c:pt idx="3662">
                  <c:v>03-09-2014</c:v>
                </c:pt>
                <c:pt idx="3663">
                  <c:v>04-09-2014</c:v>
                </c:pt>
                <c:pt idx="3664">
                  <c:v>05-09-2014</c:v>
                </c:pt>
                <c:pt idx="3665">
                  <c:v>08-09-2014</c:v>
                </c:pt>
                <c:pt idx="3666">
                  <c:v>09-09-2014</c:v>
                </c:pt>
                <c:pt idx="3667">
                  <c:v>10-09-2014</c:v>
                </c:pt>
                <c:pt idx="3668">
                  <c:v>11-09-2014</c:v>
                </c:pt>
                <c:pt idx="3669">
                  <c:v>12-09-2014</c:v>
                </c:pt>
                <c:pt idx="3670">
                  <c:v>15-09-2014</c:v>
                </c:pt>
                <c:pt idx="3671">
                  <c:v>16-09-2014</c:v>
                </c:pt>
                <c:pt idx="3672">
                  <c:v>17-09-2014</c:v>
                </c:pt>
                <c:pt idx="3673">
                  <c:v>18-09-2014</c:v>
                </c:pt>
                <c:pt idx="3674">
                  <c:v>19-09-2014</c:v>
                </c:pt>
                <c:pt idx="3675">
                  <c:v>22-09-2014</c:v>
                </c:pt>
                <c:pt idx="3676">
                  <c:v>23-09-2014</c:v>
                </c:pt>
                <c:pt idx="3677">
                  <c:v>24-09-2014</c:v>
                </c:pt>
                <c:pt idx="3678">
                  <c:v>25-09-2014</c:v>
                </c:pt>
                <c:pt idx="3679">
                  <c:v>26-09-2014</c:v>
                </c:pt>
                <c:pt idx="3680">
                  <c:v>29-09-2014</c:v>
                </c:pt>
                <c:pt idx="3681">
                  <c:v>30-09-2014</c:v>
                </c:pt>
                <c:pt idx="3682">
                  <c:v>01-10-2014</c:v>
                </c:pt>
                <c:pt idx="3683">
                  <c:v>07-10-2014</c:v>
                </c:pt>
                <c:pt idx="3684">
                  <c:v>08-10-2014</c:v>
                </c:pt>
                <c:pt idx="3685">
                  <c:v>09-10-2014</c:v>
                </c:pt>
                <c:pt idx="3686">
                  <c:v>10-10-2014</c:v>
                </c:pt>
                <c:pt idx="3687">
                  <c:v>13-10-2014</c:v>
                </c:pt>
                <c:pt idx="3688">
                  <c:v>14-10-2014</c:v>
                </c:pt>
                <c:pt idx="3689">
                  <c:v>16-10-2014</c:v>
                </c:pt>
                <c:pt idx="3690">
                  <c:v>17-10-2014</c:v>
                </c:pt>
                <c:pt idx="3691">
                  <c:v>20-10-2014</c:v>
                </c:pt>
                <c:pt idx="3692">
                  <c:v>21-10-2014</c:v>
                </c:pt>
                <c:pt idx="3693">
                  <c:v>22-10-2014</c:v>
                </c:pt>
                <c:pt idx="3694">
                  <c:v>23-10-2014</c:v>
                </c:pt>
                <c:pt idx="3695">
                  <c:v>27-10-2014</c:v>
                </c:pt>
                <c:pt idx="3696">
                  <c:v>28-10-2014</c:v>
                </c:pt>
                <c:pt idx="3697">
                  <c:v>29-10-2014</c:v>
                </c:pt>
                <c:pt idx="3698">
                  <c:v>30-10-2014</c:v>
                </c:pt>
                <c:pt idx="3699">
                  <c:v>31-10-2014</c:v>
                </c:pt>
                <c:pt idx="3700">
                  <c:v>03-11-2014</c:v>
                </c:pt>
                <c:pt idx="3701">
                  <c:v>05-11-2014</c:v>
                </c:pt>
                <c:pt idx="3702">
                  <c:v>07-11-2014</c:v>
                </c:pt>
                <c:pt idx="3703">
                  <c:v>10-11-2014</c:v>
                </c:pt>
                <c:pt idx="3704">
                  <c:v>11-11-2014</c:v>
                </c:pt>
                <c:pt idx="3705">
                  <c:v>12-11-2014</c:v>
                </c:pt>
                <c:pt idx="3706">
                  <c:v>13-11-2014</c:v>
                </c:pt>
                <c:pt idx="3707">
                  <c:v>14-11-2014</c:v>
                </c:pt>
                <c:pt idx="3708">
                  <c:v>17-11-2014</c:v>
                </c:pt>
                <c:pt idx="3709">
                  <c:v>18-11-2014</c:v>
                </c:pt>
                <c:pt idx="3710">
                  <c:v>19-11-2014</c:v>
                </c:pt>
                <c:pt idx="3711">
                  <c:v>20-11-2014</c:v>
                </c:pt>
                <c:pt idx="3712">
                  <c:v>21-11-2014</c:v>
                </c:pt>
                <c:pt idx="3713">
                  <c:v>24-11-2014</c:v>
                </c:pt>
                <c:pt idx="3714">
                  <c:v>25-11-2014</c:v>
                </c:pt>
                <c:pt idx="3715">
                  <c:v>26-11-2014</c:v>
                </c:pt>
                <c:pt idx="3716">
                  <c:v>27-11-2014</c:v>
                </c:pt>
                <c:pt idx="3717">
                  <c:v>28-11-2014</c:v>
                </c:pt>
                <c:pt idx="3718">
                  <c:v>01-12-2014</c:v>
                </c:pt>
                <c:pt idx="3719">
                  <c:v>02-12-2014</c:v>
                </c:pt>
                <c:pt idx="3720">
                  <c:v>03-12-2014</c:v>
                </c:pt>
                <c:pt idx="3721">
                  <c:v>04-12-2014</c:v>
                </c:pt>
                <c:pt idx="3722">
                  <c:v>05-12-2014</c:v>
                </c:pt>
                <c:pt idx="3723">
                  <c:v>08-12-2014</c:v>
                </c:pt>
                <c:pt idx="3724">
                  <c:v>09-12-2014</c:v>
                </c:pt>
                <c:pt idx="3725">
                  <c:v>10-12-2014</c:v>
                </c:pt>
                <c:pt idx="3726">
                  <c:v>11-12-2014</c:v>
                </c:pt>
                <c:pt idx="3727">
                  <c:v>12-12-2014</c:v>
                </c:pt>
                <c:pt idx="3728">
                  <c:v>15-12-2014</c:v>
                </c:pt>
                <c:pt idx="3729">
                  <c:v>16-12-2014</c:v>
                </c:pt>
                <c:pt idx="3730">
                  <c:v>17-12-2014</c:v>
                </c:pt>
                <c:pt idx="3731">
                  <c:v>18-12-2014</c:v>
                </c:pt>
                <c:pt idx="3732">
                  <c:v>19-12-2014</c:v>
                </c:pt>
                <c:pt idx="3733">
                  <c:v>22-12-2014</c:v>
                </c:pt>
                <c:pt idx="3734">
                  <c:v>23-12-2014</c:v>
                </c:pt>
                <c:pt idx="3735">
                  <c:v>24-12-2014</c:v>
                </c:pt>
                <c:pt idx="3736">
                  <c:v>26-12-2014</c:v>
                </c:pt>
                <c:pt idx="3737">
                  <c:v>29-12-2014</c:v>
                </c:pt>
                <c:pt idx="3738">
                  <c:v>30-12-2014</c:v>
                </c:pt>
                <c:pt idx="3739">
                  <c:v>31-12-2014</c:v>
                </c:pt>
                <c:pt idx="3740">
                  <c:v>01-01-2015</c:v>
                </c:pt>
                <c:pt idx="3741">
                  <c:v>02-01-2015</c:v>
                </c:pt>
                <c:pt idx="3742">
                  <c:v>05-01-2015</c:v>
                </c:pt>
                <c:pt idx="3743">
                  <c:v>06-01-2015</c:v>
                </c:pt>
                <c:pt idx="3744">
                  <c:v>07-01-2015</c:v>
                </c:pt>
                <c:pt idx="3745">
                  <c:v>08-01-2015</c:v>
                </c:pt>
                <c:pt idx="3746">
                  <c:v>09-01-2015</c:v>
                </c:pt>
                <c:pt idx="3747">
                  <c:v>12-01-2015</c:v>
                </c:pt>
                <c:pt idx="3748">
                  <c:v>13-01-2015</c:v>
                </c:pt>
                <c:pt idx="3749">
                  <c:v>14-01-2015</c:v>
                </c:pt>
                <c:pt idx="3750">
                  <c:v>15-01-2015</c:v>
                </c:pt>
                <c:pt idx="3751">
                  <c:v>16-01-2015</c:v>
                </c:pt>
                <c:pt idx="3752">
                  <c:v>19-01-2015</c:v>
                </c:pt>
                <c:pt idx="3753">
                  <c:v>20-01-2015</c:v>
                </c:pt>
                <c:pt idx="3754">
                  <c:v>21-01-2015</c:v>
                </c:pt>
                <c:pt idx="3755">
                  <c:v>22-01-2015</c:v>
                </c:pt>
                <c:pt idx="3756">
                  <c:v>23-01-2015</c:v>
                </c:pt>
                <c:pt idx="3757">
                  <c:v>27-01-2015</c:v>
                </c:pt>
                <c:pt idx="3758">
                  <c:v>28-01-2015</c:v>
                </c:pt>
                <c:pt idx="3759">
                  <c:v>29-01-2015</c:v>
                </c:pt>
                <c:pt idx="3760">
                  <c:v>30-01-2015</c:v>
                </c:pt>
                <c:pt idx="3761">
                  <c:v>02-02-2015</c:v>
                </c:pt>
                <c:pt idx="3762">
                  <c:v>03-02-2015</c:v>
                </c:pt>
                <c:pt idx="3763">
                  <c:v>04-02-2015</c:v>
                </c:pt>
                <c:pt idx="3764">
                  <c:v>05-02-2015</c:v>
                </c:pt>
                <c:pt idx="3765">
                  <c:v>06-02-2015</c:v>
                </c:pt>
                <c:pt idx="3766">
                  <c:v>09-02-2015</c:v>
                </c:pt>
                <c:pt idx="3767">
                  <c:v>10-02-2015</c:v>
                </c:pt>
                <c:pt idx="3768">
                  <c:v>11-02-2015</c:v>
                </c:pt>
                <c:pt idx="3769">
                  <c:v>12-02-2015</c:v>
                </c:pt>
                <c:pt idx="3770">
                  <c:v>13-02-2015</c:v>
                </c:pt>
                <c:pt idx="3771">
                  <c:v>16-02-2015</c:v>
                </c:pt>
                <c:pt idx="3772">
                  <c:v>18-02-2015</c:v>
                </c:pt>
                <c:pt idx="3773">
                  <c:v>19-02-2015</c:v>
                </c:pt>
                <c:pt idx="3774">
                  <c:v>20-02-2015</c:v>
                </c:pt>
                <c:pt idx="3775">
                  <c:v>23-02-2015</c:v>
                </c:pt>
                <c:pt idx="3776">
                  <c:v>24-02-2015</c:v>
                </c:pt>
                <c:pt idx="3777">
                  <c:v>25-02-2015</c:v>
                </c:pt>
                <c:pt idx="3778">
                  <c:v>26-02-2015</c:v>
                </c:pt>
                <c:pt idx="3779">
                  <c:v>27-02-2015</c:v>
                </c:pt>
                <c:pt idx="3780">
                  <c:v>28-02-2015</c:v>
                </c:pt>
                <c:pt idx="3781">
                  <c:v>02-03-2015</c:v>
                </c:pt>
                <c:pt idx="3782">
                  <c:v>03-03-2015</c:v>
                </c:pt>
                <c:pt idx="3783">
                  <c:v>04-03-2015</c:v>
                </c:pt>
                <c:pt idx="3784">
                  <c:v>05-03-2015</c:v>
                </c:pt>
                <c:pt idx="3785">
                  <c:v>09-03-2015</c:v>
                </c:pt>
                <c:pt idx="3786">
                  <c:v>10-03-2015</c:v>
                </c:pt>
                <c:pt idx="3787">
                  <c:v>11-03-2015</c:v>
                </c:pt>
                <c:pt idx="3788">
                  <c:v>12-03-2015</c:v>
                </c:pt>
                <c:pt idx="3789">
                  <c:v>13-03-2015</c:v>
                </c:pt>
                <c:pt idx="3790">
                  <c:v>16-03-2015</c:v>
                </c:pt>
                <c:pt idx="3791">
                  <c:v>17-03-2015</c:v>
                </c:pt>
                <c:pt idx="3792">
                  <c:v>18-03-2015</c:v>
                </c:pt>
                <c:pt idx="3793">
                  <c:v>19-03-2015</c:v>
                </c:pt>
                <c:pt idx="3794">
                  <c:v>20-03-2015</c:v>
                </c:pt>
                <c:pt idx="3795">
                  <c:v>23-03-2015</c:v>
                </c:pt>
                <c:pt idx="3796">
                  <c:v>24-03-2015</c:v>
                </c:pt>
                <c:pt idx="3797">
                  <c:v>25-03-2015</c:v>
                </c:pt>
                <c:pt idx="3798">
                  <c:v>26-03-2015</c:v>
                </c:pt>
                <c:pt idx="3799">
                  <c:v>27-03-2015</c:v>
                </c:pt>
                <c:pt idx="3800">
                  <c:v>30-03-2015</c:v>
                </c:pt>
                <c:pt idx="3801">
                  <c:v>31-03-2015</c:v>
                </c:pt>
                <c:pt idx="3802">
                  <c:v>01-04-2015</c:v>
                </c:pt>
                <c:pt idx="3803">
                  <c:v>06-04-2015</c:v>
                </c:pt>
                <c:pt idx="3804">
                  <c:v>07-04-2015</c:v>
                </c:pt>
                <c:pt idx="3805">
                  <c:v>08-04-2015</c:v>
                </c:pt>
                <c:pt idx="3806">
                  <c:v>09-04-2015</c:v>
                </c:pt>
                <c:pt idx="3807">
                  <c:v>10-04-2015</c:v>
                </c:pt>
                <c:pt idx="3808">
                  <c:v>13-04-2015</c:v>
                </c:pt>
                <c:pt idx="3809">
                  <c:v>15-04-2015</c:v>
                </c:pt>
                <c:pt idx="3810">
                  <c:v>16-04-2015</c:v>
                </c:pt>
                <c:pt idx="3811">
                  <c:v>17-04-2015</c:v>
                </c:pt>
                <c:pt idx="3812">
                  <c:v>20-04-2015</c:v>
                </c:pt>
                <c:pt idx="3813">
                  <c:v>21-04-2015</c:v>
                </c:pt>
                <c:pt idx="3814">
                  <c:v>22-04-2015</c:v>
                </c:pt>
                <c:pt idx="3815">
                  <c:v>23-04-2015</c:v>
                </c:pt>
                <c:pt idx="3816">
                  <c:v>24-04-2015</c:v>
                </c:pt>
                <c:pt idx="3817">
                  <c:v>27-04-2015</c:v>
                </c:pt>
                <c:pt idx="3818">
                  <c:v>28-04-2015</c:v>
                </c:pt>
                <c:pt idx="3819">
                  <c:v>29-04-2015</c:v>
                </c:pt>
                <c:pt idx="3820">
                  <c:v>30-04-2015</c:v>
                </c:pt>
                <c:pt idx="3821">
                  <c:v>04-05-2015</c:v>
                </c:pt>
                <c:pt idx="3822">
                  <c:v>05-05-2015</c:v>
                </c:pt>
                <c:pt idx="3823">
                  <c:v>06-05-2015</c:v>
                </c:pt>
                <c:pt idx="3824">
                  <c:v>07-05-2015</c:v>
                </c:pt>
                <c:pt idx="3825">
                  <c:v>08-05-2015</c:v>
                </c:pt>
                <c:pt idx="3826">
                  <c:v>11-05-2015</c:v>
                </c:pt>
                <c:pt idx="3827">
                  <c:v>12-05-2015</c:v>
                </c:pt>
                <c:pt idx="3828">
                  <c:v>13-05-2015</c:v>
                </c:pt>
                <c:pt idx="3829">
                  <c:v>14-05-2015</c:v>
                </c:pt>
                <c:pt idx="3830">
                  <c:v>15-05-2015</c:v>
                </c:pt>
                <c:pt idx="3831">
                  <c:v>18-05-2015</c:v>
                </c:pt>
                <c:pt idx="3832">
                  <c:v>19-05-2015</c:v>
                </c:pt>
                <c:pt idx="3833">
                  <c:v>20-05-2015</c:v>
                </c:pt>
                <c:pt idx="3834">
                  <c:v>21-05-2015</c:v>
                </c:pt>
                <c:pt idx="3835">
                  <c:v>22-05-2015</c:v>
                </c:pt>
                <c:pt idx="3836">
                  <c:v>25-05-2015</c:v>
                </c:pt>
                <c:pt idx="3837">
                  <c:v>26-05-2015</c:v>
                </c:pt>
                <c:pt idx="3838">
                  <c:v>27-05-2015</c:v>
                </c:pt>
                <c:pt idx="3839">
                  <c:v>28-05-2015</c:v>
                </c:pt>
                <c:pt idx="3840">
                  <c:v>29-05-2015</c:v>
                </c:pt>
                <c:pt idx="3841">
                  <c:v>01-06-2015</c:v>
                </c:pt>
                <c:pt idx="3842">
                  <c:v>02-06-2015</c:v>
                </c:pt>
                <c:pt idx="3843">
                  <c:v>03-06-2015</c:v>
                </c:pt>
                <c:pt idx="3844">
                  <c:v>04-06-2015</c:v>
                </c:pt>
                <c:pt idx="3845">
                  <c:v>05-06-2015</c:v>
                </c:pt>
                <c:pt idx="3846">
                  <c:v>08-06-2015</c:v>
                </c:pt>
                <c:pt idx="3847">
                  <c:v>09-06-2015</c:v>
                </c:pt>
                <c:pt idx="3848">
                  <c:v>10-06-2015</c:v>
                </c:pt>
                <c:pt idx="3849">
                  <c:v>11-06-2015</c:v>
                </c:pt>
                <c:pt idx="3850">
                  <c:v>12-06-2015</c:v>
                </c:pt>
                <c:pt idx="3851">
                  <c:v>15-06-2015</c:v>
                </c:pt>
                <c:pt idx="3852">
                  <c:v>16-06-2015</c:v>
                </c:pt>
                <c:pt idx="3853">
                  <c:v>17-06-2015</c:v>
                </c:pt>
                <c:pt idx="3854">
                  <c:v>18-06-2015</c:v>
                </c:pt>
                <c:pt idx="3855">
                  <c:v>19-06-2015</c:v>
                </c:pt>
                <c:pt idx="3856">
                  <c:v>22-06-2015</c:v>
                </c:pt>
                <c:pt idx="3857">
                  <c:v>23-06-2015</c:v>
                </c:pt>
                <c:pt idx="3858">
                  <c:v>24-06-2015</c:v>
                </c:pt>
                <c:pt idx="3859">
                  <c:v>25-06-2015</c:v>
                </c:pt>
                <c:pt idx="3860">
                  <c:v>26-06-2015</c:v>
                </c:pt>
                <c:pt idx="3861">
                  <c:v>29-06-2015</c:v>
                </c:pt>
                <c:pt idx="3862">
                  <c:v>30-06-2015</c:v>
                </c:pt>
                <c:pt idx="3863">
                  <c:v>01-07-2015</c:v>
                </c:pt>
                <c:pt idx="3864">
                  <c:v>02-07-2015</c:v>
                </c:pt>
                <c:pt idx="3865">
                  <c:v>03-07-2015</c:v>
                </c:pt>
                <c:pt idx="3866">
                  <c:v>06-07-2015</c:v>
                </c:pt>
                <c:pt idx="3867">
                  <c:v>07-07-2015</c:v>
                </c:pt>
                <c:pt idx="3868">
                  <c:v>08-07-2015</c:v>
                </c:pt>
                <c:pt idx="3869">
                  <c:v>09-07-2015</c:v>
                </c:pt>
                <c:pt idx="3870">
                  <c:v>10-07-2015</c:v>
                </c:pt>
                <c:pt idx="3871">
                  <c:v>13-07-2015</c:v>
                </c:pt>
                <c:pt idx="3872">
                  <c:v>14-07-2015</c:v>
                </c:pt>
                <c:pt idx="3873">
                  <c:v>15-07-2015</c:v>
                </c:pt>
                <c:pt idx="3874">
                  <c:v>16-07-2015</c:v>
                </c:pt>
                <c:pt idx="3875">
                  <c:v>17-07-2015</c:v>
                </c:pt>
                <c:pt idx="3876">
                  <c:v>20-07-2015</c:v>
                </c:pt>
                <c:pt idx="3877">
                  <c:v>21-07-2015</c:v>
                </c:pt>
                <c:pt idx="3878">
                  <c:v>22-07-2015</c:v>
                </c:pt>
                <c:pt idx="3879">
                  <c:v>23-07-2015</c:v>
                </c:pt>
                <c:pt idx="3880">
                  <c:v>24-07-2015</c:v>
                </c:pt>
                <c:pt idx="3881">
                  <c:v>27-07-2015</c:v>
                </c:pt>
                <c:pt idx="3882">
                  <c:v>28-07-2015</c:v>
                </c:pt>
                <c:pt idx="3883">
                  <c:v>29-07-2015</c:v>
                </c:pt>
                <c:pt idx="3884">
                  <c:v>30-07-2015</c:v>
                </c:pt>
                <c:pt idx="3885">
                  <c:v>31-07-2015</c:v>
                </c:pt>
                <c:pt idx="3886">
                  <c:v>03-08-2015</c:v>
                </c:pt>
                <c:pt idx="3887">
                  <c:v>04-08-2015</c:v>
                </c:pt>
                <c:pt idx="3888">
                  <c:v>05-08-2015</c:v>
                </c:pt>
                <c:pt idx="3889">
                  <c:v>06-08-2015</c:v>
                </c:pt>
                <c:pt idx="3890">
                  <c:v>07-08-2015</c:v>
                </c:pt>
                <c:pt idx="3891">
                  <c:v>10-08-2015</c:v>
                </c:pt>
                <c:pt idx="3892">
                  <c:v>11-08-2015</c:v>
                </c:pt>
                <c:pt idx="3893">
                  <c:v>12-08-2015</c:v>
                </c:pt>
                <c:pt idx="3894">
                  <c:v>13-08-2015</c:v>
                </c:pt>
                <c:pt idx="3895">
                  <c:v>14-08-2015</c:v>
                </c:pt>
                <c:pt idx="3896">
                  <c:v>17-08-2015</c:v>
                </c:pt>
                <c:pt idx="3897">
                  <c:v>18-08-2015</c:v>
                </c:pt>
                <c:pt idx="3898">
                  <c:v>19-08-2015</c:v>
                </c:pt>
                <c:pt idx="3899">
                  <c:v>20-08-2015</c:v>
                </c:pt>
                <c:pt idx="3900">
                  <c:v>21-08-2015</c:v>
                </c:pt>
                <c:pt idx="3901">
                  <c:v>24-08-2015</c:v>
                </c:pt>
                <c:pt idx="3902">
                  <c:v>25-08-2015</c:v>
                </c:pt>
                <c:pt idx="3903">
                  <c:v>26-08-2015</c:v>
                </c:pt>
                <c:pt idx="3904">
                  <c:v>27-08-2015</c:v>
                </c:pt>
                <c:pt idx="3905">
                  <c:v>28-08-2015</c:v>
                </c:pt>
                <c:pt idx="3906">
                  <c:v>31-08-2015</c:v>
                </c:pt>
                <c:pt idx="3907">
                  <c:v>01-09-2015</c:v>
                </c:pt>
                <c:pt idx="3908">
                  <c:v>02-09-2015</c:v>
                </c:pt>
                <c:pt idx="3909">
                  <c:v>03-09-2015</c:v>
                </c:pt>
                <c:pt idx="3910">
                  <c:v>04-09-2015</c:v>
                </c:pt>
                <c:pt idx="3911">
                  <c:v>07-09-2015</c:v>
                </c:pt>
                <c:pt idx="3912">
                  <c:v>08-09-2015</c:v>
                </c:pt>
                <c:pt idx="3913">
                  <c:v>09-09-2015</c:v>
                </c:pt>
                <c:pt idx="3914">
                  <c:v>10-09-2015</c:v>
                </c:pt>
                <c:pt idx="3915">
                  <c:v>11-09-2015</c:v>
                </c:pt>
                <c:pt idx="3916">
                  <c:v>14-09-2015</c:v>
                </c:pt>
                <c:pt idx="3917">
                  <c:v>15-09-2015</c:v>
                </c:pt>
                <c:pt idx="3918">
                  <c:v>16-09-2015</c:v>
                </c:pt>
                <c:pt idx="3919">
                  <c:v>18-09-2015</c:v>
                </c:pt>
                <c:pt idx="3920">
                  <c:v>21-09-2015</c:v>
                </c:pt>
                <c:pt idx="3921">
                  <c:v>22-09-2015</c:v>
                </c:pt>
                <c:pt idx="3922">
                  <c:v>23-09-2015</c:v>
                </c:pt>
                <c:pt idx="3923">
                  <c:v>24-09-2015</c:v>
                </c:pt>
                <c:pt idx="3924">
                  <c:v>28-09-2015</c:v>
                </c:pt>
                <c:pt idx="3925">
                  <c:v>29-09-2015</c:v>
                </c:pt>
                <c:pt idx="3926">
                  <c:v>30-09-2015</c:v>
                </c:pt>
                <c:pt idx="3927">
                  <c:v>01-10-2015</c:v>
                </c:pt>
                <c:pt idx="3928">
                  <c:v>05-10-2015</c:v>
                </c:pt>
                <c:pt idx="3929">
                  <c:v>06-10-2015</c:v>
                </c:pt>
                <c:pt idx="3930">
                  <c:v>07-10-2015</c:v>
                </c:pt>
                <c:pt idx="3931">
                  <c:v>08-10-2015</c:v>
                </c:pt>
                <c:pt idx="3932">
                  <c:v>09-10-2015</c:v>
                </c:pt>
                <c:pt idx="3933">
                  <c:v>12-10-2015</c:v>
                </c:pt>
                <c:pt idx="3934">
                  <c:v>13-10-2015</c:v>
                </c:pt>
                <c:pt idx="3935">
                  <c:v>14-10-2015</c:v>
                </c:pt>
                <c:pt idx="3936">
                  <c:v>15-10-2015</c:v>
                </c:pt>
                <c:pt idx="3937">
                  <c:v>16-10-2015</c:v>
                </c:pt>
                <c:pt idx="3938">
                  <c:v>19-10-2015</c:v>
                </c:pt>
                <c:pt idx="3939">
                  <c:v>20-10-2015</c:v>
                </c:pt>
                <c:pt idx="3940">
                  <c:v>21-10-2015</c:v>
                </c:pt>
                <c:pt idx="3941">
                  <c:v>23-10-2015</c:v>
                </c:pt>
                <c:pt idx="3942">
                  <c:v>26-10-2015</c:v>
                </c:pt>
                <c:pt idx="3943">
                  <c:v>27-10-2015</c:v>
                </c:pt>
                <c:pt idx="3944">
                  <c:v>28-10-2015</c:v>
                </c:pt>
                <c:pt idx="3945">
                  <c:v>29-10-2015</c:v>
                </c:pt>
                <c:pt idx="3946">
                  <c:v>30-10-2015</c:v>
                </c:pt>
                <c:pt idx="3947">
                  <c:v>02-11-2015</c:v>
                </c:pt>
                <c:pt idx="3948">
                  <c:v>03-11-2015</c:v>
                </c:pt>
                <c:pt idx="3949">
                  <c:v>04-11-2015</c:v>
                </c:pt>
                <c:pt idx="3950">
                  <c:v>05-11-2015</c:v>
                </c:pt>
                <c:pt idx="3951">
                  <c:v>06-11-2015</c:v>
                </c:pt>
                <c:pt idx="3952">
                  <c:v>09-11-2015</c:v>
                </c:pt>
                <c:pt idx="3953">
                  <c:v>10-11-2015</c:v>
                </c:pt>
                <c:pt idx="3954">
                  <c:v>11-11-2015</c:v>
                </c:pt>
                <c:pt idx="3955">
                  <c:v>13-11-2015</c:v>
                </c:pt>
                <c:pt idx="3956">
                  <c:v>16-11-2015</c:v>
                </c:pt>
                <c:pt idx="3957">
                  <c:v>17-11-2015</c:v>
                </c:pt>
                <c:pt idx="3958">
                  <c:v>18-11-2015</c:v>
                </c:pt>
                <c:pt idx="3959">
                  <c:v>19-11-2015</c:v>
                </c:pt>
                <c:pt idx="3960">
                  <c:v>20-11-2015</c:v>
                </c:pt>
                <c:pt idx="3961">
                  <c:v>23-11-2015</c:v>
                </c:pt>
                <c:pt idx="3962">
                  <c:v>24-11-2015</c:v>
                </c:pt>
                <c:pt idx="3963">
                  <c:v>26-11-2015</c:v>
                </c:pt>
                <c:pt idx="3964">
                  <c:v>27-11-2015</c:v>
                </c:pt>
                <c:pt idx="3965">
                  <c:v>30-11-2015</c:v>
                </c:pt>
                <c:pt idx="3966">
                  <c:v>01-12-2015</c:v>
                </c:pt>
                <c:pt idx="3967">
                  <c:v>02-12-2015</c:v>
                </c:pt>
                <c:pt idx="3968">
                  <c:v>03-12-2015</c:v>
                </c:pt>
                <c:pt idx="3969">
                  <c:v>04-12-2015</c:v>
                </c:pt>
                <c:pt idx="3970">
                  <c:v>07-12-2015</c:v>
                </c:pt>
                <c:pt idx="3971">
                  <c:v>08-12-2015</c:v>
                </c:pt>
                <c:pt idx="3972">
                  <c:v>09-12-2015</c:v>
                </c:pt>
                <c:pt idx="3973">
                  <c:v>10-12-2015</c:v>
                </c:pt>
                <c:pt idx="3974">
                  <c:v>11-12-2015</c:v>
                </c:pt>
                <c:pt idx="3975">
                  <c:v>14-12-2015</c:v>
                </c:pt>
                <c:pt idx="3976">
                  <c:v>15-12-2015</c:v>
                </c:pt>
                <c:pt idx="3977">
                  <c:v>16-12-2015</c:v>
                </c:pt>
                <c:pt idx="3978">
                  <c:v>17-12-2015</c:v>
                </c:pt>
                <c:pt idx="3979">
                  <c:v>18-12-2015</c:v>
                </c:pt>
                <c:pt idx="3980">
                  <c:v>21-12-2015</c:v>
                </c:pt>
                <c:pt idx="3981">
                  <c:v>22-12-2015</c:v>
                </c:pt>
                <c:pt idx="3982">
                  <c:v>23-12-2015</c:v>
                </c:pt>
                <c:pt idx="3983">
                  <c:v>24-12-2015</c:v>
                </c:pt>
                <c:pt idx="3984">
                  <c:v>28-12-2015</c:v>
                </c:pt>
                <c:pt idx="3985">
                  <c:v>29-12-2015</c:v>
                </c:pt>
                <c:pt idx="3986">
                  <c:v>30-12-2015</c:v>
                </c:pt>
                <c:pt idx="3987">
                  <c:v>31-12-2015</c:v>
                </c:pt>
                <c:pt idx="3988">
                  <c:v>01-01-2016</c:v>
                </c:pt>
                <c:pt idx="3989">
                  <c:v>04-01-2016</c:v>
                </c:pt>
                <c:pt idx="3990">
                  <c:v>05-01-2016</c:v>
                </c:pt>
                <c:pt idx="3991">
                  <c:v>06-01-2016</c:v>
                </c:pt>
                <c:pt idx="3992">
                  <c:v>07-01-2016</c:v>
                </c:pt>
                <c:pt idx="3993">
                  <c:v>08-01-2016</c:v>
                </c:pt>
                <c:pt idx="3994">
                  <c:v>11-01-2016</c:v>
                </c:pt>
                <c:pt idx="3995">
                  <c:v>12-01-2016</c:v>
                </c:pt>
                <c:pt idx="3996">
                  <c:v>13-01-2016</c:v>
                </c:pt>
                <c:pt idx="3997">
                  <c:v>14-01-2016</c:v>
                </c:pt>
                <c:pt idx="3998">
                  <c:v>15-01-2016</c:v>
                </c:pt>
                <c:pt idx="3999">
                  <c:v>18-01-2016</c:v>
                </c:pt>
                <c:pt idx="4000">
                  <c:v>19-01-2016</c:v>
                </c:pt>
                <c:pt idx="4001">
                  <c:v>20-01-2016</c:v>
                </c:pt>
                <c:pt idx="4002">
                  <c:v>21-01-2016</c:v>
                </c:pt>
                <c:pt idx="4003">
                  <c:v>22-01-2016</c:v>
                </c:pt>
                <c:pt idx="4004">
                  <c:v>25-01-2016</c:v>
                </c:pt>
                <c:pt idx="4005">
                  <c:v>27-01-2016</c:v>
                </c:pt>
                <c:pt idx="4006">
                  <c:v>28-01-2016</c:v>
                </c:pt>
                <c:pt idx="4007">
                  <c:v>29-01-2016</c:v>
                </c:pt>
                <c:pt idx="4008">
                  <c:v>01-02-2016</c:v>
                </c:pt>
                <c:pt idx="4009">
                  <c:v>02-02-2016</c:v>
                </c:pt>
                <c:pt idx="4010">
                  <c:v>03-02-2016</c:v>
                </c:pt>
                <c:pt idx="4011">
                  <c:v>04-02-2016</c:v>
                </c:pt>
                <c:pt idx="4012">
                  <c:v>05-02-2016</c:v>
                </c:pt>
                <c:pt idx="4013">
                  <c:v>08-02-2016</c:v>
                </c:pt>
                <c:pt idx="4014">
                  <c:v>09-02-2016</c:v>
                </c:pt>
                <c:pt idx="4015">
                  <c:v>10-02-2016</c:v>
                </c:pt>
                <c:pt idx="4016">
                  <c:v>11-02-2016</c:v>
                </c:pt>
                <c:pt idx="4017">
                  <c:v>12-02-2016</c:v>
                </c:pt>
                <c:pt idx="4018">
                  <c:v>15-02-2016</c:v>
                </c:pt>
                <c:pt idx="4019">
                  <c:v>16-02-2016</c:v>
                </c:pt>
                <c:pt idx="4020">
                  <c:v>17-02-2016</c:v>
                </c:pt>
                <c:pt idx="4021">
                  <c:v>18-02-2016</c:v>
                </c:pt>
                <c:pt idx="4022">
                  <c:v>19-02-2016</c:v>
                </c:pt>
                <c:pt idx="4023">
                  <c:v>22-02-2016</c:v>
                </c:pt>
                <c:pt idx="4024">
                  <c:v>23-02-2016</c:v>
                </c:pt>
                <c:pt idx="4025">
                  <c:v>24-02-2016</c:v>
                </c:pt>
                <c:pt idx="4026">
                  <c:v>25-02-2016</c:v>
                </c:pt>
                <c:pt idx="4027">
                  <c:v>26-02-2016</c:v>
                </c:pt>
                <c:pt idx="4028">
                  <c:v>29-02-2016</c:v>
                </c:pt>
                <c:pt idx="4029">
                  <c:v>01-03-2016</c:v>
                </c:pt>
                <c:pt idx="4030">
                  <c:v>02-03-2016</c:v>
                </c:pt>
                <c:pt idx="4031">
                  <c:v>03-03-2016</c:v>
                </c:pt>
                <c:pt idx="4032">
                  <c:v>04-03-2016</c:v>
                </c:pt>
                <c:pt idx="4033">
                  <c:v>08-03-2016</c:v>
                </c:pt>
                <c:pt idx="4034">
                  <c:v>09-03-2016</c:v>
                </c:pt>
                <c:pt idx="4035">
                  <c:v>10-03-2016</c:v>
                </c:pt>
                <c:pt idx="4036">
                  <c:v>11-03-2016</c:v>
                </c:pt>
                <c:pt idx="4037">
                  <c:v>14-03-2016</c:v>
                </c:pt>
                <c:pt idx="4038">
                  <c:v>15-03-2016</c:v>
                </c:pt>
                <c:pt idx="4039">
                  <c:v>16-03-2016</c:v>
                </c:pt>
                <c:pt idx="4040">
                  <c:v>17-03-2016</c:v>
                </c:pt>
                <c:pt idx="4041">
                  <c:v>18-03-2016</c:v>
                </c:pt>
                <c:pt idx="4042">
                  <c:v>21-03-2016</c:v>
                </c:pt>
                <c:pt idx="4043">
                  <c:v>22-03-2016</c:v>
                </c:pt>
                <c:pt idx="4044">
                  <c:v>23-03-2016</c:v>
                </c:pt>
                <c:pt idx="4045">
                  <c:v>28-03-2016</c:v>
                </c:pt>
                <c:pt idx="4046">
                  <c:v>29-03-2016</c:v>
                </c:pt>
                <c:pt idx="4047">
                  <c:v>30-03-2016</c:v>
                </c:pt>
                <c:pt idx="4048">
                  <c:v>31-03-2016</c:v>
                </c:pt>
                <c:pt idx="4049">
                  <c:v>01-04-2016</c:v>
                </c:pt>
                <c:pt idx="4050">
                  <c:v>04-04-2016</c:v>
                </c:pt>
                <c:pt idx="4051">
                  <c:v>05-04-2016</c:v>
                </c:pt>
                <c:pt idx="4052">
                  <c:v>06-04-2016</c:v>
                </c:pt>
                <c:pt idx="4053">
                  <c:v>07-04-2016</c:v>
                </c:pt>
                <c:pt idx="4054">
                  <c:v>08-04-2016</c:v>
                </c:pt>
                <c:pt idx="4055">
                  <c:v>11-04-2016</c:v>
                </c:pt>
                <c:pt idx="4056">
                  <c:v>12-04-2016</c:v>
                </c:pt>
                <c:pt idx="4057">
                  <c:v>13-04-2016</c:v>
                </c:pt>
                <c:pt idx="4058">
                  <c:v>18-04-2016</c:v>
                </c:pt>
                <c:pt idx="4059">
                  <c:v>20-04-2016</c:v>
                </c:pt>
                <c:pt idx="4060">
                  <c:v>21-04-2016</c:v>
                </c:pt>
                <c:pt idx="4061">
                  <c:v>22-04-2016</c:v>
                </c:pt>
                <c:pt idx="4062">
                  <c:v>25-04-2016</c:v>
                </c:pt>
                <c:pt idx="4063">
                  <c:v>26-04-2016</c:v>
                </c:pt>
                <c:pt idx="4064">
                  <c:v>27-04-2016</c:v>
                </c:pt>
                <c:pt idx="4065">
                  <c:v>28-04-2016</c:v>
                </c:pt>
                <c:pt idx="4066">
                  <c:v>29-04-2016</c:v>
                </c:pt>
                <c:pt idx="4067">
                  <c:v>02-05-2016</c:v>
                </c:pt>
                <c:pt idx="4068">
                  <c:v>03-05-2016</c:v>
                </c:pt>
                <c:pt idx="4069">
                  <c:v>04-05-2016</c:v>
                </c:pt>
                <c:pt idx="4070">
                  <c:v>05-05-2016</c:v>
                </c:pt>
                <c:pt idx="4071">
                  <c:v>06-05-2016</c:v>
                </c:pt>
                <c:pt idx="4072">
                  <c:v>09-05-2016</c:v>
                </c:pt>
                <c:pt idx="4073">
                  <c:v>10-05-2016</c:v>
                </c:pt>
                <c:pt idx="4074">
                  <c:v>11-05-2016</c:v>
                </c:pt>
                <c:pt idx="4075">
                  <c:v>12-05-2016</c:v>
                </c:pt>
                <c:pt idx="4076">
                  <c:v>13-05-2016</c:v>
                </c:pt>
                <c:pt idx="4077">
                  <c:v>16-05-2016</c:v>
                </c:pt>
                <c:pt idx="4078">
                  <c:v>17-05-2016</c:v>
                </c:pt>
                <c:pt idx="4079">
                  <c:v>18-05-2016</c:v>
                </c:pt>
                <c:pt idx="4080">
                  <c:v>19-05-2016</c:v>
                </c:pt>
                <c:pt idx="4081">
                  <c:v>20-05-2016</c:v>
                </c:pt>
                <c:pt idx="4082">
                  <c:v>23-05-2016</c:v>
                </c:pt>
                <c:pt idx="4083">
                  <c:v>24-05-2016</c:v>
                </c:pt>
                <c:pt idx="4084">
                  <c:v>25-05-2016</c:v>
                </c:pt>
                <c:pt idx="4085">
                  <c:v>26-05-2016</c:v>
                </c:pt>
                <c:pt idx="4086">
                  <c:v>27-05-2016</c:v>
                </c:pt>
                <c:pt idx="4087">
                  <c:v>30-05-2016</c:v>
                </c:pt>
                <c:pt idx="4088">
                  <c:v>31-05-2016</c:v>
                </c:pt>
                <c:pt idx="4089">
                  <c:v>01-06-2016</c:v>
                </c:pt>
                <c:pt idx="4090">
                  <c:v>02-06-2016</c:v>
                </c:pt>
                <c:pt idx="4091">
                  <c:v>03-06-2016</c:v>
                </c:pt>
                <c:pt idx="4092">
                  <c:v>06-06-2016</c:v>
                </c:pt>
                <c:pt idx="4093">
                  <c:v>07-06-2016</c:v>
                </c:pt>
                <c:pt idx="4094">
                  <c:v>08-06-2016</c:v>
                </c:pt>
                <c:pt idx="4095">
                  <c:v>09-06-2016</c:v>
                </c:pt>
                <c:pt idx="4096">
                  <c:v>10-06-2016</c:v>
                </c:pt>
                <c:pt idx="4097">
                  <c:v>13-06-2016</c:v>
                </c:pt>
                <c:pt idx="4098">
                  <c:v>14-06-2016</c:v>
                </c:pt>
                <c:pt idx="4099">
                  <c:v>15-06-2016</c:v>
                </c:pt>
                <c:pt idx="4100">
                  <c:v>16-06-2016</c:v>
                </c:pt>
                <c:pt idx="4101">
                  <c:v>17-06-2016</c:v>
                </c:pt>
                <c:pt idx="4102">
                  <c:v>20-06-2016</c:v>
                </c:pt>
                <c:pt idx="4103">
                  <c:v>21-06-2016</c:v>
                </c:pt>
                <c:pt idx="4104">
                  <c:v>22-06-2016</c:v>
                </c:pt>
                <c:pt idx="4105">
                  <c:v>23-06-2016</c:v>
                </c:pt>
                <c:pt idx="4106">
                  <c:v>24-06-2016</c:v>
                </c:pt>
                <c:pt idx="4107">
                  <c:v>27-06-2016</c:v>
                </c:pt>
                <c:pt idx="4108">
                  <c:v>28-06-2016</c:v>
                </c:pt>
                <c:pt idx="4109">
                  <c:v>29-06-2016</c:v>
                </c:pt>
                <c:pt idx="4110">
                  <c:v>30-06-2016</c:v>
                </c:pt>
                <c:pt idx="4111">
                  <c:v>01-07-2016</c:v>
                </c:pt>
                <c:pt idx="4112">
                  <c:v>04-07-2016</c:v>
                </c:pt>
                <c:pt idx="4113">
                  <c:v>05-07-2016</c:v>
                </c:pt>
                <c:pt idx="4114">
                  <c:v>07-07-2016</c:v>
                </c:pt>
                <c:pt idx="4115">
                  <c:v>08-07-2016</c:v>
                </c:pt>
                <c:pt idx="4116">
                  <c:v>11-07-2016</c:v>
                </c:pt>
                <c:pt idx="4117">
                  <c:v>12-07-2016</c:v>
                </c:pt>
                <c:pt idx="4118">
                  <c:v>13-07-2016</c:v>
                </c:pt>
                <c:pt idx="4119">
                  <c:v>14-07-2016</c:v>
                </c:pt>
                <c:pt idx="4120">
                  <c:v>15-07-2016</c:v>
                </c:pt>
                <c:pt idx="4121">
                  <c:v>18-07-2016</c:v>
                </c:pt>
                <c:pt idx="4122">
                  <c:v>19-07-2016</c:v>
                </c:pt>
                <c:pt idx="4123">
                  <c:v>20-07-2016</c:v>
                </c:pt>
                <c:pt idx="4124">
                  <c:v>21-07-2016</c:v>
                </c:pt>
                <c:pt idx="4125">
                  <c:v>22-07-2016</c:v>
                </c:pt>
                <c:pt idx="4126">
                  <c:v>25-07-2016</c:v>
                </c:pt>
                <c:pt idx="4127">
                  <c:v>26-07-2016</c:v>
                </c:pt>
                <c:pt idx="4128">
                  <c:v>27-07-2016</c:v>
                </c:pt>
                <c:pt idx="4129">
                  <c:v>28-07-2016</c:v>
                </c:pt>
                <c:pt idx="4130">
                  <c:v>29-07-2016</c:v>
                </c:pt>
                <c:pt idx="4131">
                  <c:v>01-08-2016</c:v>
                </c:pt>
                <c:pt idx="4132">
                  <c:v>02-08-2016</c:v>
                </c:pt>
                <c:pt idx="4133">
                  <c:v>03-08-2016</c:v>
                </c:pt>
                <c:pt idx="4134">
                  <c:v>04-08-2016</c:v>
                </c:pt>
                <c:pt idx="4135">
                  <c:v>05-08-2016</c:v>
                </c:pt>
                <c:pt idx="4136">
                  <c:v>08-08-2016</c:v>
                </c:pt>
                <c:pt idx="4137">
                  <c:v>09-08-2016</c:v>
                </c:pt>
                <c:pt idx="4138">
                  <c:v>10-08-2016</c:v>
                </c:pt>
                <c:pt idx="4139">
                  <c:v>11-08-2016</c:v>
                </c:pt>
                <c:pt idx="4140">
                  <c:v>12-08-2016</c:v>
                </c:pt>
                <c:pt idx="4141">
                  <c:v>16-08-2016</c:v>
                </c:pt>
                <c:pt idx="4142">
                  <c:v>17-08-2016</c:v>
                </c:pt>
                <c:pt idx="4143">
                  <c:v>18-08-2016</c:v>
                </c:pt>
                <c:pt idx="4144">
                  <c:v>19-08-2016</c:v>
                </c:pt>
                <c:pt idx="4145">
                  <c:v>22-08-2016</c:v>
                </c:pt>
                <c:pt idx="4146">
                  <c:v>23-08-2016</c:v>
                </c:pt>
                <c:pt idx="4147">
                  <c:v>24-08-2016</c:v>
                </c:pt>
                <c:pt idx="4148">
                  <c:v>25-08-2016</c:v>
                </c:pt>
                <c:pt idx="4149">
                  <c:v>26-08-2016</c:v>
                </c:pt>
                <c:pt idx="4150">
                  <c:v>29-08-2016</c:v>
                </c:pt>
                <c:pt idx="4151">
                  <c:v>30-08-2016</c:v>
                </c:pt>
                <c:pt idx="4152">
                  <c:v>31-08-2016</c:v>
                </c:pt>
                <c:pt idx="4153">
                  <c:v>01-09-2016</c:v>
                </c:pt>
                <c:pt idx="4154">
                  <c:v>02-09-2016</c:v>
                </c:pt>
                <c:pt idx="4155">
                  <c:v>06-09-2016</c:v>
                </c:pt>
                <c:pt idx="4156">
                  <c:v>07-09-2016</c:v>
                </c:pt>
                <c:pt idx="4157">
                  <c:v>08-09-2016</c:v>
                </c:pt>
                <c:pt idx="4158">
                  <c:v>09-09-2016</c:v>
                </c:pt>
                <c:pt idx="4159">
                  <c:v>12-09-2016</c:v>
                </c:pt>
                <c:pt idx="4160">
                  <c:v>14-09-2016</c:v>
                </c:pt>
                <c:pt idx="4161">
                  <c:v>15-09-2016</c:v>
                </c:pt>
                <c:pt idx="4162">
                  <c:v>16-09-2016</c:v>
                </c:pt>
                <c:pt idx="4163">
                  <c:v>19-09-2016</c:v>
                </c:pt>
                <c:pt idx="4164">
                  <c:v>20-09-2016</c:v>
                </c:pt>
                <c:pt idx="4165">
                  <c:v>21-09-2016</c:v>
                </c:pt>
                <c:pt idx="4166">
                  <c:v>22-09-2016</c:v>
                </c:pt>
                <c:pt idx="4167">
                  <c:v>23-09-2016</c:v>
                </c:pt>
                <c:pt idx="4168">
                  <c:v>26-09-2016</c:v>
                </c:pt>
                <c:pt idx="4169">
                  <c:v>27-09-2016</c:v>
                </c:pt>
                <c:pt idx="4170">
                  <c:v>28-09-2016</c:v>
                </c:pt>
                <c:pt idx="4171">
                  <c:v>29-09-2016</c:v>
                </c:pt>
                <c:pt idx="4172">
                  <c:v>30-09-2016</c:v>
                </c:pt>
                <c:pt idx="4173">
                  <c:v>03-10-2016</c:v>
                </c:pt>
                <c:pt idx="4174">
                  <c:v>04-10-2016</c:v>
                </c:pt>
                <c:pt idx="4175">
                  <c:v>05-10-2016</c:v>
                </c:pt>
                <c:pt idx="4176">
                  <c:v>06-10-2016</c:v>
                </c:pt>
                <c:pt idx="4177">
                  <c:v>07-10-2016</c:v>
                </c:pt>
                <c:pt idx="4178">
                  <c:v>10-10-2016</c:v>
                </c:pt>
                <c:pt idx="4179">
                  <c:v>13-10-2016</c:v>
                </c:pt>
                <c:pt idx="4180">
                  <c:v>14-10-2016</c:v>
                </c:pt>
                <c:pt idx="4181">
                  <c:v>17-10-2016</c:v>
                </c:pt>
                <c:pt idx="4182">
                  <c:v>18-10-2016</c:v>
                </c:pt>
                <c:pt idx="4183">
                  <c:v>19-10-2016</c:v>
                </c:pt>
                <c:pt idx="4184">
                  <c:v>20-10-2016</c:v>
                </c:pt>
                <c:pt idx="4185">
                  <c:v>21-10-2016</c:v>
                </c:pt>
                <c:pt idx="4186">
                  <c:v>24-10-2016</c:v>
                </c:pt>
                <c:pt idx="4187">
                  <c:v>25-10-2016</c:v>
                </c:pt>
                <c:pt idx="4188">
                  <c:v>26-10-2016</c:v>
                </c:pt>
                <c:pt idx="4189">
                  <c:v>27-10-2016</c:v>
                </c:pt>
                <c:pt idx="4190">
                  <c:v>28-10-2016</c:v>
                </c:pt>
                <c:pt idx="4191">
                  <c:v>30-10-2016</c:v>
                </c:pt>
                <c:pt idx="4192">
                  <c:v>01-11-2016</c:v>
                </c:pt>
                <c:pt idx="4193">
                  <c:v>02-11-2016</c:v>
                </c:pt>
                <c:pt idx="4194">
                  <c:v>03-11-2016</c:v>
                </c:pt>
                <c:pt idx="4195">
                  <c:v>04-11-2016</c:v>
                </c:pt>
                <c:pt idx="4196">
                  <c:v>07-11-2016</c:v>
                </c:pt>
                <c:pt idx="4197">
                  <c:v>08-11-2016</c:v>
                </c:pt>
                <c:pt idx="4198">
                  <c:v>09-11-2016</c:v>
                </c:pt>
                <c:pt idx="4199">
                  <c:v>10-11-2016</c:v>
                </c:pt>
                <c:pt idx="4200">
                  <c:v>11-11-2016</c:v>
                </c:pt>
                <c:pt idx="4201">
                  <c:v>15-11-2016</c:v>
                </c:pt>
                <c:pt idx="4202">
                  <c:v>16-11-2016</c:v>
                </c:pt>
                <c:pt idx="4203">
                  <c:v>17-11-2016</c:v>
                </c:pt>
                <c:pt idx="4204">
                  <c:v>18-11-2016</c:v>
                </c:pt>
                <c:pt idx="4205">
                  <c:v>21-11-2016</c:v>
                </c:pt>
                <c:pt idx="4206">
                  <c:v>22-11-2016</c:v>
                </c:pt>
                <c:pt idx="4207">
                  <c:v>23-11-2016</c:v>
                </c:pt>
                <c:pt idx="4208">
                  <c:v>24-11-2016</c:v>
                </c:pt>
                <c:pt idx="4209">
                  <c:v>25-11-2016</c:v>
                </c:pt>
                <c:pt idx="4210">
                  <c:v>28-11-2016</c:v>
                </c:pt>
                <c:pt idx="4211">
                  <c:v>29-11-2016</c:v>
                </c:pt>
                <c:pt idx="4212">
                  <c:v>30-11-2016</c:v>
                </c:pt>
                <c:pt idx="4213">
                  <c:v>01-12-2016</c:v>
                </c:pt>
                <c:pt idx="4214">
                  <c:v>02-12-2016</c:v>
                </c:pt>
                <c:pt idx="4215">
                  <c:v>05-12-2016</c:v>
                </c:pt>
                <c:pt idx="4216">
                  <c:v>06-12-2016</c:v>
                </c:pt>
                <c:pt idx="4217">
                  <c:v>07-12-2016</c:v>
                </c:pt>
                <c:pt idx="4218">
                  <c:v>08-12-2016</c:v>
                </c:pt>
                <c:pt idx="4219">
                  <c:v>09-12-2016</c:v>
                </c:pt>
                <c:pt idx="4220">
                  <c:v>12-12-2016</c:v>
                </c:pt>
                <c:pt idx="4221">
                  <c:v>13-12-2016</c:v>
                </c:pt>
                <c:pt idx="4222">
                  <c:v>14-12-2016</c:v>
                </c:pt>
                <c:pt idx="4223">
                  <c:v>15-12-2016</c:v>
                </c:pt>
                <c:pt idx="4224">
                  <c:v>16-12-2016</c:v>
                </c:pt>
                <c:pt idx="4225">
                  <c:v>19-12-2016</c:v>
                </c:pt>
                <c:pt idx="4226">
                  <c:v>20-12-2016</c:v>
                </c:pt>
                <c:pt idx="4227">
                  <c:v>21-12-2016</c:v>
                </c:pt>
                <c:pt idx="4228">
                  <c:v>22-12-2016</c:v>
                </c:pt>
                <c:pt idx="4229">
                  <c:v>23-12-2016</c:v>
                </c:pt>
                <c:pt idx="4230">
                  <c:v>26-12-2016</c:v>
                </c:pt>
                <c:pt idx="4231">
                  <c:v>27-12-2016</c:v>
                </c:pt>
                <c:pt idx="4232">
                  <c:v>28-12-2016</c:v>
                </c:pt>
                <c:pt idx="4233">
                  <c:v>29-12-2016</c:v>
                </c:pt>
                <c:pt idx="4234">
                  <c:v>30-12-2016</c:v>
                </c:pt>
                <c:pt idx="4235">
                  <c:v>02-01-2017</c:v>
                </c:pt>
                <c:pt idx="4236">
                  <c:v>03-01-2017</c:v>
                </c:pt>
                <c:pt idx="4237">
                  <c:v>04-01-2017</c:v>
                </c:pt>
                <c:pt idx="4238">
                  <c:v>05-01-2017</c:v>
                </c:pt>
                <c:pt idx="4239">
                  <c:v>06-01-2017</c:v>
                </c:pt>
                <c:pt idx="4240">
                  <c:v>09-01-2017</c:v>
                </c:pt>
                <c:pt idx="4241">
                  <c:v>10-01-2017</c:v>
                </c:pt>
                <c:pt idx="4242">
                  <c:v>11-01-2017</c:v>
                </c:pt>
                <c:pt idx="4243">
                  <c:v>12-01-2017</c:v>
                </c:pt>
                <c:pt idx="4244">
                  <c:v>13-01-2017</c:v>
                </c:pt>
                <c:pt idx="4245">
                  <c:v>16-01-2017</c:v>
                </c:pt>
                <c:pt idx="4246">
                  <c:v>17-01-2017</c:v>
                </c:pt>
                <c:pt idx="4247">
                  <c:v>18-01-2017</c:v>
                </c:pt>
                <c:pt idx="4248">
                  <c:v>19-01-2017</c:v>
                </c:pt>
                <c:pt idx="4249">
                  <c:v>20-01-2017</c:v>
                </c:pt>
                <c:pt idx="4250">
                  <c:v>23-01-2017</c:v>
                </c:pt>
                <c:pt idx="4251">
                  <c:v>24-01-2017</c:v>
                </c:pt>
                <c:pt idx="4252">
                  <c:v>25-01-2017</c:v>
                </c:pt>
                <c:pt idx="4253">
                  <c:v>27-01-2017</c:v>
                </c:pt>
                <c:pt idx="4254">
                  <c:v>30-01-2017</c:v>
                </c:pt>
                <c:pt idx="4255">
                  <c:v>31-01-2017</c:v>
                </c:pt>
                <c:pt idx="4256">
                  <c:v>01-02-2017</c:v>
                </c:pt>
                <c:pt idx="4257">
                  <c:v>02-02-2017</c:v>
                </c:pt>
                <c:pt idx="4258">
                  <c:v>03-02-2017</c:v>
                </c:pt>
                <c:pt idx="4259">
                  <c:v>06-02-2017</c:v>
                </c:pt>
                <c:pt idx="4260">
                  <c:v>07-02-2017</c:v>
                </c:pt>
                <c:pt idx="4261">
                  <c:v>08-02-2017</c:v>
                </c:pt>
                <c:pt idx="4262">
                  <c:v>09-02-2017</c:v>
                </c:pt>
                <c:pt idx="4263">
                  <c:v>10-02-2017</c:v>
                </c:pt>
                <c:pt idx="4264">
                  <c:v>13-02-2017</c:v>
                </c:pt>
                <c:pt idx="4265">
                  <c:v>14-02-2017</c:v>
                </c:pt>
                <c:pt idx="4266">
                  <c:v>15-02-2017</c:v>
                </c:pt>
                <c:pt idx="4267">
                  <c:v>16-02-2017</c:v>
                </c:pt>
                <c:pt idx="4268">
                  <c:v>17-02-2017</c:v>
                </c:pt>
                <c:pt idx="4269">
                  <c:v>20-02-2017</c:v>
                </c:pt>
                <c:pt idx="4270">
                  <c:v>21-02-2017</c:v>
                </c:pt>
                <c:pt idx="4271">
                  <c:v>22-02-2017</c:v>
                </c:pt>
                <c:pt idx="4272">
                  <c:v>23-02-2017</c:v>
                </c:pt>
                <c:pt idx="4273">
                  <c:v>27-02-2017</c:v>
                </c:pt>
                <c:pt idx="4274">
                  <c:v>28-02-2017</c:v>
                </c:pt>
                <c:pt idx="4275">
                  <c:v>01-03-2017</c:v>
                </c:pt>
                <c:pt idx="4276">
                  <c:v>02-03-2017</c:v>
                </c:pt>
                <c:pt idx="4277">
                  <c:v>03-03-2017</c:v>
                </c:pt>
                <c:pt idx="4278">
                  <c:v>06-03-2017</c:v>
                </c:pt>
                <c:pt idx="4279">
                  <c:v>07-03-2017</c:v>
                </c:pt>
                <c:pt idx="4280">
                  <c:v>08-03-2017</c:v>
                </c:pt>
                <c:pt idx="4281">
                  <c:v>09-03-2017</c:v>
                </c:pt>
                <c:pt idx="4282">
                  <c:v>10-03-2017</c:v>
                </c:pt>
                <c:pt idx="4283">
                  <c:v>14-03-2017</c:v>
                </c:pt>
                <c:pt idx="4284">
                  <c:v>15-03-2017</c:v>
                </c:pt>
                <c:pt idx="4285">
                  <c:v>16-03-2017</c:v>
                </c:pt>
                <c:pt idx="4286">
                  <c:v>17-03-2017</c:v>
                </c:pt>
                <c:pt idx="4287">
                  <c:v>20-03-2017</c:v>
                </c:pt>
                <c:pt idx="4288">
                  <c:v>21-03-2017</c:v>
                </c:pt>
                <c:pt idx="4289">
                  <c:v>22-03-2017</c:v>
                </c:pt>
                <c:pt idx="4290">
                  <c:v>23-03-2017</c:v>
                </c:pt>
                <c:pt idx="4291">
                  <c:v>24-03-2017</c:v>
                </c:pt>
                <c:pt idx="4292">
                  <c:v>27-03-2017</c:v>
                </c:pt>
                <c:pt idx="4293">
                  <c:v>28-03-2017</c:v>
                </c:pt>
                <c:pt idx="4294">
                  <c:v>29-03-2017</c:v>
                </c:pt>
                <c:pt idx="4295">
                  <c:v>30-03-2017</c:v>
                </c:pt>
                <c:pt idx="4296">
                  <c:v>31-03-2017</c:v>
                </c:pt>
                <c:pt idx="4297">
                  <c:v>03-04-2017</c:v>
                </c:pt>
                <c:pt idx="4298">
                  <c:v>05-04-2017</c:v>
                </c:pt>
                <c:pt idx="4299">
                  <c:v>06-04-2017</c:v>
                </c:pt>
                <c:pt idx="4300">
                  <c:v>07-04-2017</c:v>
                </c:pt>
                <c:pt idx="4301">
                  <c:v>10-04-2017</c:v>
                </c:pt>
                <c:pt idx="4302">
                  <c:v>11-04-2017</c:v>
                </c:pt>
                <c:pt idx="4303">
                  <c:v>12-04-2017</c:v>
                </c:pt>
                <c:pt idx="4304">
                  <c:v>13-04-2017</c:v>
                </c:pt>
                <c:pt idx="4305">
                  <c:v>17-04-2017</c:v>
                </c:pt>
                <c:pt idx="4306">
                  <c:v>18-04-2017</c:v>
                </c:pt>
                <c:pt idx="4307">
                  <c:v>19-04-2017</c:v>
                </c:pt>
                <c:pt idx="4308">
                  <c:v>20-04-2017</c:v>
                </c:pt>
                <c:pt idx="4309">
                  <c:v>21-04-2017</c:v>
                </c:pt>
                <c:pt idx="4310">
                  <c:v>24-04-2017</c:v>
                </c:pt>
                <c:pt idx="4311">
                  <c:v>25-04-2017</c:v>
                </c:pt>
                <c:pt idx="4312">
                  <c:v>26-04-2017</c:v>
                </c:pt>
                <c:pt idx="4313">
                  <c:v>27-04-2017</c:v>
                </c:pt>
                <c:pt idx="4314">
                  <c:v>28-04-2017</c:v>
                </c:pt>
                <c:pt idx="4315">
                  <c:v>02-05-2017</c:v>
                </c:pt>
                <c:pt idx="4316">
                  <c:v>03-05-2017</c:v>
                </c:pt>
                <c:pt idx="4317">
                  <c:v>04-05-2017</c:v>
                </c:pt>
                <c:pt idx="4318">
                  <c:v>05-05-2017</c:v>
                </c:pt>
                <c:pt idx="4319">
                  <c:v>08-05-2017</c:v>
                </c:pt>
                <c:pt idx="4320">
                  <c:v>09-05-2017</c:v>
                </c:pt>
                <c:pt idx="4321">
                  <c:v>10-05-2017</c:v>
                </c:pt>
                <c:pt idx="4322">
                  <c:v>11-05-2017</c:v>
                </c:pt>
                <c:pt idx="4323">
                  <c:v>12-05-2017</c:v>
                </c:pt>
                <c:pt idx="4324">
                  <c:v>15-05-2017</c:v>
                </c:pt>
                <c:pt idx="4325">
                  <c:v>16-05-2017</c:v>
                </c:pt>
                <c:pt idx="4326">
                  <c:v>17-05-2017</c:v>
                </c:pt>
                <c:pt idx="4327">
                  <c:v>18-05-2017</c:v>
                </c:pt>
                <c:pt idx="4328">
                  <c:v>19-05-2017</c:v>
                </c:pt>
                <c:pt idx="4329">
                  <c:v>22-05-2017</c:v>
                </c:pt>
                <c:pt idx="4330">
                  <c:v>23-05-2017</c:v>
                </c:pt>
                <c:pt idx="4331">
                  <c:v>24-05-2017</c:v>
                </c:pt>
                <c:pt idx="4332">
                  <c:v>25-05-2017</c:v>
                </c:pt>
                <c:pt idx="4333">
                  <c:v>26-05-2017</c:v>
                </c:pt>
                <c:pt idx="4334">
                  <c:v>29-05-2017</c:v>
                </c:pt>
                <c:pt idx="4335">
                  <c:v>30-05-2017</c:v>
                </c:pt>
                <c:pt idx="4336">
                  <c:v>31-05-2017</c:v>
                </c:pt>
                <c:pt idx="4337">
                  <c:v>01-06-2017</c:v>
                </c:pt>
                <c:pt idx="4338">
                  <c:v>02-06-2017</c:v>
                </c:pt>
                <c:pt idx="4339">
                  <c:v>05-06-2017</c:v>
                </c:pt>
                <c:pt idx="4340">
                  <c:v>06-06-2017</c:v>
                </c:pt>
                <c:pt idx="4341">
                  <c:v>07-06-2017</c:v>
                </c:pt>
                <c:pt idx="4342">
                  <c:v>08-06-2017</c:v>
                </c:pt>
                <c:pt idx="4343">
                  <c:v>09-06-2017</c:v>
                </c:pt>
                <c:pt idx="4344">
                  <c:v>12-06-2017</c:v>
                </c:pt>
                <c:pt idx="4345">
                  <c:v>13-06-2017</c:v>
                </c:pt>
                <c:pt idx="4346">
                  <c:v>14-06-2017</c:v>
                </c:pt>
                <c:pt idx="4347">
                  <c:v>15-06-2017</c:v>
                </c:pt>
                <c:pt idx="4348">
                  <c:v>16-06-2017</c:v>
                </c:pt>
                <c:pt idx="4349">
                  <c:v>19-06-2017</c:v>
                </c:pt>
                <c:pt idx="4350">
                  <c:v>20-06-2017</c:v>
                </c:pt>
                <c:pt idx="4351">
                  <c:v>21-06-2017</c:v>
                </c:pt>
                <c:pt idx="4352">
                  <c:v>22-06-2017</c:v>
                </c:pt>
                <c:pt idx="4353">
                  <c:v>23-06-2017</c:v>
                </c:pt>
                <c:pt idx="4354">
                  <c:v>27-06-2017</c:v>
                </c:pt>
                <c:pt idx="4355">
                  <c:v>28-06-2017</c:v>
                </c:pt>
                <c:pt idx="4356">
                  <c:v>29-06-2017</c:v>
                </c:pt>
                <c:pt idx="4357">
                  <c:v>30-06-2017</c:v>
                </c:pt>
                <c:pt idx="4358">
                  <c:v>03-07-2017</c:v>
                </c:pt>
                <c:pt idx="4359">
                  <c:v>04-07-2017</c:v>
                </c:pt>
                <c:pt idx="4360">
                  <c:v>05-07-2017</c:v>
                </c:pt>
                <c:pt idx="4361">
                  <c:v>06-07-2017</c:v>
                </c:pt>
                <c:pt idx="4362">
                  <c:v>07-07-2017</c:v>
                </c:pt>
                <c:pt idx="4363">
                  <c:v>10-07-2017</c:v>
                </c:pt>
                <c:pt idx="4364">
                  <c:v>11-07-2017</c:v>
                </c:pt>
                <c:pt idx="4365">
                  <c:v>12-07-2017</c:v>
                </c:pt>
                <c:pt idx="4366">
                  <c:v>13-07-2017</c:v>
                </c:pt>
                <c:pt idx="4367">
                  <c:v>14-07-2017</c:v>
                </c:pt>
                <c:pt idx="4368">
                  <c:v>17-07-2017</c:v>
                </c:pt>
                <c:pt idx="4369">
                  <c:v>18-07-2017</c:v>
                </c:pt>
                <c:pt idx="4370">
                  <c:v>19-07-2017</c:v>
                </c:pt>
                <c:pt idx="4371">
                  <c:v>20-07-2017</c:v>
                </c:pt>
                <c:pt idx="4372">
                  <c:v>21-07-2017</c:v>
                </c:pt>
                <c:pt idx="4373">
                  <c:v>24-07-2017</c:v>
                </c:pt>
                <c:pt idx="4374">
                  <c:v>25-07-2017</c:v>
                </c:pt>
                <c:pt idx="4375">
                  <c:v>26-07-2017</c:v>
                </c:pt>
                <c:pt idx="4376">
                  <c:v>27-07-2017</c:v>
                </c:pt>
                <c:pt idx="4377">
                  <c:v>28-07-2017</c:v>
                </c:pt>
                <c:pt idx="4378">
                  <c:v>31-07-2017</c:v>
                </c:pt>
                <c:pt idx="4379">
                  <c:v>01-08-2017</c:v>
                </c:pt>
                <c:pt idx="4380">
                  <c:v>02-08-2017</c:v>
                </c:pt>
                <c:pt idx="4381">
                  <c:v>03-08-2017</c:v>
                </c:pt>
                <c:pt idx="4382">
                  <c:v>04-08-2017</c:v>
                </c:pt>
                <c:pt idx="4383">
                  <c:v>07-08-2017</c:v>
                </c:pt>
                <c:pt idx="4384">
                  <c:v>08-08-2017</c:v>
                </c:pt>
                <c:pt idx="4385">
                  <c:v>09-08-2017</c:v>
                </c:pt>
                <c:pt idx="4386">
                  <c:v>10-08-2017</c:v>
                </c:pt>
                <c:pt idx="4387">
                  <c:v>11-08-2017</c:v>
                </c:pt>
                <c:pt idx="4388">
                  <c:v>14-08-2017</c:v>
                </c:pt>
                <c:pt idx="4389">
                  <c:v>16-08-2017</c:v>
                </c:pt>
                <c:pt idx="4390">
                  <c:v>17-08-2017</c:v>
                </c:pt>
                <c:pt idx="4391">
                  <c:v>18-08-2017</c:v>
                </c:pt>
                <c:pt idx="4392">
                  <c:v>21-08-2017</c:v>
                </c:pt>
                <c:pt idx="4393">
                  <c:v>22-08-2017</c:v>
                </c:pt>
                <c:pt idx="4394">
                  <c:v>23-08-2017</c:v>
                </c:pt>
                <c:pt idx="4395">
                  <c:v>24-08-2017</c:v>
                </c:pt>
                <c:pt idx="4396">
                  <c:v>28-08-2017</c:v>
                </c:pt>
                <c:pt idx="4397">
                  <c:v>29-08-2017</c:v>
                </c:pt>
                <c:pt idx="4398">
                  <c:v>30-08-2017</c:v>
                </c:pt>
                <c:pt idx="4399">
                  <c:v>31-08-2017</c:v>
                </c:pt>
                <c:pt idx="4400">
                  <c:v>01-09-2017</c:v>
                </c:pt>
                <c:pt idx="4401">
                  <c:v>04-09-2017</c:v>
                </c:pt>
                <c:pt idx="4402">
                  <c:v>05-09-2017</c:v>
                </c:pt>
                <c:pt idx="4403">
                  <c:v>06-09-2017</c:v>
                </c:pt>
                <c:pt idx="4404">
                  <c:v>07-09-2017</c:v>
                </c:pt>
                <c:pt idx="4405">
                  <c:v>08-09-2017</c:v>
                </c:pt>
                <c:pt idx="4406">
                  <c:v>11-09-2017</c:v>
                </c:pt>
                <c:pt idx="4407">
                  <c:v>12-09-2017</c:v>
                </c:pt>
                <c:pt idx="4408">
                  <c:v>13-09-2017</c:v>
                </c:pt>
                <c:pt idx="4409">
                  <c:v>14-09-2017</c:v>
                </c:pt>
                <c:pt idx="4410">
                  <c:v>15-09-2017</c:v>
                </c:pt>
                <c:pt idx="4411">
                  <c:v>18-09-2017</c:v>
                </c:pt>
                <c:pt idx="4412">
                  <c:v>19-09-2017</c:v>
                </c:pt>
                <c:pt idx="4413">
                  <c:v>20-09-2017</c:v>
                </c:pt>
                <c:pt idx="4414">
                  <c:v>21-09-2017</c:v>
                </c:pt>
                <c:pt idx="4415">
                  <c:v>22-09-2017</c:v>
                </c:pt>
                <c:pt idx="4416">
                  <c:v>25-09-2017</c:v>
                </c:pt>
                <c:pt idx="4417">
                  <c:v>26-09-2017</c:v>
                </c:pt>
                <c:pt idx="4418">
                  <c:v>27-09-2017</c:v>
                </c:pt>
                <c:pt idx="4419">
                  <c:v>28-09-2017</c:v>
                </c:pt>
                <c:pt idx="4420">
                  <c:v>29-09-2017</c:v>
                </c:pt>
                <c:pt idx="4421">
                  <c:v>03-10-2017</c:v>
                </c:pt>
                <c:pt idx="4422">
                  <c:v>04-10-2017</c:v>
                </c:pt>
                <c:pt idx="4423">
                  <c:v>05-10-2017</c:v>
                </c:pt>
                <c:pt idx="4424">
                  <c:v>06-10-2017</c:v>
                </c:pt>
                <c:pt idx="4425">
                  <c:v>09-10-2017</c:v>
                </c:pt>
                <c:pt idx="4426">
                  <c:v>10-10-2017</c:v>
                </c:pt>
                <c:pt idx="4427">
                  <c:v>11-10-2017</c:v>
                </c:pt>
                <c:pt idx="4428">
                  <c:v>12-10-2017</c:v>
                </c:pt>
                <c:pt idx="4429">
                  <c:v>13-10-2017</c:v>
                </c:pt>
                <c:pt idx="4430">
                  <c:v>16-10-2017</c:v>
                </c:pt>
                <c:pt idx="4431">
                  <c:v>17-10-2017</c:v>
                </c:pt>
                <c:pt idx="4432">
                  <c:v>18-10-2017</c:v>
                </c:pt>
                <c:pt idx="4433">
                  <c:v>19-10-2017</c:v>
                </c:pt>
                <c:pt idx="4434">
                  <c:v>23-10-2017</c:v>
                </c:pt>
                <c:pt idx="4435">
                  <c:v>24-10-2017</c:v>
                </c:pt>
                <c:pt idx="4436">
                  <c:v>25-10-2017</c:v>
                </c:pt>
                <c:pt idx="4437">
                  <c:v>26-10-2017</c:v>
                </c:pt>
                <c:pt idx="4438">
                  <c:v>27-10-2017</c:v>
                </c:pt>
                <c:pt idx="4439">
                  <c:v>30-10-2017</c:v>
                </c:pt>
                <c:pt idx="4440">
                  <c:v>31-10-2017</c:v>
                </c:pt>
                <c:pt idx="4441">
                  <c:v>01-11-2017</c:v>
                </c:pt>
                <c:pt idx="4442">
                  <c:v>02-11-2017</c:v>
                </c:pt>
                <c:pt idx="4443">
                  <c:v>03-11-2017</c:v>
                </c:pt>
                <c:pt idx="4444">
                  <c:v>06-11-2017</c:v>
                </c:pt>
                <c:pt idx="4445">
                  <c:v>07-11-2017</c:v>
                </c:pt>
                <c:pt idx="4446">
                  <c:v>08-11-2017</c:v>
                </c:pt>
                <c:pt idx="4447">
                  <c:v>09-11-2017</c:v>
                </c:pt>
                <c:pt idx="4448">
                  <c:v>10-11-2017</c:v>
                </c:pt>
                <c:pt idx="4449">
                  <c:v>13-11-2017</c:v>
                </c:pt>
                <c:pt idx="4450">
                  <c:v>14-11-2017</c:v>
                </c:pt>
                <c:pt idx="4451">
                  <c:v>15-11-2017</c:v>
                </c:pt>
                <c:pt idx="4452">
                  <c:v>16-11-2017</c:v>
                </c:pt>
                <c:pt idx="4453">
                  <c:v>17-11-2017</c:v>
                </c:pt>
                <c:pt idx="4454">
                  <c:v>20-11-2017</c:v>
                </c:pt>
                <c:pt idx="4455">
                  <c:v>21-11-2017</c:v>
                </c:pt>
                <c:pt idx="4456">
                  <c:v>22-11-2017</c:v>
                </c:pt>
                <c:pt idx="4457">
                  <c:v>23-11-2017</c:v>
                </c:pt>
                <c:pt idx="4458">
                  <c:v>24-11-2017</c:v>
                </c:pt>
                <c:pt idx="4459">
                  <c:v>27-11-2017</c:v>
                </c:pt>
                <c:pt idx="4460">
                  <c:v>28-11-2017</c:v>
                </c:pt>
                <c:pt idx="4461">
                  <c:v>29-11-2017</c:v>
                </c:pt>
                <c:pt idx="4462">
                  <c:v>30-11-2017</c:v>
                </c:pt>
                <c:pt idx="4463">
                  <c:v>01-12-2017</c:v>
                </c:pt>
                <c:pt idx="4464">
                  <c:v>04-12-2017</c:v>
                </c:pt>
                <c:pt idx="4465">
                  <c:v>05-12-2017</c:v>
                </c:pt>
                <c:pt idx="4466">
                  <c:v>06-12-2017</c:v>
                </c:pt>
                <c:pt idx="4467">
                  <c:v>07-12-2017</c:v>
                </c:pt>
                <c:pt idx="4468">
                  <c:v>08-12-2017</c:v>
                </c:pt>
                <c:pt idx="4469">
                  <c:v>11-12-2017</c:v>
                </c:pt>
                <c:pt idx="4470">
                  <c:v>12-12-2017</c:v>
                </c:pt>
                <c:pt idx="4471">
                  <c:v>13-12-2017</c:v>
                </c:pt>
                <c:pt idx="4472">
                  <c:v>14-12-2017</c:v>
                </c:pt>
                <c:pt idx="4473">
                  <c:v>15-12-2017</c:v>
                </c:pt>
                <c:pt idx="4474">
                  <c:v>18-12-2017</c:v>
                </c:pt>
                <c:pt idx="4475">
                  <c:v>19-12-2017</c:v>
                </c:pt>
                <c:pt idx="4476">
                  <c:v>20-12-2017</c:v>
                </c:pt>
                <c:pt idx="4477">
                  <c:v>21-12-2017</c:v>
                </c:pt>
                <c:pt idx="4478">
                  <c:v>22-12-2017</c:v>
                </c:pt>
                <c:pt idx="4479">
                  <c:v>26-12-2017</c:v>
                </c:pt>
                <c:pt idx="4480">
                  <c:v>27-12-2017</c:v>
                </c:pt>
                <c:pt idx="4481">
                  <c:v>28-12-2017</c:v>
                </c:pt>
                <c:pt idx="4482">
                  <c:v>29-12-2017</c:v>
                </c:pt>
                <c:pt idx="4483">
                  <c:v>01-01-2018</c:v>
                </c:pt>
                <c:pt idx="4484">
                  <c:v>02-01-2018</c:v>
                </c:pt>
                <c:pt idx="4485">
                  <c:v>03-01-2018</c:v>
                </c:pt>
                <c:pt idx="4486">
                  <c:v>04-01-2018</c:v>
                </c:pt>
                <c:pt idx="4487">
                  <c:v>05-01-2018</c:v>
                </c:pt>
                <c:pt idx="4488">
                  <c:v>08-01-2018</c:v>
                </c:pt>
                <c:pt idx="4489">
                  <c:v>09-01-2018</c:v>
                </c:pt>
                <c:pt idx="4490">
                  <c:v>10-01-2018</c:v>
                </c:pt>
                <c:pt idx="4491">
                  <c:v>11-01-2018</c:v>
                </c:pt>
                <c:pt idx="4492">
                  <c:v>12-01-2018</c:v>
                </c:pt>
                <c:pt idx="4493">
                  <c:v>15-01-2018</c:v>
                </c:pt>
                <c:pt idx="4494">
                  <c:v>16-01-2018</c:v>
                </c:pt>
                <c:pt idx="4495">
                  <c:v>17-01-2018</c:v>
                </c:pt>
                <c:pt idx="4496">
                  <c:v>18-01-2018</c:v>
                </c:pt>
                <c:pt idx="4497">
                  <c:v>19-01-2018</c:v>
                </c:pt>
                <c:pt idx="4498">
                  <c:v>22-01-2018</c:v>
                </c:pt>
                <c:pt idx="4499">
                  <c:v>23-01-2018</c:v>
                </c:pt>
                <c:pt idx="4500">
                  <c:v>24-01-2018</c:v>
                </c:pt>
                <c:pt idx="4501">
                  <c:v>25-01-2018</c:v>
                </c:pt>
                <c:pt idx="4502">
                  <c:v>29-01-2018</c:v>
                </c:pt>
                <c:pt idx="4503">
                  <c:v>30-01-2018</c:v>
                </c:pt>
                <c:pt idx="4504">
                  <c:v>31-01-2018</c:v>
                </c:pt>
                <c:pt idx="4505">
                  <c:v>01-02-2018</c:v>
                </c:pt>
                <c:pt idx="4506">
                  <c:v>02-02-2018</c:v>
                </c:pt>
                <c:pt idx="4507">
                  <c:v>05-02-2018</c:v>
                </c:pt>
                <c:pt idx="4508">
                  <c:v>06-02-2018</c:v>
                </c:pt>
                <c:pt idx="4509">
                  <c:v>07-02-2018</c:v>
                </c:pt>
                <c:pt idx="4510">
                  <c:v>08-02-2018</c:v>
                </c:pt>
                <c:pt idx="4511">
                  <c:v>09-02-2018</c:v>
                </c:pt>
                <c:pt idx="4512">
                  <c:v>12-02-2018</c:v>
                </c:pt>
                <c:pt idx="4513">
                  <c:v>14-02-2018</c:v>
                </c:pt>
                <c:pt idx="4514">
                  <c:v>15-02-2018</c:v>
                </c:pt>
                <c:pt idx="4515">
                  <c:v>16-02-2018</c:v>
                </c:pt>
                <c:pt idx="4516">
                  <c:v>19-02-2018</c:v>
                </c:pt>
                <c:pt idx="4517">
                  <c:v>20-02-2018</c:v>
                </c:pt>
                <c:pt idx="4518">
                  <c:v>21-02-2018</c:v>
                </c:pt>
                <c:pt idx="4519">
                  <c:v>22-02-2018</c:v>
                </c:pt>
                <c:pt idx="4520">
                  <c:v>23-02-2018</c:v>
                </c:pt>
                <c:pt idx="4521">
                  <c:v>26-02-2018</c:v>
                </c:pt>
                <c:pt idx="4522">
                  <c:v>27-02-2018</c:v>
                </c:pt>
                <c:pt idx="4523">
                  <c:v>28-02-2018</c:v>
                </c:pt>
                <c:pt idx="4524">
                  <c:v>01-03-2018</c:v>
                </c:pt>
                <c:pt idx="4525">
                  <c:v>05-03-2018</c:v>
                </c:pt>
                <c:pt idx="4526">
                  <c:v>06-03-2018</c:v>
                </c:pt>
                <c:pt idx="4527">
                  <c:v>07-03-2018</c:v>
                </c:pt>
                <c:pt idx="4528">
                  <c:v>08-03-2018</c:v>
                </c:pt>
                <c:pt idx="4529">
                  <c:v>09-03-2018</c:v>
                </c:pt>
                <c:pt idx="4530">
                  <c:v>12-03-2018</c:v>
                </c:pt>
                <c:pt idx="4531">
                  <c:v>13-03-2018</c:v>
                </c:pt>
                <c:pt idx="4532">
                  <c:v>14-03-2018</c:v>
                </c:pt>
                <c:pt idx="4533">
                  <c:v>15-03-2018</c:v>
                </c:pt>
                <c:pt idx="4534">
                  <c:v>16-03-2018</c:v>
                </c:pt>
                <c:pt idx="4535">
                  <c:v>19-03-2018</c:v>
                </c:pt>
                <c:pt idx="4536">
                  <c:v>20-03-2018</c:v>
                </c:pt>
                <c:pt idx="4537">
                  <c:v>21-03-2018</c:v>
                </c:pt>
                <c:pt idx="4538">
                  <c:v>22-03-2018</c:v>
                </c:pt>
                <c:pt idx="4539">
                  <c:v>23-03-2018</c:v>
                </c:pt>
                <c:pt idx="4540">
                  <c:v>26-03-2018</c:v>
                </c:pt>
                <c:pt idx="4541">
                  <c:v>27-03-2018</c:v>
                </c:pt>
                <c:pt idx="4542">
                  <c:v>28-03-2018</c:v>
                </c:pt>
                <c:pt idx="4543">
                  <c:v>02-04-2018</c:v>
                </c:pt>
                <c:pt idx="4544">
                  <c:v>03-04-2018</c:v>
                </c:pt>
                <c:pt idx="4545">
                  <c:v>04-04-2018</c:v>
                </c:pt>
                <c:pt idx="4546">
                  <c:v>05-04-2018</c:v>
                </c:pt>
                <c:pt idx="4547">
                  <c:v>06-04-2018</c:v>
                </c:pt>
                <c:pt idx="4548">
                  <c:v>09-04-2018</c:v>
                </c:pt>
                <c:pt idx="4549">
                  <c:v>10-04-2018</c:v>
                </c:pt>
                <c:pt idx="4550">
                  <c:v>11-04-2018</c:v>
                </c:pt>
                <c:pt idx="4551">
                  <c:v>12-04-2018</c:v>
                </c:pt>
                <c:pt idx="4552">
                  <c:v>13-04-2018</c:v>
                </c:pt>
                <c:pt idx="4553">
                  <c:v>16-04-2018</c:v>
                </c:pt>
                <c:pt idx="4554">
                  <c:v>17-04-2018</c:v>
                </c:pt>
                <c:pt idx="4555">
                  <c:v>18-04-2018</c:v>
                </c:pt>
                <c:pt idx="4556">
                  <c:v>19-04-2018</c:v>
                </c:pt>
                <c:pt idx="4557">
                  <c:v>20-04-2018</c:v>
                </c:pt>
                <c:pt idx="4558">
                  <c:v>23-04-2018</c:v>
                </c:pt>
                <c:pt idx="4559">
                  <c:v>24-04-2018</c:v>
                </c:pt>
                <c:pt idx="4560">
                  <c:v>25-04-2018</c:v>
                </c:pt>
                <c:pt idx="4561">
                  <c:v>26-04-2018</c:v>
                </c:pt>
                <c:pt idx="4562">
                  <c:v>27-04-2018</c:v>
                </c:pt>
                <c:pt idx="4563">
                  <c:v>30-04-2018</c:v>
                </c:pt>
                <c:pt idx="4564">
                  <c:v>02-05-2018</c:v>
                </c:pt>
                <c:pt idx="4565">
                  <c:v>03-05-2018</c:v>
                </c:pt>
                <c:pt idx="4566">
                  <c:v>04-05-2018</c:v>
                </c:pt>
                <c:pt idx="4567">
                  <c:v>07-05-2018</c:v>
                </c:pt>
                <c:pt idx="4568">
                  <c:v>08-05-2018</c:v>
                </c:pt>
                <c:pt idx="4569">
                  <c:v>09-05-2018</c:v>
                </c:pt>
                <c:pt idx="4570">
                  <c:v>10-05-2018</c:v>
                </c:pt>
                <c:pt idx="4571">
                  <c:v>11-05-2018</c:v>
                </c:pt>
                <c:pt idx="4572">
                  <c:v>14-05-2018</c:v>
                </c:pt>
                <c:pt idx="4573">
                  <c:v>15-05-2018</c:v>
                </c:pt>
                <c:pt idx="4574">
                  <c:v>16-05-2018</c:v>
                </c:pt>
                <c:pt idx="4575">
                  <c:v>17-05-2018</c:v>
                </c:pt>
                <c:pt idx="4576">
                  <c:v>18-05-2018</c:v>
                </c:pt>
                <c:pt idx="4577">
                  <c:v>21-05-2018</c:v>
                </c:pt>
                <c:pt idx="4578">
                  <c:v>22-05-2018</c:v>
                </c:pt>
                <c:pt idx="4579">
                  <c:v>23-05-2018</c:v>
                </c:pt>
                <c:pt idx="4580">
                  <c:v>24-05-2018</c:v>
                </c:pt>
                <c:pt idx="4581">
                  <c:v>25-05-2018</c:v>
                </c:pt>
                <c:pt idx="4582">
                  <c:v>28-05-2018</c:v>
                </c:pt>
                <c:pt idx="4583">
                  <c:v>29-05-2018</c:v>
                </c:pt>
                <c:pt idx="4584">
                  <c:v>30-05-2018</c:v>
                </c:pt>
                <c:pt idx="4585">
                  <c:v>31-05-2018</c:v>
                </c:pt>
                <c:pt idx="4586">
                  <c:v>01-06-2018</c:v>
                </c:pt>
                <c:pt idx="4587">
                  <c:v>04-06-2018</c:v>
                </c:pt>
                <c:pt idx="4588">
                  <c:v>05-06-2018</c:v>
                </c:pt>
                <c:pt idx="4589">
                  <c:v>06-06-2018</c:v>
                </c:pt>
                <c:pt idx="4590">
                  <c:v>07-06-2018</c:v>
                </c:pt>
                <c:pt idx="4591">
                  <c:v>08-06-2018</c:v>
                </c:pt>
                <c:pt idx="4592">
                  <c:v>11-06-2018</c:v>
                </c:pt>
                <c:pt idx="4593">
                  <c:v>12-06-2018</c:v>
                </c:pt>
                <c:pt idx="4594">
                  <c:v>13-06-2018</c:v>
                </c:pt>
                <c:pt idx="4595">
                  <c:v>14-06-2018</c:v>
                </c:pt>
                <c:pt idx="4596">
                  <c:v>15-06-2018</c:v>
                </c:pt>
                <c:pt idx="4597">
                  <c:v>18-06-2018</c:v>
                </c:pt>
                <c:pt idx="4598">
                  <c:v>19-06-2018</c:v>
                </c:pt>
                <c:pt idx="4599">
                  <c:v>20-06-2018</c:v>
                </c:pt>
                <c:pt idx="4600">
                  <c:v>21-06-2018</c:v>
                </c:pt>
                <c:pt idx="4601">
                  <c:v>22-06-2018</c:v>
                </c:pt>
                <c:pt idx="4602">
                  <c:v>25-06-2018</c:v>
                </c:pt>
                <c:pt idx="4603">
                  <c:v>26-06-2018</c:v>
                </c:pt>
                <c:pt idx="4604">
                  <c:v>27-06-2018</c:v>
                </c:pt>
                <c:pt idx="4605">
                  <c:v>28-06-2018</c:v>
                </c:pt>
                <c:pt idx="4606">
                  <c:v>29-06-2018</c:v>
                </c:pt>
                <c:pt idx="4607">
                  <c:v>02-07-2018</c:v>
                </c:pt>
                <c:pt idx="4608">
                  <c:v>03-07-2018</c:v>
                </c:pt>
                <c:pt idx="4609">
                  <c:v>04-07-2018</c:v>
                </c:pt>
                <c:pt idx="4610">
                  <c:v>05-07-2018</c:v>
                </c:pt>
                <c:pt idx="4611">
                  <c:v>06-07-2018</c:v>
                </c:pt>
                <c:pt idx="4612">
                  <c:v>09-07-2018</c:v>
                </c:pt>
                <c:pt idx="4613">
                  <c:v>10-07-2018</c:v>
                </c:pt>
                <c:pt idx="4614">
                  <c:v>11-07-2018</c:v>
                </c:pt>
                <c:pt idx="4615">
                  <c:v>12-07-2018</c:v>
                </c:pt>
                <c:pt idx="4616">
                  <c:v>13-07-2018</c:v>
                </c:pt>
                <c:pt idx="4617">
                  <c:v>16-07-2018</c:v>
                </c:pt>
                <c:pt idx="4618">
                  <c:v>17-07-2018</c:v>
                </c:pt>
                <c:pt idx="4619">
                  <c:v>18-07-2018</c:v>
                </c:pt>
                <c:pt idx="4620">
                  <c:v>19-07-2018</c:v>
                </c:pt>
                <c:pt idx="4621">
                  <c:v>20-07-2018</c:v>
                </c:pt>
                <c:pt idx="4622">
                  <c:v>23-07-2018</c:v>
                </c:pt>
                <c:pt idx="4623">
                  <c:v>24-07-2018</c:v>
                </c:pt>
                <c:pt idx="4624">
                  <c:v>25-07-2018</c:v>
                </c:pt>
                <c:pt idx="4625">
                  <c:v>26-07-2018</c:v>
                </c:pt>
                <c:pt idx="4626">
                  <c:v>27-07-2018</c:v>
                </c:pt>
                <c:pt idx="4627">
                  <c:v>30-07-2018</c:v>
                </c:pt>
                <c:pt idx="4628">
                  <c:v>31-07-2018</c:v>
                </c:pt>
                <c:pt idx="4629">
                  <c:v>01-08-2018</c:v>
                </c:pt>
                <c:pt idx="4630">
                  <c:v>02-08-2018</c:v>
                </c:pt>
                <c:pt idx="4631">
                  <c:v>03-08-2018</c:v>
                </c:pt>
                <c:pt idx="4632">
                  <c:v>06-08-2018</c:v>
                </c:pt>
                <c:pt idx="4633">
                  <c:v>07-08-2018</c:v>
                </c:pt>
                <c:pt idx="4634">
                  <c:v>08-08-2018</c:v>
                </c:pt>
                <c:pt idx="4635">
                  <c:v>09-08-2018</c:v>
                </c:pt>
                <c:pt idx="4636">
                  <c:v>10-08-2018</c:v>
                </c:pt>
                <c:pt idx="4637">
                  <c:v>13-08-2018</c:v>
                </c:pt>
                <c:pt idx="4638">
                  <c:v>14-08-2018</c:v>
                </c:pt>
                <c:pt idx="4639">
                  <c:v>16-08-2018</c:v>
                </c:pt>
                <c:pt idx="4640">
                  <c:v>17-08-2018</c:v>
                </c:pt>
                <c:pt idx="4641">
                  <c:v>20-08-2018</c:v>
                </c:pt>
                <c:pt idx="4642">
                  <c:v>21-08-2018</c:v>
                </c:pt>
                <c:pt idx="4643">
                  <c:v>23-08-2018</c:v>
                </c:pt>
                <c:pt idx="4644">
                  <c:v>24-08-2018</c:v>
                </c:pt>
                <c:pt idx="4645">
                  <c:v>27-08-2018</c:v>
                </c:pt>
                <c:pt idx="4646">
                  <c:v>28-08-2018</c:v>
                </c:pt>
                <c:pt idx="4647">
                  <c:v>29-08-2018</c:v>
                </c:pt>
                <c:pt idx="4648">
                  <c:v>30-08-2018</c:v>
                </c:pt>
                <c:pt idx="4649">
                  <c:v>31-08-2018</c:v>
                </c:pt>
                <c:pt idx="4650">
                  <c:v>03-09-2018</c:v>
                </c:pt>
                <c:pt idx="4651">
                  <c:v>04-09-2018</c:v>
                </c:pt>
                <c:pt idx="4652">
                  <c:v>05-09-2018</c:v>
                </c:pt>
                <c:pt idx="4653">
                  <c:v>06-09-2018</c:v>
                </c:pt>
                <c:pt idx="4654">
                  <c:v>07-09-2018</c:v>
                </c:pt>
                <c:pt idx="4655">
                  <c:v>10-09-2018</c:v>
                </c:pt>
                <c:pt idx="4656">
                  <c:v>11-09-2018</c:v>
                </c:pt>
                <c:pt idx="4657">
                  <c:v>12-09-2018</c:v>
                </c:pt>
                <c:pt idx="4658">
                  <c:v>14-09-2018</c:v>
                </c:pt>
                <c:pt idx="4659">
                  <c:v>17-09-2018</c:v>
                </c:pt>
                <c:pt idx="4660">
                  <c:v>18-09-2018</c:v>
                </c:pt>
                <c:pt idx="4661">
                  <c:v>19-09-2018</c:v>
                </c:pt>
                <c:pt idx="4662">
                  <c:v>21-09-2018</c:v>
                </c:pt>
                <c:pt idx="4663">
                  <c:v>24-09-2018</c:v>
                </c:pt>
                <c:pt idx="4664">
                  <c:v>25-09-2018</c:v>
                </c:pt>
                <c:pt idx="4665">
                  <c:v>26-09-2018</c:v>
                </c:pt>
                <c:pt idx="4666">
                  <c:v>27-09-2018</c:v>
                </c:pt>
                <c:pt idx="4667">
                  <c:v>28-09-2018</c:v>
                </c:pt>
                <c:pt idx="4668">
                  <c:v>01-10-2018</c:v>
                </c:pt>
                <c:pt idx="4669">
                  <c:v>03-10-2018</c:v>
                </c:pt>
                <c:pt idx="4670">
                  <c:v>04-10-2018</c:v>
                </c:pt>
                <c:pt idx="4671">
                  <c:v>05-10-2018</c:v>
                </c:pt>
                <c:pt idx="4672">
                  <c:v>08-10-2018</c:v>
                </c:pt>
                <c:pt idx="4673">
                  <c:v>09-10-2018</c:v>
                </c:pt>
                <c:pt idx="4674">
                  <c:v>10-10-2018</c:v>
                </c:pt>
                <c:pt idx="4675">
                  <c:v>11-10-2018</c:v>
                </c:pt>
                <c:pt idx="4676">
                  <c:v>12-10-2018</c:v>
                </c:pt>
                <c:pt idx="4677">
                  <c:v>15-10-2018</c:v>
                </c:pt>
                <c:pt idx="4678">
                  <c:v>16-10-2018</c:v>
                </c:pt>
                <c:pt idx="4679">
                  <c:v>17-10-2018</c:v>
                </c:pt>
                <c:pt idx="4680">
                  <c:v>19-10-2018</c:v>
                </c:pt>
                <c:pt idx="4681">
                  <c:v>22-10-2018</c:v>
                </c:pt>
                <c:pt idx="4682">
                  <c:v>23-10-2018</c:v>
                </c:pt>
                <c:pt idx="4683">
                  <c:v>24-10-2018</c:v>
                </c:pt>
                <c:pt idx="4684">
                  <c:v>25-10-2018</c:v>
                </c:pt>
                <c:pt idx="4685">
                  <c:v>26-10-2018</c:v>
                </c:pt>
                <c:pt idx="4686">
                  <c:v>29-10-2018</c:v>
                </c:pt>
                <c:pt idx="4687">
                  <c:v>30-10-2018</c:v>
                </c:pt>
                <c:pt idx="4688">
                  <c:v>31-10-2018</c:v>
                </c:pt>
                <c:pt idx="4689">
                  <c:v>01-11-2018</c:v>
                </c:pt>
                <c:pt idx="4690">
                  <c:v>02-11-2018</c:v>
                </c:pt>
                <c:pt idx="4691">
                  <c:v>05-11-2018</c:v>
                </c:pt>
                <c:pt idx="4692">
                  <c:v>06-11-2018</c:v>
                </c:pt>
                <c:pt idx="4693">
                  <c:v>07-11-2018</c:v>
                </c:pt>
                <c:pt idx="4694">
                  <c:v>09-11-2018</c:v>
                </c:pt>
                <c:pt idx="4695">
                  <c:v>12-11-2018</c:v>
                </c:pt>
                <c:pt idx="4696">
                  <c:v>13-11-2018</c:v>
                </c:pt>
                <c:pt idx="4697">
                  <c:v>14-11-2018</c:v>
                </c:pt>
                <c:pt idx="4698">
                  <c:v>15-11-2018</c:v>
                </c:pt>
                <c:pt idx="4699">
                  <c:v>16-11-2018</c:v>
                </c:pt>
                <c:pt idx="4700">
                  <c:v>19-11-2018</c:v>
                </c:pt>
                <c:pt idx="4701">
                  <c:v>20-11-2018</c:v>
                </c:pt>
                <c:pt idx="4702">
                  <c:v>21-11-2018</c:v>
                </c:pt>
                <c:pt idx="4703">
                  <c:v>22-11-2018</c:v>
                </c:pt>
                <c:pt idx="4704">
                  <c:v>26-11-2018</c:v>
                </c:pt>
                <c:pt idx="4705">
                  <c:v>27-11-2018</c:v>
                </c:pt>
                <c:pt idx="4706">
                  <c:v>28-11-2018</c:v>
                </c:pt>
                <c:pt idx="4707">
                  <c:v>29-11-2018</c:v>
                </c:pt>
                <c:pt idx="4708">
                  <c:v>30-11-2018</c:v>
                </c:pt>
                <c:pt idx="4709">
                  <c:v>03-12-2018</c:v>
                </c:pt>
                <c:pt idx="4710">
                  <c:v>04-12-2018</c:v>
                </c:pt>
                <c:pt idx="4711">
                  <c:v>05-12-2018</c:v>
                </c:pt>
                <c:pt idx="4712">
                  <c:v>06-12-2018</c:v>
                </c:pt>
                <c:pt idx="4713">
                  <c:v>07-12-2018</c:v>
                </c:pt>
                <c:pt idx="4714">
                  <c:v>10-12-2018</c:v>
                </c:pt>
                <c:pt idx="4715">
                  <c:v>11-12-2018</c:v>
                </c:pt>
                <c:pt idx="4716">
                  <c:v>12-12-2018</c:v>
                </c:pt>
                <c:pt idx="4717">
                  <c:v>13-12-2018</c:v>
                </c:pt>
                <c:pt idx="4718">
                  <c:v>14-12-2018</c:v>
                </c:pt>
                <c:pt idx="4719">
                  <c:v>17-12-2018</c:v>
                </c:pt>
                <c:pt idx="4720">
                  <c:v>18-12-2018</c:v>
                </c:pt>
                <c:pt idx="4721">
                  <c:v>19-12-2018</c:v>
                </c:pt>
                <c:pt idx="4722">
                  <c:v>20-12-2018</c:v>
                </c:pt>
                <c:pt idx="4723">
                  <c:v>21-12-2018</c:v>
                </c:pt>
                <c:pt idx="4724">
                  <c:v>24-12-2018</c:v>
                </c:pt>
                <c:pt idx="4725">
                  <c:v>26-12-2018</c:v>
                </c:pt>
                <c:pt idx="4726">
                  <c:v>27-12-2018</c:v>
                </c:pt>
                <c:pt idx="4727">
                  <c:v>28-12-2018</c:v>
                </c:pt>
                <c:pt idx="4728">
                  <c:v>31-12-2018</c:v>
                </c:pt>
                <c:pt idx="4729">
                  <c:v>01-01-2019</c:v>
                </c:pt>
                <c:pt idx="4730">
                  <c:v>02-01-2019</c:v>
                </c:pt>
                <c:pt idx="4731">
                  <c:v>03-01-2019</c:v>
                </c:pt>
                <c:pt idx="4732">
                  <c:v>04-01-2019</c:v>
                </c:pt>
                <c:pt idx="4733">
                  <c:v>07-01-2019</c:v>
                </c:pt>
                <c:pt idx="4734">
                  <c:v>08-01-2019</c:v>
                </c:pt>
                <c:pt idx="4735">
                  <c:v>09-01-2019</c:v>
                </c:pt>
                <c:pt idx="4736">
                  <c:v>10-01-2019</c:v>
                </c:pt>
                <c:pt idx="4737">
                  <c:v>11-01-2019</c:v>
                </c:pt>
                <c:pt idx="4738">
                  <c:v>14-01-2019</c:v>
                </c:pt>
                <c:pt idx="4739">
                  <c:v>15-01-2019</c:v>
                </c:pt>
                <c:pt idx="4740">
                  <c:v>16-01-2019</c:v>
                </c:pt>
                <c:pt idx="4741">
                  <c:v>17-01-2019</c:v>
                </c:pt>
                <c:pt idx="4742">
                  <c:v>18-01-2019</c:v>
                </c:pt>
                <c:pt idx="4743">
                  <c:v>21-01-2019</c:v>
                </c:pt>
                <c:pt idx="4744">
                  <c:v>22-01-2019</c:v>
                </c:pt>
                <c:pt idx="4745">
                  <c:v>23-01-2019</c:v>
                </c:pt>
                <c:pt idx="4746">
                  <c:v>24-01-2019</c:v>
                </c:pt>
                <c:pt idx="4747">
                  <c:v>25-01-2019</c:v>
                </c:pt>
                <c:pt idx="4748">
                  <c:v>28-01-2019</c:v>
                </c:pt>
                <c:pt idx="4749">
                  <c:v>29-01-2019</c:v>
                </c:pt>
                <c:pt idx="4750">
                  <c:v>30-01-2019</c:v>
                </c:pt>
                <c:pt idx="4751">
                  <c:v>31-01-2019</c:v>
                </c:pt>
                <c:pt idx="4752">
                  <c:v>01-02-2019</c:v>
                </c:pt>
                <c:pt idx="4753">
                  <c:v>04-02-2019</c:v>
                </c:pt>
                <c:pt idx="4754">
                  <c:v>05-02-2019</c:v>
                </c:pt>
                <c:pt idx="4755">
                  <c:v>06-02-2019</c:v>
                </c:pt>
                <c:pt idx="4756">
                  <c:v>07-02-2019</c:v>
                </c:pt>
                <c:pt idx="4757">
                  <c:v>08-02-2019</c:v>
                </c:pt>
                <c:pt idx="4758">
                  <c:v>11-02-2019</c:v>
                </c:pt>
                <c:pt idx="4759">
                  <c:v>12-02-2019</c:v>
                </c:pt>
                <c:pt idx="4760">
                  <c:v>13-02-2019</c:v>
                </c:pt>
                <c:pt idx="4761">
                  <c:v>14-02-2019</c:v>
                </c:pt>
                <c:pt idx="4762">
                  <c:v>15-02-2019</c:v>
                </c:pt>
                <c:pt idx="4763">
                  <c:v>18-02-2019</c:v>
                </c:pt>
                <c:pt idx="4764">
                  <c:v>19-02-2019</c:v>
                </c:pt>
                <c:pt idx="4765">
                  <c:v>20-02-2019</c:v>
                </c:pt>
                <c:pt idx="4766">
                  <c:v>21-02-2019</c:v>
                </c:pt>
                <c:pt idx="4767">
                  <c:v>22-02-2019</c:v>
                </c:pt>
                <c:pt idx="4768">
                  <c:v>25-02-2019</c:v>
                </c:pt>
                <c:pt idx="4769">
                  <c:v>26-02-2019</c:v>
                </c:pt>
                <c:pt idx="4770">
                  <c:v>27-02-2019</c:v>
                </c:pt>
                <c:pt idx="4771">
                  <c:v>28-02-2019</c:v>
                </c:pt>
                <c:pt idx="4772">
                  <c:v>01-03-2019</c:v>
                </c:pt>
                <c:pt idx="4773">
                  <c:v>05-03-2019</c:v>
                </c:pt>
                <c:pt idx="4774">
                  <c:v>06-03-2019</c:v>
                </c:pt>
                <c:pt idx="4775">
                  <c:v>07-03-2019</c:v>
                </c:pt>
                <c:pt idx="4776">
                  <c:v>08-03-2019</c:v>
                </c:pt>
                <c:pt idx="4777">
                  <c:v>11-03-2019</c:v>
                </c:pt>
                <c:pt idx="4778">
                  <c:v>12-03-2019</c:v>
                </c:pt>
                <c:pt idx="4779">
                  <c:v>13-03-2019</c:v>
                </c:pt>
                <c:pt idx="4780">
                  <c:v>14-03-2019</c:v>
                </c:pt>
                <c:pt idx="4781">
                  <c:v>15-03-2019</c:v>
                </c:pt>
                <c:pt idx="4782">
                  <c:v>18-03-2019</c:v>
                </c:pt>
                <c:pt idx="4783">
                  <c:v>19-03-2019</c:v>
                </c:pt>
                <c:pt idx="4784">
                  <c:v>20-03-2019</c:v>
                </c:pt>
                <c:pt idx="4785">
                  <c:v>22-03-2019</c:v>
                </c:pt>
                <c:pt idx="4786">
                  <c:v>25-03-2019</c:v>
                </c:pt>
                <c:pt idx="4787">
                  <c:v>26-03-2019</c:v>
                </c:pt>
                <c:pt idx="4788">
                  <c:v>27-03-2019</c:v>
                </c:pt>
                <c:pt idx="4789">
                  <c:v>28-03-2019</c:v>
                </c:pt>
                <c:pt idx="4790">
                  <c:v>29-03-2019</c:v>
                </c:pt>
                <c:pt idx="4791">
                  <c:v>01-04-2019</c:v>
                </c:pt>
                <c:pt idx="4792">
                  <c:v>02-04-2019</c:v>
                </c:pt>
                <c:pt idx="4793">
                  <c:v>03-04-2019</c:v>
                </c:pt>
                <c:pt idx="4794">
                  <c:v>04-04-2019</c:v>
                </c:pt>
                <c:pt idx="4795">
                  <c:v>05-04-2019</c:v>
                </c:pt>
                <c:pt idx="4796">
                  <c:v>08-04-2019</c:v>
                </c:pt>
                <c:pt idx="4797">
                  <c:v>09-04-2019</c:v>
                </c:pt>
                <c:pt idx="4798">
                  <c:v>10-04-2019</c:v>
                </c:pt>
                <c:pt idx="4799">
                  <c:v>11-04-2019</c:v>
                </c:pt>
                <c:pt idx="4800">
                  <c:v>12-04-2019</c:v>
                </c:pt>
                <c:pt idx="4801">
                  <c:v>15-04-2019</c:v>
                </c:pt>
                <c:pt idx="4802">
                  <c:v>16-04-2019</c:v>
                </c:pt>
                <c:pt idx="4803">
                  <c:v>18-04-2019</c:v>
                </c:pt>
                <c:pt idx="4804">
                  <c:v>22-04-2019</c:v>
                </c:pt>
                <c:pt idx="4805">
                  <c:v>23-04-2019</c:v>
                </c:pt>
                <c:pt idx="4806">
                  <c:v>24-04-2019</c:v>
                </c:pt>
                <c:pt idx="4807">
                  <c:v>25-04-2019</c:v>
                </c:pt>
                <c:pt idx="4808">
                  <c:v>26-04-2019</c:v>
                </c:pt>
                <c:pt idx="4809">
                  <c:v>30-04-2019</c:v>
                </c:pt>
                <c:pt idx="4810">
                  <c:v>02-05-2019</c:v>
                </c:pt>
                <c:pt idx="4811">
                  <c:v>03-05-2019</c:v>
                </c:pt>
                <c:pt idx="4812">
                  <c:v>06-05-2019</c:v>
                </c:pt>
                <c:pt idx="4813">
                  <c:v>07-05-2019</c:v>
                </c:pt>
                <c:pt idx="4814">
                  <c:v>08-05-2019</c:v>
                </c:pt>
                <c:pt idx="4815">
                  <c:v>09-05-2019</c:v>
                </c:pt>
                <c:pt idx="4816">
                  <c:v>10-05-2019</c:v>
                </c:pt>
                <c:pt idx="4817">
                  <c:v>13-05-2019</c:v>
                </c:pt>
                <c:pt idx="4818">
                  <c:v>14-05-2019</c:v>
                </c:pt>
                <c:pt idx="4819">
                  <c:v>15-05-2019</c:v>
                </c:pt>
                <c:pt idx="4820">
                  <c:v>16-05-2019</c:v>
                </c:pt>
                <c:pt idx="4821">
                  <c:v>17-05-2019</c:v>
                </c:pt>
                <c:pt idx="4822">
                  <c:v>20-05-2019</c:v>
                </c:pt>
                <c:pt idx="4823">
                  <c:v>21-05-2019</c:v>
                </c:pt>
                <c:pt idx="4824">
                  <c:v>22-05-2019</c:v>
                </c:pt>
                <c:pt idx="4825">
                  <c:v>23-05-2019</c:v>
                </c:pt>
                <c:pt idx="4826">
                  <c:v>24-05-2019</c:v>
                </c:pt>
                <c:pt idx="4827">
                  <c:v>27-05-2019</c:v>
                </c:pt>
                <c:pt idx="4828">
                  <c:v>28-05-2019</c:v>
                </c:pt>
                <c:pt idx="4829">
                  <c:v>29-05-2019</c:v>
                </c:pt>
                <c:pt idx="4830">
                  <c:v>30-05-2019</c:v>
                </c:pt>
                <c:pt idx="4831">
                  <c:v>31-05-2019</c:v>
                </c:pt>
                <c:pt idx="4832">
                  <c:v>03-06-2019</c:v>
                </c:pt>
                <c:pt idx="4833">
                  <c:v>04-06-2019</c:v>
                </c:pt>
                <c:pt idx="4834">
                  <c:v>06-06-2019</c:v>
                </c:pt>
                <c:pt idx="4835">
                  <c:v>07-06-2019</c:v>
                </c:pt>
                <c:pt idx="4836">
                  <c:v>10-06-2019</c:v>
                </c:pt>
                <c:pt idx="4837">
                  <c:v>11-06-2019</c:v>
                </c:pt>
                <c:pt idx="4838">
                  <c:v>12-06-2019</c:v>
                </c:pt>
                <c:pt idx="4839">
                  <c:v>13-06-2019</c:v>
                </c:pt>
                <c:pt idx="4840">
                  <c:v>14-06-2019</c:v>
                </c:pt>
                <c:pt idx="4841">
                  <c:v>17-06-2019</c:v>
                </c:pt>
                <c:pt idx="4842">
                  <c:v>18-06-2019</c:v>
                </c:pt>
                <c:pt idx="4843">
                  <c:v>19-06-2019</c:v>
                </c:pt>
                <c:pt idx="4844">
                  <c:v>20-06-2019</c:v>
                </c:pt>
                <c:pt idx="4845">
                  <c:v>21-06-2019</c:v>
                </c:pt>
                <c:pt idx="4846">
                  <c:v>24-06-2019</c:v>
                </c:pt>
                <c:pt idx="4847">
                  <c:v>25-06-2019</c:v>
                </c:pt>
                <c:pt idx="4848">
                  <c:v>26-06-2019</c:v>
                </c:pt>
                <c:pt idx="4849">
                  <c:v>27-06-2019</c:v>
                </c:pt>
                <c:pt idx="4850">
                  <c:v>28-06-2019</c:v>
                </c:pt>
                <c:pt idx="4851">
                  <c:v>01-07-2019</c:v>
                </c:pt>
                <c:pt idx="4852">
                  <c:v>02-07-2019</c:v>
                </c:pt>
                <c:pt idx="4853">
                  <c:v>03-07-2019</c:v>
                </c:pt>
                <c:pt idx="4854">
                  <c:v>04-07-2019</c:v>
                </c:pt>
                <c:pt idx="4855">
                  <c:v>05-07-2019</c:v>
                </c:pt>
                <c:pt idx="4856">
                  <c:v>08-07-2019</c:v>
                </c:pt>
                <c:pt idx="4857">
                  <c:v>09-07-2019</c:v>
                </c:pt>
                <c:pt idx="4858">
                  <c:v>10-07-2019</c:v>
                </c:pt>
                <c:pt idx="4859">
                  <c:v>11-07-2019</c:v>
                </c:pt>
                <c:pt idx="4860">
                  <c:v>12-07-2019</c:v>
                </c:pt>
                <c:pt idx="4861">
                  <c:v>15-07-2019</c:v>
                </c:pt>
                <c:pt idx="4862">
                  <c:v>16-07-2019</c:v>
                </c:pt>
                <c:pt idx="4863">
                  <c:v>17-07-2019</c:v>
                </c:pt>
                <c:pt idx="4864">
                  <c:v>18-07-2019</c:v>
                </c:pt>
                <c:pt idx="4865">
                  <c:v>19-07-2019</c:v>
                </c:pt>
                <c:pt idx="4866">
                  <c:v>22-07-2019</c:v>
                </c:pt>
                <c:pt idx="4867">
                  <c:v>23-07-2019</c:v>
                </c:pt>
                <c:pt idx="4868">
                  <c:v>24-07-2019</c:v>
                </c:pt>
                <c:pt idx="4869">
                  <c:v>25-07-2019</c:v>
                </c:pt>
                <c:pt idx="4870">
                  <c:v>26-07-2019</c:v>
                </c:pt>
                <c:pt idx="4871">
                  <c:v>29-07-2019</c:v>
                </c:pt>
                <c:pt idx="4872">
                  <c:v>30-07-2019</c:v>
                </c:pt>
                <c:pt idx="4873">
                  <c:v>31-07-2019</c:v>
                </c:pt>
                <c:pt idx="4874">
                  <c:v>01-08-2019</c:v>
                </c:pt>
                <c:pt idx="4875">
                  <c:v>02-08-2019</c:v>
                </c:pt>
                <c:pt idx="4876">
                  <c:v>05-08-2019</c:v>
                </c:pt>
                <c:pt idx="4877">
                  <c:v>06-08-2019</c:v>
                </c:pt>
                <c:pt idx="4878">
                  <c:v>07-08-2019</c:v>
                </c:pt>
                <c:pt idx="4879">
                  <c:v>08-08-2019</c:v>
                </c:pt>
                <c:pt idx="4880">
                  <c:v>09-08-2019</c:v>
                </c:pt>
                <c:pt idx="4881">
                  <c:v>13-08-2019</c:v>
                </c:pt>
                <c:pt idx="4882">
                  <c:v>14-08-2019</c:v>
                </c:pt>
                <c:pt idx="4883">
                  <c:v>16-08-2019</c:v>
                </c:pt>
                <c:pt idx="4884">
                  <c:v>19-08-2019</c:v>
                </c:pt>
                <c:pt idx="4885">
                  <c:v>20-08-2019</c:v>
                </c:pt>
                <c:pt idx="4886">
                  <c:v>21-08-2019</c:v>
                </c:pt>
                <c:pt idx="4887">
                  <c:v>22-08-2019</c:v>
                </c:pt>
                <c:pt idx="4888">
                  <c:v>23-08-2019</c:v>
                </c:pt>
                <c:pt idx="4889">
                  <c:v>26-08-2019</c:v>
                </c:pt>
                <c:pt idx="4890">
                  <c:v>27-08-2019</c:v>
                </c:pt>
                <c:pt idx="4891">
                  <c:v>28-08-2019</c:v>
                </c:pt>
                <c:pt idx="4892">
                  <c:v>29-08-2019</c:v>
                </c:pt>
                <c:pt idx="4893">
                  <c:v>30-08-2019</c:v>
                </c:pt>
                <c:pt idx="4894">
                  <c:v>03-09-2019</c:v>
                </c:pt>
                <c:pt idx="4895">
                  <c:v>04-09-2019</c:v>
                </c:pt>
                <c:pt idx="4896">
                  <c:v>05-09-2019</c:v>
                </c:pt>
                <c:pt idx="4897">
                  <c:v>06-09-2019</c:v>
                </c:pt>
                <c:pt idx="4898">
                  <c:v>09-09-2019</c:v>
                </c:pt>
                <c:pt idx="4899">
                  <c:v>11-09-2019</c:v>
                </c:pt>
                <c:pt idx="4900">
                  <c:v>12-09-2019</c:v>
                </c:pt>
                <c:pt idx="4901">
                  <c:v>13-09-2019</c:v>
                </c:pt>
                <c:pt idx="4902">
                  <c:v>16-09-2019</c:v>
                </c:pt>
                <c:pt idx="4903">
                  <c:v>17-09-2019</c:v>
                </c:pt>
                <c:pt idx="4904">
                  <c:v>18-09-2019</c:v>
                </c:pt>
                <c:pt idx="4905">
                  <c:v>19-09-2019</c:v>
                </c:pt>
                <c:pt idx="4906">
                  <c:v>20-09-2019</c:v>
                </c:pt>
                <c:pt idx="4907">
                  <c:v>23-09-2019</c:v>
                </c:pt>
                <c:pt idx="4908">
                  <c:v>24-09-2019</c:v>
                </c:pt>
                <c:pt idx="4909">
                  <c:v>25-09-2019</c:v>
                </c:pt>
                <c:pt idx="4910">
                  <c:v>26-09-2019</c:v>
                </c:pt>
                <c:pt idx="4911">
                  <c:v>27-09-2019</c:v>
                </c:pt>
                <c:pt idx="4912">
                  <c:v>30-09-2019</c:v>
                </c:pt>
                <c:pt idx="4913">
                  <c:v>01-10-2019</c:v>
                </c:pt>
                <c:pt idx="4914">
                  <c:v>03-10-2019</c:v>
                </c:pt>
                <c:pt idx="4915">
                  <c:v>04-10-2019</c:v>
                </c:pt>
                <c:pt idx="4916">
                  <c:v>07-10-2019</c:v>
                </c:pt>
                <c:pt idx="4917">
                  <c:v>09-10-2019</c:v>
                </c:pt>
                <c:pt idx="4918">
                  <c:v>10-10-2019</c:v>
                </c:pt>
                <c:pt idx="4919">
                  <c:v>11-10-2019</c:v>
                </c:pt>
                <c:pt idx="4920">
                  <c:v>14-10-2019</c:v>
                </c:pt>
                <c:pt idx="4921">
                  <c:v>15-10-2019</c:v>
                </c:pt>
                <c:pt idx="4922">
                  <c:v>16-10-2019</c:v>
                </c:pt>
                <c:pt idx="4923">
                  <c:v>17-10-2019</c:v>
                </c:pt>
                <c:pt idx="4924">
                  <c:v>18-10-2019</c:v>
                </c:pt>
                <c:pt idx="4925">
                  <c:v>22-10-2019</c:v>
                </c:pt>
                <c:pt idx="4926">
                  <c:v>23-10-2019</c:v>
                </c:pt>
                <c:pt idx="4927">
                  <c:v>24-10-2019</c:v>
                </c:pt>
                <c:pt idx="4928">
                  <c:v>25-10-2019</c:v>
                </c:pt>
                <c:pt idx="4929">
                  <c:v>27-10-2019</c:v>
                </c:pt>
                <c:pt idx="4930">
                  <c:v>29-10-2019</c:v>
                </c:pt>
                <c:pt idx="4931">
                  <c:v>30-10-2019</c:v>
                </c:pt>
                <c:pt idx="4932">
                  <c:v>31-10-2019</c:v>
                </c:pt>
                <c:pt idx="4933">
                  <c:v>01-11-2019</c:v>
                </c:pt>
                <c:pt idx="4934">
                  <c:v>04-11-2019</c:v>
                </c:pt>
                <c:pt idx="4935">
                  <c:v>05-11-2019</c:v>
                </c:pt>
                <c:pt idx="4936">
                  <c:v>06-11-2019</c:v>
                </c:pt>
                <c:pt idx="4937">
                  <c:v>07-11-2019</c:v>
                </c:pt>
                <c:pt idx="4938">
                  <c:v>08-11-2019</c:v>
                </c:pt>
                <c:pt idx="4939">
                  <c:v>11-11-2019</c:v>
                </c:pt>
                <c:pt idx="4940">
                  <c:v>13-11-2019</c:v>
                </c:pt>
                <c:pt idx="4941">
                  <c:v>14-11-2019</c:v>
                </c:pt>
                <c:pt idx="4942">
                  <c:v>15-11-2019</c:v>
                </c:pt>
                <c:pt idx="4943">
                  <c:v>18-11-2019</c:v>
                </c:pt>
                <c:pt idx="4944">
                  <c:v>19-11-2019</c:v>
                </c:pt>
                <c:pt idx="4945">
                  <c:v>20-11-2019</c:v>
                </c:pt>
                <c:pt idx="4946">
                  <c:v>21-11-2019</c:v>
                </c:pt>
                <c:pt idx="4947">
                  <c:v>22-11-2019</c:v>
                </c:pt>
                <c:pt idx="4948">
                  <c:v>25-11-2019</c:v>
                </c:pt>
                <c:pt idx="4949">
                  <c:v>26-11-2019</c:v>
                </c:pt>
                <c:pt idx="4950">
                  <c:v>27-11-2019</c:v>
                </c:pt>
                <c:pt idx="4951">
                  <c:v>28-11-2019</c:v>
                </c:pt>
                <c:pt idx="4952">
                  <c:v>29-11-2019</c:v>
                </c:pt>
                <c:pt idx="4953">
                  <c:v>02-12-2019</c:v>
                </c:pt>
                <c:pt idx="4954">
                  <c:v>03-12-2019</c:v>
                </c:pt>
                <c:pt idx="4955">
                  <c:v>04-12-2019</c:v>
                </c:pt>
                <c:pt idx="4956">
                  <c:v>05-12-2019</c:v>
                </c:pt>
                <c:pt idx="4957">
                  <c:v>06-12-2019</c:v>
                </c:pt>
                <c:pt idx="4958">
                  <c:v>09-12-2019</c:v>
                </c:pt>
                <c:pt idx="4959">
                  <c:v>10-12-2019</c:v>
                </c:pt>
                <c:pt idx="4960">
                  <c:v>11-12-2019</c:v>
                </c:pt>
                <c:pt idx="4961">
                  <c:v>12-12-2019</c:v>
                </c:pt>
                <c:pt idx="4962">
                  <c:v>13-12-2019</c:v>
                </c:pt>
                <c:pt idx="4963">
                  <c:v>16-12-2019</c:v>
                </c:pt>
                <c:pt idx="4964">
                  <c:v>17-12-2019</c:v>
                </c:pt>
                <c:pt idx="4965">
                  <c:v>18-12-2019</c:v>
                </c:pt>
                <c:pt idx="4966">
                  <c:v>19-12-2019</c:v>
                </c:pt>
                <c:pt idx="4967">
                  <c:v>20-12-2019</c:v>
                </c:pt>
                <c:pt idx="4968">
                  <c:v>23-12-2019</c:v>
                </c:pt>
                <c:pt idx="4969">
                  <c:v>24-12-2019</c:v>
                </c:pt>
                <c:pt idx="4970">
                  <c:v>26-12-2019</c:v>
                </c:pt>
                <c:pt idx="4971">
                  <c:v>27-12-2019</c:v>
                </c:pt>
                <c:pt idx="4972">
                  <c:v>30-12-2019</c:v>
                </c:pt>
                <c:pt idx="4973">
                  <c:v>31-12-2019</c:v>
                </c:pt>
                <c:pt idx="4974">
                  <c:v>01-01-2020</c:v>
                </c:pt>
                <c:pt idx="4975">
                  <c:v>02-01-2020</c:v>
                </c:pt>
                <c:pt idx="4976">
                  <c:v>03-01-2020</c:v>
                </c:pt>
                <c:pt idx="4977">
                  <c:v>06-01-2020</c:v>
                </c:pt>
                <c:pt idx="4978">
                  <c:v>07-01-2020</c:v>
                </c:pt>
                <c:pt idx="4979">
                  <c:v>08-01-2020</c:v>
                </c:pt>
                <c:pt idx="4980">
                  <c:v>09-01-2020</c:v>
                </c:pt>
                <c:pt idx="4981">
                  <c:v>10-01-2020</c:v>
                </c:pt>
                <c:pt idx="4982">
                  <c:v>13-01-2020</c:v>
                </c:pt>
                <c:pt idx="4983">
                  <c:v>14-01-2020</c:v>
                </c:pt>
                <c:pt idx="4984">
                  <c:v>15-01-2020</c:v>
                </c:pt>
                <c:pt idx="4985">
                  <c:v>16-01-2020</c:v>
                </c:pt>
                <c:pt idx="4986">
                  <c:v>17-01-2020</c:v>
                </c:pt>
                <c:pt idx="4987">
                  <c:v>20-01-2020</c:v>
                </c:pt>
                <c:pt idx="4988">
                  <c:v>21-01-2020</c:v>
                </c:pt>
                <c:pt idx="4989">
                  <c:v>22-01-2020</c:v>
                </c:pt>
                <c:pt idx="4990">
                  <c:v>23-01-2020</c:v>
                </c:pt>
                <c:pt idx="4991">
                  <c:v>24-01-2020</c:v>
                </c:pt>
                <c:pt idx="4992">
                  <c:v>27-01-2020</c:v>
                </c:pt>
                <c:pt idx="4993">
                  <c:v>28-01-2020</c:v>
                </c:pt>
                <c:pt idx="4994">
                  <c:v>29-01-2020</c:v>
                </c:pt>
                <c:pt idx="4995">
                  <c:v>30-01-2020</c:v>
                </c:pt>
                <c:pt idx="4996">
                  <c:v>31-01-2020</c:v>
                </c:pt>
                <c:pt idx="4997">
                  <c:v>01-02-2020</c:v>
                </c:pt>
                <c:pt idx="4998">
                  <c:v>03-02-2020</c:v>
                </c:pt>
                <c:pt idx="4999">
                  <c:v>04-02-2020</c:v>
                </c:pt>
                <c:pt idx="5000">
                  <c:v>05-02-2020</c:v>
                </c:pt>
                <c:pt idx="5001">
                  <c:v>06-02-2020</c:v>
                </c:pt>
                <c:pt idx="5002">
                  <c:v>07-02-2020</c:v>
                </c:pt>
                <c:pt idx="5003">
                  <c:v>10-02-2020</c:v>
                </c:pt>
                <c:pt idx="5004">
                  <c:v>11-02-2020</c:v>
                </c:pt>
                <c:pt idx="5005">
                  <c:v>12-02-2020</c:v>
                </c:pt>
                <c:pt idx="5006">
                  <c:v>13-02-2020</c:v>
                </c:pt>
                <c:pt idx="5007">
                  <c:v>14-02-2020</c:v>
                </c:pt>
                <c:pt idx="5008">
                  <c:v>17-02-2020</c:v>
                </c:pt>
                <c:pt idx="5009">
                  <c:v>18-02-2020</c:v>
                </c:pt>
                <c:pt idx="5010">
                  <c:v>19-02-2020</c:v>
                </c:pt>
                <c:pt idx="5011">
                  <c:v>20-02-2020</c:v>
                </c:pt>
                <c:pt idx="5012">
                  <c:v>24-02-2020</c:v>
                </c:pt>
                <c:pt idx="5013">
                  <c:v>25-02-2020</c:v>
                </c:pt>
                <c:pt idx="5014">
                  <c:v>26-02-2020</c:v>
                </c:pt>
                <c:pt idx="5015">
                  <c:v>27-02-2020</c:v>
                </c:pt>
                <c:pt idx="5016">
                  <c:v>28-02-2020</c:v>
                </c:pt>
                <c:pt idx="5017">
                  <c:v>02-03-2020</c:v>
                </c:pt>
                <c:pt idx="5018">
                  <c:v>03-03-2020</c:v>
                </c:pt>
                <c:pt idx="5019">
                  <c:v>04-03-2020</c:v>
                </c:pt>
                <c:pt idx="5020">
                  <c:v>05-03-2020</c:v>
                </c:pt>
                <c:pt idx="5021">
                  <c:v>06-03-2020</c:v>
                </c:pt>
                <c:pt idx="5022">
                  <c:v>09-03-2020</c:v>
                </c:pt>
                <c:pt idx="5023">
                  <c:v>11-03-2020</c:v>
                </c:pt>
                <c:pt idx="5024">
                  <c:v>12-03-2020</c:v>
                </c:pt>
                <c:pt idx="5025">
                  <c:v>13-03-2020</c:v>
                </c:pt>
                <c:pt idx="5026">
                  <c:v>16-03-2020</c:v>
                </c:pt>
                <c:pt idx="5027">
                  <c:v>17-03-2020</c:v>
                </c:pt>
                <c:pt idx="5028">
                  <c:v>18-03-2020</c:v>
                </c:pt>
                <c:pt idx="5029">
                  <c:v>19-03-2020</c:v>
                </c:pt>
                <c:pt idx="5030">
                  <c:v>20-03-2020</c:v>
                </c:pt>
                <c:pt idx="5031">
                  <c:v>23-03-2020</c:v>
                </c:pt>
                <c:pt idx="5032">
                  <c:v>24-03-2020</c:v>
                </c:pt>
                <c:pt idx="5033">
                  <c:v>25-03-2020</c:v>
                </c:pt>
                <c:pt idx="5034">
                  <c:v>26-03-2020</c:v>
                </c:pt>
                <c:pt idx="5035">
                  <c:v>27-03-2020</c:v>
                </c:pt>
                <c:pt idx="5036">
                  <c:v>30-03-2020</c:v>
                </c:pt>
                <c:pt idx="5037">
                  <c:v>31-03-2020</c:v>
                </c:pt>
                <c:pt idx="5038">
                  <c:v>01-04-2020</c:v>
                </c:pt>
                <c:pt idx="5039">
                  <c:v>03-04-2020</c:v>
                </c:pt>
                <c:pt idx="5040">
                  <c:v>07-04-2020</c:v>
                </c:pt>
                <c:pt idx="5041">
                  <c:v>08-04-2020</c:v>
                </c:pt>
                <c:pt idx="5042">
                  <c:v>09-04-2020</c:v>
                </c:pt>
                <c:pt idx="5043">
                  <c:v>13-04-2020</c:v>
                </c:pt>
                <c:pt idx="5044">
                  <c:v>15-04-2020</c:v>
                </c:pt>
                <c:pt idx="5045">
                  <c:v>16-04-2020</c:v>
                </c:pt>
                <c:pt idx="5046">
                  <c:v>17-04-2020</c:v>
                </c:pt>
                <c:pt idx="5047">
                  <c:v>20-04-2020</c:v>
                </c:pt>
                <c:pt idx="5048">
                  <c:v>21-04-2020</c:v>
                </c:pt>
                <c:pt idx="5049">
                  <c:v>22-04-2020</c:v>
                </c:pt>
                <c:pt idx="5050">
                  <c:v>23-04-2020</c:v>
                </c:pt>
                <c:pt idx="5051">
                  <c:v>24-04-2020</c:v>
                </c:pt>
                <c:pt idx="5052">
                  <c:v>27-04-2020</c:v>
                </c:pt>
                <c:pt idx="5053">
                  <c:v>28-04-2020</c:v>
                </c:pt>
                <c:pt idx="5054">
                  <c:v>29-04-2020</c:v>
                </c:pt>
                <c:pt idx="5055">
                  <c:v>30-04-2020</c:v>
                </c:pt>
                <c:pt idx="5056">
                  <c:v>04-05-2020</c:v>
                </c:pt>
                <c:pt idx="5057">
                  <c:v>05-05-2020</c:v>
                </c:pt>
                <c:pt idx="5058">
                  <c:v>06-05-2020</c:v>
                </c:pt>
                <c:pt idx="5059">
                  <c:v>07-05-2020</c:v>
                </c:pt>
                <c:pt idx="5060">
                  <c:v>08-05-2020</c:v>
                </c:pt>
                <c:pt idx="5061">
                  <c:v>11-05-2020</c:v>
                </c:pt>
                <c:pt idx="5062">
                  <c:v>12-05-2020</c:v>
                </c:pt>
                <c:pt idx="5063">
                  <c:v>13-05-2020</c:v>
                </c:pt>
                <c:pt idx="5064">
                  <c:v>14-05-2020</c:v>
                </c:pt>
                <c:pt idx="5065">
                  <c:v>15-05-2020</c:v>
                </c:pt>
                <c:pt idx="5066">
                  <c:v>18-05-2020</c:v>
                </c:pt>
                <c:pt idx="5067">
                  <c:v>19-05-2020</c:v>
                </c:pt>
                <c:pt idx="5068">
                  <c:v>20-05-2020</c:v>
                </c:pt>
                <c:pt idx="5069">
                  <c:v>21-05-2020</c:v>
                </c:pt>
                <c:pt idx="5070">
                  <c:v>22-05-2020</c:v>
                </c:pt>
                <c:pt idx="5071">
                  <c:v>26-05-2020</c:v>
                </c:pt>
                <c:pt idx="5072">
                  <c:v>27-05-2020</c:v>
                </c:pt>
                <c:pt idx="5073">
                  <c:v>28-05-2020</c:v>
                </c:pt>
                <c:pt idx="5074">
                  <c:v>29-05-2020</c:v>
                </c:pt>
                <c:pt idx="5075">
                  <c:v>01-06-2020</c:v>
                </c:pt>
                <c:pt idx="5076">
                  <c:v>02-06-2020</c:v>
                </c:pt>
                <c:pt idx="5077">
                  <c:v>03-06-2020</c:v>
                </c:pt>
                <c:pt idx="5078">
                  <c:v>04-06-2020</c:v>
                </c:pt>
                <c:pt idx="5079">
                  <c:v>05-06-2020</c:v>
                </c:pt>
                <c:pt idx="5080">
                  <c:v>08-06-2020</c:v>
                </c:pt>
                <c:pt idx="5081">
                  <c:v>09-06-2020</c:v>
                </c:pt>
                <c:pt idx="5082">
                  <c:v>10-06-2020</c:v>
                </c:pt>
                <c:pt idx="5083">
                  <c:v>11-06-2020</c:v>
                </c:pt>
                <c:pt idx="5084">
                  <c:v>12-06-2020</c:v>
                </c:pt>
                <c:pt idx="5085">
                  <c:v>15-06-2020</c:v>
                </c:pt>
                <c:pt idx="5086">
                  <c:v>16-06-2020</c:v>
                </c:pt>
                <c:pt idx="5087">
                  <c:v>17-06-2020</c:v>
                </c:pt>
                <c:pt idx="5088">
                  <c:v>18-06-2020</c:v>
                </c:pt>
                <c:pt idx="5089">
                  <c:v>19-06-2020</c:v>
                </c:pt>
                <c:pt idx="5090">
                  <c:v>22-06-2020</c:v>
                </c:pt>
                <c:pt idx="5091">
                  <c:v>23-06-2020</c:v>
                </c:pt>
                <c:pt idx="5092">
                  <c:v>24-06-2020</c:v>
                </c:pt>
                <c:pt idx="5093">
                  <c:v>25-06-2020</c:v>
                </c:pt>
                <c:pt idx="5094">
                  <c:v>26-06-2020</c:v>
                </c:pt>
                <c:pt idx="5095">
                  <c:v>29-06-2020</c:v>
                </c:pt>
                <c:pt idx="5096">
                  <c:v>30-06-2020</c:v>
                </c:pt>
                <c:pt idx="5097">
                  <c:v>01-07-2020</c:v>
                </c:pt>
                <c:pt idx="5098">
                  <c:v>02-07-2020</c:v>
                </c:pt>
                <c:pt idx="5099">
                  <c:v>03-07-2020</c:v>
                </c:pt>
                <c:pt idx="5100">
                  <c:v>06-07-2020</c:v>
                </c:pt>
                <c:pt idx="5101">
                  <c:v>07-07-2020</c:v>
                </c:pt>
                <c:pt idx="5102">
                  <c:v>08-07-2020</c:v>
                </c:pt>
                <c:pt idx="5103">
                  <c:v>09-07-2020</c:v>
                </c:pt>
                <c:pt idx="5104">
                  <c:v>10-07-2020</c:v>
                </c:pt>
                <c:pt idx="5105">
                  <c:v>13-07-2020</c:v>
                </c:pt>
                <c:pt idx="5106">
                  <c:v>14-07-2020</c:v>
                </c:pt>
                <c:pt idx="5107">
                  <c:v>15-07-2020</c:v>
                </c:pt>
                <c:pt idx="5108">
                  <c:v>16-07-2020</c:v>
                </c:pt>
                <c:pt idx="5109">
                  <c:v>17-07-2020</c:v>
                </c:pt>
                <c:pt idx="5110">
                  <c:v>20-07-2020</c:v>
                </c:pt>
                <c:pt idx="5111">
                  <c:v>21-07-2020</c:v>
                </c:pt>
                <c:pt idx="5112">
                  <c:v>22-07-2020</c:v>
                </c:pt>
                <c:pt idx="5113">
                  <c:v>23-07-2020</c:v>
                </c:pt>
                <c:pt idx="5114">
                  <c:v>24-07-2020</c:v>
                </c:pt>
                <c:pt idx="5115">
                  <c:v>27-07-2020</c:v>
                </c:pt>
                <c:pt idx="5116">
                  <c:v>28-07-2020</c:v>
                </c:pt>
                <c:pt idx="5117">
                  <c:v>29-07-2020</c:v>
                </c:pt>
                <c:pt idx="5118">
                  <c:v>30-07-2020</c:v>
                </c:pt>
                <c:pt idx="5119">
                  <c:v>31-07-2020</c:v>
                </c:pt>
                <c:pt idx="5120">
                  <c:v>03-08-2020</c:v>
                </c:pt>
                <c:pt idx="5121">
                  <c:v>04-08-2020</c:v>
                </c:pt>
                <c:pt idx="5122">
                  <c:v>05-08-2020</c:v>
                </c:pt>
                <c:pt idx="5123">
                  <c:v>06-08-2020</c:v>
                </c:pt>
                <c:pt idx="5124">
                  <c:v>07-08-2020</c:v>
                </c:pt>
                <c:pt idx="5125">
                  <c:v>10-08-2020</c:v>
                </c:pt>
                <c:pt idx="5126">
                  <c:v>11-08-2020</c:v>
                </c:pt>
                <c:pt idx="5127">
                  <c:v>12-08-2020</c:v>
                </c:pt>
                <c:pt idx="5128">
                  <c:v>13-08-2020</c:v>
                </c:pt>
                <c:pt idx="5129">
                  <c:v>14-08-2020</c:v>
                </c:pt>
                <c:pt idx="5130">
                  <c:v>17-08-2020</c:v>
                </c:pt>
                <c:pt idx="5131">
                  <c:v>18-08-2020</c:v>
                </c:pt>
                <c:pt idx="5132">
                  <c:v>19-08-2020</c:v>
                </c:pt>
                <c:pt idx="5133">
                  <c:v>20-08-2020</c:v>
                </c:pt>
                <c:pt idx="5134">
                  <c:v>21-08-2020</c:v>
                </c:pt>
                <c:pt idx="5135">
                  <c:v>24-08-2020</c:v>
                </c:pt>
                <c:pt idx="5136">
                  <c:v>25-08-2020</c:v>
                </c:pt>
                <c:pt idx="5137">
                  <c:v>26-08-2020</c:v>
                </c:pt>
                <c:pt idx="5138">
                  <c:v>27-08-2020</c:v>
                </c:pt>
                <c:pt idx="5139">
                  <c:v>28-08-2020</c:v>
                </c:pt>
                <c:pt idx="5140">
                  <c:v>31-08-2020</c:v>
                </c:pt>
                <c:pt idx="5141">
                  <c:v>01-09-2020</c:v>
                </c:pt>
                <c:pt idx="5142">
                  <c:v>02-09-2020</c:v>
                </c:pt>
                <c:pt idx="5143">
                  <c:v>03-09-2020</c:v>
                </c:pt>
                <c:pt idx="5144">
                  <c:v>04-09-2020</c:v>
                </c:pt>
                <c:pt idx="5145">
                  <c:v>07-09-2020</c:v>
                </c:pt>
                <c:pt idx="5146">
                  <c:v>08-09-2020</c:v>
                </c:pt>
                <c:pt idx="5147">
                  <c:v>09-09-2020</c:v>
                </c:pt>
                <c:pt idx="5148">
                  <c:v>10-09-2020</c:v>
                </c:pt>
                <c:pt idx="5149">
                  <c:v>11-09-2020</c:v>
                </c:pt>
                <c:pt idx="5150">
                  <c:v>14-09-2020</c:v>
                </c:pt>
                <c:pt idx="5151">
                  <c:v>15-09-2020</c:v>
                </c:pt>
                <c:pt idx="5152">
                  <c:v>16-09-2020</c:v>
                </c:pt>
                <c:pt idx="5153">
                  <c:v>17-09-2020</c:v>
                </c:pt>
                <c:pt idx="5154">
                  <c:v>18-09-2020</c:v>
                </c:pt>
                <c:pt idx="5155">
                  <c:v>21-09-2020</c:v>
                </c:pt>
                <c:pt idx="5156">
                  <c:v>22-09-2020</c:v>
                </c:pt>
                <c:pt idx="5157">
                  <c:v>23-09-2020</c:v>
                </c:pt>
                <c:pt idx="5158">
                  <c:v>24-09-2020</c:v>
                </c:pt>
                <c:pt idx="5159">
                  <c:v>25-09-2020</c:v>
                </c:pt>
                <c:pt idx="5160">
                  <c:v>28-09-2020</c:v>
                </c:pt>
                <c:pt idx="5161">
                  <c:v>29-09-2020</c:v>
                </c:pt>
                <c:pt idx="5162">
                  <c:v>30-09-2020</c:v>
                </c:pt>
                <c:pt idx="5163">
                  <c:v>01-10-2020</c:v>
                </c:pt>
                <c:pt idx="5164">
                  <c:v>05-10-2020</c:v>
                </c:pt>
                <c:pt idx="5165">
                  <c:v>06-10-2020</c:v>
                </c:pt>
                <c:pt idx="5166">
                  <c:v>07-10-2020</c:v>
                </c:pt>
                <c:pt idx="5167">
                  <c:v>08-10-2020</c:v>
                </c:pt>
                <c:pt idx="5168">
                  <c:v>09-10-2020</c:v>
                </c:pt>
                <c:pt idx="5169">
                  <c:v>12-10-2020</c:v>
                </c:pt>
                <c:pt idx="5170">
                  <c:v>13-10-2020</c:v>
                </c:pt>
                <c:pt idx="5171">
                  <c:v>14-10-2020</c:v>
                </c:pt>
                <c:pt idx="5172">
                  <c:v>15-10-2020</c:v>
                </c:pt>
                <c:pt idx="5173">
                  <c:v>16-10-2020</c:v>
                </c:pt>
                <c:pt idx="5174">
                  <c:v>19-10-2020</c:v>
                </c:pt>
                <c:pt idx="5175">
                  <c:v>20-10-2020</c:v>
                </c:pt>
                <c:pt idx="5176">
                  <c:v>21-10-2020</c:v>
                </c:pt>
                <c:pt idx="5177">
                  <c:v>22-10-2020</c:v>
                </c:pt>
                <c:pt idx="5178">
                  <c:v>23-10-2020</c:v>
                </c:pt>
                <c:pt idx="5179">
                  <c:v>26-10-2020</c:v>
                </c:pt>
                <c:pt idx="5180">
                  <c:v>27-10-2020</c:v>
                </c:pt>
                <c:pt idx="5181">
                  <c:v>28-10-2020</c:v>
                </c:pt>
                <c:pt idx="5182">
                  <c:v>29-10-2020</c:v>
                </c:pt>
                <c:pt idx="5183">
                  <c:v>30-10-2020</c:v>
                </c:pt>
                <c:pt idx="5184">
                  <c:v>02-11-2020</c:v>
                </c:pt>
                <c:pt idx="5185">
                  <c:v>03-11-2020</c:v>
                </c:pt>
                <c:pt idx="5186">
                  <c:v>04-11-2020</c:v>
                </c:pt>
                <c:pt idx="5187">
                  <c:v>05-11-2020</c:v>
                </c:pt>
                <c:pt idx="5188">
                  <c:v>06-11-2020</c:v>
                </c:pt>
                <c:pt idx="5189">
                  <c:v>09-11-2020</c:v>
                </c:pt>
                <c:pt idx="5190">
                  <c:v>10-11-2020</c:v>
                </c:pt>
                <c:pt idx="5191">
                  <c:v>11-11-2020</c:v>
                </c:pt>
                <c:pt idx="5192">
                  <c:v>12-11-2020</c:v>
                </c:pt>
                <c:pt idx="5193">
                  <c:v>13-11-2020</c:v>
                </c:pt>
                <c:pt idx="5194">
                  <c:v>14-11-2020</c:v>
                </c:pt>
                <c:pt idx="5195">
                  <c:v>17-11-2020</c:v>
                </c:pt>
                <c:pt idx="5196">
                  <c:v>18-11-2020</c:v>
                </c:pt>
                <c:pt idx="5197">
                  <c:v>19-11-2020</c:v>
                </c:pt>
                <c:pt idx="5198">
                  <c:v>20-11-2020</c:v>
                </c:pt>
                <c:pt idx="5199">
                  <c:v>23-11-2020</c:v>
                </c:pt>
                <c:pt idx="5200">
                  <c:v>24-11-2020</c:v>
                </c:pt>
                <c:pt idx="5201">
                  <c:v>25-11-2020</c:v>
                </c:pt>
                <c:pt idx="5202">
                  <c:v>26-11-2020</c:v>
                </c:pt>
                <c:pt idx="5203">
                  <c:v>27-11-2020</c:v>
                </c:pt>
                <c:pt idx="5204">
                  <c:v>01-12-2020</c:v>
                </c:pt>
                <c:pt idx="5205">
                  <c:v>02-12-2020</c:v>
                </c:pt>
                <c:pt idx="5206">
                  <c:v>03-12-2020</c:v>
                </c:pt>
                <c:pt idx="5207">
                  <c:v>04-12-2020</c:v>
                </c:pt>
                <c:pt idx="5208">
                  <c:v>07-12-2020</c:v>
                </c:pt>
                <c:pt idx="5209">
                  <c:v>08-12-2020</c:v>
                </c:pt>
                <c:pt idx="5210">
                  <c:v>09-12-2020</c:v>
                </c:pt>
                <c:pt idx="5211">
                  <c:v>10-12-2020</c:v>
                </c:pt>
                <c:pt idx="5212">
                  <c:v>11-12-2020</c:v>
                </c:pt>
                <c:pt idx="5213">
                  <c:v>14-12-2020</c:v>
                </c:pt>
                <c:pt idx="5214">
                  <c:v>15-12-2020</c:v>
                </c:pt>
                <c:pt idx="5215">
                  <c:v>16-12-2020</c:v>
                </c:pt>
                <c:pt idx="5216">
                  <c:v>17-12-2020</c:v>
                </c:pt>
                <c:pt idx="5217">
                  <c:v>18-12-2020</c:v>
                </c:pt>
                <c:pt idx="5218">
                  <c:v>21-12-2020</c:v>
                </c:pt>
                <c:pt idx="5219">
                  <c:v>22-12-2020</c:v>
                </c:pt>
                <c:pt idx="5220">
                  <c:v>23-12-2020</c:v>
                </c:pt>
                <c:pt idx="5221">
                  <c:v>24-12-2020</c:v>
                </c:pt>
                <c:pt idx="5222">
                  <c:v>28-12-2020</c:v>
                </c:pt>
                <c:pt idx="5223">
                  <c:v>29-12-2020</c:v>
                </c:pt>
                <c:pt idx="5224">
                  <c:v>30-12-2020</c:v>
                </c:pt>
                <c:pt idx="5225">
                  <c:v>31-12-2020</c:v>
                </c:pt>
                <c:pt idx="5226">
                  <c:v>01-01-2021</c:v>
                </c:pt>
                <c:pt idx="5227">
                  <c:v>04-01-2021</c:v>
                </c:pt>
                <c:pt idx="5228">
                  <c:v>05-01-2021</c:v>
                </c:pt>
                <c:pt idx="5229">
                  <c:v>06-01-2021</c:v>
                </c:pt>
                <c:pt idx="5230">
                  <c:v>07-01-2021</c:v>
                </c:pt>
                <c:pt idx="5231">
                  <c:v>08-01-2021</c:v>
                </c:pt>
                <c:pt idx="5232">
                  <c:v>11-01-2021</c:v>
                </c:pt>
                <c:pt idx="5233">
                  <c:v>12-01-2021</c:v>
                </c:pt>
                <c:pt idx="5234">
                  <c:v>13-01-2021</c:v>
                </c:pt>
                <c:pt idx="5235">
                  <c:v>14-01-2021</c:v>
                </c:pt>
                <c:pt idx="5236">
                  <c:v>15-01-2021</c:v>
                </c:pt>
                <c:pt idx="5237">
                  <c:v>18-01-2021</c:v>
                </c:pt>
                <c:pt idx="5238">
                  <c:v>19-01-2021</c:v>
                </c:pt>
                <c:pt idx="5239">
                  <c:v>20-01-2021</c:v>
                </c:pt>
                <c:pt idx="5240">
                  <c:v>21-01-2021</c:v>
                </c:pt>
                <c:pt idx="5241">
                  <c:v>22-01-2021</c:v>
                </c:pt>
                <c:pt idx="5242">
                  <c:v>25-01-2021</c:v>
                </c:pt>
                <c:pt idx="5243">
                  <c:v>27-01-2021</c:v>
                </c:pt>
                <c:pt idx="5244">
                  <c:v>28-01-2021</c:v>
                </c:pt>
                <c:pt idx="5245">
                  <c:v>29-01-2021</c:v>
                </c:pt>
                <c:pt idx="5246">
                  <c:v>01-02-2021</c:v>
                </c:pt>
                <c:pt idx="5247">
                  <c:v>02-02-2021</c:v>
                </c:pt>
                <c:pt idx="5248">
                  <c:v>03-02-2021</c:v>
                </c:pt>
                <c:pt idx="5249">
                  <c:v>04-02-2021</c:v>
                </c:pt>
                <c:pt idx="5250">
                  <c:v>05-02-2021</c:v>
                </c:pt>
                <c:pt idx="5251">
                  <c:v>08-02-2021</c:v>
                </c:pt>
                <c:pt idx="5252">
                  <c:v>09-02-2021</c:v>
                </c:pt>
                <c:pt idx="5253">
                  <c:v>10-02-2021</c:v>
                </c:pt>
                <c:pt idx="5254">
                  <c:v>11-02-2021</c:v>
                </c:pt>
                <c:pt idx="5255">
                  <c:v>12-02-2021</c:v>
                </c:pt>
                <c:pt idx="5256">
                  <c:v>15-02-2021</c:v>
                </c:pt>
                <c:pt idx="5257">
                  <c:v>16-02-2021</c:v>
                </c:pt>
                <c:pt idx="5258">
                  <c:v>17-02-2021</c:v>
                </c:pt>
                <c:pt idx="5259">
                  <c:v>18-02-2021</c:v>
                </c:pt>
                <c:pt idx="5260">
                  <c:v>19-02-2021</c:v>
                </c:pt>
                <c:pt idx="5261">
                  <c:v>22-02-2021</c:v>
                </c:pt>
                <c:pt idx="5262">
                  <c:v>23-02-2021</c:v>
                </c:pt>
                <c:pt idx="5263">
                  <c:v>24-02-2021</c:v>
                </c:pt>
                <c:pt idx="5264">
                  <c:v>25-02-2021</c:v>
                </c:pt>
                <c:pt idx="5265">
                  <c:v>26-02-2021</c:v>
                </c:pt>
                <c:pt idx="5266">
                  <c:v>01-03-2021</c:v>
                </c:pt>
                <c:pt idx="5267">
                  <c:v>02-03-2021</c:v>
                </c:pt>
                <c:pt idx="5268">
                  <c:v>03-03-2021</c:v>
                </c:pt>
                <c:pt idx="5269">
                  <c:v>04-03-2021</c:v>
                </c:pt>
                <c:pt idx="5270">
                  <c:v>05-03-2021</c:v>
                </c:pt>
                <c:pt idx="5271">
                  <c:v>08-03-2021</c:v>
                </c:pt>
                <c:pt idx="5272">
                  <c:v>09-03-2021</c:v>
                </c:pt>
                <c:pt idx="5273">
                  <c:v>10-03-2021</c:v>
                </c:pt>
                <c:pt idx="5274">
                  <c:v>12-03-2021</c:v>
                </c:pt>
                <c:pt idx="5275">
                  <c:v>15-03-2021</c:v>
                </c:pt>
                <c:pt idx="5276">
                  <c:v>16-03-2021</c:v>
                </c:pt>
                <c:pt idx="5277">
                  <c:v>17-03-2021</c:v>
                </c:pt>
                <c:pt idx="5278">
                  <c:v>18-03-2021</c:v>
                </c:pt>
                <c:pt idx="5279">
                  <c:v>19-03-2021</c:v>
                </c:pt>
                <c:pt idx="5280">
                  <c:v>22-03-2021</c:v>
                </c:pt>
                <c:pt idx="5281">
                  <c:v>23-03-2021</c:v>
                </c:pt>
                <c:pt idx="5282">
                  <c:v>24-03-2021</c:v>
                </c:pt>
                <c:pt idx="5283">
                  <c:v>25-03-2021</c:v>
                </c:pt>
                <c:pt idx="5284">
                  <c:v>26-03-2021</c:v>
                </c:pt>
                <c:pt idx="5285">
                  <c:v>30-03-2021</c:v>
                </c:pt>
                <c:pt idx="5286">
                  <c:v>31-03-2021</c:v>
                </c:pt>
                <c:pt idx="5287">
                  <c:v>01-04-2021</c:v>
                </c:pt>
                <c:pt idx="5288">
                  <c:v>05-04-2021</c:v>
                </c:pt>
                <c:pt idx="5289">
                  <c:v>06-04-2021</c:v>
                </c:pt>
                <c:pt idx="5290">
                  <c:v>07-04-2021</c:v>
                </c:pt>
                <c:pt idx="5291">
                  <c:v>08-04-2021</c:v>
                </c:pt>
                <c:pt idx="5292">
                  <c:v>09-04-2021</c:v>
                </c:pt>
                <c:pt idx="5293">
                  <c:v>12-04-2021</c:v>
                </c:pt>
                <c:pt idx="5294">
                  <c:v>13-04-2021</c:v>
                </c:pt>
                <c:pt idx="5295">
                  <c:v>15-04-2021</c:v>
                </c:pt>
                <c:pt idx="5296">
                  <c:v>16-04-2021</c:v>
                </c:pt>
                <c:pt idx="5297">
                  <c:v>19-04-2021</c:v>
                </c:pt>
                <c:pt idx="5298">
                  <c:v>20-04-2021</c:v>
                </c:pt>
                <c:pt idx="5299">
                  <c:v>22-04-2021</c:v>
                </c:pt>
                <c:pt idx="5300">
                  <c:v>23-04-2021</c:v>
                </c:pt>
                <c:pt idx="5301">
                  <c:v>26-04-2021</c:v>
                </c:pt>
                <c:pt idx="5302">
                  <c:v>27-04-2021</c:v>
                </c:pt>
                <c:pt idx="5303">
                  <c:v>28-04-2021</c:v>
                </c:pt>
                <c:pt idx="5304">
                  <c:v>29-04-2021</c:v>
                </c:pt>
                <c:pt idx="5305">
                  <c:v>30-04-2021</c:v>
                </c:pt>
              </c:strCache>
            </c:strRef>
          </c:cat>
          <c:val>
            <c:numRef>
              <c:f>ALLFIVE!$E$3:$E$5309</c:f>
              <c:numCache>
                <c:formatCode>General</c:formatCode>
                <c:ptCount val="5306"/>
                <c:pt idx="0">
                  <c:v>251.7</c:v>
                </c:pt>
                <c:pt idx="1">
                  <c:v>271.85000000000002</c:v>
                </c:pt>
                <c:pt idx="2">
                  <c:v>282.5</c:v>
                </c:pt>
                <c:pt idx="3">
                  <c:v>294.35000000000002</c:v>
                </c:pt>
                <c:pt idx="4">
                  <c:v>314.55</c:v>
                </c:pt>
                <c:pt idx="5">
                  <c:v>308.5</c:v>
                </c:pt>
                <c:pt idx="6">
                  <c:v>288.5</c:v>
                </c:pt>
                <c:pt idx="7">
                  <c:v>301.7</c:v>
                </c:pt>
                <c:pt idx="8">
                  <c:v>311.85000000000002</c:v>
                </c:pt>
                <c:pt idx="9">
                  <c:v>316.3</c:v>
                </c:pt>
                <c:pt idx="10">
                  <c:v>308.75</c:v>
                </c:pt>
                <c:pt idx="11">
                  <c:v>314.2</c:v>
                </c:pt>
                <c:pt idx="12">
                  <c:v>319.60000000000002</c:v>
                </c:pt>
                <c:pt idx="13">
                  <c:v>312.85000000000002</c:v>
                </c:pt>
                <c:pt idx="14">
                  <c:v>326.35000000000002</c:v>
                </c:pt>
                <c:pt idx="15">
                  <c:v>326.14999999999998</c:v>
                </c:pt>
                <c:pt idx="16">
                  <c:v>319.95</c:v>
                </c:pt>
                <c:pt idx="17">
                  <c:v>334.95</c:v>
                </c:pt>
                <c:pt idx="18">
                  <c:v>338.35</c:v>
                </c:pt>
                <c:pt idx="19">
                  <c:v>328.15</c:v>
                </c:pt>
                <c:pt idx="20">
                  <c:v>334.05</c:v>
                </c:pt>
                <c:pt idx="21">
                  <c:v>340.15</c:v>
                </c:pt>
                <c:pt idx="22">
                  <c:v>341.65</c:v>
                </c:pt>
                <c:pt idx="23">
                  <c:v>344.15</c:v>
                </c:pt>
                <c:pt idx="24">
                  <c:v>343.6</c:v>
                </c:pt>
                <c:pt idx="25">
                  <c:v>342.4</c:v>
                </c:pt>
                <c:pt idx="26">
                  <c:v>350.4</c:v>
                </c:pt>
                <c:pt idx="27">
                  <c:v>355.75</c:v>
                </c:pt>
                <c:pt idx="28">
                  <c:v>363.3</c:v>
                </c:pt>
                <c:pt idx="29">
                  <c:v>352.1</c:v>
                </c:pt>
                <c:pt idx="30">
                  <c:v>344.35</c:v>
                </c:pt>
                <c:pt idx="31">
                  <c:v>348.15</c:v>
                </c:pt>
                <c:pt idx="32">
                  <c:v>354.55</c:v>
                </c:pt>
                <c:pt idx="33">
                  <c:v>349.45</c:v>
                </c:pt>
                <c:pt idx="34">
                  <c:v>345.65</c:v>
                </c:pt>
                <c:pt idx="35">
                  <c:v>334.35</c:v>
                </c:pt>
                <c:pt idx="36">
                  <c:v>329.8</c:v>
                </c:pt>
                <c:pt idx="37">
                  <c:v>336.75</c:v>
                </c:pt>
                <c:pt idx="38">
                  <c:v>328.6</c:v>
                </c:pt>
                <c:pt idx="39">
                  <c:v>333.1</c:v>
                </c:pt>
                <c:pt idx="40">
                  <c:v>310.85000000000002</c:v>
                </c:pt>
                <c:pt idx="41">
                  <c:v>316.8</c:v>
                </c:pt>
                <c:pt idx="42">
                  <c:v>291.75</c:v>
                </c:pt>
                <c:pt idx="43">
                  <c:v>268.45</c:v>
                </c:pt>
                <c:pt idx="44">
                  <c:v>253.95</c:v>
                </c:pt>
                <c:pt idx="45">
                  <c:v>242.3</c:v>
                </c:pt>
                <c:pt idx="46">
                  <c:v>232.95</c:v>
                </c:pt>
                <c:pt idx="47">
                  <c:v>231.3</c:v>
                </c:pt>
                <c:pt idx="48">
                  <c:v>216.85</c:v>
                </c:pt>
                <c:pt idx="49">
                  <c:v>203.2</c:v>
                </c:pt>
                <c:pt idx="50">
                  <c:v>219.2</c:v>
                </c:pt>
                <c:pt idx="51">
                  <c:v>236.75</c:v>
                </c:pt>
                <c:pt idx="52">
                  <c:v>234.85</c:v>
                </c:pt>
                <c:pt idx="53">
                  <c:v>237.9</c:v>
                </c:pt>
                <c:pt idx="54">
                  <c:v>243.4</c:v>
                </c:pt>
                <c:pt idx="55">
                  <c:v>240.95</c:v>
                </c:pt>
                <c:pt idx="56">
                  <c:v>240.6</c:v>
                </c:pt>
                <c:pt idx="57">
                  <c:v>259.85000000000002</c:v>
                </c:pt>
                <c:pt idx="58">
                  <c:v>280.64999999999998</c:v>
                </c:pt>
                <c:pt idx="59">
                  <c:v>271.3</c:v>
                </c:pt>
                <c:pt idx="60">
                  <c:v>293</c:v>
                </c:pt>
                <c:pt idx="61">
                  <c:v>316.45</c:v>
                </c:pt>
                <c:pt idx="62">
                  <c:v>328.6</c:v>
                </c:pt>
                <c:pt idx="63">
                  <c:v>302.35000000000002</c:v>
                </c:pt>
                <c:pt idx="64">
                  <c:v>302.25</c:v>
                </c:pt>
                <c:pt idx="65">
                  <c:v>326.14999999999998</c:v>
                </c:pt>
                <c:pt idx="66">
                  <c:v>352.25</c:v>
                </c:pt>
                <c:pt idx="67">
                  <c:v>364.55</c:v>
                </c:pt>
                <c:pt idx="68">
                  <c:v>353.75</c:v>
                </c:pt>
                <c:pt idx="69">
                  <c:v>337.95</c:v>
                </c:pt>
                <c:pt idx="70">
                  <c:v>310.95</c:v>
                </c:pt>
                <c:pt idx="71">
                  <c:v>298.39999999999998</c:v>
                </c:pt>
                <c:pt idx="72">
                  <c:v>300.05</c:v>
                </c:pt>
                <c:pt idx="73">
                  <c:v>314.85000000000002</c:v>
                </c:pt>
                <c:pt idx="74">
                  <c:v>337.75</c:v>
                </c:pt>
                <c:pt idx="75">
                  <c:v>336.95</c:v>
                </c:pt>
                <c:pt idx="76">
                  <c:v>332.05</c:v>
                </c:pt>
                <c:pt idx="77">
                  <c:v>357.95</c:v>
                </c:pt>
                <c:pt idx="78">
                  <c:v>345.65</c:v>
                </c:pt>
                <c:pt idx="79">
                  <c:v>345.05</c:v>
                </c:pt>
                <c:pt idx="80">
                  <c:v>329.15</c:v>
                </c:pt>
                <c:pt idx="81">
                  <c:v>328</c:v>
                </c:pt>
                <c:pt idx="82">
                  <c:v>337.2</c:v>
                </c:pt>
                <c:pt idx="83">
                  <c:v>335.35</c:v>
                </c:pt>
                <c:pt idx="84">
                  <c:v>324</c:v>
                </c:pt>
                <c:pt idx="85">
                  <c:v>328.35</c:v>
                </c:pt>
                <c:pt idx="86">
                  <c:v>325.25</c:v>
                </c:pt>
                <c:pt idx="87">
                  <c:v>316.75</c:v>
                </c:pt>
                <c:pt idx="88">
                  <c:v>315.89999999999998</c:v>
                </c:pt>
                <c:pt idx="89">
                  <c:v>319.5</c:v>
                </c:pt>
                <c:pt idx="90">
                  <c:v>317.39999999999998</c:v>
                </c:pt>
                <c:pt idx="91">
                  <c:v>318.85000000000002</c:v>
                </c:pt>
                <c:pt idx="92">
                  <c:v>310.10000000000002</c:v>
                </c:pt>
                <c:pt idx="93">
                  <c:v>315.60000000000002</c:v>
                </c:pt>
                <c:pt idx="94">
                  <c:v>312.45</c:v>
                </c:pt>
                <c:pt idx="95">
                  <c:v>314.75</c:v>
                </c:pt>
                <c:pt idx="96">
                  <c:v>312.75</c:v>
                </c:pt>
                <c:pt idx="97">
                  <c:v>312.8</c:v>
                </c:pt>
                <c:pt idx="98">
                  <c:v>316.45</c:v>
                </c:pt>
                <c:pt idx="99">
                  <c:v>339.45</c:v>
                </c:pt>
                <c:pt idx="100">
                  <c:v>343.8</c:v>
                </c:pt>
                <c:pt idx="101">
                  <c:v>343.9</c:v>
                </c:pt>
                <c:pt idx="102">
                  <c:v>339.2</c:v>
                </c:pt>
                <c:pt idx="103">
                  <c:v>337.45</c:v>
                </c:pt>
                <c:pt idx="104">
                  <c:v>339.2</c:v>
                </c:pt>
                <c:pt idx="105">
                  <c:v>338.8</c:v>
                </c:pt>
                <c:pt idx="106">
                  <c:v>337.95</c:v>
                </c:pt>
                <c:pt idx="107">
                  <c:v>340.85</c:v>
                </c:pt>
                <c:pt idx="108">
                  <c:v>341.2</c:v>
                </c:pt>
                <c:pt idx="109">
                  <c:v>339.4</c:v>
                </c:pt>
                <c:pt idx="110">
                  <c:v>338.5</c:v>
                </c:pt>
                <c:pt idx="111">
                  <c:v>337.35</c:v>
                </c:pt>
                <c:pt idx="112">
                  <c:v>331.45</c:v>
                </c:pt>
                <c:pt idx="113">
                  <c:v>332.25</c:v>
                </c:pt>
                <c:pt idx="114">
                  <c:v>331.35</c:v>
                </c:pt>
                <c:pt idx="115">
                  <c:v>330.3</c:v>
                </c:pt>
                <c:pt idx="116">
                  <c:v>329.15</c:v>
                </c:pt>
                <c:pt idx="117">
                  <c:v>345</c:v>
                </c:pt>
                <c:pt idx="118">
                  <c:v>337.75</c:v>
                </c:pt>
                <c:pt idx="119">
                  <c:v>331.15</c:v>
                </c:pt>
                <c:pt idx="120">
                  <c:v>334.5</c:v>
                </c:pt>
                <c:pt idx="121">
                  <c:v>333.75</c:v>
                </c:pt>
                <c:pt idx="122">
                  <c:v>342.25</c:v>
                </c:pt>
                <c:pt idx="123">
                  <c:v>340.8</c:v>
                </c:pt>
                <c:pt idx="124">
                  <c:v>348.15</c:v>
                </c:pt>
                <c:pt idx="125">
                  <c:v>345.4</c:v>
                </c:pt>
                <c:pt idx="126">
                  <c:v>354.15</c:v>
                </c:pt>
                <c:pt idx="127">
                  <c:v>362.35</c:v>
                </c:pt>
                <c:pt idx="128">
                  <c:v>361.2</c:v>
                </c:pt>
                <c:pt idx="129">
                  <c:v>368.5</c:v>
                </c:pt>
                <c:pt idx="130">
                  <c:v>375.95</c:v>
                </c:pt>
                <c:pt idx="131">
                  <c:v>370.05</c:v>
                </c:pt>
                <c:pt idx="132">
                  <c:v>365.75</c:v>
                </c:pt>
                <c:pt idx="133">
                  <c:v>361.2</c:v>
                </c:pt>
                <c:pt idx="134">
                  <c:v>363.3</c:v>
                </c:pt>
                <c:pt idx="135">
                  <c:v>358.15</c:v>
                </c:pt>
                <c:pt idx="136">
                  <c:v>354.1</c:v>
                </c:pt>
                <c:pt idx="137">
                  <c:v>357.6</c:v>
                </c:pt>
                <c:pt idx="138">
                  <c:v>343.9</c:v>
                </c:pt>
                <c:pt idx="139">
                  <c:v>326.5</c:v>
                </c:pt>
                <c:pt idx="140">
                  <c:v>333.9</c:v>
                </c:pt>
                <c:pt idx="141">
                  <c:v>325.60000000000002</c:v>
                </c:pt>
                <c:pt idx="142">
                  <c:v>344.05</c:v>
                </c:pt>
                <c:pt idx="143">
                  <c:v>340.45</c:v>
                </c:pt>
                <c:pt idx="144">
                  <c:v>336.8</c:v>
                </c:pt>
                <c:pt idx="145">
                  <c:v>338.5</c:v>
                </c:pt>
                <c:pt idx="146">
                  <c:v>339</c:v>
                </c:pt>
                <c:pt idx="147">
                  <c:v>337.65</c:v>
                </c:pt>
                <c:pt idx="148">
                  <c:v>330.1</c:v>
                </c:pt>
                <c:pt idx="149">
                  <c:v>330.25</c:v>
                </c:pt>
                <c:pt idx="150">
                  <c:v>330.85</c:v>
                </c:pt>
                <c:pt idx="151">
                  <c:v>333.7</c:v>
                </c:pt>
                <c:pt idx="152">
                  <c:v>329.55</c:v>
                </c:pt>
                <c:pt idx="153">
                  <c:v>329.25</c:v>
                </c:pt>
                <c:pt idx="154">
                  <c:v>329.35</c:v>
                </c:pt>
                <c:pt idx="155">
                  <c:v>337.4</c:v>
                </c:pt>
                <c:pt idx="156">
                  <c:v>337.75</c:v>
                </c:pt>
                <c:pt idx="157">
                  <c:v>336.95</c:v>
                </c:pt>
                <c:pt idx="158">
                  <c:v>336.5</c:v>
                </c:pt>
                <c:pt idx="159">
                  <c:v>338.3</c:v>
                </c:pt>
                <c:pt idx="160">
                  <c:v>339.55</c:v>
                </c:pt>
                <c:pt idx="161">
                  <c:v>335.6</c:v>
                </c:pt>
                <c:pt idx="162">
                  <c:v>333.6</c:v>
                </c:pt>
                <c:pt idx="163">
                  <c:v>332.2</c:v>
                </c:pt>
                <c:pt idx="164">
                  <c:v>330.4</c:v>
                </c:pt>
                <c:pt idx="165">
                  <c:v>336.9</c:v>
                </c:pt>
                <c:pt idx="166">
                  <c:v>336.55</c:v>
                </c:pt>
                <c:pt idx="167">
                  <c:v>353.9</c:v>
                </c:pt>
                <c:pt idx="168">
                  <c:v>355.75</c:v>
                </c:pt>
                <c:pt idx="169">
                  <c:v>363.6</c:v>
                </c:pt>
                <c:pt idx="170">
                  <c:v>361.85</c:v>
                </c:pt>
                <c:pt idx="171">
                  <c:v>370.9</c:v>
                </c:pt>
                <c:pt idx="172">
                  <c:v>383.15</c:v>
                </c:pt>
                <c:pt idx="173">
                  <c:v>383.45</c:v>
                </c:pt>
                <c:pt idx="174">
                  <c:v>375.5</c:v>
                </c:pt>
                <c:pt idx="175">
                  <c:v>375.7</c:v>
                </c:pt>
                <c:pt idx="176">
                  <c:v>365.95</c:v>
                </c:pt>
                <c:pt idx="177">
                  <c:v>346.2</c:v>
                </c:pt>
                <c:pt idx="178">
                  <c:v>337.6</c:v>
                </c:pt>
                <c:pt idx="179">
                  <c:v>347.5</c:v>
                </c:pt>
                <c:pt idx="180">
                  <c:v>347.9</c:v>
                </c:pt>
                <c:pt idx="181">
                  <c:v>338.35</c:v>
                </c:pt>
                <c:pt idx="182">
                  <c:v>341.95</c:v>
                </c:pt>
                <c:pt idx="183">
                  <c:v>341.3</c:v>
                </c:pt>
                <c:pt idx="184">
                  <c:v>351.9</c:v>
                </c:pt>
                <c:pt idx="185">
                  <c:v>345.6</c:v>
                </c:pt>
                <c:pt idx="186">
                  <c:v>342.5</c:v>
                </c:pt>
                <c:pt idx="187">
                  <c:v>343.15</c:v>
                </c:pt>
                <c:pt idx="188">
                  <c:v>346.65</c:v>
                </c:pt>
                <c:pt idx="189">
                  <c:v>340.15</c:v>
                </c:pt>
                <c:pt idx="190">
                  <c:v>340.4</c:v>
                </c:pt>
                <c:pt idx="191">
                  <c:v>340.45</c:v>
                </c:pt>
                <c:pt idx="192">
                  <c:v>335.2</c:v>
                </c:pt>
                <c:pt idx="193">
                  <c:v>330.3</c:v>
                </c:pt>
                <c:pt idx="194">
                  <c:v>327.35000000000002</c:v>
                </c:pt>
                <c:pt idx="195">
                  <c:v>318.3</c:v>
                </c:pt>
                <c:pt idx="196">
                  <c:v>310.3</c:v>
                </c:pt>
                <c:pt idx="197">
                  <c:v>301.95</c:v>
                </c:pt>
                <c:pt idx="198">
                  <c:v>298.35000000000002</c:v>
                </c:pt>
                <c:pt idx="199">
                  <c:v>303.14999999999998</c:v>
                </c:pt>
                <c:pt idx="200">
                  <c:v>298.10000000000002</c:v>
                </c:pt>
                <c:pt idx="201">
                  <c:v>285.85000000000002</c:v>
                </c:pt>
                <c:pt idx="202">
                  <c:v>292.7</c:v>
                </c:pt>
                <c:pt idx="203">
                  <c:v>305.05</c:v>
                </c:pt>
                <c:pt idx="204">
                  <c:v>305.55</c:v>
                </c:pt>
                <c:pt idx="205">
                  <c:v>302.95</c:v>
                </c:pt>
                <c:pt idx="206">
                  <c:v>301</c:v>
                </c:pt>
                <c:pt idx="207">
                  <c:v>302.14999999999998</c:v>
                </c:pt>
                <c:pt idx="208">
                  <c:v>308.55</c:v>
                </c:pt>
                <c:pt idx="209">
                  <c:v>315.7</c:v>
                </c:pt>
                <c:pt idx="210">
                  <c:v>315.64999999999998</c:v>
                </c:pt>
                <c:pt idx="211">
                  <c:v>312.7</c:v>
                </c:pt>
                <c:pt idx="212">
                  <c:v>313.2</c:v>
                </c:pt>
                <c:pt idx="213">
                  <c:v>318.45</c:v>
                </c:pt>
                <c:pt idx="214">
                  <c:v>319.14999999999998</c:v>
                </c:pt>
                <c:pt idx="215">
                  <c:v>311.14999999999998</c:v>
                </c:pt>
                <c:pt idx="216">
                  <c:v>302.39999999999998</c:v>
                </c:pt>
                <c:pt idx="217">
                  <c:v>311.05</c:v>
                </c:pt>
                <c:pt idx="218">
                  <c:v>313.10000000000002</c:v>
                </c:pt>
                <c:pt idx="219">
                  <c:v>311.64999999999998</c:v>
                </c:pt>
                <c:pt idx="220">
                  <c:v>310.85000000000002</c:v>
                </c:pt>
                <c:pt idx="221">
                  <c:v>310.2</c:v>
                </c:pt>
                <c:pt idx="222">
                  <c:v>309.10000000000002</c:v>
                </c:pt>
                <c:pt idx="223">
                  <c:v>308.14999999999998</c:v>
                </c:pt>
                <c:pt idx="224">
                  <c:v>311.14999999999998</c:v>
                </c:pt>
                <c:pt idx="225">
                  <c:v>313.35000000000002</c:v>
                </c:pt>
                <c:pt idx="226">
                  <c:v>318.7</c:v>
                </c:pt>
                <c:pt idx="227">
                  <c:v>329.5</c:v>
                </c:pt>
                <c:pt idx="228">
                  <c:v>327.2</c:v>
                </c:pt>
                <c:pt idx="229">
                  <c:v>328.15</c:v>
                </c:pt>
                <c:pt idx="230">
                  <c:v>328.1</c:v>
                </c:pt>
                <c:pt idx="231">
                  <c:v>332.6</c:v>
                </c:pt>
                <c:pt idx="232">
                  <c:v>338.7</c:v>
                </c:pt>
                <c:pt idx="233">
                  <c:v>337.25</c:v>
                </c:pt>
                <c:pt idx="234">
                  <c:v>337.55</c:v>
                </c:pt>
                <c:pt idx="235">
                  <c:v>339.4</c:v>
                </c:pt>
                <c:pt idx="236">
                  <c:v>345.95</c:v>
                </c:pt>
                <c:pt idx="237">
                  <c:v>344.3</c:v>
                </c:pt>
                <c:pt idx="238">
                  <c:v>347.4</c:v>
                </c:pt>
                <c:pt idx="239">
                  <c:v>346.3</c:v>
                </c:pt>
                <c:pt idx="240">
                  <c:v>337.95</c:v>
                </c:pt>
                <c:pt idx="241">
                  <c:v>341.3</c:v>
                </c:pt>
                <c:pt idx="242">
                  <c:v>339.4</c:v>
                </c:pt>
                <c:pt idx="243">
                  <c:v>341.85</c:v>
                </c:pt>
                <c:pt idx="244">
                  <c:v>342.3</c:v>
                </c:pt>
                <c:pt idx="245">
                  <c:v>338.2</c:v>
                </c:pt>
                <c:pt idx="246">
                  <c:v>328</c:v>
                </c:pt>
                <c:pt idx="247">
                  <c:v>333.05</c:v>
                </c:pt>
                <c:pt idx="248">
                  <c:v>338.8</c:v>
                </c:pt>
                <c:pt idx="249">
                  <c:v>338.95</c:v>
                </c:pt>
                <c:pt idx="250">
                  <c:v>341.75</c:v>
                </c:pt>
                <c:pt idx="251">
                  <c:v>354.3</c:v>
                </c:pt>
                <c:pt idx="252">
                  <c:v>360.05</c:v>
                </c:pt>
                <c:pt idx="253">
                  <c:v>357.8</c:v>
                </c:pt>
                <c:pt idx="254">
                  <c:v>364.3</c:v>
                </c:pt>
                <c:pt idx="255">
                  <c:v>360.2</c:v>
                </c:pt>
                <c:pt idx="256">
                  <c:v>357.95</c:v>
                </c:pt>
                <c:pt idx="257">
                  <c:v>351.7</c:v>
                </c:pt>
                <c:pt idx="258">
                  <c:v>355.8</c:v>
                </c:pt>
                <c:pt idx="259">
                  <c:v>354.55</c:v>
                </c:pt>
                <c:pt idx="260">
                  <c:v>355.55</c:v>
                </c:pt>
                <c:pt idx="261">
                  <c:v>368.4</c:v>
                </c:pt>
                <c:pt idx="262">
                  <c:v>362.05</c:v>
                </c:pt>
                <c:pt idx="263">
                  <c:v>364.75</c:v>
                </c:pt>
                <c:pt idx="264">
                  <c:v>369.1</c:v>
                </c:pt>
                <c:pt idx="265">
                  <c:v>374.5</c:v>
                </c:pt>
                <c:pt idx="266">
                  <c:v>381.65</c:v>
                </c:pt>
                <c:pt idx="267">
                  <c:v>380.35</c:v>
                </c:pt>
                <c:pt idx="268">
                  <c:v>381.7</c:v>
                </c:pt>
                <c:pt idx="269">
                  <c:v>377.65</c:v>
                </c:pt>
                <c:pt idx="270">
                  <c:v>389.65</c:v>
                </c:pt>
                <c:pt idx="271">
                  <c:v>384.6</c:v>
                </c:pt>
                <c:pt idx="272">
                  <c:v>386.15</c:v>
                </c:pt>
                <c:pt idx="273">
                  <c:v>394.5</c:v>
                </c:pt>
                <c:pt idx="274">
                  <c:v>399.15</c:v>
                </c:pt>
                <c:pt idx="275">
                  <c:v>397.85</c:v>
                </c:pt>
                <c:pt idx="276">
                  <c:v>393.45</c:v>
                </c:pt>
                <c:pt idx="277">
                  <c:v>395.95</c:v>
                </c:pt>
                <c:pt idx="278">
                  <c:v>398.9</c:v>
                </c:pt>
                <c:pt idx="279">
                  <c:v>400.55</c:v>
                </c:pt>
                <c:pt idx="280">
                  <c:v>410.05</c:v>
                </c:pt>
                <c:pt idx="281">
                  <c:v>415.55</c:v>
                </c:pt>
                <c:pt idx="282">
                  <c:v>422.7</c:v>
                </c:pt>
                <c:pt idx="283">
                  <c:v>422.45</c:v>
                </c:pt>
                <c:pt idx="284">
                  <c:v>425.35</c:v>
                </c:pt>
                <c:pt idx="285">
                  <c:v>422.8</c:v>
                </c:pt>
                <c:pt idx="286">
                  <c:v>414.1</c:v>
                </c:pt>
                <c:pt idx="287">
                  <c:v>414.65</c:v>
                </c:pt>
                <c:pt idx="288">
                  <c:v>411.3</c:v>
                </c:pt>
                <c:pt idx="289">
                  <c:v>406.25</c:v>
                </c:pt>
                <c:pt idx="290">
                  <c:v>402.1</c:v>
                </c:pt>
                <c:pt idx="291">
                  <c:v>414.1</c:v>
                </c:pt>
                <c:pt idx="292">
                  <c:v>438.2</c:v>
                </c:pt>
                <c:pt idx="293">
                  <c:v>419.1</c:v>
                </c:pt>
                <c:pt idx="294">
                  <c:v>408.65</c:v>
                </c:pt>
                <c:pt idx="295">
                  <c:v>412</c:v>
                </c:pt>
                <c:pt idx="296">
                  <c:v>413.4</c:v>
                </c:pt>
                <c:pt idx="297">
                  <c:v>409.5</c:v>
                </c:pt>
                <c:pt idx="298">
                  <c:v>408</c:v>
                </c:pt>
                <c:pt idx="299">
                  <c:v>388.1</c:v>
                </c:pt>
                <c:pt idx="300">
                  <c:v>399.4</c:v>
                </c:pt>
                <c:pt idx="301">
                  <c:v>397.25</c:v>
                </c:pt>
                <c:pt idx="302">
                  <c:v>384</c:v>
                </c:pt>
                <c:pt idx="303">
                  <c:v>382.5</c:v>
                </c:pt>
                <c:pt idx="304">
                  <c:v>373.35</c:v>
                </c:pt>
                <c:pt idx="305">
                  <c:v>401.3</c:v>
                </c:pt>
                <c:pt idx="306">
                  <c:v>393.4</c:v>
                </c:pt>
                <c:pt idx="307">
                  <c:v>379.55</c:v>
                </c:pt>
                <c:pt idx="308">
                  <c:v>384.2</c:v>
                </c:pt>
                <c:pt idx="309">
                  <c:v>390.7</c:v>
                </c:pt>
                <c:pt idx="310">
                  <c:v>402</c:v>
                </c:pt>
                <c:pt idx="311">
                  <c:v>396.45</c:v>
                </c:pt>
                <c:pt idx="312">
                  <c:v>389.55</c:v>
                </c:pt>
                <c:pt idx="313">
                  <c:v>391.05</c:v>
                </c:pt>
                <c:pt idx="314">
                  <c:v>390.85</c:v>
                </c:pt>
                <c:pt idx="315">
                  <c:v>383.1</c:v>
                </c:pt>
                <c:pt idx="316">
                  <c:v>382.75</c:v>
                </c:pt>
                <c:pt idx="317">
                  <c:v>357.25</c:v>
                </c:pt>
                <c:pt idx="318">
                  <c:v>328.6</c:v>
                </c:pt>
                <c:pt idx="319">
                  <c:v>324.25</c:v>
                </c:pt>
                <c:pt idx="320">
                  <c:v>297.35000000000002</c:v>
                </c:pt>
                <c:pt idx="321">
                  <c:v>308.14999999999998</c:v>
                </c:pt>
                <c:pt idx="322">
                  <c:v>315.2</c:v>
                </c:pt>
                <c:pt idx="323">
                  <c:v>327.2</c:v>
                </c:pt>
                <c:pt idx="324">
                  <c:v>369.75</c:v>
                </c:pt>
                <c:pt idx="325">
                  <c:v>358.85</c:v>
                </c:pt>
                <c:pt idx="326">
                  <c:v>354.1</c:v>
                </c:pt>
                <c:pt idx="327">
                  <c:v>349.45</c:v>
                </c:pt>
                <c:pt idx="328">
                  <c:v>358.65</c:v>
                </c:pt>
                <c:pt idx="329">
                  <c:v>354.85</c:v>
                </c:pt>
                <c:pt idx="330">
                  <c:v>345.35</c:v>
                </c:pt>
                <c:pt idx="331">
                  <c:v>342.5</c:v>
                </c:pt>
                <c:pt idx="332">
                  <c:v>342.3</c:v>
                </c:pt>
                <c:pt idx="333">
                  <c:v>343.95</c:v>
                </c:pt>
                <c:pt idx="334">
                  <c:v>343.7</c:v>
                </c:pt>
                <c:pt idx="335">
                  <c:v>340.9</c:v>
                </c:pt>
                <c:pt idx="336">
                  <c:v>346.1</c:v>
                </c:pt>
                <c:pt idx="337">
                  <c:v>351.75</c:v>
                </c:pt>
                <c:pt idx="338">
                  <c:v>355.15</c:v>
                </c:pt>
                <c:pt idx="339">
                  <c:v>355.35</c:v>
                </c:pt>
                <c:pt idx="340">
                  <c:v>359.8</c:v>
                </c:pt>
                <c:pt idx="341">
                  <c:v>370.8</c:v>
                </c:pt>
                <c:pt idx="342">
                  <c:v>366.95</c:v>
                </c:pt>
                <c:pt idx="343">
                  <c:v>382.55</c:v>
                </c:pt>
                <c:pt idx="344">
                  <c:v>374.85</c:v>
                </c:pt>
                <c:pt idx="345">
                  <c:v>376.65</c:v>
                </c:pt>
                <c:pt idx="346">
                  <c:v>377.45</c:v>
                </c:pt>
                <c:pt idx="347">
                  <c:v>381.05</c:v>
                </c:pt>
                <c:pt idx="348">
                  <c:v>392.9</c:v>
                </c:pt>
                <c:pt idx="349">
                  <c:v>393.55</c:v>
                </c:pt>
                <c:pt idx="350">
                  <c:v>398.8</c:v>
                </c:pt>
                <c:pt idx="351">
                  <c:v>403.4</c:v>
                </c:pt>
                <c:pt idx="352">
                  <c:v>391.55</c:v>
                </c:pt>
                <c:pt idx="353">
                  <c:v>392.3</c:v>
                </c:pt>
                <c:pt idx="354">
                  <c:v>380.25</c:v>
                </c:pt>
                <c:pt idx="355">
                  <c:v>374.75</c:v>
                </c:pt>
                <c:pt idx="356">
                  <c:v>372.95</c:v>
                </c:pt>
                <c:pt idx="357">
                  <c:v>365.55</c:v>
                </c:pt>
                <c:pt idx="358">
                  <c:v>364.2</c:v>
                </c:pt>
                <c:pt idx="359">
                  <c:v>370.4</c:v>
                </c:pt>
                <c:pt idx="360">
                  <c:v>370.7</c:v>
                </c:pt>
                <c:pt idx="361">
                  <c:v>370.05</c:v>
                </c:pt>
                <c:pt idx="362">
                  <c:v>375.4</c:v>
                </c:pt>
                <c:pt idx="363">
                  <c:v>363.9</c:v>
                </c:pt>
                <c:pt idx="364">
                  <c:v>357.6</c:v>
                </c:pt>
                <c:pt idx="365">
                  <c:v>340.6</c:v>
                </c:pt>
                <c:pt idx="366">
                  <c:v>346.85</c:v>
                </c:pt>
                <c:pt idx="367">
                  <c:v>344.85</c:v>
                </c:pt>
                <c:pt idx="368">
                  <c:v>341.1</c:v>
                </c:pt>
                <c:pt idx="369">
                  <c:v>342.4</c:v>
                </c:pt>
                <c:pt idx="370">
                  <c:v>341.45</c:v>
                </c:pt>
                <c:pt idx="371">
                  <c:v>346.8</c:v>
                </c:pt>
                <c:pt idx="372">
                  <c:v>358.1</c:v>
                </c:pt>
                <c:pt idx="373">
                  <c:v>362.3</c:v>
                </c:pt>
                <c:pt idx="374">
                  <c:v>368.5</c:v>
                </c:pt>
                <c:pt idx="375">
                  <c:v>358.65</c:v>
                </c:pt>
                <c:pt idx="376">
                  <c:v>329.4</c:v>
                </c:pt>
                <c:pt idx="377">
                  <c:v>326.2</c:v>
                </c:pt>
                <c:pt idx="378">
                  <c:v>331.75</c:v>
                </c:pt>
                <c:pt idx="379">
                  <c:v>325.7</c:v>
                </c:pt>
                <c:pt idx="380">
                  <c:v>327.2</c:v>
                </c:pt>
                <c:pt idx="381">
                  <c:v>333.7</c:v>
                </c:pt>
                <c:pt idx="382">
                  <c:v>336.6</c:v>
                </c:pt>
                <c:pt idx="383">
                  <c:v>340.2</c:v>
                </c:pt>
                <c:pt idx="384">
                  <c:v>344</c:v>
                </c:pt>
                <c:pt idx="385">
                  <c:v>332</c:v>
                </c:pt>
                <c:pt idx="386">
                  <c:v>333</c:v>
                </c:pt>
                <c:pt idx="387">
                  <c:v>326.75</c:v>
                </c:pt>
                <c:pt idx="388">
                  <c:v>324.10000000000002</c:v>
                </c:pt>
                <c:pt idx="389">
                  <c:v>313.89999999999998</c:v>
                </c:pt>
                <c:pt idx="390">
                  <c:v>313</c:v>
                </c:pt>
                <c:pt idx="391">
                  <c:v>314.35000000000002</c:v>
                </c:pt>
                <c:pt idx="392">
                  <c:v>310.7</c:v>
                </c:pt>
                <c:pt idx="393">
                  <c:v>304.85000000000002</c:v>
                </c:pt>
                <c:pt idx="394">
                  <c:v>306.05</c:v>
                </c:pt>
                <c:pt idx="395">
                  <c:v>312.85000000000002</c:v>
                </c:pt>
                <c:pt idx="396">
                  <c:v>318.85000000000002</c:v>
                </c:pt>
                <c:pt idx="397">
                  <c:v>315.5</c:v>
                </c:pt>
                <c:pt idx="398">
                  <c:v>317.8</c:v>
                </c:pt>
                <c:pt idx="399">
                  <c:v>317.2</c:v>
                </c:pt>
                <c:pt idx="400">
                  <c:v>323.2</c:v>
                </c:pt>
                <c:pt idx="401">
                  <c:v>329.15</c:v>
                </c:pt>
                <c:pt idx="402">
                  <c:v>328.45</c:v>
                </c:pt>
                <c:pt idx="403">
                  <c:v>335.8</c:v>
                </c:pt>
                <c:pt idx="404">
                  <c:v>339.8</c:v>
                </c:pt>
                <c:pt idx="405">
                  <c:v>326.55</c:v>
                </c:pt>
                <c:pt idx="406">
                  <c:v>321.05</c:v>
                </c:pt>
                <c:pt idx="407">
                  <c:v>326.89999999999998</c:v>
                </c:pt>
                <c:pt idx="408">
                  <c:v>317.55</c:v>
                </c:pt>
                <c:pt idx="409">
                  <c:v>317.85000000000002</c:v>
                </c:pt>
                <c:pt idx="410">
                  <c:v>318.89999999999998</c:v>
                </c:pt>
                <c:pt idx="411">
                  <c:v>317</c:v>
                </c:pt>
                <c:pt idx="412">
                  <c:v>315.14999999999998</c:v>
                </c:pt>
                <c:pt idx="413">
                  <c:v>315.3</c:v>
                </c:pt>
                <c:pt idx="414">
                  <c:v>312.85000000000002</c:v>
                </c:pt>
                <c:pt idx="415">
                  <c:v>318.39999999999998</c:v>
                </c:pt>
                <c:pt idx="416">
                  <c:v>319.10000000000002</c:v>
                </c:pt>
                <c:pt idx="417">
                  <c:v>311.14999999999998</c:v>
                </c:pt>
                <c:pt idx="418">
                  <c:v>312.7</c:v>
                </c:pt>
                <c:pt idx="419">
                  <c:v>314.35000000000002</c:v>
                </c:pt>
                <c:pt idx="420">
                  <c:v>311.14999999999998</c:v>
                </c:pt>
                <c:pt idx="421">
                  <c:v>311.60000000000002</c:v>
                </c:pt>
                <c:pt idx="422">
                  <c:v>307.7</c:v>
                </c:pt>
                <c:pt idx="423">
                  <c:v>304.14999999999998</c:v>
                </c:pt>
                <c:pt idx="424">
                  <c:v>305.05</c:v>
                </c:pt>
                <c:pt idx="425">
                  <c:v>297.89999999999998</c:v>
                </c:pt>
                <c:pt idx="426">
                  <c:v>290.3</c:v>
                </c:pt>
                <c:pt idx="427">
                  <c:v>261.3</c:v>
                </c:pt>
                <c:pt idx="428">
                  <c:v>262.64999999999998</c:v>
                </c:pt>
                <c:pt idx="429">
                  <c:v>253.15</c:v>
                </c:pt>
                <c:pt idx="430">
                  <c:v>246.9</c:v>
                </c:pt>
                <c:pt idx="431">
                  <c:v>239.9</c:v>
                </c:pt>
                <c:pt idx="432">
                  <c:v>216.65</c:v>
                </c:pt>
                <c:pt idx="433">
                  <c:v>221.15</c:v>
                </c:pt>
                <c:pt idx="434">
                  <c:v>206.6</c:v>
                </c:pt>
                <c:pt idx="435">
                  <c:v>227.15</c:v>
                </c:pt>
                <c:pt idx="436">
                  <c:v>241.7</c:v>
                </c:pt>
                <c:pt idx="437">
                  <c:v>264.60000000000002</c:v>
                </c:pt>
                <c:pt idx="438">
                  <c:v>259.55</c:v>
                </c:pt>
                <c:pt idx="439">
                  <c:v>246.6</c:v>
                </c:pt>
                <c:pt idx="440">
                  <c:v>249.45</c:v>
                </c:pt>
                <c:pt idx="441">
                  <c:v>250.65</c:v>
                </c:pt>
                <c:pt idx="442">
                  <c:v>252.35</c:v>
                </c:pt>
                <c:pt idx="443">
                  <c:v>253.1</c:v>
                </c:pt>
                <c:pt idx="444">
                  <c:v>258.14999999999998</c:v>
                </c:pt>
                <c:pt idx="445">
                  <c:v>265.39999999999998</c:v>
                </c:pt>
                <c:pt idx="446">
                  <c:v>267.05</c:v>
                </c:pt>
                <c:pt idx="447">
                  <c:v>273.60000000000002</c:v>
                </c:pt>
                <c:pt idx="448">
                  <c:v>273.60000000000002</c:v>
                </c:pt>
                <c:pt idx="449">
                  <c:v>284.55</c:v>
                </c:pt>
                <c:pt idx="450">
                  <c:v>275.95</c:v>
                </c:pt>
                <c:pt idx="451">
                  <c:v>276.5</c:v>
                </c:pt>
                <c:pt idx="452">
                  <c:v>272.8</c:v>
                </c:pt>
                <c:pt idx="453">
                  <c:v>274.89999999999998</c:v>
                </c:pt>
                <c:pt idx="454">
                  <c:v>265.95</c:v>
                </c:pt>
                <c:pt idx="455">
                  <c:v>263.89999999999998</c:v>
                </c:pt>
                <c:pt idx="456">
                  <c:v>260.45</c:v>
                </c:pt>
                <c:pt idx="457">
                  <c:v>252.55</c:v>
                </c:pt>
                <c:pt idx="458">
                  <c:v>254.4</c:v>
                </c:pt>
                <c:pt idx="459">
                  <c:v>260.7</c:v>
                </c:pt>
                <c:pt idx="460">
                  <c:v>262.95</c:v>
                </c:pt>
                <c:pt idx="461">
                  <c:v>261.5</c:v>
                </c:pt>
                <c:pt idx="462">
                  <c:v>262.5</c:v>
                </c:pt>
                <c:pt idx="463">
                  <c:v>259.10000000000002</c:v>
                </c:pt>
                <c:pt idx="464">
                  <c:v>260.7</c:v>
                </c:pt>
                <c:pt idx="465">
                  <c:v>264.05</c:v>
                </c:pt>
                <c:pt idx="466">
                  <c:v>266.2</c:v>
                </c:pt>
                <c:pt idx="467">
                  <c:v>268.45</c:v>
                </c:pt>
                <c:pt idx="468">
                  <c:v>273.2</c:v>
                </c:pt>
                <c:pt idx="469">
                  <c:v>278.05</c:v>
                </c:pt>
                <c:pt idx="470">
                  <c:v>305.25</c:v>
                </c:pt>
                <c:pt idx="471">
                  <c:v>291.05</c:v>
                </c:pt>
                <c:pt idx="472">
                  <c:v>294.39999999999998</c:v>
                </c:pt>
                <c:pt idx="473">
                  <c:v>291.89999999999998</c:v>
                </c:pt>
                <c:pt idx="474">
                  <c:v>291.89999999999998</c:v>
                </c:pt>
                <c:pt idx="475">
                  <c:v>298.60000000000002</c:v>
                </c:pt>
                <c:pt idx="476">
                  <c:v>293.2</c:v>
                </c:pt>
                <c:pt idx="477">
                  <c:v>290.55</c:v>
                </c:pt>
                <c:pt idx="478">
                  <c:v>289.95</c:v>
                </c:pt>
                <c:pt idx="479">
                  <c:v>290.45</c:v>
                </c:pt>
                <c:pt idx="480">
                  <c:v>298.5</c:v>
                </c:pt>
                <c:pt idx="481">
                  <c:v>313.3</c:v>
                </c:pt>
                <c:pt idx="482">
                  <c:v>309.95</c:v>
                </c:pt>
                <c:pt idx="483">
                  <c:v>312</c:v>
                </c:pt>
                <c:pt idx="484">
                  <c:v>315.05</c:v>
                </c:pt>
                <c:pt idx="485">
                  <c:v>310.45</c:v>
                </c:pt>
                <c:pt idx="486">
                  <c:v>311</c:v>
                </c:pt>
                <c:pt idx="487">
                  <c:v>311</c:v>
                </c:pt>
                <c:pt idx="488">
                  <c:v>310.3</c:v>
                </c:pt>
                <c:pt idx="489">
                  <c:v>309.14999999999998</c:v>
                </c:pt>
                <c:pt idx="490">
                  <c:v>308.7</c:v>
                </c:pt>
                <c:pt idx="491">
                  <c:v>310.3</c:v>
                </c:pt>
                <c:pt idx="492">
                  <c:v>310.35000000000002</c:v>
                </c:pt>
                <c:pt idx="493">
                  <c:v>310.7</c:v>
                </c:pt>
                <c:pt idx="494">
                  <c:v>306.8</c:v>
                </c:pt>
                <c:pt idx="495">
                  <c:v>302.25</c:v>
                </c:pt>
                <c:pt idx="496">
                  <c:v>301.89999999999998</c:v>
                </c:pt>
                <c:pt idx="497">
                  <c:v>306.2</c:v>
                </c:pt>
                <c:pt idx="498">
                  <c:v>305</c:v>
                </c:pt>
                <c:pt idx="499">
                  <c:v>303.60000000000002</c:v>
                </c:pt>
                <c:pt idx="500">
                  <c:v>296.45</c:v>
                </c:pt>
                <c:pt idx="501">
                  <c:v>321.05</c:v>
                </c:pt>
                <c:pt idx="502">
                  <c:v>320</c:v>
                </c:pt>
                <c:pt idx="503">
                  <c:v>317.85000000000002</c:v>
                </c:pt>
                <c:pt idx="504">
                  <c:v>328.35</c:v>
                </c:pt>
                <c:pt idx="505">
                  <c:v>324.64999999999998</c:v>
                </c:pt>
                <c:pt idx="506">
                  <c:v>326.8</c:v>
                </c:pt>
                <c:pt idx="507">
                  <c:v>325.7</c:v>
                </c:pt>
                <c:pt idx="508">
                  <c:v>322.75</c:v>
                </c:pt>
                <c:pt idx="509">
                  <c:v>320.25</c:v>
                </c:pt>
                <c:pt idx="510">
                  <c:v>318.7</c:v>
                </c:pt>
                <c:pt idx="511">
                  <c:v>311.60000000000002</c:v>
                </c:pt>
                <c:pt idx="512">
                  <c:v>312.39999999999998</c:v>
                </c:pt>
                <c:pt idx="513">
                  <c:v>312.60000000000002</c:v>
                </c:pt>
                <c:pt idx="514">
                  <c:v>314.64999999999998</c:v>
                </c:pt>
                <c:pt idx="515">
                  <c:v>313.55</c:v>
                </c:pt>
                <c:pt idx="516">
                  <c:v>314.8</c:v>
                </c:pt>
                <c:pt idx="517">
                  <c:v>314.45</c:v>
                </c:pt>
                <c:pt idx="518">
                  <c:v>316.60000000000002</c:v>
                </c:pt>
                <c:pt idx="519">
                  <c:v>314.05</c:v>
                </c:pt>
                <c:pt idx="520">
                  <c:v>300.10000000000002</c:v>
                </c:pt>
                <c:pt idx="521">
                  <c:v>300.64999999999998</c:v>
                </c:pt>
                <c:pt idx="522">
                  <c:v>302.8</c:v>
                </c:pt>
                <c:pt idx="523">
                  <c:v>293.89999999999998</c:v>
                </c:pt>
                <c:pt idx="524">
                  <c:v>291.7</c:v>
                </c:pt>
                <c:pt idx="525">
                  <c:v>307.95</c:v>
                </c:pt>
                <c:pt idx="526">
                  <c:v>311.2</c:v>
                </c:pt>
                <c:pt idx="527">
                  <c:v>308.60000000000002</c:v>
                </c:pt>
                <c:pt idx="528">
                  <c:v>309.2</c:v>
                </c:pt>
                <c:pt idx="529">
                  <c:v>310</c:v>
                </c:pt>
                <c:pt idx="530">
                  <c:v>311.55</c:v>
                </c:pt>
                <c:pt idx="531">
                  <c:v>315.60000000000002</c:v>
                </c:pt>
                <c:pt idx="532">
                  <c:v>318.75</c:v>
                </c:pt>
                <c:pt idx="533">
                  <c:v>320.85000000000002</c:v>
                </c:pt>
                <c:pt idx="534">
                  <c:v>317.05</c:v>
                </c:pt>
                <c:pt idx="535">
                  <c:v>314.39999999999998</c:v>
                </c:pt>
                <c:pt idx="536">
                  <c:v>314.89999999999998</c:v>
                </c:pt>
                <c:pt idx="537">
                  <c:v>314.7</c:v>
                </c:pt>
                <c:pt idx="538">
                  <c:v>321.35000000000002</c:v>
                </c:pt>
                <c:pt idx="539">
                  <c:v>325.75</c:v>
                </c:pt>
                <c:pt idx="540">
                  <c:v>307.85000000000002</c:v>
                </c:pt>
                <c:pt idx="541">
                  <c:v>322.3</c:v>
                </c:pt>
                <c:pt idx="542">
                  <c:v>313.64999999999998</c:v>
                </c:pt>
                <c:pt idx="543">
                  <c:v>313.75</c:v>
                </c:pt>
                <c:pt idx="544">
                  <c:v>307.64999999999998</c:v>
                </c:pt>
                <c:pt idx="545">
                  <c:v>311.3</c:v>
                </c:pt>
                <c:pt idx="546">
                  <c:v>306.95</c:v>
                </c:pt>
                <c:pt idx="547">
                  <c:v>298.45</c:v>
                </c:pt>
                <c:pt idx="548">
                  <c:v>292.25</c:v>
                </c:pt>
                <c:pt idx="549">
                  <c:v>293.64999999999998</c:v>
                </c:pt>
                <c:pt idx="550">
                  <c:v>297.5</c:v>
                </c:pt>
                <c:pt idx="551">
                  <c:v>308.05</c:v>
                </c:pt>
                <c:pt idx="552">
                  <c:v>306.7</c:v>
                </c:pt>
                <c:pt idx="553">
                  <c:v>299.60000000000002</c:v>
                </c:pt>
                <c:pt idx="554">
                  <c:v>303.75</c:v>
                </c:pt>
                <c:pt idx="555">
                  <c:v>303.55</c:v>
                </c:pt>
                <c:pt idx="556">
                  <c:v>303.8</c:v>
                </c:pt>
                <c:pt idx="557">
                  <c:v>300</c:v>
                </c:pt>
                <c:pt idx="558">
                  <c:v>300.10000000000002</c:v>
                </c:pt>
                <c:pt idx="559">
                  <c:v>300.3</c:v>
                </c:pt>
                <c:pt idx="560">
                  <c:v>302.14999999999998</c:v>
                </c:pt>
                <c:pt idx="561">
                  <c:v>303.55</c:v>
                </c:pt>
                <c:pt idx="562">
                  <c:v>298.95</c:v>
                </c:pt>
                <c:pt idx="563">
                  <c:v>305.35000000000002</c:v>
                </c:pt>
                <c:pt idx="564">
                  <c:v>305.7</c:v>
                </c:pt>
                <c:pt idx="565">
                  <c:v>303</c:v>
                </c:pt>
                <c:pt idx="566">
                  <c:v>300.14999999999998</c:v>
                </c:pt>
                <c:pt idx="567">
                  <c:v>296.25</c:v>
                </c:pt>
                <c:pt idx="568">
                  <c:v>296.55</c:v>
                </c:pt>
                <c:pt idx="569">
                  <c:v>298.25</c:v>
                </c:pt>
                <c:pt idx="570">
                  <c:v>294.45</c:v>
                </c:pt>
                <c:pt idx="571">
                  <c:v>289.05</c:v>
                </c:pt>
                <c:pt idx="572">
                  <c:v>290.05</c:v>
                </c:pt>
                <c:pt idx="573">
                  <c:v>292.35000000000002</c:v>
                </c:pt>
                <c:pt idx="574">
                  <c:v>284.7</c:v>
                </c:pt>
                <c:pt idx="575">
                  <c:v>287.25</c:v>
                </c:pt>
                <c:pt idx="576">
                  <c:v>291.2</c:v>
                </c:pt>
                <c:pt idx="577">
                  <c:v>289.64999999999998</c:v>
                </c:pt>
                <c:pt idx="578">
                  <c:v>287</c:v>
                </c:pt>
                <c:pt idx="579">
                  <c:v>288.5</c:v>
                </c:pt>
                <c:pt idx="580">
                  <c:v>275.3</c:v>
                </c:pt>
                <c:pt idx="581">
                  <c:v>278.35000000000002</c:v>
                </c:pt>
                <c:pt idx="582">
                  <c:v>284.35000000000002</c:v>
                </c:pt>
                <c:pt idx="583">
                  <c:v>287.85000000000002</c:v>
                </c:pt>
                <c:pt idx="584">
                  <c:v>289.7</c:v>
                </c:pt>
                <c:pt idx="585">
                  <c:v>293.14999999999998</c:v>
                </c:pt>
                <c:pt idx="586">
                  <c:v>289.95</c:v>
                </c:pt>
                <c:pt idx="587">
                  <c:v>291.45</c:v>
                </c:pt>
                <c:pt idx="588">
                  <c:v>288.05</c:v>
                </c:pt>
                <c:pt idx="589">
                  <c:v>286</c:v>
                </c:pt>
                <c:pt idx="590">
                  <c:v>283.7</c:v>
                </c:pt>
                <c:pt idx="591">
                  <c:v>282.89999999999998</c:v>
                </c:pt>
                <c:pt idx="592">
                  <c:v>277.89999999999998</c:v>
                </c:pt>
                <c:pt idx="593">
                  <c:v>280.8</c:v>
                </c:pt>
                <c:pt idx="594">
                  <c:v>276.2</c:v>
                </c:pt>
                <c:pt idx="595">
                  <c:v>262.25</c:v>
                </c:pt>
                <c:pt idx="596">
                  <c:v>258.75</c:v>
                </c:pt>
                <c:pt idx="597">
                  <c:v>254.05</c:v>
                </c:pt>
                <c:pt idx="598">
                  <c:v>270.60000000000002</c:v>
                </c:pt>
                <c:pt idx="599">
                  <c:v>269.35000000000002</c:v>
                </c:pt>
                <c:pt idx="600">
                  <c:v>260</c:v>
                </c:pt>
                <c:pt idx="601">
                  <c:v>265.3</c:v>
                </c:pt>
                <c:pt idx="602">
                  <c:v>261.45</c:v>
                </c:pt>
                <c:pt idx="603">
                  <c:v>263.5</c:v>
                </c:pt>
                <c:pt idx="604">
                  <c:v>270.35000000000002</c:v>
                </c:pt>
                <c:pt idx="605">
                  <c:v>273</c:v>
                </c:pt>
                <c:pt idx="606">
                  <c:v>274.39999999999998</c:v>
                </c:pt>
                <c:pt idx="607">
                  <c:v>275.25</c:v>
                </c:pt>
                <c:pt idx="608">
                  <c:v>274.75</c:v>
                </c:pt>
                <c:pt idx="609">
                  <c:v>283.89999999999998</c:v>
                </c:pt>
                <c:pt idx="610">
                  <c:v>289.2</c:v>
                </c:pt>
                <c:pt idx="611">
                  <c:v>286.3</c:v>
                </c:pt>
                <c:pt idx="612">
                  <c:v>284.55</c:v>
                </c:pt>
                <c:pt idx="613">
                  <c:v>281.85000000000002</c:v>
                </c:pt>
                <c:pt idx="614">
                  <c:v>284.89999999999998</c:v>
                </c:pt>
                <c:pt idx="615">
                  <c:v>283.35000000000002</c:v>
                </c:pt>
                <c:pt idx="616">
                  <c:v>286.64999999999998</c:v>
                </c:pt>
                <c:pt idx="617">
                  <c:v>286.55</c:v>
                </c:pt>
                <c:pt idx="618">
                  <c:v>283.89999999999998</c:v>
                </c:pt>
                <c:pt idx="619">
                  <c:v>283.8</c:v>
                </c:pt>
                <c:pt idx="620">
                  <c:v>272.8</c:v>
                </c:pt>
                <c:pt idx="621">
                  <c:v>267.05</c:v>
                </c:pt>
                <c:pt idx="622">
                  <c:v>271.75</c:v>
                </c:pt>
                <c:pt idx="623">
                  <c:v>269.39999999999998</c:v>
                </c:pt>
                <c:pt idx="624">
                  <c:v>271.7</c:v>
                </c:pt>
                <c:pt idx="625">
                  <c:v>267.10000000000002</c:v>
                </c:pt>
                <c:pt idx="626">
                  <c:v>268.14999999999998</c:v>
                </c:pt>
                <c:pt idx="627">
                  <c:v>267</c:v>
                </c:pt>
                <c:pt idx="628">
                  <c:v>263.3</c:v>
                </c:pt>
                <c:pt idx="629">
                  <c:v>271.85000000000002</c:v>
                </c:pt>
                <c:pt idx="630">
                  <c:v>276.89999999999998</c:v>
                </c:pt>
                <c:pt idx="631">
                  <c:v>277.35000000000002</c:v>
                </c:pt>
                <c:pt idx="632">
                  <c:v>265.64999999999998</c:v>
                </c:pt>
                <c:pt idx="633">
                  <c:v>265.3</c:v>
                </c:pt>
                <c:pt idx="634">
                  <c:v>265.85000000000002</c:v>
                </c:pt>
                <c:pt idx="635">
                  <c:v>257.89999999999998</c:v>
                </c:pt>
                <c:pt idx="636">
                  <c:v>253.9</c:v>
                </c:pt>
                <c:pt idx="637">
                  <c:v>259.35000000000002</c:v>
                </c:pt>
                <c:pt idx="638">
                  <c:v>259.8</c:v>
                </c:pt>
                <c:pt idx="639">
                  <c:v>256.8</c:v>
                </c:pt>
                <c:pt idx="640">
                  <c:v>256.75</c:v>
                </c:pt>
                <c:pt idx="641">
                  <c:v>251.55</c:v>
                </c:pt>
                <c:pt idx="642">
                  <c:v>251.8</c:v>
                </c:pt>
                <c:pt idx="643">
                  <c:v>245.4</c:v>
                </c:pt>
                <c:pt idx="644">
                  <c:v>247.75</c:v>
                </c:pt>
                <c:pt idx="645">
                  <c:v>246.8</c:v>
                </c:pt>
                <c:pt idx="646">
                  <c:v>244.35</c:v>
                </c:pt>
                <c:pt idx="647">
                  <c:v>245.05</c:v>
                </c:pt>
                <c:pt idx="648">
                  <c:v>242.85</c:v>
                </c:pt>
                <c:pt idx="649">
                  <c:v>243.95</c:v>
                </c:pt>
                <c:pt idx="650">
                  <c:v>241.55</c:v>
                </c:pt>
                <c:pt idx="651">
                  <c:v>241.25</c:v>
                </c:pt>
                <c:pt idx="652">
                  <c:v>233.15</c:v>
                </c:pt>
                <c:pt idx="653">
                  <c:v>234.65</c:v>
                </c:pt>
                <c:pt idx="654">
                  <c:v>240.95</c:v>
                </c:pt>
                <c:pt idx="655">
                  <c:v>242.55</c:v>
                </c:pt>
                <c:pt idx="656">
                  <c:v>238.55</c:v>
                </c:pt>
                <c:pt idx="657">
                  <c:v>242.8</c:v>
                </c:pt>
                <c:pt idx="658">
                  <c:v>245.25</c:v>
                </c:pt>
                <c:pt idx="659">
                  <c:v>248.9</c:v>
                </c:pt>
                <c:pt idx="660">
                  <c:v>245.2</c:v>
                </c:pt>
                <c:pt idx="661">
                  <c:v>247.65</c:v>
                </c:pt>
                <c:pt idx="662">
                  <c:v>249.75</c:v>
                </c:pt>
                <c:pt idx="663">
                  <c:v>250.95</c:v>
                </c:pt>
                <c:pt idx="664">
                  <c:v>246.6</c:v>
                </c:pt>
                <c:pt idx="665">
                  <c:v>245.7</c:v>
                </c:pt>
                <c:pt idx="666">
                  <c:v>249.6</c:v>
                </c:pt>
                <c:pt idx="667">
                  <c:v>255.5</c:v>
                </c:pt>
                <c:pt idx="668">
                  <c:v>265.25</c:v>
                </c:pt>
                <c:pt idx="669">
                  <c:v>264.3</c:v>
                </c:pt>
                <c:pt idx="670">
                  <c:v>269.3</c:v>
                </c:pt>
                <c:pt idx="671">
                  <c:v>265.95</c:v>
                </c:pt>
                <c:pt idx="672">
                  <c:v>265.64999999999998</c:v>
                </c:pt>
                <c:pt idx="673">
                  <c:v>260.95</c:v>
                </c:pt>
                <c:pt idx="674">
                  <c:v>257.39999999999998</c:v>
                </c:pt>
                <c:pt idx="675">
                  <c:v>260.5</c:v>
                </c:pt>
                <c:pt idx="676">
                  <c:v>259</c:v>
                </c:pt>
                <c:pt idx="677">
                  <c:v>258.05</c:v>
                </c:pt>
                <c:pt idx="678">
                  <c:v>261.60000000000002</c:v>
                </c:pt>
                <c:pt idx="679">
                  <c:v>258.64999999999998</c:v>
                </c:pt>
                <c:pt idx="680">
                  <c:v>258.10000000000002</c:v>
                </c:pt>
                <c:pt idx="681">
                  <c:v>255.5</c:v>
                </c:pt>
                <c:pt idx="682">
                  <c:v>260</c:v>
                </c:pt>
                <c:pt idx="683">
                  <c:v>255.5</c:v>
                </c:pt>
                <c:pt idx="684">
                  <c:v>255.35</c:v>
                </c:pt>
                <c:pt idx="685">
                  <c:v>255.7</c:v>
                </c:pt>
                <c:pt idx="686">
                  <c:v>257.95</c:v>
                </c:pt>
                <c:pt idx="687">
                  <c:v>258.05</c:v>
                </c:pt>
                <c:pt idx="688">
                  <c:v>250</c:v>
                </c:pt>
                <c:pt idx="689">
                  <c:v>242.1</c:v>
                </c:pt>
                <c:pt idx="690">
                  <c:v>236.15</c:v>
                </c:pt>
                <c:pt idx="691">
                  <c:v>240.15</c:v>
                </c:pt>
                <c:pt idx="692">
                  <c:v>242.35</c:v>
                </c:pt>
                <c:pt idx="693">
                  <c:v>238.4</c:v>
                </c:pt>
                <c:pt idx="694">
                  <c:v>236.9</c:v>
                </c:pt>
                <c:pt idx="695">
                  <c:v>239.6</c:v>
                </c:pt>
                <c:pt idx="696">
                  <c:v>242.2</c:v>
                </c:pt>
                <c:pt idx="697">
                  <c:v>244.2</c:v>
                </c:pt>
                <c:pt idx="698">
                  <c:v>243.65</c:v>
                </c:pt>
                <c:pt idx="699">
                  <c:v>242.9</c:v>
                </c:pt>
                <c:pt idx="700">
                  <c:v>242.15</c:v>
                </c:pt>
                <c:pt idx="701">
                  <c:v>239.95</c:v>
                </c:pt>
                <c:pt idx="702">
                  <c:v>235.95</c:v>
                </c:pt>
                <c:pt idx="703">
                  <c:v>229.9</c:v>
                </c:pt>
                <c:pt idx="704">
                  <c:v>223.05</c:v>
                </c:pt>
                <c:pt idx="705">
                  <c:v>219.8</c:v>
                </c:pt>
                <c:pt idx="706">
                  <c:v>230.55</c:v>
                </c:pt>
                <c:pt idx="707">
                  <c:v>234.4</c:v>
                </c:pt>
                <c:pt idx="708">
                  <c:v>265.5</c:v>
                </c:pt>
                <c:pt idx="709">
                  <c:v>257.75</c:v>
                </c:pt>
                <c:pt idx="710">
                  <c:v>263.25</c:v>
                </c:pt>
                <c:pt idx="711">
                  <c:v>261.2</c:v>
                </c:pt>
                <c:pt idx="712">
                  <c:v>259.64999999999998</c:v>
                </c:pt>
                <c:pt idx="713">
                  <c:v>258</c:v>
                </c:pt>
                <c:pt idx="714">
                  <c:v>256</c:v>
                </c:pt>
                <c:pt idx="715">
                  <c:v>260.8</c:v>
                </c:pt>
                <c:pt idx="716">
                  <c:v>262.85000000000002</c:v>
                </c:pt>
                <c:pt idx="717">
                  <c:v>264.89999999999998</c:v>
                </c:pt>
                <c:pt idx="718">
                  <c:v>268.2</c:v>
                </c:pt>
                <c:pt idx="719">
                  <c:v>271.85000000000002</c:v>
                </c:pt>
                <c:pt idx="720">
                  <c:v>273.45</c:v>
                </c:pt>
                <c:pt idx="721">
                  <c:v>274.7</c:v>
                </c:pt>
                <c:pt idx="722">
                  <c:v>285.35000000000002</c:v>
                </c:pt>
                <c:pt idx="723">
                  <c:v>286.55</c:v>
                </c:pt>
                <c:pt idx="724">
                  <c:v>292.39999999999998</c:v>
                </c:pt>
                <c:pt idx="725">
                  <c:v>287.3</c:v>
                </c:pt>
                <c:pt idx="726">
                  <c:v>290.8</c:v>
                </c:pt>
                <c:pt idx="727">
                  <c:v>287.89999999999998</c:v>
                </c:pt>
                <c:pt idx="728">
                  <c:v>294.55</c:v>
                </c:pt>
                <c:pt idx="729">
                  <c:v>291.35000000000002</c:v>
                </c:pt>
                <c:pt idx="730">
                  <c:v>292.5</c:v>
                </c:pt>
                <c:pt idx="731">
                  <c:v>294.39999999999998</c:v>
                </c:pt>
                <c:pt idx="732">
                  <c:v>296.14999999999998</c:v>
                </c:pt>
                <c:pt idx="733">
                  <c:v>292.95</c:v>
                </c:pt>
                <c:pt idx="734">
                  <c:v>293.35000000000002</c:v>
                </c:pt>
                <c:pt idx="735">
                  <c:v>292.64999999999998</c:v>
                </c:pt>
                <c:pt idx="736">
                  <c:v>293.85000000000002</c:v>
                </c:pt>
                <c:pt idx="737">
                  <c:v>296.95</c:v>
                </c:pt>
                <c:pt idx="738">
                  <c:v>295.7</c:v>
                </c:pt>
                <c:pt idx="739">
                  <c:v>294.10000000000002</c:v>
                </c:pt>
                <c:pt idx="740">
                  <c:v>289.89999999999998</c:v>
                </c:pt>
                <c:pt idx="741">
                  <c:v>289.10000000000002</c:v>
                </c:pt>
                <c:pt idx="742">
                  <c:v>290.8</c:v>
                </c:pt>
                <c:pt idx="743">
                  <c:v>289.64999999999998</c:v>
                </c:pt>
                <c:pt idx="744">
                  <c:v>291.55</c:v>
                </c:pt>
                <c:pt idx="745">
                  <c:v>300.5</c:v>
                </c:pt>
                <c:pt idx="746">
                  <c:v>298.89999999999998</c:v>
                </c:pt>
                <c:pt idx="747">
                  <c:v>297.5</c:v>
                </c:pt>
                <c:pt idx="748">
                  <c:v>297.95</c:v>
                </c:pt>
                <c:pt idx="749">
                  <c:v>297.8</c:v>
                </c:pt>
                <c:pt idx="750">
                  <c:v>293.5</c:v>
                </c:pt>
                <c:pt idx="751">
                  <c:v>287.95</c:v>
                </c:pt>
                <c:pt idx="752">
                  <c:v>284.8</c:v>
                </c:pt>
                <c:pt idx="753">
                  <c:v>285.05</c:v>
                </c:pt>
                <c:pt idx="754">
                  <c:v>288.95</c:v>
                </c:pt>
                <c:pt idx="755">
                  <c:v>296.35000000000002</c:v>
                </c:pt>
                <c:pt idx="756">
                  <c:v>297.05</c:v>
                </c:pt>
                <c:pt idx="757">
                  <c:v>295.25</c:v>
                </c:pt>
                <c:pt idx="758">
                  <c:v>294.5</c:v>
                </c:pt>
                <c:pt idx="759">
                  <c:v>290.8</c:v>
                </c:pt>
                <c:pt idx="760">
                  <c:v>291.45</c:v>
                </c:pt>
                <c:pt idx="761">
                  <c:v>292.35000000000002</c:v>
                </c:pt>
                <c:pt idx="762">
                  <c:v>289.85000000000002</c:v>
                </c:pt>
                <c:pt idx="763">
                  <c:v>292.10000000000002</c:v>
                </c:pt>
                <c:pt idx="764">
                  <c:v>296.05</c:v>
                </c:pt>
                <c:pt idx="765">
                  <c:v>292.7</c:v>
                </c:pt>
                <c:pt idx="766">
                  <c:v>282.64999999999998</c:v>
                </c:pt>
                <c:pt idx="767">
                  <c:v>273.35000000000002</c:v>
                </c:pt>
                <c:pt idx="768">
                  <c:v>278.64999999999998</c:v>
                </c:pt>
                <c:pt idx="769">
                  <c:v>273.14999999999998</c:v>
                </c:pt>
                <c:pt idx="770">
                  <c:v>268.39999999999998</c:v>
                </c:pt>
                <c:pt idx="771">
                  <c:v>275.05</c:v>
                </c:pt>
                <c:pt idx="772">
                  <c:v>281.35000000000002</c:v>
                </c:pt>
                <c:pt idx="773">
                  <c:v>281.39999999999998</c:v>
                </c:pt>
                <c:pt idx="774">
                  <c:v>282.55</c:v>
                </c:pt>
                <c:pt idx="775">
                  <c:v>285.05</c:v>
                </c:pt>
                <c:pt idx="776">
                  <c:v>280.75</c:v>
                </c:pt>
                <c:pt idx="777">
                  <c:v>281.64999999999998</c:v>
                </c:pt>
                <c:pt idx="778">
                  <c:v>282.45</c:v>
                </c:pt>
                <c:pt idx="779">
                  <c:v>281.2</c:v>
                </c:pt>
                <c:pt idx="780">
                  <c:v>284.10000000000002</c:v>
                </c:pt>
                <c:pt idx="781">
                  <c:v>291.8</c:v>
                </c:pt>
                <c:pt idx="782">
                  <c:v>289.64999999999998</c:v>
                </c:pt>
                <c:pt idx="783">
                  <c:v>290.35000000000002</c:v>
                </c:pt>
                <c:pt idx="784">
                  <c:v>288.89999999999998</c:v>
                </c:pt>
                <c:pt idx="785">
                  <c:v>294.89999999999998</c:v>
                </c:pt>
                <c:pt idx="786">
                  <c:v>302.7</c:v>
                </c:pt>
                <c:pt idx="787">
                  <c:v>295.55</c:v>
                </c:pt>
                <c:pt idx="788">
                  <c:v>292.60000000000002</c:v>
                </c:pt>
                <c:pt idx="789">
                  <c:v>295.39999999999998</c:v>
                </c:pt>
                <c:pt idx="790">
                  <c:v>294.75</c:v>
                </c:pt>
                <c:pt idx="791">
                  <c:v>295.8</c:v>
                </c:pt>
                <c:pt idx="792">
                  <c:v>292.2</c:v>
                </c:pt>
                <c:pt idx="793">
                  <c:v>288.95</c:v>
                </c:pt>
                <c:pt idx="794">
                  <c:v>285.35000000000002</c:v>
                </c:pt>
                <c:pt idx="795">
                  <c:v>281</c:v>
                </c:pt>
                <c:pt idx="796">
                  <c:v>276.95</c:v>
                </c:pt>
                <c:pt idx="797">
                  <c:v>285.14999999999998</c:v>
                </c:pt>
                <c:pt idx="798">
                  <c:v>278.3</c:v>
                </c:pt>
                <c:pt idx="799">
                  <c:v>277.95</c:v>
                </c:pt>
                <c:pt idx="800">
                  <c:v>279.55</c:v>
                </c:pt>
                <c:pt idx="801">
                  <c:v>285.05</c:v>
                </c:pt>
                <c:pt idx="802">
                  <c:v>293.35000000000002</c:v>
                </c:pt>
                <c:pt idx="803">
                  <c:v>293.5</c:v>
                </c:pt>
                <c:pt idx="804">
                  <c:v>294.45</c:v>
                </c:pt>
                <c:pt idx="805">
                  <c:v>282.85000000000002</c:v>
                </c:pt>
                <c:pt idx="806">
                  <c:v>285.7</c:v>
                </c:pt>
                <c:pt idx="807">
                  <c:v>284.5</c:v>
                </c:pt>
                <c:pt idx="808">
                  <c:v>280.5</c:v>
                </c:pt>
                <c:pt idx="809">
                  <c:v>285.45</c:v>
                </c:pt>
                <c:pt idx="810">
                  <c:v>278.10000000000002</c:v>
                </c:pt>
                <c:pt idx="811">
                  <c:v>281.05</c:v>
                </c:pt>
                <c:pt idx="812">
                  <c:v>282.3</c:v>
                </c:pt>
                <c:pt idx="813">
                  <c:v>285.5</c:v>
                </c:pt>
                <c:pt idx="814">
                  <c:v>293.45</c:v>
                </c:pt>
                <c:pt idx="815">
                  <c:v>300.14999999999998</c:v>
                </c:pt>
                <c:pt idx="816">
                  <c:v>296.14999999999998</c:v>
                </c:pt>
                <c:pt idx="817">
                  <c:v>288.35000000000002</c:v>
                </c:pt>
                <c:pt idx="818">
                  <c:v>285.25</c:v>
                </c:pt>
                <c:pt idx="819">
                  <c:v>292.85000000000002</c:v>
                </c:pt>
                <c:pt idx="820">
                  <c:v>282.3</c:v>
                </c:pt>
                <c:pt idx="821">
                  <c:v>283.8</c:v>
                </c:pt>
                <c:pt idx="822">
                  <c:v>278.14999999999998</c:v>
                </c:pt>
                <c:pt idx="823">
                  <c:v>279.3</c:v>
                </c:pt>
                <c:pt idx="824">
                  <c:v>277.39999999999998</c:v>
                </c:pt>
                <c:pt idx="825">
                  <c:v>271.2</c:v>
                </c:pt>
                <c:pt idx="826">
                  <c:v>273.8</c:v>
                </c:pt>
                <c:pt idx="827">
                  <c:v>268.2</c:v>
                </c:pt>
                <c:pt idx="828">
                  <c:v>272.2</c:v>
                </c:pt>
                <c:pt idx="829">
                  <c:v>272.85000000000002</c:v>
                </c:pt>
                <c:pt idx="830">
                  <c:v>274.45</c:v>
                </c:pt>
                <c:pt idx="831">
                  <c:v>273.45</c:v>
                </c:pt>
                <c:pt idx="832">
                  <c:v>270.55</c:v>
                </c:pt>
                <c:pt idx="833">
                  <c:v>269.89999999999998</c:v>
                </c:pt>
                <c:pt idx="834">
                  <c:v>265.55</c:v>
                </c:pt>
                <c:pt idx="835">
                  <c:v>259.55</c:v>
                </c:pt>
                <c:pt idx="836">
                  <c:v>261.05</c:v>
                </c:pt>
                <c:pt idx="837">
                  <c:v>260.8</c:v>
                </c:pt>
                <c:pt idx="838">
                  <c:v>261.75</c:v>
                </c:pt>
                <c:pt idx="839">
                  <c:v>266.5</c:v>
                </c:pt>
                <c:pt idx="840">
                  <c:v>267.35000000000002</c:v>
                </c:pt>
                <c:pt idx="841">
                  <c:v>268.64999999999998</c:v>
                </c:pt>
                <c:pt idx="842">
                  <c:v>269.10000000000002</c:v>
                </c:pt>
                <c:pt idx="843">
                  <c:v>272.10000000000002</c:v>
                </c:pt>
                <c:pt idx="844">
                  <c:v>271.8</c:v>
                </c:pt>
                <c:pt idx="845">
                  <c:v>274.60000000000002</c:v>
                </c:pt>
                <c:pt idx="846">
                  <c:v>270.25</c:v>
                </c:pt>
                <c:pt idx="847">
                  <c:v>279.45</c:v>
                </c:pt>
                <c:pt idx="848">
                  <c:v>280.45</c:v>
                </c:pt>
                <c:pt idx="849">
                  <c:v>288</c:v>
                </c:pt>
                <c:pt idx="850">
                  <c:v>293.60000000000002</c:v>
                </c:pt>
                <c:pt idx="851">
                  <c:v>298.60000000000002</c:v>
                </c:pt>
                <c:pt idx="852">
                  <c:v>294.55</c:v>
                </c:pt>
                <c:pt idx="853">
                  <c:v>292.14999999999998</c:v>
                </c:pt>
                <c:pt idx="854">
                  <c:v>300.64999999999998</c:v>
                </c:pt>
                <c:pt idx="855">
                  <c:v>312.5</c:v>
                </c:pt>
                <c:pt idx="856">
                  <c:v>313.5</c:v>
                </c:pt>
                <c:pt idx="857">
                  <c:v>307.60000000000002</c:v>
                </c:pt>
                <c:pt idx="858">
                  <c:v>303.55</c:v>
                </c:pt>
                <c:pt idx="859">
                  <c:v>307.75</c:v>
                </c:pt>
                <c:pt idx="860">
                  <c:v>308</c:v>
                </c:pt>
                <c:pt idx="861">
                  <c:v>312.95</c:v>
                </c:pt>
                <c:pt idx="862">
                  <c:v>307.25</c:v>
                </c:pt>
                <c:pt idx="863">
                  <c:v>321.10000000000002</c:v>
                </c:pt>
                <c:pt idx="864">
                  <c:v>318</c:v>
                </c:pt>
                <c:pt idx="865">
                  <c:v>324.89999999999998</c:v>
                </c:pt>
                <c:pt idx="866">
                  <c:v>335.45</c:v>
                </c:pt>
                <c:pt idx="867">
                  <c:v>325.25</c:v>
                </c:pt>
                <c:pt idx="868">
                  <c:v>320.35000000000002</c:v>
                </c:pt>
                <c:pt idx="869">
                  <c:v>324.85000000000002</c:v>
                </c:pt>
                <c:pt idx="870">
                  <c:v>325.14999999999998</c:v>
                </c:pt>
                <c:pt idx="871">
                  <c:v>324.75</c:v>
                </c:pt>
                <c:pt idx="872">
                  <c:v>324.89999999999998</c:v>
                </c:pt>
                <c:pt idx="873">
                  <c:v>325.8</c:v>
                </c:pt>
                <c:pt idx="874">
                  <c:v>328.5</c:v>
                </c:pt>
                <c:pt idx="875">
                  <c:v>330.75</c:v>
                </c:pt>
                <c:pt idx="876">
                  <c:v>332.95</c:v>
                </c:pt>
                <c:pt idx="877">
                  <c:v>328.75</c:v>
                </c:pt>
                <c:pt idx="878">
                  <c:v>326.25</c:v>
                </c:pt>
                <c:pt idx="879">
                  <c:v>326.64999999999998</c:v>
                </c:pt>
                <c:pt idx="880">
                  <c:v>334.1</c:v>
                </c:pt>
                <c:pt idx="881">
                  <c:v>330.7</c:v>
                </c:pt>
                <c:pt idx="882">
                  <c:v>339.75</c:v>
                </c:pt>
                <c:pt idx="883">
                  <c:v>337.65</c:v>
                </c:pt>
                <c:pt idx="884">
                  <c:v>343.75</c:v>
                </c:pt>
                <c:pt idx="885">
                  <c:v>338.8</c:v>
                </c:pt>
                <c:pt idx="886">
                  <c:v>339.25</c:v>
                </c:pt>
                <c:pt idx="887">
                  <c:v>335.7</c:v>
                </c:pt>
                <c:pt idx="888">
                  <c:v>334.05</c:v>
                </c:pt>
                <c:pt idx="889">
                  <c:v>329.8</c:v>
                </c:pt>
                <c:pt idx="890">
                  <c:v>341.8</c:v>
                </c:pt>
                <c:pt idx="891">
                  <c:v>349.6</c:v>
                </c:pt>
                <c:pt idx="892">
                  <c:v>345.2</c:v>
                </c:pt>
                <c:pt idx="893">
                  <c:v>347.65</c:v>
                </c:pt>
                <c:pt idx="894">
                  <c:v>348.6</c:v>
                </c:pt>
                <c:pt idx="895">
                  <c:v>357.9</c:v>
                </c:pt>
                <c:pt idx="896">
                  <c:v>355.05</c:v>
                </c:pt>
                <c:pt idx="897">
                  <c:v>354.9</c:v>
                </c:pt>
                <c:pt idx="898">
                  <c:v>347.95</c:v>
                </c:pt>
                <c:pt idx="899">
                  <c:v>350.6</c:v>
                </c:pt>
                <c:pt idx="900">
                  <c:v>355.55</c:v>
                </c:pt>
                <c:pt idx="901">
                  <c:v>363.3</c:v>
                </c:pt>
                <c:pt idx="902">
                  <c:v>361.3</c:v>
                </c:pt>
                <c:pt idx="903">
                  <c:v>356.8</c:v>
                </c:pt>
                <c:pt idx="904">
                  <c:v>360.95</c:v>
                </c:pt>
                <c:pt idx="905">
                  <c:v>358.6</c:v>
                </c:pt>
                <c:pt idx="906">
                  <c:v>361.25</c:v>
                </c:pt>
                <c:pt idx="907">
                  <c:v>369.1</c:v>
                </c:pt>
                <c:pt idx="908">
                  <c:v>368.9</c:v>
                </c:pt>
                <c:pt idx="909">
                  <c:v>371.1</c:v>
                </c:pt>
                <c:pt idx="910">
                  <c:v>381.7</c:v>
                </c:pt>
                <c:pt idx="911">
                  <c:v>378.6</c:v>
                </c:pt>
                <c:pt idx="912">
                  <c:v>390.65</c:v>
                </c:pt>
                <c:pt idx="913">
                  <c:v>393.8</c:v>
                </c:pt>
                <c:pt idx="914">
                  <c:v>393.7</c:v>
                </c:pt>
                <c:pt idx="915">
                  <c:v>400.7</c:v>
                </c:pt>
                <c:pt idx="916">
                  <c:v>410.2</c:v>
                </c:pt>
                <c:pt idx="917">
                  <c:v>418.6</c:v>
                </c:pt>
                <c:pt idx="918">
                  <c:v>407.95</c:v>
                </c:pt>
                <c:pt idx="919">
                  <c:v>409.3</c:v>
                </c:pt>
                <c:pt idx="920">
                  <c:v>419.85</c:v>
                </c:pt>
                <c:pt idx="921">
                  <c:v>435.6</c:v>
                </c:pt>
                <c:pt idx="922">
                  <c:v>436.3</c:v>
                </c:pt>
                <c:pt idx="923">
                  <c:v>434.65</c:v>
                </c:pt>
                <c:pt idx="924">
                  <c:v>428.7</c:v>
                </c:pt>
                <c:pt idx="925">
                  <c:v>419.15</c:v>
                </c:pt>
                <c:pt idx="926">
                  <c:v>404.55</c:v>
                </c:pt>
                <c:pt idx="927">
                  <c:v>410.15</c:v>
                </c:pt>
                <c:pt idx="928">
                  <c:v>406.9</c:v>
                </c:pt>
                <c:pt idx="929">
                  <c:v>395.35</c:v>
                </c:pt>
                <c:pt idx="930">
                  <c:v>404.05</c:v>
                </c:pt>
                <c:pt idx="931">
                  <c:v>403.05</c:v>
                </c:pt>
                <c:pt idx="932">
                  <c:v>412.55</c:v>
                </c:pt>
                <c:pt idx="933">
                  <c:v>429</c:v>
                </c:pt>
                <c:pt idx="934">
                  <c:v>418.2</c:v>
                </c:pt>
                <c:pt idx="935">
                  <c:v>426.3</c:v>
                </c:pt>
                <c:pt idx="936">
                  <c:v>434.3</c:v>
                </c:pt>
                <c:pt idx="937">
                  <c:v>443.8</c:v>
                </c:pt>
                <c:pt idx="938">
                  <c:v>435.7</c:v>
                </c:pt>
                <c:pt idx="939">
                  <c:v>448.55</c:v>
                </c:pt>
                <c:pt idx="940">
                  <c:v>457.5</c:v>
                </c:pt>
                <c:pt idx="941">
                  <c:v>451.8</c:v>
                </c:pt>
                <c:pt idx="942">
                  <c:v>455.25</c:v>
                </c:pt>
                <c:pt idx="943">
                  <c:v>455.15</c:v>
                </c:pt>
                <c:pt idx="944">
                  <c:v>470.9</c:v>
                </c:pt>
                <c:pt idx="945">
                  <c:v>481.05</c:v>
                </c:pt>
                <c:pt idx="946">
                  <c:v>468.25</c:v>
                </c:pt>
                <c:pt idx="947">
                  <c:v>478.65</c:v>
                </c:pt>
                <c:pt idx="948">
                  <c:v>488.55</c:v>
                </c:pt>
                <c:pt idx="949">
                  <c:v>489.55</c:v>
                </c:pt>
                <c:pt idx="950">
                  <c:v>481.8</c:v>
                </c:pt>
                <c:pt idx="951">
                  <c:v>468.2</c:v>
                </c:pt>
                <c:pt idx="952">
                  <c:v>468.9</c:v>
                </c:pt>
                <c:pt idx="953">
                  <c:v>458.8</c:v>
                </c:pt>
                <c:pt idx="954">
                  <c:v>470.65</c:v>
                </c:pt>
                <c:pt idx="955">
                  <c:v>475.4</c:v>
                </c:pt>
                <c:pt idx="956">
                  <c:v>459</c:v>
                </c:pt>
                <c:pt idx="957">
                  <c:v>464.3</c:v>
                </c:pt>
                <c:pt idx="958">
                  <c:v>472.4</c:v>
                </c:pt>
                <c:pt idx="959">
                  <c:v>477.05</c:v>
                </c:pt>
                <c:pt idx="960">
                  <c:v>486.45</c:v>
                </c:pt>
                <c:pt idx="961">
                  <c:v>498.1</c:v>
                </c:pt>
                <c:pt idx="962">
                  <c:v>491.5</c:v>
                </c:pt>
                <c:pt idx="963">
                  <c:v>488.6</c:v>
                </c:pt>
                <c:pt idx="964">
                  <c:v>492.85</c:v>
                </c:pt>
                <c:pt idx="965">
                  <c:v>482.15</c:v>
                </c:pt>
                <c:pt idx="966">
                  <c:v>482.95</c:v>
                </c:pt>
                <c:pt idx="967">
                  <c:v>480.65</c:v>
                </c:pt>
                <c:pt idx="968">
                  <c:v>484.05</c:v>
                </c:pt>
                <c:pt idx="969">
                  <c:v>477.85</c:v>
                </c:pt>
                <c:pt idx="970">
                  <c:v>464.9</c:v>
                </c:pt>
                <c:pt idx="971">
                  <c:v>468.3</c:v>
                </c:pt>
                <c:pt idx="972">
                  <c:v>474.95</c:v>
                </c:pt>
                <c:pt idx="973">
                  <c:v>466</c:v>
                </c:pt>
                <c:pt idx="974">
                  <c:v>461.6</c:v>
                </c:pt>
                <c:pt idx="975">
                  <c:v>450.8</c:v>
                </c:pt>
                <c:pt idx="976">
                  <c:v>459.45</c:v>
                </c:pt>
                <c:pt idx="977">
                  <c:v>455.9</c:v>
                </c:pt>
                <c:pt idx="978">
                  <c:v>467.05</c:v>
                </c:pt>
                <c:pt idx="979">
                  <c:v>476.2</c:v>
                </c:pt>
                <c:pt idx="980">
                  <c:v>487.05</c:v>
                </c:pt>
                <c:pt idx="981">
                  <c:v>492.25</c:v>
                </c:pt>
                <c:pt idx="982">
                  <c:v>499.6</c:v>
                </c:pt>
                <c:pt idx="983">
                  <c:v>497.9</c:v>
                </c:pt>
                <c:pt idx="984">
                  <c:v>508.7</c:v>
                </c:pt>
                <c:pt idx="985">
                  <c:v>493.05</c:v>
                </c:pt>
                <c:pt idx="986">
                  <c:v>479.9</c:v>
                </c:pt>
                <c:pt idx="987">
                  <c:v>486.6</c:v>
                </c:pt>
                <c:pt idx="988">
                  <c:v>497.6</c:v>
                </c:pt>
                <c:pt idx="989">
                  <c:v>493.1</c:v>
                </c:pt>
                <c:pt idx="990">
                  <c:v>491.3</c:v>
                </c:pt>
                <c:pt idx="991">
                  <c:v>499</c:v>
                </c:pt>
                <c:pt idx="992">
                  <c:v>504.8</c:v>
                </c:pt>
                <c:pt idx="993">
                  <c:v>502.75</c:v>
                </c:pt>
                <c:pt idx="994">
                  <c:v>506.95</c:v>
                </c:pt>
                <c:pt idx="995">
                  <c:v>520.70000000000005</c:v>
                </c:pt>
                <c:pt idx="996">
                  <c:v>527.54999999999995</c:v>
                </c:pt>
                <c:pt idx="997">
                  <c:v>522.4</c:v>
                </c:pt>
                <c:pt idx="998">
                  <c:v>527.9</c:v>
                </c:pt>
                <c:pt idx="999">
                  <c:v>530.20000000000005</c:v>
                </c:pt>
                <c:pt idx="1000">
                  <c:v>537.25</c:v>
                </c:pt>
                <c:pt idx="1001">
                  <c:v>562.70000000000005</c:v>
                </c:pt>
                <c:pt idx="1002">
                  <c:v>572.85</c:v>
                </c:pt>
                <c:pt idx="1003">
                  <c:v>570.65</c:v>
                </c:pt>
                <c:pt idx="1004">
                  <c:v>585.20000000000005</c:v>
                </c:pt>
                <c:pt idx="1005">
                  <c:v>580.04999999999995</c:v>
                </c:pt>
                <c:pt idx="1006">
                  <c:v>572.4</c:v>
                </c:pt>
                <c:pt idx="1007">
                  <c:v>580.15</c:v>
                </c:pt>
                <c:pt idx="1008">
                  <c:v>590.1</c:v>
                </c:pt>
                <c:pt idx="1009">
                  <c:v>578.65</c:v>
                </c:pt>
                <c:pt idx="1010">
                  <c:v>571.25</c:v>
                </c:pt>
                <c:pt idx="1011">
                  <c:v>587.4</c:v>
                </c:pt>
                <c:pt idx="1012">
                  <c:v>597</c:v>
                </c:pt>
                <c:pt idx="1013">
                  <c:v>578.1</c:v>
                </c:pt>
                <c:pt idx="1014">
                  <c:v>581.1</c:v>
                </c:pt>
                <c:pt idx="1015">
                  <c:v>584.75</c:v>
                </c:pt>
                <c:pt idx="1016">
                  <c:v>574.45000000000005</c:v>
                </c:pt>
                <c:pt idx="1017">
                  <c:v>552.95000000000005</c:v>
                </c:pt>
                <c:pt idx="1018">
                  <c:v>535.25</c:v>
                </c:pt>
                <c:pt idx="1019">
                  <c:v>557.85</c:v>
                </c:pt>
                <c:pt idx="1020">
                  <c:v>580.65</c:v>
                </c:pt>
                <c:pt idx="1021">
                  <c:v>575.70000000000005</c:v>
                </c:pt>
                <c:pt idx="1022">
                  <c:v>571.5</c:v>
                </c:pt>
                <c:pt idx="1023">
                  <c:v>560.54999999999995</c:v>
                </c:pt>
                <c:pt idx="1024">
                  <c:v>553.70000000000005</c:v>
                </c:pt>
                <c:pt idx="1025">
                  <c:v>571.4</c:v>
                </c:pt>
                <c:pt idx="1026">
                  <c:v>564.6</c:v>
                </c:pt>
                <c:pt idx="1027">
                  <c:v>575.4</c:v>
                </c:pt>
                <c:pt idx="1028">
                  <c:v>588.70000000000005</c:v>
                </c:pt>
                <c:pt idx="1029">
                  <c:v>593.25</c:v>
                </c:pt>
                <c:pt idx="1030">
                  <c:v>587.29999999999995</c:v>
                </c:pt>
                <c:pt idx="1031">
                  <c:v>587.70000000000005</c:v>
                </c:pt>
                <c:pt idx="1032">
                  <c:v>595.4</c:v>
                </c:pt>
                <c:pt idx="1033">
                  <c:v>592.95000000000005</c:v>
                </c:pt>
                <c:pt idx="1034">
                  <c:v>598.75</c:v>
                </c:pt>
                <c:pt idx="1035">
                  <c:v>604.85</c:v>
                </c:pt>
                <c:pt idx="1036">
                  <c:v>582.35</c:v>
                </c:pt>
                <c:pt idx="1037">
                  <c:v>587.45000000000005</c:v>
                </c:pt>
                <c:pt idx="1038">
                  <c:v>565.35</c:v>
                </c:pt>
                <c:pt idx="1039">
                  <c:v>565.75</c:v>
                </c:pt>
                <c:pt idx="1040">
                  <c:v>555.20000000000005</c:v>
                </c:pt>
                <c:pt idx="1041">
                  <c:v>542.29999999999995</c:v>
                </c:pt>
                <c:pt idx="1042">
                  <c:v>554.70000000000005</c:v>
                </c:pt>
                <c:pt idx="1043">
                  <c:v>567.29999999999995</c:v>
                </c:pt>
                <c:pt idx="1044">
                  <c:v>580.85</c:v>
                </c:pt>
                <c:pt idx="1045">
                  <c:v>573.65</c:v>
                </c:pt>
                <c:pt idx="1046">
                  <c:v>586.15</c:v>
                </c:pt>
                <c:pt idx="1047">
                  <c:v>595.75</c:v>
                </c:pt>
                <c:pt idx="1048">
                  <c:v>584.29999999999995</c:v>
                </c:pt>
                <c:pt idx="1049">
                  <c:v>573.70000000000005</c:v>
                </c:pt>
                <c:pt idx="1050">
                  <c:v>565.85</c:v>
                </c:pt>
                <c:pt idx="1051">
                  <c:v>562.6</c:v>
                </c:pt>
                <c:pt idx="1052">
                  <c:v>545.04999999999995</c:v>
                </c:pt>
                <c:pt idx="1053">
                  <c:v>541.85</c:v>
                </c:pt>
                <c:pt idx="1054">
                  <c:v>540.4</c:v>
                </c:pt>
                <c:pt idx="1055">
                  <c:v>519.1</c:v>
                </c:pt>
                <c:pt idx="1056">
                  <c:v>523.25</c:v>
                </c:pt>
                <c:pt idx="1057">
                  <c:v>507.7</c:v>
                </c:pt>
                <c:pt idx="1058">
                  <c:v>511.75</c:v>
                </c:pt>
                <c:pt idx="1059">
                  <c:v>512.29999999999995</c:v>
                </c:pt>
                <c:pt idx="1060">
                  <c:v>514.04999999999995</c:v>
                </c:pt>
                <c:pt idx="1061">
                  <c:v>525.70000000000005</c:v>
                </c:pt>
                <c:pt idx="1062">
                  <c:v>528.79999999999995</c:v>
                </c:pt>
                <c:pt idx="1063">
                  <c:v>527.15</c:v>
                </c:pt>
                <c:pt idx="1064">
                  <c:v>538.04999999999995</c:v>
                </c:pt>
                <c:pt idx="1065">
                  <c:v>555.85</c:v>
                </c:pt>
                <c:pt idx="1066">
                  <c:v>565.79999999999995</c:v>
                </c:pt>
                <c:pt idx="1067">
                  <c:v>575.1</c:v>
                </c:pt>
                <c:pt idx="1068">
                  <c:v>575.4</c:v>
                </c:pt>
                <c:pt idx="1069">
                  <c:v>574</c:v>
                </c:pt>
                <c:pt idx="1070">
                  <c:v>572.95000000000005</c:v>
                </c:pt>
                <c:pt idx="1071">
                  <c:v>561.75</c:v>
                </c:pt>
                <c:pt idx="1072">
                  <c:v>573.29999999999995</c:v>
                </c:pt>
                <c:pt idx="1073">
                  <c:v>565.35</c:v>
                </c:pt>
                <c:pt idx="1074">
                  <c:v>566.15</c:v>
                </c:pt>
                <c:pt idx="1075">
                  <c:v>564.85</c:v>
                </c:pt>
                <c:pt idx="1076">
                  <c:v>552.6</c:v>
                </c:pt>
                <c:pt idx="1077">
                  <c:v>552.35</c:v>
                </c:pt>
                <c:pt idx="1078">
                  <c:v>568.35</c:v>
                </c:pt>
                <c:pt idx="1079">
                  <c:v>568.75</c:v>
                </c:pt>
                <c:pt idx="1080">
                  <c:v>567.29999999999995</c:v>
                </c:pt>
                <c:pt idx="1081">
                  <c:v>539.45000000000005</c:v>
                </c:pt>
                <c:pt idx="1082">
                  <c:v>540.4</c:v>
                </c:pt>
                <c:pt idx="1083">
                  <c:v>529.29999999999995</c:v>
                </c:pt>
                <c:pt idx="1084">
                  <c:v>526.45000000000005</c:v>
                </c:pt>
                <c:pt idx="1085">
                  <c:v>528.45000000000005</c:v>
                </c:pt>
                <c:pt idx="1086">
                  <c:v>530.75</c:v>
                </c:pt>
                <c:pt idx="1087">
                  <c:v>530</c:v>
                </c:pt>
                <c:pt idx="1088">
                  <c:v>540.5</c:v>
                </c:pt>
                <c:pt idx="1089">
                  <c:v>532.4</c:v>
                </c:pt>
                <c:pt idx="1090">
                  <c:v>519.20000000000005</c:v>
                </c:pt>
                <c:pt idx="1091">
                  <c:v>490.25</c:v>
                </c:pt>
                <c:pt idx="1092">
                  <c:v>496.65</c:v>
                </c:pt>
                <c:pt idx="1093">
                  <c:v>511.45</c:v>
                </c:pt>
                <c:pt idx="1094">
                  <c:v>477.1</c:v>
                </c:pt>
                <c:pt idx="1095">
                  <c:v>404.3</c:v>
                </c:pt>
                <c:pt idx="1096">
                  <c:v>433.7</c:v>
                </c:pt>
                <c:pt idx="1097">
                  <c:v>452.45</c:v>
                </c:pt>
                <c:pt idx="1098">
                  <c:v>443.2</c:v>
                </c:pt>
                <c:pt idx="1099">
                  <c:v>439.5</c:v>
                </c:pt>
                <c:pt idx="1100">
                  <c:v>453.85</c:v>
                </c:pt>
                <c:pt idx="1101">
                  <c:v>455.7</c:v>
                </c:pt>
                <c:pt idx="1102">
                  <c:v>459.3</c:v>
                </c:pt>
                <c:pt idx="1103">
                  <c:v>449.05</c:v>
                </c:pt>
                <c:pt idx="1104">
                  <c:v>432.7</c:v>
                </c:pt>
                <c:pt idx="1105">
                  <c:v>429.8</c:v>
                </c:pt>
                <c:pt idx="1106">
                  <c:v>434.2</c:v>
                </c:pt>
                <c:pt idx="1107">
                  <c:v>439.45</c:v>
                </c:pt>
                <c:pt idx="1108">
                  <c:v>428.35</c:v>
                </c:pt>
                <c:pt idx="1109">
                  <c:v>433.5</c:v>
                </c:pt>
                <c:pt idx="1110">
                  <c:v>444.8</c:v>
                </c:pt>
                <c:pt idx="1111">
                  <c:v>455.25</c:v>
                </c:pt>
                <c:pt idx="1112">
                  <c:v>450.8</c:v>
                </c:pt>
                <c:pt idx="1113">
                  <c:v>447.7</c:v>
                </c:pt>
                <c:pt idx="1114">
                  <c:v>431.7</c:v>
                </c:pt>
                <c:pt idx="1115">
                  <c:v>434.9</c:v>
                </c:pt>
                <c:pt idx="1116">
                  <c:v>450.6</c:v>
                </c:pt>
                <c:pt idx="1117">
                  <c:v>446.15</c:v>
                </c:pt>
                <c:pt idx="1118">
                  <c:v>454.3</c:v>
                </c:pt>
                <c:pt idx="1119">
                  <c:v>444.75</c:v>
                </c:pt>
                <c:pt idx="1120">
                  <c:v>434.5</c:v>
                </c:pt>
                <c:pt idx="1121">
                  <c:v>431.75</c:v>
                </c:pt>
                <c:pt idx="1122">
                  <c:v>411.25</c:v>
                </c:pt>
                <c:pt idx="1123">
                  <c:v>423.05</c:v>
                </c:pt>
                <c:pt idx="1124">
                  <c:v>431.6</c:v>
                </c:pt>
                <c:pt idx="1125">
                  <c:v>441.7</c:v>
                </c:pt>
                <c:pt idx="1126">
                  <c:v>443.25</c:v>
                </c:pt>
                <c:pt idx="1127">
                  <c:v>429.65</c:v>
                </c:pt>
                <c:pt idx="1128">
                  <c:v>438.55</c:v>
                </c:pt>
                <c:pt idx="1129">
                  <c:v>433.9</c:v>
                </c:pt>
                <c:pt idx="1130">
                  <c:v>430.45</c:v>
                </c:pt>
                <c:pt idx="1131">
                  <c:v>438.4</c:v>
                </c:pt>
                <c:pt idx="1132">
                  <c:v>438.4</c:v>
                </c:pt>
                <c:pt idx="1133">
                  <c:v>432</c:v>
                </c:pt>
                <c:pt idx="1134">
                  <c:v>438.9</c:v>
                </c:pt>
                <c:pt idx="1135">
                  <c:v>436.75</c:v>
                </c:pt>
                <c:pt idx="1136">
                  <c:v>430.5</c:v>
                </c:pt>
                <c:pt idx="1137">
                  <c:v>418</c:v>
                </c:pt>
                <c:pt idx="1138">
                  <c:v>420.1</c:v>
                </c:pt>
                <c:pt idx="1139">
                  <c:v>424.45</c:v>
                </c:pt>
                <c:pt idx="1140">
                  <c:v>423.8</c:v>
                </c:pt>
                <c:pt idx="1141">
                  <c:v>428.55</c:v>
                </c:pt>
                <c:pt idx="1142">
                  <c:v>434.3</c:v>
                </c:pt>
                <c:pt idx="1143">
                  <c:v>454.9</c:v>
                </c:pt>
                <c:pt idx="1144">
                  <c:v>466.25</c:v>
                </c:pt>
                <c:pt idx="1145">
                  <c:v>477.3</c:v>
                </c:pt>
                <c:pt idx="1146">
                  <c:v>465.1</c:v>
                </c:pt>
                <c:pt idx="1147">
                  <c:v>470.9</c:v>
                </c:pt>
                <c:pt idx="1148">
                  <c:v>474.5</c:v>
                </c:pt>
                <c:pt idx="1149">
                  <c:v>488.9</c:v>
                </c:pt>
                <c:pt idx="1150">
                  <c:v>494.1</c:v>
                </c:pt>
                <c:pt idx="1151">
                  <c:v>489.4</c:v>
                </c:pt>
                <c:pt idx="1152">
                  <c:v>493.25</c:v>
                </c:pt>
                <c:pt idx="1153">
                  <c:v>503</c:v>
                </c:pt>
                <c:pt idx="1154">
                  <c:v>493.9</c:v>
                </c:pt>
                <c:pt idx="1155">
                  <c:v>492.2</c:v>
                </c:pt>
                <c:pt idx="1156">
                  <c:v>496.7</c:v>
                </c:pt>
                <c:pt idx="1157">
                  <c:v>479.95</c:v>
                </c:pt>
                <c:pt idx="1158">
                  <c:v>475.25</c:v>
                </c:pt>
                <c:pt idx="1159">
                  <c:v>476.9</c:v>
                </c:pt>
                <c:pt idx="1160">
                  <c:v>478.85</c:v>
                </c:pt>
                <c:pt idx="1161">
                  <c:v>479.6</c:v>
                </c:pt>
                <c:pt idx="1162">
                  <c:v>470.55</c:v>
                </c:pt>
                <c:pt idx="1163">
                  <c:v>475.2</c:v>
                </c:pt>
                <c:pt idx="1164">
                  <c:v>463.4</c:v>
                </c:pt>
                <c:pt idx="1165">
                  <c:v>451.25</c:v>
                </c:pt>
                <c:pt idx="1166">
                  <c:v>453.55</c:v>
                </c:pt>
                <c:pt idx="1167">
                  <c:v>458</c:v>
                </c:pt>
                <c:pt idx="1168">
                  <c:v>460.7</c:v>
                </c:pt>
                <c:pt idx="1169">
                  <c:v>458.2</c:v>
                </c:pt>
                <c:pt idx="1170">
                  <c:v>467.2</c:v>
                </c:pt>
                <c:pt idx="1171">
                  <c:v>475.65</c:v>
                </c:pt>
                <c:pt idx="1172">
                  <c:v>476</c:v>
                </c:pt>
                <c:pt idx="1173">
                  <c:v>471.95</c:v>
                </c:pt>
                <c:pt idx="1174">
                  <c:v>473.8</c:v>
                </c:pt>
                <c:pt idx="1175">
                  <c:v>477.1</c:v>
                </c:pt>
                <c:pt idx="1176">
                  <c:v>484.75</c:v>
                </c:pt>
                <c:pt idx="1177">
                  <c:v>482.7</c:v>
                </c:pt>
                <c:pt idx="1178">
                  <c:v>485.7</c:v>
                </c:pt>
                <c:pt idx="1179">
                  <c:v>487.85</c:v>
                </c:pt>
                <c:pt idx="1180">
                  <c:v>490.95</c:v>
                </c:pt>
                <c:pt idx="1181">
                  <c:v>486.35</c:v>
                </c:pt>
                <c:pt idx="1182">
                  <c:v>487.65</c:v>
                </c:pt>
                <c:pt idx="1183">
                  <c:v>490.85</c:v>
                </c:pt>
                <c:pt idx="1184">
                  <c:v>509.15</c:v>
                </c:pt>
                <c:pt idx="1185">
                  <c:v>502.05</c:v>
                </c:pt>
                <c:pt idx="1186">
                  <c:v>507.5</c:v>
                </c:pt>
                <c:pt idx="1187">
                  <c:v>503.45</c:v>
                </c:pt>
                <c:pt idx="1188">
                  <c:v>500.05</c:v>
                </c:pt>
                <c:pt idx="1189">
                  <c:v>498.85</c:v>
                </c:pt>
                <c:pt idx="1190">
                  <c:v>495.4</c:v>
                </c:pt>
                <c:pt idx="1191">
                  <c:v>496.3</c:v>
                </c:pt>
                <c:pt idx="1192">
                  <c:v>514.29999999999995</c:v>
                </c:pt>
                <c:pt idx="1193">
                  <c:v>517.9</c:v>
                </c:pt>
                <c:pt idx="1194">
                  <c:v>533.25</c:v>
                </c:pt>
                <c:pt idx="1195">
                  <c:v>546.20000000000005</c:v>
                </c:pt>
                <c:pt idx="1196">
                  <c:v>539.9</c:v>
                </c:pt>
                <c:pt idx="1197">
                  <c:v>546.35</c:v>
                </c:pt>
                <c:pt idx="1198">
                  <c:v>558.79999999999995</c:v>
                </c:pt>
                <c:pt idx="1199">
                  <c:v>554.45000000000005</c:v>
                </c:pt>
                <c:pt idx="1200">
                  <c:v>553.75</c:v>
                </c:pt>
                <c:pt idx="1201">
                  <c:v>546.9</c:v>
                </c:pt>
                <c:pt idx="1202">
                  <c:v>535.1</c:v>
                </c:pt>
                <c:pt idx="1203">
                  <c:v>542.9</c:v>
                </c:pt>
                <c:pt idx="1204">
                  <c:v>546.29999999999995</c:v>
                </c:pt>
                <c:pt idx="1205">
                  <c:v>550.70000000000005</c:v>
                </c:pt>
                <c:pt idx="1206">
                  <c:v>559.85</c:v>
                </c:pt>
                <c:pt idx="1207">
                  <c:v>548.15</c:v>
                </c:pt>
                <c:pt idx="1208">
                  <c:v>539.20000000000005</c:v>
                </c:pt>
                <c:pt idx="1209">
                  <c:v>536.79999999999995</c:v>
                </c:pt>
                <c:pt idx="1210">
                  <c:v>551.75</c:v>
                </c:pt>
                <c:pt idx="1211">
                  <c:v>540.6</c:v>
                </c:pt>
                <c:pt idx="1212">
                  <c:v>538.6</c:v>
                </c:pt>
                <c:pt idx="1213">
                  <c:v>529.15</c:v>
                </c:pt>
                <c:pt idx="1214">
                  <c:v>529.85</c:v>
                </c:pt>
                <c:pt idx="1215">
                  <c:v>543.4</c:v>
                </c:pt>
                <c:pt idx="1216">
                  <c:v>543.70000000000005</c:v>
                </c:pt>
                <c:pt idx="1217">
                  <c:v>537.29999999999995</c:v>
                </c:pt>
                <c:pt idx="1218">
                  <c:v>540.35</c:v>
                </c:pt>
                <c:pt idx="1219">
                  <c:v>542.35</c:v>
                </c:pt>
                <c:pt idx="1220">
                  <c:v>540</c:v>
                </c:pt>
                <c:pt idx="1221">
                  <c:v>544.35</c:v>
                </c:pt>
                <c:pt idx="1222">
                  <c:v>545.9</c:v>
                </c:pt>
                <c:pt idx="1223">
                  <c:v>545.54999999999995</c:v>
                </c:pt>
                <c:pt idx="1224">
                  <c:v>544.85</c:v>
                </c:pt>
                <c:pt idx="1225">
                  <c:v>543.75</c:v>
                </c:pt>
                <c:pt idx="1226">
                  <c:v>545.75</c:v>
                </c:pt>
                <c:pt idx="1227">
                  <c:v>527.35</c:v>
                </c:pt>
                <c:pt idx="1228">
                  <c:v>532.54999999999995</c:v>
                </c:pt>
                <c:pt idx="1229">
                  <c:v>528.29999999999995</c:v>
                </c:pt>
                <c:pt idx="1230">
                  <c:v>515.15</c:v>
                </c:pt>
                <c:pt idx="1231">
                  <c:v>503.35</c:v>
                </c:pt>
                <c:pt idx="1232">
                  <c:v>509.8</c:v>
                </c:pt>
                <c:pt idx="1233">
                  <c:v>517.04999999999995</c:v>
                </c:pt>
                <c:pt idx="1234">
                  <c:v>527.5</c:v>
                </c:pt>
                <c:pt idx="1235">
                  <c:v>542</c:v>
                </c:pt>
                <c:pt idx="1236">
                  <c:v>543.70000000000005</c:v>
                </c:pt>
                <c:pt idx="1237">
                  <c:v>530.95000000000005</c:v>
                </c:pt>
                <c:pt idx="1238">
                  <c:v>517.04999999999995</c:v>
                </c:pt>
                <c:pt idx="1239">
                  <c:v>507.8</c:v>
                </c:pt>
                <c:pt idx="1240">
                  <c:v>512.20000000000005</c:v>
                </c:pt>
                <c:pt idx="1241">
                  <c:v>499.2</c:v>
                </c:pt>
                <c:pt idx="1242">
                  <c:v>502.35</c:v>
                </c:pt>
                <c:pt idx="1243">
                  <c:v>505.8</c:v>
                </c:pt>
                <c:pt idx="1244">
                  <c:v>495.1</c:v>
                </c:pt>
                <c:pt idx="1245">
                  <c:v>491.1</c:v>
                </c:pt>
                <c:pt idx="1246">
                  <c:v>480.55</c:v>
                </c:pt>
                <c:pt idx="1247">
                  <c:v>480.65</c:v>
                </c:pt>
                <c:pt idx="1248">
                  <c:v>485</c:v>
                </c:pt>
                <c:pt idx="1249">
                  <c:v>495.05</c:v>
                </c:pt>
                <c:pt idx="1250">
                  <c:v>506.3</c:v>
                </c:pt>
                <c:pt idx="1251">
                  <c:v>523.4</c:v>
                </c:pt>
                <c:pt idx="1252">
                  <c:v>516.95000000000005</c:v>
                </c:pt>
                <c:pt idx="1253">
                  <c:v>527.54999999999995</c:v>
                </c:pt>
                <c:pt idx="1254">
                  <c:v>531.5</c:v>
                </c:pt>
                <c:pt idx="1255">
                  <c:v>523.1</c:v>
                </c:pt>
                <c:pt idx="1256">
                  <c:v>533.70000000000005</c:v>
                </c:pt>
                <c:pt idx="1257">
                  <c:v>543.85</c:v>
                </c:pt>
                <c:pt idx="1258">
                  <c:v>531.25</c:v>
                </c:pt>
                <c:pt idx="1259">
                  <c:v>529.95000000000005</c:v>
                </c:pt>
                <c:pt idx="1260">
                  <c:v>526.20000000000005</c:v>
                </c:pt>
                <c:pt idx="1261">
                  <c:v>542.25</c:v>
                </c:pt>
                <c:pt idx="1262">
                  <c:v>534.15</c:v>
                </c:pt>
                <c:pt idx="1263">
                  <c:v>525.75</c:v>
                </c:pt>
                <c:pt idx="1264">
                  <c:v>518.20000000000005</c:v>
                </c:pt>
                <c:pt idx="1265">
                  <c:v>520.1</c:v>
                </c:pt>
                <c:pt idx="1266">
                  <c:v>513.9</c:v>
                </c:pt>
                <c:pt idx="1267">
                  <c:v>511.55</c:v>
                </c:pt>
                <c:pt idx="1268">
                  <c:v>510.85</c:v>
                </c:pt>
                <c:pt idx="1269">
                  <c:v>513.70000000000005</c:v>
                </c:pt>
                <c:pt idx="1270">
                  <c:v>511.5</c:v>
                </c:pt>
                <c:pt idx="1271">
                  <c:v>506.7</c:v>
                </c:pt>
                <c:pt idx="1272">
                  <c:v>501.6</c:v>
                </c:pt>
                <c:pt idx="1273">
                  <c:v>506.1</c:v>
                </c:pt>
                <c:pt idx="1274">
                  <c:v>522.25</c:v>
                </c:pt>
                <c:pt idx="1275">
                  <c:v>532.29999999999995</c:v>
                </c:pt>
                <c:pt idx="1276">
                  <c:v>542.95000000000005</c:v>
                </c:pt>
                <c:pt idx="1277">
                  <c:v>533.54999999999995</c:v>
                </c:pt>
                <c:pt idx="1278">
                  <c:v>540.95000000000005</c:v>
                </c:pt>
                <c:pt idx="1279">
                  <c:v>537.15</c:v>
                </c:pt>
                <c:pt idx="1280">
                  <c:v>530.35</c:v>
                </c:pt>
                <c:pt idx="1281">
                  <c:v>533.79999999999995</c:v>
                </c:pt>
                <c:pt idx="1282">
                  <c:v>537.15</c:v>
                </c:pt>
                <c:pt idx="1283">
                  <c:v>542.5</c:v>
                </c:pt>
                <c:pt idx="1284">
                  <c:v>547.4</c:v>
                </c:pt>
                <c:pt idx="1285">
                  <c:v>543.54999999999995</c:v>
                </c:pt>
                <c:pt idx="1286">
                  <c:v>539.20000000000005</c:v>
                </c:pt>
                <c:pt idx="1287">
                  <c:v>535.04999999999995</c:v>
                </c:pt>
                <c:pt idx="1288">
                  <c:v>535.85</c:v>
                </c:pt>
                <c:pt idx="1289">
                  <c:v>534.20000000000005</c:v>
                </c:pt>
                <c:pt idx="1290">
                  <c:v>534.5</c:v>
                </c:pt>
                <c:pt idx="1291">
                  <c:v>539.54999999999995</c:v>
                </c:pt>
                <c:pt idx="1292">
                  <c:v>548.29999999999995</c:v>
                </c:pt>
                <c:pt idx="1293">
                  <c:v>547</c:v>
                </c:pt>
                <c:pt idx="1294">
                  <c:v>540.15</c:v>
                </c:pt>
                <c:pt idx="1295">
                  <c:v>556.25</c:v>
                </c:pt>
                <c:pt idx="1296">
                  <c:v>547.54999999999995</c:v>
                </c:pt>
                <c:pt idx="1297">
                  <c:v>549.65</c:v>
                </c:pt>
                <c:pt idx="1298">
                  <c:v>558.6</c:v>
                </c:pt>
                <c:pt idx="1299">
                  <c:v>572.04999999999995</c:v>
                </c:pt>
                <c:pt idx="1300">
                  <c:v>586.9</c:v>
                </c:pt>
                <c:pt idx="1301">
                  <c:v>591.1</c:v>
                </c:pt>
                <c:pt idx="1302">
                  <c:v>587.85</c:v>
                </c:pt>
                <c:pt idx="1303">
                  <c:v>594</c:v>
                </c:pt>
                <c:pt idx="1304">
                  <c:v>587.95000000000005</c:v>
                </c:pt>
                <c:pt idx="1305">
                  <c:v>579</c:v>
                </c:pt>
                <c:pt idx="1306">
                  <c:v>570.85</c:v>
                </c:pt>
                <c:pt idx="1307">
                  <c:v>574.29999999999995</c:v>
                </c:pt>
                <c:pt idx="1308">
                  <c:v>562.5</c:v>
                </c:pt>
                <c:pt idx="1309">
                  <c:v>571.85</c:v>
                </c:pt>
                <c:pt idx="1310">
                  <c:v>559.70000000000005</c:v>
                </c:pt>
                <c:pt idx="1311">
                  <c:v>544.70000000000005</c:v>
                </c:pt>
                <c:pt idx="1312">
                  <c:v>552.75</c:v>
                </c:pt>
                <c:pt idx="1313">
                  <c:v>560</c:v>
                </c:pt>
                <c:pt idx="1314">
                  <c:v>566.1</c:v>
                </c:pt>
                <c:pt idx="1315">
                  <c:v>549.15</c:v>
                </c:pt>
                <c:pt idx="1316">
                  <c:v>543.15</c:v>
                </c:pt>
                <c:pt idx="1317">
                  <c:v>546.04999999999995</c:v>
                </c:pt>
                <c:pt idx="1318">
                  <c:v>564.6</c:v>
                </c:pt>
                <c:pt idx="1319">
                  <c:v>565.04999999999995</c:v>
                </c:pt>
                <c:pt idx="1320">
                  <c:v>556.04999999999995</c:v>
                </c:pt>
                <c:pt idx="1321">
                  <c:v>571.6</c:v>
                </c:pt>
                <c:pt idx="1322">
                  <c:v>565.45000000000005</c:v>
                </c:pt>
                <c:pt idx="1323">
                  <c:v>556.85</c:v>
                </c:pt>
                <c:pt idx="1324">
                  <c:v>547.35</c:v>
                </c:pt>
                <c:pt idx="1325">
                  <c:v>548.70000000000005</c:v>
                </c:pt>
                <c:pt idx="1326">
                  <c:v>545.54999999999995</c:v>
                </c:pt>
                <c:pt idx="1327">
                  <c:v>529.75</c:v>
                </c:pt>
                <c:pt idx="1328">
                  <c:v>518.54999999999995</c:v>
                </c:pt>
                <c:pt idx="1329">
                  <c:v>514</c:v>
                </c:pt>
                <c:pt idx="1330">
                  <c:v>530.04999999999995</c:v>
                </c:pt>
                <c:pt idx="1331">
                  <c:v>542.9</c:v>
                </c:pt>
                <c:pt idx="1332">
                  <c:v>547.5</c:v>
                </c:pt>
                <c:pt idx="1333">
                  <c:v>546.70000000000005</c:v>
                </c:pt>
                <c:pt idx="1334">
                  <c:v>547.15</c:v>
                </c:pt>
                <c:pt idx="1335">
                  <c:v>539</c:v>
                </c:pt>
                <c:pt idx="1336">
                  <c:v>543.85</c:v>
                </c:pt>
                <c:pt idx="1337">
                  <c:v>528.04999999999995</c:v>
                </c:pt>
                <c:pt idx="1338">
                  <c:v>533.85</c:v>
                </c:pt>
                <c:pt idx="1339">
                  <c:v>540.95000000000005</c:v>
                </c:pt>
                <c:pt idx="1340">
                  <c:v>541.35</c:v>
                </c:pt>
                <c:pt idx="1341">
                  <c:v>541.15</c:v>
                </c:pt>
                <c:pt idx="1342">
                  <c:v>549.1</c:v>
                </c:pt>
                <c:pt idx="1343">
                  <c:v>553.4</c:v>
                </c:pt>
                <c:pt idx="1344">
                  <c:v>544.25</c:v>
                </c:pt>
                <c:pt idx="1345">
                  <c:v>542.5</c:v>
                </c:pt>
                <c:pt idx="1346">
                  <c:v>539.04999999999995</c:v>
                </c:pt>
                <c:pt idx="1347">
                  <c:v>536.25</c:v>
                </c:pt>
                <c:pt idx="1348">
                  <c:v>540.25</c:v>
                </c:pt>
                <c:pt idx="1349">
                  <c:v>525.95000000000005</c:v>
                </c:pt>
                <c:pt idx="1350">
                  <c:v>529.6</c:v>
                </c:pt>
                <c:pt idx="1351">
                  <c:v>524.29999999999995</c:v>
                </c:pt>
                <c:pt idx="1352">
                  <c:v>520.45000000000005</c:v>
                </c:pt>
                <c:pt idx="1353">
                  <c:v>531.15</c:v>
                </c:pt>
                <c:pt idx="1354">
                  <c:v>531</c:v>
                </c:pt>
                <c:pt idx="1355">
                  <c:v>530.65</c:v>
                </c:pt>
                <c:pt idx="1356">
                  <c:v>530.4</c:v>
                </c:pt>
                <c:pt idx="1357">
                  <c:v>531.25</c:v>
                </c:pt>
                <c:pt idx="1358">
                  <c:v>526.79999999999995</c:v>
                </c:pt>
                <c:pt idx="1359">
                  <c:v>535</c:v>
                </c:pt>
                <c:pt idx="1360">
                  <c:v>541</c:v>
                </c:pt>
                <c:pt idx="1361">
                  <c:v>529.85</c:v>
                </c:pt>
                <c:pt idx="1362">
                  <c:v>553.15</c:v>
                </c:pt>
                <c:pt idx="1363">
                  <c:v>555.20000000000005</c:v>
                </c:pt>
                <c:pt idx="1364">
                  <c:v>552.29999999999995</c:v>
                </c:pt>
                <c:pt idx="1365">
                  <c:v>547.85</c:v>
                </c:pt>
                <c:pt idx="1366">
                  <c:v>558.45000000000005</c:v>
                </c:pt>
                <c:pt idx="1367">
                  <c:v>559.04999999999995</c:v>
                </c:pt>
                <c:pt idx="1368">
                  <c:v>566.54999999999995</c:v>
                </c:pt>
                <c:pt idx="1369">
                  <c:v>569.6</c:v>
                </c:pt>
                <c:pt idx="1370">
                  <c:v>574.04999999999995</c:v>
                </c:pt>
                <c:pt idx="1371">
                  <c:v>574.95000000000005</c:v>
                </c:pt>
                <c:pt idx="1372">
                  <c:v>590.25</c:v>
                </c:pt>
                <c:pt idx="1373">
                  <c:v>600.25</c:v>
                </c:pt>
                <c:pt idx="1374">
                  <c:v>630.5</c:v>
                </c:pt>
                <c:pt idx="1375">
                  <c:v>646.15</c:v>
                </c:pt>
                <c:pt idx="1376">
                  <c:v>654.54999999999995</c:v>
                </c:pt>
                <c:pt idx="1377">
                  <c:v>650.6</c:v>
                </c:pt>
                <c:pt idx="1378">
                  <c:v>654.65</c:v>
                </c:pt>
                <c:pt idx="1379">
                  <c:v>648.65</c:v>
                </c:pt>
                <c:pt idx="1380">
                  <c:v>629.54999999999995</c:v>
                </c:pt>
                <c:pt idx="1381">
                  <c:v>641.85</c:v>
                </c:pt>
                <c:pt idx="1382">
                  <c:v>642.54999999999995</c:v>
                </c:pt>
                <c:pt idx="1383">
                  <c:v>640.1</c:v>
                </c:pt>
                <c:pt idx="1384">
                  <c:v>644.4</c:v>
                </c:pt>
                <c:pt idx="1385">
                  <c:v>638.04999999999995</c:v>
                </c:pt>
                <c:pt idx="1386">
                  <c:v>645.20000000000005</c:v>
                </c:pt>
                <c:pt idx="1387">
                  <c:v>613.95000000000005</c:v>
                </c:pt>
                <c:pt idx="1388">
                  <c:v>620.29999999999995</c:v>
                </c:pt>
                <c:pt idx="1389">
                  <c:v>633.9</c:v>
                </c:pt>
                <c:pt idx="1390">
                  <c:v>638.29999999999995</c:v>
                </c:pt>
                <c:pt idx="1391">
                  <c:v>630.95000000000005</c:v>
                </c:pt>
                <c:pt idx="1392">
                  <c:v>641.5</c:v>
                </c:pt>
                <c:pt idx="1393">
                  <c:v>666.65</c:v>
                </c:pt>
                <c:pt idx="1394">
                  <c:v>661.8</c:v>
                </c:pt>
                <c:pt idx="1395">
                  <c:v>664.65</c:v>
                </c:pt>
                <c:pt idx="1396">
                  <c:v>679.1</c:v>
                </c:pt>
                <c:pt idx="1397">
                  <c:v>678.25</c:v>
                </c:pt>
                <c:pt idx="1398">
                  <c:v>689.55</c:v>
                </c:pt>
                <c:pt idx="1399">
                  <c:v>687.55</c:v>
                </c:pt>
                <c:pt idx="1400">
                  <c:v>691.15</c:v>
                </c:pt>
                <c:pt idx="1401">
                  <c:v>698.85</c:v>
                </c:pt>
                <c:pt idx="1402">
                  <c:v>703.35</c:v>
                </c:pt>
                <c:pt idx="1403">
                  <c:v>707.75</c:v>
                </c:pt>
                <c:pt idx="1404">
                  <c:v>741.45</c:v>
                </c:pt>
                <c:pt idx="1405">
                  <c:v>714.5</c:v>
                </c:pt>
                <c:pt idx="1406">
                  <c:v>729.2</c:v>
                </c:pt>
                <c:pt idx="1407">
                  <c:v>725.75</c:v>
                </c:pt>
                <c:pt idx="1408">
                  <c:v>711.3</c:v>
                </c:pt>
                <c:pt idx="1409">
                  <c:v>707.65</c:v>
                </c:pt>
                <c:pt idx="1410">
                  <c:v>719.45</c:v>
                </c:pt>
                <c:pt idx="1411">
                  <c:v>717.6</c:v>
                </c:pt>
                <c:pt idx="1412">
                  <c:v>704.2</c:v>
                </c:pt>
                <c:pt idx="1413">
                  <c:v>699.8</c:v>
                </c:pt>
                <c:pt idx="1414">
                  <c:v>714.95</c:v>
                </c:pt>
                <c:pt idx="1415">
                  <c:v>708.35</c:v>
                </c:pt>
                <c:pt idx="1416">
                  <c:v>705.75</c:v>
                </c:pt>
                <c:pt idx="1417">
                  <c:v>699.3</c:v>
                </c:pt>
                <c:pt idx="1418">
                  <c:v>685.15</c:v>
                </c:pt>
                <c:pt idx="1419">
                  <c:v>694.85</c:v>
                </c:pt>
                <c:pt idx="1420">
                  <c:v>696.35</c:v>
                </c:pt>
                <c:pt idx="1421">
                  <c:v>698.75</c:v>
                </c:pt>
                <c:pt idx="1422">
                  <c:v>700.35</c:v>
                </c:pt>
                <c:pt idx="1423">
                  <c:v>707.6</c:v>
                </c:pt>
                <c:pt idx="1424">
                  <c:v>719.4</c:v>
                </c:pt>
                <c:pt idx="1425">
                  <c:v>726.7</c:v>
                </c:pt>
                <c:pt idx="1426">
                  <c:v>730.5</c:v>
                </c:pt>
                <c:pt idx="1427">
                  <c:v>730.35</c:v>
                </c:pt>
                <c:pt idx="1428">
                  <c:v>728.9</c:v>
                </c:pt>
                <c:pt idx="1429">
                  <c:v>738.65</c:v>
                </c:pt>
                <c:pt idx="1430">
                  <c:v>741.65</c:v>
                </c:pt>
                <c:pt idx="1431">
                  <c:v>752.5</c:v>
                </c:pt>
                <c:pt idx="1432">
                  <c:v>752.3</c:v>
                </c:pt>
                <c:pt idx="1433">
                  <c:v>740.95</c:v>
                </c:pt>
                <c:pt idx="1434">
                  <c:v>760.8</c:v>
                </c:pt>
                <c:pt idx="1435">
                  <c:v>764.05</c:v>
                </c:pt>
                <c:pt idx="1436">
                  <c:v>764.2</c:v>
                </c:pt>
                <c:pt idx="1437">
                  <c:v>777.95</c:v>
                </c:pt>
                <c:pt idx="1438">
                  <c:v>782.25</c:v>
                </c:pt>
                <c:pt idx="1439">
                  <c:v>754.45</c:v>
                </c:pt>
                <c:pt idx="1440">
                  <c:v>747.75</c:v>
                </c:pt>
                <c:pt idx="1441">
                  <c:v>780.25</c:v>
                </c:pt>
                <c:pt idx="1442">
                  <c:v>788</c:v>
                </c:pt>
                <c:pt idx="1443">
                  <c:v>800.45</c:v>
                </c:pt>
                <c:pt idx="1444">
                  <c:v>808.3</c:v>
                </c:pt>
                <c:pt idx="1445">
                  <c:v>793.55</c:v>
                </c:pt>
                <c:pt idx="1446">
                  <c:v>794.25</c:v>
                </c:pt>
                <c:pt idx="1447">
                  <c:v>806.65</c:v>
                </c:pt>
                <c:pt idx="1448">
                  <c:v>802.05</c:v>
                </c:pt>
                <c:pt idx="1449">
                  <c:v>790.85</c:v>
                </c:pt>
                <c:pt idx="1450">
                  <c:v>788.4</c:v>
                </c:pt>
                <c:pt idx="1451">
                  <c:v>782.95</c:v>
                </c:pt>
                <c:pt idx="1452">
                  <c:v>788.8</c:v>
                </c:pt>
                <c:pt idx="1453">
                  <c:v>775.25</c:v>
                </c:pt>
                <c:pt idx="1454">
                  <c:v>763.85</c:v>
                </c:pt>
                <c:pt idx="1455">
                  <c:v>771</c:v>
                </c:pt>
                <c:pt idx="1456">
                  <c:v>756.45</c:v>
                </c:pt>
                <c:pt idx="1457">
                  <c:v>747.3</c:v>
                </c:pt>
                <c:pt idx="1458">
                  <c:v>748.15</c:v>
                </c:pt>
                <c:pt idx="1459">
                  <c:v>771.2</c:v>
                </c:pt>
                <c:pt idx="1460">
                  <c:v>757.1</c:v>
                </c:pt>
                <c:pt idx="1461">
                  <c:v>767.6</c:v>
                </c:pt>
                <c:pt idx="1462">
                  <c:v>763.55</c:v>
                </c:pt>
                <c:pt idx="1463">
                  <c:v>750.3</c:v>
                </c:pt>
                <c:pt idx="1464">
                  <c:v>741.6</c:v>
                </c:pt>
                <c:pt idx="1465">
                  <c:v>762.5</c:v>
                </c:pt>
                <c:pt idx="1466">
                  <c:v>766.2</c:v>
                </c:pt>
                <c:pt idx="1467">
                  <c:v>777.7</c:v>
                </c:pt>
                <c:pt idx="1468">
                  <c:v>788</c:v>
                </c:pt>
                <c:pt idx="1469">
                  <c:v>790.45</c:v>
                </c:pt>
                <c:pt idx="1470">
                  <c:v>791.15</c:v>
                </c:pt>
                <c:pt idx="1471">
                  <c:v>785.7</c:v>
                </c:pt>
                <c:pt idx="1472">
                  <c:v>795.4</c:v>
                </c:pt>
                <c:pt idx="1473">
                  <c:v>798.45</c:v>
                </c:pt>
                <c:pt idx="1474">
                  <c:v>817.45</c:v>
                </c:pt>
                <c:pt idx="1475">
                  <c:v>829.3</c:v>
                </c:pt>
                <c:pt idx="1476">
                  <c:v>826.15</c:v>
                </c:pt>
                <c:pt idx="1477">
                  <c:v>829.05</c:v>
                </c:pt>
                <c:pt idx="1478">
                  <c:v>819.3</c:v>
                </c:pt>
                <c:pt idx="1479">
                  <c:v>832</c:v>
                </c:pt>
                <c:pt idx="1480">
                  <c:v>844.1</c:v>
                </c:pt>
                <c:pt idx="1481">
                  <c:v>842.65</c:v>
                </c:pt>
                <c:pt idx="1482">
                  <c:v>845.9</c:v>
                </c:pt>
                <c:pt idx="1483">
                  <c:v>847.9</c:v>
                </c:pt>
                <c:pt idx="1484">
                  <c:v>848.15</c:v>
                </c:pt>
                <c:pt idx="1485">
                  <c:v>832.7</c:v>
                </c:pt>
                <c:pt idx="1486">
                  <c:v>839.55</c:v>
                </c:pt>
                <c:pt idx="1487">
                  <c:v>839.4</c:v>
                </c:pt>
                <c:pt idx="1488">
                  <c:v>840.25</c:v>
                </c:pt>
                <c:pt idx="1489">
                  <c:v>836.75</c:v>
                </c:pt>
                <c:pt idx="1490">
                  <c:v>843.45</c:v>
                </c:pt>
                <c:pt idx="1491">
                  <c:v>846.15</c:v>
                </c:pt>
                <c:pt idx="1492">
                  <c:v>863.35</c:v>
                </c:pt>
                <c:pt idx="1493">
                  <c:v>863.2</c:v>
                </c:pt>
                <c:pt idx="1494">
                  <c:v>871.6</c:v>
                </c:pt>
                <c:pt idx="1495">
                  <c:v>861.95</c:v>
                </c:pt>
                <c:pt idx="1496">
                  <c:v>845.25</c:v>
                </c:pt>
                <c:pt idx="1497">
                  <c:v>849.35</c:v>
                </c:pt>
                <c:pt idx="1498">
                  <c:v>857.15</c:v>
                </c:pt>
                <c:pt idx="1499">
                  <c:v>854.55</c:v>
                </c:pt>
                <c:pt idx="1500">
                  <c:v>860.15</c:v>
                </c:pt>
                <c:pt idx="1501">
                  <c:v>855.95</c:v>
                </c:pt>
                <c:pt idx="1502">
                  <c:v>842.9</c:v>
                </c:pt>
                <c:pt idx="1503">
                  <c:v>832.7</c:v>
                </c:pt>
                <c:pt idx="1504">
                  <c:v>866.9</c:v>
                </c:pt>
                <c:pt idx="1505">
                  <c:v>872.5</c:v>
                </c:pt>
                <c:pt idx="1506">
                  <c:v>891.1</c:v>
                </c:pt>
                <c:pt idx="1507">
                  <c:v>889.3</c:v>
                </c:pt>
                <c:pt idx="1508">
                  <c:v>897.85</c:v>
                </c:pt>
                <c:pt idx="1509">
                  <c:v>920</c:v>
                </c:pt>
                <c:pt idx="1510">
                  <c:v>929.85</c:v>
                </c:pt>
                <c:pt idx="1511">
                  <c:v>921.7</c:v>
                </c:pt>
                <c:pt idx="1512">
                  <c:v>920.7</c:v>
                </c:pt>
                <c:pt idx="1513">
                  <c:v>910.15</c:v>
                </c:pt>
                <c:pt idx="1514">
                  <c:v>894.1</c:v>
                </c:pt>
                <c:pt idx="1515">
                  <c:v>886.85</c:v>
                </c:pt>
                <c:pt idx="1516">
                  <c:v>885.15</c:v>
                </c:pt>
                <c:pt idx="1517">
                  <c:v>872.95</c:v>
                </c:pt>
                <c:pt idx="1518">
                  <c:v>928.5</c:v>
                </c:pt>
                <c:pt idx="1519">
                  <c:v>693.7</c:v>
                </c:pt>
                <c:pt idx="1520">
                  <c:v>704.5</c:v>
                </c:pt>
                <c:pt idx="1521">
                  <c:v>704.2</c:v>
                </c:pt>
                <c:pt idx="1522">
                  <c:v>702.35</c:v>
                </c:pt>
                <c:pt idx="1523">
                  <c:v>693.45</c:v>
                </c:pt>
                <c:pt idx="1524">
                  <c:v>688.4</c:v>
                </c:pt>
                <c:pt idx="1525">
                  <c:v>698.65</c:v>
                </c:pt>
                <c:pt idx="1526">
                  <c:v>711.05</c:v>
                </c:pt>
                <c:pt idx="1527">
                  <c:v>713.9</c:v>
                </c:pt>
                <c:pt idx="1528">
                  <c:v>704.8</c:v>
                </c:pt>
                <c:pt idx="1529">
                  <c:v>708.65</c:v>
                </c:pt>
                <c:pt idx="1530">
                  <c:v>696.6</c:v>
                </c:pt>
                <c:pt idx="1531">
                  <c:v>720.35</c:v>
                </c:pt>
                <c:pt idx="1532">
                  <c:v>720.55</c:v>
                </c:pt>
                <c:pt idx="1533">
                  <c:v>716.5</c:v>
                </c:pt>
                <c:pt idx="1534">
                  <c:v>719.6</c:v>
                </c:pt>
                <c:pt idx="1535">
                  <c:v>716.8</c:v>
                </c:pt>
                <c:pt idx="1536">
                  <c:v>714.2</c:v>
                </c:pt>
                <c:pt idx="1537">
                  <c:v>701.8</c:v>
                </c:pt>
                <c:pt idx="1538">
                  <c:v>697.05</c:v>
                </c:pt>
                <c:pt idx="1539">
                  <c:v>693.15</c:v>
                </c:pt>
                <c:pt idx="1540">
                  <c:v>702.05</c:v>
                </c:pt>
                <c:pt idx="1541">
                  <c:v>697.75</c:v>
                </c:pt>
                <c:pt idx="1542">
                  <c:v>703.95</c:v>
                </c:pt>
                <c:pt idx="1543">
                  <c:v>700.35</c:v>
                </c:pt>
                <c:pt idx="1544">
                  <c:v>702.85</c:v>
                </c:pt>
                <c:pt idx="1545">
                  <c:v>700.1</c:v>
                </c:pt>
                <c:pt idx="1546">
                  <c:v>708.85</c:v>
                </c:pt>
                <c:pt idx="1547">
                  <c:v>708.25</c:v>
                </c:pt>
                <c:pt idx="1548">
                  <c:v>713.15</c:v>
                </c:pt>
                <c:pt idx="1549">
                  <c:v>715.75</c:v>
                </c:pt>
                <c:pt idx="1550">
                  <c:v>732.2</c:v>
                </c:pt>
                <c:pt idx="1551">
                  <c:v>732.5</c:v>
                </c:pt>
                <c:pt idx="1552">
                  <c:v>719.9</c:v>
                </c:pt>
                <c:pt idx="1553">
                  <c:v>726.75</c:v>
                </c:pt>
                <c:pt idx="1554">
                  <c:v>731.45</c:v>
                </c:pt>
                <c:pt idx="1555">
                  <c:v>735.35</c:v>
                </c:pt>
                <c:pt idx="1556">
                  <c:v>742.5</c:v>
                </c:pt>
                <c:pt idx="1557">
                  <c:v>768.5</c:v>
                </c:pt>
                <c:pt idx="1558">
                  <c:v>775.05</c:v>
                </c:pt>
                <c:pt idx="1559">
                  <c:v>778.05</c:v>
                </c:pt>
                <c:pt idx="1560">
                  <c:v>780.45</c:v>
                </c:pt>
                <c:pt idx="1561">
                  <c:v>772.5</c:v>
                </c:pt>
                <c:pt idx="1562">
                  <c:v>777.35</c:v>
                </c:pt>
                <c:pt idx="1563">
                  <c:v>782.2</c:v>
                </c:pt>
                <c:pt idx="1564">
                  <c:v>794.35</c:v>
                </c:pt>
                <c:pt idx="1565">
                  <c:v>790.85</c:v>
                </c:pt>
                <c:pt idx="1566">
                  <c:v>793.75</c:v>
                </c:pt>
                <c:pt idx="1567">
                  <c:v>795.7</c:v>
                </c:pt>
                <c:pt idx="1568">
                  <c:v>795.35</c:v>
                </c:pt>
                <c:pt idx="1569">
                  <c:v>828.8</c:v>
                </c:pt>
                <c:pt idx="1570">
                  <c:v>836.75</c:v>
                </c:pt>
                <c:pt idx="1571">
                  <c:v>840.5</c:v>
                </c:pt>
                <c:pt idx="1572">
                  <c:v>833.45</c:v>
                </c:pt>
                <c:pt idx="1573">
                  <c:v>836.25</c:v>
                </c:pt>
                <c:pt idx="1574">
                  <c:v>828.75</c:v>
                </c:pt>
                <c:pt idx="1575">
                  <c:v>846.5</c:v>
                </c:pt>
                <c:pt idx="1576">
                  <c:v>851.45</c:v>
                </c:pt>
                <c:pt idx="1577">
                  <c:v>891.3</c:v>
                </c:pt>
                <c:pt idx="1578">
                  <c:v>921.8</c:v>
                </c:pt>
                <c:pt idx="1579">
                  <c:v>992.55</c:v>
                </c:pt>
                <c:pt idx="1580">
                  <c:v>974.95</c:v>
                </c:pt>
                <c:pt idx="1581">
                  <c:v>977.2</c:v>
                </c:pt>
                <c:pt idx="1582">
                  <c:v>955.1</c:v>
                </c:pt>
                <c:pt idx="1583">
                  <c:v>978.65</c:v>
                </c:pt>
                <c:pt idx="1584">
                  <c:v>997.95</c:v>
                </c:pt>
                <c:pt idx="1585">
                  <c:v>1008.9</c:v>
                </c:pt>
                <c:pt idx="1586">
                  <c:v>1022.95</c:v>
                </c:pt>
                <c:pt idx="1587">
                  <c:v>1031.1500000000001</c:v>
                </c:pt>
                <c:pt idx="1588">
                  <c:v>1035.55</c:v>
                </c:pt>
                <c:pt idx="1589">
                  <c:v>1080.2</c:v>
                </c:pt>
                <c:pt idx="1590">
                  <c:v>1099.25</c:v>
                </c:pt>
                <c:pt idx="1591">
                  <c:v>1155</c:v>
                </c:pt>
                <c:pt idx="1592">
                  <c:v>1154.0999999999999</c:v>
                </c:pt>
                <c:pt idx="1593">
                  <c:v>1169.8</c:v>
                </c:pt>
                <c:pt idx="1594">
                  <c:v>1110.25</c:v>
                </c:pt>
                <c:pt idx="1595">
                  <c:v>1066.8499999999999</c:v>
                </c:pt>
                <c:pt idx="1596">
                  <c:v>1021.65</c:v>
                </c:pt>
                <c:pt idx="1597">
                  <c:v>1043.7</c:v>
                </c:pt>
                <c:pt idx="1598">
                  <c:v>1086.2</c:v>
                </c:pt>
                <c:pt idx="1599">
                  <c:v>1004.8</c:v>
                </c:pt>
                <c:pt idx="1600">
                  <c:v>978.1</c:v>
                </c:pt>
                <c:pt idx="1601">
                  <c:v>929.4</c:v>
                </c:pt>
                <c:pt idx="1602">
                  <c:v>967.1</c:v>
                </c:pt>
                <c:pt idx="1603">
                  <c:v>938.55</c:v>
                </c:pt>
                <c:pt idx="1604">
                  <c:v>950</c:v>
                </c:pt>
                <c:pt idx="1605">
                  <c:v>958.5</c:v>
                </c:pt>
                <c:pt idx="1606">
                  <c:v>955.95</c:v>
                </c:pt>
                <c:pt idx="1607">
                  <c:v>954.95</c:v>
                </c:pt>
                <c:pt idx="1608">
                  <c:v>954.15</c:v>
                </c:pt>
                <c:pt idx="1609">
                  <c:v>925.35</c:v>
                </c:pt>
                <c:pt idx="1610">
                  <c:v>958.1</c:v>
                </c:pt>
                <c:pt idx="1611">
                  <c:v>925.35</c:v>
                </c:pt>
                <c:pt idx="1612">
                  <c:v>906.5</c:v>
                </c:pt>
                <c:pt idx="1613">
                  <c:v>893</c:v>
                </c:pt>
                <c:pt idx="1614">
                  <c:v>825.7</c:v>
                </c:pt>
                <c:pt idx="1615">
                  <c:v>922.75</c:v>
                </c:pt>
                <c:pt idx="1616">
                  <c:v>901.05</c:v>
                </c:pt>
                <c:pt idx="1617">
                  <c:v>858.65</c:v>
                </c:pt>
                <c:pt idx="1618">
                  <c:v>858.45</c:v>
                </c:pt>
                <c:pt idx="1619">
                  <c:v>895.35</c:v>
                </c:pt>
                <c:pt idx="1620">
                  <c:v>921.6</c:v>
                </c:pt>
                <c:pt idx="1621">
                  <c:v>933.7</c:v>
                </c:pt>
                <c:pt idx="1622">
                  <c:v>925</c:v>
                </c:pt>
                <c:pt idx="1623">
                  <c:v>964.15</c:v>
                </c:pt>
                <c:pt idx="1624">
                  <c:v>975.1</c:v>
                </c:pt>
                <c:pt idx="1625">
                  <c:v>1011.9</c:v>
                </c:pt>
                <c:pt idx="1626">
                  <c:v>1007.2</c:v>
                </c:pt>
                <c:pt idx="1627">
                  <c:v>981.2</c:v>
                </c:pt>
                <c:pt idx="1628">
                  <c:v>985.75</c:v>
                </c:pt>
                <c:pt idx="1629">
                  <c:v>1000.95</c:v>
                </c:pt>
                <c:pt idx="1630">
                  <c:v>1008.35</c:v>
                </c:pt>
                <c:pt idx="1631">
                  <c:v>1059.8499999999999</c:v>
                </c:pt>
                <c:pt idx="1632">
                  <c:v>1071.0999999999999</c:v>
                </c:pt>
                <c:pt idx="1633">
                  <c:v>1074.7</c:v>
                </c:pt>
                <c:pt idx="1634">
                  <c:v>1094.1500000000001</c:v>
                </c:pt>
                <c:pt idx="1635">
                  <c:v>1083.25</c:v>
                </c:pt>
                <c:pt idx="1636">
                  <c:v>1031.5999999999999</c:v>
                </c:pt>
                <c:pt idx="1637">
                  <c:v>1043.3</c:v>
                </c:pt>
                <c:pt idx="1638">
                  <c:v>1049.2</c:v>
                </c:pt>
                <c:pt idx="1639">
                  <c:v>1098.05</c:v>
                </c:pt>
                <c:pt idx="1640">
                  <c:v>1075.45</c:v>
                </c:pt>
                <c:pt idx="1641">
                  <c:v>1069.0999999999999</c:v>
                </c:pt>
                <c:pt idx="1642">
                  <c:v>1031.4000000000001</c:v>
                </c:pt>
                <c:pt idx="1643">
                  <c:v>1004.4</c:v>
                </c:pt>
                <c:pt idx="1644">
                  <c:v>983.05</c:v>
                </c:pt>
                <c:pt idx="1645">
                  <c:v>995.4</c:v>
                </c:pt>
                <c:pt idx="1646">
                  <c:v>967.55</c:v>
                </c:pt>
                <c:pt idx="1647">
                  <c:v>971.5</c:v>
                </c:pt>
                <c:pt idx="1648">
                  <c:v>987.8</c:v>
                </c:pt>
                <c:pt idx="1649">
                  <c:v>999.9</c:v>
                </c:pt>
                <c:pt idx="1650">
                  <c:v>1000.1</c:v>
                </c:pt>
                <c:pt idx="1651">
                  <c:v>979.05</c:v>
                </c:pt>
                <c:pt idx="1652">
                  <c:v>978.8</c:v>
                </c:pt>
                <c:pt idx="1653">
                  <c:v>981.6</c:v>
                </c:pt>
                <c:pt idx="1654">
                  <c:v>990.9</c:v>
                </c:pt>
                <c:pt idx="1655">
                  <c:v>988</c:v>
                </c:pt>
                <c:pt idx="1656">
                  <c:v>967.8</c:v>
                </c:pt>
                <c:pt idx="1657">
                  <c:v>954.95</c:v>
                </c:pt>
                <c:pt idx="1658">
                  <c:v>977.15</c:v>
                </c:pt>
                <c:pt idx="1659">
                  <c:v>988</c:v>
                </c:pt>
                <c:pt idx="1660">
                  <c:v>978.95</c:v>
                </c:pt>
                <c:pt idx="1661">
                  <c:v>1011</c:v>
                </c:pt>
                <c:pt idx="1662">
                  <c:v>1029.25</c:v>
                </c:pt>
                <c:pt idx="1663">
                  <c:v>1046.5</c:v>
                </c:pt>
                <c:pt idx="1664">
                  <c:v>1066.0999999999999</c:v>
                </c:pt>
                <c:pt idx="1665">
                  <c:v>1055.9000000000001</c:v>
                </c:pt>
                <c:pt idx="1666">
                  <c:v>1067.5999999999999</c:v>
                </c:pt>
                <c:pt idx="1667">
                  <c:v>1064.8</c:v>
                </c:pt>
                <c:pt idx="1668">
                  <c:v>1061.9000000000001</c:v>
                </c:pt>
                <c:pt idx="1669">
                  <c:v>1106.8499999999999</c:v>
                </c:pt>
                <c:pt idx="1670">
                  <c:v>1110.6500000000001</c:v>
                </c:pt>
                <c:pt idx="1671">
                  <c:v>1122.0999999999999</c:v>
                </c:pt>
                <c:pt idx="1672">
                  <c:v>1118.8499999999999</c:v>
                </c:pt>
                <c:pt idx="1673">
                  <c:v>1128.8</c:v>
                </c:pt>
                <c:pt idx="1674">
                  <c:v>1117.3499999999999</c:v>
                </c:pt>
                <c:pt idx="1675">
                  <c:v>1122.5</c:v>
                </c:pt>
                <c:pt idx="1676">
                  <c:v>1131.5999999999999</c:v>
                </c:pt>
                <c:pt idx="1677">
                  <c:v>1125.95</c:v>
                </c:pt>
                <c:pt idx="1678">
                  <c:v>1137.5</c:v>
                </c:pt>
                <c:pt idx="1679">
                  <c:v>1125.7</c:v>
                </c:pt>
                <c:pt idx="1680">
                  <c:v>1130.8</c:v>
                </c:pt>
                <c:pt idx="1681">
                  <c:v>1087.7</c:v>
                </c:pt>
                <c:pt idx="1682">
                  <c:v>1106.8499999999999</c:v>
                </c:pt>
                <c:pt idx="1683">
                  <c:v>1116.1500000000001</c:v>
                </c:pt>
                <c:pt idx="1684">
                  <c:v>1126.3499999999999</c:v>
                </c:pt>
                <c:pt idx="1685">
                  <c:v>1140.5999999999999</c:v>
                </c:pt>
                <c:pt idx="1686">
                  <c:v>1133.45</c:v>
                </c:pt>
                <c:pt idx="1687">
                  <c:v>1117.8499999999999</c:v>
                </c:pt>
                <c:pt idx="1688">
                  <c:v>1128.1500000000001</c:v>
                </c:pt>
                <c:pt idx="1689">
                  <c:v>1138.9000000000001</c:v>
                </c:pt>
                <c:pt idx="1690">
                  <c:v>1156</c:v>
                </c:pt>
                <c:pt idx="1691">
                  <c:v>1163.0999999999999</c:v>
                </c:pt>
                <c:pt idx="1692">
                  <c:v>1179.0999999999999</c:v>
                </c:pt>
                <c:pt idx="1693">
                  <c:v>1174.05</c:v>
                </c:pt>
                <c:pt idx="1694">
                  <c:v>1168</c:v>
                </c:pt>
                <c:pt idx="1695">
                  <c:v>1171.75</c:v>
                </c:pt>
                <c:pt idx="1696">
                  <c:v>1161.8</c:v>
                </c:pt>
                <c:pt idx="1697">
                  <c:v>1149.05</c:v>
                </c:pt>
                <c:pt idx="1698">
                  <c:v>1154.9000000000001</c:v>
                </c:pt>
                <c:pt idx="1699">
                  <c:v>1162.8499999999999</c:v>
                </c:pt>
                <c:pt idx="1700">
                  <c:v>1153.45</c:v>
                </c:pt>
                <c:pt idx="1701">
                  <c:v>1150.9000000000001</c:v>
                </c:pt>
                <c:pt idx="1702">
                  <c:v>1143.3</c:v>
                </c:pt>
                <c:pt idx="1703">
                  <c:v>1168.75</c:v>
                </c:pt>
                <c:pt idx="1704">
                  <c:v>1190.7</c:v>
                </c:pt>
                <c:pt idx="1705">
                  <c:v>1213.4000000000001</c:v>
                </c:pt>
                <c:pt idx="1706">
                  <c:v>1215.2</c:v>
                </c:pt>
                <c:pt idx="1707">
                  <c:v>1208.5</c:v>
                </c:pt>
                <c:pt idx="1708">
                  <c:v>1197.0999999999999</c:v>
                </c:pt>
                <c:pt idx="1709">
                  <c:v>1203.55</c:v>
                </c:pt>
                <c:pt idx="1710">
                  <c:v>1201.2</c:v>
                </c:pt>
                <c:pt idx="1711">
                  <c:v>1193.8499999999999</c:v>
                </c:pt>
                <c:pt idx="1712">
                  <c:v>1174.95</c:v>
                </c:pt>
                <c:pt idx="1713">
                  <c:v>1222.7</c:v>
                </c:pt>
                <c:pt idx="1714">
                  <c:v>1236.1500000000001</c:v>
                </c:pt>
                <c:pt idx="1715">
                  <c:v>1226</c:v>
                </c:pt>
                <c:pt idx="1716">
                  <c:v>1264.4000000000001</c:v>
                </c:pt>
                <c:pt idx="1717">
                  <c:v>1283.3499999999999</c:v>
                </c:pt>
                <c:pt idx="1718">
                  <c:v>1287.7</c:v>
                </c:pt>
                <c:pt idx="1719">
                  <c:v>1304.5</c:v>
                </c:pt>
                <c:pt idx="1720">
                  <c:v>1291.3</c:v>
                </c:pt>
                <c:pt idx="1721">
                  <c:v>1252.25</c:v>
                </c:pt>
                <c:pt idx="1722">
                  <c:v>1260.5999999999999</c:v>
                </c:pt>
                <c:pt idx="1723">
                  <c:v>1285.3</c:v>
                </c:pt>
                <c:pt idx="1724">
                  <c:v>1285.4000000000001</c:v>
                </c:pt>
                <c:pt idx="1725">
                  <c:v>1279.4000000000001</c:v>
                </c:pt>
                <c:pt idx="1726">
                  <c:v>1262.6500000000001</c:v>
                </c:pt>
                <c:pt idx="1727">
                  <c:v>1265.75</c:v>
                </c:pt>
                <c:pt idx="1728">
                  <c:v>1259.25</c:v>
                </c:pt>
                <c:pt idx="1729">
                  <c:v>1259</c:v>
                </c:pt>
                <c:pt idx="1730">
                  <c:v>1274.05</c:v>
                </c:pt>
                <c:pt idx="1731">
                  <c:v>1278.1500000000001</c:v>
                </c:pt>
                <c:pt idx="1732">
                  <c:v>1271.95</c:v>
                </c:pt>
                <c:pt idx="1733">
                  <c:v>1262.3499999999999</c:v>
                </c:pt>
                <c:pt idx="1734">
                  <c:v>1252.8499999999999</c:v>
                </c:pt>
                <c:pt idx="1735">
                  <c:v>1250.7</c:v>
                </c:pt>
                <c:pt idx="1736">
                  <c:v>1249.3</c:v>
                </c:pt>
                <c:pt idx="1737">
                  <c:v>1244.45</c:v>
                </c:pt>
                <c:pt idx="1738">
                  <c:v>1261.05</c:v>
                </c:pt>
                <c:pt idx="1739">
                  <c:v>1259.9000000000001</c:v>
                </c:pt>
                <c:pt idx="1740">
                  <c:v>1279.55</c:v>
                </c:pt>
                <c:pt idx="1741">
                  <c:v>1281.3499999999999</c:v>
                </c:pt>
                <c:pt idx="1742">
                  <c:v>1301</c:v>
                </c:pt>
                <c:pt idx="1743">
                  <c:v>1269.1500000000001</c:v>
                </c:pt>
                <c:pt idx="1744">
                  <c:v>1240</c:v>
                </c:pt>
                <c:pt idx="1745">
                  <c:v>1205.4000000000001</c:v>
                </c:pt>
                <c:pt idx="1746">
                  <c:v>1238.4000000000001</c:v>
                </c:pt>
                <c:pt idx="1747">
                  <c:v>1259.45</c:v>
                </c:pt>
                <c:pt idx="1748">
                  <c:v>1253.7</c:v>
                </c:pt>
                <c:pt idx="1749">
                  <c:v>1289.0999999999999</c:v>
                </c:pt>
                <c:pt idx="1750">
                  <c:v>1253.55</c:v>
                </c:pt>
                <c:pt idx="1751">
                  <c:v>1248.9000000000001</c:v>
                </c:pt>
                <c:pt idx="1752">
                  <c:v>1261.45</c:v>
                </c:pt>
                <c:pt idx="1753">
                  <c:v>1272.55</c:v>
                </c:pt>
                <c:pt idx="1754">
                  <c:v>1277</c:v>
                </c:pt>
                <c:pt idx="1755">
                  <c:v>1293.3499999999999</c:v>
                </c:pt>
                <c:pt idx="1756">
                  <c:v>1274.7</c:v>
                </c:pt>
                <c:pt idx="1757">
                  <c:v>1270.1500000000001</c:v>
                </c:pt>
                <c:pt idx="1758">
                  <c:v>1280.9000000000001</c:v>
                </c:pt>
                <c:pt idx="1759">
                  <c:v>1284.55</c:v>
                </c:pt>
                <c:pt idx="1760">
                  <c:v>1280.5</c:v>
                </c:pt>
                <c:pt idx="1761">
                  <c:v>1288.1500000000001</c:v>
                </c:pt>
                <c:pt idx="1762">
                  <c:v>1276.8499999999999</c:v>
                </c:pt>
                <c:pt idx="1763">
                  <c:v>1278.3</c:v>
                </c:pt>
                <c:pt idx="1764">
                  <c:v>1273.1500000000001</c:v>
                </c:pt>
                <c:pt idx="1765">
                  <c:v>1296.5</c:v>
                </c:pt>
                <c:pt idx="1766">
                  <c:v>1339.5</c:v>
                </c:pt>
                <c:pt idx="1767">
                  <c:v>1364.95</c:v>
                </c:pt>
                <c:pt idx="1768">
                  <c:v>1346.95</c:v>
                </c:pt>
                <c:pt idx="1769">
                  <c:v>1349.85</c:v>
                </c:pt>
                <c:pt idx="1770">
                  <c:v>1367.4</c:v>
                </c:pt>
                <c:pt idx="1771">
                  <c:v>1382.75</c:v>
                </c:pt>
                <c:pt idx="1772">
                  <c:v>1373.85</c:v>
                </c:pt>
                <c:pt idx="1773">
                  <c:v>1360.55</c:v>
                </c:pt>
                <c:pt idx="1774">
                  <c:v>1369.5</c:v>
                </c:pt>
                <c:pt idx="1775">
                  <c:v>1370.6</c:v>
                </c:pt>
                <c:pt idx="1776">
                  <c:v>1382.3</c:v>
                </c:pt>
                <c:pt idx="1777">
                  <c:v>1366.45</c:v>
                </c:pt>
                <c:pt idx="1778">
                  <c:v>1377.6</c:v>
                </c:pt>
                <c:pt idx="1779">
                  <c:v>1375.05</c:v>
                </c:pt>
                <c:pt idx="1780">
                  <c:v>1387.35</c:v>
                </c:pt>
                <c:pt idx="1781">
                  <c:v>1389.2</c:v>
                </c:pt>
                <c:pt idx="1782">
                  <c:v>1394.9</c:v>
                </c:pt>
                <c:pt idx="1783">
                  <c:v>1397.05</c:v>
                </c:pt>
                <c:pt idx="1784">
                  <c:v>1391.8</c:v>
                </c:pt>
                <c:pt idx="1785">
                  <c:v>1358.95</c:v>
                </c:pt>
                <c:pt idx="1786">
                  <c:v>1366</c:v>
                </c:pt>
                <c:pt idx="1787">
                  <c:v>1377.05</c:v>
                </c:pt>
                <c:pt idx="1788">
                  <c:v>1406.95</c:v>
                </c:pt>
                <c:pt idx="1789">
                  <c:v>1420.75</c:v>
                </c:pt>
                <c:pt idx="1790">
                  <c:v>1414.6</c:v>
                </c:pt>
                <c:pt idx="1791">
                  <c:v>1406.75</c:v>
                </c:pt>
                <c:pt idx="1792">
                  <c:v>1412.05</c:v>
                </c:pt>
                <c:pt idx="1793">
                  <c:v>1413.25</c:v>
                </c:pt>
                <c:pt idx="1794">
                  <c:v>1406.55</c:v>
                </c:pt>
                <c:pt idx="1795">
                  <c:v>1405.45</c:v>
                </c:pt>
                <c:pt idx="1796">
                  <c:v>1352.5</c:v>
                </c:pt>
                <c:pt idx="1797">
                  <c:v>1367.75</c:v>
                </c:pt>
                <c:pt idx="1798">
                  <c:v>1316.2</c:v>
                </c:pt>
                <c:pt idx="1799">
                  <c:v>1259.3499999999999</c:v>
                </c:pt>
                <c:pt idx="1800">
                  <c:v>1297.8499999999999</c:v>
                </c:pt>
                <c:pt idx="1801">
                  <c:v>1288.6500000000001</c:v>
                </c:pt>
                <c:pt idx="1802">
                  <c:v>1335.55</c:v>
                </c:pt>
                <c:pt idx="1803">
                  <c:v>1318.2</c:v>
                </c:pt>
                <c:pt idx="1804">
                  <c:v>1315.7</c:v>
                </c:pt>
                <c:pt idx="1805">
                  <c:v>1326.75</c:v>
                </c:pt>
                <c:pt idx="1806">
                  <c:v>1285.3499999999999</c:v>
                </c:pt>
                <c:pt idx="1807">
                  <c:v>1283.4000000000001</c:v>
                </c:pt>
                <c:pt idx="1808">
                  <c:v>1300.1500000000001</c:v>
                </c:pt>
                <c:pt idx="1809">
                  <c:v>1313.55</c:v>
                </c:pt>
                <c:pt idx="1810">
                  <c:v>1322.95</c:v>
                </c:pt>
                <c:pt idx="1811">
                  <c:v>1340</c:v>
                </c:pt>
                <c:pt idx="1812">
                  <c:v>1375.25</c:v>
                </c:pt>
                <c:pt idx="1813">
                  <c:v>1376.05</c:v>
                </c:pt>
                <c:pt idx="1814">
                  <c:v>1364.55</c:v>
                </c:pt>
                <c:pt idx="1815">
                  <c:v>1350</c:v>
                </c:pt>
                <c:pt idx="1816">
                  <c:v>1357.2</c:v>
                </c:pt>
                <c:pt idx="1817">
                  <c:v>1370.3</c:v>
                </c:pt>
                <c:pt idx="1818">
                  <c:v>1313.95</c:v>
                </c:pt>
                <c:pt idx="1819">
                  <c:v>1340.75</c:v>
                </c:pt>
                <c:pt idx="1820">
                  <c:v>1363.25</c:v>
                </c:pt>
                <c:pt idx="1821">
                  <c:v>1358.85</c:v>
                </c:pt>
                <c:pt idx="1822">
                  <c:v>1384.3</c:v>
                </c:pt>
                <c:pt idx="1823">
                  <c:v>1384.4</c:v>
                </c:pt>
                <c:pt idx="1824">
                  <c:v>1386.6</c:v>
                </c:pt>
                <c:pt idx="1825">
                  <c:v>1387.5</c:v>
                </c:pt>
                <c:pt idx="1826">
                  <c:v>1411.95</c:v>
                </c:pt>
                <c:pt idx="1827">
                  <c:v>1457.75</c:v>
                </c:pt>
                <c:pt idx="1828">
                  <c:v>1475.8</c:v>
                </c:pt>
                <c:pt idx="1829">
                  <c:v>1485.35</c:v>
                </c:pt>
                <c:pt idx="1830">
                  <c:v>1492.35</c:v>
                </c:pt>
                <c:pt idx="1831">
                  <c:v>1541.45</c:v>
                </c:pt>
                <c:pt idx="1832">
                  <c:v>1554.3</c:v>
                </c:pt>
                <c:pt idx="1833">
                  <c:v>1582.95</c:v>
                </c:pt>
                <c:pt idx="1834">
                  <c:v>1598.4</c:v>
                </c:pt>
                <c:pt idx="1835">
                  <c:v>1596.85</c:v>
                </c:pt>
                <c:pt idx="1836">
                  <c:v>1539.2</c:v>
                </c:pt>
                <c:pt idx="1837">
                  <c:v>1561.05</c:v>
                </c:pt>
                <c:pt idx="1838">
                  <c:v>1626.15</c:v>
                </c:pt>
                <c:pt idx="1839">
                  <c:v>1583.15</c:v>
                </c:pt>
                <c:pt idx="1840">
                  <c:v>1606.5</c:v>
                </c:pt>
                <c:pt idx="1841">
                  <c:v>1593.15</c:v>
                </c:pt>
                <c:pt idx="1842">
                  <c:v>1598.25</c:v>
                </c:pt>
                <c:pt idx="1843">
                  <c:v>1581.4</c:v>
                </c:pt>
                <c:pt idx="1844">
                  <c:v>1589.1</c:v>
                </c:pt>
                <c:pt idx="1845">
                  <c:v>1620.25</c:v>
                </c:pt>
                <c:pt idx="1846">
                  <c:v>1598.5</c:v>
                </c:pt>
                <c:pt idx="1847">
                  <c:v>1634.7</c:v>
                </c:pt>
                <c:pt idx="1848">
                  <c:v>1685.25</c:v>
                </c:pt>
                <c:pt idx="1849">
                  <c:v>1698.45</c:v>
                </c:pt>
                <c:pt idx="1850">
                  <c:v>1760.95</c:v>
                </c:pt>
                <c:pt idx="1851">
                  <c:v>1779.25</c:v>
                </c:pt>
                <c:pt idx="1852">
                  <c:v>1756.15</c:v>
                </c:pt>
                <c:pt idx="1853">
                  <c:v>1727.2</c:v>
                </c:pt>
                <c:pt idx="1854">
                  <c:v>1728.05</c:v>
                </c:pt>
                <c:pt idx="1855">
                  <c:v>1723.9</c:v>
                </c:pt>
                <c:pt idx="1856">
                  <c:v>1756.9</c:v>
                </c:pt>
                <c:pt idx="1857">
                  <c:v>1752.85</c:v>
                </c:pt>
                <c:pt idx="1858">
                  <c:v>1758.8</c:v>
                </c:pt>
                <c:pt idx="1859">
                  <c:v>1751.25</c:v>
                </c:pt>
                <c:pt idx="1860">
                  <c:v>1741.95</c:v>
                </c:pt>
                <c:pt idx="1861">
                  <c:v>1745.4</c:v>
                </c:pt>
                <c:pt idx="1862">
                  <c:v>1691.3</c:v>
                </c:pt>
                <c:pt idx="1863">
                  <c:v>1669.15</c:v>
                </c:pt>
                <c:pt idx="1864">
                  <c:v>1657.05</c:v>
                </c:pt>
                <c:pt idx="1865">
                  <c:v>1666.15</c:v>
                </c:pt>
                <c:pt idx="1866">
                  <c:v>1698.9</c:v>
                </c:pt>
                <c:pt idx="1867">
                  <c:v>1675.4</c:v>
                </c:pt>
                <c:pt idx="1868">
                  <c:v>1696.05</c:v>
                </c:pt>
                <c:pt idx="1869">
                  <c:v>1681.9</c:v>
                </c:pt>
                <c:pt idx="1870">
                  <c:v>1671.6</c:v>
                </c:pt>
                <c:pt idx="1871">
                  <c:v>1726.55</c:v>
                </c:pt>
                <c:pt idx="1872">
                  <c:v>1732.95</c:v>
                </c:pt>
                <c:pt idx="1873">
                  <c:v>1734.35</c:v>
                </c:pt>
                <c:pt idx="1874">
                  <c:v>1705.1</c:v>
                </c:pt>
                <c:pt idx="1875">
                  <c:v>1709.15</c:v>
                </c:pt>
                <c:pt idx="1876">
                  <c:v>1703.25</c:v>
                </c:pt>
                <c:pt idx="1877">
                  <c:v>1698.55</c:v>
                </c:pt>
                <c:pt idx="1878">
                  <c:v>1692</c:v>
                </c:pt>
                <c:pt idx="1879">
                  <c:v>1700.55</c:v>
                </c:pt>
                <c:pt idx="1880">
                  <c:v>1684.3</c:v>
                </c:pt>
                <c:pt idx="1881">
                  <c:v>1707.3</c:v>
                </c:pt>
                <c:pt idx="1882">
                  <c:v>1718.15</c:v>
                </c:pt>
                <c:pt idx="1883">
                  <c:v>1709.85</c:v>
                </c:pt>
                <c:pt idx="1884">
                  <c:v>1709.9</c:v>
                </c:pt>
                <c:pt idx="1885">
                  <c:v>1710.95</c:v>
                </c:pt>
                <c:pt idx="1886">
                  <c:v>1702.7</c:v>
                </c:pt>
                <c:pt idx="1887">
                  <c:v>1703.3</c:v>
                </c:pt>
                <c:pt idx="1888">
                  <c:v>1719.35</c:v>
                </c:pt>
                <c:pt idx="1889">
                  <c:v>1773.05</c:v>
                </c:pt>
                <c:pt idx="1890">
                  <c:v>1776.7</c:v>
                </c:pt>
                <c:pt idx="1891">
                  <c:v>1827.85</c:v>
                </c:pt>
                <c:pt idx="1892">
                  <c:v>1822.65</c:v>
                </c:pt>
                <c:pt idx="1893">
                  <c:v>1892.8</c:v>
                </c:pt>
                <c:pt idx="1894">
                  <c:v>1892.15</c:v>
                </c:pt>
                <c:pt idx="1895">
                  <c:v>1909.2</c:v>
                </c:pt>
                <c:pt idx="1896">
                  <c:v>1912.6</c:v>
                </c:pt>
                <c:pt idx="1897">
                  <c:v>1902.6</c:v>
                </c:pt>
                <c:pt idx="1898">
                  <c:v>1941.95</c:v>
                </c:pt>
                <c:pt idx="1899">
                  <c:v>1867.5</c:v>
                </c:pt>
                <c:pt idx="1900">
                  <c:v>1848.75</c:v>
                </c:pt>
                <c:pt idx="1901">
                  <c:v>1893.5</c:v>
                </c:pt>
                <c:pt idx="1902">
                  <c:v>1797.75</c:v>
                </c:pt>
                <c:pt idx="1903">
                  <c:v>1800.55</c:v>
                </c:pt>
                <c:pt idx="1904">
                  <c:v>1801.15</c:v>
                </c:pt>
                <c:pt idx="1905">
                  <c:v>1780.15</c:v>
                </c:pt>
                <c:pt idx="1906">
                  <c:v>1810.2</c:v>
                </c:pt>
                <c:pt idx="1907">
                  <c:v>1875.45</c:v>
                </c:pt>
                <c:pt idx="1908">
                  <c:v>1845.8</c:v>
                </c:pt>
                <c:pt idx="1909">
                  <c:v>1809.05</c:v>
                </c:pt>
                <c:pt idx="1910">
                  <c:v>1829.2</c:v>
                </c:pt>
                <c:pt idx="1911">
                  <c:v>1833.05</c:v>
                </c:pt>
                <c:pt idx="1912">
                  <c:v>1739.05</c:v>
                </c:pt>
                <c:pt idx="1913">
                  <c:v>1752.9</c:v>
                </c:pt>
                <c:pt idx="1914">
                  <c:v>1798</c:v>
                </c:pt>
                <c:pt idx="1915">
                  <c:v>1746.85</c:v>
                </c:pt>
                <c:pt idx="1916">
                  <c:v>1766.2</c:v>
                </c:pt>
                <c:pt idx="1917">
                  <c:v>1744</c:v>
                </c:pt>
                <c:pt idx="1918">
                  <c:v>1776.35</c:v>
                </c:pt>
                <c:pt idx="1919">
                  <c:v>1833.8</c:v>
                </c:pt>
                <c:pt idx="1920">
                  <c:v>1882.5</c:v>
                </c:pt>
                <c:pt idx="1921">
                  <c:v>1889.7</c:v>
                </c:pt>
                <c:pt idx="1922">
                  <c:v>1912.05</c:v>
                </c:pt>
                <c:pt idx="1923">
                  <c:v>1960.9</c:v>
                </c:pt>
                <c:pt idx="1924">
                  <c:v>1957.95</c:v>
                </c:pt>
                <c:pt idx="1925">
                  <c:v>1972.9</c:v>
                </c:pt>
                <c:pt idx="1926">
                  <c:v>1964.6</c:v>
                </c:pt>
                <c:pt idx="1927">
                  <c:v>1982.85</c:v>
                </c:pt>
                <c:pt idx="1928">
                  <c:v>1962.9</c:v>
                </c:pt>
                <c:pt idx="1929">
                  <c:v>1985.6</c:v>
                </c:pt>
                <c:pt idx="1930">
                  <c:v>1990.1</c:v>
                </c:pt>
                <c:pt idx="1931">
                  <c:v>2013.15</c:v>
                </c:pt>
                <c:pt idx="1932">
                  <c:v>2027.5</c:v>
                </c:pt>
                <c:pt idx="1933">
                  <c:v>2034.75</c:v>
                </c:pt>
                <c:pt idx="1934">
                  <c:v>2028.3</c:v>
                </c:pt>
                <c:pt idx="1935">
                  <c:v>2058.0500000000002</c:v>
                </c:pt>
                <c:pt idx="1936">
                  <c:v>2173.9</c:v>
                </c:pt>
                <c:pt idx="1937">
                  <c:v>2190.3000000000002</c:v>
                </c:pt>
                <c:pt idx="1938">
                  <c:v>2280.4499999999998</c:v>
                </c:pt>
                <c:pt idx="1939">
                  <c:v>2355.5</c:v>
                </c:pt>
                <c:pt idx="1940">
                  <c:v>2399.6</c:v>
                </c:pt>
                <c:pt idx="1941">
                  <c:v>2321.9499999999998</c:v>
                </c:pt>
                <c:pt idx="1942">
                  <c:v>2318.3000000000002</c:v>
                </c:pt>
                <c:pt idx="1943">
                  <c:v>2298.0500000000002</c:v>
                </c:pt>
                <c:pt idx="1944">
                  <c:v>2292.1999999999998</c:v>
                </c:pt>
                <c:pt idx="1945">
                  <c:v>2395.9</c:v>
                </c:pt>
                <c:pt idx="1946">
                  <c:v>2425.9</c:v>
                </c:pt>
                <c:pt idx="1947">
                  <c:v>2492.5</c:v>
                </c:pt>
                <c:pt idx="1948">
                  <c:v>2421.1999999999998</c:v>
                </c:pt>
                <c:pt idx="1949">
                  <c:v>2600</c:v>
                </c:pt>
                <c:pt idx="1950">
                  <c:v>2618.4</c:v>
                </c:pt>
                <c:pt idx="1951">
                  <c:v>2630.55</c:v>
                </c:pt>
                <c:pt idx="1952">
                  <c:v>2565.75</c:v>
                </c:pt>
                <c:pt idx="1953">
                  <c:v>2666.35</c:v>
                </c:pt>
                <c:pt idx="1954">
                  <c:v>2651.55</c:v>
                </c:pt>
                <c:pt idx="1955">
                  <c:v>2687.55</c:v>
                </c:pt>
                <c:pt idx="1956">
                  <c:v>2583.15</c:v>
                </c:pt>
                <c:pt idx="1957">
                  <c:v>2469.3000000000002</c:v>
                </c:pt>
                <c:pt idx="1958">
                  <c:v>2410.0500000000002</c:v>
                </c:pt>
                <c:pt idx="1959">
                  <c:v>2599.85</c:v>
                </c:pt>
                <c:pt idx="1960">
                  <c:v>2615.0500000000002</c:v>
                </c:pt>
                <c:pt idx="1961">
                  <c:v>2628.05</c:v>
                </c:pt>
                <c:pt idx="1962">
                  <c:v>2698.3</c:v>
                </c:pt>
                <c:pt idx="1963">
                  <c:v>2827.9</c:v>
                </c:pt>
                <c:pt idx="1964">
                  <c:v>2769.5</c:v>
                </c:pt>
                <c:pt idx="1965">
                  <c:v>2783.8</c:v>
                </c:pt>
                <c:pt idx="1966">
                  <c:v>2680.6</c:v>
                </c:pt>
                <c:pt idx="1967">
                  <c:v>2713.3</c:v>
                </c:pt>
                <c:pt idx="1968">
                  <c:v>2661.15</c:v>
                </c:pt>
                <c:pt idx="1969">
                  <c:v>2666.2</c:v>
                </c:pt>
                <c:pt idx="1970">
                  <c:v>2770.9</c:v>
                </c:pt>
                <c:pt idx="1971">
                  <c:v>2742.85</c:v>
                </c:pt>
                <c:pt idx="1972">
                  <c:v>2734.4</c:v>
                </c:pt>
                <c:pt idx="1973">
                  <c:v>2675.6</c:v>
                </c:pt>
                <c:pt idx="1974">
                  <c:v>2693.1</c:v>
                </c:pt>
                <c:pt idx="1975">
                  <c:v>2888.45</c:v>
                </c:pt>
                <c:pt idx="1976">
                  <c:v>2875.1</c:v>
                </c:pt>
                <c:pt idx="1977">
                  <c:v>2881.65</c:v>
                </c:pt>
                <c:pt idx="1978">
                  <c:v>2850.9</c:v>
                </c:pt>
                <c:pt idx="1979">
                  <c:v>2784.85</c:v>
                </c:pt>
                <c:pt idx="1980">
                  <c:v>2709.5</c:v>
                </c:pt>
                <c:pt idx="1981">
                  <c:v>2724.75</c:v>
                </c:pt>
                <c:pt idx="1982">
                  <c:v>2811.2</c:v>
                </c:pt>
                <c:pt idx="1983">
                  <c:v>2884.55</c:v>
                </c:pt>
                <c:pt idx="1984">
                  <c:v>2843.3</c:v>
                </c:pt>
                <c:pt idx="1985">
                  <c:v>2792.3</c:v>
                </c:pt>
                <c:pt idx="1986">
                  <c:v>2812.55</c:v>
                </c:pt>
                <c:pt idx="1987">
                  <c:v>2851.65</c:v>
                </c:pt>
                <c:pt idx="1988">
                  <c:v>2934.9</c:v>
                </c:pt>
                <c:pt idx="1989">
                  <c:v>2862.5</c:v>
                </c:pt>
                <c:pt idx="1990">
                  <c:v>2901.4</c:v>
                </c:pt>
                <c:pt idx="1991">
                  <c:v>2873.8</c:v>
                </c:pt>
                <c:pt idx="1992">
                  <c:v>2841.45</c:v>
                </c:pt>
                <c:pt idx="1993">
                  <c:v>2822.95</c:v>
                </c:pt>
                <c:pt idx="1994">
                  <c:v>2885.65</c:v>
                </c:pt>
                <c:pt idx="1995">
                  <c:v>2880.9</c:v>
                </c:pt>
                <c:pt idx="1996">
                  <c:v>2832.75</c:v>
                </c:pt>
                <c:pt idx="1997">
                  <c:v>2888.65</c:v>
                </c:pt>
                <c:pt idx="1998">
                  <c:v>2775.1</c:v>
                </c:pt>
                <c:pt idx="1999">
                  <c:v>2727.55</c:v>
                </c:pt>
                <c:pt idx="2000">
                  <c:v>2703.8</c:v>
                </c:pt>
                <c:pt idx="2001">
                  <c:v>2713.65</c:v>
                </c:pt>
                <c:pt idx="2002">
                  <c:v>2788.55</c:v>
                </c:pt>
                <c:pt idx="2003">
                  <c:v>2896.5</c:v>
                </c:pt>
                <c:pt idx="2004">
                  <c:v>2893.85</c:v>
                </c:pt>
                <c:pt idx="2005">
                  <c:v>2894.85</c:v>
                </c:pt>
                <c:pt idx="2006">
                  <c:v>2882.7</c:v>
                </c:pt>
                <c:pt idx="2007">
                  <c:v>2848.25</c:v>
                </c:pt>
                <c:pt idx="2008">
                  <c:v>2861.75</c:v>
                </c:pt>
                <c:pt idx="2009">
                  <c:v>2903.7</c:v>
                </c:pt>
                <c:pt idx="2010">
                  <c:v>2993</c:v>
                </c:pt>
                <c:pt idx="2011">
                  <c:v>3020.25</c:v>
                </c:pt>
                <c:pt idx="2012">
                  <c:v>3054.65</c:v>
                </c:pt>
                <c:pt idx="2013">
                  <c:v>3033.65</c:v>
                </c:pt>
                <c:pt idx="2014">
                  <c:v>3027.8</c:v>
                </c:pt>
                <c:pt idx="2015">
                  <c:v>3127.6</c:v>
                </c:pt>
                <c:pt idx="2016">
                  <c:v>3220.85</c:v>
                </c:pt>
                <c:pt idx="2017">
                  <c:v>3165.55</c:v>
                </c:pt>
                <c:pt idx="2018">
                  <c:v>3093.65</c:v>
                </c:pt>
                <c:pt idx="2019">
                  <c:v>2996.55</c:v>
                </c:pt>
                <c:pt idx="2020">
                  <c:v>2799.6</c:v>
                </c:pt>
                <c:pt idx="2021">
                  <c:v>2540.8000000000002</c:v>
                </c:pt>
                <c:pt idx="2022">
                  <c:v>2357.4499999999998</c:v>
                </c:pt>
                <c:pt idx="2023">
                  <c:v>2550.6999999999998</c:v>
                </c:pt>
                <c:pt idx="2024">
                  <c:v>2488.9</c:v>
                </c:pt>
                <c:pt idx="2025">
                  <c:v>2615.4</c:v>
                </c:pt>
                <c:pt idx="2026">
                  <c:v>2566.4</c:v>
                </c:pt>
                <c:pt idx="2027">
                  <c:v>2576.9</c:v>
                </c:pt>
                <c:pt idx="2028">
                  <c:v>2471.9</c:v>
                </c:pt>
                <c:pt idx="2029">
                  <c:v>2478.9</c:v>
                </c:pt>
                <c:pt idx="2030">
                  <c:v>2542.75</c:v>
                </c:pt>
                <c:pt idx="2031">
                  <c:v>2591.1999999999998</c:v>
                </c:pt>
                <c:pt idx="2032">
                  <c:v>2617.1</c:v>
                </c:pt>
                <c:pt idx="2033">
                  <c:v>2552.5</c:v>
                </c:pt>
                <c:pt idx="2034">
                  <c:v>2425.4499999999998</c:v>
                </c:pt>
                <c:pt idx="2035">
                  <c:v>2426.4</c:v>
                </c:pt>
                <c:pt idx="2036">
                  <c:v>2277</c:v>
                </c:pt>
                <c:pt idx="2037">
                  <c:v>2324.85</c:v>
                </c:pt>
                <c:pt idx="2038">
                  <c:v>2389.5</c:v>
                </c:pt>
                <c:pt idx="2039">
                  <c:v>2516.75</c:v>
                </c:pt>
                <c:pt idx="2040">
                  <c:v>2593.9499999999998</c:v>
                </c:pt>
                <c:pt idx="2041">
                  <c:v>2553.6999999999998</c:v>
                </c:pt>
                <c:pt idx="2042">
                  <c:v>2554.5500000000002</c:v>
                </c:pt>
                <c:pt idx="2043">
                  <c:v>2484</c:v>
                </c:pt>
                <c:pt idx="2044">
                  <c:v>2496.3000000000002</c:v>
                </c:pt>
                <c:pt idx="2045">
                  <c:v>2434.4499999999998</c:v>
                </c:pt>
                <c:pt idx="2046">
                  <c:v>2551.4499999999998</c:v>
                </c:pt>
                <c:pt idx="2047">
                  <c:v>2576.65</c:v>
                </c:pt>
                <c:pt idx="2048">
                  <c:v>2588.4499999999998</c:v>
                </c:pt>
                <c:pt idx="2049">
                  <c:v>2533.25</c:v>
                </c:pt>
                <c:pt idx="2050">
                  <c:v>2463.4499999999998</c:v>
                </c:pt>
                <c:pt idx="2051">
                  <c:v>2306</c:v>
                </c:pt>
                <c:pt idx="2052">
                  <c:v>2243.1999999999998</c:v>
                </c:pt>
                <c:pt idx="2053">
                  <c:v>2292.75</c:v>
                </c:pt>
                <c:pt idx="2054">
                  <c:v>2248.25</c:v>
                </c:pt>
                <c:pt idx="2055">
                  <c:v>2274.5500000000002</c:v>
                </c:pt>
                <c:pt idx="2056">
                  <c:v>2347.9</c:v>
                </c:pt>
                <c:pt idx="2057">
                  <c:v>2374.6</c:v>
                </c:pt>
                <c:pt idx="2058">
                  <c:v>2243.0500000000002</c:v>
                </c:pt>
                <c:pt idx="2059">
                  <c:v>2322.6</c:v>
                </c:pt>
                <c:pt idx="2060">
                  <c:v>2180.1999999999998</c:v>
                </c:pt>
                <c:pt idx="2061">
                  <c:v>2151</c:v>
                </c:pt>
                <c:pt idx="2062">
                  <c:v>2159.1</c:v>
                </c:pt>
                <c:pt idx="2063">
                  <c:v>2200.25</c:v>
                </c:pt>
                <c:pt idx="2064">
                  <c:v>2313.8000000000002</c:v>
                </c:pt>
                <c:pt idx="2065">
                  <c:v>2299.4499999999998</c:v>
                </c:pt>
                <c:pt idx="2066">
                  <c:v>2270.8000000000002</c:v>
                </c:pt>
                <c:pt idx="2067">
                  <c:v>2352.4499999999998</c:v>
                </c:pt>
                <c:pt idx="2068">
                  <c:v>2265.8000000000002</c:v>
                </c:pt>
                <c:pt idx="2069">
                  <c:v>2345.25</c:v>
                </c:pt>
                <c:pt idx="2070">
                  <c:v>2343.5500000000002</c:v>
                </c:pt>
                <c:pt idx="2071">
                  <c:v>2396.0500000000002</c:v>
                </c:pt>
                <c:pt idx="2072">
                  <c:v>2321.15</c:v>
                </c:pt>
                <c:pt idx="2073">
                  <c:v>2404.9</c:v>
                </c:pt>
                <c:pt idx="2074">
                  <c:v>2381.75</c:v>
                </c:pt>
                <c:pt idx="2075">
                  <c:v>2418.25</c:v>
                </c:pt>
                <c:pt idx="2076">
                  <c:v>2468.65</c:v>
                </c:pt>
                <c:pt idx="2077">
                  <c:v>2551.5500000000002</c:v>
                </c:pt>
                <c:pt idx="2078">
                  <c:v>2611.8000000000002</c:v>
                </c:pt>
                <c:pt idx="2079">
                  <c:v>2642.5</c:v>
                </c:pt>
                <c:pt idx="2080">
                  <c:v>2640.05</c:v>
                </c:pt>
                <c:pt idx="2081">
                  <c:v>2643.6</c:v>
                </c:pt>
                <c:pt idx="2082">
                  <c:v>2607.35</c:v>
                </c:pt>
                <c:pt idx="2083">
                  <c:v>2577.6</c:v>
                </c:pt>
                <c:pt idx="2084">
                  <c:v>2582.65</c:v>
                </c:pt>
                <c:pt idx="2085">
                  <c:v>2624.5</c:v>
                </c:pt>
                <c:pt idx="2086">
                  <c:v>2591.4</c:v>
                </c:pt>
                <c:pt idx="2087">
                  <c:v>2659.95</c:v>
                </c:pt>
                <c:pt idx="2088">
                  <c:v>2614.5</c:v>
                </c:pt>
                <c:pt idx="2089">
                  <c:v>2674.75</c:v>
                </c:pt>
                <c:pt idx="2090">
                  <c:v>2669.2</c:v>
                </c:pt>
                <c:pt idx="2091">
                  <c:v>2650</c:v>
                </c:pt>
                <c:pt idx="2092">
                  <c:v>2688.95</c:v>
                </c:pt>
                <c:pt idx="2093">
                  <c:v>2667.25</c:v>
                </c:pt>
                <c:pt idx="2094">
                  <c:v>2528.4</c:v>
                </c:pt>
                <c:pt idx="2095">
                  <c:v>2553.85</c:v>
                </c:pt>
                <c:pt idx="2096">
                  <c:v>2501.1</c:v>
                </c:pt>
                <c:pt idx="2097">
                  <c:v>2530.75</c:v>
                </c:pt>
                <c:pt idx="2098">
                  <c:v>2622.95</c:v>
                </c:pt>
                <c:pt idx="2099">
                  <c:v>2635.7</c:v>
                </c:pt>
                <c:pt idx="2100">
                  <c:v>2602.9499999999998</c:v>
                </c:pt>
                <c:pt idx="2101">
                  <c:v>2667.7</c:v>
                </c:pt>
                <c:pt idx="2102">
                  <c:v>2626.05</c:v>
                </c:pt>
                <c:pt idx="2103">
                  <c:v>2556.1999999999998</c:v>
                </c:pt>
                <c:pt idx="2104">
                  <c:v>2515.6</c:v>
                </c:pt>
                <c:pt idx="2105">
                  <c:v>2495.1</c:v>
                </c:pt>
                <c:pt idx="2106">
                  <c:v>2522.5</c:v>
                </c:pt>
                <c:pt idx="2107">
                  <c:v>2462.6999999999998</c:v>
                </c:pt>
                <c:pt idx="2108">
                  <c:v>2403.5</c:v>
                </c:pt>
                <c:pt idx="2109">
                  <c:v>2358.8000000000002</c:v>
                </c:pt>
                <c:pt idx="2110">
                  <c:v>2406.65</c:v>
                </c:pt>
                <c:pt idx="2111">
                  <c:v>2307</c:v>
                </c:pt>
                <c:pt idx="2112">
                  <c:v>2246.8000000000002</c:v>
                </c:pt>
                <c:pt idx="2113">
                  <c:v>2238.5</c:v>
                </c:pt>
                <c:pt idx="2114">
                  <c:v>2162.6999999999998</c:v>
                </c:pt>
                <c:pt idx="2115">
                  <c:v>2197.75</c:v>
                </c:pt>
                <c:pt idx="2116">
                  <c:v>2261.4</c:v>
                </c:pt>
                <c:pt idx="2117">
                  <c:v>2277.3000000000002</c:v>
                </c:pt>
                <c:pt idx="2118">
                  <c:v>2270.4</c:v>
                </c:pt>
                <c:pt idx="2119">
                  <c:v>2282.35</c:v>
                </c:pt>
                <c:pt idx="2120">
                  <c:v>2332.9</c:v>
                </c:pt>
                <c:pt idx="2121">
                  <c:v>2287.1</c:v>
                </c:pt>
                <c:pt idx="2122">
                  <c:v>2248.15</c:v>
                </c:pt>
                <c:pt idx="2123">
                  <c:v>2099.1999999999998</c:v>
                </c:pt>
                <c:pt idx="2124">
                  <c:v>2025.7</c:v>
                </c:pt>
                <c:pt idx="2125">
                  <c:v>2062.6999999999998</c:v>
                </c:pt>
                <c:pt idx="2126">
                  <c:v>2136</c:v>
                </c:pt>
                <c:pt idx="2127">
                  <c:v>2239.5500000000002</c:v>
                </c:pt>
                <c:pt idx="2128">
                  <c:v>2182.65</c:v>
                </c:pt>
                <c:pt idx="2129">
                  <c:v>2095.15</c:v>
                </c:pt>
                <c:pt idx="2130">
                  <c:v>2044.15</c:v>
                </c:pt>
                <c:pt idx="2131">
                  <c:v>2144</c:v>
                </c:pt>
                <c:pt idx="2132">
                  <c:v>2070.1</c:v>
                </c:pt>
                <c:pt idx="2133">
                  <c:v>2097.9</c:v>
                </c:pt>
                <c:pt idx="2134">
                  <c:v>2028.2</c:v>
                </c:pt>
                <c:pt idx="2135">
                  <c:v>1979.45</c:v>
                </c:pt>
                <c:pt idx="2136">
                  <c:v>2079.15</c:v>
                </c:pt>
                <c:pt idx="2137">
                  <c:v>2046.65</c:v>
                </c:pt>
                <c:pt idx="2138">
                  <c:v>2016.1</c:v>
                </c:pt>
                <c:pt idx="2139">
                  <c:v>2043.45</c:v>
                </c:pt>
                <c:pt idx="2140">
                  <c:v>1977.4</c:v>
                </c:pt>
                <c:pt idx="2141">
                  <c:v>1943.5</c:v>
                </c:pt>
                <c:pt idx="2142">
                  <c:v>2018.55</c:v>
                </c:pt>
                <c:pt idx="2143">
                  <c:v>2113.1999999999998</c:v>
                </c:pt>
                <c:pt idx="2144">
                  <c:v>2152.85</c:v>
                </c:pt>
                <c:pt idx="2145">
                  <c:v>2152.15</c:v>
                </c:pt>
                <c:pt idx="2146">
                  <c:v>2267.3000000000002</c:v>
                </c:pt>
                <c:pt idx="2147">
                  <c:v>2308.0500000000002</c:v>
                </c:pt>
                <c:pt idx="2148">
                  <c:v>2147.1</c:v>
                </c:pt>
                <c:pt idx="2149">
                  <c:v>2179.9</c:v>
                </c:pt>
                <c:pt idx="2150">
                  <c:v>2083.1</c:v>
                </c:pt>
                <c:pt idx="2151">
                  <c:v>2165.5</c:v>
                </c:pt>
                <c:pt idx="2152">
                  <c:v>2207.5</c:v>
                </c:pt>
                <c:pt idx="2153">
                  <c:v>2297.6</c:v>
                </c:pt>
                <c:pt idx="2154">
                  <c:v>2242.4</c:v>
                </c:pt>
                <c:pt idx="2155">
                  <c:v>2276.0500000000002</c:v>
                </c:pt>
                <c:pt idx="2156">
                  <c:v>2298.6</c:v>
                </c:pt>
                <c:pt idx="2157">
                  <c:v>2272.6</c:v>
                </c:pt>
                <c:pt idx="2158">
                  <c:v>2251.8000000000002</c:v>
                </c:pt>
                <c:pt idx="2159">
                  <c:v>2325.25</c:v>
                </c:pt>
                <c:pt idx="2160">
                  <c:v>2347.25</c:v>
                </c:pt>
                <c:pt idx="2161">
                  <c:v>2336.85</c:v>
                </c:pt>
                <c:pt idx="2162">
                  <c:v>2276.6999999999998</c:v>
                </c:pt>
                <c:pt idx="2163">
                  <c:v>2224.8000000000002</c:v>
                </c:pt>
                <c:pt idx="2164">
                  <c:v>2219.6</c:v>
                </c:pt>
                <c:pt idx="2165">
                  <c:v>2246.35</c:v>
                </c:pt>
                <c:pt idx="2166">
                  <c:v>2212.65</c:v>
                </c:pt>
                <c:pt idx="2167">
                  <c:v>2244.8000000000002</c:v>
                </c:pt>
                <c:pt idx="2168">
                  <c:v>2232</c:v>
                </c:pt>
                <c:pt idx="2169">
                  <c:v>2179.35</c:v>
                </c:pt>
                <c:pt idx="2170">
                  <c:v>2148</c:v>
                </c:pt>
                <c:pt idx="2171">
                  <c:v>2070.85</c:v>
                </c:pt>
                <c:pt idx="2172">
                  <c:v>2136.1999999999998</c:v>
                </c:pt>
                <c:pt idx="2173">
                  <c:v>2141.65</c:v>
                </c:pt>
                <c:pt idx="2174">
                  <c:v>2212.75</c:v>
                </c:pt>
                <c:pt idx="2175">
                  <c:v>2152.25</c:v>
                </c:pt>
                <c:pt idx="2176">
                  <c:v>2080.9</c:v>
                </c:pt>
                <c:pt idx="2177">
                  <c:v>2133.1999999999998</c:v>
                </c:pt>
                <c:pt idx="2178">
                  <c:v>2142.5500000000002</c:v>
                </c:pt>
                <c:pt idx="2179">
                  <c:v>2082.65</c:v>
                </c:pt>
                <c:pt idx="2180">
                  <c:v>1997.4</c:v>
                </c:pt>
                <c:pt idx="2181">
                  <c:v>1932.65</c:v>
                </c:pt>
                <c:pt idx="2182">
                  <c:v>1886.95</c:v>
                </c:pt>
                <c:pt idx="2183">
                  <c:v>1928.05</c:v>
                </c:pt>
                <c:pt idx="2184">
                  <c:v>1876.65</c:v>
                </c:pt>
                <c:pt idx="2185">
                  <c:v>1938.25</c:v>
                </c:pt>
                <c:pt idx="2186">
                  <c:v>2055.1</c:v>
                </c:pt>
                <c:pt idx="2187">
                  <c:v>2039.1</c:v>
                </c:pt>
                <c:pt idx="2188">
                  <c:v>2006.45</c:v>
                </c:pt>
                <c:pt idx="2189">
                  <c:v>2046.1</c:v>
                </c:pt>
                <c:pt idx="2190">
                  <c:v>2025.7</c:v>
                </c:pt>
                <c:pt idx="2191">
                  <c:v>1963.2</c:v>
                </c:pt>
                <c:pt idx="2192">
                  <c:v>1932.85</c:v>
                </c:pt>
                <c:pt idx="2193">
                  <c:v>1949.35</c:v>
                </c:pt>
                <c:pt idx="2194">
                  <c:v>1906.7</c:v>
                </c:pt>
                <c:pt idx="2195">
                  <c:v>1761.45</c:v>
                </c:pt>
                <c:pt idx="2196">
                  <c:v>1641.6</c:v>
                </c:pt>
                <c:pt idx="2197">
                  <c:v>1674.65</c:v>
                </c:pt>
                <c:pt idx="2198">
                  <c:v>1648.55</c:v>
                </c:pt>
                <c:pt idx="2199">
                  <c:v>1527.6</c:v>
                </c:pt>
                <c:pt idx="2200">
                  <c:v>1571.4</c:v>
                </c:pt>
                <c:pt idx="2201">
                  <c:v>1621.05</c:v>
                </c:pt>
                <c:pt idx="2202">
                  <c:v>1520.2</c:v>
                </c:pt>
                <c:pt idx="2203">
                  <c:v>1391.95</c:v>
                </c:pt>
                <c:pt idx="2204">
                  <c:v>1306.05</c:v>
                </c:pt>
                <c:pt idx="2205">
                  <c:v>1320.9</c:v>
                </c:pt>
                <c:pt idx="2206">
                  <c:v>1394.95</c:v>
                </c:pt>
                <c:pt idx="2207">
                  <c:v>1316.8</c:v>
                </c:pt>
                <c:pt idx="2208">
                  <c:v>1217.6500000000001</c:v>
                </c:pt>
                <c:pt idx="2209">
                  <c:v>1019.5</c:v>
                </c:pt>
                <c:pt idx="2210">
                  <c:v>1077</c:v>
                </c:pt>
                <c:pt idx="2211">
                  <c:v>1153</c:v>
                </c:pt>
                <c:pt idx="2212">
                  <c:v>1201.75</c:v>
                </c:pt>
                <c:pt idx="2213">
                  <c:v>1375.45</c:v>
                </c:pt>
                <c:pt idx="2214">
                  <c:v>1441.7</c:v>
                </c:pt>
                <c:pt idx="2215">
                  <c:v>1451.6</c:v>
                </c:pt>
                <c:pt idx="2216">
                  <c:v>1269.05</c:v>
                </c:pt>
                <c:pt idx="2217">
                  <c:v>1170.55</c:v>
                </c:pt>
                <c:pt idx="2218">
                  <c:v>1220.75</c:v>
                </c:pt>
                <c:pt idx="2219">
                  <c:v>1303.0999999999999</c:v>
                </c:pt>
                <c:pt idx="2220">
                  <c:v>1207.7</c:v>
                </c:pt>
                <c:pt idx="2221">
                  <c:v>1162.2</c:v>
                </c:pt>
                <c:pt idx="2222">
                  <c:v>1146.75</c:v>
                </c:pt>
                <c:pt idx="2223">
                  <c:v>1141.4000000000001</c:v>
                </c:pt>
                <c:pt idx="2224">
                  <c:v>1139.95</c:v>
                </c:pt>
                <c:pt idx="2225">
                  <c:v>1132.45</c:v>
                </c:pt>
                <c:pt idx="2226">
                  <c:v>1056.05</c:v>
                </c:pt>
                <c:pt idx="2227">
                  <c:v>1124.3499999999999</c:v>
                </c:pt>
                <c:pt idx="2228">
                  <c:v>1144.8</c:v>
                </c:pt>
                <c:pt idx="2229">
                  <c:v>1071.8</c:v>
                </c:pt>
                <c:pt idx="2230">
                  <c:v>1138.9000000000001</c:v>
                </c:pt>
                <c:pt idx="2231">
                  <c:v>1134.45</c:v>
                </c:pt>
                <c:pt idx="2232">
                  <c:v>1109.4000000000001</c:v>
                </c:pt>
                <c:pt idx="2233">
                  <c:v>1073.95</c:v>
                </c:pt>
                <c:pt idx="2234">
                  <c:v>1069.0999999999999</c:v>
                </c:pt>
                <c:pt idx="2235">
                  <c:v>1159.0999999999999</c:v>
                </c:pt>
                <c:pt idx="2236">
                  <c:v>1117.5999999999999</c:v>
                </c:pt>
                <c:pt idx="2237">
                  <c:v>1118.55</c:v>
                </c:pt>
                <c:pt idx="2238">
                  <c:v>1227.2</c:v>
                </c:pt>
                <c:pt idx="2239">
                  <c:v>1259</c:v>
                </c:pt>
                <c:pt idx="2240">
                  <c:v>1307.0999999999999</c:v>
                </c:pt>
                <c:pt idx="2241">
                  <c:v>1340.55</c:v>
                </c:pt>
                <c:pt idx="2242">
                  <c:v>1388.5</c:v>
                </c:pt>
                <c:pt idx="2243">
                  <c:v>1351.4</c:v>
                </c:pt>
                <c:pt idx="2244">
                  <c:v>1361</c:v>
                </c:pt>
                <c:pt idx="2245">
                  <c:v>1351.3</c:v>
                </c:pt>
                <c:pt idx="2246">
                  <c:v>1285.55</c:v>
                </c:pt>
                <c:pt idx="2247">
                  <c:v>1259.75</c:v>
                </c:pt>
                <c:pt idx="2248">
                  <c:v>1242</c:v>
                </c:pt>
                <c:pt idx="2249">
                  <c:v>1210.1500000000001</c:v>
                </c:pt>
                <c:pt idx="2250">
                  <c:v>1246.3</c:v>
                </c:pt>
                <c:pt idx="2251">
                  <c:v>1250.5</c:v>
                </c:pt>
                <c:pt idx="2252">
                  <c:v>1232.75</c:v>
                </c:pt>
                <c:pt idx="2253">
                  <c:v>1254.6500000000001</c:v>
                </c:pt>
                <c:pt idx="2254">
                  <c:v>1286.4000000000001</c:v>
                </c:pt>
                <c:pt idx="2255">
                  <c:v>1365.85</c:v>
                </c:pt>
                <c:pt idx="2256">
                  <c:v>1370.9</c:v>
                </c:pt>
                <c:pt idx="2257">
                  <c:v>1200.75</c:v>
                </c:pt>
                <c:pt idx="2258">
                  <c:v>1153.25</c:v>
                </c:pt>
                <c:pt idx="2259">
                  <c:v>1097.9000000000001</c:v>
                </c:pt>
                <c:pt idx="2260">
                  <c:v>1077.55</c:v>
                </c:pt>
                <c:pt idx="2261">
                  <c:v>1179.75</c:v>
                </c:pt>
                <c:pt idx="2262">
                  <c:v>1142.3499999999999</c:v>
                </c:pt>
                <c:pt idx="2263">
                  <c:v>1217.3499999999999</c:v>
                </c:pt>
                <c:pt idx="2264">
                  <c:v>1229.9000000000001</c:v>
                </c:pt>
                <c:pt idx="2265">
                  <c:v>1183.6500000000001</c:v>
                </c:pt>
                <c:pt idx="2266">
                  <c:v>1119.8499999999999</c:v>
                </c:pt>
                <c:pt idx="2267">
                  <c:v>1136.3</c:v>
                </c:pt>
                <c:pt idx="2268">
                  <c:v>1156.1500000000001</c:v>
                </c:pt>
                <c:pt idx="2269">
                  <c:v>1225.95</c:v>
                </c:pt>
                <c:pt idx="2270">
                  <c:v>1274</c:v>
                </c:pt>
                <c:pt idx="2271">
                  <c:v>1270.0999999999999</c:v>
                </c:pt>
                <c:pt idx="2272">
                  <c:v>1323.6</c:v>
                </c:pt>
                <c:pt idx="2273">
                  <c:v>1280</c:v>
                </c:pt>
                <c:pt idx="2274">
                  <c:v>1306.2</c:v>
                </c:pt>
                <c:pt idx="2275">
                  <c:v>1307.5</c:v>
                </c:pt>
                <c:pt idx="2276">
                  <c:v>1288.8</c:v>
                </c:pt>
                <c:pt idx="2277">
                  <c:v>1344.85</c:v>
                </c:pt>
                <c:pt idx="2278">
                  <c:v>1389.7</c:v>
                </c:pt>
                <c:pt idx="2279">
                  <c:v>1401.95</c:v>
                </c:pt>
                <c:pt idx="2280">
                  <c:v>1381.25</c:v>
                </c:pt>
                <c:pt idx="2281">
                  <c:v>1351.55</c:v>
                </c:pt>
                <c:pt idx="2282">
                  <c:v>1392.4</c:v>
                </c:pt>
                <c:pt idx="2283">
                  <c:v>1320.2</c:v>
                </c:pt>
                <c:pt idx="2284">
                  <c:v>1267.3</c:v>
                </c:pt>
                <c:pt idx="2285">
                  <c:v>1295.1500000000001</c:v>
                </c:pt>
                <c:pt idx="2286">
                  <c:v>1293.75</c:v>
                </c:pt>
                <c:pt idx="2287">
                  <c:v>1253.4000000000001</c:v>
                </c:pt>
                <c:pt idx="2288">
                  <c:v>1253.25</c:v>
                </c:pt>
                <c:pt idx="2289">
                  <c:v>1266.55</c:v>
                </c:pt>
                <c:pt idx="2290">
                  <c:v>1290.8</c:v>
                </c:pt>
                <c:pt idx="2291">
                  <c:v>1266.05</c:v>
                </c:pt>
                <c:pt idx="2292">
                  <c:v>1225.6500000000001</c:v>
                </c:pt>
                <c:pt idx="2293">
                  <c:v>1196.8499999999999</c:v>
                </c:pt>
                <c:pt idx="2294">
                  <c:v>1211.0999999999999</c:v>
                </c:pt>
                <c:pt idx="2295">
                  <c:v>1149.8</c:v>
                </c:pt>
                <c:pt idx="2296">
                  <c:v>1169.9000000000001</c:v>
                </c:pt>
                <c:pt idx="2297">
                  <c:v>1153.3499999999999</c:v>
                </c:pt>
                <c:pt idx="2298">
                  <c:v>1202</c:v>
                </c:pt>
                <c:pt idx="2299">
                  <c:v>1284.25</c:v>
                </c:pt>
                <c:pt idx="2300">
                  <c:v>1327.6</c:v>
                </c:pt>
                <c:pt idx="2301">
                  <c:v>1300.2</c:v>
                </c:pt>
                <c:pt idx="2302">
                  <c:v>1331.4</c:v>
                </c:pt>
                <c:pt idx="2303">
                  <c:v>1345.7</c:v>
                </c:pt>
                <c:pt idx="2304">
                  <c:v>1339.2</c:v>
                </c:pt>
                <c:pt idx="2305">
                  <c:v>1438.45</c:v>
                </c:pt>
                <c:pt idx="2306">
                  <c:v>1452.45</c:v>
                </c:pt>
                <c:pt idx="2307">
                  <c:v>1532.2</c:v>
                </c:pt>
                <c:pt idx="2308">
                  <c:v>1565.5</c:v>
                </c:pt>
                <c:pt idx="2309">
                  <c:v>1548.75</c:v>
                </c:pt>
                <c:pt idx="2310">
                  <c:v>1516.45</c:v>
                </c:pt>
                <c:pt idx="2311">
                  <c:v>1524.75</c:v>
                </c:pt>
                <c:pt idx="2312">
                  <c:v>1581.25</c:v>
                </c:pt>
                <c:pt idx="2313">
                  <c:v>1661.35</c:v>
                </c:pt>
                <c:pt idx="2314">
                  <c:v>1671.6</c:v>
                </c:pt>
                <c:pt idx="2315">
                  <c:v>1725.15</c:v>
                </c:pt>
                <c:pt idx="2316">
                  <c:v>1735.75</c:v>
                </c:pt>
                <c:pt idx="2317">
                  <c:v>1773.55</c:v>
                </c:pt>
                <c:pt idx="2318">
                  <c:v>1830.05</c:v>
                </c:pt>
                <c:pt idx="2319">
                  <c:v>1735</c:v>
                </c:pt>
                <c:pt idx="2320">
                  <c:v>1716.95</c:v>
                </c:pt>
                <c:pt idx="2321">
                  <c:v>1715.4</c:v>
                </c:pt>
                <c:pt idx="2322">
                  <c:v>1706.1</c:v>
                </c:pt>
                <c:pt idx="2323">
                  <c:v>1718</c:v>
                </c:pt>
                <c:pt idx="2324">
                  <c:v>1763.7</c:v>
                </c:pt>
                <c:pt idx="2325">
                  <c:v>1788.85</c:v>
                </c:pt>
                <c:pt idx="2326">
                  <c:v>1785.55</c:v>
                </c:pt>
                <c:pt idx="2327">
                  <c:v>1737.15</c:v>
                </c:pt>
                <c:pt idx="2328">
                  <c:v>1806.25</c:v>
                </c:pt>
                <c:pt idx="2329">
                  <c:v>1887.1</c:v>
                </c:pt>
                <c:pt idx="2330">
                  <c:v>1883.65</c:v>
                </c:pt>
                <c:pt idx="2331">
                  <c:v>1881.5</c:v>
                </c:pt>
                <c:pt idx="2332">
                  <c:v>1915.55</c:v>
                </c:pt>
                <c:pt idx="2333">
                  <c:v>1900.3</c:v>
                </c:pt>
                <c:pt idx="2334">
                  <c:v>1861.6</c:v>
                </c:pt>
                <c:pt idx="2335">
                  <c:v>1959.9</c:v>
                </c:pt>
                <c:pt idx="2336">
                  <c:v>1933</c:v>
                </c:pt>
                <c:pt idx="2337">
                  <c:v>1908.95</c:v>
                </c:pt>
                <c:pt idx="2338">
                  <c:v>1950.7</c:v>
                </c:pt>
                <c:pt idx="2339">
                  <c:v>2367.5500000000002</c:v>
                </c:pt>
                <c:pt idx="2340">
                  <c:v>2230.9</c:v>
                </c:pt>
                <c:pt idx="2341">
                  <c:v>2152.4499999999998</c:v>
                </c:pt>
                <c:pt idx="2342">
                  <c:v>2115.4499999999998</c:v>
                </c:pt>
                <c:pt idx="2343">
                  <c:v>2185.75</c:v>
                </c:pt>
                <c:pt idx="2344">
                  <c:v>2194.75</c:v>
                </c:pt>
                <c:pt idx="2345">
                  <c:v>2142.6999999999998</c:v>
                </c:pt>
                <c:pt idx="2346">
                  <c:v>2186.35</c:v>
                </c:pt>
                <c:pt idx="2347">
                  <c:v>2220.5500000000002</c:v>
                </c:pt>
                <c:pt idx="2348">
                  <c:v>2271.9</c:v>
                </c:pt>
                <c:pt idx="2349">
                  <c:v>2282.1999999999998</c:v>
                </c:pt>
                <c:pt idx="2350">
                  <c:v>2279.1999999999998</c:v>
                </c:pt>
                <c:pt idx="2351">
                  <c:v>2245.9</c:v>
                </c:pt>
                <c:pt idx="2352">
                  <c:v>2261.75</c:v>
                </c:pt>
                <c:pt idx="2353">
                  <c:v>2212.75</c:v>
                </c:pt>
                <c:pt idx="2354">
                  <c:v>2194</c:v>
                </c:pt>
                <c:pt idx="2355">
                  <c:v>2272.15</c:v>
                </c:pt>
                <c:pt idx="2356">
                  <c:v>2320.1999999999998</c:v>
                </c:pt>
                <c:pt idx="2357">
                  <c:v>2303.25</c:v>
                </c:pt>
                <c:pt idx="2358">
                  <c:v>2362.1</c:v>
                </c:pt>
                <c:pt idx="2359">
                  <c:v>2178.8000000000002</c:v>
                </c:pt>
                <c:pt idx="2360">
                  <c:v>2143.35</c:v>
                </c:pt>
                <c:pt idx="2361">
                  <c:v>2051.35</c:v>
                </c:pt>
                <c:pt idx="2362">
                  <c:v>2025.05</c:v>
                </c:pt>
                <c:pt idx="2363">
                  <c:v>2041.5</c:v>
                </c:pt>
                <c:pt idx="2364">
                  <c:v>1952.5</c:v>
                </c:pt>
                <c:pt idx="2365">
                  <c:v>2015.3</c:v>
                </c:pt>
                <c:pt idx="2366">
                  <c:v>2002.35</c:v>
                </c:pt>
                <c:pt idx="2367">
                  <c:v>1958.1</c:v>
                </c:pt>
                <c:pt idx="2368">
                  <c:v>2029.2</c:v>
                </c:pt>
                <c:pt idx="2369">
                  <c:v>2087</c:v>
                </c:pt>
                <c:pt idx="2370">
                  <c:v>2023.4</c:v>
                </c:pt>
                <c:pt idx="2371">
                  <c:v>2058.8000000000002</c:v>
                </c:pt>
                <c:pt idx="2372">
                  <c:v>2011.35</c:v>
                </c:pt>
                <c:pt idx="2373">
                  <c:v>2027.65</c:v>
                </c:pt>
                <c:pt idx="2374">
                  <c:v>1893.15</c:v>
                </c:pt>
                <c:pt idx="2375">
                  <c:v>1855.45</c:v>
                </c:pt>
                <c:pt idx="2376">
                  <c:v>1829.65</c:v>
                </c:pt>
                <c:pt idx="2377">
                  <c:v>1853.4</c:v>
                </c:pt>
                <c:pt idx="2378">
                  <c:v>1775.15</c:v>
                </c:pt>
                <c:pt idx="2379">
                  <c:v>1750.95</c:v>
                </c:pt>
                <c:pt idx="2380">
                  <c:v>1814.05</c:v>
                </c:pt>
                <c:pt idx="2381">
                  <c:v>1876.3</c:v>
                </c:pt>
                <c:pt idx="2382">
                  <c:v>1935.4</c:v>
                </c:pt>
                <c:pt idx="2383">
                  <c:v>1937.05</c:v>
                </c:pt>
                <c:pt idx="2384">
                  <c:v>2033.3</c:v>
                </c:pt>
                <c:pt idx="2385">
                  <c:v>2018.65</c:v>
                </c:pt>
                <c:pt idx="2386">
                  <c:v>1975.7</c:v>
                </c:pt>
                <c:pt idx="2387">
                  <c:v>2041.55</c:v>
                </c:pt>
                <c:pt idx="2388">
                  <c:v>2016.85</c:v>
                </c:pt>
                <c:pt idx="2389">
                  <c:v>1940.65</c:v>
                </c:pt>
                <c:pt idx="2390">
                  <c:v>1907.6</c:v>
                </c:pt>
                <c:pt idx="2391">
                  <c:v>1930.4</c:v>
                </c:pt>
                <c:pt idx="2392">
                  <c:v>1900.3</c:v>
                </c:pt>
                <c:pt idx="2393">
                  <c:v>1955.4</c:v>
                </c:pt>
                <c:pt idx="2394">
                  <c:v>2017</c:v>
                </c:pt>
                <c:pt idx="2395">
                  <c:v>2039.75</c:v>
                </c:pt>
                <c:pt idx="2396">
                  <c:v>2076.4</c:v>
                </c:pt>
                <c:pt idx="2397">
                  <c:v>2046.8</c:v>
                </c:pt>
                <c:pt idx="2398">
                  <c:v>1997.75</c:v>
                </c:pt>
                <c:pt idx="2399">
                  <c:v>1988.1</c:v>
                </c:pt>
                <c:pt idx="2400">
                  <c:v>2000.4</c:v>
                </c:pt>
                <c:pt idx="2401">
                  <c:v>1990.7</c:v>
                </c:pt>
                <c:pt idx="2402">
                  <c:v>2024.3</c:v>
                </c:pt>
                <c:pt idx="2403">
                  <c:v>2036.45</c:v>
                </c:pt>
                <c:pt idx="2404">
                  <c:v>1941.95</c:v>
                </c:pt>
                <c:pt idx="2405">
                  <c:v>1941.2</c:v>
                </c:pt>
                <c:pt idx="2406">
                  <c:v>1885.85</c:v>
                </c:pt>
                <c:pt idx="2407">
                  <c:v>1898.4</c:v>
                </c:pt>
                <c:pt idx="2408">
                  <c:v>1928.8</c:v>
                </c:pt>
                <c:pt idx="2409">
                  <c:v>1974.3</c:v>
                </c:pt>
                <c:pt idx="2410">
                  <c:v>2025.65</c:v>
                </c:pt>
                <c:pt idx="2411">
                  <c:v>2040.15</c:v>
                </c:pt>
                <c:pt idx="2412">
                  <c:v>2042.35</c:v>
                </c:pt>
                <c:pt idx="2413">
                  <c:v>2074.1</c:v>
                </c:pt>
                <c:pt idx="2414">
                  <c:v>2005.1</c:v>
                </c:pt>
                <c:pt idx="2415">
                  <c:v>1980.85</c:v>
                </c:pt>
                <c:pt idx="2416">
                  <c:v>1971.15</c:v>
                </c:pt>
                <c:pt idx="2417">
                  <c:v>1930.8</c:v>
                </c:pt>
                <c:pt idx="2418">
                  <c:v>1981.15</c:v>
                </c:pt>
                <c:pt idx="2419">
                  <c:v>2002.85</c:v>
                </c:pt>
                <c:pt idx="2420">
                  <c:v>2075.6</c:v>
                </c:pt>
                <c:pt idx="2421">
                  <c:v>2168.4499999999998</c:v>
                </c:pt>
                <c:pt idx="2422">
                  <c:v>2147.4499999999998</c:v>
                </c:pt>
                <c:pt idx="2423">
                  <c:v>2140.85</c:v>
                </c:pt>
                <c:pt idx="2424">
                  <c:v>2139.5</c:v>
                </c:pt>
                <c:pt idx="2425">
                  <c:v>2180.9</c:v>
                </c:pt>
                <c:pt idx="2426">
                  <c:v>2184</c:v>
                </c:pt>
                <c:pt idx="2427">
                  <c:v>2086.15</c:v>
                </c:pt>
                <c:pt idx="2428">
                  <c:v>2102.5500000000002</c:v>
                </c:pt>
                <c:pt idx="2429">
                  <c:v>2097.9499999999998</c:v>
                </c:pt>
                <c:pt idx="2430">
                  <c:v>2101.6999999999998</c:v>
                </c:pt>
                <c:pt idx="2431">
                  <c:v>2100.9499999999998</c:v>
                </c:pt>
                <c:pt idx="2432">
                  <c:v>2135</c:v>
                </c:pt>
                <c:pt idx="2433">
                  <c:v>2171.0500000000002</c:v>
                </c:pt>
                <c:pt idx="2434">
                  <c:v>2201.65</c:v>
                </c:pt>
                <c:pt idx="2435">
                  <c:v>2174.35</c:v>
                </c:pt>
                <c:pt idx="2436">
                  <c:v>2139.1</c:v>
                </c:pt>
                <c:pt idx="2437">
                  <c:v>2134.1</c:v>
                </c:pt>
                <c:pt idx="2438">
                  <c:v>2101.3000000000002</c:v>
                </c:pt>
                <c:pt idx="2439">
                  <c:v>2119.65</c:v>
                </c:pt>
                <c:pt idx="2440">
                  <c:v>2099.75</c:v>
                </c:pt>
                <c:pt idx="2441">
                  <c:v>2169.0500000000002</c:v>
                </c:pt>
                <c:pt idx="2442">
                  <c:v>2184.1999999999998</c:v>
                </c:pt>
                <c:pt idx="2443">
                  <c:v>2171.5</c:v>
                </c:pt>
                <c:pt idx="2444">
                  <c:v>2218.75</c:v>
                </c:pt>
                <c:pt idx="2445">
                  <c:v>2225.1999999999998</c:v>
                </c:pt>
                <c:pt idx="2446">
                  <c:v>2184.5500000000002</c:v>
                </c:pt>
                <c:pt idx="2447">
                  <c:v>2182.1999999999998</c:v>
                </c:pt>
                <c:pt idx="2448">
                  <c:v>2135.1999999999998</c:v>
                </c:pt>
                <c:pt idx="2449">
                  <c:v>2047.35</c:v>
                </c:pt>
                <c:pt idx="2450">
                  <c:v>2015.35</c:v>
                </c:pt>
                <c:pt idx="2451">
                  <c:v>1991</c:v>
                </c:pt>
                <c:pt idx="2452">
                  <c:v>2034.15</c:v>
                </c:pt>
                <c:pt idx="2453">
                  <c:v>1999.4</c:v>
                </c:pt>
                <c:pt idx="2454">
                  <c:v>1931.15</c:v>
                </c:pt>
                <c:pt idx="2455">
                  <c:v>1818.55</c:v>
                </c:pt>
                <c:pt idx="2456">
                  <c:v>1920.7</c:v>
                </c:pt>
                <c:pt idx="2457">
                  <c:v>1941.15</c:v>
                </c:pt>
                <c:pt idx="2458">
                  <c:v>1957.5</c:v>
                </c:pt>
                <c:pt idx="2459">
                  <c:v>2024.4</c:v>
                </c:pt>
                <c:pt idx="2460">
                  <c:v>2054.5</c:v>
                </c:pt>
                <c:pt idx="2461">
                  <c:v>2114</c:v>
                </c:pt>
                <c:pt idx="2462">
                  <c:v>2101.25</c:v>
                </c:pt>
                <c:pt idx="2463">
                  <c:v>2119.5</c:v>
                </c:pt>
                <c:pt idx="2464">
                  <c:v>2153.6</c:v>
                </c:pt>
                <c:pt idx="2465">
                  <c:v>2132.35</c:v>
                </c:pt>
                <c:pt idx="2466">
                  <c:v>2100.0500000000002</c:v>
                </c:pt>
                <c:pt idx="2467">
                  <c:v>2083.8000000000002</c:v>
                </c:pt>
                <c:pt idx="2468">
                  <c:v>2123.3000000000002</c:v>
                </c:pt>
                <c:pt idx="2469">
                  <c:v>2194.9499999999998</c:v>
                </c:pt>
                <c:pt idx="2470">
                  <c:v>2177.1999999999998</c:v>
                </c:pt>
                <c:pt idx="2471">
                  <c:v>2194.6999999999998</c:v>
                </c:pt>
                <c:pt idx="2472">
                  <c:v>1063.75</c:v>
                </c:pt>
                <c:pt idx="2473">
                  <c:v>1045.95</c:v>
                </c:pt>
                <c:pt idx="2474">
                  <c:v>1063.5</c:v>
                </c:pt>
                <c:pt idx="2475">
                  <c:v>1098</c:v>
                </c:pt>
                <c:pt idx="2476">
                  <c:v>1100.45</c:v>
                </c:pt>
                <c:pt idx="2477">
                  <c:v>1099.6500000000001</c:v>
                </c:pt>
                <c:pt idx="2478">
                  <c:v>1088.4000000000001</c:v>
                </c:pt>
                <c:pt idx="2479">
                  <c:v>1055</c:v>
                </c:pt>
                <c:pt idx="2480">
                  <c:v>1080.3499999999999</c:v>
                </c:pt>
                <c:pt idx="2481">
                  <c:v>1071.8499999999999</c:v>
                </c:pt>
                <c:pt idx="2482">
                  <c:v>1071.8</c:v>
                </c:pt>
                <c:pt idx="2483">
                  <c:v>1071.25</c:v>
                </c:pt>
                <c:pt idx="2484">
                  <c:v>1067.95</c:v>
                </c:pt>
                <c:pt idx="2485">
                  <c:v>1051.5999999999999</c:v>
                </c:pt>
                <c:pt idx="2486">
                  <c:v>1047.1500000000001</c:v>
                </c:pt>
                <c:pt idx="2487">
                  <c:v>1034.95</c:v>
                </c:pt>
                <c:pt idx="2488">
                  <c:v>1007.65</c:v>
                </c:pt>
                <c:pt idx="2489">
                  <c:v>1016.95</c:v>
                </c:pt>
                <c:pt idx="2490">
                  <c:v>1019.2</c:v>
                </c:pt>
                <c:pt idx="2491">
                  <c:v>1066.2</c:v>
                </c:pt>
                <c:pt idx="2492">
                  <c:v>1076.3</c:v>
                </c:pt>
                <c:pt idx="2493">
                  <c:v>1080.25</c:v>
                </c:pt>
                <c:pt idx="2494">
                  <c:v>1076.05</c:v>
                </c:pt>
                <c:pt idx="2495">
                  <c:v>1090.55</c:v>
                </c:pt>
                <c:pt idx="2496">
                  <c:v>1075.5</c:v>
                </c:pt>
                <c:pt idx="2497">
                  <c:v>1070.7</c:v>
                </c:pt>
                <c:pt idx="2498">
                  <c:v>1088</c:v>
                </c:pt>
                <c:pt idx="2499">
                  <c:v>1106.05</c:v>
                </c:pt>
                <c:pt idx="2500">
                  <c:v>1103.1500000000001</c:v>
                </c:pt>
                <c:pt idx="2501">
                  <c:v>1081.5</c:v>
                </c:pt>
                <c:pt idx="2502">
                  <c:v>1084.3499999999999</c:v>
                </c:pt>
                <c:pt idx="2503">
                  <c:v>1088.5999999999999</c:v>
                </c:pt>
                <c:pt idx="2504">
                  <c:v>1121.7</c:v>
                </c:pt>
                <c:pt idx="2505">
                  <c:v>1110.75</c:v>
                </c:pt>
                <c:pt idx="2506">
                  <c:v>1099.5</c:v>
                </c:pt>
                <c:pt idx="2507">
                  <c:v>1085</c:v>
                </c:pt>
                <c:pt idx="2508">
                  <c:v>1077.5</c:v>
                </c:pt>
                <c:pt idx="2509">
                  <c:v>1054.05</c:v>
                </c:pt>
                <c:pt idx="2510">
                  <c:v>1053.8499999999999</c:v>
                </c:pt>
                <c:pt idx="2511">
                  <c:v>1042.05</c:v>
                </c:pt>
                <c:pt idx="2512">
                  <c:v>1027.55</c:v>
                </c:pt>
                <c:pt idx="2513">
                  <c:v>1037.1500000000001</c:v>
                </c:pt>
                <c:pt idx="2514">
                  <c:v>1046.2</c:v>
                </c:pt>
                <c:pt idx="2515">
                  <c:v>1045.4000000000001</c:v>
                </c:pt>
                <c:pt idx="2516">
                  <c:v>1027.3</c:v>
                </c:pt>
                <c:pt idx="2517">
                  <c:v>1033.95</c:v>
                </c:pt>
                <c:pt idx="2518">
                  <c:v>1019.15</c:v>
                </c:pt>
                <c:pt idx="2519">
                  <c:v>981.7</c:v>
                </c:pt>
                <c:pt idx="2520">
                  <c:v>993.75</c:v>
                </c:pt>
                <c:pt idx="2521">
                  <c:v>994.35</c:v>
                </c:pt>
                <c:pt idx="2522">
                  <c:v>993.25</c:v>
                </c:pt>
                <c:pt idx="2523">
                  <c:v>985.1</c:v>
                </c:pt>
                <c:pt idx="2524">
                  <c:v>1015.15</c:v>
                </c:pt>
                <c:pt idx="2525">
                  <c:v>1010</c:v>
                </c:pt>
                <c:pt idx="2526">
                  <c:v>1017.75</c:v>
                </c:pt>
                <c:pt idx="2527">
                  <c:v>1032.55</c:v>
                </c:pt>
                <c:pt idx="2528">
                  <c:v>997.8</c:v>
                </c:pt>
                <c:pt idx="2529">
                  <c:v>983.2</c:v>
                </c:pt>
                <c:pt idx="2530">
                  <c:v>977.95</c:v>
                </c:pt>
                <c:pt idx="2531">
                  <c:v>975.35</c:v>
                </c:pt>
                <c:pt idx="2532">
                  <c:v>978.8</c:v>
                </c:pt>
                <c:pt idx="2533">
                  <c:v>963.1</c:v>
                </c:pt>
                <c:pt idx="2534">
                  <c:v>978.95</c:v>
                </c:pt>
                <c:pt idx="2535">
                  <c:v>983.2</c:v>
                </c:pt>
                <c:pt idx="2536">
                  <c:v>1024.8</c:v>
                </c:pt>
                <c:pt idx="2537">
                  <c:v>1014</c:v>
                </c:pt>
                <c:pt idx="2538">
                  <c:v>1009.8</c:v>
                </c:pt>
                <c:pt idx="2539">
                  <c:v>1004.1</c:v>
                </c:pt>
                <c:pt idx="2540">
                  <c:v>990.35</c:v>
                </c:pt>
                <c:pt idx="2541">
                  <c:v>1008.75</c:v>
                </c:pt>
                <c:pt idx="2542">
                  <c:v>1016.45</c:v>
                </c:pt>
                <c:pt idx="2543">
                  <c:v>1021.6</c:v>
                </c:pt>
                <c:pt idx="2544">
                  <c:v>1028.05</c:v>
                </c:pt>
                <c:pt idx="2545">
                  <c:v>1067.95</c:v>
                </c:pt>
                <c:pt idx="2546">
                  <c:v>1069.7</c:v>
                </c:pt>
                <c:pt idx="2547">
                  <c:v>1076.95</c:v>
                </c:pt>
                <c:pt idx="2548">
                  <c:v>1092.05</c:v>
                </c:pt>
                <c:pt idx="2549">
                  <c:v>1073.95</c:v>
                </c:pt>
                <c:pt idx="2550">
                  <c:v>1091.4000000000001</c:v>
                </c:pt>
                <c:pt idx="2551">
                  <c:v>1091.45</c:v>
                </c:pt>
                <c:pt idx="2552">
                  <c:v>1100.45</c:v>
                </c:pt>
                <c:pt idx="2553">
                  <c:v>1093.3</c:v>
                </c:pt>
                <c:pt idx="2554">
                  <c:v>1088.1500000000001</c:v>
                </c:pt>
                <c:pt idx="2555">
                  <c:v>1074.25</c:v>
                </c:pt>
                <c:pt idx="2556">
                  <c:v>1092.05</c:v>
                </c:pt>
                <c:pt idx="2557">
                  <c:v>1125.9000000000001</c:v>
                </c:pt>
                <c:pt idx="2558">
                  <c:v>1123.2</c:v>
                </c:pt>
                <c:pt idx="2559">
                  <c:v>1129.7</c:v>
                </c:pt>
                <c:pt idx="2560">
                  <c:v>1106.55</c:v>
                </c:pt>
                <c:pt idx="2561">
                  <c:v>1124.7</c:v>
                </c:pt>
                <c:pt idx="2562">
                  <c:v>1127.3499999999999</c:v>
                </c:pt>
                <c:pt idx="2563">
                  <c:v>1120.9000000000001</c:v>
                </c:pt>
                <c:pt idx="2564">
                  <c:v>1090.7</c:v>
                </c:pt>
                <c:pt idx="2565">
                  <c:v>1084.25</c:v>
                </c:pt>
                <c:pt idx="2566">
                  <c:v>1061.8</c:v>
                </c:pt>
                <c:pt idx="2567">
                  <c:v>1063.2</c:v>
                </c:pt>
                <c:pt idx="2568">
                  <c:v>1054.0999999999999</c:v>
                </c:pt>
                <c:pt idx="2569">
                  <c:v>1075.75</c:v>
                </c:pt>
                <c:pt idx="2570">
                  <c:v>1088.2</c:v>
                </c:pt>
                <c:pt idx="2571">
                  <c:v>1071.25</c:v>
                </c:pt>
                <c:pt idx="2572">
                  <c:v>1061.25</c:v>
                </c:pt>
                <c:pt idx="2573">
                  <c:v>1017.25</c:v>
                </c:pt>
                <c:pt idx="2574">
                  <c:v>1035.05</c:v>
                </c:pt>
                <c:pt idx="2575">
                  <c:v>1033.5999999999999</c:v>
                </c:pt>
                <c:pt idx="2576">
                  <c:v>1023.75</c:v>
                </c:pt>
                <c:pt idx="2577">
                  <c:v>1021.15</c:v>
                </c:pt>
                <c:pt idx="2578">
                  <c:v>1020.65</c:v>
                </c:pt>
                <c:pt idx="2579">
                  <c:v>1007.85</c:v>
                </c:pt>
                <c:pt idx="2580">
                  <c:v>1032.8</c:v>
                </c:pt>
                <c:pt idx="2581">
                  <c:v>1079.4000000000001</c:v>
                </c:pt>
                <c:pt idx="2582">
                  <c:v>1067.8</c:v>
                </c:pt>
                <c:pt idx="2583">
                  <c:v>1082.95</c:v>
                </c:pt>
                <c:pt idx="2584">
                  <c:v>1071.8</c:v>
                </c:pt>
                <c:pt idx="2585">
                  <c:v>1043.6500000000001</c:v>
                </c:pt>
                <c:pt idx="2586">
                  <c:v>1016.55</c:v>
                </c:pt>
                <c:pt idx="2587">
                  <c:v>1020.6</c:v>
                </c:pt>
                <c:pt idx="2588">
                  <c:v>998.65</c:v>
                </c:pt>
                <c:pt idx="2589">
                  <c:v>999.95</c:v>
                </c:pt>
                <c:pt idx="2590">
                  <c:v>995.55</c:v>
                </c:pt>
                <c:pt idx="2591">
                  <c:v>1022.65</c:v>
                </c:pt>
                <c:pt idx="2592">
                  <c:v>985.65</c:v>
                </c:pt>
                <c:pt idx="2593">
                  <c:v>1008.05</c:v>
                </c:pt>
                <c:pt idx="2594">
                  <c:v>1022.25</c:v>
                </c:pt>
                <c:pt idx="2595">
                  <c:v>1036.6500000000001</c:v>
                </c:pt>
                <c:pt idx="2596">
                  <c:v>1045.5999999999999</c:v>
                </c:pt>
                <c:pt idx="2597">
                  <c:v>1010.55</c:v>
                </c:pt>
                <c:pt idx="2598">
                  <c:v>1011.05</c:v>
                </c:pt>
                <c:pt idx="2599">
                  <c:v>1030.8</c:v>
                </c:pt>
                <c:pt idx="2600">
                  <c:v>1031.2</c:v>
                </c:pt>
                <c:pt idx="2601">
                  <c:v>1007.75</c:v>
                </c:pt>
                <c:pt idx="2602">
                  <c:v>996.4</c:v>
                </c:pt>
                <c:pt idx="2603">
                  <c:v>1007.05</c:v>
                </c:pt>
                <c:pt idx="2604">
                  <c:v>1015.35</c:v>
                </c:pt>
                <c:pt idx="2605">
                  <c:v>1046.4000000000001</c:v>
                </c:pt>
                <c:pt idx="2606">
                  <c:v>1063.5</c:v>
                </c:pt>
                <c:pt idx="2607">
                  <c:v>1066.0999999999999</c:v>
                </c:pt>
                <c:pt idx="2608">
                  <c:v>1057.95</c:v>
                </c:pt>
                <c:pt idx="2609">
                  <c:v>1071.4000000000001</c:v>
                </c:pt>
                <c:pt idx="2610">
                  <c:v>1054.3499999999999</c:v>
                </c:pt>
                <c:pt idx="2611">
                  <c:v>1065.6500000000001</c:v>
                </c:pt>
                <c:pt idx="2612">
                  <c:v>1063.8</c:v>
                </c:pt>
                <c:pt idx="2613">
                  <c:v>1058.7</c:v>
                </c:pt>
                <c:pt idx="2614">
                  <c:v>1052.05</c:v>
                </c:pt>
                <c:pt idx="2615">
                  <c:v>1062.95</c:v>
                </c:pt>
                <c:pt idx="2616">
                  <c:v>1090.1500000000001</c:v>
                </c:pt>
                <c:pt idx="2617">
                  <c:v>1067.45</c:v>
                </c:pt>
                <c:pt idx="2618">
                  <c:v>1089.8499999999999</c:v>
                </c:pt>
                <c:pt idx="2619">
                  <c:v>1076.25</c:v>
                </c:pt>
                <c:pt idx="2620">
                  <c:v>1068.95</c:v>
                </c:pt>
                <c:pt idx="2621">
                  <c:v>1068.3</c:v>
                </c:pt>
                <c:pt idx="2622">
                  <c:v>1073.9000000000001</c:v>
                </c:pt>
                <c:pt idx="2623">
                  <c:v>1053.55</c:v>
                </c:pt>
                <c:pt idx="2624">
                  <c:v>1057.0999999999999</c:v>
                </c:pt>
                <c:pt idx="2625">
                  <c:v>1057.6500000000001</c:v>
                </c:pt>
                <c:pt idx="2626">
                  <c:v>1056.25</c:v>
                </c:pt>
                <c:pt idx="2627">
                  <c:v>1074.3</c:v>
                </c:pt>
                <c:pt idx="2628">
                  <c:v>1070.45</c:v>
                </c:pt>
                <c:pt idx="2629">
                  <c:v>1073.45</c:v>
                </c:pt>
                <c:pt idx="2630">
                  <c:v>1062.95</c:v>
                </c:pt>
                <c:pt idx="2631">
                  <c:v>1056.05</c:v>
                </c:pt>
                <c:pt idx="2632">
                  <c:v>1052.95</c:v>
                </c:pt>
                <c:pt idx="2633">
                  <c:v>1058.4000000000001</c:v>
                </c:pt>
                <c:pt idx="2634">
                  <c:v>1059</c:v>
                </c:pt>
                <c:pt idx="2635">
                  <c:v>1060.45</c:v>
                </c:pt>
                <c:pt idx="2636">
                  <c:v>1053.0999999999999</c:v>
                </c:pt>
                <c:pt idx="2637">
                  <c:v>1053.5</c:v>
                </c:pt>
                <c:pt idx="2638">
                  <c:v>1021.25</c:v>
                </c:pt>
                <c:pt idx="2639">
                  <c:v>1010.15</c:v>
                </c:pt>
                <c:pt idx="2640">
                  <c:v>1009.65</c:v>
                </c:pt>
                <c:pt idx="2641">
                  <c:v>1014.55</c:v>
                </c:pt>
                <c:pt idx="2642">
                  <c:v>1027.75</c:v>
                </c:pt>
                <c:pt idx="2643">
                  <c:v>1016.05</c:v>
                </c:pt>
                <c:pt idx="2644">
                  <c:v>1007.05</c:v>
                </c:pt>
                <c:pt idx="2645">
                  <c:v>1000.1</c:v>
                </c:pt>
                <c:pt idx="2646">
                  <c:v>993.6</c:v>
                </c:pt>
                <c:pt idx="2647">
                  <c:v>987.9</c:v>
                </c:pt>
                <c:pt idx="2648">
                  <c:v>983.25</c:v>
                </c:pt>
                <c:pt idx="2649">
                  <c:v>972.6</c:v>
                </c:pt>
                <c:pt idx="2650">
                  <c:v>979.1</c:v>
                </c:pt>
                <c:pt idx="2651">
                  <c:v>976.9</c:v>
                </c:pt>
                <c:pt idx="2652">
                  <c:v>970.65</c:v>
                </c:pt>
                <c:pt idx="2653">
                  <c:v>964.6</c:v>
                </c:pt>
                <c:pt idx="2654">
                  <c:v>977.2</c:v>
                </c:pt>
                <c:pt idx="2655">
                  <c:v>988.65</c:v>
                </c:pt>
                <c:pt idx="2656">
                  <c:v>976.9</c:v>
                </c:pt>
                <c:pt idx="2657">
                  <c:v>972.4</c:v>
                </c:pt>
                <c:pt idx="2658">
                  <c:v>967.8</c:v>
                </c:pt>
                <c:pt idx="2659">
                  <c:v>956.45</c:v>
                </c:pt>
                <c:pt idx="2660">
                  <c:v>949.6</c:v>
                </c:pt>
                <c:pt idx="2661">
                  <c:v>947.95</c:v>
                </c:pt>
                <c:pt idx="2662">
                  <c:v>919.2</c:v>
                </c:pt>
                <c:pt idx="2663">
                  <c:v>936.2</c:v>
                </c:pt>
                <c:pt idx="2664">
                  <c:v>937.45</c:v>
                </c:pt>
                <c:pt idx="2665">
                  <c:v>925.7</c:v>
                </c:pt>
                <c:pt idx="2666">
                  <c:v>952.65</c:v>
                </c:pt>
                <c:pt idx="2667">
                  <c:v>962.3</c:v>
                </c:pt>
                <c:pt idx="2668">
                  <c:v>959.6</c:v>
                </c:pt>
                <c:pt idx="2669">
                  <c:v>958.55</c:v>
                </c:pt>
                <c:pt idx="2670">
                  <c:v>992.5</c:v>
                </c:pt>
                <c:pt idx="2671">
                  <c:v>988.15</c:v>
                </c:pt>
                <c:pt idx="2672">
                  <c:v>1013.9</c:v>
                </c:pt>
                <c:pt idx="2673">
                  <c:v>1000.35</c:v>
                </c:pt>
                <c:pt idx="2674">
                  <c:v>1027.3499999999999</c:v>
                </c:pt>
                <c:pt idx="2675">
                  <c:v>1041.4000000000001</c:v>
                </c:pt>
                <c:pt idx="2676">
                  <c:v>1035.1500000000001</c:v>
                </c:pt>
                <c:pt idx="2677">
                  <c:v>1020.05</c:v>
                </c:pt>
                <c:pt idx="2678">
                  <c:v>997.65</c:v>
                </c:pt>
                <c:pt idx="2679">
                  <c:v>1001.65</c:v>
                </c:pt>
                <c:pt idx="2680">
                  <c:v>1010.2</c:v>
                </c:pt>
                <c:pt idx="2681">
                  <c:v>998.5</c:v>
                </c:pt>
                <c:pt idx="2682">
                  <c:v>999</c:v>
                </c:pt>
                <c:pt idx="2683">
                  <c:v>987.25</c:v>
                </c:pt>
                <c:pt idx="2684">
                  <c:v>1007.9</c:v>
                </c:pt>
                <c:pt idx="2685">
                  <c:v>1017.85</c:v>
                </c:pt>
                <c:pt idx="2686">
                  <c:v>1023.85</c:v>
                </c:pt>
                <c:pt idx="2687">
                  <c:v>1044.95</c:v>
                </c:pt>
                <c:pt idx="2688">
                  <c:v>1039.1500000000001</c:v>
                </c:pt>
                <c:pt idx="2689">
                  <c:v>1049.6500000000001</c:v>
                </c:pt>
                <c:pt idx="2690">
                  <c:v>1069.2</c:v>
                </c:pt>
                <c:pt idx="2691">
                  <c:v>1055.5999999999999</c:v>
                </c:pt>
                <c:pt idx="2692">
                  <c:v>1073.05</c:v>
                </c:pt>
                <c:pt idx="2693">
                  <c:v>1059</c:v>
                </c:pt>
                <c:pt idx="2694">
                  <c:v>1040.3499999999999</c:v>
                </c:pt>
                <c:pt idx="2695">
                  <c:v>1047.45</c:v>
                </c:pt>
                <c:pt idx="2696">
                  <c:v>1044.4000000000001</c:v>
                </c:pt>
                <c:pt idx="2697">
                  <c:v>1049.45</c:v>
                </c:pt>
                <c:pt idx="2698">
                  <c:v>1081.6500000000001</c:v>
                </c:pt>
                <c:pt idx="2699">
                  <c:v>1081.8</c:v>
                </c:pt>
                <c:pt idx="2700">
                  <c:v>1090.3499999999999</c:v>
                </c:pt>
                <c:pt idx="2701">
                  <c:v>1098.8499999999999</c:v>
                </c:pt>
                <c:pt idx="2702">
                  <c:v>1092.75</c:v>
                </c:pt>
                <c:pt idx="2703">
                  <c:v>1082</c:v>
                </c:pt>
                <c:pt idx="2704">
                  <c:v>1096.25</c:v>
                </c:pt>
                <c:pt idx="2705">
                  <c:v>1093.2</c:v>
                </c:pt>
                <c:pt idx="2706">
                  <c:v>1074.8499999999999</c:v>
                </c:pt>
                <c:pt idx="2707">
                  <c:v>1065.3</c:v>
                </c:pt>
                <c:pt idx="2708">
                  <c:v>1105.05</c:v>
                </c:pt>
                <c:pt idx="2709">
                  <c:v>1105.7</c:v>
                </c:pt>
                <c:pt idx="2710">
                  <c:v>1111.8499999999999</c:v>
                </c:pt>
                <c:pt idx="2711">
                  <c:v>1108.55</c:v>
                </c:pt>
                <c:pt idx="2712">
                  <c:v>1102.2</c:v>
                </c:pt>
                <c:pt idx="2713">
                  <c:v>1079.9000000000001</c:v>
                </c:pt>
                <c:pt idx="2714">
                  <c:v>1061.8499999999999</c:v>
                </c:pt>
                <c:pt idx="2715">
                  <c:v>1054.7</c:v>
                </c:pt>
                <c:pt idx="2716">
                  <c:v>1030.5</c:v>
                </c:pt>
                <c:pt idx="2717">
                  <c:v>1032.95</c:v>
                </c:pt>
                <c:pt idx="2718">
                  <c:v>996.25</c:v>
                </c:pt>
                <c:pt idx="2719">
                  <c:v>1012.25</c:v>
                </c:pt>
                <c:pt idx="2720">
                  <c:v>995.6</c:v>
                </c:pt>
                <c:pt idx="2721">
                  <c:v>996.05</c:v>
                </c:pt>
                <c:pt idx="2722">
                  <c:v>979.5</c:v>
                </c:pt>
                <c:pt idx="2723">
                  <c:v>962.35</c:v>
                </c:pt>
                <c:pt idx="2724">
                  <c:v>998.4</c:v>
                </c:pt>
                <c:pt idx="2725">
                  <c:v>985.6</c:v>
                </c:pt>
                <c:pt idx="2726">
                  <c:v>988.8</c:v>
                </c:pt>
                <c:pt idx="2727">
                  <c:v>1011.15</c:v>
                </c:pt>
                <c:pt idx="2728">
                  <c:v>1005.9</c:v>
                </c:pt>
                <c:pt idx="2729">
                  <c:v>1020.15</c:v>
                </c:pt>
                <c:pt idx="2730">
                  <c:v>1030.75</c:v>
                </c:pt>
                <c:pt idx="2731">
                  <c:v>1020.55</c:v>
                </c:pt>
                <c:pt idx="2732">
                  <c:v>984.5</c:v>
                </c:pt>
                <c:pt idx="2733">
                  <c:v>1023.9</c:v>
                </c:pt>
                <c:pt idx="2734">
                  <c:v>1041.75</c:v>
                </c:pt>
                <c:pt idx="2735">
                  <c:v>1055.25</c:v>
                </c:pt>
                <c:pt idx="2736">
                  <c:v>1053.9000000000001</c:v>
                </c:pt>
                <c:pt idx="2737">
                  <c:v>1056.8499999999999</c:v>
                </c:pt>
                <c:pt idx="2738">
                  <c:v>1056.75</c:v>
                </c:pt>
                <c:pt idx="2739">
                  <c:v>1073.1500000000001</c:v>
                </c:pt>
                <c:pt idx="2740">
                  <c:v>1056.05</c:v>
                </c:pt>
                <c:pt idx="2741">
                  <c:v>1059.4000000000001</c:v>
                </c:pt>
                <c:pt idx="2742">
                  <c:v>1059.7</c:v>
                </c:pt>
                <c:pt idx="2743">
                  <c:v>1055.25</c:v>
                </c:pt>
                <c:pt idx="2744">
                  <c:v>1047.9000000000001</c:v>
                </c:pt>
                <c:pt idx="2745">
                  <c:v>1048.5999999999999</c:v>
                </c:pt>
                <c:pt idx="2746">
                  <c:v>1051.2</c:v>
                </c:pt>
                <c:pt idx="2747">
                  <c:v>1058.7</c:v>
                </c:pt>
                <c:pt idx="2748">
                  <c:v>1055.5999999999999</c:v>
                </c:pt>
                <c:pt idx="2749">
                  <c:v>1077.0999999999999</c:v>
                </c:pt>
                <c:pt idx="2750">
                  <c:v>1075.8</c:v>
                </c:pt>
                <c:pt idx="2751">
                  <c:v>1085.5999999999999</c:v>
                </c:pt>
                <c:pt idx="2752">
                  <c:v>1065.4000000000001</c:v>
                </c:pt>
                <c:pt idx="2753">
                  <c:v>1033.45</c:v>
                </c:pt>
                <c:pt idx="2754">
                  <c:v>1013.75</c:v>
                </c:pt>
                <c:pt idx="2755">
                  <c:v>1030.8</c:v>
                </c:pt>
                <c:pt idx="2756">
                  <c:v>1015.35</c:v>
                </c:pt>
                <c:pt idx="2757">
                  <c:v>1001.5</c:v>
                </c:pt>
                <c:pt idx="2758">
                  <c:v>997.9</c:v>
                </c:pt>
                <c:pt idx="2759">
                  <c:v>994.85</c:v>
                </c:pt>
                <c:pt idx="2760">
                  <c:v>980.15</c:v>
                </c:pt>
                <c:pt idx="2761">
                  <c:v>969.85</c:v>
                </c:pt>
                <c:pt idx="2762">
                  <c:v>986.8</c:v>
                </c:pt>
                <c:pt idx="2763">
                  <c:v>971.6</c:v>
                </c:pt>
                <c:pt idx="2764">
                  <c:v>958.5</c:v>
                </c:pt>
                <c:pt idx="2765">
                  <c:v>942.7</c:v>
                </c:pt>
                <c:pt idx="2766">
                  <c:v>913</c:v>
                </c:pt>
                <c:pt idx="2767">
                  <c:v>919.3</c:v>
                </c:pt>
                <c:pt idx="2768">
                  <c:v>895.5</c:v>
                </c:pt>
                <c:pt idx="2769">
                  <c:v>921.3</c:v>
                </c:pt>
                <c:pt idx="2770">
                  <c:v>943.9</c:v>
                </c:pt>
                <c:pt idx="2771">
                  <c:v>920</c:v>
                </c:pt>
                <c:pt idx="2772">
                  <c:v>929.05</c:v>
                </c:pt>
                <c:pt idx="2773">
                  <c:v>915.25</c:v>
                </c:pt>
                <c:pt idx="2774">
                  <c:v>914.3</c:v>
                </c:pt>
                <c:pt idx="2775">
                  <c:v>899.65</c:v>
                </c:pt>
                <c:pt idx="2776">
                  <c:v>909.95</c:v>
                </c:pt>
                <c:pt idx="2777">
                  <c:v>914.8</c:v>
                </c:pt>
                <c:pt idx="2778">
                  <c:v>941.7</c:v>
                </c:pt>
                <c:pt idx="2779">
                  <c:v>944.15</c:v>
                </c:pt>
                <c:pt idx="2780">
                  <c:v>953.95</c:v>
                </c:pt>
                <c:pt idx="2781">
                  <c:v>935.55</c:v>
                </c:pt>
                <c:pt idx="2782">
                  <c:v>956.35</c:v>
                </c:pt>
                <c:pt idx="2783">
                  <c:v>984.85</c:v>
                </c:pt>
                <c:pt idx="2784">
                  <c:v>995.65</c:v>
                </c:pt>
                <c:pt idx="2785">
                  <c:v>964.2</c:v>
                </c:pt>
                <c:pt idx="2786">
                  <c:v>966.25</c:v>
                </c:pt>
                <c:pt idx="2787">
                  <c:v>964.25</c:v>
                </c:pt>
                <c:pt idx="2788">
                  <c:v>988.85</c:v>
                </c:pt>
                <c:pt idx="2789">
                  <c:v>977.4</c:v>
                </c:pt>
                <c:pt idx="2790">
                  <c:v>982.2</c:v>
                </c:pt>
                <c:pt idx="2791">
                  <c:v>977.05</c:v>
                </c:pt>
                <c:pt idx="2792">
                  <c:v>984.95</c:v>
                </c:pt>
                <c:pt idx="2793">
                  <c:v>993.85</c:v>
                </c:pt>
                <c:pt idx="2794">
                  <c:v>984.75</c:v>
                </c:pt>
                <c:pt idx="2795">
                  <c:v>992.05</c:v>
                </c:pt>
                <c:pt idx="2796">
                  <c:v>1018.35</c:v>
                </c:pt>
                <c:pt idx="2797">
                  <c:v>1037.25</c:v>
                </c:pt>
                <c:pt idx="2798">
                  <c:v>1047.0999999999999</c:v>
                </c:pt>
                <c:pt idx="2799">
                  <c:v>1030.8499999999999</c:v>
                </c:pt>
                <c:pt idx="2800">
                  <c:v>993</c:v>
                </c:pt>
                <c:pt idx="2801">
                  <c:v>990.3</c:v>
                </c:pt>
                <c:pt idx="2802">
                  <c:v>999.65</c:v>
                </c:pt>
                <c:pt idx="2803">
                  <c:v>1013.25</c:v>
                </c:pt>
                <c:pt idx="2804">
                  <c:v>1010.3</c:v>
                </c:pt>
                <c:pt idx="2805">
                  <c:v>1026.5999999999999</c:v>
                </c:pt>
                <c:pt idx="2806">
                  <c:v>1025.7</c:v>
                </c:pt>
                <c:pt idx="2807">
                  <c:v>1022.75</c:v>
                </c:pt>
                <c:pt idx="2808">
                  <c:v>1032.5</c:v>
                </c:pt>
                <c:pt idx="2809">
                  <c:v>1049.0999999999999</c:v>
                </c:pt>
                <c:pt idx="2810">
                  <c:v>1036.4000000000001</c:v>
                </c:pt>
                <c:pt idx="2811">
                  <c:v>1050.6500000000001</c:v>
                </c:pt>
                <c:pt idx="2812">
                  <c:v>1047.6500000000001</c:v>
                </c:pt>
                <c:pt idx="2813">
                  <c:v>1044.8499999999999</c:v>
                </c:pt>
                <c:pt idx="2814">
                  <c:v>1041.9000000000001</c:v>
                </c:pt>
                <c:pt idx="2815">
                  <c:v>1023.9</c:v>
                </c:pt>
                <c:pt idx="2816">
                  <c:v>1005.3</c:v>
                </c:pt>
                <c:pt idx="2817">
                  <c:v>1021.8</c:v>
                </c:pt>
                <c:pt idx="2818">
                  <c:v>1020.95</c:v>
                </c:pt>
                <c:pt idx="2819">
                  <c:v>1009.15</c:v>
                </c:pt>
                <c:pt idx="2820">
                  <c:v>1011.65</c:v>
                </c:pt>
                <c:pt idx="2821">
                  <c:v>1025.9000000000001</c:v>
                </c:pt>
                <c:pt idx="2822">
                  <c:v>1040.5999999999999</c:v>
                </c:pt>
                <c:pt idx="2823">
                  <c:v>1009.35</c:v>
                </c:pt>
                <c:pt idx="2824">
                  <c:v>1001.15</c:v>
                </c:pt>
                <c:pt idx="2825">
                  <c:v>986.1</c:v>
                </c:pt>
                <c:pt idx="2826">
                  <c:v>972.4</c:v>
                </c:pt>
                <c:pt idx="2827">
                  <c:v>983.75</c:v>
                </c:pt>
                <c:pt idx="2828">
                  <c:v>964.75</c:v>
                </c:pt>
                <c:pt idx="2829">
                  <c:v>943.9</c:v>
                </c:pt>
                <c:pt idx="2830">
                  <c:v>947.65</c:v>
                </c:pt>
                <c:pt idx="2831">
                  <c:v>949.95</c:v>
                </c:pt>
                <c:pt idx="2832">
                  <c:v>955.05</c:v>
                </c:pt>
                <c:pt idx="2833">
                  <c:v>959.3</c:v>
                </c:pt>
                <c:pt idx="2834">
                  <c:v>950.75</c:v>
                </c:pt>
                <c:pt idx="2835">
                  <c:v>955.45</c:v>
                </c:pt>
                <c:pt idx="2836">
                  <c:v>945.5</c:v>
                </c:pt>
                <c:pt idx="2837">
                  <c:v>948</c:v>
                </c:pt>
                <c:pt idx="2838">
                  <c:v>945</c:v>
                </c:pt>
                <c:pt idx="2839">
                  <c:v>920.65</c:v>
                </c:pt>
                <c:pt idx="2840">
                  <c:v>901.85</c:v>
                </c:pt>
                <c:pt idx="2841">
                  <c:v>915.5</c:v>
                </c:pt>
                <c:pt idx="2842">
                  <c:v>923.2</c:v>
                </c:pt>
                <c:pt idx="2843">
                  <c:v>909.4</c:v>
                </c:pt>
                <c:pt idx="2844">
                  <c:v>915.75</c:v>
                </c:pt>
                <c:pt idx="2845">
                  <c:v>906</c:v>
                </c:pt>
                <c:pt idx="2846">
                  <c:v>933.85</c:v>
                </c:pt>
                <c:pt idx="2847">
                  <c:v>945.45</c:v>
                </c:pt>
                <c:pt idx="2848">
                  <c:v>938.85</c:v>
                </c:pt>
                <c:pt idx="2849">
                  <c:v>951.85</c:v>
                </c:pt>
                <c:pt idx="2850">
                  <c:v>946.8</c:v>
                </c:pt>
                <c:pt idx="2851">
                  <c:v>951.05</c:v>
                </c:pt>
                <c:pt idx="2852">
                  <c:v>934.6</c:v>
                </c:pt>
                <c:pt idx="2853">
                  <c:v>937.75</c:v>
                </c:pt>
                <c:pt idx="2854">
                  <c:v>958.25</c:v>
                </c:pt>
                <c:pt idx="2855">
                  <c:v>949.2</c:v>
                </c:pt>
                <c:pt idx="2856">
                  <c:v>954</c:v>
                </c:pt>
                <c:pt idx="2857">
                  <c:v>944.5</c:v>
                </c:pt>
                <c:pt idx="2858">
                  <c:v>925.6</c:v>
                </c:pt>
                <c:pt idx="2859">
                  <c:v>911.35</c:v>
                </c:pt>
                <c:pt idx="2860">
                  <c:v>900.55</c:v>
                </c:pt>
                <c:pt idx="2861">
                  <c:v>887.55</c:v>
                </c:pt>
                <c:pt idx="2862">
                  <c:v>868.75</c:v>
                </c:pt>
                <c:pt idx="2863">
                  <c:v>833.25</c:v>
                </c:pt>
                <c:pt idx="2864">
                  <c:v>848.65</c:v>
                </c:pt>
                <c:pt idx="2865">
                  <c:v>845.8</c:v>
                </c:pt>
                <c:pt idx="2866">
                  <c:v>870.5</c:v>
                </c:pt>
                <c:pt idx="2867">
                  <c:v>871.4</c:v>
                </c:pt>
                <c:pt idx="2868">
                  <c:v>871.55</c:v>
                </c:pt>
                <c:pt idx="2869">
                  <c:v>871.1</c:v>
                </c:pt>
                <c:pt idx="2870">
                  <c:v>885.25</c:v>
                </c:pt>
                <c:pt idx="2871">
                  <c:v>898.5</c:v>
                </c:pt>
                <c:pt idx="2872">
                  <c:v>861.95</c:v>
                </c:pt>
                <c:pt idx="2873">
                  <c:v>868.4</c:v>
                </c:pt>
                <c:pt idx="2874">
                  <c:v>845.95</c:v>
                </c:pt>
                <c:pt idx="2875">
                  <c:v>852.9</c:v>
                </c:pt>
                <c:pt idx="2876">
                  <c:v>870.7</c:v>
                </c:pt>
                <c:pt idx="2877">
                  <c:v>854.85</c:v>
                </c:pt>
                <c:pt idx="2878">
                  <c:v>853.3</c:v>
                </c:pt>
                <c:pt idx="2879">
                  <c:v>847.75</c:v>
                </c:pt>
                <c:pt idx="2880">
                  <c:v>865.45</c:v>
                </c:pt>
                <c:pt idx="2881">
                  <c:v>867.55</c:v>
                </c:pt>
                <c:pt idx="2882">
                  <c:v>873.2</c:v>
                </c:pt>
                <c:pt idx="2883">
                  <c:v>867.6</c:v>
                </c:pt>
                <c:pt idx="2884">
                  <c:v>879.45</c:v>
                </c:pt>
                <c:pt idx="2885">
                  <c:v>876.2</c:v>
                </c:pt>
                <c:pt idx="2886">
                  <c:v>860.85</c:v>
                </c:pt>
                <c:pt idx="2887">
                  <c:v>873.35</c:v>
                </c:pt>
                <c:pt idx="2888">
                  <c:v>882.85</c:v>
                </c:pt>
                <c:pt idx="2889">
                  <c:v>871.5</c:v>
                </c:pt>
                <c:pt idx="2890">
                  <c:v>860.85</c:v>
                </c:pt>
                <c:pt idx="2891">
                  <c:v>837.35</c:v>
                </c:pt>
                <c:pt idx="2892">
                  <c:v>827.95</c:v>
                </c:pt>
                <c:pt idx="2893">
                  <c:v>830.85</c:v>
                </c:pt>
                <c:pt idx="2894">
                  <c:v>837.3</c:v>
                </c:pt>
                <c:pt idx="2895">
                  <c:v>825.05</c:v>
                </c:pt>
                <c:pt idx="2896">
                  <c:v>812.35</c:v>
                </c:pt>
                <c:pt idx="2897">
                  <c:v>792</c:v>
                </c:pt>
                <c:pt idx="2898">
                  <c:v>780.65</c:v>
                </c:pt>
                <c:pt idx="2899">
                  <c:v>765.3</c:v>
                </c:pt>
                <c:pt idx="2900">
                  <c:v>772.75</c:v>
                </c:pt>
                <c:pt idx="2901">
                  <c:v>772.2</c:v>
                </c:pt>
                <c:pt idx="2902">
                  <c:v>760.9</c:v>
                </c:pt>
                <c:pt idx="2903">
                  <c:v>759.15</c:v>
                </c:pt>
                <c:pt idx="2904">
                  <c:v>755</c:v>
                </c:pt>
                <c:pt idx="2905">
                  <c:v>741.2</c:v>
                </c:pt>
                <c:pt idx="2906">
                  <c:v>732.55</c:v>
                </c:pt>
                <c:pt idx="2907">
                  <c:v>757</c:v>
                </c:pt>
                <c:pt idx="2908">
                  <c:v>765.25</c:v>
                </c:pt>
                <c:pt idx="2909">
                  <c:v>761.3</c:v>
                </c:pt>
                <c:pt idx="2910">
                  <c:v>753.5</c:v>
                </c:pt>
                <c:pt idx="2911">
                  <c:v>719.4</c:v>
                </c:pt>
                <c:pt idx="2912">
                  <c:v>755.05</c:v>
                </c:pt>
                <c:pt idx="2913">
                  <c:v>782.6</c:v>
                </c:pt>
                <c:pt idx="2914">
                  <c:v>805.45</c:v>
                </c:pt>
                <c:pt idx="2915">
                  <c:v>788.85</c:v>
                </c:pt>
                <c:pt idx="2916">
                  <c:v>821.5</c:v>
                </c:pt>
                <c:pt idx="2917">
                  <c:v>833.5</c:v>
                </c:pt>
                <c:pt idx="2918">
                  <c:v>852.45</c:v>
                </c:pt>
                <c:pt idx="2919">
                  <c:v>825.75</c:v>
                </c:pt>
                <c:pt idx="2920">
                  <c:v>806.3</c:v>
                </c:pt>
                <c:pt idx="2921">
                  <c:v>810.25</c:v>
                </c:pt>
                <c:pt idx="2922">
                  <c:v>825.4</c:v>
                </c:pt>
                <c:pt idx="2923">
                  <c:v>836.3</c:v>
                </c:pt>
                <c:pt idx="2924">
                  <c:v>825.65</c:v>
                </c:pt>
                <c:pt idx="2925">
                  <c:v>821.55</c:v>
                </c:pt>
                <c:pt idx="2926">
                  <c:v>851.8</c:v>
                </c:pt>
                <c:pt idx="2927">
                  <c:v>837.6</c:v>
                </c:pt>
                <c:pt idx="2928">
                  <c:v>786.35</c:v>
                </c:pt>
                <c:pt idx="2929">
                  <c:v>770.6</c:v>
                </c:pt>
                <c:pt idx="2930">
                  <c:v>759.2</c:v>
                </c:pt>
                <c:pt idx="2931">
                  <c:v>797.2</c:v>
                </c:pt>
                <c:pt idx="2932">
                  <c:v>797.2</c:v>
                </c:pt>
                <c:pt idx="2933">
                  <c:v>807.7</c:v>
                </c:pt>
                <c:pt idx="2934">
                  <c:v>808.35</c:v>
                </c:pt>
                <c:pt idx="2935">
                  <c:v>788.2</c:v>
                </c:pt>
                <c:pt idx="2936">
                  <c:v>771.6</c:v>
                </c:pt>
                <c:pt idx="2937">
                  <c:v>767</c:v>
                </c:pt>
                <c:pt idx="2938">
                  <c:v>802.9</c:v>
                </c:pt>
                <c:pt idx="2939">
                  <c:v>829.25</c:v>
                </c:pt>
                <c:pt idx="2940">
                  <c:v>827</c:v>
                </c:pt>
                <c:pt idx="2941">
                  <c:v>849.65</c:v>
                </c:pt>
                <c:pt idx="2942">
                  <c:v>846.9</c:v>
                </c:pt>
                <c:pt idx="2943">
                  <c:v>866.9</c:v>
                </c:pt>
                <c:pt idx="2944">
                  <c:v>833.8</c:v>
                </c:pt>
                <c:pt idx="2945">
                  <c:v>819.9</c:v>
                </c:pt>
                <c:pt idx="2946">
                  <c:v>843</c:v>
                </c:pt>
                <c:pt idx="2947">
                  <c:v>838.7</c:v>
                </c:pt>
                <c:pt idx="2948">
                  <c:v>835.75</c:v>
                </c:pt>
                <c:pt idx="2949">
                  <c:v>846.5</c:v>
                </c:pt>
                <c:pt idx="2950">
                  <c:v>875.95</c:v>
                </c:pt>
                <c:pt idx="2951">
                  <c:v>873.6</c:v>
                </c:pt>
                <c:pt idx="2952">
                  <c:v>900</c:v>
                </c:pt>
                <c:pt idx="2953">
                  <c:v>877.55</c:v>
                </c:pt>
                <c:pt idx="2954">
                  <c:v>860.6</c:v>
                </c:pt>
                <c:pt idx="2955">
                  <c:v>871.8</c:v>
                </c:pt>
                <c:pt idx="2956">
                  <c:v>885.9</c:v>
                </c:pt>
                <c:pt idx="2957">
                  <c:v>879.95</c:v>
                </c:pt>
                <c:pt idx="2958">
                  <c:v>883.7</c:v>
                </c:pt>
                <c:pt idx="2959">
                  <c:v>864.95</c:v>
                </c:pt>
                <c:pt idx="2960">
                  <c:v>885.35</c:v>
                </c:pt>
                <c:pt idx="2961">
                  <c:v>876.7</c:v>
                </c:pt>
                <c:pt idx="2962">
                  <c:v>861.45</c:v>
                </c:pt>
                <c:pt idx="2963">
                  <c:v>848.1</c:v>
                </c:pt>
                <c:pt idx="2964">
                  <c:v>809.95</c:v>
                </c:pt>
                <c:pt idx="2965">
                  <c:v>808.1</c:v>
                </c:pt>
                <c:pt idx="2966">
                  <c:v>786.35</c:v>
                </c:pt>
                <c:pt idx="2967">
                  <c:v>795.2</c:v>
                </c:pt>
                <c:pt idx="2968">
                  <c:v>773.4</c:v>
                </c:pt>
                <c:pt idx="2969">
                  <c:v>773.15</c:v>
                </c:pt>
                <c:pt idx="2970">
                  <c:v>753.8</c:v>
                </c:pt>
                <c:pt idx="2971">
                  <c:v>783.8</c:v>
                </c:pt>
                <c:pt idx="2972">
                  <c:v>765</c:v>
                </c:pt>
                <c:pt idx="2973">
                  <c:v>778.25</c:v>
                </c:pt>
                <c:pt idx="2974">
                  <c:v>799</c:v>
                </c:pt>
                <c:pt idx="2975">
                  <c:v>812.05</c:v>
                </c:pt>
                <c:pt idx="2976">
                  <c:v>806.75</c:v>
                </c:pt>
                <c:pt idx="2977">
                  <c:v>809.8</c:v>
                </c:pt>
                <c:pt idx="2978">
                  <c:v>778.85</c:v>
                </c:pt>
                <c:pt idx="2979">
                  <c:v>755.7</c:v>
                </c:pt>
                <c:pt idx="2980">
                  <c:v>727.5</c:v>
                </c:pt>
                <c:pt idx="2981">
                  <c:v>742.3</c:v>
                </c:pt>
                <c:pt idx="2982">
                  <c:v>741.9</c:v>
                </c:pt>
                <c:pt idx="2983">
                  <c:v>750.15</c:v>
                </c:pt>
                <c:pt idx="2984">
                  <c:v>721.85</c:v>
                </c:pt>
                <c:pt idx="2985">
                  <c:v>735.3</c:v>
                </c:pt>
                <c:pt idx="2986">
                  <c:v>713.45</c:v>
                </c:pt>
                <c:pt idx="2987">
                  <c:v>748</c:v>
                </c:pt>
                <c:pt idx="2988">
                  <c:v>754.55</c:v>
                </c:pt>
                <c:pt idx="2989">
                  <c:v>746.4</c:v>
                </c:pt>
                <c:pt idx="2990">
                  <c:v>761</c:v>
                </c:pt>
                <c:pt idx="2991">
                  <c:v>753.05</c:v>
                </c:pt>
                <c:pt idx="2992">
                  <c:v>739.05</c:v>
                </c:pt>
                <c:pt idx="2993">
                  <c:v>711.9</c:v>
                </c:pt>
                <c:pt idx="2994">
                  <c:v>692.95</c:v>
                </c:pt>
                <c:pt idx="2995">
                  <c:v>706.55</c:v>
                </c:pt>
                <c:pt idx="2996">
                  <c:v>724.65</c:v>
                </c:pt>
                <c:pt idx="2997">
                  <c:v>716.15</c:v>
                </c:pt>
                <c:pt idx="2998">
                  <c:v>699.5</c:v>
                </c:pt>
                <c:pt idx="2999">
                  <c:v>717.55</c:v>
                </c:pt>
                <c:pt idx="3000">
                  <c:v>714.75</c:v>
                </c:pt>
                <c:pt idx="3001">
                  <c:v>706.25</c:v>
                </c:pt>
                <c:pt idx="3002">
                  <c:v>736.2</c:v>
                </c:pt>
                <c:pt idx="3003">
                  <c:v>748.25</c:v>
                </c:pt>
                <c:pt idx="3004">
                  <c:v>736.9</c:v>
                </c:pt>
                <c:pt idx="3005">
                  <c:v>731.8</c:v>
                </c:pt>
                <c:pt idx="3006">
                  <c:v>712.95</c:v>
                </c:pt>
                <c:pt idx="3007">
                  <c:v>742.05</c:v>
                </c:pt>
                <c:pt idx="3008">
                  <c:v>779.75</c:v>
                </c:pt>
                <c:pt idx="3009">
                  <c:v>785.65</c:v>
                </c:pt>
                <c:pt idx="3010">
                  <c:v>792.65</c:v>
                </c:pt>
                <c:pt idx="3011">
                  <c:v>771.55</c:v>
                </c:pt>
                <c:pt idx="3012">
                  <c:v>783.75</c:v>
                </c:pt>
                <c:pt idx="3013">
                  <c:v>790.95</c:v>
                </c:pt>
                <c:pt idx="3014">
                  <c:v>820.4</c:v>
                </c:pt>
                <c:pt idx="3015">
                  <c:v>794.75</c:v>
                </c:pt>
                <c:pt idx="3016">
                  <c:v>817.1</c:v>
                </c:pt>
                <c:pt idx="3017">
                  <c:v>831.2</c:v>
                </c:pt>
                <c:pt idx="3018">
                  <c:v>829.25</c:v>
                </c:pt>
                <c:pt idx="3019">
                  <c:v>838.3</c:v>
                </c:pt>
                <c:pt idx="3020">
                  <c:v>833</c:v>
                </c:pt>
                <c:pt idx="3021">
                  <c:v>844.55</c:v>
                </c:pt>
                <c:pt idx="3022">
                  <c:v>858.4</c:v>
                </c:pt>
                <c:pt idx="3023">
                  <c:v>853.85</c:v>
                </c:pt>
                <c:pt idx="3024">
                  <c:v>843.25</c:v>
                </c:pt>
                <c:pt idx="3025">
                  <c:v>849.25</c:v>
                </c:pt>
                <c:pt idx="3026">
                  <c:v>848.9</c:v>
                </c:pt>
                <c:pt idx="3027">
                  <c:v>836.65</c:v>
                </c:pt>
                <c:pt idx="3028">
                  <c:v>812.45</c:v>
                </c:pt>
                <c:pt idx="3029">
                  <c:v>818.2</c:v>
                </c:pt>
                <c:pt idx="3030">
                  <c:v>843.55</c:v>
                </c:pt>
                <c:pt idx="3031">
                  <c:v>833.4</c:v>
                </c:pt>
                <c:pt idx="3032">
                  <c:v>839.6</c:v>
                </c:pt>
                <c:pt idx="3033">
                  <c:v>819.95</c:v>
                </c:pt>
                <c:pt idx="3034">
                  <c:v>781.45</c:v>
                </c:pt>
                <c:pt idx="3035">
                  <c:v>796.5</c:v>
                </c:pt>
                <c:pt idx="3036">
                  <c:v>820.75</c:v>
                </c:pt>
                <c:pt idx="3037">
                  <c:v>810.95</c:v>
                </c:pt>
                <c:pt idx="3038">
                  <c:v>814.1</c:v>
                </c:pt>
                <c:pt idx="3039">
                  <c:v>813.45</c:v>
                </c:pt>
                <c:pt idx="3040">
                  <c:v>797.5</c:v>
                </c:pt>
                <c:pt idx="3041">
                  <c:v>776.55</c:v>
                </c:pt>
                <c:pt idx="3042">
                  <c:v>761.8</c:v>
                </c:pt>
                <c:pt idx="3043">
                  <c:v>773.8</c:v>
                </c:pt>
                <c:pt idx="3044">
                  <c:v>798.55</c:v>
                </c:pt>
                <c:pt idx="3045">
                  <c:v>819.95</c:v>
                </c:pt>
                <c:pt idx="3046">
                  <c:v>814.5</c:v>
                </c:pt>
                <c:pt idx="3047">
                  <c:v>796.65</c:v>
                </c:pt>
                <c:pt idx="3048">
                  <c:v>772.35</c:v>
                </c:pt>
                <c:pt idx="3049">
                  <c:v>755.1</c:v>
                </c:pt>
                <c:pt idx="3050">
                  <c:v>760.55</c:v>
                </c:pt>
                <c:pt idx="3051">
                  <c:v>768.05</c:v>
                </c:pt>
                <c:pt idx="3052">
                  <c:v>736.35</c:v>
                </c:pt>
                <c:pt idx="3053">
                  <c:v>744.05</c:v>
                </c:pt>
                <c:pt idx="3054">
                  <c:v>730.1</c:v>
                </c:pt>
                <c:pt idx="3055">
                  <c:v>731.05</c:v>
                </c:pt>
                <c:pt idx="3056">
                  <c:v>725.7</c:v>
                </c:pt>
                <c:pt idx="3057">
                  <c:v>724.65</c:v>
                </c:pt>
                <c:pt idx="3058">
                  <c:v>750.6</c:v>
                </c:pt>
                <c:pt idx="3059">
                  <c:v>740.55</c:v>
                </c:pt>
                <c:pt idx="3060">
                  <c:v>752.7</c:v>
                </c:pt>
                <c:pt idx="3061">
                  <c:v>747</c:v>
                </c:pt>
                <c:pt idx="3062">
                  <c:v>742.15</c:v>
                </c:pt>
                <c:pt idx="3063">
                  <c:v>742.65</c:v>
                </c:pt>
                <c:pt idx="3064">
                  <c:v>730.3</c:v>
                </c:pt>
                <c:pt idx="3065">
                  <c:v>743.3</c:v>
                </c:pt>
                <c:pt idx="3066">
                  <c:v>751.55</c:v>
                </c:pt>
                <c:pt idx="3067">
                  <c:v>748.1</c:v>
                </c:pt>
                <c:pt idx="3068">
                  <c:v>746.4</c:v>
                </c:pt>
                <c:pt idx="3069">
                  <c:v>748.6</c:v>
                </c:pt>
                <c:pt idx="3070">
                  <c:v>741.65</c:v>
                </c:pt>
                <c:pt idx="3071">
                  <c:v>730.85</c:v>
                </c:pt>
                <c:pt idx="3072">
                  <c:v>736.3</c:v>
                </c:pt>
                <c:pt idx="3073">
                  <c:v>735.1</c:v>
                </c:pt>
                <c:pt idx="3074">
                  <c:v>736.3</c:v>
                </c:pt>
                <c:pt idx="3075">
                  <c:v>745.05</c:v>
                </c:pt>
                <c:pt idx="3076">
                  <c:v>742</c:v>
                </c:pt>
                <c:pt idx="3077">
                  <c:v>739.95</c:v>
                </c:pt>
                <c:pt idx="3078">
                  <c:v>745.1</c:v>
                </c:pt>
                <c:pt idx="3079">
                  <c:v>743.55</c:v>
                </c:pt>
                <c:pt idx="3080">
                  <c:v>738.85</c:v>
                </c:pt>
                <c:pt idx="3081">
                  <c:v>726.45</c:v>
                </c:pt>
                <c:pt idx="3082">
                  <c:v>715.7</c:v>
                </c:pt>
                <c:pt idx="3083">
                  <c:v>708.35</c:v>
                </c:pt>
                <c:pt idx="3084">
                  <c:v>695.1</c:v>
                </c:pt>
                <c:pt idx="3085">
                  <c:v>694.15</c:v>
                </c:pt>
                <c:pt idx="3086">
                  <c:v>697.2</c:v>
                </c:pt>
                <c:pt idx="3087">
                  <c:v>681.3</c:v>
                </c:pt>
                <c:pt idx="3088">
                  <c:v>681.65</c:v>
                </c:pt>
                <c:pt idx="3089">
                  <c:v>676.1</c:v>
                </c:pt>
                <c:pt idx="3090">
                  <c:v>685.15</c:v>
                </c:pt>
                <c:pt idx="3091">
                  <c:v>688.55</c:v>
                </c:pt>
                <c:pt idx="3092">
                  <c:v>695.5</c:v>
                </c:pt>
                <c:pt idx="3093">
                  <c:v>691.1</c:v>
                </c:pt>
                <c:pt idx="3094">
                  <c:v>686.85</c:v>
                </c:pt>
                <c:pt idx="3095">
                  <c:v>695.3</c:v>
                </c:pt>
                <c:pt idx="3096">
                  <c:v>691.2</c:v>
                </c:pt>
                <c:pt idx="3097">
                  <c:v>701.65</c:v>
                </c:pt>
                <c:pt idx="3098">
                  <c:v>701.85</c:v>
                </c:pt>
                <c:pt idx="3099">
                  <c:v>706.25</c:v>
                </c:pt>
                <c:pt idx="3100">
                  <c:v>705.6</c:v>
                </c:pt>
                <c:pt idx="3101">
                  <c:v>685.25</c:v>
                </c:pt>
                <c:pt idx="3102">
                  <c:v>692.75</c:v>
                </c:pt>
                <c:pt idx="3103">
                  <c:v>702.55</c:v>
                </c:pt>
                <c:pt idx="3104">
                  <c:v>715.9</c:v>
                </c:pt>
                <c:pt idx="3105">
                  <c:v>721.25</c:v>
                </c:pt>
                <c:pt idx="3106">
                  <c:v>729.7</c:v>
                </c:pt>
                <c:pt idx="3107">
                  <c:v>722.25</c:v>
                </c:pt>
                <c:pt idx="3108">
                  <c:v>722.95</c:v>
                </c:pt>
                <c:pt idx="3109">
                  <c:v>716.3</c:v>
                </c:pt>
                <c:pt idx="3110">
                  <c:v>716.35</c:v>
                </c:pt>
                <c:pt idx="3111">
                  <c:v>726.75</c:v>
                </c:pt>
                <c:pt idx="3112">
                  <c:v>718.9</c:v>
                </c:pt>
                <c:pt idx="3113">
                  <c:v>737.45</c:v>
                </c:pt>
                <c:pt idx="3114">
                  <c:v>737.4</c:v>
                </c:pt>
                <c:pt idx="3115">
                  <c:v>718.7</c:v>
                </c:pt>
                <c:pt idx="3116">
                  <c:v>711</c:v>
                </c:pt>
                <c:pt idx="3117">
                  <c:v>716.2</c:v>
                </c:pt>
                <c:pt idx="3118">
                  <c:v>723.5</c:v>
                </c:pt>
                <c:pt idx="3119">
                  <c:v>722.5</c:v>
                </c:pt>
                <c:pt idx="3120">
                  <c:v>719.9</c:v>
                </c:pt>
                <c:pt idx="3121">
                  <c:v>737.85</c:v>
                </c:pt>
                <c:pt idx="3122">
                  <c:v>737.4</c:v>
                </c:pt>
                <c:pt idx="3123">
                  <c:v>736.35</c:v>
                </c:pt>
                <c:pt idx="3124">
                  <c:v>734.25</c:v>
                </c:pt>
                <c:pt idx="3125">
                  <c:v>738.7</c:v>
                </c:pt>
                <c:pt idx="3126">
                  <c:v>734.85</c:v>
                </c:pt>
                <c:pt idx="3127">
                  <c:v>731.8</c:v>
                </c:pt>
                <c:pt idx="3128">
                  <c:v>739.7</c:v>
                </c:pt>
                <c:pt idx="3129">
                  <c:v>725.65</c:v>
                </c:pt>
                <c:pt idx="3130">
                  <c:v>721.2</c:v>
                </c:pt>
                <c:pt idx="3131">
                  <c:v>718.5</c:v>
                </c:pt>
                <c:pt idx="3132">
                  <c:v>720.35</c:v>
                </c:pt>
                <c:pt idx="3133">
                  <c:v>719.35</c:v>
                </c:pt>
                <c:pt idx="3134">
                  <c:v>715.8</c:v>
                </c:pt>
                <c:pt idx="3135">
                  <c:v>727.8</c:v>
                </c:pt>
                <c:pt idx="3136">
                  <c:v>722.65</c:v>
                </c:pt>
                <c:pt idx="3137">
                  <c:v>719</c:v>
                </c:pt>
                <c:pt idx="3138">
                  <c:v>724.5</c:v>
                </c:pt>
                <c:pt idx="3139">
                  <c:v>719.25</c:v>
                </c:pt>
                <c:pt idx="3140">
                  <c:v>710.15</c:v>
                </c:pt>
                <c:pt idx="3141">
                  <c:v>721</c:v>
                </c:pt>
                <c:pt idx="3142">
                  <c:v>729.6</c:v>
                </c:pt>
                <c:pt idx="3143">
                  <c:v>743.6</c:v>
                </c:pt>
                <c:pt idx="3144">
                  <c:v>746.75</c:v>
                </c:pt>
                <c:pt idx="3145">
                  <c:v>739.55</c:v>
                </c:pt>
                <c:pt idx="3146">
                  <c:v>742.55</c:v>
                </c:pt>
                <c:pt idx="3147">
                  <c:v>786.05</c:v>
                </c:pt>
                <c:pt idx="3148">
                  <c:v>783.75</c:v>
                </c:pt>
                <c:pt idx="3149">
                  <c:v>790.8</c:v>
                </c:pt>
                <c:pt idx="3150">
                  <c:v>780.15</c:v>
                </c:pt>
                <c:pt idx="3151">
                  <c:v>782.1</c:v>
                </c:pt>
                <c:pt idx="3152">
                  <c:v>788.15</c:v>
                </c:pt>
                <c:pt idx="3153">
                  <c:v>799.55</c:v>
                </c:pt>
                <c:pt idx="3154">
                  <c:v>816.15</c:v>
                </c:pt>
                <c:pt idx="3155">
                  <c:v>816.1</c:v>
                </c:pt>
                <c:pt idx="3156">
                  <c:v>814.25</c:v>
                </c:pt>
                <c:pt idx="3157">
                  <c:v>807.8</c:v>
                </c:pt>
                <c:pt idx="3158">
                  <c:v>794.5</c:v>
                </c:pt>
                <c:pt idx="3159">
                  <c:v>782.1</c:v>
                </c:pt>
                <c:pt idx="3160">
                  <c:v>787.35</c:v>
                </c:pt>
                <c:pt idx="3161">
                  <c:v>790.2</c:v>
                </c:pt>
                <c:pt idx="3162">
                  <c:v>782.15</c:v>
                </c:pt>
                <c:pt idx="3163">
                  <c:v>783.4</c:v>
                </c:pt>
                <c:pt idx="3164">
                  <c:v>766.4</c:v>
                </c:pt>
                <c:pt idx="3165">
                  <c:v>763.05</c:v>
                </c:pt>
                <c:pt idx="3166">
                  <c:v>779.6</c:v>
                </c:pt>
                <c:pt idx="3167">
                  <c:v>771.15</c:v>
                </c:pt>
                <c:pt idx="3168">
                  <c:v>768.2</c:v>
                </c:pt>
                <c:pt idx="3169">
                  <c:v>791.75</c:v>
                </c:pt>
                <c:pt idx="3170">
                  <c:v>796</c:v>
                </c:pt>
                <c:pt idx="3171">
                  <c:v>792.05</c:v>
                </c:pt>
                <c:pt idx="3172">
                  <c:v>791</c:v>
                </c:pt>
                <c:pt idx="3173">
                  <c:v>798.1</c:v>
                </c:pt>
                <c:pt idx="3174">
                  <c:v>799.15</c:v>
                </c:pt>
                <c:pt idx="3175">
                  <c:v>841.75</c:v>
                </c:pt>
                <c:pt idx="3176">
                  <c:v>873.75</c:v>
                </c:pt>
                <c:pt idx="3177">
                  <c:v>855.6</c:v>
                </c:pt>
                <c:pt idx="3178">
                  <c:v>832.5</c:v>
                </c:pt>
                <c:pt idx="3179">
                  <c:v>850.3</c:v>
                </c:pt>
                <c:pt idx="3180">
                  <c:v>836.35</c:v>
                </c:pt>
                <c:pt idx="3181">
                  <c:v>839.75</c:v>
                </c:pt>
                <c:pt idx="3182">
                  <c:v>844.75</c:v>
                </c:pt>
                <c:pt idx="3183">
                  <c:v>829.85</c:v>
                </c:pt>
                <c:pt idx="3184">
                  <c:v>837.2</c:v>
                </c:pt>
                <c:pt idx="3185">
                  <c:v>833.5</c:v>
                </c:pt>
                <c:pt idx="3186">
                  <c:v>846.1</c:v>
                </c:pt>
                <c:pt idx="3187">
                  <c:v>852.9</c:v>
                </c:pt>
                <c:pt idx="3188">
                  <c:v>857.8</c:v>
                </c:pt>
                <c:pt idx="3189">
                  <c:v>819.4</c:v>
                </c:pt>
                <c:pt idx="3190">
                  <c:v>815.3</c:v>
                </c:pt>
                <c:pt idx="3191">
                  <c:v>816</c:v>
                </c:pt>
                <c:pt idx="3192">
                  <c:v>819.95</c:v>
                </c:pt>
                <c:pt idx="3193">
                  <c:v>818.9</c:v>
                </c:pt>
                <c:pt idx="3194">
                  <c:v>823.05</c:v>
                </c:pt>
                <c:pt idx="3195">
                  <c:v>812.45</c:v>
                </c:pt>
                <c:pt idx="3196">
                  <c:v>805.15</c:v>
                </c:pt>
                <c:pt idx="3197">
                  <c:v>811.3</c:v>
                </c:pt>
                <c:pt idx="3198">
                  <c:v>802.8</c:v>
                </c:pt>
                <c:pt idx="3199">
                  <c:v>815.6</c:v>
                </c:pt>
                <c:pt idx="3200">
                  <c:v>809.95</c:v>
                </c:pt>
                <c:pt idx="3201">
                  <c:v>810.4</c:v>
                </c:pt>
                <c:pt idx="3202">
                  <c:v>798.95</c:v>
                </c:pt>
                <c:pt idx="3203">
                  <c:v>811.2</c:v>
                </c:pt>
                <c:pt idx="3204">
                  <c:v>803.25</c:v>
                </c:pt>
                <c:pt idx="3205">
                  <c:v>805.5</c:v>
                </c:pt>
                <c:pt idx="3206">
                  <c:v>807.1</c:v>
                </c:pt>
                <c:pt idx="3207">
                  <c:v>807.95</c:v>
                </c:pt>
                <c:pt idx="3208">
                  <c:v>806.15</c:v>
                </c:pt>
                <c:pt idx="3209">
                  <c:v>805.45</c:v>
                </c:pt>
                <c:pt idx="3210">
                  <c:v>800.85</c:v>
                </c:pt>
                <c:pt idx="3211">
                  <c:v>796.6</c:v>
                </c:pt>
                <c:pt idx="3212">
                  <c:v>787.65</c:v>
                </c:pt>
                <c:pt idx="3213">
                  <c:v>786.65</c:v>
                </c:pt>
                <c:pt idx="3214">
                  <c:v>789.6</c:v>
                </c:pt>
                <c:pt idx="3215">
                  <c:v>784.6</c:v>
                </c:pt>
                <c:pt idx="3216">
                  <c:v>775.15</c:v>
                </c:pt>
                <c:pt idx="3217">
                  <c:v>774.3</c:v>
                </c:pt>
                <c:pt idx="3218">
                  <c:v>765.35</c:v>
                </c:pt>
                <c:pt idx="3219">
                  <c:v>771.2</c:v>
                </c:pt>
                <c:pt idx="3220">
                  <c:v>765.85</c:v>
                </c:pt>
                <c:pt idx="3221">
                  <c:v>773.75</c:v>
                </c:pt>
                <c:pt idx="3222">
                  <c:v>773.65</c:v>
                </c:pt>
                <c:pt idx="3223">
                  <c:v>786.8</c:v>
                </c:pt>
                <c:pt idx="3224">
                  <c:v>798.3</c:v>
                </c:pt>
                <c:pt idx="3225">
                  <c:v>793.7</c:v>
                </c:pt>
                <c:pt idx="3226">
                  <c:v>804</c:v>
                </c:pt>
                <c:pt idx="3227">
                  <c:v>824.7</c:v>
                </c:pt>
                <c:pt idx="3228">
                  <c:v>832.6</c:v>
                </c:pt>
                <c:pt idx="3229">
                  <c:v>843.9</c:v>
                </c:pt>
                <c:pt idx="3230">
                  <c:v>834.6</c:v>
                </c:pt>
                <c:pt idx="3231">
                  <c:v>828.3</c:v>
                </c:pt>
                <c:pt idx="3232">
                  <c:v>820.05</c:v>
                </c:pt>
                <c:pt idx="3233">
                  <c:v>832.6</c:v>
                </c:pt>
                <c:pt idx="3234">
                  <c:v>834.25</c:v>
                </c:pt>
                <c:pt idx="3235">
                  <c:v>839.25</c:v>
                </c:pt>
                <c:pt idx="3236">
                  <c:v>834.15</c:v>
                </c:pt>
                <c:pt idx="3237">
                  <c:v>831.4</c:v>
                </c:pt>
                <c:pt idx="3238">
                  <c:v>839.5</c:v>
                </c:pt>
                <c:pt idx="3239">
                  <c:v>837.85</c:v>
                </c:pt>
                <c:pt idx="3240">
                  <c:v>825.25</c:v>
                </c:pt>
                <c:pt idx="3241">
                  <c:v>820.7</c:v>
                </c:pt>
                <c:pt idx="3242">
                  <c:v>828.25</c:v>
                </c:pt>
                <c:pt idx="3243">
                  <c:v>817.7</c:v>
                </c:pt>
                <c:pt idx="3244">
                  <c:v>840.25</c:v>
                </c:pt>
                <c:pt idx="3245">
                  <c:v>839.55</c:v>
                </c:pt>
                <c:pt idx="3246">
                  <c:v>840.7</c:v>
                </c:pt>
                <c:pt idx="3247">
                  <c:v>847.95</c:v>
                </c:pt>
                <c:pt idx="3248">
                  <c:v>860.75</c:v>
                </c:pt>
                <c:pt idx="3249">
                  <c:v>861.85</c:v>
                </c:pt>
                <c:pt idx="3250">
                  <c:v>856.6</c:v>
                </c:pt>
                <c:pt idx="3251">
                  <c:v>850.65</c:v>
                </c:pt>
                <c:pt idx="3252">
                  <c:v>852.7</c:v>
                </c:pt>
                <c:pt idx="3253">
                  <c:v>850.05</c:v>
                </c:pt>
                <c:pt idx="3254">
                  <c:v>839.9</c:v>
                </c:pt>
                <c:pt idx="3255">
                  <c:v>847.55</c:v>
                </c:pt>
                <c:pt idx="3256">
                  <c:v>847.15</c:v>
                </c:pt>
                <c:pt idx="3257">
                  <c:v>861.35</c:v>
                </c:pt>
                <c:pt idx="3258">
                  <c:v>890</c:v>
                </c:pt>
                <c:pt idx="3259">
                  <c:v>900.2</c:v>
                </c:pt>
                <c:pt idx="3260">
                  <c:v>919.95</c:v>
                </c:pt>
                <c:pt idx="3261">
                  <c:v>920.05</c:v>
                </c:pt>
                <c:pt idx="3262">
                  <c:v>923.05</c:v>
                </c:pt>
                <c:pt idx="3263">
                  <c:v>915.55</c:v>
                </c:pt>
                <c:pt idx="3264">
                  <c:v>912.2</c:v>
                </c:pt>
                <c:pt idx="3265">
                  <c:v>897.55</c:v>
                </c:pt>
                <c:pt idx="3266">
                  <c:v>882.85</c:v>
                </c:pt>
                <c:pt idx="3267">
                  <c:v>899.4</c:v>
                </c:pt>
                <c:pt idx="3268">
                  <c:v>886.65</c:v>
                </c:pt>
                <c:pt idx="3269">
                  <c:v>894</c:v>
                </c:pt>
                <c:pt idx="3270">
                  <c:v>886.7</c:v>
                </c:pt>
                <c:pt idx="3271">
                  <c:v>874.75</c:v>
                </c:pt>
                <c:pt idx="3272">
                  <c:v>875.65</c:v>
                </c:pt>
                <c:pt idx="3273">
                  <c:v>872.9</c:v>
                </c:pt>
                <c:pt idx="3274">
                  <c:v>863.55</c:v>
                </c:pt>
                <c:pt idx="3275">
                  <c:v>868.4</c:v>
                </c:pt>
                <c:pt idx="3276">
                  <c:v>875.45</c:v>
                </c:pt>
                <c:pt idx="3277">
                  <c:v>879</c:v>
                </c:pt>
                <c:pt idx="3278">
                  <c:v>856.05</c:v>
                </c:pt>
                <c:pt idx="3279">
                  <c:v>845.8</c:v>
                </c:pt>
                <c:pt idx="3280">
                  <c:v>847.5</c:v>
                </c:pt>
                <c:pt idx="3281">
                  <c:v>848.4</c:v>
                </c:pt>
                <c:pt idx="3282">
                  <c:v>874.8</c:v>
                </c:pt>
                <c:pt idx="3283">
                  <c:v>859.2</c:v>
                </c:pt>
                <c:pt idx="3284">
                  <c:v>862.6</c:v>
                </c:pt>
                <c:pt idx="3285">
                  <c:v>854.35</c:v>
                </c:pt>
                <c:pt idx="3286">
                  <c:v>823.5</c:v>
                </c:pt>
                <c:pt idx="3287">
                  <c:v>831.3</c:v>
                </c:pt>
                <c:pt idx="3288">
                  <c:v>813.85</c:v>
                </c:pt>
                <c:pt idx="3289">
                  <c:v>810.4</c:v>
                </c:pt>
                <c:pt idx="3290">
                  <c:v>812.6</c:v>
                </c:pt>
                <c:pt idx="3291">
                  <c:v>826.35</c:v>
                </c:pt>
                <c:pt idx="3292">
                  <c:v>835.25</c:v>
                </c:pt>
                <c:pt idx="3293">
                  <c:v>836.5</c:v>
                </c:pt>
                <c:pt idx="3294">
                  <c:v>851.3</c:v>
                </c:pt>
                <c:pt idx="3295">
                  <c:v>844.5</c:v>
                </c:pt>
                <c:pt idx="3296">
                  <c:v>847.85</c:v>
                </c:pt>
                <c:pt idx="3297">
                  <c:v>845</c:v>
                </c:pt>
                <c:pt idx="3298">
                  <c:v>860.05</c:v>
                </c:pt>
                <c:pt idx="3299">
                  <c:v>843.65</c:v>
                </c:pt>
                <c:pt idx="3300">
                  <c:v>834.3</c:v>
                </c:pt>
                <c:pt idx="3301">
                  <c:v>825</c:v>
                </c:pt>
                <c:pt idx="3302">
                  <c:v>822.7</c:v>
                </c:pt>
                <c:pt idx="3303">
                  <c:v>812.6</c:v>
                </c:pt>
                <c:pt idx="3304">
                  <c:v>810.6</c:v>
                </c:pt>
                <c:pt idx="3305">
                  <c:v>809.25</c:v>
                </c:pt>
                <c:pt idx="3306">
                  <c:v>783.35</c:v>
                </c:pt>
                <c:pt idx="3307">
                  <c:v>772.9</c:v>
                </c:pt>
                <c:pt idx="3308">
                  <c:v>778.75</c:v>
                </c:pt>
                <c:pt idx="3309">
                  <c:v>793.9</c:v>
                </c:pt>
                <c:pt idx="3310">
                  <c:v>776.55</c:v>
                </c:pt>
                <c:pt idx="3311">
                  <c:v>767.55</c:v>
                </c:pt>
                <c:pt idx="3312">
                  <c:v>780.1</c:v>
                </c:pt>
                <c:pt idx="3313">
                  <c:v>789.4</c:v>
                </c:pt>
                <c:pt idx="3314">
                  <c:v>776.95</c:v>
                </c:pt>
                <c:pt idx="3315">
                  <c:v>779.4</c:v>
                </c:pt>
                <c:pt idx="3316">
                  <c:v>771.1</c:v>
                </c:pt>
                <c:pt idx="3317">
                  <c:v>775.35</c:v>
                </c:pt>
                <c:pt idx="3318">
                  <c:v>793.6</c:v>
                </c:pt>
                <c:pt idx="3319">
                  <c:v>804.95</c:v>
                </c:pt>
                <c:pt idx="3320">
                  <c:v>773.7</c:v>
                </c:pt>
                <c:pt idx="3321">
                  <c:v>781.6</c:v>
                </c:pt>
                <c:pt idx="3322">
                  <c:v>789.75</c:v>
                </c:pt>
                <c:pt idx="3323">
                  <c:v>803.7</c:v>
                </c:pt>
                <c:pt idx="3324">
                  <c:v>819.65</c:v>
                </c:pt>
                <c:pt idx="3325">
                  <c:v>792.4</c:v>
                </c:pt>
                <c:pt idx="3326">
                  <c:v>792.65</c:v>
                </c:pt>
                <c:pt idx="3327">
                  <c:v>788.2</c:v>
                </c:pt>
                <c:pt idx="3328">
                  <c:v>802.9</c:v>
                </c:pt>
                <c:pt idx="3329">
                  <c:v>800.5</c:v>
                </c:pt>
                <c:pt idx="3330">
                  <c:v>821.6</c:v>
                </c:pt>
                <c:pt idx="3331">
                  <c:v>828.15</c:v>
                </c:pt>
                <c:pt idx="3332">
                  <c:v>829.65</c:v>
                </c:pt>
                <c:pt idx="3333">
                  <c:v>818.1</c:v>
                </c:pt>
                <c:pt idx="3334">
                  <c:v>812.95</c:v>
                </c:pt>
                <c:pt idx="3335">
                  <c:v>814.1</c:v>
                </c:pt>
                <c:pt idx="3336">
                  <c:v>803</c:v>
                </c:pt>
                <c:pt idx="3337">
                  <c:v>798.15</c:v>
                </c:pt>
                <c:pt idx="3338">
                  <c:v>819</c:v>
                </c:pt>
                <c:pt idx="3339">
                  <c:v>840.65</c:v>
                </c:pt>
                <c:pt idx="3340">
                  <c:v>835.5</c:v>
                </c:pt>
                <c:pt idx="3341">
                  <c:v>831.15</c:v>
                </c:pt>
                <c:pt idx="3342">
                  <c:v>828.6</c:v>
                </c:pt>
                <c:pt idx="3343">
                  <c:v>818.75</c:v>
                </c:pt>
                <c:pt idx="3344">
                  <c:v>784.45</c:v>
                </c:pt>
                <c:pt idx="3345">
                  <c:v>786.45</c:v>
                </c:pt>
                <c:pt idx="3346">
                  <c:v>828.3</c:v>
                </c:pt>
                <c:pt idx="3347">
                  <c:v>843.4</c:v>
                </c:pt>
                <c:pt idx="3348">
                  <c:v>847.9</c:v>
                </c:pt>
                <c:pt idx="3349">
                  <c:v>836.8</c:v>
                </c:pt>
                <c:pt idx="3350">
                  <c:v>806.3</c:v>
                </c:pt>
                <c:pt idx="3351">
                  <c:v>787.9</c:v>
                </c:pt>
                <c:pt idx="3352">
                  <c:v>780.2</c:v>
                </c:pt>
                <c:pt idx="3353">
                  <c:v>802</c:v>
                </c:pt>
                <c:pt idx="3354">
                  <c:v>792</c:v>
                </c:pt>
                <c:pt idx="3355">
                  <c:v>783.6</c:v>
                </c:pt>
                <c:pt idx="3356">
                  <c:v>789.35</c:v>
                </c:pt>
                <c:pt idx="3357">
                  <c:v>785.6</c:v>
                </c:pt>
                <c:pt idx="3358">
                  <c:v>790.8</c:v>
                </c:pt>
                <c:pt idx="3359">
                  <c:v>789.8</c:v>
                </c:pt>
                <c:pt idx="3360">
                  <c:v>814.65</c:v>
                </c:pt>
                <c:pt idx="3361">
                  <c:v>825.55</c:v>
                </c:pt>
                <c:pt idx="3362">
                  <c:v>823.4</c:v>
                </c:pt>
                <c:pt idx="3363">
                  <c:v>831.7</c:v>
                </c:pt>
                <c:pt idx="3364">
                  <c:v>798</c:v>
                </c:pt>
                <c:pt idx="3365">
                  <c:v>792.85</c:v>
                </c:pt>
                <c:pt idx="3366">
                  <c:v>792.65</c:v>
                </c:pt>
                <c:pt idx="3367">
                  <c:v>803.8</c:v>
                </c:pt>
                <c:pt idx="3368">
                  <c:v>803.6</c:v>
                </c:pt>
                <c:pt idx="3369">
                  <c:v>830</c:v>
                </c:pt>
                <c:pt idx="3370">
                  <c:v>862.6</c:v>
                </c:pt>
                <c:pt idx="3371">
                  <c:v>885.7</c:v>
                </c:pt>
                <c:pt idx="3372">
                  <c:v>871.85</c:v>
                </c:pt>
                <c:pt idx="3373">
                  <c:v>850.85</c:v>
                </c:pt>
                <c:pt idx="3374">
                  <c:v>861.65</c:v>
                </c:pt>
                <c:pt idx="3375">
                  <c:v>880.35</c:v>
                </c:pt>
                <c:pt idx="3376">
                  <c:v>866.95</c:v>
                </c:pt>
                <c:pt idx="3377">
                  <c:v>874.8</c:v>
                </c:pt>
                <c:pt idx="3378">
                  <c:v>856</c:v>
                </c:pt>
                <c:pt idx="3379">
                  <c:v>870.05</c:v>
                </c:pt>
                <c:pt idx="3380">
                  <c:v>889.95</c:v>
                </c:pt>
                <c:pt idx="3381">
                  <c:v>896.85</c:v>
                </c:pt>
                <c:pt idx="3382">
                  <c:v>900.6</c:v>
                </c:pt>
                <c:pt idx="3383">
                  <c:v>914.95</c:v>
                </c:pt>
                <c:pt idx="3384">
                  <c:v>917.25</c:v>
                </c:pt>
                <c:pt idx="3385">
                  <c:v>923.7</c:v>
                </c:pt>
                <c:pt idx="3386">
                  <c:v>909.05</c:v>
                </c:pt>
                <c:pt idx="3387">
                  <c:v>909.55</c:v>
                </c:pt>
                <c:pt idx="3388">
                  <c:v>909.35</c:v>
                </c:pt>
                <c:pt idx="3389">
                  <c:v>890.75</c:v>
                </c:pt>
                <c:pt idx="3390">
                  <c:v>890.15</c:v>
                </c:pt>
                <c:pt idx="3391">
                  <c:v>885.7</c:v>
                </c:pt>
                <c:pt idx="3392">
                  <c:v>857.35</c:v>
                </c:pt>
                <c:pt idx="3393">
                  <c:v>872.05</c:v>
                </c:pt>
                <c:pt idx="3394">
                  <c:v>850</c:v>
                </c:pt>
                <c:pt idx="3395">
                  <c:v>857.35</c:v>
                </c:pt>
                <c:pt idx="3396">
                  <c:v>861.55</c:v>
                </c:pt>
                <c:pt idx="3397">
                  <c:v>841.05</c:v>
                </c:pt>
                <c:pt idx="3398">
                  <c:v>872.45</c:v>
                </c:pt>
                <c:pt idx="3399">
                  <c:v>865.65</c:v>
                </c:pt>
                <c:pt idx="3400">
                  <c:v>845.65</c:v>
                </c:pt>
                <c:pt idx="3401">
                  <c:v>852.9</c:v>
                </c:pt>
                <c:pt idx="3402">
                  <c:v>865</c:v>
                </c:pt>
                <c:pt idx="3403">
                  <c:v>826.7</c:v>
                </c:pt>
                <c:pt idx="3404">
                  <c:v>820.25</c:v>
                </c:pt>
                <c:pt idx="3405">
                  <c:v>825.35</c:v>
                </c:pt>
                <c:pt idx="3406">
                  <c:v>783.6</c:v>
                </c:pt>
                <c:pt idx="3407">
                  <c:v>806.1</c:v>
                </c:pt>
                <c:pt idx="3408">
                  <c:v>819.5</c:v>
                </c:pt>
                <c:pt idx="3409">
                  <c:v>822.6</c:v>
                </c:pt>
                <c:pt idx="3410">
                  <c:v>803.25</c:v>
                </c:pt>
                <c:pt idx="3411">
                  <c:v>811.8</c:v>
                </c:pt>
                <c:pt idx="3412">
                  <c:v>845.25</c:v>
                </c:pt>
                <c:pt idx="3413">
                  <c:v>853.85</c:v>
                </c:pt>
                <c:pt idx="3414">
                  <c:v>886.75</c:v>
                </c:pt>
                <c:pt idx="3415">
                  <c:v>831</c:v>
                </c:pt>
                <c:pt idx="3416">
                  <c:v>849.35</c:v>
                </c:pt>
                <c:pt idx="3417">
                  <c:v>862.55</c:v>
                </c:pt>
                <c:pt idx="3418">
                  <c:v>868</c:v>
                </c:pt>
                <c:pt idx="3419">
                  <c:v>890.35</c:v>
                </c:pt>
                <c:pt idx="3420">
                  <c:v>887.75</c:v>
                </c:pt>
                <c:pt idx="3421">
                  <c:v>875.4</c:v>
                </c:pt>
                <c:pt idx="3422">
                  <c:v>873</c:v>
                </c:pt>
                <c:pt idx="3423">
                  <c:v>861.75</c:v>
                </c:pt>
                <c:pt idx="3424">
                  <c:v>858.15</c:v>
                </c:pt>
                <c:pt idx="3425">
                  <c:v>871.95</c:v>
                </c:pt>
                <c:pt idx="3426">
                  <c:v>890.6</c:v>
                </c:pt>
                <c:pt idx="3427">
                  <c:v>881.9</c:v>
                </c:pt>
                <c:pt idx="3428">
                  <c:v>874.35</c:v>
                </c:pt>
                <c:pt idx="3429">
                  <c:v>874.6</c:v>
                </c:pt>
                <c:pt idx="3430">
                  <c:v>849.05</c:v>
                </c:pt>
                <c:pt idx="3431">
                  <c:v>838.25</c:v>
                </c:pt>
                <c:pt idx="3432">
                  <c:v>839.9</c:v>
                </c:pt>
                <c:pt idx="3433">
                  <c:v>822.4</c:v>
                </c:pt>
                <c:pt idx="3434">
                  <c:v>821.45</c:v>
                </c:pt>
                <c:pt idx="3435">
                  <c:v>846.95</c:v>
                </c:pt>
                <c:pt idx="3436">
                  <c:v>854.4</c:v>
                </c:pt>
                <c:pt idx="3437">
                  <c:v>844.05</c:v>
                </c:pt>
                <c:pt idx="3438">
                  <c:v>844.95</c:v>
                </c:pt>
                <c:pt idx="3439">
                  <c:v>860.9</c:v>
                </c:pt>
                <c:pt idx="3440">
                  <c:v>860</c:v>
                </c:pt>
                <c:pt idx="3441">
                  <c:v>863.35</c:v>
                </c:pt>
                <c:pt idx="3442">
                  <c:v>870.3</c:v>
                </c:pt>
                <c:pt idx="3443">
                  <c:v>867.8</c:v>
                </c:pt>
                <c:pt idx="3444">
                  <c:v>880.35</c:v>
                </c:pt>
                <c:pt idx="3445">
                  <c:v>905.65</c:v>
                </c:pt>
                <c:pt idx="3446">
                  <c:v>913.2</c:v>
                </c:pt>
                <c:pt idx="3447">
                  <c:v>904.2</c:v>
                </c:pt>
                <c:pt idx="3448">
                  <c:v>896.75</c:v>
                </c:pt>
                <c:pt idx="3449">
                  <c:v>884.5</c:v>
                </c:pt>
                <c:pt idx="3450">
                  <c:v>887</c:v>
                </c:pt>
                <c:pt idx="3451">
                  <c:v>890.75</c:v>
                </c:pt>
                <c:pt idx="3452">
                  <c:v>896.8</c:v>
                </c:pt>
                <c:pt idx="3453">
                  <c:v>898.15</c:v>
                </c:pt>
                <c:pt idx="3454">
                  <c:v>914.7</c:v>
                </c:pt>
                <c:pt idx="3455">
                  <c:v>908.25</c:v>
                </c:pt>
                <c:pt idx="3456">
                  <c:v>908.7</c:v>
                </c:pt>
                <c:pt idx="3457">
                  <c:v>909.7</c:v>
                </c:pt>
                <c:pt idx="3458">
                  <c:v>898.6</c:v>
                </c:pt>
                <c:pt idx="3459">
                  <c:v>885.9</c:v>
                </c:pt>
                <c:pt idx="3460">
                  <c:v>875.95</c:v>
                </c:pt>
                <c:pt idx="3461">
                  <c:v>863.9</c:v>
                </c:pt>
                <c:pt idx="3462">
                  <c:v>852.6</c:v>
                </c:pt>
                <c:pt idx="3463">
                  <c:v>844.4</c:v>
                </c:pt>
                <c:pt idx="3464">
                  <c:v>851.65</c:v>
                </c:pt>
                <c:pt idx="3465">
                  <c:v>874.75</c:v>
                </c:pt>
                <c:pt idx="3466">
                  <c:v>878.35</c:v>
                </c:pt>
                <c:pt idx="3467">
                  <c:v>862.5</c:v>
                </c:pt>
                <c:pt idx="3468">
                  <c:v>847.6</c:v>
                </c:pt>
                <c:pt idx="3469">
                  <c:v>843.75</c:v>
                </c:pt>
                <c:pt idx="3470">
                  <c:v>851.7</c:v>
                </c:pt>
                <c:pt idx="3471">
                  <c:v>841.25</c:v>
                </c:pt>
                <c:pt idx="3472">
                  <c:v>837.95</c:v>
                </c:pt>
                <c:pt idx="3473">
                  <c:v>847.95</c:v>
                </c:pt>
                <c:pt idx="3474">
                  <c:v>853.2</c:v>
                </c:pt>
                <c:pt idx="3475">
                  <c:v>855.3</c:v>
                </c:pt>
                <c:pt idx="3476">
                  <c:v>861.9</c:v>
                </c:pt>
                <c:pt idx="3477">
                  <c:v>856.05</c:v>
                </c:pt>
                <c:pt idx="3478">
                  <c:v>871</c:v>
                </c:pt>
                <c:pt idx="3479">
                  <c:v>866.7</c:v>
                </c:pt>
                <c:pt idx="3480">
                  <c:v>878.95</c:v>
                </c:pt>
                <c:pt idx="3481">
                  <c:v>884.65</c:v>
                </c:pt>
                <c:pt idx="3482">
                  <c:v>882.6</c:v>
                </c:pt>
                <c:pt idx="3483">
                  <c:v>870.2</c:v>
                </c:pt>
                <c:pt idx="3484">
                  <c:v>864.7</c:v>
                </c:pt>
                <c:pt idx="3485">
                  <c:v>845.05</c:v>
                </c:pt>
                <c:pt idx="3486">
                  <c:v>839.2</c:v>
                </c:pt>
                <c:pt idx="3487">
                  <c:v>859.95</c:v>
                </c:pt>
                <c:pt idx="3488">
                  <c:v>854.05</c:v>
                </c:pt>
                <c:pt idx="3489">
                  <c:v>895.15</c:v>
                </c:pt>
                <c:pt idx="3490">
                  <c:v>896.25</c:v>
                </c:pt>
                <c:pt idx="3491">
                  <c:v>898.05</c:v>
                </c:pt>
                <c:pt idx="3492">
                  <c:v>887.55</c:v>
                </c:pt>
                <c:pt idx="3493">
                  <c:v>878.85</c:v>
                </c:pt>
                <c:pt idx="3494">
                  <c:v>887.1</c:v>
                </c:pt>
                <c:pt idx="3495">
                  <c:v>895.2</c:v>
                </c:pt>
                <c:pt idx="3496">
                  <c:v>888.8</c:v>
                </c:pt>
                <c:pt idx="3497">
                  <c:v>875</c:v>
                </c:pt>
                <c:pt idx="3498">
                  <c:v>864.25</c:v>
                </c:pt>
                <c:pt idx="3499">
                  <c:v>854.95</c:v>
                </c:pt>
                <c:pt idx="3500">
                  <c:v>842.1</c:v>
                </c:pt>
                <c:pt idx="3501">
                  <c:v>849.05</c:v>
                </c:pt>
                <c:pt idx="3502">
                  <c:v>850.7</c:v>
                </c:pt>
                <c:pt idx="3503">
                  <c:v>858.15</c:v>
                </c:pt>
                <c:pt idx="3504">
                  <c:v>880.4</c:v>
                </c:pt>
                <c:pt idx="3505">
                  <c:v>881.5</c:v>
                </c:pt>
                <c:pt idx="3506">
                  <c:v>885.45</c:v>
                </c:pt>
                <c:pt idx="3507">
                  <c:v>886.15</c:v>
                </c:pt>
                <c:pt idx="3508">
                  <c:v>884.75</c:v>
                </c:pt>
                <c:pt idx="3509">
                  <c:v>869.75</c:v>
                </c:pt>
                <c:pt idx="3510">
                  <c:v>863.05</c:v>
                </c:pt>
                <c:pt idx="3511">
                  <c:v>872.45</c:v>
                </c:pt>
                <c:pt idx="3512">
                  <c:v>865.8</c:v>
                </c:pt>
                <c:pt idx="3513">
                  <c:v>867.65</c:v>
                </c:pt>
                <c:pt idx="3514">
                  <c:v>843.15</c:v>
                </c:pt>
                <c:pt idx="3515">
                  <c:v>844.85</c:v>
                </c:pt>
                <c:pt idx="3516">
                  <c:v>836.6</c:v>
                </c:pt>
                <c:pt idx="3517">
                  <c:v>825</c:v>
                </c:pt>
                <c:pt idx="3518">
                  <c:v>831.15</c:v>
                </c:pt>
                <c:pt idx="3519">
                  <c:v>820.9</c:v>
                </c:pt>
                <c:pt idx="3520">
                  <c:v>821.55</c:v>
                </c:pt>
                <c:pt idx="3521">
                  <c:v>817.25</c:v>
                </c:pt>
                <c:pt idx="3522">
                  <c:v>815.85</c:v>
                </c:pt>
                <c:pt idx="3523">
                  <c:v>814.45</c:v>
                </c:pt>
                <c:pt idx="3524">
                  <c:v>821.95</c:v>
                </c:pt>
                <c:pt idx="3525">
                  <c:v>805.25</c:v>
                </c:pt>
                <c:pt idx="3526">
                  <c:v>817.9</c:v>
                </c:pt>
                <c:pt idx="3527">
                  <c:v>807.4</c:v>
                </c:pt>
                <c:pt idx="3528">
                  <c:v>822.05</c:v>
                </c:pt>
                <c:pt idx="3529">
                  <c:v>812.3</c:v>
                </c:pt>
                <c:pt idx="3530">
                  <c:v>813.15</c:v>
                </c:pt>
                <c:pt idx="3531">
                  <c:v>812.25</c:v>
                </c:pt>
                <c:pt idx="3532">
                  <c:v>805.45</c:v>
                </c:pt>
                <c:pt idx="3533">
                  <c:v>811.5</c:v>
                </c:pt>
                <c:pt idx="3534">
                  <c:v>812.35</c:v>
                </c:pt>
                <c:pt idx="3535">
                  <c:v>810.55</c:v>
                </c:pt>
                <c:pt idx="3536">
                  <c:v>810.7</c:v>
                </c:pt>
                <c:pt idx="3537">
                  <c:v>799.95</c:v>
                </c:pt>
                <c:pt idx="3538">
                  <c:v>803.4</c:v>
                </c:pt>
                <c:pt idx="3539">
                  <c:v>812.95</c:v>
                </c:pt>
                <c:pt idx="3540">
                  <c:v>807</c:v>
                </c:pt>
                <c:pt idx="3541">
                  <c:v>822.45</c:v>
                </c:pt>
                <c:pt idx="3542">
                  <c:v>869.4</c:v>
                </c:pt>
                <c:pt idx="3543">
                  <c:v>885.45</c:v>
                </c:pt>
                <c:pt idx="3544">
                  <c:v>874.75</c:v>
                </c:pt>
                <c:pt idx="3545">
                  <c:v>871.35</c:v>
                </c:pt>
                <c:pt idx="3546">
                  <c:v>879.55</c:v>
                </c:pt>
                <c:pt idx="3547">
                  <c:v>886.15</c:v>
                </c:pt>
                <c:pt idx="3548">
                  <c:v>896.45</c:v>
                </c:pt>
                <c:pt idx="3549">
                  <c:v>903</c:v>
                </c:pt>
                <c:pt idx="3550">
                  <c:v>906</c:v>
                </c:pt>
                <c:pt idx="3551">
                  <c:v>885.8</c:v>
                </c:pt>
                <c:pt idx="3552">
                  <c:v>888.15</c:v>
                </c:pt>
                <c:pt idx="3553">
                  <c:v>905.4</c:v>
                </c:pt>
                <c:pt idx="3554">
                  <c:v>879.3</c:v>
                </c:pt>
                <c:pt idx="3555">
                  <c:v>891.2</c:v>
                </c:pt>
                <c:pt idx="3556">
                  <c:v>900.75</c:v>
                </c:pt>
                <c:pt idx="3557">
                  <c:v>916.15</c:v>
                </c:pt>
                <c:pt idx="3558">
                  <c:v>930.75</c:v>
                </c:pt>
                <c:pt idx="3559">
                  <c:v>942.6</c:v>
                </c:pt>
                <c:pt idx="3560">
                  <c:v>958.2</c:v>
                </c:pt>
                <c:pt idx="3561">
                  <c:v>952.65</c:v>
                </c:pt>
                <c:pt idx="3562">
                  <c:v>944.25</c:v>
                </c:pt>
                <c:pt idx="3563">
                  <c:v>944.15</c:v>
                </c:pt>
                <c:pt idx="3564">
                  <c:v>962.15</c:v>
                </c:pt>
                <c:pt idx="3565">
                  <c:v>969.05</c:v>
                </c:pt>
                <c:pt idx="3566">
                  <c:v>953.75</c:v>
                </c:pt>
                <c:pt idx="3567">
                  <c:v>949.1</c:v>
                </c:pt>
                <c:pt idx="3568">
                  <c:v>941.3</c:v>
                </c:pt>
                <c:pt idx="3569">
                  <c:v>959.1</c:v>
                </c:pt>
                <c:pt idx="3570">
                  <c:v>959.6</c:v>
                </c:pt>
                <c:pt idx="3571">
                  <c:v>967.75</c:v>
                </c:pt>
                <c:pt idx="3572">
                  <c:v>967.15</c:v>
                </c:pt>
                <c:pt idx="3573">
                  <c:v>948.25</c:v>
                </c:pt>
                <c:pt idx="3574">
                  <c:v>945</c:v>
                </c:pt>
                <c:pt idx="3575">
                  <c:v>940.3</c:v>
                </c:pt>
                <c:pt idx="3576">
                  <c:v>935.8</c:v>
                </c:pt>
                <c:pt idx="3577">
                  <c:v>928.1</c:v>
                </c:pt>
                <c:pt idx="3578">
                  <c:v>946.85</c:v>
                </c:pt>
                <c:pt idx="3579">
                  <c:v>963.35</c:v>
                </c:pt>
                <c:pt idx="3580">
                  <c:v>960.85</c:v>
                </c:pt>
                <c:pt idx="3581">
                  <c:v>960.3</c:v>
                </c:pt>
                <c:pt idx="3582">
                  <c:v>997.6</c:v>
                </c:pt>
                <c:pt idx="3583">
                  <c:v>1028.7</c:v>
                </c:pt>
                <c:pt idx="3584">
                  <c:v>1063.4000000000001</c:v>
                </c:pt>
                <c:pt idx="3585">
                  <c:v>1045.5</c:v>
                </c:pt>
                <c:pt idx="3586">
                  <c:v>1053.4000000000001</c:v>
                </c:pt>
                <c:pt idx="3587">
                  <c:v>1079.25</c:v>
                </c:pt>
                <c:pt idx="3588">
                  <c:v>1120.05</c:v>
                </c:pt>
                <c:pt idx="3589">
                  <c:v>1079.8499999999999</c:v>
                </c:pt>
                <c:pt idx="3590">
                  <c:v>1078.4000000000001</c:v>
                </c:pt>
                <c:pt idx="3591">
                  <c:v>1100.8</c:v>
                </c:pt>
                <c:pt idx="3592">
                  <c:v>1127.45</c:v>
                </c:pt>
                <c:pt idx="3593">
                  <c:v>1101.7</c:v>
                </c:pt>
                <c:pt idx="3594">
                  <c:v>1087.95</c:v>
                </c:pt>
                <c:pt idx="3595">
                  <c:v>1088.9000000000001</c:v>
                </c:pt>
                <c:pt idx="3596">
                  <c:v>1073.55</c:v>
                </c:pt>
                <c:pt idx="3597">
                  <c:v>1064.7</c:v>
                </c:pt>
                <c:pt idx="3598">
                  <c:v>1082.2</c:v>
                </c:pt>
                <c:pt idx="3599">
                  <c:v>1095.4000000000001</c:v>
                </c:pt>
                <c:pt idx="3600">
                  <c:v>1077.5</c:v>
                </c:pt>
                <c:pt idx="3601">
                  <c:v>1089.9000000000001</c:v>
                </c:pt>
                <c:pt idx="3602">
                  <c:v>1122.4000000000001</c:v>
                </c:pt>
                <c:pt idx="3603">
                  <c:v>1122.6500000000001</c:v>
                </c:pt>
                <c:pt idx="3604">
                  <c:v>1118.3</c:v>
                </c:pt>
                <c:pt idx="3605">
                  <c:v>1102.0999999999999</c:v>
                </c:pt>
                <c:pt idx="3606">
                  <c:v>1094.1500000000001</c:v>
                </c:pt>
                <c:pt idx="3607">
                  <c:v>1081.9000000000001</c:v>
                </c:pt>
                <c:pt idx="3608">
                  <c:v>1065.45</c:v>
                </c:pt>
                <c:pt idx="3609">
                  <c:v>1090.05</c:v>
                </c:pt>
                <c:pt idx="3610">
                  <c:v>1066.75</c:v>
                </c:pt>
                <c:pt idx="3611">
                  <c:v>1042.0999999999999</c:v>
                </c:pt>
                <c:pt idx="3612">
                  <c:v>1036.5</c:v>
                </c:pt>
                <c:pt idx="3613">
                  <c:v>1037.95</c:v>
                </c:pt>
                <c:pt idx="3614">
                  <c:v>1059.8499999999999</c:v>
                </c:pt>
                <c:pt idx="3615">
                  <c:v>1051</c:v>
                </c:pt>
                <c:pt idx="3616">
                  <c:v>1011.9</c:v>
                </c:pt>
                <c:pt idx="3617">
                  <c:v>1012.1</c:v>
                </c:pt>
                <c:pt idx="3618">
                  <c:v>1015.4</c:v>
                </c:pt>
                <c:pt idx="3619">
                  <c:v>1008</c:v>
                </c:pt>
                <c:pt idx="3620">
                  <c:v>1018.25</c:v>
                </c:pt>
                <c:pt idx="3621">
                  <c:v>1006.5</c:v>
                </c:pt>
                <c:pt idx="3622">
                  <c:v>1031.95</c:v>
                </c:pt>
                <c:pt idx="3623">
                  <c:v>1027.2</c:v>
                </c:pt>
                <c:pt idx="3624">
                  <c:v>995.05</c:v>
                </c:pt>
                <c:pt idx="3625">
                  <c:v>1000.95</c:v>
                </c:pt>
                <c:pt idx="3626">
                  <c:v>997.2</c:v>
                </c:pt>
                <c:pt idx="3627">
                  <c:v>966.5</c:v>
                </c:pt>
                <c:pt idx="3628">
                  <c:v>961.75</c:v>
                </c:pt>
                <c:pt idx="3629">
                  <c:v>972.2</c:v>
                </c:pt>
                <c:pt idx="3630">
                  <c:v>989.7</c:v>
                </c:pt>
                <c:pt idx="3631">
                  <c:v>982.5</c:v>
                </c:pt>
                <c:pt idx="3632">
                  <c:v>976.75</c:v>
                </c:pt>
                <c:pt idx="3633">
                  <c:v>997.65</c:v>
                </c:pt>
                <c:pt idx="3634">
                  <c:v>1030.95</c:v>
                </c:pt>
                <c:pt idx="3635">
                  <c:v>1033.25</c:v>
                </c:pt>
                <c:pt idx="3636">
                  <c:v>1041.05</c:v>
                </c:pt>
                <c:pt idx="3637">
                  <c:v>1021.85</c:v>
                </c:pt>
                <c:pt idx="3638">
                  <c:v>1005.6</c:v>
                </c:pt>
                <c:pt idx="3639">
                  <c:v>1006.15</c:v>
                </c:pt>
                <c:pt idx="3640">
                  <c:v>1006.45</c:v>
                </c:pt>
                <c:pt idx="3641">
                  <c:v>976.3</c:v>
                </c:pt>
                <c:pt idx="3642">
                  <c:v>985</c:v>
                </c:pt>
                <c:pt idx="3643">
                  <c:v>983.85</c:v>
                </c:pt>
                <c:pt idx="3644">
                  <c:v>988.15</c:v>
                </c:pt>
                <c:pt idx="3645">
                  <c:v>989.3</c:v>
                </c:pt>
                <c:pt idx="3646">
                  <c:v>980.5</c:v>
                </c:pt>
                <c:pt idx="3647">
                  <c:v>980.5</c:v>
                </c:pt>
                <c:pt idx="3648">
                  <c:v>984.4</c:v>
                </c:pt>
                <c:pt idx="3649">
                  <c:v>990.15</c:v>
                </c:pt>
                <c:pt idx="3650">
                  <c:v>1002.95</c:v>
                </c:pt>
                <c:pt idx="3651">
                  <c:v>1013.05</c:v>
                </c:pt>
                <c:pt idx="3652">
                  <c:v>1009.3</c:v>
                </c:pt>
                <c:pt idx="3653">
                  <c:v>998.35</c:v>
                </c:pt>
                <c:pt idx="3654">
                  <c:v>995.1</c:v>
                </c:pt>
                <c:pt idx="3655">
                  <c:v>998.3</c:v>
                </c:pt>
                <c:pt idx="3656">
                  <c:v>995.8</c:v>
                </c:pt>
                <c:pt idx="3657">
                  <c:v>993.35</c:v>
                </c:pt>
                <c:pt idx="3658">
                  <c:v>993.7</c:v>
                </c:pt>
                <c:pt idx="3659">
                  <c:v>998.7</c:v>
                </c:pt>
                <c:pt idx="3660">
                  <c:v>1014.1</c:v>
                </c:pt>
                <c:pt idx="3661">
                  <c:v>1023.8</c:v>
                </c:pt>
                <c:pt idx="3662">
                  <c:v>1031.25</c:v>
                </c:pt>
                <c:pt idx="3663">
                  <c:v>1025.9000000000001</c:v>
                </c:pt>
                <c:pt idx="3664">
                  <c:v>1025.6500000000001</c:v>
                </c:pt>
                <c:pt idx="3665">
                  <c:v>1037.7</c:v>
                </c:pt>
                <c:pt idx="3666">
                  <c:v>1033</c:v>
                </c:pt>
                <c:pt idx="3667">
                  <c:v>1015.85</c:v>
                </c:pt>
                <c:pt idx="3668">
                  <c:v>1019.4</c:v>
                </c:pt>
                <c:pt idx="3669">
                  <c:v>1015.6</c:v>
                </c:pt>
                <c:pt idx="3670">
                  <c:v>1002.75</c:v>
                </c:pt>
                <c:pt idx="3671">
                  <c:v>979.4</c:v>
                </c:pt>
                <c:pt idx="3672">
                  <c:v>988.65</c:v>
                </c:pt>
                <c:pt idx="3673">
                  <c:v>1004.9</c:v>
                </c:pt>
                <c:pt idx="3674">
                  <c:v>995.45</c:v>
                </c:pt>
                <c:pt idx="3675">
                  <c:v>991.55</c:v>
                </c:pt>
                <c:pt idx="3676">
                  <c:v>965.85</c:v>
                </c:pt>
                <c:pt idx="3677">
                  <c:v>965.05</c:v>
                </c:pt>
                <c:pt idx="3678">
                  <c:v>929.85</c:v>
                </c:pt>
                <c:pt idx="3679">
                  <c:v>933.25</c:v>
                </c:pt>
                <c:pt idx="3680">
                  <c:v>933.15</c:v>
                </c:pt>
                <c:pt idx="3681">
                  <c:v>945.7</c:v>
                </c:pt>
                <c:pt idx="3682">
                  <c:v>927.2</c:v>
                </c:pt>
                <c:pt idx="3683">
                  <c:v>926.15</c:v>
                </c:pt>
                <c:pt idx="3684">
                  <c:v>936.7</c:v>
                </c:pt>
                <c:pt idx="3685">
                  <c:v>954.65</c:v>
                </c:pt>
                <c:pt idx="3686">
                  <c:v>960.65</c:v>
                </c:pt>
                <c:pt idx="3687">
                  <c:v>957.9</c:v>
                </c:pt>
                <c:pt idx="3688">
                  <c:v>961.25</c:v>
                </c:pt>
                <c:pt idx="3689">
                  <c:v>931</c:v>
                </c:pt>
                <c:pt idx="3690">
                  <c:v>937.9</c:v>
                </c:pt>
                <c:pt idx="3691">
                  <c:v>935.05</c:v>
                </c:pt>
                <c:pt idx="3692">
                  <c:v>929.35</c:v>
                </c:pt>
                <c:pt idx="3693">
                  <c:v>945.65</c:v>
                </c:pt>
                <c:pt idx="3694">
                  <c:v>952.7</c:v>
                </c:pt>
                <c:pt idx="3695">
                  <c:v>941.35</c:v>
                </c:pt>
                <c:pt idx="3696">
                  <c:v>934.05</c:v>
                </c:pt>
                <c:pt idx="3697">
                  <c:v>951.6</c:v>
                </c:pt>
                <c:pt idx="3698">
                  <c:v>979.25</c:v>
                </c:pt>
                <c:pt idx="3699">
                  <c:v>1000.55</c:v>
                </c:pt>
                <c:pt idx="3700">
                  <c:v>1002.35</c:v>
                </c:pt>
                <c:pt idx="3701">
                  <c:v>991.3</c:v>
                </c:pt>
                <c:pt idx="3702">
                  <c:v>980.5</c:v>
                </c:pt>
                <c:pt idx="3703">
                  <c:v>969.35</c:v>
                </c:pt>
                <c:pt idx="3704">
                  <c:v>977.7</c:v>
                </c:pt>
                <c:pt idx="3705">
                  <c:v>974.05</c:v>
                </c:pt>
                <c:pt idx="3706">
                  <c:v>969.25</c:v>
                </c:pt>
                <c:pt idx="3707">
                  <c:v>969.15</c:v>
                </c:pt>
                <c:pt idx="3708">
                  <c:v>985.2</c:v>
                </c:pt>
                <c:pt idx="3709">
                  <c:v>988.65</c:v>
                </c:pt>
                <c:pt idx="3710">
                  <c:v>978.15</c:v>
                </c:pt>
                <c:pt idx="3711">
                  <c:v>980.75</c:v>
                </c:pt>
                <c:pt idx="3712">
                  <c:v>997.7</c:v>
                </c:pt>
                <c:pt idx="3713">
                  <c:v>985.35</c:v>
                </c:pt>
                <c:pt idx="3714">
                  <c:v>993</c:v>
                </c:pt>
                <c:pt idx="3715">
                  <c:v>987.05</c:v>
                </c:pt>
                <c:pt idx="3716">
                  <c:v>988.65</c:v>
                </c:pt>
                <c:pt idx="3717">
                  <c:v>991.6</c:v>
                </c:pt>
                <c:pt idx="3718">
                  <c:v>961.6</c:v>
                </c:pt>
                <c:pt idx="3719">
                  <c:v>962.65</c:v>
                </c:pt>
                <c:pt idx="3720">
                  <c:v>968.35</c:v>
                </c:pt>
                <c:pt idx="3721">
                  <c:v>958.55</c:v>
                </c:pt>
                <c:pt idx="3722">
                  <c:v>957.35</c:v>
                </c:pt>
                <c:pt idx="3723">
                  <c:v>944.6</c:v>
                </c:pt>
                <c:pt idx="3724">
                  <c:v>939.85</c:v>
                </c:pt>
                <c:pt idx="3725">
                  <c:v>932.55</c:v>
                </c:pt>
                <c:pt idx="3726">
                  <c:v>906.15</c:v>
                </c:pt>
                <c:pt idx="3727">
                  <c:v>882.35</c:v>
                </c:pt>
                <c:pt idx="3728">
                  <c:v>878.8</c:v>
                </c:pt>
                <c:pt idx="3729">
                  <c:v>864.6</c:v>
                </c:pt>
                <c:pt idx="3730">
                  <c:v>869.5</c:v>
                </c:pt>
                <c:pt idx="3731">
                  <c:v>880.1</c:v>
                </c:pt>
                <c:pt idx="3732">
                  <c:v>900.55</c:v>
                </c:pt>
                <c:pt idx="3733">
                  <c:v>904.9</c:v>
                </c:pt>
                <c:pt idx="3734">
                  <c:v>893.75</c:v>
                </c:pt>
                <c:pt idx="3735">
                  <c:v>884.15</c:v>
                </c:pt>
                <c:pt idx="3736">
                  <c:v>888.85</c:v>
                </c:pt>
                <c:pt idx="3737">
                  <c:v>897</c:v>
                </c:pt>
                <c:pt idx="3738">
                  <c:v>880.15</c:v>
                </c:pt>
                <c:pt idx="3739">
                  <c:v>891.15</c:v>
                </c:pt>
                <c:pt idx="3740">
                  <c:v>887.9</c:v>
                </c:pt>
                <c:pt idx="3741">
                  <c:v>885.55</c:v>
                </c:pt>
                <c:pt idx="3742">
                  <c:v>875.85</c:v>
                </c:pt>
                <c:pt idx="3743">
                  <c:v>836.1</c:v>
                </c:pt>
                <c:pt idx="3744">
                  <c:v>854.3</c:v>
                </c:pt>
                <c:pt idx="3745">
                  <c:v>842.05</c:v>
                </c:pt>
                <c:pt idx="3746">
                  <c:v>860.3</c:v>
                </c:pt>
                <c:pt idx="3747">
                  <c:v>850.3</c:v>
                </c:pt>
                <c:pt idx="3748">
                  <c:v>843.15</c:v>
                </c:pt>
                <c:pt idx="3749">
                  <c:v>834.95</c:v>
                </c:pt>
                <c:pt idx="3750">
                  <c:v>864.25</c:v>
                </c:pt>
                <c:pt idx="3751">
                  <c:v>869.7</c:v>
                </c:pt>
                <c:pt idx="3752">
                  <c:v>879.65</c:v>
                </c:pt>
                <c:pt idx="3753">
                  <c:v>903.05</c:v>
                </c:pt>
                <c:pt idx="3754">
                  <c:v>906.75</c:v>
                </c:pt>
                <c:pt idx="3755">
                  <c:v>883.75</c:v>
                </c:pt>
                <c:pt idx="3756">
                  <c:v>886.9</c:v>
                </c:pt>
                <c:pt idx="3757">
                  <c:v>889.05</c:v>
                </c:pt>
                <c:pt idx="3758">
                  <c:v>906.85</c:v>
                </c:pt>
                <c:pt idx="3759">
                  <c:v>929.4</c:v>
                </c:pt>
                <c:pt idx="3760">
                  <c:v>915.25</c:v>
                </c:pt>
                <c:pt idx="3761">
                  <c:v>908.05</c:v>
                </c:pt>
                <c:pt idx="3762">
                  <c:v>937.6</c:v>
                </c:pt>
                <c:pt idx="3763">
                  <c:v>928.8</c:v>
                </c:pt>
                <c:pt idx="3764">
                  <c:v>923.7</c:v>
                </c:pt>
                <c:pt idx="3765">
                  <c:v>909.9</c:v>
                </c:pt>
                <c:pt idx="3766">
                  <c:v>896.7</c:v>
                </c:pt>
                <c:pt idx="3767">
                  <c:v>882</c:v>
                </c:pt>
                <c:pt idx="3768">
                  <c:v>900.7</c:v>
                </c:pt>
                <c:pt idx="3769">
                  <c:v>909.15</c:v>
                </c:pt>
                <c:pt idx="3770">
                  <c:v>917.5</c:v>
                </c:pt>
                <c:pt idx="3771">
                  <c:v>902.8</c:v>
                </c:pt>
                <c:pt idx="3772">
                  <c:v>901.65</c:v>
                </c:pt>
                <c:pt idx="3773">
                  <c:v>902.05</c:v>
                </c:pt>
                <c:pt idx="3774">
                  <c:v>873.1</c:v>
                </c:pt>
                <c:pt idx="3775">
                  <c:v>851.45</c:v>
                </c:pt>
                <c:pt idx="3776">
                  <c:v>841.45</c:v>
                </c:pt>
                <c:pt idx="3777">
                  <c:v>843.15</c:v>
                </c:pt>
                <c:pt idx="3778">
                  <c:v>842</c:v>
                </c:pt>
                <c:pt idx="3779">
                  <c:v>855.55</c:v>
                </c:pt>
                <c:pt idx="3780">
                  <c:v>865.15</c:v>
                </c:pt>
                <c:pt idx="3781">
                  <c:v>864.25</c:v>
                </c:pt>
                <c:pt idx="3782">
                  <c:v>900.8</c:v>
                </c:pt>
                <c:pt idx="3783">
                  <c:v>887.85</c:v>
                </c:pt>
                <c:pt idx="3784">
                  <c:v>884.95</c:v>
                </c:pt>
                <c:pt idx="3785">
                  <c:v>869.65</c:v>
                </c:pt>
                <c:pt idx="3786">
                  <c:v>859.15</c:v>
                </c:pt>
                <c:pt idx="3787">
                  <c:v>855.95</c:v>
                </c:pt>
                <c:pt idx="3788">
                  <c:v>863.8</c:v>
                </c:pt>
                <c:pt idx="3789">
                  <c:v>850.1</c:v>
                </c:pt>
                <c:pt idx="3790">
                  <c:v>842.1</c:v>
                </c:pt>
                <c:pt idx="3791">
                  <c:v>856.85</c:v>
                </c:pt>
                <c:pt idx="3792">
                  <c:v>868.65</c:v>
                </c:pt>
                <c:pt idx="3793">
                  <c:v>856.15</c:v>
                </c:pt>
                <c:pt idx="3794">
                  <c:v>854.1</c:v>
                </c:pt>
                <c:pt idx="3795">
                  <c:v>841.95</c:v>
                </c:pt>
                <c:pt idx="3796">
                  <c:v>847.95</c:v>
                </c:pt>
                <c:pt idx="3797">
                  <c:v>844.9</c:v>
                </c:pt>
                <c:pt idx="3798">
                  <c:v>829.3</c:v>
                </c:pt>
                <c:pt idx="3799">
                  <c:v>811.7</c:v>
                </c:pt>
                <c:pt idx="3800">
                  <c:v>810.75</c:v>
                </c:pt>
                <c:pt idx="3801">
                  <c:v>826</c:v>
                </c:pt>
                <c:pt idx="3802">
                  <c:v>836.05</c:v>
                </c:pt>
                <c:pt idx="3803">
                  <c:v>824.65</c:v>
                </c:pt>
                <c:pt idx="3804">
                  <c:v>832.85</c:v>
                </c:pt>
                <c:pt idx="3805">
                  <c:v>865.9</c:v>
                </c:pt>
                <c:pt idx="3806">
                  <c:v>895.1</c:v>
                </c:pt>
                <c:pt idx="3807">
                  <c:v>904.35</c:v>
                </c:pt>
                <c:pt idx="3808">
                  <c:v>922.5</c:v>
                </c:pt>
                <c:pt idx="3809">
                  <c:v>923.65</c:v>
                </c:pt>
                <c:pt idx="3810">
                  <c:v>928.35</c:v>
                </c:pt>
                <c:pt idx="3811">
                  <c:v>926.85</c:v>
                </c:pt>
                <c:pt idx="3812">
                  <c:v>885.65</c:v>
                </c:pt>
                <c:pt idx="3813">
                  <c:v>876.45</c:v>
                </c:pt>
                <c:pt idx="3814">
                  <c:v>879.75</c:v>
                </c:pt>
                <c:pt idx="3815">
                  <c:v>877.05</c:v>
                </c:pt>
                <c:pt idx="3816">
                  <c:v>878.9</c:v>
                </c:pt>
                <c:pt idx="3817">
                  <c:v>875.3</c:v>
                </c:pt>
                <c:pt idx="3818">
                  <c:v>865.2</c:v>
                </c:pt>
                <c:pt idx="3819">
                  <c:v>850</c:v>
                </c:pt>
                <c:pt idx="3820">
                  <c:v>862.35</c:v>
                </c:pt>
                <c:pt idx="3821">
                  <c:v>890.95</c:v>
                </c:pt>
                <c:pt idx="3822">
                  <c:v>892.15</c:v>
                </c:pt>
                <c:pt idx="3823">
                  <c:v>880.25</c:v>
                </c:pt>
                <c:pt idx="3824">
                  <c:v>870.75</c:v>
                </c:pt>
                <c:pt idx="3825">
                  <c:v>889.7</c:v>
                </c:pt>
                <c:pt idx="3826">
                  <c:v>895.95</c:v>
                </c:pt>
                <c:pt idx="3827">
                  <c:v>868.7</c:v>
                </c:pt>
                <c:pt idx="3828">
                  <c:v>885.1</c:v>
                </c:pt>
                <c:pt idx="3829">
                  <c:v>878.2</c:v>
                </c:pt>
                <c:pt idx="3830">
                  <c:v>873.95</c:v>
                </c:pt>
                <c:pt idx="3831">
                  <c:v>891.55</c:v>
                </c:pt>
                <c:pt idx="3832">
                  <c:v>895.55</c:v>
                </c:pt>
                <c:pt idx="3833">
                  <c:v>908.85</c:v>
                </c:pt>
                <c:pt idx="3834">
                  <c:v>896.75</c:v>
                </c:pt>
                <c:pt idx="3835">
                  <c:v>903.85</c:v>
                </c:pt>
                <c:pt idx="3836">
                  <c:v>894.5</c:v>
                </c:pt>
                <c:pt idx="3837">
                  <c:v>884.6</c:v>
                </c:pt>
                <c:pt idx="3838">
                  <c:v>885.3</c:v>
                </c:pt>
                <c:pt idx="3839">
                  <c:v>875.8</c:v>
                </c:pt>
                <c:pt idx="3840">
                  <c:v>877</c:v>
                </c:pt>
                <c:pt idx="3841">
                  <c:v>902.25</c:v>
                </c:pt>
                <c:pt idx="3842">
                  <c:v>898.65</c:v>
                </c:pt>
                <c:pt idx="3843">
                  <c:v>896.35</c:v>
                </c:pt>
                <c:pt idx="3844">
                  <c:v>912.7</c:v>
                </c:pt>
                <c:pt idx="3845">
                  <c:v>907.75</c:v>
                </c:pt>
                <c:pt idx="3846">
                  <c:v>885.45</c:v>
                </c:pt>
                <c:pt idx="3847">
                  <c:v>883.7</c:v>
                </c:pt>
                <c:pt idx="3848">
                  <c:v>905.8</c:v>
                </c:pt>
                <c:pt idx="3849">
                  <c:v>877.15</c:v>
                </c:pt>
                <c:pt idx="3850">
                  <c:v>889.85</c:v>
                </c:pt>
                <c:pt idx="3851">
                  <c:v>901.75</c:v>
                </c:pt>
                <c:pt idx="3852">
                  <c:v>903.95</c:v>
                </c:pt>
                <c:pt idx="3853">
                  <c:v>931.2</c:v>
                </c:pt>
                <c:pt idx="3854">
                  <c:v>978.95</c:v>
                </c:pt>
                <c:pt idx="3855">
                  <c:v>996.65</c:v>
                </c:pt>
                <c:pt idx="3856">
                  <c:v>991.7</c:v>
                </c:pt>
                <c:pt idx="3857">
                  <c:v>995</c:v>
                </c:pt>
                <c:pt idx="3858">
                  <c:v>990.9</c:v>
                </c:pt>
                <c:pt idx="3859">
                  <c:v>1004.55</c:v>
                </c:pt>
                <c:pt idx="3860">
                  <c:v>1000.7</c:v>
                </c:pt>
                <c:pt idx="3861">
                  <c:v>990.85</c:v>
                </c:pt>
                <c:pt idx="3862">
                  <c:v>1000.1</c:v>
                </c:pt>
                <c:pt idx="3863">
                  <c:v>1005.65</c:v>
                </c:pt>
                <c:pt idx="3864">
                  <c:v>1010.85</c:v>
                </c:pt>
                <c:pt idx="3865">
                  <c:v>1007.2</c:v>
                </c:pt>
                <c:pt idx="3866">
                  <c:v>1015.55</c:v>
                </c:pt>
                <c:pt idx="3867">
                  <c:v>1003.25</c:v>
                </c:pt>
                <c:pt idx="3868">
                  <c:v>996.6</c:v>
                </c:pt>
                <c:pt idx="3869">
                  <c:v>987.4</c:v>
                </c:pt>
                <c:pt idx="3870">
                  <c:v>1001.8</c:v>
                </c:pt>
                <c:pt idx="3871">
                  <c:v>1007</c:v>
                </c:pt>
                <c:pt idx="3872">
                  <c:v>997.8</c:v>
                </c:pt>
                <c:pt idx="3873">
                  <c:v>1011.15</c:v>
                </c:pt>
                <c:pt idx="3874">
                  <c:v>1023.7</c:v>
                </c:pt>
                <c:pt idx="3875">
                  <c:v>1021.7</c:v>
                </c:pt>
                <c:pt idx="3876">
                  <c:v>1024.75</c:v>
                </c:pt>
                <c:pt idx="3877">
                  <c:v>1007.8</c:v>
                </c:pt>
                <c:pt idx="3878">
                  <c:v>1050.4000000000001</c:v>
                </c:pt>
                <c:pt idx="3879">
                  <c:v>1045.3</c:v>
                </c:pt>
                <c:pt idx="3880">
                  <c:v>1025.05</c:v>
                </c:pt>
                <c:pt idx="3881">
                  <c:v>1005.35</c:v>
                </c:pt>
                <c:pt idx="3882">
                  <c:v>1010.25</c:v>
                </c:pt>
                <c:pt idx="3883">
                  <c:v>996</c:v>
                </c:pt>
                <c:pt idx="3884">
                  <c:v>1000.15</c:v>
                </c:pt>
                <c:pt idx="3885">
                  <c:v>1001.85</c:v>
                </c:pt>
                <c:pt idx="3886">
                  <c:v>1002.45</c:v>
                </c:pt>
                <c:pt idx="3887">
                  <c:v>988</c:v>
                </c:pt>
                <c:pt idx="3888">
                  <c:v>987.75</c:v>
                </c:pt>
                <c:pt idx="3889">
                  <c:v>978.95</c:v>
                </c:pt>
                <c:pt idx="3890">
                  <c:v>984.35</c:v>
                </c:pt>
                <c:pt idx="3891">
                  <c:v>968.9</c:v>
                </c:pt>
                <c:pt idx="3892">
                  <c:v>966</c:v>
                </c:pt>
                <c:pt idx="3893">
                  <c:v>942.9</c:v>
                </c:pt>
                <c:pt idx="3894">
                  <c:v>933.35</c:v>
                </c:pt>
                <c:pt idx="3895">
                  <c:v>966.95</c:v>
                </c:pt>
                <c:pt idx="3896">
                  <c:v>950.7</c:v>
                </c:pt>
                <c:pt idx="3897">
                  <c:v>944.1</c:v>
                </c:pt>
                <c:pt idx="3898">
                  <c:v>954.6</c:v>
                </c:pt>
                <c:pt idx="3899">
                  <c:v>916.3</c:v>
                </c:pt>
                <c:pt idx="3900">
                  <c:v>907.95</c:v>
                </c:pt>
                <c:pt idx="3901">
                  <c:v>829.55</c:v>
                </c:pt>
                <c:pt idx="3902">
                  <c:v>848.15</c:v>
                </c:pt>
                <c:pt idx="3903">
                  <c:v>853.4</c:v>
                </c:pt>
                <c:pt idx="3904">
                  <c:v>869.15</c:v>
                </c:pt>
                <c:pt idx="3905">
                  <c:v>872.4</c:v>
                </c:pt>
                <c:pt idx="3906">
                  <c:v>855.9</c:v>
                </c:pt>
                <c:pt idx="3907">
                  <c:v>839.85</c:v>
                </c:pt>
                <c:pt idx="3908">
                  <c:v>849.55</c:v>
                </c:pt>
                <c:pt idx="3909">
                  <c:v>853.85</c:v>
                </c:pt>
                <c:pt idx="3910">
                  <c:v>835.9</c:v>
                </c:pt>
                <c:pt idx="3911">
                  <c:v>833.2</c:v>
                </c:pt>
                <c:pt idx="3912">
                  <c:v>848.6</c:v>
                </c:pt>
                <c:pt idx="3913">
                  <c:v>874.05</c:v>
                </c:pt>
                <c:pt idx="3914">
                  <c:v>867</c:v>
                </c:pt>
                <c:pt idx="3915">
                  <c:v>860.95</c:v>
                </c:pt>
                <c:pt idx="3916">
                  <c:v>863.85</c:v>
                </c:pt>
                <c:pt idx="3917">
                  <c:v>868.15</c:v>
                </c:pt>
                <c:pt idx="3918">
                  <c:v>872.55</c:v>
                </c:pt>
                <c:pt idx="3919">
                  <c:v>895.4</c:v>
                </c:pt>
                <c:pt idx="3920">
                  <c:v>878.1</c:v>
                </c:pt>
                <c:pt idx="3921">
                  <c:v>847.9</c:v>
                </c:pt>
                <c:pt idx="3922">
                  <c:v>850.35</c:v>
                </c:pt>
                <c:pt idx="3923">
                  <c:v>837.35</c:v>
                </c:pt>
                <c:pt idx="3924">
                  <c:v>834.25</c:v>
                </c:pt>
                <c:pt idx="3925">
                  <c:v>840.75</c:v>
                </c:pt>
                <c:pt idx="3926">
                  <c:v>862.3</c:v>
                </c:pt>
                <c:pt idx="3927">
                  <c:v>864.7</c:v>
                </c:pt>
                <c:pt idx="3928">
                  <c:v>888</c:v>
                </c:pt>
                <c:pt idx="3929">
                  <c:v>898.05</c:v>
                </c:pt>
                <c:pt idx="3930">
                  <c:v>913.8</c:v>
                </c:pt>
                <c:pt idx="3931">
                  <c:v>889.1</c:v>
                </c:pt>
                <c:pt idx="3932">
                  <c:v>887.35</c:v>
                </c:pt>
                <c:pt idx="3933">
                  <c:v>891.75</c:v>
                </c:pt>
                <c:pt idx="3934">
                  <c:v>893.6</c:v>
                </c:pt>
                <c:pt idx="3935">
                  <c:v>902.95</c:v>
                </c:pt>
                <c:pt idx="3936">
                  <c:v>903.7</c:v>
                </c:pt>
                <c:pt idx="3937">
                  <c:v>912.15</c:v>
                </c:pt>
                <c:pt idx="3938">
                  <c:v>963.5</c:v>
                </c:pt>
                <c:pt idx="3939">
                  <c:v>956.7</c:v>
                </c:pt>
                <c:pt idx="3940">
                  <c:v>955</c:v>
                </c:pt>
                <c:pt idx="3941">
                  <c:v>955.65</c:v>
                </c:pt>
                <c:pt idx="3942">
                  <c:v>942.85</c:v>
                </c:pt>
                <c:pt idx="3943">
                  <c:v>939.55</c:v>
                </c:pt>
                <c:pt idx="3944">
                  <c:v>936.95</c:v>
                </c:pt>
                <c:pt idx="3945">
                  <c:v>941</c:v>
                </c:pt>
                <c:pt idx="3946">
                  <c:v>947.7</c:v>
                </c:pt>
                <c:pt idx="3947">
                  <c:v>959.8</c:v>
                </c:pt>
                <c:pt idx="3948">
                  <c:v>967.2</c:v>
                </c:pt>
                <c:pt idx="3949">
                  <c:v>951.3</c:v>
                </c:pt>
                <c:pt idx="3950">
                  <c:v>936.6</c:v>
                </c:pt>
                <c:pt idx="3951">
                  <c:v>952.4</c:v>
                </c:pt>
                <c:pt idx="3952">
                  <c:v>961.25</c:v>
                </c:pt>
                <c:pt idx="3953">
                  <c:v>922.75</c:v>
                </c:pt>
                <c:pt idx="3954">
                  <c:v>928.45</c:v>
                </c:pt>
                <c:pt idx="3955">
                  <c:v>933.05</c:v>
                </c:pt>
                <c:pt idx="3956">
                  <c:v>934.3</c:v>
                </c:pt>
                <c:pt idx="3957">
                  <c:v>927.75</c:v>
                </c:pt>
                <c:pt idx="3958">
                  <c:v>912</c:v>
                </c:pt>
                <c:pt idx="3959">
                  <c:v>934.75</c:v>
                </c:pt>
                <c:pt idx="3960">
                  <c:v>946.85</c:v>
                </c:pt>
                <c:pt idx="3961">
                  <c:v>953.75</c:v>
                </c:pt>
                <c:pt idx="3962">
                  <c:v>967.7</c:v>
                </c:pt>
                <c:pt idx="3963">
                  <c:v>988.65</c:v>
                </c:pt>
                <c:pt idx="3964">
                  <c:v>979.05</c:v>
                </c:pt>
                <c:pt idx="3965">
                  <c:v>965.85</c:v>
                </c:pt>
                <c:pt idx="3966">
                  <c:v>965.9</c:v>
                </c:pt>
                <c:pt idx="3967">
                  <c:v>977.95</c:v>
                </c:pt>
                <c:pt idx="3968">
                  <c:v>977.2</c:v>
                </c:pt>
                <c:pt idx="3969">
                  <c:v>965.45</c:v>
                </c:pt>
                <c:pt idx="3970">
                  <c:v>952.05</c:v>
                </c:pt>
                <c:pt idx="3971">
                  <c:v>940.9</c:v>
                </c:pt>
                <c:pt idx="3972">
                  <c:v>915.9</c:v>
                </c:pt>
                <c:pt idx="3973">
                  <c:v>950.35</c:v>
                </c:pt>
                <c:pt idx="3974">
                  <c:v>952.95</c:v>
                </c:pt>
                <c:pt idx="3975">
                  <c:v>955.1</c:v>
                </c:pt>
                <c:pt idx="3976">
                  <c:v>975.9</c:v>
                </c:pt>
                <c:pt idx="3977">
                  <c:v>978.65</c:v>
                </c:pt>
                <c:pt idx="3978">
                  <c:v>1009.7</c:v>
                </c:pt>
                <c:pt idx="3979">
                  <c:v>991.9</c:v>
                </c:pt>
                <c:pt idx="3980">
                  <c:v>992.1</c:v>
                </c:pt>
                <c:pt idx="3981">
                  <c:v>987.3</c:v>
                </c:pt>
                <c:pt idx="3982">
                  <c:v>1003.8</c:v>
                </c:pt>
                <c:pt idx="3983">
                  <c:v>1000.55</c:v>
                </c:pt>
                <c:pt idx="3984">
                  <c:v>1010.4</c:v>
                </c:pt>
                <c:pt idx="3985">
                  <c:v>1015.4</c:v>
                </c:pt>
                <c:pt idx="3986">
                  <c:v>1004.5</c:v>
                </c:pt>
                <c:pt idx="3987">
                  <c:v>1014.6</c:v>
                </c:pt>
                <c:pt idx="3988">
                  <c:v>1015.35</c:v>
                </c:pt>
                <c:pt idx="3989">
                  <c:v>995.3</c:v>
                </c:pt>
                <c:pt idx="3990">
                  <c:v>1005.15</c:v>
                </c:pt>
                <c:pt idx="3991">
                  <c:v>1032.2</c:v>
                </c:pt>
                <c:pt idx="3992">
                  <c:v>1013.25</c:v>
                </c:pt>
                <c:pt idx="3993">
                  <c:v>1025.75</c:v>
                </c:pt>
                <c:pt idx="3994">
                  <c:v>1051.5999999999999</c:v>
                </c:pt>
                <c:pt idx="3995">
                  <c:v>1045.45</c:v>
                </c:pt>
                <c:pt idx="3996">
                  <c:v>1076.8499999999999</c:v>
                </c:pt>
                <c:pt idx="3997">
                  <c:v>1061.6500000000001</c:v>
                </c:pt>
                <c:pt idx="3998">
                  <c:v>1073.3</c:v>
                </c:pt>
                <c:pt idx="3999">
                  <c:v>1016.85</c:v>
                </c:pt>
                <c:pt idx="4000">
                  <c:v>1043.5999999999999</c:v>
                </c:pt>
                <c:pt idx="4001">
                  <c:v>1004.55</c:v>
                </c:pt>
                <c:pt idx="4002">
                  <c:v>984.2</c:v>
                </c:pt>
                <c:pt idx="4003">
                  <c:v>1004.15</c:v>
                </c:pt>
                <c:pt idx="4004">
                  <c:v>1003.95</c:v>
                </c:pt>
                <c:pt idx="4005">
                  <c:v>999.35</c:v>
                </c:pt>
                <c:pt idx="4006">
                  <c:v>1016.9</c:v>
                </c:pt>
                <c:pt idx="4007">
                  <c:v>1035.4000000000001</c:v>
                </c:pt>
                <c:pt idx="4008">
                  <c:v>1030.3</c:v>
                </c:pt>
                <c:pt idx="4009">
                  <c:v>1001.15</c:v>
                </c:pt>
                <c:pt idx="4010">
                  <c:v>981.4</c:v>
                </c:pt>
                <c:pt idx="4011">
                  <c:v>973.05</c:v>
                </c:pt>
                <c:pt idx="4012">
                  <c:v>970.9</c:v>
                </c:pt>
                <c:pt idx="4013">
                  <c:v>961.05</c:v>
                </c:pt>
                <c:pt idx="4014">
                  <c:v>957.5</c:v>
                </c:pt>
                <c:pt idx="4015">
                  <c:v>962.65</c:v>
                </c:pt>
                <c:pt idx="4016">
                  <c:v>924.55</c:v>
                </c:pt>
                <c:pt idx="4017">
                  <c:v>906.55</c:v>
                </c:pt>
                <c:pt idx="4018">
                  <c:v>946.75</c:v>
                </c:pt>
                <c:pt idx="4019">
                  <c:v>930.55</c:v>
                </c:pt>
                <c:pt idx="4020">
                  <c:v>952.6</c:v>
                </c:pt>
                <c:pt idx="4021">
                  <c:v>940.1</c:v>
                </c:pt>
                <c:pt idx="4022">
                  <c:v>944.35</c:v>
                </c:pt>
                <c:pt idx="4023">
                  <c:v>962.3</c:v>
                </c:pt>
                <c:pt idx="4024">
                  <c:v>949.65</c:v>
                </c:pt>
                <c:pt idx="4025">
                  <c:v>952.65</c:v>
                </c:pt>
                <c:pt idx="4026">
                  <c:v>944.1</c:v>
                </c:pt>
                <c:pt idx="4027">
                  <c:v>950.35</c:v>
                </c:pt>
                <c:pt idx="4028">
                  <c:v>966.65</c:v>
                </c:pt>
                <c:pt idx="4029">
                  <c:v>981.3</c:v>
                </c:pt>
                <c:pt idx="4030">
                  <c:v>1001.5</c:v>
                </c:pt>
                <c:pt idx="4031">
                  <c:v>1012.85</c:v>
                </c:pt>
                <c:pt idx="4032">
                  <c:v>1006.4</c:v>
                </c:pt>
                <c:pt idx="4033">
                  <c:v>1027</c:v>
                </c:pt>
                <c:pt idx="4034">
                  <c:v>1041.7</c:v>
                </c:pt>
                <c:pt idx="4035">
                  <c:v>1011.75</c:v>
                </c:pt>
                <c:pt idx="4036">
                  <c:v>1014.5</c:v>
                </c:pt>
                <c:pt idx="4037">
                  <c:v>1019.75</c:v>
                </c:pt>
                <c:pt idx="4038">
                  <c:v>1020.5</c:v>
                </c:pt>
                <c:pt idx="4039">
                  <c:v>1021.75</c:v>
                </c:pt>
                <c:pt idx="4040">
                  <c:v>1016</c:v>
                </c:pt>
                <c:pt idx="4041">
                  <c:v>1027.2</c:v>
                </c:pt>
                <c:pt idx="4042">
                  <c:v>1037.3</c:v>
                </c:pt>
                <c:pt idx="4043">
                  <c:v>1047.8499999999999</c:v>
                </c:pt>
                <c:pt idx="4044">
                  <c:v>1029.2</c:v>
                </c:pt>
                <c:pt idx="4045">
                  <c:v>1020.4</c:v>
                </c:pt>
                <c:pt idx="4046">
                  <c:v>1036.25</c:v>
                </c:pt>
                <c:pt idx="4047">
                  <c:v>1047.05</c:v>
                </c:pt>
                <c:pt idx="4048">
                  <c:v>1045.2</c:v>
                </c:pt>
                <c:pt idx="4049">
                  <c:v>1034.45</c:v>
                </c:pt>
                <c:pt idx="4050">
                  <c:v>1035.05</c:v>
                </c:pt>
                <c:pt idx="4051">
                  <c:v>1026.95</c:v>
                </c:pt>
                <c:pt idx="4052">
                  <c:v>1033.75</c:v>
                </c:pt>
                <c:pt idx="4053">
                  <c:v>1037.25</c:v>
                </c:pt>
                <c:pt idx="4054">
                  <c:v>1036.3499999999999</c:v>
                </c:pt>
                <c:pt idx="4055">
                  <c:v>1040.3</c:v>
                </c:pt>
                <c:pt idx="4056">
                  <c:v>1047.4000000000001</c:v>
                </c:pt>
                <c:pt idx="4057">
                  <c:v>1066.05</c:v>
                </c:pt>
                <c:pt idx="4058">
                  <c:v>1064.75</c:v>
                </c:pt>
                <c:pt idx="4059">
                  <c:v>1037.3</c:v>
                </c:pt>
                <c:pt idx="4060">
                  <c:v>1041.1500000000001</c:v>
                </c:pt>
                <c:pt idx="4061">
                  <c:v>1038.95</c:v>
                </c:pt>
                <c:pt idx="4062">
                  <c:v>1016.9</c:v>
                </c:pt>
                <c:pt idx="4063">
                  <c:v>1016.95</c:v>
                </c:pt>
                <c:pt idx="4064">
                  <c:v>1019.4</c:v>
                </c:pt>
                <c:pt idx="4065">
                  <c:v>996.7</c:v>
                </c:pt>
                <c:pt idx="4066">
                  <c:v>982.7</c:v>
                </c:pt>
                <c:pt idx="4067">
                  <c:v>986.95</c:v>
                </c:pt>
                <c:pt idx="4068">
                  <c:v>975.8</c:v>
                </c:pt>
                <c:pt idx="4069">
                  <c:v>978.1</c:v>
                </c:pt>
                <c:pt idx="4070">
                  <c:v>975.25</c:v>
                </c:pt>
                <c:pt idx="4071">
                  <c:v>968.95</c:v>
                </c:pt>
                <c:pt idx="4072">
                  <c:v>983.1</c:v>
                </c:pt>
                <c:pt idx="4073">
                  <c:v>982.55</c:v>
                </c:pt>
                <c:pt idx="4074">
                  <c:v>975.4</c:v>
                </c:pt>
                <c:pt idx="4075">
                  <c:v>992.8</c:v>
                </c:pt>
                <c:pt idx="4076">
                  <c:v>978.15</c:v>
                </c:pt>
                <c:pt idx="4077">
                  <c:v>975.95</c:v>
                </c:pt>
                <c:pt idx="4078">
                  <c:v>969.15</c:v>
                </c:pt>
                <c:pt idx="4079">
                  <c:v>970.55</c:v>
                </c:pt>
                <c:pt idx="4080">
                  <c:v>951.2</c:v>
                </c:pt>
                <c:pt idx="4081">
                  <c:v>934.2</c:v>
                </c:pt>
                <c:pt idx="4082">
                  <c:v>930</c:v>
                </c:pt>
                <c:pt idx="4083">
                  <c:v>940.45</c:v>
                </c:pt>
                <c:pt idx="4084">
                  <c:v>951.2</c:v>
                </c:pt>
                <c:pt idx="4085">
                  <c:v>946.85</c:v>
                </c:pt>
                <c:pt idx="4086">
                  <c:v>974.7</c:v>
                </c:pt>
                <c:pt idx="4087">
                  <c:v>968.7</c:v>
                </c:pt>
                <c:pt idx="4088">
                  <c:v>957.85</c:v>
                </c:pt>
                <c:pt idx="4089">
                  <c:v>953.6</c:v>
                </c:pt>
                <c:pt idx="4090">
                  <c:v>956.25</c:v>
                </c:pt>
                <c:pt idx="4091">
                  <c:v>959.65</c:v>
                </c:pt>
                <c:pt idx="4092">
                  <c:v>954.8</c:v>
                </c:pt>
                <c:pt idx="4093">
                  <c:v>955.05</c:v>
                </c:pt>
                <c:pt idx="4094">
                  <c:v>954.1</c:v>
                </c:pt>
                <c:pt idx="4095">
                  <c:v>971.15</c:v>
                </c:pt>
                <c:pt idx="4096">
                  <c:v>976.7</c:v>
                </c:pt>
                <c:pt idx="4097">
                  <c:v>981.1</c:v>
                </c:pt>
                <c:pt idx="4098">
                  <c:v>976.25</c:v>
                </c:pt>
                <c:pt idx="4099">
                  <c:v>984.6</c:v>
                </c:pt>
                <c:pt idx="4100">
                  <c:v>976.3</c:v>
                </c:pt>
                <c:pt idx="4101">
                  <c:v>974.9</c:v>
                </c:pt>
                <c:pt idx="4102">
                  <c:v>990.2</c:v>
                </c:pt>
                <c:pt idx="4103">
                  <c:v>987.1</c:v>
                </c:pt>
                <c:pt idx="4104">
                  <c:v>980.5</c:v>
                </c:pt>
                <c:pt idx="4105">
                  <c:v>980.45</c:v>
                </c:pt>
                <c:pt idx="4106">
                  <c:v>951.45</c:v>
                </c:pt>
                <c:pt idx="4107">
                  <c:v>955.65</c:v>
                </c:pt>
                <c:pt idx="4108">
                  <c:v>957.8</c:v>
                </c:pt>
                <c:pt idx="4109">
                  <c:v>966.9</c:v>
                </c:pt>
                <c:pt idx="4110">
                  <c:v>969.15</c:v>
                </c:pt>
                <c:pt idx="4111">
                  <c:v>973.45</c:v>
                </c:pt>
                <c:pt idx="4112">
                  <c:v>986.7</c:v>
                </c:pt>
                <c:pt idx="4113">
                  <c:v>993.1</c:v>
                </c:pt>
                <c:pt idx="4114">
                  <c:v>987.9</c:v>
                </c:pt>
                <c:pt idx="4115">
                  <c:v>978.4</c:v>
                </c:pt>
                <c:pt idx="4116">
                  <c:v>992.5</c:v>
                </c:pt>
                <c:pt idx="4117">
                  <c:v>1003.4</c:v>
                </c:pt>
                <c:pt idx="4118">
                  <c:v>1008.75</c:v>
                </c:pt>
                <c:pt idx="4119">
                  <c:v>1004.9</c:v>
                </c:pt>
                <c:pt idx="4120">
                  <c:v>1012.2</c:v>
                </c:pt>
                <c:pt idx="4121">
                  <c:v>1006.25</c:v>
                </c:pt>
                <c:pt idx="4122">
                  <c:v>1017.8</c:v>
                </c:pt>
                <c:pt idx="4123">
                  <c:v>1023</c:v>
                </c:pt>
                <c:pt idx="4124">
                  <c:v>1006.35</c:v>
                </c:pt>
                <c:pt idx="4125">
                  <c:v>1014.85</c:v>
                </c:pt>
                <c:pt idx="4126">
                  <c:v>1022.75</c:v>
                </c:pt>
                <c:pt idx="4127">
                  <c:v>1024.05</c:v>
                </c:pt>
                <c:pt idx="4128">
                  <c:v>1013.1</c:v>
                </c:pt>
                <c:pt idx="4129">
                  <c:v>1026.3499999999999</c:v>
                </c:pt>
                <c:pt idx="4130">
                  <c:v>1014.9</c:v>
                </c:pt>
                <c:pt idx="4131">
                  <c:v>1009.5</c:v>
                </c:pt>
                <c:pt idx="4132">
                  <c:v>1012.8</c:v>
                </c:pt>
                <c:pt idx="4133">
                  <c:v>993.95</c:v>
                </c:pt>
                <c:pt idx="4134">
                  <c:v>993</c:v>
                </c:pt>
                <c:pt idx="4135">
                  <c:v>1016.25</c:v>
                </c:pt>
                <c:pt idx="4136">
                  <c:v>1029.25</c:v>
                </c:pt>
                <c:pt idx="4137">
                  <c:v>1030.7</c:v>
                </c:pt>
                <c:pt idx="4138">
                  <c:v>1003.65</c:v>
                </c:pt>
                <c:pt idx="4139">
                  <c:v>1014.1</c:v>
                </c:pt>
                <c:pt idx="4140">
                  <c:v>1035.8</c:v>
                </c:pt>
                <c:pt idx="4141">
                  <c:v>1024.9000000000001</c:v>
                </c:pt>
                <c:pt idx="4142">
                  <c:v>1013.3</c:v>
                </c:pt>
                <c:pt idx="4143">
                  <c:v>1018.05</c:v>
                </c:pt>
                <c:pt idx="4144">
                  <c:v>1014.9</c:v>
                </c:pt>
                <c:pt idx="4145">
                  <c:v>1011.85</c:v>
                </c:pt>
                <c:pt idx="4146">
                  <c:v>1010.45</c:v>
                </c:pt>
                <c:pt idx="4147">
                  <c:v>1020.5</c:v>
                </c:pt>
                <c:pt idx="4148">
                  <c:v>1012.7</c:v>
                </c:pt>
                <c:pt idx="4149">
                  <c:v>1027.9000000000001</c:v>
                </c:pt>
                <c:pt idx="4150">
                  <c:v>1057.45</c:v>
                </c:pt>
                <c:pt idx="4151">
                  <c:v>1066.4000000000001</c:v>
                </c:pt>
                <c:pt idx="4152">
                  <c:v>1060</c:v>
                </c:pt>
                <c:pt idx="4153">
                  <c:v>1029.2</c:v>
                </c:pt>
                <c:pt idx="4154">
                  <c:v>1013.35</c:v>
                </c:pt>
                <c:pt idx="4155">
                  <c:v>1019.9</c:v>
                </c:pt>
                <c:pt idx="4156">
                  <c:v>1017.65</c:v>
                </c:pt>
                <c:pt idx="4157">
                  <c:v>1033.4000000000001</c:v>
                </c:pt>
                <c:pt idx="4158">
                  <c:v>1044.55</c:v>
                </c:pt>
                <c:pt idx="4159">
                  <c:v>1046.5</c:v>
                </c:pt>
                <c:pt idx="4160">
                  <c:v>1044.75</c:v>
                </c:pt>
                <c:pt idx="4161">
                  <c:v>1065</c:v>
                </c:pt>
                <c:pt idx="4162">
                  <c:v>1075.55</c:v>
                </c:pt>
                <c:pt idx="4163">
                  <c:v>1082.4000000000001</c:v>
                </c:pt>
                <c:pt idx="4164">
                  <c:v>1074.2</c:v>
                </c:pt>
                <c:pt idx="4165">
                  <c:v>1072.25</c:v>
                </c:pt>
                <c:pt idx="4166">
                  <c:v>1088.95</c:v>
                </c:pt>
                <c:pt idx="4167">
                  <c:v>1102.8</c:v>
                </c:pt>
                <c:pt idx="4168">
                  <c:v>1107.2</c:v>
                </c:pt>
                <c:pt idx="4169">
                  <c:v>1110.5</c:v>
                </c:pt>
                <c:pt idx="4170">
                  <c:v>1090.6500000000001</c:v>
                </c:pt>
                <c:pt idx="4171">
                  <c:v>1072.45</c:v>
                </c:pt>
                <c:pt idx="4172">
                  <c:v>1083.7</c:v>
                </c:pt>
                <c:pt idx="4173">
                  <c:v>1090.7</c:v>
                </c:pt>
                <c:pt idx="4174">
                  <c:v>1096.3499999999999</c:v>
                </c:pt>
                <c:pt idx="4175">
                  <c:v>1089.4000000000001</c:v>
                </c:pt>
                <c:pt idx="4176">
                  <c:v>1110.8</c:v>
                </c:pt>
                <c:pt idx="4177">
                  <c:v>1109</c:v>
                </c:pt>
                <c:pt idx="4178">
                  <c:v>1096.3499999999999</c:v>
                </c:pt>
                <c:pt idx="4179">
                  <c:v>1057.1500000000001</c:v>
                </c:pt>
                <c:pt idx="4180">
                  <c:v>1077.6500000000001</c:v>
                </c:pt>
                <c:pt idx="4181">
                  <c:v>1060.6500000000001</c:v>
                </c:pt>
                <c:pt idx="4182">
                  <c:v>1081.0999999999999</c:v>
                </c:pt>
                <c:pt idx="4183">
                  <c:v>1087.3499999999999</c:v>
                </c:pt>
                <c:pt idx="4184">
                  <c:v>1087.55</c:v>
                </c:pt>
                <c:pt idx="4185">
                  <c:v>1064.2</c:v>
                </c:pt>
                <c:pt idx="4186">
                  <c:v>1063.3</c:v>
                </c:pt>
                <c:pt idx="4187">
                  <c:v>1060.8499999999999</c:v>
                </c:pt>
                <c:pt idx="4188">
                  <c:v>1054.05</c:v>
                </c:pt>
                <c:pt idx="4189">
                  <c:v>1048.7</c:v>
                </c:pt>
                <c:pt idx="4190">
                  <c:v>1054.95</c:v>
                </c:pt>
                <c:pt idx="4191">
                  <c:v>1051.2</c:v>
                </c:pt>
                <c:pt idx="4192">
                  <c:v>1051</c:v>
                </c:pt>
                <c:pt idx="4193">
                  <c:v>1023.75</c:v>
                </c:pt>
                <c:pt idx="4194">
                  <c:v>1023.95</c:v>
                </c:pt>
                <c:pt idx="4195">
                  <c:v>1005.55</c:v>
                </c:pt>
                <c:pt idx="4196">
                  <c:v>1001.15</c:v>
                </c:pt>
                <c:pt idx="4197">
                  <c:v>1003.5</c:v>
                </c:pt>
                <c:pt idx="4198">
                  <c:v>1004.6</c:v>
                </c:pt>
                <c:pt idx="4199">
                  <c:v>1010.4</c:v>
                </c:pt>
                <c:pt idx="4200">
                  <c:v>1001.75</c:v>
                </c:pt>
                <c:pt idx="4201">
                  <c:v>985.4</c:v>
                </c:pt>
                <c:pt idx="4202">
                  <c:v>986.55</c:v>
                </c:pt>
                <c:pt idx="4203">
                  <c:v>977.75</c:v>
                </c:pt>
                <c:pt idx="4204">
                  <c:v>987.5</c:v>
                </c:pt>
                <c:pt idx="4205">
                  <c:v>991.5</c:v>
                </c:pt>
                <c:pt idx="4206">
                  <c:v>1001.45</c:v>
                </c:pt>
                <c:pt idx="4207">
                  <c:v>1009</c:v>
                </c:pt>
                <c:pt idx="4208">
                  <c:v>987.35</c:v>
                </c:pt>
                <c:pt idx="4209">
                  <c:v>993.7</c:v>
                </c:pt>
                <c:pt idx="4210">
                  <c:v>986.65</c:v>
                </c:pt>
                <c:pt idx="4211">
                  <c:v>997.7</c:v>
                </c:pt>
                <c:pt idx="4212">
                  <c:v>990.05</c:v>
                </c:pt>
                <c:pt idx="4213">
                  <c:v>997.75</c:v>
                </c:pt>
                <c:pt idx="4214">
                  <c:v>994.75</c:v>
                </c:pt>
                <c:pt idx="4215">
                  <c:v>993.85</c:v>
                </c:pt>
                <c:pt idx="4216">
                  <c:v>1005.2</c:v>
                </c:pt>
                <c:pt idx="4217">
                  <c:v>999.15</c:v>
                </c:pt>
                <c:pt idx="4218">
                  <c:v>1020.05</c:v>
                </c:pt>
                <c:pt idx="4219">
                  <c:v>1028.95</c:v>
                </c:pt>
                <c:pt idx="4220">
                  <c:v>1027.2</c:v>
                </c:pt>
                <c:pt idx="4221">
                  <c:v>1039.8</c:v>
                </c:pt>
                <c:pt idx="4222">
                  <c:v>1059.5</c:v>
                </c:pt>
                <c:pt idx="4223">
                  <c:v>1052.95</c:v>
                </c:pt>
                <c:pt idx="4224">
                  <c:v>1057.1500000000001</c:v>
                </c:pt>
                <c:pt idx="4225">
                  <c:v>1062.55</c:v>
                </c:pt>
                <c:pt idx="4226">
                  <c:v>1057.9000000000001</c:v>
                </c:pt>
                <c:pt idx="4227">
                  <c:v>1063.25</c:v>
                </c:pt>
                <c:pt idx="4228">
                  <c:v>1053.3499999999999</c:v>
                </c:pt>
                <c:pt idx="4229">
                  <c:v>1057.3</c:v>
                </c:pt>
                <c:pt idx="4230">
                  <c:v>1047.45</c:v>
                </c:pt>
                <c:pt idx="4231">
                  <c:v>1064.7</c:v>
                </c:pt>
                <c:pt idx="4232">
                  <c:v>1049.7</c:v>
                </c:pt>
                <c:pt idx="4233">
                  <c:v>1065.45</c:v>
                </c:pt>
                <c:pt idx="4234">
                  <c:v>1082.4000000000001</c:v>
                </c:pt>
                <c:pt idx="4235">
                  <c:v>1085.0999999999999</c:v>
                </c:pt>
                <c:pt idx="4236">
                  <c:v>1089.4000000000001</c:v>
                </c:pt>
                <c:pt idx="4237">
                  <c:v>1067.1500000000001</c:v>
                </c:pt>
                <c:pt idx="4238">
                  <c:v>1077.4000000000001</c:v>
                </c:pt>
                <c:pt idx="4239">
                  <c:v>1074.95</c:v>
                </c:pt>
                <c:pt idx="4240">
                  <c:v>1077.7</c:v>
                </c:pt>
                <c:pt idx="4241">
                  <c:v>1089.8499999999999</c:v>
                </c:pt>
                <c:pt idx="4242">
                  <c:v>1086.05</c:v>
                </c:pt>
                <c:pt idx="4243">
                  <c:v>1083.3</c:v>
                </c:pt>
                <c:pt idx="4244">
                  <c:v>1090.4000000000001</c:v>
                </c:pt>
                <c:pt idx="4245">
                  <c:v>1076.25</c:v>
                </c:pt>
                <c:pt idx="4246">
                  <c:v>1041.25</c:v>
                </c:pt>
                <c:pt idx="4247">
                  <c:v>1032.55</c:v>
                </c:pt>
                <c:pt idx="4248">
                  <c:v>1033.7</c:v>
                </c:pt>
                <c:pt idx="4249">
                  <c:v>1025.8</c:v>
                </c:pt>
                <c:pt idx="4250">
                  <c:v>1015.9</c:v>
                </c:pt>
                <c:pt idx="4251">
                  <c:v>1027.3</c:v>
                </c:pt>
                <c:pt idx="4252">
                  <c:v>1017.3</c:v>
                </c:pt>
                <c:pt idx="4253">
                  <c:v>1025.0999999999999</c:v>
                </c:pt>
                <c:pt idx="4254">
                  <c:v>1044.8</c:v>
                </c:pt>
                <c:pt idx="4255">
                  <c:v>1045.2</c:v>
                </c:pt>
                <c:pt idx="4256">
                  <c:v>1049.6500000000001</c:v>
                </c:pt>
                <c:pt idx="4257">
                  <c:v>1043.5</c:v>
                </c:pt>
                <c:pt idx="4258">
                  <c:v>1033.6500000000001</c:v>
                </c:pt>
                <c:pt idx="4259">
                  <c:v>1041.6500000000001</c:v>
                </c:pt>
                <c:pt idx="4260">
                  <c:v>1030.9000000000001</c:v>
                </c:pt>
                <c:pt idx="4261">
                  <c:v>1025.1500000000001</c:v>
                </c:pt>
                <c:pt idx="4262">
                  <c:v>1032.75</c:v>
                </c:pt>
                <c:pt idx="4263">
                  <c:v>1030.1500000000001</c:v>
                </c:pt>
                <c:pt idx="4264">
                  <c:v>1029.8499999999999</c:v>
                </c:pt>
                <c:pt idx="4265">
                  <c:v>1049.8</c:v>
                </c:pt>
                <c:pt idx="4266">
                  <c:v>1051.3</c:v>
                </c:pt>
                <c:pt idx="4267">
                  <c:v>1067.5</c:v>
                </c:pt>
                <c:pt idx="4268">
                  <c:v>1075.5</c:v>
                </c:pt>
                <c:pt idx="4269">
                  <c:v>1075.4000000000001</c:v>
                </c:pt>
                <c:pt idx="4270">
                  <c:v>1088.2</c:v>
                </c:pt>
                <c:pt idx="4271">
                  <c:v>1207.5</c:v>
                </c:pt>
                <c:pt idx="4272">
                  <c:v>1182.75</c:v>
                </c:pt>
                <c:pt idx="4273">
                  <c:v>1238.9000000000001</c:v>
                </c:pt>
                <c:pt idx="4274">
                  <c:v>1238.05</c:v>
                </c:pt>
                <c:pt idx="4275">
                  <c:v>1234.5</c:v>
                </c:pt>
                <c:pt idx="4276">
                  <c:v>1236.75</c:v>
                </c:pt>
                <c:pt idx="4277">
                  <c:v>1258.55</c:v>
                </c:pt>
                <c:pt idx="4278">
                  <c:v>1305.3499999999999</c:v>
                </c:pt>
                <c:pt idx="4279">
                  <c:v>1304.95</c:v>
                </c:pt>
                <c:pt idx="4280">
                  <c:v>1291.2</c:v>
                </c:pt>
                <c:pt idx="4281">
                  <c:v>1286.75</c:v>
                </c:pt>
                <c:pt idx="4282">
                  <c:v>1281.6500000000001</c:v>
                </c:pt>
                <c:pt idx="4283">
                  <c:v>1289.5</c:v>
                </c:pt>
                <c:pt idx="4284">
                  <c:v>1304.95</c:v>
                </c:pt>
                <c:pt idx="4285">
                  <c:v>1297.6500000000001</c:v>
                </c:pt>
                <c:pt idx="4286">
                  <c:v>1300.7</c:v>
                </c:pt>
                <c:pt idx="4287">
                  <c:v>1280.8</c:v>
                </c:pt>
                <c:pt idx="4288">
                  <c:v>1263.8</c:v>
                </c:pt>
                <c:pt idx="4289">
                  <c:v>1259.7</c:v>
                </c:pt>
                <c:pt idx="4290">
                  <c:v>1273.3</c:v>
                </c:pt>
                <c:pt idx="4291">
                  <c:v>1286.75</c:v>
                </c:pt>
                <c:pt idx="4292">
                  <c:v>1251.0999999999999</c:v>
                </c:pt>
                <c:pt idx="4293">
                  <c:v>1245.75</c:v>
                </c:pt>
                <c:pt idx="4294">
                  <c:v>1256.6500000000001</c:v>
                </c:pt>
                <c:pt idx="4295">
                  <c:v>1270.6500000000001</c:v>
                </c:pt>
                <c:pt idx="4296">
                  <c:v>1320.9</c:v>
                </c:pt>
                <c:pt idx="4297">
                  <c:v>1374.65</c:v>
                </c:pt>
                <c:pt idx="4298">
                  <c:v>1415</c:v>
                </c:pt>
                <c:pt idx="4299">
                  <c:v>1438.5</c:v>
                </c:pt>
                <c:pt idx="4300">
                  <c:v>1406.6</c:v>
                </c:pt>
                <c:pt idx="4301">
                  <c:v>1381.35</c:v>
                </c:pt>
                <c:pt idx="4302">
                  <c:v>1372.35</c:v>
                </c:pt>
                <c:pt idx="4303">
                  <c:v>1354</c:v>
                </c:pt>
                <c:pt idx="4304">
                  <c:v>1364.8</c:v>
                </c:pt>
                <c:pt idx="4305">
                  <c:v>1391.85</c:v>
                </c:pt>
                <c:pt idx="4306">
                  <c:v>1370.2</c:v>
                </c:pt>
                <c:pt idx="4307">
                  <c:v>1368.8</c:v>
                </c:pt>
                <c:pt idx="4308">
                  <c:v>1369.55</c:v>
                </c:pt>
                <c:pt idx="4309">
                  <c:v>1402.5</c:v>
                </c:pt>
                <c:pt idx="4310">
                  <c:v>1417.4</c:v>
                </c:pt>
                <c:pt idx="4311">
                  <c:v>1432.8</c:v>
                </c:pt>
                <c:pt idx="4312">
                  <c:v>1416.45</c:v>
                </c:pt>
                <c:pt idx="4313">
                  <c:v>1409.5</c:v>
                </c:pt>
                <c:pt idx="4314">
                  <c:v>1395.2</c:v>
                </c:pt>
                <c:pt idx="4315">
                  <c:v>1370.55</c:v>
                </c:pt>
                <c:pt idx="4316">
                  <c:v>1370.1</c:v>
                </c:pt>
                <c:pt idx="4317">
                  <c:v>1357.95</c:v>
                </c:pt>
                <c:pt idx="4318">
                  <c:v>1328.25</c:v>
                </c:pt>
                <c:pt idx="4319">
                  <c:v>1321.4</c:v>
                </c:pt>
                <c:pt idx="4320">
                  <c:v>1330.35</c:v>
                </c:pt>
                <c:pt idx="4321">
                  <c:v>1359.1</c:v>
                </c:pt>
                <c:pt idx="4322">
                  <c:v>1359.55</c:v>
                </c:pt>
                <c:pt idx="4323">
                  <c:v>1350.45</c:v>
                </c:pt>
                <c:pt idx="4324">
                  <c:v>1344.1</c:v>
                </c:pt>
                <c:pt idx="4325">
                  <c:v>1356.3</c:v>
                </c:pt>
                <c:pt idx="4326">
                  <c:v>1353.1</c:v>
                </c:pt>
                <c:pt idx="4327">
                  <c:v>1327.35</c:v>
                </c:pt>
                <c:pt idx="4328">
                  <c:v>1318.85</c:v>
                </c:pt>
                <c:pt idx="4329">
                  <c:v>1324.15</c:v>
                </c:pt>
                <c:pt idx="4330">
                  <c:v>1305.55</c:v>
                </c:pt>
                <c:pt idx="4331">
                  <c:v>1297.7</c:v>
                </c:pt>
                <c:pt idx="4332">
                  <c:v>1302.45</c:v>
                </c:pt>
                <c:pt idx="4333">
                  <c:v>1337.3</c:v>
                </c:pt>
                <c:pt idx="4334">
                  <c:v>1356.9</c:v>
                </c:pt>
                <c:pt idx="4335">
                  <c:v>1359.35</c:v>
                </c:pt>
                <c:pt idx="4336">
                  <c:v>1340.7</c:v>
                </c:pt>
                <c:pt idx="4337">
                  <c:v>1328.25</c:v>
                </c:pt>
                <c:pt idx="4338">
                  <c:v>1324.75</c:v>
                </c:pt>
                <c:pt idx="4339">
                  <c:v>1329.35</c:v>
                </c:pt>
                <c:pt idx="4340">
                  <c:v>1312.8</c:v>
                </c:pt>
                <c:pt idx="4341">
                  <c:v>1339</c:v>
                </c:pt>
                <c:pt idx="4342">
                  <c:v>1331.7</c:v>
                </c:pt>
                <c:pt idx="4343">
                  <c:v>1335.7</c:v>
                </c:pt>
                <c:pt idx="4344">
                  <c:v>1319.45</c:v>
                </c:pt>
                <c:pt idx="4345">
                  <c:v>1314.35</c:v>
                </c:pt>
                <c:pt idx="4346">
                  <c:v>1357.5</c:v>
                </c:pt>
                <c:pt idx="4347">
                  <c:v>1383.95</c:v>
                </c:pt>
                <c:pt idx="4348">
                  <c:v>1388.8</c:v>
                </c:pt>
                <c:pt idx="4349">
                  <c:v>1409.25</c:v>
                </c:pt>
                <c:pt idx="4350">
                  <c:v>1412.35</c:v>
                </c:pt>
                <c:pt idx="4351">
                  <c:v>1422</c:v>
                </c:pt>
                <c:pt idx="4352">
                  <c:v>1432.65</c:v>
                </c:pt>
                <c:pt idx="4353">
                  <c:v>1435.85</c:v>
                </c:pt>
                <c:pt idx="4354">
                  <c:v>1437.15</c:v>
                </c:pt>
                <c:pt idx="4355">
                  <c:v>1398.5</c:v>
                </c:pt>
                <c:pt idx="4356">
                  <c:v>1392.7</c:v>
                </c:pt>
                <c:pt idx="4357">
                  <c:v>1380</c:v>
                </c:pt>
                <c:pt idx="4358">
                  <c:v>1381.05</c:v>
                </c:pt>
                <c:pt idx="4359">
                  <c:v>1421.95</c:v>
                </c:pt>
                <c:pt idx="4360">
                  <c:v>1442.65</c:v>
                </c:pt>
                <c:pt idx="4361">
                  <c:v>1442.55</c:v>
                </c:pt>
                <c:pt idx="4362">
                  <c:v>1491.15</c:v>
                </c:pt>
                <c:pt idx="4363">
                  <c:v>1492.85</c:v>
                </c:pt>
                <c:pt idx="4364">
                  <c:v>1494.35</c:v>
                </c:pt>
                <c:pt idx="4365">
                  <c:v>1511.1</c:v>
                </c:pt>
                <c:pt idx="4366">
                  <c:v>1522.1</c:v>
                </c:pt>
                <c:pt idx="4367">
                  <c:v>1533.75</c:v>
                </c:pt>
                <c:pt idx="4368">
                  <c:v>1551.75</c:v>
                </c:pt>
                <c:pt idx="4369">
                  <c:v>1519.9</c:v>
                </c:pt>
                <c:pt idx="4370">
                  <c:v>1532.95</c:v>
                </c:pt>
                <c:pt idx="4371">
                  <c:v>1528.9</c:v>
                </c:pt>
                <c:pt idx="4372">
                  <c:v>1585</c:v>
                </c:pt>
                <c:pt idx="4373">
                  <c:v>1615.25</c:v>
                </c:pt>
                <c:pt idx="4374">
                  <c:v>1602.15</c:v>
                </c:pt>
                <c:pt idx="4375">
                  <c:v>1622.75</c:v>
                </c:pt>
                <c:pt idx="4376">
                  <c:v>1594.8</c:v>
                </c:pt>
                <c:pt idx="4377">
                  <c:v>1594.45</c:v>
                </c:pt>
                <c:pt idx="4378">
                  <c:v>1615.2</c:v>
                </c:pt>
                <c:pt idx="4379">
                  <c:v>1603.6</c:v>
                </c:pt>
                <c:pt idx="4380">
                  <c:v>1629.2</c:v>
                </c:pt>
                <c:pt idx="4381">
                  <c:v>1650.1</c:v>
                </c:pt>
                <c:pt idx="4382">
                  <c:v>1622.15</c:v>
                </c:pt>
                <c:pt idx="4383">
                  <c:v>1616.35</c:v>
                </c:pt>
                <c:pt idx="4384">
                  <c:v>1602.55</c:v>
                </c:pt>
                <c:pt idx="4385">
                  <c:v>1598.8</c:v>
                </c:pt>
                <c:pt idx="4386">
                  <c:v>1584.35</c:v>
                </c:pt>
                <c:pt idx="4387">
                  <c:v>1546.25</c:v>
                </c:pt>
                <c:pt idx="4388">
                  <c:v>1573.05</c:v>
                </c:pt>
                <c:pt idx="4389">
                  <c:v>1566.1</c:v>
                </c:pt>
                <c:pt idx="4390">
                  <c:v>1567.1</c:v>
                </c:pt>
                <c:pt idx="4391">
                  <c:v>1575.4</c:v>
                </c:pt>
                <c:pt idx="4392">
                  <c:v>1564.4</c:v>
                </c:pt>
                <c:pt idx="4393">
                  <c:v>1560.05</c:v>
                </c:pt>
                <c:pt idx="4394">
                  <c:v>1582.05</c:v>
                </c:pt>
                <c:pt idx="4395">
                  <c:v>1568.05</c:v>
                </c:pt>
                <c:pt idx="4396">
                  <c:v>1566.55</c:v>
                </c:pt>
                <c:pt idx="4397">
                  <c:v>1532.15</c:v>
                </c:pt>
                <c:pt idx="4398">
                  <c:v>1564.1</c:v>
                </c:pt>
                <c:pt idx="4399">
                  <c:v>1594.5</c:v>
                </c:pt>
                <c:pt idx="4400">
                  <c:v>1610.1</c:v>
                </c:pt>
                <c:pt idx="4401">
                  <c:v>1613.35</c:v>
                </c:pt>
                <c:pt idx="4402">
                  <c:v>1632.6</c:v>
                </c:pt>
                <c:pt idx="4403">
                  <c:v>1645.4</c:v>
                </c:pt>
                <c:pt idx="4404">
                  <c:v>818.1</c:v>
                </c:pt>
                <c:pt idx="4405">
                  <c:v>816.9</c:v>
                </c:pt>
                <c:pt idx="4406">
                  <c:v>817.9</c:v>
                </c:pt>
                <c:pt idx="4407">
                  <c:v>823.75</c:v>
                </c:pt>
                <c:pt idx="4408">
                  <c:v>849</c:v>
                </c:pt>
                <c:pt idx="4409">
                  <c:v>843.85</c:v>
                </c:pt>
                <c:pt idx="4410">
                  <c:v>841.8</c:v>
                </c:pt>
                <c:pt idx="4411">
                  <c:v>845.55</c:v>
                </c:pt>
                <c:pt idx="4412">
                  <c:v>838.6</c:v>
                </c:pt>
                <c:pt idx="4413">
                  <c:v>847.15</c:v>
                </c:pt>
                <c:pt idx="4414">
                  <c:v>841.35</c:v>
                </c:pt>
                <c:pt idx="4415">
                  <c:v>817.4</c:v>
                </c:pt>
                <c:pt idx="4416">
                  <c:v>821.55</c:v>
                </c:pt>
                <c:pt idx="4417">
                  <c:v>820.1</c:v>
                </c:pt>
                <c:pt idx="4418">
                  <c:v>799.15</c:v>
                </c:pt>
                <c:pt idx="4419">
                  <c:v>786.45</c:v>
                </c:pt>
                <c:pt idx="4420">
                  <c:v>780.9</c:v>
                </c:pt>
                <c:pt idx="4421">
                  <c:v>798.35</c:v>
                </c:pt>
                <c:pt idx="4422">
                  <c:v>818.85</c:v>
                </c:pt>
                <c:pt idx="4423">
                  <c:v>824.15</c:v>
                </c:pt>
                <c:pt idx="4424">
                  <c:v>837.05</c:v>
                </c:pt>
                <c:pt idx="4425">
                  <c:v>830.65</c:v>
                </c:pt>
                <c:pt idx="4426">
                  <c:v>843.2</c:v>
                </c:pt>
                <c:pt idx="4427">
                  <c:v>840.15</c:v>
                </c:pt>
                <c:pt idx="4428">
                  <c:v>872.75</c:v>
                </c:pt>
                <c:pt idx="4429">
                  <c:v>876.45</c:v>
                </c:pt>
                <c:pt idx="4430">
                  <c:v>876.8</c:v>
                </c:pt>
                <c:pt idx="4431">
                  <c:v>874.35</c:v>
                </c:pt>
                <c:pt idx="4432">
                  <c:v>914.5</c:v>
                </c:pt>
                <c:pt idx="4433">
                  <c:v>909.9</c:v>
                </c:pt>
                <c:pt idx="4434">
                  <c:v>939.75</c:v>
                </c:pt>
                <c:pt idx="4435">
                  <c:v>934.25</c:v>
                </c:pt>
                <c:pt idx="4436">
                  <c:v>939.9</c:v>
                </c:pt>
                <c:pt idx="4437">
                  <c:v>947.4</c:v>
                </c:pt>
                <c:pt idx="4438">
                  <c:v>929.85</c:v>
                </c:pt>
                <c:pt idx="4439">
                  <c:v>942.5</c:v>
                </c:pt>
                <c:pt idx="4440">
                  <c:v>940.85</c:v>
                </c:pt>
                <c:pt idx="4441">
                  <c:v>952.55</c:v>
                </c:pt>
                <c:pt idx="4442">
                  <c:v>946.6</c:v>
                </c:pt>
                <c:pt idx="4443">
                  <c:v>945.3</c:v>
                </c:pt>
                <c:pt idx="4444">
                  <c:v>932.5</c:v>
                </c:pt>
                <c:pt idx="4445">
                  <c:v>906.7</c:v>
                </c:pt>
                <c:pt idx="4446">
                  <c:v>887.8</c:v>
                </c:pt>
                <c:pt idx="4447">
                  <c:v>900.5</c:v>
                </c:pt>
                <c:pt idx="4448">
                  <c:v>883.85</c:v>
                </c:pt>
                <c:pt idx="4449">
                  <c:v>875.25</c:v>
                </c:pt>
                <c:pt idx="4450">
                  <c:v>886.7</c:v>
                </c:pt>
                <c:pt idx="4451">
                  <c:v>883.7</c:v>
                </c:pt>
                <c:pt idx="4452">
                  <c:v>903.85</c:v>
                </c:pt>
                <c:pt idx="4453">
                  <c:v>911.9</c:v>
                </c:pt>
                <c:pt idx="4454">
                  <c:v>920.85</c:v>
                </c:pt>
                <c:pt idx="4455">
                  <c:v>932.55</c:v>
                </c:pt>
                <c:pt idx="4456">
                  <c:v>930.75</c:v>
                </c:pt>
                <c:pt idx="4457">
                  <c:v>947</c:v>
                </c:pt>
                <c:pt idx="4458">
                  <c:v>951.1</c:v>
                </c:pt>
                <c:pt idx="4459">
                  <c:v>951.35</c:v>
                </c:pt>
                <c:pt idx="4460">
                  <c:v>943.35</c:v>
                </c:pt>
                <c:pt idx="4461">
                  <c:v>946</c:v>
                </c:pt>
                <c:pt idx="4462">
                  <c:v>921.55</c:v>
                </c:pt>
                <c:pt idx="4463">
                  <c:v>910.1</c:v>
                </c:pt>
                <c:pt idx="4464">
                  <c:v>901.6</c:v>
                </c:pt>
                <c:pt idx="4465">
                  <c:v>913.7</c:v>
                </c:pt>
                <c:pt idx="4466">
                  <c:v>926.65</c:v>
                </c:pt>
                <c:pt idx="4467">
                  <c:v>931.55</c:v>
                </c:pt>
                <c:pt idx="4468">
                  <c:v>921</c:v>
                </c:pt>
                <c:pt idx="4469">
                  <c:v>916.15</c:v>
                </c:pt>
                <c:pt idx="4470">
                  <c:v>915.6</c:v>
                </c:pt>
                <c:pt idx="4471">
                  <c:v>914.65</c:v>
                </c:pt>
                <c:pt idx="4472">
                  <c:v>921.5</c:v>
                </c:pt>
                <c:pt idx="4473">
                  <c:v>919.75</c:v>
                </c:pt>
                <c:pt idx="4474">
                  <c:v>921</c:v>
                </c:pt>
                <c:pt idx="4475">
                  <c:v>925.95</c:v>
                </c:pt>
                <c:pt idx="4476">
                  <c:v>918.15</c:v>
                </c:pt>
                <c:pt idx="4477">
                  <c:v>912.95</c:v>
                </c:pt>
                <c:pt idx="4478">
                  <c:v>920.4</c:v>
                </c:pt>
                <c:pt idx="4479">
                  <c:v>929.8</c:v>
                </c:pt>
                <c:pt idx="4480">
                  <c:v>923.75</c:v>
                </c:pt>
                <c:pt idx="4481">
                  <c:v>924.2</c:v>
                </c:pt>
                <c:pt idx="4482">
                  <c:v>921.05</c:v>
                </c:pt>
                <c:pt idx="4483">
                  <c:v>909.75</c:v>
                </c:pt>
                <c:pt idx="4484">
                  <c:v>911.15</c:v>
                </c:pt>
                <c:pt idx="4485">
                  <c:v>914.8</c:v>
                </c:pt>
                <c:pt idx="4486">
                  <c:v>920.3</c:v>
                </c:pt>
                <c:pt idx="4487">
                  <c:v>923.25</c:v>
                </c:pt>
                <c:pt idx="4488">
                  <c:v>928.55</c:v>
                </c:pt>
                <c:pt idx="4489">
                  <c:v>940.95</c:v>
                </c:pt>
                <c:pt idx="4490">
                  <c:v>942.35</c:v>
                </c:pt>
                <c:pt idx="4491">
                  <c:v>937.75</c:v>
                </c:pt>
                <c:pt idx="4492">
                  <c:v>949</c:v>
                </c:pt>
                <c:pt idx="4493">
                  <c:v>949.15</c:v>
                </c:pt>
                <c:pt idx="4494">
                  <c:v>922.95</c:v>
                </c:pt>
                <c:pt idx="4495">
                  <c:v>924.5</c:v>
                </c:pt>
                <c:pt idx="4496">
                  <c:v>919.7</c:v>
                </c:pt>
                <c:pt idx="4497">
                  <c:v>931.3</c:v>
                </c:pt>
                <c:pt idx="4498">
                  <c:v>971.5</c:v>
                </c:pt>
                <c:pt idx="4499">
                  <c:v>983.25</c:v>
                </c:pt>
                <c:pt idx="4500">
                  <c:v>966.35</c:v>
                </c:pt>
                <c:pt idx="4501">
                  <c:v>965.9</c:v>
                </c:pt>
                <c:pt idx="4502">
                  <c:v>964.5</c:v>
                </c:pt>
                <c:pt idx="4503">
                  <c:v>950.4</c:v>
                </c:pt>
                <c:pt idx="4504">
                  <c:v>961.3</c:v>
                </c:pt>
                <c:pt idx="4505">
                  <c:v>943.85</c:v>
                </c:pt>
                <c:pt idx="4506">
                  <c:v>904.35</c:v>
                </c:pt>
                <c:pt idx="4507">
                  <c:v>902.15</c:v>
                </c:pt>
                <c:pt idx="4508">
                  <c:v>892.1</c:v>
                </c:pt>
                <c:pt idx="4509">
                  <c:v>894.4</c:v>
                </c:pt>
                <c:pt idx="4510">
                  <c:v>904.55</c:v>
                </c:pt>
                <c:pt idx="4511">
                  <c:v>897.85</c:v>
                </c:pt>
                <c:pt idx="4512">
                  <c:v>915.5</c:v>
                </c:pt>
                <c:pt idx="4513">
                  <c:v>933.65</c:v>
                </c:pt>
                <c:pt idx="4514">
                  <c:v>935.65</c:v>
                </c:pt>
                <c:pt idx="4515">
                  <c:v>921.3</c:v>
                </c:pt>
                <c:pt idx="4516">
                  <c:v>927</c:v>
                </c:pt>
                <c:pt idx="4517">
                  <c:v>921.1</c:v>
                </c:pt>
                <c:pt idx="4518">
                  <c:v>929.35</c:v>
                </c:pt>
                <c:pt idx="4519">
                  <c:v>924.35</c:v>
                </c:pt>
                <c:pt idx="4520">
                  <c:v>934.25</c:v>
                </c:pt>
                <c:pt idx="4521">
                  <c:v>938.7</c:v>
                </c:pt>
                <c:pt idx="4522">
                  <c:v>950.5</c:v>
                </c:pt>
                <c:pt idx="4523">
                  <c:v>954.55</c:v>
                </c:pt>
                <c:pt idx="4524">
                  <c:v>948.4</c:v>
                </c:pt>
                <c:pt idx="4525">
                  <c:v>924.1</c:v>
                </c:pt>
                <c:pt idx="4526">
                  <c:v>910.85</c:v>
                </c:pt>
                <c:pt idx="4527">
                  <c:v>889.75</c:v>
                </c:pt>
                <c:pt idx="4528">
                  <c:v>911.45</c:v>
                </c:pt>
                <c:pt idx="4529">
                  <c:v>913.1</c:v>
                </c:pt>
                <c:pt idx="4530">
                  <c:v>930.3</c:v>
                </c:pt>
                <c:pt idx="4531">
                  <c:v>931.85</c:v>
                </c:pt>
                <c:pt idx="4532">
                  <c:v>929.05</c:v>
                </c:pt>
                <c:pt idx="4533">
                  <c:v>911.8</c:v>
                </c:pt>
                <c:pt idx="4534">
                  <c:v>900.05</c:v>
                </c:pt>
                <c:pt idx="4535">
                  <c:v>895.5</c:v>
                </c:pt>
                <c:pt idx="4536">
                  <c:v>889.8</c:v>
                </c:pt>
                <c:pt idx="4537">
                  <c:v>896.9</c:v>
                </c:pt>
                <c:pt idx="4538">
                  <c:v>908.15</c:v>
                </c:pt>
                <c:pt idx="4539">
                  <c:v>893.9</c:v>
                </c:pt>
                <c:pt idx="4540">
                  <c:v>901.1</c:v>
                </c:pt>
                <c:pt idx="4541">
                  <c:v>899.8</c:v>
                </c:pt>
                <c:pt idx="4542">
                  <c:v>882.7</c:v>
                </c:pt>
                <c:pt idx="4543">
                  <c:v>892.95</c:v>
                </c:pt>
                <c:pt idx="4544">
                  <c:v>899.55</c:v>
                </c:pt>
                <c:pt idx="4545">
                  <c:v>894.9</c:v>
                </c:pt>
                <c:pt idx="4546">
                  <c:v>908.2</c:v>
                </c:pt>
                <c:pt idx="4547">
                  <c:v>911</c:v>
                </c:pt>
                <c:pt idx="4548">
                  <c:v>916</c:v>
                </c:pt>
                <c:pt idx="4549">
                  <c:v>917.05</c:v>
                </c:pt>
                <c:pt idx="4550">
                  <c:v>930.85</c:v>
                </c:pt>
                <c:pt idx="4551">
                  <c:v>928.7</c:v>
                </c:pt>
                <c:pt idx="4552">
                  <c:v>938.85</c:v>
                </c:pt>
                <c:pt idx="4553">
                  <c:v>937.05</c:v>
                </c:pt>
                <c:pt idx="4554">
                  <c:v>944.25</c:v>
                </c:pt>
                <c:pt idx="4555">
                  <c:v>938</c:v>
                </c:pt>
                <c:pt idx="4556">
                  <c:v>942.3</c:v>
                </c:pt>
                <c:pt idx="4557">
                  <c:v>927.9</c:v>
                </c:pt>
                <c:pt idx="4558">
                  <c:v>936</c:v>
                </c:pt>
                <c:pt idx="4559">
                  <c:v>970.05</c:v>
                </c:pt>
                <c:pt idx="4560">
                  <c:v>970.5</c:v>
                </c:pt>
                <c:pt idx="4561">
                  <c:v>975.35</c:v>
                </c:pt>
                <c:pt idx="4562">
                  <c:v>996.3</c:v>
                </c:pt>
                <c:pt idx="4563">
                  <c:v>963.3</c:v>
                </c:pt>
                <c:pt idx="4564">
                  <c:v>972.7</c:v>
                </c:pt>
                <c:pt idx="4565">
                  <c:v>961.6</c:v>
                </c:pt>
                <c:pt idx="4566">
                  <c:v>953.95</c:v>
                </c:pt>
                <c:pt idx="4567">
                  <c:v>971</c:v>
                </c:pt>
                <c:pt idx="4568">
                  <c:v>967.1</c:v>
                </c:pt>
                <c:pt idx="4569">
                  <c:v>976.7</c:v>
                </c:pt>
                <c:pt idx="4570">
                  <c:v>981.15</c:v>
                </c:pt>
                <c:pt idx="4571">
                  <c:v>989.25</c:v>
                </c:pt>
                <c:pt idx="4572">
                  <c:v>986.6</c:v>
                </c:pt>
                <c:pt idx="4573">
                  <c:v>978.95</c:v>
                </c:pt>
                <c:pt idx="4574">
                  <c:v>956.15</c:v>
                </c:pt>
                <c:pt idx="4575">
                  <c:v>945.35</c:v>
                </c:pt>
                <c:pt idx="4576">
                  <c:v>933.85</c:v>
                </c:pt>
                <c:pt idx="4577">
                  <c:v>931.35</c:v>
                </c:pt>
                <c:pt idx="4578">
                  <c:v>926.75</c:v>
                </c:pt>
                <c:pt idx="4579">
                  <c:v>912.25</c:v>
                </c:pt>
                <c:pt idx="4580">
                  <c:v>915.85</c:v>
                </c:pt>
                <c:pt idx="4581">
                  <c:v>920.8</c:v>
                </c:pt>
                <c:pt idx="4582">
                  <c:v>920.4</c:v>
                </c:pt>
                <c:pt idx="4583">
                  <c:v>917.45</c:v>
                </c:pt>
                <c:pt idx="4584">
                  <c:v>916.1</c:v>
                </c:pt>
                <c:pt idx="4585">
                  <c:v>921.35</c:v>
                </c:pt>
                <c:pt idx="4586">
                  <c:v>930.55</c:v>
                </c:pt>
                <c:pt idx="4587">
                  <c:v>940.85</c:v>
                </c:pt>
                <c:pt idx="4588">
                  <c:v>947.65</c:v>
                </c:pt>
                <c:pt idx="4589">
                  <c:v>954.4</c:v>
                </c:pt>
                <c:pt idx="4590">
                  <c:v>971.35</c:v>
                </c:pt>
                <c:pt idx="4591">
                  <c:v>984.35</c:v>
                </c:pt>
                <c:pt idx="4592">
                  <c:v>982.65</c:v>
                </c:pt>
                <c:pt idx="4593">
                  <c:v>997.15</c:v>
                </c:pt>
                <c:pt idx="4594">
                  <c:v>1002.5</c:v>
                </c:pt>
                <c:pt idx="4595">
                  <c:v>1007.95</c:v>
                </c:pt>
                <c:pt idx="4596">
                  <c:v>1014.2</c:v>
                </c:pt>
                <c:pt idx="4597">
                  <c:v>1015.55</c:v>
                </c:pt>
                <c:pt idx="4598">
                  <c:v>996.05</c:v>
                </c:pt>
                <c:pt idx="4599">
                  <c:v>1019.25</c:v>
                </c:pt>
                <c:pt idx="4600">
                  <c:v>1031.95</c:v>
                </c:pt>
                <c:pt idx="4601">
                  <c:v>1012.5</c:v>
                </c:pt>
                <c:pt idx="4602">
                  <c:v>1004.45</c:v>
                </c:pt>
                <c:pt idx="4603">
                  <c:v>978.95</c:v>
                </c:pt>
                <c:pt idx="4604">
                  <c:v>965.85</c:v>
                </c:pt>
                <c:pt idx="4605">
                  <c:v>944.95</c:v>
                </c:pt>
                <c:pt idx="4606">
                  <c:v>972.45</c:v>
                </c:pt>
                <c:pt idx="4607">
                  <c:v>960.6</c:v>
                </c:pt>
                <c:pt idx="4608">
                  <c:v>971.3</c:v>
                </c:pt>
                <c:pt idx="4609">
                  <c:v>990.1</c:v>
                </c:pt>
                <c:pt idx="4610">
                  <c:v>964.5</c:v>
                </c:pt>
                <c:pt idx="4611">
                  <c:v>977.55</c:v>
                </c:pt>
                <c:pt idx="4612">
                  <c:v>997.1</c:v>
                </c:pt>
                <c:pt idx="4613">
                  <c:v>1025.7</c:v>
                </c:pt>
                <c:pt idx="4614">
                  <c:v>1038.8</c:v>
                </c:pt>
                <c:pt idx="4615">
                  <c:v>1082.3499999999999</c:v>
                </c:pt>
                <c:pt idx="4616">
                  <c:v>1099.8</c:v>
                </c:pt>
                <c:pt idx="4617">
                  <c:v>1076.2</c:v>
                </c:pt>
                <c:pt idx="4618">
                  <c:v>1092.3499999999999</c:v>
                </c:pt>
                <c:pt idx="4619">
                  <c:v>1092.55</c:v>
                </c:pt>
                <c:pt idx="4620">
                  <c:v>1104.8499999999999</c:v>
                </c:pt>
                <c:pt idx="4621">
                  <c:v>1128.6500000000001</c:v>
                </c:pt>
                <c:pt idx="4622">
                  <c:v>1120.3</c:v>
                </c:pt>
                <c:pt idx="4623">
                  <c:v>1110.95</c:v>
                </c:pt>
                <c:pt idx="4624">
                  <c:v>1115.1500000000001</c:v>
                </c:pt>
                <c:pt idx="4625">
                  <c:v>1110.6500000000001</c:v>
                </c:pt>
                <c:pt idx="4626">
                  <c:v>1129.8499999999999</c:v>
                </c:pt>
                <c:pt idx="4627">
                  <c:v>1151.4000000000001</c:v>
                </c:pt>
                <c:pt idx="4628">
                  <c:v>1186</c:v>
                </c:pt>
                <c:pt idx="4629">
                  <c:v>1192.3499999999999</c:v>
                </c:pt>
                <c:pt idx="4630">
                  <c:v>1168.3499999999999</c:v>
                </c:pt>
                <c:pt idx="4631">
                  <c:v>1176.95</c:v>
                </c:pt>
                <c:pt idx="4632">
                  <c:v>1192.5999999999999</c:v>
                </c:pt>
                <c:pt idx="4633">
                  <c:v>1184.2</c:v>
                </c:pt>
                <c:pt idx="4634">
                  <c:v>1217.7</c:v>
                </c:pt>
                <c:pt idx="4635">
                  <c:v>1217.95</c:v>
                </c:pt>
                <c:pt idx="4636">
                  <c:v>1204.2</c:v>
                </c:pt>
                <c:pt idx="4637">
                  <c:v>1187.7</c:v>
                </c:pt>
                <c:pt idx="4638">
                  <c:v>1210.5999999999999</c:v>
                </c:pt>
                <c:pt idx="4639">
                  <c:v>1200.8</c:v>
                </c:pt>
                <c:pt idx="4640">
                  <c:v>1203.75</c:v>
                </c:pt>
                <c:pt idx="4641">
                  <c:v>1234.9000000000001</c:v>
                </c:pt>
                <c:pt idx="4642">
                  <c:v>1247.2</c:v>
                </c:pt>
                <c:pt idx="4643">
                  <c:v>1269.45</c:v>
                </c:pt>
                <c:pt idx="4644">
                  <c:v>1277.5</c:v>
                </c:pt>
                <c:pt idx="4645">
                  <c:v>1291.5</c:v>
                </c:pt>
                <c:pt idx="4646">
                  <c:v>1319</c:v>
                </c:pt>
                <c:pt idx="4647">
                  <c:v>1294.2</c:v>
                </c:pt>
                <c:pt idx="4648">
                  <c:v>1274.45</c:v>
                </c:pt>
                <c:pt idx="4649">
                  <c:v>1241.6500000000001</c:v>
                </c:pt>
                <c:pt idx="4650">
                  <c:v>1229.1500000000001</c:v>
                </c:pt>
                <c:pt idx="4651">
                  <c:v>1241.95</c:v>
                </c:pt>
                <c:pt idx="4652">
                  <c:v>1227</c:v>
                </c:pt>
                <c:pt idx="4653">
                  <c:v>1261.4000000000001</c:v>
                </c:pt>
                <c:pt idx="4654">
                  <c:v>1278.5999999999999</c:v>
                </c:pt>
                <c:pt idx="4655">
                  <c:v>1255.8499999999999</c:v>
                </c:pt>
                <c:pt idx="4656">
                  <c:v>1237.7</c:v>
                </c:pt>
                <c:pt idx="4657">
                  <c:v>1252.5</c:v>
                </c:pt>
                <c:pt idx="4658">
                  <c:v>1253.1500000000001</c:v>
                </c:pt>
                <c:pt idx="4659">
                  <c:v>1225.9000000000001</c:v>
                </c:pt>
                <c:pt idx="4660">
                  <c:v>1217.1500000000001</c:v>
                </c:pt>
                <c:pt idx="4661">
                  <c:v>1210.75</c:v>
                </c:pt>
                <c:pt idx="4662">
                  <c:v>1217.5</c:v>
                </c:pt>
                <c:pt idx="4663">
                  <c:v>1232.05</c:v>
                </c:pt>
                <c:pt idx="4664">
                  <c:v>1230.5999999999999</c:v>
                </c:pt>
                <c:pt idx="4665">
                  <c:v>1251.4000000000001</c:v>
                </c:pt>
                <c:pt idx="4666">
                  <c:v>1253.75</c:v>
                </c:pt>
                <c:pt idx="4667">
                  <c:v>1257.95</c:v>
                </c:pt>
                <c:pt idx="4668">
                  <c:v>1231.7</c:v>
                </c:pt>
                <c:pt idx="4669">
                  <c:v>1205.0999999999999</c:v>
                </c:pt>
                <c:pt idx="4670">
                  <c:v>1122.25</c:v>
                </c:pt>
                <c:pt idx="4671">
                  <c:v>1048.8499999999999</c:v>
                </c:pt>
                <c:pt idx="4672">
                  <c:v>1109.4000000000001</c:v>
                </c:pt>
                <c:pt idx="4673">
                  <c:v>1090.05</c:v>
                </c:pt>
                <c:pt idx="4674">
                  <c:v>1102.0999999999999</c:v>
                </c:pt>
                <c:pt idx="4675">
                  <c:v>1087.8</c:v>
                </c:pt>
                <c:pt idx="4676">
                  <c:v>1126.55</c:v>
                </c:pt>
                <c:pt idx="4677">
                  <c:v>1139.75</c:v>
                </c:pt>
                <c:pt idx="4678">
                  <c:v>1163.8</c:v>
                </c:pt>
                <c:pt idx="4679">
                  <c:v>1151.3</c:v>
                </c:pt>
                <c:pt idx="4680">
                  <c:v>1101.3</c:v>
                </c:pt>
                <c:pt idx="4681">
                  <c:v>1062.6500000000001</c:v>
                </c:pt>
                <c:pt idx="4682">
                  <c:v>1054.7</c:v>
                </c:pt>
                <c:pt idx="4683">
                  <c:v>1045.75</c:v>
                </c:pt>
                <c:pt idx="4684">
                  <c:v>1030.8</c:v>
                </c:pt>
                <c:pt idx="4685">
                  <c:v>1044.9000000000001</c:v>
                </c:pt>
                <c:pt idx="4686">
                  <c:v>1087.8</c:v>
                </c:pt>
                <c:pt idx="4687">
                  <c:v>1057</c:v>
                </c:pt>
                <c:pt idx="4688">
                  <c:v>1061.25</c:v>
                </c:pt>
                <c:pt idx="4689">
                  <c:v>1056.25</c:v>
                </c:pt>
                <c:pt idx="4690">
                  <c:v>1074.9000000000001</c:v>
                </c:pt>
                <c:pt idx="4691">
                  <c:v>1090.3</c:v>
                </c:pt>
                <c:pt idx="4692">
                  <c:v>1104.0999999999999</c:v>
                </c:pt>
                <c:pt idx="4693">
                  <c:v>1110.7</c:v>
                </c:pt>
                <c:pt idx="4694">
                  <c:v>1093.45</c:v>
                </c:pt>
                <c:pt idx="4695">
                  <c:v>1080</c:v>
                </c:pt>
                <c:pt idx="4696">
                  <c:v>1099.45</c:v>
                </c:pt>
                <c:pt idx="4697">
                  <c:v>1097.95</c:v>
                </c:pt>
                <c:pt idx="4698">
                  <c:v>1096.8499999999999</c:v>
                </c:pt>
                <c:pt idx="4699">
                  <c:v>1127.4000000000001</c:v>
                </c:pt>
                <c:pt idx="4700">
                  <c:v>1150</c:v>
                </c:pt>
                <c:pt idx="4701">
                  <c:v>1137.4000000000001</c:v>
                </c:pt>
                <c:pt idx="4702">
                  <c:v>1112.9000000000001</c:v>
                </c:pt>
                <c:pt idx="4703">
                  <c:v>1102.8499999999999</c:v>
                </c:pt>
                <c:pt idx="4704">
                  <c:v>1109.75</c:v>
                </c:pt>
                <c:pt idx="4705">
                  <c:v>1128.2</c:v>
                </c:pt>
                <c:pt idx="4706">
                  <c:v>1152.6500000000001</c:v>
                </c:pt>
                <c:pt idx="4707">
                  <c:v>1168.5</c:v>
                </c:pt>
                <c:pt idx="4708">
                  <c:v>1167.55</c:v>
                </c:pt>
                <c:pt idx="4709">
                  <c:v>1156.45</c:v>
                </c:pt>
                <c:pt idx="4710">
                  <c:v>1152.3</c:v>
                </c:pt>
                <c:pt idx="4711">
                  <c:v>1155.1500000000001</c:v>
                </c:pt>
                <c:pt idx="4712">
                  <c:v>1123.6500000000001</c:v>
                </c:pt>
                <c:pt idx="4713">
                  <c:v>1133.8</c:v>
                </c:pt>
                <c:pt idx="4714">
                  <c:v>1090.25</c:v>
                </c:pt>
                <c:pt idx="4715">
                  <c:v>1097.55</c:v>
                </c:pt>
                <c:pt idx="4716">
                  <c:v>1110.5</c:v>
                </c:pt>
                <c:pt idx="4717">
                  <c:v>1107.05</c:v>
                </c:pt>
                <c:pt idx="4718">
                  <c:v>1112.2</c:v>
                </c:pt>
                <c:pt idx="4719">
                  <c:v>1129.9000000000001</c:v>
                </c:pt>
                <c:pt idx="4720">
                  <c:v>1136.4000000000001</c:v>
                </c:pt>
                <c:pt idx="4721">
                  <c:v>1136.8</c:v>
                </c:pt>
                <c:pt idx="4722">
                  <c:v>1128.45</c:v>
                </c:pt>
                <c:pt idx="4723">
                  <c:v>1100.2</c:v>
                </c:pt>
                <c:pt idx="4724">
                  <c:v>1089.1500000000001</c:v>
                </c:pt>
                <c:pt idx="4725">
                  <c:v>1098.3499999999999</c:v>
                </c:pt>
                <c:pt idx="4726">
                  <c:v>1120.2</c:v>
                </c:pt>
                <c:pt idx="4727">
                  <c:v>1125.55</c:v>
                </c:pt>
                <c:pt idx="4728">
                  <c:v>1121.25</c:v>
                </c:pt>
                <c:pt idx="4729">
                  <c:v>1121</c:v>
                </c:pt>
                <c:pt idx="4730">
                  <c:v>1106.4000000000001</c:v>
                </c:pt>
                <c:pt idx="4731">
                  <c:v>1092.75</c:v>
                </c:pt>
                <c:pt idx="4732">
                  <c:v>1098.6500000000001</c:v>
                </c:pt>
                <c:pt idx="4733">
                  <c:v>1104.75</c:v>
                </c:pt>
                <c:pt idx="4734">
                  <c:v>1104.6500000000001</c:v>
                </c:pt>
                <c:pt idx="4735">
                  <c:v>1110.75</c:v>
                </c:pt>
                <c:pt idx="4736">
                  <c:v>1107.5</c:v>
                </c:pt>
                <c:pt idx="4737">
                  <c:v>1098.05</c:v>
                </c:pt>
                <c:pt idx="4738">
                  <c:v>1096.8</c:v>
                </c:pt>
                <c:pt idx="4739">
                  <c:v>1129.6500000000001</c:v>
                </c:pt>
                <c:pt idx="4740">
                  <c:v>1135.9000000000001</c:v>
                </c:pt>
                <c:pt idx="4741">
                  <c:v>1134.45</c:v>
                </c:pt>
                <c:pt idx="4742">
                  <c:v>1184.3499999999999</c:v>
                </c:pt>
                <c:pt idx="4743">
                  <c:v>1237.7</c:v>
                </c:pt>
                <c:pt idx="4744">
                  <c:v>1235.1500000000001</c:v>
                </c:pt>
                <c:pt idx="4745">
                  <c:v>1226.3</c:v>
                </c:pt>
                <c:pt idx="4746">
                  <c:v>1247.45</c:v>
                </c:pt>
                <c:pt idx="4747">
                  <c:v>1246</c:v>
                </c:pt>
                <c:pt idx="4748">
                  <c:v>1229.55</c:v>
                </c:pt>
                <c:pt idx="4749">
                  <c:v>1210.6500000000001</c:v>
                </c:pt>
                <c:pt idx="4750">
                  <c:v>1195.7</c:v>
                </c:pt>
                <c:pt idx="4751">
                  <c:v>1227.1500000000001</c:v>
                </c:pt>
                <c:pt idx="4752">
                  <c:v>1249.95</c:v>
                </c:pt>
                <c:pt idx="4753">
                  <c:v>1290.9000000000001</c:v>
                </c:pt>
                <c:pt idx="4754">
                  <c:v>1291.55</c:v>
                </c:pt>
                <c:pt idx="4755">
                  <c:v>1310.25</c:v>
                </c:pt>
                <c:pt idx="4756">
                  <c:v>1290.4000000000001</c:v>
                </c:pt>
                <c:pt idx="4757">
                  <c:v>1277.7</c:v>
                </c:pt>
                <c:pt idx="4758">
                  <c:v>1253.25</c:v>
                </c:pt>
                <c:pt idx="4759">
                  <c:v>1256.4000000000001</c:v>
                </c:pt>
                <c:pt idx="4760">
                  <c:v>1245.95</c:v>
                </c:pt>
                <c:pt idx="4761">
                  <c:v>1224.2</c:v>
                </c:pt>
                <c:pt idx="4762">
                  <c:v>1244.45</c:v>
                </c:pt>
                <c:pt idx="4763">
                  <c:v>1220.0999999999999</c:v>
                </c:pt>
                <c:pt idx="4764">
                  <c:v>1216.0999999999999</c:v>
                </c:pt>
                <c:pt idx="4765">
                  <c:v>1234.3499999999999</c:v>
                </c:pt>
                <c:pt idx="4766">
                  <c:v>1246.9000000000001</c:v>
                </c:pt>
                <c:pt idx="4767">
                  <c:v>1232.3499999999999</c:v>
                </c:pt>
                <c:pt idx="4768">
                  <c:v>1232.3</c:v>
                </c:pt>
                <c:pt idx="4769">
                  <c:v>1220.25</c:v>
                </c:pt>
                <c:pt idx="4770">
                  <c:v>1223.5</c:v>
                </c:pt>
                <c:pt idx="4771">
                  <c:v>1231.05</c:v>
                </c:pt>
                <c:pt idx="4772">
                  <c:v>1226.05</c:v>
                </c:pt>
                <c:pt idx="4773">
                  <c:v>1237.6500000000001</c:v>
                </c:pt>
                <c:pt idx="4774">
                  <c:v>1264.8</c:v>
                </c:pt>
                <c:pt idx="4775">
                  <c:v>1270.25</c:v>
                </c:pt>
                <c:pt idx="4776">
                  <c:v>1267.0999999999999</c:v>
                </c:pt>
                <c:pt idx="4777">
                  <c:v>1304.0999999999999</c:v>
                </c:pt>
                <c:pt idx="4778">
                  <c:v>1331.35</c:v>
                </c:pt>
                <c:pt idx="4779">
                  <c:v>1347.3</c:v>
                </c:pt>
                <c:pt idx="4780">
                  <c:v>1341.55</c:v>
                </c:pt>
                <c:pt idx="4781">
                  <c:v>1321.65</c:v>
                </c:pt>
                <c:pt idx="4782">
                  <c:v>1350.05</c:v>
                </c:pt>
                <c:pt idx="4783">
                  <c:v>1376.55</c:v>
                </c:pt>
                <c:pt idx="4784">
                  <c:v>1375.45</c:v>
                </c:pt>
                <c:pt idx="4785">
                  <c:v>1341.75</c:v>
                </c:pt>
                <c:pt idx="4786">
                  <c:v>1324.45</c:v>
                </c:pt>
                <c:pt idx="4787">
                  <c:v>1367.25</c:v>
                </c:pt>
                <c:pt idx="4788">
                  <c:v>1349.25</c:v>
                </c:pt>
                <c:pt idx="4789">
                  <c:v>1360</c:v>
                </c:pt>
                <c:pt idx="4790">
                  <c:v>1363.25</c:v>
                </c:pt>
                <c:pt idx="4791">
                  <c:v>1391.85</c:v>
                </c:pt>
                <c:pt idx="4792">
                  <c:v>1389.7</c:v>
                </c:pt>
                <c:pt idx="4793">
                  <c:v>1375.2</c:v>
                </c:pt>
                <c:pt idx="4794">
                  <c:v>1353.05</c:v>
                </c:pt>
                <c:pt idx="4795">
                  <c:v>1353.9</c:v>
                </c:pt>
                <c:pt idx="4796">
                  <c:v>1329.25</c:v>
                </c:pt>
                <c:pt idx="4797">
                  <c:v>1334.45</c:v>
                </c:pt>
                <c:pt idx="4798">
                  <c:v>1331.4</c:v>
                </c:pt>
                <c:pt idx="4799">
                  <c:v>1346.8</c:v>
                </c:pt>
                <c:pt idx="4800">
                  <c:v>1343.1</c:v>
                </c:pt>
                <c:pt idx="4801">
                  <c:v>1340.15</c:v>
                </c:pt>
                <c:pt idx="4802">
                  <c:v>1343.75</c:v>
                </c:pt>
                <c:pt idx="4803">
                  <c:v>1385.95</c:v>
                </c:pt>
                <c:pt idx="4804">
                  <c:v>1345.35</c:v>
                </c:pt>
                <c:pt idx="4805">
                  <c:v>1363.85</c:v>
                </c:pt>
                <c:pt idx="4806">
                  <c:v>1389.5</c:v>
                </c:pt>
                <c:pt idx="4807">
                  <c:v>1372.4</c:v>
                </c:pt>
                <c:pt idx="4808">
                  <c:v>1392.8</c:v>
                </c:pt>
                <c:pt idx="4809">
                  <c:v>1392.8</c:v>
                </c:pt>
                <c:pt idx="4810">
                  <c:v>1405.05</c:v>
                </c:pt>
                <c:pt idx="4811">
                  <c:v>1408.85</c:v>
                </c:pt>
                <c:pt idx="4812">
                  <c:v>1384.9</c:v>
                </c:pt>
                <c:pt idx="4813">
                  <c:v>1343.5</c:v>
                </c:pt>
                <c:pt idx="4814">
                  <c:v>1299.45</c:v>
                </c:pt>
                <c:pt idx="4815">
                  <c:v>1256.45</c:v>
                </c:pt>
                <c:pt idx="4816">
                  <c:v>1251.1500000000001</c:v>
                </c:pt>
                <c:pt idx="4817">
                  <c:v>1232.05</c:v>
                </c:pt>
                <c:pt idx="4818">
                  <c:v>1260.45</c:v>
                </c:pt>
                <c:pt idx="4819">
                  <c:v>1256.9000000000001</c:v>
                </c:pt>
                <c:pt idx="4820">
                  <c:v>1265.3499999999999</c:v>
                </c:pt>
                <c:pt idx="4821">
                  <c:v>1267.4000000000001</c:v>
                </c:pt>
                <c:pt idx="4822">
                  <c:v>1325.9</c:v>
                </c:pt>
                <c:pt idx="4823">
                  <c:v>1339.8</c:v>
                </c:pt>
                <c:pt idx="4824">
                  <c:v>1340.4</c:v>
                </c:pt>
                <c:pt idx="4825">
                  <c:v>1333.9</c:v>
                </c:pt>
                <c:pt idx="4826">
                  <c:v>1336.85</c:v>
                </c:pt>
                <c:pt idx="4827">
                  <c:v>1310.6500000000001</c:v>
                </c:pt>
                <c:pt idx="4828">
                  <c:v>1323.75</c:v>
                </c:pt>
                <c:pt idx="4829">
                  <c:v>1313.05</c:v>
                </c:pt>
                <c:pt idx="4830">
                  <c:v>1329.75</c:v>
                </c:pt>
                <c:pt idx="4831">
                  <c:v>1330.15</c:v>
                </c:pt>
                <c:pt idx="4832">
                  <c:v>1360.2</c:v>
                </c:pt>
                <c:pt idx="4833">
                  <c:v>1351.65</c:v>
                </c:pt>
                <c:pt idx="4834">
                  <c:v>1327.35</c:v>
                </c:pt>
                <c:pt idx="4835">
                  <c:v>1314.9</c:v>
                </c:pt>
                <c:pt idx="4836">
                  <c:v>1319.15</c:v>
                </c:pt>
                <c:pt idx="4837">
                  <c:v>1329.15</c:v>
                </c:pt>
                <c:pt idx="4838">
                  <c:v>1332.15</c:v>
                </c:pt>
                <c:pt idx="4839">
                  <c:v>1327.25</c:v>
                </c:pt>
                <c:pt idx="4840">
                  <c:v>1317.55</c:v>
                </c:pt>
                <c:pt idx="4841">
                  <c:v>1282.3</c:v>
                </c:pt>
                <c:pt idx="4842">
                  <c:v>1281</c:v>
                </c:pt>
                <c:pt idx="4843">
                  <c:v>1277.3499999999999</c:v>
                </c:pt>
                <c:pt idx="4844">
                  <c:v>1296.75</c:v>
                </c:pt>
                <c:pt idx="4845">
                  <c:v>1279.5</c:v>
                </c:pt>
                <c:pt idx="4846">
                  <c:v>1262.4000000000001</c:v>
                </c:pt>
                <c:pt idx="4847">
                  <c:v>1295.8499999999999</c:v>
                </c:pt>
                <c:pt idx="4848">
                  <c:v>1294.1500000000001</c:v>
                </c:pt>
                <c:pt idx="4849">
                  <c:v>1274.1500000000001</c:v>
                </c:pt>
                <c:pt idx="4850">
                  <c:v>1253.0999999999999</c:v>
                </c:pt>
                <c:pt idx="4851">
                  <c:v>1268.8499999999999</c:v>
                </c:pt>
                <c:pt idx="4852">
                  <c:v>1278.5</c:v>
                </c:pt>
                <c:pt idx="4853">
                  <c:v>1282.55</c:v>
                </c:pt>
                <c:pt idx="4854">
                  <c:v>1284</c:v>
                </c:pt>
                <c:pt idx="4855">
                  <c:v>1263.3499999999999</c:v>
                </c:pt>
                <c:pt idx="4856">
                  <c:v>1252.05</c:v>
                </c:pt>
                <c:pt idx="4857">
                  <c:v>1280.0999999999999</c:v>
                </c:pt>
                <c:pt idx="4858">
                  <c:v>1278.8499999999999</c:v>
                </c:pt>
                <c:pt idx="4859">
                  <c:v>1281.55</c:v>
                </c:pt>
                <c:pt idx="4860">
                  <c:v>1280.5</c:v>
                </c:pt>
                <c:pt idx="4861">
                  <c:v>1276.0999999999999</c:v>
                </c:pt>
                <c:pt idx="4862">
                  <c:v>1293</c:v>
                </c:pt>
                <c:pt idx="4863">
                  <c:v>1281.8499999999999</c:v>
                </c:pt>
                <c:pt idx="4864">
                  <c:v>1261.8499999999999</c:v>
                </c:pt>
                <c:pt idx="4865">
                  <c:v>1249</c:v>
                </c:pt>
                <c:pt idx="4866">
                  <c:v>1280.5</c:v>
                </c:pt>
                <c:pt idx="4867">
                  <c:v>1273.55</c:v>
                </c:pt>
                <c:pt idx="4868">
                  <c:v>1259.0999999999999</c:v>
                </c:pt>
                <c:pt idx="4869">
                  <c:v>1231.5</c:v>
                </c:pt>
                <c:pt idx="4870">
                  <c:v>1213.8</c:v>
                </c:pt>
                <c:pt idx="4871">
                  <c:v>1210.95</c:v>
                </c:pt>
                <c:pt idx="4872">
                  <c:v>1180.9000000000001</c:v>
                </c:pt>
                <c:pt idx="4873">
                  <c:v>1166.25</c:v>
                </c:pt>
                <c:pt idx="4874">
                  <c:v>1180.25</c:v>
                </c:pt>
                <c:pt idx="4875">
                  <c:v>1184.3499999999999</c:v>
                </c:pt>
                <c:pt idx="4876">
                  <c:v>1143.3499999999999</c:v>
                </c:pt>
                <c:pt idx="4877">
                  <c:v>1128.3</c:v>
                </c:pt>
                <c:pt idx="4878">
                  <c:v>1109.4000000000001</c:v>
                </c:pt>
                <c:pt idx="4879">
                  <c:v>1152.3499999999999</c:v>
                </c:pt>
                <c:pt idx="4880">
                  <c:v>1162.0999999999999</c:v>
                </c:pt>
                <c:pt idx="4881">
                  <c:v>1274.75</c:v>
                </c:pt>
                <c:pt idx="4882">
                  <c:v>1288.25</c:v>
                </c:pt>
                <c:pt idx="4883">
                  <c:v>1278</c:v>
                </c:pt>
                <c:pt idx="4884">
                  <c:v>1292.5999999999999</c:v>
                </c:pt>
                <c:pt idx="4885">
                  <c:v>1275.95</c:v>
                </c:pt>
                <c:pt idx="4886">
                  <c:v>1270.95</c:v>
                </c:pt>
                <c:pt idx="4887">
                  <c:v>1246.75</c:v>
                </c:pt>
                <c:pt idx="4888">
                  <c:v>1275.8499999999999</c:v>
                </c:pt>
                <c:pt idx="4889">
                  <c:v>1266.8</c:v>
                </c:pt>
                <c:pt idx="4890">
                  <c:v>1274.8499999999999</c:v>
                </c:pt>
                <c:pt idx="4891">
                  <c:v>1263.3</c:v>
                </c:pt>
                <c:pt idx="4892">
                  <c:v>1241.75</c:v>
                </c:pt>
                <c:pt idx="4893">
                  <c:v>1248.55</c:v>
                </c:pt>
                <c:pt idx="4894">
                  <c:v>1206.4000000000001</c:v>
                </c:pt>
                <c:pt idx="4895">
                  <c:v>1201.1500000000001</c:v>
                </c:pt>
                <c:pt idx="4896">
                  <c:v>1198.5999999999999</c:v>
                </c:pt>
                <c:pt idx="4897">
                  <c:v>1222.5</c:v>
                </c:pt>
                <c:pt idx="4898">
                  <c:v>1222.2</c:v>
                </c:pt>
                <c:pt idx="4899">
                  <c:v>1234.4000000000001</c:v>
                </c:pt>
                <c:pt idx="4900">
                  <c:v>1210.3499999999999</c:v>
                </c:pt>
                <c:pt idx="4901">
                  <c:v>1225.5999999999999</c:v>
                </c:pt>
                <c:pt idx="4902">
                  <c:v>1210.75</c:v>
                </c:pt>
                <c:pt idx="4903">
                  <c:v>1197.45</c:v>
                </c:pt>
                <c:pt idx="4904">
                  <c:v>1205.7</c:v>
                </c:pt>
                <c:pt idx="4905">
                  <c:v>1179.05</c:v>
                </c:pt>
                <c:pt idx="4906">
                  <c:v>1254.3499999999999</c:v>
                </c:pt>
                <c:pt idx="4907">
                  <c:v>1239.2</c:v>
                </c:pt>
                <c:pt idx="4908">
                  <c:v>1278.7</c:v>
                </c:pt>
                <c:pt idx="4909">
                  <c:v>1279.55</c:v>
                </c:pt>
                <c:pt idx="4910">
                  <c:v>1296.8</c:v>
                </c:pt>
                <c:pt idx="4911">
                  <c:v>1309.05</c:v>
                </c:pt>
                <c:pt idx="4912">
                  <c:v>1332.25</c:v>
                </c:pt>
                <c:pt idx="4913">
                  <c:v>1304.9000000000001</c:v>
                </c:pt>
                <c:pt idx="4914">
                  <c:v>1311.05</c:v>
                </c:pt>
                <c:pt idx="4915">
                  <c:v>1308.0999999999999</c:v>
                </c:pt>
                <c:pt idx="4916">
                  <c:v>1310.0999999999999</c:v>
                </c:pt>
                <c:pt idx="4917">
                  <c:v>1324.75</c:v>
                </c:pt>
                <c:pt idx="4918">
                  <c:v>1362.75</c:v>
                </c:pt>
                <c:pt idx="4919">
                  <c:v>1352.6</c:v>
                </c:pt>
                <c:pt idx="4920">
                  <c:v>1358</c:v>
                </c:pt>
                <c:pt idx="4921">
                  <c:v>1364.15</c:v>
                </c:pt>
                <c:pt idx="4922">
                  <c:v>1372.35</c:v>
                </c:pt>
                <c:pt idx="4923">
                  <c:v>1396.5</c:v>
                </c:pt>
                <c:pt idx="4924">
                  <c:v>1416.35</c:v>
                </c:pt>
                <c:pt idx="4925">
                  <c:v>1414.15</c:v>
                </c:pt>
                <c:pt idx="4926">
                  <c:v>1392.4</c:v>
                </c:pt>
                <c:pt idx="4927">
                  <c:v>1436.45</c:v>
                </c:pt>
                <c:pt idx="4928">
                  <c:v>1431.2</c:v>
                </c:pt>
                <c:pt idx="4929">
                  <c:v>1434.25</c:v>
                </c:pt>
                <c:pt idx="4930">
                  <c:v>1467.05</c:v>
                </c:pt>
                <c:pt idx="4931">
                  <c:v>1479.1</c:v>
                </c:pt>
                <c:pt idx="4932">
                  <c:v>1464.35</c:v>
                </c:pt>
                <c:pt idx="4933">
                  <c:v>1456.9</c:v>
                </c:pt>
                <c:pt idx="4934">
                  <c:v>1457.65</c:v>
                </c:pt>
                <c:pt idx="4935">
                  <c:v>1447.3</c:v>
                </c:pt>
                <c:pt idx="4936">
                  <c:v>1434.9</c:v>
                </c:pt>
                <c:pt idx="4937">
                  <c:v>1458.6</c:v>
                </c:pt>
                <c:pt idx="4938">
                  <c:v>1445.5</c:v>
                </c:pt>
                <c:pt idx="4939">
                  <c:v>1427.8</c:v>
                </c:pt>
                <c:pt idx="4940">
                  <c:v>1472.3</c:v>
                </c:pt>
                <c:pt idx="4941">
                  <c:v>1462.75</c:v>
                </c:pt>
                <c:pt idx="4942">
                  <c:v>1470.85</c:v>
                </c:pt>
                <c:pt idx="4943">
                  <c:v>1459.2</c:v>
                </c:pt>
                <c:pt idx="4944">
                  <c:v>1509.75</c:v>
                </c:pt>
                <c:pt idx="4945">
                  <c:v>1547.65</c:v>
                </c:pt>
                <c:pt idx="4946">
                  <c:v>1537.6</c:v>
                </c:pt>
                <c:pt idx="4947">
                  <c:v>1546.5</c:v>
                </c:pt>
                <c:pt idx="4948">
                  <c:v>1561.55</c:v>
                </c:pt>
                <c:pt idx="4949">
                  <c:v>1560.25</c:v>
                </c:pt>
                <c:pt idx="4950">
                  <c:v>1569.85</c:v>
                </c:pt>
                <c:pt idx="4951">
                  <c:v>1580.3</c:v>
                </c:pt>
                <c:pt idx="4952">
                  <c:v>1551.15</c:v>
                </c:pt>
                <c:pt idx="4953">
                  <c:v>1586.5</c:v>
                </c:pt>
                <c:pt idx="4954">
                  <c:v>1578.9</c:v>
                </c:pt>
                <c:pt idx="4955">
                  <c:v>1552.7</c:v>
                </c:pt>
                <c:pt idx="4956">
                  <c:v>1550.85</c:v>
                </c:pt>
                <c:pt idx="4957">
                  <c:v>1554.9</c:v>
                </c:pt>
                <c:pt idx="4958">
                  <c:v>1572.6</c:v>
                </c:pt>
                <c:pt idx="4959">
                  <c:v>1561.95</c:v>
                </c:pt>
                <c:pt idx="4960">
                  <c:v>1562.4</c:v>
                </c:pt>
                <c:pt idx="4961">
                  <c:v>1568.2</c:v>
                </c:pt>
                <c:pt idx="4962">
                  <c:v>1582.9</c:v>
                </c:pt>
                <c:pt idx="4963">
                  <c:v>1566.6</c:v>
                </c:pt>
                <c:pt idx="4964">
                  <c:v>1562.7</c:v>
                </c:pt>
                <c:pt idx="4965">
                  <c:v>1575.85</c:v>
                </c:pt>
                <c:pt idx="4966">
                  <c:v>1609.95</c:v>
                </c:pt>
                <c:pt idx="4967">
                  <c:v>1599.1</c:v>
                </c:pt>
                <c:pt idx="4968">
                  <c:v>1571.4</c:v>
                </c:pt>
                <c:pt idx="4969">
                  <c:v>1546.45</c:v>
                </c:pt>
                <c:pt idx="4970">
                  <c:v>1515.4</c:v>
                </c:pt>
                <c:pt idx="4971">
                  <c:v>1542.35</c:v>
                </c:pt>
                <c:pt idx="4972">
                  <c:v>1544.2</c:v>
                </c:pt>
                <c:pt idx="4973">
                  <c:v>1514.05</c:v>
                </c:pt>
                <c:pt idx="4974">
                  <c:v>1509.6</c:v>
                </c:pt>
                <c:pt idx="4975">
                  <c:v>1535.3</c:v>
                </c:pt>
                <c:pt idx="4976">
                  <c:v>1537.15</c:v>
                </c:pt>
                <c:pt idx="4977">
                  <c:v>1501.5</c:v>
                </c:pt>
                <c:pt idx="4978">
                  <c:v>1524.6</c:v>
                </c:pt>
                <c:pt idx="4979">
                  <c:v>1513.15</c:v>
                </c:pt>
                <c:pt idx="4980">
                  <c:v>1548</c:v>
                </c:pt>
                <c:pt idx="4981">
                  <c:v>1547.65</c:v>
                </c:pt>
                <c:pt idx="4982">
                  <c:v>1543.7</c:v>
                </c:pt>
                <c:pt idx="4983">
                  <c:v>1529.4</c:v>
                </c:pt>
                <c:pt idx="4984">
                  <c:v>1523.85</c:v>
                </c:pt>
                <c:pt idx="4985">
                  <c:v>1537.9</c:v>
                </c:pt>
                <c:pt idx="4986">
                  <c:v>1581</c:v>
                </c:pt>
                <c:pt idx="4987">
                  <c:v>1532.35</c:v>
                </c:pt>
                <c:pt idx="4988">
                  <c:v>1533.9</c:v>
                </c:pt>
                <c:pt idx="4989">
                  <c:v>1533.35</c:v>
                </c:pt>
                <c:pt idx="4990">
                  <c:v>1526.85</c:v>
                </c:pt>
                <c:pt idx="4991">
                  <c:v>1521.55</c:v>
                </c:pt>
                <c:pt idx="4992">
                  <c:v>1506.55</c:v>
                </c:pt>
                <c:pt idx="4993">
                  <c:v>1471.75</c:v>
                </c:pt>
                <c:pt idx="4994">
                  <c:v>1479.85</c:v>
                </c:pt>
                <c:pt idx="4995">
                  <c:v>1443.75</c:v>
                </c:pt>
                <c:pt idx="4996">
                  <c:v>1411.65</c:v>
                </c:pt>
                <c:pt idx="4997">
                  <c:v>1383.35</c:v>
                </c:pt>
                <c:pt idx="4998">
                  <c:v>1385.5</c:v>
                </c:pt>
                <c:pt idx="4999">
                  <c:v>1426.4</c:v>
                </c:pt>
                <c:pt idx="5000">
                  <c:v>1448.5</c:v>
                </c:pt>
                <c:pt idx="5001">
                  <c:v>1457.8</c:v>
                </c:pt>
                <c:pt idx="5002">
                  <c:v>1433.65</c:v>
                </c:pt>
                <c:pt idx="5003">
                  <c:v>1435.6</c:v>
                </c:pt>
                <c:pt idx="5004">
                  <c:v>1452.75</c:v>
                </c:pt>
                <c:pt idx="5005">
                  <c:v>1470.3</c:v>
                </c:pt>
                <c:pt idx="5006">
                  <c:v>1474.15</c:v>
                </c:pt>
                <c:pt idx="5007">
                  <c:v>1487.6</c:v>
                </c:pt>
                <c:pt idx="5008">
                  <c:v>1478.25</c:v>
                </c:pt>
                <c:pt idx="5009">
                  <c:v>1467.4</c:v>
                </c:pt>
                <c:pt idx="5010">
                  <c:v>1503.8</c:v>
                </c:pt>
                <c:pt idx="5011">
                  <c:v>1485.95</c:v>
                </c:pt>
                <c:pt idx="5012">
                  <c:v>1444.95</c:v>
                </c:pt>
                <c:pt idx="5013">
                  <c:v>1416.4</c:v>
                </c:pt>
                <c:pt idx="5014">
                  <c:v>1392</c:v>
                </c:pt>
                <c:pt idx="5015">
                  <c:v>1386.25</c:v>
                </c:pt>
                <c:pt idx="5016">
                  <c:v>1328.65</c:v>
                </c:pt>
                <c:pt idx="5017">
                  <c:v>1316.15</c:v>
                </c:pt>
                <c:pt idx="5018">
                  <c:v>1342.85</c:v>
                </c:pt>
                <c:pt idx="5019">
                  <c:v>1339.7</c:v>
                </c:pt>
                <c:pt idx="5020">
                  <c:v>1311.15</c:v>
                </c:pt>
                <c:pt idx="5021">
                  <c:v>1271</c:v>
                </c:pt>
                <c:pt idx="5022">
                  <c:v>1114.1500000000001</c:v>
                </c:pt>
                <c:pt idx="5023">
                  <c:v>1153.55</c:v>
                </c:pt>
                <c:pt idx="5024">
                  <c:v>1063</c:v>
                </c:pt>
                <c:pt idx="5025">
                  <c:v>1105.3</c:v>
                </c:pt>
                <c:pt idx="5026">
                  <c:v>1015.7</c:v>
                </c:pt>
                <c:pt idx="5027">
                  <c:v>1008</c:v>
                </c:pt>
                <c:pt idx="5028">
                  <c:v>968.5</c:v>
                </c:pt>
                <c:pt idx="5029">
                  <c:v>917.7</c:v>
                </c:pt>
                <c:pt idx="5030">
                  <c:v>1017.95</c:v>
                </c:pt>
                <c:pt idx="5031">
                  <c:v>884.05</c:v>
                </c:pt>
                <c:pt idx="5032">
                  <c:v>943.4</c:v>
                </c:pt>
                <c:pt idx="5033">
                  <c:v>1082.25</c:v>
                </c:pt>
                <c:pt idx="5034">
                  <c:v>1066.2</c:v>
                </c:pt>
                <c:pt idx="5035">
                  <c:v>1065.5999999999999</c:v>
                </c:pt>
                <c:pt idx="5036">
                  <c:v>1030.45</c:v>
                </c:pt>
                <c:pt idx="5037">
                  <c:v>1113.75</c:v>
                </c:pt>
                <c:pt idx="5038">
                  <c:v>1080.45</c:v>
                </c:pt>
                <c:pt idx="5039">
                  <c:v>1077.45</c:v>
                </c:pt>
                <c:pt idx="5040">
                  <c:v>1206.0999999999999</c:v>
                </c:pt>
                <c:pt idx="5041">
                  <c:v>1192.1500000000001</c:v>
                </c:pt>
                <c:pt idx="5042">
                  <c:v>1219.95</c:v>
                </c:pt>
                <c:pt idx="5043">
                  <c:v>1189.1500000000001</c:v>
                </c:pt>
                <c:pt idx="5044">
                  <c:v>1149.8499999999999</c:v>
                </c:pt>
                <c:pt idx="5045">
                  <c:v>1168.05</c:v>
                </c:pt>
                <c:pt idx="5046">
                  <c:v>1224</c:v>
                </c:pt>
                <c:pt idx="5047">
                  <c:v>1243.8</c:v>
                </c:pt>
                <c:pt idx="5048">
                  <c:v>1237.3499999999999</c:v>
                </c:pt>
                <c:pt idx="5049">
                  <c:v>1363.6</c:v>
                </c:pt>
                <c:pt idx="5050">
                  <c:v>1370.9</c:v>
                </c:pt>
                <c:pt idx="5051">
                  <c:v>1417</c:v>
                </c:pt>
                <c:pt idx="5052">
                  <c:v>1429.75</c:v>
                </c:pt>
                <c:pt idx="5053">
                  <c:v>1428.15</c:v>
                </c:pt>
                <c:pt idx="5054">
                  <c:v>1426.95</c:v>
                </c:pt>
                <c:pt idx="5055">
                  <c:v>1466</c:v>
                </c:pt>
                <c:pt idx="5056">
                  <c:v>1435.2</c:v>
                </c:pt>
                <c:pt idx="5057">
                  <c:v>1460.65</c:v>
                </c:pt>
                <c:pt idx="5058">
                  <c:v>1460.75</c:v>
                </c:pt>
                <c:pt idx="5059">
                  <c:v>1506.95</c:v>
                </c:pt>
                <c:pt idx="5060">
                  <c:v>1561.8</c:v>
                </c:pt>
                <c:pt idx="5061">
                  <c:v>1576.8</c:v>
                </c:pt>
                <c:pt idx="5062">
                  <c:v>1479.25</c:v>
                </c:pt>
                <c:pt idx="5063">
                  <c:v>1496.45</c:v>
                </c:pt>
                <c:pt idx="5064">
                  <c:v>1435.95</c:v>
                </c:pt>
                <c:pt idx="5065">
                  <c:v>1459.4</c:v>
                </c:pt>
                <c:pt idx="5066">
                  <c:v>1440.75</c:v>
                </c:pt>
                <c:pt idx="5067">
                  <c:v>1408.9</c:v>
                </c:pt>
                <c:pt idx="5068">
                  <c:v>1433.7</c:v>
                </c:pt>
                <c:pt idx="5069">
                  <c:v>1441.25</c:v>
                </c:pt>
                <c:pt idx="5070">
                  <c:v>1431.55</c:v>
                </c:pt>
                <c:pt idx="5071">
                  <c:v>1424.05</c:v>
                </c:pt>
                <c:pt idx="5072">
                  <c:v>1445.55</c:v>
                </c:pt>
                <c:pt idx="5073">
                  <c:v>1472.25</c:v>
                </c:pt>
                <c:pt idx="5074">
                  <c:v>1464.4</c:v>
                </c:pt>
                <c:pt idx="5075">
                  <c:v>1520.35</c:v>
                </c:pt>
                <c:pt idx="5076">
                  <c:v>1535.7</c:v>
                </c:pt>
                <c:pt idx="5077">
                  <c:v>1541.65</c:v>
                </c:pt>
                <c:pt idx="5078">
                  <c:v>1579.8</c:v>
                </c:pt>
                <c:pt idx="5079">
                  <c:v>1581.7</c:v>
                </c:pt>
                <c:pt idx="5080">
                  <c:v>1569.5</c:v>
                </c:pt>
                <c:pt idx="5081">
                  <c:v>1537.15</c:v>
                </c:pt>
                <c:pt idx="5082">
                  <c:v>1572.15</c:v>
                </c:pt>
                <c:pt idx="5083">
                  <c:v>1537.7</c:v>
                </c:pt>
                <c:pt idx="5084">
                  <c:v>1588.8</c:v>
                </c:pt>
                <c:pt idx="5085">
                  <c:v>1614.55</c:v>
                </c:pt>
                <c:pt idx="5086">
                  <c:v>1617.7</c:v>
                </c:pt>
                <c:pt idx="5087">
                  <c:v>1615.35</c:v>
                </c:pt>
                <c:pt idx="5088">
                  <c:v>1655.9</c:v>
                </c:pt>
                <c:pt idx="5089">
                  <c:v>1759.4</c:v>
                </c:pt>
                <c:pt idx="5090">
                  <c:v>1746.15</c:v>
                </c:pt>
                <c:pt idx="5091">
                  <c:v>1720.9</c:v>
                </c:pt>
                <c:pt idx="5092">
                  <c:v>1727.85</c:v>
                </c:pt>
                <c:pt idx="5093">
                  <c:v>1717.9</c:v>
                </c:pt>
                <c:pt idx="5094">
                  <c:v>1741.65</c:v>
                </c:pt>
                <c:pt idx="5095">
                  <c:v>1723.15</c:v>
                </c:pt>
                <c:pt idx="5096">
                  <c:v>1704.1</c:v>
                </c:pt>
                <c:pt idx="5097">
                  <c:v>1737.6</c:v>
                </c:pt>
                <c:pt idx="5098">
                  <c:v>1760.35</c:v>
                </c:pt>
                <c:pt idx="5099">
                  <c:v>1787.9</c:v>
                </c:pt>
                <c:pt idx="5100">
                  <c:v>1851.8</c:v>
                </c:pt>
                <c:pt idx="5101">
                  <c:v>1823.45</c:v>
                </c:pt>
                <c:pt idx="5102">
                  <c:v>1798</c:v>
                </c:pt>
                <c:pt idx="5103">
                  <c:v>1824.25</c:v>
                </c:pt>
                <c:pt idx="5104">
                  <c:v>1878.05</c:v>
                </c:pt>
                <c:pt idx="5105">
                  <c:v>1935</c:v>
                </c:pt>
                <c:pt idx="5106">
                  <c:v>1917</c:v>
                </c:pt>
                <c:pt idx="5107">
                  <c:v>1844</c:v>
                </c:pt>
                <c:pt idx="5108">
                  <c:v>1843.4</c:v>
                </c:pt>
                <c:pt idx="5109">
                  <c:v>1911.7</c:v>
                </c:pt>
                <c:pt idx="5110">
                  <c:v>1919.9</c:v>
                </c:pt>
                <c:pt idx="5111">
                  <c:v>1971.55</c:v>
                </c:pt>
                <c:pt idx="5112">
                  <c:v>2004</c:v>
                </c:pt>
                <c:pt idx="5113">
                  <c:v>2057.8000000000002</c:v>
                </c:pt>
                <c:pt idx="5114">
                  <c:v>2146.15</c:v>
                </c:pt>
                <c:pt idx="5115">
                  <c:v>2156.1999999999998</c:v>
                </c:pt>
                <c:pt idx="5116">
                  <c:v>2177.6999999999998</c:v>
                </c:pt>
                <c:pt idx="5117">
                  <c:v>2096.65</c:v>
                </c:pt>
                <c:pt idx="5118">
                  <c:v>2108.85</c:v>
                </c:pt>
                <c:pt idx="5119">
                  <c:v>2067.1</c:v>
                </c:pt>
                <c:pt idx="5120">
                  <c:v>2009</c:v>
                </c:pt>
                <c:pt idx="5121">
                  <c:v>2150.6</c:v>
                </c:pt>
                <c:pt idx="5122">
                  <c:v>2126.4499999999998</c:v>
                </c:pt>
                <c:pt idx="5123">
                  <c:v>2134.1</c:v>
                </c:pt>
                <c:pt idx="5124">
                  <c:v>2146.4499999999998</c:v>
                </c:pt>
                <c:pt idx="5125">
                  <c:v>2119.85</c:v>
                </c:pt>
                <c:pt idx="5126">
                  <c:v>2133.8000000000002</c:v>
                </c:pt>
                <c:pt idx="5127">
                  <c:v>2127.6</c:v>
                </c:pt>
                <c:pt idx="5128">
                  <c:v>2122.0500000000002</c:v>
                </c:pt>
                <c:pt idx="5129">
                  <c:v>2113.8000000000002</c:v>
                </c:pt>
                <c:pt idx="5130">
                  <c:v>2091.35</c:v>
                </c:pt>
                <c:pt idx="5131">
                  <c:v>2118.5500000000002</c:v>
                </c:pt>
                <c:pt idx="5132">
                  <c:v>2131.5500000000002</c:v>
                </c:pt>
                <c:pt idx="5133">
                  <c:v>2097.0500000000002</c:v>
                </c:pt>
                <c:pt idx="5134">
                  <c:v>2081.85</c:v>
                </c:pt>
                <c:pt idx="5135">
                  <c:v>2095.75</c:v>
                </c:pt>
                <c:pt idx="5136">
                  <c:v>2082.1</c:v>
                </c:pt>
                <c:pt idx="5137">
                  <c:v>2137.3000000000002</c:v>
                </c:pt>
                <c:pt idx="5138">
                  <c:v>2110.6</c:v>
                </c:pt>
                <c:pt idx="5139">
                  <c:v>2116.15</c:v>
                </c:pt>
                <c:pt idx="5140">
                  <c:v>2080.6999999999998</c:v>
                </c:pt>
                <c:pt idx="5141">
                  <c:v>2087.25</c:v>
                </c:pt>
                <c:pt idx="5142">
                  <c:v>2128.1999999999998</c:v>
                </c:pt>
                <c:pt idx="5143">
                  <c:v>2112.1</c:v>
                </c:pt>
                <c:pt idx="5144">
                  <c:v>2077.25</c:v>
                </c:pt>
                <c:pt idx="5145">
                  <c:v>2082.65</c:v>
                </c:pt>
                <c:pt idx="5146">
                  <c:v>2107.1</c:v>
                </c:pt>
                <c:pt idx="5147">
                  <c:v>2161.35</c:v>
                </c:pt>
                <c:pt idx="5148">
                  <c:v>2314</c:v>
                </c:pt>
                <c:pt idx="5149">
                  <c:v>2319.75</c:v>
                </c:pt>
                <c:pt idx="5150">
                  <c:v>2302.5500000000002</c:v>
                </c:pt>
                <c:pt idx="5151">
                  <c:v>2318.85</c:v>
                </c:pt>
                <c:pt idx="5152">
                  <c:v>2324.5500000000002</c:v>
                </c:pt>
                <c:pt idx="5153">
                  <c:v>2298.75</c:v>
                </c:pt>
                <c:pt idx="5154">
                  <c:v>2305.6999999999998</c:v>
                </c:pt>
                <c:pt idx="5155">
                  <c:v>2255.85</c:v>
                </c:pt>
                <c:pt idx="5156">
                  <c:v>2211.15</c:v>
                </c:pt>
                <c:pt idx="5157">
                  <c:v>2230.8000000000002</c:v>
                </c:pt>
                <c:pt idx="5158">
                  <c:v>2181.1999999999998</c:v>
                </c:pt>
                <c:pt idx="5159">
                  <c:v>2201.6999999999998</c:v>
                </c:pt>
                <c:pt idx="5160">
                  <c:v>2216.25</c:v>
                </c:pt>
                <c:pt idx="5161">
                  <c:v>2245.0500000000002</c:v>
                </c:pt>
                <c:pt idx="5162">
                  <c:v>2234.35</c:v>
                </c:pt>
                <c:pt idx="5163">
                  <c:v>2225.25</c:v>
                </c:pt>
                <c:pt idx="5164">
                  <c:v>2212.1999999999998</c:v>
                </c:pt>
                <c:pt idx="5165">
                  <c:v>2210.35</c:v>
                </c:pt>
                <c:pt idx="5166">
                  <c:v>2257.5</c:v>
                </c:pt>
                <c:pt idx="5167">
                  <c:v>2239.25</c:v>
                </c:pt>
                <c:pt idx="5168">
                  <c:v>2233.4499999999998</c:v>
                </c:pt>
                <c:pt idx="5169">
                  <c:v>2237.0500000000002</c:v>
                </c:pt>
                <c:pt idx="5170">
                  <c:v>2280.6999999999998</c:v>
                </c:pt>
                <c:pt idx="5171">
                  <c:v>2287.5</c:v>
                </c:pt>
                <c:pt idx="5172">
                  <c:v>2206.5</c:v>
                </c:pt>
                <c:pt idx="5173">
                  <c:v>2175.8000000000002</c:v>
                </c:pt>
                <c:pt idx="5174">
                  <c:v>2176.1999999999998</c:v>
                </c:pt>
                <c:pt idx="5175">
                  <c:v>2155.9</c:v>
                </c:pt>
                <c:pt idx="5176">
                  <c:v>2124.6</c:v>
                </c:pt>
                <c:pt idx="5177">
                  <c:v>2106.9499999999998</c:v>
                </c:pt>
                <c:pt idx="5178">
                  <c:v>2113.0500000000002</c:v>
                </c:pt>
                <c:pt idx="5179">
                  <c:v>2029.1</c:v>
                </c:pt>
                <c:pt idx="5180">
                  <c:v>2034.5</c:v>
                </c:pt>
                <c:pt idx="5181">
                  <c:v>2011.45</c:v>
                </c:pt>
                <c:pt idx="5182">
                  <c:v>2026.9</c:v>
                </c:pt>
                <c:pt idx="5183">
                  <c:v>2054.5</c:v>
                </c:pt>
                <c:pt idx="5184">
                  <c:v>1877.45</c:v>
                </c:pt>
                <c:pt idx="5185">
                  <c:v>1850.4</c:v>
                </c:pt>
                <c:pt idx="5186">
                  <c:v>1913.2</c:v>
                </c:pt>
                <c:pt idx="5187">
                  <c:v>1955</c:v>
                </c:pt>
                <c:pt idx="5188">
                  <c:v>2029.15</c:v>
                </c:pt>
                <c:pt idx="5189">
                  <c:v>2050.6999999999998</c:v>
                </c:pt>
                <c:pt idx="5190">
                  <c:v>2084.5500000000002</c:v>
                </c:pt>
                <c:pt idx="5191">
                  <c:v>1997.2</c:v>
                </c:pt>
                <c:pt idx="5192">
                  <c:v>1980</c:v>
                </c:pt>
                <c:pt idx="5193">
                  <c:v>1996.4</c:v>
                </c:pt>
                <c:pt idx="5194">
                  <c:v>2002.3</c:v>
                </c:pt>
                <c:pt idx="5195">
                  <c:v>1993.25</c:v>
                </c:pt>
                <c:pt idx="5196">
                  <c:v>1987.2</c:v>
                </c:pt>
                <c:pt idx="5197">
                  <c:v>1973.15</c:v>
                </c:pt>
                <c:pt idx="5198">
                  <c:v>1899.5</c:v>
                </c:pt>
                <c:pt idx="5199">
                  <c:v>1950.7</c:v>
                </c:pt>
                <c:pt idx="5200">
                  <c:v>1964.05</c:v>
                </c:pt>
                <c:pt idx="5201">
                  <c:v>1947.8</c:v>
                </c:pt>
                <c:pt idx="5202">
                  <c:v>1952.6</c:v>
                </c:pt>
                <c:pt idx="5203">
                  <c:v>1929.8</c:v>
                </c:pt>
                <c:pt idx="5204">
                  <c:v>1954.9</c:v>
                </c:pt>
                <c:pt idx="5205">
                  <c:v>1958.15</c:v>
                </c:pt>
                <c:pt idx="5206">
                  <c:v>1964.05</c:v>
                </c:pt>
                <c:pt idx="5207">
                  <c:v>1946.75</c:v>
                </c:pt>
                <c:pt idx="5208">
                  <c:v>1958.2</c:v>
                </c:pt>
                <c:pt idx="5209">
                  <c:v>1993.75</c:v>
                </c:pt>
                <c:pt idx="5210">
                  <c:v>2026.95</c:v>
                </c:pt>
                <c:pt idx="5211">
                  <c:v>2007</c:v>
                </c:pt>
                <c:pt idx="5212">
                  <c:v>2005.8</c:v>
                </c:pt>
                <c:pt idx="5213">
                  <c:v>1991.3</c:v>
                </c:pt>
                <c:pt idx="5214">
                  <c:v>1974.35</c:v>
                </c:pt>
                <c:pt idx="5215">
                  <c:v>1976.55</c:v>
                </c:pt>
                <c:pt idx="5216">
                  <c:v>1985.6</c:v>
                </c:pt>
                <c:pt idx="5217">
                  <c:v>1991.55</c:v>
                </c:pt>
                <c:pt idx="5218">
                  <c:v>1939.7</c:v>
                </c:pt>
                <c:pt idx="5219">
                  <c:v>1936.7</c:v>
                </c:pt>
                <c:pt idx="5220">
                  <c:v>1943.85</c:v>
                </c:pt>
                <c:pt idx="5221">
                  <c:v>1994.15</c:v>
                </c:pt>
                <c:pt idx="5222">
                  <c:v>2003.3</c:v>
                </c:pt>
                <c:pt idx="5223">
                  <c:v>1990.05</c:v>
                </c:pt>
                <c:pt idx="5224">
                  <c:v>1995.5</c:v>
                </c:pt>
                <c:pt idx="5225">
                  <c:v>1985.3</c:v>
                </c:pt>
                <c:pt idx="5226">
                  <c:v>1987.5</c:v>
                </c:pt>
                <c:pt idx="5227">
                  <c:v>1990.85</c:v>
                </c:pt>
                <c:pt idx="5228">
                  <c:v>1966.1</c:v>
                </c:pt>
                <c:pt idx="5229">
                  <c:v>1914.25</c:v>
                </c:pt>
                <c:pt idx="5230">
                  <c:v>1911.15</c:v>
                </c:pt>
                <c:pt idx="5231">
                  <c:v>1933.7</c:v>
                </c:pt>
                <c:pt idx="5232">
                  <c:v>1897.25</c:v>
                </c:pt>
                <c:pt idx="5233">
                  <c:v>1957.05</c:v>
                </c:pt>
                <c:pt idx="5234">
                  <c:v>1938.8</c:v>
                </c:pt>
                <c:pt idx="5235">
                  <c:v>1960.6</c:v>
                </c:pt>
                <c:pt idx="5236">
                  <c:v>1937.45</c:v>
                </c:pt>
                <c:pt idx="5237">
                  <c:v>1983.95</c:v>
                </c:pt>
                <c:pt idx="5238">
                  <c:v>2016.4</c:v>
                </c:pt>
                <c:pt idx="5239">
                  <c:v>2054.6999999999998</c:v>
                </c:pt>
                <c:pt idx="5240">
                  <c:v>2099.4</c:v>
                </c:pt>
                <c:pt idx="5241">
                  <c:v>2049.6</c:v>
                </c:pt>
                <c:pt idx="5242">
                  <c:v>1941</c:v>
                </c:pt>
                <c:pt idx="5243">
                  <c:v>1895</c:v>
                </c:pt>
                <c:pt idx="5244">
                  <c:v>1876.55</c:v>
                </c:pt>
                <c:pt idx="5245">
                  <c:v>1841.95</c:v>
                </c:pt>
                <c:pt idx="5246">
                  <c:v>1895.3</c:v>
                </c:pt>
                <c:pt idx="5247">
                  <c:v>1925.8</c:v>
                </c:pt>
                <c:pt idx="5248">
                  <c:v>1930.65</c:v>
                </c:pt>
                <c:pt idx="5249">
                  <c:v>1924.3</c:v>
                </c:pt>
                <c:pt idx="5250">
                  <c:v>1923.75</c:v>
                </c:pt>
                <c:pt idx="5251">
                  <c:v>1951.45</c:v>
                </c:pt>
                <c:pt idx="5252">
                  <c:v>1956.15</c:v>
                </c:pt>
                <c:pt idx="5253">
                  <c:v>1974.3</c:v>
                </c:pt>
                <c:pt idx="5254">
                  <c:v>2055.6999999999998</c:v>
                </c:pt>
                <c:pt idx="5255">
                  <c:v>2041.6</c:v>
                </c:pt>
                <c:pt idx="5256">
                  <c:v>2032.6</c:v>
                </c:pt>
                <c:pt idx="5257">
                  <c:v>2059.5</c:v>
                </c:pt>
                <c:pt idx="5258">
                  <c:v>2083.25</c:v>
                </c:pt>
                <c:pt idx="5259">
                  <c:v>2067.6999999999998</c:v>
                </c:pt>
                <c:pt idx="5260">
                  <c:v>2080.3000000000002</c:v>
                </c:pt>
                <c:pt idx="5261">
                  <c:v>2008.1</c:v>
                </c:pt>
                <c:pt idx="5262">
                  <c:v>2023.45</c:v>
                </c:pt>
                <c:pt idx="5263">
                  <c:v>2061</c:v>
                </c:pt>
                <c:pt idx="5264">
                  <c:v>2144.35</c:v>
                </c:pt>
                <c:pt idx="5265">
                  <c:v>2085.8000000000002</c:v>
                </c:pt>
                <c:pt idx="5266">
                  <c:v>2101.6999999999998</c:v>
                </c:pt>
                <c:pt idx="5267">
                  <c:v>2106</c:v>
                </c:pt>
                <c:pt idx="5268">
                  <c:v>2202.1</c:v>
                </c:pt>
                <c:pt idx="5269">
                  <c:v>2175.85</c:v>
                </c:pt>
                <c:pt idx="5270">
                  <c:v>2178.6999999999998</c:v>
                </c:pt>
                <c:pt idx="5271">
                  <c:v>2191.1</c:v>
                </c:pt>
                <c:pt idx="5272">
                  <c:v>2191.0500000000002</c:v>
                </c:pt>
                <c:pt idx="5273">
                  <c:v>2181.9499999999998</c:v>
                </c:pt>
                <c:pt idx="5274">
                  <c:v>2137.6</c:v>
                </c:pt>
                <c:pt idx="5275">
                  <c:v>2108.9</c:v>
                </c:pt>
                <c:pt idx="5276">
                  <c:v>2100.6</c:v>
                </c:pt>
                <c:pt idx="5277">
                  <c:v>2055.35</c:v>
                </c:pt>
                <c:pt idx="5278">
                  <c:v>2009.1</c:v>
                </c:pt>
                <c:pt idx="5279">
                  <c:v>2082</c:v>
                </c:pt>
                <c:pt idx="5280">
                  <c:v>2062.4</c:v>
                </c:pt>
                <c:pt idx="5281">
                  <c:v>2087.5</c:v>
                </c:pt>
                <c:pt idx="5282">
                  <c:v>2047.3</c:v>
                </c:pt>
                <c:pt idx="5283">
                  <c:v>1991.45</c:v>
                </c:pt>
                <c:pt idx="5284">
                  <c:v>1994.65</c:v>
                </c:pt>
                <c:pt idx="5285">
                  <c:v>2029.3</c:v>
                </c:pt>
                <c:pt idx="5286">
                  <c:v>2003.1</c:v>
                </c:pt>
                <c:pt idx="5287">
                  <c:v>2021.85</c:v>
                </c:pt>
                <c:pt idx="5288">
                  <c:v>1992.6</c:v>
                </c:pt>
                <c:pt idx="5289">
                  <c:v>1984.3</c:v>
                </c:pt>
                <c:pt idx="5290">
                  <c:v>2002.85</c:v>
                </c:pt>
                <c:pt idx="5291">
                  <c:v>2005.35</c:v>
                </c:pt>
                <c:pt idx="5292">
                  <c:v>1982.05</c:v>
                </c:pt>
                <c:pt idx="5293">
                  <c:v>1911.15</c:v>
                </c:pt>
                <c:pt idx="5294">
                  <c:v>1931.8</c:v>
                </c:pt>
                <c:pt idx="5295">
                  <c:v>1944.3</c:v>
                </c:pt>
                <c:pt idx="5296">
                  <c:v>1932.1</c:v>
                </c:pt>
                <c:pt idx="5297">
                  <c:v>1901.7</c:v>
                </c:pt>
                <c:pt idx="5298">
                  <c:v>1901.15</c:v>
                </c:pt>
                <c:pt idx="5299">
                  <c:v>1906.4</c:v>
                </c:pt>
                <c:pt idx="5300">
                  <c:v>1904.35</c:v>
                </c:pt>
                <c:pt idx="5301">
                  <c:v>1937.85</c:v>
                </c:pt>
                <c:pt idx="5302">
                  <c:v>1988.65</c:v>
                </c:pt>
                <c:pt idx="5303">
                  <c:v>1997.3</c:v>
                </c:pt>
                <c:pt idx="5304">
                  <c:v>2024.05</c:v>
                </c:pt>
                <c:pt idx="5305">
                  <c:v>1994.5</c:v>
                </c:pt>
              </c:numCache>
            </c:numRef>
          </c:val>
          <c:smooth val="0"/>
          <c:extLst>
            <c:ext xmlns:c16="http://schemas.microsoft.com/office/drawing/2014/chart" uri="{C3380CC4-5D6E-409C-BE32-E72D297353CC}">
              <c16:uniqueId val="{00000003-39C1-4F00-B2DB-688437F39958}"/>
            </c:ext>
          </c:extLst>
        </c:ser>
        <c:ser>
          <c:idx val="4"/>
          <c:order val="4"/>
          <c:tx>
            <c:strRef>
              <c:f>ALLFIVE!$F$1:$F$2</c:f>
              <c:strCache>
                <c:ptCount val="1"/>
                <c:pt idx="0">
                  <c:v>TCS</c:v>
                </c:pt>
              </c:strCache>
            </c:strRef>
          </c:tx>
          <c:spPr>
            <a:ln w="12700" cap="rnd">
              <a:solidFill>
                <a:srgbClr val="000000"/>
              </a:solidFill>
              <a:round/>
            </a:ln>
            <a:effectLst/>
          </c:spPr>
          <c:marker>
            <c:symbol val="none"/>
          </c:marker>
          <c:dPt>
            <c:idx val="4010"/>
            <c:marker>
              <c:symbol val="none"/>
            </c:marker>
            <c:bubble3D val="0"/>
            <c:extLst>
              <c:ext xmlns:c16="http://schemas.microsoft.com/office/drawing/2014/chart" uri="{C3380CC4-5D6E-409C-BE32-E72D297353CC}">
                <c16:uniqueId val="{00000005-39C1-4F00-B2DB-688437F39958}"/>
              </c:ext>
            </c:extLst>
          </c:dPt>
          <c:cat>
            <c:strRef>
              <c:f>ALLFIVE!$A$3:$A$5309</c:f>
              <c:strCache>
                <c:ptCount val="5306"/>
                <c:pt idx="0">
                  <c:v>03-01-2000</c:v>
                </c:pt>
                <c:pt idx="1">
                  <c:v>04-01-2000</c:v>
                </c:pt>
                <c:pt idx="2">
                  <c:v>05-01-2000</c:v>
                </c:pt>
                <c:pt idx="3">
                  <c:v>06-01-2000</c:v>
                </c:pt>
                <c:pt idx="4">
                  <c:v>07-01-2000</c:v>
                </c:pt>
                <c:pt idx="5">
                  <c:v>10-01-2000</c:v>
                </c:pt>
                <c:pt idx="6">
                  <c:v>11-01-2000</c:v>
                </c:pt>
                <c:pt idx="7">
                  <c:v>12-01-2000</c:v>
                </c:pt>
                <c:pt idx="8">
                  <c:v>13-01-2000</c:v>
                </c:pt>
                <c:pt idx="9">
                  <c:v>14-01-2000</c:v>
                </c:pt>
                <c:pt idx="10">
                  <c:v>17-01-2000</c:v>
                </c:pt>
                <c:pt idx="11">
                  <c:v>18-01-2000</c:v>
                </c:pt>
                <c:pt idx="12">
                  <c:v>19-01-2000</c:v>
                </c:pt>
                <c:pt idx="13">
                  <c:v>20-01-2000</c:v>
                </c:pt>
                <c:pt idx="14">
                  <c:v>21-01-2000</c:v>
                </c:pt>
                <c:pt idx="15">
                  <c:v>24-01-2000</c:v>
                </c:pt>
                <c:pt idx="16">
                  <c:v>25-01-2000</c:v>
                </c:pt>
                <c:pt idx="17">
                  <c:v>27-01-2000</c:v>
                </c:pt>
                <c:pt idx="18">
                  <c:v>28-01-2000</c:v>
                </c:pt>
                <c:pt idx="19">
                  <c:v>31-01-2000</c:v>
                </c:pt>
                <c:pt idx="20">
                  <c:v>01-02-2000</c:v>
                </c:pt>
                <c:pt idx="21">
                  <c:v>02-02-2000</c:v>
                </c:pt>
                <c:pt idx="22">
                  <c:v>03-02-2000</c:v>
                </c:pt>
                <c:pt idx="23">
                  <c:v>04-02-2000</c:v>
                </c:pt>
                <c:pt idx="24">
                  <c:v>07-02-2000</c:v>
                </c:pt>
                <c:pt idx="25">
                  <c:v>08-02-2000</c:v>
                </c:pt>
                <c:pt idx="26">
                  <c:v>09-02-2000</c:v>
                </c:pt>
                <c:pt idx="27">
                  <c:v>10-02-2000</c:v>
                </c:pt>
                <c:pt idx="28">
                  <c:v>11-02-2000</c:v>
                </c:pt>
                <c:pt idx="29">
                  <c:v>14-02-2000</c:v>
                </c:pt>
                <c:pt idx="30">
                  <c:v>15-02-2000</c:v>
                </c:pt>
                <c:pt idx="31">
                  <c:v>16-02-2000</c:v>
                </c:pt>
                <c:pt idx="32">
                  <c:v>17-02-2000</c:v>
                </c:pt>
                <c:pt idx="33">
                  <c:v>18-02-2000</c:v>
                </c:pt>
                <c:pt idx="34">
                  <c:v>21-02-2000</c:v>
                </c:pt>
                <c:pt idx="35">
                  <c:v>22-02-2000</c:v>
                </c:pt>
                <c:pt idx="36">
                  <c:v>23-02-2000</c:v>
                </c:pt>
                <c:pt idx="37">
                  <c:v>24-02-2000</c:v>
                </c:pt>
                <c:pt idx="38">
                  <c:v>25-02-2000</c:v>
                </c:pt>
                <c:pt idx="39">
                  <c:v>28-02-2000</c:v>
                </c:pt>
                <c:pt idx="40">
                  <c:v>29-02-2000</c:v>
                </c:pt>
                <c:pt idx="41">
                  <c:v>01-03-2000</c:v>
                </c:pt>
                <c:pt idx="42">
                  <c:v>02-03-2000</c:v>
                </c:pt>
                <c:pt idx="43">
                  <c:v>03-03-2000</c:v>
                </c:pt>
                <c:pt idx="44">
                  <c:v>06-03-2000</c:v>
                </c:pt>
                <c:pt idx="45">
                  <c:v>07-03-2000</c:v>
                </c:pt>
                <c:pt idx="46">
                  <c:v>08-03-2000</c:v>
                </c:pt>
                <c:pt idx="47">
                  <c:v>09-03-2000</c:v>
                </c:pt>
                <c:pt idx="48">
                  <c:v>10-03-2000</c:v>
                </c:pt>
                <c:pt idx="49">
                  <c:v>13-03-2000</c:v>
                </c:pt>
                <c:pt idx="50">
                  <c:v>14-03-2000</c:v>
                </c:pt>
                <c:pt idx="51">
                  <c:v>15-03-2000</c:v>
                </c:pt>
                <c:pt idx="52">
                  <c:v>16-03-2000</c:v>
                </c:pt>
                <c:pt idx="53">
                  <c:v>21-03-2000</c:v>
                </c:pt>
                <c:pt idx="54">
                  <c:v>22-03-2000</c:v>
                </c:pt>
                <c:pt idx="55">
                  <c:v>23-03-2000</c:v>
                </c:pt>
                <c:pt idx="56">
                  <c:v>24-03-2000</c:v>
                </c:pt>
                <c:pt idx="57">
                  <c:v>27-03-2000</c:v>
                </c:pt>
                <c:pt idx="58">
                  <c:v>28-03-2000</c:v>
                </c:pt>
                <c:pt idx="59">
                  <c:v>29-03-2000</c:v>
                </c:pt>
                <c:pt idx="60">
                  <c:v>30-03-2000</c:v>
                </c:pt>
                <c:pt idx="61">
                  <c:v>31-03-2000</c:v>
                </c:pt>
                <c:pt idx="62">
                  <c:v>03-04-2000</c:v>
                </c:pt>
                <c:pt idx="63">
                  <c:v>04-04-2000</c:v>
                </c:pt>
                <c:pt idx="64">
                  <c:v>05-04-2000</c:v>
                </c:pt>
                <c:pt idx="65">
                  <c:v>06-04-2000</c:v>
                </c:pt>
                <c:pt idx="66">
                  <c:v>07-04-2000</c:v>
                </c:pt>
                <c:pt idx="67">
                  <c:v>10-04-2000</c:v>
                </c:pt>
                <c:pt idx="68">
                  <c:v>11-04-2000</c:v>
                </c:pt>
                <c:pt idx="69">
                  <c:v>12-04-2000</c:v>
                </c:pt>
                <c:pt idx="70">
                  <c:v>13-04-2000</c:v>
                </c:pt>
                <c:pt idx="71">
                  <c:v>17-04-2000</c:v>
                </c:pt>
                <c:pt idx="72">
                  <c:v>18-04-2000</c:v>
                </c:pt>
                <c:pt idx="73">
                  <c:v>19-04-2000</c:v>
                </c:pt>
                <c:pt idx="74">
                  <c:v>20-04-2000</c:v>
                </c:pt>
                <c:pt idx="75">
                  <c:v>24-04-2000</c:v>
                </c:pt>
                <c:pt idx="76">
                  <c:v>25-04-2000</c:v>
                </c:pt>
                <c:pt idx="77">
                  <c:v>26-04-2000</c:v>
                </c:pt>
                <c:pt idx="78">
                  <c:v>27-04-2000</c:v>
                </c:pt>
                <c:pt idx="79">
                  <c:v>28-04-2000</c:v>
                </c:pt>
                <c:pt idx="80">
                  <c:v>02-05-2000</c:v>
                </c:pt>
                <c:pt idx="81">
                  <c:v>03-05-2000</c:v>
                </c:pt>
                <c:pt idx="82">
                  <c:v>04-05-2000</c:v>
                </c:pt>
                <c:pt idx="83">
                  <c:v>05-05-2000</c:v>
                </c:pt>
                <c:pt idx="84">
                  <c:v>08-05-2000</c:v>
                </c:pt>
                <c:pt idx="85">
                  <c:v>09-05-2000</c:v>
                </c:pt>
                <c:pt idx="86">
                  <c:v>10-05-2000</c:v>
                </c:pt>
                <c:pt idx="87">
                  <c:v>11-05-2000</c:v>
                </c:pt>
                <c:pt idx="88">
                  <c:v>12-05-2000</c:v>
                </c:pt>
                <c:pt idx="89">
                  <c:v>15-05-2000</c:v>
                </c:pt>
                <c:pt idx="90">
                  <c:v>16-05-2000</c:v>
                </c:pt>
                <c:pt idx="91">
                  <c:v>17-05-2000</c:v>
                </c:pt>
                <c:pt idx="92">
                  <c:v>18-05-2000</c:v>
                </c:pt>
                <c:pt idx="93">
                  <c:v>19-05-2000</c:v>
                </c:pt>
                <c:pt idx="94">
                  <c:v>22-05-2000</c:v>
                </c:pt>
                <c:pt idx="95">
                  <c:v>23-05-2000</c:v>
                </c:pt>
                <c:pt idx="96">
                  <c:v>24-05-2000</c:v>
                </c:pt>
                <c:pt idx="97">
                  <c:v>25-05-2000</c:v>
                </c:pt>
                <c:pt idx="98">
                  <c:v>26-05-2000</c:v>
                </c:pt>
                <c:pt idx="99">
                  <c:v>29-05-2000</c:v>
                </c:pt>
                <c:pt idx="100">
                  <c:v>30-05-2000</c:v>
                </c:pt>
                <c:pt idx="101">
                  <c:v>31-05-2000</c:v>
                </c:pt>
                <c:pt idx="102">
                  <c:v>01-06-2000</c:v>
                </c:pt>
                <c:pt idx="103">
                  <c:v>02-06-2000</c:v>
                </c:pt>
                <c:pt idx="104">
                  <c:v>05-06-2000</c:v>
                </c:pt>
                <c:pt idx="105">
                  <c:v>06-06-2000</c:v>
                </c:pt>
                <c:pt idx="106">
                  <c:v>07-06-2000</c:v>
                </c:pt>
                <c:pt idx="107">
                  <c:v>08-06-2000</c:v>
                </c:pt>
                <c:pt idx="108">
                  <c:v>09-06-2000</c:v>
                </c:pt>
                <c:pt idx="109">
                  <c:v>12-06-2000</c:v>
                </c:pt>
                <c:pt idx="110">
                  <c:v>13-06-2000</c:v>
                </c:pt>
                <c:pt idx="111">
                  <c:v>14-06-2000</c:v>
                </c:pt>
                <c:pt idx="112">
                  <c:v>15-06-2000</c:v>
                </c:pt>
                <c:pt idx="113">
                  <c:v>16-06-2000</c:v>
                </c:pt>
                <c:pt idx="114">
                  <c:v>19-06-2000</c:v>
                </c:pt>
                <c:pt idx="115">
                  <c:v>20-06-2000</c:v>
                </c:pt>
                <c:pt idx="116">
                  <c:v>21-06-2000</c:v>
                </c:pt>
                <c:pt idx="117">
                  <c:v>22-06-2000</c:v>
                </c:pt>
                <c:pt idx="118">
                  <c:v>23-06-2000</c:v>
                </c:pt>
                <c:pt idx="119">
                  <c:v>26-06-2000</c:v>
                </c:pt>
                <c:pt idx="120">
                  <c:v>27-06-2000</c:v>
                </c:pt>
                <c:pt idx="121">
                  <c:v>28-06-2000</c:v>
                </c:pt>
                <c:pt idx="122">
                  <c:v>29-06-2000</c:v>
                </c:pt>
                <c:pt idx="123">
                  <c:v>30-06-2000</c:v>
                </c:pt>
                <c:pt idx="124">
                  <c:v>03-07-2000</c:v>
                </c:pt>
                <c:pt idx="125">
                  <c:v>04-07-2000</c:v>
                </c:pt>
                <c:pt idx="126">
                  <c:v>05-07-2000</c:v>
                </c:pt>
                <c:pt idx="127">
                  <c:v>06-07-2000</c:v>
                </c:pt>
                <c:pt idx="128">
                  <c:v>07-07-2000</c:v>
                </c:pt>
                <c:pt idx="129">
                  <c:v>10-07-2000</c:v>
                </c:pt>
                <c:pt idx="130">
                  <c:v>11-07-2000</c:v>
                </c:pt>
                <c:pt idx="131">
                  <c:v>12-07-2000</c:v>
                </c:pt>
                <c:pt idx="132">
                  <c:v>13-07-2000</c:v>
                </c:pt>
                <c:pt idx="133">
                  <c:v>14-07-2000</c:v>
                </c:pt>
                <c:pt idx="134">
                  <c:v>17-07-2000</c:v>
                </c:pt>
                <c:pt idx="135">
                  <c:v>18-07-2000</c:v>
                </c:pt>
                <c:pt idx="136">
                  <c:v>19-07-2000</c:v>
                </c:pt>
                <c:pt idx="137">
                  <c:v>20-07-2000</c:v>
                </c:pt>
                <c:pt idx="138">
                  <c:v>21-07-2000</c:v>
                </c:pt>
                <c:pt idx="139">
                  <c:v>24-07-2000</c:v>
                </c:pt>
                <c:pt idx="140">
                  <c:v>25-07-2000</c:v>
                </c:pt>
                <c:pt idx="141">
                  <c:v>26-07-2000</c:v>
                </c:pt>
                <c:pt idx="142">
                  <c:v>27-07-2000</c:v>
                </c:pt>
                <c:pt idx="143">
                  <c:v>28-07-2000</c:v>
                </c:pt>
                <c:pt idx="144">
                  <c:v>31-07-2000</c:v>
                </c:pt>
                <c:pt idx="145">
                  <c:v>01-08-2000</c:v>
                </c:pt>
                <c:pt idx="146">
                  <c:v>02-08-2000</c:v>
                </c:pt>
                <c:pt idx="147">
                  <c:v>03-08-2000</c:v>
                </c:pt>
                <c:pt idx="148">
                  <c:v>04-08-2000</c:v>
                </c:pt>
                <c:pt idx="149">
                  <c:v>07-08-2000</c:v>
                </c:pt>
                <c:pt idx="150">
                  <c:v>08-08-2000</c:v>
                </c:pt>
                <c:pt idx="151">
                  <c:v>09-08-2000</c:v>
                </c:pt>
                <c:pt idx="152">
                  <c:v>10-08-2000</c:v>
                </c:pt>
                <c:pt idx="153">
                  <c:v>11-08-2000</c:v>
                </c:pt>
                <c:pt idx="154">
                  <c:v>14-08-2000</c:v>
                </c:pt>
                <c:pt idx="155">
                  <c:v>16-08-2000</c:v>
                </c:pt>
                <c:pt idx="156">
                  <c:v>17-08-2000</c:v>
                </c:pt>
                <c:pt idx="157">
                  <c:v>18-08-2000</c:v>
                </c:pt>
                <c:pt idx="158">
                  <c:v>21-08-2000</c:v>
                </c:pt>
                <c:pt idx="159">
                  <c:v>22-08-2000</c:v>
                </c:pt>
                <c:pt idx="160">
                  <c:v>23-08-2000</c:v>
                </c:pt>
                <c:pt idx="161">
                  <c:v>24-08-2000</c:v>
                </c:pt>
                <c:pt idx="162">
                  <c:v>25-08-2000</c:v>
                </c:pt>
                <c:pt idx="163">
                  <c:v>28-08-2000</c:v>
                </c:pt>
                <c:pt idx="164">
                  <c:v>29-08-2000</c:v>
                </c:pt>
                <c:pt idx="165">
                  <c:v>30-08-2000</c:v>
                </c:pt>
                <c:pt idx="166">
                  <c:v>31-08-2000</c:v>
                </c:pt>
                <c:pt idx="167">
                  <c:v>04-09-2000</c:v>
                </c:pt>
                <c:pt idx="168">
                  <c:v>05-09-2000</c:v>
                </c:pt>
                <c:pt idx="169">
                  <c:v>06-09-2000</c:v>
                </c:pt>
                <c:pt idx="170">
                  <c:v>07-09-2000</c:v>
                </c:pt>
                <c:pt idx="171">
                  <c:v>08-09-2000</c:v>
                </c:pt>
                <c:pt idx="172">
                  <c:v>11-09-2000</c:v>
                </c:pt>
                <c:pt idx="173">
                  <c:v>12-09-2000</c:v>
                </c:pt>
                <c:pt idx="174">
                  <c:v>13-09-2000</c:v>
                </c:pt>
                <c:pt idx="175">
                  <c:v>14-09-2000</c:v>
                </c:pt>
                <c:pt idx="176">
                  <c:v>15-09-2000</c:v>
                </c:pt>
                <c:pt idx="177">
                  <c:v>18-09-2000</c:v>
                </c:pt>
                <c:pt idx="178">
                  <c:v>19-09-2000</c:v>
                </c:pt>
                <c:pt idx="179">
                  <c:v>20-09-2000</c:v>
                </c:pt>
                <c:pt idx="180">
                  <c:v>21-09-2000</c:v>
                </c:pt>
                <c:pt idx="181">
                  <c:v>22-09-2000</c:v>
                </c:pt>
                <c:pt idx="182">
                  <c:v>25-09-2000</c:v>
                </c:pt>
                <c:pt idx="183">
                  <c:v>26-09-2000</c:v>
                </c:pt>
                <c:pt idx="184">
                  <c:v>27-09-2000</c:v>
                </c:pt>
                <c:pt idx="185">
                  <c:v>28-09-2000</c:v>
                </c:pt>
                <c:pt idx="186">
                  <c:v>29-09-2000</c:v>
                </c:pt>
                <c:pt idx="187">
                  <c:v>03-10-2000</c:v>
                </c:pt>
                <c:pt idx="188">
                  <c:v>04-10-2000</c:v>
                </c:pt>
                <c:pt idx="189">
                  <c:v>05-10-2000</c:v>
                </c:pt>
                <c:pt idx="190">
                  <c:v>06-10-2000</c:v>
                </c:pt>
                <c:pt idx="191">
                  <c:v>09-10-2000</c:v>
                </c:pt>
                <c:pt idx="192">
                  <c:v>10-10-2000</c:v>
                </c:pt>
                <c:pt idx="193">
                  <c:v>11-10-2000</c:v>
                </c:pt>
                <c:pt idx="194">
                  <c:v>12-10-2000</c:v>
                </c:pt>
                <c:pt idx="195">
                  <c:v>13-10-2000</c:v>
                </c:pt>
                <c:pt idx="196">
                  <c:v>16-10-2000</c:v>
                </c:pt>
                <c:pt idx="197">
                  <c:v>17-10-2000</c:v>
                </c:pt>
                <c:pt idx="198">
                  <c:v>18-10-2000</c:v>
                </c:pt>
                <c:pt idx="199">
                  <c:v>19-10-2000</c:v>
                </c:pt>
                <c:pt idx="200">
                  <c:v>20-10-2000</c:v>
                </c:pt>
                <c:pt idx="201">
                  <c:v>23-10-2000</c:v>
                </c:pt>
                <c:pt idx="202">
                  <c:v>24-10-2000</c:v>
                </c:pt>
                <c:pt idx="203">
                  <c:v>25-10-2000</c:v>
                </c:pt>
                <c:pt idx="204">
                  <c:v>26-10-2000</c:v>
                </c:pt>
                <c:pt idx="205">
                  <c:v>27-10-2000</c:v>
                </c:pt>
                <c:pt idx="206">
                  <c:v>30-10-2000</c:v>
                </c:pt>
                <c:pt idx="207">
                  <c:v>31-10-2000</c:v>
                </c:pt>
                <c:pt idx="208">
                  <c:v>01-11-2000</c:v>
                </c:pt>
                <c:pt idx="209">
                  <c:v>02-11-2000</c:v>
                </c:pt>
                <c:pt idx="210">
                  <c:v>03-11-2000</c:v>
                </c:pt>
                <c:pt idx="211">
                  <c:v>06-11-2000</c:v>
                </c:pt>
                <c:pt idx="212">
                  <c:v>07-11-2000</c:v>
                </c:pt>
                <c:pt idx="213">
                  <c:v>08-11-2000</c:v>
                </c:pt>
                <c:pt idx="214">
                  <c:v>09-11-2000</c:v>
                </c:pt>
                <c:pt idx="215">
                  <c:v>10-11-2000</c:v>
                </c:pt>
                <c:pt idx="216">
                  <c:v>13-11-2000</c:v>
                </c:pt>
                <c:pt idx="217">
                  <c:v>14-11-2000</c:v>
                </c:pt>
                <c:pt idx="218">
                  <c:v>15-11-2000</c:v>
                </c:pt>
                <c:pt idx="219">
                  <c:v>16-11-2000</c:v>
                </c:pt>
                <c:pt idx="220">
                  <c:v>17-11-2000</c:v>
                </c:pt>
                <c:pt idx="221">
                  <c:v>20-11-2000</c:v>
                </c:pt>
                <c:pt idx="222">
                  <c:v>21-11-2000</c:v>
                </c:pt>
                <c:pt idx="223">
                  <c:v>22-11-2000</c:v>
                </c:pt>
                <c:pt idx="224">
                  <c:v>23-11-2000</c:v>
                </c:pt>
                <c:pt idx="225">
                  <c:v>24-11-2000</c:v>
                </c:pt>
                <c:pt idx="226">
                  <c:v>27-11-2000</c:v>
                </c:pt>
                <c:pt idx="227">
                  <c:v>28-11-2000</c:v>
                </c:pt>
                <c:pt idx="228">
                  <c:v>29-11-2000</c:v>
                </c:pt>
                <c:pt idx="229">
                  <c:v>30-11-2000</c:v>
                </c:pt>
                <c:pt idx="230">
                  <c:v>01-12-2000</c:v>
                </c:pt>
                <c:pt idx="231">
                  <c:v>04-12-2000</c:v>
                </c:pt>
                <c:pt idx="232">
                  <c:v>05-12-2000</c:v>
                </c:pt>
                <c:pt idx="233">
                  <c:v>06-12-2000</c:v>
                </c:pt>
                <c:pt idx="234">
                  <c:v>07-12-2000</c:v>
                </c:pt>
                <c:pt idx="235">
                  <c:v>08-12-2000</c:v>
                </c:pt>
                <c:pt idx="236">
                  <c:v>11-12-2000</c:v>
                </c:pt>
                <c:pt idx="237">
                  <c:v>12-12-2000</c:v>
                </c:pt>
                <c:pt idx="238">
                  <c:v>13-12-2000</c:v>
                </c:pt>
                <c:pt idx="239">
                  <c:v>14-12-2000</c:v>
                </c:pt>
                <c:pt idx="240">
                  <c:v>15-12-2000</c:v>
                </c:pt>
                <c:pt idx="241">
                  <c:v>18-12-2000</c:v>
                </c:pt>
                <c:pt idx="242">
                  <c:v>19-12-2000</c:v>
                </c:pt>
                <c:pt idx="243">
                  <c:v>20-12-2000</c:v>
                </c:pt>
                <c:pt idx="244">
                  <c:v>21-12-2000</c:v>
                </c:pt>
                <c:pt idx="245">
                  <c:v>22-12-2000</c:v>
                </c:pt>
                <c:pt idx="246">
                  <c:v>26-12-2000</c:v>
                </c:pt>
                <c:pt idx="247">
                  <c:v>27-12-2000</c:v>
                </c:pt>
                <c:pt idx="248">
                  <c:v>28-12-2000</c:v>
                </c:pt>
                <c:pt idx="249">
                  <c:v>29-12-2000</c:v>
                </c:pt>
                <c:pt idx="250">
                  <c:v>01-01-2001</c:v>
                </c:pt>
                <c:pt idx="251">
                  <c:v>02-01-2001</c:v>
                </c:pt>
                <c:pt idx="252">
                  <c:v>03-01-2001</c:v>
                </c:pt>
                <c:pt idx="253">
                  <c:v>04-01-2001</c:v>
                </c:pt>
                <c:pt idx="254">
                  <c:v>05-01-2001</c:v>
                </c:pt>
                <c:pt idx="255">
                  <c:v>08-01-2001</c:v>
                </c:pt>
                <c:pt idx="256">
                  <c:v>09-01-2001</c:v>
                </c:pt>
                <c:pt idx="257">
                  <c:v>10-01-2001</c:v>
                </c:pt>
                <c:pt idx="258">
                  <c:v>11-01-2001</c:v>
                </c:pt>
                <c:pt idx="259">
                  <c:v>12-01-2001</c:v>
                </c:pt>
                <c:pt idx="260">
                  <c:v>15-01-2001</c:v>
                </c:pt>
                <c:pt idx="261">
                  <c:v>16-01-2001</c:v>
                </c:pt>
                <c:pt idx="262">
                  <c:v>17-01-2001</c:v>
                </c:pt>
                <c:pt idx="263">
                  <c:v>18-01-2001</c:v>
                </c:pt>
                <c:pt idx="264">
                  <c:v>19-01-2001</c:v>
                </c:pt>
                <c:pt idx="265">
                  <c:v>22-01-2001</c:v>
                </c:pt>
                <c:pt idx="266">
                  <c:v>23-01-2001</c:v>
                </c:pt>
                <c:pt idx="267">
                  <c:v>24-01-2001</c:v>
                </c:pt>
                <c:pt idx="268">
                  <c:v>25-01-2001</c:v>
                </c:pt>
                <c:pt idx="269">
                  <c:v>29-01-2001</c:v>
                </c:pt>
                <c:pt idx="270">
                  <c:v>30-01-2001</c:v>
                </c:pt>
                <c:pt idx="271">
                  <c:v>31-01-2001</c:v>
                </c:pt>
                <c:pt idx="272">
                  <c:v>01-02-2001</c:v>
                </c:pt>
                <c:pt idx="273">
                  <c:v>02-02-2001</c:v>
                </c:pt>
                <c:pt idx="274">
                  <c:v>05-02-2001</c:v>
                </c:pt>
                <c:pt idx="275">
                  <c:v>06-02-2001</c:v>
                </c:pt>
                <c:pt idx="276">
                  <c:v>07-02-2001</c:v>
                </c:pt>
                <c:pt idx="277">
                  <c:v>08-02-2001</c:v>
                </c:pt>
                <c:pt idx="278">
                  <c:v>09-02-2001</c:v>
                </c:pt>
                <c:pt idx="279">
                  <c:v>12-02-2001</c:v>
                </c:pt>
                <c:pt idx="280">
                  <c:v>13-02-2001</c:v>
                </c:pt>
                <c:pt idx="281">
                  <c:v>14-02-2001</c:v>
                </c:pt>
                <c:pt idx="282">
                  <c:v>15-02-2001</c:v>
                </c:pt>
                <c:pt idx="283">
                  <c:v>16-02-2001</c:v>
                </c:pt>
                <c:pt idx="284">
                  <c:v>19-02-2001</c:v>
                </c:pt>
                <c:pt idx="285">
                  <c:v>20-02-2001</c:v>
                </c:pt>
                <c:pt idx="286">
                  <c:v>21-02-2001</c:v>
                </c:pt>
                <c:pt idx="287">
                  <c:v>22-02-2001</c:v>
                </c:pt>
                <c:pt idx="288">
                  <c:v>23-02-2001</c:v>
                </c:pt>
                <c:pt idx="289">
                  <c:v>26-02-2001</c:v>
                </c:pt>
                <c:pt idx="290">
                  <c:v>27-02-2001</c:v>
                </c:pt>
                <c:pt idx="291">
                  <c:v>28-02-2001</c:v>
                </c:pt>
                <c:pt idx="292">
                  <c:v>01-03-2001</c:v>
                </c:pt>
                <c:pt idx="293">
                  <c:v>02-03-2001</c:v>
                </c:pt>
                <c:pt idx="294">
                  <c:v>05-03-2001</c:v>
                </c:pt>
                <c:pt idx="295">
                  <c:v>07-03-2001</c:v>
                </c:pt>
                <c:pt idx="296">
                  <c:v>08-03-2001</c:v>
                </c:pt>
                <c:pt idx="297">
                  <c:v>09-03-2001</c:v>
                </c:pt>
                <c:pt idx="298">
                  <c:v>12-03-2001</c:v>
                </c:pt>
                <c:pt idx="299">
                  <c:v>13-03-2001</c:v>
                </c:pt>
                <c:pt idx="300">
                  <c:v>14-03-2001</c:v>
                </c:pt>
                <c:pt idx="301">
                  <c:v>15-03-2001</c:v>
                </c:pt>
                <c:pt idx="302">
                  <c:v>16-03-2001</c:v>
                </c:pt>
                <c:pt idx="303">
                  <c:v>19-03-2001</c:v>
                </c:pt>
                <c:pt idx="304">
                  <c:v>20-03-2001</c:v>
                </c:pt>
                <c:pt idx="305">
                  <c:v>21-03-2001</c:v>
                </c:pt>
                <c:pt idx="306">
                  <c:v>22-03-2001</c:v>
                </c:pt>
                <c:pt idx="307">
                  <c:v>23-03-2001</c:v>
                </c:pt>
                <c:pt idx="308">
                  <c:v>26-03-2001</c:v>
                </c:pt>
                <c:pt idx="309">
                  <c:v>27-03-2001</c:v>
                </c:pt>
                <c:pt idx="310">
                  <c:v>28-03-2001</c:v>
                </c:pt>
                <c:pt idx="311">
                  <c:v>29-03-2001</c:v>
                </c:pt>
                <c:pt idx="312">
                  <c:v>30-03-2001</c:v>
                </c:pt>
                <c:pt idx="313">
                  <c:v>02-04-2001</c:v>
                </c:pt>
                <c:pt idx="314">
                  <c:v>03-04-2001</c:v>
                </c:pt>
                <c:pt idx="315">
                  <c:v>04-04-2001</c:v>
                </c:pt>
                <c:pt idx="316">
                  <c:v>06-04-2001</c:v>
                </c:pt>
                <c:pt idx="317">
                  <c:v>09-04-2001</c:v>
                </c:pt>
                <c:pt idx="318">
                  <c:v>10-04-2001</c:v>
                </c:pt>
                <c:pt idx="319">
                  <c:v>11-04-2001</c:v>
                </c:pt>
                <c:pt idx="320">
                  <c:v>12-04-2001</c:v>
                </c:pt>
                <c:pt idx="321">
                  <c:v>16-04-2001</c:v>
                </c:pt>
                <c:pt idx="322">
                  <c:v>17-04-2001</c:v>
                </c:pt>
                <c:pt idx="323">
                  <c:v>18-04-2001</c:v>
                </c:pt>
                <c:pt idx="324">
                  <c:v>19-04-2001</c:v>
                </c:pt>
                <c:pt idx="325">
                  <c:v>20-04-2001</c:v>
                </c:pt>
                <c:pt idx="326">
                  <c:v>23-04-2001</c:v>
                </c:pt>
                <c:pt idx="327">
                  <c:v>24-04-2001</c:v>
                </c:pt>
                <c:pt idx="328">
                  <c:v>25-04-2001</c:v>
                </c:pt>
                <c:pt idx="329">
                  <c:v>26-04-2001</c:v>
                </c:pt>
                <c:pt idx="330">
                  <c:v>27-04-2001</c:v>
                </c:pt>
                <c:pt idx="331">
                  <c:v>30-04-2001</c:v>
                </c:pt>
                <c:pt idx="332">
                  <c:v>02-05-2001</c:v>
                </c:pt>
                <c:pt idx="333">
                  <c:v>03-05-2001</c:v>
                </c:pt>
                <c:pt idx="334">
                  <c:v>04-05-2001</c:v>
                </c:pt>
                <c:pt idx="335">
                  <c:v>07-05-2001</c:v>
                </c:pt>
                <c:pt idx="336">
                  <c:v>08-05-2001</c:v>
                </c:pt>
                <c:pt idx="337">
                  <c:v>09-05-2001</c:v>
                </c:pt>
                <c:pt idx="338">
                  <c:v>10-05-2001</c:v>
                </c:pt>
                <c:pt idx="339">
                  <c:v>11-05-2001</c:v>
                </c:pt>
                <c:pt idx="340">
                  <c:v>14-05-2001</c:v>
                </c:pt>
                <c:pt idx="341">
                  <c:v>15-05-2001</c:v>
                </c:pt>
                <c:pt idx="342">
                  <c:v>16-05-2001</c:v>
                </c:pt>
                <c:pt idx="343">
                  <c:v>17-05-2001</c:v>
                </c:pt>
                <c:pt idx="344">
                  <c:v>18-05-2001</c:v>
                </c:pt>
                <c:pt idx="345">
                  <c:v>21-05-2001</c:v>
                </c:pt>
                <c:pt idx="346">
                  <c:v>22-05-2001</c:v>
                </c:pt>
                <c:pt idx="347">
                  <c:v>23-05-2001</c:v>
                </c:pt>
                <c:pt idx="348">
                  <c:v>24-05-2001</c:v>
                </c:pt>
                <c:pt idx="349">
                  <c:v>25-05-2001</c:v>
                </c:pt>
                <c:pt idx="350">
                  <c:v>28-05-2001</c:v>
                </c:pt>
                <c:pt idx="351">
                  <c:v>29-05-2001</c:v>
                </c:pt>
                <c:pt idx="352">
                  <c:v>30-05-2001</c:v>
                </c:pt>
                <c:pt idx="353">
                  <c:v>31-05-2001</c:v>
                </c:pt>
                <c:pt idx="354">
                  <c:v>01-06-2001</c:v>
                </c:pt>
                <c:pt idx="355">
                  <c:v>04-06-2001</c:v>
                </c:pt>
                <c:pt idx="356">
                  <c:v>05-06-2001</c:v>
                </c:pt>
                <c:pt idx="357">
                  <c:v>06-06-2001</c:v>
                </c:pt>
                <c:pt idx="358">
                  <c:v>07-06-2001</c:v>
                </c:pt>
                <c:pt idx="359">
                  <c:v>08-06-2001</c:v>
                </c:pt>
                <c:pt idx="360">
                  <c:v>11-06-2001</c:v>
                </c:pt>
                <c:pt idx="361">
                  <c:v>12-06-2001</c:v>
                </c:pt>
                <c:pt idx="362">
                  <c:v>13-06-2001</c:v>
                </c:pt>
                <c:pt idx="363">
                  <c:v>14-06-2001</c:v>
                </c:pt>
                <c:pt idx="364">
                  <c:v>15-06-2001</c:v>
                </c:pt>
                <c:pt idx="365">
                  <c:v>18-06-2001</c:v>
                </c:pt>
                <c:pt idx="366">
                  <c:v>19-06-2001</c:v>
                </c:pt>
                <c:pt idx="367">
                  <c:v>20-06-2001</c:v>
                </c:pt>
                <c:pt idx="368">
                  <c:v>21-06-2001</c:v>
                </c:pt>
                <c:pt idx="369">
                  <c:v>22-06-2001</c:v>
                </c:pt>
                <c:pt idx="370">
                  <c:v>25-06-2001</c:v>
                </c:pt>
                <c:pt idx="371">
                  <c:v>26-06-2001</c:v>
                </c:pt>
                <c:pt idx="372">
                  <c:v>27-06-2001</c:v>
                </c:pt>
                <c:pt idx="373">
                  <c:v>28-06-2001</c:v>
                </c:pt>
                <c:pt idx="374">
                  <c:v>29-06-2001</c:v>
                </c:pt>
                <c:pt idx="375">
                  <c:v>02-07-2001</c:v>
                </c:pt>
                <c:pt idx="376">
                  <c:v>03-07-2001</c:v>
                </c:pt>
                <c:pt idx="377">
                  <c:v>04-07-2001</c:v>
                </c:pt>
                <c:pt idx="378">
                  <c:v>05-07-2001</c:v>
                </c:pt>
                <c:pt idx="379">
                  <c:v>06-07-2001</c:v>
                </c:pt>
                <c:pt idx="380">
                  <c:v>09-07-2001</c:v>
                </c:pt>
                <c:pt idx="381">
                  <c:v>10-07-2001</c:v>
                </c:pt>
                <c:pt idx="382">
                  <c:v>11-07-2001</c:v>
                </c:pt>
                <c:pt idx="383">
                  <c:v>12-07-2001</c:v>
                </c:pt>
                <c:pt idx="384">
                  <c:v>13-07-2001</c:v>
                </c:pt>
                <c:pt idx="385">
                  <c:v>16-07-2001</c:v>
                </c:pt>
                <c:pt idx="386">
                  <c:v>17-07-2001</c:v>
                </c:pt>
                <c:pt idx="387">
                  <c:v>18-07-2001</c:v>
                </c:pt>
                <c:pt idx="388">
                  <c:v>19-07-2001</c:v>
                </c:pt>
                <c:pt idx="389">
                  <c:v>20-07-2001</c:v>
                </c:pt>
                <c:pt idx="390">
                  <c:v>23-07-2001</c:v>
                </c:pt>
                <c:pt idx="391">
                  <c:v>24-07-2001</c:v>
                </c:pt>
                <c:pt idx="392">
                  <c:v>25-07-2001</c:v>
                </c:pt>
                <c:pt idx="393">
                  <c:v>26-07-2001</c:v>
                </c:pt>
                <c:pt idx="394">
                  <c:v>27-07-2001</c:v>
                </c:pt>
                <c:pt idx="395">
                  <c:v>30-07-2001</c:v>
                </c:pt>
                <c:pt idx="396">
                  <c:v>31-07-2001</c:v>
                </c:pt>
                <c:pt idx="397">
                  <c:v>01-08-2001</c:v>
                </c:pt>
                <c:pt idx="398">
                  <c:v>02-08-2001</c:v>
                </c:pt>
                <c:pt idx="399">
                  <c:v>03-08-2001</c:v>
                </c:pt>
                <c:pt idx="400">
                  <c:v>06-08-2001</c:v>
                </c:pt>
                <c:pt idx="401">
                  <c:v>07-08-2001</c:v>
                </c:pt>
                <c:pt idx="402">
                  <c:v>08-08-2001</c:v>
                </c:pt>
                <c:pt idx="403">
                  <c:v>09-08-2001</c:v>
                </c:pt>
                <c:pt idx="404">
                  <c:v>10-08-2001</c:v>
                </c:pt>
                <c:pt idx="405">
                  <c:v>13-08-2001</c:v>
                </c:pt>
                <c:pt idx="406">
                  <c:v>14-08-2001</c:v>
                </c:pt>
                <c:pt idx="407">
                  <c:v>16-08-2001</c:v>
                </c:pt>
                <c:pt idx="408">
                  <c:v>17-08-2001</c:v>
                </c:pt>
                <c:pt idx="409">
                  <c:v>20-08-2001</c:v>
                </c:pt>
                <c:pt idx="410">
                  <c:v>21-08-2001</c:v>
                </c:pt>
                <c:pt idx="411">
                  <c:v>23-08-2001</c:v>
                </c:pt>
                <c:pt idx="412">
                  <c:v>24-08-2001</c:v>
                </c:pt>
                <c:pt idx="413">
                  <c:v>27-08-2001</c:v>
                </c:pt>
                <c:pt idx="414">
                  <c:v>28-08-2001</c:v>
                </c:pt>
                <c:pt idx="415">
                  <c:v>29-08-2001</c:v>
                </c:pt>
                <c:pt idx="416">
                  <c:v>30-08-2001</c:v>
                </c:pt>
                <c:pt idx="417">
                  <c:v>31-08-2001</c:v>
                </c:pt>
                <c:pt idx="418">
                  <c:v>03-09-2001</c:v>
                </c:pt>
                <c:pt idx="419">
                  <c:v>04-09-2001</c:v>
                </c:pt>
                <c:pt idx="420">
                  <c:v>05-09-2001</c:v>
                </c:pt>
                <c:pt idx="421">
                  <c:v>06-09-2001</c:v>
                </c:pt>
                <c:pt idx="422">
                  <c:v>07-09-2001</c:v>
                </c:pt>
                <c:pt idx="423">
                  <c:v>10-09-2001</c:v>
                </c:pt>
                <c:pt idx="424">
                  <c:v>11-09-2001</c:v>
                </c:pt>
                <c:pt idx="425">
                  <c:v>12-09-2001</c:v>
                </c:pt>
                <c:pt idx="426">
                  <c:v>13-09-2001</c:v>
                </c:pt>
                <c:pt idx="427">
                  <c:v>14-09-2001</c:v>
                </c:pt>
                <c:pt idx="428">
                  <c:v>17-09-2001</c:v>
                </c:pt>
                <c:pt idx="429">
                  <c:v>18-09-2001</c:v>
                </c:pt>
                <c:pt idx="430">
                  <c:v>19-09-2001</c:v>
                </c:pt>
                <c:pt idx="431">
                  <c:v>20-09-2001</c:v>
                </c:pt>
                <c:pt idx="432">
                  <c:v>21-09-2001</c:v>
                </c:pt>
                <c:pt idx="433">
                  <c:v>24-09-2001</c:v>
                </c:pt>
                <c:pt idx="434">
                  <c:v>25-09-2001</c:v>
                </c:pt>
                <c:pt idx="435">
                  <c:v>26-09-2001</c:v>
                </c:pt>
                <c:pt idx="436">
                  <c:v>27-09-2001</c:v>
                </c:pt>
                <c:pt idx="437">
                  <c:v>28-09-2001</c:v>
                </c:pt>
                <c:pt idx="438">
                  <c:v>01-10-2001</c:v>
                </c:pt>
                <c:pt idx="439">
                  <c:v>03-10-2001</c:v>
                </c:pt>
                <c:pt idx="440">
                  <c:v>04-10-2001</c:v>
                </c:pt>
                <c:pt idx="441">
                  <c:v>05-10-2001</c:v>
                </c:pt>
                <c:pt idx="442">
                  <c:v>08-10-2001</c:v>
                </c:pt>
                <c:pt idx="443">
                  <c:v>09-10-2001</c:v>
                </c:pt>
                <c:pt idx="444">
                  <c:v>10-10-2001</c:v>
                </c:pt>
                <c:pt idx="445">
                  <c:v>11-10-2001</c:v>
                </c:pt>
                <c:pt idx="446">
                  <c:v>12-10-2001</c:v>
                </c:pt>
                <c:pt idx="447">
                  <c:v>15-10-2001</c:v>
                </c:pt>
                <c:pt idx="448">
                  <c:v>16-10-2001</c:v>
                </c:pt>
                <c:pt idx="449">
                  <c:v>17-10-2001</c:v>
                </c:pt>
                <c:pt idx="450">
                  <c:v>18-10-2001</c:v>
                </c:pt>
                <c:pt idx="451">
                  <c:v>19-10-2001</c:v>
                </c:pt>
                <c:pt idx="452">
                  <c:v>22-10-2001</c:v>
                </c:pt>
                <c:pt idx="453">
                  <c:v>23-10-2001</c:v>
                </c:pt>
                <c:pt idx="454">
                  <c:v>24-10-2001</c:v>
                </c:pt>
                <c:pt idx="455">
                  <c:v>25-10-2001</c:v>
                </c:pt>
                <c:pt idx="456">
                  <c:v>29-10-2001</c:v>
                </c:pt>
                <c:pt idx="457">
                  <c:v>30-10-2001</c:v>
                </c:pt>
                <c:pt idx="458">
                  <c:v>31-10-2001</c:v>
                </c:pt>
                <c:pt idx="459">
                  <c:v>01-11-2001</c:v>
                </c:pt>
                <c:pt idx="460">
                  <c:v>02-11-2001</c:v>
                </c:pt>
                <c:pt idx="461">
                  <c:v>05-11-2001</c:v>
                </c:pt>
                <c:pt idx="462">
                  <c:v>06-11-2001</c:v>
                </c:pt>
                <c:pt idx="463">
                  <c:v>07-11-2001</c:v>
                </c:pt>
                <c:pt idx="464">
                  <c:v>08-11-2001</c:v>
                </c:pt>
                <c:pt idx="465">
                  <c:v>09-11-2001</c:v>
                </c:pt>
                <c:pt idx="466">
                  <c:v>12-11-2001</c:v>
                </c:pt>
                <c:pt idx="467">
                  <c:v>13-11-2001</c:v>
                </c:pt>
                <c:pt idx="468">
                  <c:v>14-11-2001</c:v>
                </c:pt>
                <c:pt idx="469">
                  <c:v>15-11-2001</c:v>
                </c:pt>
                <c:pt idx="470">
                  <c:v>19-11-2001</c:v>
                </c:pt>
                <c:pt idx="471">
                  <c:v>20-11-2001</c:v>
                </c:pt>
                <c:pt idx="472">
                  <c:v>21-11-2001</c:v>
                </c:pt>
                <c:pt idx="473">
                  <c:v>22-11-2001</c:v>
                </c:pt>
                <c:pt idx="474">
                  <c:v>23-11-2001</c:v>
                </c:pt>
                <c:pt idx="475">
                  <c:v>26-11-2001</c:v>
                </c:pt>
                <c:pt idx="476">
                  <c:v>27-11-2001</c:v>
                </c:pt>
                <c:pt idx="477">
                  <c:v>28-11-2001</c:v>
                </c:pt>
                <c:pt idx="478">
                  <c:v>29-11-2001</c:v>
                </c:pt>
                <c:pt idx="479">
                  <c:v>03-12-2001</c:v>
                </c:pt>
                <c:pt idx="480">
                  <c:v>04-12-2001</c:v>
                </c:pt>
                <c:pt idx="481">
                  <c:v>05-12-2001</c:v>
                </c:pt>
                <c:pt idx="482">
                  <c:v>06-12-2001</c:v>
                </c:pt>
                <c:pt idx="483">
                  <c:v>07-12-2001</c:v>
                </c:pt>
                <c:pt idx="484">
                  <c:v>10-12-2001</c:v>
                </c:pt>
                <c:pt idx="485">
                  <c:v>11-12-2001</c:v>
                </c:pt>
                <c:pt idx="486">
                  <c:v>12-12-2001</c:v>
                </c:pt>
                <c:pt idx="487">
                  <c:v>13-12-2001</c:v>
                </c:pt>
                <c:pt idx="488">
                  <c:v>14-12-2001</c:v>
                </c:pt>
                <c:pt idx="489">
                  <c:v>18-12-2001</c:v>
                </c:pt>
                <c:pt idx="490">
                  <c:v>19-12-2001</c:v>
                </c:pt>
                <c:pt idx="491">
                  <c:v>20-12-2001</c:v>
                </c:pt>
                <c:pt idx="492">
                  <c:v>21-12-2001</c:v>
                </c:pt>
                <c:pt idx="493">
                  <c:v>24-12-2001</c:v>
                </c:pt>
                <c:pt idx="494">
                  <c:v>26-12-2001</c:v>
                </c:pt>
                <c:pt idx="495">
                  <c:v>27-12-2001</c:v>
                </c:pt>
                <c:pt idx="496">
                  <c:v>28-12-2001</c:v>
                </c:pt>
                <c:pt idx="497">
                  <c:v>31-12-2001</c:v>
                </c:pt>
                <c:pt idx="498">
                  <c:v>01-01-2002</c:v>
                </c:pt>
                <c:pt idx="499">
                  <c:v>02-01-2002</c:v>
                </c:pt>
                <c:pt idx="500">
                  <c:v>03-01-2002</c:v>
                </c:pt>
                <c:pt idx="501">
                  <c:v>04-01-2002</c:v>
                </c:pt>
                <c:pt idx="502">
                  <c:v>07-01-2002</c:v>
                </c:pt>
                <c:pt idx="503">
                  <c:v>08-01-2002</c:v>
                </c:pt>
                <c:pt idx="504">
                  <c:v>09-01-2002</c:v>
                </c:pt>
                <c:pt idx="505">
                  <c:v>10-01-2002</c:v>
                </c:pt>
                <c:pt idx="506">
                  <c:v>11-01-2002</c:v>
                </c:pt>
                <c:pt idx="507">
                  <c:v>14-01-2002</c:v>
                </c:pt>
                <c:pt idx="508">
                  <c:v>15-01-2002</c:v>
                </c:pt>
                <c:pt idx="509">
                  <c:v>16-01-2002</c:v>
                </c:pt>
                <c:pt idx="510">
                  <c:v>17-01-2002</c:v>
                </c:pt>
                <c:pt idx="511">
                  <c:v>18-01-2002</c:v>
                </c:pt>
                <c:pt idx="512">
                  <c:v>21-01-2002</c:v>
                </c:pt>
                <c:pt idx="513">
                  <c:v>22-01-2002</c:v>
                </c:pt>
                <c:pt idx="514">
                  <c:v>23-01-2002</c:v>
                </c:pt>
                <c:pt idx="515">
                  <c:v>24-01-2002</c:v>
                </c:pt>
                <c:pt idx="516">
                  <c:v>25-01-2002</c:v>
                </c:pt>
                <c:pt idx="517">
                  <c:v>28-01-2002</c:v>
                </c:pt>
                <c:pt idx="518">
                  <c:v>29-01-2002</c:v>
                </c:pt>
                <c:pt idx="519">
                  <c:v>30-01-2002</c:v>
                </c:pt>
                <c:pt idx="520">
                  <c:v>31-01-2002</c:v>
                </c:pt>
                <c:pt idx="521">
                  <c:v>01-02-2002</c:v>
                </c:pt>
                <c:pt idx="522">
                  <c:v>04-02-2002</c:v>
                </c:pt>
                <c:pt idx="523">
                  <c:v>05-02-2002</c:v>
                </c:pt>
                <c:pt idx="524">
                  <c:v>06-02-2002</c:v>
                </c:pt>
                <c:pt idx="525">
                  <c:v>07-02-2002</c:v>
                </c:pt>
                <c:pt idx="526">
                  <c:v>08-02-2002</c:v>
                </c:pt>
                <c:pt idx="527">
                  <c:v>11-02-2002</c:v>
                </c:pt>
                <c:pt idx="528">
                  <c:v>12-02-2002</c:v>
                </c:pt>
                <c:pt idx="529">
                  <c:v>13-02-2002</c:v>
                </c:pt>
                <c:pt idx="530">
                  <c:v>14-02-2002</c:v>
                </c:pt>
                <c:pt idx="531">
                  <c:v>15-02-2002</c:v>
                </c:pt>
                <c:pt idx="532">
                  <c:v>18-02-2002</c:v>
                </c:pt>
                <c:pt idx="533">
                  <c:v>19-02-2002</c:v>
                </c:pt>
                <c:pt idx="534">
                  <c:v>20-02-2002</c:v>
                </c:pt>
                <c:pt idx="535">
                  <c:v>21-02-2002</c:v>
                </c:pt>
                <c:pt idx="536">
                  <c:v>22-02-2002</c:v>
                </c:pt>
                <c:pt idx="537">
                  <c:v>25-02-2002</c:v>
                </c:pt>
                <c:pt idx="538">
                  <c:v>26-02-2002</c:v>
                </c:pt>
                <c:pt idx="539">
                  <c:v>27-02-2002</c:v>
                </c:pt>
                <c:pt idx="540">
                  <c:v>28-02-2002</c:v>
                </c:pt>
                <c:pt idx="541">
                  <c:v>01-03-2002</c:v>
                </c:pt>
                <c:pt idx="542">
                  <c:v>04-03-2002</c:v>
                </c:pt>
                <c:pt idx="543">
                  <c:v>05-03-2002</c:v>
                </c:pt>
                <c:pt idx="544">
                  <c:v>06-03-2002</c:v>
                </c:pt>
                <c:pt idx="545">
                  <c:v>07-03-2002</c:v>
                </c:pt>
                <c:pt idx="546">
                  <c:v>08-03-2002</c:v>
                </c:pt>
                <c:pt idx="547">
                  <c:v>11-03-2002</c:v>
                </c:pt>
                <c:pt idx="548">
                  <c:v>12-03-2002</c:v>
                </c:pt>
                <c:pt idx="549">
                  <c:v>13-03-2002</c:v>
                </c:pt>
                <c:pt idx="550">
                  <c:v>14-03-2002</c:v>
                </c:pt>
                <c:pt idx="551">
                  <c:v>15-03-2002</c:v>
                </c:pt>
                <c:pt idx="552">
                  <c:v>18-03-2002</c:v>
                </c:pt>
                <c:pt idx="553">
                  <c:v>19-03-2002</c:v>
                </c:pt>
                <c:pt idx="554">
                  <c:v>20-03-2002</c:v>
                </c:pt>
                <c:pt idx="555">
                  <c:v>21-03-2002</c:v>
                </c:pt>
                <c:pt idx="556">
                  <c:v>22-03-2002</c:v>
                </c:pt>
                <c:pt idx="557">
                  <c:v>26-03-2002</c:v>
                </c:pt>
                <c:pt idx="558">
                  <c:v>27-03-2002</c:v>
                </c:pt>
                <c:pt idx="559">
                  <c:v>28-03-2002</c:v>
                </c:pt>
                <c:pt idx="560">
                  <c:v>01-04-2002</c:v>
                </c:pt>
                <c:pt idx="561">
                  <c:v>02-04-2002</c:v>
                </c:pt>
                <c:pt idx="562">
                  <c:v>03-04-2002</c:v>
                </c:pt>
                <c:pt idx="563">
                  <c:v>04-04-2002</c:v>
                </c:pt>
                <c:pt idx="564">
                  <c:v>05-04-2002</c:v>
                </c:pt>
                <c:pt idx="565">
                  <c:v>08-04-2002</c:v>
                </c:pt>
                <c:pt idx="566">
                  <c:v>09-04-2002</c:v>
                </c:pt>
                <c:pt idx="567">
                  <c:v>10-04-2002</c:v>
                </c:pt>
                <c:pt idx="568">
                  <c:v>11-04-2002</c:v>
                </c:pt>
                <c:pt idx="569">
                  <c:v>12-04-2002</c:v>
                </c:pt>
                <c:pt idx="570">
                  <c:v>15-04-2002</c:v>
                </c:pt>
                <c:pt idx="571">
                  <c:v>16-04-2002</c:v>
                </c:pt>
                <c:pt idx="572">
                  <c:v>17-04-2002</c:v>
                </c:pt>
                <c:pt idx="573">
                  <c:v>18-04-2002</c:v>
                </c:pt>
                <c:pt idx="574">
                  <c:v>19-04-2002</c:v>
                </c:pt>
                <c:pt idx="575">
                  <c:v>22-04-2002</c:v>
                </c:pt>
                <c:pt idx="576">
                  <c:v>23-04-2002</c:v>
                </c:pt>
                <c:pt idx="577">
                  <c:v>24-04-2002</c:v>
                </c:pt>
                <c:pt idx="578">
                  <c:v>25-04-2002</c:v>
                </c:pt>
                <c:pt idx="579">
                  <c:v>26-04-2002</c:v>
                </c:pt>
                <c:pt idx="580">
                  <c:v>29-04-2002</c:v>
                </c:pt>
                <c:pt idx="581">
                  <c:v>30-04-2002</c:v>
                </c:pt>
                <c:pt idx="582">
                  <c:v>02-05-2002</c:v>
                </c:pt>
                <c:pt idx="583">
                  <c:v>03-05-2002</c:v>
                </c:pt>
                <c:pt idx="584">
                  <c:v>06-05-2002</c:v>
                </c:pt>
                <c:pt idx="585">
                  <c:v>07-05-2002</c:v>
                </c:pt>
                <c:pt idx="586">
                  <c:v>08-05-2002</c:v>
                </c:pt>
                <c:pt idx="587">
                  <c:v>09-05-2002</c:v>
                </c:pt>
                <c:pt idx="588">
                  <c:v>10-05-2002</c:v>
                </c:pt>
                <c:pt idx="589">
                  <c:v>13-05-2002</c:v>
                </c:pt>
                <c:pt idx="590">
                  <c:v>14-05-2002</c:v>
                </c:pt>
                <c:pt idx="591">
                  <c:v>15-05-2002</c:v>
                </c:pt>
                <c:pt idx="592">
                  <c:v>16-05-2002</c:v>
                </c:pt>
                <c:pt idx="593">
                  <c:v>17-05-2002</c:v>
                </c:pt>
                <c:pt idx="594">
                  <c:v>20-05-2002</c:v>
                </c:pt>
                <c:pt idx="595">
                  <c:v>21-05-2002</c:v>
                </c:pt>
                <c:pt idx="596">
                  <c:v>22-05-2002</c:v>
                </c:pt>
                <c:pt idx="597">
                  <c:v>23-05-2002</c:v>
                </c:pt>
                <c:pt idx="598">
                  <c:v>24-05-2002</c:v>
                </c:pt>
                <c:pt idx="599">
                  <c:v>27-05-2002</c:v>
                </c:pt>
                <c:pt idx="600">
                  <c:v>28-05-2002</c:v>
                </c:pt>
                <c:pt idx="601">
                  <c:v>29-05-2002</c:v>
                </c:pt>
                <c:pt idx="602">
                  <c:v>30-05-2002</c:v>
                </c:pt>
                <c:pt idx="603">
                  <c:v>31-05-2002</c:v>
                </c:pt>
                <c:pt idx="604">
                  <c:v>03-06-2002</c:v>
                </c:pt>
                <c:pt idx="605">
                  <c:v>04-06-2002</c:v>
                </c:pt>
                <c:pt idx="606">
                  <c:v>05-06-2002</c:v>
                </c:pt>
                <c:pt idx="607">
                  <c:v>06-06-2002</c:v>
                </c:pt>
                <c:pt idx="608">
                  <c:v>07-06-2002</c:v>
                </c:pt>
                <c:pt idx="609">
                  <c:v>10-06-2002</c:v>
                </c:pt>
                <c:pt idx="610">
                  <c:v>11-06-2002</c:v>
                </c:pt>
                <c:pt idx="611">
                  <c:v>12-06-2002</c:v>
                </c:pt>
                <c:pt idx="612">
                  <c:v>13-06-2002</c:v>
                </c:pt>
                <c:pt idx="613">
                  <c:v>14-06-2002</c:v>
                </c:pt>
                <c:pt idx="614">
                  <c:v>17-06-2002</c:v>
                </c:pt>
                <c:pt idx="615">
                  <c:v>18-06-2002</c:v>
                </c:pt>
                <c:pt idx="616">
                  <c:v>19-06-2002</c:v>
                </c:pt>
                <c:pt idx="617">
                  <c:v>20-06-2002</c:v>
                </c:pt>
                <c:pt idx="618">
                  <c:v>21-06-2002</c:v>
                </c:pt>
                <c:pt idx="619">
                  <c:v>24-06-2002</c:v>
                </c:pt>
                <c:pt idx="620">
                  <c:v>25-06-2002</c:v>
                </c:pt>
                <c:pt idx="621">
                  <c:v>26-06-2002</c:v>
                </c:pt>
                <c:pt idx="622">
                  <c:v>27-06-2002</c:v>
                </c:pt>
                <c:pt idx="623">
                  <c:v>28-06-2002</c:v>
                </c:pt>
                <c:pt idx="624">
                  <c:v>01-07-2002</c:v>
                </c:pt>
                <c:pt idx="625">
                  <c:v>02-07-2002</c:v>
                </c:pt>
                <c:pt idx="626">
                  <c:v>03-07-2002</c:v>
                </c:pt>
                <c:pt idx="627">
                  <c:v>04-07-2002</c:v>
                </c:pt>
                <c:pt idx="628">
                  <c:v>05-07-2002</c:v>
                </c:pt>
                <c:pt idx="629">
                  <c:v>08-07-2002</c:v>
                </c:pt>
                <c:pt idx="630">
                  <c:v>09-07-2002</c:v>
                </c:pt>
                <c:pt idx="631">
                  <c:v>10-07-2002</c:v>
                </c:pt>
                <c:pt idx="632">
                  <c:v>11-07-2002</c:v>
                </c:pt>
                <c:pt idx="633">
                  <c:v>12-07-2002</c:v>
                </c:pt>
                <c:pt idx="634">
                  <c:v>15-07-2002</c:v>
                </c:pt>
                <c:pt idx="635">
                  <c:v>16-07-2002</c:v>
                </c:pt>
                <c:pt idx="636">
                  <c:v>17-07-2002</c:v>
                </c:pt>
                <c:pt idx="637">
                  <c:v>18-07-2002</c:v>
                </c:pt>
                <c:pt idx="638">
                  <c:v>19-07-2002</c:v>
                </c:pt>
                <c:pt idx="639">
                  <c:v>22-07-2002</c:v>
                </c:pt>
                <c:pt idx="640">
                  <c:v>23-07-2002</c:v>
                </c:pt>
                <c:pt idx="641">
                  <c:v>24-07-2002</c:v>
                </c:pt>
                <c:pt idx="642">
                  <c:v>25-07-2002</c:v>
                </c:pt>
                <c:pt idx="643">
                  <c:v>26-07-2002</c:v>
                </c:pt>
                <c:pt idx="644">
                  <c:v>29-07-2002</c:v>
                </c:pt>
                <c:pt idx="645">
                  <c:v>30-07-2002</c:v>
                </c:pt>
                <c:pt idx="646">
                  <c:v>31-07-2002</c:v>
                </c:pt>
                <c:pt idx="647">
                  <c:v>01-08-2002</c:v>
                </c:pt>
                <c:pt idx="648">
                  <c:v>02-08-2002</c:v>
                </c:pt>
                <c:pt idx="649">
                  <c:v>05-08-2002</c:v>
                </c:pt>
                <c:pt idx="650">
                  <c:v>06-08-2002</c:v>
                </c:pt>
                <c:pt idx="651">
                  <c:v>07-08-2002</c:v>
                </c:pt>
                <c:pt idx="652">
                  <c:v>08-08-2002</c:v>
                </c:pt>
                <c:pt idx="653">
                  <c:v>09-08-2002</c:v>
                </c:pt>
                <c:pt idx="654">
                  <c:v>12-08-2002</c:v>
                </c:pt>
                <c:pt idx="655">
                  <c:v>13-08-2002</c:v>
                </c:pt>
                <c:pt idx="656">
                  <c:v>14-08-2002</c:v>
                </c:pt>
                <c:pt idx="657">
                  <c:v>16-08-2002</c:v>
                </c:pt>
                <c:pt idx="658">
                  <c:v>19-08-2002</c:v>
                </c:pt>
                <c:pt idx="659">
                  <c:v>20-08-2002</c:v>
                </c:pt>
                <c:pt idx="660">
                  <c:v>21-08-2002</c:v>
                </c:pt>
                <c:pt idx="661">
                  <c:v>22-08-2002</c:v>
                </c:pt>
                <c:pt idx="662">
                  <c:v>23-08-2002</c:v>
                </c:pt>
                <c:pt idx="663">
                  <c:v>26-08-2002</c:v>
                </c:pt>
                <c:pt idx="664">
                  <c:v>27-08-2002</c:v>
                </c:pt>
                <c:pt idx="665">
                  <c:v>28-08-2002</c:v>
                </c:pt>
                <c:pt idx="666">
                  <c:v>29-08-2002</c:v>
                </c:pt>
                <c:pt idx="667">
                  <c:v>30-08-2002</c:v>
                </c:pt>
                <c:pt idx="668">
                  <c:v>02-09-2002</c:v>
                </c:pt>
                <c:pt idx="669">
                  <c:v>03-09-2002</c:v>
                </c:pt>
                <c:pt idx="670">
                  <c:v>04-09-2002</c:v>
                </c:pt>
                <c:pt idx="671">
                  <c:v>05-09-2002</c:v>
                </c:pt>
                <c:pt idx="672">
                  <c:v>06-09-2002</c:v>
                </c:pt>
                <c:pt idx="673">
                  <c:v>09-09-2002</c:v>
                </c:pt>
                <c:pt idx="674">
                  <c:v>11-09-2002</c:v>
                </c:pt>
                <c:pt idx="675">
                  <c:v>12-09-2002</c:v>
                </c:pt>
                <c:pt idx="676">
                  <c:v>13-09-2002</c:v>
                </c:pt>
                <c:pt idx="677">
                  <c:v>16-09-2002</c:v>
                </c:pt>
                <c:pt idx="678">
                  <c:v>17-09-2002</c:v>
                </c:pt>
                <c:pt idx="679">
                  <c:v>18-09-2002</c:v>
                </c:pt>
                <c:pt idx="680">
                  <c:v>19-09-2002</c:v>
                </c:pt>
                <c:pt idx="681">
                  <c:v>20-09-2002</c:v>
                </c:pt>
                <c:pt idx="682">
                  <c:v>23-09-2002</c:v>
                </c:pt>
                <c:pt idx="683">
                  <c:v>24-09-2002</c:v>
                </c:pt>
                <c:pt idx="684">
                  <c:v>25-09-2002</c:v>
                </c:pt>
                <c:pt idx="685">
                  <c:v>26-09-2002</c:v>
                </c:pt>
                <c:pt idx="686">
                  <c:v>27-09-2002</c:v>
                </c:pt>
                <c:pt idx="687">
                  <c:v>30-09-2002</c:v>
                </c:pt>
                <c:pt idx="688">
                  <c:v>01-10-2002</c:v>
                </c:pt>
                <c:pt idx="689">
                  <c:v>03-10-2002</c:v>
                </c:pt>
                <c:pt idx="690">
                  <c:v>04-10-2002</c:v>
                </c:pt>
                <c:pt idx="691">
                  <c:v>07-10-2002</c:v>
                </c:pt>
                <c:pt idx="692">
                  <c:v>08-10-2002</c:v>
                </c:pt>
                <c:pt idx="693">
                  <c:v>09-10-2002</c:v>
                </c:pt>
                <c:pt idx="694">
                  <c:v>10-10-2002</c:v>
                </c:pt>
                <c:pt idx="695">
                  <c:v>11-10-2002</c:v>
                </c:pt>
                <c:pt idx="696">
                  <c:v>14-10-2002</c:v>
                </c:pt>
                <c:pt idx="697">
                  <c:v>16-10-2002</c:v>
                </c:pt>
                <c:pt idx="698">
                  <c:v>17-10-2002</c:v>
                </c:pt>
                <c:pt idx="699">
                  <c:v>18-10-2002</c:v>
                </c:pt>
                <c:pt idx="700">
                  <c:v>21-10-2002</c:v>
                </c:pt>
                <c:pt idx="701">
                  <c:v>22-10-2002</c:v>
                </c:pt>
                <c:pt idx="702">
                  <c:v>23-10-2002</c:v>
                </c:pt>
                <c:pt idx="703">
                  <c:v>24-10-2002</c:v>
                </c:pt>
                <c:pt idx="704">
                  <c:v>25-10-2002</c:v>
                </c:pt>
                <c:pt idx="705">
                  <c:v>28-10-2002</c:v>
                </c:pt>
                <c:pt idx="706">
                  <c:v>29-10-2002</c:v>
                </c:pt>
                <c:pt idx="707">
                  <c:v>30-10-2002</c:v>
                </c:pt>
                <c:pt idx="708">
                  <c:v>31-10-2002</c:v>
                </c:pt>
                <c:pt idx="709">
                  <c:v>01-11-2002</c:v>
                </c:pt>
                <c:pt idx="710">
                  <c:v>04-11-2002</c:v>
                </c:pt>
                <c:pt idx="711">
                  <c:v>05-11-2002</c:v>
                </c:pt>
                <c:pt idx="712">
                  <c:v>07-11-2002</c:v>
                </c:pt>
                <c:pt idx="713">
                  <c:v>08-11-2002</c:v>
                </c:pt>
                <c:pt idx="714">
                  <c:v>11-11-2002</c:v>
                </c:pt>
                <c:pt idx="715">
                  <c:v>12-11-2002</c:v>
                </c:pt>
                <c:pt idx="716">
                  <c:v>13-11-2002</c:v>
                </c:pt>
                <c:pt idx="717">
                  <c:v>14-11-2002</c:v>
                </c:pt>
                <c:pt idx="718">
                  <c:v>15-11-2002</c:v>
                </c:pt>
                <c:pt idx="719">
                  <c:v>18-11-2002</c:v>
                </c:pt>
                <c:pt idx="720">
                  <c:v>20-11-2002</c:v>
                </c:pt>
                <c:pt idx="721">
                  <c:v>21-11-2002</c:v>
                </c:pt>
                <c:pt idx="722">
                  <c:v>22-11-2002</c:v>
                </c:pt>
                <c:pt idx="723">
                  <c:v>25-11-2002</c:v>
                </c:pt>
                <c:pt idx="724">
                  <c:v>26-11-2002</c:v>
                </c:pt>
                <c:pt idx="725">
                  <c:v>27-11-2002</c:v>
                </c:pt>
                <c:pt idx="726">
                  <c:v>28-11-2002</c:v>
                </c:pt>
                <c:pt idx="727">
                  <c:v>29-11-2002</c:v>
                </c:pt>
                <c:pt idx="728">
                  <c:v>02-12-2002</c:v>
                </c:pt>
                <c:pt idx="729">
                  <c:v>03-12-2002</c:v>
                </c:pt>
                <c:pt idx="730">
                  <c:v>04-12-2002</c:v>
                </c:pt>
                <c:pt idx="731">
                  <c:v>05-12-2002</c:v>
                </c:pt>
                <c:pt idx="732">
                  <c:v>06-12-2002</c:v>
                </c:pt>
                <c:pt idx="733">
                  <c:v>09-12-2002</c:v>
                </c:pt>
                <c:pt idx="734">
                  <c:v>10-12-2002</c:v>
                </c:pt>
                <c:pt idx="735">
                  <c:v>11-12-2002</c:v>
                </c:pt>
                <c:pt idx="736">
                  <c:v>12-12-2002</c:v>
                </c:pt>
                <c:pt idx="737">
                  <c:v>13-12-2002</c:v>
                </c:pt>
                <c:pt idx="738">
                  <c:v>16-12-2002</c:v>
                </c:pt>
                <c:pt idx="739">
                  <c:v>17-12-2002</c:v>
                </c:pt>
                <c:pt idx="740">
                  <c:v>18-12-2002</c:v>
                </c:pt>
                <c:pt idx="741">
                  <c:v>19-12-2002</c:v>
                </c:pt>
                <c:pt idx="742">
                  <c:v>20-12-2002</c:v>
                </c:pt>
                <c:pt idx="743">
                  <c:v>23-12-2002</c:v>
                </c:pt>
                <c:pt idx="744">
                  <c:v>24-12-2002</c:v>
                </c:pt>
                <c:pt idx="745">
                  <c:v>26-12-2002</c:v>
                </c:pt>
                <c:pt idx="746">
                  <c:v>27-12-2002</c:v>
                </c:pt>
                <c:pt idx="747">
                  <c:v>30-12-2002</c:v>
                </c:pt>
                <c:pt idx="748">
                  <c:v>31-12-2002</c:v>
                </c:pt>
                <c:pt idx="749">
                  <c:v>01-01-2003</c:v>
                </c:pt>
                <c:pt idx="750">
                  <c:v>02-01-2003</c:v>
                </c:pt>
                <c:pt idx="751">
                  <c:v>03-01-2003</c:v>
                </c:pt>
                <c:pt idx="752">
                  <c:v>06-01-2003</c:v>
                </c:pt>
                <c:pt idx="753">
                  <c:v>07-01-2003</c:v>
                </c:pt>
                <c:pt idx="754">
                  <c:v>08-01-2003</c:v>
                </c:pt>
                <c:pt idx="755">
                  <c:v>09-01-2003</c:v>
                </c:pt>
                <c:pt idx="756">
                  <c:v>10-01-2003</c:v>
                </c:pt>
                <c:pt idx="757">
                  <c:v>13-01-2003</c:v>
                </c:pt>
                <c:pt idx="758">
                  <c:v>14-01-2003</c:v>
                </c:pt>
                <c:pt idx="759">
                  <c:v>15-01-2003</c:v>
                </c:pt>
                <c:pt idx="760">
                  <c:v>16-01-2003</c:v>
                </c:pt>
                <c:pt idx="761">
                  <c:v>17-01-2003</c:v>
                </c:pt>
                <c:pt idx="762">
                  <c:v>20-01-2003</c:v>
                </c:pt>
                <c:pt idx="763">
                  <c:v>21-01-2003</c:v>
                </c:pt>
                <c:pt idx="764">
                  <c:v>22-01-2003</c:v>
                </c:pt>
                <c:pt idx="765">
                  <c:v>23-01-2003</c:v>
                </c:pt>
                <c:pt idx="766">
                  <c:v>24-01-2003</c:v>
                </c:pt>
                <c:pt idx="767">
                  <c:v>27-01-2003</c:v>
                </c:pt>
                <c:pt idx="768">
                  <c:v>28-01-2003</c:v>
                </c:pt>
                <c:pt idx="769">
                  <c:v>29-01-2003</c:v>
                </c:pt>
                <c:pt idx="770">
                  <c:v>30-01-2003</c:v>
                </c:pt>
                <c:pt idx="771">
                  <c:v>31-01-2003</c:v>
                </c:pt>
                <c:pt idx="772">
                  <c:v>03-02-2003</c:v>
                </c:pt>
                <c:pt idx="773">
                  <c:v>04-02-2003</c:v>
                </c:pt>
                <c:pt idx="774">
                  <c:v>05-02-2003</c:v>
                </c:pt>
                <c:pt idx="775">
                  <c:v>06-02-2003</c:v>
                </c:pt>
                <c:pt idx="776">
                  <c:v>07-02-2003</c:v>
                </c:pt>
                <c:pt idx="777">
                  <c:v>10-02-2003</c:v>
                </c:pt>
                <c:pt idx="778">
                  <c:v>11-02-2003</c:v>
                </c:pt>
                <c:pt idx="779">
                  <c:v>12-02-2003</c:v>
                </c:pt>
                <c:pt idx="780">
                  <c:v>14-02-2003</c:v>
                </c:pt>
                <c:pt idx="781">
                  <c:v>17-02-2003</c:v>
                </c:pt>
                <c:pt idx="782">
                  <c:v>18-02-2003</c:v>
                </c:pt>
                <c:pt idx="783">
                  <c:v>19-02-2003</c:v>
                </c:pt>
                <c:pt idx="784">
                  <c:v>20-02-2003</c:v>
                </c:pt>
                <c:pt idx="785">
                  <c:v>21-02-2003</c:v>
                </c:pt>
                <c:pt idx="786">
                  <c:v>24-02-2003</c:v>
                </c:pt>
                <c:pt idx="787">
                  <c:v>25-02-2003</c:v>
                </c:pt>
                <c:pt idx="788">
                  <c:v>26-02-2003</c:v>
                </c:pt>
                <c:pt idx="789">
                  <c:v>27-02-2003</c:v>
                </c:pt>
                <c:pt idx="790">
                  <c:v>28-02-2003</c:v>
                </c:pt>
                <c:pt idx="791">
                  <c:v>03-03-2003</c:v>
                </c:pt>
                <c:pt idx="792">
                  <c:v>04-03-2003</c:v>
                </c:pt>
                <c:pt idx="793">
                  <c:v>05-03-2003</c:v>
                </c:pt>
                <c:pt idx="794">
                  <c:v>06-03-2003</c:v>
                </c:pt>
                <c:pt idx="795">
                  <c:v>07-03-2003</c:v>
                </c:pt>
                <c:pt idx="796">
                  <c:v>10-03-2003</c:v>
                </c:pt>
                <c:pt idx="797">
                  <c:v>11-03-2003</c:v>
                </c:pt>
                <c:pt idx="798">
                  <c:v>12-03-2003</c:v>
                </c:pt>
                <c:pt idx="799">
                  <c:v>13-03-2003</c:v>
                </c:pt>
                <c:pt idx="800">
                  <c:v>17-03-2003</c:v>
                </c:pt>
                <c:pt idx="801">
                  <c:v>19-03-2003</c:v>
                </c:pt>
                <c:pt idx="802">
                  <c:v>20-03-2003</c:v>
                </c:pt>
                <c:pt idx="803">
                  <c:v>21-03-2003</c:v>
                </c:pt>
                <c:pt idx="804">
                  <c:v>22-03-2003</c:v>
                </c:pt>
                <c:pt idx="805">
                  <c:v>24-03-2003</c:v>
                </c:pt>
                <c:pt idx="806">
                  <c:v>25-03-2003</c:v>
                </c:pt>
                <c:pt idx="807">
                  <c:v>26-03-2003</c:v>
                </c:pt>
                <c:pt idx="808">
                  <c:v>27-03-2003</c:v>
                </c:pt>
                <c:pt idx="809">
                  <c:v>28-03-2003</c:v>
                </c:pt>
                <c:pt idx="810">
                  <c:v>31-03-2003</c:v>
                </c:pt>
                <c:pt idx="811">
                  <c:v>01-04-2003</c:v>
                </c:pt>
                <c:pt idx="812">
                  <c:v>02-04-2003</c:v>
                </c:pt>
                <c:pt idx="813">
                  <c:v>03-04-2003</c:v>
                </c:pt>
                <c:pt idx="814">
                  <c:v>04-04-2003</c:v>
                </c:pt>
                <c:pt idx="815">
                  <c:v>07-04-2003</c:v>
                </c:pt>
                <c:pt idx="816">
                  <c:v>08-04-2003</c:v>
                </c:pt>
                <c:pt idx="817">
                  <c:v>09-04-2003</c:v>
                </c:pt>
                <c:pt idx="818">
                  <c:v>10-04-2003</c:v>
                </c:pt>
                <c:pt idx="819">
                  <c:v>11-04-2003</c:v>
                </c:pt>
                <c:pt idx="820">
                  <c:v>15-04-2003</c:v>
                </c:pt>
                <c:pt idx="821">
                  <c:v>16-04-2003</c:v>
                </c:pt>
                <c:pt idx="822">
                  <c:v>17-04-2003</c:v>
                </c:pt>
                <c:pt idx="823">
                  <c:v>21-04-2003</c:v>
                </c:pt>
                <c:pt idx="824">
                  <c:v>22-04-2003</c:v>
                </c:pt>
                <c:pt idx="825">
                  <c:v>23-04-2003</c:v>
                </c:pt>
                <c:pt idx="826">
                  <c:v>24-04-2003</c:v>
                </c:pt>
                <c:pt idx="827">
                  <c:v>25-04-2003</c:v>
                </c:pt>
                <c:pt idx="828">
                  <c:v>28-04-2003</c:v>
                </c:pt>
                <c:pt idx="829">
                  <c:v>29-04-2003</c:v>
                </c:pt>
                <c:pt idx="830">
                  <c:v>30-04-2003</c:v>
                </c:pt>
                <c:pt idx="831">
                  <c:v>02-05-2003</c:v>
                </c:pt>
                <c:pt idx="832">
                  <c:v>05-05-2003</c:v>
                </c:pt>
                <c:pt idx="833">
                  <c:v>06-05-2003</c:v>
                </c:pt>
                <c:pt idx="834">
                  <c:v>07-05-2003</c:v>
                </c:pt>
                <c:pt idx="835">
                  <c:v>08-05-2003</c:v>
                </c:pt>
                <c:pt idx="836">
                  <c:v>09-05-2003</c:v>
                </c:pt>
                <c:pt idx="837">
                  <c:v>12-05-2003</c:v>
                </c:pt>
                <c:pt idx="838">
                  <c:v>13-05-2003</c:v>
                </c:pt>
                <c:pt idx="839">
                  <c:v>14-05-2003</c:v>
                </c:pt>
                <c:pt idx="840">
                  <c:v>15-05-2003</c:v>
                </c:pt>
                <c:pt idx="841">
                  <c:v>16-05-2003</c:v>
                </c:pt>
                <c:pt idx="842">
                  <c:v>19-05-2003</c:v>
                </c:pt>
                <c:pt idx="843">
                  <c:v>20-05-2003</c:v>
                </c:pt>
                <c:pt idx="844">
                  <c:v>21-05-2003</c:v>
                </c:pt>
                <c:pt idx="845">
                  <c:v>22-05-2003</c:v>
                </c:pt>
                <c:pt idx="846">
                  <c:v>23-05-2003</c:v>
                </c:pt>
                <c:pt idx="847">
                  <c:v>26-05-2003</c:v>
                </c:pt>
                <c:pt idx="848">
                  <c:v>27-05-2003</c:v>
                </c:pt>
                <c:pt idx="849">
                  <c:v>28-05-2003</c:v>
                </c:pt>
                <c:pt idx="850">
                  <c:v>29-05-2003</c:v>
                </c:pt>
                <c:pt idx="851">
                  <c:v>30-05-2003</c:v>
                </c:pt>
                <c:pt idx="852">
                  <c:v>02-06-2003</c:v>
                </c:pt>
                <c:pt idx="853">
                  <c:v>03-06-2003</c:v>
                </c:pt>
                <c:pt idx="854">
                  <c:v>04-06-2003</c:v>
                </c:pt>
                <c:pt idx="855">
                  <c:v>05-06-2003</c:v>
                </c:pt>
                <c:pt idx="856">
                  <c:v>06-06-2003</c:v>
                </c:pt>
                <c:pt idx="857">
                  <c:v>09-06-2003</c:v>
                </c:pt>
                <c:pt idx="858">
                  <c:v>10-06-2003</c:v>
                </c:pt>
                <c:pt idx="859">
                  <c:v>11-06-2003</c:v>
                </c:pt>
                <c:pt idx="860">
                  <c:v>12-06-2003</c:v>
                </c:pt>
                <c:pt idx="861">
                  <c:v>13-06-2003</c:v>
                </c:pt>
                <c:pt idx="862">
                  <c:v>16-06-2003</c:v>
                </c:pt>
                <c:pt idx="863">
                  <c:v>17-06-2003</c:v>
                </c:pt>
                <c:pt idx="864">
                  <c:v>18-06-2003</c:v>
                </c:pt>
                <c:pt idx="865">
                  <c:v>19-06-2003</c:v>
                </c:pt>
                <c:pt idx="866">
                  <c:v>20-06-2003</c:v>
                </c:pt>
                <c:pt idx="867">
                  <c:v>23-06-2003</c:v>
                </c:pt>
                <c:pt idx="868">
                  <c:v>24-06-2003</c:v>
                </c:pt>
                <c:pt idx="869">
                  <c:v>25-06-2003</c:v>
                </c:pt>
                <c:pt idx="870">
                  <c:v>26-06-2003</c:v>
                </c:pt>
                <c:pt idx="871">
                  <c:v>27-06-2003</c:v>
                </c:pt>
                <c:pt idx="872">
                  <c:v>30-06-2003</c:v>
                </c:pt>
                <c:pt idx="873">
                  <c:v>01-07-2003</c:v>
                </c:pt>
                <c:pt idx="874">
                  <c:v>02-07-2003</c:v>
                </c:pt>
                <c:pt idx="875">
                  <c:v>03-07-2003</c:v>
                </c:pt>
                <c:pt idx="876">
                  <c:v>04-07-2003</c:v>
                </c:pt>
                <c:pt idx="877">
                  <c:v>07-07-2003</c:v>
                </c:pt>
                <c:pt idx="878">
                  <c:v>08-07-2003</c:v>
                </c:pt>
                <c:pt idx="879">
                  <c:v>09-07-2003</c:v>
                </c:pt>
                <c:pt idx="880">
                  <c:v>10-07-2003</c:v>
                </c:pt>
                <c:pt idx="881">
                  <c:v>11-07-2003</c:v>
                </c:pt>
                <c:pt idx="882">
                  <c:v>14-07-2003</c:v>
                </c:pt>
                <c:pt idx="883">
                  <c:v>15-07-2003</c:v>
                </c:pt>
                <c:pt idx="884">
                  <c:v>16-07-2003</c:v>
                </c:pt>
                <c:pt idx="885">
                  <c:v>17-07-2003</c:v>
                </c:pt>
                <c:pt idx="886">
                  <c:v>18-07-2003</c:v>
                </c:pt>
                <c:pt idx="887">
                  <c:v>21-07-2003</c:v>
                </c:pt>
                <c:pt idx="888">
                  <c:v>22-07-2003</c:v>
                </c:pt>
                <c:pt idx="889">
                  <c:v>23-07-2003</c:v>
                </c:pt>
                <c:pt idx="890">
                  <c:v>24-07-2003</c:v>
                </c:pt>
                <c:pt idx="891">
                  <c:v>25-07-2003</c:v>
                </c:pt>
                <c:pt idx="892">
                  <c:v>28-07-2003</c:v>
                </c:pt>
                <c:pt idx="893">
                  <c:v>29-07-2003</c:v>
                </c:pt>
                <c:pt idx="894">
                  <c:v>30-07-2003</c:v>
                </c:pt>
                <c:pt idx="895">
                  <c:v>31-07-2003</c:v>
                </c:pt>
                <c:pt idx="896">
                  <c:v>01-08-2003</c:v>
                </c:pt>
                <c:pt idx="897">
                  <c:v>04-08-2003</c:v>
                </c:pt>
                <c:pt idx="898">
                  <c:v>05-08-2003</c:v>
                </c:pt>
                <c:pt idx="899">
                  <c:v>06-08-2003</c:v>
                </c:pt>
                <c:pt idx="900">
                  <c:v>07-08-2003</c:v>
                </c:pt>
                <c:pt idx="901">
                  <c:v>08-08-2003</c:v>
                </c:pt>
                <c:pt idx="902">
                  <c:v>11-08-2003</c:v>
                </c:pt>
                <c:pt idx="903">
                  <c:v>12-08-2003</c:v>
                </c:pt>
                <c:pt idx="904">
                  <c:v>13-08-2003</c:v>
                </c:pt>
                <c:pt idx="905">
                  <c:v>14-08-2003</c:v>
                </c:pt>
                <c:pt idx="906">
                  <c:v>18-08-2003</c:v>
                </c:pt>
                <c:pt idx="907">
                  <c:v>19-08-2003</c:v>
                </c:pt>
                <c:pt idx="908">
                  <c:v>20-08-2003</c:v>
                </c:pt>
                <c:pt idx="909">
                  <c:v>21-08-2003</c:v>
                </c:pt>
                <c:pt idx="910">
                  <c:v>22-08-2003</c:v>
                </c:pt>
                <c:pt idx="911">
                  <c:v>25-08-2003</c:v>
                </c:pt>
                <c:pt idx="912">
                  <c:v>26-08-2003</c:v>
                </c:pt>
                <c:pt idx="913">
                  <c:v>27-08-2003</c:v>
                </c:pt>
                <c:pt idx="914">
                  <c:v>28-08-2003</c:v>
                </c:pt>
                <c:pt idx="915">
                  <c:v>29-08-2003</c:v>
                </c:pt>
                <c:pt idx="916">
                  <c:v>01-09-2003</c:v>
                </c:pt>
                <c:pt idx="917">
                  <c:v>02-09-2003</c:v>
                </c:pt>
                <c:pt idx="918">
                  <c:v>03-09-2003</c:v>
                </c:pt>
                <c:pt idx="919">
                  <c:v>04-09-2003</c:v>
                </c:pt>
                <c:pt idx="920">
                  <c:v>05-09-2003</c:v>
                </c:pt>
                <c:pt idx="921">
                  <c:v>08-09-2003</c:v>
                </c:pt>
                <c:pt idx="922">
                  <c:v>09-09-2003</c:v>
                </c:pt>
                <c:pt idx="923">
                  <c:v>10-09-2003</c:v>
                </c:pt>
                <c:pt idx="924">
                  <c:v>11-09-2003</c:v>
                </c:pt>
                <c:pt idx="925">
                  <c:v>12-09-2003</c:v>
                </c:pt>
                <c:pt idx="926">
                  <c:v>15-09-2003</c:v>
                </c:pt>
                <c:pt idx="927">
                  <c:v>16-09-2003</c:v>
                </c:pt>
                <c:pt idx="928">
                  <c:v>17-09-2003</c:v>
                </c:pt>
                <c:pt idx="929">
                  <c:v>18-09-2003</c:v>
                </c:pt>
                <c:pt idx="930">
                  <c:v>19-09-2003</c:v>
                </c:pt>
                <c:pt idx="931">
                  <c:v>22-09-2003</c:v>
                </c:pt>
                <c:pt idx="932">
                  <c:v>23-09-2003</c:v>
                </c:pt>
                <c:pt idx="933">
                  <c:v>24-09-2003</c:v>
                </c:pt>
                <c:pt idx="934">
                  <c:v>25-09-2003</c:v>
                </c:pt>
                <c:pt idx="935">
                  <c:v>26-09-2003</c:v>
                </c:pt>
                <c:pt idx="936">
                  <c:v>29-09-2003</c:v>
                </c:pt>
                <c:pt idx="937">
                  <c:v>30-09-2003</c:v>
                </c:pt>
                <c:pt idx="938">
                  <c:v>01-10-2003</c:v>
                </c:pt>
                <c:pt idx="939">
                  <c:v>03-10-2003</c:v>
                </c:pt>
                <c:pt idx="940">
                  <c:v>06-10-2003</c:v>
                </c:pt>
                <c:pt idx="941">
                  <c:v>07-10-2003</c:v>
                </c:pt>
                <c:pt idx="942">
                  <c:v>08-10-2003</c:v>
                </c:pt>
                <c:pt idx="943">
                  <c:v>09-10-2003</c:v>
                </c:pt>
                <c:pt idx="944">
                  <c:v>10-10-2003</c:v>
                </c:pt>
                <c:pt idx="945">
                  <c:v>13-10-2003</c:v>
                </c:pt>
                <c:pt idx="946">
                  <c:v>14-10-2003</c:v>
                </c:pt>
                <c:pt idx="947">
                  <c:v>15-10-2003</c:v>
                </c:pt>
                <c:pt idx="948">
                  <c:v>16-10-2003</c:v>
                </c:pt>
                <c:pt idx="949">
                  <c:v>17-10-2003</c:v>
                </c:pt>
                <c:pt idx="950">
                  <c:v>20-10-2003</c:v>
                </c:pt>
                <c:pt idx="951">
                  <c:v>21-10-2003</c:v>
                </c:pt>
                <c:pt idx="952">
                  <c:v>22-10-2003</c:v>
                </c:pt>
                <c:pt idx="953">
                  <c:v>23-10-2003</c:v>
                </c:pt>
                <c:pt idx="954">
                  <c:v>24-10-2003</c:v>
                </c:pt>
                <c:pt idx="955">
                  <c:v>25-10-2003</c:v>
                </c:pt>
                <c:pt idx="956">
                  <c:v>27-10-2003</c:v>
                </c:pt>
                <c:pt idx="957">
                  <c:v>28-10-2003</c:v>
                </c:pt>
                <c:pt idx="958">
                  <c:v>29-10-2003</c:v>
                </c:pt>
                <c:pt idx="959">
                  <c:v>30-10-2003</c:v>
                </c:pt>
                <c:pt idx="960">
                  <c:v>31-10-2003</c:v>
                </c:pt>
                <c:pt idx="961">
                  <c:v>03-11-2003</c:v>
                </c:pt>
                <c:pt idx="962">
                  <c:v>04-11-2003</c:v>
                </c:pt>
                <c:pt idx="963">
                  <c:v>05-11-2003</c:v>
                </c:pt>
                <c:pt idx="964">
                  <c:v>06-11-2003</c:v>
                </c:pt>
                <c:pt idx="965">
                  <c:v>07-11-2003</c:v>
                </c:pt>
                <c:pt idx="966">
                  <c:v>10-11-2003</c:v>
                </c:pt>
                <c:pt idx="967">
                  <c:v>11-11-2003</c:v>
                </c:pt>
                <c:pt idx="968">
                  <c:v>12-11-2003</c:v>
                </c:pt>
                <c:pt idx="969">
                  <c:v>13-11-2003</c:v>
                </c:pt>
                <c:pt idx="970">
                  <c:v>14-11-2003</c:v>
                </c:pt>
                <c:pt idx="971">
                  <c:v>15-11-2003</c:v>
                </c:pt>
                <c:pt idx="972">
                  <c:v>17-11-2003</c:v>
                </c:pt>
                <c:pt idx="973">
                  <c:v>18-11-2003</c:v>
                </c:pt>
                <c:pt idx="974">
                  <c:v>19-11-2003</c:v>
                </c:pt>
                <c:pt idx="975">
                  <c:v>20-11-2003</c:v>
                </c:pt>
                <c:pt idx="976">
                  <c:v>21-11-2003</c:v>
                </c:pt>
                <c:pt idx="977">
                  <c:v>24-11-2003</c:v>
                </c:pt>
                <c:pt idx="978">
                  <c:v>25-11-2003</c:v>
                </c:pt>
                <c:pt idx="979">
                  <c:v>27-11-2003</c:v>
                </c:pt>
                <c:pt idx="980">
                  <c:v>28-11-2003</c:v>
                </c:pt>
                <c:pt idx="981">
                  <c:v>01-12-2003</c:v>
                </c:pt>
                <c:pt idx="982">
                  <c:v>02-12-2003</c:v>
                </c:pt>
                <c:pt idx="983">
                  <c:v>03-12-2003</c:v>
                </c:pt>
                <c:pt idx="984">
                  <c:v>04-12-2003</c:v>
                </c:pt>
                <c:pt idx="985">
                  <c:v>05-12-2003</c:v>
                </c:pt>
                <c:pt idx="986">
                  <c:v>08-12-2003</c:v>
                </c:pt>
                <c:pt idx="987">
                  <c:v>09-12-2003</c:v>
                </c:pt>
                <c:pt idx="988">
                  <c:v>10-12-2003</c:v>
                </c:pt>
                <c:pt idx="989">
                  <c:v>11-12-2003</c:v>
                </c:pt>
                <c:pt idx="990">
                  <c:v>12-12-2003</c:v>
                </c:pt>
                <c:pt idx="991">
                  <c:v>15-12-2003</c:v>
                </c:pt>
                <c:pt idx="992">
                  <c:v>16-12-2003</c:v>
                </c:pt>
                <c:pt idx="993">
                  <c:v>17-12-2003</c:v>
                </c:pt>
                <c:pt idx="994">
                  <c:v>18-12-2003</c:v>
                </c:pt>
                <c:pt idx="995">
                  <c:v>19-12-2003</c:v>
                </c:pt>
                <c:pt idx="996">
                  <c:v>22-12-2003</c:v>
                </c:pt>
                <c:pt idx="997">
                  <c:v>23-12-2003</c:v>
                </c:pt>
                <c:pt idx="998">
                  <c:v>24-12-2003</c:v>
                </c:pt>
                <c:pt idx="999">
                  <c:v>26-12-2003</c:v>
                </c:pt>
                <c:pt idx="1000">
                  <c:v>29-12-2003</c:v>
                </c:pt>
                <c:pt idx="1001">
                  <c:v>30-12-2003</c:v>
                </c:pt>
                <c:pt idx="1002">
                  <c:v>31-12-2003</c:v>
                </c:pt>
                <c:pt idx="1003">
                  <c:v>01-01-2004</c:v>
                </c:pt>
                <c:pt idx="1004">
                  <c:v>02-01-2004</c:v>
                </c:pt>
                <c:pt idx="1005">
                  <c:v>05-01-2004</c:v>
                </c:pt>
                <c:pt idx="1006">
                  <c:v>06-01-2004</c:v>
                </c:pt>
                <c:pt idx="1007">
                  <c:v>07-01-2004</c:v>
                </c:pt>
                <c:pt idx="1008">
                  <c:v>08-01-2004</c:v>
                </c:pt>
                <c:pt idx="1009">
                  <c:v>09-01-2004</c:v>
                </c:pt>
                <c:pt idx="1010">
                  <c:v>12-01-2004</c:v>
                </c:pt>
                <c:pt idx="1011">
                  <c:v>13-01-2004</c:v>
                </c:pt>
                <c:pt idx="1012">
                  <c:v>14-01-2004</c:v>
                </c:pt>
                <c:pt idx="1013">
                  <c:v>15-01-2004</c:v>
                </c:pt>
                <c:pt idx="1014">
                  <c:v>16-01-2004</c:v>
                </c:pt>
                <c:pt idx="1015">
                  <c:v>19-01-2004</c:v>
                </c:pt>
                <c:pt idx="1016">
                  <c:v>20-01-2004</c:v>
                </c:pt>
                <c:pt idx="1017">
                  <c:v>21-01-2004</c:v>
                </c:pt>
                <c:pt idx="1018">
                  <c:v>22-01-2004</c:v>
                </c:pt>
                <c:pt idx="1019">
                  <c:v>23-01-2004</c:v>
                </c:pt>
                <c:pt idx="1020">
                  <c:v>27-01-2004</c:v>
                </c:pt>
                <c:pt idx="1021">
                  <c:v>28-01-2004</c:v>
                </c:pt>
                <c:pt idx="1022">
                  <c:v>29-01-2004</c:v>
                </c:pt>
                <c:pt idx="1023">
                  <c:v>30-01-2004</c:v>
                </c:pt>
                <c:pt idx="1024">
                  <c:v>03-02-2004</c:v>
                </c:pt>
                <c:pt idx="1025">
                  <c:v>04-02-2004</c:v>
                </c:pt>
                <c:pt idx="1026">
                  <c:v>05-02-2004</c:v>
                </c:pt>
                <c:pt idx="1027">
                  <c:v>06-02-2004</c:v>
                </c:pt>
                <c:pt idx="1028">
                  <c:v>09-02-2004</c:v>
                </c:pt>
                <c:pt idx="1029">
                  <c:v>10-02-2004</c:v>
                </c:pt>
                <c:pt idx="1030">
                  <c:v>11-02-2004</c:v>
                </c:pt>
                <c:pt idx="1031">
                  <c:v>12-02-2004</c:v>
                </c:pt>
                <c:pt idx="1032">
                  <c:v>13-02-2004</c:v>
                </c:pt>
                <c:pt idx="1033">
                  <c:v>16-02-2004</c:v>
                </c:pt>
                <c:pt idx="1034">
                  <c:v>17-02-2004</c:v>
                </c:pt>
                <c:pt idx="1035">
                  <c:v>18-02-2004</c:v>
                </c:pt>
                <c:pt idx="1036">
                  <c:v>19-02-2004</c:v>
                </c:pt>
                <c:pt idx="1037">
                  <c:v>20-02-2004</c:v>
                </c:pt>
                <c:pt idx="1038">
                  <c:v>23-02-2004</c:v>
                </c:pt>
                <c:pt idx="1039">
                  <c:v>24-02-2004</c:v>
                </c:pt>
                <c:pt idx="1040">
                  <c:v>25-02-2004</c:v>
                </c:pt>
                <c:pt idx="1041">
                  <c:v>26-02-2004</c:v>
                </c:pt>
                <c:pt idx="1042">
                  <c:v>27-02-2004</c:v>
                </c:pt>
                <c:pt idx="1043">
                  <c:v>01-03-2004</c:v>
                </c:pt>
                <c:pt idx="1044">
                  <c:v>03-03-2004</c:v>
                </c:pt>
                <c:pt idx="1045">
                  <c:v>04-03-2004</c:v>
                </c:pt>
                <c:pt idx="1046">
                  <c:v>05-03-2004</c:v>
                </c:pt>
                <c:pt idx="1047">
                  <c:v>08-03-2004</c:v>
                </c:pt>
                <c:pt idx="1048">
                  <c:v>09-03-2004</c:v>
                </c:pt>
                <c:pt idx="1049">
                  <c:v>10-03-2004</c:v>
                </c:pt>
                <c:pt idx="1050">
                  <c:v>11-03-2004</c:v>
                </c:pt>
                <c:pt idx="1051">
                  <c:v>12-03-2004</c:v>
                </c:pt>
                <c:pt idx="1052">
                  <c:v>15-03-2004</c:v>
                </c:pt>
                <c:pt idx="1053">
                  <c:v>16-03-2004</c:v>
                </c:pt>
                <c:pt idx="1054">
                  <c:v>17-03-2004</c:v>
                </c:pt>
                <c:pt idx="1055">
                  <c:v>18-03-2004</c:v>
                </c:pt>
                <c:pt idx="1056">
                  <c:v>19-03-2004</c:v>
                </c:pt>
                <c:pt idx="1057">
                  <c:v>22-03-2004</c:v>
                </c:pt>
                <c:pt idx="1058">
                  <c:v>23-03-2004</c:v>
                </c:pt>
                <c:pt idx="1059">
                  <c:v>24-03-2004</c:v>
                </c:pt>
                <c:pt idx="1060">
                  <c:v>25-03-2004</c:v>
                </c:pt>
                <c:pt idx="1061">
                  <c:v>26-03-2004</c:v>
                </c:pt>
                <c:pt idx="1062">
                  <c:v>29-03-2004</c:v>
                </c:pt>
                <c:pt idx="1063">
                  <c:v>30-03-2004</c:v>
                </c:pt>
                <c:pt idx="1064">
                  <c:v>31-03-2004</c:v>
                </c:pt>
                <c:pt idx="1065">
                  <c:v>01-04-2004</c:v>
                </c:pt>
                <c:pt idx="1066">
                  <c:v>02-04-2004</c:v>
                </c:pt>
                <c:pt idx="1067">
                  <c:v>05-04-2004</c:v>
                </c:pt>
                <c:pt idx="1068">
                  <c:v>06-04-2004</c:v>
                </c:pt>
                <c:pt idx="1069">
                  <c:v>07-04-2004</c:v>
                </c:pt>
                <c:pt idx="1070">
                  <c:v>08-04-2004</c:v>
                </c:pt>
                <c:pt idx="1071">
                  <c:v>12-04-2004</c:v>
                </c:pt>
                <c:pt idx="1072">
                  <c:v>13-04-2004</c:v>
                </c:pt>
                <c:pt idx="1073">
                  <c:v>15-04-2004</c:v>
                </c:pt>
                <c:pt idx="1074">
                  <c:v>16-04-2004</c:v>
                </c:pt>
                <c:pt idx="1075">
                  <c:v>17-04-2004</c:v>
                </c:pt>
                <c:pt idx="1076">
                  <c:v>19-04-2004</c:v>
                </c:pt>
                <c:pt idx="1077">
                  <c:v>20-04-2004</c:v>
                </c:pt>
                <c:pt idx="1078">
                  <c:v>21-04-2004</c:v>
                </c:pt>
                <c:pt idx="1079">
                  <c:v>22-04-2004</c:v>
                </c:pt>
                <c:pt idx="1080">
                  <c:v>23-04-2004</c:v>
                </c:pt>
                <c:pt idx="1081">
                  <c:v>27-04-2004</c:v>
                </c:pt>
                <c:pt idx="1082">
                  <c:v>28-04-2004</c:v>
                </c:pt>
                <c:pt idx="1083">
                  <c:v>29-04-2004</c:v>
                </c:pt>
                <c:pt idx="1084">
                  <c:v>30-04-2004</c:v>
                </c:pt>
                <c:pt idx="1085">
                  <c:v>03-05-2004</c:v>
                </c:pt>
                <c:pt idx="1086">
                  <c:v>04-05-2004</c:v>
                </c:pt>
                <c:pt idx="1087">
                  <c:v>05-05-2004</c:v>
                </c:pt>
                <c:pt idx="1088">
                  <c:v>06-05-2004</c:v>
                </c:pt>
                <c:pt idx="1089">
                  <c:v>07-05-2004</c:v>
                </c:pt>
                <c:pt idx="1090">
                  <c:v>10-05-2004</c:v>
                </c:pt>
                <c:pt idx="1091">
                  <c:v>11-05-2004</c:v>
                </c:pt>
                <c:pt idx="1092">
                  <c:v>12-05-2004</c:v>
                </c:pt>
                <c:pt idx="1093">
                  <c:v>13-05-2004</c:v>
                </c:pt>
                <c:pt idx="1094">
                  <c:v>14-05-2004</c:v>
                </c:pt>
                <c:pt idx="1095">
                  <c:v>17-05-2004</c:v>
                </c:pt>
                <c:pt idx="1096">
                  <c:v>18-05-2004</c:v>
                </c:pt>
                <c:pt idx="1097">
                  <c:v>19-05-2004</c:v>
                </c:pt>
                <c:pt idx="1098">
                  <c:v>20-05-2004</c:v>
                </c:pt>
                <c:pt idx="1099">
                  <c:v>21-05-2004</c:v>
                </c:pt>
                <c:pt idx="1100">
                  <c:v>24-05-2004</c:v>
                </c:pt>
                <c:pt idx="1101">
                  <c:v>25-05-2004</c:v>
                </c:pt>
                <c:pt idx="1102">
                  <c:v>26-05-2004</c:v>
                </c:pt>
                <c:pt idx="1103">
                  <c:v>27-05-2004</c:v>
                </c:pt>
                <c:pt idx="1104">
                  <c:v>28-05-2004</c:v>
                </c:pt>
                <c:pt idx="1105">
                  <c:v>31-05-2004</c:v>
                </c:pt>
                <c:pt idx="1106">
                  <c:v>01-06-2004</c:v>
                </c:pt>
                <c:pt idx="1107">
                  <c:v>02-06-2004</c:v>
                </c:pt>
                <c:pt idx="1108">
                  <c:v>03-06-2004</c:v>
                </c:pt>
                <c:pt idx="1109">
                  <c:v>04-06-2004</c:v>
                </c:pt>
                <c:pt idx="1110">
                  <c:v>07-06-2004</c:v>
                </c:pt>
                <c:pt idx="1111">
                  <c:v>08-06-2004</c:v>
                </c:pt>
                <c:pt idx="1112">
                  <c:v>09-06-2004</c:v>
                </c:pt>
                <c:pt idx="1113">
                  <c:v>10-06-2004</c:v>
                </c:pt>
                <c:pt idx="1114">
                  <c:v>11-06-2004</c:v>
                </c:pt>
                <c:pt idx="1115">
                  <c:v>14-06-2004</c:v>
                </c:pt>
                <c:pt idx="1116">
                  <c:v>15-06-2004</c:v>
                </c:pt>
                <c:pt idx="1117">
                  <c:v>16-06-2004</c:v>
                </c:pt>
                <c:pt idx="1118">
                  <c:v>17-06-2004</c:v>
                </c:pt>
                <c:pt idx="1119">
                  <c:v>18-06-2004</c:v>
                </c:pt>
                <c:pt idx="1120">
                  <c:v>21-06-2004</c:v>
                </c:pt>
                <c:pt idx="1121">
                  <c:v>22-06-2004</c:v>
                </c:pt>
                <c:pt idx="1122">
                  <c:v>23-06-2004</c:v>
                </c:pt>
                <c:pt idx="1123">
                  <c:v>24-06-2004</c:v>
                </c:pt>
                <c:pt idx="1124">
                  <c:v>25-06-2004</c:v>
                </c:pt>
                <c:pt idx="1125">
                  <c:v>28-06-2004</c:v>
                </c:pt>
                <c:pt idx="1126">
                  <c:v>29-06-2004</c:v>
                </c:pt>
                <c:pt idx="1127">
                  <c:v>30-06-2004</c:v>
                </c:pt>
                <c:pt idx="1128">
                  <c:v>01-07-2004</c:v>
                </c:pt>
                <c:pt idx="1129">
                  <c:v>02-07-2004</c:v>
                </c:pt>
                <c:pt idx="1130">
                  <c:v>05-07-2004</c:v>
                </c:pt>
                <c:pt idx="1131">
                  <c:v>06-07-2004</c:v>
                </c:pt>
                <c:pt idx="1132">
                  <c:v>07-07-2004</c:v>
                </c:pt>
                <c:pt idx="1133">
                  <c:v>08-07-2004</c:v>
                </c:pt>
                <c:pt idx="1134">
                  <c:v>09-07-2004</c:v>
                </c:pt>
                <c:pt idx="1135">
                  <c:v>12-07-2004</c:v>
                </c:pt>
                <c:pt idx="1136">
                  <c:v>13-07-2004</c:v>
                </c:pt>
                <c:pt idx="1137">
                  <c:v>14-07-2004</c:v>
                </c:pt>
                <c:pt idx="1138">
                  <c:v>15-07-2004</c:v>
                </c:pt>
                <c:pt idx="1139">
                  <c:v>16-07-2004</c:v>
                </c:pt>
                <c:pt idx="1140">
                  <c:v>19-07-2004</c:v>
                </c:pt>
                <c:pt idx="1141">
                  <c:v>20-07-2004</c:v>
                </c:pt>
                <c:pt idx="1142">
                  <c:v>21-07-2004</c:v>
                </c:pt>
                <c:pt idx="1143">
                  <c:v>22-07-2004</c:v>
                </c:pt>
                <c:pt idx="1144">
                  <c:v>23-07-2004</c:v>
                </c:pt>
                <c:pt idx="1145">
                  <c:v>26-07-2004</c:v>
                </c:pt>
                <c:pt idx="1146">
                  <c:v>27-07-2004</c:v>
                </c:pt>
                <c:pt idx="1147">
                  <c:v>28-07-2004</c:v>
                </c:pt>
                <c:pt idx="1148">
                  <c:v>29-07-2004</c:v>
                </c:pt>
                <c:pt idx="1149">
                  <c:v>30-07-2004</c:v>
                </c:pt>
                <c:pt idx="1150">
                  <c:v>02-08-2004</c:v>
                </c:pt>
                <c:pt idx="1151">
                  <c:v>03-08-2004</c:v>
                </c:pt>
                <c:pt idx="1152">
                  <c:v>04-08-2004</c:v>
                </c:pt>
                <c:pt idx="1153">
                  <c:v>05-08-2004</c:v>
                </c:pt>
                <c:pt idx="1154">
                  <c:v>06-08-2004</c:v>
                </c:pt>
                <c:pt idx="1155">
                  <c:v>09-08-2004</c:v>
                </c:pt>
                <c:pt idx="1156">
                  <c:v>10-08-2004</c:v>
                </c:pt>
                <c:pt idx="1157">
                  <c:v>11-08-2004</c:v>
                </c:pt>
                <c:pt idx="1158">
                  <c:v>12-08-2004</c:v>
                </c:pt>
                <c:pt idx="1159">
                  <c:v>13-08-2004</c:v>
                </c:pt>
                <c:pt idx="1160">
                  <c:v>16-08-2004</c:v>
                </c:pt>
                <c:pt idx="1161">
                  <c:v>17-08-2004</c:v>
                </c:pt>
                <c:pt idx="1162">
                  <c:v>18-08-2004</c:v>
                </c:pt>
                <c:pt idx="1163">
                  <c:v>19-08-2004</c:v>
                </c:pt>
                <c:pt idx="1164">
                  <c:v>20-08-2004</c:v>
                </c:pt>
                <c:pt idx="1165">
                  <c:v>23-08-2004</c:v>
                </c:pt>
                <c:pt idx="1166">
                  <c:v>24-08-2004</c:v>
                </c:pt>
                <c:pt idx="1167">
                  <c:v>25-08-2004</c:v>
                </c:pt>
                <c:pt idx="1168">
                  <c:v>26-08-2004</c:v>
                </c:pt>
                <c:pt idx="1169">
                  <c:v>27-08-2004</c:v>
                </c:pt>
                <c:pt idx="1170">
                  <c:v>30-08-2004</c:v>
                </c:pt>
                <c:pt idx="1171">
                  <c:v>31-08-2004</c:v>
                </c:pt>
                <c:pt idx="1172">
                  <c:v>01-09-2004</c:v>
                </c:pt>
                <c:pt idx="1173">
                  <c:v>02-09-2004</c:v>
                </c:pt>
                <c:pt idx="1174">
                  <c:v>03-09-2004</c:v>
                </c:pt>
                <c:pt idx="1175">
                  <c:v>06-09-2004</c:v>
                </c:pt>
                <c:pt idx="1176">
                  <c:v>07-09-2004</c:v>
                </c:pt>
                <c:pt idx="1177">
                  <c:v>08-09-2004</c:v>
                </c:pt>
                <c:pt idx="1178">
                  <c:v>09-09-2004</c:v>
                </c:pt>
                <c:pt idx="1179">
                  <c:v>10-09-2004</c:v>
                </c:pt>
                <c:pt idx="1180">
                  <c:v>13-09-2004</c:v>
                </c:pt>
                <c:pt idx="1181">
                  <c:v>14-09-2004</c:v>
                </c:pt>
                <c:pt idx="1182">
                  <c:v>15-09-2004</c:v>
                </c:pt>
                <c:pt idx="1183">
                  <c:v>16-09-2004</c:v>
                </c:pt>
                <c:pt idx="1184">
                  <c:v>17-09-2004</c:v>
                </c:pt>
                <c:pt idx="1185">
                  <c:v>20-09-2004</c:v>
                </c:pt>
                <c:pt idx="1186">
                  <c:v>21-09-2004</c:v>
                </c:pt>
                <c:pt idx="1187">
                  <c:v>22-09-2004</c:v>
                </c:pt>
                <c:pt idx="1188">
                  <c:v>23-09-2004</c:v>
                </c:pt>
                <c:pt idx="1189">
                  <c:v>24-09-2004</c:v>
                </c:pt>
                <c:pt idx="1190">
                  <c:v>27-09-2004</c:v>
                </c:pt>
                <c:pt idx="1191">
                  <c:v>28-09-2004</c:v>
                </c:pt>
                <c:pt idx="1192">
                  <c:v>29-09-2004</c:v>
                </c:pt>
                <c:pt idx="1193">
                  <c:v>30-09-2004</c:v>
                </c:pt>
                <c:pt idx="1194">
                  <c:v>01-10-2004</c:v>
                </c:pt>
                <c:pt idx="1195">
                  <c:v>04-10-2004</c:v>
                </c:pt>
                <c:pt idx="1196">
                  <c:v>05-10-2004</c:v>
                </c:pt>
                <c:pt idx="1197">
                  <c:v>06-10-2004</c:v>
                </c:pt>
                <c:pt idx="1198">
                  <c:v>07-10-2004</c:v>
                </c:pt>
                <c:pt idx="1199">
                  <c:v>08-10-2004</c:v>
                </c:pt>
                <c:pt idx="1200">
                  <c:v>09-10-2004</c:v>
                </c:pt>
                <c:pt idx="1201">
                  <c:v>11-10-2004</c:v>
                </c:pt>
                <c:pt idx="1202">
                  <c:v>12-10-2004</c:v>
                </c:pt>
                <c:pt idx="1203">
                  <c:v>14-10-2004</c:v>
                </c:pt>
                <c:pt idx="1204">
                  <c:v>15-10-2004</c:v>
                </c:pt>
                <c:pt idx="1205">
                  <c:v>18-10-2004</c:v>
                </c:pt>
                <c:pt idx="1206">
                  <c:v>19-10-2004</c:v>
                </c:pt>
                <c:pt idx="1207">
                  <c:v>20-10-2004</c:v>
                </c:pt>
                <c:pt idx="1208">
                  <c:v>21-10-2004</c:v>
                </c:pt>
                <c:pt idx="1209">
                  <c:v>25-10-2004</c:v>
                </c:pt>
                <c:pt idx="1210">
                  <c:v>26-10-2004</c:v>
                </c:pt>
                <c:pt idx="1211">
                  <c:v>27-10-2004</c:v>
                </c:pt>
                <c:pt idx="1212">
                  <c:v>28-10-2004</c:v>
                </c:pt>
                <c:pt idx="1213">
                  <c:v>29-10-2004</c:v>
                </c:pt>
                <c:pt idx="1214">
                  <c:v>01-11-2004</c:v>
                </c:pt>
                <c:pt idx="1215">
                  <c:v>02-11-2004</c:v>
                </c:pt>
                <c:pt idx="1216">
                  <c:v>03-11-2004</c:v>
                </c:pt>
                <c:pt idx="1217">
                  <c:v>04-11-2004</c:v>
                </c:pt>
                <c:pt idx="1218">
                  <c:v>05-11-2004</c:v>
                </c:pt>
                <c:pt idx="1219">
                  <c:v>08-11-2004</c:v>
                </c:pt>
                <c:pt idx="1220">
                  <c:v>09-11-2004</c:v>
                </c:pt>
                <c:pt idx="1221">
                  <c:v>10-11-2004</c:v>
                </c:pt>
                <c:pt idx="1222">
                  <c:v>11-11-2004</c:v>
                </c:pt>
                <c:pt idx="1223">
                  <c:v>12-11-2004</c:v>
                </c:pt>
                <c:pt idx="1224">
                  <c:v>16-11-2004</c:v>
                </c:pt>
                <c:pt idx="1225">
                  <c:v>17-11-2004</c:v>
                </c:pt>
                <c:pt idx="1226">
                  <c:v>18-11-2004</c:v>
                </c:pt>
                <c:pt idx="1227">
                  <c:v>19-11-2004</c:v>
                </c:pt>
                <c:pt idx="1228">
                  <c:v>22-11-2004</c:v>
                </c:pt>
                <c:pt idx="1229">
                  <c:v>23-11-2004</c:v>
                </c:pt>
                <c:pt idx="1230">
                  <c:v>24-11-2004</c:v>
                </c:pt>
                <c:pt idx="1231">
                  <c:v>25-11-2004</c:v>
                </c:pt>
                <c:pt idx="1232">
                  <c:v>29-11-2004</c:v>
                </c:pt>
                <c:pt idx="1233">
                  <c:v>30-11-2004</c:v>
                </c:pt>
                <c:pt idx="1234">
                  <c:v>01-12-2004</c:v>
                </c:pt>
                <c:pt idx="1235">
                  <c:v>02-12-2004</c:v>
                </c:pt>
                <c:pt idx="1236">
                  <c:v>03-12-2004</c:v>
                </c:pt>
                <c:pt idx="1237">
                  <c:v>06-12-2004</c:v>
                </c:pt>
                <c:pt idx="1238">
                  <c:v>07-12-2004</c:v>
                </c:pt>
                <c:pt idx="1239">
                  <c:v>08-12-2004</c:v>
                </c:pt>
                <c:pt idx="1240">
                  <c:v>09-12-2004</c:v>
                </c:pt>
                <c:pt idx="1241">
                  <c:v>10-12-2004</c:v>
                </c:pt>
                <c:pt idx="1242">
                  <c:v>13-12-2004</c:v>
                </c:pt>
                <c:pt idx="1243">
                  <c:v>14-12-2004</c:v>
                </c:pt>
                <c:pt idx="1244">
                  <c:v>15-12-2004</c:v>
                </c:pt>
                <c:pt idx="1245">
                  <c:v>16-12-2004</c:v>
                </c:pt>
                <c:pt idx="1246">
                  <c:v>17-12-2004</c:v>
                </c:pt>
                <c:pt idx="1247">
                  <c:v>20-12-2004</c:v>
                </c:pt>
                <c:pt idx="1248">
                  <c:v>21-12-2004</c:v>
                </c:pt>
                <c:pt idx="1249">
                  <c:v>22-12-2004</c:v>
                </c:pt>
                <c:pt idx="1250">
                  <c:v>23-12-2004</c:v>
                </c:pt>
                <c:pt idx="1251">
                  <c:v>24-12-2004</c:v>
                </c:pt>
                <c:pt idx="1252">
                  <c:v>27-12-2004</c:v>
                </c:pt>
                <c:pt idx="1253">
                  <c:v>28-12-2004</c:v>
                </c:pt>
                <c:pt idx="1254">
                  <c:v>29-12-2004</c:v>
                </c:pt>
                <c:pt idx="1255">
                  <c:v>30-12-2004</c:v>
                </c:pt>
                <c:pt idx="1256">
                  <c:v>31-12-2004</c:v>
                </c:pt>
                <c:pt idx="1257">
                  <c:v>03-01-2005</c:v>
                </c:pt>
                <c:pt idx="1258">
                  <c:v>04-01-2005</c:v>
                </c:pt>
                <c:pt idx="1259">
                  <c:v>05-01-2005</c:v>
                </c:pt>
                <c:pt idx="1260">
                  <c:v>06-01-2005</c:v>
                </c:pt>
                <c:pt idx="1261">
                  <c:v>07-01-2005</c:v>
                </c:pt>
                <c:pt idx="1262">
                  <c:v>10-01-2005</c:v>
                </c:pt>
                <c:pt idx="1263">
                  <c:v>11-01-2005</c:v>
                </c:pt>
                <c:pt idx="1264">
                  <c:v>12-01-2005</c:v>
                </c:pt>
                <c:pt idx="1265">
                  <c:v>13-01-2005</c:v>
                </c:pt>
                <c:pt idx="1266">
                  <c:v>14-01-2005</c:v>
                </c:pt>
                <c:pt idx="1267">
                  <c:v>17-01-2005</c:v>
                </c:pt>
                <c:pt idx="1268">
                  <c:v>18-01-2005</c:v>
                </c:pt>
                <c:pt idx="1269">
                  <c:v>19-01-2005</c:v>
                </c:pt>
                <c:pt idx="1270">
                  <c:v>20-01-2005</c:v>
                </c:pt>
                <c:pt idx="1271">
                  <c:v>24-01-2005</c:v>
                </c:pt>
                <c:pt idx="1272">
                  <c:v>25-01-2005</c:v>
                </c:pt>
                <c:pt idx="1273">
                  <c:v>27-01-2005</c:v>
                </c:pt>
                <c:pt idx="1274">
                  <c:v>28-01-2005</c:v>
                </c:pt>
                <c:pt idx="1275">
                  <c:v>31-01-2005</c:v>
                </c:pt>
                <c:pt idx="1276">
                  <c:v>01-02-2005</c:v>
                </c:pt>
                <c:pt idx="1277">
                  <c:v>02-02-2005</c:v>
                </c:pt>
                <c:pt idx="1278">
                  <c:v>03-02-2005</c:v>
                </c:pt>
                <c:pt idx="1279">
                  <c:v>04-02-2005</c:v>
                </c:pt>
                <c:pt idx="1280">
                  <c:v>07-02-2005</c:v>
                </c:pt>
                <c:pt idx="1281">
                  <c:v>08-02-2005</c:v>
                </c:pt>
                <c:pt idx="1282">
                  <c:v>09-02-2005</c:v>
                </c:pt>
                <c:pt idx="1283">
                  <c:v>10-02-2005</c:v>
                </c:pt>
                <c:pt idx="1284">
                  <c:v>11-02-2005</c:v>
                </c:pt>
                <c:pt idx="1285">
                  <c:v>14-02-2005</c:v>
                </c:pt>
                <c:pt idx="1286">
                  <c:v>15-02-2005</c:v>
                </c:pt>
                <c:pt idx="1287">
                  <c:v>16-02-2005</c:v>
                </c:pt>
                <c:pt idx="1288">
                  <c:v>17-02-2005</c:v>
                </c:pt>
                <c:pt idx="1289">
                  <c:v>18-02-2005</c:v>
                </c:pt>
                <c:pt idx="1290">
                  <c:v>21-02-2005</c:v>
                </c:pt>
                <c:pt idx="1291">
                  <c:v>22-02-2005</c:v>
                </c:pt>
                <c:pt idx="1292">
                  <c:v>23-02-2005</c:v>
                </c:pt>
                <c:pt idx="1293">
                  <c:v>24-02-2005</c:v>
                </c:pt>
                <c:pt idx="1294">
                  <c:v>25-02-2005</c:v>
                </c:pt>
                <c:pt idx="1295">
                  <c:v>28-02-2005</c:v>
                </c:pt>
                <c:pt idx="1296">
                  <c:v>01-03-2005</c:v>
                </c:pt>
                <c:pt idx="1297">
                  <c:v>02-03-2005</c:v>
                </c:pt>
                <c:pt idx="1298">
                  <c:v>03-03-2005</c:v>
                </c:pt>
                <c:pt idx="1299">
                  <c:v>04-03-2005</c:v>
                </c:pt>
                <c:pt idx="1300">
                  <c:v>07-03-2005</c:v>
                </c:pt>
                <c:pt idx="1301">
                  <c:v>08-03-2005</c:v>
                </c:pt>
                <c:pt idx="1302">
                  <c:v>09-03-2005</c:v>
                </c:pt>
                <c:pt idx="1303">
                  <c:v>10-03-2005</c:v>
                </c:pt>
                <c:pt idx="1304">
                  <c:v>11-03-2005</c:v>
                </c:pt>
                <c:pt idx="1305">
                  <c:v>14-03-2005</c:v>
                </c:pt>
                <c:pt idx="1306">
                  <c:v>15-03-2005</c:v>
                </c:pt>
                <c:pt idx="1307">
                  <c:v>16-03-2005</c:v>
                </c:pt>
                <c:pt idx="1308">
                  <c:v>17-03-2005</c:v>
                </c:pt>
                <c:pt idx="1309">
                  <c:v>18-03-2005</c:v>
                </c:pt>
                <c:pt idx="1310">
                  <c:v>21-03-2005</c:v>
                </c:pt>
                <c:pt idx="1311">
                  <c:v>22-03-2005</c:v>
                </c:pt>
                <c:pt idx="1312">
                  <c:v>23-03-2005</c:v>
                </c:pt>
                <c:pt idx="1313">
                  <c:v>24-03-2005</c:v>
                </c:pt>
                <c:pt idx="1314">
                  <c:v>28-03-2005</c:v>
                </c:pt>
                <c:pt idx="1315">
                  <c:v>29-03-2005</c:v>
                </c:pt>
                <c:pt idx="1316">
                  <c:v>30-03-2005</c:v>
                </c:pt>
                <c:pt idx="1317">
                  <c:v>31-03-2005</c:v>
                </c:pt>
                <c:pt idx="1318">
                  <c:v>01-04-2005</c:v>
                </c:pt>
                <c:pt idx="1319">
                  <c:v>04-04-2005</c:v>
                </c:pt>
                <c:pt idx="1320">
                  <c:v>05-04-2005</c:v>
                </c:pt>
                <c:pt idx="1321">
                  <c:v>06-04-2005</c:v>
                </c:pt>
                <c:pt idx="1322">
                  <c:v>07-04-2005</c:v>
                </c:pt>
                <c:pt idx="1323">
                  <c:v>08-04-2005</c:v>
                </c:pt>
                <c:pt idx="1324">
                  <c:v>11-04-2005</c:v>
                </c:pt>
                <c:pt idx="1325">
                  <c:v>12-04-2005</c:v>
                </c:pt>
                <c:pt idx="1326">
                  <c:v>13-04-2005</c:v>
                </c:pt>
                <c:pt idx="1327">
                  <c:v>15-04-2005</c:v>
                </c:pt>
                <c:pt idx="1328">
                  <c:v>18-04-2005</c:v>
                </c:pt>
                <c:pt idx="1329">
                  <c:v>19-04-2005</c:v>
                </c:pt>
                <c:pt idx="1330">
                  <c:v>20-04-2005</c:v>
                </c:pt>
                <c:pt idx="1331">
                  <c:v>21-04-2005</c:v>
                </c:pt>
                <c:pt idx="1332">
                  <c:v>22-04-2005</c:v>
                </c:pt>
                <c:pt idx="1333">
                  <c:v>25-04-2005</c:v>
                </c:pt>
                <c:pt idx="1334">
                  <c:v>26-04-2005</c:v>
                </c:pt>
                <c:pt idx="1335">
                  <c:v>27-04-2005</c:v>
                </c:pt>
                <c:pt idx="1336">
                  <c:v>28-04-2005</c:v>
                </c:pt>
                <c:pt idx="1337">
                  <c:v>29-04-2005</c:v>
                </c:pt>
                <c:pt idx="1338">
                  <c:v>02-05-2005</c:v>
                </c:pt>
                <c:pt idx="1339">
                  <c:v>03-05-2005</c:v>
                </c:pt>
                <c:pt idx="1340">
                  <c:v>04-05-2005</c:v>
                </c:pt>
                <c:pt idx="1341">
                  <c:v>05-05-2005</c:v>
                </c:pt>
                <c:pt idx="1342">
                  <c:v>06-05-2005</c:v>
                </c:pt>
                <c:pt idx="1343">
                  <c:v>09-05-2005</c:v>
                </c:pt>
                <c:pt idx="1344">
                  <c:v>10-05-2005</c:v>
                </c:pt>
                <c:pt idx="1345">
                  <c:v>11-05-2005</c:v>
                </c:pt>
                <c:pt idx="1346">
                  <c:v>12-05-2005</c:v>
                </c:pt>
                <c:pt idx="1347">
                  <c:v>13-05-2005</c:v>
                </c:pt>
                <c:pt idx="1348">
                  <c:v>16-05-2005</c:v>
                </c:pt>
                <c:pt idx="1349">
                  <c:v>17-05-2005</c:v>
                </c:pt>
                <c:pt idx="1350">
                  <c:v>18-05-2005</c:v>
                </c:pt>
                <c:pt idx="1351">
                  <c:v>19-05-2005</c:v>
                </c:pt>
                <c:pt idx="1352">
                  <c:v>20-05-2005</c:v>
                </c:pt>
                <c:pt idx="1353">
                  <c:v>23-05-2005</c:v>
                </c:pt>
                <c:pt idx="1354">
                  <c:v>24-05-2005</c:v>
                </c:pt>
                <c:pt idx="1355">
                  <c:v>25-05-2005</c:v>
                </c:pt>
                <c:pt idx="1356">
                  <c:v>26-05-2005</c:v>
                </c:pt>
                <c:pt idx="1357">
                  <c:v>27-05-2005</c:v>
                </c:pt>
                <c:pt idx="1358">
                  <c:v>30-05-2005</c:v>
                </c:pt>
                <c:pt idx="1359">
                  <c:v>31-05-2005</c:v>
                </c:pt>
                <c:pt idx="1360">
                  <c:v>01-06-2005</c:v>
                </c:pt>
                <c:pt idx="1361">
                  <c:v>02-06-2005</c:v>
                </c:pt>
                <c:pt idx="1362">
                  <c:v>03-06-2005</c:v>
                </c:pt>
                <c:pt idx="1363">
                  <c:v>04-06-2005</c:v>
                </c:pt>
                <c:pt idx="1364">
                  <c:v>06-06-2005</c:v>
                </c:pt>
                <c:pt idx="1365">
                  <c:v>07-06-2005</c:v>
                </c:pt>
                <c:pt idx="1366">
                  <c:v>08-06-2005</c:v>
                </c:pt>
                <c:pt idx="1367">
                  <c:v>09-06-2005</c:v>
                </c:pt>
                <c:pt idx="1368">
                  <c:v>10-06-2005</c:v>
                </c:pt>
                <c:pt idx="1369">
                  <c:v>13-06-2005</c:v>
                </c:pt>
                <c:pt idx="1370">
                  <c:v>14-06-2005</c:v>
                </c:pt>
                <c:pt idx="1371">
                  <c:v>15-06-2005</c:v>
                </c:pt>
                <c:pt idx="1372">
                  <c:v>16-06-2005</c:v>
                </c:pt>
                <c:pt idx="1373">
                  <c:v>17-06-2005</c:v>
                </c:pt>
                <c:pt idx="1374">
                  <c:v>20-06-2005</c:v>
                </c:pt>
                <c:pt idx="1375">
                  <c:v>21-06-2005</c:v>
                </c:pt>
                <c:pt idx="1376">
                  <c:v>22-06-2005</c:v>
                </c:pt>
                <c:pt idx="1377">
                  <c:v>23-06-2005</c:v>
                </c:pt>
                <c:pt idx="1378">
                  <c:v>24-06-2005</c:v>
                </c:pt>
                <c:pt idx="1379">
                  <c:v>27-06-2005</c:v>
                </c:pt>
                <c:pt idx="1380">
                  <c:v>28-06-2005</c:v>
                </c:pt>
                <c:pt idx="1381">
                  <c:v>29-06-2005</c:v>
                </c:pt>
                <c:pt idx="1382">
                  <c:v>30-06-2005</c:v>
                </c:pt>
                <c:pt idx="1383">
                  <c:v>01-07-2005</c:v>
                </c:pt>
                <c:pt idx="1384">
                  <c:v>04-07-2005</c:v>
                </c:pt>
                <c:pt idx="1385">
                  <c:v>05-07-2005</c:v>
                </c:pt>
                <c:pt idx="1386">
                  <c:v>06-07-2005</c:v>
                </c:pt>
                <c:pt idx="1387">
                  <c:v>07-07-2005</c:v>
                </c:pt>
                <c:pt idx="1388">
                  <c:v>08-07-2005</c:v>
                </c:pt>
                <c:pt idx="1389">
                  <c:v>11-07-2005</c:v>
                </c:pt>
                <c:pt idx="1390">
                  <c:v>12-07-2005</c:v>
                </c:pt>
                <c:pt idx="1391">
                  <c:v>13-07-2005</c:v>
                </c:pt>
                <c:pt idx="1392">
                  <c:v>14-07-2005</c:v>
                </c:pt>
                <c:pt idx="1393">
                  <c:v>15-07-2005</c:v>
                </c:pt>
                <c:pt idx="1394">
                  <c:v>18-07-2005</c:v>
                </c:pt>
                <c:pt idx="1395">
                  <c:v>19-07-2005</c:v>
                </c:pt>
                <c:pt idx="1396">
                  <c:v>20-07-2005</c:v>
                </c:pt>
                <c:pt idx="1397">
                  <c:v>21-07-2005</c:v>
                </c:pt>
                <c:pt idx="1398">
                  <c:v>22-07-2005</c:v>
                </c:pt>
                <c:pt idx="1399">
                  <c:v>25-07-2005</c:v>
                </c:pt>
                <c:pt idx="1400">
                  <c:v>26-07-2005</c:v>
                </c:pt>
                <c:pt idx="1401">
                  <c:v>27-07-2005</c:v>
                </c:pt>
                <c:pt idx="1402">
                  <c:v>29-07-2005</c:v>
                </c:pt>
                <c:pt idx="1403">
                  <c:v>01-08-2005</c:v>
                </c:pt>
                <c:pt idx="1404">
                  <c:v>02-08-2005</c:v>
                </c:pt>
                <c:pt idx="1405">
                  <c:v>03-08-2005</c:v>
                </c:pt>
                <c:pt idx="1406">
                  <c:v>04-08-2005</c:v>
                </c:pt>
                <c:pt idx="1407">
                  <c:v>05-08-2005</c:v>
                </c:pt>
                <c:pt idx="1408">
                  <c:v>08-08-2005</c:v>
                </c:pt>
                <c:pt idx="1409">
                  <c:v>09-08-2005</c:v>
                </c:pt>
                <c:pt idx="1410">
                  <c:v>10-08-2005</c:v>
                </c:pt>
                <c:pt idx="1411">
                  <c:v>11-08-2005</c:v>
                </c:pt>
                <c:pt idx="1412">
                  <c:v>12-08-2005</c:v>
                </c:pt>
                <c:pt idx="1413">
                  <c:v>16-08-2005</c:v>
                </c:pt>
                <c:pt idx="1414">
                  <c:v>17-08-2005</c:v>
                </c:pt>
                <c:pt idx="1415">
                  <c:v>18-08-2005</c:v>
                </c:pt>
                <c:pt idx="1416">
                  <c:v>19-08-2005</c:v>
                </c:pt>
                <c:pt idx="1417">
                  <c:v>22-08-2005</c:v>
                </c:pt>
                <c:pt idx="1418">
                  <c:v>23-08-2005</c:v>
                </c:pt>
                <c:pt idx="1419">
                  <c:v>24-08-2005</c:v>
                </c:pt>
                <c:pt idx="1420">
                  <c:v>25-08-2005</c:v>
                </c:pt>
                <c:pt idx="1421">
                  <c:v>26-08-2005</c:v>
                </c:pt>
                <c:pt idx="1422">
                  <c:v>29-08-2005</c:v>
                </c:pt>
                <c:pt idx="1423">
                  <c:v>30-08-2005</c:v>
                </c:pt>
                <c:pt idx="1424">
                  <c:v>31-08-2005</c:v>
                </c:pt>
                <c:pt idx="1425">
                  <c:v>01-09-2005</c:v>
                </c:pt>
                <c:pt idx="1426">
                  <c:v>02-09-2005</c:v>
                </c:pt>
                <c:pt idx="1427">
                  <c:v>05-09-2005</c:v>
                </c:pt>
                <c:pt idx="1428">
                  <c:v>06-09-2005</c:v>
                </c:pt>
                <c:pt idx="1429">
                  <c:v>08-09-2005</c:v>
                </c:pt>
                <c:pt idx="1430">
                  <c:v>09-09-2005</c:v>
                </c:pt>
                <c:pt idx="1431">
                  <c:v>12-09-2005</c:v>
                </c:pt>
                <c:pt idx="1432">
                  <c:v>13-09-2005</c:v>
                </c:pt>
                <c:pt idx="1433">
                  <c:v>14-09-2005</c:v>
                </c:pt>
                <c:pt idx="1434">
                  <c:v>15-09-2005</c:v>
                </c:pt>
                <c:pt idx="1435">
                  <c:v>16-09-2005</c:v>
                </c:pt>
                <c:pt idx="1436">
                  <c:v>19-09-2005</c:v>
                </c:pt>
                <c:pt idx="1437">
                  <c:v>20-09-2005</c:v>
                </c:pt>
                <c:pt idx="1438">
                  <c:v>21-09-2005</c:v>
                </c:pt>
                <c:pt idx="1439">
                  <c:v>22-09-2005</c:v>
                </c:pt>
                <c:pt idx="1440">
                  <c:v>23-09-2005</c:v>
                </c:pt>
                <c:pt idx="1441">
                  <c:v>26-09-2005</c:v>
                </c:pt>
                <c:pt idx="1442">
                  <c:v>27-09-2005</c:v>
                </c:pt>
                <c:pt idx="1443">
                  <c:v>28-09-2005</c:v>
                </c:pt>
                <c:pt idx="1444">
                  <c:v>29-09-2005</c:v>
                </c:pt>
                <c:pt idx="1445">
                  <c:v>30-09-2005</c:v>
                </c:pt>
                <c:pt idx="1446">
                  <c:v>03-10-2005</c:v>
                </c:pt>
                <c:pt idx="1447">
                  <c:v>04-10-2005</c:v>
                </c:pt>
                <c:pt idx="1448">
                  <c:v>05-10-2005</c:v>
                </c:pt>
                <c:pt idx="1449">
                  <c:v>06-10-2005</c:v>
                </c:pt>
                <c:pt idx="1450">
                  <c:v>07-10-2005</c:v>
                </c:pt>
                <c:pt idx="1451">
                  <c:v>10-10-2005</c:v>
                </c:pt>
                <c:pt idx="1452">
                  <c:v>11-10-2005</c:v>
                </c:pt>
                <c:pt idx="1453">
                  <c:v>13-10-2005</c:v>
                </c:pt>
                <c:pt idx="1454">
                  <c:v>14-10-2005</c:v>
                </c:pt>
                <c:pt idx="1455">
                  <c:v>17-10-2005</c:v>
                </c:pt>
                <c:pt idx="1456">
                  <c:v>18-10-2005</c:v>
                </c:pt>
                <c:pt idx="1457">
                  <c:v>19-10-2005</c:v>
                </c:pt>
                <c:pt idx="1458">
                  <c:v>20-10-2005</c:v>
                </c:pt>
                <c:pt idx="1459">
                  <c:v>21-10-2005</c:v>
                </c:pt>
                <c:pt idx="1460">
                  <c:v>24-10-2005</c:v>
                </c:pt>
                <c:pt idx="1461">
                  <c:v>25-10-2005</c:v>
                </c:pt>
                <c:pt idx="1462">
                  <c:v>26-10-2005</c:v>
                </c:pt>
                <c:pt idx="1463">
                  <c:v>27-10-2005</c:v>
                </c:pt>
                <c:pt idx="1464">
                  <c:v>28-10-2005</c:v>
                </c:pt>
                <c:pt idx="1465">
                  <c:v>31-10-2005</c:v>
                </c:pt>
                <c:pt idx="1466">
                  <c:v>01-11-2005</c:v>
                </c:pt>
                <c:pt idx="1467">
                  <c:v>02-11-2005</c:v>
                </c:pt>
                <c:pt idx="1468">
                  <c:v>07-11-2005</c:v>
                </c:pt>
                <c:pt idx="1469">
                  <c:v>08-11-2005</c:v>
                </c:pt>
                <c:pt idx="1470">
                  <c:v>09-11-2005</c:v>
                </c:pt>
                <c:pt idx="1471">
                  <c:v>10-11-2005</c:v>
                </c:pt>
                <c:pt idx="1472">
                  <c:v>11-11-2005</c:v>
                </c:pt>
                <c:pt idx="1473">
                  <c:v>14-11-2005</c:v>
                </c:pt>
                <c:pt idx="1474">
                  <c:v>16-11-2005</c:v>
                </c:pt>
                <c:pt idx="1475">
                  <c:v>17-11-2005</c:v>
                </c:pt>
                <c:pt idx="1476">
                  <c:v>18-11-2005</c:v>
                </c:pt>
                <c:pt idx="1477">
                  <c:v>21-11-2005</c:v>
                </c:pt>
                <c:pt idx="1478">
                  <c:v>22-11-2005</c:v>
                </c:pt>
                <c:pt idx="1479">
                  <c:v>23-11-2005</c:v>
                </c:pt>
                <c:pt idx="1480">
                  <c:v>24-11-2005</c:v>
                </c:pt>
                <c:pt idx="1481">
                  <c:v>25-11-2005</c:v>
                </c:pt>
                <c:pt idx="1482">
                  <c:v>26-11-2005</c:v>
                </c:pt>
                <c:pt idx="1483">
                  <c:v>28-11-2005</c:v>
                </c:pt>
                <c:pt idx="1484">
                  <c:v>29-11-2005</c:v>
                </c:pt>
                <c:pt idx="1485">
                  <c:v>30-11-2005</c:v>
                </c:pt>
                <c:pt idx="1486">
                  <c:v>01-12-2005</c:v>
                </c:pt>
                <c:pt idx="1487">
                  <c:v>02-12-2005</c:v>
                </c:pt>
                <c:pt idx="1488">
                  <c:v>05-12-2005</c:v>
                </c:pt>
                <c:pt idx="1489">
                  <c:v>06-12-2005</c:v>
                </c:pt>
                <c:pt idx="1490">
                  <c:v>07-12-2005</c:v>
                </c:pt>
                <c:pt idx="1491">
                  <c:v>08-12-2005</c:v>
                </c:pt>
                <c:pt idx="1492">
                  <c:v>09-12-2005</c:v>
                </c:pt>
                <c:pt idx="1493">
                  <c:v>12-12-2005</c:v>
                </c:pt>
                <c:pt idx="1494">
                  <c:v>13-12-2005</c:v>
                </c:pt>
                <c:pt idx="1495">
                  <c:v>14-12-2005</c:v>
                </c:pt>
                <c:pt idx="1496">
                  <c:v>15-12-2005</c:v>
                </c:pt>
                <c:pt idx="1497">
                  <c:v>16-12-2005</c:v>
                </c:pt>
                <c:pt idx="1498">
                  <c:v>19-12-2005</c:v>
                </c:pt>
                <c:pt idx="1499">
                  <c:v>20-12-2005</c:v>
                </c:pt>
                <c:pt idx="1500">
                  <c:v>21-12-2005</c:v>
                </c:pt>
                <c:pt idx="1501">
                  <c:v>22-12-2005</c:v>
                </c:pt>
                <c:pt idx="1502">
                  <c:v>23-12-2005</c:v>
                </c:pt>
                <c:pt idx="1503">
                  <c:v>26-12-2005</c:v>
                </c:pt>
                <c:pt idx="1504">
                  <c:v>27-12-2005</c:v>
                </c:pt>
                <c:pt idx="1505">
                  <c:v>28-12-2005</c:v>
                </c:pt>
                <c:pt idx="1506">
                  <c:v>29-12-2005</c:v>
                </c:pt>
                <c:pt idx="1507">
                  <c:v>30-12-2005</c:v>
                </c:pt>
                <c:pt idx="1508">
                  <c:v>02-01-2006</c:v>
                </c:pt>
                <c:pt idx="1509">
                  <c:v>03-01-2006</c:v>
                </c:pt>
                <c:pt idx="1510">
                  <c:v>04-01-2006</c:v>
                </c:pt>
                <c:pt idx="1511">
                  <c:v>05-01-2006</c:v>
                </c:pt>
                <c:pt idx="1512">
                  <c:v>06-01-2006</c:v>
                </c:pt>
                <c:pt idx="1513">
                  <c:v>09-01-2006</c:v>
                </c:pt>
                <c:pt idx="1514">
                  <c:v>10-01-2006</c:v>
                </c:pt>
                <c:pt idx="1515">
                  <c:v>12-01-2006</c:v>
                </c:pt>
                <c:pt idx="1516">
                  <c:v>13-01-2006</c:v>
                </c:pt>
                <c:pt idx="1517">
                  <c:v>16-01-2006</c:v>
                </c:pt>
                <c:pt idx="1518">
                  <c:v>17-01-2006</c:v>
                </c:pt>
                <c:pt idx="1519">
                  <c:v>18-01-2006</c:v>
                </c:pt>
                <c:pt idx="1520">
                  <c:v>19-01-2006</c:v>
                </c:pt>
                <c:pt idx="1521">
                  <c:v>20-01-2006</c:v>
                </c:pt>
                <c:pt idx="1522">
                  <c:v>23-01-2006</c:v>
                </c:pt>
                <c:pt idx="1523">
                  <c:v>24-01-2006</c:v>
                </c:pt>
                <c:pt idx="1524">
                  <c:v>25-01-2006</c:v>
                </c:pt>
                <c:pt idx="1525">
                  <c:v>27-01-2006</c:v>
                </c:pt>
                <c:pt idx="1526">
                  <c:v>30-01-2006</c:v>
                </c:pt>
                <c:pt idx="1527">
                  <c:v>31-01-2006</c:v>
                </c:pt>
                <c:pt idx="1528">
                  <c:v>01-02-2006</c:v>
                </c:pt>
                <c:pt idx="1529">
                  <c:v>02-02-2006</c:v>
                </c:pt>
                <c:pt idx="1530">
                  <c:v>03-02-2006</c:v>
                </c:pt>
                <c:pt idx="1531">
                  <c:v>06-02-2006</c:v>
                </c:pt>
                <c:pt idx="1532">
                  <c:v>07-02-2006</c:v>
                </c:pt>
                <c:pt idx="1533">
                  <c:v>08-02-2006</c:v>
                </c:pt>
                <c:pt idx="1534">
                  <c:v>10-02-2006</c:v>
                </c:pt>
                <c:pt idx="1535">
                  <c:v>13-02-2006</c:v>
                </c:pt>
                <c:pt idx="1536">
                  <c:v>14-02-2006</c:v>
                </c:pt>
                <c:pt idx="1537">
                  <c:v>15-02-2006</c:v>
                </c:pt>
                <c:pt idx="1538">
                  <c:v>16-02-2006</c:v>
                </c:pt>
                <c:pt idx="1539">
                  <c:v>17-02-2006</c:v>
                </c:pt>
                <c:pt idx="1540">
                  <c:v>20-02-2006</c:v>
                </c:pt>
                <c:pt idx="1541">
                  <c:v>21-02-2006</c:v>
                </c:pt>
                <c:pt idx="1542">
                  <c:v>22-02-2006</c:v>
                </c:pt>
                <c:pt idx="1543">
                  <c:v>23-02-2006</c:v>
                </c:pt>
                <c:pt idx="1544">
                  <c:v>24-02-2006</c:v>
                </c:pt>
                <c:pt idx="1545">
                  <c:v>27-02-2006</c:v>
                </c:pt>
                <c:pt idx="1546">
                  <c:v>28-02-2006</c:v>
                </c:pt>
                <c:pt idx="1547">
                  <c:v>01-03-2006</c:v>
                </c:pt>
                <c:pt idx="1548">
                  <c:v>02-03-2006</c:v>
                </c:pt>
                <c:pt idx="1549">
                  <c:v>03-03-2006</c:v>
                </c:pt>
                <c:pt idx="1550">
                  <c:v>06-03-2006</c:v>
                </c:pt>
                <c:pt idx="1551">
                  <c:v>07-03-2006</c:v>
                </c:pt>
                <c:pt idx="1552">
                  <c:v>08-03-2006</c:v>
                </c:pt>
                <c:pt idx="1553">
                  <c:v>09-03-2006</c:v>
                </c:pt>
                <c:pt idx="1554">
                  <c:v>10-03-2006</c:v>
                </c:pt>
                <c:pt idx="1555">
                  <c:v>13-03-2006</c:v>
                </c:pt>
                <c:pt idx="1556">
                  <c:v>14-03-2006</c:v>
                </c:pt>
                <c:pt idx="1557">
                  <c:v>16-03-2006</c:v>
                </c:pt>
                <c:pt idx="1558">
                  <c:v>17-03-2006</c:v>
                </c:pt>
                <c:pt idx="1559">
                  <c:v>20-03-2006</c:v>
                </c:pt>
                <c:pt idx="1560">
                  <c:v>21-03-2006</c:v>
                </c:pt>
                <c:pt idx="1561">
                  <c:v>22-03-2006</c:v>
                </c:pt>
                <c:pt idx="1562">
                  <c:v>23-03-2006</c:v>
                </c:pt>
                <c:pt idx="1563">
                  <c:v>24-03-2006</c:v>
                </c:pt>
                <c:pt idx="1564">
                  <c:v>27-03-2006</c:v>
                </c:pt>
                <c:pt idx="1565">
                  <c:v>28-03-2006</c:v>
                </c:pt>
                <c:pt idx="1566">
                  <c:v>29-03-2006</c:v>
                </c:pt>
                <c:pt idx="1567">
                  <c:v>30-03-2006</c:v>
                </c:pt>
                <c:pt idx="1568">
                  <c:v>31-03-2006</c:v>
                </c:pt>
                <c:pt idx="1569">
                  <c:v>03-04-2006</c:v>
                </c:pt>
                <c:pt idx="1570">
                  <c:v>04-04-2006</c:v>
                </c:pt>
                <c:pt idx="1571">
                  <c:v>05-04-2006</c:v>
                </c:pt>
                <c:pt idx="1572">
                  <c:v>07-04-2006</c:v>
                </c:pt>
                <c:pt idx="1573">
                  <c:v>10-04-2006</c:v>
                </c:pt>
                <c:pt idx="1574">
                  <c:v>12-04-2006</c:v>
                </c:pt>
                <c:pt idx="1575">
                  <c:v>13-04-2006</c:v>
                </c:pt>
                <c:pt idx="1576">
                  <c:v>17-04-2006</c:v>
                </c:pt>
                <c:pt idx="1577">
                  <c:v>18-04-2006</c:v>
                </c:pt>
                <c:pt idx="1578">
                  <c:v>19-04-2006</c:v>
                </c:pt>
                <c:pt idx="1579">
                  <c:v>20-04-2006</c:v>
                </c:pt>
                <c:pt idx="1580">
                  <c:v>21-04-2006</c:v>
                </c:pt>
                <c:pt idx="1581">
                  <c:v>24-04-2006</c:v>
                </c:pt>
                <c:pt idx="1582">
                  <c:v>25-04-2006</c:v>
                </c:pt>
                <c:pt idx="1583">
                  <c:v>26-04-2006</c:v>
                </c:pt>
                <c:pt idx="1584">
                  <c:v>27-04-2006</c:v>
                </c:pt>
                <c:pt idx="1585">
                  <c:v>28-04-2006</c:v>
                </c:pt>
                <c:pt idx="1586">
                  <c:v>29-04-2006</c:v>
                </c:pt>
                <c:pt idx="1587">
                  <c:v>02-05-2006</c:v>
                </c:pt>
                <c:pt idx="1588">
                  <c:v>03-05-2006</c:v>
                </c:pt>
                <c:pt idx="1589">
                  <c:v>04-05-2006</c:v>
                </c:pt>
                <c:pt idx="1590">
                  <c:v>05-05-2006</c:v>
                </c:pt>
                <c:pt idx="1591">
                  <c:v>08-05-2006</c:v>
                </c:pt>
                <c:pt idx="1592">
                  <c:v>09-05-2006</c:v>
                </c:pt>
                <c:pt idx="1593">
                  <c:v>10-05-2006</c:v>
                </c:pt>
                <c:pt idx="1594">
                  <c:v>11-05-2006</c:v>
                </c:pt>
                <c:pt idx="1595">
                  <c:v>12-05-2006</c:v>
                </c:pt>
                <c:pt idx="1596">
                  <c:v>15-05-2006</c:v>
                </c:pt>
                <c:pt idx="1597">
                  <c:v>16-05-2006</c:v>
                </c:pt>
                <c:pt idx="1598">
                  <c:v>17-05-2006</c:v>
                </c:pt>
                <c:pt idx="1599">
                  <c:v>18-05-2006</c:v>
                </c:pt>
                <c:pt idx="1600">
                  <c:v>19-05-2006</c:v>
                </c:pt>
                <c:pt idx="1601">
                  <c:v>22-05-2006</c:v>
                </c:pt>
                <c:pt idx="1602">
                  <c:v>23-05-2006</c:v>
                </c:pt>
                <c:pt idx="1603">
                  <c:v>24-05-2006</c:v>
                </c:pt>
                <c:pt idx="1604">
                  <c:v>25-05-2006</c:v>
                </c:pt>
                <c:pt idx="1605">
                  <c:v>26-05-2006</c:v>
                </c:pt>
                <c:pt idx="1606">
                  <c:v>29-05-2006</c:v>
                </c:pt>
                <c:pt idx="1607">
                  <c:v>30-05-2006</c:v>
                </c:pt>
                <c:pt idx="1608">
                  <c:v>31-05-2006</c:v>
                </c:pt>
                <c:pt idx="1609">
                  <c:v>01-06-2006</c:v>
                </c:pt>
                <c:pt idx="1610">
                  <c:v>02-06-2006</c:v>
                </c:pt>
                <c:pt idx="1611">
                  <c:v>05-06-2006</c:v>
                </c:pt>
                <c:pt idx="1612">
                  <c:v>06-06-2006</c:v>
                </c:pt>
                <c:pt idx="1613">
                  <c:v>07-06-2006</c:v>
                </c:pt>
                <c:pt idx="1614">
                  <c:v>08-06-2006</c:v>
                </c:pt>
                <c:pt idx="1615">
                  <c:v>09-06-2006</c:v>
                </c:pt>
                <c:pt idx="1616">
                  <c:v>12-06-2006</c:v>
                </c:pt>
                <c:pt idx="1617">
                  <c:v>13-06-2006</c:v>
                </c:pt>
                <c:pt idx="1618">
                  <c:v>14-06-2006</c:v>
                </c:pt>
                <c:pt idx="1619">
                  <c:v>15-06-2006</c:v>
                </c:pt>
                <c:pt idx="1620">
                  <c:v>16-06-2006</c:v>
                </c:pt>
                <c:pt idx="1621">
                  <c:v>19-06-2006</c:v>
                </c:pt>
                <c:pt idx="1622">
                  <c:v>20-06-2006</c:v>
                </c:pt>
                <c:pt idx="1623">
                  <c:v>21-06-2006</c:v>
                </c:pt>
                <c:pt idx="1624">
                  <c:v>22-06-2006</c:v>
                </c:pt>
                <c:pt idx="1625">
                  <c:v>23-06-2006</c:v>
                </c:pt>
                <c:pt idx="1626">
                  <c:v>25-06-2006</c:v>
                </c:pt>
                <c:pt idx="1627">
                  <c:v>26-06-2006</c:v>
                </c:pt>
                <c:pt idx="1628">
                  <c:v>27-06-2006</c:v>
                </c:pt>
                <c:pt idx="1629">
                  <c:v>28-06-2006</c:v>
                </c:pt>
                <c:pt idx="1630">
                  <c:v>29-06-2006</c:v>
                </c:pt>
                <c:pt idx="1631">
                  <c:v>30-06-2006</c:v>
                </c:pt>
                <c:pt idx="1632">
                  <c:v>03-07-2006</c:v>
                </c:pt>
                <c:pt idx="1633">
                  <c:v>04-07-2006</c:v>
                </c:pt>
                <c:pt idx="1634">
                  <c:v>05-07-2006</c:v>
                </c:pt>
                <c:pt idx="1635">
                  <c:v>06-07-2006</c:v>
                </c:pt>
                <c:pt idx="1636">
                  <c:v>07-07-2006</c:v>
                </c:pt>
                <c:pt idx="1637">
                  <c:v>10-07-2006</c:v>
                </c:pt>
                <c:pt idx="1638">
                  <c:v>11-07-2006</c:v>
                </c:pt>
                <c:pt idx="1639">
                  <c:v>12-07-2006</c:v>
                </c:pt>
                <c:pt idx="1640">
                  <c:v>13-07-2006</c:v>
                </c:pt>
                <c:pt idx="1641">
                  <c:v>14-07-2006</c:v>
                </c:pt>
                <c:pt idx="1642">
                  <c:v>17-07-2006</c:v>
                </c:pt>
                <c:pt idx="1643">
                  <c:v>18-07-2006</c:v>
                </c:pt>
                <c:pt idx="1644">
                  <c:v>19-07-2006</c:v>
                </c:pt>
                <c:pt idx="1645">
                  <c:v>20-07-2006</c:v>
                </c:pt>
                <c:pt idx="1646">
                  <c:v>21-07-2006</c:v>
                </c:pt>
                <c:pt idx="1647">
                  <c:v>24-07-2006</c:v>
                </c:pt>
                <c:pt idx="1648">
                  <c:v>25-07-2006</c:v>
                </c:pt>
                <c:pt idx="1649">
                  <c:v>26-07-2006</c:v>
                </c:pt>
                <c:pt idx="1650">
                  <c:v>27-07-2006</c:v>
                </c:pt>
                <c:pt idx="1651">
                  <c:v>28-07-2006</c:v>
                </c:pt>
                <c:pt idx="1652">
                  <c:v>31-07-2006</c:v>
                </c:pt>
                <c:pt idx="1653">
                  <c:v>01-08-2006</c:v>
                </c:pt>
                <c:pt idx="1654">
                  <c:v>02-08-2006</c:v>
                </c:pt>
                <c:pt idx="1655">
                  <c:v>03-08-2006</c:v>
                </c:pt>
                <c:pt idx="1656">
                  <c:v>04-08-2006</c:v>
                </c:pt>
                <c:pt idx="1657">
                  <c:v>07-08-2006</c:v>
                </c:pt>
                <c:pt idx="1658">
                  <c:v>08-08-2006</c:v>
                </c:pt>
                <c:pt idx="1659">
                  <c:v>09-08-2006</c:v>
                </c:pt>
                <c:pt idx="1660">
                  <c:v>10-08-2006</c:v>
                </c:pt>
                <c:pt idx="1661">
                  <c:v>11-08-2006</c:v>
                </c:pt>
                <c:pt idx="1662">
                  <c:v>14-08-2006</c:v>
                </c:pt>
                <c:pt idx="1663">
                  <c:v>16-08-2006</c:v>
                </c:pt>
                <c:pt idx="1664">
                  <c:v>17-08-2006</c:v>
                </c:pt>
                <c:pt idx="1665">
                  <c:v>18-08-2006</c:v>
                </c:pt>
                <c:pt idx="1666">
                  <c:v>21-08-2006</c:v>
                </c:pt>
                <c:pt idx="1667">
                  <c:v>22-08-2006</c:v>
                </c:pt>
                <c:pt idx="1668">
                  <c:v>23-08-2006</c:v>
                </c:pt>
                <c:pt idx="1669">
                  <c:v>24-08-2006</c:v>
                </c:pt>
                <c:pt idx="1670">
                  <c:v>25-08-2006</c:v>
                </c:pt>
                <c:pt idx="1671">
                  <c:v>28-08-2006</c:v>
                </c:pt>
                <c:pt idx="1672">
                  <c:v>29-08-2006</c:v>
                </c:pt>
                <c:pt idx="1673">
                  <c:v>30-08-2006</c:v>
                </c:pt>
                <c:pt idx="1674">
                  <c:v>31-08-2006</c:v>
                </c:pt>
                <c:pt idx="1675">
                  <c:v>01-09-2006</c:v>
                </c:pt>
                <c:pt idx="1676">
                  <c:v>04-09-2006</c:v>
                </c:pt>
                <c:pt idx="1677">
                  <c:v>05-09-2006</c:v>
                </c:pt>
                <c:pt idx="1678">
                  <c:v>06-09-2006</c:v>
                </c:pt>
                <c:pt idx="1679">
                  <c:v>07-09-2006</c:v>
                </c:pt>
                <c:pt idx="1680">
                  <c:v>08-09-2006</c:v>
                </c:pt>
                <c:pt idx="1681">
                  <c:v>11-09-2006</c:v>
                </c:pt>
                <c:pt idx="1682">
                  <c:v>12-09-2006</c:v>
                </c:pt>
                <c:pt idx="1683">
                  <c:v>13-09-2006</c:v>
                </c:pt>
                <c:pt idx="1684">
                  <c:v>14-09-2006</c:v>
                </c:pt>
                <c:pt idx="1685">
                  <c:v>15-09-2006</c:v>
                </c:pt>
                <c:pt idx="1686">
                  <c:v>18-09-2006</c:v>
                </c:pt>
                <c:pt idx="1687">
                  <c:v>19-09-2006</c:v>
                </c:pt>
                <c:pt idx="1688">
                  <c:v>20-09-2006</c:v>
                </c:pt>
                <c:pt idx="1689">
                  <c:v>21-09-2006</c:v>
                </c:pt>
                <c:pt idx="1690">
                  <c:v>22-09-2006</c:v>
                </c:pt>
                <c:pt idx="1691">
                  <c:v>25-09-2006</c:v>
                </c:pt>
                <c:pt idx="1692">
                  <c:v>26-09-2006</c:v>
                </c:pt>
                <c:pt idx="1693">
                  <c:v>27-09-2006</c:v>
                </c:pt>
                <c:pt idx="1694">
                  <c:v>28-09-2006</c:v>
                </c:pt>
                <c:pt idx="1695">
                  <c:v>29-09-2006</c:v>
                </c:pt>
                <c:pt idx="1696">
                  <c:v>03-10-2006</c:v>
                </c:pt>
                <c:pt idx="1697">
                  <c:v>04-10-2006</c:v>
                </c:pt>
                <c:pt idx="1698">
                  <c:v>05-10-2006</c:v>
                </c:pt>
                <c:pt idx="1699">
                  <c:v>06-10-2006</c:v>
                </c:pt>
                <c:pt idx="1700">
                  <c:v>09-10-2006</c:v>
                </c:pt>
                <c:pt idx="1701">
                  <c:v>10-10-2006</c:v>
                </c:pt>
                <c:pt idx="1702">
                  <c:v>11-10-2006</c:v>
                </c:pt>
                <c:pt idx="1703">
                  <c:v>12-10-2006</c:v>
                </c:pt>
                <c:pt idx="1704">
                  <c:v>13-10-2006</c:v>
                </c:pt>
                <c:pt idx="1705">
                  <c:v>16-10-2006</c:v>
                </c:pt>
                <c:pt idx="1706">
                  <c:v>17-10-2006</c:v>
                </c:pt>
                <c:pt idx="1707">
                  <c:v>18-10-2006</c:v>
                </c:pt>
                <c:pt idx="1708">
                  <c:v>19-10-2006</c:v>
                </c:pt>
                <c:pt idx="1709">
                  <c:v>20-10-2006</c:v>
                </c:pt>
                <c:pt idx="1710">
                  <c:v>21-10-2006</c:v>
                </c:pt>
                <c:pt idx="1711">
                  <c:v>23-10-2006</c:v>
                </c:pt>
                <c:pt idx="1712">
                  <c:v>26-10-2006</c:v>
                </c:pt>
                <c:pt idx="1713">
                  <c:v>27-10-2006</c:v>
                </c:pt>
                <c:pt idx="1714">
                  <c:v>30-10-2006</c:v>
                </c:pt>
                <c:pt idx="1715">
                  <c:v>31-10-2006</c:v>
                </c:pt>
                <c:pt idx="1716">
                  <c:v>01-11-2006</c:v>
                </c:pt>
                <c:pt idx="1717">
                  <c:v>02-11-2006</c:v>
                </c:pt>
                <c:pt idx="1718">
                  <c:v>03-11-2006</c:v>
                </c:pt>
                <c:pt idx="1719">
                  <c:v>06-11-2006</c:v>
                </c:pt>
                <c:pt idx="1720">
                  <c:v>07-11-2006</c:v>
                </c:pt>
                <c:pt idx="1721">
                  <c:v>08-11-2006</c:v>
                </c:pt>
                <c:pt idx="1722">
                  <c:v>09-11-2006</c:v>
                </c:pt>
                <c:pt idx="1723">
                  <c:v>10-11-2006</c:v>
                </c:pt>
                <c:pt idx="1724">
                  <c:v>13-11-2006</c:v>
                </c:pt>
                <c:pt idx="1725">
                  <c:v>14-11-2006</c:v>
                </c:pt>
                <c:pt idx="1726">
                  <c:v>15-11-2006</c:v>
                </c:pt>
                <c:pt idx="1727">
                  <c:v>16-11-2006</c:v>
                </c:pt>
                <c:pt idx="1728">
                  <c:v>17-11-2006</c:v>
                </c:pt>
                <c:pt idx="1729">
                  <c:v>20-11-2006</c:v>
                </c:pt>
                <c:pt idx="1730">
                  <c:v>21-11-2006</c:v>
                </c:pt>
                <c:pt idx="1731">
                  <c:v>22-11-2006</c:v>
                </c:pt>
                <c:pt idx="1732">
                  <c:v>23-11-2006</c:v>
                </c:pt>
                <c:pt idx="1733">
                  <c:v>24-11-2006</c:v>
                </c:pt>
                <c:pt idx="1734">
                  <c:v>27-11-2006</c:v>
                </c:pt>
                <c:pt idx="1735">
                  <c:v>28-11-2006</c:v>
                </c:pt>
                <c:pt idx="1736">
                  <c:v>29-11-2006</c:v>
                </c:pt>
                <c:pt idx="1737">
                  <c:v>30-11-2006</c:v>
                </c:pt>
                <c:pt idx="1738">
                  <c:v>01-12-2006</c:v>
                </c:pt>
                <c:pt idx="1739">
                  <c:v>04-12-2006</c:v>
                </c:pt>
                <c:pt idx="1740">
                  <c:v>05-12-2006</c:v>
                </c:pt>
                <c:pt idx="1741">
                  <c:v>06-12-2006</c:v>
                </c:pt>
                <c:pt idx="1742">
                  <c:v>07-12-2006</c:v>
                </c:pt>
                <c:pt idx="1743">
                  <c:v>08-12-2006</c:v>
                </c:pt>
                <c:pt idx="1744">
                  <c:v>11-12-2006</c:v>
                </c:pt>
                <c:pt idx="1745">
                  <c:v>12-12-2006</c:v>
                </c:pt>
                <c:pt idx="1746">
                  <c:v>13-12-2006</c:v>
                </c:pt>
                <c:pt idx="1747">
                  <c:v>14-12-2006</c:v>
                </c:pt>
                <c:pt idx="1748">
                  <c:v>15-12-2006</c:v>
                </c:pt>
                <c:pt idx="1749">
                  <c:v>18-12-2006</c:v>
                </c:pt>
                <c:pt idx="1750">
                  <c:v>19-12-2006</c:v>
                </c:pt>
                <c:pt idx="1751">
                  <c:v>20-12-2006</c:v>
                </c:pt>
                <c:pt idx="1752">
                  <c:v>21-12-2006</c:v>
                </c:pt>
                <c:pt idx="1753">
                  <c:v>22-12-2006</c:v>
                </c:pt>
                <c:pt idx="1754">
                  <c:v>26-12-2006</c:v>
                </c:pt>
                <c:pt idx="1755">
                  <c:v>27-12-2006</c:v>
                </c:pt>
                <c:pt idx="1756">
                  <c:v>28-12-2006</c:v>
                </c:pt>
                <c:pt idx="1757">
                  <c:v>29-12-2006</c:v>
                </c:pt>
                <c:pt idx="1758">
                  <c:v>02-01-2007</c:v>
                </c:pt>
                <c:pt idx="1759">
                  <c:v>03-01-2007</c:v>
                </c:pt>
                <c:pt idx="1760">
                  <c:v>04-01-2007</c:v>
                </c:pt>
                <c:pt idx="1761">
                  <c:v>05-01-2007</c:v>
                </c:pt>
                <c:pt idx="1762">
                  <c:v>08-01-2007</c:v>
                </c:pt>
                <c:pt idx="1763">
                  <c:v>09-01-2007</c:v>
                </c:pt>
                <c:pt idx="1764">
                  <c:v>10-01-2007</c:v>
                </c:pt>
                <c:pt idx="1765">
                  <c:v>11-01-2007</c:v>
                </c:pt>
                <c:pt idx="1766">
                  <c:v>12-01-2007</c:v>
                </c:pt>
                <c:pt idx="1767">
                  <c:v>15-01-2007</c:v>
                </c:pt>
                <c:pt idx="1768">
                  <c:v>16-01-2007</c:v>
                </c:pt>
                <c:pt idx="1769">
                  <c:v>17-01-2007</c:v>
                </c:pt>
                <c:pt idx="1770">
                  <c:v>18-01-2007</c:v>
                </c:pt>
                <c:pt idx="1771">
                  <c:v>19-01-2007</c:v>
                </c:pt>
                <c:pt idx="1772">
                  <c:v>22-01-2007</c:v>
                </c:pt>
                <c:pt idx="1773">
                  <c:v>23-01-2007</c:v>
                </c:pt>
                <c:pt idx="1774">
                  <c:v>24-01-2007</c:v>
                </c:pt>
                <c:pt idx="1775">
                  <c:v>25-01-2007</c:v>
                </c:pt>
                <c:pt idx="1776">
                  <c:v>29-01-2007</c:v>
                </c:pt>
                <c:pt idx="1777">
                  <c:v>31-01-2007</c:v>
                </c:pt>
                <c:pt idx="1778">
                  <c:v>01-02-2007</c:v>
                </c:pt>
                <c:pt idx="1779">
                  <c:v>02-02-2007</c:v>
                </c:pt>
                <c:pt idx="1780">
                  <c:v>05-02-2007</c:v>
                </c:pt>
                <c:pt idx="1781">
                  <c:v>06-02-2007</c:v>
                </c:pt>
                <c:pt idx="1782">
                  <c:v>07-02-2007</c:v>
                </c:pt>
                <c:pt idx="1783">
                  <c:v>08-02-2007</c:v>
                </c:pt>
                <c:pt idx="1784">
                  <c:v>09-02-2007</c:v>
                </c:pt>
                <c:pt idx="1785">
                  <c:v>12-02-2007</c:v>
                </c:pt>
                <c:pt idx="1786">
                  <c:v>13-02-2007</c:v>
                </c:pt>
                <c:pt idx="1787">
                  <c:v>14-02-2007</c:v>
                </c:pt>
                <c:pt idx="1788">
                  <c:v>15-02-2007</c:v>
                </c:pt>
                <c:pt idx="1789">
                  <c:v>19-02-2007</c:v>
                </c:pt>
                <c:pt idx="1790">
                  <c:v>20-02-2007</c:v>
                </c:pt>
                <c:pt idx="1791">
                  <c:v>21-02-2007</c:v>
                </c:pt>
                <c:pt idx="1792">
                  <c:v>22-02-2007</c:v>
                </c:pt>
                <c:pt idx="1793">
                  <c:v>23-02-2007</c:v>
                </c:pt>
                <c:pt idx="1794">
                  <c:v>26-02-2007</c:v>
                </c:pt>
                <c:pt idx="1795">
                  <c:v>27-02-2007</c:v>
                </c:pt>
                <c:pt idx="1796">
                  <c:v>28-02-2007</c:v>
                </c:pt>
                <c:pt idx="1797">
                  <c:v>01-03-2007</c:v>
                </c:pt>
                <c:pt idx="1798">
                  <c:v>02-03-2007</c:v>
                </c:pt>
                <c:pt idx="1799">
                  <c:v>05-03-2007</c:v>
                </c:pt>
                <c:pt idx="1800">
                  <c:v>06-03-2007</c:v>
                </c:pt>
                <c:pt idx="1801">
                  <c:v>07-03-2007</c:v>
                </c:pt>
                <c:pt idx="1802">
                  <c:v>08-03-2007</c:v>
                </c:pt>
                <c:pt idx="1803">
                  <c:v>09-03-2007</c:v>
                </c:pt>
                <c:pt idx="1804">
                  <c:v>12-03-2007</c:v>
                </c:pt>
                <c:pt idx="1805">
                  <c:v>13-03-2007</c:v>
                </c:pt>
                <c:pt idx="1806">
                  <c:v>14-03-2007</c:v>
                </c:pt>
                <c:pt idx="1807">
                  <c:v>15-03-2007</c:v>
                </c:pt>
                <c:pt idx="1808">
                  <c:v>16-03-2007</c:v>
                </c:pt>
                <c:pt idx="1809">
                  <c:v>19-03-2007</c:v>
                </c:pt>
                <c:pt idx="1810">
                  <c:v>20-03-2007</c:v>
                </c:pt>
                <c:pt idx="1811">
                  <c:v>21-03-2007</c:v>
                </c:pt>
                <c:pt idx="1812">
                  <c:v>22-03-2007</c:v>
                </c:pt>
                <c:pt idx="1813">
                  <c:v>23-03-2007</c:v>
                </c:pt>
                <c:pt idx="1814">
                  <c:v>26-03-2007</c:v>
                </c:pt>
                <c:pt idx="1815">
                  <c:v>28-03-2007</c:v>
                </c:pt>
                <c:pt idx="1816">
                  <c:v>29-03-2007</c:v>
                </c:pt>
                <c:pt idx="1817">
                  <c:v>30-03-2007</c:v>
                </c:pt>
                <c:pt idx="1818">
                  <c:v>02-04-2007</c:v>
                </c:pt>
                <c:pt idx="1819">
                  <c:v>03-04-2007</c:v>
                </c:pt>
                <c:pt idx="1820">
                  <c:v>04-04-2007</c:v>
                </c:pt>
                <c:pt idx="1821">
                  <c:v>05-04-2007</c:v>
                </c:pt>
                <c:pt idx="1822">
                  <c:v>09-04-2007</c:v>
                </c:pt>
                <c:pt idx="1823">
                  <c:v>10-04-2007</c:v>
                </c:pt>
                <c:pt idx="1824">
                  <c:v>11-04-2007</c:v>
                </c:pt>
                <c:pt idx="1825">
                  <c:v>12-04-2007</c:v>
                </c:pt>
                <c:pt idx="1826">
                  <c:v>13-04-2007</c:v>
                </c:pt>
                <c:pt idx="1827">
                  <c:v>16-04-2007</c:v>
                </c:pt>
                <c:pt idx="1828">
                  <c:v>17-04-2007</c:v>
                </c:pt>
                <c:pt idx="1829">
                  <c:v>18-04-2007</c:v>
                </c:pt>
                <c:pt idx="1830">
                  <c:v>19-04-2007</c:v>
                </c:pt>
                <c:pt idx="1831">
                  <c:v>20-04-2007</c:v>
                </c:pt>
                <c:pt idx="1832">
                  <c:v>23-04-2007</c:v>
                </c:pt>
                <c:pt idx="1833">
                  <c:v>24-04-2007</c:v>
                </c:pt>
                <c:pt idx="1834">
                  <c:v>25-04-2007</c:v>
                </c:pt>
                <c:pt idx="1835">
                  <c:v>26-04-2007</c:v>
                </c:pt>
                <c:pt idx="1836">
                  <c:v>27-04-2007</c:v>
                </c:pt>
                <c:pt idx="1837">
                  <c:v>30-04-2007</c:v>
                </c:pt>
                <c:pt idx="1838">
                  <c:v>03-05-2007</c:v>
                </c:pt>
                <c:pt idx="1839">
                  <c:v>04-05-2007</c:v>
                </c:pt>
                <c:pt idx="1840">
                  <c:v>07-05-2007</c:v>
                </c:pt>
                <c:pt idx="1841">
                  <c:v>08-05-2007</c:v>
                </c:pt>
                <c:pt idx="1842">
                  <c:v>09-05-2007</c:v>
                </c:pt>
                <c:pt idx="1843">
                  <c:v>10-05-2007</c:v>
                </c:pt>
                <c:pt idx="1844">
                  <c:v>11-05-2007</c:v>
                </c:pt>
                <c:pt idx="1845">
                  <c:v>14-05-2007</c:v>
                </c:pt>
                <c:pt idx="1846">
                  <c:v>15-05-2007</c:v>
                </c:pt>
                <c:pt idx="1847">
                  <c:v>16-05-2007</c:v>
                </c:pt>
                <c:pt idx="1848">
                  <c:v>17-05-2007</c:v>
                </c:pt>
                <c:pt idx="1849">
                  <c:v>18-05-2007</c:v>
                </c:pt>
                <c:pt idx="1850">
                  <c:v>21-05-2007</c:v>
                </c:pt>
                <c:pt idx="1851">
                  <c:v>22-05-2007</c:v>
                </c:pt>
                <c:pt idx="1852">
                  <c:v>23-05-2007</c:v>
                </c:pt>
                <c:pt idx="1853">
                  <c:v>24-05-2007</c:v>
                </c:pt>
                <c:pt idx="1854">
                  <c:v>25-05-2007</c:v>
                </c:pt>
                <c:pt idx="1855">
                  <c:v>28-05-2007</c:v>
                </c:pt>
                <c:pt idx="1856">
                  <c:v>29-05-2007</c:v>
                </c:pt>
                <c:pt idx="1857">
                  <c:v>30-05-2007</c:v>
                </c:pt>
                <c:pt idx="1858">
                  <c:v>31-05-2007</c:v>
                </c:pt>
                <c:pt idx="1859">
                  <c:v>01-06-2007</c:v>
                </c:pt>
                <c:pt idx="1860">
                  <c:v>04-06-2007</c:v>
                </c:pt>
                <c:pt idx="1861">
                  <c:v>05-06-2007</c:v>
                </c:pt>
                <c:pt idx="1862">
                  <c:v>06-06-2007</c:v>
                </c:pt>
                <c:pt idx="1863">
                  <c:v>07-06-2007</c:v>
                </c:pt>
                <c:pt idx="1864">
                  <c:v>08-06-2007</c:v>
                </c:pt>
                <c:pt idx="1865">
                  <c:v>11-06-2007</c:v>
                </c:pt>
                <c:pt idx="1866">
                  <c:v>12-06-2007</c:v>
                </c:pt>
                <c:pt idx="1867">
                  <c:v>13-06-2007</c:v>
                </c:pt>
                <c:pt idx="1868">
                  <c:v>14-06-2007</c:v>
                </c:pt>
                <c:pt idx="1869">
                  <c:v>15-06-2007</c:v>
                </c:pt>
                <c:pt idx="1870">
                  <c:v>18-06-2007</c:v>
                </c:pt>
                <c:pt idx="1871">
                  <c:v>19-06-2007</c:v>
                </c:pt>
                <c:pt idx="1872">
                  <c:v>20-06-2007</c:v>
                </c:pt>
                <c:pt idx="1873">
                  <c:v>21-06-2007</c:v>
                </c:pt>
                <c:pt idx="1874">
                  <c:v>22-06-2007</c:v>
                </c:pt>
                <c:pt idx="1875">
                  <c:v>25-06-2007</c:v>
                </c:pt>
                <c:pt idx="1876">
                  <c:v>26-06-2007</c:v>
                </c:pt>
                <c:pt idx="1877">
                  <c:v>27-06-2007</c:v>
                </c:pt>
                <c:pt idx="1878">
                  <c:v>28-06-2007</c:v>
                </c:pt>
                <c:pt idx="1879">
                  <c:v>29-06-2007</c:v>
                </c:pt>
                <c:pt idx="1880">
                  <c:v>02-07-2007</c:v>
                </c:pt>
                <c:pt idx="1881">
                  <c:v>03-07-2007</c:v>
                </c:pt>
                <c:pt idx="1882">
                  <c:v>04-07-2007</c:v>
                </c:pt>
                <c:pt idx="1883">
                  <c:v>05-07-2007</c:v>
                </c:pt>
                <c:pt idx="1884">
                  <c:v>06-07-2007</c:v>
                </c:pt>
                <c:pt idx="1885">
                  <c:v>09-07-2007</c:v>
                </c:pt>
                <c:pt idx="1886">
                  <c:v>10-07-2007</c:v>
                </c:pt>
                <c:pt idx="1887">
                  <c:v>11-07-2007</c:v>
                </c:pt>
                <c:pt idx="1888">
                  <c:v>12-07-2007</c:v>
                </c:pt>
                <c:pt idx="1889">
                  <c:v>13-07-2007</c:v>
                </c:pt>
                <c:pt idx="1890">
                  <c:v>16-07-2007</c:v>
                </c:pt>
                <c:pt idx="1891">
                  <c:v>17-07-2007</c:v>
                </c:pt>
                <c:pt idx="1892">
                  <c:v>18-07-2007</c:v>
                </c:pt>
                <c:pt idx="1893">
                  <c:v>19-07-2007</c:v>
                </c:pt>
                <c:pt idx="1894">
                  <c:v>20-07-2007</c:v>
                </c:pt>
                <c:pt idx="1895">
                  <c:v>23-07-2007</c:v>
                </c:pt>
                <c:pt idx="1896">
                  <c:v>24-07-2007</c:v>
                </c:pt>
                <c:pt idx="1897">
                  <c:v>25-07-2007</c:v>
                </c:pt>
                <c:pt idx="1898">
                  <c:v>26-07-2007</c:v>
                </c:pt>
                <c:pt idx="1899">
                  <c:v>27-07-2007</c:v>
                </c:pt>
                <c:pt idx="1900">
                  <c:v>30-07-2007</c:v>
                </c:pt>
                <c:pt idx="1901">
                  <c:v>31-07-2007</c:v>
                </c:pt>
                <c:pt idx="1902">
                  <c:v>01-08-2007</c:v>
                </c:pt>
                <c:pt idx="1903">
                  <c:v>02-08-2007</c:v>
                </c:pt>
                <c:pt idx="1904">
                  <c:v>03-08-2007</c:v>
                </c:pt>
                <c:pt idx="1905">
                  <c:v>06-08-2007</c:v>
                </c:pt>
                <c:pt idx="1906">
                  <c:v>07-08-2007</c:v>
                </c:pt>
                <c:pt idx="1907">
                  <c:v>08-08-2007</c:v>
                </c:pt>
                <c:pt idx="1908">
                  <c:v>09-08-2007</c:v>
                </c:pt>
                <c:pt idx="1909">
                  <c:v>10-08-2007</c:v>
                </c:pt>
                <c:pt idx="1910">
                  <c:v>13-08-2007</c:v>
                </c:pt>
                <c:pt idx="1911">
                  <c:v>14-08-2007</c:v>
                </c:pt>
                <c:pt idx="1912">
                  <c:v>16-08-2007</c:v>
                </c:pt>
                <c:pt idx="1913">
                  <c:v>17-08-2007</c:v>
                </c:pt>
                <c:pt idx="1914">
                  <c:v>20-08-2007</c:v>
                </c:pt>
                <c:pt idx="1915">
                  <c:v>21-08-2007</c:v>
                </c:pt>
                <c:pt idx="1916">
                  <c:v>22-08-2007</c:v>
                </c:pt>
                <c:pt idx="1917">
                  <c:v>23-08-2007</c:v>
                </c:pt>
                <c:pt idx="1918">
                  <c:v>24-08-2007</c:v>
                </c:pt>
                <c:pt idx="1919">
                  <c:v>27-08-2007</c:v>
                </c:pt>
                <c:pt idx="1920">
                  <c:v>28-08-2007</c:v>
                </c:pt>
                <c:pt idx="1921">
                  <c:v>29-08-2007</c:v>
                </c:pt>
                <c:pt idx="1922">
                  <c:v>30-08-2007</c:v>
                </c:pt>
                <c:pt idx="1923">
                  <c:v>31-08-2007</c:v>
                </c:pt>
                <c:pt idx="1924">
                  <c:v>03-09-2007</c:v>
                </c:pt>
                <c:pt idx="1925">
                  <c:v>04-09-2007</c:v>
                </c:pt>
                <c:pt idx="1926">
                  <c:v>05-09-2007</c:v>
                </c:pt>
                <c:pt idx="1927">
                  <c:v>06-09-2007</c:v>
                </c:pt>
                <c:pt idx="1928">
                  <c:v>07-09-2007</c:v>
                </c:pt>
                <c:pt idx="1929">
                  <c:v>10-09-2007</c:v>
                </c:pt>
                <c:pt idx="1930">
                  <c:v>11-09-2007</c:v>
                </c:pt>
                <c:pt idx="1931">
                  <c:v>12-09-2007</c:v>
                </c:pt>
                <c:pt idx="1932">
                  <c:v>13-09-2007</c:v>
                </c:pt>
                <c:pt idx="1933">
                  <c:v>14-09-2007</c:v>
                </c:pt>
                <c:pt idx="1934">
                  <c:v>17-09-2007</c:v>
                </c:pt>
                <c:pt idx="1935">
                  <c:v>18-09-2007</c:v>
                </c:pt>
                <c:pt idx="1936">
                  <c:v>19-09-2007</c:v>
                </c:pt>
                <c:pt idx="1937">
                  <c:v>20-09-2007</c:v>
                </c:pt>
                <c:pt idx="1938">
                  <c:v>21-09-2007</c:v>
                </c:pt>
                <c:pt idx="1939">
                  <c:v>24-09-2007</c:v>
                </c:pt>
                <c:pt idx="1940">
                  <c:v>25-09-2007</c:v>
                </c:pt>
                <c:pt idx="1941">
                  <c:v>26-09-2007</c:v>
                </c:pt>
                <c:pt idx="1942">
                  <c:v>27-09-2007</c:v>
                </c:pt>
                <c:pt idx="1943">
                  <c:v>28-09-2007</c:v>
                </c:pt>
                <c:pt idx="1944">
                  <c:v>01-10-2007</c:v>
                </c:pt>
                <c:pt idx="1945">
                  <c:v>03-10-2007</c:v>
                </c:pt>
                <c:pt idx="1946">
                  <c:v>04-10-2007</c:v>
                </c:pt>
                <c:pt idx="1947">
                  <c:v>05-10-2007</c:v>
                </c:pt>
                <c:pt idx="1948">
                  <c:v>08-10-2007</c:v>
                </c:pt>
                <c:pt idx="1949">
                  <c:v>09-10-2007</c:v>
                </c:pt>
                <c:pt idx="1950">
                  <c:v>10-10-2007</c:v>
                </c:pt>
                <c:pt idx="1951">
                  <c:v>11-10-2007</c:v>
                </c:pt>
                <c:pt idx="1952">
                  <c:v>12-10-2007</c:v>
                </c:pt>
                <c:pt idx="1953">
                  <c:v>15-10-2007</c:v>
                </c:pt>
                <c:pt idx="1954">
                  <c:v>16-10-2007</c:v>
                </c:pt>
                <c:pt idx="1955">
                  <c:v>17-10-2007</c:v>
                </c:pt>
                <c:pt idx="1956">
                  <c:v>18-10-2007</c:v>
                </c:pt>
                <c:pt idx="1957">
                  <c:v>19-10-2007</c:v>
                </c:pt>
                <c:pt idx="1958">
                  <c:v>22-10-2007</c:v>
                </c:pt>
                <c:pt idx="1959">
                  <c:v>23-10-2007</c:v>
                </c:pt>
                <c:pt idx="1960">
                  <c:v>24-10-2007</c:v>
                </c:pt>
                <c:pt idx="1961">
                  <c:v>25-10-2007</c:v>
                </c:pt>
                <c:pt idx="1962">
                  <c:v>26-10-2007</c:v>
                </c:pt>
                <c:pt idx="1963">
                  <c:v>29-10-2007</c:v>
                </c:pt>
                <c:pt idx="1964">
                  <c:v>30-10-2007</c:v>
                </c:pt>
                <c:pt idx="1965">
                  <c:v>31-10-2007</c:v>
                </c:pt>
                <c:pt idx="1966">
                  <c:v>01-11-2007</c:v>
                </c:pt>
                <c:pt idx="1967">
                  <c:v>02-11-2007</c:v>
                </c:pt>
                <c:pt idx="1968">
                  <c:v>05-11-2007</c:v>
                </c:pt>
                <c:pt idx="1969">
                  <c:v>06-11-2007</c:v>
                </c:pt>
                <c:pt idx="1970">
                  <c:v>07-11-2007</c:v>
                </c:pt>
                <c:pt idx="1971">
                  <c:v>08-11-2007</c:v>
                </c:pt>
                <c:pt idx="1972">
                  <c:v>09-11-2007</c:v>
                </c:pt>
                <c:pt idx="1973">
                  <c:v>12-11-2007</c:v>
                </c:pt>
                <c:pt idx="1974">
                  <c:v>13-11-2007</c:v>
                </c:pt>
                <c:pt idx="1975">
                  <c:v>14-11-2007</c:v>
                </c:pt>
                <c:pt idx="1976">
                  <c:v>15-11-2007</c:v>
                </c:pt>
                <c:pt idx="1977">
                  <c:v>16-11-2007</c:v>
                </c:pt>
                <c:pt idx="1978">
                  <c:v>19-11-2007</c:v>
                </c:pt>
                <c:pt idx="1979">
                  <c:v>20-11-2007</c:v>
                </c:pt>
                <c:pt idx="1980">
                  <c:v>21-11-2007</c:v>
                </c:pt>
                <c:pt idx="1981">
                  <c:v>22-11-2007</c:v>
                </c:pt>
                <c:pt idx="1982">
                  <c:v>23-11-2007</c:v>
                </c:pt>
                <c:pt idx="1983">
                  <c:v>26-11-2007</c:v>
                </c:pt>
                <c:pt idx="1984">
                  <c:v>27-11-2007</c:v>
                </c:pt>
                <c:pt idx="1985">
                  <c:v>28-11-2007</c:v>
                </c:pt>
                <c:pt idx="1986">
                  <c:v>29-11-2007</c:v>
                </c:pt>
                <c:pt idx="1987">
                  <c:v>30-11-2007</c:v>
                </c:pt>
                <c:pt idx="1988">
                  <c:v>03-12-2007</c:v>
                </c:pt>
                <c:pt idx="1989">
                  <c:v>04-12-2007</c:v>
                </c:pt>
                <c:pt idx="1990">
                  <c:v>05-12-2007</c:v>
                </c:pt>
                <c:pt idx="1991">
                  <c:v>06-12-2007</c:v>
                </c:pt>
                <c:pt idx="1992">
                  <c:v>07-12-2007</c:v>
                </c:pt>
                <c:pt idx="1993">
                  <c:v>10-12-2007</c:v>
                </c:pt>
                <c:pt idx="1994">
                  <c:v>11-12-2007</c:v>
                </c:pt>
                <c:pt idx="1995">
                  <c:v>12-12-2007</c:v>
                </c:pt>
                <c:pt idx="1996">
                  <c:v>13-12-2007</c:v>
                </c:pt>
                <c:pt idx="1997">
                  <c:v>14-12-2007</c:v>
                </c:pt>
                <c:pt idx="1998">
                  <c:v>17-12-2007</c:v>
                </c:pt>
                <c:pt idx="1999">
                  <c:v>18-12-2007</c:v>
                </c:pt>
                <c:pt idx="2000">
                  <c:v>19-12-2007</c:v>
                </c:pt>
                <c:pt idx="2001">
                  <c:v>20-12-2007</c:v>
                </c:pt>
                <c:pt idx="2002">
                  <c:v>24-12-2007</c:v>
                </c:pt>
                <c:pt idx="2003">
                  <c:v>26-12-2007</c:v>
                </c:pt>
                <c:pt idx="2004">
                  <c:v>27-12-2007</c:v>
                </c:pt>
                <c:pt idx="2005">
                  <c:v>28-12-2007</c:v>
                </c:pt>
                <c:pt idx="2006">
                  <c:v>31-12-2007</c:v>
                </c:pt>
                <c:pt idx="2007">
                  <c:v>01-01-2008</c:v>
                </c:pt>
                <c:pt idx="2008">
                  <c:v>02-01-2008</c:v>
                </c:pt>
                <c:pt idx="2009">
                  <c:v>03-01-2008</c:v>
                </c:pt>
                <c:pt idx="2010">
                  <c:v>04-01-2008</c:v>
                </c:pt>
                <c:pt idx="2011">
                  <c:v>07-01-2008</c:v>
                </c:pt>
                <c:pt idx="2012">
                  <c:v>08-01-2008</c:v>
                </c:pt>
                <c:pt idx="2013">
                  <c:v>09-01-2008</c:v>
                </c:pt>
                <c:pt idx="2014">
                  <c:v>10-01-2008</c:v>
                </c:pt>
                <c:pt idx="2015">
                  <c:v>11-01-2008</c:v>
                </c:pt>
                <c:pt idx="2016">
                  <c:v>14-01-2008</c:v>
                </c:pt>
                <c:pt idx="2017">
                  <c:v>15-01-2008</c:v>
                </c:pt>
                <c:pt idx="2018">
                  <c:v>16-01-2008</c:v>
                </c:pt>
                <c:pt idx="2019">
                  <c:v>17-01-2008</c:v>
                </c:pt>
                <c:pt idx="2020">
                  <c:v>18-01-2008</c:v>
                </c:pt>
                <c:pt idx="2021">
                  <c:v>21-01-2008</c:v>
                </c:pt>
                <c:pt idx="2022">
                  <c:v>22-01-2008</c:v>
                </c:pt>
                <c:pt idx="2023">
                  <c:v>23-01-2008</c:v>
                </c:pt>
                <c:pt idx="2024">
                  <c:v>24-01-2008</c:v>
                </c:pt>
                <c:pt idx="2025">
                  <c:v>25-01-2008</c:v>
                </c:pt>
                <c:pt idx="2026">
                  <c:v>28-01-2008</c:v>
                </c:pt>
                <c:pt idx="2027">
                  <c:v>29-01-2008</c:v>
                </c:pt>
                <c:pt idx="2028">
                  <c:v>30-01-2008</c:v>
                </c:pt>
                <c:pt idx="2029">
                  <c:v>31-01-2008</c:v>
                </c:pt>
                <c:pt idx="2030">
                  <c:v>01-02-2008</c:v>
                </c:pt>
                <c:pt idx="2031">
                  <c:v>04-02-2008</c:v>
                </c:pt>
                <c:pt idx="2032">
                  <c:v>05-02-2008</c:v>
                </c:pt>
                <c:pt idx="2033">
                  <c:v>06-02-2008</c:v>
                </c:pt>
                <c:pt idx="2034">
                  <c:v>07-02-2008</c:v>
                </c:pt>
                <c:pt idx="2035">
                  <c:v>08-02-2008</c:v>
                </c:pt>
                <c:pt idx="2036">
                  <c:v>11-02-2008</c:v>
                </c:pt>
                <c:pt idx="2037">
                  <c:v>12-02-2008</c:v>
                </c:pt>
                <c:pt idx="2038">
                  <c:v>13-02-2008</c:v>
                </c:pt>
                <c:pt idx="2039">
                  <c:v>14-02-2008</c:v>
                </c:pt>
                <c:pt idx="2040">
                  <c:v>15-02-2008</c:v>
                </c:pt>
                <c:pt idx="2041">
                  <c:v>18-02-2008</c:v>
                </c:pt>
                <c:pt idx="2042">
                  <c:v>19-02-2008</c:v>
                </c:pt>
                <c:pt idx="2043">
                  <c:v>20-02-2008</c:v>
                </c:pt>
                <c:pt idx="2044">
                  <c:v>21-02-2008</c:v>
                </c:pt>
                <c:pt idx="2045">
                  <c:v>22-02-2008</c:v>
                </c:pt>
                <c:pt idx="2046">
                  <c:v>25-02-2008</c:v>
                </c:pt>
                <c:pt idx="2047">
                  <c:v>26-02-2008</c:v>
                </c:pt>
                <c:pt idx="2048">
                  <c:v>27-02-2008</c:v>
                </c:pt>
                <c:pt idx="2049">
                  <c:v>28-02-2008</c:v>
                </c:pt>
                <c:pt idx="2050">
                  <c:v>29-02-2008</c:v>
                </c:pt>
                <c:pt idx="2051">
                  <c:v>03-03-2008</c:v>
                </c:pt>
                <c:pt idx="2052">
                  <c:v>04-03-2008</c:v>
                </c:pt>
                <c:pt idx="2053">
                  <c:v>05-03-2008</c:v>
                </c:pt>
                <c:pt idx="2054">
                  <c:v>07-03-2008</c:v>
                </c:pt>
                <c:pt idx="2055">
                  <c:v>10-03-2008</c:v>
                </c:pt>
                <c:pt idx="2056">
                  <c:v>11-03-2008</c:v>
                </c:pt>
                <c:pt idx="2057">
                  <c:v>12-03-2008</c:v>
                </c:pt>
                <c:pt idx="2058">
                  <c:v>13-03-2008</c:v>
                </c:pt>
                <c:pt idx="2059">
                  <c:v>14-03-2008</c:v>
                </c:pt>
                <c:pt idx="2060">
                  <c:v>17-03-2008</c:v>
                </c:pt>
                <c:pt idx="2061">
                  <c:v>18-03-2008</c:v>
                </c:pt>
                <c:pt idx="2062">
                  <c:v>19-03-2008</c:v>
                </c:pt>
                <c:pt idx="2063">
                  <c:v>24-03-2008</c:v>
                </c:pt>
                <c:pt idx="2064">
                  <c:v>25-03-2008</c:v>
                </c:pt>
                <c:pt idx="2065">
                  <c:v>26-03-2008</c:v>
                </c:pt>
                <c:pt idx="2066">
                  <c:v>27-03-2008</c:v>
                </c:pt>
                <c:pt idx="2067">
                  <c:v>28-03-2008</c:v>
                </c:pt>
                <c:pt idx="2068">
                  <c:v>31-03-2008</c:v>
                </c:pt>
                <c:pt idx="2069">
                  <c:v>01-04-2008</c:v>
                </c:pt>
                <c:pt idx="2070">
                  <c:v>02-04-2008</c:v>
                </c:pt>
                <c:pt idx="2071">
                  <c:v>03-04-2008</c:v>
                </c:pt>
                <c:pt idx="2072">
                  <c:v>04-04-2008</c:v>
                </c:pt>
                <c:pt idx="2073">
                  <c:v>07-04-2008</c:v>
                </c:pt>
                <c:pt idx="2074">
                  <c:v>08-04-2008</c:v>
                </c:pt>
                <c:pt idx="2075">
                  <c:v>09-04-2008</c:v>
                </c:pt>
                <c:pt idx="2076">
                  <c:v>10-04-2008</c:v>
                </c:pt>
                <c:pt idx="2077">
                  <c:v>11-04-2008</c:v>
                </c:pt>
                <c:pt idx="2078">
                  <c:v>15-04-2008</c:v>
                </c:pt>
                <c:pt idx="2079">
                  <c:v>16-04-2008</c:v>
                </c:pt>
                <c:pt idx="2080">
                  <c:v>17-04-2008</c:v>
                </c:pt>
                <c:pt idx="2081">
                  <c:v>21-04-2008</c:v>
                </c:pt>
                <c:pt idx="2082">
                  <c:v>22-04-2008</c:v>
                </c:pt>
                <c:pt idx="2083">
                  <c:v>23-04-2008</c:v>
                </c:pt>
                <c:pt idx="2084">
                  <c:v>24-04-2008</c:v>
                </c:pt>
                <c:pt idx="2085">
                  <c:v>25-04-2008</c:v>
                </c:pt>
                <c:pt idx="2086">
                  <c:v>28-04-2008</c:v>
                </c:pt>
                <c:pt idx="2087">
                  <c:v>29-04-2008</c:v>
                </c:pt>
                <c:pt idx="2088">
                  <c:v>30-04-2008</c:v>
                </c:pt>
                <c:pt idx="2089">
                  <c:v>02-05-2008</c:v>
                </c:pt>
                <c:pt idx="2090">
                  <c:v>05-05-2008</c:v>
                </c:pt>
                <c:pt idx="2091">
                  <c:v>06-05-2008</c:v>
                </c:pt>
                <c:pt idx="2092">
                  <c:v>07-05-2008</c:v>
                </c:pt>
                <c:pt idx="2093">
                  <c:v>08-05-2008</c:v>
                </c:pt>
                <c:pt idx="2094">
                  <c:v>09-05-2008</c:v>
                </c:pt>
                <c:pt idx="2095">
                  <c:v>12-05-2008</c:v>
                </c:pt>
                <c:pt idx="2096">
                  <c:v>13-05-2008</c:v>
                </c:pt>
                <c:pt idx="2097">
                  <c:v>14-05-2008</c:v>
                </c:pt>
                <c:pt idx="2098">
                  <c:v>15-05-2008</c:v>
                </c:pt>
                <c:pt idx="2099">
                  <c:v>16-05-2008</c:v>
                </c:pt>
                <c:pt idx="2100">
                  <c:v>20-05-2008</c:v>
                </c:pt>
                <c:pt idx="2101">
                  <c:v>21-05-2008</c:v>
                </c:pt>
                <c:pt idx="2102">
                  <c:v>22-05-2008</c:v>
                </c:pt>
                <c:pt idx="2103">
                  <c:v>23-05-2008</c:v>
                </c:pt>
                <c:pt idx="2104">
                  <c:v>26-05-2008</c:v>
                </c:pt>
                <c:pt idx="2105">
                  <c:v>27-05-2008</c:v>
                </c:pt>
                <c:pt idx="2106">
                  <c:v>28-05-2008</c:v>
                </c:pt>
                <c:pt idx="2107">
                  <c:v>29-05-2008</c:v>
                </c:pt>
                <c:pt idx="2108">
                  <c:v>30-05-2008</c:v>
                </c:pt>
                <c:pt idx="2109">
                  <c:v>02-06-2008</c:v>
                </c:pt>
                <c:pt idx="2110">
                  <c:v>03-06-2008</c:v>
                </c:pt>
                <c:pt idx="2111">
                  <c:v>04-06-2008</c:v>
                </c:pt>
                <c:pt idx="2112">
                  <c:v>05-06-2008</c:v>
                </c:pt>
                <c:pt idx="2113">
                  <c:v>06-06-2008</c:v>
                </c:pt>
                <c:pt idx="2114">
                  <c:v>09-06-2008</c:v>
                </c:pt>
                <c:pt idx="2115">
                  <c:v>10-06-2008</c:v>
                </c:pt>
                <c:pt idx="2116">
                  <c:v>11-06-2008</c:v>
                </c:pt>
                <c:pt idx="2117">
                  <c:v>12-06-2008</c:v>
                </c:pt>
                <c:pt idx="2118">
                  <c:v>13-06-2008</c:v>
                </c:pt>
                <c:pt idx="2119">
                  <c:v>16-06-2008</c:v>
                </c:pt>
                <c:pt idx="2120">
                  <c:v>17-06-2008</c:v>
                </c:pt>
                <c:pt idx="2121">
                  <c:v>18-06-2008</c:v>
                </c:pt>
                <c:pt idx="2122">
                  <c:v>19-06-2008</c:v>
                </c:pt>
                <c:pt idx="2123">
                  <c:v>20-06-2008</c:v>
                </c:pt>
                <c:pt idx="2124">
                  <c:v>23-06-2008</c:v>
                </c:pt>
                <c:pt idx="2125">
                  <c:v>24-06-2008</c:v>
                </c:pt>
                <c:pt idx="2126">
                  <c:v>25-06-2008</c:v>
                </c:pt>
                <c:pt idx="2127">
                  <c:v>26-06-2008</c:v>
                </c:pt>
                <c:pt idx="2128">
                  <c:v>27-06-2008</c:v>
                </c:pt>
                <c:pt idx="2129">
                  <c:v>30-06-2008</c:v>
                </c:pt>
                <c:pt idx="2130">
                  <c:v>01-07-2008</c:v>
                </c:pt>
                <c:pt idx="2131">
                  <c:v>02-07-2008</c:v>
                </c:pt>
                <c:pt idx="2132">
                  <c:v>03-07-2008</c:v>
                </c:pt>
                <c:pt idx="2133">
                  <c:v>04-07-2008</c:v>
                </c:pt>
                <c:pt idx="2134">
                  <c:v>07-07-2008</c:v>
                </c:pt>
                <c:pt idx="2135">
                  <c:v>08-07-2008</c:v>
                </c:pt>
                <c:pt idx="2136">
                  <c:v>09-07-2008</c:v>
                </c:pt>
                <c:pt idx="2137">
                  <c:v>10-07-2008</c:v>
                </c:pt>
                <c:pt idx="2138">
                  <c:v>11-07-2008</c:v>
                </c:pt>
                <c:pt idx="2139">
                  <c:v>14-07-2008</c:v>
                </c:pt>
                <c:pt idx="2140">
                  <c:v>15-07-2008</c:v>
                </c:pt>
                <c:pt idx="2141">
                  <c:v>16-07-2008</c:v>
                </c:pt>
                <c:pt idx="2142">
                  <c:v>17-07-2008</c:v>
                </c:pt>
                <c:pt idx="2143">
                  <c:v>18-07-2008</c:v>
                </c:pt>
                <c:pt idx="2144">
                  <c:v>21-07-2008</c:v>
                </c:pt>
                <c:pt idx="2145">
                  <c:v>22-07-2008</c:v>
                </c:pt>
                <c:pt idx="2146">
                  <c:v>23-07-2008</c:v>
                </c:pt>
                <c:pt idx="2147">
                  <c:v>24-07-2008</c:v>
                </c:pt>
                <c:pt idx="2148">
                  <c:v>25-07-2008</c:v>
                </c:pt>
                <c:pt idx="2149">
                  <c:v>28-07-2008</c:v>
                </c:pt>
                <c:pt idx="2150">
                  <c:v>29-07-2008</c:v>
                </c:pt>
                <c:pt idx="2151">
                  <c:v>30-07-2008</c:v>
                </c:pt>
                <c:pt idx="2152">
                  <c:v>31-07-2008</c:v>
                </c:pt>
                <c:pt idx="2153">
                  <c:v>01-08-2008</c:v>
                </c:pt>
                <c:pt idx="2154">
                  <c:v>04-08-2008</c:v>
                </c:pt>
                <c:pt idx="2155">
                  <c:v>05-08-2008</c:v>
                </c:pt>
                <c:pt idx="2156">
                  <c:v>06-08-2008</c:v>
                </c:pt>
                <c:pt idx="2157">
                  <c:v>07-08-2008</c:v>
                </c:pt>
                <c:pt idx="2158">
                  <c:v>08-08-2008</c:v>
                </c:pt>
                <c:pt idx="2159">
                  <c:v>11-08-2008</c:v>
                </c:pt>
                <c:pt idx="2160">
                  <c:v>12-08-2008</c:v>
                </c:pt>
                <c:pt idx="2161">
                  <c:v>13-08-2008</c:v>
                </c:pt>
                <c:pt idx="2162">
                  <c:v>14-08-2008</c:v>
                </c:pt>
                <c:pt idx="2163">
                  <c:v>18-08-2008</c:v>
                </c:pt>
                <c:pt idx="2164">
                  <c:v>19-08-2008</c:v>
                </c:pt>
                <c:pt idx="2165">
                  <c:v>20-08-2008</c:v>
                </c:pt>
                <c:pt idx="2166">
                  <c:v>21-08-2008</c:v>
                </c:pt>
                <c:pt idx="2167">
                  <c:v>22-08-2008</c:v>
                </c:pt>
                <c:pt idx="2168">
                  <c:v>25-08-2008</c:v>
                </c:pt>
                <c:pt idx="2169">
                  <c:v>26-08-2008</c:v>
                </c:pt>
                <c:pt idx="2170">
                  <c:v>27-08-2008</c:v>
                </c:pt>
                <c:pt idx="2171">
                  <c:v>28-08-2008</c:v>
                </c:pt>
                <c:pt idx="2172">
                  <c:v>29-08-2008</c:v>
                </c:pt>
                <c:pt idx="2173">
                  <c:v>01-09-2008</c:v>
                </c:pt>
                <c:pt idx="2174">
                  <c:v>02-09-2008</c:v>
                </c:pt>
                <c:pt idx="2175">
                  <c:v>04-09-2008</c:v>
                </c:pt>
                <c:pt idx="2176">
                  <c:v>05-09-2008</c:v>
                </c:pt>
                <c:pt idx="2177">
                  <c:v>08-09-2008</c:v>
                </c:pt>
                <c:pt idx="2178">
                  <c:v>09-09-2008</c:v>
                </c:pt>
                <c:pt idx="2179">
                  <c:v>10-09-2008</c:v>
                </c:pt>
                <c:pt idx="2180">
                  <c:v>11-09-2008</c:v>
                </c:pt>
                <c:pt idx="2181">
                  <c:v>12-09-2008</c:v>
                </c:pt>
                <c:pt idx="2182">
                  <c:v>15-09-2008</c:v>
                </c:pt>
                <c:pt idx="2183">
                  <c:v>16-09-2008</c:v>
                </c:pt>
                <c:pt idx="2184">
                  <c:v>17-09-2008</c:v>
                </c:pt>
                <c:pt idx="2185">
                  <c:v>18-09-2008</c:v>
                </c:pt>
                <c:pt idx="2186">
                  <c:v>19-09-2008</c:v>
                </c:pt>
                <c:pt idx="2187">
                  <c:v>22-09-2008</c:v>
                </c:pt>
                <c:pt idx="2188">
                  <c:v>23-09-2008</c:v>
                </c:pt>
                <c:pt idx="2189">
                  <c:v>24-09-2008</c:v>
                </c:pt>
                <c:pt idx="2190">
                  <c:v>25-09-2008</c:v>
                </c:pt>
                <c:pt idx="2191">
                  <c:v>26-09-2008</c:v>
                </c:pt>
                <c:pt idx="2192">
                  <c:v>29-09-2008</c:v>
                </c:pt>
                <c:pt idx="2193">
                  <c:v>30-09-2008</c:v>
                </c:pt>
                <c:pt idx="2194">
                  <c:v>01-10-2008</c:v>
                </c:pt>
                <c:pt idx="2195">
                  <c:v>03-10-2008</c:v>
                </c:pt>
                <c:pt idx="2196">
                  <c:v>06-10-2008</c:v>
                </c:pt>
                <c:pt idx="2197">
                  <c:v>07-10-2008</c:v>
                </c:pt>
                <c:pt idx="2198">
                  <c:v>08-10-2008</c:v>
                </c:pt>
                <c:pt idx="2199">
                  <c:v>10-10-2008</c:v>
                </c:pt>
                <c:pt idx="2200">
                  <c:v>13-10-2008</c:v>
                </c:pt>
                <c:pt idx="2201">
                  <c:v>14-10-2008</c:v>
                </c:pt>
                <c:pt idx="2202">
                  <c:v>15-10-2008</c:v>
                </c:pt>
                <c:pt idx="2203">
                  <c:v>16-10-2008</c:v>
                </c:pt>
                <c:pt idx="2204">
                  <c:v>17-10-2008</c:v>
                </c:pt>
                <c:pt idx="2205">
                  <c:v>20-10-2008</c:v>
                </c:pt>
                <c:pt idx="2206">
                  <c:v>21-10-2008</c:v>
                </c:pt>
                <c:pt idx="2207">
                  <c:v>22-10-2008</c:v>
                </c:pt>
                <c:pt idx="2208">
                  <c:v>23-10-2008</c:v>
                </c:pt>
                <c:pt idx="2209">
                  <c:v>24-10-2008</c:v>
                </c:pt>
                <c:pt idx="2210">
                  <c:v>27-10-2008</c:v>
                </c:pt>
                <c:pt idx="2211">
                  <c:v>28-10-2008</c:v>
                </c:pt>
                <c:pt idx="2212">
                  <c:v>29-10-2008</c:v>
                </c:pt>
                <c:pt idx="2213">
                  <c:v>31-10-2008</c:v>
                </c:pt>
                <c:pt idx="2214">
                  <c:v>03-11-2008</c:v>
                </c:pt>
                <c:pt idx="2215">
                  <c:v>04-11-2008</c:v>
                </c:pt>
                <c:pt idx="2216">
                  <c:v>05-11-2008</c:v>
                </c:pt>
                <c:pt idx="2217">
                  <c:v>06-11-2008</c:v>
                </c:pt>
                <c:pt idx="2218">
                  <c:v>07-11-2008</c:v>
                </c:pt>
                <c:pt idx="2219">
                  <c:v>10-11-2008</c:v>
                </c:pt>
                <c:pt idx="2220">
                  <c:v>11-11-2008</c:v>
                </c:pt>
                <c:pt idx="2221">
                  <c:v>12-11-2008</c:v>
                </c:pt>
                <c:pt idx="2222">
                  <c:v>14-11-2008</c:v>
                </c:pt>
                <c:pt idx="2223">
                  <c:v>17-11-2008</c:v>
                </c:pt>
                <c:pt idx="2224">
                  <c:v>18-11-2008</c:v>
                </c:pt>
                <c:pt idx="2225">
                  <c:v>19-11-2008</c:v>
                </c:pt>
                <c:pt idx="2226">
                  <c:v>20-11-2008</c:v>
                </c:pt>
                <c:pt idx="2227">
                  <c:v>21-11-2008</c:v>
                </c:pt>
                <c:pt idx="2228">
                  <c:v>24-11-2008</c:v>
                </c:pt>
                <c:pt idx="2229">
                  <c:v>25-11-2008</c:v>
                </c:pt>
                <c:pt idx="2230">
                  <c:v>26-11-2008</c:v>
                </c:pt>
                <c:pt idx="2231">
                  <c:v>28-11-2008</c:v>
                </c:pt>
                <c:pt idx="2232">
                  <c:v>01-12-2008</c:v>
                </c:pt>
                <c:pt idx="2233">
                  <c:v>02-12-2008</c:v>
                </c:pt>
                <c:pt idx="2234">
                  <c:v>03-12-2008</c:v>
                </c:pt>
                <c:pt idx="2235">
                  <c:v>04-12-2008</c:v>
                </c:pt>
                <c:pt idx="2236">
                  <c:v>05-12-2008</c:v>
                </c:pt>
                <c:pt idx="2237">
                  <c:v>08-12-2008</c:v>
                </c:pt>
                <c:pt idx="2238">
                  <c:v>10-12-2008</c:v>
                </c:pt>
                <c:pt idx="2239">
                  <c:v>11-12-2008</c:v>
                </c:pt>
                <c:pt idx="2240">
                  <c:v>12-12-2008</c:v>
                </c:pt>
                <c:pt idx="2241">
                  <c:v>15-12-2008</c:v>
                </c:pt>
                <c:pt idx="2242">
                  <c:v>16-12-2008</c:v>
                </c:pt>
                <c:pt idx="2243">
                  <c:v>17-12-2008</c:v>
                </c:pt>
                <c:pt idx="2244">
                  <c:v>18-12-2008</c:v>
                </c:pt>
                <c:pt idx="2245">
                  <c:v>19-12-2008</c:v>
                </c:pt>
                <c:pt idx="2246">
                  <c:v>22-12-2008</c:v>
                </c:pt>
                <c:pt idx="2247">
                  <c:v>23-12-2008</c:v>
                </c:pt>
                <c:pt idx="2248">
                  <c:v>24-12-2008</c:v>
                </c:pt>
                <c:pt idx="2249">
                  <c:v>26-12-2008</c:v>
                </c:pt>
                <c:pt idx="2250">
                  <c:v>29-12-2008</c:v>
                </c:pt>
                <c:pt idx="2251">
                  <c:v>30-12-2008</c:v>
                </c:pt>
                <c:pt idx="2252">
                  <c:v>31-12-2008</c:v>
                </c:pt>
                <c:pt idx="2253">
                  <c:v>01-01-2009</c:v>
                </c:pt>
                <c:pt idx="2254">
                  <c:v>02-01-2009</c:v>
                </c:pt>
                <c:pt idx="2255">
                  <c:v>05-01-2009</c:v>
                </c:pt>
                <c:pt idx="2256">
                  <c:v>06-01-2009</c:v>
                </c:pt>
                <c:pt idx="2257">
                  <c:v>07-01-2009</c:v>
                </c:pt>
                <c:pt idx="2258">
                  <c:v>09-01-2009</c:v>
                </c:pt>
                <c:pt idx="2259">
                  <c:v>12-01-2009</c:v>
                </c:pt>
                <c:pt idx="2260">
                  <c:v>13-01-2009</c:v>
                </c:pt>
                <c:pt idx="2261">
                  <c:v>14-01-2009</c:v>
                </c:pt>
                <c:pt idx="2262">
                  <c:v>15-01-2009</c:v>
                </c:pt>
                <c:pt idx="2263">
                  <c:v>16-01-2009</c:v>
                </c:pt>
                <c:pt idx="2264">
                  <c:v>19-01-2009</c:v>
                </c:pt>
                <c:pt idx="2265">
                  <c:v>20-01-2009</c:v>
                </c:pt>
                <c:pt idx="2266">
                  <c:v>21-01-2009</c:v>
                </c:pt>
                <c:pt idx="2267">
                  <c:v>22-01-2009</c:v>
                </c:pt>
                <c:pt idx="2268">
                  <c:v>23-01-2009</c:v>
                </c:pt>
                <c:pt idx="2269">
                  <c:v>27-01-2009</c:v>
                </c:pt>
                <c:pt idx="2270">
                  <c:v>28-01-2009</c:v>
                </c:pt>
                <c:pt idx="2271">
                  <c:v>29-01-2009</c:v>
                </c:pt>
                <c:pt idx="2272">
                  <c:v>30-01-2009</c:v>
                </c:pt>
                <c:pt idx="2273">
                  <c:v>02-02-2009</c:v>
                </c:pt>
                <c:pt idx="2274">
                  <c:v>03-02-2009</c:v>
                </c:pt>
                <c:pt idx="2275">
                  <c:v>04-02-2009</c:v>
                </c:pt>
                <c:pt idx="2276">
                  <c:v>05-02-2009</c:v>
                </c:pt>
                <c:pt idx="2277">
                  <c:v>06-02-2009</c:v>
                </c:pt>
                <c:pt idx="2278">
                  <c:v>09-02-2009</c:v>
                </c:pt>
                <c:pt idx="2279">
                  <c:v>10-02-2009</c:v>
                </c:pt>
                <c:pt idx="2280">
                  <c:v>11-02-2009</c:v>
                </c:pt>
                <c:pt idx="2281">
                  <c:v>12-02-2009</c:v>
                </c:pt>
                <c:pt idx="2282">
                  <c:v>13-02-2009</c:v>
                </c:pt>
                <c:pt idx="2283">
                  <c:v>16-02-2009</c:v>
                </c:pt>
                <c:pt idx="2284">
                  <c:v>17-02-2009</c:v>
                </c:pt>
                <c:pt idx="2285">
                  <c:v>18-02-2009</c:v>
                </c:pt>
                <c:pt idx="2286">
                  <c:v>19-02-2009</c:v>
                </c:pt>
                <c:pt idx="2287">
                  <c:v>20-02-2009</c:v>
                </c:pt>
                <c:pt idx="2288">
                  <c:v>24-02-2009</c:v>
                </c:pt>
                <c:pt idx="2289">
                  <c:v>25-02-2009</c:v>
                </c:pt>
                <c:pt idx="2290">
                  <c:v>26-02-2009</c:v>
                </c:pt>
                <c:pt idx="2291">
                  <c:v>27-02-2009</c:v>
                </c:pt>
                <c:pt idx="2292">
                  <c:v>02-03-2009</c:v>
                </c:pt>
                <c:pt idx="2293">
                  <c:v>03-03-2009</c:v>
                </c:pt>
                <c:pt idx="2294">
                  <c:v>04-03-2009</c:v>
                </c:pt>
                <c:pt idx="2295">
                  <c:v>05-03-2009</c:v>
                </c:pt>
                <c:pt idx="2296">
                  <c:v>06-03-2009</c:v>
                </c:pt>
                <c:pt idx="2297">
                  <c:v>09-03-2009</c:v>
                </c:pt>
                <c:pt idx="2298">
                  <c:v>12-03-2009</c:v>
                </c:pt>
                <c:pt idx="2299">
                  <c:v>13-03-2009</c:v>
                </c:pt>
                <c:pt idx="2300">
                  <c:v>16-03-2009</c:v>
                </c:pt>
                <c:pt idx="2301">
                  <c:v>17-03-2009</c:v>
                </c:pt>
                <c:pt idx="2302">
                  <c:v>18-03-2009</c:v>
                </c:pt>
                <c:pt idx="2303">
                  <c:v>19-03-2009</c:v>
                </c:pt>
                <c:pt idx="2304">
                  <c:v>20-03-2009</c:v>
                </c:pt>
                <c:pt idx="2305">
                  <c:v>23-03-2009</c:v>
                </c:pt>
                <c:pt idx="2306">
                  <c:v>24-03-2009</c:v>
                </c:pt>
                <c:pt idx="2307">
                  <c:v>25-03-2009</c:v>
                </c:pt>
                <c:pt idx="2308">
                  <c:v>26-03-2009</c:v>
                </c:pt>
                <c:pt idx="2309">
                  <c:v>27-03-2009</c:v>
                </c:pt>
                <c:pt idx="2310">
                  <c:v>30-03-2009</c:v>
                </c:pt>
                <c:pt idx="2311">
                  <c:v>31-03-2009</c:v>
                </c:pt>
                <c:pt idx="2312">
                  <c:v>01-04-2009</c:v>
                </c:pt>
                <c:pt idx="2313">
                  <c:v>02-04-2009</c:v>
                </c:pt>
                <c:pt idx="2314">
                  <c:v>06-04-2009</c:v>
                </c:pt>
                <c:pt idx="2315">
                  <c:v>08-04-2009</c:v>
                </c:pt>
                <c:pt idx="2316">
                  <c:v>09-04-2009</c:v>
                </c:pt>
                <c:pt idx="2317">
                  <c:v>13-04-2009</c:v>
                </c:pt>
                <c:pt idx="2318">
                  <c:v>15-04-2009</c:v>
                </c:pt>
                <c:pt idx="2319">
                  <c:v>16-04-2009</c:v>
                </c:pt>
                <c:pt idx="2320">
                  <c:v>17-04-2009</c:v>
                </c:pt>
                <c:pt idx="2321">
                  <c:v>20-04-2009</c:v>
                </c:pt>
                <c:pt idx="2322">
                  <c:v>21-04-2009</c:v>
                </c:pt>
                <c:pt idx="2323">
                  <c:v>22-04-2009</c:v>
                </c:pt>
                <c:pt idx="2324">
                  <c:v>23-04-2009</c:v>
                </c:pt>
                <c:pt idx="2325">
                  <c:v>24-04-2009</c:v>
                </c:pt>
                <c:pt idx="2326">
                  <c:v>27-04-2009</c:v>
                </c:pt>
                <c:pt idx="2327">
                  <c:v>28-04-2009</c:v>
                </c:pt>
                <c:pt idx="2328">
                  <c:v>29-04-2009</c:v>
                </c:pt>
                <c:pt idx="2329">
                  <c:v>04-05-2009</c:v>
                </c:pt>
                <c:pt idx="2330">
                  <c:v>05-05-2009</c:v>
                </c:pt>
                <c:pt idx="2331">
                  <c:v>06-05-2009</c:v>
                </c:pt>
                <c:pt idx="2332">
                  <c:v>07-05-2009</c:v>
                </c:pt>
                <c:pt idx="2333">
                  <c:v>08-05-2009</c:v>
                </c:pt>
                <c:pt idx="2334">
                  <c:v>11-05-2009</c:v>
                </c:pt>
                <c:pt idx="2335">
                  <c:v>12-05-2009</c:v>
                </c:pt>
                <c:pt idx="2336">
                  <c:v>13-05-2009</c:v>
                </c:pt>
                <c:pt idx="2337">
                  <c:v>14-05-2009</c:v>
                </c:pt>
                <c:pt idx="2338">
                  <c:v>15-05-2009</c:v>
                </c:pt>
                <c:pt idx="2339">
                  <c:v>18-05-2009</c:v>
                </c:pt>
                <c:pt idx="2340">
                  <c:v>19-05-2009</c:v>
                </c:pt>
                <c:pt idx="2341">
                  <c:v>20-05-2009</c:v>
                </c:pt>
                <c:pt idx="2342">
                  <c:v>21-05-2009</c:v>
                </c:pt>
                <c:pt idx="2343">
                  <c:v>22-05-2009</c:v>
                </c:pt>
                <c:pt idx="2344">
                  <c:v>25-05-2009</c:v>
                </c:pt>
                <c:pt idx="2345">
                  <c:v>26-05-2009</c:v>
                </c:pt>
                <c:pt idx="2346">
                  <c:v>27-05-2009</c:v>
                </c:pt>
                <c:pt idx="2347">
                  <c:v>28-05-2009</c:v>
                </c:pt>
                <c:pt idx="2348">
                  <c:v>29-05-2009</c:v>
                </c:pt>
                <c:pt idx="2349">
                  <c:v>01-06-2009</c:v>
                </c:pt>
                <c:pt idx="2350">
                  <c:v>02-06-2009</c:v>
                </c:pt>
                <c:pt idx="2351">
                  <c:v>03-06-2009</c:v>
                </c:pt>
                <c:pt idx="2352">
                  <c:v>04-06-2009</c:v>
                </c:pt>
                <c:pt idx="2353">
                  <c:v>05-06-2009</c:v>
                </c:pt>
                <c:pt idx="2354">
                  <c:v>08-06-2009</c:v>
                </c:pt>
                <c:pt idx="2355">
                  <c:v>09-06-2009</c:v>
                </c:pt>
                <c:pt idx="2356">
                  <c:v>10-06-2009</c:v>
                </c:pt>
                <c:pt idx="2357">
                  <c:v>11-06-2009</c:v>
                </c:pt>
                <c:pt idx="2358">
                  <c:v>12-06-2009</c:v>
                </c:pt>
                <c:pt idx="2359">
                  <c:v>15-06-2009</c:v>
                </c:pt>
                <c:pt idx="2360">
                  <c:v>16-06-2009</c:v>
                </c:pt>
                <c:pt idx="2361">
                  <c:v>17-06-2009</c:v>
                </c:pt>
                <c:pt idx="2362">
                  <c:v>18-06-2009</c:v>
                </c:pt>
                <c:pt idx="2363">
                  <c:v>19-06-2009</c:v>
                </c:pt>
                <c:pt idx="2364">
                  <c:v>22-06-2009</c:v>
                </c:pt>
                <c:pt idx="2365">
                  <c:v>23-06-2009</c:v>
                </c:pt>
                <c:pt idx="2366">
                  <c:v>24-06-2009</c:v>
                </c:pt>
                <c:pt idx="2367">
                  <c:v>25-06-2009</c:v>
                </c:pt>
                <c:pt idx="2368">
                  <c:v>26-06-2009</c:v>
                </c:pt>
                <c:pt idx="2369">
                  <c:v>29-06-2009</c:v>
                </c:pt>
                <c:pt idx="2370">
                  <c:v>30-06-2009</c:v>
                </c:pt>
                <c:pt idx="2371">
                  <c:v>01-07-2009</c:v>
                </c:pt>
                <c:pt idx="2372">
                  <c:v>02-07-2009</c:v>
                </c:pt>
                <c:pt idx="2373">
                  <c:v>03-07-2009</c:v>
                </c:pt>
                <c:pt idx="2374">
                  <c:v>06-07-2009</c:v>
                </c:pt>
                <c:pt idx="2375">
                  <c:v>07-07-2009</c:v>
                </c:pt>
                <c:pt idx="2376">
                  <c:v>08-07-2009</c:v>
                </c:pt>
                <c:pt idx="2377">
                  <c:v>09-07-2009</c:v>
                </c:pt>
                <c:pt idx="2378">
                  <c:v>10-07-2009</c:v>
                </c:pt>
                <c:pt idx="2379">
                  <c:v>13-07-2009</c:v>
                </c:pt>
                <c:pt idx="2380">
                  <c:v>14-07-2009</c:v>
                </c:pt>
                <c:pt idx="2381">
                  <c:v>15-07-2009</c:v>
                </c:pt>
                <c:pt idx="2382">
                  <c:v>16-07-2009</c:v>
                </c:pt>
                <c:pt idx="2383">
                  <c:v>17-07-2009</c:v>
                </c:pt>
                <c:pt idx="2384">
                  <c:v>20-07-2009</c:v>
                </c:pt>
                <c:pt idx="2385">
                  <c:v>21-07-2009</c:v>
                </c:pt>
                <c:pt idx="2386">
                  <c:v>22-07-2009</c:v>
                </c:pt>
                <c:pt idx="2387">
                  <c:v>23-07-2009</c:v>
                </c:pt>
                <c:pt idx="2388">
                  <c:v>24-07-2009</c:v>
                </c:pt>
                <c:pt idx="2389">
                  <c:v>27-07-2009</c:v>
                </c:pt>
                <c:pt idx="2390">
                  <c:v>28-07-2009</c:v>
                </c:pt>
                <c:pt idx="2391">
                  <c:v>29-07-2009</c:v>
                </c:pt>
                <c:pt idx="2392">
                  <c:v>30-07-2009</c:v>
                </c:pt>
                <c:pt idx="2393">
                  <c:v>31-07-2009</c:v>
                </c:pt>
                <c:pt idx="2394">
                  <c:v>03-08-2009</c:v>
                </c:pt>
                <c:pt idx="2395">
                  <c:v>04-08-2009</c:v>
                </c:pt>
                <c:pt idx="2396">
                  <c:v>05-08-2009</c:v>
                </c:pt>
                <c:pt idx="2397">
                  <c:v>06-08-2009</c:v>
                </c:pt>
                <c:pt idx="2398">
                  <c:v>07-08-2009</c:v>
                </c:pt>
                <c:pt idx="2399">
                  <c:v>10-08-2009</c:v>
                </c:pt>
                <c:pt idx="2400">
                  <c:v>11-08-2009</c:v>
                </c:pt>
                <c:pt idx="2401">
                  <c:v>12-08-2009</c:v>
                </c:pt>
                <c:pt idx="2402">
                  <c:v>13-08-2009</c:v>
                </c:pt>
                <c:pt idx="2403">
                  <c:v>14-08-2009</c:v>
                </c:pt>
                <c:pt idx="2404">
                  <c:v>17-08-2009</c:v>
                </c:pt>
                <c:pt idx="2405">
                  <c:v>18-08-2009</c:v>
                </c:pt>
                <c:pt idx="2406">
                  <c:v>19-08-2009</c:v>
                </c:pt>
                <c:pt idx="2407">
                  <c:v>20-08-2009</c:v>
                </c:pt>
                <c:pt idx="2408">
                  <c:v>21-08-2009</c:v>
                </c:pt>
                <c:pt idx="2409">
                  <c:v>24-08-2009</c:v>
                </c:pt>
                <c:pt idx="2410">
                  <c:v>25-08-2009</c:v>
                </c:pt>
                <c:pt idx="2411">
                  <c:v>26-08-2009</c:v>
                </c:pt>
                <c:pt idx="2412">
                  <c:v>27-08-2009</c:v>
                </c:pt>
                <c:pt idx="2413">
                  <c:v>28-08-2009</c:v>
                </c:pt>
                <c:pt idx="2414">
                  <c:v>31-08-2009</c:v>
                </c:pt>
                <c:pt idx="2415">
                  <c:v>01-09-2009</c:v>
                </c:pt>
                <c:pt idx="2416">
                  <c:v>02-09-2009</c:v>
                </c:pt>
                <c:pt idx="2417">
                  <c:v>03-09-2009</c:v>
                </c:pt>
                <c:pt idx="2418">
                  <c:v>04-09-2009</c:v>
                </c:pt>
                <c:pt idx="2419">
                  <c:v>07-09-2009</c:v>
                </c:pt>
                <c:pt idx="2420">
                  <c:v>08-09-2009</c:v>
                </c:pt>
                <c:pt idx="2421">
                  <c:v>09-09-2009</c:v>
                </c:pt>
                <c:pt idx="2422">
                  <c:v>10-09-2009</c:v>
                </c:pt>
                <c:pt idx="2423">
                  <c:v>11-09-2009</c:v>
                </c:pt>
                <c:pt idx="2424">
                  <c:v>14-09-2009</c:v>
                </c:pt>
                <c:pt idx="2425">
                  <c:v>15-09-2009</c:v>
                </c:pt>
                <c:pt idx="2426">
                  <c:v>16-09-2009</c:v>
                </c:pt>
                <c:pt idx="2427">
                  <c:v>17-09-2009</c:v>
                </c:pt>
                <c:pt idx="2428">
                  <c:v>18-09-2009</c:v>
                </c:pt>
                <c:pt idx="2429">
                  <c:v>22-09-2009</c:v>
                </c:pt>
                <c:pt idx="2430">
                  <c:v>23-09-2009</c:v>
                </c:pt>
                <c:pt idx="2431">
                  <c:v>24-09-2009</c:v>
                </c:pt>
                <c:pt idx="2432">
                  <c:v>25-09-2009</c:v>
                </c:pt>
                <c:pt idx="2433">
                  <c:v>29-09-2009</c:v>
                </c:pt>
                <c:pt idx="2434">
                  <c:v>30-09-2009</c:v>
                </c:pt>
                <c:pt idx="2435">
                  <c:v>01-10-2009</c:v>
                </c:pt>
                <c:pt idx="2436">
                  <c:v>05-10-2009</c:v>
                </c:pt>
                <c:pt idx="2437">
                  <c:v>06-10-2009</c:v>
                </c:pt>
                <c:pt idx="2438">
                  <c:v>07-10-2009</c:v>
                </c:pt>
                <c:pt idx="2439">
                  <c:v>08-10-2009</c:v>
                </c:pt>
                <c:pt idx="2440">
                  <c:v>09-10-2009</c:v>
                </c:pt>
                <c:pt idx="2441">
                  <c:v>12-10-2009</c:v>
                </c:pt>
                <c:pt idx="2442">
                  <c:v>14-10-2009</c:v>
                </c:pt>
                <c:pt idx="2443">
                  <c:v>15-10-2009</c:v>
                </c:pt>
                <c:pt idx="2444">
                  <c:v>16-10-2009</c:v>
                </c:pt>
                <c:pt idx="2445">
                  <c:v>17-10-2009</c:v>
                </c:pt>
                <c:pt idx="2446">
                  <c:v>20-10-2009</c:v>
                </c:pt>
                <c:pt idx="2447">
                  <c:v>21-10-2009</c:v>
                </c:pt>
                <c:pt idx="2448">
                  <c:v>22-10-2009</c:v>
                </c:pt>
                <c:pt idx="2449">
                  <c:v>23-10-2009</c:v>
                </c:pt>
                <c:pt idx="2450">
                  <c:v>26-10-2009</c:v>
                </c:pt>
                <c:pt idx="2451">
                  <c:v>27-10-2009</c:v>
                </c:pt>
                <c:pt idx="2452">
                  <c:v>28-10-2009</c:v>
                </c:pt>
                <c:pt idx="2453">
                  <c:v>29-10-2009</c:v>
                </c:pt>
                <c:pt idx="2454">
                  <c:v>30-10-2009</c:v>
                </c:pt>
                <c:pt idx="2455">
                  <c:v>03-11-2009</c:v>
                </c:pt>
                <c:pt idx="2456">
                  <c:v>04-11-2009</c:v>
                </c:pt>
                <c:pt idx="2457">
                  <c:v>05-11-2009</c:v>
                </c:pt>
                <c:pt idx="2458">
                  <c:v>06-11-2009</c:v>
                </c:pt>
                <c:pt idx="2459">
                  <c:v>09-11-2009</c:v>
                </c:pt>
                <c:pt idx="2460">
                  <c:v>10-11-2009</c:v>
                </c:pt>
                <c:pt idx="2461">
                  <c:v>11-11-2009</c:v>
                </c:pt>
                <c:pt idx="2462">
                  <c:v>12-11-2009</c:v>
                </c:pt>
                <c:pt idx="2463">
                  <c:v>13-11-2009</c:v>
                </c:pt>
                <c:pt idx="2464">
                  <c:v>16-11-2009</c:v>
                </c:pt>
                <c:pt idx="2465">
                  <c:v>17-11-2009</c:v>
                </c:pt>
                <c:pt idx="2466">
                  <c:v>18-11-2009</c:v>
                </c:pt>
                <c:pt idx="2467">
                  <c:v>19-11-2009</c:v>
                </c:pt>
                <c:pt idx="2468">
                  <c:v>20-11-2009</c:v>
                </c:pt>
                <c:pt idx="2469">
                  <c:v>23-11-2009</c:v>
                </c:pt>
                <c:pt idx="2470">
                  <c:v>24-11-2009</c:v>
                </c:pt>
                <c:pt idx="2471">
                  <c:v>25-11-2009</c:v>
                </c:pt>
                <c:pt idx="2472">
                  <c:v>26-11-2009</c:v>
                </c:pt>
                <c:pt idx="2473">
                  <c:v>27-11-2009</c:v>
                </c:pt>
                <c:pt idx="2474">
                  <c:v>30-11-2009</c:v>
                </c:pt>
                <c:pt idx="2475">
                  <c:v>01-12-2009</c:v>
                </c:pt>
                <c:pt idx="2476">
                  <c:v>02-12-2009</c:v>
                </c:pt>
                <c:pt idx="2477">
                  <c:v>03-12-2009</c:v>
                </c:pt>
                <c:pt idx="2478">
                  <c:v>04-12-2009</c:v>
                </c:pt>
                <c:pt idx="2479">
                  <c:v>07-12-2009</c:v>
                </c:pt>
                <c:pt idx="2480">
                  <c:v>08-12-2009</c:v>
                </c:pt>
                <c:pt idx="2481">
                  <c:v>09-12-2009</c:v>
                </c:pt>
                <c:pt idx="2482">
                  <c:v>10-12-2009</c:v>
                </c:pt>
                <c:pt idx="2483">
                  <c:v>11-12-2009</c:v>
                </c:pt>
                <c:pt idx="2484">
                  <c:v>14-12-2009</c:v>
                </c:pt>
                <c:pt idx="2485">
                  <c:v>15-12-2009</c:v>
                </c:pt>
                <c:pt idx="2486">
                  <c:v>16-12-2009</c:v>
                </c:pt>
                <c:pt idx="2487">
                  <c:v>17-12-2009</c:v>
                </c:pt>
                <c:pt idx="2488">
                  <c:v>18-12-2009</c:v>
                </c:pt>
                <c:pt idx="2489">
                  <c:v>21-12-2009</c:v>
                </c:pt>
                <c:pt idx="2490">
                  <c:v>22-12-2009</c:v>
                </c:pt>
                <c:pt idx="2491">
                  <c:v>23-12-2009</c:v>
                </c:pt>
                <c:pt idx="2492">
                  <c:v>24-12-2009</c:v>
                </c:pt>
                <c:pt idx="2493">
                  <c:v>29-12-2009</c:v>
                </c:pt>
                <c:pt idx="2494">
                  <c:v>30-12-2009</c:v>
                </c:pt>
                <c:pt idx="2495">
                  <c:v>31-12-2009</c:v>
                </c:pt>
                <c:pt idx="2496">
                  <c:v>04-01-2010</c:v>
                </c:pt>
                <c:pt idx="2497">
                  <c:v>05-01-2010</c:v>
                </c:pt>
                <c:pt idx="2498">
                  <c:v>06-01-2010</c:v>
                </c:pt>
                <c:pt idx="2499">
                  <c:v>07-01-2010</c:v>
                </c:pt>
                <c:pt idx="2500">
                  <c:v>08-01-2010</c:v>
                </c:pt>
                <c:pt idx="2501">
                  <c:v>11-01-2010</c:v>
                </c:pt>
                <c:pt idx="2502">
                  <c:v>12-01-2010</c:v>
                </c:pt>
                <c:pt idx="2503">
                  <c:v>13-01-2010</c:v>
                </c:pt>
                <c:pt idx="2504">
                  <c:v>14-01-2010</c:v>
                </c:pt>
                <c:pt idx="2505">
                  <c:v>15-01-2010</c:v>
                </c:pt>
                <c:pt idx="2506">
                  <c:v>18-01-2010</c:v>
                </c:pt>
                <c:pt idx="2507">
                  <c:v>19-01-2010</c:v>
                </c:pt>
                <c:pt idx="2508">
                  <c:v>20-01-2010</c:v>
                </c:pt>
                <c:pt idx="2509">
                  <c:v>21-01-2010</c:v>
                </c:pt>
                <c:pt idx="2510">
                  <c:v>22-01-2010</c:v>
                </c:pt>
                <c:pt idx="2511">
                  <c:v>25-01-2010</c:v>
                </c:pt>
                <c:pt idx="2512">
                  <c:v>27-01-2010</c:v>
                </c:pt>
                <c:pt idx="2513">
                  <c:v>28-01-2010</c:v>
                </c:pt>
                <c:pt idx="2514">
                  <c:v>29-01-2010</c:v>
                </c:pt>
                <c:pt idx="2515">
                  <c:v>01-02-2010</c:v>
                </c:pt>
                <c:pt idx="2516">
                  <c:v>02-02-2010</c:v>
                </c:pt>
                <c:pt idx="2517">
                  <c:v>03-02-2010</c:v>
                </c:pt>
                <c:pt idx="2518">
                  <c:v>04-02-2010</c:v>
                </c:pt>
                <c:pt idx="2519">
                  <c:v>05-02-2010</c:v>
                </c:pt>
                <c:pt idx="2520">
                  <c:v>06-02-2010</c:v>
                </c:pt>
                <c:pt idx="2521">
                  <c:v>08-02-2010</c:v>
                </c:pt>
                <c:pt idx="2522">
                  <c:v>09-02-2010</c:v>
                </c:pt>
                <c:pt idx="2523">
                  <c:v>10-02-2010</c:v>
                </c:pt>
                <c:pt idx="2524">
                  <c:v>11-02-2010</c:v>
                </c:pt>
                <c:pt idx="2525">
                  <c:v>15-02-2010</c:v>
                </c:pt>
                <c:pt idx="2526">
                  <c:v>16-02-2010</c:v>
                </c:pt>
                <c:pt idx="2527">
                  <c:v>17-02-2010</c:v>
                </c:pt>
                <c:pt idx="2528">
                  <c:v>18-02-2010</c:v>
                </c:pt>
                <c:pt idx="2529">
                  <c:v>19-02-2010</c:v>
                </c:pt>
                <c:pt idx="2530">
                  <c:v>22-02-2010</c:v>
                </c:pt>
                <c:pt idx="2531">
                  <c:v>23-02-2010</c:v>
                </c:pt>
                <c:pt idx="2532">
                  <c:v>24-02-2010</c:v>
                </c:pt>
                <c:pt idx="2533">
                  <c:v>25-02-2010</c:v>
                </c:pt>
                <c:pt idx="2534">
                  <c:v>26-02-2010</c:v>
                </c:pt>
                <c:pt idx="2535">
                  <c:v>02-03-2010</c:v>
                </c:pt>
                <c:pt idx="2536">
                  <c:v>03-03-2010</c:v>
                </c:pt>
                <c:pt idx="2537">
                  <c:v>04-03-2010</c:v>
                </c:pt>
                <c:pt idx="2538">
                  <c:v>05-03-2010</c:v>
                </c:pt>
                <c:pt idx="2539">
                  <c:v>08-03-2010</c:v>
                </c:pt>
                <c:pt idx="2540">
                  <c:v>09-03-2010</c:v>
                </c:pt>
                <c:pt idx="2541">
                  <c:v>10-03-2010</c:v>
                </c:pt>
                <c:pt idx="2542">
                  <c:v>11-03-2010</c:v>
                </c:pt>
                <c:pt idx="2543">
                  <c:v>12-03-2010</c:v>
                </c:pt>
                <c:pt idx="2544">
                  <c:v>15-03-2010</c:v>
                </c:pt>
                <c:pt idx="2545">
                  <c:v>16-03-2010</c:v>
                </c:pt>
                <c:pt idx="2546">
                  <c:v>17-03-2010</c:v>
                </c:pt>
                <c:pt idx="2547">
                  <c:v>18-03-2010</c:v>
                </c:pt>
                <c:pt idx="2548">
                  <c:v>19-03-2010</c:v>
                </c:pt>
                <c:pt idx="2549">
                  <c:v>22-03-2010</c:v>
                </c:pt>
                <c:pt idx="2550">
                  <c:v>23-03-2010</c:v>
                </c:pt>
                <c:pt idx="2551">
                  <c:v>25-03-2010</c:v>
                </c:pt>
                <c:pt idx="2552">
                  <c:v>26-03-2010</c:v>
                </c:pt>
                <c:pt idx="2553">
                  <c:v>29-03-2010</c:v>
                </c:pt>
                <c:pt idx="2554">
                  <c:v>30-03-2010</c:v>
                </c:pt>
                <c:pt idx="2555">
                  <c:v>31-03-2010</c:v>
                </c:pt>
                <c:pt idx="2556">
                  <c:v>01-04-2010</c:v>
                </c:pt>
                <c:pt idx="2557">
                  <c:v>05-04-2010</c:v>
                </c:pt>
                <c:pt idx="2558">
                  <c:v>06-04-2010</c:v>
                </c:pt>
                <c:pt idx="2559">
                  <c:v>07-04-2010</c:v>
                </c:pt>
                <c:pt idx="2560">
                  <c:v>08-04-2010</c:v>
                </c:pt>
                <c:pt idx="2561">
                  <c:v>09-04-2010</c:v>
                </c:pt>
                <c:pt idx="2562">
                  <c:v>12-04-2010</c:v>
                </c:pt>
                <c:pt idx="2563">
                  <c:v>13-04-2010</c:v>
                </c:pt>
                <c:pt idx="2564">
                  <c:v>15-04-2010</c:v>
                </c:pt>
                <c:pt idx="2565">
                  <c:v>16-04-2010</c:v>
                </c:pt>
                <c:pt idx="2566">
                  <c:v>19-04-2010</c:v>
                </c:pt>
                <c:pt idx="2567">
                  <c:v>20-04-2010</c:v>
                </c:pt>
                <c:pt idx="2568">
                  <c:v>21-04-2010</c:v>
                </c:pt>
                <c:pt idx="2569">
                  <c:v>22-04-2010</c:v>
                </c:pt>
                <c:pt idx="2570">
                  <c:v>23-04-2010</c:v>
                </c:pt>
                <c:pt idx="2571">
                  <c:v>26-04-2010</c:v>
                </c:pt>
                <c:pt idx="2572">
                  <c:v>27-04-2010</c:v>
                </c:pt>
                <c:pt idx="2573">
                  <c:v>28-04-2010</c:v>
                </c:pt>
                <c:pt idx="2574">
                  <c:v>29-04-2010</c:v>
                </c:pt>
                <c:pt idx="2575">
                  <c:v>30-04-2010</c:v>
                </c:pt>
                <c:pt idx="2576">
                  <c:v>03-05-2010</c:v>
                </c:pt>
                <c:pt idx="2577">
                  <c:v>04-05-2010</c:v>
                </c:pt>
                <c:pt idx="2578">
                  <c:v>05-05-2010</c:v>
                </c:pt>
                <c:pt idx="2579">
                  <c:v>06-05-2010</c:v>
                </c:pt>
                <c:pt idx="2580">
                  <c:v>07-05-2010</c:v>
                </c:pt>
                <c:pt idx="2581">
                  <c:v>10-05-2010</c:v>
                </c:pt>
                <c:pt idx="2582">
                  <c:v>11-05-2010</c:v>
                </c:pt>
                <c:pt idx="2583">
                  <c:v>12-05-2010</c:v>
                </c:pt>
                <c:pt idx="2584">
                  <c:v>13-05-2010</c:v>
                </c:pt>
                <c:pt idx="2585">
                  <c:v>14-05-2010</c:v>
                </c:pt>
                <c:pt idx="2586">
                  <c:v>17-05-2010</c:v>
                </c:pt>
                <c:pt idx="2587">
                  <c:v>18-05-2010</c:v>
                </c:pt>
                <c:pt idx="2588">
                  <c:v>19-05-2010</c:v>
                </c:pt>
                <c:pt idx="2589">
                  <c:v>20-05-2010</c:v>
                </c:pt>
                <c:pt idx="2590">
                  <c:v>21-05-2010</c:v>
                </c:pt>
                <c:pt idx="2591">
                  <c:v>24-05-2010</c:v>
                </c:pt>
                <c:pt idx="2592">
                  <c:v>25-05-2010</c:v>
                </c:pt>
                <c:pt idx="2593">
                  <c:v>26-05-2010</c:v>
                </c:pt>
                <c:pt idx="2594">
                  <c:v>27-05-2010</c:v>
                </c:pt>
                <c:pt idx="2595">
                  <c:v>28-05-2010</c:v>
                </c:pt>
                <c:pt idx="2596">
                  <c:v>31-05-2010</c:v>
                </c:pt>
                <c:pt idx="2597">
                  <c:v>01-06-2010</c:v>
                </c:pt>
                <c:pt idx="2598">
                  <c:v>02-06-2010</c:v>
                </c:pt>
                <c:pt idx="2599">
                  <c:v>03-06-2010</c:v>
                </c:pt>
                <c:pt idx="2600">
                  <c:v>04-06-2010</c:v>
                </c:pt>
                <c:pt idx="2601">
                  <c:v>07-06-2010</c:v>
                </c:pt>
                <c:pt idx="2602">
                  <c:v>08-06-2010</c:v>
                </c:pt>
                <c:pt idx="2603">
                  <c:v>09-06-2010</c:v>
                </c:pt>
                <c:pt idx="2604">
                  <c:v>10-06-2010</c:v>
                </c:pt>
                <c:pt idx="2605">
                  <c:v>11-06-2010</c:v>
                </c:pt>
                <c:pt idx="2606">
                  <c:v>14-06-2010</c:v>
                </c:pt>
                <c:pt idx="2607">
                  <c:v>15-06-2010</c:v>
                </c:pt>
                <c:pt idx="2608">
                  <c:v>16-06-2010</c:v>
                </c:pt>
                <c:pt idx="2609">
                  <c:v>17-06-2010</c:v>
                </c:pt>
                <c:pt idx="2610">
                  <c:v>18-06-2010</c:v>
                </c:pt>
                <c:pt idx="2611">
                  <c:v>21-06-2010</c:v>
                </c:pt>
                <c:pt idx="2612">
                  <c:v>22-06-2010</c:v>
                </c:pt>
                <c:pt idx="2613">
                  <c:v>23-06-2010</c:v>
                </c:pt>
                <c:pt idx="2614">
                  <c:v>24-06-2010</c:v>
                </c:pt>
                <c:pt idx="2615">
                  <c:v>25-06-2010</c:v>
                </c:pt>
                <c:pt idx="2616">
                  <c:v>28-06-2010</c:v>
                </c:pt>
                <c:pt idx="2617">
                  <c:v>29-06-2010</c:v>
                </c:pt>
                <c:pt idx="2618">
                  <c:v>30-06-2010</c:v>
                </c:pt>
                <c:pt idx="2619">
                  <c:v>01-07-2010</c:v>
                </c:pt>
                <c:pt idx="2620">
                  <c:v>02-07-2010</c:v>
                </c:pt>
                <c:pt idx="2621">
                  <c:v>05-07-2010</c:v>
                </c:pt>
                <c:pt idx="2622">
                  <c:v>06-07-2010</c:v>
                </c:pt>
                <c:pt idx="2623">
                  <c:v>07-07-2010</c:v>
                </c:pt>
                <c:pt idx="2624">
                  <c:v>08-07-2010</c:v>
                </c:pt>
                <c:pt idx="2625">
                  <c:v>09-07-2010</c:v>
                </c:pt>
                <c:pt idx="2626">
                  <c:v>12-07-2010</c:v>
                </c:pt>
                <c:pt idx="2627">
                  <c:v>13-07-2010</c:v>
                </c:pt>
                <c:pt idx="2628">
                  <c:v>14-07-2010</c:v>
                </c:pt>
                <c:pt idx="2629">
                  <c:v>15-07-2010</c:v>
                </c:pt>
                <c:pt idx="2630">
                  <c:v>16-07-2010</c:v>
                </c:pt>
                <c:pt idx="2631">
                  <c:v>19-07-2010</c:v>
                </c:pt>
                <c:pt idx="2632">
                  <c:v>20-07-2010</c:v>
                </c:pt>
                <c:pt idx="2633">
                  <c:v>21-07-2010</c:v>
                </c:pt>
                <c:pt idx="2634">
                  <c:v>22-07-2010</c:v>
                </c:pt>
                <c:pt idx="2635">
                  <c:v>23-07-2010</c:v>
                </c:pt>
                <c:pt idx="2636">
                  <c:v>26-07-2010</c:v>
                </c:pt>
                <c:pt idx="2637">
                  <c:v>27-07-2010</c:v>
                </c:pt>
                <c:pt idx="2638">
                  <c:v>28-07-2010</c:v>
                </c:pt>
                <c:pt idx="2639">
                  <c:v>29-07-2010</c:v>
                </c:pt>
                <c:pt idx="2640">
                  <c:v>30-07-2010</c:v>
                </c:pt>
                <c:pt idx="2641">
                  <c:v>02-08-2010</c:v>
                </c:pt>
                <c:pt idx="2642">
                  <c:v>03-08-2010</c:v>
                </c:pt>
                <c:pt idx="2643">
                  <c:v>04-08-2010</c:v>
                </c:pt>
                <c:pt idx="2644">
                  <c:v>05-08-2010</c:v>
                </c:pt>
                <c:pt idx="2645">
                  <c:v>06-08-2010</c:v>
                </c:pt>
                <c:pt idx="2646">
                  <c:v>09-08-2010</c:v>
                </c:pt>
                <c:pt idx="2647">
                  <c:v>10-08-2010</c:v>
                </c:pt>
                <c:pt idx="2648">
                  <c:v>11-08-2010</c:v>
                </c:pt>
                <c:pt idx="2649">
                  <c:v>12-08-2010</c:v>
                </c:pt>
                <c:pt idx="2650">
                  <c:v>13-08-2010</c:v>
                </c:pt>
                <c:pt idx="2651">
                  <c:v>16-08-2010</c:v>
                </c:pt>
                <c:pt idx="2652">
                  <c:v>17-08-2010</c:v>
                </c:pt>
                <c:pt idx="2653">
                  <c:v>18-08-2010</c:v>
                </c:pt>
                <c:pt idx="2654">
                  <c:v>19-08-2010</c:v>
                </c:pt>
                <c:pt idx="2655">
                  <c:v>20-08-2010</c:v>
                </c:pt>
                <c:pt idx="2656">
                  <c:v>23-08-2010</c:v>
                </c:pt>
                <c:pt idx="2657">
                  <c:v>24-08-2010</c:v>
                </c:pt>
                <c:pt idx="2658">
                  <c:v>25-08-2010</c:v>
                </c:pt>
                <c:pt idx="2659">
                  <c:v>26-08-2010</c:v>
                </c:pt>
                <c:pt idx="2660">
                  <c:v>27-08-2010</c:v>
                </c:pt>
                <c:pt idx="2661">
                  <c:v>30-08-2010</c:v>
                </c:pt>
                <c:pt idx="2662">
                  <c:v>31-08-2010</c:v>
                </c:pt>
                <c:pt idx="2663">
                  <c:v>01-09-2010</c:v>
                </c:pt>
                <c:pt idx="2664">
                  <c:v>02-09-2010</c:v>
                </c:pt>
                <c:pt idx="2665">
                  <c:v>03-09-2010</c:v>
                </c:pt>
                <c:pt idx="2666">
                  <c:v>06-09-2010</c:v>
                </c:pt>
                <c:pt idx="2667">
                  <c:v>07-09-2010</c:v>
                </c:pt>
                <c:pt idx="2668">
                  <c:v>08-09-2010</c:v>
                </c:pt>
                <c:pt idx="2669">
                  <c:v>09-09-2010</c:v>
                </c:pt>
                <c:pt idx="2670">
                  <c:v>13-09-2010</c:v>
                </c:pt>
                <c:pt idx="2671">
                  <c:v>14-09-2010</c:v>
                </c:pt>
                <c:pt idx="2672">
                  <c:v>15-09-2010</c:v>
                </c:pt>
                <c:pt idx="2673">
                  <c:v>16-09-2010</c:v>
                </c:pt>
                <c:pt idx="2674">
                  <c:v>17-09-2010</c:v>
                </c:pt>
                <c:pt idx="2675">
                  <c:v>20-09-2010</c:v>
                </c:pt>
                <c:pt idx="2676">
                  <c:v>21-09-2010</c:v>
                </c:pt>
                <c:pt idx="2677">
                  <c:v>22-09-2010</c:v>
                </c:pt>
                <c:pt idx="2678">
                  <c:v>23-09-2010</c:v>
                </c:pt>
                <c:pt idx="2679">
                  <c:v>24-09-2010</c:v>
                </c:pt>
                <c:pt idx="2680">
                  <c:v>27-09-2010</c:v>
                </c:pt>
                <c:pt idx="2681">
                  <c:v>28-09-2010</c:v>
                </c:pt>
                <c:pt idx="2682">
                  <c:v>29-09-2010</c:v>
                </c:pt>
                <c:pt idx="2683">
                  <c:v>30-09-2010</c:v>
                </c:pt>
                <c:pt idx="2684">
                  <c:v>01-10-2010</c:v>
                </c:pt>
                <c:pt idx="2685">
                  <c:v>04-10-2010</c:v>
                </c:pt>
                <c:pt idx="2686">
                  <c:v>05-10-2010</c:v>
                </c:pt>
                <c:pt idx="2687">
                  <c:v>06-10-2010</c:v>
                </c:pt>
                <c:pt idx="2688">
                  <c:v>07-10-2010</c:v>
                </c:pt>
                <c:pt idx="2689">
                  <c:v>08-10-2010</c:v>
                </c:pt>
                <c:pt idx="2690">
                  <c:v>11-10-2010</c:v>
                </c:pt>
                <c:pt idx="2691">
                  <c:v>12-10-2010</c:v>
                </c:pt>
                <c:pt idx="2692">
                  <c:v>13-10-2010</c:v>
                </c:pt>
                <c:pt idx="2693">
                  <c:v>14-10-2010</c:v>
                </c:pt>
                <c:pt idx="2694">
                  <c:v>15-10-2010</c:v>
                </c:pt>
                <c:pt idx="2695">
                  <c:v>18-10-2010</c:v>
                </c:pt>
                <c:pt idx="2696">
                  <c:v>19-10-2010</c:v>
                </c:pt>
                <c:pt idx="2697">
                  <c:v>20-10-2010</c:v>
                </c:pt>
                <c:pt idx="2698">
                  <c:v>21-10-2010</c:v>
                </c:pt>
                <c:pt idx="2699">
                  <c:v>22-10-2010</c:v>
                </c:pt>
                <c:pt idx="2700">
                  <c:v>25-10-2010</c:v>
                </c:pt>
                <c:pt idx="2701">
                  <c:v>26-10-2010</c:v>
                </c:pt>
                <c:pt idx="2702">
                  <c:v>27-10-2010</c:v>
                </c:pt>
                <c:pt idx="2703">
                  <c:v>28-10-2010</c:v>
                </c:pt>
                <c:pt idx="2704">
                  <c:v>29-10-2010</c:v>
                </c:pt>
                <c:pt idx="2705">
                  <c:v>01-11-2010</c:v>
                </c:pt>
                <c:pt idx="2706">
                  <c:v>02-11-2010</c:v>
                </c:pt>
                <c:pt idx="2707">
                  <c:v>03-11-2010</c:v>
                </c:pt>
                <c:pt idx="2708">
                  <c:v>04-11-2010</c:v>
                </c:pt>
                <c:pt idx="2709">
                  <c:v>05-11-2010</c:v>
                </c:pt>
                <c:pt idx="2710">
                  <c:v>08-11-2010</c:v>
                </c:pt>
                <c:pt idx="2711">
                  <c:v>09-11-2010</c:v>
                </c:pt>
                <c:pt idx="2712">
                  <c:v>10-11-2010</c:v>
                </c:pt>
                <c:pt idx="2713">
                  <c:v>11-11-2010</c:v>
                </c:pt>
                <c:pt idx="2714">
                  <c:v>12-11-2010</c:v>
                </c:pt>
                <c:pt idx="2715">
                  <c:v>15-11-2010</c:v>
                </c:pt>
                <c:pt idx="2716">
                  <c:v>16-11-2010</c:v>
                </c:pt>
                <c:pt idx="2717">
                  <c:v>18-11-2010</c:v>
                </c:pt>
                <c:pt idx="2718">
                  <c:v>19-11-2010</c:v>
                </c:pt>
                <c:pt idx="2719">
                  <c:v>22-11-2010</c:v>
                </c:pt>
                <c:pt idx="2720">
                  <c:v>23-11-2010</c:v>
                </c:pt>
                <c:pt idx="2721">
                  <c:v>24-11-2010</c:v>
                </c:pt>
                <c:pt idx="2722">
                  <c:v>25-11-2010</c:v>
                </c:pt>
                <c:pt idx="2723">
                  <c:v>26-11-2010</c:v>
                </c:pt>
                <c:pt idx="2724">
                  <c:v>29-11-2010</c:v>
                </c:pt>
                <c:pt idx="2725">
                  <c:v>30-11-2010</c:v>
                </c:pt>
                <c:pt idx="2726">
                  <c:v>01-12-2010</c:v>
                </c:pt>
                <c:pt idx="2727">
                  <c:v>02-12-2010</c:v>
                </c:pt>
                <c:pt idx="2728">
                  <c:v>03-12-2010</c:v>
                </c:pt>
                <c:pt idx="2729">
                  <c:v>06-12-2010</c:v>
                </c:pt>
                <c:pt idx="2730">
                  <c:v>07-12-2010</c:v>
                </c:pt>
                <c:pt idx="2731">
                  <c:v>08-12-2010</c:v>
                </c:pt>
                <c:pt idx="2732">
                  <c:v>09-12-2010</c:v>
                </c:pt>
                <c:pt idx="2733">
                  <c:v>10-12-2010</c:v>
                </c:pt>
                <c:pt idx="2734">
                  <c:v>13-12-2010</c:v>
                </c:pt>
                <c:pt idx="2735">
                  <c:v>14-12-2010</c:v>
                </c:pt>
                <c:pt idx="2736">
                  <c:v>15-12-2010</c:v>
                </c:pt>
                <c:pt idx="2737">
                  <c:v>16-12-2010</c:v>
                </c:pt>
                <c:pt idx="2738">
                  <c:v>20-12-2010</c:v>
                </c:pt>
                <c:pt idx="2739">
                  <c:v>21-12-2010</c:v>
                </c:pt>
                <c:pt idx="2740">
                  <c:v>22-12-2010</c:v>
                </c:pt>
                <c:pt idx="2741">
                  <c:v>23-12-2010</c:v>
                </c:pt>
                <c:pt idx="2742">
                  <c:v>24-12-2010</c:v>
                </c:pt>
                <c:pt idx="2743">
                  <c:v>27-12-2010</c:v>
                </c:pt>
                <c:pt idx="2744">
                  <c:v>28-12-2010</c:v>
                </c:pt>
                <c:pt idx="2745">
                  <c:v>29-12-2010</c:v>
                </c:pt>
                <c:pt idx="2746">
                  <c:v>30-12-2010</c:v>
                </c:pt>
                <c:pt idx="2747">
                  <c:v>31-12-2010</c:v>
                </c:pt>
                <c:pt idx="2748">
                  <c:v>03-01-2011</c:v>
                </c:pt>
                <c:pt idx="2749">
                  <c:v>04-01-2011</c:v>
                </c:pt>
                <c:pt idx="2750">
                  <c:v>05-01-2011</c:v>
                </c:pt>
                <c:pt idx="2751">
                  <c:v>06-01-2011</c:v>
                </c:pt>
                <c:pt idx="2752">
                  <c:v>07-01-2011</c:v>
                </c:pt>
                <c:pt idx="2753">
                  <c:v>10-01-2011</c:v>
                </c:pt>
                <c:pt idx="2754">
                  <c:v>11-01-2011</c:v>
                </c:pt>
                <c:pt idx="2755">
                  <c:v>12-01-2011</c:v>
                </c:pt>
                <c:pt idx="2756">
                  <c:v>13-01-2011</c:v>
                </c:pt>
                <c:pt idx="2757">
                  <c:v>14-01-2011</c:v>
                </c:pt>
                <c:pt idx="2758">
                  <c:v>17-01-2011</c:v>
                </c:pt>
                <c:pt idx="2759">
                  <c:v>18-01-2011</c:v>
                </c:pt>
                <c:pt idx="2760">
                  <c:v>19-01-2011</c:v>
                </c:pt>
                <c:pt idx="2761">
                  <c:v>20-01-2011</c:v>
                </c:pt>
                <c:pt idx="2762">
                  <c:v>21-01-2011</c:v>
                </c:pt>
                <c:pt idx="2763">
                  <c:v>24-01-2011</c:v>
                </c:pt>
                <c:pt idx="2764">
                  <c:v>25-01-2011</c:v>
                </c:pt>
                <c:pt idx="2765">
                  <c:v>27-01-2011</c:v>
                </c:pt>
                <c:pt idx="2766">
                  <c:v>28-01-2011</c:v>
                </c:pt>
                <c:pt idx="2767">
                  <c:v>31-01-2011</c:v>
                </c:pt>
                <c:pt idx="2768">
                  <c:v>01-02-2011</c:v>
                </c:pt>
                <c:pt idx="2769">
                  <c:v>02-02-2011</c:v>
                </c:pt>
                <c:pt idx="2770">
                  <c:v>03-02-2011</c:v>
                </c:pt>
                <c:pt idx="2771">
                  <c:v>04-02-2011</c:v>
                </c:pt>
                <c:pt idx="2772">
                  <c:v>07-02-2011</c:v>
                </c:pt>
                <c:pt idx="2773">
                  <c:v>08-02-2011</c:v>
                </c:pt>
                <c:pt idx="2774">
                  <c:v>09-02-2011</c:v>
                </c:pt>
                <c:pt idx="2775">
                  <c:v>10-02-2011</c:v>
                </c:pt>
                <c:pt idx="2776">
                  <c:v>11-02-2011</c:v>
                </c:pt>
                <c:pt idx="2777">
                  <c:v>14-02-2011</c:v>
                </c:pt>
                <c:pt idx="2778">
                  <c:v>15-02-2011</c:v>
                </c:pt>
                <c:pt idx="2779">
                  <c:v>16-02-2011</c:v>
                </c:pt>
                <c:pt idx="2780">
                  <c:v>17-02-2011</c:v>
                </c:pt>
                <c:pt idx="2781">
                  <c:v>18-02-2011</c:v>
                </c:pt>
                <c:pt idx="2782">
                  <c:v>21-02-2011</c:v>
                </c:pt>
                <c:pt idx="2783">
                  <c:v>22-02-2011</c:v>
                </c:pt>
                <c:pt idx="2784">
                  <c:v>23-02-2011</c:v>
                </c:pt>
                <c:pt idx="2785">
                  <c:v>24-02-2011</c:v>
                </c:pt>
                <c:pt idx="2786">
                  <c:v>25-02-2011</c:v>
                </c:pt>
                <c:pt idx="2787">
                  <c:v>28-02-2011</c:v>
                </c:pt>
                <c:pt idx="2788">
                  <c:v>01-03-2011</c:v>
                </c:pt>
                <c:pt idx="2789">
                  <c:v>03-03-2011</c:v>
                </c:pt>
                <c:pt idx="2790">
                  <c:v>04-03-2011</c:v>
                </c:pt>
                <c:pt idx="2791">
                  <c:v>07-03-2011</c:v>
                </c:pt>
                <c:pt idx="2792">
                  <c:v>08-03-2011</c:v>
                </c:pt>
                <c:pt idx="2793">
                  <c:v>09-03-2011</c:v>
                </c:pt>
                <c:pt idx="2794">
                  <c:v>10-03-2011</c:v>
                </c:pt>
                <c:pt idx="2795">
                  <c:v>11-03-2011</c:v>
                </c:pt>
                <c:pt idx="2796">
                  <c:v>14-03-2011</c:v>
                </c:pt>
                <c:pt idx="2797">
                  <c:v>15-03-2011</c:v>
                </c:pt>
                <c:pt idx="2798">
                  <c:v>16-03-2011</c:v>
                </c:pt>
                <c:pt idx="2799">
                  <c:v>17-03-2011</c:v>
                </c:pt>
                <c:pt idx="2800">
                  <c:v>18-03-2011</c:v>
                </c:pt>
                <c:pt idx="2801">
                  <c:v>21-03-2011</c:v>
                </c:pt>
                <c:pt idx="2802">
                  <c:v>22-03-2011</c:v>
                </c:pt>
                <c:pt idx="2803">
                  <c:v>23-03-2011</c:v>
                </c:pt>
                <c:pt idx="2804">
                  <c:v>24-03-2011</c:v>
                </c:pt>
                <c:pt idx="2805">
                  <c:v>25-03-2011</c:v>
                </c:pt>
                <c:pt idx="2806">
                  <c:v>28-03-2011</c:v>
                </c:pt>
                <c:pt idx="2807">
                  <c:v>29-03-2011</c:v>
                </c:pt>
                <c:pt idx="2808">
                  <c:v>30-03-2011</c:v>
                </c:pt>
                <c:pt idx="2809">
                  <c:v>31-03-2011</c:v>
                </c:pt>
                <c:pt idx="2810">
                  <c:v>01-04-2011</c:v>
                </c:pt>
                <c:pt idx="2811">
                  <c:v>04-04-2011</c:v>
                </c:pt>
                <c:pt idx="2812">
                  <c:v>05-04-2011</c:v>
                </c:pt>
                <c:pt idx="2813">
                  <c:v>06-04-2011</c:v>
                </c:pt>
                <c:pt idx="2814">
                  <c:v>07-04-2011</c:v>
                </c:pt>
                <c:pt idx="2815">
                  <c:v>08-04-2011</c:v>
                </c:pt>
                <c:pt idx="2816">
                  <c:v>11-04-2011</c:v>
                </c:pt>
                <c:pt idx="2817">
                  <c:v>13-04-2011</c:v>
                </c:pt>
                <c:pt idx="2818">
                  <c:v>15-04-2011</c:v>
                </c:pt>
                <c:pt idx="2819">
                  <c:v>18-04-2011</c:v>
                </c:pt>
                <c:pt idx="2820">
                  <c:v>19-04-2011</c:v>
                </c:pt>
                <c:pt idx="2821">
                  <c:v>20-04-2011</c:v>
                </c:pt>
                <c:pt idx="2822">
                  <c:v>21-04-2011</c:v>
                </c:pt>
                <c:pt idx="2823">
                  <c:v>25-04-2011</c:v>
                </c:pt>
                <c:pt idx="2824">
                  <c:v>26-04-2011</c:v>
                </c:pt>
                <c:pt idx="2825">
                  <c:v>27-04-2011</c:v>
                </c:pt>
                <c:pt idx="2826">
                  <c:v>28-04-2011</c:v>
                </c:pt>
                <c:pt idx="2827">
                  <c:v>29-04-2011</c:v>
                </c:pt>
                <c:pt idx="2828">
                  <c:v>02-05-2011</c:v>
                </c:pt>
                <c:pt idx="2829">
                  <c:v>03-05-2011</c:v>
                </c:pt>
                <c:pt idx="2830">
                  <c:v>04-05-2011</c:v>
                </c:pt>
                <c:pt idx="2831">
                  <c:v>05-05-2011</c:v>
                </c:pt>
                <c:pt idx="2832">
                  <c:v>06-05-2011</c:v>
                </c:pt>
                <c:pt idx="2833">
                  <c:v>09-05-2011</c:v>
                </c:pt>
                <c:pt idx="2834">
                  <c:v>10-05-2011</c:v>
                </c:pt>
                <c:pt idx="2835">
                  <c:v>11-05-2011</c:v>
                </c:pt>
                <c:pt idx="2836">
                  <c:v>12-05-2011</c:v>
                </c:pt>
                <c:pt idx="2837">
                  <c:v>13-05-2011</c:v>
                </c:pt>
                <c:pt idx="2838">
                  <c:v>16-05-2011</c:v>
                </c:pt>
                <c:pt idx="2839">
                  <c:v>17-05-2011</c:v>
                </c:pt>
                <c:pt idx="2840">
                  <c:v>18-05-2011</c:v>
                </c:pt>
                <c:pt idx="2841">
                  <c:v>19-05-2011</c:v>
                </c:pt>
                <c:pt idx="2842">
                  <c:v>20-05-2011</c:v>
                </c:pt>
                <c:pt idx="2843">
                  <c:v>23-05-2011</c:v>
                </c:pt>
                <c:pt idx="2844">
                  <c:v>24-05-2011</c:v>
                </c:pt>
                <c:pt idx="2845">
                  <c:v>25-05-2011</c:v>
                </c:pt>
                <c:pt idx="2846">
                  <c:v>26-05-2011</c:v>
                </c:pt>
                <c:pt idx="2847">
                  <c:v>27-05-2011</c:v>
                </c:pt>
                <c:pt idx="2848">
                  <c:v>30-05-2011</c:v>
                </c:pt>
                <c:pt idx="2849">
                  <c:v>31-05-2011</c:v>
                </c:pt>
                <c:pt idx="2850">
                  <c:v>01-06-2011</c:v>
                </c:pt>
                <c:pt idx="2851">
                  <c:v>02-06-2011</c:v>
                </c:pt>
                <c:pt idx="2852">
                  <c:v>03-06-2011</c:v>
                </c:pt>
                <c:pt idx="2853">
                  <c:v>06-06-2011</c:v>
                </c:pt>
                <c:pt idx="2854">
                  <c:v>07-06-2011</c:v>
                </c:pt>
                <c:pt idx="2855">
                  <c:v>08-06-2011</c:v>
                </c:pt>
                <c:pt idx="2856">
                  <c:v>09-06-2011</c:v>
                </c:pt>
                <c:pt idx="2857">
                  <c:v>10-06-2011</c:v>
                </c:pt>
                <c:pt idx="2858">
                  <c:v>13-06-2011</c:v>
                </c:pt>
                <c:pt idx="2859">
                  <c:v>14-06-2011</c:v>
                </c:pt>
                <c:pt idx="2860">
                  <c:v>15-06-2011</c:v>
                </c:pt>
                <c:pt idx="2861">
                  <c:v>16-06-2011</c:v>
                </c:pt>
                <c:pt idx="2862">
                  <c:v>17-06-2011</c:v>
                </c:pt>
                <c:pt idx="2863">
                  <c:v>20-06-2011</c:v>
                </c:pt>
                <c:pt idx="2864">
                  <c:v>21-06-2011</c:v>
                </c:pt>
                <c:pt idx="2865">
                  <c:v>22-06-2011</c:v>
                </c:pt>
                <c:pt idx="2866">
                  <c:v>23-06-2011</c:v>
                </c:pt>
                <c:pt idx="2867">
                  <c:v>24-06-2011</c:v>
                </c:pt>
                <c:pt idx="2868">
                  <c:v>27-06-2011</c:v>
                </c:pt>
                <c:pt idx="2869">
                  <c:v>28-06-2011</c:v>
                </c:pt>
                <c:pt idx="2870">
                  <c:v>29-06-2011</c:v>
                </c:pt>
                <c:pt idx="2871">
                  <c:v>30-06-2011</c:v>
                </c:pt>
                <c:pt idx="2872">
                  <c:v>01-07-2011</c:v>
                </c:pt>
                <c:pt idx="2873">
                  <c:v>04-07-2011</c:v>
                </c:pt>
                <c:pt idx="2874">
                  <c:v>05-07-2011</c:v>
                </c:pt>
                <c:pt idx="2875">
                  <c:v>06-07-2011</c:v>
                </c:pt>
                <c:pt idx="2876">
                  <c:v>07-07-2011</c:v>
                </c:pt>
                <c:pt idx="2877">
                  <c:v>08-07-2011</c:v>
                </c:pt>
                <c:pt idx="2878">
                  <c:v>11-07-2011</c:v>
                </c:pt>
                <c:pt idx="2879">
                  <c:v>12-07-2011</c:v>
                </c:pt>
                <c:pt idx="2880">
                  <c:v>13-07-2011</c:v>
                </c:pt>
                <c:pt idx="2881">
                  <c:v>14-07-2011</c:v>
                </c:pt>
                <c:pt idx="2882">
                  <c:v>15-07-2011</c:v>
                </c:pt>
                <c:pt idx="2883">
                  <c:v>18-07-2011</c:v>
                </c:pt>
                <c:pt idx="2884">
                  <c:v>19-07-2011</c:v>
                </c:pt>
                <c:pt idx="2885">
                  <c:v>20-07-2011</c:v>
                </c:pt>
                <c:pt idx="2886">
                  <c:v>21-07-2011</c:v>
                </c:pt>
                <c:pt idx="2887">
                  <c:v>22-07-2011</c:v>
                </c:pt>
                <c:pt idx="2888">
                  <c:v>25-07-2011</c:v>
                </c:pt>
                <c:pt idx="2889">
                  <c:v>26-07-2011</c:v>
                </c:pt>
                <c:pt idx="2890">
                  <c:v>27-07-2011</c:v>
                </c:pt>
                <c:pt idx="2891">
                  <c:v>28-07-2011</c:v>
                </c:pt>
                <c:pt idx="2892">
                  <c:v>29-07-2011</c:v>
                </c:pt>
                <c:pt idx="2893">
                  <c:v>01-08-2011</c:v>
                </c:pt>
                <c:pt idx="2894">
                  <c:v>02-08-2011</c:v>
                </c:pt>
                <c:pt idx="2895">
                  <c:v>03-08-2011</c:v>
                </c:pt>
                <c:pt idx="2896">
                  <c:v>04-08-2011</c:v>
                </c:pt>
                <c:pt idx="2897">
                  <c:v>05-08-2011</c:v>
                </c:pt>
                <c:pt idx="2898">
                  <c:v>08-08-2011</c:v>
                </c:pt>
                <c:pt idx="2899">
                  <c:v>09-08-2011</c:v>
                </c:pt>
                <c:pt idx="2900">
                  <c:v>10-08-2011</c:v>
                </c:pt>
                <c:pt idx="2901">
                  <c:v>11-08-2011</c:v>
                </c:pt>
                <c:pt idx="2902">
                  <c:v>12-08-2011</c:v>
                </c:pt>
                <c:pt idx="2903">
                  <c:v>16-08-2011</c:v>
                </c:pt>
                <c:pt idx="2904">
                  <c:v>17-08-2011</c:v>
                </c:pt>
                <c:pt idx="2905">
                  <c:v>18-08-2011</c:v>
                </c:pt>
                <c:pt idx="2906">
                  <c:v>19-08-2011</c:v>
                </c:pt>
                <c:pt idx="2907">
                  <c:v>22-08-2011</c:v>
                </c:pt>
                <c:pt idx="2908">
                  <c:v>23-08-2011</c:v>
                </c:pt>
                <c:pt idx="2909">
                  <c:v>24-08-2011</c:v>
                </c:pt>
                <c:pt idx="2910">
                  <c:v>25-08-2011</c:v>
                </c:pt>
                <c:pt idx="2911">
                  <c:v>26-08-2011</c:v>
                </c:pt>
                <c:pt idx="2912">
                  <c:v>29-08-2011</c:v>
                </c:pt>
                <c:pt idx="2913">
                  <c:v>30-08-2011</c:v>
                </c:pt>
                <c:pt idx="2914">
                  <c:v>02-09-2011</c:v>
                </c:pt>
                <c:pt idx="2915">
                  <c:v>05-09-2011</c:v>
                </c:pt>
                <c:pt idx="2916">
                  <c:v>06-09-2011</c:v>
                </c:pt>
                <c:pt idx="2917">
                  <c:v>07-09-2011</c:v>
                </c:pt>
                <c:pt idx="2918">
                  <c:v>08-09-2011</c:v>
                </c:pt>
                <c:pt idx="2919">
                  <c:v>09-09-2011</c:v>
                </c:pt>
                <c:pt idx="2920">
                  <c:v>12-09-2011</c:v>
                </c:pt>
                <c:pt idx="2921">
                  <c:v>13-09-2011</c:v>
                </c:pt>
                <c:pt idx="2922">
                  <c:v>14-09-2011</c:v>
                </c:pt>
                <c:pt idx="2923">
                  <c:v>15-09-2011</c:v>
                </c:pt>
                <c:pt idx="2924">
                  <c:v>16-09-2011</c:v>
                </c:pt>
                <c:pt idx="2925">
                  <c:v>19-09-2011</c:v>
                </c:pt>
                <c:pt idx="2926">
                  <c:v>20-09-2011</c:v>
                </c:pt>
                <c:pt idx="2927">
                  <c:v>21-09-2011</c:v>
                </c:pt>
                <c:pt idx="2928">
                  <c:v>22-09-2011</c:v>
                </c:pt>
                <c:pt idx="2929">
                  <c:v>23-09-2011</c:v>
                </c:pt>
                <c:pt idx="2930">
                  <c:v>26-09-2011</c:v>
                </c:pt>
                <c:pt idx="2931">
                  <c:v>27-09-2011</c:v>
                </c:pt>
                <c:pt idx="2932">
                  <c:v>28-09-2011</c:v>
                </c:pt>
                <c:pt idx="2933">
                  <c:v>29-09-2011</c:v>
                </c:pt>
                <c:pt idx="2934">
                  <c:v>30-09-2011</c:v>
                </c:pt>
                <c:pt idx="2935">
                  <c:v>03-10-2011</c:v>
                </c:pt>
                <c:pt idx="2936">
                  <c:v>04-10-2011</c:v>
                </c:pt>
                <c:pt idx="2937">
                  <c:v>05-10-2011</c:v>
                </c:pt>
                <c:pt idx="2938">
                  <c:v>07-10-2011</c:v>
                </c:pt>
                <c:pt idx="2939">
                  <c:v>10-10-2011</c:v>
                </c:pt>
                <c:pt idx="2940">
                  <c:v>11-10-2011</c:v>
                </c:pt>
                <c:pt idx="2941">
                  <c:v>12-10-2011</c:v>
                </c:pt>
                <c:pt idx="2942">
                  <c:v>13-10-2011</c:v>
                </c:pt>
                <c:pt idx="2943">
                  <c:v>14-10-2011</c:v>
                </c:pt>
                <c:pt idx="2944">
                  <c:v>17-10-2011</c:v>
                </c:pt>
                <c:pt idx="2945">
                  <c:v>18-10-2011</c:v>
                </c:pt>
                <c:pt idx="2946">
                  <c:v>19-10-2011</c:v>
                </c:pt>
                <c:pt idx="2947">
                  <c:v>20-10-2011</c:v>
                </c:pt>
                <c:pt idx="2948">
                  <c:v>21-10-2011</c:v>
                </c:pt>
                <c:pt idx="2949">
                  <c:v>24-10-2011</c:v>
                </c:pt>
                <c:pt idx="2950">
                  <c:v>25-10-2011</c:v>
                </c:pt>
                <c:pt idx="2951">
                  <c:v>26-10-2011</c:v>
                </c:pt>
                <c:pt idx="2952">
                  <c:v>28-10-2011</c:v>
                </c:pt>
                <c:pt idx="2953">
                  <c:v>31-10-2011</c:v>
                </c:pt>
                <c:pt idx="2954">
                  <c:v>01-11-2011</c:v>
                </c:pt>
                <c:pt idx="2955">
                  <c:v>02-11-2011</c:v>
                </c:pt>
                <c:pt idx="2956">
                  <c:v>03-11-2011</c:v>
                </c:pt>
                <c:pt idx="2957">
                  <c:v>04-11-2011</c:v>
                </c:pt>
                <c:pt idx="2958">
                  <c:v>08-11-2011</c:v>
                </c:pt>
                <c:pt idx="2959">
                  <c:v>09-11-2011</c:v>
                </c:pt>
                <c:pt idx="2960">
                  <c:v>11-11-2011</c:v>
                </c:pt>
                <c:pt idx="2961">
                  <c:v>14-11-2011</c:v>
                </c:pt>
                <c:pt idx="2962">
                  <c:v>15-11-2011</c:v>
                </c:pt>
                <c:pt idx="2963">
                  <c:v>16-11-2011</c:v>
                </c:pt>
                <c:pt idx="2964">
                  <c:v>17-11-2011</c:v>
                </c:pt>
                <c:pt idx="2965">
                  <c:v>18-11-2011</c:v>
                </c:pt>
                <c:pt idx="2966">
                  <c:v>21-11-2011</c:v>
                </c:pt>
                <c:pt idx="2967">
                  <c:v>22-11-2011</c:v>
                </c:pt>
                <c:pt idx="2968">
                  <c:v>23-11-2011</c:v>
                </c:pt>
                <c:pt idx="2969">
                  <c:v>24-11-2011</c:v>
                </c:pt>
                <c:pt idx="2970">
                  <c:v>25-11-2011</c:v>
                </c:pt>
                <c:pt idx="2971">
                  <c:v>28-11-2011</c:v>
                </c:pt>
                <c:pt idx="2972">
                  <c:v>29-11-2011</c:v>
                </c:pt>
                <c:pt idx="2973">
                  <c:v>30-11-2011</c:v>
                </c:pt>
                <c:pt idx="2974">
                  <c:v>01-12-2011</c:v>
                </c:pt>
                <c:pt idx="2975">
                  <c:v>02-12-2011</c:v>
                </c:pt>
                <c:pt idx="2976">
                  <c:v>05-12-2011</c:v>
                </c:pt>
                <c:pt idx="2977">
                  <c:v>07-12-2011</c:v>
                </c:pt>
                <c:pt idx="2978">
                  <c:v>08-12-2011</c:v>
                </c:pt>
                <c:pt idx="2979">
                  <c:v>09-12-2011</c:v>
                </c:pt>
                <c:pt idx="2980">
                  <c:v>12-12-2011</c:v>
                </c:pt>
                <c:pt idx="2981">
                  <c:v>13-12-2011</c:v>
                </c:pt>
                <c:pt idx="2982">
                  <c:v>14-12-2011</c:v>
                </c:pt>
                <c:pt idx="2983">
                  <c:v>15-12-2011</c:v>
                </c:pt>
                <c:pt idx="2984">
                  <c:v>16-12-2011</c:v>
                </c:pt>
                <c:pt idx="2985">
                  <c:v>19-12-2011</c:v>
                </c:pt>
                <c:pt idx="2986">
                  <c:v>20-12-2011</c:v>
                </c:pt>
                <c:pt idx="2987">
                  <c:v>21-12-2011</c:v>
                </c:pt>
                <c:pt idx="2988">
                  <c:v>22-12-2011</c:v>
                </c:pt>
                <c:pt idx="2989">
                  <c:v>23-12-2011</c:v>
                </c:pt>
                <c:pt idx="2990">
                  <c:v>26-12-2011</c:v>
                </c:pt>
                <c:pt idx="2991">
                  <c:v>27-12-2011</c:v>
                </c:pt>
                <c:pt idx="2992">
                  <c:v>28-12-2011</c:v>
                </c:pt>
                <c:pt idx="2993">
                  <c:v>29-12-2011</c:v>
                </c:pt>
                <c:pt idx="2994">
                  <c:v>30-12-2011</c:v>
                </c:pt>
                <c:pt idx="2995">
                  <c:v>02-01-2012</c:v>
                </c:pt>
                <c:pt idx="2996">
                  <c:v>03-01-2012</c:v>
                </c:pt>
                <c:pt idx="2997">
                  <c:v>04-01-2012</c:v>
                </c:pt>
                <c:pt idx="2998">
                  <c:v>05-01-2012</c:v>
                </c:pt>
                <c:pt idx="2999">
                  <c:v>06-01-2012</c:v>
                </c:pt>
                <c:pt idx="3000">
                  <c:v>07-01-2012</c:v>
                </c:pt>
                <c:pt idx="3001">
                  <c:v>09-01-2012</c:v>
                </c:pt>
                <c:pt idx="3002">
                  <c:v>10-01-2012</c:v>
                </c:pt>
                <c:pt idx="3003">
                  <c:v>11-01-2012</c:v>
                </c:pt>
                <c:pt idx="3004">
                  <c:v>12-01-2012</c:v>
                </c:pt>
                <c:pt idx="3005">
                  <c:v>13-01-2012</c:v>
                </c:pt>
                <c:pt idx="3006">
                  <c:v>16-01-2012</c:v>
                </c:pt>
                <c:pt idx="3007">
                  <c:v>17-01-2012</c:v>
                </c:pt>
                <c:pt idx="3008">
                  <c:v>18-01-2012</c:v>
                </c:pt>
                <c:pt idx="3009">
                  <c:v>19-01-2012</c:v>
                </c:pt>
                <c:pt idx="3010">
                  <c:v>20-01-2012</c:v>
                </c:pt>
                <c:pt idx="3011">
                  <c:v>23-01-2012</c:v>
                </c:pt>
                <c:pt idx="3012">
                  <c:v>24-01-2012</c:v>
                </c:pt>
                <c:pt idx="3013">
                  <c:v>25-01-2012</c:v>
                </c:pt>
                <c:pt idx="3014">
                  <c:v>27-01-2012</c:v>
                </c:pt>
                <c:pt idx="3015">
                  <c:v>30-01-2012</c:v>
                </c:pt>
                <c:pt idx="3016">
                  <c:v>31-01-2012</c:v>
                </c:pt>
                <c:pt idx="3017">
                  <c:v>01-02-2012</c:v>
                </c:pt>
                <c:pt idx="3018">
                  <c:v>02-02-2012</c:v>
                </c:pt>
                <c:pt idx="3019">
                  <c:v>03-02-2012</c:v>
                </c:pt>
                <c:pt idx="3020">
                  <c:v>06-02-2012</c:v>
                </c:pt>
                <c:pt idx="3021">
                  <c:v>07-02-2012</c:v>
                </c:pt>
                <c:pt idx="3022">
                  <c:v>08-02-2012</c:v>
                </c:pt>
                <c:pt idx="3023">
                  <c:v>09-02-2012</c:v>
                </c:pt>
                <c:pt idx="3024">
                  <c:v>10-02-2012</c:v>
                </c:pt>
                <c:pt idx="3025">
                  <c:v>13-02-2012</c:v>
                </c:pt>
                <c:pt idx="3026">
                  <c:v>14-02-2012</c:v>
                </c:pt>
                <c:pt idx="3027">
                  <c:v>15-02-2012</c:v>
                </c:pt>
                <c:pt idx="3028">
                  <c:v>16-02-2012</c:v>
                </c:pt>
                <c:pt idx="3029">
                  <c:v>17-02-2012</c:v>
                </c:pt>
                <c:pt idx="3030">
                  <c:v>21-02-2012</c:v>
                </c:pt>
                <c:pt idx="3031">
                  <c:v>22-02-2012</c:v>
                </c:pt>
                <c:pt idx="3032">
                  <c:v>23-02-2012</c:v>
                </c:pt>
                <c:pt idx="3033">
                  <c:v>24-02-2012</c:v>
                </c:pt>
                <c:pt idx="3034">
                  <c:v>27-02-2012</c:v>
                </c:pt>
                <c:pt idx="3035">
                  <c:v>28-02-2012</c:v>
                </c:pt>
                <c:pt idx="3036">
                  <c:v>29-02-2012</c:v>
                </c:pt>
                <c:pt idx="3037">
                  <c:v>01-03-2012</c:v>
                </c:pt>
                <c:pt idx="3038">
                  <c:v>02-03-2012</c:v>
                </c:pt>
                <c:pt idx="3039">
                  <c:v>03-03-2012</c:v>
                </c:pt>
                <c:pt idx="3040">
                  <c:v>05-03-2012</c:v>
                </c:pt>
                <c:pt idx="3041">
                  <c:v>06-03-2012</c:v>
                </c:pt>
                <c:pt idx="3042">
                  <c:v>07-03-2012</c:v>
                </c:pt>
                <c:pt idx="3043">
                  <c:v>09-03-2012</c:v>
                </c:pt>
                <c:pt idx="3044">
                  <c:v>12-03-2012</c:v>
                </c:pt>
                <c:pt idx="3045">
                  <c:v>13-03-2012</c:v>
                </c:pt>
                <c:pt idx="3046">
                  <c:v>14-03-2012</c:v>
                </c:pt>
                <c:pt idx="3047">
                  <c:v>15-03-2012</c:v>
                </c:pt>
                <c:pt idx="3048">
                  <c:v>16-03-2012</c:v>
                </c:pt>
                <c:pt idx="3049">
                  <c:v>19-03-2012</c:v>
                </c:pt>
                <c:pt idx="3050">
                  <c:v>20-03-2012</c:v>
                </c:pt>
                <c:pt idx="3051">
                  <c:v>21-03-2012</c:v>
                </c:pt>
                <c:pt idx="3052">
                  <c:v>22-03-2012</c:v>
                </c:pt>
                <c:pt idx="3053">
                  <c:v>23-03-2012</c:v>
                </c:pt>
                <c:pt idx="3054">
                  <c:v>26-03-2012</c:v>
                </c:pt>
                <c:pt idx="3055">
                  <c:v>27-03-2012</c:v>
                </c:pt>
                <c:pt idx="3056">
                  <c:v>28-03-2012</c:v>
                </c:pt>
                <c:pt idx="3057">
                  <c:v>29-03-2012</c:v>
                </c:pt>
                <c:pt idx="3058">
                  <c:v>30-03-2012</c:v>
                </c:pt>
                <c:pt idx="3059">
                  <c:v>02-04-2012</c:v>
                </c:pt>
                <c:pt idx="3060">
                  <c:v>03-04-2012</c:v>
                </c:pt>
                <c:pt idx="3061">
                  <c:v>04-04-2012</c:v>
                </c:pt>
                <c:pt idx="3062">
                  <c:v>09-04-2012</c:v>
                </c:pt>
                <c:pt idx="3063">
                  <c:v>10-04-2012</c:v>
                </c:pt>
                <c:pt idx="3064">
                  <c:v>11-04-2012</c:v>
                </c:pt>
                <c:pt idx="3065">
                  <c:v>12-04-2012</c:v>
                </c:pt>
                <c:pt idx="3066">
                  <c:v>13-04-2012</c:v>
                </c:pt>
                <c:pt idx="3067">
                  <c:v>16-04-2012</c:v>
                </c:pt>
                <c:pt idx="3068">
                  <c:v>17-04-2012</c:v>
                </c:pt>
                <c:pt idx="3069">
                  <c:v>18-04-2012</c:v>
                </c:pt>
                <c:pt idx="3070">
                  <c:v>19-04-2012</c:v>
                </c:pt>
                <c:pt idx="3071">
                  <c:v>20-04-2012</c:v>
                </c:pt>
                <c:pt idx="3072">
                  <c:v>23-04-2012</c:v>
                </c:pt>
                <c:pt idx="3073">
                  <c:v>24-04-2012</c:v>
                </c:pt>
                <c:pt idx="3074">
                  <c:v>25-04-2012</c:v>
                </c:pt>
                <c:pt idx="3075">
                  <c:v>26-04-2012</c:v>
                </c:pt>
                <c:pt idx="3076">
                  <c:v>27-04-2012</c:v>
                </c:pt>
                <c:pt idx="3077">
                  <c:v>28-04-2012</c:v>
                </c:pt>
                <c:pt idx="3078">
                  <c:v>30-04-2012</c:v>
                </c:pt>
                <c:pt idx="3079">
                  <c:v>02-05-2012</c:v>
                </c:pt>
                <c:pt idx="3080">
                  <c:v>03-05-2012</c:v>
                </c:pt>
                <c:pt idx="3081">
                  <c:v>04-05-2012</c:v>
                </c:pt>
                <c:pt idx="3082">
                  <c:v>07-05-2012</c:v>
                </c:pt>
                <c:pt idx="3083">
                  <c:v>08-05-2012</c:v>
                </c:pt>
                <c:pt idx="3084">
                  <c:v>09-05-2012</c:v>
                </c:pt>
                <c:pt idx="3085">
                  <c:v>10-05-2012</c:v>
                </c:pt>
                <c:pt idx="3086">
                  <c:v>11-05-2012</c:v>
                </c:pt>
                <c:pt idx="3087">
                  <c:v>14-05-2012</c:v>
                </c:pt>
                <c:pt idx="3088">
                  <c:v>15-05-2012</c:v>
                </c:pt>
                <c:pt idx="3089">
                  <c:v>16-05-2012</c:v>
                </c:pt>
                <c:pt idx="3090">
                  <c:v>17-05-2012</c:v>
                </c:pt>
                <c:pt idx="3091">
                  <c:v>18-05-2012</c:v>
                </c:pt>
                <c:pt idx="3092">
                  <c:v>21-05-2012</c:v>
                </c:pt>
                <c:pt idx="3093">
                  <c:v>22-05-2012</c:v>
                </c:pt>
                <c:pt idx="3094">
                  <c:v>23-05-2012</c:v>
                </c:pt>
                <c:pt idx="3095">
                  <c:v>24-05-2012</c:v>
                </c:pt>
                <c:pt idx="3096">
                  <c:v>25-05-2012</c:v>
                </c:pt>
                <c:pt idx="3097">
                  <c:v>28-05-2012</c:v>
                </c:pt>
                <c:pt idx="3098">
                  <c:v>29-05-2012</c:v>
                </c:pt>
                <c:pt idx="3099">
                  <c:v>30-05-2012</c:v>
                </c:pt>
                <c:pt idx="3100">
                  <c:v>31-05-2012</c:v>
                </c:pt>
                <c:pt idx="3101">
                  <c:v>01-06-2012</c:v>
                </c:pt>
                <c:pt idx="3102">
                  <c:v>04-06-2012</c:v>
                </c:pt>
                <c:pt idx="3103">
                  <c:v>05-06-2012</c:v>
                </c:pt>
                <c:pt idx="3104">
                  <c:v>06-06-2012</c:v>
                </c:pt>
                <c:pt idx="3105">
                  <c:v>07-06-2012</c:v>
                </c:pt>
                <c:pt idx="3106">
                  <c:v>08-06-2012</c:v>
                </c:pt>
                <c:pt idx="3107">
                  <c:v>11-06-2012</c:v>
                </c:pt>
                <c:pt idx="3108">
                  <c:v>12-06-2012</c:v>
                </c:pt>
                <c:pt idx="3109">
                  <c:v>13-06-2012</c:v>
                </c:pt>
                <c:pt idx="3110">
                  <c:v>14-06-2012</c:v>
                </c:pt>
                <c:pt idx="3111">
                  <c:v>15-06-2012</c:v>
                </c:pt>
                <c:pt idx="3112">
                  <c:v>18-06-2012</c:v>
                </c:pt>
                <c:pt idx="3113">
                  <c:v>19-06-2012</c:v>
                </c:pt>
                <c:pt idx="3114">
                  <c:v>20-06-2012</c:v>
                </c:pt>
                <c:pt idx="3115">
                  <c:v>21-06-2012</c:v>
                </c:pt>
                <c:pt idx="3116">
                  <c:v>22-06-2012</c:v>
                </c:pt>
                <c:pt idx="3117">
                  <c:v>25-06-2012</c:v>
                </c:pt>
                <c:pt idx="3118">
                  <c:v>26-06-2012</c:v>
                </c:pt>
                <c:pt idx="3119">
                  <c:v>27-06-2012</c:v>
                </c:pt>
                <c:pt idx="3120">
                  <c:v>28-06-2012</c:v>
                </c:pt>
                <c:pt idx="3121">
                  <c:v>29-06-2012</c:v>
                </c:pt>
                <c:pt idx="3122">
                  <c:v>02-07-2012</c:v>
                </c:pt>
                <c:pt idx="3123">
                  <c:v>03-07-2012</c:v>
                </c:pt>
                <c:pt idx="3124">
                  <c:v>04-07-2012</c:v>
                </c:pt>
                <c:pt idx="3125">
                  <c:v>05-07-2012</c:v>
                </c:pt>
                <c:pt idx="3126">
                  <c:v>06-07-2012</c:v>
                </c:pt>
                <c:pt idx="3127">
                  <c:v>09-07-2012</c:v>
                </c:pt>
                <c:pt idx="3128">
                  <c:v>10-07-2012</c:v>
                </c:pt>
                <c:pt idx="3129">
                  <c:v>11-07-2012</c:v>
                </c:pt>
                <c:pt idx="3130">
                  <c:v>12-07-2012</c:v>
                </c:pt>
                <c:pt idx="3131">
                  <c:v>13-07-2012</c:v>
                </c:pt>
                <c:pt idx="3132">
                  <c:v>16-07-2012</c:v>
                </c:pt>
                <c:pt idx="3133">
                  <c:v>17-07-2012</c:v>
                </c:pt>
                <c:pt idx="3134">
                  <c:v>18-07-2012</c:v>
                </c:pt>
                <c:pt idx="3135">
                  <c:v>19-07-2012</c:v>
                </c:pt>
                <c:pt idx="3136">
                  <c:v>20-07-2012</c:v>
                </c:pt>
                <c:pt idx="3137">
                  <c:v>23-07-2012</c:v>
                </c:pt>
                <c:pt idx="3138">
                  <c:v>24-07-2012</c:v>
                </c:pt>
                <c:pt idx="3139">
                  <c:v>25-07-2012</c:v>
                </c:pt>
                <c:pt idx="3140">
                  <c:v>26-07-2012</c:v>
                </c:pt>
                <c:pt idx="3141">
                  <c:v>27-07-2012</c:v>
                </c:pt>
                <c:pt idx="3142">
                  <c:v>30-07-2012</c:v>
                </c:pt>
                <c:pt idx="3143">
                  <c:v>31-07-2012</c:v>
                </c:pt>
                <c:pt idx="3144">
                  <c:v>01-08-2012</c:v>
                </c:pt>
                <c:pt idx="3145">
                  <c:v>02-08-2012</c:v>
                </c:pt>
                <c:pt idx="3146">
                  <c:v>03-08-2012</c:v>
                </c:pt>
                <c:pt idx="3147">
                  <c:v>06-08-2012</c:v>
                </c:pt>
                <c:pt idx="3148">
                  <c:v>07-08-2012</c:v>
                </c:pt>
                <c:pt idx="3149">
                  <c:v>08-08-2012</c:v>
                </c:pt>
                <c:pt idx="3150">
                  <c:v>09-08-2012</c:v>
                </c:pt>
                <c:pt idx="3151">
                  <c:v>10-08-2012</c:v>
                </c:pt>
                <c:pt idx="3152">
                  <c:v>13-08-2012</c:v>
                </c:pt>
                <c:pt idx="3153">
                  <c:v>14-08-2012</c:v>
                </c:pt>
                <c:pt idx="3154">
                  <c:v>16-08-2012</c:v>
                </c:pt>
                <c:pt idx="3155">
                  <c:v>17-08-2012</c:v>
                </c:pt>
                <c:pt idx="3156">
                  <c:v>21-08-2012</c:v>
                </c:pt>
                <c:pt idx="3157">
                  <c:v>22-08-2012</c:v>
                </c:pt>
                <c:pt idx="3158">
                  <c:v>23-08-2012</c:v>
                </c:pt>
                <c:pt idx="3159">
                  <c:v>24-08-2012</c:v>
                </c:pt>
                <c:pt idx="3160">
                  <c:v>27-08-2012</c:v>
                </c:pt>
                <c:pt idx="3161">
                  <c:v>28-08-2012</c:v>
                </c:pt>
                <c:pt idx="3162">
                  <c:v>29-08-2012</c:v>
                </c:pt>
                <c:pt idx="3163">
                  <c:v>30-08-2012</c:v>
                </c:pt>
                <c:pt idx="3164">
                  <c:v>31-08-2012</c:v>
                </c:pt>
                <c:pt idx="3165">
                  <c:v>03-09-2012</c:v>
                </c:pt>
                <c:pt idx="3166">
                  <c:v>04-09-2012</c:v>
                </c:pt>
                <c:pt idx="3167">
                  <c:v>05-09-2012</c:v>
                </c:pt>
                <c:pt idx="3168">
                  <c:v>06-09-2012</c:v>
                </c:pt>
                <c:pt idx="3169">
                  <c:v>07-09-2012</c:v>
                </c:pt>
                <c:pt idx="3170">
                  <c:v>08-09-2012</c:v>
                </c:pt>
                <c:pt idx="3171">
                  <c:v>10-09-2012</c:v>
                </c:pt>
                <c:pt idx="3172">
                  <c:v>11-09-2012</c:v>
                </c:pt>
                <c:pt idx="3173">
                  <c:v>12-09-2012</c:v>
                </c:pt>
                <c:pt idx="3174">
                  <c:v>13-09-2012</c:v>
                </c:pt>
                <c:pt idx="3175">
                  <c:v>14-09-2012</c:v>
                </c:pt>
                <c:pt idx="3176">
                  <c:v>17-09-2012</c:v>
                </c:pt>
                <c:pt idx="3177">
                  <c:v>18-09-2012</c:v>
                </c:pt>
                <c:pt idx="3178">
                  <c:v>20-09-2012</c:v>
                </c:pt>
                <c:pt idx="3179">
                  <c:v>21-09-2012</c:v>
                </c:pt>
                <c:pt idx="3180">
                  <c:v>24-09-2012</c:v>
                </c:pt>
                <c:pt idx="3181">
                  <c:v>25-09-2012</c:v>
                </c:pt>
                <c:pt idx="3182">
                  <c:v>26-09-2012</c:v>
                </c:pt>
                <c:pt idx="3183">
                  <c:v>27-09-2012</c:v>
                </c:pt>
                <c:pt idx="3184">
                  <c:v>28-09-2012</c:v>
                </c:pt>
                <c:pt idx="3185">
                  <c:v>01-10-2012</c:v>
                </c:pt>
                <c:pt idx="3186">
                  <c:v>03-10-2012</c:v>
                </c:pt>
                <c:pt idx="3187">
                  <c:v>04-10-2012</c:v>
                </c:pt>
                <c:pt idx="3188">
                  <c:v>05-10-2012</c:v>
                </c:pt>
                <c:pt idx="3189">
                  <c:v>08-10-2012</c:v>
                </c:pt>
                <c:pt idx="3190">
                  <c:v>09-10-2012</c:v>
                </c:pt>
                <c:pt idx="3191">
                  <c:v>10-10-2012</c:v>
                </c:pt>
                <c:pt idx="3192">
                  <c:v>11-10-2012</c:v>
                </c:pt>
                <c:pt idx="3193">
                  <c:v>12-10-2012</c:v>
                </c:pt>
                <c:pt idx="3194">
                  <c:v>15-10-2012</c:v>
                </c:pt>
                <c:pt idx="3195">
                  <c:v>16-10-2012</c:v>
                </c:pt>
                <c:pt idx="3196">
                  <c:v>17-10-2012</c:v>
                </c:pt>
                <c:pt idx="3197">
                  <c:v>18-10-2012</c:v>
                </c:pt>
                <c:pt idx="3198">
                  <c:v>19-10-2012</c:v>
                </c:pt>
                <c:pt idx="3199">
                  <c:v>22-10-2012</c:v>
                </c:pt>
                <c:pt idx="3200">
                  <c:v>23-10-2012</c:v>
                </c:pt>
                <c:pt idx="3201">
                  <c:v>25-10-2012</c:v>
                </c:pt>
                <c:pt idx="3202">
                  <c:v>26-10-2012</c:v>
                </c:pt>
                <c:pt idx="3203">
                  <c:v>29-10-2012</c:v>
                </c:pt>
                <c:pt idx="3204">
                  <c:v>30-10-2012</c:v>
                </c:pt>
                <c:pt idx="3205">
                  <c:v>31-10-2012</c:v>
                </c:pt>
                <c:pt idx="3206">
                  <c:v>01-11-2012</c:v>
                </c:pt>
                <c:pt idx="3207">
                  <c:v>02-11-2012</c:v>
                </c:pt>
                <c:pt idx="3208">
                  <c:v>05-11-2012</c:v>
                </c:pt>
                <c:pt idx="3209">
                  <c:v>06-11-2012</c:v>
                </c:pt>
                <c:pt idx="3210">
                  <c:v>07-11-2012</c:v>
                </c:pt>
                <c:pt idx="3211">
                  <c:v>08-11-2012</c:v>
                </c:pt>
                <c:pt idx="3212">
                  <c:v>09-11-2012</c:v>
                </c:pt>
                <c:pt idx="3213">
                  <c:v>12-11-2012</c:v>
                </c:pt>
                <c:pt idx="3214">
                  <c:v>13-11-2012</c:v>
                </c:pt>
                <c:pt idx="3215">
                  <c:v>15-11-2012</c:v>
                </c:pt>
                <c:pt idx="3216">
                  <c:v>16-11-2012</c:v>
                </c:pt>
                <c:pt idx="3217">
                  <c:v>19-11-2012</c:v>
                </c:pt>
                <c:pt idx="3218">
                  <c:v>20-11-2012</c:v>
                </c:pt>
                <c:pt idx="3219">
                  <c:v>21-11-2012</c:v>
                </c:pt>
                <c:pt idx="3220">
                  <c:v>22-11-2012</c:v>
                </c:pt>
                <c:pt idx="3221">
                  <c:v>23-11-2012</c:v>
                </c:pt>
                <c:pt idx="3222">
                  <c:v>26-11-2012</c:v>
                </c:pt>
                <c:pt idx="3223">
                  <c:v>27-11-2012</c:v>
                </c:pt>
                <c:pt idx="3224">
                  <c:v>29-11-2012</c:v>
                </c:pt>
                <c:pt idx="3225">
                  <c:v>30-11-2012</c:v>
                </c:pt>
                <c:pt idx="3226">
                  <c:v>03-12-2012</c:v>
                </c:pt>
                <c:pt idx="3227">
                  <c:v>04-12-2012</c:v>
                </c:pt>
                <c:pt idx="3228">
                  <c:v>05-12-2012</c:v>
                </c:pt>
                <c:pt idx="3229">
                  <c:v>06-12-2012</c:v>
                </c:pt>
                <c:pt idx="3230">
                  <c:v>07-12-2012</c:v>
                </c:pt>
                <c:pt idx="3231">
                  <c:v>10-12-2012</c:v>
                </c:pt>
                <c:pt idx="3232">
                  <c:v>11-12-2012</c:v>
                </c:pt>
                <c:pt idx="3233">
                  <c:v>12-12-2012</c:v>
                </c:pt>
                <c:pt idx="3234">
                  <c:v>13-12-2012</c:v>
                </c:pt>
                <c:pt idx="3235">
                  <c:v>14-12-2012</c:v>
                </c:pt>
                <c:pt idx="3236">
                  <c:v>17-12-2012</c:v>
                </c:pt>
                <c:pt idx="3237">
                  <c:v>18-12-2012</c:v>
                </c:pt>
                <c:pt idx="3238">
                  <c:v>19-12-2012</c:v>
                </c:pt>
                <c:pt idx="3239">
                  <c:v>20-12-2012</c:v>
                </c:pt>
                <c:pt idx="3240">
                  <c:v>21-12-2012</c:v>
                </c:pt>
                <c:pt idx="3241">
                  <c:v>24-12-2012</c:v>
                </c:pt>
                <c:pt idx="3242">
                  <c:v>26-12-2012</c:v>
                </c:pt>
                <c:pt idx="3243">
                  <c:v>27-12-2012</c:v>
                </c:pt>
                <c:pt idx="3244">
                  <c:v>28-12-2012</c:v>
                </c:pt>
                <c:pt idx="3245">
                  <c:v>31-12-2012</c:v>
                </c:pt>
                <c:pt idx="3246">
                  <c:v>01-01-2013</c:v>
                </c:pt>
                <c:pt idx="3247">
                  <c:v>02-01-2013</c:v>
                </c:pt>
                <c:pt idx="3248">
                  <c:v>03-01-2013</c:v>
                </c:pt>
                <c:pt idx="3249">
                  <c:v>04-01-2013</c:v>
                </c:pt>
                <c:pt idx="3250">
                  <c:v>07-01-2013</c:v>
                </c:pt>
                <c:pt idx="3251">
                  <c:v>08-01-2013</c:v>
                </c:pt>
                <c:pt idx="3252">
                  <c:v>09-01-2013</c:v>
                </c:pt>
                <c:pt idx="3253">
                  <c:v>10-01-2013</c:v>
                </c:pt>
                <c:pt idx="3254">
                  <c:v>11-01-2013</c:v>
                </c:pt>
                <c:pt idx="3255">
                  <c:v>14-01-2013</c:v>
                </c:pt>
                <c:pt idx="3256">
                  <c:v>15-01-2013</c:v>
                </c:pt>
                <c:pt idx="3257">
                  <c:v>16-01-2013</c:v>
                </c:pt>
                <c:pt idx="3258">
                  <c:v>17-01-2013</c:v>
                </c:pt>
                <c:pt idx="3259">
                  <c:v>18-01-2013</c:v>
                </c:pt>
                <c:pt idx="3260">
                  <c:v>21-01-2013</c:v>
                </c:pt>
                <c:pt idx="3261">
                  <c:v>22-01-2013</c:v>
                </c:pt>
                <c:pt idx="3262">
                  <c:v>23-01-2013</c:v>
                </c:pt>
                <c:pt idx="3263">
                  <c:v>24-01-2013</c:v>
                </c:pt>
                <c:pt idx="3264">
                  <c:v>25-01-2013</c:v>
                </c:pt>
                <c:pt idx="3265">
                  <c:v>28-01-2013</c:v>
                </c:pt>
                <c:pt idx="3266">
                  <c:v>29-01-2013</c:v>
                </c:pt>
                <c:pt idx="3267">
                  <c:v>30-01-2013</c:v>
                </c:pt>
                <c:pt idx="3268">
                  <c:v>31-01-2013</c:v>
                </c:pt>
                <c:pt idx="3269">
                  <c:v>01-02-2013</c:v>
                </c:pt>
                <c:pt idx="3270">
                  <c:v>04-02-2013</c:v>
                </c:pt>
                <c:pt idx="3271">
                  <c:v>05-02-2013</c:v>
                </c:pt>
                <c:pt idx="3272">
                  <c:v>06-02-2013</c:v>
                </c:pt>
                <c:pt idx="3273">
                  <c:v>07-02-2013</c:v>
                </c:pt>
                <c:pt idx="3274">
                  <c:v>08-02-2013</c:v>
                </c:pt>
                <c:pt idx="3275">
                  <c:v>11-02-2013</c:v>
                </c:pt>
                <c:pt idx="3276">
                  <c:v>12-02-2013</c:v>
                </c:pt>
                <c:pt idx="3277">
                  <c:v>13-02-2013</c:v>
                </c:pt>
                <c:pt idx="3278">
                  <c:v>14-02-2013</c:v>
                </c:pt>
                <c:pt idx="3279">
                  <c:v>15-02-2013</c:v>
                </c:pt>
                <c:pt idx="3280">
                  <c:v>18-02-2013</c:v>
                </c:pt>
                <c:pt idx="3281">
                  <c:v>19-02-2013</c:v>
                </c:pt>
                <c:pt idx="3282">
                  <c:v>20-02-2013</c:v>
                </c:pt>
                <c:pt idx="3283">
                  <c:v>21-02-2013</c:v>
                </c:pt>
                <c:pt idx="3284">
                  <c:v>22-02-2013</c:v>
                </c:pt>
                <c:pt idx="3285">
                  <c:v>25-02-2013</c:v>
                </c:pt>
                <c:pt idx="3286">
                  <c:v>26-02-2013</c:v>
                </c:pt>
                <c:pt idx="3287">
                  <c:v>27-02-2013</c:v>
                </c:pt>
                <c:pt idx="3288">
                  <c:v>28-02-2013</c:v>
                </c:pt>
                <c:pt idx="3289">
                  <c:v>01-03-2013</c:v>
                </c:pt>
                <c:pt idx="3290">
                  <c:v>04-03-2013</c:v>
                </c:pt>
                <c:pt idx="3291">
                  <c:v>05-03-2013</c:v>
                </c:pt>
                <c:pt idx="3292">
                  <c:v>06-03-2013</c:v>
                </c:pt>
                <c:pt idx="3293">
                  <c:v>07-03-2013</c:v>
                </c:pt>
                <c:pt idx="3294">
                  <c:v>08-03-2013</c:v>
                </c:pt>
                <c:pt idx="3295">
                  <c:v>11-03-2013</c:v>
                </c:pt>
                <c:pt idx="3296">
                  <c:v>12-03-2013</c:v>
                </c:pt>
                <c:pt idx="3297">
                  <c:v>13-03-2013</c:v>
                </c:pt>
                <c:pt idx="3298">
                  <c:v>14-03-2013</c:v>
                </c:pt>
                <c:pt idx="3299">
                  <c:v>15-03-2013</c:v>
                </c:pt>
                <c:pt idx="3300">
                  <c:v>18-03-2013</c:v>
                </c:pt>
                <c:pt idx="3301">
                  <c:v>19-03-2013</c:v>
                </c:pt>
                <c:pt idx="3302">
                  <c:v>20-03-2013</c:v>
                </c:pt>
                <c:pt idx="3303">
                  <c:v>21-03-2013</c:v>
                </c:pt>
                <c:pt idx="3304">
                  <c:v>22-03-2013</c:v>
                </c:pt>
                <c:pt idx="3305">
                  <c:v>25-03-2013</c:v>
                </c:pt>
                <c:pt idx="3306">
                  <c:v>26-03-2013</c:v>
                </c:pt>
                <c:pt idx="3307">
                  <c:v>28-03-2013</c:v>
                </c:pt>
                <c:pt idx="3308">
                  <c:v>01-04-2013</c:v>
                </c:pt>
                <c:pt idx="3309">
                  <c:v>02-04-2013</c:v>
                </c:pt>
                <c:pt idx="3310">
                  <c:v>03-04-2013</c:v>
                </c:pt>
                <c:pt idx="3311">
                  <c:v>04-04-2013</c:v>
                </c:pt>
                <c:pt idx="3312">
                  <c:v>05-04-2013</c:v>
                </c:pt>
                <c:pt idx="3313">
                  <c:v>08-04-2013</c:v>
                </c:pt>
                <c:pt idx="3314">
                  <c:v>09-04-2013</c:v>
                </c:pt>
                <c:pt idx="3315">
                  <c:v>10-04-2013</c:v>
                </c:pt>
                <c:pt idx="3316">
                  <c:v>11-04-2013</c:v>
                </c:pt>
                <c:pt idx="3317">
                  <c:v>12-04-2013</c:v>
                </c:pt>
                <c:pt idx="3318">
                  <c:v>15-04-2013</c:v>
                </c:pt>
                <c:pt idx="3319">
                  <c:v>16-04-2013</c:v>
                </c:pt>
                <c:pt idx="3320">
                  <c:v>17-04-2013</c:v>
                </c:pt>
                <c:pt idx="3321">
                  <c:v>18-04-2013</c:v>
                </c:pt>
                <c:pt idx="3322">
                  <c:v>22-04-2013</c:v>
                </c:pt>
                <c:pt idx="3323">
                  <c:v>23-04-2013</c:v>
                </c:pt>
                <c:pt idx="3324">
                  <c:v>25-04-2013</c:v>
                </c:pt>
                <c:pt idx="3325">
                  <c:v>26-04-2013</c:v>
                </c:pt>
                <c:pt idx="3326">
                  <c:v>29-04-2013</c:v>
                </c:pt>
                <c:pt idx="3327">
                  <c:v>30-04-2013</c:v>
                </c:pt>
                <c:pt idx="3328">
                  <c:v>02-05-2013</c:v>
                </c:pt>
                <c:pt idx="3329">
                  <c:v>03-05-2013</c:v>
                </c:pt>
                <c:pt idx="3330">
                  <c:v>06-05-2013</c:v>
                </c:pt>
                <c:pt idx="3331">
                  <c:v>07-05-2013</c:v>
                </c:pt>
                <c:pt idx="3332">
                  <c:v>08-05-2013</c:v>
                </c:pt>
                <c:pt idx="3333">
                  <c:v>09-05-2013</c:v>
                </c:pt>
                <c:pt idx="3334">
                  <c:v>10-05-2013</c:v>
                </c:pt>
                <c:pt idx="3335">
                  <c:v>11-05-2013</c:v>
                </c:pt>
                <c:pt idx="3336">
                  <c:v>13-05-2013</c:v>
                </c:pt>
                <c:pt idx="3337">
                  <c:v>14-05-2013</c:v>
                </c:pt>
                <c:pt idx="3338">
                  <c:v>15-05-2013</c:v>
                </c:pt>
                <c:pt idx="3339">
                  <c:v>16-05-2013</c:v>
                </c:pt>
                <c:pt idx="3340">
                  <c:v>17-05-2013</c:v>
                </c:pt>
                <c:pt idx="3341">
                  <c:v>20-05-2013</c:v>
                </c:pt>
                <c:pt idx="3342">
                  <c:v>21-05-2013</c:v>
                </c:pt>
                <c:pt idx="3343">
                  <c:v>22-05-2013</c:v>
                </c:pt>
                <c:pt idx="3344">
                  <c:v>23-05-2013</c:v>
                </c:pt>
                <c:pt idx="3345">
                  <c:v>24-05-2013</c:v>
                </c:pt>
                <c:pt idx="3346">
                  <c:v>27-05-2013</c:v>
                </c:pt>
                <c:pt idx="3347">
                  <c:v>28-05-2013</c:v>
                </c:pt>
                <c:pt idx="3348">
                  <c:v>29-05-2013</c:v>
                </c:pt>
                <c:pt idx="3349">
                  <c:v>30-05-2013</c:v>
                </c:pt>
                <c:pt idx="3350">
                  <c:v>31-05-2013</c:v>
                </c:pt>
                <c:pt idx="3351">
                  <c:v>03-06-2013</c:v>
                </c:pt>
                <c:pt idx="3352">
                  <c:v>04-06-2013</c:v>
                </c:pt>
                <c:pt idx="3353">
                  <c:v>05-06-2013</c:v>
                </c:pt>
                <c:pt idx="3354">
                  <c:v>06-06-2013</c:v>
                </c:pt>
                <c:pt idx="3355">
                  <c:v>07-06-2013</c:v>
                </c:pt>
                <c:pt idx="3356">
                  <c:v>10-06-2013</c:v>
                </c:pt>
                <c:pt idx="3357">
                  <c:v>11-06-2013</c:v>
                </c:pt>
                <c:pt idx="3358">
                  <c:v>12-06-2013</c:v>
                </c:pt>
                <c:pt idx="3359">
                  <c:v>13-06-2013</c:v>
                </c:pt>
                <c:pt idx="3360">
                  <c:v>14-06-2013</c:v>
                </c:pt>
                <c:pt idx="3361">
                  <c:v>17-06-2013</c:v>
                </c:pt>
                <c:pt idx="3362">
                  <c:v>18-06-2013</c:v>
                </c:pt>
                <c:pt idx="3363">
                  <c:v>19-06-2013</c:v>
                </c:pt>
                <c:pt idx="3364">
                  <c:v>20-06-2013</c:v>
                </c:pt>
                <c:pt idx="3365">
                  <c:v>21-06-2013</c:v>
                </c:pt>
                <c:pt idx="3366">
                  <c:v>24-06-2013</c:v>
                </c:pt>
                <c:pt idx="3367">
                  <c:v>25-06-2013</c:v>
                </c:pt>
                <c:pt idx="3368">
                  <c:v>26-06-2013</c:v>
                </c:pt>
                <c:pt idx="3369">
                  <c:v>27-06-2013</c:v>
                </c:pt>
                <c:pt idx="3370">
                  <c:v>28-06-2013</c:v>
                </c:pt>
                <c:pt idx="3371">
                  <c:v>01-07-2013</c:v>
                </c:pt>
                <c:pt idx="3372">
                  <c:v>02-07-2013</c:v>
                </c:pt>
                <c:pt idx="3373">
                  <c:v>03-07-2013</c:v>
                </c:pt>
                <c:pt idx="3374">
                  <c:v>04-07-2013</c:v>
                </c:pt>
                <c:pt idx="3375">
                  <c:v>05-07-2013</c:v>
                </c:pt>
                <c:pt idx="3376">
                  <c:v>08-07-2013</c:v>
                </c:pt>
                <c:pt idx="3377">
                  <c:v>09-07-2013</c:v>
                </c:pt>
                <c:pt idx="3378">
                  <c:v>10-07-2013</c:v>
                </c:pt>
                <c:pt idx="3379">
                  <c:v>11-07-2013</c:v>
                </c:pt>
                <c:pt idx="3380">
                  <c:v>12-07-2013</c:v>
                </c:pt>
                <c:pt idx="3381">
                  <c:v>15-07-2013</c:v>
                </c:pt>
                <c:pt idx="3382">
                  <c:v>16-07-2013</c:v>
                </c:pt>
                <c:pt idx="3383">
                  <c:v>17-07-2013</c:v>
                </c:pt>
                <c:pt idx="3384">
                  <c:v>18-07-2013</c:v>
                </c:pt>
                <c:pt idx="3385">
                  <c:v>19-07-2013</c:v>
                </c:pt>
                <c:pt idx="3386">
                  <c:v>22-07-2013</c:v>
                </c:pt>
                <c:pt idx="3387">
                  <c:v>23-07-2013</c:v>
                </c:pt>
                <c:pt idx="3388">
                  <c:v>24-07-2013</c:v>
                </c:pt>
                <c:pt idx="3389">
                  <c:v>25-07-2013</c:v>
                </c:pt>
                <c:pt idx="3390">
                  <c:v>26-07-2013</c:v>
                </c:pt>
                <c:pt idx="3391">
                  <c:v>29-07-2013</c:v>
                </c:pt>
                <c:pt idx="3392">
                  <c:v>30-07-2013</c:v>
                </c:pt>
                <c:pt idx="3393">
                  <c:v>31-07-2013</c:v>
                </c:pt>
                <c:pt idx="3394">
                  <c:v>01-08-2013</c:v>
                </c:pt>
                <c:pt idx="3395">
                  <c:v>02-08-2013</c:v>
                </c:pt>
                <c:pt idx="3396">
                  <c:v>05-08-2013</c:v>
                </c:pt>
                <c:pt idx="3397">
                  <c:v>06-08-2013</c:v>
                </c:pt>
                <c:pt idx="3398">
                  <c:v>07-08-2013</c:v>
                </c:pt>
                <c:pt idx="3399">
                  <c:v>08-08-2013</c:v>
                </c:pt>
                <c:pt idx="3400">
                  <c:v>12-08-2013</c:v>
                </c:pt>
                <c:pt idx="3401">
                  <c:v>13-08-2013</c:v>
                </c:pt>
                <c:pt idx="3402">
                  <c:v>14-08-2013</c:v>
                </c:pt>
                <c:pt idx="3403">
                  <c:v>16-08-2013</c:v>
                </c:pt>
                <c:pt idx="3404">
                  <c:v>19-08-2013</c:v>
                </c:pt>
                <c:pt idx="3405">
                  <c:v>20-08-2013</c:v>
                </c:pt>
                <c:pt idx="3406">
                  <c:v>21-08-2013</c:v>
                </c:pt>
                <c:pt idx="3407">
                  <c:v>22-08-2013</c:v>
                </c:pt>
                <c:pt idx="3408">
                  <c:v>23-08-2013</c:v>
                </c:pt>
                <c:pt idx="3409">
                  <c:v>26-08-2013</c:v>
                </c:pt>
                <c:pt idx="3410">
                  <c:v>27-08-2013</c:v>
                </c:pt>
                <c:pt idx="3411">
                  <c:v>28-08-2013</c:v>
                </c:pt>
                <c:pt idx="3412">
                  <c:v>29-08-2013</c:v>
                </c:pt>
                <c:pt idx="3413">
                  <c:v>30-08-2013</c:v>
                </c:pt>
                <c:pt idx="3414">
                  <c:v>02-09-2013</c:v>
                </c:pt>
                <c:pt idx="3415">
                  <c:v>03-09-2013</c:v>
                </c:pt>
                <c:pt idx="3416">
                  <c:v>04-09-2013</c:v>
                </c:pt>
                <c:pt idx="3417">
                  <c:v>05-09-2013</c:v>
                </c:pt>
                <c:pt idx="3418">
                  <c:v>06-09-2013</c:v>
                </c:pt>
                <c:pt idx="3419">
                  <c:v>10-09-2013</c:v>
                </c:pt>
                <c:pt idx="3420">
                  <c:v>11-09-2013</c:v>
                </c:pt>
                <c:pt idx="3421">
                  <c:v>12-09-2013</c:v>
                </c:pt>
                <c:pt idx="3422">
                  <c:v>13-09-2013</c:v>
                </c:pt>
                <c:pt idx="3423">
                  <c:v>16-09-2013</c:v>
                </c:pt>
                <c:pt idx="3424">
                  <c:v>17-09-2013</c:v>
                </c:pt>
                <c:pt idx="3425">
                  <c:v>18-09-2013</c:v>
                </c:pt>
                <c:pt idx="3426">
                  <c:v>19-09-2013</c:v>
                </c:pt>
                <c:pt idx="3427">
                  <c:v>20-09-2013</c:v>
                </c:pt>
                <c:pt idx="3428">
                  <c:v>23-09-2013</c:v>
                </c:pt>
                <c:pt idx="3429">
                  <c:v>24-09-2013</c:v>
                </c:pt>
                <c:pt idx="3430">
                  <c:v>25-09-2013</c:v>
                </c:pt>
                <c:pt idx="3431">
                  <c:v>26-09-2013</c:v>
                </c:pt>
                <c:pt idx="3432">
                  <c:v>27-09-2013</c:v>
                </c:pt>
                <c:pt idx="3433">
                  <c:v>30-09-2013</c:v>
                </c:pt>
                <c:pt idx="3434">
                  <c:v>01-10-2013</c:v>
                </c:pt>
                <c:pt idx="3435">
                  <c:v>03-10-2013</c:v>
                </c:pt>
                <c:pt idx="3436">
                  <c:v>04-10-2013</c:v>
                </c:pt>
                <c:pt idx="3437">
                  <c:v>07-10-2013</c:v>
                </c:pt>
                <c:pt idx="3438">
                  <c:v>08-10-2013</c:v>
                </c:pt>
                <c:pt idx="3439">
                  <c:v>09-10-2013</c:v>
                </c:pt>
                <c:pt idx="3440">
                  <c:v>10-10-2013</c:v>
                </c:pt>
                <c:pt idx="3441">
                  <c:v>11-10-2013</c:v>
                </c:pt>
                <c:pt idx="3442">
                  <c:v>14-10-2013</c:v>
                </c:pt>
                <c:pt idx="3443">
                  <c:v>15-10-2013</c:v>
                </c:pt>
                <c:pt idx="3444">
                  <c:v>17-10-2013</c:v>
                </c:pt>
                <c:pt idx="3445">
                  <c:v>18-10-2013</c:v>
                </c:pt>
                <c:pt idx="3446">
                  <c:v>21-10-2013</c:v>
                </c:pt>
                <c:pt idx="3447">
                  <c:v>22-10-2013</c:v>
                </c:pt>
                <c:pt idx="3448">
                  <c:v>23-10-2013</c:v>
                </c:pt>
                <c:pt idx="3449">
                  <c:v>24-10-2013</c:v>
                </c:pt>
                <c:pt idx="3450">
                  <c:v>25-10-2013</c:v>
                </c:pt>
                <c:pt idx="3451">
                  <c:v>28-10-2013</c:v>
                </c:pt>
                <c:pt idx="3452">
                  <c:v>29-10-2013</c:v>
                </c:pt>
                <c:pt idx="3453">
                  <c:v>30-10-2013</c:v>
                </c:pt>
                <c:pt idx="3454">
                  <c:v>31-10-2013</c:v>
                </c:pt>
                <c:pt idx="3455">
                  <c:v>01-11-2013</c:v>
                </c:pt>
                <c:pt idx="3456">
                  <c:v>03-11-2013</c:v>
                </c:pt>
                <c:pt idx="3457">
                  <c:v>05-11-2013</c:v>
                </c:pt>
                <c:pt idx="3458">
                  <c:v>06-11-2013</c:v>
                </c:pt>
                <c:pt idx="3459">
                  <c:v>07-11-2013</c:v>
                </c:pt>
                <c:pt idx="3460">
                  <c:v>08-11-2013</c:v>
                </c:pt>
                <c:pt idx="3461">
                  <c:v>11-11-2013</c:v>
                </c:pt>
                <c:pt idx="3462">
                  <c:v>12-11-2013</c:v>
                </c:pt>
                <c:pt idx="3463">
                  <c:v>13-11-2013</c:v>
                </c:pt>
                <c:pt idx="3464">
                  <c:v>14-11-2013</c:v>
                </c:pt>
                <c:pt idx="3465">
                  <c:v>18-11-2013</c:v>
                </c:pt>
                <c:pt idx="3466">
                  <c:v>19-11-2013</c:v>
                </c:pt>
                <c:pt idx="3467">
                  <c:v>20-11-2013</c:v>
                </c:pt>
                <c:pt idx="3468">
                  <c:v>21-11-2013</c:v>
                </c:pt>
                <c:pt idx="3469">
                  <c:v>22-11-2013</c:v>
                </c:pt>
                <c:pt idx="3470">
                  <c:v>25-11-2013</c:v>
                </c:pt>
                <c:pt idx="3471">
                  <c:v>26-11-2013</c:v>
                </c:pt>
                <c:pt idx="3472">
                  <c:v>27-11-2013</c:v>
                </c:pt>
                <c:pt idx="3473">
                  <c:v>28-11-2013</c:v>
                </c:pt>
                <c:pt idx="3474">
                  <c:v>29-11-2013</c:v>
                </c:pt>
                <c:pt idx="3475">
                  <c:v>02-12-2013</c:v>
                </c:pt>
                <c:pt idx="3476">
                  <c:v>03-12-2013</c:v>
                </c:pt>
                <c:pt idx="3477">
                  <c:v>04-12-2013</c:v>
                </c:pt>
                <c:pt idx="3478">
                  <c:v>05-12-2013</c:v>
                </c:pt>
                <c:pt idx="3479">
                  <c:v>06-12-2013</c:v>
                </c:pt>
                <c:pt idx="3480">
                  <c:v>09-12-2013</c:v>
                </c:pt>
                <c:pt idx="3481">
                  <c:v>10-12-2013</c:v>
                </c:pt>
                <c:pt idx="3482">
                  <c:v>11-12-2013</c:v>
                </c:pt>
                <c:pt idx="3483">
                  <c:v>12-12-2013</c:v>
                </c:pt>
                <c:pt idx="3484">
                  <c:v>13-12-2013</c:v>
                </c:pt>
                <c:pt idx="3485">
                  <c:v>16-12-2013</c:v>
                </c:pt>
                <c:pt idx="3486">
                  <c:v>17-12-2013</c:v>
                </c:pt>
                <c:pt idx="3487">
                  <c:v>18-12-2013</c:v>
                </c:pt>
                <c:pt idx="3488">
                  <c:v>19-12-2013</c:v>
                </c:pt>
                <c:pt idx="3489">
                  <c:v>20-12-2013</c:v>
                </c:pt>
                <c:pt idx="3490">
                  <c:v>23-12-2013</c:v>
                </c:pt>
                <c:pt idx="3491">
                  <c:v>24-12-2013</c:v>
                </c:pt>
                <c:pt idx="3492">
                  <c:v>26-12-2013</c:v>
                </c:pt>
                <c:pt idx="3493">
                  <c:v>27-12-2013</c:v>
                </c:pt>
                <c:pt idx="3494">
                  <c:v>30-12-2013</c:v>
                </c:pt>
                <c:pt idx="3495">
                  <c:v>31-12-2013</c:v>
                </c:pt>
                <c:pt idx="3496">
                  <c:v>01-01-2014</c:v>
                </c:pt>
                <c:pt idx="3497">
                  <c:v>02-01-2014</c:v>
                </c:pt>
                <c:pt idx="3498">
                  <c:v>03-01-2014</c:v>
                </c:pt>
                <c:pt idx="3499">
                  <c:v>06-01-2014</c:v>
                </c:pt>
                <c:pt idx="3500">
                  <c:v>07-01-2014</c:v>
                </c:pt>
                <c:pt idx="3501">
                  <c:v>08-01-2014</c:v>
                </c:pt>
                <c:pt idx="3502">
                  <c:v>09-01-2014</c:v>
                </c:pt>
                <c:pt idx="3503">
                  <c:v>10-01-2014</c:v>
                </c:pt>
                <c:pt idx="3504">
                  <c:v>13-01-2014</c:v>
                </c:pt>
                <c:pt idx="3505">
                  <c:v>14-01-2014</c:v>
                </c:pt>
                <c:pt idx="3506">
                  <c:v>15-01-2014</c:v>
                </c:pt>
                <c:pt idx="3507">
                  <c:v>16-01-2014</c:v>
                </c:pt>
                <c:pt idx="3508">
                  <c:v>17-01-2014</c:v>
                </c:pt>
                <c:pt idx="3509">
                  <c:v>20-01-2014</c:v>
                </c:pt>
                <c:pt idx="3510">
                  <c:v>21-01-2014</c:v>
                </c:pt>
                <c:pt idx="3511">
                  <c:v>22-01-2014</c:v>
                </c:pt>
                <c:pt idx="3512">
                  <c:v>23-01-2014</c:v>
                </c:pt>
                <c:pt idx="3513">
                  <c:v>24-01-2014</c:v>
                </c:pt>
                <c:pt idx="3514">
                  <c:v>27-01-2014</c:v>
                </c:pt>
                <c:pt idx="3515">
                  <c:v>28-01-2014</c:v>
                </c:pt>
                <c:pt idx="3516">
                  <c:v>29-01-2014</c:v>
                </c:pt>
                <c:pt idx="3517">
                  <c:v>30-01-2014</c:v>
                </c:pt>
                <c:pt idx="3518">
                  <c:v>31-01-2014</c:v>
                </c:pt>
                <c:pt idx="3519">
                  <c:v>03-02-2014</c:v>
                </c:pt>
                <c:pt idx="3520">
                  <c:v>04-02-2014</c:v>
                </c:pt>
                <c:pt idx="3521">
                  <c:v>05-02-2014</c:v>
                </c:pt>
                <c:pt idx="3522">
                  <c:v>06-02-2014</c:v>
                </c:pt>
                <c:pt idx="3523">
                  <c:v>07-02-2014</c:v>
                </c:pt>
                <c:pt idx="3524">
                  <c:v>10-02-2014</c:v>
                </c:pt>
                <c:pt idx="3525">
                  <c:v>11-02-2014</c:v>
                </c:pt>
                <c:pt idx="3526">
                  <c:v>12-02-2014</c:v>
                </c:pt>
                <c:pt idx="3527">
                  <c:v>13-02-2014</c:v>
                </c:pt>
                <c:pt idx="3528">
                  <c:v>14-02-2014</c:v>
                </c:pt>
                <c:pt idx="3529">
                  <c:v>17-02-2014</c:v>
                </c:pt>
                <c:pt idx="3530">
                  <c:v>18-02-2014</c:v>
                </c:pt>
                <c:pt idx="3531">
                  <c:v>19-02-2014</c:v>
                </c:pt>
                <c:pt idx="3532">
                  <c:v>20-02-2014</c:v>
                </c:pt>
                <c:pt idx="3533">
                  <c:v>21-02-2014</c:v>
                </c:pt>
                <c:pt idx="3534">
                  <c:v>24-02-2014</c:v>
                </c:pt>
                <c:pt idx="3535">
                  <c:v>25-02-2014</c:v>
                </c:pt>
                <c:pt idx="3536">
                  <c:v>26-02-2014</c:v>
                </c:pt>
                <c:pt idx="3537">
                  <c:v>28-02-2014</c:v>
                </c:pt>
                <c:pt idx="3538">
                  <c:v>03-03-2014</c:v>
                </c:pt>
                <c:pt idx="3539">
                  <c:v>04-03-2014</c:v>
                </c:pt>
                <c:pt idx="3540">
                  <c:v>05-03-2014</c:v>
                </c:pt>
                <c:pt idx="3541">
                  <c:v>06-03-2014</c:v>
                </c:pt>
                <c:pt idx="3542">
                  <c:v>07-03-2014</c:v>
                </c:pt>
                <c:pt idx="3543">
                  <c:v>10-03-2014</c:v>
                </c:pt>
                <c:pt idx="3544">
                  <c:v>11-03-2014</c:v>
                </c:pt>
                <c:pt idx="3545">
                  <c:v>12-03-2014</c:v>
                </c:pt>
                <c:pt idx="3546">
                  <c:v>13-03-2014</c:v>
                </c:pt>
                <c:pt idx="3547">
                  <c:v>14-03-2014</c:v>
                </c:pt>
                <c:pt idx="3548">
                  <c:v>18-03-2014</c:v>
                </c:pt>
                <c:pt idx="3549">
                  <c:v>19-03-2014</c:v>
                </c:pt>
                <c:pt idx="3550">
                  <c:v>20-03-2014</c:v>
                </c:pt>
                <c:pt idx="3551">
                  <c:v>21-03-2014</c:v>
                </c:pt>
                <c:pt idx="3552">
                  <c:v>22-03-2014</c:v>
                </c:pt>
                <c:pt idx="3553">
                  <c:v>24-03-2014</c:v>
                </c:pt>
                <c:pt idx="3554">
                  <c:v>25-03-2014</c:v>
                </c:pt>
                <c:pt idx="3555">
                  <c:v>26-03-2014</c:v>
                </c:pt>
                <c:pt idx="3556">
                  <c:v>27-03-2014</c:v>
                </c:pt>
                <c:pt idx="3557">
                  <c:v>28-03-2014</c:v>
                </c:pt>
                <c:pt idx="3558">
                  <c:v>31-03-2014</c:v>
                </c:pt>
                <c:pt idx="3559">
                  <c:v>01-04-2014</c:v>
                </c:pt>
                <c:pt idx="3560">
                  <c:v>02-04-2014</c:v>
                </c:pt>
                <c:pt idx="3561">
                  <c:v>03-04-2014</c:v>
                </c:pt>
                <c:pt idx="3562">
                  <c:v>04-04-2014</c:v>
                </c:pt>
                <c:pt idx="3563">
                  <c:v>07-04-2014</c:v>
                </c:pt>
                <c:pt idx="3564">
                  <c:v>09-04-2014</c:v>
                </c:pt>
                <c:pt idx="3565">
                  <c:v>10-04-2014</c:v>
                </c:pt>
                <c:pt idx="3566">
                  <c:v>11-04-2014</c:v>
                </c:pt>
                <c:pt idx="3567">
                  <c:v>15-04-2014</c:v>
                </c:pt>
                <c:pt idx="3568">
                  <c:v>16-04-2014</c:v>
                </c:pt>
                <c:pt idx="3569">
                  <c:v>17-04-2014</c:v>
                </c:pt>
                <c:pt idx="3570">
                  <c:v>21-04-2014</c:v>
                </c:pt>
                <c:pt idx="3571">
                  <c:v>22-04-2014</c:v>
                </c:pt>
                <c:pt idx="3572">
                  <c:v>23-04-2014</c:v>
                </c:pt>
                <c:pt idx="3573">
                  <c:v>25-04-2014</c:v>
                </c:pt>
                <c:pt idx="3574">
                  <c:v>28-04-2014</c:v>
                </c:pt>
                <c:pt idx="3575">
                  <c:v>29-04-2014</c:v>
                </c:pt>
                <c:pt idx="3576">
                  <c:v>30-04-2014</c:v>
                </c:pt>
                <c:pt idx="3577">
                  <c:v>02-05-2014</c:v>
                </c:pt>
                <c:pt idx="3578">
                  <c:v>05-05-2014</c:v>
                </c:pt>
                <c:pt idx="3579">
                  <c:v>06-05-2014</c:v>
                </c:pt>
                <c:pt idx="3580">
                  <c:v>07-05-2014</c:v>
                </c:pt>
                <c:pt idx="3581">
                  <c:v>08-05-2014</c:v>
                </c:pt>
                <c:pt idx="3582">
                  <c:v>09-05-2014</c:v>
                </c:pt>
                <c:pt idx="3583">
                  <c:v>12-05-2014</c:v>
                </c:pt>
                <c:pt idx="3584">
                  <c:v>13-05-2014</c:v>
                </c:pt>
                <c:pt idx="3585">
                  <c:v>14-05-2014</c:v>
                </c:pt>
                <c:pt idx="3586">
                  <c:v>15-05-2014</c:v>
                </c:pt>
                <c:pt idx="3587">
                  <c:v>16-05-2014</c:v>
                </c:pt>
                <c:pt idx="3588">
                  <c:v>19-05-2014</c:v>
                </c:pt>
                <c:pt idx="3589">
                  <c:v>20-05-2014</c:v>
                </c:pt>
                <c:pt idx="3590">
                  <c:v>21-05-2014</c:v>
                </c:pt>
                <c:pt idx="3591">
                  <c:v>22-05-2014</c:v>
                </c:pt>
                <c:pt idx="3592">
                  <c:v>23-05-2014</c:v>
                </c:pt>
                <c:pt idx="3593">
                  <c:v>26-05-2014</c:v>
                </c:pt>
                <c:pt idx="3594">
                  <c:v>27-05-2014</c:v>
                </c:pt>
                <c:pt idx="3595">
                  <c:v>28-05-2014</c:v>
                </c:pt>
                <c:pt idx="3596">
                  <c:v>29-05-2014</c:v>
                </c:pt>
                <c:pt idx="3597">
                  <c:v>30-05-2014</c:v>
                </c:pt>
                <c:pt idx="3598">
                  <c:v>02-06-2014</c:v>
                </c:pt>
                <c:pt idx="3599">
                  <c:v>03-06-2014</c:v>
                </c:pt>
                <c:pt idx="3600">
                  <c:v>04-06-2014</c:v>
                </c:pt>
                <c:pt idx="3601">
                  <c:v>05-06-2014</c:v>
                </c:pt>
                <c:pt idx="3602">
                  <c:v>06-06-2014</c:v>
                </c:pt>
                <c:pt idx="3603">
                  <c:v>09-06-2014</c:v>
                </c:pt>
                <c:pt idx="3604">
                  <c:v>10-06-2014</c:v>
                </c:pt>
                <c:pt idx="3605">
                  <c:v>11-06-2014</c:v>
                </c:pt>
                <c:pt idx="3606">
                  <c:v>12-06-2014</c:v>
                </c:pt>
                <c:pt idx="3607">
                  <c:v>13-06-2014</c:v>
                </c:pt>
                <c:pt idx="3608">
                  <c:v>16-06-2014</c:v>
                </c:pt>
                <c:pt idx="3609">
                  <c:v>17-06-2014</c:v>
                </c:pt>
                <c:pt idx="3610">
                  <c:v>18-06-2014</c:v>
                </c:pt>
                <c:pt idx="3611">
                  <c:v>19-06-2014</c:v>
                </c:pt>
                <c:pt idx="3612">
                  <c:v>20-06-2014</c:v>
                </c:pt>
                <c:pt idx="3613">
                  <c:v>23-06-2014</c:v>
                </c:pt>
                <c:pt idx="3614">
                  <c:v>24-06-2014</c:v>
                </c:pt>
                <c:pt idx="3615">
                  <c:v>25-06-2014</c:v>
                </c:pt>
                <c:pt idx="3616">
                  <c:v>26-06-2014</c:v>
                </c:pt>
                <c:pt idx="3617">
                  <c:v>27-06-2014</c:v>
                </c:pt>
                <c:pt idx="3618">
                  <c:v>30-06-2014</c:v>
                </c:pt>
                <c:pt idx="3619">
                  <c:v>01-07-2014</c:v>
                </c:pt>
                <c:pt idx="3620">
                  <c:v>02-07-2014</c:v>
                </c:pt>
                <c:pt idx="3621">
                  <c:v>03-07-2014</c:v>
                </c:pt>
                <c:pt idx="3622">
                  <c:v>04-07-2014</c:v>
                </c:pt>
                <c:pt idx="3623">
                  <c:v>07-07-2014</c:v>
                </c:pt>
                <c:pt idx="3624">
                  <c:v>08-07-2014</c:v>
                </c:pt>
                <c:pt idx="3625">
                  <c:v>09-07-2014</c:v>
                </c:pt>
                <c:pt idx="3626">
                  <c:v>10-07-2014</c:v>
                </c:pt>
                <c:pt idx="3627">
                  <c:v>11-07-2014</c:v>
                </c:pt>
                <c:pt idx="3628">
                  <c:v>14-07-2014</c:v>
                </c:pt>
                <c:pt idx="3629">
                  <c:v>15-07-2014</c:v>
                </c:pt>
                <c:pt idx="3630">
                  <c:v>16-07-2014</c:v>
                </c:pt>
                <c:pt idx="3631">
                  <c:v>17-07-2014</c:v>
                </c:pt>
                <c:pt idx="3632">
                  <c:v>18-07-2014</c:v>
                </c:pt>
                <c:pt idx="3633">
                  <c:v>21-07-2014</c:v>
                </c:pt>
                <c:pt idx="3634">
                  <c:v>22-07-2014</c:v>
                </c:pt>
                <c:pt idx="3635">
                  <c:v>23-07-2014</c:v>
                </c:pt>
                <c:pt idx="3636">
                  <c:v>24-07-2014</c:v>
                </c:pt>
                <c:pt idx="3637">
                  <c:v>25-07-2014</c:v>
                </c:pt>
                <c:pt idx="3638">
                  <c:v>28-07-2014</c:v>
                </c:pt>
                <c:pt idx="3639">
                  <c:v>30-07-2014</c:v>
                </c:pt>
                <c:pt idx="3640">
                  <c:v>31-07-2014</c:v>
                </c:pt>
                <c:pt idx="3641">
                  <c:v>01-08-2014</c:v>
                </c:pt>
                <c:pt idx="3642">
                  <c:v>04-08-2014</c:v>
                </c:pt>
                <c:pt idx="3643">
                  <c:v>05-08-2014</c:v>
                </c:pt>
                <c:pt idx="3644">
                  <c:v>06-08-2014</c:v>
                </c:pt>
                <c:pt idx="3645">
                  <c:v>07-08-2014</c:v>
                </c:pt>
                <c:pt idx="3646">
                  <c:v>08-08-2014</c:v>
                </c:pt>
                <c:pt idx="3647">
                  <c:v>11-08-2014</c:v>
                </c:pt>
                <c:pt idx="3648">
                  <c:v>12-08-2014</c:v>
                </c:pt>
                <c:pt idx="3649">
                  <c:v>13-08-2014</c:v>
                </c:pt>
                <c:pt idx="3650">
                  <c:v>14-08-2014</c:v>
                </c:pt>
                <c:pt idx="3651">
                  <c:v>18-08-2014</c:v>
                </c:pt>
                <c:pt idx="3652">
                  <c:v>19-08-2014</c:v>
                </c:pt>
                <c:pt idx="3653">
                  <c:v>20-08-2014</c:v>
                </c:pt>
                <c:pt idx="3654">
                  <c:v>21-08-2014</c:v>
                </c:pt>
                <c:pt idx="3655">
                  <c:v>22-08-2014</c:v>
                </c:pt>
                <c:pt idx="3656">
                  <c:v>25-08-2014</c:v>
                </c:pt>
                <c:pt idx="3657">
                  <c:v>26-08-2014</c:v>
                </c:pt>
                <c:pt idx="3658">
                  <c:v>27-08-2014</c:v>
                </c:pt>
                <c:pt idx="3659">
                  <c:v>28-08-2014</c:v>
                </c:pt>
                <c:pt idx="3660">
                  <c:v>01-09-2014</c:v>
                </c:pt>
                <c:pt idx="3661">
                  <c:v>02-09-2014</c:v>
                </c:pt>
                <c:pt idx="3662">
                  <c:v>03-09-2014</c:v>
                </c:pt>
                <c:pt idx="3663">
                  <c:v>04-09-2014</c:v>
                </c:pt>
                <c:pt idx="3664">
                  <c:v>05-09-2014</c:v>
                </c:pt>
                <c:pt idx="3665">
                  <c:v>08-09-2014</c:v>
                </c:pt>
                <c:pt idx="3666">
                  <c:v>09-09-2014</c:v>
                </c:pt>
                <c:pt idx="3667">
                  <c:v>10-09-2014</c:v>
                </c:pt>
                <c:pt idx="3668">
                  <c:v>11-09-2014</c:v>
                </c:pt>
                <c:pt idx="3669">
                  <c:v>12-09-2014</c:v>
                </c:pt>
                <c:pt idx="3670">
                  <c:v>15-09-2014</c:v>
                </c:pt>
                <c:pt idx="3671">
                  <c:v>16-09-2014</c:v>
                </c:pt>
                <c:pt idx="3672">
                  <c:v>17-09-2014</c:v>
                </c:pt>
                <c:pt idx="3673">
                  <c:v>18-09-2014</c:v>
                </c:pt>
                <c:pt idx="3674">
                  <c:v>19-09-2014</c:v>
                </c:pt>
                <c:pt idx="3675">
                  <c:v>22-09-2014</c:v>
                </c:pt>
                <c:pt idx="3676">
                  <c:v>23-09-2014</c:v>
                </c:pt>
                <c:pt idx="3677">
                  <c:v>24-09-2014</c:v>
                </c:pt>
                <c:pt idx="3678">
                  <c:v>25-09-2014</c:v>
                </c:pt>
                <c:pt idx="3679">
                  <c:v>26-09-2014</c:v>
                </c:pt>
                <c:pt idx="3680">
                  <c:v>29-09-2014</c:v>
                </c:pt>
                <c:pt idx="3681">
                  <c:v>30-09-2014</c:v>
                </c:pt>
                <c:pt idx="3682">
                  <c:v>01-10-2014</c:v>
                </c:pt>
                <c:pt idx="3683">
                  <c:v>07-10-2014</c:v>
                </c:pt>
                <c:pt idx="3684">
                  <c:v>08-10-2014</c:v>
                </c:pt>
                <c:pt idx="3685">
                  <c:v>09-10-2014</c:v>
                </c:pt>
                <c:pt idx="3686">
                  <c:v>10-10-2014</c:v>
                </c:pt>
                <c:pt idx="3687">
                  <c:v>13-10-2014</c:v>
                </c:pt>
                <c:pt idx="3688">
                  <c:v>14-10-2014</c:v>
                </c:pt>
                <c:pt idx="3689">
                  <c:v>16-10-2014</c:v>
                </c:pt>
                <c:pt idx="3690">
                  <c:v>17-10-2014</c:v>
                </c:pt>
                <c:pt idx="3691">
                  <c:v>20-10-2014</c:v>
                </c:pt>
                <c:pt idx="3692">
                  <c:v>21-10-2014</c:v>
                </c:pt>
                <c:pt idx="3693">
                  <c:v>22-10-2014</c:v>
                </c:pt>
                <c:pt idx="3694">
                  <c:v>23-10-2014</c:v>
                </c:pt>
                <c:pt idx="3695">
                  <c:v>27-10-2014</c:v>
                </c:pt>
                <c:pt idx="3696">
                  <c:v>28-10-2014</c:v>
                </c:pt>
                <c:pt idx="3697">
                  <c:v>29-10-2014</c:v>
                </c:pt>
                <c:pt idx="3698">
                  <c:v>30-10-2014</c:v>
                </c:pt>
                <c:pt idx="3699">
                  <c:v>31-10-2014</c:v>
                </c:pt>
                <c:pt idx="3700">
                  <c:v>03-11-2014</c:v>
                </c:pt>
                <c:pt idx="3701">
                  <c:v>05-11-2014</c:v>
                </c:pt>
                <c:pt idx="3702">
                  <c:v>07-11-2014</c:v>
                </c:pt>
                <c:pt idx="3703">
                  <c:v>10-11-2014</c:v>
                </c:pt>
                <c:pt idx="3704">
                  <c:v>11-11-2014</c:v>
                </c:pt>
                <c:pt idx="3705">
                  <c:v>12-11-2014</c:v>
                </c:pt>
                <c:pt idx="3706">
                  <c:v>13-11-2014</c:v>
                </c:pt>
                <c:pt idx="3707">
                  <c:v>14-11-2014</c:v>
                </c:pt>
                <c:pt idx="3708">
                  <c:v>17-11-2014</c:v>
                </c:pt>
                <c:pt idx="3709">
                  <c:v>18-11-2014</c:v>
                </c:pt>
                <c:pt idx="3710">
                  <c:v>19-11-2014</c:v>
                </c:pt>
                <c:pt idx="3711">
                  <c:v>20-11-2014</c:v>
                </c:pt>
                <c:pt idx="3712">
                  <c:v>21-11-2014</c:v>
                </c:pt>
                <c:pt idx="3713">
                  <c:v>24-11-2014</c:v>
                </c:pt>
                <c:pt idx="3714">
                  <c:v>25-11-2014</c:v>
                </c:pt>
                <c:pt idx="3715">
                  <c:v>26-11-2014</c:v>
                </c:pt>
                <c:pt idx="3716">
                  <c:v>27-11-2014</c:v>
                </c:pt>
                <c:pt idx="3717">
                  <c:v>28-11-2014</c:v>
                </c:pt>
                <c:pt idx="3718">
                  <c:v>01-12-2014</c:v>
                </c:pt>
                <c:pt idx="3719">
                  <c:v>02-12-2014</c:v>
                </c:pt>
                <c:pt idx="3720">
                  <c:v>03-12-2014</c:v>
                </c:pt>
                <c:pt idx="3721">
                  <c:v>04-12-2014</c:v>
                </c:pt>
                <c:pt idx="3722">
                  <c:v>05-12-2014</c:v>
                </c:pt>
                <c:pt idx="3723">
                  <c:v>08-12-2014</c:v>
                </c:pt>
                <c:pt idx="3724">
                  <c:v>09-12-2014</c:v>
                </c:pt>
                <c:pt idx="3725">
                  <c:v>10-12-2014</c:v>
                </c:pt>
                <c:pt idx="3726">
                  <c:v>11-12-2014</c:v>
                </c:pt>
                <c:pt idx="3727">
                  <c:v>12-12-2014</c:v>
                </c:pt>
                <c:pt idx="3728">
                  <c:v>15-12-2014</c:v>
                </c:pt>
                <c:pt idx="3729">
                  <c:v>16-12-2014</c:v>
                </c:pt>
                <c:pt idx="3730">
                  <c:v>17-12-2014</c:v>
                </c:pt>
                <c:pt idx="3731">
                  <c:v>18-12-2014</c:v>
                </c:pt>
                <c:pt idx="3732">
                  <c:v>19-12-2014</c:v>
                </c:pt>
                <c:pt idx="3733">
                  <c:v>22-12-2014</c:v>
                </c:pt>
                <c:pt idx="3734">
                  <c:v>23-12-2014</c:v>
                </c:pt>
                <c:pt idx="3735">
                  <c:v>24-12-2014</c:v>
                </c:pt>
                <c:pt idx="3736">
                  <c:v>26-12-2014</c:v>
                </c:pt>
                <c:pt idx="3737">
                  <c:v>29-12-2014</c:v>
                </c:pt>
                <c:pt idx="3738">
                  <c:v>30-12-2014</c:v>
                </c:pt>
                <c:pt idx="3739">
                  <c:v>31-12-2014</c:v>
                </c:pt>
                <c:pt idx="3740">
                  <c:v>01-01-2015</c:v>
                </c:pt>
                <c:pt idx="3741">
                  <c:v>02-01-2015</c:v>
                </c:pt>
                <c:pt idx="3742">
                  <c:v>05-01-2015</c:v>
                </c:pt>
                <c:pt idx="3743">
                  <c:v>06-01-2015</c:v>
                </c:pt>
                <c:pt idx="3744">
                  <c:v>07-01-2015</c:v>
                </c:pt>
                <c:pt idx="3745">
                  <c:v>08-01-2015</c:v>
                </c:pt>
                <c:pt idx="3746">
                  <c:v>09-01-2015</c:v>
                </c:pt>
                <c:pt idx="3747">
                  <c:v>12-01-2015</c:v>
                </c:pt>
                <c:pt idx="3748">
                  <c:v>13-01-2015</c:v>
                </c:pt>
                <c:pt idx="3749">
                  <c:v>14-01-2015</c:v>
                </c:pt>
                <c:pt idx="3750">
                  <c:v>15-01-2015</c:v>
                </c:pt>
                <c:pt idx="3751">
                  <c:v>16-01-2015</c:v>
                </c:pt>
                <c:pt idx="3752">
                  <c:v>19-01-2015</c:v>
                </c:pt>
                <c:pt idx="3753">
                  <c:v>20-01-2015</c:v>
                </c:pt>
                <c:pt idx="3754">
                  <c:v>21-01-2015</c:v>
                </c:pt>
                <c:pt idx="3755">
                  <c:v>22-01-2015</c:v>
                </c:pt>
                <c:pt idx="3756">
                  <c:v>23-01-2015</c:v>
                </c:pt>
                <c:pt idx="3757">
                  <c:v>27-01-2015</c:v>
                </c:pt>
                <c:pt idx="3758">
                  <c:v>28-01-2015</c:v>
                </c:pt>
                <c:pt idx="3759">
                  <c:v>29-01-2015</c:v>
                </c:pt>
                <c:pt idx="3760">
                  <c:v>30-01-2015</c:v>
                </c:pt>
                <c:pt idx="3761">
                  <c:v>02-02-2015</c:v>
                </c:pt>
                <c:pt idx="3762">
                  <c:v>03-02-2015</c:v>
                </c:pt>
                <c:pt idx="3763">
                  <c:v>04-02-2015</c:v>
                </c:pt>
                <c:pt idx="3764">
                  <c:v>05-02-2015</c:v>
                </c:pt>
                <c:pt idx="3765">
                  <c:v>06-02-2015</c:v>
                </c:pt>
                <c:pt idx="3766">
                  <c:v>09-02-2015</c:v>
                </c:pt>
                <c:pt idx="3767">
                  <c:v>10-02-2015</c:v>
                </c:pt>
                <c:pt idx="3768">
                  <c:v>11-02-2015</c:v>
                </c:pt>
                <c:pt idx="3769">
                  <c:v>12-02-2015</c:v>
                </c:pt>
                <c:pt idx="3770">
                  <c:v>13-02-2015</c:v>
                </c:pt>
                <c:pt idx="3771">
                  <c:v>16-02-2015</c:v>
                </c:pt>
                <c:pt idx="3772">
                  <c:v>18-02-2015</c:v>
                </c:pt>
                <c:pt idx="3773">
                  <c:v>19-02-2015</c:v>
                </c:pt>
                <c:pt idx="3774">
                  <c:v>20-02-2015</c:v>
                </c:pt>
                <c:pt idx="3775">
                  <c:v>23-02-2015</c:v>
                </c:pt>
                <c:pt idx="3776">
                  <c:v>24-02-2015</c:v>
                </c:pt>
                <c:pt idx="3777">
                  <c:v>25-02-2015</c:v>
                </c:pt>
                <c:pt idx="3778">
                  <c:v>26-02-2015</c:v>
                </c:pt>
                <c:pt idx="3779">
                  <c:v>27-02-2015</c:v>
                </c:pt>
                <c:pt idx="3780">
                  <c:v>28-02-2015</c:v>
                </c:pt>
                <c:pt idx="3781">
                  <c:v>02-03-2015</c:v>
                </c:pt>
                <c:pt idx="3782">
                  <c:v>03-03-2015</c:v>
                </c:pt>
                <c:pt idx="3783">
                  <c:v>04-03-2015</c:v>
                </c:pt>
                <c:pt idx="3784">
                  <c:v>05-03-2015</c:v>
                </c:pt>
                <c:pt idx="3785">
                  <c:v>09-03-2015</c:v>
                </c:pt>
                <c:pt idx="3786">
                  <c:v>10-03-2015</c:v>
                </c:pt>
                <c:pt idx="3787">
                  <c:v>11-03-2015</c:v>
                </c:pt>
                <c:pt idx="3788">
                  <c:v>12-03-2015</c:v>
                </c:pt>
                <c:pt idx="3789">
                  <c:v>13-03-2015</c:v>
                </c:pt>
                <c:pt idx="3790">
                  <c:v>16-03-2015</c:v>
                </c:pt>
                <c:pt idx="3791">
                  <c:v>17-03-2015</c:v>
                </c:pt>
                <c:pt idx="3792">
                  <c:v>18-03-2015</c:v>
                </c:pt>
                <c:pt idx="3793">
                  <c:v>19-03-2015</c:v>
                </c:pt>
                <c:pt idx="3794">
                  <c:v>20-03-2015</c:v>
                </c:pt>
                <c:pt idx="3795">
                  <c:v>23-03-2015</c:v>
                </c:pt>
                <c:pt idx="3796">
                  <c:v>24-03-2015</c:v>
                </c:pt>
                <c:pt idx="3797">
                  <c:v>25-03-2015</c:v>
                </c:pt>
                <c:pt idx="3798">
                  <c:v>26-03-2015</c:v>
                </c:pt>
                <c:pt idx="3799">
                  <c:v>27-03-2015</c:v>
                </c:pt>
                <c:pt idx="3800">
                  <c:v>30-03-2015</c:v>
                </c:pt>
                <c:pt idx="3801">
                  <c:v>31-03-2015</c:v>
                </c:pt>
                <c:pt idx="3802">
                  <c:v>01-04-2015</c:v>
                </c:pt>
                <c:pt idx="3803">
                  <c:v>06-04-2015</c:v>
                </c:pt>
                <c:pt idx="3804">
                  <c:v>07-04-2015</c:v>
                </c:pt>
                <c:pt idx="3805">
                  <c:v>08-04-2015</c:v>
                </c:pt>
                <c:pt idx="3806">
                  <c:v>09-04-2015</c:v>
                </c:pt>
                <c:pt idx="3807">
                  <c:v>10-04-2015</c:v>
                </c:pt>
                <c:pt idx="3808">
                  <c:v>13-04-2015</c:v>
                </c:pt>
                <c:pt idx="3809">
                  <c:v>15-04-2015</c:v>
                </c:pt>
                <c:pt idx="3810">
                  <c:v>16-04-2015</c:v>
                </c:pt>
                <c:pt idx="3811">
                  <c:v>17-04-2015</c:v>
                </c:pt>
                <c:pt idx="3812">
                  <c:v>20-04-2015</c:v>
                </c:pt>
                <c:pt idx="3813">
                  <c:v>21-04-2015</c:v>
                </c:pt>
                <c:pt idx="3814">
                  <c:v>22-04-2015</c:v>
                </c:pt>
                <c:pt idx="3815">
                  <c:v>23-04-2015</c:v>
                </c:pt>
                <c:pt idx="3816">
                  <c:v>24-04-2015</c:v>
                </c:pt>
                <c:pt idx="3817">
                  <c:v>27-04-2015</c:v>
                </c:pt>
                <c:pt idx="3818">
                  <c:v>28-04-2015</c:v>
                </c:pt>
                <c:pt idx="3819">
                  <c:v>29-04-2015</c:v>
                </c:pt>
                <c:pt idx="3820">
                  <c:v>30-04-2015</c:v>
                </c:pt>
                <c:pt idx="3821">
                  <c:v>04-05-2015</c:v>
                </c:pt>
                <c:pt idx="3822">
                  <c:v>05-05-2015</c:v>
                </c:pt>
                <c:pt idx="3823">
                  <c:v>06-05-2015</c:v>
                </c:pt>
                <c:pt idx="3824">
                  <c:v>07-05-2015</c:v>
                </c:pt>
                <c:pt idx="3825">
                  <c:v>08-05-2015</c:v>
                </c:pt>
                <c:pt idx="3826">
                  <c:v>11-05-2015</c:v>
                </c:pt>
                <c:pt idx="3827">
                  <c:v>12-05-2015</c:v>
                </c:pt>
                <c:pt idx="3828">
                  <c:v>13-05-2015</c:v>
                </c:pt>
                <c:pt idx="3829">
                  <c:v>14-05-2015</c:v>
                </c:pt>
                <c:pt idx="3830">
                  <c:v>15-05-2015</c:v>
                </c:pt>
                <c:pt idx="3831">
                  <c:v>18-05-2015</c:v>
                </c:pt>
                <c:pt idx="3832">
                  <c:v>19-05-2015</c:v>
                </c:pt>
                <c:pt idx="3833">
                  <c:v>20-05-2015</c:v>
                </c:pt>
                <c:pt idx="3834">
                  <c:v>21-05-2015</c:v>
                </c:pt>
                <c:pt idx="3835">
                  <c:v>22-05-2015</c:v>
                </c:pt>
                <c:pt idx="3836">
                  <c:v>25-05-2015</c:v>
                </c:pt>
                <c:pt idx="3837">
                  <c:v>26-05-2015</c:v>
                </c:pt>
                <c:pt idx="3838">
                  <c:v>27-05-2015</c:v>
                </c:pt>
                <c:pt idx="3839">
                  <c:v>28-05-2015</c:v>
                </c:pt>
                <c:pt idx="3840">
                  <c:v>29-05-2015</c:v>
                </c:pt>
                <c:pt idx="3841">
                  <c:v>01-06-2015</c:v>
                </c:pt>
                <c:pt idx="3842">
                  <c:v>02-06-2015</c:v>
                </c:pt>
                <c:pt idx="3843">
                  <c:v>03-06-2015</c:v>
                </c:pt>
                <c:pt idx="3844">
                  <c:v>04-06-2015</c:v>
                </c:pt>
                <c:pt idx="3845">
                  <c:v>05-06-2015</c:v>
                </c:pt>
                <c:pt idx="3846">
                  <c:v>08-06-2015</c:v>
                </c:pt>
                <c:pt idx="3847">
                  <c:v>09-06-2015</c:v>
                </c:pt>
                <c:pt idx="3848">
                  <c:v>10-06-2015</c:v>
                </c:pt>
                <c:pt idx="3849">
                  <c:v>11-06-2015</c:v>
                </c:pt>
                <c:pt idx="3850">
                  <c:v>12-06-2015</c:v>
                </c:pt>
                <c:pt idx="3851">
                  <c:v>15-06-2015</c:v>
                </c:pt>
                <c:pt idx="3852">
                  <c:v>16-06-2015</c:v>
                </c:pt>
                <c:pt idx="3853">
                  <c:v>17-06-2015</c:v>
                </c:pt>
                <c:pt idx="3854">
                  <c:v>18-06-2015</c:v>
                </c:pt>
                <c:pt idx="3855">
                  <c:v>19-06-2015</c:v>
                </c:pt>
                <c:pt idx="3856">
                  <c:v>22-06-2015</c:v>
                </c:pt>
                <c:pt idx="3857">
                  <c:v>23-06-2015</c:v>
                </c:pt>
                <c:pt idx="3858">
                  <c:v>24-06-2015</c:v>
                </c:pt>
                <c:pt idx="3859">
                  <c:v>25-06-2015</c:v>
                </c:pt>
                <c:pt idx="3860">
                  <c:v>26-06-2015</c:v>
                </c:pt>
                <c:pt idx="3861">
                  <c:v>29-06-2015</c:v>
                </c:pt>
                <c:pt idx="3862">
                  <c:v>30-06-2015</c:v>
                </c:pt>
                <c:pt idx="3863">
                  <c:v>01-07-2015</c:v>
                </c:pt>
                <c:pt idx="3864">
                  <c:v>02-07-2015</c:v>
                </c:pt>
                <c:pt idx="3865">
                  <c:v>03-07-2015</c:v>
                </c:pt>
                <c:pt idx="3866">
                  <c:v>06-07-2015</c:v>
                </c:pt>
                <c:pt idx="3867">
                  <c:v>07-07-2015</c:v>
                </c:pt>
                <c:pt idx="3868">
                  <c:v>08-07-2015</c:v>
                </c:pt>
                <c:pt idx="3869">
                  <c:v>09-07-2015</c:v>
                </c:pt>
                <c:pt idx="3870">
                  <c:v>10-07-2015</c:v>
                </c:pt>
                <c:pt idx="3871">
                  <c:v>13-07-2015</c:v>
                </c:pt>
                <c:pt idx="3872">
                  <c:v>14-07-2015</c:v>
                </c:pt>
                <c:pt idx="3873">
                  <c:v>15-07-2015</c:v>
                </c:pt>
                <c:pt idx="3874">
                  <c:v>16-07-2015</c:v>
                </c:pt>
                <c:pt idx="3875">
                  <c:v>17-07-2015</c:v>
                </c:pt>
                <c:pt idx="3876">
                  <c:v>20-07-2015</c:v>
                </c:pt>
                <c:pt idx="3877">
                  <c:v>21-07-2015</c:v>
                </c:pt>
                <c:pt idx="3878">
                  <c:v>22-07-2015</c:v>
                </c:pt>
                <c:pt idx="3879">
                  <c:v>23-07-2015</c:v>
                </c:pt>
                <c:pt idx="3880">
                  <c:v>24-07-2015</c:v>
                </c:pt>
                <c:pt idx="3881">
                  <c:v>27-07-2015</c:v>
                </c:pt>
                <c:pt idx="3882">
                  <c:v>28-07-2015</c:v>
                </c:pt>
                <c:pt idx="3883">
                  <c:v>29-07-2015</c:v>
                </c:pt>
                <c:pt idx="3884">
                  <c:v>30-07-2015</c:v>
                </c:pt>
                <c:pt idx="3885">
                  <c:v>31-07-2015</c:v>
                </c:pt>
                <c:pt idx="3886">
                  <c:v>03-08-2015</c:v>
                </c:pt>
                <c:pt idx="3887">
                  <c:v>04-08-2015</c:v>
                </c:pt>
                <c:pt idx="3888">
                  <c:v>05-08-2015</c:v>
                </c:pt>
                <c:pt idx="3889">
                  <c:v>06-08-2015</c:v>
                </c:pt>
                <c:pt idx="3890">
                  <c:v>07-08-2015</c:v>
                </c:pt>
                <c:pt idx="3891">
                  <c:v>10-08-2015</c:v>
                </c:pt>
                <c:pt idx="3892">
                  <c:v>11-08-2015</c:v>
                </c:pt>
                <c:pt idx="3893">
                  <c:v>12-08-2015</c:v>
                </c:pt>
                <c:pt idx="3894">
                  <c:v>13-08-2015</c:v>
                </c:pt>
                <c:pt idx="3895">
                  <c:v>14-08-2015</c:v>
                </c:pt>
                <c:pt idx="3896">
                  <c:v>17-08-2015</c:v>
                </c:pt>
                <c:pt idx="3897">
                  <c:v>18-08-2015</c:v>
                </c:pt>
                <c:pt idx="3898">
                  <c:v>19-08-2015</c:v>
                </c:pt>
                <c:pt idx="3899">
                  <c:v>20-08-2015</c:v>
                </c:pt>
                <c:pt idx="3900">
                  <c:v>21-08-2015</c:v>
                </c:pt>
                <c:pt idx="3901">
                  <c:v>24-08-2015</c:v>
                </c:pt>
                <c:pt idx="3902">
                  <c:v>25-08-2015</c:v>
                </c:pt>
                <c:pt idx="3903">
                  <c:v>26-08-2015</c:v>
                </c:pt>
                <c:pt idx="3904">
                  <c:v>27-08-2015</c:v>
                </c:pt>
                <c:pt idx="3905">
                  <c:v>28-08-2015</c:v>
                </c:pt>
                <c:pt idx="3906">
                  <c:v>31-08-2015</c:v>
                </c:pt>
                <c:pt idx="3907">
                  <c:v>01-09-2015</c:v>
                </c:pt>
                <c:pt idx="3908">
                  <c:v>02-09-2015</c:v>
                </c:pt>
                <c:pt idx="3909">
                  <c:v>03-09-2015</c:v>
                </c:pt>
                <c:pt idx="3910">
                  <c:v>04-09-2015</c:v>
                </c:pt>
                <c:pt idx="3911">
                  <c:v>07-09-2015</c:v>
                </c:pt>
                <c:pt idx="3912">
                  <c:v>08-09-2015</c:v>
                </c:pt>
                <c:pt idx="3913">
                  <c:v>09-09-2015</c:v>
                </c:pt>
                <c:pt idx="3914">
                  <c:v>10-09-2015</c:v>
                </c:pt>
                <c:pt idx="3915">
                  <c:v>11-09-2015</c:v>
                </c:pt>
                <c:pt idx="3916">
                  <c:v>14-09-2015</c:v>
                </c:pt>
                <c:pt idx="3917">
                  <c:v>15-09-2015</c:v>
                </c:pt>
                <c:pt idx="3918">
                  <c:v>16-09-2015</c:v>
                </c:pt>
                <c:pt idx="3919">
                  <c:v>18-09-2015</c:v>
                </c:pt>
                <c:pt idx="3920">
                  <c:v>21-09-2015</c:v>
                </c:pt>
                <c:pt idx="3921">
                  <c:v>22-09-2015</c:v>
                </c:pt>
                <c:pt idx="3922">
                  <c:v>23-09-2015</c:v>
                </c:pt>
                <c:pt idx="3923">
                  <c:v>24-09-2015</c:v>
                </c:pt>
                <c:pt idx="3924">
                  <c:v>28-09-2015</c:v>
                </c:pt>
                <c:pt idx="3925">
                  <c:v>29-09-2015</c:v>
                </c:pt>
                <c:pt idx="3926">
                  <c:v>30-09-2015</c:v>
                </c:pt>
                <c:pt idx="3927">
                  <c:v>01-10-2015</c:v>
                </c:pt>
                <c:pt idx="3928">
                  <c:v>05-10-2015</c:v>
                </c:pt>
                <c:pt idx="3929">
                  <c:v>06-10-2015</c:v>
                </c:pt>
                <c:pt idx="3930">
                  <c:v>07-10-2015</c:v>
                </c:pt>
                <c:pt idx="3931">
                  <c:v>08-10-2015</c:v>
                </c:pt>
                <c:pt idx="3932">
                  <c:v>09-10-2015</c:v>
                </c:pt>
                <c:pt idx="3933">
                  <c:v>12-10-2015</c:v>
                </c:pt>
                <c:pt idx="3934">
                  <c:v>13-10-2015</c:v>
                </c:pt>
                <c:pt idx="3935">
                  <c:v>14-10-2015</c:v>
                </c:pt>
                <c:pt idx="3936">
                  <c:v>15-10-2015</c:v>
                </c:pt>
                <c:pt idx="3937">
                  <c:v>16-10-2015</c:v>
                </c:pt>
                <c:pt idx="3938">
                  <c:v>19-10-2015</c:v>
                </c:pt>
                <c:pt idx="3939">
                  <c:v>20-10-2015</c:v>
                </c:pt>
                <c:pt idx="3940">
                  <c:v>21-10-2015</c:v>
                </c:pt>
                <c:pt idx="3941">
                  <c:v>23-10-2015</c:v>
                </c:pt>
                <c:pt idx="3942">
                  <c:v>26-10-2015</c:v>
                </c:pt>
                <c:pt idx="3943">
                  <c:v>27-10-2015</c:v>
                </c:pt>
                <c:pt idx="3944">
                  <c:v>28-10-2015</c:v>
                </c:pt>
                <c:pt idx="3945">
                  <c:v>29-10-2015</c:v>
                </c:pt>
                <c:pt idx="3946">
                  <c:v>30-10-2015</c:v>
                </c:pt>
                <c:pt idx="3947">
                  <c:v>02-11-2015</c:v>
                </c:pt>
                <c:pt idx="3948">
                  <c:v>03-11-2015</c:v>
                </c:pt>
                <c:pt idx="3949">
                  <c:v>04-11-2015</c:v>
                </c:pt>
                <c:pt idx="3950">
                  <c:v>05-11-2015</c:v>
                </c:pt>
                <c:pt idx="3951">
                  <c:v>06-11-2015</c:v>
                </c:pt>
                <c:pt idx="3952">
                  <c:v>09-11-2015</c:v>
                </c:pt>
                <c:pt idx="3953">
                  <c:v>10-11-2015</c:v>
                </c:pt>
                <c:pt idx="3954">
                  <c:v>11-11-2015</c:v>
                </c:pt>
                <c:pt idx="3955">
                  <c:v>13-11-2015</c:v>
                </c:pt>
                <c:pt idx="3956">
                  <c:v>16-11-2015</c:v>
                </c:pt>
                <c:pt idx="3957">
                  <c:v>17-11-2015</c:v>
                </c:pt>
                <c:pt idx="3958">
                  <c:v>18-11-2015</c:v>
                </c:pt>
                <c:pt idx="3959">
                  <c:v>19-11-2015</c:v>
                </c:pt>
                <c:pt idx="3960">
                  <c:v>20-11-2015</c:v>
                </c:pt>
                <c:pt idx="3961">
                  <c:v>23-11-2015</c:v>
                </c:pt>
                <c:pt idx="3962">
                  <c:v>24-11-2015</c:v>
                </c:pt>
                <c:pt idx="3963">
                  <c:v>26-11-2015</c:v>
                </c:pt>
                <c:pt idx="3964">
                  <c:v>27-11-2015</c:v>
                </c:pt>
                <c:pt idx="3965">
                  <c:v>30-11-2015</c:v>
                </c:pt>
                <c:pt idx="3966">
                  <c:v>01-12-2015</c:v>
                </c:pt>
                <c:pt idx="3967">
                  <c:v>02-12-2015</c:v>
                </c:pt>
                <c:pt idx="3968">
                  <c:v>03-12-2015</c:v>
                </c:pt>
                <c:pt idx="3969">
                  <c:v>04-12-2015</c:v>
                </c:pt>
                <c:pt idx="3970">
                  <c:v>07-12-2015</c:v>
                </c:pt>
                <c:pt idx="3971">
                  <c:v>08-12-2015</c:v>
                </c:pt>
                <c:pt idx="3972">
                  <c:v>09-12-2015</c:v>
                </c:pt>
                <c:pt idx="3973">
                  <c:v>10-12-2015</c:v>
                </c:pt>
                <c:pt idx="3974">
                  <c:v>11-12-2015</c:v>
                </c:pt>
                <c:pt idx="3975">
                  <c:v>14-12-2015</c:v>
                </c:pt>
                <c:pt idx="3976">
                  <c:v>15-12-2015</c:v>
                </c:pt>
                <c:pt idx="3977">
                  <c:v>16-12-2015</c:v>
                </c:pt>
                <c:pt idx="3978">
                  <c:v>17-12-2015</c:v>
                </c:pt>
                <c:pt idx="3979">
                  <c:v>18-12-2015</c:v>
                </c:pt>
                <c:pt idx="3980">
                  <c:v>21-12-2015</c:v>
                </c:pt>
                <c:pt idx="3981">
                  <c:v>22-12-2015</c:v>
                </c:pt>
                <c:pt idx="3982">
                  <c:v>23-12-2015</c:v>
                </c:pt>
                <c:pt idx="3983">
                  <c:v>24-12-2015</c:v>
                </c:pt>
                <c:pt idx="3984">
                  <c:v>28-12-2015</c:v>
                </c:pt>
                <c:pt idx="3985">
                  <c:v>29-12-2015</c:v>
                </c:pt>
                <c:pt idx="3986">
                  <c:v>30-12-2015</c:v>
                </c:pt>
                <c:pt idx="3987">
                  <c:v>31-12-2015</c:v>
                </c:pt>
                <c:pt idx="3988">
                  <c:v>01-01-2016</c:v>
                </c:pt>
                <c:pt idx="3989">
                  <c:v>04-01-2016</c:v>
                </c:pt>
                <c:pt idx="3990">
                  <c:v>05-01-2016</c:v>
                </c:pt>
                <c:pt idx="3991">
                  <c:v>06-01-2016</c:v>
                </c:pt>
                <c:pt idx="3992">
                  <c:v>07-01-2016</c:v>
                </c:pt>
                <c:pt idx="3993">
                  <c:v>08-01-2016</c:v>
                </c:pt>
                <c:pt idx="3994">
                  <c:v>11-01-2016</c:v>
                </c:pt>
                <c:pt idx="3995">
                  <c:v>12-01-2016</c:v>
                </c:pt>
                <c:pt idx="3996">
                  <c:v>13-01-2016</c:v>
                </c:pt>
                <c:pt idx="3997">
                  <c:v>14-01-2016</c:v>
                </c:pt>
                <c:pt idx="3998">
                  <c:v>15-01-2016</c:v>
                </c:pt>
                <c:pt idx="3999">
                  <c:v>18-01-2016</c:v>
                </c:pt>
                <c:pt idx="4000">
                  <c:v>19-01-2016</c:v>
                </c:pt>
                <c:pt idx="4001">
                  <c:v>20-01-2016</c:v>
                </c:pt>
                <c:pt idx="4002">
                  <c:v>21-01-2016</c:v>
                </c:pt>
                <c:pt idx="4003">
                  <c:v>22-01-2016</c:v>
                </c:pt>
                <c:pt idx="4004">
                  <c:v>25-01-2016</c:v>
                </c:pt>
                <c:pt idx="4005">
                  <c:v>27-01-2016</c:v>
                </c:pt>
                <c:pt idx="4006">
                  <c:v>28-01-2016</c:v>
                </c:pt>
                <c:pt idx="4007">
                  <c:v>29-01-2016</c:v>
                </c:pt>
                <c:pt idx="4008">
                  <c:v>01-02-2016</c:v>
                </c:pt>
                <c:pt idx="4009">
                  <c:v>02-02-2016</c:v>
                </c:pt>
                <c:pt idx="4010">
                  <c:v>03-02-2016</c:v>
                </c:pt>
                <c:pt idx="4011">
                  <c:v>04-02-2016</c:v>
                </c:pt>
                <c:pt idx="4012">
                  <c:v>05-02-2016</c:v>
                </c:pt>
                <c:pt idx="4013">
                  <c:v>08-02-2016</c:v>
                </c:pt>
                <c:pt idx="4014">
                  <c:v>09-02-2016</c:v>
                </c:pt>
                <c:pt idx="4015">
                  <c:v>10-02-2016</c:v>
                </c:pt>
                <c:pt idx="4016">
                  <c:v>11-02-2016</c:v>
                </c:pt>
                <c:pt idx="4017">
                  <c:v>12-02-2016</c:v>
                </c:pt>
                <c:pt idx="4018">
                  <c:v>15-02-2016</c:v>
                </c:pt>
                <c:pt idx="4019">
                  <c:v>16-02-2016</c:v>
                </c:pt>
                <c:pt idx="4020">
                  <c:v>17-02-2016</c:v>
                </c:pt>
                <c:pt idx="4021">
                  <c:v>18-02-2016</c:v>
                </c:pt>
                <c:pt idx="4022">
                  <c:v>19-02-2016</c:v>
                </c:pt>
                <c:pt idx="4023">
                  <c:v>22-02-2016</c:v>
                </c:pt>
                <c:pt idx="4024">
                  <c:v>23-02-2016</c:v>
                </c:pt>
                <c:pt idx="4025">
                  <c:v>24-02-2016</c:v>
                </c:pt>
                <c:pt idx="4026">
                  <c:v>25-02-2016</c:v>
                </c:pt>
                <c:pt idx="4027">
                  <c:v>26-02-2016</c:v>
                </c:pt>
                <c:pt idx="4028">
                  <c:v>29-02-2016</c:v>
                </c:pt>
                <c:pt idx="4029">
                  <c:v>01-03-2016</c:v>
                </c:pt>
                <c:pt idx="4030">
                  <c:v>02-03-2016</c:v>
                </c:pt>
                <c:pt idx="4031">
                  <c:v>03-03-2016</c:v>
                </c:pt>
                <c:pt idx="4032">
                  <c:v>04-03-2016</c:v>
                </c:pt>
                <c:pt idx="4033">
                  <c:v>08-03-2016</c:v>
                </c:pt>
                <c:pt idx="4034">
                  <c:v>09-03-2016</c:v>
                </c:pt>
                <c:pt idx="4035">
                  <c:v>10-03-2016</c:v>
                </c:pt>
                <c:pt idx="4036">
                  <c:v>11-03-2016</c:v>
                </c:pt>
                <c:pt idx="4037">
                  <c:v>14-03-2016</c:v>
                </c:pt>
                <c:pt idx="4038">
                  <c:v>15-03-2016</c:v>
                </c:pt>
                <c:pt idx="4039">
                  <c:v>16-03-2016</c:v>
                </c:pt>
                <c:pt idx="4040">
                  <c:v>17-03-2016</c:v>
                </c:pt>
                <c:pt idx="4041">
                  <c:v>18-03-2016</c:v>
                </c:pt>
                <c:pt idx="4042">
                  <c:v>21-03-2016</c:v>
                </c:pt>
                <c:pt idx="4043">
                  <c:v>22-03-2016</c:v>
                </c:pt>
                <c:pt idx="4044">
                  <c:v>23-03-2016</c:v>
                </c:pt>
                <c:pt idx="4045">
                  <c:v>28-03-2016</c:v>
                </c:pt>
                <c:pt idx="4046">
                  <c:v>29-03-2016</c:v>
                </c:pt>
                <c:pt idx="4047">
                  <c:v>30-03-2016</c:v>
                </c:pt>
                <c:pt idx="4048">
                  <c:v>31-03-2016</c:v>
                </c:pt>
                <c:pt idx="4049">
                  <c:v>01-04-2016</c:v>
                </c:pt>
                <c:pt idx="4050">
                  <c:v>04-04-2016</c:v>
                </c:pt>
                <c:pt idx="4051">
                  <c:v>05-04-2016</c:v>
                </c:pt>
                <c:pt idx="4052">
                  <c:v>06-04-2016</c:v>
                </c:pt>
                <c:pt idx="4053">
                  <c:v>07-04-2016</c:v>
                </c:pt>
                <c:pt idx="4054">
                  <c:v>08-04-2016</c:v>
                </c:pt>
                <c:pt idx="4055">
                  <c:v>11-04-2016</c:v>
                </c:pt>
                <c:pt idx="4056">
                  <c:v>12-04-2016</c:v>
                </c:pt>
                <c:pt idx="4057">
                  <c:v>13-04-2016</c:v>
                </c:pt>
                <c:pt idx="4058">
                  <c:v>18-04-2016</c:v>
                </c:pt>
                <c:pt idx="4059">
                  <c:v>20-04-2016</c:v>
                </c:pt>
                <c:pt idx="4060">
                  <c:v>21-04-2016</c:v>
                </c:pt>
                <c:pt idx="4061">
                  <c:v>22-04-2016</c:v>
                </c:pt>
                <c:pt idx="4062">
                  <c:v>25-04-2016</c:v>
                </c:pt>
                <c:pt idx="4063">
                  <c:v>26-04-2016</c:v>
                </c:pt>
                <c:pt idx="4064">
                  <c:v>27-04-2016</c:v>
                </c:pt>
                <c:pt idx="4065">
                  <c:v>28-04-2016</c:v>
                </c:pt>
                <c:pt idx="4066">
                  <c:v>29-04-2016</c:v>
                </c:pt>
                <c:pt idx="4067">
                  <c:v>02-05-2016</c:v>
                </c:pt>
                <c:pt idx="4068">
                  <c:v>03-05-2016</c:v>
                </c:pt>
                <c:pt idx="4069">
                  <c:v>04-05-2016</c:v>
                </c:pt>
                <c:pt idx="4070">
                  <c:v>05-05-2016</c:v>
                </c:pt>
                <c:pt idx="4071">
                  <c:v>06-05-2016</c:v>
                </c:pt>
                <c:pt idx="4072">
                  <c:v>09-05-2016</c:v>
                </c:pt>
                <c:pt idx="4073">
                  <c:v>10-05-2016</c:v>
                </c:pt>
                <c:pt idx="4074">
                  <c:v>11-05-2016</c:v>
                </c:pt>
                <c:pt idx="4075">
                  <c:v>12-05-2016</c:v>
                </c:pt>
                <c:pt idx="4076">
                  <c:v>13-05-2016</c:v>
                </c:pt>
                <c:pt idx="4077">
                  <c:v>16-05-2016</c:v>
                </c:pt>
                <c:pt idx="4078">
                  <c:v>17-05-2016</c:v>
                </c:pt>
                <c:pt idx="4079">
                  <c:v>18-05-2016</c:v>
                </c:pt>
                <c:pt idx="4080">
                  <c:v>19-05-2016</c:v>
                </c:pt>
                <c:pt idx="4081">
                  <c:v>20-05-2016</c:v>
                </c:pt>
                <c:pt idx="4082">
                  <c:v>23-05-2016</c:v>
                </c:pt>
                <c:pt idx="4083">
                  <c:v>24-05-2016</c:v>
                </c:pt>
                <c:pt idx="4084">
                  <c:v>25-05-2016</c:v>
                </c:pt>
                <c:pt idx="4085">
                  <c:v>26-05-2016</c:v>
                </c:pt>
                <c:pt idx="4086">
                  <c:v>27-05-2016</c:v>
                </c:pt>
                <c:pt idx="4087">
                  <c:v>30-05-2016</c:v>
                </c:pt>
                <c:pt idx="4088">
                  <c:v>31-05-2016</c:v>
                </c:pt>
                <c:pt idx="4089">
                  <c:v>01-06-2016</c:v>
                </c:pt>
                <c:pt idx="4090">
                  <c:v>02-06-2016</c:v>
                </c:pt>
                <c:pt idx="4091">
                  <c:v>03-06-2016</c:v>
                </c:pt>
                <c:pt idx="4092">
                  <c:v>06-06-2016</c:v>
                </c:pt>
                <c:pt idx="4093">
                  <c:v>07-06-2016</c:v>
                </c:pt>
                <c:pt idx="4094">
                  <c:v>08-06-2016</c:v>
                </c:pt>
                <c:pt idx="4095">
                  <c:v>09-06-2016</c:v>
                </c:pt>
                <c:pt idx="4096">
                  <c:v>10-06-2016</c:v>
                </c:pt>
                <c:pt idx="4097">
                  <c:v>13-06-2016</c:v>
                </c:pt>
                <c:pt idx="4098">
                  <c:v>14-06-2016</c:v>
                </c:pt>
                <c:pt idx="4099">
                  <c:v>15-06-2016</c:v>
                </c:pt>
                <c:pt idx="4100">
                  <c:v>16-06-2016</c:v>
                </c:pt>
                <c:pt idx="4101">
                  <c:v>17-06-2016</c:v>
                </c:pt>
                <c:pt idx="4102">
                  <c:v>20-06-2016</c:v>
                </c:pt>
                <c:pt idx="4103">
                  <c:v>21-06-2016</c:v>
                </c:pt>
                <c:pt idx="4104">
                  <c:v>22-06-2016</c:v>
                </c:pt>
                <c:pt idx="4105">
                  <c:v>23-06-2016</c:v>
                </c:pt>
                <c:pt idx="4106">
                  <c:v>24-06-2016</c:v>
                </c:pt>
                <c:pt idx="4107">
                  <c:v>27-06-2016</c:v>
                </c:pt>
                <c:pt idx="4108">
                  <c:v>28-06-2016</c:v>
                </c:pt>
                <c:pt idx="4109">
                  <c:v>29-06-2016</c:v>
                </c:pt>
                <c:pt idx="4110">
                  <c:v>30-06-2016</c:v>
                </c:pt>
                <c:pt idx="4111">
                  <c:v>01-07-2016</c:v>
                </c:pt>
                <c:pt idx="4112">
                  <c:v>04-07-2016</c:v>
                </c:pt>
                <c:pt idx="4113">
                  <c:v>05-07-2016</c:v>
                </c:pt>
                <c:pt idx="4114">
                  <c:v>07-07-2016</c:v>
                </c:pt>
                <c:pt idx="4115">
                  <c:v>08-07-2016</c:v>
                </c:pt>
                <c:pt idx="4116">
                  <c:v>11-07-2016</c:v>
                </c:pt>
                <c:pt idx="4117">
                  <c:v>12-07-2016</c:v>
                </c:pt>
                <c:pt idx="4118">
                  <c:v>13-07-2016</c:v>
                </c:pt>
                <c:pt idx="4119">
                  <c:v>14-07-2016</c:v>
                </c:pt>
                <c:pt idx="4120">
                  <c:v>15-07-2016</c:v>
                </c:pt>
                <c:pt idx="4121">
                  <c:v>18-07-2016</c:v>
                </c:pt>
                <c:pt idx="4122">
                  <c:v>19-07-2016</c:v>
                </c:pt>
                <c:pt idx="4123">
                  <c:v>20-07-2016</c:v>
                </c:pt>
                <c:pt idx="4124">
                  <c:v>21-07-2016</c:v>
                </c:pt>
                <c:pt idx="4125">
                  <c:v>22-07-2016</c:v>
                </c:pt>
                <c:pt idx="4126">
                  <c:v>25-07-2016</c:v>
                </c:pt>
                <c:pt idx="4127">
                  <c:v>26-07-2016</c:v>
                </c:pt>
                <c:pt idx="4128">
                  <c:v>27-07-2016</c:v>
                </c:pt>
                <c:pt idx="4129">
                  <c:v>28-07-2016</c:v>
                </c:pt>
                <c:pt idx="4130">
                  <c:v>29-07-2016</c:v>
                </c:pt>
                <c:pt idx="4131">
                  <c:v>01-08-2016</c:v>
                </c:pt>
                <c:pt idx="4132">
                  <c:v>02-08-2016</c:v>
                </c:pt>
                <c:pt idx="4133">
                  <c:v>03-08-2016</c:v>
                </c:pt>
                <c:pt idx="4134">
                  <c:v>04-08-2016</c:v>
                </c:pt>
                <c:pt idx="4135">
                  <c:v>05-08-2016</c:v>
                </c:pt>
                <c:pt idx="4136">
                  <c:v>08-08-2016</c:v>
                </c:pt>
                <c:pt idx="4137">
                  <c:v>09-08-2016</c:v>
                </c:pt>
                <c:pt idx="4138">
                  <c:v>10-08-2016</c:v>
                </c:pt>
                <c:pt idx="4139">
                  <c:v>11-08-2016</c:v>
                </c:pt>
                <c:pt idx="4140">
                  <c:v>12-08-2016</c:v>
                </c:pt>
                <c:pt idx="4141">
                  <c:v>16-08-2016</c:v>
                </c:pt>
                <c:pt idx="4142">
                  <c:v>17-08-2016</c:v>
                </c:pt>
                <c:pt idx="4143">
                  <c:v>18-08-2016</c:v>
                </c:pt>
                <c:pt idx="4144">
                  <c:v>19-08-2016</c:v>
                </c:pt>
                <c:pt idx="4145">
                  <c:v>22-08-2016</c:v>
                </c:pt>
                <c:pt idx="4146">
                  <c:v>23-08-2016</c:v>
                </c:pt>
                <c:pt idx="4147">
                  <c:v>24-08-2016</c:v>
                </c:pt>
                <c:pt idx="4148">
                  <c:v>25-08-2016</c:v>
                </c:pt>
                <c:pt idx="4149">
                  <c:v>26-08-2016</c:v>
                </c:pt>
                <c:pt idx="4150">
                  <c:v>29-08-2016</c:v>
                </c:pt>
                <c:pt idx="4151">
                  <c:v>30-08-2016</c:v>
                </c:pt>
                <c:pt idx="4152">
                  <c:v>31-08-2016</c:v>
                </c:pt>
                <c:pt idx="4153">
                  <c:v>01-09-2016</c:v>
                </c:pt>
                <c:pt idx="4154">
                  <c:v>02-09-2016</c:v>
                </c:pt>
                <c:pt idx="4155">
                  <c:v>06-09-2016</c:v>
                </c:pt>
                <c:pt idx="4156">
                  <c:v>07-09-2016</c:v>
                </c:pt>
                <c:pt idx="4157">
                  <c:v>08-09-2016</c:v>
                </c:pt>
                <c:pt idx="4158">
                  <c:v>09-09-2016</c:v>
                </c:pt>
                <c:pt idx="4159">
                  <c:v>12-09-2016</c:v>
                </c:pt>
                <c:pt idx="4160">
                  <c:v>14-09-2016</c:v>
                </c:pt>
                <c:pt idx="4161">
                  <c:v>15-09-2016</c:v>
                </c:pt>
                <c:pt idx="4162">
                  <c:v>16-09-2016</c:v>
                </c:pt>
                <c:pt idx="4163">
                  <c:v>19-09-2016</c:v>
                </c:pt>
                <c:pt idx="4164">
                  <c:v>20-09-2016</c:v>
                </c:pt>
                <c:pt idx="4165">
                  <c:v>21-09-2016</c:v>
                </c:pt>
                <c:pt idx="4166">
                  <c:v>22-09-2016</c:v>
                </c:pt>
                <c:pt idx="4167">
                  <c:v>23-09-2016</c:v>
                </c:pt>
                <c:pt idx="4168">
                  <c:v>26-09-2016</c:v>
                </c:pt>
                <c:pt idx="4169">
                  <c:v>27-09-2016</c:v>
                </c:pt>
                <c:pt idx="4170">
                  <c:v>28-09-2016</c:v>
                </c:pt>
                <c:pt idx="4171">
                  <c:v>29-09-2016</c:v>
                </c:pt>
                <c:pt idx="4172">
                  <c:v>30-09-2016</c:v>
                </c:pt>
                <c:pt idx="4173">
                  <c:v>03-10-2016</c:v>
                </c:pt>
                <c:pt idx="4174">
                  <c:v>04-10-2016</c:v>
                </c:pt>
                <c:pt idx="4175">
                  <c:v>05-10-2016</c:v>
                </c:pt>
                <c:pt idx="4176">
                  <c:v>06-10-2016</c:v>
                </c:pt>
                <c:pt idx="4177">
                  <c:v>07-10-2016</c:v>
                </c:pt>
                <c:pt idx="4178">
                  <c:v>10-10-2016</c:v>
                </c:pt>
                <c:pt idx="4179">
                  <c:v>13-10-2016</c:v>
                </c:pt>
                <c:pt idx="4180">
                  <c:v>14-10-2016</c:v>
                </c:pt>
                <c:pt idx="4181">
                  <c:v>17-10-2016</c:v>
                </c:pt>
                <c:pt idx="4182">
                  <c:v>18-10-2016</c:v>
                </c:pt>
                <c:pt idx="4183">
                  <c:v>19-10-2016</c:v>
                </c:pt>
                <c:pt idx="4184">
                  <c:v>20-10-2016</c:v>
                </c:pt>
                <c:pt idx="4185">
                  <c:v>21-10-2016</c:v>
                </c:pt>
                <c:pt idx="4186">
                  <c:v>24-10-2016</c:v>
                </c:pt>
                <c:pt idx="4187">
                  <c:v>25-10-2016</c:v>
                </c:pt>
                <c:pt idx="4188">
                  <c:v>26-10-2016</c:v>
                </c:pt>
                <c:pt idx="4189">
                  <c:v>27-10-2016</c:v>
                </c:pt>
                <c:pt idx="4190">
                  <c:v>28-10-2016</c:v>
                </c:pt>
                <c:pt idx="4191">
                  <c:v>30-10-2016</c:v>
                </c:pt>
                <c:pt idx="4192">
                  <c:v>01-11-2016</c:v>
                </c:pt>
                <c:pt idx="4193">
                  <c:v>02-11-2016</c:v>
                </c:pt>
                <c:pt idx="4194">
                  <c:v>03-11-2016</c:v>
                </c:pt>
                <c:pt idx="4195">
                  <c:v>04-11-2016</c:v>
                </c:pt>
                <c:pt idx="4196">
                  <c:v>07-11-2016</c:v>
                </c:pt>
                <c:pt idx="4197">
                  <c:v>08-11-2016</c:v>
                </c:pt>
                <c:pt idx="4198">
                  <c:v>09-11-2016</c:v>
                </c:pt>
                <c:pt idx="4199">
                  <c:v>10-11-2016</c:v>
                </c:pt>
                <c:pt idx="4200">
                  <c:v>11-11-2016</c:v>
                </c:pt>
                <c:pt idx="4201">
                  <c:v>15-11-2016</c:v>
                </c:pt>
                <c:pt idx="4202">
                  <c:v>16-11-2016</c:v>
                </c:pt>
                <c:pt idx="4203">
                  <c:v>17-11-2016</c:v>
                </c:pt>
                <c:pt idx="4204">
                  <c:v>18-11-2016</c:v>
                </c:pt>
                <c:pt idx="4205">
                  <c:v>21-11-2016</c:v>
                </c:pt>
                <c:pt idx="4206">
                  <c:v>22-11-2016</c:v>
                </c:pt>
                <c:pt idx="4207">
                  <c:v>23-11-2016</c:v>
                </c:pt>
                <c:pt idx="4208">
                  <c:v>24-11-2016</c:v>
                </c:pt>
                <c:pt idx="4209">
                  <c:v>25-11-2016</c:v>
                </c:pt>
                <c:pt idx="4210">
                  <c:v>28-11-2016</c:v>
                </c:pt>
                <c:pt idx="4211">
                  <c:v>29-11-2016</c:v>
                </c:pt>
                <c:pt idx="4212">
                  <c:v>30-11-2016</c:v>
                </c:pt>
                <c:pt idx="4213">
                  <c:v>01-12-2016</c:v>
                </c:pt>
                <c:pt idx="4214">
                  <c:v>02-12-2016</c:v>
                </c:pt>
                <c:pt idx="4215">
                  <c:v>05-12-2016</c:v>
                </c:pt>
                <c:pt idx="4216">
                  <c:v>06-12-2016</c:v>
                </c:pt>
                <c:pt idx="4217">
                  <c:v>07-12-2016</c:v>
                </c:pt>
                <c:pt idx="4218">
                  <c:v>08-12-2016</c:v>
                </c:pt>
                <c:pt idx="4219">
                  <c:v>09-12-2016</c:v>
                </c:pt>
                <c:pt idx="4220">
                  <c:v>12-12-2016</c:v>
                </c:pt>
                <c:pt idx="4221">
                  <c:v>13-12-2016</c:v>
                </c:pt>
                <c:pt idx="4222">
                  <c:v>14-12-2016</c:v>
                </c:pt>
                <c:pt idx="4223">
                  <c:v>15-12-2016</c:v>
                </c:pt>
                <c:pt idx="4224">
                  <c:v>16-12-2016</c:v>
                </c:pt>
                <c:pt idx="4225">
                  <c:v>19-12-2016</c:v>
                </c:pt>
                <c:pt idx="4226">
                  <c:v>20-12-2016</c:v>
                </c:pt>
                <c:pt idx="4227">
                  <c:v>21-12-2016</c:v>
                </c:pt>
                <c:pt idx="4228">
                  <c:v>22-12-2016</c:v>
                </c:pt>
                <c:pt idx="4229">
                  <c:v>23-12-2016</c:v>
                </c:pt>
                <c:pt idx="4230">
                  <c:v>26-12-2016</c:v>
                </c:pt>
                <c:pt idx="4231">
                  <c:v>27-12-2016</c:v>
                </c:pt>
                <c:pt idx="4232">
                  <c:v>28-12-2016</c:v>
                </c:pt>
                <c:pt idx="4233">
                  <c:v>29-12-2016</c:v>
                </c:pt>
                <c:pt idx="4234">
                  <c:v>30-12-2016</c:v>
                </c:pt>
                <c:pt idx="4235">
                  <c:v>02-01-2017</c:v>
                </c:pt>
                <c:pt idx="4236">
                  <c:v>03-01-2017</c:v>
                </c:pt>
                <c:pt idx="4237">
                  <c:v>04-01-2017</c:v>
                </c:pt>
                <c:pt idx="4238">
                  <c:v>05-01-2017</c:v>
                </c:pt>
                <c:pt idx="4239">
                  <c:v>06-01-2017</c:v>
                </c:pt>
                <c:pt idx="4240">
                  <c:v>09-01-2017</c:v>
                </c:pt>
                <c:pt idx="4241">
                  <c:v>10-01-2017</c:v>
                </c:pt>
                <c:pt idx="4242">
                  <c:v>11-01-2017</c:v>
                </c:pt>
                <c:pt idx="4243">
                  <c:v>12-01-2017</c:v>
                </c:pt>
                <c:pt idx="4244">
                  <c:v>13-01-2017</c:v>
                </c:pt>
                <c:pt idx="4245">
                  <c:v>16-01-2017</c:v>
                </c:pt>
                <c:pt idx="4246">
                  <c:v>17-01-2017</c:v>
                </c:pt>
                <c:pt idx="4247">
                  <c:v>18-01-2017</c:v>
                </c:pt>
                <c:pt idx="4248">
                  <c:v>19-01-2017</c:v>
                </c:pt>
                <c:pt idx="4249">
                  <c:v>20-01-2017</c:v>
                </c:pt>
                <c:pt idx="4250">
                  <c:v>23-01-2017</c:v>
                </c:pt>
                <c:pt idx="4251">
                  <c:v>24-01-2017</c:v>
                </c:pt>
                <c:pt idx="4252">
                  <c:v>25-01-2017</c:v>
                </c:pt>
                <c:pt idx="4253">
                  <c:v>27-01-2017</c:v>
                </c:pt>
                <c:pt idx="4254">
                  <c:v>30-01-2017</c:v>
                </c:pt>
                <c:pt idx="4255">
                  <c:v>31-01-2017</c:v>
                </c:pt>
                <c:pt idx="4256">
                  <c:v>01-02-2017</c:v>
                </c:pt>
                <c:pt idx="4257">
                  <c:v>02-02-2017</c:v>
                </c:pt>
                <c:pt idx="4258">
                  <c:v>03-02-2017</c:v>
                </c:pt>
                <c:pt idx="4259">
                  <c:v>06-02-2017</c:v>
                </c:pt>
                <c:pt idx="4260">
                  <c:v>07-02-2017</c:v>
                </c:pt>
                <c:pt idx="4261">
                  <c:v>08-02-2017</c:v>
                </c:pt>
                <c:pt idx="4262">
                  <c:v>09-02-2017</c:v>
                </c:pt>
                <c:pt idx="4263">
                  <c:v>10-02-2017</c:v>
                </c:pt>
                <c:pt idx="4264">
                  <c:v>13-02-2017</c:v>
                </c:pt>
                <c:pt idx="4265">
                  <c:v>14-02-2017</c:v>
                </c:pt>
                <c:pt idx="4266">
                  <c:v>15-02-2017</c:v>
                </c:pt>
                <c:pt idx="4267">
                  <c:v>16-02-2017</c:v>
                </c:pt>
                <c:pt idx="4268">
                  <c:v>17-02-2017</c:v>
                </c:pt>
                <c:pt idx="4269">
                  <c:v>20-02-2017</c:v>
                </c:pt>
                <c:pt idx="4270">
                  <c:v>21-02-2017</c:v>
                </c:pt>
                <c:pt idx="4271">
                  <c:v>22-02-2017</c:v>
                </c:pt>
                <c:pt idx="4272">
                  <c:v>23-02-2017</c:v>
                </c:pt>
                <c:pt idx="4273">
                  <c:v>27-02-2017</c:v>
                </c:pt>
                <c:pt idx="4274">
                  <c:v>28-02-2017</c:v>
                </c:pt>
                <c:pt idx="4275">
                  <c:v>01-03-2017</c:v>
                </c:pt>
                <c:pt idx="4276">
                  <c:v>02-03-2017</c:v>
                </c:pt>
                <c:pt idx="4277">
                  <c:v>03-03-2017</c:v>
                </c:pt>
                <c:pt idx="4278">
                  <c:v>06-03-2017</c:v>
                </c:pt>
                <c:pt idx="4279">
                  <c:v>07-03-2017</c:v>
                </c:pt>
                <c:pt idx="4280">
                  <c:v>08-03-2017</c:v>
                </c:pt>
                <c:pt idx="4281">
                  <c:v>09-03-2017</c:v>
                </c:pt>
                <c:pt idx="4282">
                  <c:v>10-03-2017</c:v>
                </c:pt>
                <c:pt idx="4283">
                  <c:v>14-03-2017</c:v>
                </c:pt>
                <c:pt idx="4284">
                  <c:v>15-03-2017</c:v>
                </c:pt>
                <c:pt idx="4285">
                  <c:v>16-03-2017</c:v>
                </c:pt>
                <c:pt idx="4286">
                  <c:v>17-03-2017</c:v>
                </c:pt>
                <c:pt idx="4287">
                  <c:v>20-03-2017</c:v>
                </c:pt>
                <c:pt idx="4288">
                  <c:v>21-03-2017</c:v>
                </c:pt>
                <c:pt idx="4289">
                  <c:v>22-03-2017</c:v>
                </c:pt>
                <c:pt idx="4290">
                  <c:v>23-03-2017</c:v>
                </c:pt>
                <c:pt idx="4291">
                  <c:v>24-03-2017</c:v>
                </c:pt>
                <c:pt idx="4292">
                  <c:v>27-03-2017</c:v>
                </c:pt>
                <c:pt idx="4293">
                  <c:v>28-03-2017</c:v>
                </c:pt>
                <c:pt idx="4294">
                  <c:v>29-03-2017</c:v>
                </c:pt>
                <c:pt idx="4295">
                  <c:v>30-03-2017</c:v>
                </c:pt>
                <c:pt idx="4296">
                  <c:v>31-03-2017</c:v>
                </c:pt>
                <c:pt idx="4297">
                  <c:v>03-04-2017</c:v>
                </c:pt>
                <c:pt idx="4298">
                  <c:v>05-04-2017</c:v>
                </c:pt>
                <c:pt idx="4299">
                  <c:v>06-04-2017</c:v>
                </c:pt>
                <c:pt idx="4300">
                  <c:v>07-04-2017</c:v>
                </c:pt>
                <c:pt idx="4301">
                  <c:v>10-04-2017</c:v>
                </c:pt>
                <c:pt idx="4302">
                  <c:v>11-04-2017</c:v>
                </c:pt>
                <c:pt idx="4303">
                  <c:v>12-04-2017</c:v>
                </c:pt>
                <c:pt idx="4304">
                  <c:v>13-04-2017</c:v>
                </c:pt>
                <c:pt idx="4305">
                  <c:v>17-04-2017</c:v>
                </c:pt>
                <c:pt idx="4306">
                  <c:v>18-04-2017</c:v>
                </c:pt>
                <c:pt idx="4307">
                  <c:v>19-04-2017</c:v>
                </c:pt>
                <c:pt idx="4308">
                  <c:v>20-04-2017</c:v>
                </c:pt>
                <c:pt idx="4309">
                  <c:v>21-04-2017</c:v>
                </c:pt>
                <c:pt idx="4310">
                  <c:v>24-04-2017</c:v>
                </c:pt>
                <c:pt idx="4311">
                  <c:v>25-04-2017</c:v>
                </c:pt>
                <c:pt idx="4312">
                  <c:v>26-04-2017</c:v>
                </c:pt>
                <c:pt idx="4313">
                  <c:v>27-04-2017</c:v>
                </c:pt>
                <c:pt idx="4314">
                  <c:v>28-04-2017</c:v>
                </c:pt>
                <c:pt idx="4315">
                  <c:v>02-05-2017</c:v>
                </c:pt>
                <c:pt idx="4316">
                  <c:v>03-05-2017</c:v>
                </c:pt>
                <c:pt idx="4317">
                  <c:v>04-05-2017</c:v>
                </c:pt>
                <c:pt idx="4318">
                  <c:v>05-05-2017</c:v>
                </c:pt>
                <c:pt idx="4319">
                  <c:v>08-05-2017</c:v>
                </c:pt>
                <c:pt idx="4320">
                  <c:v>09-05-2017</c:v>
                </c:pt>
                <c:pt idx="4321">
                  <c:v>10-05-2017</c:v>
                </c:pt>
                <c:pt idx="4322">
                  <c:v>11-05-2017</c:v>
                </c:pt>
                <c:pt idx="4323">
                  <c:v>12-05-2017</c:v>
                </c:pt>
                <c:pt idx="4324">
                  <c:v>15-05-2017</c:v>
                </c:pt>
                <c:pt idx="4325">
                  <c:v>16-05-2017</c:v>
                </c:pt>
                <c:pt idx="4326">
                  <c:v>17-05-2017</c:v>
                </c:pt>
                <c:pt idx="4327">
                  <c:v>18-05-2017</c:v>
                </c:pt>
                <c:pt idx="4328">
                  <c:v>19-05-2017</c:v>
                </c:pt>
                <c:pt idx="4329">
                  <c:v>22-05-2017</c:v>
                </c:pt>
                <c:pt idx="4330">
                  <c:v>23-05-2017</c:v>
                </c:pt>
                <c:pt idx="4331">
                  <c:v>24-05-2017</c:v>
                </c:pt>
                <c:pt idx="4332">
                  <c:v>25-05-2017</c:v>
                </c:pt>
                <c:pt idx="4333">
                  <c:v>26-05-2017</c:v>
                </c:pt>
                <c:pt idx="4334">
                  <c:v>29-05-2017</c:v>
                </c:pt>
                <c:pt idx="4335">
                  <c:v>30-05-2017</c:v>
                </c:pt>
                <c:pt idx="4336">
                  <c:v>31-05-2017</c:v>
                </c:pt>
                <c:pt idx="4337">
                  <c:v>01-06-2017</c:v>
                </c:pt>
                <c:pt idx="4338">
                  <c:v>02-06-2017</c:v>
                </c:pt>
                <c:pt idx="4339">
                  <c:v>05-06-2017</c:v>
                </c:pt>
                <c:pt idx="4340">
                  <c:v>06-06-2017</c:v>
                </c:pt>
                <c:pt idx="4341">
                  <c:v>07-06-2017</c:v>
                </c:pt>
                <c:pt idx="4342">
                  <c:v>08-06-2017</c:v>
                </c:pt>
                <c:pt idx="4343">
                  <c:v>09-06-2017</c:v>
                </c:pt>
                <c:pt idx="4344">
                  <c:v>12-06-2017</c:v>
                </c:pt>
                <c:pt idx="4345">
                  <c:v>13-06-2017</c:v>
                </c:pt>
                <c:pt idx="4346">
                  <c:v>14-06-2017</c:v>
                </c:pt>
                <c:pt idx="4347">
                  <c:v>15-06-2017</c:v>
                </c:pt>
                <c:pt idx="4348">
                  <c:v>16-06-2017</c:v>
                </c:pt>
                <c:pt idx="4349">
                  <c:v>19-06-2017</c:v>
                </c:pt>
                <c:pt idx="4350">
                  <c:v>20-06-2017</c:v>
                </c:pt>
                <c:pt idx="4351">
                  <c:v>21-06-2017</c:v>
                </c:pt>
                <c:pt idx="4352">
                  <c:v>22-06-2017</c:v>
                </c:pt>
                <c:pt idx="4353">
                  <c:v>23-06-2017</c:v>
                </c:pt>
                <c:pt idx="4354">
                  <c:v>27-06-2017</c:v>
                </c:pt>
                <c:pt idx="4355">
                  <c:v>28-06-2017</c:v>
                </c:pt>
                <c:pt idx="4356">
                  <c:v>29-06-2017</c:v>
                </c:pt>
                <c:pt idx="4357">
                  <c:v>30-06-2017</c:v>
                </c:pt>
                <c:pt idx="4358">
                  <c:v>03-07-2017</c:v>
                </c:pt>
                <c:pt idx="4359">
                  <c:v>04-07-2017</c:v>
                </c:pt>
                <c:pt idx="4360">
                  <c:v>05-07-2017</c:v>
                </c:pt>
                <c:pt idx="4361">
                  <c:v>06-07-2017</c:v>
                </c:pt>
                <c:pt idx="4362">
                  <c:v>07-07-2017</c:v>
                </c:pt>
                <c:pt idx="4363">
                  <c:v>10-07-2017</c:v>
                </c:pt>
                <c:pt idx="4364">
                  <c:v>11-07-2017</c:v>
                </c:pt>
                <c:pt idx="4365">
                  <c:v>12-07-2017</c:v>
                </c:pt>
                <c:pt idx="4366">
                  <c:v>13-07-2017</c:v>
                </c:pt>
                <c:pt idx="4367">
                  <c:v>14-07-2017</c:v>
                </c:pt>
                <c:pt idx="4368">
                  <c:v>17-07-2017</c:v>
                </c:pt>
                <c:pt idx="4369">
                  <c:v>18-07-2017</c:v>
                </c:pt>
                <c:pt idx="4370">
                  <c:v>19-07-2017</c:v>
                </c:pt>
                <c:pt idx="4371">
                  <c:v>20-07-2017</c:v>
                </c:pt>
                <c:pt idx="4372">
                  <c:v>21-07-2017</c:v>
                </c:pt>
                <c:pt idx="4373">
                  <c:v>24-07-2017</c:v>
                </c:pt>
                <c:pt idx="4374">
                  <c:v>25-07-2017</c:v>
                </c:pt>
                <c:pt idx="4375">
                  <c:v>26-07-2017</c:v>
                </c:pt>
                <c:pt idx="4376">
                  <c:v>27-07-2017</c:v>
                </c:pt>
                <c:pt idx="4377">
                  <c:v>28-07-2017</c:v>
                </c:pt>
                <c:pt idx="4378">
                  <c:v>31-07-2017</c:v>
                </c:pt>
                <c:pt idx="4379">
                  <c:v>01-08-2017</c:v>
                </c:pt>
                <c:pt idx="4380">
                  <c:v>02-08-2017</c:v>
                </c:pt>
                <c:pt idx="4381">
                  <c:v>03-08-2017</c:v>
                </c:pt>
                <c:pt idx="4382">
                  <c:v>04-08-2017</c:v>
                </c:pt>
                <c:pt idx="4383">
                  <c:v>07-08-2017</c:v>
                </c:pt>
                <c:pt idx="4384">
                  <c:v>08-08-2017</c:v>
                </c:pt>
                <c:pt idx="4385">
                  <c:v>09-08-2017</c:v>
                </c:pt>
                <c:pt idx="4386">
                  <c:v>10-08-2017</c:v>
                </c:pt>
                <c:pt idx="4387">
                  <c:v>11-08-2017</c:v>
                </c:pt>
                <c:pt idx="4388">
                  <c:v>14-08-2017</c:v>
                </c:pt>
                <c:pt idx="4389">
                  <c:v>16-08-2017</c:v>
                </c:pt>
                <c:pt idx="4390">
                  <c:v>17-08-2017</c:v>
                </c:pt>
                <c:pt idx="4391">
                  <c:v>18-08-2017</c:v>
                </c:pt>
                <c:pt idx="4392">
                  <c:v>21-08-2017</c:v>
                </c:pt>
                <c:pt idx="4393">
                  <c:v>22-08-2017</c:v>
                </c:pt>
                <c:pt idx="4394">
                  <c:v>23-08-2017</c:v>
                </c:pt>
                <c:pt idx="4395">
                  <c:v>24-08-2017</c:v>
                </c:pt>
                <c:pt idx="4396">
                  <c:v>28-08-2017</c:v>
                </c:pt>
                <c:pt idx="4397">
                  <c:v>29-08-2017</c:v>
                </c:pt>
                <c:pt idx="4398">
                  <c:v>30-08-2017</c:v>
                </c:pt>
                <c:pt idx="4399">
                  <c:v>31-08-2017</c:v>
                </c:pt>
                <c:pt idx="4400">
                  <c:v>01-09-2017</c:v>
                </c:pt>
                <c:pt idx="4401">
                  <c:v>04-09-2017</c:v>
                </c:pt>
                <c:pt idx="4402">
                  <c:v>05-09-2017</c:v>
                </c:pt>
                <c:pt idx="4403">
                  <c:v>06-09-2017</c:v>
                </c:pt>
                <c:pt idx="4404">
                  <c:v>07-09-2017</c:v>
                </c:pt>
                <c:pt idx="4405">
                  <c:v>08-09-2017</c:v>
                </c:pt>
                <c:pt idx="4406">
                  <c:v>11-09-2017</c:v>
                </c:pt>
                <c:pt idx="4407">
                  <c:v>12-09-2017</c:v>
                </c:pt>
                <c:pt idx="4408">
                  <c:v>13-09-2017</c:v>
                </c:pt>
                <c:pt idx="4409">
                  <c:v>14-09-2017</c:v>
                </c:pt>
                <c:pt idx="4410">
                  <c:v>15-09-2017</c:v>
                </c:pt>
                <c:pt idx="4411">
                  <c:v>18-09-2017</c:v>
                </c:pt>
                <c:pt idx="4412">
                  <c:v>19-09-2017</c:v>
                </c:pt>
                <c:pt idx="4413">
                  <c:v>20-09-2017</c:v>
                </c:pt>
                <c:pt idx="4414">
                  <c:v>21-09-2017</c:v>
                </c:pt>
                <c:pt idx="4415">
                  <c:v>22-09-2017</c:v>
                </c:pt>
                <c:pt idx="4416">
                  <c:v>25-09-2017</c:v>
                </c:pt>
                <c:pt idx="4417">
                  <c:v>26-09-2017</c:v>
                </c:pt>
                <c:pt idx="4418">
                  <c:v>27-09-2017</c:v>
                </c:pt>
                <c:pt idx="4419">
                  <c:v>28-09-2017</c:v>
                </c:pt>
                <c:pt idx="4420">
                  <c:v>29-09-2017</c:v>
                </c:pt>
                <c:pt idx="4421">
                  <c:v>03-10-2017</c:v>
                </c:pt>
                <c:pt idx="4422">
                  <c:v>04-10-2017</c:v>
                </c:pt>
                <c:pt idx="4423">
                  <c:v>05-10-2017</c:v>
                </c:pt>
                <c:pt idx="4424">
                  <c:v>06-10-2017</c:v>
                </c:pt>
                <c:pt idx="4425">
                  <c:v>09-10-2017</c:v>
                </c:pt>
                <c:pt idx="4426">
                  <c:v>10-10-2017</c:v>
                </c:pt>
                <c:pt idx="4427">
                  <c:v>11-10-2017</c:v>
                </c:pt>
                <c:pt idx="4428">
                  <c:v>12-10-2017</c:v>
                </c:pt>
                <c:pt idx="4429">
                  <c:v>13-10-2017</c:v>
                </c:pt>
                <c:pt idx="4430">
                  <c:v>16-10-2017</c:v>
                </c:pt>
                <c:pt idx="4431">
                  <c:v>17-10-2017</c:v>
                </c:pt>
                <c:pt idx="4432">
                  <c:v>18-10-2017</c:v>
                </c:pt>
                <c:pt idx="4433">
                  <c:v>19-10-2017</c:v>
                </c:pt>
                <c:pt idx="4434">
                  <c:v>23-10-2017</c:v>
                </c:pt>
                <c:pt idx="4435">
                  <c:v>24-10-2017</c:v>
                </c:pt>
                <c:pt idx="4436">
                  <c:v>25-10-2017</c:v>
                </c:pt>
                <c:pt idx="4437">
                  <c:v>26-10-2017</c:v>
                </c:pt>
                <c:pt idx="4438">
                  <c:v>27-10-2017</c:v>
                </c:pt>
                <c:pt idx="4439">
                  <c:v>30-10-2017</c:v>
                </c:pt>
                <c:pt idx="4440">
                  <c:v>31-10-2017</c:v>
                </c:pt>
                <c:pt idx="4441">
                  <c:v>01-11-2017</c:v>
                </c:pt>
                <c:pt idx="4442">
                  <c:v>02-11-2017</c:v>
                </c:pt>
                <c:pt idx="4443">
                  <c:v>03-11-2017</c:v>
                </c:pt>
                <c:pt idx="4444">
                  <c:v>06-11-2017</c:v>
                </c:pt>
                <c:pt idx="4445">
                  <c:v>07-11-2017</c:v>
                </c:pt>
                <c:pt idx="4446">
                  <c:v>08-11-2017</c:v>
                </c:pt>
                <c:pt idx="4447">
                  <c:v>09-11-2017</c:v>
                </c:pt>
                <c:pt idx="4448">
                  <c:v>10-11-2017</c:v>
                </c:pt>
                <c:pt idx="4449">
                  <c:v>13-11-2017</c:v>
                </c:pt>
                <c:pt idx="4450">
                  <c:v>14-11-2017</c:v>
                </c:pt>
                <c:pt idx="4451">
                  <c:v>15-11-2017</c:v>
                </c:pt>
                <c:pt idx="4452">
                  <c:v>16-11-2017</c:v>
                </c:pt>
                <c:pt idx="4453">
                  <c:v>17-11-2017</c:v>
                </c:pt>
                <c:pt idx="4454">
                  <c:v>20-11-2017</c:v>
                </c:pt>
                <c:pt idx="4455">
                  <c:v>21-11-2017</c:v>
                </c:pt>
                <c:pt idx="4456">
                  <c:v>22-11-2017</c:v>
                </c:pt>
                <c:pt idx="4457">
                  <c:v>23-11-2017</c:v>
                </c:pt>
                <c:pt idx="4458">
                  <c:v>24-11-2017</c:v>
                </c:pt>
                <c:pt idx="4459">
                  <c:v>27-11-2017</c:v>
                </c:pt>
                <c:pt idx="4460">
                  <c:v>28-11-2017</c:v>
                </c:pt>
                <c:pt idx="4461">
                  <c:v>29-11-2017</c:v>
                </c:pt>
                <c:pt idx="4462">
                  <c:v>30-11-2017</c:v>
                </c:pt>
                <c:pt idx="4463">
                  <c:v>01-12-2017</c:v>
                </c:pt>
                <c:pt idx="4464">
                  <c:v>04-12-2017</c:v>
                </c:pt>
                <c:pt idx="4465">
                  <c:v>05-12-2017</c:v>
                </c:pt>
                <c:pt idx="4466">
                  <c:v>06-12-2017</c:v>
                </c:pt>
                <c:pt idx="4467">
                  <c:v>07-12-2017</c:v>
                </c:pt>
                <c:pt idx="4468">
                  <c:v>08-12-2017</c:v>
                </c:pt>
                <c:pt idx="4469">
                  <c:v>11-12-2017</c:v>
                </c:pt>
                <c:pt idx="4470">
                  <c:v>12-12-2017</c:v>
                </c:pt>
                <c:pt idx="4471">
                  <c:v>13-12-2017</c:v>
                </c:pt>
                <c:pt idx="4472">
                  <c:v>14-12-2017</c:v>
                </c:pt>
                <c:pt idx="4473">
                  <c:v>15-12-2017</c:v>
                </c:pt>
                <c:pt idx="4474">
                  <c:v>18-12-2017</c:v>
                </c:pt>
                <c:pt idx="4475">
                  <c:v>19-12-2017</c:v>
                </c:pt>
                <c:pt idx="4476">
                  <c:v>20-12-2017</c:v>
                </c:pt>
                <c:pt idx="4477">
                  <c:v>21-12-2017</c:v>
                </c:pt>
                <c:pt idx="4478">
                  <c:v>22-12-2017</c:v>
                </c:pt>
                <c:pt idx="4479">
                  <c:v>26-12-2017</c:v>
                </c:pt>
                <c:pt idx="4480">
                  <c:v>27-12-2017</c:v>
                </c:pt>
                <c:pt idx="4481">
                  <c:v>28-12-2017</c:v>
                </c:pt>
                <c:pt idx="4482">
                  <c:v>29-12-2017</c:v>
                </c:pt>
                <c:pt idx="4483">
                  <c:v>01-01-2018</c:v>
                </c:pt>
                <c:pt idx="4484">
                  <c:v>02-01-2018</c:v>
                </c:pt>
                <c:pt idx="4485">
                  <c:v>03-01-2018</c:v>
                </c:pt>
                <c:pt idx="4486">
                  <c:v>04-01-2018</c:v>
                </c:pt>
                <c:pt idx="4487">
                  <c:v>05-01-2018</c:v>
                </c:pt>
                <c:pt idx="4488">
                  <c:v>08-01-2018</c:v>
                </c:pt>
                <c:pt idx="4489">
                  <c:v>09-01-2018</c:v>
                </c:pt>
                <c:pt idx="4490">
                  <c:v>10-01-2018</c:v>
                </c:pt>
                <c:pt idx="4491">
                  <c:v>11-01-2018</c:v>
                </c:pt>
                <c:pt idx="4492">
                  <c:v>12-01-2018</c:v>
                </c:pt>
                <c:pt idx="4493">
                  <c:v>15-01-2018</c:v>
                </c:pt>
                <c:pt idx="4494">
                  <c:v>16-01-2018</c:v>
                </c:pt>
                <c:pt idx="4495">
                  <c:v>17-01-2018</c:v>
                </c:pt>
                <c:pt idx="4496">
                  <c:v>18-01-2018</c:v>
                </c:pt>
                <c:pt idx="4497">
                  <c:v>19-01-2018</c:v>
                </c:pt>
                <c:pt idx="4498">
                  <c:v>22-01-2018</c:v>
                </c:pt>
                <c:pt idx="4499">
                  <c:v>23-01-2018</c:v>
                </c:pt>
                <c:pt idx="4500">
                  <c:v>24-01-2018</c:v>
                </c:pt>
                <c:pt idx="4501">
                  <c:v>25-01-2018</c:v>
                </c:pt>
                <c:pt idx="4502">
                  <c:v>29-01-2018</c:v>
                </c:pt>
                <c:pt idx="4503">
                  <c:v>30-01-2018</c:v>
                </c:pt>
                <c:pt idx="4504">
                  <c:v>31-01-2018</c:v>
                </c:pt>
                <c:pt idx="4505">
                  <c:v>01-02-2018</c:v>
                </c:pt>
                <c:pt idx="4506">
                  <c:v>02-02-2018</c:v>
                </c:pt>
                <c:pt idx="4507">
                  <c:v>05-02-2018</c:v>
                </c:pt>
                <c:pt idx="4508">
                  <c:v>06-02-2018</c:v>
                </c:pt>
                <c:pt idx="4509">
                  <c:v>07-02-2018</c:v>
                </c:pt>
                <c:pt idx="4510">
                  <c:v>08-02-2018</c:v>
                </c:pt>
                <c:pt idx="4511">
                  <c:v>09-02-2018</c:v>
                </c:pt>
                <c:pt idx="4512">
                  <c:v>12-02-2018</c:v>
                </c:pt>
                <c:pt idx="4513">
                  <c:v>14-02-2018</c:v>
                </c:pt>
                <c:pt idx="4514">
                  <c:v>15-02-2018</c:v>
                </c:pt>
                <c:pt idx="4515">
                  <c:v>16-02-2018</c:v>
                </c:pt>
                <c:pt idx="4516">
                  <c:v>19-02-2018</c:v>
                </c:pt>
                <c:pt idx="4517">
                  <c:v>20-02-2018</c:v>
                </c:pt>
                <c:pt idx="4518">
                  <c:v>21-02-2018</c:v>
                </c:pt>
                <c:pt idx="4519">
                  <c:v>22-02-2018</c:v>
                </c:pt>
                <c:pt idx="4520">
                  <c:v>23-02-2018</c:v>
                </c:pt>
                <c:pt idx="4521">
                  <c:v>26-02-2018</c:v>
                </c:pt>
                <c:pt idx="4522">
                  <c:v>27-02-2018</c:v>
                </c:pt>
                <c:pt idx="4523">
                  <c:v>28-02-2018</c:v>
                </c:pt>
                <c:pt idx="4524">
                  <c:v>01-03-2018</c:v>
                </c:pt>
                <c:pt idx="4525">
                  <c:v>05-03-2018</c:v>
                </c:pt>
                <c:pt idx="4526">
                  <c:v>06-03-2018</c:v>
                </c:pt>
                <c:pt idx="4527">
                  <c:v>07-03-2018</c:v>
                </c:pt>
                <c:pt idx="4528">
                  <c:v>08-03-2018</c:v>
                </c:pt>
                <c:pt idx="4529">
                  <c:v>09-03-2018</c:v>
                </c:pt>
                <c:pt idx="4530">
                  <c:v>12-03-2018</c:v>
                </c:pt>
                <c:pt idx="4531">
                  <c:v>13-03-2018</c:v>
                </c:pt>
                <c:pt idx="4532">
                  <c:v>14-03-2018</c:v>
                </c:pt>
                <c:pt idx="4533">
                  <c:v>15-03-2018</c:v>
                </c:pt>
                <c:pt idx="4534">
                  <c:v>16-03-2018</c:v>
                </c:pt>
                <c:pt idx="4535">
                  <c:v>19-03-2018</c:v>
                </c:pt>
                <c:pt idx="4536">
                  <c:v>20-03-2018</c:v>
                </c:pt>
                <c:pt idx="4537">
                  <c:v>21-03-2018</c:v>
                </c:pt>
                <c:pt idx="4538">
                  <c:v>22-03-2018</c:v>
                </c:pt>
                <c:pt idx="4539">
                  <c:v>23-03-2018</c:v>
                </c:pt>
                <c:pt idx="4540">
                  <c:v>26-03-2018</c:v>
                </c:pt>
                <c:pt idx="4541">
                  <c:v>27-03-2018</c:v>
                </c:pt>
                <c:pt idx="4542">
                  <c:v>28-03-2018</c:v>
                </c:pt>
                <c:pt idx="4543">
                  <c:v>02-04-2018</c:v>
                </c:pt>
                <c:pt idx="4544">
                  <c:v>03-04-2018</c:v>
                </c:pt>
                <c:pt idx="4545">
                  <c:v>04-04-2018</c:v>
                </c:pt>
                <c:pt idx="4546">
                  <c:v>05-04-2018</c:v>
                </c:pt>
                <c:pt idx="4547">
                  <c:v>06-04-2018</c:v>
                </c:pt>
                <c:pt idx="4548">
                  <c:v>09-04-2018</c:v>
                </c:pt>
                <c:pt idx="4549">
                  <c:v>10-04-2018</c:v>
                </c:pt>
                <c:pt idx="4550">
                  <c:v>11-04-2018</c:v>
                </c:pt>
                <c:pt idx="4551">
                  <c:v>12-04-2018</c:v>
                </c:pt>
                <c:pt idx="4552">
                  <c:v>13-04-2018</c:v>
                </c:pt>
                <c:pt idx="4553">
                  <c:v>16-04-2018</c:v>
                </c:pt>
                <c:pt idx="4554">
                  <c:v>17-04-2018</c:v>
                </c:pt>
                <c:pt idx="4555">
                  <c:v>18-04-2018</c:v>
                </c:pt>
                <c:pt idx="4556">
                  <c:v>19-04-2018</c:v>
                </c:pt>
                <c:pt idx="4557">
                  <c:v>20-04-2018</c:v>
                </c:pt>
                <c:pt idx="4558">
                  <c:v>23-04-2018</c:v>
                </c:pt>
                <c:pt idx="4559">
                  <c:v>24-04-2018</c:v>
                </c:pt>
                <c:pt idx="4560">
                  <c:v>25-04-2018</c:v>
                </c:pt>
                <c:pt idx="4561">
                  <c:v>26-04-2018</c:v>
                </c:pt>
                <c:pt idx="4562">
                  <c:v>27-04-2018</c:v>
                </c:pt>
                <c:pt idx="4563">
                  <c:v>30-04-2018</c:v>
                </c:pt>
                <c:pt idx="4564">
                  <c:v>02-05-2018</c:v>
                </c:pt>
                <c:pt idx="4565">
                  <c:v>03-05-2018</c:v>
                </c:pt>
                <c:pt idx="4566">
                  <c:v>04-05-2018</c:v>
                </c:pt>
                <c:pt idx="4567">
                  <c:v>07-05-2018</c:v>
                </c:pt>
                <c:pt idx="4568">
                  <c:v>08-05-2018</c:v>
                </c:pt>
                <c:pt idx="4569">
                  <c:v>09-05-2018</c:v>
                </c:pt>
                <c:pt idx="4570">
                  <c:v>10-05-2018</c:v>
                </c:pt>
                <c:pt idx="4571">
                  <c:v>11-05-2018</c:v>
                </c:pt>
                <c:pt idx="4572">
                  <c:v>14-05-2018</c:v>
                </c:pt>
                <c:pt idx="4573">
                  <c:v>15-05-2018</c:v>
                </c:pt>
                <c:pt idx="4574">
                  <c:v>16-05-2018</c:v>
                </c:pt>
                <c:pt idx="4575">
                  <c:v>17-05-2018</c:v>
                </c:pt>
                <c:pt idx="4576">
                  <c:v>18-05-2018</c:v>
                </c:pt>
                <c:pt idx="4577">
                  <c:v>21-05-2018</c:v>
                </c:pt>
                <c:pt idx="4578">
                  <c:v>22-05-2018</c:v>
                </c:pt>
                <c:pt idx="4579">
                  <c:v>23-05-2018</c:v>
                </c:pt>
                <c:pt idx="4580">
                  <c:v>24-05-2018</c:v>
                </c:pt>
                <c:pt idx="4581">
                  <c:v>25-05-2018</c:v>
                </c:pt>
                <c:pt idx="4582">
                  <c:v>28-05-2018</c:v>
                </c:pt>
                <c:pt idx="4583">
                  <c:v>29-05-2018</c:v>
                </c:pt>
                <c:pt idx="4584">
                  <c:v>30-05-2018</c:v>
                </c:pt>
                <c:pt idx="4585">
                  <c:v>31-05-2018</c:v>
                </c:pt>
                <c:pt idx="4586">
                  <c:v>01-06-2018</c:v>
                </c:pt>
                <c:pt idx="4587">
                  <c:v>04-06-2018</c:v>
                </c:pt>
                <c:pt idx="4588">
                  <c:v>05-06-2018</c:v>
                </c:pt>
                <c:pt idx="4589">
                  <c:v>06-06-2018</c:v>
                </c:pt>
                <c:pt idx="4590">
                  <c:v>07-06-2018</c:v>
                </c:pt>
                <c:pt idx="4591">
                  <c:v>08-06-2018</c:v>
                </c:pt>
                <c:pt idx="4592">
                  <c:v>11-06-2018</c:v>
                </c:pt>
                <c:pt idx="4593">
                  <c:v>12-06-2018</c:v>
                </c:pt>
                <c:pt idx="4594">
                  <c:v>13-06-2018</c:v>
                </c:pt>
                <c:pt idx="4595">
                  <c:v>14-06-2018</c:v>
                </c:pt>
                <c:pt idx="4596">
                  <c:v>15-06-2018</c:v>
                </c:pt>
                <c:pt idx="4597">
                  <c:v>18-06-2018</c:v>
                </c:pt>
                <c:pt idx="4598">
                  <c:v>19-06-2018</c:v>
                </c:pt>
                <c:pt idx="4599">
                  <c:v>20-06-2018</c:v>
                </c:pt>
                <c:pt idx="4600">
                  <c:v>21-06-2018</c:v>
                </c:pt>
                <c:pt idx="4601">
                  <c:v>22-06-2018</c:v>
                </c:pt>
                <c:pt idx="4602">
                  <c:v>25-06-2018</c:v>
                </c:pt>
                <c:pt idx="4603">
                  <c:v>26-06-2018</c:v>
                </c:pt>
                <c:pt idx="4604">
                  <c:v>27-06-2018</c:v>
                </c:pt>
                <c:pt idx="4605">
                  <c:v>28-06-2018</c:v>
                </c:pt>
                <c:pt idx="4606">
                  <c:v>29-06-2018</c:v>
                </c:pt>
                <c:pt idx="4607">
                  <c:v>02-07-2018</c:v>
                </c:pt>
                <c:pt idx="4608">
                  <c:v>03-07-2018</c:v>
                </c:pt>
                <c:pt idx="4609">
                  <c:v>04-07-2018</c:v>
                </c:pt>
                <c:pt idx="4610">
                  <c:v>05-07-2018</c:v>
                </c:pt>
                <c:pt idx="4611">
                  <c:v>06-07-2018</c:v>
                </c:pt>
                <c:pt idx="4612">
                  <c:v>09-07-2018</c:v>
                </c:pt>
                <c:pt idx="4613">
                  <c:v>10-07-2018</c:v>
                </c:pt>
                <c:pt idx="4614">
                  <c:v>11-07-2018</c:v>
                </c:pt>
                <c:pt idx="4615">
                  <c:v>12-07-2018</c:v>
                </c:pt>
                <c:pt idx="4616">
                  <c:v>13-07-2018</c:v>
                </c:pt>
                <c:pt idx="4617">
                  <c:v>16-07-2018</c:v>
                </c:pt>
                <c:pt idx="4618">
                  <c:v>17-07-2018</c:v>
                </c:pt>
                <c:pt idx="4619">
                  <c:v>18-07-2018</c:v>
                </c:pt>
                <c:pt idx="4620">
                  <c:v>19-07-2018</c:v>
                </c:pt>
                <c:pt idx="4621">
                  <c:v>20-07-2018</c:v>
                </c:pt>
                <c:pt idx="4622">
                  <c:v>23-07-2018</c:v>
                </c:pt>
                <c:pt idx="4623">
                  <c:v>24-07-2018</c:v>
                </c:pt>
                <c:pt idx="4624">
                  <c:v>25-07-2018</c:v>
                </c:pt>
                <c:pt idx="4625">
                  <c:v>26-07-2018</c:v>
                </c:pt>
                <c:pt idx="4626">
                  <c:v>27-07-2018</c:v>
                </c:pt>
                <c:pt idx="4627">
                  <c:v>30-07-2018</c:v>
                </c:pt>
                <c:pt idx="4628">
                  <c:v>31-07-2018</c:v>
                </c:pt>
                <c:pt idx="4629">
                  <c:v>01-08-2018</c:v>
                </c:pt>
                <c:pt idx="4630">
                  <c:v>02-08-2018</c:v>
                </c:pt>
                <c:pt idx="4631">
                  <c:v>03-08-2018</c:v>
                </c:pt>
                <c:pt idx="4632">
                  <c:v>06-08-2018</c:v>
                </c:pt>
                <c:pt idx="4633">
                  <c:v>07-08-2018</c:v>
                </c:pt>
                <c:pt idx="4634">
                  <c:v>08-08-2018</c:v>
                </c:pt>
                <c:pt idx="4635">
                  <c:v>09-08-2018</c:v>
                </c:pt>
                <c:pt idx="4636">
                  <c:v>10-08-2018</c:v>
                </c:pt>
                <c:pt idx="4637">
                  <c:v>13-08-2018</c:v>
                </c:pt>
                <c:pt idx="4638">
                  <c:v>14-08-2018</c:v>
                </c:pt>
                <c:pt idx="4639">
                  <c:v>16-08-2018</c:v>
                </c:pt>
                <c:pt idx="4640">
                  <c:v>17-08-2018</c:v>
                </c:pt>
                <c:pt idx="4641">
                  <c:v>20-08-2018</c:v>
                </c:pt>
                <c:pt idx="4642">
                  <c:v>21-08-2018</c:v>
                </c:pt>
                <c:pt idx="4643">
                  <c:v>23-08-2018</c:v>
                </c:pt>
                <c:pt idx="4644">
                  <c:v>24-08-2018</c:v>
                </c:pt>
                <c:pt idx="4645">
                  <c:v>27-08-2018</c:v>
                </c:pt>
                <c:pt idx="4646">
                  <c:v>28-08-2018</c:v>
                </c:pt>
                <c:pt idx="4647">
                  <c:v>29-08-2018</c:v>
                </c:pt>
                <c:pt idx="4648">
                  <c:v>30-08-2018</c:v>
                </c:pt>
                <c:pt idx="4649">
                  <c:v>31-08-2018</c:v>
                </c:pt>
                <c:pt idx="4650">
                  <c:v>03-09-2018</c:v>
                </c:pt>
                <c:pt idx="4651">
                  <c:v>04-09-2018</c:v>
                </c:pt>
                <c:pt idx="4652">
                  <c:v>05-09-2018</c:v>
                </c:pt>
                <c:pt idx="4653">
                  <c:v>06-09-2018</c:v>
                </c:pt>
                <c:pt idx="4654">
                  <c:v>07-09-2018</c:v>
                </c:pt>
                <c:pt idx="4655">
                  <c:v>10-09-2018</c:v>
                </c:pt>
                <c:pt idx="4656">
                  <c:v>11-09-2018</c:v>
                </c:pt>
                <c:pt idx="4657">
                  <c:v>12-09-2018</c:v>
                </c:pt>
                <c:pt idx="4658">
                  <c:v>14-09-2018</c:v>
                </c:pt>
                <c:pt idx="4659">
                  <c:v>17-09-2018</c:v>
                </c:pt>
                <c:pt idx="4660">
                  <c:v>18-09-2018</c:v>
                </c:pt>
                <c:pt idx="4661">
                  <c:v>19-09-2018</c:v>
                </c:pt>
                <c:pt idx="4662">
                  <c:v>21-09-2018</c:v>
                </c:pt>
                <c:pt idx="4663">
                  <c:v>24-09-2018</c:v>
                </c:pt>
                <c:pt idx="4664">
                  <c:v>25-09-2018</c:v>
                </c:pt>
                <c:pt idx="4665">
                  <c:v>26-09-2018</c:v>
                </c:pt>
                <c:pt idx="4666">
                  <c:v>27-09-2018</c:v>
                </c:pt>
                <c:pt idx="4667">
                  <c:v>28-09-2018</c:v>
                </c:pt>
                <c:pt idx="4668">
                  <c:v>01-10-2018</c:v>
                </c:pt>
                <c:pt idx="4669">
                  <c:v>03-10-2018</c:v>
                </c:pt>
                <c:pt idx="4670">
                  <c:v>04-10-2018</c:v>
                </c:pt>
                <c:pt idx="4671">
                  <c:v>05-10-2018</c:v>
                </c:pt>
                <c:pt idx="4672">
                  <c:v>08-10-2018</c:v>
                </c:pt>
                <c:pt idx="4673">
                  <c:v>09-10-2018</c:v>
                </c:pt>
                <c:pt idx="4674">
                  <c:v>10-10-2018</c:v>
                </c:pt>
                <c:pt idx="4675">
                  <c:v>11-10-2018</c:v>
                </c:pt>
                <c:pt idx="4676">
                  <c:v>12-10-2018</c:v>
                </c:pt>
                <c:pt idx="4677">
                  <c:v>15-10-2018</c:v>
                </c:pt>
                <c:pt idx="4678">
                  <c:v>16-10-2018</c:v>
                </c:pt>
                <c:pt idx="4679">
                  <c:v>17-10-2018</c:v>
                </c:pt>
                <c:pt idx="4680">
                  <c:v>19-10-2018</c:v>
                </c:pt>
                <c:pt idx="4681">
                  <c:v>22-10-2018</c:v>
                </c:pt>
                <c:pt idx="4682">
                  <c:v>23-10-2018</c:v>
                </c:pt>
                <c:pt idx="4683">
                  <c:v>24-10-2018</c:v>
                </c:pt>
                <c:pt idx="4684">
                  <c:v>25-10-2018</c:v>
                </c:pt>
                <c:pt idx="4685">
                  <c:v>26-10-2018</c:v>
                </c:pt>
                <c:pt idx="4686">
                  <c:v>29-10-2018</c:v>
                </c:pt>
                <c:pt idx="4687">
                  <c:v>30-10-2018</c:v>
                </c:pt>
                <c:pt idx="4688">
                  <c:v>31-10-2018</c:v>
                </c:pt>
                <c:pt idx="4689">
                  <c:v>01-11-2018</c:v>
                </c:pt>
                <c:pt idx="4690">
                  <c:v>02-11-2018</c:v>
                </c:pt>
                <c:pt idx="4691">
                  <c:v>05-11-2018</c:v>
                </c:pt>
                <c:pt idx="4692">
                  <c:v>06-11-2018</c:v>
                </c:pt>
                <c:pt idx="4693">
                  <c:v>07-11-2018</c:v>
                </c:pt>
                <c:pt idx="4694">
                  <c:v>09-11-2018</c:v>
                </c:pt>
                <c:pt idx="4695">
                  <c:v>12-11-2018</c:v>
                </c:pt>
                <c:pt idx="4696">
                  <c:v>13-11-2018</c:v>
                </c:pt>
                <c:pt idx="4697">
                  <c:v>14-11-2018</c:v>
                </c:pt>
                <c:pt idx="4698">
                  <c:v>15-11-2018</c:v>
                </c:pt>
                <c:pt idx="4699">
                  <c:v>16-11-2018</c:v>
                </c:pt>
                <c:pt idx="4700">
                  <c:v>19-11-2018</c:v>
                </c:pt>
                <c:pt idx="4701">
                  <c:v>20-11-2018</c:v>
                </c:pt>
                <c:pt idx="4702">
                  <c:v>21-11-2018</c:v>
                </c:pt>
                <c:pt idx="4703">
                  <c:v>22-11-2018</c:v>
                </c:pt>
                <c:pt idx="4704">
                  <c:v>26-11-2018</c:v>
                </c:pt>
                <c:pt idx="4705">
                  <c:v>27-11-2018</c:v>
                </c:pt>
                <c:pt idx="4706">
                  <c:v>28-11-2018</c:v>
                </c:pt>
                <c:pt idx="4707">
                  <c:v>29-11-2018</c:v>
                </c:pt>
                <c:pt idx="4708">
                  <c:v>30-11-2018</c:v>
                </c:pt>
                <c:pt idx="4709">
                  <c:v>03-12-2018</c:v>
                </c:pt>
                <c:pt idx="4710">
                  <c:v>04-12-2018</c:v>
                </c:pt>
                <c:pt idx="4711">
                  <c:v>05-12-2018</c:v>
                </c:pt>
                <c:pt idx="4712">
                  <c:v>06-12-2018</c:v>
                </c:pt>
                <c:pt idx="4713">
                  <c:v>07-12-2018</c:v>
                </c:pt>
                <c:pt idx="4714">
                  <c:v>10-12-2018</c:v>
                </c:pt>
                <c:pt idx="4715">
                  <c:v>11-12-2018</c:v>
                </c:pt>
                <c:pt idx="4716">
                  <c:v>12-12-2018</c:v>
                </c:pt>
                <c:pt idx="4717">
                  <c:v>13-12-2018</c:v>
                </c:pt>
                <c:pt idx="4718">
                  <c:v>14-12-2018</c:v>
                </c:pt>
                <c:pt idx="4719">
                  <c:v>17-12-2018</c:v>
                </c:pt>
                <c:pt idx="4720">
                  <c:v>18-12-2018</c:v>
                </c:pt>
                <c:pt idx="4721">
                  <c:v>19-12-2018</c:v>
                </c:pt>
                <c:pt idx="4722">
                  <c:v>20-12-2018</c:v>
                </c:pt>
                <c:pt idx="4723">
                  <c:v>21-12-2018</c:v>
                </c:pt>
                <c:pt idx="4724">
                  <c:v>24-12-2018</c:v>
                </c:pt>
                <c:pt idx="4725">
                  <c:v>26-12-2018</c:v>
                </c:pt>
                <c:pt idx="4726">
                  <c:v>27-12-2018</c:v>
                </c:pt>
                <c:pt idx="4727">
                  <c:v>28-12-2018</c:v>
                </c:pt>
                <c:pt idx="4728">
                  <c:v>31-12-2018</c:v>
                </c:pt>
                <c:pt idx="4729">
                  <c:v>01-01-2019</c:v>
                </c:pt>
                <c:pt idx="4730">
                  <c:v>02-01-2019</c:v>
                </c:pt>
                <c:pt idx="4731">
                  <c:v>03-01-2019</c:v>
                </c:pt>
                <c:pt idx="4732">
                  <c:v>04-01-2019</c:v>
                </c:pt>
                <c:pt idx="4733">
                  <c:v>07-01-2019</c:v>
                </c:pt>
                <c:pt idx="4734">
                  <c:v>08-01-2019</c:v>
                </c:pt>
                <c:pt idx="4735">
                  <c:v>09-01-2019</c:v>
                </c:pt>
                <c:pt idx="4736">
                  <c:v>10-01-2019</c:v>
                </c:pt>
                <c:pt idx="4737">
                  <c:v>11-01-2019</c:v>
                </c:pt>
                <c:pt idx="4738">
                  <c:v>14-01-2019</c:v>
                </c:pt>
                <c:pt idx="4739">
                  <c:v>15-01-2019</c:v>
                </c:pt>
                <c:pt idx="4740">
                  <c:v>16-01-2019</c:v>
                </c:pt>
                <c:pt idx="4741">
                  <c:v>17-01-2019</c:v>
                </c:pt>
                <c:pt idx="4742">
                  <c:v>18-01-2019</c:v>
                </c:pt>
                <c:pt idx="4743">
                  <c:v>21-01-2019</c:v>
                </c:pt>
                <c:pt idx="4744">
                  <c:v>22-01-2019</c:v>
                </c:pt>
                <c:pt idx="4745">
                  <c:v>23-01-2019</c:v>
                </c:pt>
                <c:pt idx="4746">
                  <c:v>24-01-2019</c:v>
                </c:pt>
                <c:pt idx="4747">
                  <c:v>25-01-2019</c:v>
                </c:pt>
                <c:pt idx="4748">
                  <c:v>28-01-2019</c:v>
                </c:pt>
                <c:pt idx="4749">
                  <c:v>29-01-2019</c:v>
                </c:pt>
                <c:pt idx="4750">
                  <c:v>30-01-2019</c:v>
                </c:pt>
                <c:pt idx="4751">
                  <c:v>31-01-2019</c:v>
                </c:pt>
                <c:pt idx="4752">
                  <c:v>01-02-2019</c:v>
                </c:pt>
                <c:pt idx="4753">
                  <c:v>04-02-2019</c:v>
                </c:pt>
                <c:pt idx="4754">
                  <c:v>05-02-2019</c:v>
                </c:pt>
                <c:pt idx="4755">
                  <c:v>06-02-2019</c:v>
                </c:pt>
                <c:pt idx="4756">
                  <c:v>07-02-2019</c:v>
                </c:pt>
                <c:pt idx="4757">
                  <c:v>08-02-2019</c:v>
                </c:pt>
                <c:pt idx="4758">
                  <c:v>11-02-2019</c:v>
                </c:pt>
                <c:pt idx="4759">
                  <c:v>12-02-2019</c:v>
                </c:pt>
                <c:pt idx="4760">
                  <c:v>13-02-2019</c:v>
                </c:pt>
                <c:pt idx="4761">
                  <c:v>14-02-2019</c:v>
                </c:pt>
                <c:pt idx="4762">
                  <c:v>15-02-2019</c:v>
                </c:pt>
                <c:pt idx="4763">
                  <c:v>18-02-2019</c:v>
                </c:pt>
                <c:pt idx="4764">
                  <c:v>19-02-2019</c:v>
                </c:pt>
                <c:pt idx="4765">
                  <c:v>20-02-2019</c:v>
                </c:pt>
                <c:pt idx="4766">
                  <c:v>21-02-2019</c:v>
                </c:pt>
                <c:pt idx="4767">
                  <c:v>22-02-2019</c:v>
                </c:pt>
                <c:pt idx="4768">
                  <c:v>25-02-2019</c:v>
                </c:pt>
                <c:pt idx="4769">
                  <c:v>26-02-2019</c:v>
                </c:pt>
                <c:pt idx="4770">
                  <c:v>27-02-2019</c:v>
                </c:pt>
                <c:pt idx="4771">
                  <c:v>28-02-2019</c:v>
                </c:pt>
                <c:pt idx="4772">
                  <c:v>01-03-2019</c:v>
                </c:pt>
                <c:pt idx="4773">
                  <c:v>05-03-2019</c:v>
                </c:pt>
                <c:pt idx="4774">
                  <c:v>06-03-2019</c:v>
                </c:pt>
                <c:pt idx="4775">
                  <c:v>07-03-2019</c:v>
                </c:pt>
                <c:pt idx="4776">
                  <c:v>08-03-2019</c:v>
                </c:pt>
                <c:pt idx="4777">
                  <c:v>11-03-2019</c:v>
                </c:pt>
                <c:pt idx="4778">
                  <c:v>12-03-2019</c:v>
                </c:pt>
                <c:pt idx="4779">
                  <c:v>13-03-2019</c:v>
                </c:pt>
                <c:pt idx="4780">
                  <c:v>14-03-2019</c:v>
                </c:pt>
                <c:pt idx="4781">
                  <c:v>15-03-2019</c:v>
                </c:pt>
                <c:pt idx="4782">
                  <c:v>18-03-2019</c:v>
                </c:pt>
                <c:pt idx="4783">
                  <c:v>19-03-2019</c:v>
                </c:pt>
                <c:pt idx="4784">
                  <c:v>20-03-2019</c:v>
                </c:pt>
                <c:pt idx="4785">
                  <c:v>22-03-2019</c:v>
                </c:pt>
                <c:pt idx="4786">
                  <c:v>25-03-2019</c:v>
                </c:pt>
                <c:pt idx="4787">
                  <c:v>26-03-2019</c:v>
                </c:pt>
                <c:pt idx="4788">
                  <c:v>27-03-2019</c:v>
                </c:pt>
                <c:pt idx="4789">
                  <c:v>28-03-2019</c:v>
                </c:pt>
                <c:pt idx="4790">
                  <c:v>29-03-2019</c:v>
                </c:pt>
                <c:pt idx="4791">
                  <c:v>01-04-2019</c:v>
                </c:pt>
                <c:pt idx="4792">
                  <c:v>02-04-2019</c:v>
                </c:pt>
                <c:pt idx="4793">
                  <c:v>03-04-2019</c:v>
                </c:pt>
                <c:pt idx="4794">
                  <c:v>04-04-2019</c:v>
                </c:pt>
                <c:pt idx="4795">
                  <c:v>05-04-2019</c:v>
                </c:pt>
                <c:pt idx="4796">
                  <c:v>08-04-2019</c:v>
                </c:pt>
                <c:pt idx="4797">
                  <c:v>09-04-2019</c:v>
                </c:pt>
                <c:pt idx="4798">
                  <c:v>10-04-2019</c:v>
                </c:pt>
                <c:pt idx="4799">
                  <c:v>11-04-2019</c:v>
                </c:pt>
                <c:pt idx="4800">
                  <c:v>12-04-2019</c:v>
                </c:pt>
                <c:pt idx="4801">
                  <c:v>15-04-2019</c:v>
                </c:pt>
                <c:pt idx="4802">
                  <c:v>16-04-2019</c:v>
                </c:pt>
                <c:pt idx="4803">
                  <c:v>18-04-2019</c:v>
                </c:pt>
                <c:pt idx="4804">
                  <c:v>22-04-2019</c:v>
                </c:pt>
                <c:pt idx="4805">
                  <c:v>23-04-2019</c:v>
                </c:pt>
                <c:pt idx="4806">
                  <c:v>24-04-2019</c:v>
                </c:pt>
                <c:pt idx="4807">
                  <c:v>25-04-2019</c:v>
                </c:pt>
                <c:pt idx="4808">
                  <c:v>26-04-2019</c:v>
                </c:pt>
                <c:pt idx="4809">
                  <c:v>30-04-2019</c:v>
                </c:pt>
                <c:pt idx="4810">
                  <c:v>02-05-2019</c:v>
                </c:pt>
                <c:pt idx="4811">
                  <c:v>03-05-2019</c:v>
                </c:pt>
                <c:pt idx="4812">
                  <c:v>06-05-2019</c:v>
                </c:pt>
                <c:pt idx="4813">
                  <c:v>07-05-2019</c:v>
                </c:pt>
                <c:pt idx="4814">
                  <c:v>08-05-2019</c:v>
                </c:pt>
                <c:pt idx="4815">
                  <c:v>09-05-2019</c:v>
                </c:pt>
                <c:pt idx="4816">
                  <c:v>10-05-2019</c:v>
                </c:pt>
                <c:pt idx="4817">
                  <c:v>13-05-2019</c:v>
                </c:pt>
                <c:pt idx="4818">
                  <c:v>14-05-2019</c:v>
                </c:pt>
                <c:pt idx="4819">
                  <c:v>15-05-2019</c:v>
                </c:pt>
                <c:pt idx="4820">
                  <c:v>16-05-2019</c:v>
                </c:pt>
                <c:pt idx="4821">
                  <c:v>17-05-2019</c:v>
                </c:pt>
                <c:pt idx="4822">
                  <c:v>20-05-2019</c:v>
                </c:pt>
                <c:pt idx="4823">
                  <c:v>21-05-2019</c:v>
                </c:pt>
                <c:pt idx="4824">
                  <c:v>22-05-2019</c:v>
                </c:pt>
                <c:pt idx="4825">
                  <c:v>23-05-2019</c:v>
                </c:pt>
                <c:pt idx="4826">
                  <c:v>24-05-2019</c:v>
                </c:pt>
                <c:pt idx="4827">
                  <c:v>27-05-2019</c:v>
                </c:pt>
                <c:pt idx="4828">
                  <c:v>28-05-2019</c:v>
                </c:pt>
                <c:pt idx="4829">
                  <c:v>29-05-2019</c:v>
                </c:pt>
                <c:pt idx="4830">
                  <c:v>30-05-2019</c:v>
                </c:pt>
                <c:pt idx="4831">
                  <c:v>31-05-2019</c:v>
                </c:pt>
                <c:pt idx="4832">
                  <c:v>03-06-2019</c:v>
                </c:pt>
                <c:pt idx="4833">
                  <c:v>04-06-2019</c:v>
                </c:pt>
                <c:pt idx="4834">
                  <c:v>06-06-2019</c:v>
                </c:pt>
                <c:pt idx="4835">
                  <c:v>07-06-2019</c:v>
                </c:pt>
                <c:pt idx="4836">
                  <c:v>10-06-2019</c:v>
                </c:pt>
                <c:pt idx="4837">
                  <c:v>11-06-2019</c:v>
                </c:pt>
                <c:pt idx="4838">
                  <c:v>12-06-2019</c:v>
                </c:pt>
                <c:pt idx="4839">
                  <c:v>13-06-2019</c:v>
                </c:pt>
                <c:pt idx="4840">
                  <c:v>14-06-2019</c:v>
                </c:pt>
                <c:pt idx="4841">
                  <c:v>17-06-2019</c:v>
                </c:pt>
                <c:pt idx="4842">
                  <c:v>18-06-2019</c:v>
                </c:pt>
                <c:pt idx="4843">
                  <c:v>19-06-2019</c:v>
                </c:pt>
                <c:pt idx="4844">
                  <c:v>20-06-2019</c:v>
                </c:pt>
                <c:pt idx="4845">
                  <c:v>21-06-2019</c:v>
                </c:pt>
                <c:pt idx="4846">
                  <c:v>24-06-2019</c:v>
                </c:pt>
                <c:pt idx="4847">
                  <c:v>25-06-2019</c:v>
                </c:pt>
                <c:pt idx="4848">
                  <c:v>26-06-2019</c:v>
                </c:pt>
                <c:pt idx="4849">
                  <c:v>27-06-2019</c:v>
                </c:pt>
                <c:pt idx="4850">
                  <c:v>28-06-2019</c:v>
                </c:pt>
                <c:pt idx="4851">
                  <c:v>01-07-2019</c:v>
                </c:pt>
                <c:pt idx="4852">
                  <c:v>02-07-2019</c:v>
                </c:pt>
                <c:pt idx="4853">
                  <c:v>03-07-2019</c:v>
                </c:pt>
                <c:pt idx="4854">
                  <c:v>04-07-2019</c:v>
                </c:pt>
                <c:pt idx="4855">
                  <c:v>05-07-2019</c:v>
                </c:pt>
                <c:pt idx="4856">
                  <c:v>08-07-2019</c:v>
                </c:pt>
                <c:pt idx="4857">
                  <c:v>09-07-2019</c:v>
                </c:pt>
                <c:pt idx="4858">
                  <c:v>10-07-2019</c:v>
                </c:pt>
                <c:pt idx="4859">
                  <c:v>11-07-2019</c:v>
                </c:pt>
                <c:pt idx="4860">
                  <c:v>12-07-2019</c:v>
                </c:pt>
                <c:pt idx="4861">
                  <c:v>15-07-2019</c:v>
                </c:pt>
                <c:pt idx="4862">
                  <c:v>16-07-2019</c:v>
                </c:pt>
                <c:pt idx="4863">
                  <c:v>17-07-2019</c:v>
                </c:pt>
                <c:pt idx="4864">
                  <c:v>18-07-2019</c:v>
                </c:pt>
                <c:pt idx="4865">
                  <c:v>19-07-2019</c:v>
                </c:pt>
                <c:pt idx="4866">
                  <c:v>22-07-2019</c:v>
                </c:pt>
                <c:pt idx="4867">
                  <c:v>23-07-2019</c:v>
                </c:pt>
                <c:pt idx="4868">
                  <c:v>24-07-2019</c:v>
                </c:pt>
                <c:pt idx="4869">
                  <c:v>25-07-2019</c:v>
                </c:pt>
                <c:pt idx="4870">
                  <c:v>26-07-2019</c:v>
                </c:pt>
                <c:pt idx="4871">
                  <c:v>29-07-2019</c:v>
                </c:pt>
                <c:pt idx="4872">
                  <c:v>30-07-2019</c:v>
                </c:pt>
                <c:pt idx="4873">
                  <c:v>31-07-2019</c:v>
                </c:pt>
                <c:pt idx="4874">
                  <c:v>01-08-2019</c:v>
                </c:pt>
                <c:pt idx="4875">
                  <c:v>02-08-2019</c:v>
                </c:pt>
                <c:pt idx="4876">
                  <c:v>05-08-2019</c:v>
                </c:pt>
                <c:pt idx="4877">
                  <c:v>06-08-2019</c:v>
                </c:pt>
                <c:pt idx="4878">
                  <c:v>07-08-2019</c:v>
                </c:pt>
                <c:pt idx="4879">
                  <c:v>08-08-2019</c:v>
                </c:pt>
                <c:pt idx="4880">
                  <c:v>09-08-2019</c:v>
                </c:pt>
                <c:pt idx="4881">
                  <c:v>13-08-2019</c:v>
                </c:pt>
                <c:pt idx="4882">
                  <c:v>14-08-2019</c:v>
                </c:pt>
                <c:pt idx="4883">
                  <c:v>16-08-2019</c:v>
                </c:pt>
                <c:pt idx="4884">
                  <c:v>19-08-2019</c:v>
                </c:pt>
                <c:pt idx="4885">
                  <c:v>20-08-2019</c:v>
                </c:pt>
                <c:pt idx="4886">
                  <c:v>21-08-2019</c:v>
                </c:pt>
                <c:pt idx="4887">
                  <c:v>22-08-2019</c:v>
                </c:pt>
                <c:pt idx="4888">
                  <c:v>23-08-2019</c:v>
                </c:pt>
                <c:pt idx="4889">
                  <c:v>26-08-2019</c:v>
                </c:pt>
                <c:pt idx="4890">
                  <c:v>27-08-2019</c:v>
                </c:pt>
                <c:pt idx="4891">
                  <c:v>28-08-2019</c:v>
                </c:pt>
                <c:pt idx="4892">
                  <c:v>29-08-2019</c:v>
                </c:pt>
                <c:pt idx="4893">
                  <c:v>30-08-2019</c:v>
                </c:pt>
                <c:pt idx="4894">
                  <c:v>03-09-2019</c:v>
                </c:pt>
                <c:pt idx="4895">
                  <c:v>04-09-2019</c:v>
                </c:pt>
                <c:pt idx="4896">
                  <c:v>05-09-2019</c:v>
                </c:pt>
                <c:pt idx="4897">
                  <c:v>06-09-2019</c:v>
                </c:pt>
                <c:pt idx="4898">
                  <c:v>09-09-2019</c:v>
                </c:pt>
                <c:pt idx="4899">
                  <c:v>11-09-2019</c:v>
                </c:pt>
                <c:pt idx="4900">
                  <c:v>12-09-2019</c:v>
                </c:pt>
                <c:pt idx="4901">
                  <c:v>13-09-2019</c:v>
                </c:pt>
                <c:pt idx="4902">
                  <c:v>16-09-2019</c:v>
                </c:pt>
                <c:pt idx="4903">
                  <c:v>17-09-2019</c:v>
                </c:pt>
                <c:pt idx="4904">
                  <c:v>18-09-2019</c:v>
                </c:pt>
                <c:pt idx="4905">
                  <c:v>19-09-2019</c:v>
                </c:pt>
                <c:pt idx="4906">
                  <c:v>20-09-2019</c:v>
                </c:pt>
                <c:pt idx="4907">
                  <c:v>23-09-2019</c:v>
                </c:pt>
                <c:pt idx="4908">
                  <c:v>24-09-2019</c:v>
                </c:pt>
                <c:pt idx="4909">
                  <c:v>25-09-2019</c:v>
                </c:pt>
                <c:pt idx="4910">
                  <c:v>26-09-2019</c:v>
                </c:pt>
                <c:pt idx="4911">
                  <c:v>27-09-2019</c:v>
                </c:pt>
                <c:pt idx="4912">
                  <c:v>30-09-2019</c:v>
                </c:pt>
                <c:pt idx="4913">
                  <c:v>01-10-2019</c:v>
                </c:pt>
                <c:pt idx="4914">
                  <c:v>03-10-2019</c:v>
                </c:pt>
                <c:pt idx="4915">
                  <c:v>04-10-2019</c:v>
                </c:pt>
                <c:pt idx="4916">
                  <c:v>07-10-2019</c:v>
                </c:pt>
                <c:pt idx="4917">
                  <c:v>09-10-2019</c:v>
                </c:pt>
                <c:pt idx="4918">
                  <c:v>10-10-2019</c:v>
                </c:pt>
                <c:pt idx="4919">
                  <c:v>11-10-2019</c:v>
                </c:pt>
                <c:pt idx="4920">
                  <c:v>14-10-2019</c:v>
                </c:pt>
                <c:pt idx="4921">
                  <c:v>15-10-2019</c:v>
                </c:pt>
                <c:pt idx="4922">
                  <c:v>16-10-2019</c:v>
                </c:pt>
                <c:pt idx="4923">
                  <c:v>17-10-2019</c:v>
                </c:pt>
                <c:pt idx="4924">
                  <c:v>18-10-2019</c:v>
                </c:pt>
                <c:pt idx="4925">
                  <c:v>22-10-2019</c:v>
                </c:pt>
                <c:pt idx="4926">
                  <c:v>23-10-2019</c:v>
                </c:pt>
                <c:pt idx="4927">
                  <c:v>24-10-2019</c:v>
                </c:pt>
                <c:pt idx="4928">
                  <c:v>25-10-2019</c:v>
                </c:pt>
                <c:pt idx="4929">
                  <c:v>27-10-2019</c:v>
                </c:pt>
                <c:pt idx="4930">
                  <c:v>29-10-2019</c:v>
                </c:pt>
                <c:pt idx="4931">
                  <c:v>30-10-2019</c:v>
                </c:pt>
                <c:pt idx="4932">
                  <c:v>31-10-2019</c:v>
                </c:pt>
                <c:pt idx="4933">
                  <c:v>01-11-2019</c:v>
                </c:pt>
                <c:pt idx="4934">
                  <c:v>04-11-2019</c:v>
                </c:pt>
                <c:pt idx="4935">
                  <c:v>05-11-2019</c:v>
                </c:pt>
                <c:pt idx="4936">
                  <c:v>06-11-2019</c:v>
                </c:pt>
                <c:pt idx="4937">
                  <c:v>07-11-2019</c:v>
                </c:pt>
                <c:pt idx="4938">
                  <c:v>08-11-2019</c:v>
                </c:pt>
                <c:pt idx="4939">
                  <c:v>11-11-2019</c:v>
                </c:pt>
                <c:pt idx="4940">
                  <c:v>13-11-2019</c:v>
                </c:pt>
                <c:pt idx="4941">
                  <c:v>14-11-2019</c:v>
                </c:pt>
                <c:pt idx="4942">
                  <c:v>15-11-2019</c:v>
                </c:pt>
                <c:pt idx="4943">
                  <c:v>18-11-2019</c:v>
                </c:pt>
                <c:pt idx="4944">
                  <c:v>19-11-2019</c:v>
                </c:pt>
                <c:pt idx="4945">
                  <c:v>20-11-2019</c:v>
                </c:pt>
                <c:pt idx="4946">
                  <c:v>21-11-2019</c:v>
                </c:pt>
                <c:pt idx="4947">
                  <c:v>22-11-2019</c:v>
                </c:pt>
                <c:pt idx="4948">
                  <c:v>25-11-2019</c:v>
                </c:pt>
                <c:pt idx="4949">
                  <c:v>26-11-2019</c:v>
                </c:pt>
                <c:pt idx="4950">
                  <c:v>27-11-2019</c:v>
                </c:pt>
                <c:pt idx="4951">
                  <c:v>28-11-2019</c:v>
                </c:pt>
                <c:pt idx="4952">
                  <c:v>29-11-2019</c:v>
                </c:pt>
                <c:pt idx="4953">
                  <c:v>02-12-2019</c:v>
                </c:pt>
                <c:pt idx="4954">
                  <c:v>03-12-2019</c:v>
                </c:pt>
                <c:pt idx="4955">
                  <c:v>04-12-2019</c:v>
                </c:pt>
                <c:pt idx="4956">
                  <c:v>05-12-2019</c:v>
                </c:pt>
                <c:pt idx="4957">
                  <c:v>06-12-2019</c:v>
                </c:pt>
                <c:pt idx="4958">
                  <c:v>09-12-2019</c:v>
                </c:pt>
                <c:pt idx="4959">
                  <c:v>10-12-2019</c:v>
                </c:pt>
                <c:pt idx="4960">
                  <c:v>11-12-2019</c:v>
                </c:pt>
                <c:pt idx="4961">
                  <c:v>12-12-2019</c:v>
                </c:pt>
                <c:pt idx="4962">
                  <c:v>13-12-2019</c:v>
                </c:pt>
                <c:pt idx="4963">
                  <c:v>16-12-2019</c:v>
                </c:pt>
                <c:pt idx="4964">
                  <c:v>17-12-2019</c:v>
                </c:pt>
                <c:pt idx="4965">
                  <c:v>18-12-2019</c:v>
                </c:pt>
                <c:pt idx="4966">
                  <c:v>19-12-2019</c:v>
                </c:pt>
                <c:pt idx="4967">
                  <c:v>20-12-2019</c:v>
                </c:pt>
                <c:pt idx="4968">
                  <c:v>23-12-2019</c:v>
                </c:pt>
                <c:pt idx="4969">
                  <c:v>24-12-2019</c:v>
                </c:pt>
                <c:pt idx="4970">
                  <c:v>26-12-2019</c:v>
                </c:pt>
                <c:pt idx="4971">
                  <c:v>27-12-2019</c:v>
                </c:pt>
                <c:pt idx="4972">
                  <c:v>30-12-2019</c:v>
                </c:pt>
                <c:pt idx="4973">
                  <c:v>31-12-2019</c:v>
                </c:pt>
                <c:pt idx="4974">
                  <c:v>01-01-2020</c:v>
                </c:pt>
                <c:pt idx="4975">
                  <c:v>02-01-2020</c:v>
                </c:pt>
                <c:pt idx="4976">
                  <c:v>03-01-2020</c:v>
                </c:pt>
                <c:pt idx="4977">
                  <c:v>06-01-2020</c:v>
                </c:pt>
                <c:pt idx="4978">
                  <c:v>07-01-2020</c:v>
                </c:pt>
                <c:pt idx="4979">
                  <c:v>08-01-2020</c:v>
                </c:pt>
                <c:pt idx="4980">
                  <c:v>09-01-2020</c:v>
                </c:pt>
                <c:pt idx="4981">
                  <c:v>10-01-2020</c:v>
                </c:pt>
                <c:pt idx="4982">
                  <c:v>13-01-2020</c:v>
                </c:pt>
                <c:pt idx="4983">
                  <c:v>14-01-2020</c:v>
                </c:pt>
                <c:pt idx="4984">
                  <c:v>15-01-2020</c:v>
                </c:pt>
                <c:pt idx="4985">
                  <c:v>16-01-2020</c:v>
                </c:pt>
                <c:pt idx="4986">
                  <c:v>17-01-2020</c:v>
                </c:pt>
                <c:pt idx="4987">
                  <c:v>20-01-2020</c:v>
                </c:pt>
                <c:pt idx="4988">
                  <c:v>21-01-2020</c:v>
                </c:pt>
                <c:pt idx="4989">
                  <c:v>22-01-2020</c:v>
                </c:pt>
                <c:pt idx="4990">
                  <c:v>23-01-2020</c:v>
                </c:pt>
                <c:pt idx="4991">
                  <c:v>24-01-2020</c:v>
                </c:pt>
                <c:pt idx="4992">
                  <c:v>27-01-2020</c:v>
                </c:pt>
                <c:pt idx="4993">
                  <c:v>28-01-2020</c:v>
                </c:pt>
                <c:pt idx="4994">
                  <c:v>29-01-2020</c:v>
                </c:pt>
                <c:pt idx="4995">
                  <c:v>30-01-2020</c:v>
                </c:pt>
                <c:pt idx="4996">
                  <c:v>31-01-2020</c:v>
                </c:pt>
                <c:pt idx="4997">
                  <c:v>01-02-2020</c:v>
                </c:pt>
                <c:pt idx="4998">
                  <c:v>03-02-2020</c:v>
                </c:pt>
                <c:pt idx="4999">
                  <c:v>04-02-2020</c:v>
                </c:pt>
                <c:pt idx="5000">
                  <c:v>05-02-2020</c:v>
                </c:pt>
                <c:pt idx="5001">
                  <c:v>06-02-2020</c:v>
                </c:pt>
                <c:pt idx="5002">
                  <c:v>07-02-2020</c:v>
                </c:pt>
                <c:pt idx="5003">
                  <c:v>10-02-2020</c:v>
                </c:pt>
                <c:pt idx="5004">
                  <c:v>11-02-2020</c:v>
                </c:pt>
                <c:pt idx="5005">
                  <c:v>12-02-2020</c:v>
                </c:pt>
                <c:pt idx="5006">
                  <c:v>13-02-2020</c:v>
                </c:pt>
                <c:pt idx="5007">
                  <c:v>14-02-2020</c:v>
                </c:pt>
                <c:pt idx="5008">
                  <c:v>17-02-2020</c:v>
                </c:pt>
                <c:pt idx="5009">
                  <c:v>18-02-2020</c:v>
                </c:pt>
                <c:pt idx="5010">
                  <c:v>19-02-2020</c:v>
                </c:pt>
                <c:pt idx="5011">
                  <c:v>20-02-2020</c:v>
                </c:pt>
                <c:pt idx="5012">
                  <c:v>24-02-2020</c:v>
                </c:pt>
                <c:pt idx="5013">
                  <c:v>25-02-2020</c:v>
                </c:pt>
                <c:pt idx="5014">
                  <c:v>26-02-2020</c:v>
                </c:pt>
                <c:pt idx="5015">
                  <c:v>27-02-2020</c:v>
                </c:pt>
                <c:pt idx="5016">
                  <c:v>28-02-2020</c:v>
                </c:pt>
                <c:pt idx="5017">
                  <c:v>02-03-2020</c:v>
                </c:pt>
                <c:pt idx="5018">
                  <c:v>03-03-2020</c:v>
                </c:pt>
                <c:pt idx="5019">
                  <c:v>04-03-2020</c:v>
                </c:pt>
                <c:pt idx="5020">
                  <c:v>05-03-2020</c:v>
                </c:pt>
                <c:pt idx="5021">
                  <c:v>06-03-2020</c:v>
                </c:pt>
                <c:pt idx="5022">
                  <c:v>09-03-2020</c:v>
                </c:pt>
                <c:pt idx="5023">
                  <c:v>11-03-2020</c:v>
                </c:pt>
                <c:pt idx="5024">
                  <c:v>12-03-2020</c:v>
                </c:pt>
                <c:pt idx="5025">
                  <c:v>13-03-2020</c:v>
                </c:pt>
                <c:pt idx="5026">
                  <c:v>16-03-2020</c:v>
                </c:pt>
                <c:pt idx="5027">
                  <c:v>17-03-2020</c:v>
                </c:pt>
                <c:pt idx="5028">
                  <c:v>18-03-2020</c:v>
                </c:pt>
                <c:pt idx="5029">
                  <c:v>19-03-2020</c:v>
                </c:pt>
                <c:pt idx="5030">
                  <c:v>20-03-2020</c:v>
                </c:pt>
                <c:pt idx="5031">
                  <c:v>23-03-2020</c:v>
                </c:pt>
                <c:pt idx="5032">
                  <c:v>24-03-2020</c:v>
                </c:pt>
                <c:pt idx="5033">
                  <c:v>25-03-2020</c:v>
                </c:pt>
                <c:pt idx="5034">
                  <c:v>26-03-2020</c:v>
                </c:pt>
                <c:pt idx="5035">
                  <c:v>27-03-2020</c:v>
                </c:pt>
                <c:pt idx="5036">
                  <c:v>30-03-2020</c:v>
                </c:pt>
                <c:pt idx="5037">
                  <c:v>31-03-2020</c:v>
                </c:pt>
                <c:pt idx="5038">
                  <c:v>01-04-2020</c:v>
                </c:pt>
                <c:pt idx="5039">
                  <c:v>03-04-2020</c:v>
                </c:pt>
                <c:pt idx="5040">
                  <c:v>07-04-2020</c:v>
                </c:pt>
                <c:pt idx="5041">
                  <c:v>08-04-2020</c:v>
                </c:pt>
                <c:pt idx="5042">
                  <c:v>09-04-2020</c:v>
                </c:pt>
                <c:pt idx="5043">
                  <c:v>13-04-2020</c:v>
                </c:pt>
                <c:pt idx="5044">
                  <c:v>15-04-2020</c:v>
                </c:pt>
                <c:pt idx="5045">
                  <c:v>16-04-2020</c:v>
                </c:pt>
                <c:pt idx="5046">
                  <c:v>17-04-2020</c:v>
                </c:pt>
                <c:pt idx="5047">
                  <c:v>20-04-2020</c:v>
                </c:pt>
                <c:pt idx="5048">
                  <c:v>21-04-2020</c:v>
                </c:pt>
                <c:pt idx="5049">
                  <c:v>22-04-2020</c:v>
                </c:pt>
                <c:pt idx="5050">
                  <c:v>23-04-2020</c:v>
                </c:pt>
                <c:pt idx="5051">
                  <c:v>24-04-2020</c:v>
                </c:pt>
                <c:pt idx="5052">
                  <c:v>27-04-2020</c:v>
                </c:pt>
                <c:pt idx="5053">
                  <c:v>28-04-2020</c:v>
                </c:pt>
                <c:pt idx="5054">
                  <c:v>29-04-2020</c:v>
                </c:pt>
                <c:pt idx="5055">
                  <c:v>30-04-2020</c:v>
                </c:pt>
                <c:pt idx="5056">
                  <c:v>04-05-2020</c:v>
                </c:pt>
                <c:pt idx="5057">
                  <c:v>05-05-2020</c:v>
                </c:pt>
                <c:pt idx="5058">
                  <c:v>06-05-2020</c:v>
                </c:pt>
                <c:pt idx="5059">
                  <c:v>07-05-2020</c:v>
                </c:pt>
                <c:pt idx="5060">
                  <c:v>08-05-2020</c:v>
                </c:pt>
                <c:pt idx="5061">
                  <c:v>11-05-2020</c:v>
                </c:pt>
                <c:pt idx="5062">
                  <c:v>12-05-2020</c:v>
                </c:pt>
                <c:pt idx="5063">
                  <c:v>13-05-2020</c:v>
                </c:pt>
                <c:pt idx="5064">
                  <c:v>14-05-2020</c:v>
                </c:pt>
                <c:pt idx="5065">
                  <c:v>15-05-2020</c:v>
                </c:pt>
                <c:pt idx="5066">
                  <c:v>18-05-2020</c:v>
                </c:pt>
                <c:pt idx="5067">
                  <c:v>19-05-2020</c:v>
                </c:pt>
                <c:pt idx="5068">
                  <c:v>20-05-2020</c:v>
                </c:pt>
                <c:pt idx="5069">
                  <c:v>21-05-2020</c:v>
                </c:pt>
                <c:pt idx="5070">
                  <c:v>22-05-2020</c:v>
                </c:pt>
                <c:pt idx="5071">
                  <c:v>26-05-2020</c:v>
                </c:pt>
                <c:pt idx="5072">
                  <c:v>27-05-2020</c:v>
                </c:pt>
                <c:pt idx="5073">
                  <c:v>28-05-2020</c:v>
                </c:pt>
                <c:pt idx="5074">
                  <c:v>29-05-2020</c:v>
                </c:pt>
                <c:pt idx="5075">
                  <c:v>01-06-2020</c:v>
                </c:pt>
                <c:pt idx="5076">
                  <c:v>02-06-2020</c:v>
                </c:pt>
                <c:pt idx="5077">
                  <c:v>03-06-2020</c:v>
                </c:pt>
                <c:pt idx="5078">
                  <c:v>04-06-2020</c:v>
                </c:pt>
                <c:pt idx="5079">
                  <c:v>05-06-2020</c:v>
                </c:pt>
                <c:pt idx="5080">
                  <c:v>08-06-2020</c:v>
                </c:pt>
                <c:pt idx="5081">
                  <c:v>09-06-2020</c:v>
                </c:pt>
                <c:pt idx="5082">
                  <c:v>10-06-2020</c:v>
                </c:pt>
                <c:pt idx="5083">
                  <c:v>11-06-2020</c:v>
                </c:pt>
                <c:pt idx="5084">
                  <c:v>12-06-2020</c:v>
                </c:pt>
                <c:pt idx="5085">
                  <c:v>15-06-2020</c:v>
                </c:pt>
                <c:pt idx="5086">
                  <c:v>16-06-2020</c:v>
                </c:pt>
                <c:pt idx="5087">
                  <c:v>17-06-2020</c:v>
                </c:pt>
                <c:pt idx="5088">
                  <c:v>18-06-2020</c:v>
                </c:pt>
                <c:pt idx="5089">
                  <c:v>19-06-2020</c:v>
                </c:pt>
                <c:pt idx="5090">
                  <c:v>22-06-2020</c:v>
                </c:pt>
                <c:pt idx="5091">
                  <c:v>23-06-2020</c:v>
                </c:pt>
                <c:pt idx="5092">
                  <c:v>24-06-2020</c:v>
                </c:pt>
                <c:pt idx="5093">
                  <c:v>25-06-2020</c:v>
                </c:pt>
                <c:pt idx="5094">
                  <c:v>26-06-2020</c:v>
                </c:pt>
                <c:pt idx="5095">
                  <c:v>29-06-2020</c:v>
                </c:pt>
                <c:pt idx="5096">
                  <c:v>30-06-2020</c:v>
                </c:pt>
                <c:pt idx="5097">
                  <c:v>01-07-2020</c:v>
                </c:pt>
                <c:pt idx="5098">
                  <c:v>02-07-2020</c:v>
                </c:pt>
                <c:pt idx="5099">
                  <c:v>03-07-2020</c:v>
                </c:pt>
                <c:pt idx="5100">
                  <c:v>06-07-2020</c:v>
                </c:pt>
                <c:pt idx="5101">
                  <c:v>07-07-2020</c:v>
                </c:pt>
                <c:pt idx="5102">
                  <c:v>08-07-2020</c:v>
                </c:pt>
                <c:pt idx="5103">
                  <c:v>09-07-2020</c:v>
                </c:pt>
                <c:pt idx="5104">
                  <c:v>10-07-2020</c:v>
                </c:pt>
                <c:pt idx="5105">
                  <c:v>13-07-2020</c:v>
                </c:pt>
                <c:pt idx="5106">
                  <c:v>14-07-2020</c:v>
                </c:pt>
                <c:pt idx="5107">
                  <c:v>15-07-2020</c:v>
                </c:pt>
                <c:pt idx="5108">
                  <c:v>16-07-2020</c:v>
                </c:pt>
                <c:pt idx="5109">
                  <c:v>17-07-2020</c:v>
                </c:pt>
                <c:pt idx="5110">
                  <c:v>20-07-2020</c:v>
                </c:pt>
                <c:pt idx="5111">
                  <c:v>21-07-2020</c:v>
                </c:pt>
                <c:pt idx="5112">
                  <c:v>22-07-2020</c:v>
                </c:pt>
                <c:pt idx="5113">
                  <c:v>23-07-2020</c:v>
                </c:pt>
                <c:pt idx="5114">
                  <c:v>24-07-2020</c:v>
                </c:pt>
                <c:pt idx="5115">
                  <c:v>27-07-2020</c:v>
                </c:pt>
                <c:pt idx="5116">
                  <c:v>28-07-2020</c:v>
                </c:pt>
                <c:pt idx="5117">
                  <c:v>29-07-2020</c:v>
                </c:pt>
                <c:pt idx="5118">
                  <c:v>30-07-2020</c:v>
                </c:pt>
                <c:pt idx="5119">
                  <c:v>31-07-2020</c:v>
                </c:pt>
                <c:pt idx="5120">
                  <c:v>03-08-2020</c:v>
                </c:pt>
                <c:pt idx="5121">
                  <c:v>04-08-2020</c:v>
                </c:pt>
                <c:pt idx="5122">
                  <c:v>05-08-2020</c:v>
                </c:pt>
                <c:pt idx="5123">
                  <c:v>06-08-2020</c:v>
                </c:pt>
                <c:pt idx="5124">
                  <c:v>07-08-2020</c:v>
                </c:pt>
                <c:pt idx="5125">
                  <c:v>10-08-2020</c:v>
                </c:pt>
                <c:pt idx="5126">
                  <c:v>11-08-2020</c:v>
                </c:pt>
                <c:pt idx="5127">
                  <c:v>12-08-2020</c:v>
                </c:pt>
                <c:pt idx="5128">
                  <c:v>13-08-2020</c:v>
                </c:pt>
                <c:pt idx="5129">
                  <c:v>14-08-2020</c:v>
                </c:pt>
                <c:pt idx="5130">
                  <c:v>17-08-2020</c:v>
                </c:pt>
                <c:pt idx="5131">
                  <c:v>18-08-2020</c:v>
                </c:pt>
                <c:pt idx="5132">
                  <c:v>19-08-2020</c:v>
                </c:pt>
                <c:pt idx="5133">
                  <c:v>20-08-2020</c:v>
                </c:pt>
                <c:pt idx="5134">
                  <c:v>21-08-2020</c:v>
                </c:pt>
                <c:pt idx="5135">
                  <c:v>24-08-2020</c:v>
                </c:pt>
                <c:pt idx="5136">
                  <c:v>25-08-2020</c:v>
                </c:pt>
                <c:pt idx="5137">
                  <c:v>26-08-2020</c:v>
                </c:pt>
                <c:pt idx="5138">
                  <c:v>27-08-2020</c:v>
                </c:pt>
                <c:pt idx="5139">
                  <c:v>28-08-2020</c:v>
                </c:pt>
                <c:pt idx="5140">
                  <c:v>31-08-2020</c:v>
                </c:pt>
                <c:pt idx="5141">
                  <c:v>01-09-2020</c:v>
                </c:pt>
                <c:pt idx="5142">
                  <c:v>02-09-2020</c:v>
                </c:pt>
                <c:pt idx="5143">
                  <c:v>03-09-2020</c:v>
                </c:pt>
                <c:pt idx="5144">
                  <c:v>04-09-2020</c:v>
                </c:pt>
                <c:pt idx="5145">
                  <c:v>07-09-2020</c:v>
                </c:pt>
                <c:pt idx="5146">
                  <c:v>08-09-2020</c:v>
                </c:pt>
                <c:pt idx="5147">
                  <c:v>09-09-2020</c:v>
                </c:pt>
                <c:pt idx="5148">
                  <c:v>10-09-2020</c:v>
                </c:pt>
                <c:pt idx="5149">
                  <c:v>11-09-2020</c:v>
                </c:pt>
                <c:pt idx="5150">
                  <c:v>14-09-2020</c:v>
                </c:pt>
                <c:pt idx="5151">
                  <c:v>15-09-2020</c:v>
                </c:pt>
                <c:pt idx="5152">
                  <c:v>16-09-2020</c:v>
                </c:pt>
                <c:pt idx="5153">
                  <c:v>17-09-2020</c:v>
                </c:pt>
                <c:pt idx="5154">
                  <c:v>18-09-2020</c:v>
                </c:pt>
                <c:pt idx="5155">
                  <c:v>21-09-2020</c:v>
                </c:pt>
                <c:pt idx="5156">
                  <c:v>22-09-2020</c:v>
                </c:pt>
                <c:pt idx="5157">
                  <c:v>23-09-2020</c:v>
                </c:pt>
                <c:pt idx="5158">
                  <c:v>24-09-2020</c:v>
                </c:pt>
                <c:pt idx="5159">
                  <c:v>25-09-2020</c:v>
                </c:pt>
                <c:pt idx="5160">
                  <c:v>28-09-2020</c:v>
                </c:pt>
                <c:pt idx="5161">
                  <c:v>29-09-2020</c:v>
                </c:pt>
                <c:pt idx="5162">
                  <c:v>30-09-2020</c:v>
                </c:pt>
                <c:pt idx="5163">
                  <c:v>01-10-2020</c:v>
                </c:pt>
                <c:pt idx="5164">
                  <c:v>05-10-2020</c:v>
                </c:pt>
                <c:pt idx="5165">
                  <c:v>06-10-2020</c:v>
                </c:pt>
                <c:pt idx="5166">
                  <c:v>07-10-2020</c:v>
                </c:pt>
                <c:pt idx="5167">
                  <c:v>08-10-2020</c:v>
                </c:pt>
                <c:pt idx="5168">
                  <c:v>09-10-2020</c:v>
                </c:pt>
                <c:pt idx="5169">
                  <c:v>12-10-2020</c:v>
                </c:pt>
                <c:pt idx="5170">
                  <c:v>13-10-2020</c:v>
                </c:pt>
                <c:pt idx="5171">
                  <c:v>14-10-2020</c:v>
                </c:pt>
                <c:pt idx="5172">
                  <c:v>15-10-2020</c:v>
                </c:pt>
                <c:pt idx="5173">
                  <c:v>16-10-2020</c:v>
                </c:pt>
                <c:pt idx="5174">
                  <c:v>19-10-2020</c:v>
                </c:pt>
                <c:pt idx="5175">
                  <c:v>20-10-2020</c:v>
                </c:pt>
                <c:pt idx="5176">
                  <c:v>21-10-2020</c:v>
                </c:pt>
                <c:pt idx="5177">
                  <c:v>22-10-2020</c:v>
                </c:pt>
                <c:pt idx="5178">
                  <c:v>23-10-2020</c:v>
                </c:pt>
                <c:pt idx="5179">
                  <c:v>26-10-2020</c:v>
                </c:pt>
                <c:pt idx="5180">
                  <c:v>27-10-2020</c:v>
                </c:pt>
                <c:pt idx="5181">
                  <c:v>28-10-2020</c:v>
                </c:pt>
                <c:pt idx="5182">
                  <c:v>29-10-2020</c:v>
                </c:pt>
                <c:pt idx="5183">
                  <c:v>30-10-2020</c:v>
                </c:pt>
                <c:pt idx="5184">
                  <c:v>02-11-2020</c:v>
                </c:pt>
                <c:pt idx="5185">
                  <c:v>03-11-2020</c:v>
                </c:pt>
                <c:pt idx="5186">
                  <c:v>04-11-2020</c:v>
                </c:pt>
                <c:pt idx="5187">
                  <c:v>05-11-2020</c:v>
                </c:pt>
                <c:pt idx="5188">
                  <c:v>06-11-2020</c:v>
                </c:pt>
                <c:pt idx="5189">
                  <c:v>09-11-2020</c:v>
                </c:pt>
                <c:pt idx="5190">
                  <c:v>10-11-2020</c:v>
                </c:pt>
                <c:pt idx="5191">
                  <c:v>11-11-2020</c:v>
                </c:pt>
                <c:pt idx="5192">
                  <c:v>12-11-2020</c:v>
                </c:pt>
                <c:pt idx="5193">
                  <c:v>13-11-2020</c:v>
                </c:pt>
                <c:pt idx="5194">
                  <c:v>14-11-2020</c:v>
                </c:pt>
                <c:pt idx="5195">
                  <c:v>17-11-2020</c:v>
                </c:pt>
                <c:pt idx="5196">
                  <c:v>18-11-2020</c:v>
                </c:pt>
                <c:pt idx="5197">
                  <c:v>19-11-2020</c:v>
                </c:pt>
                <c:pt idx="5198">
                  <c:v>20-11-2020</c:v>
                </c:pt>
                <c:pt idx="5199">
                  <c:v>23-11-2020</c:v>
                </c:pt>
                <c:pt idx="5200">
                  <c:v>24-11-2020</c:v>
                </c:pt>
                <c:pt idx="5201">
                  <c:v>25-11-2020</c:v>
                </c:pt>
                <c:pt idx="5202">
                  <c:v>26-11-2020</c:v>
                </c:pt>
                <c:pt idx="5203">
                  <c:v>27-11-2020</c:v>
                </c:pt>
                <c:pt idx="5204">
                  <c:v>01-12-2020</c:v>
                </c:pt>
                <c:pt idx="5205">
                  <c:v>02-12-2020</c:v>
                </c:pt>
                <c:pt idx="5206">
                  <c:v>03-12-2020</c:v>
                </c:pt>
                <c:pt idx="5207">
                  <c:v>04-12-2020</c:v>
                </c:pt>
                <c:pt idx="5208">
                  <c:v>07-12-2020</c:v>
                </c:pt>
                <c:pt idx="5209">
                  <c:v>08-12-2020</c:v>
                </c:pt>
                <c:pt idx="5210">
                  <c:v>09-12-2020</c:v>
                </c:pt>
                <c:pt idx="5211">
                  <c:v>10-12-2020</c:v>
                </c:pt>
                <c:pt idx="5212">
                  <c:v>11-12-2020</c:v>
                </c:pt>
                <c:pt idx="5213">
                  <c:v>14-12-2020</c:v>
                </c:pt>
                <c:pt idx="5214">
                  <c:v>15-12-2020</c:v>
                </c:pt>
                <c:pt idx="5215">
                  <c:v>16-12-2020</c:v>
                </c:pt>
                <c:pt idx="5216">
                  <c:v>17-12-2020</c:v>
                </c:pt>
                <c:pt idx="5217">
                  <c:v>18-12-2020</c:v>
                </c:pt>
                <c:pt idx="5218">
                  <c:v>21-12-2020</c:v>
                </c:pt>
                <c:pt idx="5219">
                  <c:v>22-12-2020</c:v>
                </c:pt>
                <c:pt idx="5220">
                  <c:v>23-12-2020</c:v>
                </c:pt>
                <c:pt idx="5221">
                  <c:v>24-12-2020</c:v>
                </c:pt>
                <c:pt idx="5222">
                  <c:v>28-12-2020</c:v>
                </c:pt>
                <c:pt idx="5223">
                  <c:v>29-12-2020</c:v>
                </c:pt>
                <c:pt idx="5224">
                  <c:v>30-12-2020</c:v>
                </c:pt>
                <c:pt idx="5225">
                  <c:v>31-12-2020</c:v>
                </c:pt>
                <c:pt idx="5226">
                  <c:v>01-01-2021</c:v>
                </c:pt>
                <c:pt idx="5227">
                  <c:v>04-01-2021</c:v>
                </c:pt>
                <c:pt idx="5228">
                  <c:v>05-01-2021</c:v>
                </c:pt>
                <c:pt idx="5229">
                  <c:v>06-01-2021</c:v>
                </c:pt>
                <c:pt idx="5230">
                  <c:v>07-01-2021</c:v>
                </c:pt>
                <c:pt idx="5231">
                  <c:v>08-01-2021</c:v>
                </c:pt>
                <c:pt idx="5232">
                  <c:v>11-01-2021</c:v>
                </c:pt>
                <c:pt idx="5233">
                  <c:v>12-01-2021</c:v>
                </c:pt>
                <c:pt idx="5234">
                  <c:v>13-01-2021</c:v>
                </c:pt>
                <c:pt idx="5235">
                  <c:v>14-01-2021</c:v>
                </c:pt>
                <c:pt idx="5236">
                  <c:v>15-01-2021</c:v>
                </c:pt>
                <c:pt idx="5237">
                  <c:v>18-01-2021</c:v>
                </c:pt>
                <c:pt idx="5238">
                  <c:v>19-01-2021</c:v>
                </c:pt>
                <c:pt idx="5239">
                  <c:v>20-01-2021</c:v>
                </c:pt>
                <c:pt idx="5240">
                  <c:v>21-01-2021</c:v>
                </c:pt>
                <c:pt idx="5241">
                  <c:v>22-01-2021</c:v>
                </c:pt>
                <c:pt idx="5242">
                  <c:v>25-01-2021</c:v>
                </c:pt>
                <c:pt idx="5243">
                  <c:v>27-01-2021</c:v>
                </c:pt>
                <c:pt idx="5244">
                  <c:v>28-01-2021</c:v>
                </c:pt>
                <c:pt idx="5245">
                  <c:v>29-01-2021</c:v>
                </c:pt>
                <c:pt idx="5246">
                  <c:v>01-02-2021</c:v>
                </c:pt>
                <c:pt idx="5247">
                  <c:v>02-02-2021</c:v>
                </c:pt>
                <c:pt idx="5248">
                  <c:v>03-02-2021</c:v>
                </c:pt>
                <c:pt idx="5249">
                  <c:v>04-02-2021</c:v>
                </c:pt>
                <c:pt idx="5250">
                  <c:v>05-02-2021</c:v>
                </c:pt>
                <c:pt idx="5251">
                  <c:v>08-02-2021</c:v>
                </c:pt>
                <c:pt idx="5252">
                  <c:v>09-02-2021</c:v>
                </c:pt>
                <c:pt idx="5253">
                  <c:v>10-02-2021</c:v>
                </c:pt>
                <c:pt idx="5254">
                  <c:v>11-02-2021</c:v>
                </c:pt>
                <c:pt idx="5255">
                  <c:v>12-02-2021</c:v>
                </c:pt>
                <c:pt idx="5256">
                  <c:v>15-02-2021</c:v>
                </c:pt>
                <c:pt idx="5257">
                  <c:v>16-02-2021</c:v>
                </c:pt>
                <c:pt idx="5258">
                  <c:v>17-02-2021</c:v>
                </c:pt>
                <c:pt idx="5259">
                  <c:v>18-02-2021</c:v>
                </c:pt>
                <c:pt idx="5260">
                  <c:v>19-02-2021</c:v>
                </c:pt>
                <c:pt idx="5261">
                  <c:v>22-02-2021</c:v>
                </c:pt>
                <c:pt idx="5262">
                  <c:v>23-02-2021</c:v>
                </c:pt>
                <c:pt idx="5263">
                  <c:v>24-02-2021</c:v>
                </c:pt>
                <c:pt idx="5264">
                  <c:v>25-02-2021</c:v>
                </c:pt>
                <c:pt idx="5265">
                  <c:v>26-02-2021</c:v>
                </c:pt>
                <c:pt idx="5266">
                  <c:v>01-03-2021</c:v>
                </c:pt>
                <c:pt idx="5267">
                  <c:v>02-03-2021</c:v>
                </c:pt>
                <c:pt idx="5268">
                  <c:v>03-03-2021</c:v>
                </c:pt>
                <c:pt idx="5269">
                  <c:v>04-03-2021</c:v>
                </c:pt>
                <c:pt idx="5270">
                  <c:v>05-03-2021</c:v>
                </c:pt>
                <c:pt idx="5271">
                  <c:v>08-03-2021</c:v>
                </c:pt>
                <c:pt idx="5272">
                  <c:v>09-03-2021</c:v>
                </c:pt>
                <c:pt idx="5273">
                  <c:v>10-03-2021</c:v>
                </c:pt>
                <c:pt idx="5274">
                  <c:v>12-03-2021</c:v>
                </c:pt>
                <c:pt idx="5275">
                  <c:v>15-03-2021</c:v>
                </c:pt>
                <c:pt idx="5276">
                  <c:v>16-03-2021</c:v>
                </c:pt>
                <c:pt idx="5277">
                  <c:v>17-03-2021</c:v>
                </c:pt>
                <c:pt idx="5278">
                  <c:v>18-03-2021</c:v>
                </c:pt>
                <c:pt idx="5279">
                  <c:v>19-03-2021</c:v>
                </c:pt>
                <c:pt idx="5280">
                  <c:v>22-03-2021</c:v>
                </c:pt>
                <c:pt idx="5281">
                  <c:v>23-03-2021</c:v>
                </c:pt>
                <c:pt idx="5282">
                  <c:v>24-03-2021</c:v>
                </c:pt>
                <c:pt idx="5283">
                  <c:v>25-03-2021</c:v>
                </c:pt>
                <c:pt idx="5284">
                  <c:v>26-03-2021</c:v>
                </c:pt>
                <c:pt idx="5285">
                  <c:v>30-03-2021</c:v>
                </c:pt>
                <c:pt idx="5286">
                  <c:v>31-03-2021</c:v>
                </c:pt>
                <c:pt idx="5287">
                  <c:v>01-04-2021</c:v>
                </c:pt>
                <c:pt idx="5288">
                  <c:v>05-04-2021</c:v>
                </c:pt>
                <c:pt idx="5289">
                  <c:v>06-04-2021</c:v>
                </c:pt>
                <c:pt idx="5290">
                  <c:v>07-04-2021</c:v>
                </c:pt>
                <c:pt idx="5291">
                  <c:v>08-04-2021</c:v>
                </c:pt>
                <c:pt idx="5292">
                  <c:v>09-04-2021</c:v>
                </c:pt>
                <c:pt idx="5293">
                  <c:v>12-04-2021</c:v>
                </c:pt>
                <c:pt idx="5294">
                  <c:v>13-04-2021</c:v>
                </c:pt>
                <c:pt idx="5295">
                  <c:v>15-04-2021</c:v>
                </c:pt>
                <c:pt idx="5296">
                  <c:v>16-04-2021</c:v>
                </c:pt>
                <c:pt idx="5297">
                  <c:v>19-04-2021</c:v>
                </c:pt>
                <c:pt idx="5298">
                  <c:v>20-04-2021</c:v>
                </c:pt>
                <c:pt idx="5299">
                  <c:v>22-04-2021</c:v>
                </c:pt>
                <c:pt idx="5300">
                  <c:v>23-04-2021</c:v>
                </c:pt>
                <c:pt idx="5301">
                  <c:v>26-04-2021</c:v>
                </c:pt>
                <c:pt idx="5302">
                  <c:v>27-04-2021</c:v>
                </c:pt>
                <c:pt idx="5303">
                  <c:v>28-04-2021</c:v>
                </c:pt>
                <c:pt idx="5304">
                  <c:v>29-04-2021</c:v>
                </c:pt>
                <c:pt idx="5305">
                  <c:v>30-04-2021</c:v>
                </c:pt>
              </c:strCache>
            </c:strRef>
          </c:cat>
          <c:val>
            <c:numRef>
              <c:f>ALLFIVE!$F$3:$F$5309</c:f>
              <c:numCache>
                <c:formatCode>General</c:formatCode>
                <c:ptCount val="5306"/>
                <c:pt idx="1167">
                  <c:v>987.95</c:v>
                </c:pt>
                <c:pt idx="1168">
                  <c:v>979</c:v>
                </c:pt>
                <c:pt idx="1169">
                  <c:v>962.65</c:v>
                </c:pt>
                <c:pt idx="1170">
                  <c:v>986.75</c:v>
                </c:pt>
                <c:pt idx="1171">
                  <c:v>988.1</c:v>
                </c:pt>
                <c:pt idx="1172">
                  <c:v>987.9</c:v>
                </c:pt>
                <c:pt idx="1173">
                  <c:v>993.65</c:v>
                </c:pt>
                <c:pt idx="1174">
                  <c:v>997.85</c:v>
                </c:pt>
                <c:pt idx="1175">
                  <c:v>994.85</c:v>
                </c:pt>
                <c:pt idx="1176">
                  <c:v>995.6</c:v>
                </c:pt>
                <c:pt idx="1177">
                  <c:v>993.7</c:v>
                </c:pt>
                <c:pt idx="1178">
                  <c:v>979.95</c:v>
                </c:pt>
                <c:pt idx="1179">
                  <c:v>988.8</c:v>
                </c:pt>
                <c:pt idx="1180">
                  <c:v>1003.5</c:v>
                </c:pt>
                <c:pt idx="1181">
                  <c:v>1015.65</c:v>
                </c:pt>
                <c:pt idx="1182">
                  <c:v>1006.1</c:v>
                </c:pt>
                <c:pt idx="1183">
                  <c:v>1008.45</c:v>
                </c:pt>
                <c:pt idx="1184">
                  <c:v>1024.5</c:v>
                </c:pt>
                <c:pt idx="1185">
                  <c:v>1022.9</c:v>
                </c:pt>
                <c:pt idx="1186">
                  <c:v>1045.8</c:v>
                </c:pt>
                <c:pt idx="1187">
                  <c:v>1052.05</c:v>
                </c:pt>
                <c:pt idx="1188">
                  <c:v>1030.25</c:v>
                </c:pt>
                <c:pt idx="1189">
                  <c:v>1028.8</c:v>
                </c:pt>
                <c:pt idx="1190">
                  <c:v>1020.75</c:v>
                </c:pt>
                <c:pt idx="1191">
                  <c:v>1015.55</c:v>
                </c:pt>
                <c:pt idx="1192">
                  <c:v>1031</c:v>
                </c:pt>
                <c:pt idx="1193">
                  <c:v>1027.0999999999999</c:v>
                </c:pt>
                <c:pt idx="1194">
                  <c:v>1047.7</c:v>
                </c:pt>
                <c:pt idx="1195">
                  <c:v>1076.5</c:v>
                </c:pt>
                <c:pt idx="1196">
                  <c:v>1080.7</c:v>
                </c:pt>
                <c:pt idx="1197">
                  <c:v>1081.5999999999999</c:v>
                </c:pt>
                <c:pt idx="1198">
                  <c:v>1097.0999999999999</c:v>
                </c:pt>
                <c:pt idx="1199">
                  <c:v>1098.05</c:v>
                </c:pt>
                <c:pt idx="1200">
                  <c:v>1100.6500000000001</c:v>
                </c:pt>
                <c:pt idx="1201">
                  <c:v>1089.3</c:v>
                </c:pt>
                <c:pt idx="1202">
                  <c:v>1084.45</c:v>
                </c:pt>
                <c:pt idx="1203">
                  <c:v>1116.2</c:v>
                </c:pt>
                <c:pt idx="1204">
                  <c:v>1126</c:v>
                </c:pt>
                <c:pt idx="1205">
                  <c:v>1137.25</c:v>
                </c:pt>
                <c:pt idx="1206">
                  <c:v>1143.2</c:v>
                </c:pt>
                <c:pt idx="1207">
                  <c:v>1133.25</c:v>
                </c:pt>
                <c:pt idx="1208">
                  <c:v>1125.55</c:v>
                </c:pt>
                <c:pt idx="1209">
                  <c:v>1117.3499999999999</c:v>
                </c:pt>
                <c:pt idx="1210">
                  <c:v>1137.2</c:v>
                </c:pt>
                <c:pt idx="1211">
                  <c:v>1139.9000000000001</c:v>
                </c:pt>
                <c:pt idx="1212">
                  <c:v>1165.95</c:v>
                </c:pt>
                <c:pt idx="1213">
                  <c:v>1156.25</c:v>
                </c:pt>
                <c:pt idx="1214">
                  <c:v>1170.6500000000001</c:v>
                </c:pt>
                <c:pt idx="1215">
                  <c:v>1159.7</c:v>
                </c:pt>
                <c:pt idx="1216">
                  <c:v>1175.2</c:v>
                </c:pt>
                <c:pt idx="1217">
                  <c:v>1170.4000000000001</c:v>
                </c:pt>
                <c:pt idx="1218">
                  <c:v>1165.45</c:v>
                </c:pt>
                <c:pt idx="1219">
                  <c:v>1184.1500000000001</c:v>
                </c:pt>
                <c:pt idx="1220">
                  <c:v>1188.4000000000001</c:v>
                </c:pt>
                <c:pt idx="1221">
                  <c:v>1194.3499999999999</c:v>
                </c:pt>
                <c:pt idx="1222">
                  <c:v>1196.25</c:v>
                </c:pt>
                <c:pt idx="1223">
                  <c:v>1196.75</c:v>
                </c:pt>
                <c:pt idx="1224">
                  <c:v>1190.9000000000001</c:v>
                </c:pt>
                <c:pt idx="1225">
                  <c:v>1205.4000000000001</c:v>
                </c:pt>
                <c:pt idx="1226">
                  <c:v>1231</c:v>
                </c:pt>
                <c:pt idx="1227">
                  <c:v>1217.0999999999999</c:v>
                </c:pt>
                <c:pt idx="1228">
                  <c:v>1222.45</c:v>
                </c:pt>
                <c:pt idx="1229">
                  <c:v>1235.55</c:v>
                </c:pt>
                <c:pt idx="1230">
                  <c:v>1233.9000000000001</c:v>
                </c:pt>
                <c:pt idx="1231">
                  <c:v>1216.8499999999999</c:v>
                </c:pt>
                <c:pt idx="1232">
                  <c:v>1243.9000000000001</c:v>
                </c:pt>
                <c:pt idx="1233">
                  <c:v>1274.6500000000001</c:v>
                </c:pt>
                <c:pt idx="1234">
                  <c:v>1261.55</c:v>
                </c:pt>
                <c:pt idx="1235">
                  <c:v>1242.5999999999999</c:v>
                </c:pt>
                <c:pt idx="1236">
                  <c:v>1236.75</c:v>
                </c:pt>
                <c:pt idx="1237">
                  <c:v>1214.55</c:v>
                </c:pt>
                <c:pt idx="1238">
                  <c:v>1218.25</c:v>
                </c:pt>
                <c:pt idx="1239">
                  <c:v>1200.8</c:v>
                </c:pt>
                <c:pt idx="1240">
                  <c:v>1211.45</c:v>
                </c:pt>
                <c:pt idx="1241">
                  <c:v>1225.6500000000001</c:v>
                </c:pt>
                <c:pt idx="1242">
                  <c:v>1236.1500000000001</c:v>
                </c:pt>
                <c:pt idx="1243">
                  <c:v>1233.1500000000001</c:v>
                </c:pt>
                <c:pt idx="1244">
                  <c:v>1245.5</c:v>
                </c:pt>
                <c:pt idx="1245">
                  <c:v>1262.6500000000001</c:v>
                </c:pt>
                <c:pt idx="1246">
                  <c:v>1256.5</c:v>
                </c:pt>
                <c:pt idx="1247">
                  <c:v>1262.55</c:v>
                </c:pt>
                <c:pt idx="1248">
                  <c:v>1272.7</c:v>
                </c:pt>
                <c:pt idx="1249">
                  <c:v>1240.1500000000001</c:v>
                </c:pt>
                <c:pt idx="1250">
                  <c:v>1227.8499999999999</c:v>
                </c:pt>
                <c:pt idx="1251">
                  <c:v>1267.95</c:v>
                </c:pt>
                <c:pt idx="1252">
                  <c:v>1270.55</c:v>
                </c:pt>
                <c:pt idx="1253">
                  <c:v>1309.3499999999999</c:v>
                </c:pt>
                <c:pt idx="1254">
                  <c:v>1320.25</c:v>
                </c:pt>
                <c:pt idx="1255">
                  <c:v>1296.6500000000001</c:v>
                </c:pt>
                <c:pt idx="1256">
                  <c:v>1335.45</c:v>
                </c:pt>
                <c:pt idx="1257">
                  <c:v>1353.25</c:v>
                </c:pt>
                <c:pt idx="1258">
                  <c:v>1341.25</c:v>
                </c:pt>
                <c:pt idx="1259">
                  <c:v>1325</c:v>
                </c:pt>
                <c:pt idx="1260">
                  <c:v>1320.45</c:v>
                </c:pt>
                <c:pt idx="1261">
                  <c:v>1339.95</c:v>
                </c:pt>
                <c:pt idx="1262">
                  <c:v>1327.45</c:v>
                </c:pt>
                <c:pt idx="1263">
                  <c:v>1313.75</c:v>
                </c:pt>
                <c:pt idx="1264">
                  <c:v>1298.05</c:v>
                </c:pt>
                <c:pt idx="1265">
                  <c:v>1292.9000000000001</c:v>
                </c:pt>
                <c:pt idx="1266">
                  <c:v>1296.4000000000001</c:v>
                </c:pt>
                <c:pt idx="1267">
                  <c:v>1263.25</c:v>
                </c:pt>
                <c:pt idx="1268">
                  <c:v>1263.8499999999999</c:v>
                </c:pt>
                <c:pt idx="1269">
                  <c:v>1255.4000000000001</c:v>
                </c:pt>
                <c:pt idx="1270">
                  <c:v>1243.7</c:v>
                </c:pt>
                <c:pt idx="1271">
                  <c:v>1220.6500000000001</c:v>
                </c:pt>
                <c:pt idx="1272">
                  <c:v>1235.45</c:v>
                </c:pt>
                <c:pt idx="1273">
                  <c:v>1240.55</c:v>
                </c:pt>
                <c:pt idx="1274">
                  <c:v>1289.2</c:v>
                </c:pt>
                <c:pt idx="1275">
                  <c:v>1300.4000000000001</c:v>
                </c:pt>
                <c:pt idx="1276">
                  <c:v>1315.25</c:v>
                </c:pt>
                <c:pt idx="1277">
                  <c:v>1308.95</c:v>
                </c:pt>
                <c:pt idx="1278">
                  <c:v>1311.1</c:v>
                </c:pt>
                <c:pt idx="1279">
                  <c:v>1306.45</c:v>
                </c:pt>
                <c:pt idx="1280">
                  <c:v>1313.75</c:v>
                </c:pt>
                <c:pt idx="1281">
                  <c:v>1316</c:v>
                </c:pt>
                <c:pt idx="1282">
                  <c:v>1332.8</c:v>
                </c:pt>
                <c:pt idx="1283">
                  <c:v>1332.65</c:v>
                </c:pt>
                <c:pt idx="1284">
                  <c:v>1381.75</c:v>
                </c:pt>
                <c:pt idx="1285">
                  <c:v>1409.65</c:v>
                </c:pt>
                <c:pt idx="1286">
                  <c:v>1381.35</c:v>
                </c:pt>
                <c:pt idx="1287">
                  <c:v>1368.15</c:v>
                </c:pt>
                <c:pt idx="1288">
                  <c:v>1381.85</c:v>
                </c:pt>
                <c:pt idx="1289">
                  <c:v>1375</c:v>
                </c:pt>
                <c:pt idx="1290">
                  <c:v>1365.55</c:v>
                </c:pt>
                <c:pt idx="1291">
                  <c:v>1363.45</c:v>
                </c:pt>
                <c:pt idx="1292">
                  <c:v>1374.95</c:v>
                </c:pt>
                <c:pt idx="1293">
                  <c:v>1367.95</c:v>
                </c:pt>
                <c:pt idx="1294">
                  <c:v>1364.05</c:v>
                </c:pt>
                <c:pt idx="1295">
                  <c:v>1380.9</c:v>
                </c:pt>
                <c:pt idx="1296">
                  <c:v>1357.45</c:v>
                </c:pt>
                <c:pt idx="1297">
                  <c:v>1368</c:v>
                </c:pt>
                <c:pt idx="1298">
                  <c:v>1389.55</c:v>
                </c:pt>
                <c:pt idx="1299">
                  <c:v>1392.25</c:v>
                </c:pt>
                <c:pt idx="1300">
                  <c:v>1400.2</c:v>
                </c:pt>
                <c:pt idx="1301">
                  <c:v>1413.95</c:v>
                </c:pt>
                <c:pt idx="1302">
                  <c:v>1407.5</c:v>
                </c:pt>
                <c:pt idx="1303">
                  <c:v>1399.55</c:v>
                </c:pt>
                <c:pt idx="1304">
                  <c:v>1427.45</c:v>
                </c:pt>
                <c:pt idx="1305">
                  <c:v>1451.85</c:v>
                </c:pt>
                <c:pt idx="1306">
                  <c:v>1442.65</c:v>
                </c:pt>
                <c:pt idx="1307">
                  <c:v>1452.05</c:v>
                </c:pt>
                <c:pt idx="1308">
                  <c:v>1460.95</c:v>
                </c:pt>
                <c:pt idx="1309">
                  <c:v>1468.7</c:v>
                </c:pt>
                <c:pt idx="1310">
                  <c:v>1456.45</c:v>
                </c:pt>
                <c:pt idx="1311">
                  <c:v>1443.55</c:v>
                </c:pt>
                <c:pt idx="1312">
                  <c:v>1421.25</c:v>
                </c:pt>
                <c:pt idx="1313">
                  <c:v>1384.35</c:v>
                </c:pt>
                <c:pt idx="1314">
                  <c:v>1392.4</c:v>
                </c:pt>
                <c:pt idx="1315">
                  <c:v>1370.9</c:v>
                </c:pt>
                <c:pt idx="1316">
                  <c:v>1390.55</c:v>
                </c:pt>
                <c:pt idx="1317">
                  <c:v>1432.05</c:v>
                </c:pt>
                <c:pt idx="1318">
                  <c:v>1450.95</c:v>
                </c:pt>
                <c:pt idx="1319">
                  <c:v>1427.75</c:v>
                </c:pt>
                <c:pt idx="1320">
                  <c:v>1425.45</c:v>
                </c:pt>
                <c:pt idx="1321">
                  <c:v>1441.35</c:v>
                </c:pt>
                <c:pt idx="1322">
                  <c:v>1425.2</c:v>
                </c:pt>
                <c:pt idx="1323">
                  <c:v>1393.55</c:v>
                </c:pt>
                <c:pt idx="1324">
                  <c:v>1363.6</c:v>
                </c:pt>
                <c:pt idx="1325">
                  <c:v>1382</c:v>
                </c:pt>
                <c:pt idx="1326">
                  <c:v>1401.6</c:v>
                </c:pt>
                <c:pt idx="1327">
                  <c:v>1319</c:v>
                </c:pt>
                <c:pt idx="1328">
                  <c:v>1318.65</c:v>
                </c:pt>
                <c:pt idx="1329">
                  <c:v>1208.7</c:v>
                </c:pt>
                <c:pt idx="1330">
                  <c:v>1116.2</c:v>
                </c:pt>
                <c:pt idx="1331">
                  <c:v>1142.4000000000001</c:v>
                </c:pt>
                <c:pt idx="1332">
                  <c:v>1166.75</c:v>
                </c:pt>
                <c:pt idx="1333">
                  <c:v>1156.95</c:v>
                </c:pt>
                <c:pt idx="1334">
                  <c:v>1136.7</c:v>
                </c:pt>
                <c:pt idx="1335">
                  <c:v>1115.6500000000001</c:v>
                </c:pt>
                <c:pt idx="1336">
                  <c:v>1114.8</c:v>
                </c:pt>
                <c:pt idx="1337">
                  <c:v>1131.0999999999999</c:v>
                </c:pt>
                <c:pt idx="1338">
                  <c:v>1128.9000000000001</c:v>
                </c:pt>
                <c:pt idx="1339">
                  <c:v>1108.5999999999999</c:v>
                </c:pt>
                <c:pt idx="1340">
                  <c:v>1120.8499999999999</c:v>
                </c:pt>
                <c:pt idx="1341">
                  <c:v>1136.8499999999999</c:v>
                </c:pt>
                <c:pt idx="1342">
                  <c:v>1167.5</c:v>
                </c:pt>
                <c:pt idx="1343">
                  <c:v>1175.25</c:v>
                </c:pt>
                <c:pt idx="1344">
                  <c:v>1152.5</c:v>
                </c:pt>
                <c:pt idx="1345">
                  <c:v>1149.0999999999999</c:v>
                </c:pt>
                <c:pt idx="1346">
                  <c:v>1146.75</c:v>
                </c:pt>
                <c:pt idx="1347">
                  <c:v>1148.5999999999999</c:v>
                </c:pt>
                <c:pt idx="1348">
                  <c:v>1154.3</c:v>
                </c:pt>
                <c:pt idx="1349">
                  <c:v>1150.55</c:v>
                </c:pt>
                <c:pt idx="1350">
                  <c:v>1142.7</c:v>
                </c:pt>
                <c:pt idx="1351">
                  <c:v>1162.5</c:v>
                </c:pt>
                <c:pt idx="1352">
                  <c:v>1169.6500000000001</c:v>
                </c:pt>
                <c:pt idx="1353">
                  <c:v>1223.8</c:v>
                </c:pt>
                <c:pt idx="1354">
                  <c:v>1234.8499999999999</c:v>
                </c:pt>
                <c:pt idx="1355">
                  <c:v>1260.55</c:v>
                </c:pt>
                <c:pt idx="1356">
                  <c:v>1290.05</c:v>
                </c:pt>
                <c:pt idx="1357">
                  <c:v>1269.2</c:v>
                </c:pt>
                <c:pt idx="1358">
                  <c:v>1319.1</c:v>
                </c:pt>
                <c:pt idx="1359">
                  <c:v>1334.25</c:v>
                </c:pt>
                <c:pt idx="1360">
                  <c:v>1304.5</c:v>
                </c:pt>
                <c:pt idx="1361">
                  <c:v>1268.55</c:v>
                </c:pt>
                <c:pt idx="1362">
                  <c:v>1293.1500000000001</c:v>
                </c:pt>
                <c:pt idx="1363">
                  <c:v>1281.5999999999999</c:v>
                </c:pt>
                <c:pt idx="1364">
                  <c:v>1280.4000000000001</c:v>
                </c:pt>
                <c:pt idx="1365">
                  <c:v>1277.6500000000001</c:v>
                </c:pt>
                <c:pt idx="1366">
                  <c:v>1292.0999999999999</c:v>
                </c:pt>
                <c:pt idx="1367">
                  <c:v>1277.3</c:v>
                </c:pt>
                <c:pt idx="1368">
                  <c:v>1266.1500000000001</c:v>
                </c:pt>
                <c:pt idx="1369">
                  <c:v>1271.6500000000001</c:v>
                </c:pt>
                <c:pt idx="1370">
                  <c:v>1266.05</c:v>
                </c:pt>
                <c:pt idx="1371">
                  <c:v>1272.1500000000001</c:v>
                </c:pt>
                <c:pt idx="1372">
                  <c:v>1277.7</c:v>
                </c:pt>
                <c:pt idx="1373">
                  <c:v>1267.6500000000001</c:v>
                </c:pt>
                <c:pt idx="1374">
                  <c:v>1295.9000000000001</c:v>
                </c:pt>
                <c:pt idx="1375">
                  <c:v>1305.0999999999999</c:v>
                </c:pt>
                <c:pt idx="1376">
                  <c:v>1333.35</c:v>
                </c:pt>
                <c:pt idx="1377">
                  <c:v>1307.4000000000001</c:v>
                </c:pt>
                <c:pt idx="1378">
                  <c:v>1325.75</c:v>
                </c:pt>
                <c:pt idx="1379">
                  <c:v>1316.45</c:v>
                </c:pt>
                <c:pt idx="1380">
                  <c:v>1323.55</c:v>
                </c:pt>
                <c:pt idx="1381">
                  <c:v>1332.55</c:v>
                </c:pt>
                <c:pt idx="1382">
                  <c:v>1358.1</c:v>
                </c:pt>
                <c:pt idx="1383">
                  <c:v>1352.4</c:v>
                </c:pt>
                <c:pt idx="1384">
                  <c:v>1359.05</c:v>
                </c:pt>
                <c:pt idx="1385">
                  <c:v>1320.2</c:v>
                </c:pt>
                <c:pt idx="1386">
                  <c:v>1323.1</c:v>
                </c:pt>
                <c:pt idx="1387">
                  <c:v>1309.6500000000001</c:v>
                </c:pt>
                <c:pt idx="1388">
                  <c:v>1311.1</c:v>
                </c:pt>
                <c:pt idx="1389">
                  <c:v>1326.05</c:v>
                </c:pt>
                <c:pt idx="1390">
                  <c:v>1285.9000000000001</c:v>
                </c:pt>
                <c:pt idx="1391">
                  <c:v>1270.75</c:v>
                </c:pt>
                <c:pt idx="1392">
                  <c:v>1225</c:v>
                </c:pt>
                <c:pt idx="1393">
                  <c:v>1248.45</c:v>
                </c:pt>
                <c:pt idx="1394">
                  <c:v>1322.2</c:v>
                </c:pt>
                <c:pt idx="1395">
                  <c:v>1319.15</c:v>
                </c:pt>
                <c:pt idx="1396">
                  <c:v>1308.25</c:v>
                </c:pt>
                <c:pt idx="1397">
                  <c:v>1290.3</c:v>
                </c:pt>
                <c:pt idx="1398">
                  <c:v>1293.95</c:v>
                </c:pt>
                <c:pt idx="1399">
                  <c:v>1284.3499999999999</c:v>
                </c:pt>
                <c:pt idx="1400">
                  <c:v>1265.25</c:v>
                </c:pt>
                <c:pt idx="1401">
                  <c:v>1284.5</c:v>
                </c:pt>
                <c:pt idx="1402">
                  <c:v>1268.8</c:v>
                </c:pt>
                <c:pt idx="1403">
                  <c:v>1252.2</c:v>
                </c:pt>
                <c:pt idx="1404">
                  <c:v>1290.3</c:v>
                </c:pt>
                <c:pt idx="1405">
                  <c:v>1300.75</c:v>
                </c:pt>
                <c:pt idx="1406">
                  <c:v>1295.25</c:v>
                </c:pt>
                <c:pt idx="1407">
                  <c:v>1285.4000000000001</c:v>
                </c:pt>
                <c:pt idx="1408">
                  <c:v>1283.05</c:v>
                </c:pt>
                <c:pt idx="1409">
                  <c:v>1284.4000000000001</c:v>
                </c:pt>
                <c:pt idx="1410">
                  <c:v>1313.05</c:v>
                </c:pt>
                <c:pt idx="1411">
                  <c:v>1312.85</c:v>
                </c:pt>
                <c:pt idx="1412">
                  <c:v>1282.8499999999999</c:v>
                </c:pt>
                <c:pt idx="1413">
                  <c:v>1269.05</c:v>
                </c:pt>
                <c:pt idx="1414">
                  <c:v>1299.1500000000001</c:v>
                </c:pt>
                <c:pt idx="1415">
                  <c:v>1313.7</c:v>
                </c:pt>
                <c:pt idx="1416">
                  <c:v>1325.35</c:v>
                </c:pt>
                <c:pt idx="1417">
                  <c:v>1317.85</c:v>
                </c:pt>
                <c:pt idx="1418">
                  <c:v>1316.05</c:v>
                </c:pt>
                <c:pt idx="1419">
                  <c:v>1295.7</c:v>
                </c:pt>
                <c:pt idx="1420">
                  <c:v>1323.65</c:v>
                </c:pt>
                <c:pt idx="1421">
                  <c:v>1364.75</c:v>
                </c:pt>
                <c:pt idx="1422">
                  <c:v>1355.35</c:v>
                </c:pt>
                <c:pt idx="1423">
                  <c:v>1384.35</c:v>
                </c:pt>
                <c:pt idx="1424">
                  <c:v>1404.85</c:v>
                </c:pt>
                <c:pt idx="1425">
                  <c:v>1424.25</c:v>
                </c:pt>
                <c:pt idx="1426">
                  <c:v>1427.2</c:v>
                </c:pt>
                <c:pt idx="1427">
                  <c:v>1410.25</c:v>
                </c:pt>
                <c:pt idx="1428">
                  <c:v>1398.45</c:v>
                </c:pt>
                <c:pt idx="1429">
                  <c:v>1406.1</c:v>
                </c:pt>
                <c:pt idx="1430">
                  <c:v>1391.95</c:v>
                </c:pt>
                <c:pt idx="1431">
                  <c:v>1430.2</c:v>
                </c:pt>
                <c:pt idx="1432">
                  <c:v>1422.4</c:v>
                </c:pt>
                <c:pt idx="1433">
                  <c:v>1400.15</c:v>
                </c:pt>
                <c:pt idx="1434">
                  <c:v>1449.9</c:v>
                </c:pt>
                <c:pt idx="1435">
                  <c:v>1457.6</c:v>
                </c:pt>
                <c:pt idx="1436">
                  <c:v>1454.15</c:v>
                </c:pt>
                <c:pt idx="1437">
                  <c:v>1470.45</c:v>
                </c:pt>
                <c:pt idx="1438">
                  <c:v>1453.65</c:v>
                </c:pt>
                <c:pt idx="1439">
                  <c:v>1401.45</c:v>
                </c:pt>
                <c:pt idx="1440">
                  <c:v>1412.45</c:v>
                </c:pt>
                <c:pt idx="1441">
                  <c:v>1465.9</c:v>
                </c:pt>
                <c:pt idx="1442">
                  <c:v>1462.3</c:v>
                </c:pt>
                <c:pt idx="1443">
                  <c:v>1469.5</c:v>
                </c:pt>
                <c:pt idx="1444">
                  <c:v>1472.85</c:v>
                </c:pt>
                <c:pt idx="1445">
                  <c:v>1482.35</c:v>
                </c:pt>
                <c:pt idx="1446">
                  <c:v>1497.9</c:v>
                </c:pt>
                <c:pt idx="1447">
                  <c:v>1489.75</c:v>
                </c:pt>
                <c:pt idx="1448">
                  <c:v>1470</c:v>
                </c:pt>
                <c:pt idx="1449">
                  <c:v>1424.65</c:v>
                </c:pt>
                <c:pt idx="1450">
                  <c:v>1444.8</c:v>
                </c:pt>
                <c:pt idx="1451">
                  <c:v>1448.5</c:v>
                </c:pt>
                <c:pt idx="1452">
                  <c:v>1467.75</c:v>
                </c:pt>
                <c:pt idx="1453">
                  <c:v>1441.3</c:v>
                </c:pt>
                <c:pt idx="1454">
                  <c:v>1424.05</c:v>
                </c:pt>
                <c:pt idx="1455">
                  <c:v>1434.15</c:v>
                </c:pt>
                <c:pt idx="1456">
                  <c:v>1440.95</c:v>
                </c:pt>
                <c:pt idx="1457">
                  <c:v>1401.6</c:v>
                </c:pt>
                <c:pt idx="1458">
                  <c:v>1416.35</c:v>
                </c:pt>
                <c:pt idx="1459">
                  <c:v>1428.25</c:v>
                </c:pt>
                <c:pt idx="1460">
                  <c:v>1407.5</c:v>
                </c:pt>
                <c:pt idx="1461">
                  <c:v>1440</c:v>
                </c:pt>
                <c:pt idx="1462">
                  <c:v>1422.25</c:v>
                </c:pt>
                <c:pt idx="1463">
                  <c:v>1401.3</c:v>
                </c:pt>
                <c:pt idx="1464">
                  <c:v>1362.15</c:v>
                </c:pt>
                <c:pt idx="1465">
                  <c:v>1401.25</c:v>
                </c:pt>
                <c:pt idx="1466">
                  <c:v>1409.6</c:v>
                </c:pt>
                <c:pt idx="1467">
                  <c:v>1429</c:v>
                </c:pt>
                <c:pt idx="1468">
                  <c:v>1464.75</c:v>
                </c:pt>
                <c:pt idx="1469">
                  <c:v>1477</c:v>
                </c:pt>
                <c:pt idx="1470">
                  <c:v>1456.8</c:v>
                </c:pt>
                <c:pt idx="1471">
                  <c:v>1469.75</c:v>
                </c:pt>
                <c:pt idx="1472">
                  <c:v>1482.65</c:v>
                </c:pt>
                <c:pt idx="1473">
                  <c:v>1510.3</c:v>
                </c:pt>
                <c:pt idx="1474">
                  <c:v>1511.7</c:v>
                </c:pt>
                <c:pt idx="1475">
                  <c:v>1507.65</c:v>
                </c:pt>
                <c:pt idx="1476">
                  <c:v>1526.95</c:v>
                </c:pt>
                <c:pt idx="1477">
                  <c:v>1518.65</c:v>
                </c:pt>
                <c:pt idx="1478">
                  <c:v>1499.85</c:v>
                </c:pt>
                <c:pt idx="1479">
                  <c:v>1516.65</c:v>
                </c:pt>
                <c:pt idx="1480">
                  <c:v>1524.25</c:v>
                </c:pt>
                <c:pt idx="1481">
                  <c:v>1533.7</c:v>
                </c:pt>
                <c:pt idx="1482">
                  <c:v>1538.85</c:v>
                </c:pt>
                <c:pt idx="1483">
                  <c:v>1547.65</c:v>
                </c:pt>
                <c:pt idx="1484">
                  <c:v>1545.35</c:v>
                </c:pt>
                <c:pt idx="1485">
                  <c:v>1521.1</c:v>
                </c:pt>
                <c:pt idx="1486">
                  <c:v>1550.1</c:v>
                </c:pt>
                <c:pt idx="1487">
                  <c:v>1550</c:v>
                </c:pt>
                <c:pt idx="1488">
                  <c:v>1531.35</c:v>
                </c:pt>
                <c:pt idx="1489">
                  <c:v>1554</c:v>
                </c:pt>
                <c:pt idx="1490">
                  <c:v>1595.55</c:v>
                </c:pt>
                <c:pt idx="1491">
                  <c:v>1616.55</c:v>
                </c:pt>
                <c:pt idx="1492">
                  <c:v>1682.7</c:v>
                </c:pt>
                <c:pt idx="1493">
                  <c:v>1650.2</c:v>
                </c:pt>
                <c:pt idx="1494">
                  <c:v>1667.6</c:v>
                </c:pt>
                <c:pt idx="1495">
                  <c:v>1683.9</c:v>
                </c:pt>
                <c:pt idx="1496">
                  <c:v>1682.8</c:v>
                </c:pt>
                <c:pt idx="1497">
                  <c:v>1714.4</c:v>
                </c:pt>
                <c:pt idx="1498">
                  <c:v>1734.55</c:v>
                </c:pt>
                <c:pt idx="1499">
                  <c:v>1693.5</c:v>
                </c:pt>
                <c:pt idx="1500">
                  <c:v>1686.1</c:v>
                </c:pt>
                <c:pt idx="1501">
                  <c:v>1684.7</c:v>
                </c:pt>
                <c:pt idx="1502">
                  <c:v>1671.75</c:v>
                </c:pt>
                <c:pt idx="1503">
                  <c:v>1662.9</c:v>
                </c:pt>
                <c:pt idx="1504">
                  <c:v>1698.15</c:v>
                </c:pt>
                <c:pt idx="1505">
                  <c:v>1685.65</c:v>
                </c:pt>
                <c:pt idx="1506">
                  <c:v>1710.05</c:v>
                </c:pt>
                <c:pt idx="1507">
                  <c:v>1702.85</c:v>
                </c:pt>
                <c:pt idx="1508">
                  <c:v>1687.6</c:v>
                </c:pt>
                <c:pt idx="1509">
                  <c:v>1733.2</c:v>
                </c:pt>
                <c:pt idx="1510">
                  <c:v>1743.1</c:v>
                </c:pt>
                <c:pt idx="1511">
                  <c:v>1732.35</c:v>
                </c:pt>
                <c:pt idx="1512">
                  <c:v>1705.6</c:v>
                </c:pt>
                <c:pt idx="1513">
                  <c:v>1688.95</c:v>
                </c:pt>
                <c:pt idx="1514">
                  <c:v>1672.5</c:v>
                </c:pt>
                <c:pt idx="1515">
                  <c:v>1673.7</c:v>
                </c:pt>
                <c:pt idx="1516">
                  <c:v>1651.75</c:v>
                </c:pt>
                <c:pt idx="1517">
                  <c:v>1608.75</c:v>
                </c:pt>
                <c:pt idx="1518">
                  <c:v>1623.4</c:v>
                </c:pt>
                <c:pt idx="1519">
                  <c:v>1619.55</c:v>
                </c:pt>
                <c:pt idx="1520">
                  <c:v>1650.35</c:v>
                </c:pt>
                <c:pt idx="1521">
                  <c:v>1644</c:v>
                </c:pt>
                <c:pt idx="1522">
                  <c:v>1622.15</c:v>
                </c:pt>
                <c:pt idx="1523">
                  <c:v>1642.6</c:v>
                </c:pt>
                <c:pt idx="1524">
                  <c:v>1651.2</c:v>
                </c:pt>
                <c:pt idx="1525">
                  <c:v>1659.15</c:v>
                </c:pt>
                <c:pt idx="1526">
                  <c:v>1658.9</c:v>
                </c:pt>
                <c:pt idx="1527">
                  <c:v>1670.4</c:v>
                </c:pt>
                <c:pt idx="1528">
                  <c:v>1666.65</c:v>
                </c:pt>
                <c:pt idx="1529">
                  <c:v>1636.8</c:v>
                </c:pt>
                <c:pt idx="1530">
                  <c:v>1630.8</c:v>
                </c:pt>
                <c:pt idx="1531">
                  <c:v>1679.05</c:v>
                </c:pt>
                <c:pt idx="1532">
                  <c:v>1674.1</c:v>
                </c:pt>
                <c:pt idx="1533">
                  <c:v>1662.5</c:v>
                </c:pt>
                <c:pt idx="1534">
                  <c:v>1669.6</c:v>
                </c:pt>
                <c:pt idx="1535">
                  <c:v>1651</c:v>
                </c:pt>
                <c:pt idx="1536">
                  <c:v>1618.55</c:v>
                </c:pt>
                <c:pt idx="1537">
                  <c:v>1619.35</c:v>
                </c:pt>
                <c:pt idx="1538">
                  <c:v>1629.15</c:v>
                </c:pt>
                <c:pt idx="1539">
                  <c:v>1625</c:v>
                </c:pt>
                <c:pt idx="1540">
                  <c:v>1649.85</c:v>
                </c:pt>
                <c:pt idx="1541">
                  <c:v>1666</c:v>
                </c:pt>
                <c:pt idx="1542">
                  <c:v>1661.85</c:v>
                </c:pt>
                <c:pt idx="1543">
                  <c:v>1670.55</c:v>
                </c:pt>
                <c:pt idx="1544">
                  <c:v>1670.05</c:v>
                </c:pt>
                <c:pt idx="1545">
                  <c:v>1690.35</c:v>
                </c:pt>
                <c:pt idx="1546">
                  <c:v>1700.8</c:v>
                </c:pt>
                <c:pt idx="1547">
                  <c:v>1740.2</c:v>
                </c:pt>
                <c:pt idx="1548">
                  <c:v>1741.8</c:v>
                </c:pt>
                <c:pt idx="1549">
                  <c:v>1705.75</c:v>
                </c:pt>
                <c:pt idx="1550">
                  <c:v>1744.3</c:v>
                </c:pt>
                <c:pt idx="1551">
                  <c:v>1724.7</c:v>
                </c:pt>
                <c:pt idx="1552">
                  <c:v>1722.55</c:v>
                </c:pt>
                <c:pt idx="1553">
                  <c:v>1724.85</c:v>
                </c:pt>
                <c:pt idx="1554">
                  <c:v>1763.65</c:v>
                </c:pt>
                <c:pt idx="1555">
                  <c:v>1828.6</c:v>
                </c:pt>
                <c:pt idx="1556">
                  <c:v>1803.15</c:v>
                </c:pt>
                <c:pt idx="1557">
                  <c:v>1835.4</c:v>
                </c:pt>
                <c:pt idx="1558">
                  <c:v>1861</c:v>
                </c:pt>
                <c:pt idx="1559">
                  <c:v>1908</c:v>
                </c:pt>
                <c:pt idx="1560">
                  <c:v>1915.2</c:v>
                </c:pt>
                <c:pt idx="1561">
                  <c:v>1893.35</c:v>
                </c:pt>
                <c:pt idx="1562">
                  <c:v>1874.2</c:v>
                </c:pt>
                <c:pt idx="1563">
                  <c:v>1891.45</c:v>
                </c:pt>
                <c:pt idx="1564">
                  <c:v>1890.95</c:v>
                </c:pt>
                <c:pt idx="1565">
                  <c:v>1887.6</c:v>
                </c:pt>
                <c:pt idx="1566">
                  <c:v>1898.15</c:v>
                </c:pt>
                <c:pt idx="1567">
                  <c:v>1968.1</c:v>
                </c:pt>
                <c:pt idx="1568">
                  <c:v>1915.5</c:v>
                </c:pt>
                <c:pt idx="1569">
                  <c:v>1950.75</c:v>
                </c:pt>
                <c:pt idx="1570">
                  <c:v>1948.55</c:v>
                </c:pt>
                <c:pt idx="1571">
                  <c:v>1932.05</c:v>
                </c:pt>
                <c:pt idx="1572">
                  <c:v>1889.25</c:v>
                </c:pt>
                <c:pt idx="1573">
                  <c:v>1894.1</c:v>
                </c:pt>
                <c:pt idx="1574">
                  <c:v>1780.8</c:v>
                </c:pt>
                <c:pt idx="1575">
                  <c:v>1797.15</c:v>
                </c:pt>
                <c:pt idx="1576">
                  <c:v>1906.55</c:v>
                </c:pt>
                <c:pt idx="1577">
                  <c:v>2009.5</c:v>
                </c:pt>
                <c:pt idx="1578">
                  <c:v>2012.75</c:v>
                </c:pt>
                <c:pt idx="1579">
                  <c:v>1989.9</c:v>
                </c:pt>
                <c:pt idx="1580">
                  <c:v>1999.05</c:v>
                </c:pt>
                <c:pt idx="1581">
                  <c:v>1979.25</c:v>
                </c:pt>
                <c:pt idx="1582">
                  <c:v>1926.95</c:v>
                </c:pt>
                <c:pt idx="1583">
                  <c:v>1942.35</c:v>
                </c:pt>
                <c:pt idx="1584">
                  <c:v>1945.85</c:v>
                </c:pt>
                <c:pt idx="1585">
                  <c:v>1978.05</c:v>
                </c:pt>
                <c:pt idx="1586">
                  <c:v>1979.35</c:v>
                </c:pt>
                <c:pt idx="1587">
                  <c:v>2013.15</c:v>
                </c:pt>
                <c:pt idx="1588">
                  <c:v>2031.55</c:v>
                </c:pt>
                <c:pt idx="1589">
                  <c:v>2043.7</c:v>
                </c:pt>
                <c:pt idx="1590">
                  <c:v>2006.65</c:v>
                </c:pt>
                <c:pt idx="1591">
                  <c:v>2019.45</c:v>
                </c:pt>
                <c:pt idx="1592">
                  <c:v>2024.85</c:v>
                </c:pt>
                <c:pt idx="1593">
                  <c:v>2021.7</c:v>
                </c:pt>
                <c:pt idx="1594">
                  <c:v>2018.7</c:v>
                </c:pt>
                <c:pt idx="1595">
                  <c:v>1996.15</c:v>
                </c:pt>
                <c:pt idx="1596">
                  <c:v>1960.9</c:v>
                </c:pt>
                <c:pt idx="1597">
                  <c:v>1974.7</c:v>
                </c:pt>
                <c:pt idx="1598">
                  <c:v>2016.55</c:v>
                </c:pt>
                <c:pt idx="1599">
                  <c:v>1925.65</c:v>
                </c:pt>
                <c:pt idx="1600">
                  <c:v>1892.35</c:v>
                </c:pt>
                <c:pt idx="1601">
                  <c:v>1780.5</c:v>
                </c:pt>
                <c:pt idx="1602">
                  <c:v>1830.2</c:v>
                </c:pt>
                <c:pt idx="1603">
                  <c:v>1790.65</c:v>
                </c:pt>
                <c:pt idx="1604">
                  <c:v>1876.95</c:v>
                </c:pt>
                <c:pt idx="1605">
                  <c:v>1866.35</c:v>
                </c:pt>
                <c:pt idx="1606">
                  <c:v>1850.55</c:v>
                </c:pt>
                <c:pt idx="1607">
                  <c:v>1860.35</c:v>
                </c:pt>
                <c:pt idx="1608">
                  <c:v>1782.9</c:v>
                </c:pt>
                <c:pt idx="1609">
                  <c:v>1709.35</c:v>
                </c:pt>
                <c:pt idx="1610">
                  <c:v>1794</c:v>
                </c:pt>
                <c:pt idx="1611">
                  <c:v>1767.6</c:v>
                </c:pt>
                <c:pt idx="1612">
                  <c:v>1748.9</c:v>
                </c:pt>
                <c:pt idx="1613">
                  <c:v>1703.95</c:v>
                </c:pt>
                <c:pt idx="1614">
                  <c:v>1647.9</c:v>
                </c:pt>
                <c:pt idx="1615">
                  <c:v>1671.15</c:v>
                </c:pt>
                <c:pt idx="1616">
                  <c:v>1638.75</c:v>
                </c:pt>
                <c:pt idx="1617">
                  <c:v>1570.35</c:v>
                </c:pt>
                <c:pt idx="1618">
                  <c:v>1483.65</c:v>
                </c:pt>
                <c:pt idx="1619">
                  <c:v>1550.55</c:v>
                </c:pt>
                <c:pt idx="1620">
                  <c:v>1685</c:v>
                </c:pt>
                <c:pt idx="1621">
                  <c:v>1668.35</c:v>
                </c:pt>
                <c:pt idx="1622">
                  <c:v>1607.35</c:v>
                </c:pt>
                <c:pt idx="1623">
                  <c:v>1641.3</c:v>
                </c:pt>
                <c:pt idx="1624">
                  <c:v>1676.75</c:v>
                </c:pt>
                <c:pt idx="1625">
                  <c:v>1694.85</c:v>
                </c:pt>
                <c:pt idx="1626">
                  <c:v>1700.35</c:v>
                </c:pt>
                <c:pt idx="1627">
                  <c:v>1633.5</c:v>
                </c:pt>
                <c:pt idx="1628">
                  <c:v>1644.55</c:v>
                </c:pt>
                <c:pt idx="1629">
                  <c:v>1698.6</c:v>
                </c:pt>
                <c:pt idx="1630">
                  <c:v>1680.8</c:v>
                </c:pt>
                <c:pt idx="1631">
                  <c:v>1738.75</c:v>
                </c:pt>
                <c:pt idx="1632">
                  <c:v>1800.2</c:v>
                </c:pt>
                <c:pt idx="1633">
                  <c:v>1815.1</c:v>
                </c:pt>
                <c:pt idx="1634">
                  <c:v>1842.6</c:v>
                </c:pt>
                <c:pt idx="1635">
                  <c:v>1804.3</c:v>
                </c:pt>
                <c:pt idx="1636">
                  <c:v>1746.7</c:v>
                </c:pt>
                <c:pt idx="1637">
                  <c:v>1798.35</c:v>
                </c:pt>
                <c:pt idx="1638">
                  <c:v>1769.95</c:v>
                </c:pt>
                <c:pt idx="1639">
                  <c:v>1890.3</c:v>
                </c:pt>
                <c:pt idx="1640">
                  <c:v>1867.35</c:v>
                </c:pt>
                <c:pt idx="1641">
                  <c:v>1874.3</c:v>
                </c:pt>
                <c:pt idx="1642">
                  <c:v>1859</c:v>
                </c:pt>
                <c:pt idx="1643">
                  <c:v>1834.5</c:v>
                </c:pt>
                <c:pt idx="1644">
                  <c:v>1757.55</c:v>
                </c:pt>
                <c:pt idx="1645">
                  <c:v>1806.15</c:v>
                </c:pt>
                <c:pt idx="1646">
                  <c:v>1767.55</c:v>
                </c:pt>
                <c:pt idx="1647">
                  <c:v>1818.05</c:v>
                </c:pt>
                <c:pt idx="1648">
                  <c:v>1847.3</c:v>
                </c:pt>
                <c:pt idx="1649">
                  <c:v>1888.8</c:v>
                </c:pt>
                <c:pt idx="1650">
                  <c:v>1899.7</c:v>
                </c:pt>
                <c:pt idx="1651">
                  <c:v>928.45</c:v>
                </c:pt>
                <c:pt idx="1652">
                  <c:v>936.15</c:v>
                </c:pt>
                <c:pt idx="1653">
                  <c:v>932</c:v>
                </c:pt>
                <c:pt idx="1654">
                  <c:v>940.2</c:v>
                </c:pt>
                <c:pt idx="1655">
                  <c:v>944.7</c:v>
                </c:pt>
                <c:pt idx="1656">
                  <c:v>948.55</c:v>
                </c:pt>
                <c:pt idx="1657">
                  <c:v>936.1</c:v>
                </c:pt>
                <c:pt idx="1658">
                  <c:v>954.8</c:v>
                </c:pt>
                <c:pt idx="1659">
                  <c:v>966.1</c:v>
                </c:pt>
                <c:pt idx="1660">
                  <c:v>965.75</c:v>
                </c:pt>
                <c:pt idx="1661">
                  <c:v>967.6</c:v>
                </c:pt>
                <c:pt idx="1662">
                  <c:v>964.65</c:v>
                </c:pt>
                <c:pt idx="1663">
                  <c:v>972.2</c:v>
                </c:pt>
                <c:pt idx="1664">
                  <c:v>960.15</c:v>
                </c:pt>
                <c:pt idx="1665">
                  <c:v>969.7</c:v>
                </c:pt>
                <c:pt idx="1666">
                  <c:v>969.3</c:v>
                </c:pt>
                <c:pt idx="1667">
                  <c:v>975.4</c:v>
                </c:pt>
                <c:pt idx="1668">
                  <c:v>963.1</c:v>
                </c:pt>
                <c:pt idx="1669">
                  <c:v>970.4</c:v>
                </c:pt>
                <c:pt idx="1670">
                  <c:v>974.4</c:v>
                </c:pt>
                <c:pt idx="1671">
                  <c:v>981.1</c:v>
                </c:pt>
                <c:pt idx="1672">
                  <c:v>990.1</c:v>
                </c:pt>
                <c:pt idx="1673">
                  <c:v>983.8</c:v>
                </c:pt>
                <c:pt idx="1674">
                  <c:v>998.05</c:v>
                </c:pt>
                <c:pt idx="1675">
                  <c:v>999.25</c:v>
                </c:pt>
                <c:pt idx="1676">
                  <c:v>1017.15</c:v>
                </c:pt>
                <c:pt idx="1677">
                  <c:v>1005.8</c:v>
                </c:pt>
                <c:pt idx="1678">
                  <c:v>993.6</c:v>
                </c:pt>
                <c:pt idx="1679">
                  <c:v>986.7</c:v>
                </c:pt>
                <c:pt idx="1680">
                  <c:v>991</c:v>
                </c:pt>
                <c:pt idx="1681">
                  <c:v>953.45</c:v>
                </c:pt>
                <c:pt idx="1682">
                  <c:v>977.9</c:v>
                </c:pt>
                <c:pt idx="1683">
                  <c:v>999.95</c:v>
                </c:pt>
                <c:pt idx="1684">
                  <c:v>1013.4</c:v>
                </c:pt>
                <c:pt idx="1685">
                  <c:v>1002.7</c:v>
                </c:pt>
                <c:pt idx="1686">
                  <c:v>996.15</c:v>
                </c:pt>
                <c:pt idx="1687">
                  <c:v>1010.05</c:v>
                </c:pt>
                <c:pt idx="1688">
                  <c:v>1030.05</c:v>
                </c:pt>
                <c:pt idx="1689">
                  <c:v>1053</c:v>
                </c:pt>
                <c:pt idx="1690">
                  <c:v>1039.55</c:v>
                </c:pt>
                <c:pt idx="1691">
                  <c:v>1025.5999999999999</c:v>
                </c:pt>
                <c:pt idx="1692">
                  <c:v>1044.3</c:v>
                </c:pt>
                <c:pt idx="1693">
                  <c:v>1042.6500000000001</c:v>
                </c:pt>
                <c:pt idx="1694">
                  <c:v>1020.45</c:v>
                </c:pt>
                <c:pt idx="1695">
                  <c:v>1022.05</c:v>
                </c:pt>
                <c:pt idx="1696">
                  <c:v>1014.3</c:v>
                </c:pt>
                <c:pt idx="1697">
                  <c:v>987.4</c:v>
                </c:pt>
                <c:pt idx="1698">
                  <c:v>999.75</c:v>
                </c:pt>
                <c:pt idx="1699">
                  <c:v>994.2</c:v>
                </c:pt>
                <c:pt idx="1700">
                  <c:v>1002.15</c:v>
                </c:pt>
                <c:pt idx="1701">
                  <c:v>1011.5</c:v>
                </c:pt>
                <c:pt idx="1702">
                  <c:v>1044.75</c:v>
                </c:pt>
                <c:pt idx="1703">
                  <c:v>1082.55</c:v>
                </c:pt>
                <c:pt idx="1704">
                  <c:v>1103.5999999999999</c:v>
                </c:pt>
                <c:pt idx="1705">
                  <c:v>1129.7</c:v>
                </c:pt>
                <c:pt idx="1706">
                  <c:v>1116.9000000000001</c:v>
                </c:pt>
                <c:pt idx="1707">
                  <c:v>1106.25</c:v>
                </c:pt>
                <c:pt idx="1708">
                  <c:v>1092.4000000000001</c:v>
                </c:pt>
                <c:pt idx="1709">
                  <c:v>1089.5999999999999</c:v>
                </c:pt>
                <c:pt idx="1710">
                  <c:v>1090.55</c:v>
                </c:pt>
                <c:pt idx="1711">
                  <c:v>1080.0999999999999</c:v>
                </c:pt>
                <c:pt idx="1712">
                  <c:v>1079.25</c:v>
                </c:pt>
                <c:pt idx="1713">
                  <c:v>1074.6500000000001</c:v>
                </c:pt>
                <c:pt idx="1714">
                  <c:v>1079.3499999999999</c:v>
                </c:pt>
                <c:pt idx="1715">
                  <c:v>1087.0999999999999</c:v>
                </c:pt>
                <c:pt idx="1716">
                  <c:v>1083.2</c:v>
                </c:pt>
                <c:pt idx="1717">
                  <c:v>1080.05</c:v>
                </c:pt>
                <c:pt idx="1718">
                  <c:v>1066.95</c:v>
                </c:pt>
                <c:pt idx="1719">
                  <c:v>1059.4000000000001</c:v>
                </c:pt>
                <c:pt idx="1720">
                  <c:v>1065.1500000000001</c:v>
                </c:pt>
                <c:pt idx="1721">
                  <c:v>1063.3</c:v>
                </c:pt>
                <c:pt idx="1722">
                  <c:v>1063.5999999999999</c:v>
                </c:pt>
                <c:pt idx="1723">
                  <c:v>1068.7</c:v>
                </c:pt>
                <c:pt idx="1724">
                  <c:v>1075.75</c:v>
                </c:pt>
                <c:pt idx="1725">
                  <c:v>1106.25</c:v>
                </c:pt>
                <c:pt idx="1726">
                  <c:v>1096.8</c:v>
                </c:pt>
                <c:pt idx="1727">
                  <c:v>1087.3499999999999</c:v>
                </c:pt>
                <c:pt idx="1728">
                  <c:v>1095.1500000000001</c:v>
                </c:pt>
                <c:pt idx="1729">
                  <c:v>1117.8499999999999</c:v>
                </c:pt>
                <c:pt idx="1730">
                  <c:v>1148.55</c:v>
                </c:pt>
                <c:pt idx="1731">
                  <c:v>1148.0999999999999</c:v>
                </c:pt>
                <c:pt idx="1732">
                  <c:v>1144.1500000000001</c:v>
                </c:pt>
                <c:pt idx="1733">
                  <c:v>1150</c:v>
                </c:pt>
                <c:pt idx="1734">
                  <c:v>1160.8</c:v>
                </c:pt>
                <c:pt idx="1735">
                  <c:v>1149.8499999999999</c:v>
                </c:pt>
                <c:pt idx="1736">
                  <c:v>1164.55</c:v>
                </c:pt>
                <c:pt idx="1737">
                  <c:v>1198.8</c:v>
                </c:pt>
                <c:pt idx="1738">
                  <c:v>1189.3499999999999</c:v>
                </c:pt>
                <c:pt idx="1739">
                  <c:v>1192.4000000000001</c:v>
                </c:pt>
                <c:pt idx="1740">
                  <c:v>1191.9000000000001</c:v>
                </c:pt>
                <c:pt idx="1741">
                  <c:v>1198.5999999999999</c:v>
                </c:pt>
                <c:pt idx="1742">
                  <c:v>1194.3</c:v>
                </c:pt>
                <c:pt idx="1743">
                  <c:v>1176.9000000000001</c:v>
                </c:pt>
                <c:pt idx="1744">
                  <c:v>1173.45</c:v>
                </c:pt>
                <c:pt idx="1745">
                  <c:v>1120.5</c:v>
                </c:pt>
                <c:pt idx="1746">
                  <c:v>1120.8499999999999</c:v>
                </c:pt>
                <c:pt idx="1747">
                  <c:v>1149.5999999999999</c:v>
                </c:pt>
                <c:pt idx="1748">
                  <c:v>1160.2</c:v>
                </c:pt>
                <c:pt idx="1749">
                  <c:v>1181.25</c:v>
                </c:pt>
                <c:pt idx="1750">
                  <c:v>1141.8499999999999</c:v>
                </c:pt>
                <c:pt idx="1751">
                  <c:v>1128.75</c:v>
                </c:pt>
                <c:pt idx="1752">
                  <c:v>1136.95</c:v>
                </c:pt>
                <c:pt idx="1753">
                  <c:v>1153.95</c:v>
                </c:pt>
                <c:pt idx="1754">
                  <c:v>1191.4000000000001</c:v>
                </c:pt>
                <c:pt idx="1755">
                  <c:v>1196</c:v>
                </c:pt>
                <c:pt idx="1756">
                  <c:v>1211.9000000000001</c:v>
                </c:pt>
                <c:pt idx="1757">
                  <c:v>1222</c:v>
                </c:pt>
                <c:pt idx="1758">
                  <c:v>1248.5</c:v>
                </c:pt>
                <c:pt idx="1759">
                  <c:v>1280.1500000000001</c:v>
                </c:pt>
                <c:pt idx="1760">
                  <c:v>1259.05</c:v>
                </c:pt>
                <c:pt idx="1761">
                  <c:v>1263</c:v>
                </c:pt>
                <c:pt idx="1762">
                  <c:v>1243.8</c:v>
                </c:pt>
                <c:pt idx="1763">
                  <c:v>1256.4000000000001</c:v>
                </c:pt>
                <c:pt idx="1764">
                  <c:v>1235.4000000000001</c:v>
                </c:pt>
                <c:pt idx="1765">
                  <c:v>1277.6500000000001</c:v>
                </c:pt>
                <c:pt idx="1766">
                  <c:v>1323.95</c:v>
                </c:pt>
                <c:pt idx="1767">
                  <c:v>1326.35</c:v>
                </c:pt>
                <c:pt idx="1768">
                  <c:v>1324.1</c:v>
                </c:pt>
                <c:pt idx="1769">
                  <c:v>1304.6500000000001</c:v>
                </c:pt>
                <c:pt idx="1770">
                  <c:v>1315.45</c:v>
                </c:pt>
                <c:pt idx="1771">
                  <c:v>1298.1500000000001</c:v>
                </c:pt>
                <c:pt idx="1772">
                  <c:v>1313.45</c:v>
                </c:pt>
                <c:pt idx="1773">
                  <c:v>1302.7</c:v>
                </c:pt>
                <c:pt idx="1774">
                  <c:v>1307.1500000000001</c:v>
                </c:pt>
                <c:pt idx="1775">
                  <c:v>1315.45</c:v>
                </c:pt>
                <c:pt idx="1776">
                  <c:v>1297.75</c:v>
                </c:pt>
                <c:pt idx="1777">
                  <c:v>1277.9000000000001</c:v>
                </c:pt>
                <c:pt idx="1778">
                  <c:v>1292.05</c:v>
                </c:pt>
                <c:pt idx="1779">
                  <c:v>1300.5</c:v>
                </c:pt>
                <c:pt idx="1780">
                  <c:v>1305.8</c:v>
                </c:pt>
                <c:pt idx="1781">
                  <c:v>1298.4000000000001</c:v>
                </c:pt>
                <c:pt idx="1782">
                  <c:v>1306.3</c:v>
                </c:pt>
                <c:pt idx="1783">
                  <c:v>1304.5</c:v>
                </c:pt>
                <c:pt idx="1784">
                  <c:v>1287.4000000000001</c:v>
                </c:pt>
                <c:pt idx="1785">
                  <c:v>1255.8</c:v>
                </c:pt>
                <c:pt idx="1786">
                  <c:v>1252.9000000000001</c:v>
                </c:pt>
                <c:pt idx="1787">
                  <c:v>1260.75</c:v>
                </c:pt>
                <c:pt idx="1788">
                  <c:v>1292.25</c:v>
                </c:pt>
                <c:pt idx="1789">
                  <c:v>1309.8</c:v>
                </c:pt>
                <c:pt idx="1790">
                  <c:v>1299.55</c:v>
                </c:pt>
                <c:pt idx="1791">
                  <c:v>1283.8499999999999</c:v>
                </c:pt>
                <c:pt idx="1792">
                  <c:v>1294.3</c:v>
                </c:pt>
                <c:pt idx="1793">
                  <c:v>1277.3499999999999</c:v>
                </c:pt>
                <c:pt idx="1794">
                  <c:v>1286.0999999999999</c:v>
                </c:pt>
                <c:pt idx="1795">
                  <c:v>1264.1500000000001</c:v>
                </c:pt>
                <c:pt idx="1796">
                  <c:v>1193.4000000000001</c:v>
                </c:pt>
                <c:pt idx="1797">
                  <c:v>1254.6500000000001</c:v>
                </c:pt>
                <c:pt idx="1798">
                  <c:v>1208.55</c:v>
                </c:pt>
                <c:pt idx="1799">
                  <c:v>1155.55</c:v>
                </c:pt>
                <c:pt idx="1800">
                  <c:v>1197.25</c:v>
                </c:pt>
                <c:pt idx="1801">
                  <c:v>1191.8</c:v>
                </c:pt>
                <c:pt idx="1802">
                  <c:v>1218.4000000000001</c:v>
                </c:pt>
                <c:pt idx="1803">
                  <c:v>1212.1500000000001</c:v>
                </c:pt>
                <c:pt idx="1804">
                  <c:v>1235</c:v>
                </c:pt>
                <c:pt idx="1805">
                  <c:v>1265.4000000000001</c:v>
                </c:pt>
                <c:pt idx="1806">
                  <c:v>1213.55</c:v>
                </c:pt>
                <c:pt idx="1807">
                  <c:v>1234.3</c:v>
                </c:pt>
                <c:pt idx="1808">
                  <c:v>1237.6500000000001</c:v>
                </c:pt>
                <c:pt idx="1809">
                  <c:v>1260.9000000000001</c:v>
                </c:pt>
                <c:pt idx="1810">
                  <c:v>1253</c:v>
                </c:pt>
                <c:pt idx="1811">
                  <c:v>1267</c:v>
                </c:pt>
                <c:pt idx="1812">
                  <c:v>1303.05</c:v>
                </c:pt>
                <c:pt idx="1813">
                  <c:v>1288.2</c:v>
                </c:pt>
                <c:pt idx="1814">
                  <c:v>1261.3499999999999</c:v>
                </c:pt>
                <c:pt idx="1815">
                  <c:v>1201</c:v>
                </c:pt>
                <c:pt idx="1816">
                  <c:v>1248.3499999999999</c:v>
                </c:pt>
                <c:pt idx="1817">
                  <c:v>1233.8499999999999</c:v>
                </c:pt>
                <c:pt idx="1818">
                  <c:v>1189.2</c:v>
                </c:pt>
                <c:pt idx="1819">
                  <c:v>1202.6500000000001</c:v>
                </c:pt>
                <c:pt idx="1820">
                  <c:v>1198.4000000000001</c:v>
                </c:pt>
                <c:pt idx="1821">
                  <c:v>1194.2</c:v>
                </c:pt>
                <c:pt idx="1822">
                  <c:v>1217.2</c:v>
                </c:pt>
                <c:pt idx="1823">
                  <c:v>1197.3499999999999</c:v>
                </c:pt>
                <c:pt idx="1824">
                  <c:v>1190.55</c:v>
                </c:pt>
                <c:pt idx="1825">
                  <c:v>1200.95</c:v>
                </c:pt>
                <c:pt idx="1826">
                  <c:v>1262</c:v>
                </c:pt>
                <c:pt idx="1827">
                  <c:v>1280.25</c:v>
                </c:pt>
                <c:pt idx="1828">
                  <c:v>1250.25</c:v>
                </c:pt>
                <c:pt idx="1829">
                  <c:v>1247.5</c:v>
                </c:pt>
                <c:pt idx="1830">
                  <c:v>1242.9000000000001</c:v>
                </c:pt>
                <c:pt idx="1831">
                  <c:v>1257.6500000000001</c:v>
                </c:pt>
                <c:pt idx="1832">
                  <c:v>1247.8</c:v>
                </c:pt>
                <c:pt idx="1833">
                  <c:v>1224.8499999999999</c:v>
                </c:pt>
                <c:pt idx="1834">
                  <c:v>1221.3499999999999</c:v>
                </c:pt>
                <c:pt idx="1835">
                  <c:v>1240.4000000000001</c:v>
                </c:pt>
                <c:pt idx="1836">
                  <c:v>1234.5</c:v>
                </c:pt>
                <c:pt idx="1837">
                  <c:v>1266</c:v>
                </c:pt>
                <c:pt idx="1838">
                  <c:v>1290.2</c:v>
                </c:pt>
                <c:pt idx="1839">
                  <c:v>1273.05</c:v>
                </c:pt>
                <c:pt idx="1840">
                  <c:v>1272.9000000000001</c:v>
                </c:pt>
                <c:pt idx="1841">
                  <c:v>1266.55</c:v>
                </c:pt>
                <c:pt idx="1842">
                  <c:v>1239.5</c:v>
                </c:pt>
                <c:pt idx="1843">
                  <c:v>1229.7</c:v>
                </c:pt>
                <c:pt idx="1844">
                  <c:v>1252.55</c:v>
                </c:pt>
                <c:pt idx="1845">
                  <c:v>1250.25</c:v>
                </c:pt>
                <c:pt idx="1846">
                  <c:v>1238.05</c:v>
                </c:pt>
                <c:pt idx="1847">
                  <c:v>1224.2</c:v>
                </c:pt>
                <c:pt idx="1848">
                  <c:v>1250</c:v>
                </c:pt>
                <c:pt idx="1849">
                  <c:v>1252.8499999999999</c:v>
                </c:pt>
                <c:pt idx="1850">
                  <c:v>1237.05</c:v>
                </c:pt>
                <c:pt idx="1851">
                  <c:v>1230.6500000000001</c:v>
                </c:pt>
                <c:pt idx="1852">
                  <c:v>1233.4000000000001</c:v>
                </c:pt>
                <c:pt idx="1853">
                  <c:v>1224.75</c:v>
                </c:pt>
                <c:pt idx="1854">
                  <c:v>1229.95</c:v>
                </c:pt>
                <c:pt idx="1855">
                  <c:v>1225.5</c:v>
                </c:pt>
                <c:pt idx="1856">
                  <c:v>1231.1500000000001</c:v>
                </c:pt>
                <c:pt idx="1857">
                  <c:v>1215.6500000000001</c:v>
                </c:pt>
                <c:pt idx="1858">
                  <c:v>1208.3499999999999</c:v>
                </c:pt>
                <c:pt idx="1859">
                  <c:v>1218.7</c:v>
                </c:pt>
                <c:pt idx="1860">
                  <c:v>1208.0999999999999</c:v>
                </c:pt>
                <c:pt idx="1861">
                  <c:v>1208.05</c:v>
                </c:pt>
                <c:pt idx="1862">
                  <c:v>1200.3499999999999</c:v>
                </c:pt>
                <c:pt idx="1863">
                  <c:v>1207</c:v>
                </c:pt>
                <c:pt idx="1864">
                  <c:v>1220.0999999999999</c:v>
                </c:pt>
                <c:pt idx="1865">
                  <c:v>1221.3499999999999</c:v>
                </c:pt>
                <c:pt idx="1866">
                  <c:v>1217.3499999999999</c:v>
                </c:pt>
                <c:pt idx="1867">
                  <c:v>1203.25</c:v>
                </c:pt>
                <c:pt idx="1868">
                  <c:v>1204.55</c:v>
                </c:pt>
                <c:pt idx="1869">
                  <c:v>1184.4000000000001</c:v>
                </c:pt>
                <c:pt idx="1870">
                  <c:v>1162.5999999999999</c:v>
                </c:pt>
                <c:pt idx="1871">
                  <c:v>1160</c:v>
                </c:pt>
                <c:pt idx="1872">
                  <c:v>1147</c:v>
                </c:pt>
                <c:pt idx="1873">
                  <c:v>1145.5999999999999</c:v>
                </c:pt>
                <c:pt idx="1874">
                  <c:v>1139.95</c:v>
                </c:pt>
                <c:pt idx="1875">
                  <c:v>1125.75</c:v>
                </c:pt>
                <c:pt idx="1876">
                  <c:v>1121.75</c:v>
                </c:pt>
                <c:pt idx="1877">
                  <c:v>1133.1500000000001</c:v>
                </c:pt>
                <c:pt idx="1878">
                  <c:v>1136.8499999999999</c:v>
                </c:pt>
                <c:pt idx="1879">
                  <c:v>1149.3499999999999</c:v>
                </c:pt>
                <c:pt idx="1880">
                  <c:v>1134.45</c:v>
                </c:pt>
                <c:pt idx="1881">
                  <c:v>1127.5999999999999</c:v>
                </c:pt>
                <c:pt idx="1882">
                  <c:v>1117.6500000000001</c:v>
                </c:pt>
                <c:pt idx="1883">
                  <c:v>1111.6500000000001</c:v>
                </c:pt>
                <c:pt idx="1884">
                  <c:v>1158.6500000000001</c:v>
                </c:pt>
                <c:pt idx="1885">
                  <c:v>1176.75</c:v>
                </c:pt>
                <c:pt idx="1886">
                  <c:v>1183.1500000000001</c:v>
                </c:pt>
                <c:pt idx="1887">
                  <c:v>1148.9000000000001</c:v>
                </c:pt>
                <c:pt idx="1888">
                  <c:v>1162.55</c:v>
                </c:pt>
                <c:pt idx="1889">
                  <c:v>1136</c:v>
                </c:pt>
                <c:pt idx="1890">
                  <c:v>1128.3</c:v>
                </c:pt>
                <c:pt idx="1891">
                  <c:v>1155.75</c:v>
                </c:pt>
                <c:pt idx="1892">
                  <c:v>1166.6500000000001</c:v>
                </c:pt>
                <c:pt idx="1893">
                  <c:v>1182.2</c:v>
                </c:pt>
                <c:pt idx="1894">
                  <c:v>1175.9000000000001</c:v>
                </c:pt>
                <c:pt idx="1895">
                  <c:v>1190.95</c:v>
                </c:pt>
                <c:pt idx="1896">
                  <c:v>1171.9000000000001</c:v>
                </c:pt>
                <c:pt idx="1897">
                  <c:v>1148.2</c:v>
                </c:pt>
                <c:pt idx="1898">
                  <c:v>1189.0999999999999</c:v>
                </c:pt>
                <c:pt idx="1899">
                  <c:v>1153</c:v>
                </c:pt>
                <c:pt idx="1900">
                  <c:v>1136.45</c:v>
                </c:pt>
                <c:pt idx="1901">
                  <c:v>1156.3</c:v>
                </c:pt>
                <c:pt idx="1902">
                  <c:v>1115.1500000000001</c:v>
                </c:pt>
                <c:pt idx="1903">
                  <c:v>1095.1500000000001</c:v>
                </c:pt>
                <c:pt idx="1904">
                  <c:v>1096.9000000000001</c:v>
                </c:pt>
                <c:pt idx="1905">
                  <c:v>1099.45</c:v>
                </c:pt>
                <c:pt idx="1906">
                  <c:v>1109.3</c:v>
                </c:pt>
                <c:pt idx="1907">
                  <c:v>1152.5999999999999</c:v>
                </c:pt>
                <c:pt idx="1908">
                  <c:v>1145.7</c:v>
                </c:pt>
                <c:pt idx="1909">
                  <c:v>1144.5</c:v>
                </c:pt>
                <c:pt idx="1910">
                  <c:v>1134.5</c:v>
                </c:pt>
                <c:pt idx="1911">
                  <c:v>1130.25</c:v>
                </c:pt>
                <c:pt idx="1912">
                  <c:v>1088</c:v>
                </c:pt>
                <c:pt idx="1913">
                  <c:v>1056.1500000000001</c:v>
                </c:pt>
                <c:pt idx="1914">
                  <c:v>1055.55</c:v>
                </c:pt>
                <c:pt idx="1915">
                  <c:v>1015.25</c:v>
                </c:pt>
                <c:pt idx="1916">
                  <c:v>1025.9000000000001</c:v>
                </c:pt>
                <c:pt idx="1917">
                  <c:v>1007.9</c:v>
                </c:pt>
                <c:pt idx="1918">
                  <c:v>1018.4</c:v>
                </c:pt>
                <c:pt idx="1919">
                  <c:v>1026.5</c:v>
                </c:pt>
                <c:pt idx="1920">
                  <c:v>1028.75</c:v>
                </c:pt>
                <c:pt idx="1921">
                  <c:v>1031.5999999999999</c:v>
                </c:pt>
                <c:pt idx="1922">
                  <c:v>1046</c:v>
                </c:pt>
                <c:pt idx="1923">
                  <c:v>1064.3499999999999</c:v>
                </c:pt>
                <c:pt idx="1924">
                  <c:v>1061.25</c:v>
                </c:pt>
                <c:pt idx="1925">
                  <c:v>1066.0999999999999</c:v>
                </c:pt>
                <c:pt idx="1926">
                  <c:v>1072.3499999999999</c:v>
                </c:pt>
                <c:pt idx="1927">
                  <c:v>1078</c:v>
                </c:pt>
                <c:pt idx="1928">
                  <c:v>1076.25</c:v>
                </c:pt>
                <c:pt idx="1929">
                  <c:v>1047.25</c:v>
                </c:pt>
                <c:pt idx="1930">
                  <c:v>1023.35</c:v>
                </c:pt>
                <c:pt idx="1931">
                  <c:v>1015.6</c:v>
                </c:pt>
                <c:pt idx="1932">
                  <c:v>1030.8</c:v>
                </c:pt>
                <c:pt idx="1933">
                  <c:v>1022.45</c:v>
                </c:pt>
                <c:pt idx="1934">
                  <c:v>997.65</c:v>
                </c:pt>
                <c:pt idx="1935">
                  <c:v>1002.45</c:v>
                </c:pt>
                <c:pt idx="1936">
                  <c:v>1023.05</c:v>
                </c:pt>
                <c:pt idx="1937">
                  <c:v>1002.05</c:v>
                </c:pt>
                <c:pt idx="1938">
                  <c:v>1017.8</c:v>
                </c:pt>
                <c:pt idx="1939">
                  <c:v>1007.25</c:v>
                </c:pt>
                <c:pt idx="1940">
                  <c:v>1001.7</c:v>
                </c:pt>
                <c:pt idx="1941">
                  <c:v>1040.75</c:v>
                </c:pt>
                <c:pt idx="1942">
                  <c:v>1062.5</c:v>
                </c:pt>
                <c:pt idx="1943">
                  <c:v>1060.1500000000001</c:v>
                </c:pt>
                <c:pt idx="1944">
                  <c:v>1041.6500000000001</c:v>
                </c:pt>
                <c:pt idx="1945">
                  <c:v>1079.2</c:v>
                </c:pt>
                <c:pt idx="1946">
                  <c:v>1079.3</c:v>
                </c:pt>
                <c:pt idx="1947">
                  <c:v>1072.8</c:v>
                </c:pt>
                <c:pt idx="1948">
                  <c:v>1078.3499999999999</c:v>
                </c:pt>
                <c:pt idx="1949">
                  <c:v>1094.95</c:v>
                </c:pt>
                <c:pt idx="1950">
                  <c:v>1125.5</c:v>
                </c:pt>
                <c:pt idx="1951">
                  <c:v>1072</c:v>
                </c:pt>
                <c:pt idx="1952">
                  <c:v>1063.5</c:v>
                </c:pt>
                <c:pt idx="1953">
                  <c:v>1074.1500000000001</c:v>
                </c:pt>
                <c:pt idx="1954">
                  <c:v>1068.4000000000001</c:v>
                </c:pt>
                <c:pt idx="1955">
                  <c:v>1094.7</c:v>
                </c:pt>
                <c:pt idx="1956">
                  <c:v>1123.8499999999999</c:v>
                </c:pt>
                <c:pt idx="1957">
                  <c:v>1108.8499999999999</c:v>
                </c:pt>
                <c:pt idx="1958">
                  <c:v>1071.95</c:v>
                </c:pt>
                <c:pt idx="1959">
                  <c:v>1063.5999999999999</c:v>
                </c:pt>
                <c:pt idx="1960">
                  <c:v>1048</c:v>
                </c:pt>
                <c:pt idx="1961">
                  <c:v>1049.5999999999999</c:v>
                </c:pt>
                <c:pt idx="1962">
                  <c:v>1071.3</c:v>
                </c:pt>
                <c:pt idx="1963">
                  <c:v>1068</c:v>
                </c:pt>
                <c:pt idx="1964">
                  <c:v>1048.5</c:v>
                </c:pt>
                <c:pt idx="1965">
                  <c:v>1038</c:v>
                </c:pt>
                <c:pt idx="1966">
                  <c:v>1023.05</c:v>
                </c:pt>
                <c:pt idx="1967">
                  <c:v>1021.2</c:v>
                </c:pt>
                <c:pt idx="1968">
                  <c:v>1011.3</c:v>
                </c:pt>
                <c:pt idx="1969">
                  <c:v>1004.3</c:v>
                </c:pt>
                <c:pt idx="1970">
                  <c:v>997.05</c:v>
                </c:pt>
                <c:pt idx="1971">
                  <c:v>989.65</c:v>
                </c:pt>
                <c:pt idx="1972">
                  <c:v>985.25</c:v>
                </c:pt>
                <c:pt idx="1973">
                  <c:v>963.85</c:v>
                </c:pt>
                <c:pt idx="1974">
                  <c:v>947.35</c:v>
                </c:pt>
                <c:pt idx="1975">
                  <c:v>986.7</c:v>
                </c:pt>
                <c:pt idx="1976">
                  <c:v>980.2</c:v>
                </c:pt>
                <c:pt idx="1977">
                  <c:v>982.9</c:v>
                </c:pt>
                <c:pt idx="1978">
                  <c:v>993.5</c:v>
                </c:pt>
                <c:pt idx="1979">
                  <c:v>961.3</c:v>
                </c:pt>
                <c:pt idx="1980">
                  <c:v>944.8</c:v>
                </c:pt>
                <c:pt idx="1981">
                  <c:v>950.2</c:v>
                </c:pt>
                <c:pt idx="1982">
                  <c:v>960.95</c:v>
                </c:pt>
                <c:pt idx="1983">
                  <c:v>985.1</c:v>
                </c:pt>
                <c:pt idx="1984">
                  <c:v>995.95</c:v>
                </c:pt>
                <c:pt idx="1985">
                  <c:v>976.5</c:v>
                </c:pt>
                <c:pt idx="1986">
                  <c:v>966.05</c:v>
                </c:pt>
                <c:pt idx="1987">
                  <c:v>1012.2</c:v>
                </c:pt>
                <c:pt idx="1988">
                  <c:v>1049.9000000000001</c:v>
                </c:pt>
                <c:pt idx="1989">
                  <c:v>1029.7</c:v>
                </c:pt>
                <c:pt idx="1990">
                  <c:v>1033.2</c:v>
                </c:pt>
                <c:pt idx="1991">
                  <c:v>1035.55</c:v>
                </c:pt>
                <c:pt idx="1992">
                  <c:v>1062.5999999999999</c:v>
                </c:pt>
                <c:pt idx="1993">
                  <c:v>1035.5999999999999</c:v>
                </c:pt>
                <c:pt idx="1994">
                  <c:v>1041.3</c:v>
                </c:pt>
                <c:pt idx="1995">
                  <c:v>1053.4000000000001</c:v>
                </c:pt>
                <c:pt idx="1996">
                  <c:v>1029.5999999999999</c:v>
                </c:pt>
                <c:pt idx="1997">
                  <c:v>1040.4000000000001</c:v>
                </c:pt>
                <c:pt idx="1998">
                  <c:v>1012.4</c:v>
                </c:pt>
                <c:pt idx="1999">
                  <c:v>1010.45</c:v>
                </c:pt>
                <c:pt idx="2000">
                  <c:v>1024.5</c:v>
                </c:pt>
                <c:pt idx="2001">
                  <c:v>1045.3499999999999</c:v>
                </c:pt>
                <c:pt idx="2002">
                  <c:v>1109.7</c:v>
                </c:pt>
                <c:pt idx="2003">
                  <c:v>1100.3</c:v>
                </c:pt>
                <c:pt idx="2004">
                  <c:v>1110.75</c:v>
                </c:pt>
                <c:pt idx="2005">
                  <c:v>1082.1500000000001</c:v>
                </c:pt>
                <c:pt idx="2006">
                  <c:v>1077.4000000000001</c:v>
                </c:pt>
                <c:pt idx="2007">
                  <c:v>1054.55</c:v>
                </c:pt>
                <c:pt idx="2008">
                  <c:v>1050</c:v>
                </c:pt>
                <c:pt idx="2009">
                  <c:v>1011.05</c:v>
                </c:pt>
                <c:pt idx="2010">
                  <c:v>1005.2</c:v>
                </c:pt>
                <c:pt idx="2011">
                  <c:v>975.6</c:v>
                </c:pt>
                <c:pt idx="2012">
                  <c:v>987.85</c:v>
                </c:pt>
                <c:pt idx="2013">
                  <c:v>996.3</c:v>
                </c:pt>
                <c:pt idx="2014">
                  <c:v>981.65</c:v>
                </c:pt>
                <c:pt idx="2015">
                  <c:v>989.75</c:v>
                </c:pt>
                <c:pt idx="2016">
                  <c:v>961.15</c:v>
                </c:pt>
                <c:pt idx="2017">
                  <c:v>940</c:v>
                </c:pt>
                <c:pt idx="2018">
                  <c:v>944.95</c:v>
                </c:pt>
                <c:pt idx="2019">
                  <c:v>922.7</c:v>
                </c:pt>
                <c:pt idx="2020">
                  <c:v>903.2</c:v>
                </c:pt>
                <c:pt idx="2021">
                  <c:v>831.05</c:v>
                </c:pt>
                <c:pt idx="2022">
                  <c:v>798.25</c:v>
                </c:pt>
                <c:pt idx="2023">
                  <c:v>871.95</c:v>
                </c:pt>
                <c:pt idx="2024">
                  <c:v>843.25</c:v>
                </c:pt>
                <c:pt idx="2025">
                  <c:v>884.6</c:v>
                </c:pt>
                <c:pt idx="2026">
                  <c:v>854.3</c:v>
                </c:pt>
                <c:pt idx="2027">
                  <c:v>867.7</c:v>
                </c:pt>
                <c:pt idx="2028">
                  <c:v>869.85</c:v>
                </c:pt>
                <c:pt idx="2029">
                  <c:v>873.75</c:v>
                </c:pt>
                <c:pt idx="2030">
                  <c:v>929.5</c:v>
                </c:pt>
                <c:pt idx="2031">
                  <c:v>975.65</c:v>
                </c:pt>
                <c:pt idx="2032">
                  <c:v>955.05</c:v>
                </c:pt>
                <c:pt idx="2033">
                  <c:v>906.1</c:v>
                </c:pt>
                <c:pt idx="2034">
                  <c:v>879.05</c:v>
                </c:pt>
                <c:pt idx="2035">
                  <c:v>898.4</c:v>
                </c:pt>
                <c:pt idx="2036">
                  <c:v>906.1</c:v>
                </c:pt>
                <c:pt idx="2037">
                  <c:v>864.65</c:v>
                </c:pt>
                <c:pt idx="2038">
                  <c:v>868.95</c:v>
                </c:pt>
                <c:pt idx="2039">
                  <c:v>873.8</c:v>
                </c:pt>
                <c:pt idx="2040">
                  <c:v>872.7</c:v>
                </c:pt>
                <c:pt idx="2041">
                  <c:v>853.2</c:v>
                </c:pt>
                <c:pt idx="2042">
                  <c:v>875.45</c:v>
                </c:pt>
                <c:pt idx="2043">
                  <c:v>886.1</c:v>
                </c:pt>
                <c:pt idx="2044">
                  <c:v>914.65</c:v>
                </c:pt>
                <c:pt idx="2045">
                  <c:v>900.55</c:v>
                </c:pt>
                <c:pt idx="2046">
                  <c:v>900.75</c:v>
                </c:pt>
                <c:pt idx="2047">
                  <c:v>898.4</c:v>
                </c:pt>
                <c:pt idx="2048">
                  <c:v>877.55</c:v>
                </c:pt>
                <c:pt idx="2049">
                  <c:v>880.9</c:v>
                </c:pt>
                <c:pt idx="2050">
                  <c:v>877.4</c:v>
                </c:pt>
                <c:pt idx="2051">
                  <c:v>848.6</c:v>
                </c:pt>
                <c:pt idx="2052">
                  <c:v>858.8</c:v>
                </c:pt>
                <c:pt idx="2053">
                  <c:v>875.3</c:v>
                </c:pt>
                <c:pt idx="2054">
                  <c:v>846.15</c:v>
                </c:pt>
                <c:pt idx="2055">
                  <c:v>833.65</c:v>
                </c:pt>
                <c:pt idx="2056">
                  <c:v>823.5</c:v>
                </c:pt>
                <c:pt idx="2057">
                  <c:v>823.55</c:v>
                </c:pt>
                <c:pt idx="2058">
                  <c:v>779.7</c:v>
                </c:pt>
                <c:pt idx="2059">
                  <c:v>803.85</c:v>
                </c:pt>
                <c:pt idx="2060">
                  <c:v>791.85</c:v>
                </c:pt>
                <c:pt idx="2061">
                  <c:v>817.7</c:v>
                </c:pt>
                <c:pt idx="2062">
                  <c:v>811.45</c:v>
                </c:pt>
                <c:pt idx="2063">
                  <c:v>823.7</c:v>
                </c:pt>
                <c:pt idx="2064">
                  <c:v>876.5</c:v>
                </c:pt>
                <c:pt idx="2065">
                  <c:v>878.35</c:v>
                </c:pt>
                <c:pt idx="2066">
                  <c:v>852.5</c:v>
                </c:pt>
                <c:pt idx="2067">
                  <c:v>871.05</c:v>
                </c:pt>
                <c:pt idx="2068">
                  <c:v>810.45</c:v>
                </c:pt>
                <c:pt idx="2069">
                  <c:v>832.35</c:v>
                </c:pt>
                <c:pt idx="2070">
                  <c:v>851.25</c:v>
                </c:pt>
                <c:pt idx="2071">
                  <c:v>885.4</c:v>
                </c:pt>
                <c:pt idx="2072">
                  <c:v>872.9</c:v>
                </c:pt>
                <c:pt idx="2073">
                  <c:v>904.1</c:v>
                </c:pt>
                <c:pt idx="2074">
                  <c:v>887.35</c:v>
                </c:pt>
                <c:pt idx="2075">
                  <c:v>876.25</c:v>
                </c:pt>
                <c:pt idx="2076">
                  <c:v>899.55</c:v>
                </c:pt>
                <c:pt idx="2077">
                  <c:v>908</c:v>
                </c:pt>
                <c:pt idx="2078">
                  <c:v>974.15</c:v>
                </c:pt>
                <c:pt idx="2079">
                  <c:v>971.9</c:v>
                </c:pt>
                <c:pt idx="2080">
                  <c:v>1000.9</c:v>
                </c:pt>
                <c:pt idx="2081">
                  <c:v>993.4</c:v>
                </c:pt>
                <c:pt idx="2082">
                  <c:v>887.2</c:v>
                </c:pt>
                <c:pt idx="2083">
                  <c:v>889.15</c:v>
                </c:pt>
                <c:pt idx="2084">
                  <c:v>890.75</c:v>
                </c:pt>
                <c:pt idx="2085">
                  <c:v>889.3</c:v>
                </c:pt>
                <c:pt idx="2086">
                  <c:v>881.7</c:v>
                </c:pt>
                <c:pt idx="2087">
                  <c:v>910.55</c:v>
                </c:pt>
                <c:pt idx="2088">
                  <c:v>921</c:v>
                </c:pt>
                <c:pt idx="2089">
                  <c:v>943.75</c:v>
                </c:pt>
                <c:pt idx="2090">
                  <c:v>927.45</c:v>
                </c:pt>
                <c:pt idx="2091">
                  <c:v>937.05</c:v>
                </c:pt>
                <c:pt idx="2092">
                  <c:v>966.75</c:v>
                </c:pt>
                <c:pt idx="2093">
                  <c:v>947</c:v>
                </c:pt>
                <c:pt idx="2094">
                  <c:v>917</c:v>
                </c:pt>
                <c:pt idx="2095">
                  <c:v>926.9</c:v>
                </c:pt>
                <c:pt idx="2096">
                  <c:v>905.05</c:v>
                </c:pt>
                <c:pt idx="2097">
                  <c:v>971.15</c:v>
                </c:pt>
                <c:pt idx="2098">
                  <c:v>984.75</c:v>
                </c:pt>
                <c:pt idx="2099">
                  <c:v>981.05</c:v>
                </c:pt>
                <c:pt idx="2100">
                  <c:v>956.1</c:v>
                </c:pt>
                <c:pt idx="2101">
                  <c:v>965.1</c:v>
                </c:pt>
                <c:pt idx="2102">
                  <c:v>961.15</c:v>
                </c:pt>
                <c:pt idx="2103">
                  <c:v>932.4</c:v>
                </c:pt>
                <c:pt idx="2104">
                  <c:v>955.45</c:v>
                </c:pt>
                <c:pt idx="2105">
                  <c:v>968.9</c:v>
                </c:pt>
                <c:pt idx="2106">
                  <c:v>1009.45</c:v>
                </c:pt>
                <c:pt idx="2107">
                  <c:v>994.65</c:v>
                </c:pt>
                <c:pt idx="2108">
                  <c:v>1039.1500000000001</c:v>
                </c:pt>
                <c:pt idx="2109">
                  <c:v>983.85</c:v>
                </c:pt>
                <c:pt idx="2110">
                  <c:v>975.15</c:v>
                </c:pt>
                <c:pt idx="2111">
                  <c:v>956.75</c:v>
                </c:pt>
                <c:pt idx="2112">
                  <c:v>981.85</c:v>
                </c:pt>
                <c:pt idx="2113">
                  <c:v>966.2</c:v>
                </c:pt>
                <c:pt idx="2114">
                  <c:v>914.1</c:v>
                </c:pt>
                <c:pt idx="2115">
                  <c:v>879</c:v>
                </c:pt>
                <c:pt idx="2116">
                  <c:v>890.35</c:v>
                </c:pt>
                <c:pt idx="2117">
                  <c:v>888.25</c:v>
                </c:pt>
                <c:pt idx="2118">
                  <c:v>909.6</c:v>
                </c:pt>
                <c:pt idx="2119">
                  <c:v>910.8</c:v>
                </c:pt>
                <c:pt idx="2120">
                  <c:v>921.3</c:v>
                </c:pt>
                <c:pt idx="2121">
                  <c:v>900.9</c:v>
                </c:pt>
                <c:pt idx="2122">
                  <c:v>888</c:v>
                </c:pt>
                <c:pt idx="2123">
                  <c:v>863.85</c:v>
                </c:pt>
                <c:pt idx="2124">
                  <c:v>858.45</c:v>
                </c:pt>
                <c:pt idx="2125">
                  <c:v>844.4</c:v>
                </c:pt>
                <c:pt idx="2126">
                  <c:v>876.8</c:v>
                </c:pt>
                <c:pt idx="2127">
                  <c:v>881.35</c:v>
                </c:pt>
                <c:pt idx="2128">
                  <c:v>865.5</c:v>
                </c:pt>
                <c:pt idx="2129">
                  <c:v>858.2</c:v>
                </c:pt>
                <c:pt idx="2130">
                  <c:v>847.7</c:v>
                </c:pt>
                <c:pt idx="2131">
                  <c:v>876.5</c:v>
                </c:pt>
                <c:pt idx="2132">
                  <c:v>856.65</c:v>
                </c:pt>
                <c:pt idx="2133">
                  <c:v>844.5</c:v>
                </c:pt>
                <c:pt idx="2134">
                  <c:v>852.25</c:v>
                </c:pt>
                <c:pt idx="2135">
                  <c:v>830.2</c:v>
                </c:pt>
                <c:pt idx="2136">
                  <c:v>876.75</c:v>
                </c:pt>
                <c:pt idx="2137">
                  <c:v>868.4</c:v>
                </c:pt>
                <c:pt idx="2138">
                  <c:v>798.6</c:v>
                </c:pt>
                <c:pt idx="2139">
                  <c:v>767.85</c:v>
                </c:pt>
                <c:pt idx="2140">
                  <c:v>750.65</c:v>
                </c:pt>
                <c:pt idx="2141">
                  <c:v>728.1</c:v>
                </c:pt>
                <c:pt idx="2142">
                  <c:v>783.25</c:v>
                </c:pt>
                <c:pt idx="2143">
                  <c:v>793.85</c:v>
                </c:pt>
                <c:pt idx="2144">
                  <c:v>812.8</c:v>
                </c:pt>
                <c:pt idx="2145">
                  <c:v>831.85</c:v>
                </c:pt>
                <c:pt idx="2146">
                  <c:v>860.55</c:v>
                </c:pt>
                <c:pt idx="2147">
                  <c:v>802.55</c:v>
                </c:pt>
                <c:pt idx="2148">
                  <c:v>799.2</c:v>
                </c:pt>
                <c:pt idx="2149">
                  <c:v>806.25</c:v>
                </c:pt>
                <c:pt idx="2150">
                  <c:v>808.95</c:v>
                </c:pt>
                <c:pt idx="2151">
                  <c:v>838.95</c:v>
                </c:pt>
                <c:pt idx="2152">
                  <c:v>833.75</c:v>
                </c:pt>
                <c:pt idx="2153">
                  <c:v>840.65</c:v>
                </c:pt>
                <c:pt idx="2154">
                  <c:v>815.35</c:v>
                </c:pt>
                <c:pt idx="2155">
                  <c:v>829.7</c:v>
                </c:pt>
                <c:pt idx="2156">
                  <c:v>860.55</c:v>
                </c:pt>
                <c:pt idx="2157">
                  <c:v>853.35</c:v>
                </c:pt>
                <c:pt idx="2158">
                  <c:v>845.1</c:v>
                </c:pt>
                <c:pt idx="2159">
                  <c:v>833.95</c:v>
                </c:pt>
                <c:pt idx="2160">
                  <c:v>819.25</c:v>
                </c:pt>
                <c:pt idx="2161">
                  <c:v>828.3</c:v>
                </c:pt>
                <c:pt idx="2162">
                  <c:v>833.2</c:v>
                </c:pt>
                <c:pt idx="2163">
                  <c:v>841.55</c:v>
                </c:pt>
                <c:pt idx="2164">
                  <c:v>841.25</c:v>
                </c:pt>
                <c:pt idx="2165">
                  <c:v>841.6</c:v>
                </c:pt>
                <c:pt idx="2166">
                  <c:v>817.85</c:v>
                </c:pt>
                <c:pt idx="2167">
                  <c:v>819</c:v>
                </c:pt>
                <c:pt idx="2168">
                  <c:v>818.2</c:v>
                </c:pt>
                <c:pt idx="2169">
                  <c:v>834.05</c:v>
                </c:pt>
                <c:pt idx="2170">
                  <c:v>818.45</c:v>
                </c:pt>
                <c:pt idx="2171">
                  <c:v>792.35</c:v>
                </c:pt>
                <c:pt idx="2172">
                  <c:v>812.2</c:v>
                </c:pt>
                <c:pt idx="2173">
                  <c:v>814.95</c:v>
                </c:pt>
                <c:pt idx="2174">
                  <c:v>848.8</c:v>
                </c:pt>
                <c:pt idx="2175">
                  <c:v>844.2</c:v>
                </c:pt>
                <c:pt idx="2176">
                  <c:v>838.4</c:v>
                </c:pt>
                <c:pt idx="2177">
                  <c:v>856.7</c:v>
                </c:pt>
                <c:pt idx="2178">
                  <c:v>864.8</c:v>
                </c:pt>
                <c:pt idx="2179">
                  <c:v>850.9</c:v>
                </c:pt>
                <c:pt idx="2180">
                  <c:v>836.7</c:v>
                </c:pt>
                <c:pt idx="2181">
                  <c:v>810.55</c:v>
                </c:pt>
                <c:pt idx="2182">
                  <c:v>762.8</c:v>
                </c:pt>
                <c:pt idx="2183">
                  <c:v>748.85</c:v>
                </c:pt>
                <c:pt idx="2184">
                  <c:v>730.1</c:v>
                </c:pt>
                <c:pt idx="2185">
                  <c:v>721.15</c:v>
                </c:pt>
                <c:pt idx="2186">
                  <c:v>766.85</c:v>
                </c:pt>
                <c:pt idx="2187">
                  <c:v>766.8</c:v>
                </c:pt>
                <c:pt idx="2188">
                  <c:v>721</c:v>
                </c:pt>
                <c:pt idx="2189">
                  <c:v>713.05</c:v>
                </c:pt>
                <c:pt idx="2190">
                  <c:v>688.4</c:v>
                </c:pt>
                <c:pt idx="2191">
                  <c:v>676.2</c:v>
                </c:pt>
                <c:pt idx="2192">
                  <c:v>620</c:v>
                </c:pt>
                <c:pt idx="2193">
                  <c:v>665.6</c:v>
                </c:pt>
                <c:pt idx="2194">
                  <c:v>671.75</c:v>
                </c:pt>
                <c:pt idx="2195">
                  <c:v>657.5</c:v>
                </c:pt>
                <c:pt idx="2196">
                  <c:v>619</c:v>
                </c:pt>
                <c:pt idx="2197">
                  <c:v>575.9</c:v>
                </c:pt>
                <c:pt idx="2198">
                  <c:v>546.6</c:v>
                </c:pt>
                <c:pt idx="2199">
                  <c:v>524.79999999999995</c:v>
                </c:pt>
                <c:pt idx="2200">
                  <c:v>572.85</c:v>
                </c:pt>
                <c:pt idx="2201">
                  <c:v>592.70000000000005</c:v>
                </c:pt>
                <c:pt idx="2202">
                  <c:v>543.1</c:v>
                </c:pt>
                <c:pt idx="2203">
                  <c:v>495</c:v>
                </c:pt>
                <c:pt idx="2204">
                  <c:v>453.85</c:v>
                </c:pt>
                <c:pt idx="2205">
                  <c:v>491.35</c:v>
                </c:pt>
                <c:pt idx="2206">
                  <c:v>559.1</c:v>
                </c:pt>
                <c:pt idx="2207">
                  <c:v>546.65</c:v>
                </c:pt>
                <c:pt idx="2208">
                  <c:v>547.29999999999995</c:v>
                </c:pt>
                <c:pt idx="2209">
                  <c:v>498.85</c:v>
                </c:pt>
                <c:pt idx="2210">
                  <c:v>496.75</c:v>
                </c:pt>
                <c:pt idx="2211">
                  <c:v>540.25</c:v>
                </c:pt>
                <c:pt idx="2212">
                  <c:v>540.79999999999995</c:v>
                </c:pt>
                <c:pt idx="2213">
                  <c:v>537.5</c:v>
                </c:pt>
                <c:pt idx="2214">
                  <c:v>547.4</c:v>
                </c:pt>
                <c:pt idx="2215">
                  <c:v>508.5</c:v>
                </c:pt>
                <c:pt idx="2216">
                  <c:v>506.4</c:v>
                </c:pt>
                <c:pt idx="2217">
                  <c:v>500.2</c:v>
                </c:pt>
                <c:pt idx="2218">
                  <c:v>525.15</c:v>
                </c:pt>
                <c:pt idx="2219">
                  <c:v>546.45000000000005</c:v>
                </c:pt>
                <c:pt idx="2220">
                  <c:v>528.85</c:v>
                </c:pt>
                <c:pt idx="2221">
                  <c:v>534.9</c:v>
                </c:pt>
                <c:pt idx="2222">
                  <c:v>530.85</c:v>
                </c:pt>
                <c:pt idx="2223">
                  <c:v>519</c:v>
                </c:pt>
                <c:pt idx="2224">
                  <c:v>483.15</c:v>
                </c:pt>
                <c:pt idx="2225">
                  <c:v>482.65</c:v>
                </c:pt>
                <c:pt idx="2226">
                  <c:v>469.25</c:v>
                </c:pt>
                <c:pt idx="2227">
                  <c:v>506.45</c:v>
                </c:pt>
                <c:pt idx="2228">
                  <c:v>519.9</c:v>
                </c:pt>
                <c:pt idx="2229">
                  <c:v>504</c:v>
                </c:pt>
                <c:pt idx="2230">
                  <c:v>527.45000000000005</c:v>
                </c:pt>
                <c:pt idx="2231">
                  <c:v>559.4</c:v>
                </c:pt>
                <c:pt idx="2232">
                  <c:v>564.15</c:v>
                </c:pt>
                <c:pt idx="2233">
                  <c:v>532.85</c:v>
                </c:pt>
                <c:pt idx="2234">
                  <c:v>534.79999999999995</c:v>
                </c:pt>
                <c:pt idx="2235">
                  <c:v>549.4</c:v>
                </c:pt>
                <c:pt idx="2236">
                  <c:v>521.79999999999995</c:v>
                </c:pt>
                <c:pt idx="2237">
                  <c:v>522.25</c:v>
                </c:pt>
                <c:pt idx="2238">
                  <c:v>541.04999999999995</c:v>
                </c:pt>
                <c:pt idx="2239">
                  <c:v>507.65</c:v>
                </c:pt>
                <c:pt idx="2240">
                  <c:v>481.3</c:v>
                </c:pt>
                <c:pt idx="2241">
                  <c:v>469.65</c:v>
                </c:pt>
                <c:pt idx="2242">
                  <c:v>479.35</c:v>
                </c:pt>
                <c:pt idx="2243">
                  <c:v>477.3</c:v>
                </c:pt>
                <c:pt idx="2244">
                  <c:v>510.5</c:v>
                </c:pt>
                <c:pt idx="2245">
                  <c:v>513.54999999999995</c:v>
                </c:pt>
                <c:pt idx="2246">
                  <c:v>510.55</c:v>
                </c:pt>
                <c:pt idx="2247">
                  <c:v>500.6</c:v>
                </c:pt>
                <c:pt idx="2248">
                  <c:v>478.15</c:v>
                </c:pt>
                <c:pt idx="2249">
                  <c:v>471.65</c:v>
                </c:pt>
                <c:pt idx="2250">
                  <c:v>476.8</c:v>
                </c:pt>
                <c:pt idx="2251">
                  <c:v>482.55</c:v>
                </c:pt>
                <c:pt idx="2252">
                  <c:v>477.9</c:v>
                </c:pt>
                <c:pt idx="2253">
                  <c:v>496.85</c:v>
                </c:pt>
                <c:pt idx="2254">
                  <c:v>498.3</c:v>
                </c:pt>
                <c:pt idx="2255">
                  <c:v>515.25</c:v>
                </c:pt>
                <c:pt idx="2256">
                  <c:v>506.4</c:v>
                </c:pt>
                <c:pt idx="2257">
                  <c:v>504.8</c:v>
                </c:pt>
                <c:pt idx="2258">
                  <c:v>536.95000000000005</c:v>
                </c:pt>
                <c:pt idx="2259">
                  <c:v>512.54999999999995</c:v>
                </c:pt>
                <c:pt idx="2260">
                  <c:v>525.65</c:v>
                </c:pt>
                <c:pt idx="2261">
                  <c:v>538.95000000000005</c:v>
                </c:pt>
                <c:pt idx="2262">
                  <c:v>510.45</c:v>
                </c:pt>
                <c:pt idx="2263">
                  <c:v>503</c:v>
                </c:pt>
                <c:pt idx="2264">
                  <c:v>500.75</c:v>
                </c:pt>
                <c:pt idx="2265">
                  <c:v>496.45</c:v>
                </c:pt>
                <c:pt idx="2266">
                  <c:v>492.3</c:v>
                </c:pt>
                <c:pt idx="2267">
                  <c:v>496.6</c:v>
                </c:pt>
                <c:pt idx="2268">
                  <c:v>486.15</c:v>
                </c:pt>
                <c:pt idx="2269">
                  <c:v>499.1</c:v>
                </c:pt>
                <c:pt idx="2270">
                  <c:v>507.45</c:v>
                </c:pt>
                <c:pt idx="2271">
                  <c:v>509.4</c:v>
                </c:pt>
                <c:pt idx="2272">
                  <c:v>511.6</c:v>
                </c:pt>
                <c:pt idx="2273">
                  <c:v>491.3</c:v>
                </c:pt>
                <c:pt idx="2274">
                  <c:v>499.85</c:v>
                </c:pt>
                <c:pt idx="2275">
                  <c:v>498.65</c:v>
                </c:pt>
                <c:pt idx="2276">
                  <c:v>482.9</c:v>
                </c:pt>
                <c:pt idx="2277">
                  <c:v>502.8</c:v>
                </c:pt>
                <c:pt idx="2278">
                  <c:v>515</c:v>
                </c:pt>
                <c:pt idx="2279">
                  <c:v>524.6</c:v>
                </c:pt>
                <c:pt idx="2280">
                  <c:v>514.75</c:v>
                </c:pt>
                <c:pt idx="2281">
                  <c:v>509.9</c:v>
                </c:pt>
                <c:pt idx="2282">
                  <c:v>511.2</c:v>
                </c:pt>
                <c:pt idx="2283">
                  <c:v>500.75</c:v>
                </c:pt>
                <c:pt idx="2284">
                  <c:v>485.25</c:v>
                </c:pt>
                <c:pt idx="2285">
                  <c:v>480.75</c:v>
                </c:pt>
                <c:pt idx="2286">
                  <c:v>489.5</c:v>
                </c:pt>
                <c:pt idx="2287">
                  <c:v>474.05</c:v>
                </c:pt>
                <c:pt idx="2288">
                  <c:v>468.9</c:v>
                </c:pt>
                <c:pt idx="2289">
                  <c:v>480.75</c:v>
                </c:pt>
                <c:pt idx="2290">
                  <c:v>482.2</c:v>
                </c:pt>
                <c:pt idx="2291">
                  <c:v>483.1</c:v>
                </c:pt>
                <c:pt idx="2292">
                  <c:v>459.85</c:v>
                </c:pt>
                <c:pt idx="2293">
                  <c:v>446.2</c:v>
                </c:pt>
                <c:pt idx="2294">
                  <c:v>460.55</c:v>
                </c:pt>
                <c:pt idx="2295">
                  <c:v>463.2</c:v>
                </c:pt>
                <c:pt idx="2296">
                  <c:v>481.7</c:v>
                </c:pt>
                <c:pt idx="2297">
                  <c:v>463</c:v>
                </c:pt>
                <c:pt idx="2298">
                  <c:v>477.4</c:v>
                </c:pt>
                <c:pt idx="2299">
                  <c:v>506.85</c:v>
                </c:pt>
                <c:pt idx="2300">
                  <c:v>519.79999999999995</c:v>
                </c:pt>
                <c:pt idx="2301">
                  <c:v>497.55</c:v>
                </c:pt>
                <c:pt idx="2302">
                  <c:v>505.15</c:v>
                </c:pt>
                <c:pt idx="2303">
                  <c:v>514.95000000000005</c:v>
                </c:pt>
                <c:pt idx="2304">
                  <c:v>509.8</c:v>
                </c:pt>
                <c:pt idx="2305">
                  <c:v>519.65</c:v>
                </c:pt>
                <c:pt idx="2306">
                  <c:v>521.65</c:v>
                </c:pt>
                <c:pt idx="2307">
                  <c:v>526</c:v>
                </c:pt>
                <c:pt idx="2308">
                  <c:v>558.45000000000005</c:v>
                </c:pt>
                <c:pt idx="2309">
                  <c:v>574.85</c:v>
                </c:pt>
                <c:pt idx="2310">
                  <c:v>523.25</c:v>
                </c:pt>
                <c:pt idx="2311">
                  <c:v>538.54999999999995</c:v>
                </c:pt>
                <c:pt idx="2312">
                  <c:v>544.5</c:v>
                </c:pt>
                <c:pt idx="2313">
                  <c:v>578.75</c:v>
                </c:pt>
                <c:pt idx="2314">
                  <c:v>579.54999999999995</c:v>
                </c:pt>
                <c:pt idx="2315">
                  <c:v>604.15</c:v>
                </c:pt>
                <c:pt idx="2316">
                  <c:v>602.54999999999995</c:v>
                </c:pt>
                <c:pt idx="2317">
                  <c:v>592.25</c:v>
                </c:pt>
                <c:pt idx="2318">
                  <c:v>577.70000000000005</c:v>
                </c:pt>
                <c:pt idx="2319">
                  <c:v>572.04999999999995</c:v>
                </c:pt>
                <c:pt idx="2320">
                  <c:v>573.1</c:v>
                </c:pt>
                <c:pt idx="2321">
                  <c:v>561.4</c:v>
                </c:pt>
                <c:pt idx="2322">
                  <c:v>550.75</c:v>
                </c:pt>
                <c:pt idx="2323">
                  <c:v>542.95000000000005</c:v>
                </c:pt>
                <c:pt idx="2324">
                  <c:v>568.1</c:v>
                </c:pt>
                <c:pt idx="2325">
                  <c:v>583.9</c:v>
                </c:pt>
                <c:pt idx="2326">
                  <c:v>601.9</c:v>
                </c:pt>
                <c:pt idx="2327">
                  <c:v>598.5</c:v>
                </c:pt>
                <c:pt idx="2328">
                  <c:v>623.6</c:v>
                </c:pt>
                <c:pt idx="2329">
                  <c:v>666.4</c:v>
                </c:pt>
                <c:pt idx="2330">
                  <c:v>651</c:v>
                </c:pt>
                <c:pt idx="2331">
                  <c:v>635.35</c:v>
                </c:pt>
                <c:pt idx="2332">
                  <c:v>631.70000000000005</c:v>
                </c:pt>
                <c:pt idx="2333">
                  <c:v>630.95000000000005</c:v>
                </c:pt>
                <c:pt idx="2334">
                  <c:v>615.25</c:v>
                </c:pt>
                <c:pt idx="2335">
                  <c:v>641.1</c:v>
                </c:pt>
                <c:pt idx="2336">
                  <c:v>621.70000000000005</c:v>
                </c:pt>
                <c:pt idx="2337">
                  <c:v>619.79999999999995</c:v>
                </c:pt>
                <c:pt idx="2338">
                  <c:v>644.04999999999995</c:v>
                </c:pt>
                <c:pt idx="2339">
                  <c:v>743.85</c:v>
                </c:pt>
                <c:pt idx="2340">
                  <c:v>669.75</c:v>
                </c:pt>
                <c:pt idx="2341">
                  <c:v>676.65</c:v>
                </c:pt>
                <c:pt idx="2342">
                  <c:v>647.45000000000005</c:v>
                </c:pt>
                <c:pt idx="2343">
                  <c:v>634.04999999999995</c:v>
                </c:pt>
                <c:pt idx="2344">
                  <c:v>631.35</c:v>
                </c:pt>
                <c:pt idx="2345">
                  <c:v>624.45000000000005</c:v>
                </c:pt>
                <c:pt idx="2346">
                  <c:v>648.54999999999995</c:v>
                </c:pt>
                <c:pt idx="2347">
                  <c:v>663.2</c:v>
                </c:pt>
                <c:pt idx="2348">
                  <c:v>704.6</c:v>
                </c:pt>
                <c:pt idx="2349">
                  <c:v>697.65</c:v>
                </c:pt>
                <c:pt idx="2350">
                  <c:v>694.75</c:v>
                </c:pt>
                <c:pt idx="2351">
                  <c:v>696.85</c:v>
                </c:pt>
                <c:pt idx="2352">
                  <c:v>707.2</c:v>
                </c:pt>
                <c:pt idx="2353">
                  <c:v>721.35</c:v>
                </c:pt>
                <c:pt idx="2354">
                  <c:v>742.1</c:v>
                </c:pt>
                <c:pt idx="2355">
                  <c:v>782.15</c:v>
                </c:pt>
                <c:pt idx="2356">
                  <c:v>781.8</c:v>
                </c:pt>
                <c:pt idx="2357">
                  <c:v>775.1</c:v>
                </c:pt>
                <c:pt idx="2358">
                  <c:v>764.55</c:v>
                </c:pt>
                <c:pt idx="2359">
                  <c:v>778</c:v>
                </c:pt>
                <c:pt idx="2360">
                  <c:v>389.15</c:v>
                </c:pt>
                <c:pt idx="2361">
                  <c:v>378.75</c:v>
                </c:pt>
                <c:pt idx="2362">
                  <c:v>376.4</c:v>
                </c:pt>
                <c:pt idx="2363">
                  <c:v>379.8</c:v>
                </c:pt>
                <c:pt idx="2364">
                  <c:v>369.65</c:v>
                </c:pt>
                <c:pt idx="2365">
                  <c:v>366.65</c:v>
                </c:pt>
                <c:pt idx="2366">
                  <c:v>381.75</c:v>
                </c:pt>
                <c:pt idx="2367">
                  <c:v>380.5</c:v>
                </c:pt>
                <c:pt idx="2368">
                  <c:v>397.4</c:v>
                </c:pt>
                <c:pt idx="2369">
                  <c:v>386.2</c:v>
                </c:pt>
                <c:pt idx="2370">
                  <c:v>389.85</c:v>
                </c:pt>
                <c:pt idx="2371">
                  <c:v>392.95</c:v>
                </c:pt>
                <c:pt idx="2372">
                  <c:v>390</c:v>
                </c:pt>
                <c:pt idx="2373">
                  <c:v>390.95</c:v>
                </c:pt>
                <c:pt idx="2374">
                  <c:v>380.7</c:v>
                </c:pt>
                <c:pt idx="2375">
                  <c:v>389.15</c:v>
                </c:pt>
                <c:pt idx="2376">
                  <c:v>381.15</c:v>
                </c:pt>
                <c:pt idx="2377">
                  <c:v>388.15</c:v>
                </c:pt>
                <c:pt idx="2378">
                  <c:v>395.15</c:v>
                </c:pt>
                <c:pt idx="2379">
                  <c:v>397.5</c:v>
                </c:pt>
                <c:pt idx="2380">
                  <c:v>406.95</c:v>
                </c:pt>
                <c:pt idx="2381">
                  <c:v>423.15</c:v>
                </c:pt>
                <c:pt idx="2382">
                  <c:v>419.8</c:v>
                </c:pt>
                <c:pt idx="2383">
                  <c:v>434.1</c:v>
                </c:pt>
                <c:pt idx="2384">
                  <c:v>500.55</c:v>
                </c:pt>
                <c:pt idx="2385">
                  <c:v>477.6</c:v>
                </c:pt>
                <c:pt idx="2386">
                  <c:v>466.3</c:v>
                </c:pt>
                <c:pt idx="2387">
                  <c:v>475.65</c:v>
                </c:pt>
                <c:pt idx="2388">
                  <c:v>482</c:v>
                </c:pt>
                <c:pt idx="2389">
                  <c:v>480.3</c:v>
                </c:pt>
                <c:pt idx="2390">
                  <c:v>480.65</c:v>
                </c:pt>
                <c:pt idx="2391">
                  <c:v>499.8</c:v>
                </c:pt>
                <c:pt idx="2392">
                  <c:v>533.1</c:v>
                </c:pt>
                <c:pt idx="2393">
                  <c:v>525.95000000000005</c:v>
                </c:pt>
                <c:pt idx="2394">
                  <c:v>531.65</c:v>
                </c:pt>
                <c:pt idx="2395">
                  <c:v>530.15</c:v>
                </c:pt>
                <c:pt idx="2396">
                  <c:v>529</c:v>
                </c:pt>
                <c:pt idx="2397">
                  <c:v>517.4</c:v>
                </c:pt>
                <c:pt idx="2398">
                  <c:v>509.1</c:v>
                </c:pt>
                <c:pt idx="2399">
                  <c:v>539.04999999999995</c:v>
                </c:pt>
                <c:pt idx="2400">
                  <c:v>541.9</c:v>
                </c:pt>
                <c:pt idx="2401">
                  <c:v>519.65</c:v>
                </c:pt>
                <c:pt idx="2402">
                  <c:v>526.75</c:v>
                </c:pt>
                <c:pt idx="2403">
                  <c:v>521.5</c:v>
                </c:pt>
                <c:pt idx="2404">
                  <c:v>510.15</c:v>
                </c:pt>
                <c:pt idx="2405">
                  <c:v>508.85</c:v>
                </c:pt>
                <c:pt idx="2406">
                  <c:v>498.05</c:v>
                </c:pt>
                <c:pt idx="2407">
                  <c:v>501</c:v>
                </c:pt>
                <c:pt idx="2408">
                  <c:v>509.25</c:v>
                </c:pt>
                <c:pt idx="2409">
                  <c:v>521.54999999999995</c:v>
                </c:pt>
                <c:pt idx="2410">
                  <c:v>528.29999999999995</c:v>
                </c:pt>
                <c:pt idx="2411">
                  <c:v>548.5</c:v>
                </c:pt>
                <c:pt idx="2412">
                  <c:v>547.75</c:v>
                </c:pt>
                <c:pt idx="2413">
                  <c:v>540.79999999999995</c:v>
                </c:pt>
                <c:pt idx="2414">
                  <c:v>527.04999999999995</c:v>
                </c:pt>
                <c:pt idx="2415">
                  <c:v>526.9</c:v>
                </c:pt>
                <c:pt idx="2416">
                  <c:v>534.6</c:v>
                </c:pt>
                <c:pt idx="2417">
                  <c:v>533.65</c:v>
                </c:pt>
                <c:pt idx="2418">
                  <c:v>531.9</c:v>
                </c:pt>
                <c:pt idx="2419">
                  <c:v>550.95000000000005</c:v>
                </c:pt>
                <c:pt idx="2420">
                  <c:v>554.65</c:v>
                </c:pt>
                <c:pt idx="2421">
                  <c:v>560.45000000000005</c:v>
                </c:pt>
                <c:pt idx="2422">
                  <c:v>556.54999999999995</c:v>
                </c:pt>
                <c:pt idx="2423">
                  <c:v>560.35</c:v>
                </c:pt>
                <c:pt idx="2424">
                  <c:v>559.1</c:v>
                </c:pt>
                <c:pt idx="2425">
                  <c:v>571.9</c:v>
                </c:pt>
                <c:pt idx="2426">
                  <c:v>570.5</c:v>
                </c:pt>
                <c:pt idx="2427">
                  <c:v>582.95000000000005</c:v>
                </c:pt>
                <c:pt idx="2428">
                  <c:v>584</c:v>
                </c:pt>
                <c:pt idx="2429">
                  <c:v>602.65</c:v>
                </c:pt>
                <c:pt idx="2430">
                  <c:v>590.9</c:v>
                </c:pt>
                <c:pt idx="2431">
                  <c:v>602.54999999999995</c:v>
                </c:pt>
                <c:pt idx="2432">
                  <c:v>587.4</c:v>
                </c:pt>
                <c:pt idx="2433">
                  <c:v>610.4</c:v>
                </c:pt>
                <c:pt idx="2434">
                  <c:v>621</c:v>
                </c:pt>
                <c:pt idx="2435">
                  <c:v>629.85</c:v>
                </c:pt>
                <c:pt idx="2436">
                  <c:v>615.29999999999995</c:v>
                </c:pt>
                <c:pt idx="2437">
                  <c:v>614.20000000000005</c:v>
                </c:pt>
                <c:pt idx="2438">
                  <c:v>591.70000000000005</c:v>
                </c:pt>
                <c:pt idx="2439">
                  <c:v>571.4</c:v>
                </c:pt>
                <c:pt idx="2440">
                  <c:v>561.75</c:v>
                </c:pt>
                <c:pt idx="2441">
                  <c:v>579.85</c:v>
                </c:pt>
                <c:pt idx="2442">
                  <c:v>592.95000000000005</c:v>
                </c:pt>
                <c:pt idx="2443">
                  <c:v>581.79999999999995</c:v>
                </c:pt>
                <c:pt idx="2444">
                  <c:v>598.29999999999995</c:v>
                </c:pt>
                <c:pt idx="2445">
                  <c:v>608.79999999999995</c:v>
                </c:pt>
                <c:pt idx="2446">
                  <c:v>621.04999999999995</c:v>
                </c:pt>
                <c:pt idx="2447">
                  <c:v>632.79999999999995</c:v>
                </c:pt>
                <c:pt idx="2448">
                  <c:v>625.85</c:v>
                </c:pt>
                <c:pt idx="2449">
                  <c:v>639.79999999999995</c:v>
                </c:pt>
                <c:pt idx="2450">
                  <c:v>644.54999999999995</c:v>
                </c:pt>
                <c:pt idx="2451">
                  <c:v>642.75</c:v>
                </c:pt>
                <c:pt idx="2452">
                  <c:v>642.85</c:v>
                </c:pt>
                <c:pt idx="2453">
                  <c:v>634.04999999999995</c:v>
                </c:pt>
                <c:pt idx="2454">
                  <c:v>628.29999999999995</c:v>
                </c:pt>
                <c:pt idx="2455">
                  <c:v>606.04999999999995</c:v>
                </c:pt>
                <c:pt idx="2456">
                  <c:v>625.70000000000005</c:v>
                </c:pt>
                <c:pt idx="2457">
                  <c:v>624.5</c:v>
                </c:pt>
                <c:pt idx="2458">
                  <c:v>622.15</c:v>
                </c:pt>
                <c:pt idx="2459">
                  <c:v>622.75</c:v>
                </c:pt>
                <c:pt idx="2460">
                  <c:v>626.65</c:v>
                </c:pt>
                <c:pt idx="2461">
                  <c:v>645.25</c:v>
                </c:pt>
                <c:pt idx="2462">
                  <c:v>655.35</c:v>
                </c:pt>
                <c:pt idx="2463">
                  <c:v>670.15</c:v>
                </c:pt>
                <c:pt idx="2464">
                  <c:v>665.75</c:v>
                </c:pt>
                <c:pt idx="2465">
                  <c:v>690.45</c:v>
                </c:pt>
                <c:pt idx="2466">
                  <c:v>686.9</c:v>
                </c:pt>
                <c:pt idx="2467">
                  <c:v>679.9</c:v>
                </c:pt>
                <c:pt idx="2468">
                  <c:v>693.15</c:v>
                </c:pt>
                <c:pt idx="2469">
                  <c:v>694.1</c:v>
                </c:pt>
                <c:pt idx="2470">
                  <c:v>699.05</c:v>
                </c:pt>
                <c:pt idx="2471">
                  <c:v>702.8</c:v>
                </c:pt>
                <c:pt idx="2472">
                  <c:v>687.9</c:v>
                </c:pt>
                <c:pt idx="2473">
                  <c:v>670.45</c:v>
                </c:pt>
                <c:pt idx="2474">
                  <c:v>688.4</c:v>
                </c:pt>
                <c:pt idx="2475">
                  <c:v>685.75</c:v>
                </c:pt>
                <c:pt idx="2476">
                  <c:v>684.3</c:v>
                </c:pt>
                <c:pt idx="2477">
                  <c:v>690.05</c:v>
                </c:pt>
                <c:pt idx="2478">
                  <c:v>695.2</c:v>
                </c:pt>
                <c:pt idx="2479">
                  <c:v>699.4</c:v>
                </c:pt>
                <c:pt idx="2480">
                  <c:v>698.3</c:v>
                </c:pt>
                <c:pt idx="2481">
                  <c:v>706.7</c:v>
                </c:pt>
                <c:pt idx="2482">
                  <c:v>705.65</c:v>
                </c:pt>
                <c:pt idx="2483">
                  <c:v>706.1</c:v>
                </c:pt>
                <c:pt idx="2484">
                  <c:v>705.1</c:v>
                </c:pt>
                <c:pt idx="2485">
                  <c:v>700.95</c:v>
                </c:pt>
                <c:pt idx="2486">
                  <c:v>713.15</c:v>
                </c:pt>
                <c:pt idx="2487">
                  <c:v>722.75</c:v>
                </c:pt>
                <c:pt idx="2488">
                  <c:v>727.5</c:v>
                </c:pt>
                <c:pt idx="2489">
                  <c:v>734.05</c:v>
                </c:pt>
                <c:pt idx="2490">
                  <c:v>724.05</c:v>
                </c:pt>
                <c:pt idx="2491">
                  <c:v>746.55</c:v>
                </c:pt>
                <c:pt idx="2492">
                  <c:v>749.3</c:v>
                </c:pt>
                <c:pt idx="2493">
                  <c:v>741.4</c:v>
                </c:pt>
                <c:pt idx="2494">
                  <c:v>742.75</c:v>
                </c:pt>
                <c:pt idx="2495">
                  <c:v>750.25</c:v>
                </c:pt>
                <c:pt idx="2496">
                  <c:v>751.65</c:v>
                </c:pt>
                <c:pt idx="2497">
                  <c:v>751.85</c:v>
                </c:pt>
                <c:pt idx="2498">
                  <c:v>734.85</c:v>
                </c:pt>
                <c:pt idx="2499">
                  <c:v>714.4</c:v>
                </c:pt>
                <c:pt idx="2500">
                  <c:v>699.8</c:v>
                </c:pt>
                <c:pt idx="2501">
                  <c:v>714.2</c:v>
                </c:pt>
                <c:pt idx="2502">
                  <c:v>750.05</c:v>
                </c:pt>
                <c:pt idx="2503">
                  <c:v>788.55</c:v>
                </c:pt>
                <c:pt idx="2504">
                  <c:v>779.85</c:v>
                </c:pt>
                <c:pt idx="2505">
                  <c:v>791.4</c:v>
                </c:pt>
                <c:pt idx="2506">
                  <c:v>802.2</c:v>
                </c:pt>
                <c:pt idx="2507">
                  <c:v>780.7</c:v>
                </c:pt>
                <c:pt idx="2508">
                  <c:v>779.4</c:v>
                </c:pt>
                <c:pt idx="2509">
                  <c:v>770.65</c:v>
                </c:pt>
                <c:pt idx="2510">
                  <c:v>757.85</c:v>
                </c:pt>
                <c:pt idx="2511">
                  <c:v>756.2</c:v>
                </c:pt>
                <c:pt idx="2512">
                  <c:v>743.3</c:v>
                </c:pt>
                <c:pt idx="2513">
                  <c:v>741.75</c:v>
                </c:pt>
                <c:pt idx="2514">
                  <c:v>736.2</c:v>
                </c:pt>
                <c:pt idx="2515">
                  <c:v>746.15</c:v>
                </c:pt>
                <c:pt idx="2516">
                  <c:v>738.4</c:v>
                </c:pt>
                <c:pt idx="2517">
                  <c:v>752.95</c:v>
                </c:pt>
                <c:pt idx="2518">
                  <c:v>738.7</c:v>
                </c:pt>
                <c:pt idx="2519">
                  <c:v>723.5</c:v>
                </c:pt>
                <c:pt idx="2520">
                  <c:v>729.7</c:v>
                </c:pt>
                <c:pt idx="2521">
                  <c:v>724.15</c:v>
                </c:pt>
                <c:pt idx="2522">
                  <c:v>735.15</c:v>
                </c:pt>
                <c:pt idx="2523">
                  <c:v>732.3</c:v>
                </c:pt>
                <c:pt idx="2524">
                  <c:v>742.7</c:v>
                </c:pt>
                <c:pt idx="2525">
                  <c:v>746.15</c:v>
                </c:pt>
                <c:pt idx="2526">
                  <c:v>758.15</c:v>
                </c:pt>
                <c:pt idx="2527">
                  <c:v>758.65</c:v>
                </c:pt>
                <c:pt idx="2528">
                  <c:v>758.8</c:v>
                </c:pt>
                <c:pt idx="2529">
                  <c:v>750.55</c:v>
                </c:pt>
                <c:pt idx="2530">
                  <c:v>757.25</c:v>
                </c:pt>
                <c:pt idx="2531">
                  <c:v>762.1</c:v>
                </c:pt>
                <c:pt idx="2532">
                  <c:v>765.35</c:v>
                </c:pt>
                <c:pt idx="2533">
                  <c:v>766.25</c:v>
                </c:pt>
                <c:pt idx="2534">
                  <c:v>761.8</c:v>
                </c:pt>
                <c:pt idx="2535">
                  <c:v>763.2</c:v>
                </c:pt>
                <c:pt idx="2536">
                  <c:v>768.75</c:v>
                </c:pt>
                <c:pt idx="2537">
                  <c:v>763.9</c:v>
                </c:pt>
                <c:pt idx="2538">
                  <c:v>762.6</c:v>
                </c:pt>
                <c:pt idx="2539">
                  <c:v>762.7</c:v>
                </c:pt>
                <c:pt idx="2540">
                  <c:v>768.7</c:v>
                </c:pt>
                <c:pt idx="2541">
                  <c:v>780.05</c:v>
                </c:pt>
                <c:pt idx="2542">
                  <c:v>791.6</c:v>
                </c:pt>
                <c:pt idx="2543">
                  <c:v>796.95</c:v>
                </c:pt>
                <c:pt idx="2544">
                  <c:v>818</c:v>
                </c:pt>
                <c:pt idx="2545">
                  <c:v>829</c:v>
                </c:pt>
                <c:pt idx="2546">
                  <c:v>840.7</c:v>
                </c:pt>
                <c:pt idx="2547">
                  <c:v>825.85</c:v>
                </c:pt>
                <c:pt idx="2548">
                  <c:v>820.9</c:v>
                </c:pt>
                <c:pt idx="2549">
                  <c:v>827.6</c:v>
                </c:pt>
                <c:pt idx="2550">
                  <c:v>828.65</c:v>
                </c:pt>
                <c:pt idx="2551">
                  <c:v>829.8</c:v>
                </c:pt>
                <c:pt idx="2552">
                  <c:v>825.05</c:v>
                </c:pt>
                <c:pt idx="2553">
                  <c:v>811.95</c:v>
                </c:pt>
                <c:pt idx="2554">
                  <c:v>800</c:v>
                </c:pt>
                <c:pt idx="2555">
                  <c:v>780.65</c:v>
                </c:pt>
                <c:pt idx="2556">
                  <c:v>807.8</c:v>
                </c:pt>
                <c:pt idx="2557">
                  <c:v>803.35</c:v>
                </c:pt>
                <c:pt idx="2558">
                  <c:v>796.05</c:v>
                </c:pt>
                <c:pt idx="2559">
                  <c:v>798.05</c:v>
                </c:pt>
                <c:pt idx="2560">
                  <c:v>799.45</c:v>
                </c:pt>
                <c:pt idx="2561">
                  <c:v>791.6</c:v>
                </c:pt>
                <c:pt idx="2562">
                  <c:v>798.1</c:v>
                </c:pt>
                <c:pt idx="2563">
                  <c:v>820.85</c:v>
                </c:pt>
                <c:pt idx="2564">
                  <c:v>821.7</c:v>
                </c:pt>
                <c:pt idx="2565">
                  <c:v>815.1</c:v>
                </c:pt>
                <c:pt idx="2566">
                  <c:v>811.95</c:v>
                </c:pt>
                <c:pt idx="2567">
                  <c:v>789.5</c:v>
                </c:pt>
                <c:pt idx="2568">
                  <c:v>785</c:v>
                </c:pt>
                <c:pt idx="2569">
                  <c:v>785.95</c:v>
                </c:pt>
                <c:pt idx="2570">
                  <c:v>780.2</c:v>
                </c:pt>
                <c:pt idx="2571">
                  <c:v>785.1</c:v>
                </c:pt>
                <c:pt idx="2572">
                  <c:v>787.3</c:v>
                </c:pt>
                <c:pt idx="2573">
                  <c:v>770.3</c:v>
                </c:pt>
                <c:pt idx="2574">
                  <c:v>759.75</c:v>
                </c:pt>
                <c:pt idx="2575">
                  <c:v>765.4</c:v>
                </c:pt>
                <c:pt idx="2576">
                  <c:v>766.8</c:v>
                </c:pt>
                <c:pt idx="2577">
                  <c:v>761</c:v>
                </c:pt>
                <c:pt idx="2578">
                  <c:v>765.75</c:v>
                </c:pt>
                <c:pt idx="2579">
                  <c:v>767.1</c:v>
                </c:pt>
                <c:pt idx="2580">
                  <c:v>741.4</c:v>
                </c:pt>
                <c:pt idx="2581">
                  <c:v>770.25</c:v>
                </c:pt>
                <c:pt idx="2582">
                  <c:v>756.3</c:v>
                </c:pt>
                <c:pt idx="2583">
                  <c:v>759.45</c:v>
                </c:pt>
                <c:pt idx="2584">
                  <c:v>765.6</c:v>
                </c:pt>
                <c:pt idx="2585">
                  <c:v>763.85</c:v>
                </c:pt>
                <c:pt idx="2586">
                  <c:v>745.75</c:v>
                </c:pt>
                <c:pt idx="2587">
                  <c:v>735.1</c:v>
                </c:pt>
                <c:pt idx="2588">
                  <c:v>721.5</c:v>
                </c:pt>
                <c:pt idx="2589">
                  <c:v>730</c:v>
                </c:pt>
                <c:pt idx="2590">
                  <c:v>718.7</c:v>
                </c:pt>
                <c:pt idx="2591">
                  <c:v>717.6</c:v>
                </c:pt>
                <c:pt idx="2592">
                  <c:v>699.55</c:v>
                </c:pt>
                <c:pt idx="2593">
                  <c:v>738</c:v>
                </c:pt>
                <c:pt idx="2594">
                  <c:v>741.85</c:v>
                </c:pt>
                <c:pt idx="2595">
                  <c:v>750.8</c:v>
                </c:pt>
                <c:pt idx="2596">
                  <c:v>743.05</c:v>
                </c:pt>
                <c:pt idx="2597">
                  <c:v>739.2</c:v>
                </c:pt>
                <c:pt idx="2598">
                  <c:v>754.25</c:v>
                </c:pt>
                <c:pt idx="2599">
                  <c:v>765.45</c:v>
                </c:pt>
                <c:pt idx="2600">
                  <c:v>765.35</c:v>
                </c:pt>
                <c:pt idx="2601">
                  <c:v>753.25</c:v>
                </c:pt>
                <c:pt idx="2602">
                  <c:v>750.2</c:v>
                </c:pt>
                <c:pt idx="2603">
                  <c:v>733.05</c:v>
                </c:pt>
                <c:pt idx="2604">
                  <c:v>750.5</c:v>
                </c:pt>
                <c:pt idx="2605">
                  <c:v>759.1</c:v>
                </c:pt>
                <c:pt idx="2606">
                  <c:v>781</c:v>
                </c:pt>
                <c:pt idx="2607">
                  <c:v>766.1</c:v>
                </c:pt>
                <c:pt idx="2608">
                  <c:v>774.8</c:v>
                </c:pt>
                <c:pt idx="2609">
                  <c:v>775.3</c:v>
                </c:pt>
                <c:pt idx="2610">
                  <c:v>783.2</c:v>
                </c:pt>
                <c:pt idx="2611">
                  <c:v>787.7</c:v>
                </c:pt>
                <c:pt idx="2612">
                  <c:v>778.65</c:v>
                </c:pt>
                <c:pt idx="2613">
                  <c:v>786.3</c:v>
                </c:pt>
                <c:pt idx="2614">
                  <c:v>773.45</c:v>
                </c:pt>
                <c:pt idx="2615">
                  <c:v>758.5</c:v>
                </c:pt>
                <c:pt idx="2616">
                  <c:v>764.75</c:v>
                </c:pt>
                <c:pt idx="2617">
                  <c:v>753.8</c:v>
                </c:pt>
                <c:pt idx="2618">
                  <c:v>751</c:v>
                </c:pt>
                <c:pt idx="2619">
                  <c:v>732</c:v>
                </c:pt>
                <c:pt idx="2620">
                  <c:v>743.8</c:v>
                </c:pt>
                <c:pt idx="2621">
                  <c:v>739</c:v>
                </c:pt>
                <c:pt idx="2622">
                  <c:v>759.15</c:v>
                </c:pt>
                <c:pt idx="2623">
                  <c:v>764.6</c:v>
                </c:pt>
                <c:pt idx="2624">
                  <c:v>776.8</c:v>
                </c:pt>
                <c:pt idx="2625">
                  <c:v>774.45</c:v>
                </c:pt>
                <c:pt idx="2626">
                  <c:v>791.7</c:v>
                </c:pt>
                <c:pt idx="2627">
                  <c:v>774.65</c:v>
                </c:pt>
                <c:pt idx="2628">
                  <c:v>774.65</c:v>
                </c:pt>
                <c:pt idx="2629">
                  <c:v>782.1</c:v>
                </c:pt>
                <c:pt idx="2630">
                  <c:v>833.65</c:v>
                </c:pt>
                <c:pt idx="2631">
                  <c:v>826.7</c:v>
                </c:pt>
                <c:pt idx="2632">
                  <c:v>827.25</c:v>
                </c:pt>
                <c:pt idx="2633">
                  <c:v>843</c:v>
                </c:pt>
                <c:pt idx="2634">
                  <c:v>843.7</c:v>
                </c:pt>
                <c:pt idx="2635">
                  <c:v>839.3</c:v>
                </c:pt>
                <c:pt idx="2636">
                  <c:v>849.25</c:v>
                </c:pt>
                <c:pt idx="2637">
                  <c:v>849.15</c:v>
                </c:pt>
                <c:pt idx="2638">
                  <c:v>854.45</c:v>
                </c:pt>
                <c:pt idx="2639">
                  <c:v>850</c:v>
                </c:pt>
                <c:pt idx="2640">
                  <c:v>839.8</c:v>
                </c:pt>
                <c:pt idx="2641">
                  <c:v>838.3</c:v>
                </c:pt>
                <c:pt idx="2642">
                  <c:v>832.05</c:v>
                </c:pt>
                <c:pt idx="2643">
                  <c:v>868.8</c:v>
                </c:pt>
                <c:pt idx="2644">
                  <c:v>877.85</c:v>
                </c:pt>
                <c:pt idx="2645">
                  <c:v>864.7</c:v>
                </c:pt>
                <c:pt idx="2646">
                  <c:v>879.85</c:v>
                </c:pt>
                <c:pt idx="2647">
                  <c:v>864.5</c:v>
                </c:pt>
                <c:pt idx="2648">
                  <c:v>858.15</c:v>
                </c:pt>
                <c:pt idx="2649">
                  <c:v>853.45</c:v>
                </c:pt>
                <c:pt idx="2650">
                  <c:v>854.4</c:v>
                </c:pt>
                <c:pt idx="2651">
                  <c:v>854.1</c:v>
                </c:pt>
                <c:pt idx="2652">
                  <c:v>850.2</c:v>
                </c:pt>
                <c:pt idx="2653">
                  <c:v>871.1</c:v>
                </c:pt>
                <c:pt idx="2654">
                  <c:v>872.05</c:v>
                </c:pt>
                <c:pt idx="2655">
                  <c:v>868.95</c:v>
                </c:pt>
                <c:pt idx="2656">
                  <c:v>870.4</c:v>
                </c:pt>
                <c:pt idx="2657">
                  <c:v>870.7</c:v>
                </c:pt>
                <c:pt idx="2658">
                  <c:v>871.2</c:v>
                </c:pt>
                <c:pt idx="2659">
                  <c:v>876.5</c:v>
                </c:pt>
                <c:pt idx="2660">
                  <c:v>856.05</c:v>
                </c:pt>
                <c:pt idx="2661">
                  <c:v>845.65</c:v>
                </c:pt>
                <c:pt idx="2662">
                  <c:v>843.75</c:v>
                </c:pt>
                <c:pt idx="2663">
                  <c:v>858.4</c:v>
                </c:pt>
                <c:pt idx="2664">
                  <c:v>844.1</c:v>
                </c:pt>
                <c:pt idx="2665">
                  <c:v>837.3</c:v>
                </c:pt>
                <c:pt idx="2666">
                  <c:v>855.35</c:v>
                </c:pt>
                <c:pt idx="2667">
                  <c:v>871.35</c:v>
                </c:pt>
                <c:pt idx="2668">
                  <c:v>879.05</c:v>
                </c:pt>
                <c:pt idx="2669">
                  <c:v>874.7</c:v>
                </c:pt>
                <c:pt idx="2670">
                  <c:v>879.75</c:v>
                </c:pt>
                <c:pt idx="2671">
                  <c:v>895.35</c:v>
                </c:pt>
                <c:pt idx="2672">
                  <c:v>914.8</c:v>
                </c:pt>
                <c:pt idx="2673">
                  <c:v>895.4</c:v>
                </c:pt>
                <c:pt idx="2674">
                  <c:v>913.8</c:v>
                </c:pt>
                <c:pt idx="2675">
                  <c:v>912.25</c:v>
                </c:pt>
                <c:pt idx="2676">
                  <c:v>953.95</c:v>
                </c:pt>
                <c:pt idx="2677">
                  <c:v>935.25</c:v>
                </c:pt>
                <c:pt idx="2678">
                  <c:v>931.35</c:v>
                </c:pt>
                <c:pt idx="2679">
                  <c:v>931.95</c:v>
                </c:pt>
                <c:pt idx="2680">
                  <c:v>927.6</c:v>
                </c:pt>
                <c:pt idx="2681">
                  <c:v>919.65</c:v>
                </c:pt>
                <c:pt idx="2682">
                  <c:v>920.35</c:v>
                </c:pt>
                <c:pt idx="2683">
                  <c:v>926.95</c:v>
                </c:pt>
                <c:pt idx="2684">
                  <c:v>961.6</c:v>
                </c:pt>
                <c:pt idx="2685">
                  <c:v>955.8</c:v>
                </c:pt>
                <c:pt idx="2686">
                  <c:v>950.25</c:v>
                </c:pt>
                <c:pt idx="2687">
                  <c:v>959.65</c:v>
                </c:pt>
                <c:pt idx="2688">
                  <c:v>948.8</c:v>
                </c:pt>
                <c:pt idx="2689">
                  <c:v>942.6</c:v>
                </c:pt>
                <c:pt idx="2690">
                  <c:v>940.9</c:v>
                </c:pt>
                <c:pt idx="2691">
                  <c:v>950.7</c:v>
                </c:pt>
                <c:pt idx="2692">
                  <c:v>992.85</c:v>
                </c:pt>
                <c:pt idx="2693">
                  <c:v>986.05</c:v>
                </c:pt>
                <c:pt idx="2694">
                  <c:v>950.3</c:v>
                </c:pt>
                <c:pt idx="2695">
                  <c:v>981.25</c:v>
                </c:pt>
                <c:pt idx="2696">
                  <c:v>967.75</c:v>
                </c:pt>
                <c:pt idx="2697">
                  <c:v>963.25</c:v>
                </c:pt>
                <c:pt idx="2698">
                  <c:v>986.2</c:v>
                </c:pt>
                <c:pt idx="2699">
                  <c:v>1040.2</c:v>
                </c:pt>
                <c:pt idx="2700">
                  <c:v>1066.95</c:v>
                </c:pt>
                <c:pt idx="2701">
                  <c:v>1062.5999999999999</c:v>
                </c:pt>
                <c:pt idx="2702">
                  <c:v>1048.2</c:v>
                </c:pt>
                <c:pt idx="2703">
                  <c:v>1052.9000000000001</c:v>
                </c:pt>
                <c:pt idx="2704">
                  <c:v>1052.9000000000001</c:v>
                </c:pt>
                <c:pt idx="2705">
                  <c:v>1053.4000000000001</c:v>
                </c:pt>
                <c:pt idx="2706">
                  <c:v>1049.45</c:v>
                </c:pt>
                <c:pt idx="2707">
                  <c:v>1052.8</c:v>
                </c:pt>
                <c:pt idx="2708">
                  <c:v>1069.1500000000001</c:v>
                </c:pt>
                <c:pt idx="2709">
                  <c:v>1077.75</c:v>
                </c:pt>
                <c:pt idx="2710">
                  <c:v>1068.1500000000001</c:v>
                </c:pt>
                <c:pt idx="2711">
                  <c:v>1091.0999999999999</c:v>
                </c:pt>
                <c:pt idx="2712">
                  <c:v>1092.3</c:v>
                </c:pt>
                <c:pt idx="2713">
                  <c:v>1064.75</c:v>
                </c:pt>
                <c:pt idx="2714">
                  <c:v>1055.9000000000001</c:v>
                </c:pt>
                <c:pt idx="2715">
                  <c:v>1066</c:v>
                </c:pt>
                <c:pt idx="2716">
                  <c:v>1048.9000000000001</c:v>
                </c:pt>
                <c:pt idx="2717">
                  <c:v>1042.8</c:v>
                </c:pt>
                <c:pt idx="2718">
                  <c:v>1015.4</c:v>
                </c:pt>
                <c:pt idx="2719">
                  <c:v>1039.0999999999999</c:v>
                </c:pt>
                <c:pt idx="2720">
                  <c:v>1030.05</c:v>
                </c:pt>
                <c:pt idx="2721">
                  <c:v>1004.75</c:v>
                </c:pt>
                <c:pt idx="2722">
                  <c:v>1021.8</c:v>
                </c:pt>
                <c:pt idx="2723">
                  <c:v>1047.25</c:v>
                </c:pt>
                <c:pt idx="2724">
                  <c:v>1071.3</c:v>
                </c:pt>
                <c:pt idx="2725">
                  <c:v>1076</c:v>
                </c:pt>
                <c:pt idx="2726">
                  <c:v>1081.9000000000001</c:v>
                </c:pt>
                <c:pt idx="2727">
                  <c:v>1095.8</c:v>
                </c:pt>
                <c:pt idx="2728">
                  <c:v>1097.3499999999999</c:v>
                </c:pt>
                <c:pt idx="2729">
                  <c:v>1101.7</c:v>
                </c:pt>
                <c:pt idx="2730">
                  <c:v>1087.5</c:v>
                </c:pt>
                <c:pt idx="2731">
                  <c:v>1079.1500000000001</c:v>
                </c:pt>
                <c:pt idx="2732">
                  <c:v>1072.5999999999999</c:v>
                </c:pt>
                <c:pt idx="2733">
                  <c:v>1074.9000000000001</c:v>
                </c:pt>
                <c:pt idx="2734">
                  <c:v>1076.0999999999999</c:v>
                </c:pt>
                <c:pt idx="2735">
                  <c:v>1080.95</c:v>
                </c:pt>
                <c:pt idx="2736">
                  <c:v>1103.6500000000001</c:v>
                </c:pt>
                <c:pt idx="2737">
                  <c:v>1140.7</c:v>
                </c:pt>
                <c:pt idx="2738">
                  <c:v>1166.7</c:v>
                </c:pt>
                <c:pt idx="2739">
                  <c:v>1160.8</c:v>
                </c:pt>
                <c:pt idx="2740">
                  <c:v>1149.75</c:v>
                </c:pt>
                <c:pt idx="2741">
                  <c:v>1140</c:v>
                </c:pt>
                <c:pt idx="2742">
                  <c:v>1141.0999999999999</c:v>
                </c:pt>
                <c:pt idx="2743">
                  <c:v>1141.2</c:v>
                </c:pt>
                <c:pt idx="2744">
                  <c:v>1146.3499999999999</c:v>
                </c:pt>
                <c:pt idx="2745">
                  <c:v>1156.95</c:v>
                </c:pt>
                <c:pt idx="2746">
                  <c:v>1170.2</c:v>
                </c:pt>
                <c:pt idx="2747">
                  <c:v>1165.6500000000001</c:v>
                </c:pt>
                <c:pt idx="2748">
                  <c:v>1158.05</c:v>
                </c:pt>
                <c:pt idx="2749">
                  <c:v>1144.75</c:v>
                </c:pt>
                <c:pt idx="2750">
                  <c:v>1158.95</c:v>
                </c:pt>
                <c:pt idx="2751">
                  <c:v>1171.7</c:v>
                </c:pt>
                <c:pt idx="2752">
                  <c:v>1142.6500000000001</c:v>
                </c:pt>
                <c:pt idx="2753">
                  <c:v>1130.9000000000001</c:v>
                </c:pt>
                <c:pt idx="2754">
                  <c:v>1098.5</c:v>
                </c:pt>
                <c:pt idx="2755">
                  <c:v>1135.95</c:v>
                </c:pt>
                <c:pt idx="2756">
                  <c:v>1124.25</c:v>
                </c:pt>
                <c:pt idx="2757">
                  <c:v>1120.1500000000001</c:v>
                </c:pt>
                <c:pt idx="2758">
                  <c:v>1137.4000000000001</c:v>
                </c:pt>
                <c:pt idx="2759">
                  <c:v>1202.55</c:v>
                </c:pt>
                <c:pt idx="2760">
                  <c:v>1193</c:v>
                </c:pt>
                <c:pt idx="2761">
                  <c:v>1212.2</c:v>
                </c:pt>
                <c:pt idx="2762">
                  <c:v>1211.6500000000001</c:v>
                </c:pt>
                <c:pt idx="2763">
                  <c:v>1209.2</c:v>
                </c:pt>
                <c:pt idx="2764">
                  <c:v>1188.55</c:v>
                </c:pt>
                <c:pt idx="2765">
                  <c:v>1199.4000000000001</c:v>
                </c:pt>
                <c:pt idx="2766">
                  <c:v>1181.3499999999999</c:v>
                </c:pt>
                <c:pt idx="2767">
                  <c:v>1159.5</c:v>
                </c:pt>
                <c:pt idx="2768">
                  <c:v>1150.1500000000001</c:v>
                </c:pt>
                <c:pt idx="2769">
                  <c:v>1182.45</c:v>
                </c:pt>
                <c:pt idx="2770">
                  <c:v>1183.7</c:v>
                </c:pt>
                <c:pt idx="2771">
                  <c:v>1148.8</c:v>
                </c:pt>
                <c:pt idx="2772">
                  <c:v>1131.1500000000001</c:v>
                </c:pt>
                <c:pt idx="2773">
                  <c:v>1125.0999999999999</c:v>
                </c:pt>
                <c:pt idx="2774">
                  <c:v>1098.3</c:v>
                </c:pt>
                <c:pt idx="2775">
                  <c:v>1090.75</c:v>
                </c:pt>
                <c:pt idx="2776">
                  <c:v>1089.5999999999999</c:v>
                </c:pt>
                <c:pt idx="2777">
                  <c:v>1112.3</c:v>
                </c:pt>
                <c:pt idx="2778">
                  <c:v>1097.7</c:v>
                </c:pt>
                <c:pt idx="2779">
                  <c:v>1096.5</c:v>
                </c:pt>
                <c:pt idx="2780">
                  <c:v>1109.2</c:v>
                </c:pt>
                <c:pt idx="2781">
                  <c:v>1089.7</c:v>
                </c:pt>
                <c:pt idx="2782">
                  <c:v>1138.5999999999999</c:v>
                </c:pt>
                <c:pt idx="2783">
                  <c:v>1138.75</c:v>
                </c:pt>
                <c:pt idx="2784">
                  <c:v>1125.55</c:v>
                </c:pt>
                <c:pt idx="2785">
                  <c:v>1111.8</c:v>
                </c:pt>
                <c:pt idx="2786">
                  <c:v>1110.05</c:v>
                </c:pt>
                <c:pt idx="2787">
                  <c:v>1110.25</c:v>
                </c:pt>
                <c:pt idx="2788">
                  <c:v>1124.5</c:v>
                </c:pt>
                <c:pt idx="2789">
                  <c:v>1150.2</c:v>
                </c:pt>
                <c:pt idx="2790">
                  <c:v>1135.55</c:v>
                </c:pt>
                <c:pt idx="2791">
                  <c:v>1108.25</c:v>
                </c:pt>
                <c:pt idx="2792">
                  <c:v>1117.7</c:v>
                </c:pt>
                <c:pt idx="2793">
                  <c:v>1126.7</c:v>
                </c:pt>
                <c:pt idx="2794">
                  <c:v>1108.55</c:v>
                </c:pt>
                <c:pt idx="2795">
                  <c:v>1077.05</c:v>
                </c:pt>
                <c:pt idx="2796">
                  <c:v>1097.55</c:v>
                </c:pt>
                <c:pt idx="2797">
                  <c:v>1089.8</c:v>
                </c:pt>
                <c:pt idx="2798">
                  <c:v>1114.8499999999999</c:v>
                </c:pt>
                <c:pt idx="2799">
                  <c:v>1098</c:v>
                </c:pt>
                <c:pt idx="2800">
                  <c:v>1082.75</c:v>
                </c:pt>
                <c:pt idx="2801">
                  <c:v>1070.8</c:v>
                </c:pt>
                <c:pt idx="2802">
                  <c:v>1069.5</c:v>
                </c:pt>
                <c:pt idx="2803">
                  <c:v>1064.3499999999999</c:v>
                </c:pt>
                <c:pt idx="2804">
                  <c:v>1093.4000000000001</c:v>
                </c:pt>
                <c:pt idx="2805">
                  <c:v>1119.6500000000001</c:v>
                </c:pt>
                <c:pt idx="2806">
                  <c:v>1119.9000000000001</c:v>
                </c:pt>
                <c:pt idx="2807">
                  <c:v>1138.7</c:v>
                </c:pt>
                <c:pt idx="2808">
                  <c:v>1151.95</c:v>
                </c:pt>
                <c:pt idx="2809">
                  <c:v>1183.9000000000001</c:v>
                </c:pt>
                <c:pt idx="2810">
                  <c:v>1180.1500000000001</c:v>
                </c:pt>
                <c:pt idx="2811">
                  <c:v>1213.2</c:v>
                </c:pt>
                <c:pt idx="2812">
                  <c:v>1239.8499999999999</c:v>
                </c:pt>
                <c:pt idx="2813">
                  <c:v>1221.8499999999999</c:v>
                </c:pt>
                <c:pt idx="2814">
                  <c:v>1199.2</c:v>
                </c:pt>
                <c:pt idx="2815">
                  <c:v>1196</c:v>
                </c:pt>
                <c:pt idx="2816">
                  <c:v>1178.4000000000001</c:v>
                </c:pt>
                <c:pt idx="2817">
                  <c:v>1210.0999999999999</c:v>
                </c:pt>
                <c:pt idx="2818">
                  <c:v>1191.4000000000001</c:v>
                </c:pt>
                <c:pt idx="2819">
                  <c:v>1144.5999999999999</c:v>
                </c:pt>
                <c:pt idx="2820">
                  <c:v>1164.7</c:v>
                </c:pt>
                <c:pt idx="2821">
                  <c:v>1218.7</c:v>
                </c:pt>
                <c:pt idx="2822">
                  <c:v>1192.0999999999999</c:v>
                </c:pt>
                <c:pt idx="2823">
                  <c:v>1197.8499999999999</c:v>
                </c:pt>
                <c:pt idx="2824">
                  <c:v>1189</c:v>
                </c:pt>
                <c:pt idx="2825">
                  <c:v>1180.5999999999999</c:v>
                </c:pt>
                <c:pt idx="2826">
                  <c:v>1158.6500000000001</c:v>
                </c:pt>
                <c:pt idx="2827">
                  <c:v>1165.6500000000001</c:v>
                </c:pt>
                <c:pt idx="2828">
                  <c:v>1158.45</c:v>
                </c:pt>
                <c:pt idx="2829">
                  <c:v>1138.45</c:v>
                </c:pt>
                <c:pt idx="2830">
                  <c:v>1137.05</c:v>
                </c:pt>
                <c:pt idx="2831">
                  <c:v>1115</c:v>
                </c:pt>
                <c:pt idx="2832">
                  <c:v>1148.95</c:v>
                </c:pt>
                <c:pt idx="2833">
                  <c:v>1135.55</c:v>
                </c:pt>
                <c:pt idx="2834">
                  <c:v>1139.9000000000001</c:v>
                </c:pt>
                <c:pt idx="2835">
                  <c:v>1140.25</c:v>
                </c:pt>
                <c:pt idx="2836">
                  <c:v>1111.75</c:v>
                </c:pt>
                <c:pt idx="2837">
                  <c:v>1127.0999999999999</c:v>
                </c:pt>
                <c:pt idx="2838">
                  <c:v>1131.0999999999999</c:v>
                </c:pt>
                <c:pt idx="2839">
                  <c:v>1141.7</c:v>
                </c:pt>
                <c:pt idx="2840">
                  <c:v>1155.05</c:v>
                </c:pt>
                <c:pt idx="2841">
                  <c:v>1164.8499999999999</c:v>
                </c:pt>
                <c:pt idx="2842">
                  <c:v>1175</c:v>
                </c:pt>
                <c:pt idx="2843">
                  <c:v>1166.55</c:v>
                </c:pt>
                <c:pt idx="2844">
                  <c:v>1149.9000000000001</c:v>
                </c:pt>
                <c:pt idx="2845">
                  <c:v>1128.5999999999999</c:v>
                </c:pt>
                <c:pt idx="2846">
                  <c:v>1135.75</c:v>
                </c:pt>
                <c:pt idx="2847">
                  <c:v>1144.55</c:v>
                </c:pt>
                <c:pt idx="2848">
                  <c:v>1151.95</c:v>
                </c:pt>
                <c:pt idx="2849">
                  <c:v>1157.1500000000001</c:v>
                </c:pt>
                <c:pt idx="2850">
                  <c:v>1175.4000000000001</c:v>
                </c:pt>
                <c:pt idx="2851">
                  <c:v>1167.75</c:v>
                </c:pt>
                <c:pt idx="2852">
                  <c:v>1152.0999999999999</c:v>
                </c:pt>
                <c:pt idx="2853">
                  <c:v>1164.3499999999999</c:v>
                </c:pt>
                <c:pt idx="2854">
                  <c:v>1179.3</c:v>
                </c:pt>
                <c:pt idx="2855">
                  <c:v>1181.4000000000001</c:v>
                </c:pt>
                <c:pt idx="2856">
                  <c:v>1186.3499999999999</c:v>
                </c:pt>
                <c:pt idx="2857">
                  <c:v>1189.2</c:v>
                </c:pt>
                <c:pt idx="2858">
                  <c:v>1175.3</c:v>
                </c:pt>
                <c:pt idx="2859">
                  <c:v>1191.05</c:v>
                </c:pt>
                <c:pt idx="2860">
                  <c:v>1184.25</c:v>
                </c:pt>
                <c:pt idx="2861">
                  <c:v>1151.1500000000001</c:v>
                </c:pt>
                <c:pt idx="2862">
                  <c:v>1109.2</c:v>
                </c:pt>
                <c:pt idx="2863">
                  <c:v>1069.3</c:v>
                </c:pt>
                <c:pt idx="2864">
                  <c:v>1106.75</c:v>
                </c:pt>
                <c:pt idx="2865">
                  <c:v>1083.5</c:v>
                </c:pt>
                <c:pt idx="2866">
                  <c:v>1097</c:v>
                </c:pt>
                <c:pt idx="2867">
                  <c:v>1137.75</c:v>
                </c:pt>
                <c:pt idx="2868">
                  <c:v>1150.5999999999999</c:v>
                </c:pt>
                <c:pt idx="2869">
                  <c:v>1154</c:v>
                </c:pt>
                <c:pt idx="2870">
                  <c:v>1169.8499999999999</c:v>
                </c:pt>
                <c:pt idx="2871">
                  <c:v>1184.2</c:v>
                </c:pt>
                <c:pt idx="2872">
                  <c:v>1191.9000000000001</c:v>
                </c:pt>
                <c:pt idx="2873">
                  <c:v>1185.7</c:v>
                </c:pt>
                <c:pt idx="2874">
                  <c:v>1179.45</c:v>
                </c:pt>
                <c:pt idx="2875">
                  <c:v>1182.8</c:v>
                </c:pt>
                <c:pt idx="2876">
                  <c:v>1195.9000000000001</c:v>
                </c:pt>
                <c:pt idx="2877">
                  <c:v>1171.6500000000001</c:v>
                </c:pt>
                <c:pt idx="2878">
                  <c:v>1156.6500000000001</c:v>
                </c:pt>
                <c:pt idx="2879">
                  <c:v>1145.3499999999999</c:v>
                </c:pt>
                <c:pt idx="2880">
                  <c:v>1149.05</c:v>
                </c:pt>
                <c:pt idx="2881">
                  <c:v>1123.7</c:v>
                </c:pt>
                <c:pt idx="2882">
                  <c:v>1146.05</c:v>
                </c:pt>
                <c:pt idx="2883">
                  <c:v>1125.05</c:v>
                </c:pt>
                <c:pt idx="2884">
                  <c:v>1140.05</c:v>
                </c:pt>
                <c:pt idx="2885">
                  <c:v>1132.45</c:v>
                </c:pt>
                <c:pt idx="2886">
                  <c:v>1122.55</c:v>
                </c:pt>
                <c:pt idx="2887">
                  <c:v>1133.4000000000001</c:v>
                </c:pt>
                <c:pt idx="2888">
                  <c:v>1139.9000000000001</c:v>
                </c:pt>
                <c:pt idx="2889">
                  <c:v>1144.6500000000001</c:v>
                </c:pt>
                <c:pt idx="2890">
                  <c:v>1147.1500000000001</c:v>
                </c:pt>
                <c:pt idx="2891">
                  <c:v>1129.55</c:v>
                </c:pt>
                <c:pt idx="2892">
                  <c:v>1137</c:v>
                </c:pt>
                <c:pt idx="2893">
                  <c:v>1135.25</c:v>
                </c:pt>
                <c:pt idx="2894">
                  <c:v>1130.6500000000001</c:v>
                </c:pt>
                <c:pt idx="2895">
                  <c:v>1110.3499999999999</c:v>
                </c:pt>
                <c:pt idx="2896">
                  <c:v>1095.8499999999999</c:v>
                </c:pt>
                <c:pt idx="2897">
                  <c:v>1057.95</c:v>
                </c:pt>
                <c:pt idx="2898">
                  <c:v>1005.35</c:v>
                </c:pt>
                <c:pt idx="2899">
                  <c:v>964.8</c:v>
                </c:pt>
                <c:pt idx="2900">
                  <c:v>984.05</c:v>
                </c:pt>
                <c:pt idx="2901">
                  <c:v>978.35</c:v>
                </c:pt>
                <c:pt idx="2902">
                  <c:v>947.15</c:v>
                </c:pt>
                <c:pt idx="2903">
                  <c:v>973.6</c:v>
                </c:pt>
                <c:pt idx="2904">
                  <c:v>999.9</c:v>
                </c:pt>
                <c:pt idx="2905">
                  <c:v>962.35</c:v>
                </c:pt>
                <c:pt idx="2906">
                  <c:v>928.95</c:v>
                </c:pt>
                <c:pt idx="2907">
                  <c:v>918.05</c:v>
                </c:pt>
                <c:pt idx="2908">
                  <c:v>981.6</c:v>
                </c:pt>
                <c:pt idx="2909">
                  <c:v>962.6</c:v>
                </c:pt>
                <c:pt idx="2910">
                  <c:v>950.4</c:v>
                </c:pt>
                <c:pt idx="2911">
                  <c:v>948.45</c:v>
                </c:pt>
                <c:pt idx="2912">
                  <c:v>1019.6</c:v>
                </c:pt>
                <c:pt idx="2913">
                  <c:v>1042.4000000000001</c:v>
                </c:pt>
                <c:pt idx="2914">
                  <c:v>1022.1</c:v>
                </c:pt>
                <c:pt idx="2915">
                  <c:v>1027.7</c:v>
                </c:pt>
                <c:pt idx="2916">
                  <c:v>1033.9000000000001</c:v>
                </c:pt>
                <c:pt idx="2917">
                  <c:v>1031</c:v>
                </c:pt>
                <c:pt idx="2918">
                  <c:v>1036.05</c:v>
                </c:pt>
                <c:pt idx="2919">
                  <c:v>1016.05</c:v>
                </c:pt>
                <c:pt idx="2920">
                  <c:v>985.7</c:v>
                </c:pt>
                <c:pt idx="2921">
                  <c:v>993.75</c:v>
                </c:pt>
                <c:pt idx="2922">
                  <c:v>1015.1</c:v>
                </c:pt>
                <c:pt idx="2923">
                  <c:v>1041.75</c:v>
                </c:pt>
                <c:pt idx="2924">
                  <c:v>1027.75</c:v>
                </c:pt>
                <c:pt idx="2925">
                  <c:v>1018.05</c:v>
                </c:pt>
                <c:pt idx="2926">
                  <c:v>1057.95</c:v>
                </c:pt>
                <c:pt idx="2927">
                  <c:v>1043.5</c:v>
                </c:pt>
                <c:pt idx="2928">
                  <c:v>994.4</c:v>
                </c:pt>
                <c:pt idx="2929">
                  <c:v>990.3</c:v>
                </c:pt>
                <c:pt idx="2930">
                  <c:v>996.95</c:v>
                </c:pt>
                <c:pt idx="2931">
                  <c:v>1040.55</c:v>
                </c:pt>
                <c:pt idx="2932">
                  <c:v>1047.9000000000001</c:v>
                </c:pt>
                <c:pt idx="2933">
                  <c:v>1061.45</c:v>
                </c:pt>
                <c:pt idx="2934">
                  <c:v>1037.3</c:v>
                </c:pt>
                <c:pt idx="2935">
                  <c:v>1043.3</c:v>
                </c:pt>
                <c:pt idx="2936">
                  <c:v>1045.95</c:v>
                </c:pt>
                <c:pt idx="2937">
                  <c:v>1043.55</c:v>
                </c:pt>
                <c:pt idx="2938">
                  <c:v>1048.55</c:v>
                </c:pt>
                <c:pt idx="2939">
                  <c:v>1064.7</c:v>
                </c:pt>
                <c:pt idx="2940">
                  <c:v>1040.8499999999999</c:v>
                </c:pt>
                <c:pt idx="2941">
                  <c:v>1079.05</c:v>
                </c:pt>
                <c:pt idx="2942">
                  <c:v>1092.75</c:v>
                </c:pt>
                <c:pt idx="2943">
                  <c:v>1134.25</c:v>
                </c:pt>
                <c:pt idx="2944">
                  <c:v>1120.25</c:v>
                </c:pt>
                <c:pt idx="2945">
                  <c:v>1033.55</c:v>
                </c:pt>
                <c:pt idx="2946">
                  <c:v>1048.95</c:v>
                </c:pt>
                <c:pt idx="2947">
                  <c:v>1044.9000000000001</c:v>
                </c:pt>
                <c:pt idx="2948">
                  <c:v>1049.8499999999999</c:v>
                </c:pt>
                <c:pt idx="2949">
                  <c:v>1079.75</c:v>
                </c:pt>
                <c:pt idx="2950">
                  <c:v>1098.6500000000001</c:v>
                </c:pt>
                <c:pt idx="2951">
                  <c:v>1095.9000000000001</c:v>
                </c:pt>
                <c:pt idx="2952">
                  <c:v>1121.5</c:v>
                </c:pt>
                <c:pt idx="2953">
                  <c:v>1115.8</c:v>
                </c:pt>
                <c:pt idx="2954">
                  <c:v>1108.45</c:v>
                </c:pt>
                <c:pt idx="2955">
                  <c:v>1106.8499999999999</c:v>
                </c:pt>
                <c:pt idx="2956">
                  <c:v>1105</c:v>
                </c:pt>
                <c:pt idx="2957">
                  <c:v>1099.8</c:v>
                </c:pt>
                <c:pt idx="2958">
                  <c:v>1105.25</c:v>
                </c:pt>
                <c:pt idx="2959">
                  <c:v>1122.95</c:v>
                </c:pt>
                <c:pt idx="2960">
                  <c:v>1131</c:v>
                </c:pt>
                <c:pt idx="2961">
                  <c:v>1128.4000000000001</c:v>
                </c:pt>
                <c:pt idx="2962">
                  <c:v>1124.4000000000001</c:v>
                </c:pt>
                <c:pt idx="2963">
                  <c:v>1117.25</c:v>
                </c:pt>
                <c:pt idx="2964">
                  <c:v>1115.1500000000001</c:v>
                </c:pt>
                <c:pt idx="2965">
                  <c:v>1086.5999999999999</c:v>
                </c:pt>
                <c:pt idx="2966">
                  <c:v>1067.2</c:v>
                </c:pt>
                <c:pt idx="2967">
                  <c:v>1081.8499999999999</c:v>
                </c:pt>
                <c:pt idx="2968">
                  <c:v>1062.3</c:v>
                </c:pt>
                <c:pt idx="2969">
                  <c:v>1091.8</c:v>
                </c:pt>
                <c:pt idx="2970">
                  <c:v>1063.9000000000001</c:v>
                </c:pt>
                <c:pt idx="2971">
                  <c:v>1088.5</c:v>
                </c:pt>
                <c:pt idx="2972">
                  <c:v>1093.3</c:v>
                </c:pt>
                <c:pt idx="2973">
                  <c:v>1115.55</c:v>
                </c:pt>
                <c:pt idx="2974">
                  <c:v>1134.8</c:v>
                </c:pt>
                <c:pt idx="2975">
                  <c:v>1178</c:v>
                </c:pt>
                <c:pt idx="2976">
                  <c:v>1180.95</c:v>
                </c:pt>
                <c:pt idx="2977">
                  <c:v>1179.55</c:v>
                </c:pt>
                <c:pt idx="2978">
                  <c:v>1177.5999999999999</c:v>
                </c:pt>
                <c:pt idx="2979">
                  <c:v>1172.4000000000001</c:v>
                </c:pt>
                <c:pt idx="2980">
                  <c:v>1180.3499999999999</c:v>
                </c:pt>
                <c:pt idx="2981">
                  <c:v>1178.7</c:v>
                </c:pt>
                <c:pt idx="2982">
                  <c:v>1182.45</c:v>
                </c:pt>
                <c:pt idx="2983">
                  <c:v>1182.5</c:v>
                </c:pt>
                <c:pt idx="2984">
                  <c:v>1146.3</c:v>
                </c:pt>
                <c:pt idx="2985">
                  <c:v>1143.6500000000001</c:v>
                </c:pt>
                <c:pt idx="2986">
                  <c:v>1133.3499999999999</c:v>
                </c:pt>
                <c:pt idx="2987">
                  <c:v>1158.7</c:v>
                </c:pt>
                <c:pt idx="2988">
                  <c:v>1151.7</c:v>
                </c:pt>
                <c:pt idx="2989">
                  <c:v>1157.1500000000001</c:v>
                </c:pt>
                <c:pt idx="2990">
                  <c:v>1188.4000000000001</c:v>
                </c:pt>
                <c:pt idx="2991">
                  <c:v>1179.45</c:v>
                </c:pt>
                <c:pt idx="2992">
                  <c:v>1169.2</c:v>
                </c:pt>
                <c:pt idx="2993">
                  <c:v>1165.7</c:v>
                </c:pt>
                <c:pt idx="2994">
                  <c:v>1160.6500000000001</c:v>
                </c:pt>
                <c:pt idx="2995">
                  <c:v>1178.5999999999999</c:v>
                </c:pt>
                <c:pt idx="2996">
                  <c:v>1197.5999999999999</c:v>
                </c:pt>
                <c:pt idx="2997">
                  <c:v>1173</c:v>
                </c:pt>
                <c:pt idx="2998">
                  <c:v>1172</c:v>
                </c:pt>
                <c:pt idx="2999">
                  <c:v>1169.4000000000001</c:v>
                </c:pt>
                <c:pt idx="3000">
                  <c:v>1172.5</c:v>
                </c:pt>
                <c:pt idx="3001">
                  <c:v>1171.3499999999999</c:v>
                </c:pt>
                <c:pt idx="3002">
                  <c:v>1165.4000000000001</c:v>
                </c:pt>
                <c:pt idx="3003">
                  <c:v>1137</c:v>
                </c:pt>
                <c:pt idx="3004">
                  <c:v>1089.5</c:v>
                </c:pt>
                <c:pt idx="3005">
                  <c:v>1085.75</c:v>
                </c:pt>
                <c:pt idx="3006">
                  <c:v>1109.4000000000001</c:v>
                </c:pt>
                <c:pt idx="3007">
                  <c:v>1103.95</c:v>
                </c:pt>
                <c:pt idx="3008">
                  <c:v>1076.1500000000001</c:v>
                </c:pt>
                <c:pt idx="3009">
                  <c:v>1075.55</c:v>
                </c:pt>
                <c:pt idx="3010">
                  <c:v>1079.5</c:v>
                </c:pt>
                <c:pt idx="3011">
                  <c:v>1077.7</c:v>
                </c:pt>
                <c:pt idx="3012">
                  <c:v>1088.7</c:v>
                </c:pt>
                <c:pt idx="3013">
                  <c:v>1098</c:v>
                </c:pt>
                <c:pt idx="3014">
                  <c:v>1108.75</c:v>
                </c:pt>
                <c:pt idx="3015">
                  <c:v>1111.75</c:v>
                </c:pt>
                <c:pt idx="3016">
                  <c:v>1132.4000000000001</c:v>
                </c:pt>
                <c:pt idx="3017">
                  <c:v>1128.7</c:v>
                </c:pt>
                <c:pt idx="3018">
                  <c:v>1148</c:v>
                </c:pt>
                <c:pt idx="3019">
                  <c:v>1171.55</c:v>
                </c:pt>
                <c:pt idx="3020">
                  <c:v>1193.8499999999999</c:v>
                </c:pt>
                <c:pt idx="3021">
                  <c:v>1198</c:v>
                </c:pt>
                <c:pt idx="3022">
                  <c:v>1219.6500000000001</c:v>
                </c:pt>
                <c:pt idx="3023">
                  <c:v>1228.5999999999999</c:v>
                </c:pt>
                <c:pt idx="3024">
                  <c:v>1233.4000000000001</c:v>
                </c:pt>
                <c:pt idx="3025">
                  <c:v>1225.7</c:v>
                </c:pt>
                <c:pt idx="3026">
                  <c:v>1220</c:v>
                </c:pt>
                <c:pt idx="3027">
                  <c:v>1241.5999999999999</c:v>
                </c:pt>
                <c:pt idx="3028">
                  <c:v>1225.3499999999999</c:v>
                </c:pt>
                <c:pt idx="3029">
                  <c:v>1228.75</c:v>
                </c:pt>
                <c:pt idx="3030">
                  <c:v>1237.05</c:v>
                </c:pt>
                <c:pt idx="3031">
                  <c:v>1252.3499999999999</c:v>
                </c:pt>
                <c:pt idx="3032">
                  <c:v>1259.8</c:v>
                </c:pt>
                <c:pt idx="3033">
                  <c:v>1270</c:v>
                </c:pt>
                <c:pt idx="3034">
                  <c:v>1252.05</c:v>
                </c:pt>
                <c:pt idx="3035">
                  <c:v>1226.55</c:v>
                </c:pt>
                <c:pt idx="3036">
                  <c:v>1221.95</c:v>
                </c:pt>
                <c:pt idx="3037">
                  <c:v>1219.5999999999999</c:v>
                </c:pt>
                <c:pt idx="3038">
                  <c:v>1217.25</c:v>
                </c:pt>
                <c:pt idx="3039">
                  <c:v>1218.4000000000001</c:v>
                </c:pt>
                <c:pt idx="3040">
                  <c:v>1207.3</c:v>
                </c:pt>
                <c:pt idx="3041">
                  <c:v>1202</c:v>
                </c:pt>
                <c:pt idx="3042">
                  <c:v>1192.8499999999999</c:v>
                </c:pt>
                <c:pt idx="3043">
                  <c:v>1208.55</c:v>
                </c:pt>
                <c:pt idx="3044">
                  <c:v>1189.05</c:v>
                </c:pt>
                <c:pt idx="3045">
                  <c:v>1197</c:v>
                </c:pt>
                <c:pt idx="3046">
                  <c:v>1154.55</c:v>
                </c:pt>
                <c:pt idx="3047">
                  <c:v>1163.7</c:v>
                </c:pt>
                <c:pt idx="3048">
                  <c:v>1169.55</c:v>
                </c:pt>
                <c:pt idx="3049">
                  <c:v>1122</c:v>
                </c:pt>
                <c:pt idx="3050">
                  <c:v>1134.8499999999999</c:v>
                </c:pt>
                <c:pt idx="3051">
                  <c:v>1175.75</c:v>
                </c:pt>
                <c:pt idx="3052">
                  <c:v>1167.75</c:v>
                </c:pt>
                <c:pt idx="3053">
                  <c:v>1184.6500000000001</c:v>
                </c:pt>
                <c:pt idx="3054">
                  <c:v>1161.5999999999999</c:v>
                </c:pt>
                <c:pt idx="3055">
                  <c:v>1174.75</c:v>
                </c:pt>
                <c:pt idx="3056">
                  <c:v>1165.0999999999999</c:v>
                </c:pt>
                <c:pt idx="3057">
                  <c:v>1141.2</c:v>
                </c:pt>
                <c:pt idx="3058">
                  <c:v>1168.8</c:v>
                </c:pt>
                <c:pt idx="3059">
                  <c:v>1194.25</c:v>
                </c:pt>
                <c:pt idx="3060">
                  <c:v>1178</c:v>
                </c:pt>
                <c:pt idx="3061">
                  <c:v>1178.45</c:v>
                </c:pt>
                <c:pt idx="3062">
                  <c:v>1164.0999999999999</c:v>
                </c:pt>
                <c:pt idx="3063">
                  <c:v>1156.2</c:v>
                </c:pt>
                <c:pt idx="3064">
                  <c:v>1138.0999999999999</c:v>
                </c:pt>
                <c:pt idx="3065">
                  <c:v>1131.6500000000001</c:v>
                </c:pt>
                <c:pt idx="3066">
                  <c:v>1068.3499999999999</c:v>
                </c:pt>
                <c:pt idx="3067">
                  <c:v>1069.75</c:v>
                </c:pt>
                <c:pt idx="3068">
                  <c:v>1090.8499999999999</c:v>
                </c:pt>
                <c:pt idx="3069">
                  <c:v>1097.55</c:v>
                </c:pt>
                <c:pt idx="3070">
                  <c:v>1102.95</c:v>
                </c:pt>
                <c:pt idx="3071">
                  <c:v>1088.45</c:v>
                </c:pt>
                <c:pt idx="3072">
                  <c:v>1064.25</c:v>
                </c:pt>
                <c:pt idx="3073">
                  <c:v>1194.2</c:v>
                </c:pt>
                <c:pt idx="3074">
                  <c:v>1171.05</c:v>
                </c:pt>
                <c:pt idx="3075">
                  <c:v>1194.6500000000001</c:v>
                </c:pt>
                <c:pt idx="3076">
                  <c:v>1204</c:v>
                </c:pt>
                <c:pt idx="3077">
                  <c:v>1201.8499999999999</c:v>
                </c:pt>
                <c:pt idx="3078">
                  <c:v>1246.5999999999999</c:v>
                </c:pt>
                <c:pt idx="3079">
                  <c:v>1267.25</c:v>
                </c:pt>
                <c:pt idx="3080">
                  <c:v>1279.5</c:v>
                </c:pt>
                <c:pt idx="3081">
                  <c:v>1276.8</c:v>
                </c:pt>
                <c:pt idx="3082">
                  <c:v>1273.25</c:v>
                </c:pt>
                <c:pt idx="3083">
                  <c:v>1200.7</c:v>
                </c:pt>
                <c:pt idx="3084">
                  <c:v>1225.55</c:v>
                </c:pt>
                <c:pt idx="3085">
                  <c:v>1232.55</c:v>
                </c:pt>
                <c:pt idx="3086">
                  <c:v>1230.75</c:v>
                </c:pt>
                <c:pt idx="3087">
                  <c:v>1225.95</c:v>
                </c:pt>
                <c:pt idx="3088">
                  <c:v>1226.3</c:v>
                </c:pt>
                <c:pt idx="3089">
                  <c:v>1223.4000000000001</c:v>
                </c:pt>
                <c:pt idx="3090">
                  <c:v>1222</c:v>
                </c:pt>
                <c:pt idx="3091">
                  <c:v>1210.6500000000001</c:v>
                </c:pt>
                <c:pt idx="3092">
                  <c:v>1209.2</c:v>
                </c:pt>
                <c:pt idx="3093">
                  <c:v>1224.05</c:v>
                </c:pt>
                <c:pt idx="3094">
                  <c:v>1225.1500000000001</c:v>
                </c:pt>
                <c:pt idx="3095">
                  <c:v>1221.45</c:v>
                </c:pt>
                <c:pt idx="3096">
                  <c:v>1220.8</c:v>
                </c:pt>
                <c:pt idx="3097">
                  <c:v>1224.7</c:v>
                </c:pt>
                <c:pt idx="3098">
                  <c:v>1240.3499999999999</c:v>
                </c:pt>
                <c:pt idx="3099">
                  <c:v>1240.55</c:v>
                </c:pt>
                <c:pt idx="3100">
                  <c:v>1245.3499999999999</c:v>
                </c:pt>
                <c:pt idx="3101">
                  <c:v>1224.5999999999999</c:v>
                </c:pt>
                <c:pt idx="3102">
                  <c:v>1213.25</c:v>
                </c:pt>
                <c:pt idx="3103">
                  <c:v>1226.5</c:v>
                </c:pt>
                <c:pt idx="3104">
                  <c:v>1251.1500000000001</c:v>
                </c:pt>
                <c:pt idx="3105">
                  <c:v>1240.2</c:v>
                </c:pt>
                <c:pt idx="3106">
                  <c:v>1230.9000000000001</c:v>
                </c:pt>
                <c:pt idx="3107">
                  <c:v>1233.55</c:v>
                </c:pt>
                <c:pt idx="3108">
                  <c:v>1248.0999999999999</c:v>
                </c:pt>
                <c:pt idx="3109">
                  <c:v>1250.4000000000001</c:v>
                </c:pt>
                <c:pt idx="3110">
                  <c:v>1254</c:v>
                </c:pt>
                <c:pt idx="3111">
                  <c:v>1272.45</c:v>
                </c:pt>
                <c:pt idx="3112">
                  <c:v>1257.1500000000001</c:v>
                </c:pt>
                <c:pt idx="3113">
                  <c:v>1273.95</c:v>
                </c:pt>
                <c:pt idx="3114">
                  <c:v>1252.8</c:v>
                </c:pt>
                <c:pt idx="3115">
                  <c:v>1224.05</c:v>
                </c:pt>
                <c:pt idx="3116">
                  <c:v>1233.45</c:v>
                </c:pt>
                <c:pt idx="3117">
                  <c:v>1216.75</c:v>
                </c:pt>
                <c:pt idx="3118">
                  <c:v>1235.0999999999999</c:v>
                </c:pt>
                <c:pt idx="3119">
                  <c:v>1246.7</c:v>
                </c:pt>
                <c:pt idx="3120">
                  <c:v>1258.8499999999999</c:v>
                </c:pt>
                <c:pt idx="3121">
                  <c:v>1277.45</c:v>
                </c:pt>
                <c:pt idx="3122">
                  <c:v>1259.45</c:v>
                </c:pt>
                <c:pt idx="3123">
                  <c:v>1239.4000000000001</c:v>
                </c:pt>
                <c:pt idx="3124">
                  <c:v>1247.8499999999999</c:v>
                </c:pt>
                <c:pt idx="3125">
                  <c:v>1240.5999999999999</c:v>
                </c:pt>
                <c:pt idx="3126">
                  <c:v>1247.75</c:v>
                </c:pt>
                <c:pt idx="3127">
                  <c:v>1259.4000000000001</c:v>
                </c:pt>
                <c:pt idx="3128">
                  <c:v>1261.7</c:v>
                </c:pt>
                <c:pt idx="3129">
                  <c:v>1258.3</c:v>
                </c:pt>
                <c:pt idx="3130">
                  <c:v>1236</c:v>
                </c:pt>
                <c:pt idx="3131">
                  <c:v>1249.4000000000001</c:v>
                </c:pt>
                <c:pt idx="3132">
                  <c:v>1207.3499999999999</c:v>
                </c:pt>
                <c:pt idx="3133">
                  <c:v>1185.9000000000001</c:v>
                </c:pt>
                <c:pt idx="3134">
                  <c:v>1195.3</c:v>
                </c:pt>
                <c:pt idx="3135">
                  <c:v>1201</c:v>
                </c:pt>
                <c:pt idx="3136">
                  <c:v>1223.05</c:v>
                </c:pt>
                <c:pt idx="3137">
                  <c:v>1214.25</c:v>
                </c:pt>
                <c:pt idx="3138">
                  <c:v>1209.1500000000001</c:v>
                </c:pt>
                <c:pt idx="3139">
                  <c:v>1213.1500000000001</c:v>
                </c:pt>
                <c:pt idx="3140">
                  <c:v>1198.45</c:v>
                </c:pt>
                <c:pt idx="3141">
                  <c:v>1225.3</c:v>
                </c:pt>
                <c:pt idx="3142">
                  <c:v>1231</c:v>
                </c:pt>
                <c:pt idx="3143">
                  <c:v>1243.6500000000001</c:v>
                </c:pt>
                <c:pt idx="3144">
                  <c:v>1224.6500000000001</c:v>
                </c:pt>
                <c:pt idx="3145">
                  <c:v>1232.8</c:v>
                </c:pt>
                <c:pt idx="3146">
                  <c:v>1236.9000000000001</c:v>
                </c:pt>
                <c:pt idx="3147">
                  <c:v>1228.9000000000001</c:v>
                </c:pt>
                <c:pt idx="3148">
                  <c:v>1264.05</c:v>
                </c:pt>
                <c:pt idx="3149">
                  <c:v>1249.2</c:v>
                </c:pt>
                <c:pt idx="3150">
                  <c:v>1258.1500000000001</c:v>
                </c:pt>
                <c:pt idx="3151">
                  <c:v>1280.05</c:v>
                </c:pt>
                <c:pt idx="3152">
                  <c:v>1266.3</c:v>
                </c:pt>
                <c:pt idx="3153">
                  <c:v>1268.4000000000001</c:v>
                </c:pt>
                <c:pt idx="3154">
                  <c:v>1263.55</c:v>
                </c:pt>
                <c:pt idx="3155">
                  <c:v>1278.5999999999999</c:v>
                </c:pt>
                <c:pt idx="3156">
                  <c:v>1298.6500000000001</c:v>
                </c:pt>
                <c:pt idx="3157">
                  <c:v>1291.6500000000001</c:v>
                </c:pt>
                <c:pt idx="3158">
                  <c:v>1323.45</c:v>
                </c:pt>
                <c:pt idx="3159">
                  <c:v>1322.85</c:v>
                </c:pt>
                <c:pt idx="3160">
                  <c:v>1320.45</c:v>
                </c:pt>
                <c:pt idx="3161">
                  <c:v>1350.9</c:v>
                </c:pt>
                <c:pt idx="3162">
                  <c:v>1343.3</c:v>
                </c:pt>
                <c:pt idx="3163">
                  <c:v>1367.15</c:v>
                </c:pt>
                <c:pt idx="3164">
                  <c:v>1343.75</c:v>
                </c:pt>
                <c:pt idx="3165">
                  <c:v>1337.85</c:v>
                </c:pt>
                <c:pt idx="3166">
                  <c:v>1340.85</c:v>
                </c:pt>
                <c:pt idx="3167">
                  <c:v>1364.5</c:v>
                </c:pt>
                <c:pt idx="3168">
                  <c:v>1375.6</c:v>
                </c:pt>
                <c:pt idx="3169">
                  <c:v>1386.7</c:v>
                </c:pt>
                <c:pt idx="3170">
                  <c:v>1386.5</c:v>
                </c:pt>
                <c:pt idx="3171">
                  <c:v>1371.45</c:v>
                </c:pt>
                <c:pt idx="3172">
                  <c:v>1392.65</c:v>
                </c:pt>
                <c:pt idx="3173">
                  <c:v>1414.9</c:v>
                </c:pt>
                <c:pt idx="3174">
                  <c:v>1417.7</c:v>
                </c:pt>
                <c:pt idx="3175">
                  <c:v>1413.1</c:v>
                </c:pt>
                <c:pt idx="3176">
                  <c:v>1342.1</c:v>
                </c:pt>
                <c:pt idx="3177">
                  <c:v>1299.8</c:v>
                </c:pt>
                <c:pt idx="3178">
                  <c:v>1322</c:v>
                </c:pt>
                <c:pt idx="3179">
                  <c:v>1304.05</c:v>
                </c:pt>
                <c:pt idx="3180">
                  <c:v>1289.45</c:v>
                </c:pt>
                <c:pt idx="3181">
                  <c:v>1293.2</c:v>
                </c:pt>
                <c:pt idx="3182">
                  <c:v>1285.5999999999999</c:v>
                </c:pt>
                <c:pt idx="3183">
                  <c:v>1271.55</c:v>
                </c:pt>
                <c:pt idx="3184">
                  <c:v>1295.9000000000001</c:v>
                </c:pt>
                <c:pt idx="3185">
                  <c:v>1302.95</c:v>
                </c:pt>
                <c:pt idx="3186">
                  <c:v>1322.65</c:v>
                </c:pt>
                <c:pt idx="3187">
                  <c:v>1317.15</c:v>
                </c:pt>
                <c:pt idx="3188">
                  <c:v>1304</c:v>
                </c:pt>
                <c:pt idx="3189">
                  <c:v>1292.7</c:v>
                </c:pt>
                <c:pt idx="3190">
                  <c:v>1294.8499999999999</c:v>
                </c:pt>
                <c:pt idx="3191">
                  <c:v>1289.3499999999999</c:v>
                </c:pt>
                <c:pt idx="3192">
                  <c:v>1289.45</c:v>
                </c:pt>
                <c:pt idx="3193">
                  <c:v>1298.45</c:v>
                </c:pt>
                <c:pt idx="3194">
                  <c:v>1294.6500000000001</c:v>
                </c:pt>
                <c:pt idx="3195">
                  <c:v>1295.9000000000001</c:v>
                </c:pt>
                <c:pt idx="3196">
                  <c:v>1283.1500000000001</c:v>
                </c:pt>
                <c:pt idx="3197">
                  <c:v>1307.3499999999999</c:v>
                </c:pt>
                <c:pt idx="3198">
                  <c:v>1289.7</c:v>
                </c:pt>
                <c:pt idx="3199">
                  <c:v>1318.9</c:v>
                </c:pt>
                <c:pt idx="3200">
                  <c:v>1314.6</c:v>
                </c:pt>
                <c:pt idx="3201">
                  <c:v>1315.35</c:v>
                </c:pt>
                <c:pt idx="3202">
                  <c:v>1315.3</c:v>
                </c:pt>
                <c:pt idx="3203">
                  <c:v>1308.4000000000001</c:v>
                </c:pt>
                <c:pt idx="3204">
                  <c:v>1311.5</c:v>
                </c:pt>
                <c:pt idx="3205">
                  <c:v>1315.5</c:v>
                </c:pt>
                <c:pt idx="3206">
                  <c:v>1315.25</c:v>
                </c:pt>
                <c:pt idx="3207">
                  <c:v>1331.2</c:v>
                </c:pt>
                <c:pt idx="3208">
                  <c:v>1329.6</c:v>
                </c:pt>
                <c:pt idx="3209">
                  <c:v>1320.55</c:v>
                </c:pt>
                <c:pt idx="3210">
                  <c:v>1331.5</c:v>
                </c:pt>
                <c:pt idx="3211">
                  <c:v>1331.2</c:v>
                </c:pt>
                <c:pt idx="3212">
                  <c:v>1324.95</c:v>
                </c:pt>
                <c:pt idx="3213">
                  <c:v>1334.5</c:v>
                </c:pt>
                <c:pt idx="3214">
                  <c:v>1325.3</c:v>
                </c:pt>
                <c:pt idx="3215">
                  <c:v>1294.1500000000001</c:v>
                </c:pt>
                <c:pt idx="3216">
                  <c:v>1286.8</c:v>
                </c:pt>
                <c:pt idx="3217">
                  <c:v>1262.3499999999999</c:v>
                </c:pt>
                <c:pt idx="3218">
                  <c:v>1272.8</c:v>
                </c:pt>
                <c:pt idx="3219">
                  <c:v>1282.2</c:v>
                </c:pt>
                <c:pt idx="3220">
                  <c:v>1276.45</c:v>
                </c:pt>
                <c:pt idx="3221">
                  <c:v>1288.5999999999999</c:v>
                </c:pt>
                <c:pt idx="3222">
                  <c:v>1293.7</c:v>
                </c:pt>
                <c:pt idx="3223">
                  <c:v>1295.2</c:v>
                </c:pt>
                <c:pt idx="3224">
                  <c:v>1298.0999999999999</c:v>
                </c:pt>
                <c:pt idx="3225">
                  <c:v>1314</c:v>
                </c:pt>
                <c:pt idx="3226">
                  <c:v>1316.8</c:v>
                </c:pt>
                <c:pt idx="3227">
                  <c:v>1299.45</c:v>
                </c:pt>
                <c:pt idx="3228">
                  <c:v>1297.9000000000001</c:v>
                </c:pt>
                <c:pt idx="3229">
                  <c:v>1280.7</c:v>
                </c:pt>
                <c:pt idx="3230">
                  <c:v>1264.1500000000001</c:v>
                </c:pt>
                <c:pt idx="3231">
                  <c:v>1237.2</c:v>
                </c:pt>
                <c:pt idx="3232">
                  <c:v>1219.7</c:v>
                </c:pt>
                <c:pt idx="3233">
                  <c:v>1225.8</c:v>
                </c:pt>
                <c:pt idx="3234">
                  <c:v>1222.55</c:v>
                </c:pt>
                <c:pt idx="3235">
                  <c:v>1242.9000000000001</c:v>
                </c:pt>
                <c:pt idx="3236">
                  <c:v>1205.5</c:v>
                </c:pt>
                <c:pt idx="3237">
                  <c:v>1210.6500000000001</c:v>
                </c:pt>
                <c:pt idx="3238">
                  <c:v>1232.6500000000001</c:v>
                </c:pt>
                <c:pt idx="3239">
                  <c:v>1252.05</c:v>
                </c:pt>
                <c:pt idx="3240">
                  <c:v>1258.7</c:v>
                </c:pt>
                <c:pt idx="3241">
                  <c:v>1266.2</c:v>
                </c:pt>
                <c:pt idx="3242">
                  <c:v>1262.2</c:v>
                </c:pt>
                <c:pt idx="3243">
                  <c:v>1250.95</c:v>
                </c:pt>
                <c:pt idx="3244">
                  <c:v>1267.5</c:v>
                </c:pt>
                <c:pt idx="3245">
                  <c:v>1255.8499999999999</c:v>
                </c:pt>
                <c:pt idx="3246">
                  <c:v>1264.1500000000001</c:v>
                </c:pt>
                <c:pt idx="3247">
                  <c:v>1263.3</c:v>
                </c:pt>
                <c:pt idx="3248">
                  <c:v>1280.5999999999999</c:v>
                </c:pt>
                <c:pt idx="3249">
                  <c:v>1299.2</c:v>
                </c:pt>
                <c:pt idx="3250">
                  <c:v>1294.8499999999999</c:v>
                </c:pt>
                <c:pt idx="3251">
                  <c:v>1300.25</c:v>
                </c:pt>
                <c:pt idx="3252">
                  <c:v>1276.5999999999999</c:v>
                </c:pt>
                <c:pt idx="3253">
                  <c:v>1258.4000000000001</c:v>
                </c:pt>
                <c:pt idx="3254">
                  <c:v>1306.3499999999999</c:v>
                </c:pt>
                <c:pt idx="3255">
                  <c:v>1334.5</c:v>
                </c:pt>
                <c:pt idx="3256">
                  <c:v>1337.45</c:v>
                </c:pt>
                <c:pt idx="3257">
                  <c:v>1347.75</c:v>
                </c:pt>
                <c:pt idx="3258">
                  <c:v>1362</c:v>
                </c:pt>
                <c:pt idx="3259">
                  <c:v>1351</c:v>
                </c:pt>
                <c:pt idx="3260">
                  <c:v>1330</c:v>
                </c:pt>
                <c:pt idx="3261">
                  <c:v>1317.5</c:v>
                </c:pt>
                <c:pt idx="3262">
                  <c:v>1311.95</c:v>
                </c:pt>
                <c:pt idx="3263">
                  <c:v>1328.55</c:v>
                </c:pt>
                <c:pt idx="3264">
                  <c:v>1340.5</c:v>
                </c:pt>
                <c:pt idx="3265">
                  <c:v>1345.05</c:v>
                </c:pt>
                <c:pt idx="3266">
                  <c:v>1344.95</c:v>
                </c:pt>
                <c:pt idx="3267">
                  <c:v>1346.15</c:v>
                </c:pt>
                <c:pt idx="3268">
                  <c:v>1344.15</c:v>
                </c:pt>
                <c:pt idx="3269">
                  <c:v>1348.1</c:v>
                </c:pt>
                <c:pt idx="3270">
                  <c:v>1356.35</c:v>
                </c:pt>
                <c:pt idx="3271">
                  <c:v>1360.05</c:v>
                </c:pt>
                <c:pt idx="3272">
                  <c:v>1370.55</c:v>
                </c:pt>
                <c:pt idx="3273">
                  <c:v>1387.15</c:v>
                </c:pt>
                <c:pt idx="3274">
                  <c:v>1422.6</c:v>
                </c:pt>
                <c:pt idx="3275">
                  <c:v>1414.7</c:v>
                </c:pt>
                <c:pt idx="3276">
                  <c:v>1410.05</c:v>
                </c:pt>
                <c:pt idx="3277">
                  <c:v>1435.4</c:v>
                </c:pt>
                <c:pt idx="3278">
                  <c:v>1447.7</c:v>
                </c:pt>
                <c:pt idx="3279">
                  <c:v>1442.15</c:v>
                </c:pt>
                <c:pt idx="3280">
                  <c:v>1425.35</c:v>
                </c:pt>
                <c:pt idx="3281">
                  <c:v>1443.55</c:v>
                </c:pt>
                <c:pt idx="3282">
                  <c:v>1452.8</c:v>
                </c:pt>
                <c:pt idx="3283">
                  <c:v>1451.05</c:v>
                </c:pt>
                <c:pt idx="3284">
                  <c:v>1455.1</c:v>
                </c:pt>
                <c:pt idx="3285">
                  <c:v>1473.7</c:v>
                </c:pt>
                <c:pt idx="3286">
                  <c:v>1496.4</c:v>
                </c:pt>
                <c:pt idx="3287">
                  <c:v>1483.2</c:v>
                </c:pt>
                <c:pt idx="3288">
                  <c:v>1517</c:v>
                </c:pt>
                <c:pt idx="3289">
                  <c:v>1501.85</c:v>
                </c:pt>
                <c:pt idx="3290">
                  <c:v>1513.2</c:v>
                </c:pt>
                <c:pt idx="3291">
                  <c:v>1540.15</c:v>
                </c:pt>
                <c:pt idx="3292">
                  <c:v>1561.2</c:v>
                </c:pt>
                <c:pt idx="3293">
                  <c:v>1589.9</c:v>
                </c:pt>
                <c:pt idx="3294">
                  <c:v>1583.15</c:v>
                </c:pt>
                <c:pt idx="3295">
                  <c:v>1566.2</c:v>
                </c:pt>
                <c:pt idx="3296">
                  <c:v>1560.5</c:v>
                </c:pt>
                <c:pt idx="3297">
                  <c:v>1551.7</c:v>
                </c:pt>
                <c:pt idx="3298">
                  <c:v>1567.7</c:v>
                </c:pt>
                <c:pt idx="3299">
                  <c:v>1570.25</c:v>
                </c:pt>
                <c:pt idx="3300">
                  <c:v>1566.95</c:v>
                </c:pt>
                <c:pt idx="3301">
                  <c:v>1546.75</c:v>
                </c:pt>
                <c:pt idx="3302">
                  <c:v>1557.65</c:v>
                </c:pt>
                <c:pt idx="3303">
                  <c:v>1559.95</c:v>
                </c:pt>
                <c:pt idx="3304">
                  <c:v>1542.15</c:v>
                </c:pt>
                <c:pt idx="3305">
                  <c:v>1543.35</c:v>
                </c:pt>
                <c:pt idx="3306">
                  <c:v>1556.35</c:v>
                </c:pt>
                <c:pt idx="3307">
                  <c:v>1575.75</c:v>
                </c:pt>
                <c:pt idx="3308">
                  <c:v>1556.85</c:v>
                </c:pt>
                <c:pt idx="3309">
                  <c:v>1567.35</c:v>
                </c:pt>
                <c:pt idx="3310">
                  <c:v>1543.4</c:v>
                </c:pt>
                <c:pt idx="3311">
                  <c:v>1507.8</c:v>
                </c:pt>
                <c:pt idx="3312">
                  <c:v>1498.35</c:v>
                </c:pt>
                <c:pt idx="3313">
                  <c:v>1480.75</c:v>
                </c:pt>
                <c:pt idx="3314">
                  <c:v>1497.4</c:v>
                </c:pt>
                <c:pt idx="3315">
                  <c:v>1530.45</c:v>
                </c:pt>
                <c:pt idx="3316">
                  <c:v>1536.9</c:v>
                </c:pt>
                <c:pt idx="3317">
                  <c:v>1511.75</c:v>
                </c:pt>
                <c:pt idx="3318">
                  <c:v>1472.45</c:v>
                </c:pt>
                <c:pt idx="3319">
                  <c:v>1483.15</c:v>
                </c:pt>
                <c:pt idx="3320">
                  <c:v>1456.65</c:v>
                </c:pt>
                <c:pt idx="3321">
                  <c:v>1452.75</c:v>
                </c:pt>
                <c:pt idx="3322">
                  <c:v>1425.3</c:v>
                </c:pt>
                <c:pt idx="3323">
                  <c:v>1430.55</c:v>
                </c:pt>
                <c:pt idx="3324">
                  <c:v>1402.3</c:v>
                </c:pt>
                <c:pt idx="3325">
                  <c:v>1369.35</c:v>
                </c:pt>
                <c:pt idx="3326">
                  <c:v>1370.75</c:v>
                </c:pt>
                <c:pt idx="3327">
                  <c:v>1378.4</c:v>
                </c:pt>
                <c:pt idx="3328">
                  <c:v>1433.9</c:v>
                </c:pt>
                <c:pt idx="3329">
                  <c:v>1418.5</c:v>
                </c:pt>
                <c:pt idx="3330">
                  <c:v>1467.2</c:v>
                </c:pt>
                <c:pt idx="3331">
                  <c:v>1471.6</c:v>
                </c:pt>
                <c:pt idx="3332">
                  <c:v>1480.1</c:v>
                </c:pt>
                <c:pt idx="3333">
                  <c:v>1498.45</c:v>
                </c:pt>
                <c:pt idx="3334">
                  <c:v>1495.9</c:v>
                </c:pt>
                <c:pt idx="3335">
                  <c:v>1489.65</c:v>
                </c:pt>
                <c:pt idx="3336">
                  <c:v>1451.6</c:v>
                </c:pt>
                <c:pt idx="3337">
                  <c:v>1457.95</c:v>
                </c:pt>
                <c:pt idx="3338">
                  <c:v>1471.55</c:v>
                </c:pt>
                <c:pt idx="3339">
                  <c:v>1454.05</c:v>
                </c:pt>
                <c:pt idx="3340">
                  <c:v>1473.8</c:v>
                </c:pt>
                <c:pt idx="3341">
                  <c:v>1472.4</c:v>
                </c:pt>
                <c:pt idx="3342">
                  <c:v>1492.85</c:v>
                </c:pt>
                <c:pt idx="3343">
                  <c:v>1498.4</c:v>
                </c:pt>
                <c:pt idx="3344">
                  <c:v>1492.7</c:v>
                </c:pt>
                <c:pt idx="3345">
                  <c:v>1469.55</c:v>
                </c:pt>
                <c:pt idx="3346">
                  <c:v>1498</c:v>
                </c:pt>
                <c:pt idx="3347">
                  <c:v>1514.1</c:v>
                </c:pt>
                <c:pt idx="3348">
                  <c:v>1497.35</c:v>
                </c:pt>
                <c:pt idx="3349">
                  <c:v>1499.4</c:v>
                </c:pt>
                <c:pt idx="3350">
                  <c:v>1498.45</c:v>
                </c:pt>
                <c:pt idx="3351">
                  <c:v>1469.4</c:v>
                </c:pt>
                <c:pt idx="3352">
                  <c:v>1465.35</c:v>
                </c:pt>
                <c:pt idx="3353">
                  <c:v>1467.8</c:v>
                </c:pt>
                <c:pt idx="3354">
                  <c:v>1470.75</c:v>
                </c:pt>
                <c:pt idx="3355">
                  <c:v>1518.95</c:v>
                </c:pt>
                <c:pt idx="3356">
                  <c:v>1525.05</c:v>
                </c:pt>
                <c:pt idx="3357">
                  <c:v>1501.55</c:v>
                </c:pt>
                <c:pt idx="3358">
                  <c:v>1468.1</c:v>
                </c:pt>
                <c:pt idx="3359">
                  <c:v>1445.65</c:v>
                </c:pt>
                <c:pt idx="3360">
                  <c:v>1450.7</c:v>
                </c:pt>
                <c:pt idx="3361">
                  <c:v>1452.45</c:v>
                </c:pt>
                <c:pt idx="3362">
                  <c:v>1443.8</c:v>
                </c:pt>
                <c:pt idx="3363">
                  <c:v>1427.7</c:v>
                </c:pt>
                <c:pt idx="3364">
                  <c:v>1404.5</c:v>
                </c:pt>
                <c:pt idx="3365">
                  <c:v>1422.25</c:v>
                </c:pt>
                <c:pt idx="3366">
                  <c:v>1410.7</c:v>
                </c:pt>
                <c:pt idx="3367">
                  <c:v>1392.3</c:v>
                </c:pt>
                <c:pt idx="3368">
                  <c:v>1437.7</c:v>
                </c:pt>
                <c:pt idx="3369">
                  <c:v>1491.9</c:v>
                </c:pt>
                <c:pt idx="3370">
                  <c:v>1518.15</c:v>
                </c:pt>
                <c:pt idx="3371">
                  <c:v>1492.35</c:v>
                </c:pt>
                <c:pt idx="3372">
                  <c:v>1500.55</c:v>
                </c:pt>
                <c:pt idx="3373">
                  <c:v>1489.8</c:v>
                </c:pt>
                <c:pt idx="3374">
                  <c:v>1538.3</c:v>
                </c:pt>
                <c:pt idx="3375">
                  <c:v>1530.2</c:v>
                </c:pt>
                <c:pt idx="3376">
                  <c:v>1506.65</c:v>
                </c:pt>
                <c:pt idx="3377">
                  <c:v>1504.9</c:v>
                </c:pt>
                <c:pt idx="3378">
                  <c:v>1511.95</c:v>
                </c:pt>
                <c:pt idx="3379">
                  <c:v>1564.55</c:v>
                </c:pt>
                <c:pt idx="3380">
                  <c:v>1609.85</c:v>
                </c:pt>
                <c:pt idx="3381">
                  <c:v>1641.75</c:v>
                </c:pt>
                <c:pt idx="3382">
                  <c:v>1649.35</c:v>
                </c:pt>
                <c:pt idx="3383">
                  <c:v>1678.5</c:v>
                </c:pt>
                <c:pt idx="3384">
                  <c:v>1660.4</c:v>
                </c:pt>
                <c:pt idx="3385">
                  <c:v>1742.8</c:v>
                </c:pt>
                <c:pt idx="3386">
                  <c:v>1746.5</c:v>
                </c:pt>
                <c:pt idx="3387">
                  <c:v>1749.8</c:v>
                </c:pt>
                <c:pt idx="3388">
                  <c:v>1782.8</c:v>
                </c:pt>
                <c:pt idx="3389">
                  <c:v>1795.75</c:v>
                </c:pt>
                <c:pt idx="3390">
                  <c:v>1774.5</c:v>
                </c:pt>
                <c:pt idx="3391">
                  <c:v>1779.2</c:v>
                </c:pt>
                <c:pt idx="3392">
                  <c:v>1792.3</c:v>
                </c:pt>
                <c:pt idx="3393">
                  <c:v>1815.5</c:v>
                </c:pt>
                <c:pt idx="3394">
                  <c:v>1815.4</c:v>
                </c:pt>
                <c:pt idx="3395">
                  <c:v>1845.85</c:v>
                </c:pt>
                <c:pt idx="3396">
                  <c:v>1867.2</c:v>
                </c:pt>
                <c:pt idx="3397">
                  <c:v>1870.1</c:v>
                </c:pt>
                <c:pt idx="3398">
                  <c:v>1822.7</c:v>
                </c:pt>
                <c:pt idx="3399">
                  <c:v>1845.4</c:v>
                </c:pt>
                <c:pt idx="3400">
                  <c:v>1814</c:v>
                </c:pt>
                <c:pt idx="3401">
                  <c:v>1819.8</c:v>
                </c:pt>
                <c:pt idx="3402">
                  <c:v>1833.5</c:v>
                </c:pt>
                <c:pt idx="3403">
                  <c:v>1780.9</c:v>
                </c:pt>
                <c:pt idx="3404">
                  <c:v>1777.45</c:v>
                </c:pt>
                <c:pt idx="3405">
                  <c:v>1736.4</c:v>
                </c:pt>
                <c:pt idx="3406">
                  <c:v>1717.8</c:v>
                </c:pt>
                <c:pt idx="3407">
                  <c:v>1778.95</c:v>
                </c:pt>
                <c:pt idx="3408">
                  <c:v>1829.45</c:v>
                </c:pt>
                <c:pt idx="3409">
                  <c:v>1842</c:v>
                </c:pt>
                <c:pt idx="3410">
                  <c:v>1838.8</c:v>
                </c:pt>
                <c:pt idx="3411">
                  <c:v>1907.9</c:v>
                </c:pt>
                <c:pt idx="3412">
                  <c:v>1947.1</c:v>
                </c:pt>
                <c:pt idx="3413">
                  <c:v>2033.2</c:v>
                </c:pt>
                <c:pt idx="3414">
                  <c:v>2056.85</c:v>
                </c:pt>
                <c:pt idx="3415">
                  <c:v>2001.1</c:v>
                </c:pt>
                <c:pt idx="3416">
                  <c:v>2069.1</c:v>
                </c:pt>
                <c:pt idx="3417">
                  <c:v>1990.75</c:v>
                </c:pt>
                <c:pt idx="3418">
                  <c:v>1988.8</c:v>
                </c:pt>
                <c:pt idx="3419">
                  <c:v>1987.9</c:v>
                </c:pt>
                <c:pt idx="3420">
                  <c:v>1993.8</c:v>
                </c:pt>
                <c:pt idx="3421">
                  <c:v>1967.9</c:v>
                </c:pt>
                <c:pt idx="3422">
                  <c:v>1953.75</c:v>
                </c:pt>
                <c:pt idx="3423">
                  <c:v>1902.55</c:v>
                </c:pt>
                <c:pt idx="3424">
                  <c:v>1947.45</c:v>
                </c:pt>
                <c:pt idx="3425">
                  <c:v>1954.5</c:v>
                </c:pt>
                <c:pt idx="3426">
                  <c:v>1966.3</c:v>
                </c:pt>
                <c:pt idx="3427">
                  <c:v>1950.3</c:v>
                </c:pt>
                <c:pt idx="3428">
                  <c:v>1955.1</c:v>
                </c:pt>
                <c:pt idx="3429">
                  <c:v>1939.5</c:v>
                </c:pt>
                <c:pt idx="3430">
                  <c:v>1959.05</c:v>
                </c:pt>
                <c:pt idx="3431">
                  <c:v>1942.9</c:v>
                </c:pt>
                <c:pt idx="3432">
                  <c:v>1948.1</c:v>
                </c:pt>
                <c:pt idx="3433">
                  <c:v>1927.8</c:v>
                </c:pt>
                <c:pt idx="3434">
                  <c:v>1949.05</c:v>
                </c:pt>
                <c:pt idx="3435">
                  <c:v>2024.6</c:v>
                </c:pt>
                <c:pt idx="3436">
                  <c:v>2033.6</c:v>
                </c:pt>
                <c:pt idx="3437">
                  <c:v>2089.75</c:v>
                </c:pt>
                <c:pt idx="3438">
                  <c:v>2061.4499999999998</c:v>
                </c:pt>
                <c:pt idx="3439">
                  <c:v>2090.85</c:v>
                </c:pt>
                <c:pt idx="3440">
                  <c:v>2080</c:v>
                </c:pt>
                <c:pt idx="3441">
                  <c:v>2122.0500000000002</c:v>
                </c:pt>
                <c:pt idx="3442">
                  <c:v>2212.75</c:v>
                </c:pt>
                <c:pt idx="3443">
                  <c:v>2215.4</c:v>
                </c:pt>
                <c:pt idx="3444">
                  <c:v>2108.4499999999998</c:v>
                </c:pt>
                <c:pt idx="3445">
                  <c:v>2120.65</c:v>
                </c:pt>
                <c:pt idx="3446">
                  <c:v>2071.65</c:v>
                </c:pt>
                <c:pt idx="3447">
                  <c:v>2089.35</c:v>
                </c:pt>
                <c:pt idx="3448">
                  <c:v>2061.15</c:v>
                </c:pt>
                <c:pt idx="3449">
                  <c:v>2008.7</c:v>
                </c:pt>
                <c:pt idx="3450">
                  <c:v>2067.75</c:v>
                </c:pt>
                <c:pt idx="3451">
                  <c:v>2063.9499999999998</c:v>
                </c:pt>
                <c:pt idx="3452">
                  <c:v>2069.8000000000002</c:v>
                </c:pt>
                <c:pt idx="3453">
                  <c:v>2091.9499999999998</c:v>
                </c:pt>
                <c:pt idx="3454">
                  <c:v>2112.0500000000002</c:v>
                </c:pt>
                <c:pt idx="3455">
                  <c:v>2097.6</c:v>
                </c:pt>
                <c:pt idx="3456">
                  <c:v>2099</c:v>
                </c:pt>
                <c:pt idx="3457">
                  <c:v>2042</c:v>
                </c:pt>
                <c:pt idx="3458">
                  <c:v>2091.1</c:v>
                </c:pt>
                <c:pt idx="3459">
                  <c:v>2121.9499999999998</c:v>
                </c:pt>
                <c:pt idx="3460">
                  <c:v>2090.85</c:v>
                </c:pt>
                <c:pt idx="3461">
                  <c:v>2094.65</c:v>
                </c:pt>
                <c:pt idx="3462">
                  <c:v>2087.15</c:v>
                </c:pt>
                <c:pt idx="3463">
                  <c:v>2049</c:v>
                </c:pt>
                <c:pt idx="3464">
                  <c:v>2026.2</c:v>
                </c:pt>
                <c:pt idx="3465">
                  <c:v>2044</c:v>
                </c:pt>
                <c:pt idx="3466">
                  <c:v>2029.9</c:v>
                </c:pt>
                <c:pt idx="3467">
                  <c:v>2023.6</c:v>
                </c:pt>
                <c:pt idx="3468">
                  <c:v>1986.6</c:v>
                </c:pt>
                <c:pt idx="3469">
                  <c:v>2000.85</c:v>
                </c:pt>
                <c:pt idx="3470">
                  <c:v>2013.25</c:v>
                </c:pt>
                <c:pt idx="3471">
                  <c:v>1993.7</c:v>
                </c:pt>
                <c:pt idx="3472">
                  <c:v>1986.45</c:v>
                </c:pt>
                <c:pt idx="3473">
                  <c:v>1984.6</c:v>
                </c:pt>
                <c:pt idx="3474">
                  <c:v>2004.35</c:v>
                </c:pt>
                <c:pt idx="3475">
                  <c:v>2013.9</c:v>
                </c:pt>
                <c:pt idx="3476">
                  <c:v>2020.8</c:v>
                </c:pt>
                <c:pt idx="3477">
                  <c:v>2000.05</c:v>
                </c:pt>
                <c:pt idx="3478">
                  <c:v>1987.15</c:v>
                </c:pt>
                <c:pt idx="3479">
                  <c:v>2000.3</c:v>
                </c:pt>
                <c:pt idx="3480">
                  <c:v>2004.85</c:v>
                </c:pt>
                <c:pt idx="3481">
                  <c:v>2082.75</c:v>
                </c:pt>
                <c:pt idx="3482">
                  <c:v>2058.0500000000002</c:v>
                </c:pt>
                <c:pt idx="3483">
                  <c:v>2028.9</c:v>
                </c:pt>
                <c:pt idx="3484">
                  <c:v>2001.8</c:v>
                </c:pt>
                <c:pt idx="3485">
                  <c:v>2019.15</c:v>
                </c:pt>
                <c:pt idx="3486">
                  <c:v>2045.35</c:v>
                </c:pt>
                <c:pt idx="3487">
                  <c:v>2055.8000000000002</c:v>
                </c:pt>
                <c:pt idx="3488">
                  <c:v>2081.5</c:v>
                </c:pt>
                <c:pt idx="3489">
                  <c:v>2120.5500000000002</c:v>
                </c:pt>
                <c:pt idx="3490">
                  <c:v>2109.0500000000002</c:v>
                </c:pt>
                <c:pt idx="3491">
                  <c:v>2110.6999999999998</c:v>
                </c:pt>
                <c:pt idx="3492">
                  <c:v>2100.3000000000002</c:v>
                </c:pt>
                <c:pt idx="3493">
                  <c:v>2160.65</c:v>
                </c:pt>
                <c:pt idx="3494">
                  <c:v>2156.0500000000002</c:v>
                </c:pt>
                <c:pt idx="3495">
                  <c:v>2172.0500000000002</c:v>
                </c:pt>
                <c:pt idx="3496">
                  <c:v>2153.3000000000002</c:v>
                </c:pt>
                <c:pt idx="3497">
                  <c:v>2167</c:v>
                </c:pt>
                <c:pt idx="3498">
                  <c:v>2222.1999999999998</c:v>
                </c:pt>
                <c:pt idx="3499">
                  <c:v>2239.6</c:v>
                </c:pt>
                <c:pt idx="3500">
                  <c:v>2206.15</c:v>
                </c:pt>
                <c:pt idx="3501">
                  <c:v>2232.65</c:v>
                </c:pt>
                <c:pt idx="3502">
                  <c:v>2241.9499999999998</c:v>
                </c:pt>
                <c:pt idx="3503">
                  <c:v>2280.9</c:v>
                </c:pt>
                <c:pt idx="3504">
                  <c:v>2368.75</c:v>
                </c:pt>
                <c:pt idx="3505">
                  <c:v>2326.75</c:v>
                </c:pt>
                <c:pt idx="3506">
                  <c:v>2353.6</c:v>
                </c:pt>
                <c:pt idx="3507">
                  <c:v>2350.3000000000002</c:v>
                </c:pt>
                <c:pt idx="3508">
                  <c:v>2213.0500000000002</c:v>
                </c:pt>
                <c:pt idx="3509">
                  <c:v>2338.1999999999998</c:v>
                </c:pt>
                <c:pt idx="3510">
                  <c:v>2280.3000000000002</c:v>
                </c:pt>
                <c:pt idx="3511">
                  <c:v>2274.0500000000002</c:v>
                </c:pt>
                <c:pt idx="3512">
                  <c:v>2252.4499999999998</c:v>
                </c:pt>
                <c:pt idx="3513">
                  <c:v>2248.6999999999998</c:v>
                </c:pt>
                <c:pt idx="3514">
                  <c:v>2229.6</c:v>
                </c:pt>
                <c:pt idx="3515">
                  <c:v>2212.35</c:v>
                </c:pt>
                <c:pt idx="3516">
                  <c:v>2209.8000000000002</c:v>
                </c:pt>
                <c:pt idx="3517">
                  <c:v>2217.6</c:v>
                </c:pt>
                <c:pt idx="3518">
                  <c:v>2241.0500000000002</c:v>
                </c:pt>
                <c:pt idx="3519">
                  <c:v>2194.4499999999998</c:v>
                </c:pt>
                <c:pt idx="3520">
                  <c:v>2151.35</c:v>
                </c:pt>
                <c:pt idx="3521">
                  <c:v>2194.4</c:v>
                </c:pt>
                <c:pt idx="3522">
                  <c:v>2175.25</c:v>
                </c:pt>
                <c:pt idx="3523">
                  <c:v>2144.4</c:v>
                </c:pt>
                <c:pt idx="3524">
                  <c:v>2093.5500000000002</c:v>
                </c:pt>
                <c:pt idx="3525">
                  <c:v>2101.6999999999998</c:v>
                </c:pt>
                <c:pt idx="3526">
                  <c:v>2105.4499999999998</c:v>
                </c:pt>
                <c:pt idx="3527">
                  <c:v>2133.75</c:v>
                </c:pt>
                <c:pt idx="3528">
                  <c:v>2167.9</c:v>
                </c:pt>
                <c:pt idx="3529">
                  <c:v>2165.4</c:v>
                </c:pt>
                <c:pt idx="3530">
                  <c:v>2166</c:v>
                </c:pt>
                <c:pt idx="3531">
                  <c:v>2197.9499999999998</c:v>
                </c:pt>
                <c:pt idx="3532">
                  <c:v>2189.35</c:v>
                </c:pt>
                <c:pt idx="3533">
                  <c:v>2205.6999999999998</c:v>
                </c:pt>
                <c:pt idx="3534">
                  <c:v>2177.9</c:v>
                </c:pt>
                <c:pt idx="3535">
                  <c:v>2188.9</c:v>
                </c:pt>
                <c:pt idx="3536">
                  <c:v>2182.15</c:v>
                </c:pt>
                <c:pt idx="3537">
                  <c:v>2275.75</c:v>
                </c:pt>
                <c:pt idx="3538">
                  <c:v>2240.0500000000002</c:v>
                </c:pt>
                <c:pt idx="3539">
                  <c:v>2240.65</c:v>
                </c:pt>
                <c:pt idx="3540">
                  <c:v>2251.9</c:v>
                </c:pt>
                <c:pt idx="3541">
                  <c:v>2240.75</c:v>
                </c:pt>
                <c:pt idx="3542">
                  <c:v>2228.5</c:v>
                </c:pt>
                <c:pt idx="3543">
                  <c:v>2142.65</c:v>
                </c:pt>
                <c:pt idx="3544">
                  <c:v>2151.65</c:v>
                </c:pt>
                <c:pt idx="3545">
                  <c:v>2179.4499999999998</c:v>
                </c:pt>
                <c:pt idx="3546">
                  <c:v>2149.5500000000002</c:v>
                </c:pt>
                <c:pt idx="3547">
                  <c:v>2139.5500000000002</c:v>
                </c:pt>
                <c:pt idx="3548">
                  <c:v>2122</c:v>
                </c:pt>
                <c:pt idx="3549">
                  <c:v>2039.4</c:v>
                </c:pt>
                <c:pt idx="3550">
                  <c:v>2108.1999999999998</c:v>
                </c:pt>
                <c:pt idx="3551">
                  <c:v>2127</c:v>
                </c:pt>
                <c:pt idx="3552">
                  <c:v>2128.25</c:v>
                </c:pt>
                <c:pt idx="3553">
                  <c:v>2152.6</c:v>
                </c:pt>
                <c:pt idx="3554">
                  <c:v>2146.65</c:v>
                </c:pt>
                <c:pt idx="3555">
                  <c:v>2093.5</c:v>
                </c:pt>
                <c:pt idx="3556">
                  <c:v>2094.25</c:v>
                </c:pt>
                <c:pt idx="3557">
                  <c:v>2102.1</c:v>
                </c:pt>
                <c:pt idx="3558">
                  <c:v>2133.15</c:v>
                </c:pt>
                <c:pt idx="3559">
                  <c:v>2176.6999999999998</c:v>
                </c:pt>
                <c:pt idx="3560">
                  <c:v>2172.25</c:v>
                </c:pt>
                <c:pt idx="3561">
                  <c:v>2166.5</c:v>
                </c:pt>
                <c:pt idx="3562">
                  <c:v>2138.85</c:v>
                </c:pt>
                <c:pt idx="3563">
                  <c:v>2153.8000000000002</c:v>
                </c:pt>
                <c:pt idx="3564">
                  <c:v>2140.4</c:v>
                </c:pt>
                <c:pt idx="3565">
                  <c:v>2126.15</c:v>
                </c:pt>
                <c:pt idx="3566">
                  <c:v>2164.1</c:v>
                </c:pt>
                <c:pt idx="3567">
                  <c:v>2252.75</c:v>
                </c:pt>
                <c:pt idx="3568">
                  <c:v>2196.3000000000002</c:v>
                </c:pt>
                <c:pt idx="3569">
                  <c:v>2222.9</c:v>
                </c:pt>
                <c:pt idx="3570">
                  <c:v>2221.75</c:v>
                </c:pt>
                <c:pt idx="3571">
                  <c:v>2221.0500000000002</c:v>
                </c:pt>
                <c:pt idx="3572">
                  <c:v>2213.75</c:v>
                </c:pt>
                <c:pt idx="3573">
                  <c:v>2205.25</c:v>
                </c:pt>
                <c:pt idx="3574">
                  <c:v>2191.35</c:v>
                </c:pt>
                <c:pt idx="3575">
                  <c:v>2194.25</c:v>
                </c:pt>
                <c:pt idx="3576">
                  <c:v>2189.1999999999998</c:v>
                </c:pt>
                <c:pt idx="3577">
                  <c:v>2208.4499999999998</c:v>
                </c:pt>
                <c:pt idx="3578">
                  <c:v>2213.6999999999998</c:v>
                </c:pt>
                <c:pt idx="3579">
                  <c:v>2198.9</c:v>
                </c:pt>
                <c:pt idx="3580">
                  <c:v>2165.5500000000002</c:v>
                </c:pt>
                <c:pt idx="3581">
                  <c:v>2162.0500000000002</c:v>
                </c:pt>
                <c:pt idx="3582">
                  <c:v>2159.9</c:v>
                </c:pt>
                <c:pt idx="3583">
                  <c:v>2159.35</c:v>
                </c:pt>
                <c:pt idx="3584">
                  <c:v>2210.9499999999998</c:v>
                </c:pt>
                <c:pt idx="3585">
                  <c:v>2216.1</c:v>
                </c:pt>
                <c:pt idx="3586">
                  <c:v>2193.15</c:v>
                </c:pt>
                <c:pt idx="3587">
                  <c:v>2160.75</c:v>
                </c:pt>
                <c:pt idx="3588">
                  <c:v>2036.7</c:v>
                </c:pt>
                <c:pt idx="3589">
                  <c:v>2068.1999999999998</c:v>
                </c:pt>
                <c:pt idx="3590">
                  <c:v>2082.85</c:v>
                </c:pt>
                <c:pt idx="3591">
                  <c:v>2111.9499999999998</c:v>
                </c:pt>
                <c:pt idx="3592">
                  <c:v>2127.9</c:v>
                </c:pt>
                <c:pt idx="3593">
                  <c:v>2154</c:v>
                </c:pt>
                <c:pt idx="3594">
                  <c:v>2131.4499999999998</c:v>
                </c:pt>
                <c:pt idx="3595">
                  <c:v>2150.5500000000002</c:v>
                </c:pt>
                <c:pt idx="3596">
                  <c:v>2159.9499999999998</c:v>
                </c:pt>
                <c:pt idx="3597">
                  <c:v>2141.35</c:v>
                </c:pt>
                <c:pt idx="3598">
                  <c:v>2129.85</c:v>
                </c:pt>
                <c:pt idx="3599">
                  <c:v>2128.6</c:v>
                </c:pt>
                <c:pt idx="3600">
                  <c:v>2089.25</c:v>
                </c:pt>
                <c:pt idx="3601">
                  <c:v>2104.15</c:v>
                </c:pt>
                <c:pt idx="3602">
                  <c:v>2084.25</c:v>
                </c:pt>
                <c:pt idx="3603">
                  <c:v>2113.8000000000002</c:v>
                </c:pt>
                <c:pt idx="3604">
                  <c:v>2158.15</c:v>
                </c:pt>
                <c:pt idx="3605">
                  <c:v>2206.9499999999998</c:v>
                </c:pt>
                <c:pt idx="3606">
                  <c:v>2237.35</c:v>
                </c:pt>
                <c:pt idx="3607">
                  <c:v>2213.5500000000002</c:v>
                </c:pt>
                <c:pt idx="3608">
                  <c:v>2269.75</c:v>
                </c:pt>
                <c:pt idx="3609">
                  <c:v>2279.85</c:v>
                </c:pt>
                <c:pt idx="3610">
                  <c:v>2227.0500000000002</c:v>
                </c:pt>
                <c:pt idx="3611">
                  <c:v>2276.0500000000002</c:v>
                </c:pt>
                <c:pt idx="3612">
                  <c:v>2292.4</c:v>
                </c:pt>
                <c:pt idx="3613">
                  <c:v>2268.85</c:v>
                </c:pt>
                <c:pt idx="3614">
                  <c:v>2309.0500000000002</c:v>
                </c:pt>
                <c:pt idx="3615">
                  <c:v>2310.5500000000002</c:v>
                </c:pt>
                <c:pt idx="3616">
                  <c:v>2307.65</c:v>
                </c:pt>
                <c:pt idx="3617">
                  <c:v>2399.5500000000002</c:v>
                </c:pt>
                <c:pt idx="3618">
                  <c:v>2425.4</c:v>
                </c:pt>
                <c:pt idx="3619">
                  <c:v>2390.75</c:v>
                </c:pt>
                <c:pt idx="3620">
                  <c:v>2401.6</c:v>
                </c:pt>
                <c:pt idx="3621">
                  <c:v>2417.9</c:v>
                </c:pt>
                <c:pt idx="3622">
                  <c:v>2410.5</c:v>
                </c:pt>
                <c:pt idx="3623">
                  <c:v>2488.5500000000002</c:v>
                </c:pt>
                <c:pt idx="3624">
                  <c:v>2449.4499999999998</c:v>
                </c:pt>
                <c:pt idx="3625">
                  <c:v>2398.15</c:v>
                </c:pt>
                <c:pt idx="3626">
                  <c:v>2351.8000000000002</c:v>
                </c:pt>
                <c:pt idx="3627">
                  <c:v>2394.4499999999998</c:v>
                </c:pt>
                <c:pt idx="3628">
                  <c:v>2426.25</c:v>
                </c:pt>
                <c:pt idx="3629">
                  <c:v>2399.3000000000002</c:v>
                </c:pt>
                <c:pt idx="3630">
                  <c:v>2401.85</c:v>
                </c:pt>
                <c:pt idx="3631">
                  <c:v>2381.9499999999998</c:v>
                </c:pt>
                <c:pt idx="3632">
                  <c:v>2441.1999999999998</c:v>
                </c:pt>
                <c:pt idx="3633">
                  <c:v>2463.75</c:v>
                </c:pt>
                <c:pt idx="3634">
                  <c:v>2532.4</c:v>
                </c:pt>
                <c:pt idx="3635">
                  <c:v>2586.15</c:v>
                </c:pt>
                <c:pt idx="3636">
                  <c:v>2595.1999999999998</c:v>
                </c:pt>
                <c:pt idx="3637">
                  <c:v>2605.75</c:v>
                </c:pt>
                <c:pt idx="3638">
                  <c:v>2589.3000000000002</c:v>
                </c:pt>
                <c:pt idx="3639">
                  <c:v>2595.0500000000002</c:v>
                </c:pt>
                <c:pt idx="3640">
                  <c:v>2580.0500000000002</c:v>
                </c:pt>
                <c:pt idx="3641">
                  <c:v>2516.4</c:v>
                </c:pt>
                <c:pt idx="3642">
                  <c:v>2526.0500000000002</c:v>
                </c:pt>
                <c:pt idx="3643">
                  <c:v>2523.6999999999998</c:v>
                </c:pt>
                <c:pt idx="3644">
                  <c:v>2506.65</c:v>
                </c:pt>
                <c:pt idx="3645">
                  <c:v>2469.8000000000002</c:v>
                </c:pt>
                <c:pt idx="3646">
                  <c:v>2478.6999999999998</c:v>
                </c:pt>
                <c:pt idx="3647">
                  <c:v>2468.4</c:v>
                </c:pt>
                <c:pt idx="3648">
                  <c:v>2471.75</c:v>
                </c:pt>
                <c:pt idx="3649">
                  <c:v>2500.0500000000002</c:v>
                </c:pt>
                <c:pt idx="3650">
                  <c:v>2499.75</c:v>
                </c:pt>
                <c:pt idx="3651">
                  <c:v>2487.6</c:v>
                </c:pt>
                <c:pt idx="3652">
                  <c:v>2438.5</c:v>
                </c:pt>
                <c:pt idx="3653">
                  <c:v>2436.1999999999998</c:v>
                </c:pt>
                <c:pt idx="3654">
                  <c:v>2432.4499999999998</c:v>
                </c:pt>
                <c:pt idx="3655">
                  <c:v>2464.1999999999998</c:v>
                </c:pt>
                <c:pt idx="3656">
                  <c:v>2522.0500000000002</c:v>
                </c:pt>
                <c:pt idx="3657">
                  <c:v>2533.8000000000002</c:v>
                </c:pt>
                <c:pt idx="3658">
                  <c:v>2549.9499999999998</c:v>
                </c:pt>
                <c:pt idx="3659">
                  <c:v>2522.35</c:v>
                </c:pt>
                <c:pt idx="3660">
                  <c:v>2537.15</c:v>
                </c:pt>
                <c:pt idx="3661">
                  <c:v>2537.9</c:v>
                </c:pt>
                <c:pt idx="3662">
                  <c:v>2606.4</c:v>
                </c:pt>
                <c:pt idx="3663">
                  <c:v>2584.75</c:v>
                </c:pt>
                <c:pt idx="3664">
                  <c:v>2598.6</c:v>
                </c:pt>
                <c:pt idx="3665">
                  <c:v>2642.7</c:v>
                </c:pt>
                <c:pt idx="3666">
                  <c:v>2631.25</c:v>
                </c:pt>
                <c:pt idx="3667">
                  <c:v>2600.15</c:v>
                </c:pt>
                <c:pt idx="3668">
                  <c:v>2598.35</c:v>
                </c:pt>
                <c:pt idx="3669">
                  <c:v>2607.6</c:v>
                </c:pt>
                <c:pt idx="3670">
                  <c:v>2558.3000000000002</c:v>
                </c:pt>
                <c:pt idx="3671">
                  <c:v>2550.85</c:v>
                </c:pt>
                <c:pt idx="3672">
                  <c:v>2591.1999999999998</c:v>
                </c:pt>
                <c:pt idx="3673">
                  <c:v>2642.3</c:v>
                </c:pt>
                <c:pt idx="3674">
                  <c:v>2714.2</c:v>
                </c:pt>
                <c:pt idx="3675">
                  <c:v>2721.8</c:v>
                </c:pt>
                <c:pt idx="3676">
                  <c:v>2688.2</c:v>
                </c:pt>
                <c:pt idx="3677">
                  <c:v>2643</c:v>
                </c:pt>
                <c:pt idx="3678">
                  <c:v>2708.6</c:v>
                </c:pt>
                <c:pt idx="3679">
                  <c:v>2684</c:v>
                </c:pt>
                <c:pt idx="3680">
                  <c:v>2767.95</c:v>
                </c:pt>
                <c:pt idx="3681">
                  <c:v>2736.6</c:v>
                </c:pt>
                <c:pt idx="3682">
                  <c:v>2775.6</c:v>
                </c:pt>
                <c:pt idx="3683">
                  <c:v>2731.35</c:v>
                </c:pt>
                <c:pt idx="3684">
                  <c:v>2683.2</c:v>
                </c:pt>
                <c:pt idx="3685">
                  <c:v>2706.05</c:v>
                </c:pt>
                <c:pt idx="3686">
                  <c:v>2678.5</c:v>
                </c:pt>
                <c:pt idx="3687">
                  <c:v>2716.55</c:v>
                </c:pt>
                <c:pt idx="3688">
                  <c:v>2699.2</c:v>
                </c:pt>
                <c:pt idx="3689">
                  <c:v>2678.1</c:v>
                </c:pt>
                <c:pt idx="3690">
                  <c:v>2441.15</c:v>
                </c:pt>
                <c:pt idx="3691">
                  <c:v>2423.3000000000002</c:v>
                </c:pt>
                <c:pt idx="3692">
                  <c:v>2433.4</c:v>
                </c:pt>
                <c:pt idx="3693">
                  <c:v>2451.85</c:v>
                </c:pt>
                <c:pt idx="3694">
                  <c:v>2465.35</c:v>
                </c:pt>
                <c:pt idx="3695">
                  <c:v>2457.15</c:v>
                </c:pt>
                <c:pt idx="3696">
                  <c:v>2478.6</c:v>
                </c:pt>
                <c:pt idx="3697">
                  <c:v>2506.0500000000002</c:v>
                </c:pt>
                <c:pt idx="3698">
                  <c:v>2558.1999999999998</c:v>
                </c:pt>
                <c:pt idx="3699">
                  <c:v>2607.85</c:v>
                </c:pt>
                <c:pt idx="3700">
                  <c:v>2590.35</c:v>
                </c:pt>
                <c:pt idx="3701">
                  <c:v>2599.5</c:v>
                </c:pt>
                <c:pt idx="3702">
                  <c:v>2572.85</c:v>
                </c:pt>
                <c:pt idx="3703">
                  <c:v>2569.65</c:v>
                </c:pt>
                <c:pt idx="3704">
                  <c:v>2580.6999999999998</c:v>
                </c:pt>
                <c:pt idx="3705">
                  <c:v>2591.75</c:v>
                </c:pt>
                <c:pt idx="3706">
                  <c:v>2588.4499999999998</c:v>
                </c:pt>
                <c:pt idx="3707">
                  <c:v>2606.4499999999998</c:v>
                </c:pt>
                <c:pt idx="3708">
                  <c:v>2618.3000000000002</c:v>
                </c:pt>
                <c:pt idx="3709">
                  <c:v>2585.85</c:v>
                </c:pt>
                <c:pt idx="3710">
                  <c:v>2573.75</c:v>
                </c:pt>
                <c:pt idx="3711">
                  <c:v>2605.4499999999998</c:v>
                </c:pt>
                <c:pt idx="3712">
                  <c:v>2622.15</c:v>
                </c:pt>
                <c:pt idx="3713">
                  <c:v>2657.7</c:v>
                </c:pt>
                <c:pt idx="3714">
                  <c:v>2636</c:v>
                </c:pt>
                <c:pt idx="3715">
                  <c:v>2627.3</c:v>
                </c:pt>
                <c:pt idx="3716">
                  <c:v>2653.3</c:v>
                </c:pt>
                <c:pt idx="3717">
                  <c:v>2643</c:v>
                </c:pt>
                <c:pt idx="3718">
                  <c:v>2692.95</c:v>
                </c:pt>
                <c:pt idx="3719">
                  <c:v>2657.3</c:v>
                </c:pt>
                <c:pt idx="3720">
                  <c:v>2635.35</c:v>
                </c:pt>
                <c:pt idx="3721">
                  <c:v>2637.95</c:v>
                </c:pt>
                <c:pt idx="3722">
                  <c:v>2578.9499999999998</c:v>
                </c:pt>
                <c:pt idx="3723">
                  <c:v>2512.8000000000002</c:v>
                </c:pt>
                <c:pt idx="3724">
                  <c:v>2514.85</c:v>
                </c:pt>
                <c:pt idx="3725">
                  <c:v>2507.9</c:v>
                </c:pt>
                <c:pt idx="3726">
                  <c:v>2492.15</c:v>
                </c:pt>
                <c:pt idx="3727">
                  <c:v>2450.6999999999998</c:v>
                </c:pt>
                <c:pt idx="3728">
                  <c:v>2358.65</c:v>
                </c:pt>
                <c:pt idx="3729">
                  <c:v>2443.0500000000002</c:v>
                </c:pt>
                <c:pt idx="3730">
                  <c:v>2444.1</c:v>
                </c:pt>
                <c:pt idx="3731">
                  <c:v>2460.6999999999998</c:v>
                </c:pt>
                <c:pt idx="3732">
                  <c:v>2510.5500000000002</c:v>
                </c:pt>
                <c:pt idx="3733">
                  <c:v>2513.4</c:v>
                </c:pt>
                <c:pt idx="3734">
                  <c:v>2516.6999999999998</c:v>
                </c:pt>
                <c:pt idx="3735">
                  <c:v>2479.9</c:v>
                </c:pt>
                <c:pt idx="3736">
                  <c:v>2505</c:v>
                </c:pt>
                <c:pt idx="3737">
                  <c:v>2522.9</c:v>
                </c:pt>
                <c:pt idx="3738">
                  <c:v>2530.0500000000002</c:v>
                </c:pt>
                <c:pt idx="3739">
                  <c:v>2558.25</c:v>
                </c:pt>
                <c:pt idx="3740">
                  <c:v>2545.5500000000002</c:v>
                </c:pt>
                <c:pt idx="3741">
                  <c:v>2579.4499999999998</c:v>
                </c:pt>
                <c:pt idx="3742">
                  <c:v>2540.25</c:v>
                </c:pt>
                <c:pt idx="3743">
                  <c:v>2446.6</c:v>
                </c:pt>
                <c:pt idx="3744">
                  <c:v>2417.6999999999998</c:v>
                </c:pt>
                <c:pt idx="3745">
                  <c:v>2443.8000000000002</c:v>
                </c:pt>
                <c:pt idx="3746">
                  <c:v>2512.3000000000002</c:v>
                </c:pt>
                <c:pt idx="3747">
                  <c:v>2509.6999999999998</c:v>
                </c:pt>
                <c:pt idx="3748">
                  <c:v>2497.9</c:v>
                </c:pt>
                <c:pt idx="3749">
                  <c:v>2521.9499999999998</c:v>
                </c:pt>
                <c:pt idx="3750">
                  <c:v>2539.1</c:v>
                </c:pt>
                <c:pt idx="3751">
                  <c:v>2532.15</c:v>
                </c:pt>
                <c:pt idx="3752">
                  <c:v>2511</c:v>
                </c:pt>
                <c:pt idx="3753">
                  <c:v>2500.4499999999998</c:v>
                </c:pt>
                <c:pt idx="3754">
                  <c:v>2513.8000000000002</c:v>
                </c:pt>
                <c:pt idx="3755">
                  <c:v>2513.5500000000002</c:v>
                </c:pt>
                <c:pt idx="3756">
                  <c:v>2503.6</c:v>
                </c:pt>
                <c:pt idx="3757">
                  <c:v>2502.0500000000002</c:v>
                </c:pt>
                <c:pt idx="3758">
                  <c:v>2539.6</c:v>
                </c:pt>
                <c:pt idx="3759">
                  <c:v>2544.65</c:v>
                </c:pt>
                <c:pt idx="3760">
                  <c:v>2482.0500000000002</c:v>
                </c:pt>
                <c:pt idx="3761">
                  <c:v>2514.1999999999998</c:v>
                </c:pt>
                <c:pt idx="3762">
                  <c:v>2558.25</c:v>
                </c:pt>
                <c:pt idx="3763">
                  <c:v>2514.3000000000002</c:v>
                </c:pt>
                <c:pt idx="3764">
                  <c:v>2552.4</c:v>
                </c:pt>
                <c:pt idx="3765">
                  <c:v>2575.75</c:v>
                </c:pt>
                <c:pt idx="3766">
                  <c:v>2512.9</c:v>
                </c:pt>
                <c:pt idx="3767">
                  <c:v>2441.15</c:v>
                </c:pt>
                <c:pt idx="3768">
                  <c:v>2459.9</c:v>
                </c:pt>
                <c:pt idx="3769">
                  <c:v>2462.15</c:v>
                </c:pt>
                <c:pt idx="3770">
                  <c:v>2538.75</c:v>
                </c:pt>
                <c:pt idx="3771">
                  <c:v>2584.8000000000002</c:v>
                </c:pt>
                <c:pt idx="3772">
                  <c:v>2635.65</c:v>
                </c:pt>
                <c:pt idx="3773">
                  <c:v>2681.05</c:v>
                </c:pt>
                <c:pt idx="3774">
                  <c:v>2675.55</c:v>
                </c:pt>
                <c:pt idx="3775">
                  <c:v>2696.65</c:v>
                </c:pt>
                <c:pt idx="3776">
                  <c:v>2704.75</c:v>
                </c:pt>
                <c:pt idx="3777">
                  <c:v>2672.2</c:v>
                </c:pt>
                <c:pt idx="3778">
                  <c:v>2656.45</c:v>
                </c:pt>
                <c:pt idx="3779">
                  <c:v>2662.35</c:v>
                </c:pt>
                <c:pt idx="3780">
                  <c:v>2675.25</c:v>
                </c:pt>
                <c:pt idx="3781">
                  <c:v>2669.4</c:v>
                </c:pt>
                <c:pt idx="3782">
                  <c:v>2776</c:v>
                </c:pt>
                <c:pt idx="3783">
                  <c:v>2746</c:v>
                </c:pt>
                <c:pt idx="3784">
                  <c:v>2696.45</c:v>
                </c:pt>
                <c:pt idx="3785">
                  <c:v>2646.8</c:v>
                </c:pt>
                <c:pt idx="3786">
                  <c:v>2642.7</c:v>
                </c:pt>
                <c:pt idx="3787">
                  <c:v>2606.5500000000002</c:v>
                </c:pt>
                <c:pt idx="3788">
                  <c:v>2619.0500000000002</c:v>
                </c:pt>
                <c:pt idx="3789">
                  <c:v>2582.35</c:v>
                </c:pt>
                <c:pt idx="3790">
                  <c:v>2562.3000000000002</c:v>
                </c:pt>
                <c:pt idx="3791">
                  <c:v>2583.6999999999998</c:v>
                </c:pt>
                <c:pt idx="3792">
                  <c:v>2559.35</c:v>
                </c:pt>
                <c:pt idx="3793">
                  <c:v>2596.25</c:v>
                </c:pt>
                <c:pt idx="3794">
                  <c:v>2610.9499999999998</c:v>
                </c:pt>
                <c:pt idx="3795">
                  <c:v>2617.15</c:v>
                </c:pt>
                <c:pt idx="3796">
                  <c:v>2591.3000000000002</c:v>
                </c:pt>
                <c:pt idx="3797">
                  <c:v>2573.75</c:v>
                </c:pt>
                <c:pt idx="3798">
                  <c:v>2513.1</c:v>
                </c:pt>
                <c:pt idx="3799">
                  <c:v>2514.8000000000002</c:v>
                </c:pt>
                <c:pt idx="3800">
                  <c:v>2564.15</c:v>
                </c:pt>
                <c:pt idx="3801">
                  <c:v>2553.9499999999998</c:v>
                </c:pt>
                <c:pt idx="3802">
                  <c:v>2542.65</c:v>
                </c:pt>
                <c:pt idx="3803">
                  <c:v>2547.3000000000002</c:v>
                </c:pt>
                <c:pt idx="3804">
                  <c:v>2585</c:v>
                </c:pt>
                <c:pt idx="3805">
                  <c:v>2641.4</c:v>
                </c:pt>
                <c:pt idx="3806">
                  <c:v>2664.55</c:v>
                </c:pt>
                <c:pt idx="3807">
                  <c:v>2653.75</c:v>
                </c:pt>
                <c:pt idx="3808">
                  <c:v>2655.5</c:v>
                </c:pt>
                <c:pt idx="3809">
                  <c:v>2627.75</c:v>
                </c:pt>
                <c:pt idx="3810">
                  <c:v>2582.8000000000002</c:v>
                </c:pt>
                <c:pt idx="3811">
                  <c:v>2474.85</c:v>
                </c:pt>
                <c:pt idx="3812">
                  <c:v>2428.8000000000002</c:v>
                </c:pt>
                <c:pt idx="3813">
                  <c:v>2427.0500000000002</c:v>
                </c:pt>
                <c:pt idx="3814">
                  <c:v>2445.1</c:v>
                </c:pt>
                <c:pt idx="3815">
                  <c:v>2457.25</c:v>
                </c:pt>
                <c:pt idx="3816">
                  <c:v>2493.0500000000002</c:v>
                </c:pt>
                <c:pt idx="3817">
                  <c:v>2500.1999999999998</c:v>
                </c:pt>
                <c:pt idx="3818">
                  <c:v>2495</c:v>
                </c:pt>
                <c:pt idx="3819">
                  <c:v>2487.3000000000002</c:v>
                </c:pt>
                <c:pt idx="3820">
                  <c:v>2463.6999999999998</c:v>
                </c:pt>
                <c:pt idx="3821">
                  <c:v>2481.5500000000002</c:v>
                </c:pt>
                <c:pt idx="3822">
                  <c:v>2517.85</c:v>
                </c:pt>
                <c:pt idx="3823">
                  <c:v>2463.0500000000002</c:v>
                </c:pt>
                <c:pt idx="3824">
                  <c:v>2545.25</c:v>
                </c:pt>
                <c:pt idx="3825">
                  <c:v>2527.25</c:v>
                </c:pt>
                <c:pt idx="3826">
                  <c:v>2556</c:v>
                </c:pt>
                <c:pt idx="3827">
                  <c:v>2522.9</c:v>
                </c:pt>
                <c:pt idx="3828">
                  <c:v>2515.4</c:v>
                </c:pt>
                <c:pt idx="3829">
                  <c:v>2499.25</c:v>
                </c:pt>
                <c:pt idx="3830">
                  <c:v>2511.15</c:v>
                </c:pt>
                <c:pt idx="3831">
                  <c:v>2520.4</c:v>
                </c:pt>
                <c:pt idx="3832">
                  <c:v>2512.6999999999998</c:v>
                </c:pt>
                <c:pt idx="3833">
                  <c:v>2557.0500000000002</c:v>
                </c:pt>
                <c:pt idx="3834">
                  <c:v>2555.5</c:v>
                </c:pt>
                <c:pt idx="3835">
                  <c:v>2617.9</c:v>
                </c:pt>
                <c:pt idx="3836">
                  <c:v>2601</c:v>
                </c:pt>
                <c:pt idx="3837">
                  <c:v>2608.85</c:v>
                </c:pt>
                <c:pt idx="3838">
                  <c:v>2615.25</c:v>
                </c:pt>
                <c:pt idx="3839">
                  <c:v>2609.5</c:v>
                </c:pt>
                <c:pt idx="3840">
                  <c:v>2610.3000000000002</c:v>
                </c:pt>
                <c:pt idx="3841">
                  <c:v>2617.75</c:v>
                </c:pt>
                <c:pt idx="3842">
                  <c:v>2599.9</c:v>
                </c:pt>
                <c:pt idx="3843">
                  <c:v>2610.9</c:v>
                </c:pt>
                <c:pt idx="3844">
                  <c:v>2605.65</c:v>
                </c:pt>
                <c:pt idx="3845">
                  <c:v>2575.85</c:v>
                </c:pt>
                <c:pt idx="3846">
                  <c:v>2577.4499999999998</c:v>
                </c:pt>
                <c:pt idx="3847">
                  <c:v>2561.65</c:v>
                </c:pt>
                <c:pt idx="3848">
                  <c:v>2600.75</c:v>
                </c:pt>
                <c:pt idx="3849">
                  <c:v>2571.3000000000002</c:v>
                </c:pt>
                <c:pt idx="3850">
                  <c:v>2505.8000000000002</c:v>
                </c:pt>
                <c:pt idx="3851">
                  <c:v>2504.8000000000002</c:v>
                </c:pt>
                <c:pt idx="3852">
                  <c:v>2512</c:v>
                </c:pt>
                <c:pt idx="3853">
                  <c:v>2513.8000000000002</c:v>
                </c:pt>
                <c:pt idx="3854">
                  <c:v>2530.0500000000002</c:v>
                </c:pt>
                <c:pt idx="3855">
                  <c:v>2549.5500000000002</c:v>
                </c:pt>
                <c:pt idx="3856">
                  <c:v>2591.5</c:v>
                </c:pt>
                <c:pt idx="3857">
                  <c:v>2574.6</c:v>
                </c:pt>
                <c:pt idx="3858">
                  <c:v>2570.3000000000002</c:v>
                </c:pt>
                <c:pt idx="3859">
                  <c:v>2550</c:v>
                </c:pt>
                <c:pt idx="3860">
                  <c:v>2592.8000000000002</c:v>
                </c:pt>
                <c:pt idx="3861">
                  <c:v>2592.9</c:v>
                </c:pt>
                <c:pt idx="3862">
                  <c:v>2550.9499999999998</c:v>
                </c:pt>
                <c:pt idx="3863">
                  <c:v>2593.1</c:v>
                </c:pt>
                <c:pt idx="3864">
                  <c:v>2577.75</c:v>
                </c:pt>
                <c:pt idx="3865">
                  <c:v>2603.9</c:v>
                </c:pt>
                <c:pt idx="3866">
                  <c:v>2633.3</c:v>
                </c:pt>
                <c:pt idx="3867">
                  <c:v>2616.25</c:v>
                </c:pt>
                <c:pt idx="3868">
                  <c:v>2595.1</c:v>
                </c:pt>
                <c:pt idx="3869">
                  <c:v>2522.5</c:v>
                </c:pt>
                <c:pt idx="3870">
                  <c:v>2474.35</c:v>
                </c:pt>
                <c:pt idx="3871">
                  <c:v>2509.5500000000002</c:v>
                </c:pt>
                <c:pt idx="3872">
                  <c:v>2499.5</c:v>
                </c:pt>
                <c:pt idx="3873">
                  <c:v>2545.75</c:v>
                </c:pt>
                <c:pt idx="3874">
                  <c:v>2540.1999999999998</c:v>
                </c:pt>
                <c:pt idx="3875">
                  <c:v>2564.4</c:v>
                </c:pt>
                <c:pt idx="3876">
                  <c:v>2579.15</c:v>
                </c:pt>
                <c:pt idx="3877">
                  <c:v>2561.4</c:v>
                </c:pt>
                <c:pt idx="3878">
                  <c:v>2528.0500000000002</c:v>
                </c:pt>
                <c:pt idx="3879">
                  <c:v>2488.6</c:v>
                </c:pt>
                <c:pt idx="3880">
                  <c:v>2505.15</c:v>
                </c:pt>
                <c:pt idx="3881">
                  <c:v>2497.0500000000002</c:v>
                </c:pt>
                <c:pt idx="3882">
                  <c:v>2502.0500000000002</c:v>
                </c:pt>
                <c:pt idx="3883">
                  <c:v>2506.75</c:v>
                </c:pt>
                <c:pt idx="3884">
                  <c:v>2480.65</c:v>
                </c:pt>
                <c:pt idx="3885">
                  <c:v>2510.75</c:v>
                </c:pt>
                <c:pt idx="3886">
                  <c:v>2509.6</c:v>
                </c:pt>
                <c:pt idx="3887">
                  <c:v>2508.9</c:v>
                </c:pt>
                <c:pt idx="3888">
                  <c:v>2547.15</c:v>
                </c:pt>
                <c:pt idx="3889">
                  <c:v>2573.3000000000002</c:v>
                </c:pt>
                <c:pt idx="3890">
                  <c:v>2552.0500000000002</c:v>
                </c:pt>
                <c:pt idx="3891">
                  <c:v>2572.1</c:v>
                </c:pt>
                <c:pt idx="3892">
                  <c:v>2604.1999999999998</c:v>
                </c:pt>
                <c:pt idx="3893">
                  <c:v>2671.7</c:v>
                </c:pt>
                <c:pt idx="3894">
                  <c:v>2635.6</c:v>
                </c:pt>
                <c:pt idx="3895">
                  <c:v>2703.2</c:v>
                </c:pt>
                <c:pt idx="3896">
                  <c:v>2684.75</c:v>
                </c:pt>
                <c:pt idx="3897">
                  <c:v>2740.9</c:v>
                </c:pt>
                <c:pt idx="3898">
                  <c:v>2733.6</c:v>
                </c:pt>
                <c:pt idx="3899">
                  <c:v>2686.85</c:v>
                </c:pt>
                <c:pt idx="3900">
                  <c:v>2676.15</c:v>
                </c:pt>
                <c:pt idx="3901">
                  <c:v>2578.65</c:v>
                </c:pt>
                <c:pt idx="3902">
                  <c:v>2567.15</c:v>
                </c:pt>
                <c:pt idx="3903">
                  <c:v>2576.75</c:v>
                </c:pt>
                <c:pt idx="3904">
                  <c:v>2574.65</c:v>
                </c:pt>
                <c:pt idx="3905">
                  <c:v>2570.85</c:v>
                </c:pt>
                <c:pt idx="3906">
                  <c:v>2564.0500000000002</c:v>
                </c:pt>
                <c:pt idx="3907">
                  <c:v>2537.4</c:v>
                </c:pt>
                <c:pt idx="3908">
                  <c:v>2591.8000000000002</c:v>
                </c:pt>
                <c:pt idx="3909">
                  <c:v>2605.6</c:v>
                </c:pt>
                <c:pt idx="3910">
                  <c:v>2547.4499999999998</c:v>
                </c:pt>
                <c:pt idx="3911">
                  <c:v>2539.75</c:v>
                </c:pt>
                <c:pt idx="3912">
                  <c:v>2540.3000000000002</c:v>
                </c:pt>
                <c:pt idx="3913">
                  <c:v>2549.75</c:v>
                </c:pt>
                <c:pt idx="3914">
                  <c:v>2545.4</c:v>
                </c:pt>
                <c:pt idx="3915">
                  <c:v>2552</c:v>
                </c:pt>
                <c:pt idx="3916">
                  <c:v>2551.65</c:v>
                </c:pt>
                <c:pt idx="3917">
                  <c:v>2547.6</c:v>
                </c:pt>
                <c:pt idx="3918">
                  <c:v>2550.35</c:v>
                </c:pt>
                <c:pt idx="3919">
                  <c:v>2551.25</c:v>
                </c:pt>
                <c:pt idx="3920">
                  <c:v>2551.0500000000002</c:v>
                </c:pt>
                <c:pt idx="3921">
                  <c:v>2526.8000000000002</c:v>
                </c:pt>
                <c:pt idx="3922">
                  <c:v>2532.65</c:v>
                </c:pt>
                <c:pt idx="3923">
                  <c:v>2580.4</c:v>
                </c:pt>
                <c:pt idx="3924">
                  <c:v>2593.6999999999998</c:v>
                </c:pt>
                <c:pt idx="3925">
                  <c:v>2588.25</c:v>
                </c:pt>
                <c:pt idx="3926">
                  <c:v>2588.0500000000002</c:v>
                </c:pt>
                <c:pt idx="3927">
                  <c:v>2644.6</c:v>
                </c:pt>
                <c:pt idx="3928">
                  <c:v>2711.65</c:v>
                </c:pt>
                <c:pt idx="3929">
                  <c:v>2700</c:v>
                </c:pt>
                <c:pt idx="3930">
                  <c:v>2653.95</c:v>
                </c:pt>
                <c:pt idx="3931">
                  <c:v>2633.8</c:v>
                </c:pt>
                <c:pt idx="3932">
                  <c:v>2629.65</c:v>
                </c:pt>
                <c:pt idx="3933">
                  <c:v>2592.6</c:v>
                </c:pt>
                <c:pt idx="3934">
                  <c:v>2598.5500000000002</c:v>
                </c:pt>
                <c:pt idx="3935">
                  <c:v>2483.6999999999998</c:v>
                </c:pt>
                <c:pt idx="3936">
                  <c:v>2467.75</c:v>
                </c:pt>
                <c:pt idx="3937">
                  <c:v>2473.75</c:v>
                </c:pt>
                <c:pt idx="3938">
                  <c:v>2488.75</c:v>
                </c:pt>
                <c:pt idx="3939">
                  <c:v>2526.75</c:v>
                </c:pt>
                <c:pt idx="3940">
                  <c:v>2530</c:v>
                </c:pt>
                <c:pt idx="3941">
                  <c:v>2537.15</c:v>
                </c:pt>
                <c:pt idx="3942">
                  <c:v>2536.5500000000002</c:v>
                </c:pt>
                <c:pt idx="3943">
                  <c:v>2531.1</c:v>
                </c:pt>
                <c:pt idx="3944">
                  <c:v>2529.1</c:v>
                </c:pt>
                <c:pt idx="3945">
                  <c:v>2495.35</c:v>
                </c:pt>
                <c:pt idx="3946">
                  <c:v>2495.1999999999998</c:v>
                </c:pt>
                <c:pt idx="3947">
                  <c:v>2517.35</c:v>
                </c:pt>
                <c:pt idx="3948">
                  <c:v>2543.4499999999998</c:v>
                </c:pt>
                <c:pt idx="3949">
                  <c:v>2533.8000000000002</c:v>
                </c:pt>
                <c:pt idx="3950">
                  <c:v>2482.65</c:v>
                </c:pt>
                <c:pt idx="3951">
                  <c:v>2505.75</c:v>
                </c:pt>
                <c:pt idx="3952">
                  <c:v>2471.35</c:v>
                </c:pt>
                <c:pt idx="3953">
                  <c:v>2458.15</c:v>
                </c:pt>
                <c:pt idx="3954">
                  <c:v>2468.8000000000002</c:v>
                </c:pt>
                <c:pt idx="3955">
                  <c:v>2397.4</c:v>
                </c:pt>
                <c:pt idx="3956">
                  <c:v>2374.6</c:v>
                </c:pt>
                <c:pt idx="3957">
                  <c:v>2390.5500000000002</c:v>
                </c:pt>
                <c:pt idx="3958">
                  <c:v>2351.4499999999998</c:v>
                </c:pt>
                <c:pt idx="3959">
                  <c:v>2362.5500000000002</c:v>
                </c:pt>
                <c:pt idx="3960">
                  <c:v>2398.35</c:v>
                </c:pt>
                <c:pt idx="3961">
                  <c:v>2391.0500000000002</c:v>
                </c:pt>
                <c:pt idx="3962">
                  <c:v>2367.9499999999998</c:v>
                </c:pt>
                <c:pt idx="3963">
                  <c:v>2345.5500000000002</c:v>
                </c:pt>
                <c:pt idx="3964">
                  <c:v>2353.35</c:v>
                </c:pt>
                <c:pt idx="3965">
                  <c:v>2364.6999999999998</c:v>
                </c:pt>
                <c:pt idx="3966">
                  <c:v>2361.9</c:v>
                </c:pt>
                <c:pt idx="3967">
                  <c:v>2365.1999999999998</c:v>
                </c:pt>
                <c:pt idx="3968">
                  <c:v>2350.75</c:v>
                </c:pt>
                <c:pt idx="3969">
                  <c:v>2328.4</c:v>
                </c:pt>
                <c:pt idx="3970">
                  <c:v>2319.8000000000002</c:v>
                </c:pt>
                <c:pt idx="3971">
                  <c:v>2329</c:v>
                </c:pt>
                <c:pt idx="3972">
                  <c:v>2367.65</c:v>
                </c:pt>
                <c:pt idx="3973">
                  <c:v>2384.5500000000002</c:v>
                </c:pt>
                <c:pt idx="3974">
                  <c:v>2386</c:v>
                </c:pt>
                <c:pt idx="3975">
                  <c:v>2378.4499999999998</c:v>
                </c:pt>
                <c:pt idx="3976">
                  <c:v>2375.85</c:v>
                </c:pt>
                <c:pt idx="3977">
                  <c:v>2408.4</c:v>
                </c:pt>
                <c:pt idx="3978">
                  <c:v>2439.75</c:v>
                </c:pt>
                <c:pt idx="3979">
                  <c:v>2416.8000000000002</c:v>
                </c:pt>
                <c:pt idx="3980">
                  <c:v>2446.4</c:v>
                </c:pt>
                <c:pt idx="3981">
                  <c:v>2405.0500000000002</c:v>
                </c:pt>
                <c:pt idx="3982">
                  <c:v>2425.8000000000002</c:v>
                </c:pt>
                <c:pt idx="3983">
                  <c:v>2434.25</c:v>
                </c:pt>
                <c:pt idx="3984">
                  <c:v>2462.6999999999998</c:v>
                </c:pt>
                <c:pt idx="3985">
                  <c:v>2455.8000000000002</c:v>
                </c:pt>
                <c:pt idx="3986">
                  <c:v>2418.3000000000002</c:v>
                </c:pt>
                <c:pt idx="3987">
                  <c:v>2436.85</c:v>
                </c:pt>
                <c:pt idx="3988">
                  <c:v>2416.4</c:v>
                </c:pt>
                <c:pt idx="3989">
                  <c:v>2369.6</c:v>
                </c:pt>
                <c:pt idx="3990">
                  <c:v>2348.9499999999998</c:v>
                </c:pt>
                <c:pt idx="3991">
                  <c:v>2381.6</c:v>
                </c:pt>
                <c:pt idx="3992">
                  <c:v>2371.25</c:v>
                </c:pt>
                <c:pt idx="3993">
                  <c:v>2397.6</c:v>
                </c:pt>
                <c:pt idx="3994">
                  <c:v>2362.35</c:v>
                </c:pt>
                <c:pt idx="3995">
                  <c:v>2327.0500000000002</c:v>
                </c:pt>
                <c:pt idx="3996">
                  <c:v>2279.1999999999998</c:v>
                </c:pt>
                <c:pt idx="3997">
                  <c:v>2278.8000000000002</c:v>
                </c:pt>
                <c:pt idx="3998">
                  <c:v>2261.1</c:v>
                </c:pt>
                <c:pt idx="3999">
                  <c:v>2277.65</c:v>
                </c:pt>
                <c:pt idx="4000">
                  <c:v>2279.3000000000002</c:v>
                </c:pt>
                <c:pt idx="4001">
                  <c:v>2280.1</c:v>
                </c:pt>
                <c:pt idx="4002">
                  <c:v>2254.5</c:v>
                </c:pt>
                <c:pt idx="4003">
                  <c:v>2295.75</c:v>
                </c:pt>
                <c:pt idx="4004">
                  <c:v>2304.65</c:v>
                </c:pt>
                <c:pt idx="4005">
                  <c:v>2319.75</c:v>
                </c:pt>
                <c:pt idx="4006">
                  <c:v>2331.1999999999998</c:v>
                </c:pt>
                <c:pt idx="4007">
                  <c:v>2391.3000000000002</c:v>
                </c:pt>
                <c:pt idx="4008">
                  <c:v>2402.6999999999998</c:v>
                </c:pt>
                <c:pt idx="4009">
                  <c:v>2398.1</c:v>
                </c:pt>
                <c:pt idx="4010">
                  <c:v>2416.3000000000002</c:v>
                </c:pt>
                <c:pt idx="4011">
                  <c:v>2420.0500000000002</c:v>
                </c:pt>
                <c:pt idx="4012">
                  <c:v>2421.9499999999998</c:v>
                </c:pt>
                <c:pt idx="4013">
                  <c:v>2362.9499999999998</c:v>
                </c:pt>
                <c:pt idx="4014">
                  <c:v>2281.4</c:v>
                </c:pt>
                <c:pt idx="4015">
                  <c:v>2268.8000000000002</c:v>
                </c:pt>
                <c:pt idx="4016">
                  <c:v>2197.9499999999998</c:v>
                </c:pt>
                <c:pt idx="4017">
                  <c:v>2226.6</c:v>
                </c:pt>
                <c:pt idx="4018">
                  <c:v>2269.15</c:v>
                </c:pt>
                <c:pt idx="4019">
                  <c:v>2265.5500000000002</c:v>
                </c:pt>
                <c:pt idx="4020">
                  <c:v>2275.5500000000002</c:v>
                </c:pt>
                <c:pt idx="4021">
                  <c:v>2315.85</c:v>
                </c:pt>
                <c:pt idx="4022">
                  <c:v>2319.65</c:v>
                </c:pt>
                <c:pt idx="4023">
                  <c:v>2315.9</c:v>
                </c:pt>
                <c:pt idx="4024">
                  <c:v>2264</c:v>
                </c:pt>
                <c:pt idx="4025">
                  <c:v>2210.9499999999998</c:v>
                </c:pt>
                <c:pt idx="4026">
                  <c:v>2212.85</c:v>
                </c:pt>
                <c:pt idx="4027">
                  <c:v>2210.5</c:v>
                </c:pt>
                <c:pt idx="4028">
                  <c:v>2176.8000000000002</c:v>
                </c:pt>
                <c:pt idx="4029">
                  <c:v>2276.65</c:v>
                </c:pt>
                <c:pt idx="4030">
                  <c:v>2318.85</c:v>
                </c:pt>
                <c:pt idx="4031">
                  <c:v>2373.15</c:v>
                </c:pt>
                <c:pt idx="4032">
                  <c:v>2357.5500000000002</c:v>
                </c:pt>
                <c:pt idx="4033">
                  <c:v>2354.3000000000002</c:v>
                </c:pt>
                <c:pt idx="4034">
                  <c:v>2357.25</c:v>
                </c:pt>
                <c:pt idx="4035">
                  <c:v>2348.3000000000002</c:v>
                </c:pt>
                <c:pt idx="4036">
                  <c:v>2365.25</c:v>
                </c:pt>
                <c:pt idx="4037">
                  <c:v>2355</c:v>
                </c:pt>
                <c:pt idx="4038">
                  <c:v>2329.9</c:v>
                </c:pt>
                <c:pt idx="4039">
                  <c:v>2327.0500000000002</c:v>
                </c:pt>
                <c:pt idx="4040">
                  <c:v>2352.0500000000002</c:v>
                </c:pt>
                <c:pt idx="4041">
                  <c:v>2425.85</c:v>
                </c:pt>
                <c:pt idx="4042">
                  <c:v>2446.25</c:v>
                </c:pt>
                <c:pt idx="4043">
                  <c:v>2473.1</c:v>
                </c:pt>
                <c:pt idx="4044">
                  <c:v>2473.8000000000002</c:v>
                </c:pt>
                <c:pt idx="4045">
                  <c:v>2473.4</c:v>
                </c:pt>
                <c:pt idx="4046">
                  <c:v>2469.4</c:v>
                </c:pt>
                <c:pt idx="4047">
                  <c:v>2489.5</c:v>
                </c:pt>
                <c:pt idx="4048">
                  <c:v>2520.3000000000002</c:v>
                </c:pt>
                <c:pt idx="4049">
                  <c:v>2453.9</c:v>
                </c:pt>
                <c:pt idx="4050">
                  <c:v>2471.25</c:v>
                </c:pt>
                <c:pt idx="4051">
                  <c:v>2462.75</c:v>
                </c:pt>
                <c:pt idx="4052">
                  <c:v>2481.9</c:v>
                </c:pt>
                <c:pt idx="4053">
                  <c:v>2470.8000000000002</c:v>
                </c:pt>
                <c:pt idx="4054">
                  <c:v>2432.0500000000002</c:v>
                </c:pt>
                <c:pt idx="4055">
                  <c:v>2506.65</c:v>
                </c:pt>
                <c:pt idx="4056">
                  <c:v>2518.15</c:v>
                </c:pt>
                <c:pt idx="4057">
                  <c:v>2526.1999999999998</c:v>
                </c:pt>
                <c:pt idx="4058">
                  <c:v>2519.75</c:v>
                </c:pt>
                <c:pt idx="4059">
                  <c:v>2450.35</c:v>
                </c:pt>
                <c:pt idx="4060">
                  <c:v>2424.4</c:v>
                </c:pt>
                <c:pt idx="4061">
                  <c:v>2417.0500000000002</c:v>
                </c:pt>
                <c:pt idx="4062">
                  <c:v>2451.25</c:v>
                </c:pt>
                <c:pt idx="4063">
                  <c:v>2489.8000000000002</c:v>
                </c:pt>
                <c:pt idx="4064">
                  <c:v>2511.1</c:v>
                </c:pt>
                <c:pt idx="4065">
                  <c:v>2527.75</c:v>
                </c:pt>
                <c:pt idx="4066">
                  <c:v>2535.5</c:v>
                </c:pt>
                <c:pt idx="4067">
                  <c:v>2526.6999999999998</c:v>
                </c:pt>
                <c:pt idx="4068">
                  <c:v>2478.1</c:v>
                </c:pt>
                <c:pt idx="4069">
                  <c:v>2478</c:v>
                </c:pt>
                <c:pt idx="4070">
                  <c:v>2470.3000000000002</c:v>
                </c:pt>
                <c:pt idx="4071">
                  <c:v>2473.4</c:v>
                </c:pt>
                <c:pt idx="4072">
                  <c:v>2512.5500000000002</c:v>
                </c:pt>
                <c:pt idx="4073">
                  <c:v>2522.9</c:v>
                </c:pt>
                <c:pt idx="4074">
                  <c:v>2518.3000000000002</c:v>
                </c:pt>
                <c:pt idx="4075">
                  <c:v>2566.1999999999998</c:v>
                </c:pt>
                <c:pt idx="4076">
                  <c:v>2523.4</c:v>
                </c:pt>
                <c:pt idx="4077">
                  <c:v>2551.15</c:v>
                </c:pt>
                <c:pt idx="4078">
                  <c:v>2570.1999999999998</c:v>
                </c:pt>
                <c:pt idx="4079">
                  <c:v>2551.1</c:v>
                </c:pt>
                <c:pt idx="4080">
                  <c:v>2556.9499999999998</c:v>
                </c:pt>
                <c:pt idx="4081">
                  <c:v>2529.3000000000002</c:v>
                </c:pt>
                <c:pt idx="4082">
                  <c:v>2491.4499999999998</c:v>
                </c:pt>
                <c:pt idx="4083">
                  <c:v>2467.6999999999998</c:v>
                </c:pt>
                <c:pt idx="4084">
                  <c:v>2526.4499999999998</c:v>
                </c:pt>
                <c:pt idx="4085">
                  <c:v>2548.6999999999998</c:v>
                </c:pt>
                <c:pt idx="4086">
                  <c:v>2572.65</c:v>
                </c:pt>
                <c:pt idx="4087">
                  <c:v>2636.4</c:v>
                </c:pt>
                <c:pt idx="4088">
                  <c:v>2569.4</c:v>
                </c:pt>
                <c:pt idx="4089">
                  <c:v>2633.55</c:v>
                </c:pt>
                <c:pt idx="4090">
                  <c:v>2650.15</c:v>
                </c:pt>
                <c:pt idx="4091">
                  <c:v>2629.55</c:v>
                </c:pt>
                <c:pt idx="4092">
                  <c:v>2612.5</c:v>
                </c:pt>
                <c:pt idx="4093">
                  <c:v>2631.15</c:v>
                </c:pt>
                <c:pt idx="4094">
                  <c:v>2613.1</c:v>
                </c:pt>
                <c:pt idx="4095">
                  <c:v>2577.25</c:v>
                </c:pt>
                <c:pt idx="4096">
                  <c:v>2555.75</c:v>
                </c:pt>
                <c:pt idx="4097">
                  <c:v>2547</c:v>
                </c:pt>
                <c:pt idx="4098">
                  <c:v>2534.85</c:v>
                </c:pt>
                <c:pt idx="4099">
                  <c:v>2556.85</c:v>
                </c:pt>
                <c:pt idx="4100">
                  <c:v>2558.3000000000002</c:v>
                </c:pt>
                <c:pt idx="4101">
                  <c:v>2602.6</c:v>
                </c:pt>
                <c:pt idx="4102">
                  <c:v>2659.3</c:v>
                </c:pt>
                <c:pt idx="4103">
                  <c:v>2651.2</c:v>
                </c:pt>
                <c:pt idx="4104">
                  <c:v>2667.65</c:v>
                </c:pt>
                <c:pt idx="4105">
                  <c:v>2645.35</c:v>
                </c:pt>
                <c:pt idx="4106">
                  <c:v>2573.9499999999998</c:v>
                </c:pt>
                <c:pt idx="4107">
                  <c:v>2495.85</c:v>
                </c:pt>
                <c:pt idx="4108">
                  <c:v>2463.9499999999998</c:v>
                </c:pt>
                <c:pt idx="4109">
                  <c:v>2502.9</c:v>
                </c:pt>
                <c:pt idx="4110">
                  <c:v>2553.1</c:v>
                </c:pt>
                <c:pt idx="4111">
                  <c:v>2500.85</c:v>
                </c:pt>
                <c:pt idx="4112">
                  <c:v>2494.1999999999998</c:v>
                </c:pt>
                <c:pt idx="4113">
                  <c:v>2485.3000000000002</c:v>
                </c:pt>
                <c:pt idx="4114">
                  <c:v>2429.8000000000002</c:v>
                </c:pt>
                <c:pt idx="4115">
                  <c:v>2426.6</c:v>
                </c:pt>
                <c:pt idx="4116">
                  <c:v>2464.15</c:v>
                </c:pt>
                <c:pt idx="4117">
                  <c:v>2464.9499999999998</c:v>
                </c:pt>
                <c:pt idx="4118">
                  <c:v>2493.1</c:v>
                </c:pt>
                <c:pt idx="4119">
                  <c:v>2521.9</c:v>
                </c:pt>
                <c:pt idx="4120">
                  <c:v>2445.35</c:v>
                </c:pt>
                <c:pt idx="4121">
                  <c:v>2433.4499999999998</c:v>
                </c:pt>
                <c:pt idx="4122">
                  <c:v>2466.1999999999998</c:v>
                </c:pt>
                <c:pt idx="4123">
                  <c:v>2494.9499999999998</c:v>
                </c:pt>
                <c:pt idx="4124">
                  <c:v>2506.0500000000002</c:v>
                </c:pt>
                <c:pt idx="4125">
                  <c:v>2515.1</c:v>
                </c:pt>
                <c:pt idx="4126">
                  <c:v>2558.9499999999998</c:v>
                </c:pt>
                <c:pt idx="4127">
                  <c:v>2552.6</c:v>
                </c:pt>
                <c:pt idx="4128">
                  <c:v>2577.5500000000002</c:v>
                </c:pt>
                <c:pt idx="4129">
                  <c:v>2619.25</c:v>
                </c:pt>
                <c:pt idx="4130">
                  <c:v>2619.3000000000002</c:v>
                </c:pt>
                <c:pt idx="4131">
                  <c:v>2708.25</c:v>
                </c:pt>
                <c:pt idx="4132">
                  <c:v>2699.2</c:v>
                </c:pt>
                <c:pt idx="4133">
                  <c:v>2656.3</c:v>
                </c:pt>
                <c:pt idx="4134">
                  <c:v>2652</c:v>
                </c:pt>
                <c:pt idx="4135">
                  <c:v>2649.1</c:v>
                </c:pt>
                <c:pt idx="4136">
                  <c:v>2649.5</c:v>
                </c:pt>
                <c:pt idx="4137">
                  <c:v>2650.2</c:v>
                </c:pt>
                <c:pt idx="4138">
                  <c:v>2675.4</c:v>
                </c:pt>
                <c:pt idx="4139">
                  <c:v>2709.9</c:v>
                </c:pt>
                <c:pt idx="4140">
                  <c:v>2738.45</c:v>
                </c:pt>
                <c:pt idx="4141">
                  <c:v>2691.7</c:v>
                </c:pt>
                <c:pt idx="4142">
                  <c:v>2624.55</c:v>
                </c:pt>
                <c:pt idx="4143">
                  <c:v>2638.55</c:v>
                </c:pt>
                <c:pt idx="4144">
                  <c:v>2603.5</c:v>
                </c:pt>
                <c:pt idx="4145">
                  <c:v>2548.6999999999998</c:v>
                </c:pt>
                <c:pt idx="4146">
                  <c:v>2601.0500000000002</c:v>
                </c:pt>
                <c:pt idx="4147">
                  <c:v>2572.0500000000002</c:v>
                </c:pt>
                <c:pt idx="4148">
                  <c:v>2551.0500000000002</c:v>
                </c:pt>
                <c:pt idx="4149">
                  <c:v>2524.9499999999998</c:v>
                </c:pt>
                <c:pt idx="4150">
                  <c:v>2500.5500000000002</c:v>
                </c:pt>
                <c:pt idx="4151">
                  <c:v>2544.15</c:v>
                </c:pt>
                <c:pt idx="4152">
                  <c:v>2511.3000000000002</c:v>
                </c:pt>
                <c:pt idx="4153">
                  <c:v>2507.5</c:v>
                </c:pt>
                <c:pt idx="4154">
                  <c:v>2514.8000000000002</c:v>
                </c:pt>
                <c:pt idx="4155">
                  <c:v>2484.0500000000002</c:v>
                </c:pt>
                <c:pt idx="4156">
                  <c:v>2440.5500000000002</c:v>
                </c:pt>
                <c:pt idx="4157">
                  <c:v>2322.1</c:v>
                </c:pt>
                <c:pt idx="4158">
                  <c:v>2352.4499999999998</c:v>
                </c:pt>
                <c:pt idx="4159">
                  <c:v>2359.0500000000002</c:v>
                </c:pt>
                <c:pt idx="4160">
                  <c:v>2328.4499999999998</c:v>
                </c:pt>
                <c:pt idx="4161">
                  <c:v>2326.9499999999998</c:v>
                </c:pt>
                <c:pt idx="4162">
                  <c:v>2361.6999999999998</c:v>
                </c:pt>
                <c:pt idx="4163">
                  <c:v>2411.4499999999998</c:v>
                </c:pt>
                <c:pt idx="4164">
                  <c:v>2406.5</c:v>
                </c:pt>
                <c:pt idx="4165">
                  <c:v>2413.4</c:v>
                </c:pt>
                <c:pt idx="4166">
                  <c:v>2378</c:v>
                </c:pt>
                <c:pt idx="4167">
                  <c:v>2398.1</c:v>
                </c:pt>
                <c:pt idx="4168">
                  <c:v>2401.1</c:v>
                </c:pt>
                <c:pt idx="4169">
                  <c:v>2436.1</c:v>
                </c:pt>
                <c:pt idx="4170">
                  <c:v>2423.0500000000002</c:v>
                </c:pt>
                <c:pt idx="4171">
                  <c:v>2437.8000000000002</c:v>
                </c:pt>
                <c:pt idx="4172">
                  <c:v>2430.8000000000002</c:v>
                </c:pt>
                <c:pt idx="4173">
                  <c:v>2411.6999999999998</c:v>
                </c:pt>
                <c:pt idx="4174">
                  <c:v>2405.15</c:v>
                </c:pt>
                <c:pt idx="4175">
                  <c:v>2386.35</c:v>
                </c:pt>
                <c:pt idx="4176">
                  <c:v>2388.75</c:v>
                </c:pt>
                <c:pt idx="4177">
                  <c:v>2367.8000000000002</c:v>
                </c:pt>
                <c:pt idx="4178">
                  <c:v>2380.3000000000002</c:v>
                </c:pt>
                <c:pt idx="4179">
                  <c:v>2328.9</c:v>
                </c:pt>
                <c:pt idx="4180">
                  <c:v>2366.1999999999998</c:v>
                </c:pt>
                <c:pt idx="4181">
                  <c:v>2362.4499999999998</c:v>
                </c:pt>
                <c:pt idx="4182">
                  <c:v>2400.1999999999998</c:v>
                </c:pt>
                <c:pt idx="4183">
                  <c:v>2395.1</c:v>
                </c:pt>
                <c:pt idx="4184">
                  <c:v>2401.15</c:v>
                </c:pt>
                <c:pt idx="4185">
                  <c:v>2428.65</c:v>
                </c:pt>
                <c:pt idx="4186">
                  <c:v>2427.6999999999998</c:v>
                </c:pt>
                <c:pt idx="4187">
                  <c:v>2398.4499999999998</c:v>
                </c:pt>
                <c:pt idx="4188">
                  <c:v>2396.25</c:v>
                </c:pt>
                <c:pt idx="4189">
                  <c:v>2418.1</c:v>
                </c:pt>
                <c:pt idx="4190">
                  <c:v>2398.6999999999998</c:v>
                </c:pt>
                <c:pt idx="4191">
                  <c:v>2391.0500000000002</c:v>
                </c:pt>
                <c:pt idx="4192">
                  <c:v>2350</c:v>
                </c:pt>
                <c:pt idx="4193">
                  <c:v>2304.0500000000002</c:v>
                </c:pt>
                <c:pt idx="4194">
                  <c:v>2319.4499999999998</c:v>
                </c:pt>
                <c:pt idx="4195">
                  <c:v>2330.5500000000002</c:v>
                </c:pt>
                <c:pt idx="4196">
                  <c:v>2277.0500000000002</c:v>
                </c:pt>
                <c:pt idx="4197">
                  <c:v>2283.1999999999998</c:v>
                </c:pt>
                <c:pt idx="4198">
                  <c:v>2169.85</c:v>
                </c:pt>
                <c:pt idx="4199">
                  <c:v>2155.4499999999998</c:v>
                </c:pt>
                <c:pt idx="4200">
                  <c:v>2101.15</c:v>
                </c:pt>
                <c:pt idx="4201">
                  <c:v>2121.3000000000002</c:v>
                </c:pt>
                <c:pt idx="4202">
                  <c:v>2189.6</c:v>
                </c:pt>
                <c:pt idx="4203">
                  <c:v>2137.1999999999998</c:v>
                </c:pt>
                <c:pt idx="4204">
                  <c:v>2125.1</c:v>
                </c:pt>
                <c:pt idx="4205">
                  <c:v>2132.9</c:v>
                </c:pt>
                <c:pt idx="4206">
                  <c:v>2135</c:v>
                </c:pt>
                <c:pt idx="4207">
                  <c:v>2156.35</c:v>
                </c:pt>
                <c:pt idx="4208">
                  <c:v>2188.4499999999998</c:v>
                </c:pt>
                <c:pt idx="4209">
                  <c:v>2300.35</c:v>
                </c:pt>
                <c:pt idx="4210">
                  <c:v>2282.6</c:v>
                </c:pt>
                <c:pt idx="4211">
                  <c:v>2259.85</c:v>
                </c:pt>
                <c:pt idx="4212">
                  <c:v>2276.0500000000002</c:v>
                </c:pt>
                <c:pt idx="4213">
                  <c:v>2263.4499999999998</c:v>
                </c:pt>
                <c:pt idx="4214">
                  <c:v>2221.85</c:v>
                </c:pt>
                <c:pt idx="4215">
                  <c:v>2186</c:v>
                </c:pt>
                <c:pt idx="4216">
                  <c:v>2182.35</c:v>
                </c:pt>
                <c:pt idx="4217">
                  <c:v>2154.5500000000002</c:v>
                </c:pt>
                <c:pt idx="4218">
                  <c:v>2195.75</c:v>
                </c:pt>
                <c:pt idx="4219">
                  <c:v>2195.25</c:v>
                </c:pt>
                <c:pt idx="4220">
                  <c:v>2208.1999999999998</c:v>
                </c:pt>
                <c:pt idx="4221">
                  <c:v>2200.3000000000002</c:v>
                </c:pt>
                <c:pt idx="4222">
                  <c:v>2207.6</c:v>
                </c:pt>
                <c:pt idx="4223">
                  <c:v>2259.3000000000002</c:v>
                </c:pt>
                <c:pt idx="4224">
                  <c:v>2282.65</c:v>
                </c:pt>
                <c:pt idx="4225">
                  <c:v>2288.9</c:v>
                </c:pt>
                <c:pt idx="4226">
                  <c:v>2339.3000000000002</c:v>
                </c:pt>
                <c:pt idx="4227">
                  <c:v>2313.6</c:v>
                </c:pt>
                <c:pt idx="4228">
                  <c:v>2307.6999999999998</c:v>
                </c:pt>
                <c:pt idx="4229">
                  <c:v>2288.1</c:v>
                </c:pt>
                <c:pt idx="4230">
                  <c:v>2293.1</c:v>
                </c:pt>
                <c:pt idx="4231">
                  <c:v>2323.4</c:v>
                </c:pt>
                <c:pt idx="4232">
                  <c:v>2313.4</c:v>
                </c:pt>
                <c:pt idx="4233">
                  <c:v>2351.6999999999998</c:v>
                </c:pt>
                <c:pt idx="4234">
                  <c:v>2365.5500000000002</c:v>
                </c:pt>
                <c:pt idx="4235">
                  <c:v>2361.35</c:v>
                </c:pt>
                <c:pt idx="4236">
                  <c:v>2368.25</c:v>
                </c:pt>
                <c:pt idx="4237">
                  <c:v>2379.5</c:v>
                </c:pt>
                <c:pt idx="4238">
                  <c:v>2334.4</c:v>
                </c:pt>
                <c:pt idx="4239">
                  <c:v>2281.4</c:v>
                </c:pt>
                <c:pt idx="4240">
                  <c:v>2303.6999999999998</c:v>
                </c:pt>
                <c:pt idx="4241">
                  <c:v>2315.35</c:v>
                </c:pt>
                <c:pt idx="4242">
                  <c:v>2324.4</c:v>
                </c:pt>
                <c:pt idx="4243">
                  <c:v>2344.35</c:v>
                </c:pt>
                <c:pt idx="4244">
                  <c:v>2249.3000000000002</c:v>
                </c:pt>
                <c:pt idx="4245">
                  <c:v>2258.5500000000002</c:v>
                </c:pt>
                <c:pt idx="4246">
                  <c:v>2278.75</c:v>
                </c:pt>
                <c:pt idx="4247">
                  <c:v>2295.1</c:v>
                </c:pt>
                <c:pt idx="4248">
                  <c:v>2291</c:v>
                </c:pt>
                <c:pt idx="4249">
                  <c:v>2285.35</c:v>
                </c:pt>
                <c:pt idx="4250">
                  <c:v>2306.6999999999998</c:v>
                </c:pt>
                <c:pt idx="4251">
                  <c:v>2318.35</c:v>
                </c:pt>
                <c:pt idx="4252">
                  <c:v>2353</c:v>
                </c:pt>
                <c:pt idx="4253">
                  <c:v>2357.8000000000002</c:v>
                </c:pt>
                <c:pt idx="4254">
                  <c:v>2332.9</c:v>
                </c:pt>
                <c:pt idx="4255">
                  <c:v>2229.8000000000002</c:v>
                </c:pt>
                <c:pt idx="4256">
                  <c:v>2167.9</c:v>
                </c:pt>
                <c:pt idx="4257">
                  <c:v>2207.65</c:v>
                </c:pt>
                <c:pt idx="4258">
                  <c:v>2232.5500000000002</c:v>
                </c:pt>
                <c:pt idx="4259">
                  <c:v>2240.75</c:v>
                </c:pt>
                <c:pt idx="4260">
                  <c:v>2244.6</c:v>
                </c:pt>
                <c:pt idx="4261">
                  <c:v>2270.9499999999998</c:v>
                </c:pt>
                <c:pt idx="4262">
                  <c:v>2317.3000000000002</c:v>
                </c:pt>
                <c:pt idx="4263">
                  <c:v>2397.9499999999998</c:v>
                </c:pt>
                <c:pt idx="4264">
                  <c:v>2414.25</c:v>
                </c:pt>
                <c:pt idx="4265">
                  <c:v>2406.25</c:v>
                </c:pt>
                <c:pt idx="4266">
                  <c:v>2413.6999999999998</c:v>
                </c:pt>
                <c:pt idx="4267">
                  <c:v>2447.75</c:v>
                </c:pt>
                <c:pt idx="4268">
                  <c:v>2407.9</c:v>
                </c:pt>
                <c:pt idx="4269">
                  <c:v>2502.1999999999998</c:v>
                </c:pt>
                <c:pt idx="4270">
                  <c:v>2465.35</c:v>
                </c:pt>
                <c:pt idx="4271">
                  <c:v>2411.5</c:v>
                </c:pt>
                <c:pt idx="4272">
                  <c:v>2481.8000000000002</c:v>
                </c:pt>
                <c:pt idx="4273">
                  <c:v>2489.85</c:v>
                </c:pt>
                <c:pt idx="4274">
                  <c:v>2466.25</c:v>
                </c:pt>
                <c:pt idx="4275">
                  <c:v>2479.5500000000002</c:v>
                </c:pt>
                <c:pt idx="4276">
                  <c:v>2501.4499999999998</c:v>
                </c:pt>
                <c:pt idx="4277">
                  <c:v>2494.0500000000002</c:v>
                </c:pt>
                <c:pt idx="4278">
                  <c:v>2472.5</c:v>
                </c:pt>
                <c:pt idx="4279">
                  <c:v>2499.8000000000002</c:v>
                </c:pt>
                <c:pt idx="4280">
                  <c:v>2512.1999999999998</c:v>
                </c:pt>
                <c:pt idx="4281">
                  <c:v>2519.75</c:v>
                </c:pt>
                <c:pt idx="4282">
                  <c:v>2542.25</c:v>
                </c:pt>
                <c:pt idx="4283">
                  <c:v>2567.5</c:v>
                </c:pt>
                <c:pt idx="4284">
                  <c:v>2498.3000000000002</c:v>
                </c:pt>
                <c:pt idx="4285">
                  <c:v>2520.9</c:v>
                </c:pt>
                <c:pt idx="4286">
                  <c:v>2525.75</c:v>
                </c:pt>
                <c:pt idx="4287">
                  <c:v>2480</c:v>
                </c:pt>
                <c:pt idx="4288">
                  <c:v>2486.6999999999998</c:v>
                </c:pt>
                <c:pt idx="4289">
                  <c:v>2478.9499999999998</c:v>
                </c:pt>
                <c:pt idx="4290">
                  <c:v>2460.35</c:v>
                </c:pt>
                <c:pt idx="4291">
                  <c:v>2427.1999999999998</c:v>
                </c:pt>
                <c:pt idx="4292">
                  <c:v>2412.0500000000002</c:v>
                </c:pt>
                <c:pt idx="4293">
                  <c:v>2429.9499999999998</c:v>
                </c:pt>
                <c:pt idx="4294">
                  <c:v>2444.6</c:v>
                </c:pt>
                <c:pt idx="4295">
                  <c:v>2441</c:v>
                </c:pt>
                <c:pt idx="4296">
                  <c:v>2431.8000000000002</c:v>
                </c:pt>
                <c:pt idx="4297">
                  <c:v>2411.6999999999998</c:v>
                </c:pt>
                <c:pt idx="4298">
                  <c:v>2401.25</c:v>
                </c:pt>
                <c:pt idx="4299">
                  <c:v>2400.0500000000002</c:v>
                </c:pt>
                <c:pt idx="4300">
                  <c:v>2429.0500000000002</c:v>
                </c:pt>
                <c:pt idx="4301">
                  <c:v>2422.25</c:v>
                </c:pt>
                <c:pt idx="4302">
                  <c:v>2419.3000000000002</c:v>
                </c:pt>
                <c:pt idx="4303">
                  <c:v>2393.25</c:v>
                </c:pt>
                <c:pt idx="4304">
                  <c:v>2328.65</c:v>
                </c:pt>
                <c:pt idx="4305">
                  <c:v>2314.85</c:v>
                </c:pt>
                <c:pt idx="4306">
                  <c:v>2308.8000000000002</c:v>
                </c:pt>
                <c:pt idx="4307">
                  <c:v>2299.15</c:v>
                </c:pt>
                <c:pt idx="4308">
                  <c:v>2325.5</c:v>
                </c:pt>
                <c:pt idx="4309">
                  <c:v>2310.8000000000002</c:v>
                </c:pt>
                <c:pt idx="4310">
                  <c:v>2328.1</c:v>
                </c:pt>
                <c:pt idx="4311">
                  <c:v>2311.5</c:v>
                </c:pt>
                <c:pt idx="4312">
                  <c:v>2310.35</c:v>
                </c:pt>
                <c:pt idx="4313">
                  <c:v>2302.65</c:v>
                </c:pt>
                <c:pt idx="4314">
                  <c:v>2273.15</c:v>
                </c:pt>
                <c:pt idx="4315">
                  <c:v>2289.9</c:v>
                </c:pt>
                <c:pt idx="4316">
                  <c:v>2337.3000000000002</c:v>
                </c:pt>
                <c:pt idx="4317">
                  <c:v>2330.1</c:v>
                </c:pt>
                <c:pt idx="4318">
                  <c:v>2320.5</c:v>
                </c:pt>
                <c:pt idx="4319">
                  <c:v>2342.4499999999998</c:v>
                </c:pt>
                <c:pt idx="4320">
                  <c:v>2352.5500000000002</c:v>
                </c:pt>
                <c:pt idx="4321">
                  <c:v>2332.4499999999998</c:v>
                </c:pt>
                <c:pt idx="4322">
                  <c:v>2349.4499999999998</c:v>
                </c:pt>
                <c:pt idx="4323">
                  <c:v>2360.65</c:v>
                </c:pt>
                <c:pt idx="4324">
                  <c:v>2365.1</c:v>
                </c:pt>
                <c:pt idx="4325">
                  <c:v>2429.15</c:v>
                </c:pt>
                <c:pt idx="4326">
                  <c:v>2455.35</c:v>
                </c:pt>
                <c:pt idx="4327">
                  <c:v>2536.1999999999998</c:v>
                </c:pt>
                <c:pt idx="4328">
                  <c:v>2507.15</c:v>
                </c:pt>
                <c:pt idx="4329">
                  <c:v>2531.35</c:v>
                </c:pt>
                <c:pt idx="4330">
                  <c:v>2521.6999999999998</c:v>
                </c:pt>
                <c:pt idx="4331">
                  <c:v>2559.15</c:v>
                </c:pt>
                <c:pt idx="4332">
                  <c:v>2624.6</c:v>
                </c:pt>
                <c:pt idx="4333">
                  <c:v>2578.25</c:v>
                </c:pt>
                <c:pt idx="4334">
                  <c:v>2572.85</c:v>
                </c:pt>
                <c:pt idx="4335">
                  <c:v>2551.1</c:v>
                </c:pt>
                <c:pt idx="4336">
                  <c:v>2546.6</c:v>
                </c:pt>
                <c:pt idx="4337">
                  <c:v>2553.6</c:v>
                </c:pt>
                <c:pt idx="4338">
                  <c:v>2564.9</c:v>
                </c:pt>
                <c:pt idx="4339">
                  <c:v>2603.9499999999998</c:v>
                </c:pt>
                <c:pt idx="4340">
                  <c:v>2696</c:v>
                </c:pt>
                <c:pt idx="4341">
                  <c:v>2615.25</c:v>
                </c:pt>
                <c:pt idx="4342">
                  <c:v>2521.6</c:v>
                </c:pt>
                <c:pt idx="4343">
                  <c:v>2507</c:v>
                </c:pt>
                <c:pt idx="4344">
                  <c:v>2487.1999999999998</c:v>
                </c:pt>
                <c:pt idx="4345">
                  <c:v>2451.5500000000002</c:v>
                </c:pt>
                <c:pt idx="4346">
                  <c:v>2470.1999999999998</c:v>
                </c:pt>
                <c:pt idx="4347">
                  <c:v>2411.1999999999998</c:v>
                </c:pt>
                <c:pt idx="4348">
                  <c:v>2399.6999999999998</c:v>
                </c:pt>
                <c:pt idx="4349">
                  <c:v>2431.6999999999998</c:v>
                </c:pt>
                <c:pt idx="4350">
                  <c:v>2445</c:v>
                </c:pt>
                <c:pt idx="4351">
                  <c:v>2406.3000000000002</c:v>
                </c:pt>
                <c:pt idx="4352">
                  <c:v>2394.85</c:v>
                </c:pt>
                <c:pt idx="4353">
                  <c:v>2361.6999999999998</c:v>
                </c:pt>
                <c:pt idx="4354">
                  <c:v>2342.85</c:v>
                </c:pt>
                <c:pt idx="4355">
                  <c:v>2350.0500000000002</c:v>
                </c:pt>
                <c:pt idx="4356">
                  <c:v>2333.25</c:v>
                </c:pt>
                <c:pt idx="4357">
                  <c:v>2362.35</c:v>
                </c:pt>
                <c:pt idx="4358">
                  <c:v>2373.6</c:v>
                </c:pt>
                <c:pt idx="4359">
                  <c:v>2366.85</c:v>
                </c:pt>
                <c:pt idx="4360">
                  <c:v>2356</c:v>
                </c:pt>
                <c:pt idx="4361">
                  <c:v>2347.5500000000002</c:v>
                </c:pt>
                <c:pt idx="4362">
                  <c:v>2331.9499999999998</c:v>
                </c:pt>
                <c:pt idx="4363">
                  <c:v>2434.9499999999998</c:v>
                </c:pt>
                <c:pt idx="4364">
                  <c:v>2475.8000000000002</c:v>
                </c:pt>
                <c:pt idx="4365">
                  <c:v>2439.4499999999998</c:v>
                </c:pt>
                <c:pt idx="4366">
                  <c:v>2446.4</c:v>
                </c:pt>
                <c:pt idx="4367">
                  <c:v>2397.4499999999998</c:v>
                </c:pt>
                <c:pt idx="4368">
                  <c:v>2395.4499999999998</c:v>
                </c:pt>
                <c:pt idx="4369">
                  <c:v>2408.35</c:v>
                </c:pt>
                <c:pt idx="4370">
                  <c:v>2449.6</c:v>
                </c:pt>
                <c:pt idx="4371">
                  <c:v>2444.6999999999998</c:v>
                </c:pt>
                <c:pt idx="4372">
                  <c:v>2491.1999999999998</c:v>
                </c:pt>
                <c:pt idx="4373">
                  <c:v>2530.6999999999998</c:v>
                </c:pt>
                <c:pt idx="4374">
                  <c:v>2571.5</c:v>
                </c:pt>
                <c:pt idx="4375">
                  <c:v>2556</c:v>
                </c:pt>
                <c:pt idx="4376">
                  <c:v>2481.6999999999998</c:v>
                </c:pt>
                <c:pt idx="4377">
                  <c:v>2484.3000000000002</c:v>
                </c:pt>
                <c:pt idx="4378">
                  <c:v>2491.8000000000002</c:v>
                </c:pt>
                <c:pt idx="4379">
                  <c:v>2501.65</c:v>
                </c:pt>
                <c:pt idx="4380">
                  <c:v>2473.8000000000002</c:v>
                </c:pt>
                <c:pt idx="4381">
                  <c:v>2489.4499999999998</c:v>
                </c:pt>
                <c:pt idx="4382">
                  <c:v>2522.8000000000002</c:v>
                </c:pt>
                <c:pt idx="4383">
                  <c:v>2503.4499999999998</c:v>
                </c:pt>
                <c:pt idx="4384">
                  <c:v>2503.0500000000002</c:v>
                </c:pt>
                <c:pt idx="4385">
                  <c:v>2512</c:v>
                </c:pt>
                <c:pt idx="4386">
                  <c:v>2511.4499999999998</c:v>
                </c:pt>
                <c:pt idx="4387">
                  <c:v>2496.0500000000002</c:v>
                </c:pt>
                <c:pt idx="4388">
                  <c:v>2469.4</c:v>
                </c:pt>
                <c:pt idx="4389">
                  <c:v>2492.35</c:v>
                </c:pt>
                <c:pt idx="4390">
                  <c:v>2485.65</c:v>
                </c:pt>
                <c:pt idx="4391">
                  <c:v>2513.8000000000002</c:v>
                </c:pt>
                <c:pt idx="4392">
                  <c:v>2528.8000000000002</c:v>
                </c:pt>
                <c:pt idx="4393">
                  <c:v>2497.5500000000002</c:v>
                </c:pt>
                <c:pt idx="4394">
                  <c:v>2489.4499999999998</c:v>
                </c:pt>
                <c:pt idx="4395">
                  <c:v>2496.6</c:v>
                </c:pt>
                <c:pt idx="4396">
                  <c:v>2487.3000000000002</c:v>
                </c:pt>
                <c:pt idx="4397">
                  <c:v>2470.85</c:v>
                </c:pt>
                <c:pt idx="4398">
                  <c:v>2484.5500000000002</c:v>
                </c:pt>
                <c:pt idx="4399">
                  <c:v>2496.35</c:v>
                </c:pt>
                <c:pt idx="4400">
                  <c:v>2456.4499999999998</c:v>
                </c:pt>
                <c:pt idx="4401">
                  <c:v>2456.1999999999998</c:v>
                </c:pt>
                <c:pt idx="4402">
                  <c:v>2484.35</c:v>
                </c:pt>
                <c:pt idx="4403">
                  <c:v>2453.1999999999998</c:v>
                </c:pt>
                <c:pt idx="4404">
                  <c:v>2460.1</c:v>
                </c:pt>
                <c:pt idx="4405">
                  <c:v>2470.6</c:v>
                </c:pt>
                <c:pt idx="4406">
                  <c:v>2454.4499999999998</c:v>
                </c:pt>
                <c:pt idx="4407">
                  <c:v>2488.4499999999998</c:v>
                </c:pt>
                <c:pt idx="4408">
                  <c:v>2489.1999999999998</c:v>
                </c:pt>
                <c:pt idx="4409">
                  <c:v>2486.9499999999998</c:v>
                </c:pt>
                <c:pt idx="4410">
                  <c:v>2506.0500000000002</c:v>
                </c:pt>
                <c:pt idx="4411">
                  <c:v>2499.0500000000002</c:v>
                </c:pt>
                <c:pt idx="4412">
                  <c:v>2498.25</c:v>
                </c:pt>
                <c:pt idx="4413">
                  <c:v>2493.5500000000002</c:v>
                </c:pt>
                <c:pt idx="4414">
                  <c:v>2524.9</c:v>
                </c:pt>
                <c:pt idx="4415">
                  <c:v>2503.6</c:v>
                </c:pt>
                <c:pt idx="4416">
                  <c:v>2510.75</c:v>
                </c:pt>
                <c:pt idx="4417">
                  <c:v>2474.65</c:v>
                </c:pt>
                <c:pt idx="4418">
                  <c:v>2495</c:v>
                </c:pt>
                <c:pt idx="4419">
                  <c:v>2476.4499999999998</c:v>
                </c:pt>
                <c:pt idx="4420">
                  <c:v>2435.9499999999998</c:v>
                </c:pt>
                <c:pt idx="4421">
                  <c:v>2448.4499999999998</c:v>
                </c:pt>
                <c:pt idx="4422">
                  <c:v>2442.3000000000002</c:v>
                </c:pt>
                <c:pt idx="4423">
                  <c:v>2429.6</c:v>
                </c:pt>
                <c:pt idx="4424">
                  <c:v>2446.65</c:v>
                </c:pt>
                <c:pt idx="4425">
                  <c:v>2454.1</c:v>
                </c:pt>
                <c:pt idx="4426">
                  <c:v>2459.25</c:v>
                </c:pt>
                <c:pt idx="4427">
                  <c:v>2500.35</c:v>
                </c:pt>
                <c:pt idx="4428">
                  <c:v>2548.1999999999998</c:v>
                </c:pt>
                <c:pt idx="4429">
                  <c:v>2558.6</c:v>
                </c:pt>
                <c:pt idx="4430">
                  <c:v>2584.4</c:v>
                </c:pt>
                <c:pt idx="4431">
                  <c:v>2594.5500000000002</c:v>
                </c:pt>
                <c:pt idx="4432">
                  <c:v>2586.6</c:v>
                </c:pt>
                <c:pt idx="4433">
                  <c:v>2583.9</c:v>
                </c:pt>
                <c:pt idx="4434">
                  <c:v>2587.9</c:v>
                </c:pt>
                <c:pt idx="4435">
                  <c:v>2578.4</c:v>
                </c:pt>
                <c:pt idx="4436">
                  <c:v>2559.9</c:v>
                </c:pt>
                <c:pt idx="4437">
                  <c:v>2538.85</c:v>
                </c:pt>
                <c:pt idx="4438">
                  <c:v>2584.3000000000002</c:v>
                </c:pt>
                <c:pt idx="4439">
                  <c:v>2616.1999999999998</c:v>
                </c:pt>
                <c:pt idx="4440">
                  <c:v>2624</c:v>
                </c:pt>
                <c:pt idx="4441">
                  <c:v>2602.85</c:v>
                </c:pt>
                <c:pt idx="4442">
                  <c:v>2626.15</c:v>
                </c:pt>
                <c:pt idx="4443">
                  <c:v>2620.1</c:v>
                </c:pt>
                <c:pt idx="4444">
                  <c:v>2665.55</c:v>
                </c:pt>
                <c:pt idx="4445">
                  <c:v>2710.05</c:v>
                </c:pt>
                <c:pt idx="4446">
                  <c:v>2735</c:v>
                </c:pt>
                <c:pt idx="4447">
                  <c:v>2736.4</c:v>
                </c:pt>
                <c:pt idx="4448">
                  <c:v>2708.75</c:v>
                </c:pt>
                <c:pt idx="4449">
                  <c:v>2758.95</c:v>
                </c:pt>
                <c:pt idx="4450">
                  <c:v>2714.6</c:v>
                </c:pt>
                <c:pt idx="4451">
                  <c:v>2705.3</c:v>
                </c:pt>
                <c:pt idx="4452">
                  <c:v>2746.65</c:v>
                </c:pt>
                <c:pt idx="4453">
                  <c:v>2707.3</c:v>
                </c:pt>
                <c:pt idx="4454">
                  <c:v>2703.45</c:v>
                </c:pt>
                <c:pt idx="4455">
                  <c:v>2672.95</c:v>
                </c:pt>
                <c:pt idx="4456">
                  <c:v>2680.65</c:v>
                </c:pt>
                <c:pt idx="4457">
                  <c:v>2681.25</c:v>
                </c:pt>
                <c:pt idx="4458">
                  <c:v>2688.05</c:v>
                </c:pt>
                <c:pt idx="4459">
                  <c:v>2685.85</c:v>
                </c:pt>
                <c:pt idx="4460">
                  <c:v>2685.3</c:v>
                </c:pt>
                <c:pt idx="4461">
                  <c:v>2658.15</c:v>
                </c:pt>
                <c:pt idx="4462">
                  <c:v>2637</c:v>
                </c:pt>
                <c:pt idx="4463">
                  <c:v>2629.95</c:v>
                </c:pt>
                <c:pt idx="4464">
                  <c:v>2632.35</c:v>
                </c:pt>
                <c:pt idx="4465">
                  <c:v>2635.55</c:v>
                </c:pt>
                <c:pt idx="4466">
                  <c:v>2633.3</c:v>
                </c:pt>
                <c:pt idx="4467">
                  <c:v>2617.25</c:v>
                </c:pt>
                <c:pt idx="4468">
                  <c:v>2601.5</c:v>
                </c:pt>
                <c:pt idx="4469">
                  <c:v>2661.1</c:v>
                </c:pt>
                <c:pt idx="4470">
                  <c:v>2612.15</c:v>
                </c:pt>
                <c:pt idx="4471">
                  <c:v>2628.4</c:v>
                </c:pt>
                <c:pt idx="4472">
                  <c:v>2557.8000000000002</c:v>
                </c:pt>
                <c:pt idx="4473">
                  <c:v>2545.6</c:v>
                </c:pt>
                <c:pt idx="4474">
                  <c:v>2580.5</c:v>
                </c:pt>
                <c:pt idx="4475">
                  <c:v>2575.3000000000002</c:v>
                </c:pt>
                <c:pt idx="4476">
                  <c:v>2588.9499999999998</c:v>
                </c:pt>
                <c:pt idx="4477">
                  <c:v>2595.6999999999998</c:v>
                </c:pt>
                <c:pt idx="4478">
                  <c:v>2646.75</c:v>
                </c:pt>
                <c:pt idx="4479">
                  <c:v>2649.45</c:v>
                </c:pt>
                <c:pt idx="4480">
                  <c:v>2619.9</c:v>
                </c:pt>
                <c:pt idx="4481">
                  <c:v>2626.95</c:v>
                </c:pt>
                <c:pt idx="4482">
                  <c:v>2701.2</c:v>
                </c:pt>
                <c:pt idx="4483">
                  <c:v>2645.6</c:v>
                </c:pt>
                <c:pt idx="4484">
                  <c:v>2631.2</c:v>
                </c:pt>
                <c:pt idx="4485">
                  <c:v>2638.65</c:v>
                </c:pt>
                <c:pt idx="4486">
                  <c:v>2657.1</c:v>
                </c:pt>
                <c:pt idx="4487">
                  <c:v>2689.2</c:v>
                </c:pt>
                <c:pt idx="4488">
                  <c:v>2714.4</c:v>
                </c:pt>
                <c:pt idx="4489">
                  <c:v>2709</c:v>
                </c:pt>
                <c:pt idx="4490">
                  <c:v>2806.6</c:v>
                </c:pt>
                <c:pt idx="4491">
                  <c:v>2790.5</c:v>
                </c:pt>
                <c:pt idx="4492">
                  <c:v>2776.35</c:v>
                </c:pt>
                <c:pt idx="4493">
                  <c:v>2746.1</c:v>
                </c:pt>
                <c:pt idx="4494">
                  <c:v>2850.85</c:v>
                </c:pt>
                <c:pt idx="4495">
                  <c:v>2888.95</c:v>
                </c:pt>
                <c:pt idx="4496">
                  <c:v>2918.2</c:v>
                </c:pt>
                <c:pt idx="4497">
                  <c:v>2959.3</c:v>
                </c:pt>
                <c:pt idx="4498">
                  <c:v>3116.4</c:v>
                </c:pt>
                <c:pt idx="4499">
                  <c:v>3102</c:v>
                </c:pt>
                <c:pt idx="4500">
                  <c:v>3174.6</c:v>
                </c:pt>
                <c:pt idx="4501">
                  <c:v>3121.05</c:v>
                </c:pt>
                <c:pt idx="4502">
                  <c:v>3198.85</c:v>
                </c:pt>
                <c:pt idx="4503">
                  <c:v>3152.85</c:v>
                </c:pt>
                <c:pt idx="4504">
                  <c:v>3112.35</c:v>
                </c:pt>
                <c:pt idx="4505">
                  <c:v>3138.6</c:v>
                </c:pt>
                <c:pt idx="4506">
                  <c:v>3153.65</c:v>
                </c:pt>
                <c:pt idx="4507">
                  <c:v>3103.2</c:v>
                </c:pt>
                <c:pt idx="4508">
                  <c:v>2997.25</c:v>
                </c:pt>
                <c:pt idx="4509">
                  <c:v>2955.05</c:v>
                </c:pt>
                <c:pt idx="4510">
                  <c:v>2974.2</c:v>
                </c:pt>
                <c:pt idx="4511">
                  <c:v>2971.7</c:v>
                </c:pt>
                <c:pt idx="4512">
                  <c:v>2967.3</c:v>
                </c:pt>
                <c:pt idx="4513">
                  <c:v>2911.8</c:v>
                </c:pt>
                <c:pt idx="4514">
                  <c:v>2925.85</c:v>
                </c:pt>
                <c:pt idx="4515">
                  <c:v>2933.05</c:v>
                </c:pt>
                <c:pt idx="4516">
                  <c:v>2923.6</c:v>
                </c:pt>
                <c:pt idx="4517">
                  <c:v>2944.75</c:v>
                </c:pt>
                <c:pt idx="4518">
                  <c:v>3042.3</c:v>
                </c:pt>
                <c:pt idx="4519">
                  <c:v>3050.2</c:v>
                </c:pt>
                <c:pt idx="4520">
                  <c:v>3075.8</c:v>
                </c:pt>
                <c:pt idx="4521">
                  <c:v>3031.7</c:v>
                </c:pt>
                <c:pt idx="4522">
                  <c:v>3042.35</c:v>
                </c:pt>
                <c:pt idx="4523">
                  <c:v>3035.05</c:v>
                </c:pt>
                <c:pt idx="4524">
                  <c:v>3037.7</c:v>
                </c:pt>
                <c:pt idx="4525">
                  <c:v>3105.85</c:v>
                </c:pt>
                <c:pt idx="4526">
                  <c:v>3042.8</c:v>
                </c:pt>
                <c:pt idx="4527">
                  <c:v>3027.45</c:v>
                </c:pt>
                <c:pt idx="4528">
                  <c:v>3003.95</c:v>
                </c:pt>
                <c:pt idx="4529">
                  <c:v>3034.1</c:v>
                </c:pt>
                <c:pt idx="4530">
                  <c:v>3052.15</c:v>
                </c:pt>
                <c:pt idx="4531">
                  <c:v>2886.8</c:v>
                </c:pt>
                <c:pt idx="4532">
                  <c:v>2886.9</c:v>
                </c:pt>
                <c:pt idx="4533">
                  <c:v>2869.7</c:v>
                </c:pt>
                <c:pt idx="4534">
                  <c:v>2825.7</c:v>
                </c:pt>
                <c:pt idx="4535">
                  <c:v>2831</c:v>
                </c:pt>
                <c:pt idx="4536">
                  <c:v>2864.85</c:v>
                </c:pt>
                <c:pt idx="4537">
                  <c:v>2856.75</c:v>
                </c:pt>
                <c:pt idx="4538">
                  <c:v>2831.35</c:v>
                </c:pt>
                <c:pt idx="4539">
                  <c:v>2818.15</c:v>
                </c:pt>
                <c:pt idx="4540">
                  <c:v>2817</c:v>
                </c:pt>
                <c:pt idx="4541">
                  <c:v>2847.7</c:v>
                </c:pt>
                <c:pt idx="4542">
                  <c:v>2849.15</c:v>
                </c:pt>
                <c:pt idx="4543">
                  <c:v>2909.65</c:v>
                </c:pt>
                <c:pt idx="4544">
                  <c:v>2911.25</c:v>
                </c:pt>
                <c:pt idx="4545">
                  <c:v>2910.9</c:v>
                </c:pt>
                <c:pt idx="4546">
                  <c:v>2957.95</c:v>
                </c:pt>
                <c:pt idx="4547">
                  <c:v>2950.3</c:v>
                </c:pt>
                <c:pt idx="4548">
                  <c:v>2923.9</c:v>
                </c:pt>
                <c:pt idx="4549">
                  <c:v>2937.6</c:v>
                </c:pt>
                <c:pt idx="4550">
                  <c:v>3014.15</c:v>
                </c:pt>
                <c:pt idx="4551">
                  <c:v>3139.25</c:v>
                </c:pt>
                <c:pt idx="4552">
                  <c:v>3153.3</c:v>
                </c:pt>
                <c:pt idx="4553">
                  <c:v>3187.65</c:v>
                </c:pt>
                <c:pt idx="4554">
                  <c:v>3166.6</c:v>
                </c:pt>
                <c:pt idx="4555">
                  <c:v>3159.1</c:v>
                </c:pt>
                <c:pt idx="4556">
                  <c:v>3191.15</c:v>
                </c:pt>
                <c:pt idx="4557">
                  <c:v>3402.45</c:v>
                </c:pt>
                <c:pt idx="4558">
                  <c:v>3408.65</c:v>
                </c:pt>
                <c:pt idx="4559">
                  <c:v>3385.65</c:v>
                </c:pt>
                <c:pt idx="4560">
                  <c:v>3470.25</c:v>
                </c:pt>
                <c:pt idx="4561">
                  <c:v>3539.25</c:v>
                </c:pt>
                <c:pt idx="4562">
                  <c:v>3451.95</c:v>
                </c:pt>
                <c:pt idx="4563">
                  <c:v>3532.1</c:v>
                </c:pt>
                <c:pt idx="4564">
                  <c:v>3499.75</c:v>
                </c:pt>
                <c:pt idx="4565">
                  <c:v>3481.85</c:v>
                </c:pt>
                <c:pt idx="4566">
                  <c:v>3480.75</c:v>
                </c:pt>
                <c:pt idx="4567">
                  <c:v>3420.95</c:v>
                </c:pt>
                <c:pt idx="4568">
                  <c:v>3441.2</c:v>
                </c:pt>
                <c:pt idx="4569">
                  <c:v>3489.3</c:v>
                </c:pt>
                <c:pt idx="4570">
                  <c:v>3451.25</c:v>
                </c:pt>
                <c:pt idx="4571">
                  <c:v>3456.95</c:v>
                </c:pt>
                <c:pt idx="4572">
                  <c:v>3433.55</c:v>
                </c:pt>
                <c:pt idx="4573">
                  <c:v>3482.4</c:v>
                </c:pt>
                <c:pt idx="4574">
                  <c:v>3493.9</c:v>
                </c:pt>
                <c:pt idx="4575">
                  <c:v>3491.8</c:v>
                </c:pt>
                <c:pt idx="4576">
                  <c:v>3502.05</c:v>
                </c:pt>
                <c:pt idx="4577">
                  <c:v>3556.75</c:v>
                </c:pt>
                <c:pt idx="4578">
                  <c:v>3508.9</c:v>
                </c:pt>
                <c:pt idx="4579">
                  <c:v>3495.1</c:v>
                </c:pt>
                <c:pt idx="4580">
                  <c:v>3603.7</c:v>
                </c:pt>
                <c:pt idx="4581">
                  <c:v>3585.8</c:v>
                </c:pt>
                <c:pt idx="4582">
                  <c:v>3502.05</c:v>
                </c:pt>
                <c:pt idx="4583">
                  <c:v>3523.5</c:v>
                </c:pt>
                <c:pt idx="4584">
                  <c:v>3514.1</c:v>
                </c:pt>
                <c:pt idx="4585">
                  <c:v>1741.05</c:v>
                </c:pt>
                <c:pt idx="4586">
                  <c:v>1732.45</c:v>
                </c:pt>
                <c:pt idx="4587">
                  <c:v>1744.25</c:v>
                </c:pt>
                <c:pt idx="4588">
                  <c:v>1721.6</c:v>
                </c:pt>
                <c:pt idx="4589">
                  <c:v>1725.75</c:v>
                </c:pt>
                <c:pt idx="4590">
                  <c:v>1735.55</c:v>
                </c:pt>
                <c:pt idx="4591">
                  <c:v>1747.1</c:v>
                </c:pt>
                <c:pt idx="4592">
                  <c:v>1749.7</c:v>
                </c:pt>
                <c:pt idx="4593">
                  <c:v>1781</c:v>
                </c:pt>
                <c:pt idx="4594">
                  <c:v>1824.1</c:v>
                </c:pt>
                <c:pt idx="4595">
                  <c:v>1787.55</c:v>
                </c:pt>
                <c:pt idx="4596">
                  <c:v>1840.05</c:v>
                </c:pt>
                <c:pt idx="4597">
                  <c:v>1829</c:v>
                </c:pt>
                <c:pt idx="4598">
                  <c:v>1824.5</c:v>
                </c:pt>
                <c:pt idx="4599">
                  <c:v>1822.45</c:v>
                </c:pt>
                <c:pt idx="4600">
                  <c:v>1819.35</c:v>
                </c:pt>
                <c:pt idx="4601">
                  <c:v>1809.8</c:v>
                </c:pt>
                <c:pt idx="4602">
                  <c:v>1819.25</c:v>
                </c:pt>
                <c:pt idx="4603">
                  <c:v>1852</c:v>
                </c:pt>
                <c:pt idx="4604">
                  <c:v>1858</c:v>
                </c:pt>
                <c:pt idx="4605">
                  <c:v>1842.7</c:v>
                </c:pt>
                <c:pt idx="4606">
                  <c:v>1847.75</c:v>
                </c:pt>
                <c:pt idx="4607">
                  <c:v>1851.35</c:v>
                </c:pt>
                <c:pt idx="4608">
                  <c:v>1874.05</c:v>
                </c:pt>
                <c:pt idx="4609">
                  <c:v>1866.15</c:v>
                </c:pt>
                <c:pt idx="4610">
                  <c:v>1880.3</c:v>
                </c:pt>
                <c:pt idx="4611">
                  <c:v>1912.95</c:v>
                </c:pt>
                <c:pt idx="4612">
                  <c:v>1883</c:v>
                </c:pt>
                <c:pt idx="4613">
                  <c:v>1875.1</c:v>
                </c:pt>
                <c:pt idx="4614">
                  <c:v>1979.9</c:v>
                </c:pt>
                <c:pt idx="4615">
                  <c:v>1971.35</c:v>
                </c:pt>
                <c:pt idx="4616">
                  <c:v>1981.1</c:v>
                </c:pt>
                <c:pt idx="4617">
                  <c:v>1989.2</c:v>
                </c:pt>
                <c:pt idx="4618">
                  <c:v>2002.15</c:v>
                </c:pt>
                <c:pt idx="4619">
                  <c:v>2000.25</c:v>
                </c:pt>
                <c:pt idx="4620">
                  <c:v>1981.4</c:v>
                </c:pt>
                <c:pt idx="4621">
                  <c:v>1996.6</c:v>
                </c:pt>
                <c:pt idx="4622">
                  <c:v>2005.65</c:v>
                </c:pt>
                <c:pt idx="4623">
                  <c:v>1999</c:v>
                </c:pt>
                <c:pt idx="4624">
                  <c:v>1981.5</c:v>
                </c:pt>
                <c:pt idx="4625">
                  <c:v>1964.7</c:v>
                </c:pt>
                <c:pt idx="4626">
                  <c:v>1943.75</c:v>
                </c:pt>
                <c:pt idx="4627">
                  <c:v>1944.6</c:v>
                </c:pt>
                <c:pt idx="4628">
                  <c:v>1940.2</c:v>
                </c:pt>
                <c:pt idx="4629">
                  <c:v>1976.5</c:v>
                </c:pt>
                <c:pt idx="4630">
                  <c:v>1948.4</c:v>
                </c:pt>
                <c:pt idx="4631">
                  <c:v>1979.45</c:v>
                </c:pt>
                <c:pt idx="4632">
                  <c:v>1975.55</c:v>
                </c:pt>
                <c:pt idx="4633">
                  <c:v>1967.35</c:v>
                </c:pt>
                <c:pt idx="4634">
                  <c:v>1974</c:v>
                </c:pt>
                <c:pt idx="4635">
                  <c:v>1974.35</c:v>
                </c:pt>
                <c:pt idx="4636">
                  <c:v>1993.1</c:v>
                </c:pt>
                <c:pt idx="4637">
                  <c:v>2000.15</c:v>
                </c:pt>
                <c:pt idx="4638">
                  <c:v>2003.55</c:v>
                </c:pt>
                <c:pt idx="4639">
                  <c:v>2008.5</c:v>
                </c:pt>
                <c:pt idx="4640">
                  <c:v>2012.75</c:v>
                </c:pt>
                <c:pt idx="4641">
                  <c:v>2009.95</c:v>
                </c:pt>
                <c:pt idx="4642">
                  <c:v>2017.65</c:v>
                </c:pt>
                <c:pt idx="4643">
                  <c:v>2035.1</c:v>
                </c:pt>
                <c:pt idx="4644">
                  <c:v>2043</c:v>
                </c:pt>
                <c:pt idx="4645">
                  <c:v>2050.9</c:v>
                </c:pt>
                <c:pt idx="4646">
                  <c:v>2069.1999999999998</c:v>
                </c:pt>
                <c:pt idx="4647">
                  <c:v>2072</c:v>
                </c:pt>
                <c:pt idx="4648">
                  <c:v>2082.4</c:v>
                </c:pt>
                <c:pt idx="4649">
                  <c:v>2078.4</c:v>
                </c:pt>
                <c:pt idx="4650">
                  <c:v>2052.9</c:v>
                </c:pt>
                <c:pt idx="4651">
                  <c:v>2098.9</c:v>
                </c:pt>
                <c:pt idx="4652">
                  <c:v>2079.25</c:v>
                </c:pt>
                <c:pt idx="4653">
                  <c:v>2075.3000000000002</c:v>
                </c:pt>
                <c:pt idx="4654">
                  <c:v>2079.85</c:v>
                </c:pt>
                <c:pt idx="4655">
                  <c:v>2080.75</c:v>
                </c:pt>
                <c:pt idx="4656">
                  <c:v>2046.25</c:v>
                </c:pt>
                <c:pt idx="4657">
                  <c:v>2043.95</c:v>
                </c:pt>
                <c:pt idx="4658">
                  <c:v>2065.4</c:v>
                </c:pt>
                <c:pt idx="4659">
                  <c:v>2074.15</c:v>
                </c:pt>
                <c:pt idx="4660">
                  <c:v>2070.75</c:v>
                </c:pt>
                <c:pt idx="4661">
                  <c:v>2077.9</c:v>
                </c:pt>
                <c:pt idx="4662">
                  <c:v>2103.15</c:v>
                </c:pt>
                <c:pt idx="4663">
                  <c:v>2198.4499999999998</c:v>
                </c:pt>
                <c:pt idx="4664">
                  <c:v>2183.1999999999998</c:v>
                </c:pt>
                <c:pt idx="4665">
                  <c:v>2142.15</c:v>
                </c:pt>
                <c:pt idx="4666">
                  <c:v>2188.85</c:v>
                </c:pt>
                <c:pt idx="4667">
                  <c:v>2183.6999999999998</c:v>
                </c:pt>
                <c:pt idx="4668">
                  <c:v>2255.5500000000002</c:v>
                </c:pt>
                <c:pt idx="4669">
                  <c:v>2162.85</c:v>
                </c:pt>
                <c:pt idx="4670">
                  <c:v>2064.8000000000002</c:v>
                </c:pt>
                <c:pt idx="4671">
                  <c:v>2102.65</c:v>
                </c:pt>
                <c:pt idx="4672">
                  <c:v>2077.5500000000002</c:v>
                </c:pt>
                <c:pt idx="4673">
                  <c:v>2091.8000000000002</c:v>
                </c:pt>
                <c:pt idx="4674">
                  <c:v>2043.6</c:v>
                </c:pt>
                <c:pt idx="4675">
                  <c:v>1979.95</c:v>
                </c:pt>
                <c:pt idx="4676">
                  <c:v>1918.3</c:v>
                </c:pt>
                <c:pt idx="4677">
                  <c:v>1949.5</c:v>
                </c:pt>
                <c:pt idx="4678">
                  <c:v>1962.3</c:v>
                </c:pt>
                <c:pt idx="4679">
                  <c:v>1929.4</c:v>
                </c:pt>
                <c:pt idx="4680">
                  <c:v>1913.2</c:v>
                </c:pt>
                <c:pt idx="4681">
                  <c:v>1903</c:v>
                </c:pt>
                <c:pt idx="4682">
                  <c:v>1843.65</c:v>
                </c:pt>
                <c:pt idx="4683">
                  <c:v>1848.5</c:v>
                </c:pt>
                <c:pt idx="4684">
                  <c:v>1853</c:v>
                </c:pt>
                <c:pt idx="4685">
                  <c:v>1799.1</c:v>
                </c:pt>
                <c:pt idx="4686">
                  <c:v>1871</c:v>
                </c:pt>
                <c:pt idx="4687">
                  <c:v>1894.8</c:v>
                </c:pt>
                <c:pt idx="4688">
                  <c:v>1938.15</c:v>
                </c:pt>
                <c:pt idx="4689">
                  <c:v>1935.75</c:v>
                </c:pt>
                <c:pt idx="4690">
                  <c:v>1913.45</c:v>
                </c:pt>
                <c:pt idx="4691">
                  <c:v>1890.85</c:v>
                </c:pt>
                <c:pt idx="4692">
                  <c:v>1932.7</c:v>
                </c:pt>
                <c:pt idx="4693">
                  <c:v>1942.15</c:v>
                </c:pt>
                <c:pt idx="4694">
                  <c:v>1909.2</c:v>
                </c:pt>
                <c:pt idx="4695">
                  <c:v>1914.85</c:v>
                </c:pt>
                <c:pt idx="4696">
                  <c:v>1934.95</c:v>
                </c:pt>
                <c:pt idx="4697">
                  <c:v>1880.65</c:v>
                </c:pt>
                <c:pt idx="4698">
                  <c:v>1872.85</c:v>
                </c:pt>
                <c:pt idx="4699">
                  <c:v>1886.6</c:v>
                </c:pt>
                <c:pt idx="4700">
                  <c:v>1902.45</c:v>
                </c:pt>
                <c:pt idx="4701">
                  <c:v>1878.25</c:v>
                </c:pt>
                <c:pt idx="4702">
                  <c:v>1812</c:v>
                </c:pt>
                <c:pt idx="4703">
                  <c:v>1812.55</c:v>
                </c:pt>
                <c:pt idx="4704">
                  <c:v>1846.1</c:v>
                </c:pt>
                <c:pt idx="4705">
                  <c:v>1890.25</c:v>
                </c:pt>
                <c:pt idx="4706">
                  <c:v>1983.9</c:v>
                </c:pt>
                <c:pt idx="4707">
                  <c:v>1960.55</c:v>
                </c:pt>
                <c:pt idx="4708">
                  <c:v>1968.25</c:v>
                </c:pt>
                <c:pt idx="4709">
                  <c:v>1982.4</c:v>
                </c:pt>
                <c:pt idx="4710">
                  <c:v>2010.85</c:v>
                </c:pt>
                <c:pt idx="4711">
                  <c:v>2006.75</c:v>
                </c:pt>
                <c:pt idx="4712">
                  <c:v>1992.7</c:v>
                </c:pt>
                <c:pt idx="4713">
                  <c:v>1995.2</c:v>
                </c:pt>
                <c:pt idx="4714">
                  <c:v>1975.8</c:v>
                </c:pt>
                <c:pt idx="4715">
                  <c:v>2000</c:v>
                </c:pt>
                <c:pt idx="4716">
                  <c:v>2016.8</c:v>
                </c:pt>
                <c:pt idx="4717">
                  <c:v>1982.6</c:v>
                </c:pt>
                <c:pt idx="4718">
                  <c:v>1989.75</c:v>
                </c:pt>
                <c:pt idx="4719">
                  <c:v>1994.3</c:v>
                </c:pt>
                <c:pt idx="4720">
                  <c:v>1987.85</c:v>
                </c:pt>
                <c:pt idx="4721">
                  <c:v>1968.45</c:v>
                </c:pt>
                <c:pt idx="4722">
                  <c:v>1954.05</c:v>
                </c:pt>
                <c:pt idx="4723">
                  <c:v>1895.8</c:v>
                </c:pt>
                <c:pt idx="4724">
                  <c:v>1918.5</c:v>
                </c:pt>
                <c:pt idx="4725">
                  <c:v>1889.2</c:v>
                </c:pt>
                <c:pt idx="4726">
                  <c:v>1908.95</c:v>
                </c:pt>
                <c:pt idx="4727">
                  <c:v>1896.05</c:v>
                </c:pt>
                <c:pt idx="4728">
                  <c:v>1893.05</c:v>
                </c:pt>
                <c:pt idx="4729">
                  <c:v>1902.8</c:v>
                </c:pt>
                <c:pt idx="4730">
                  <c:v>1923.3</c:v>
                </c:pt>
                <c:pt idx="4731">
                  <c:v>1899.95</c:v>
                </c:pt>
                <c:pt idx="4732">
                  <c:v>1876.85</c:v>
                </c:pt>
                <c:pt idx="4733">
                  <c:v>1897.9</c:v>
                </c:pt>
                <c:pt idx="4734">
                  <c:v>1893.55</c:v>
                </c:pt>
                <c:pt idx="4735">
                  <c:v>1886.95</c:v>
                </c:pt>
                <c:pt idx="4736">
                  <c:v>1888.55</c:v>
                </c:pt>
                <c:pt idx="4737">
                  <c:v>1842.55</c:v>
                </c:pt>
                <c:pt idx="4738">
                  <c:v>1813.25</c:v>
                </c:pt>
                <c:pt idx="4739">
                  <c:v>1867.8</c:v>
                </c:pt>
                <c:pt idx="4740">
                  <c:v>1870.15</c:v>
                </c:pt>
                <c:pt idx="4741">
                  <c:v>1894.3</c:v>
                </c:pt>
                <c:pt idx="4742">
                  <c:v>1900.65</c:v>
                </c:pt>
                <c:pt idx="4743">
                  <c:v>1908.7</c:v>
                </c:pt>
                <c:pt idx="4744">
                  <c:v>1901.9</c:v>
                </c:pt>
                <c:pt idx="4745">
                  <c:v>1875.6</c:v>
                </c:pt>
                <c:pt idx="4746">
                  <c:v>1901.55</c:v>
                </c:pt>
                <c:pt idx="4747">
                  <c:v>1920.8</c:v>
                </c:pt>
                <c:pt idx="4748">
                  <c:v>1955</c:v>
                </c:pt>
                <c:pt idx="4749">
                  <c:v>1982.75</c:v>
                </c:pt>
                <c:pt idx="4750">
                  <c:v>1981.4</c:v>
                </c:pt>
                <c:pt idx="4751">
                  <c:v>2014.1</c:v>
                </c:pt>
                <c:pt idx="4752">
                  <c:v>2029.95</c:v>
                </c:pt>
                <c:pt idx="4753">
                  <c:v>2050.25</c:v>
                </c:pt>
                <c:pt idx="4754">
                  <c:v>2044.55</c:v>
                </c:pt>
                <c:pt idx="4755">
                  <c:v>2074.8000000000002</c:v>
                </c:pt>
                <c:pt idx="4756">
                  <c:v>2082.9</c:v>
                </c:pt>
                <c:pt idx="4757">
                  <c:v>2061.4</c:v>
                </c:pt>
                <c:pt idx="4758">
                  <c:v>2065.9</c:v>
                </c:pt>
                <c:pt idx="4759">
                  <c:v>2051.6</c:v>
                </c:pt>
                <c:pt idx="4760">
                  <c:v>2065.4</c:v>
                </c:pt>
                <c:pt idx="4761">
                  <c:v>2044.6</c:v>
                </c:pt>
                <c:pt idx="4762">
                  <c:v>2029.7</c:v>
                </c:pt>
                <c:pt idx="4763">
                  <c:v>1970.3</c:v>
                </c:pt>
                <c:pt idx="4764">
                  <c:v>1904.8</c:v>
                </c:pt>
                <c:pt idx="4765">
                  <c:v>1914.75</c:v>
                </c:pt>
                <c:pt idx="4766">
                  <c:v>1914.2</c:v>
                </c:pt>
                <c:pt idx="4767">
                  <c:v>1925.65</c:v>
                </c:pt>
                <c:pt idx="4768">
                  <c:v>1985.15</c:v>
                </c:pt>
                <c:pt idx="4769">
                  <c:v>2038.7</c:v>
                </c:pt>
                <c:pt idx="4770">
                  <c:v>2058.1</c:v>
                </c:pt>
                <c:pt idx="4771">
                  <c:v>1983.45</c:v>
                </c:pt>
                <c:pt idx="4772">
                  <c:v>1995.4</c:v>
                </c:pt>
                <c:pt idx="4773">
                  <c:v>1988.1</c:v>
                </c:pt>
                <c:pt idx="4774">
                  <c:v>1999.6</c:v>
                </c:pt>
                <c:pt idx="4775">
                  <c:v>2013.3</c:v>
                </c:pt>
                <c:pt idx="4776">
                  <c:v>2022.7</c:v>
                </c:pt>
                <c:pt idx="4777">
                  <c:v>2014.8</c:v>
                </c:pt>
                <c:pt idx="4778">
                  <c:v>2012.45</c:v>
                </c:pt>
                <c:pt idx="4779">
                  <c:v>2000.5</c:v>
                </c:pt>
                <c:pt idx="4780">
                  <c:v>1987.4</c:v>
                </c:pt>
                <c:pt idx="4781">
                  <c:v>2039.95</c:v>
                </c:pt>
                <c:pt idx="4782">
                  <c:v>2022.8</c:v>
                </c:pt>
                <c:pt idx="4783">
                  <c:v>2022.8</c:v>
                </c:pt>
                <c:pt idx="4784">
                  <c:v>2015.05</c:v>
                </c:pt>
                <c:pt idx="4785">
                  <c:v>2005.65</c:v>
                </c:pt>
                <c:pt idx="4786">
                  <c:v>1984.25</c:v>
                </c:pt>
                <c:pt idx="4787">
                  <c:v>1982.65</c:v>
                </c:pt>
                <c:pt idx="4788">
                  <c:v>1967.9</c:v>
                </c:pt>
                <c:pt idx="4789">
                  <c:v>2000.3</c:v>
                </c:pt>
                <c:pt idx="4790">
                  <c:v>2001.65</c:v>
                </c:pt>
                <c:pt idx="4791">
                  <c:v>2031.65</c:v>
                </c:pt>
                <c:pt idx="4792">
                  <c:v>2079.3000000000002</c:v>
                </c:pt>
                <c:pt idx="4793">
                  <c:v>2079.3000000000002</c:v>
                </c:pt>
                <c:pt idx="4794">
                  <c:v>2014.5</c:v>
                </c:pt>
                <c:pt idx="4795">
                  <c:v>2048.3000000000002</c:v>
                </c:pt>
                <c:pt idx="4796">
                  <c:v>2070.75</c:v>
                </c:pt>
                <c:pt idx="4797">
                  <c:v>2091.5</c:v>
                </c:pt>
                <c:pt idx="4798">
                  <c:v>2040.25</c:v>
                </c:pt>
                <c:pt idx="4799">
                  <c:v>2019.5</c:v>
                </c:pt>
                <c:pt idx="4800">
                  <c:v>2014.5</c:v>
                </c:pt>
                <c:pt idx="4801">
                  <c:v>2113.3000000000002</c:v>
                </c:pt>
                <c:pt idx="4802">
                  <c:v>2131.8000000000002</c:v>
                </c:pt>
                <c:pt idx="4803">
                  <c:v>2150.0500000000002</c:v>
                </c:pt>
                <c:pt idx="4804">
                  <c:v>2161.4499999999998</c:v>
                </c:pt>
                <c:pt idx="4805">
                  <c:v>2155.0500000000002</c:v>
                </c:pt>
                <c:pt idx="4806">
                  <c:v>2183.4499999999998</c:v>
                </c:pt>
                <c:pt idx="4807">
                  <c:v>2195</c:v>
                </c:pt>
                <c:pt idx="4808">
                  <c:v>2238.5500000000002</c:v>
                </c:pt>
                <c:pt idx="4809">
                  <c:v>2260.35</c:v>
                </c:pt>
                <c:pt idx="4810">
                  <c:v>2215.4</c:v>
                </c:pt>
                <c:pt idx="4811">
                  <c:v>2132</c:v>
                </c:pt>
                <c:pt idx="4812">
                  <c:v>2157.85</c:v>
                </c:pt>
                <c:pt idx="4813">
                  <c:v>2151.9499999999998</c:v>
                </c:pt>
                <c:pt idx="4814">
                  <c:v>2152.85</c:v>
                </c:pt>
                <c:pt idx="4815">
                  <c:v>2172.5500000000002</c:v>
                </c:pt>
                <c:pt idx="4816">
                  <c:v>2135.8000000000002</c:v>
                </c:pt>
                <c:pt idx="4817">
                  <c:v>2128.75</c:v>
                </c:pt>
                <c:pt idx="4818">
                  <c:v>2092.35</c:v>
                </c:pt>
                <c:pt idx="4819">
                  <c:v>2095.4</c:v>
                </c:pt>
                <c:pt idx="4820">
                  <c:v>2108.75</c:v>
                </c:pt>
                <c:pt idx="4821">
                  <c:v>2095.4499999999998</c:v>
                </c:pt>
                <c:pt idx="4822">
                  <c:v>2143.9499999999998</c:v>
                </c:pt>
                <c:pt idx="4823">
                  <c:v>2109.75</c:v>
                </c:pt>
                <c:pt idx="4824">
                  <c:v>2081.75</c:v>
                </c:pt>
                <c:pt idx="4825">
                  <c:v>2054.0500000000002</c:v>
                </c:pt>
                <c:pt idx="4826">
                  <c:v>2048</c:v>
                </c:pt>
                <c:pt idx="4827">
                  <c:v>2055.15</c:v>
                </c:pt>
                <c:pt idx="4828">
                  <c:v>2073.75</c:v>
                </c:pt>
                <c:pt idx="4829">
                  <c:v>2107.5500000000002</c:v>
                </c:pt>
                <c:pt idx="4830">
                  <c:v>2146.3000000000002</c:v>
                </c:pt>
                <c:pt idx="4831">
                  <c:v>2196.5500000000002</c:v>
                </c:pt>
                <c:pt idx="4832">
                  <c:v>2242.3000000000002</c:v>
                </c:pt>
                <c:pt idx="4833">
                  <c:v>2183.1</c:v>
                </c:pt>
                <c:pt idx="4834">
                  <c:v>2166.1</c:v>
                </c:pt>
                <c:pt idx="4835">
                  <c:v>2181.75</c:v>
                </c:pt>
                <c:pt idx="4836">
                  <c:v>2231.5</c:v>
                </c:pt>
                <c:pt idx="4837">
                  <c:v>2252.8000000000002</c:v>
                </c:pt>
                <c:pt idx="4838">
                  <c:v>2260.9</c:v>
                </c:pt>
                <c:pt idx="4839">
                  <c:v>2254.1</c:v>
                </c:pt>
                <c:pt idx="4840">
                  <c:v>2254.5</c:v>
                </c:pt>
                <c:pt idx="4841">
                  <c:v>2249.1999999999998</c:v>
                </c:pt>
                <c:pt idx="4842">
                  <c:v>2250.85</c:v>
                </c:pt>
                <c:pt idx="4843">
                  <c:v>2259.9</c:v>
                </c:pt>
                <c:pt idx="4844">
                  <c:v>2277.9499999999998</c:v>
                </c:pt>
                <c:pt idx="4845">
                  <c:v>2249.85</c:v>
                </c:pt>
                <c:pt idx="4846">
                  <c:v>2275.5</c:v>
                </c:pt>
                <c:pt idx="4847">
                  <c:v>2267.8000000000002</c:v>
                </c:pt>
                <c:pt idx="4848">
                  <c:v>2254.1999999999998</c:v>
                </c:pt>
                <c:pt idx="4849">
                  <c:v>2252.5500000000002</c:v>
                </c:pt>
                <c:pt idx="4850">
                  <c:v>2227.1999999999998</c:v>
                </c:pt>
                <c:pt idx="4851">
                  <c:v>2239.5500000000002</c:v>
                </c:pt>
                <c:pt idx="4852">
                  <c:v>2252.1</c:v>
                </c:pt>
                <c:pt idx="4853">
                  <c:v>2237.65</c:v>
                </c:pt>
                <c:pt idx="4854">
                  <c:v>2242.65</c:v>
                </c:pt>
                <c:pt idx="4855">
                  <c:v>2163.1</c:v>
                </c:pt>
                <c:pt idx="4856">
                  <c:v>2175.4</c:v>
                </c:pt>
                <c:pt idx="4857">
                  <c:v>2133.35</c:v>
                </c:pt>
                <c:pt idx="4858">
                  <c:v>2108.1999999999998</c:v>
                </c:pt>
                <c:pt idx="4859">
                  <c:v>2102.5500000000002</c:v>
                </c:pt>
                <c:pt idx="4860">
                  <c:v>2107.6</c:v>
                </c:pt>
                <c:pt idx="4861">
                  <c:v>2145.6999999999998</c:v>
                </c:pt>
                <c:pt idx="4862">
                  <c:v>2106</c:v>
                </c:pt>
                <c:pt idx="4863">
                  <c:v>2117.25</c:v>
                </c:pt>
                <c:pt idx="4864">
                  <c:v>2065.9499999999998</c:v>
                </c:pt>
                <c:pt idx="4865">
                  <c:v>2076.9499999999998</c:v>
                </c:pt>
                <c:pt idx="4866">
                  <c:v>2109.9</c:v>
                </c:pt>
                <c:pt idx="4867">
                  <c:v>2112.4499999999998</c:v>
                </c:pt>
                <c:pt idx="4868">
                  <c:v>2096.8000000000002</c:v>
                </c:pt>
                <c:pt idx="4869">
                  <c:v>2127.9</c:v>
                </c:pt>
                <c:pt idx="4870">
                  <c:v>2109.0500000000002</c:v>
                </c:pt>
                <c:pt idx="4871">
                  <c:v>2130</c:v>
                </c:pt>
                <c:pt idx="4872">
                  <c:v>2179.15</c:v>
                </c:pt>
                <c:pt idx="4873">
                  <c:v>2205.6999999999998</c:v>
                </c:pt>
                <c:pt idx="4874">
                  <c:v>2180.0500000000002</c:v>
                </c:pt>
                <c:pt idx="4875">
                  <c:v>2205.3000000000002</c:v>
                </c:pt>
                <c:pt idx="4876">
                  <c:v>2248.6</c:v>
                </c:pt>
                <c:pt idx="4877">
                  <c:v>2214.9</c:v>
                </c:pt>
                <c:pt idx="4878">
                  <c:v>2213.4499999999998</c:v>
                </c:pt>
                <c:pt idx="4879">
                  <c:v>2258.1</c:v>
                </c:pt>
                <c:pt idx="4880">
                  <c:v>2246.25</c:v>
                </c:pt>
                <c:pt idx="4881">
                  <c:v>2199.4499999999998</c:v>
                </c:pt>
                <c:pt idx="4882">
                  <c:v>2204.4</c:v>
                </c:pt>
                <c:pt idx="4883">
                  <c:v>2165.1</c:v>
                </c:pt>
                <c:pt idx="4884">
                  <c:v>2163</c:v>
                </c:pt>
                <c:pt idx="4885">
                  <c:v>2186.75</c:v>
                </c:pt>
                <c:pt idx="4886">
                  <c:v>2186.1999999999998</c:v>
                </c:pt>
                <c:pt idx="4887">
                  <c:v>2216</c:v>
                </c:pt>
                <c:pt idx="4888">
                  <c:v>2247.6999999999998</c:v>
                </c:pt>
                <c:pt idx="4889">
                  <c:v>2276.3000000000002</c:v>
                </c:pt>
                <c:pt idx="4890">
                  <c:v>2236.5</c:v>
                </c:pt>
                <c:pt idx="4891">
                  <c:v>2239.25</c:v>
                </c:pt>
                <c:pt idx="4892">
                  <c:v>2233.4499999999998</c:v>
                </c:pt>
                <c:pt idx="4893">
                  <c:v>2259.6</c:v>
                </c:pt>
                <c:pt idx="4894">
                  <c:v>2251.6</c:v>
                </c:pt>
                <c:pt idx="4895">
                  <c:v>2245.4</c:v>
                </c:pt>
                <c:pt idx="4896">
                  <c:v>2215.3000000000002</c:v>
                </c:pt>
                <c:pt idx="4897">
                  <c:v>2197.5</c:v>
                </c:pt>
                <c:pt idx="4898">
                  <c:v>2182.85</c:v>
                </c:pt>
                <c:pt idx="4899">
                  <c:v>2154</c:v>
                </c:pt>
                <c:pt idx="4900">
                  <c:v>2133.6</c:v>
                </c:pt>
                <c:pt idx="4901">
                  <c:v>2141.9499999999998</c:v>
                </c:pt>
                <c:pt idx="4902">
                  <c:v>2150</c:v>
                </c:pt>
                <c:pt idx="4903">
                  <c:v>2122.65</c:v>
                </c:pt>
                <c:pt idx="4904">
                  <c:v>2138.5500000000002</c:v>
                </c:pt>
                <c:pt idx="4905">
                  <c:v>2101.9499999999998</c:v>
                </c:pt>
                <c:pt idx="4906">
                  <c:v>2065.4499999999998</c:v>
                </c:pt>
                <c:pt idx="4907">
                  <c:v>2015.8</c:v>
                </c:pt>
                <c:pt idx="4908">
                  <c:v>2044.7</c:v>
                </c:pt>
                <c:pt idx="4909">
                  <c:v>2088.4499999999998</c:v>
                </c:pt>
                <c:pt idx="4910">
                  <c:v>2087.6</c:v>
                </c:pt>
                <c:pt idx="4911">
                  <c:v>2056.15</c:v>
                </c:pt>
                <c:pt idx="4912">
                  <c:v>2099.3000000000002</c:v>
                </c:pt>
                <c:pt idx="4913">
                  <c:v>2059.9499999999998</c:v>
                </c:pt>
                <c:pt idx="4914">
                  <c:v>2060.25</c:v>
                </c:pt>
                <c:pt idx="4915">
                  <c:v>2079.35</c:v>
                </c:pt>
                <c:pt idx="4916">
                  <c:v>2047.7</c:v>
                </c:pt>
                <c:pt idx="4917">
                  <c:v>2020.1</c:v>
                </c:pt>
                <c:pt idx="4918">
                  <c:v>2004.45</c:v>
                </c:pt>
                <c:pt idx="4919">
                  <c:v>1986.85</c:v>
                </c:pt>
                <c:pt idx="4920">
                  <c:v>2021</c:v>
                </c:pt>
                <c:pt idx="4921">
                  <c:v>2037.3</c:v>
                </c:pt>
                <c:pt idx="4922">
                  <c:v>2046.4</c:v>
                </c:pt>
                <c:pt idx="4923">
                  <c:v>2030.95</c:v>
                </c:pt>
                <c:pt idx="4924">
                  <c:v>2057.35</c:v>
                </c:pt>
                <c:pt idx="4925">
                  <c:v>2051.4</c:v>
                </c:pt>
                <c:pt idx="4926">
                  <c:v>2070.1</c:v>
                </c:pt>
                <c:pt idx="4927">
                  <c:v>2082</c:v>
                </c:pt>
                <c:pt idx="4928">
                  <c:v>2124.9499999999998</c:v>
                </c:pt>
                <c:pt idx="4929">
                  <c:v>2115.6999999999998</c:v>
                </c:pt>
                <c:pt idx="4930">
                  <c:v>2194.85</c:v>
                </c:pt>
                <c:pt idx="4931">
                  <c:v>2252.8000000000002</c:v>
                </c:pt>
                <c:pt idx="4932">
                  <c:v>2269.65</c:v>
                </c:pt>
                <c:pt idx="4933">
                  <c:v>2200.9</c:v>
                </c:pt>
                <c:pt idx="4934">
                  <c:v>2193.9499999999998</c:v>
                </c:pt>
                <c:pt idx="4935">
                  <c:v>2201.85</c:v>
                </c:pt>
                <c:pt idx="4936">
                  <c:v>2188.5</c:v>
                </c:pt>
                <c:pt idx="4937">
                  <c:v>2185.35</c:v>
                </c:pt>
                <c:pt idx="4938">
                  <c:v>2129.9499999999998</c:v>
                </c:pt>
                <c:pt idx="4939">
                  <c:v>2100.9499999999998</c:v>
                </c:pt>
                <c:pt idx="4940">
                  <c:v>2178.6</c:v>
                </c:pt>
                <c:pt idx="4941">
                  <c:v>2196.8000000000002</c:v>
                </c:pt>
                <c:pt idx="4942">
                  <c:v>2174.4499999999998</c:v>
                </c:pt>
                <c:pt idx="4943">
                  <c:v>2152.6</c:v>
                </c:pt>
                <c:pt idx="4944">
                  <c:v>2108.8000000000002</c:v>
                </c:pt>
                <c:pt idx="4945">
                  <c:v>2108.5500000000002</c:v>
                </c:pt>
                <c:pt idx="4946">
                  <c:v>2118.1</c:v>
                </c:pt>
                <c:pt idx="4947">
                  <c:v>2071.6999999999998</c:v>
                </c:pt>
                <c:pt idx="4948">
                  <c:v>2081.5</c:v>
                </c:pt>
                <c:pt idx="4949">
                  <c:v>2046.65</c:v>
                </c:pt>
                <c:pt idx="4950">
                  <c:v>2054.3000000000002</c:v>
                </c:pt>
                <c:pt idx="4951">
                  <c:v>2077.35</c:v>
                </c:pt>
                <c:pt idx="4952">
                  <c:v>2053.25</c:v>
                </c:pt>
                <c:pt idx="4953">
                  <c:v>2021.05</c:v>
                </c:pt>
                <c:pt idx="4954">
                  <c:v>2051</c:v>
                </c:pt>
                <c:pt idx="4955">
                  <c:v>2078.5</c:v>
                </c:pt>
                <c:pt idx="4956">
                  <c:v>2121.3000000000002</c:v>
                </c:pt>
                <c:pt idx="4957">
                  <c:v>2123.6</c:v>
                </c:pt>
                <c:pt idx="4958">
                  <c:v>2060.4499999999998</c:v>
                </c:pt>
                <c:pt idx="4959">
                  <c:v>2012.85</c:v>
                </c:pt>
                <c:pt idx="4960">
                  <c:v>2041.9</c:v>
                </c:pt>
                <c:pt idx="4961">
                  <c:v>2020.9</c:v>
                </c:pt>
                <c:pt idx="4962">
                  <c:v>2071.25</c:v>
                </c:pt>
                <c:pt idx="4963">
                  <c:v>2126.75</c:v>
                </c:pt>
                <c:pt idx="4964">
                  <c:v>2164.9499999999998</c:v>
                </c:pt>
                <c:pt idx="4965">
                  <c:v>2167.75</c:v>
                </c:pt>
                <c:pt idx="4966">
                  <c:v>2229.0500000000002</c:v>
                </c:pt>
                <c:pt idx="4967">
                  <c:v>2222.9</c:v>
                </c:pt>
                <c:pt idx="4968">
                  <c:v>2231.6999999999998</c:v>
                </c:pt>
                <c:pt idx="4969">
                  <c:v>2215.6</c:v>
                </c:pt>
                <c:pt idx="4970">
                  <c:v>2201.9499999999998</c:v>
                </c:pt>
                <c:pt idx="4971">
                  <c:v>2198.5</c:v>
                </c:pt>
                <c:pt idx="4972">
                  <c:v>2183.1999999999998</c:v>
                </c:pt>
                <c:pt idx="4973">
                  <c:v>2161.6999999999998</c:v>
                </c:pt>
                <c:pt idx="4974">
                  <c:v>2167.6</c:v>
                </c:pt>
                <c:pt idx="4975">
                  <c:v>2157.65</c:v>
                </c:pt>
                <c:pt idx="4976">
                  <c:v>2200.65</c:v>
                </c:pt>
                <c:pt idx="4977">
                  <c:v>2200.4499999999998</c:v>
                </c:pt>
                <c:pt idx="4978">
                  <c:v>2205.85</c:v>
                </c:pt>
                <c:pt idx="4979">
                  <c:v>2255.25</c:v>
                </c:pt>
                <c:pt idx="4980">
                  <c:v>2214.35</c:v>
                </c:pt>
                <c:pt idx="4981">
                  <c:v>2213.5500000000002</c:v>
                </c:pt>
                <c:pt idx="4982">
                  <c:v>2190.35</c:v>
                </c:pt>
                <c:pt idx="4983">
                  <c:v>2206.9</c:v>
                </c:pt>
                <c:pt idx="4984">
                  <c:v>2226.9</c:v>
                </c:pt>
                <c:pt idx="4985">
                  <c:v>2238.8000000000002</c:v>
                </c:pt>
                <c:pt idx="4986">
                  <c:v>2219.1</c:v>
                </c:pt>
                <c:pt idx="4987">
                  <c:v>2170.35</c:v>
                </c:pt>
                <c:pt idx="4988">
                  <c:v>2171.0500000000002</c:v>
                </c:pt>
                <c:pt idx="4989">
                  <c:v>2206.9</c:v>
                </c:pt>
                <c:pt idx="4990">
                  <c:v>2190.9499999999998</c:v>
                </c:pt>
                <c:pt idx="4991">
                  <c:v>2183.4</c:v>
                </c:pt>
                <c:pt idx="4992">
                  <c:v>2169.25</c:v>
                </c:pt>
                <c:pt idx="4993">
                  <c:v>2183.75</c:v>
                </c:pt>
                <c:pt idx="4994">
                  <c:v>2154.6</c:v>
                </c:pt>
                <c:pt idx="4995">
                  <c:v>2137.85</c:v>
                </c:pt>
                <c:pt idx="4996">
                  <c:v>2079.0500000000002</c:v>
                </c:pt>
                <c:pt idx="4997">
                  <c:v>2164.85</c:v>
                </c:pt>
                <c:pt idx="4998">
                  <c:v>2102.5</c:v>
                </c:pt>
                <c:pt idx="4999">
                  <c:v>2107.75</c:v>
                </c:pt>
                <c:pt idx="5000">
                  <c:v>2146.5500000000002</c:v>
                </c:pt>
                <c:pt idx="5001">
                  <c:v>2128.35</c:v>
                </c:pt>
                <c:pt idx="5002">
                  <c:v>2136.5500000000002</c:v>
                </c:pt>
                <c:pt idx="5003">
                  <c:v>2161.9499999999998</c:v>
                </c:pt>
                <c:pt idx="5004">
                  <c:v>2153.4</c:v>
                </c:pt>
                <c:pt idx="5005">
                  <c:v>2170.75</c:v>
                </c:pt>
                <c:pt idx="5006">
                  <c:v>2191.9499999999998</c:v>
                </c:pt>
                <c:pt idx="5007">
                  <c:v>2184.1999999999998</c:v>
                </c:pt>
                <c:pt idx="5008">
                  <c:v>2203.25</c:v>
                </c:pt>
                <c:pt idx="5009">
                  <c:v>2215.75</c:v>
                </c:pt>
                <c:pt idx="5010">
                  <c:v>2196.35</c:v>
                </c:pt>
                <c:pt idx="5011">
                  <c:v>2156.8000000000002</c:v>
                </c:pt>
                <c:pt idx="5012">
                  <c:v>2115.35</c:v>
                </c:pt>
                <c:pt idx="5013">
                  <c:v>2156.15</c:v>
                </c:pt>
                <c:pt idx="5014">
                  <c:v>2123.6</c:v>
                </c:pt>
                <c:pt idx="5015">
                  <c:v>2105.5</c:v>
                </c:pt>
                <c:pt idx="5016">
                  <c:v>2000.15</c:v>
                </c:pt>
                <c:pt idx="5017">
                  <c:v>2001.3</c:v>
                </c:pt>
                <c:pt idx="5018">
                  <c:v>2036.2</c:v>
                </c:pt>
                <c:pt idx="5019">
                  <c:v>2083.1999999999998</c:v>
                </c:pt>
                <c:pt idx="5020">
                  <c:v>2125.0500000000002</c:v>
                </c:pt>
                <c:pt idx="5021">
                  <c:v>2116.4499999999998</c:v>
                </c:pt>
                <c:pt idx="5022">
                  <c:v>1972.35</c:v>
                </c:pt>
                <c:pt idx="5023">
                  <c:v>1953.7</c:v>
                </c:pt>
                <c:pt idx="5024">
                  <c:v>1769.85</c:v>
                </c:pt>
                <c:pt idx="5025">
                  <c:v>1806.3</c:v>
                </c:pt>
                <c:pt idx="5026">
                  <c:v>1696.4</c:v>
                </c:pt>
                <c:pt idx="5027">
                  <c:v>1658</c:v>
                </c:pt>
                <c:pt idx="5028">
                  <c:v>1654.4</c:v>
                </c:pt>
                <c:pt idx="5029">
                  <c:v>1636.35</c:v>
                </c:pt>
                <c:pt idx="5030">
                  <c:v>1797.45</c:v>
                </c:pt>
                <c:pt idx="5031">
                  <c:v>1669.7</c:v>
                </c:pt>
                <c:pt idx="5032">
                  <c:v>1703.15</c:v>
                </c:pt>
                <c:pt idx="5033">
                  <c:v>1750.3</c:v>
                </c:pt>
                <c:pt idx="5034">
                  <c:v>1790.95</c:v>
                </c:pt>
                <c:pt idx="5035">
                  <c:v>1824.5</c:v>
                </c:pt>
                <c:pt idx="5036">
                  <c:v>1778.5</c:v>
                </c:pt>
                <c:pt idx="5037">
                  <c:v>1826.1</c:v>
                </c:pt>
                <c:pt idx="5038">
                  <c:v>1708.75</c:v>
                </c:pt>
                <c:pt idx="5039">
                  <c:v>1654.2</c:v>
                </c:pt>
                <c:pt idx="5040">
                  <c:v>1775.2</c:v>
                </c:pt>
                <c:pt idx="5041">
                  <c:v>1705.45</c:v>
                </c:pt>
                <c:pt idx="5042">
                  <c:v>1766.15</c:v>
                </c:pt>
                <c:pt idx="5043">
                  <c:v>1759.25</c:v>
                </c:pt>
                <c:pt idx="5044">
                  <c:v>1735.15</c:v>
                </c:pt>
                <c:pt idx="5045">
                  <c:v>1716.05</c:v>
                </c:pt>
                <c:pt idx="5046">
                  <c:v>1806.2</c:v>
                </c:pt>
                <c:pt idx="5047">
                  <c:v>1818.65</c:v>
                </c:pt>
                <c:pt idx="5048">
                  <c:v>1737.65</c:v>
                </c:pt>
                <c:pt idx="5049">
                  <c:v>1769.5</c:v>
                </c:pt>
                <c:pt idx="5050">
                  <c:v>1878.25</c:v>
                </c:pt>
                <c:pt idx="5051">
                  <c:v>1818.55</c:v>
                </c:pt>
                <c:pt idx="5052">
                  <c:v>1836.6</c:v>
                </c:pt>
                <c:pt idx="5053">
                  <c:v>1859.05</c:v>
                </c:pt>
                <c:pt idx="5054">
                  <c:v>1905.65</c:v>
                </c:pt>
                <c:pt idx="5055">
                  <c:v>2014.45</c:v>
                </c:pt>
                <c:pt idx="5056">
                  <c:v>1930.45</c:v>
                </c:pt>
                <c:pt idx="5057">
                  <c:v>1932.75</c:v>
                </c:pt>
                <c:pt idx="5058">
                  <c:v>1903.6</c:v>
                </c:pt>
                <c:pt idx="5059">
                  <c:v>1891.65</c:v>
                </c:pt>
                <c:pt idx="5060">
                  <c:v>1893.4</c:v>
                </c:pt>
                <c:pt idx="5061">
                  <c:v>1935.3</c:v>
                </c:pt>
                <c:pt idx="5062">
                  <c:v>1949.5</c:v>
                </c:pt>
                <c:pt idx="5063">
                  <c:v>1949.65</c:v>
                </c:pt>
                <c:pt idx="5064">
                  <c:v>1902.35</c:v>
                </c:pt>
                <c:pt idx="5065">
                  <c:v>1892.9</c:v>
                </c:pt>
                <c:pt idx="5066">
                  <c:v>1945.6</c:v>
                </c:pt>
                <c:pt idx="5067">
                  <c:v>1948.65</c:v>
                </c:pt>
                <c:pt idx="5068">
                  <c:v>1953.6</c:v>
                </c:pt>
                <c:pt idx="5069">
                  <c:v>1991.2</c:v>
                </c:pt>
                <c:pt idx="5070">
                  <c:v>2020.35</c:v>
                </c:pt>
                <c:pt idx="5071">
                  <c:v>1943</c:v>
                </c:pt>
                <c:pt idx="5072">
                  <c:v>2005.3</c:v>
                </c:pt>
                <c:pt idx="5073">
                  <c:v>2004.3</c:v>
                </c:pt>
                <c:pt idx="5074">
                  <c:v>1972.35</c:v>
                </c:pt>
                <c:pt idx="5075">
                  <c:v>2045.25</c:v>
                </c:pt>
                <c:pt idx="5076">
                  <c:v>2047.15</c:v>
                </c:pt>
                <c:pt idx="5077">
                  <c:v>2046.15</c:v>
                </c:pt>
                <c:pt idx="5078">
                  <c:v>2091.5500000000002</c:v>
                </c:pt>
                <c:pt idx="5079">
                  <c:v>2048.25</c:v>
                </c:pt>
                <c:pt idx="5080">
                  <c:v>2071.75</c:v>
                </c:pt>
                <c:pt idx="5081">
                  <c:v>2072.0500000000002</c:v>
                </c:pt>
                <c:pt idx="5082">
                  <c:v>2108.75</c:v>
                </c:pt>
                <c:pt idx="5083">
                  <c:v>2067.65</c:v>
                </c:pt>
                <c:pt idx="5084">
                  <c:v>2039.5</c:v>
                </c:pt>
                <c:pt idx="5085">
                  <c:v>2029.9</c:v>
                </c:pt>
                <c:pt idx="5086">
                  <c:v>2045.8</c:v>
                </c:pt>
                <c:pt idx="5087">
                  <c:v>2047.8</c:v>
                </c:pt>
                <c:pt idx="5088">
                  <c:v>2038.1</c:v>
                </c:pt>
                <c:pt idx="5089">
                  <c:v>2044.6</c:v>
                </c:pt>
                <c:pt idx="5090">
                  <c:v>2027.95</c:v>
                </c:pt>
                <c:pt idx="5091">
                  <c:v>2035.3</c:v>
                </c:pt>
                <c:pt idx="5092">
                  <c:v>2042.2</c:v>
                </c:pt>
                <c:pt idx="5093">
                  <c:v>2016.1</c:v>
                </c:pt>
                <c:pt idx="5094">
                  <c:v>2118.85</c:v>
                </c:pt>
                <c:pt idx="5095">
                  <c:v>2101.65</c:v>
                </c:pt>
                <c:pt idx="5096">
                  <c:v>2082.15</c:v>
                </c:pt>
                <c:pt idx="5097">
                  <c:v>2092.0500000000002</c:v>
                </c:pt>
                <c:pt idx="5098">
                  <c:v>2157.15</c:v>
                </c:pt>
                <c:pt idx="5099">
                  <c:v>2199.65</c:v>
                </c:pt>
                <c:pt idx="5100">
                  <c:v>2263.1999999999998</c:v>
                </c:pt>
                <c:pt idx="5101">
                  <c:v>2269.9</c:v>
                </c:pt>
                <c:pt idx="5102">
                  <c:v>2218.9</c:v>
                </c:pt>
                <c:pt idx="5103">
                  <c:v>2204.35</c:v>
                </c:pt>
                <c:pt idx="5104">
                  <c:v>2222.35</c:v>
                </c:pt>
                <c:pt idx="5105">
                  <c:v>2220</c:v>
                </c:pt>
                <c:pt idx="5106">
                  <c:v>2171.9499999999998</c:v>
                </c:pt>
                <c:pt idx="5107">
                  <c:v>2233.9</c:v>
                </c:pt>
                <c:pt idx="5108">
                  <c:v>2234.75</c:v>
                </c:pt>
                <c:pt idx="5109">
                  <c:v>2200.75</c:v>
                </c:pt>
                <c:pt idx="5110">
                  <c:v>2207.9</c:v>
                </c:pt>
                <c:pt idx="5111">
                  <c:v>2225.0500000000002</c:v>
                </c:pt>
                <c:pt idx="5112">
                  <c:v>2190.9499999999998</c:v>
                </c:pt>
                <c:pt idx="5113">
                  <c:v>2171.1999999999998</c:v>
                </c:pt>
                <c:pt idx="5114">
                  <c:v>2157.4</c:v>
                </c:pt>
                <c:pt idx="5115">
                  <c:v>2206.8000000000002</c:v>
                </c:pt>
                <c:pt idx="5116">
                  <c:v>2309.75</c:v>
                </c:pt>
                <c:pt idx="5117">
                  <c:v>2276.0500000000002</c:v>
                </c:pt>
                <c:pt idx="5118">
                  <c:v>2279.5</c:v>
                </c:pt>
                <c:pt idx="5119">
                  <c:v>2281.4</c:v>
                </c:pt>
                <c:pt idx="5120">
                  <c:v>2254.15</c:v>
                </c:pt>
                <c:pt idx="5121">
                  <c:v>2249.6999999999998</c:v>
                </c:pt>
                <c:pt idx="5122">
                  <c:v>2259.5</c:v>
                </c:pt>
                <c:pt idx="5123">
                  <c:v>2308.1</c:v>
                </c:pt>
                <c:pt idx="5124">
                  <c:v>2295.35</c:v>
                </c:pt>
                <c:pt idx="5125">
                  <c:v>2282.8000000000002</c:v>
                </c:pt>
                <c:pt idx="5126">
                  <c:v>2279.9</c:v>
                </c:pt>
                <c:pt idx="5127">
                  <c:v>2257.35</c:v>
                </c:pt>
                <c:pt idx="5128">
                  <c:v>2254.4499999999998</c:v>
                </c:pt>
                <c:pt idx="5129">
                  <c:v>2242.15</c:v>
                </c:pt>
                <c:pt idx="5130">
                  <c:v>2253.4</c:v>
                </c:pt>
                <c:pt idx="5131">
                  <c:v>2269.75</c:v>
                </c:pt>
                <c:pt idx="5132">
                  <c:v>2256.6</c:v>
                </c:pt>
                <c:pt idx="5133">
                  <c:v>2252.85</c:v>
                </c:pt>
                <c:pt idx="5134">
                  <c:v>2248.6</c:v>
                </c:pt>
                <c:pt idx="5135">
                  <c:v>2248.1</c:v>
                </c:pt>
                <c:pt idx="5136">
                  <c:v>2242.65</c:v>
                </c:pt>
                <c:pt idx="5137">
                  <c:v>2253.5</c:v>
                </c:pt>
                <c:pt idx="5138">
                  <c:v>2248.4</c:v>
                </c:pt>
                <c:pt idx="5139">
                  <c:v>2238.5500000000002</c:v>
                </c:pt>
                <c:pt idx="5140">
                  <c:v>2257.25</c:v>
                </c:pt>
                <c:pt idx="5141">
                  <c:v>2246.35</c:v>
                </c:pt>
                <c:pt idx="5142">
                  <c:v>2265.15</c:v>
                </c:pt>
                <c:pt idx="5143">
                  <c:v>2299.5</c:v>
                </c:pt>
                <c:pt idx="5144">
                  <c:v>2288.8000000000002</c:v>
                </c:pt>
                <c:pt idx="5145">
                  <c:v>2327.0500000000002</c:v>
                </c:pt>
                <c:pt idx="5146">
                  <c:v>2348.1999999999998</c:v>
                </c:pt>
                <c:pt idx="5147">
                  <c:v>2327.65</c:v>
                </c:pt>
                <c:pt idx="5148">
                  <c:v>2331.15</c:v>
                </c:pt>
                <c:pt idx="5149">
                  <c:v>2374.1</c:v>
                </c:pt>
                <c:pt idx="5150">
                  <c:v>2491.4</c:v>
                </c:pt>
                <c:pt idx="5151">
                  <c:v>2491.4</c:v>
                </c:pt>
                <c:pt idx="5152">
                  <c:v>2503</c:v>
                </c:pt>
                <c:pt idx="5153">
                  <c:v>2460.9499999999998</c:v>
                </c:pt>
                <c:pt idx="5154">
                  <c:v>2449.9</c:v>
                </c:pt>
                <c:pt idx="5155">
                  <c:v>2465.3000000000002</c:v>
                </c:pt>
                <c:pt idx="5156">
                  <c:v>2522.9499999999998</c:v>
                </c:pt>
                <c:pt idx="5157">
                  <c:v>2467.4499999999998</c:v>
                </c:pt>
                <c:pt idx="5158">
                  <c:v>2332.25</c:v>
                </c:pt>
                <c:pt idx="5159">
                  <c:v>2422.3000000000002</c:v>
                </c:pt>
                <c:pt idx="5160">
                  <c:v>2426.3000000000002</c:v>
                </c:pt>
                <c:pt idx="5161">
                  <c:v>2488.4</c:v>
                </c:pt>
                <c:pt idx="5162">
                  <c:v>2492.3000000000002</c:v>
                </c:pt>
                <c:pt idx="5163">
                  <c:v>2523.4499999999998</c:v>
                </c:pt>
                <c:pt idx="5164">
                  <c:v>2705.8</c:v>
                </c:pt>
                <c:pt idx="5165">
                  <c:v>2714.3</c:v>
                </c:pt>
                <c:pt idx="5166">
                  <c:v>2735.95</c:v>
                </c:pt>
                <c:pt idx="5167">
                  <c:v>2825.7</c:v>
                </c:pt>
                <c:pt idx="5168">
                  <c:v>2812.95</c:v>
                </c:pt>
                <c:pt idx="5169">
                  <c:v>2830</c:v>
                </c:pt>
                <c:pt idx="5170">
                  <c:v>2826.55</c:v>
                </c:pt>
                <c:pt idx="5171">
                  <c:v>2809.6</c:v>
                </c:pt>
                <c:pt idx="5172">
                  <c:v>2740.6</c:v>
                </c:pt>
                <c:pt idx="5173">
                  <c:v>2763.3</c:v>
                </c:pt>
                <c:pt idx="5174">
                  <c:v>2711.55</c:v>
                </c:pt>
                <c:pt idx="5175">
                  <c:v>2739</c:v>
                </c:pt>
                <c:pt idx="5176">
                  <c:v>2675.4</c:v>
                </c:pt>
                <c:pt idx="5177">
                  <c:v>2671.15</c:v>
                </c:pt>
                <c:pt idx="5178">
                  <c:v>2686.8</c:v>
                </c:pt>
                <c:pt idx="5179">
                  <c:v>2688.2</c:v>
                </c:pt>
                <c:pt idx="5180">
                  <c:v>2630.15</c:v>
                </c:pt>
                <c:pt idx="5181">
                  <c:v>2622.2</c:v>
                </c:pt>
                <c:pt idx="5182">
                  <c:v>2632.65</c:v>
                </c:pt>
                <c:pt idx="5183">
                  <c:v>2664.85</c:v>
                </c:pt>
                <c:pt idx="5184">
                  <c:v>2604.6</c:v>
                </c:pt>
                <c:pt idx="5185">
                  <c:v>2633.6</c:v>
                </c:pt>
                <c:pt idx="5186">
                  <c:v>2653.15</c:v>
                </c:pt>
                <c:pt idx="5187">
                  <c:v>2685.7</c:v>
                </c:pt>
                <c:pt idx="5188">
                  <c:v>2707.45</c:v>
                </c:pt>
                <c:pt idx="5189">
                  <c:v>2726.6</c:v>
                </c:pt>
                <c:pt idx="5190">
                  <c:v>2649.6</c:v>
                </c:pt>
                <c:pt idx="5191">
                  <c:v>2687.8</c:v>
                </c:pt>
                <c:pt idx="5192">
                  <c:v>2671.05</c:v>
                </c:pt>
                <c:pt idx="5193">
                  <c:v>2656.85</c:v>
                </c:pt>
                <c:pt idx="5194">
                  <c:v>2670.35</c:v>
                </c:pt>
                <c:pt idx="5195">
                  <c:v>2666.05</c:v>
                </c:pt>
                <c:pt idx="5196">
                  <c:v>2626.65</c:v>
                </c:pt>
                <c:pt idx="5197">
                  <c:v>2636.9</c:v>
                </c:pt>
                <c:pt idx="5198">
                  <c:v>2660.25</c:v>
                </c:pt>
                <c:pt idx="5199">
                  <c:v>2724.25</c:v>
                </c:pt>
                <c:pt idx="5200">
                  <c:v>2722.05</c:v>
                </c:pt>
                <c:pt idx="5201">
                  <c:v>2701.3</c:v>
                </c:pt>
                <c:pt idx="5202">
                  <c:v>2720.6</c:v>
                </c:pt>
                <c:pt idx="5203">
                  <c:v>2679.65</c:v>
                </c:pt>
                <c:pt idx="5204">
                  <c:v>2726.8</c:v>
                </c:pt>
                <c:pt idx="5205">
                  <c:v>2749.55</c:v>
                </c:pt>
                <c:pt idx="5206">
                  <c:v>2709.45</c:v>
                </c:pt>
                <c:pt idx="5207">
                  <c:v>2727.55</c:v>
                </c:pt>
                <c:pt idx="5208">
                  <c:v>2737.7</c:v>
                </c:pt>
                <c:pt idx="5209">
                  <c:v>2797.3</c:v>
                </c:pt>
                <c:pt idx="5210">
                  <c:v>2810.8</c:v>
                </c:pt>
                <c:pt idx="5211">
                  <c:v>2784.3</c:v>
                </c:pt>
                <c:pt idx="5212">
                  <c:v>2783.6</c:v>
                </c:pt>
                <c:pt idx="5213">
                  <c:v>2797.7</c:v>
                </c:pt>
                <c:pt idx="5214">
                  <c:v>2761.55</c:v>
                </c:pt>
                <c:pt idx="5215">
                  <c:v>2814.2</c:v>
                </c:pt>
                <c:pt idx="5216">
                  <c:v>2838.2</c:v>
                </c:pt>
                <c:pt idx="5217">
                  <c:v>2861</c:v>
                </c:pt>
                <c:pt idx="5218">
                  <c:v>2820.15</c:v>
                </c:pt>
                <c:pt idx="5219">
                  <c:v>2872.5</c:v>
                </c:pt>
                <c:pt idx="5220">
                  <c:v>2908.75</c:v>
                </c:pt>
                <c:pt idx="5221">
                  <c:v>2909.35</c:v>
                </c:pt>
                <c:pt idx="5222">
                  <c:v>2929.4</c:v>
                </c:pt>
                <c:pt idx="5223">
                  <c:v>2930.5</c:v>
                </c:pt>
                <c:pt idx="5224">
                  <c:v>2909.3</c:v>
                </c:pt>
                <c:pt idx="5225">
                  <c:v>2862.75</c:v>
                </c:pt>
                <c:pt idx="5226">
                  <c:v>2928.25</c:v>
                </c:pt>
                <c:pt idx="5227">
                  <c:v>3039.45</c:v>
                </c:pt>
                <c:pt idx="5228">
                  <c:v>3093</c:v>
                </c:pt>
                <c:pt idx="5229">
                  <c:v>3051.5</c:v>
                </c:pt>
                <c:pt idx="5230">
                  <c:v>3032.8</c:v>
                </c:pt>
                <c:pt idx="5231">
                  <c:v>3120.9</c:v>
                </c:pt>
                <c:pt idx="5232">
                  <c:v>3176.45</c:v>
                </c:pt>
                <c:pt idx="5233">
                  <c:v>3174.85</c:v>
                </c:pt>
                <c:pt idx="5234">
                  <c:v>3158.95</c:v>
                </c:pt>
                <c:pt idx="5235">
                  <c:v>3250.7</c:v>
                </c:pt>
                <c:pt idx="5236">
                  <c:v>3233.35</c:v>
                </c:pt>
                <c:pt idx="5237">
                  <c:v>3221.75</c:v>
                </c:pt>
                <c:pt idx="5238">
                  <c:v>3260.7</c:v>
                </c:pt>
                <c:pt idx="5239">
                  <c:v>3308.8</c:v>
                </c:pt>
                <c:pt idx="5240">
                  <c:v>3273.85</c:v>
                </c:pt>
                <c:pt idx="5241">
                  <c:v>3303.1</c:v>
                </c:pt>
                <c:pt idx="5242">
                  <c:v>3291.3</c:v>
                </c:pt>
                <c:pt idx="5243">
                  <c:v>3261.05</c:v>
                </c:pt>
                <c:pt idx="5244">
                  <c:v>3196.55</c:v>
                </c:pt>
                <c:pt idx="5245">
                  <c:v>3111.35</c:v>
                </c:pt>
                <c:pt idx="5246">
                  <c:v>3139.35</c:v>
                </c:pt>
                <c:pt idx="5247">
                  <c:v>3203.45</c:v>
                </c:pt>
                <c:pt idx="5248">
                  <c:v>3200.05</c:v>
                </c:pt>
                <c:pt idx="5249">
                  <c:v>3188.45</c:v>
                </c:pt>
                <c:pt idx="5250">
                  <c:v>3157.95</c:v>
                </c:pt>
                <c:pt idx="5251">
                  <c:v>3214.1</c:v>
                </c:pt>
                <c:pt idx="5252">
                  <c:v>3176.9</c:v>
                </c:pt>
                <c:pt idx="5253">
                  <c:v>3213.3</c:v>
                </c:pt>
                <c:pt idx="5254">
                  <c:v>3206</c:v>
                </c:pt>
                <c:pt idx="5255">
                  <c:v>3190.8</c:v>
                </c:pt>
                <c:pt idx="5256">
                  <c:v>3139.85</c:v>
                </c:pt>
                <c:pt idx="5257">
                  <c:v>3108.8</c:v>
                </c:pt>
                <c:pt idx="5258">
                  <c:v>3073.1</c:v>
                </c:pt>
                <c:pt idx="5259">
                  <c:v>3057.35</c:v>
                </c:pt>
                <c:pt idx="5260">
                  <c:v>3071.85</c:v>
                </c:pt>
                <c:pt idx="5261">
                  <c:v>2958.45</c:v>
                </c:pt>
                <c:pt idx="5262">
                  <c:v>2980.2</c:v>
                </c:pt>
                <c:pt idx="5263">
                  <c:v>2948.1</c:v>
                </c:pt>
                <c:pt idx="5264">
                  <c:v>2995.3</c:v>
                </c:pt>
                <c:pt idx="5265">
                  <c:v>2894.3</c:v>
                </c:pt>
                <c:pt idx="5266">
                  <c:v>2924.2</c:v>
                </c:pt>
                <c:pt idx="5267">
                  <c:v>3006.35</c:v>
                </c:pt>
                <c:pt idx="5268">
                  <c:v>3059.1</c:v>
                </c:pt>
                <c:pt idx="5269">
                  <c:v>3049.7</c:v>
                </c:pt>
                <c:pt idx="5270">
                  <c:v>3008.05</c:v>
                </c:pt>
                <c:pt idx="5271">
                  <c:v>3006.95</c:v>
                </c:pt>
                <c:pt idx="5272">
                  <c:v>3050.95</c:v>
                </c:pt>
                <c:pt idx="5273">
                  <c:v>3070.95</c:v>
                </c:pt>
                <c:pt idx="5274">
                  <c:v>3057.95</c:v>
                </c:pt>
                <c:pt idx="5275">
                  <c:v>3066.15</c:v>
                </c:pt>
                <c:pt idx="5276">
                  <c:v>3110.05</c:v>
                </c:pt>
                <c:pt idx="5277">
                  <c:v>3112.95</c:v>
                </c:pt>
                <c:pt idx="5278">
                  <c:v>3036.5</c:v>
                </c:pt>
                <c:pt idx="5279">
                  <c:v>3050.2</c:v>
                </c:pt>
                <c:pt idx="5280">
                  <c:v>3129.65</c:v>
                </c:pt>
                <c:pt idx="5281">
                  <c:v>3142.6</c:v>
                </c:pt>
                <c:pt idx="5282">
                  <c:v>3121.1</c:v>
                </c:pt>
                <c:pt idx="5283">
                  <c:v>3064.85</c:v>
                </c:pt>
                <c:pt idx="5284">
                  <c:v>3066.8</c:v>
                </c:pt>
                <c:pt idx="5285">
                  <c:v>3158.55</c:v>
                </c:pt>
                <c:pt idx="5286">
                  <c:v>3177.85</c:v>
                </c:pt>
                <c:pt idx="5287">
                  <c:v>3165</c:v>
                </c:pt>
                <c:pt idx="5288">
                  <c:v>3238.9</c:v>
                </c:pt>
                <c:pt idx="5289">
                  <c:v>3264.7</c:v>
                </c:pt>
                <c:pt idx="5290">
                  <c:v>3271.4</c:v>
                </c:pt>
                <c:pt idx="5291">
                  <c:v>3317.35</c:v>
                </c:pt>
                <c:pt idx="5292">
                  <c:v>3322.25</c:v>
                </c:pt>
                <c:pt idx="5293">
                  <c:v>3246.55</c:v>
                </c:pt>
                <c:pt idx="5294">
                  <c:v>3104.05</c:v>
                </c:pt>
                <c:pt idx="5295">
                  <c:v>3218.95</c:v>
                </c:pt>
                <c:pt idx="5296">
                  <c:v>3195.15</c:v>
                </c:pt>
                <c:pt idx="5297">
                  <c:v>3161.8</c:v>
                </c:pt>
                <c:pt idx="5298">
                  <c:v>3144.55</c:v>
                </c:pt>
                <c:pt idx="5299">
                  <c:v>3118.8</c:v>
                </c:pt>
                <c:pt idx="5300">
                  <c:v>3109.5</c:v>
                </c:pt>
                <c:pt idx="5301">
                  <c:v>3100.8</c:v>
                </c:pt>
                <c:pt idx="5302">
                  <c:v>3132</c:v>
                </c:pt>
                <c:pt idx="5303">
                  <c:v>3124.1</c:v>
                </c:pt>
                <c:pt idx="5304">
                  <c:v>3115.25</c:v>
                </c:pt>
                <c:pt idx="5305">
                  <c:v>3035.65</c:v>
                </c:pt>
              </c:numCache>
            </c:numRef>
          </c:val>
          <c:smooth val="1"/>
          <c:extLst>
            <c:ext xmlns:c16="http://schemas.microsoft.com/office/drawing/2014/chart" uri="{C3380CC4-5D6E-409C-BE32-E72D297353CC}">
              <c16:uniqueId val="{00000004-39C1-4F00-B2DB-688437F39958}"/>
            </c:ext>
          </c:extLst>
        </c:ser>
        <c:dLbls>
          <c:showLegendKey val="0"/>
          <c:showVal val="0"/>
          <c:showCatName val="0"/>
          <c:showSerName val="0"/>
          <c:showPercent val="0"/>
          <c:showBubbleSize val="0"/>
        </c:dLbls>
        <c:smooth val="0"/>
        <c:axId val="130866927"/>
        <c:axId val="130871727"/>
      </c:lineChart>
      <c:catAx>
        <c:axId val="1308669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cap="none" spc="0" baseline="0">
                <a:ln>
                  <a:noFill/>
                </a:ln>
                <a:solidFill>
                  <a:schemeClr val="bg1"/>
                </a:solidFill>
                <a:effectLst/>
                <a:latin typeface="+mn-lt"/>
                <a:ea typeface="+mn-ea"/>
                <a:cs typeface="+mn-cs"/>
              </a:defRPr>
            </a:pPr>
            <a:endParaRPr lang="en-US"/>
          </a:p>
        </c:txPr>
        <c:crossAx val="130871727"/>
        <c:crosses val="autoZero"/>
        <c:auto val="1"/>
        <c:lblAlgn val="ctr"/>
        <c:lblOffset val="100"/>
        <c:tickLblSkip val="252"/>
        <c:noMultiLvlLbl val="0"/>
      </c:catAx>
      <c:valAx>
        <c:axId val="13087172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cap="none" spc="0" baseline="0">
                <a:ln>
                  <a:noFill/>
                </a:ln>
                <a:solidFill>
                  <a:schemeClr val="bg1"/>
                </a:solidFill>
                <a:effectLst/>
                <a:latin typeface="+mn-lt"/>
                <a:ea typeface="+mn-ea"/>
                <a:cs typeface="+mn-cs"/>
              </a:defRPr>
            </a:pPr>
            <a:endParaRPr lang="en-US"/>
          </a:p>
        </c:txPr>
        <c:crossAx val="130866927"/>
        <c:crosses val="autoZero"/>
        <c:crossBetween val="between"/>
      </c:valAx>
      <c:spPr>
        <a:solidFill>
          <a:srgbClr val="EDEBE6">
            <a:alpha val="54000"/>
          </a:srgbClr>
        </a:solidFill>
        <a:ln>
          <a:noFill/>
        </a:ln>
        <a:effectLst/>
      </c:spPr>
    </c:plotArea>
    <c:legend>
      <c:legendPos val="r"/>
      <c:overlay val="0"/>
      <c:spPr>
        <a:noFill/>
        <a:ln>
          <a:noFill/>
        </a:ln>
        <a:effectLst/>
      </c:spPr>
      <c:txPr>
        <a:bodyPr rot="0" spcFirstLastPara="1" vertOverflow="ellipsis" vert="horz" wrap="square" anchor="ctr" anchorCtr="1"/>
        <a:lstStyle/>
        <a:p>
          <a:pPr>
            <a:defRPr sz="900" b="1" i="0" u="none" strike="noStrike" kern="1200" cap="none" spc="0" baseline="0">
              <a:ln>
                <a:noFill/>
              </a:ln>
              <a:solidFill>
                <a:schemeClr val="bg1"/>
              </a:solidFill>
              <a:effectLst/>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b="1" cap="none" spc="0">
          <a:ln w="6600">
            <a:solidFill>
              <a:schemeClr val="bg1"/>
            </a:solidFill>
            <a:prstDash val="solid"/>
          </a:ln>
          <a:solidFill>
            <a:schemeClr val="bg1"/>
          </a:solidFill>
          <a:effectLst/>
        </a:defRPr>
      </a:pPr>
      <a:endParaRPr lang="en-US"/>
    </a:p>
  </c:txPr>
  <c:externalData r:id="rId4">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[stockinfo20years(AutoRecovered).xlsx]FINPIVOT!PivotTable1</c:name>
    <c:fmtId val="-1"/>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FINPIVOT!$B$1:$B$2</c:f>
              <c:strCache>
                <c:ptCount val="1"/>
                <c:pt idx="0">
                  <c:v>HDFC</c:v>
                </c:pt>
              </c:strCache>
            </c:strRef>
          </c:tx>
          <c:spPr>
            <a:ln w="28575" cap="rnd">
              <a:solidFill>
                <a:schemeClr val="accent1"/>
              </a:solidFill>
              <a:round/>
            </a:ln>
            <a:effectLst/>
          </c:spPr>
          <c:marker>
            <c:symbol val="none"/>
          </c:marker>
          <c:cat>
            <c:strRef>
              <c:f>FINPIVOT!$A$3:$A$5309</c:f>
              <c:strCache>
                <c:ptCount val="5306"/>
                <c:pt idx="0">
                  <c:v>03-01-2000</c:v>
                </c:pt>
                <c:pt idx="1">
                  <c:v>04-01-2000</c:v>
                </c:pt>
                <c:pt idx="2">
                  <c:v>05-01-2000</c:v>
                </c:pt>
                <c:pt idx="3">
                  <c:v>06-01-2000</c:v>
                </c:pt>
                <c:pt idx="4">
                  <c:v>07-01-2000</c:v>
                </c:pt>
                <c:pt idx="5">
                  <c:v>10-01-2000</c:v>
                </c:pt>
                <c:pt idx="6">
                  <c:v>11-01-2000</c:v>
                </c:pt>
                <c:pt idx="7">
                  <c:v>12-01-2000</c:v>
                </c:pt>
                <c:pt idx="8">
                  <c:v>13-01-2000</c:v>
                </c:pt>
                <c:pt idx="9">
                  <c:v>14-01-2000</c:v>
                </c:pt>
                <c:pt idx="10">
                  <c:v>17-01-2000</c:v>
                </c:pt>
                <c:pt idx="11">
                  <c:v>18-01-2000</c:v>
                </c:pt>
                <c:pt idx="12">
                  <c:v>19-01-2000</c:v>
                </c:pt>
                <c:pt idx="13">
                  <c:v>20-01-2000</c:v>
                </c:pt>
                <c:pt idx="14">
                  <c:v>21-01-2000</c:v>
                </c:pt>
                <c:pt idx="15">
                  <c:v>24-01-2000</c:v>
                </c:pt>
                <c:pt idx="16">
                  <c:v>25-01-2000</c:v>
                </c:pt>
                <c:pt idx="17">
                  <c:v>27-01-2000</c:v>
                </c:pt>
                <c:pt idx="18">
                  <c:v>28-01-2000</c:v>
                </c:pt>
                <c:pt idx="19">
                  <c:v>31-01-2000</c:v>
                </c:pt>
                <c:pt idx="20">
                  <c:v>01-02-2000</c:v>
                </c:pt>
                <c:pt idx="21">
                  <c:v>02-02-2000</c:v>
                </c:pt>
                <c:pt idx="22">
                  <c:v>03-02-2000</c:v>
                </c:pt>
                <c:pt idx="23">
                  <c:v>04-02-2000</c:v>
                </c:pt>
                <c:pt idx="24">
                  <c:v>07-02-2000</c:v>
                </c:pt>
                <c:pt idx="25">
                  <c:v>08-02-2000</c:v>
                </c:pt>
                <c:pt idx="26">
                  <c:v>09-02-2000</c:v>
                </c:pt>
                <c:pt idx="27">
                  <c:v>10-02-2000</c:v>
                </c:pt>
                <c:pt idx="28">
                  <c:v>11-02-2000</c:v>
                </c:pt>
                <c:pt idx="29">
                  <c:v>14-02-2000</c:v>
                </c:pt>
                <c:pt idx="30">
                  <c:v>15-02-2000</c:v>
                </c:pt>
                <c:pt idx="31">
                  <c:v>16-02-2000</c:v>
                </c:pt>
                <c:pt idx="32">
                  <c:v>17-02-2000</c:v>
                </c:pt>
                <c:pt idx="33">
                  <c:v>18-02-2000</c:v>
                </c:pt>
                <c:pt idx="34">
                  <c:v>21-02-2000</c:v>
                </c:pt>
                <c:pt idx="35">
                  <c:v>22-02-2000</c:v>
                </c:pt>
                <c:pt idx="36">
                  <c:v>23-02-2000</c:v>
                </c:pt>
                <c:pt idx="37">
                  <c:v>24-02-2000</c:v>
                </c:pt>
                <c:pt idx="38">
                  <c:v>25-02-2000</c:v>
                </c:pt>
                <c:pt idx="39">
                  <c:v>28-02-2000</c:v>
                </c:pt>
                <c:pt idx="40">
                  <c:v>29-02-2000</c:v>
                </c:pt>
                <c:pt idx="41">
                  <c:v>01-03-2000</c:v>
                </c:pt>
                <c:pt idx="42">
                  <c:v>02-03-2000</c:v>
                </c:pt>
                <c:pt idx="43">
                  <c:v>03-03-2000</c:v>
                </c:pt>
                <c:pt idx="44">
                  <c:v>06-03-2000</c:v>
                </c:pt>
                <c:pt idx="45">
                  <c:v>07-03-2000</c:v>
                </c:pt>
                <c:pt idx="46">
                  <c:v>08-03-2000</c:v>
                </c:pt>
                <c:pt idx="47">
                  <c:v>09-03-2000</c:v>
                </c:pt>
                <c:pt idx="48">
                  <c:v>10-03-2000</c:v>
                </c:pt>
                <c:pt idx="49">
                  <c:v>13-03-2000</c:v>
                </c:pt>
                <c:pt idx="50">
                  <c:v>14-03-2000</c:v>
                </c:pt>
                <c:pt idx="51">
                  <c:v>15-03-2000</c:v>
                </c:pt>
                <c:pt idx="52">
                  <c:v>16-03-2000</c:v>
                </c:pt>
                <c:pt idx="53">
                  <c:v>21-03-2000</c:v>
                </c:pt>
                <c:pt idx="54">
                  <c:v>22-03-2000</c:v>
                </c:pt>
                <c:pt idx="55">
                  <c:v>23-03-2000</c:v>
                </c:pt>
                <c:pt idx="56">
                  <c:v>24-03-2000</c:v>
                </c:pt>
                <c:pt idx="57">
                  <c:v>27-03-2000</c:v>
                </c:pt>
                <c:pt idx="58">
                  <c:v>28-03-2000</c:v>
                </c:pt>
                <c:pt idx="59">
                  <c:v>29-03-2000</c:v>
                </c:pt>
                <c:pt idx="60">
                  <c:v>30-03-2000</c:v>
                </c:pt>
                <c:pt idx="61">
                  <c:v>31-03-2000</c:v>
                </c:pt>
                <c:pt idx="62">
                  <c:v>03-04-2000</c:v>
                </c:pt>
                <c:pt idx="63">
                  <c:v>04-04-2000</c:v>
                </c:pt>
                <c:pt idx="64">
                  <c:v>05-04-2000</c:v>
                </c:pt>
                <c:pt idx="65">
                  <c:v>06-04-2000</c:v>
                </c:pt>
                <c:pt idx="66">
                  <c:v>07-04-2000</c:v>
                </c:pt>
                <c:pt idx="67">
                  <c:v>10-04-2000</c:v>
                </c:pt>
                <c:pt idx="68">
                  <c:v>11-04-2000</c:v>
                </c:pt>
                <c:pt idx="69">
                  <c:v>12-04-2000</c:v>
                </c:pt>
                <c:pt idx="70">
                  <c:v>13-04-2000</c:v>
                </c:pt>
                <c:pt idx="71">
                  <c:v>17-04-2000</c:v>
                </c:pt>
                <c:pt idx="72">
                  <c:v>18-04-2000</c:v>
                </c:pt>
                <c:pt idx="73">
                  <c:v>19-04-2000</c:v>
                </c:pt>
                <c:pt idx="74">
                  <c:v>20-04-2000</c:v>
                </c:pt>
                <c:pt idx="75">
                  <c:v>24-04-2000</c:v>
                </c:pt>
                <c:pt idx="76">
                  <c:v>25-04-2000</c:v>
                </c:pt>
                <c:pt idx="77">
                  <c:v>26-04-2000</c:v>
                </c:pt>
                <c:pt idx="78">
                  <c:v>27-04-2000</c:v>
                </c:pt>
                <c:pt idx="79">
                  <c:v>28-04-2000</c:v>
                </c:pt>
                <c:pt idx="80">
                  <c:v>02-05-2000</c:v>
                </c:pt>
                <c:pt idx="81">
                  <c:v>03-05-2000</c:v>
                </c:pt>
                <c:pt idx="82">
                  <c:v>04-05-2000</c:v>
                </c:pt>
                <c:pt idx="83">
                  <c:v>05-05-2000</c:v>
                </c:pt>
                <c:pt idx="84">
                  <c:v>08-05-2000</c:v>
                </c:pt>
                <c:pt idx="85">
                  <c:v>09-05-2000</c:v>
                </c:pt>
                <c:pt idx="86">
                  <c:v>10-05-2000</c:v>
                </c:pt>
                <c:pt idx="87">
                  <c:v>11-05-2000</c:v>
                </c:pt>
                <c:pt idx="88">
                  <c:v>12-05-2000</c:v>
                </c:pt>
                <c:pt idx="89">
                  <c:v>15-05-2000</c:v>
                </c:pt>
                <c:pt idx="90">
                  <c:v>16-05-2000</c:v>
                </c:pt>
                <c:pt idx="91">
                  <c:v>17-05-2000</c:v>
                </c:pt>
                <c:pt idx="92">
                  <c:v>18-05-2000</c:v>
                </c:pt>
                <c:pt idx="93">
                  <c:v>19-05-2000</c:v>
                </c:pt>
                <c:pt idx="94">
                  <c:v>22-05-2000</c:v>
                </c:pt>
                <c:pt idx="95">
                  <c:v>23-05-2000</c:v>
                </c:pt>
                <c:pt idx="96">
                  <c:v>24-05-2000</c:v>
                </c:pt>
                <c:pt idx="97">
                  <c:v>25-05-2000</c:v>
                </c:pt>
                <c:pt idx="98">
                  <c:v>26-05-2000</c:v>
                </c:pt>
                <c:pt idx="99">
                  <c:v>29-05-2000</c:v>
                </c:pt>
                <c:pt idx="100">
                  <c:v>30-05-2000</c:v>
                </c:pt>
                <c:pt idx="101">
                  <c:v>31-05-2000</c:v>
                </c:pt>
                <c:pt idx="102">
                  <c:v>01-06-2000</c:v>
                </c:pt>
                <c:pt idx="103">
                  <c:v>02-06-2000</c:v>
                </c:pt>
                <c:pt idx="104">
                  <c:v>05-06-2000</c:v>
                </c:pt>
                <c:pt idx="105">
                  <c:v>06-06-2000</c:v>
                </c:pt>
                <c:pt idx="106">
                  <c:v>07-06-2000</c:v>
                </c:pt>
                <c:pt idx="107">
                  <c:v>08-06-2000</c:v>
                </c:pt>
                <c:pt idx="108">
                  <c:v>09-06-2000</c:v>
                </c:pt>
                <c:pt idx="109">
                  <c:v>12-06-2000</c:v>
                </c:pt>
                <c:pt idx="110">
                  <c:v>13-06-2000</c:v>
                </c:pt>
                <c:pt idx="111">
                  <c:v>14-06-2000</c:v>
                </c:pt>
                <c:pt idx="112">
                  <c:v>15-06-2000</c:v>
                </c:pt>
                <c:pt idx="113">
                  <c:v>16-06-2000</c:v>
                </c:pt>
                <c:pt idx="114">
                  <c:v>19-06-2000</c:v>
                </c:pt>
                <c:pt idx="115">
                  <c:v>20-06-2000</c:v>
                </c:pt>
                <c:pt idx="116">
                  <c:v>21-06-2000</c:v>
                </c:pt>
                <c:pt idx="117">
                  <c:v>22-06-2000</c:v>
                </c:pt>
                <c:pt idx="118">
                  <c:v>23-06-2000</c:v>
                </c:pt>
                <c:pt idx="119">
                  <c:v>26-06-2000</c:v>
                </c:pt>
                <c:pt idx="120">
                  <c:v>27-06-2000</c:v>
                </c:pt>
                <c:pt idx="121">
                  <c:v>28-06-2000</c:v>
                </c:pt>
                <c:pt idx="122">
                  <c:v>29-06-2000</c:v>
                </c:pt>
                <c:pt idx="123">
                  <c:v>30-06-2000</c:v>
                </c:pt>
                <c:pt idx="124">
                  <c:v>03-07-2000</c:v>
                </c:pt>
                <c:pt idx="125">
                  <c:v>04-07-2000</c:v>
                </c:pt>
                <c:pt idx="126">
                  <c:v>05-07-2000</c:v>
                </c:pt>
                <c:pt idx="127">
                  <c:v>06-07-2000</c:v>
                </c:pt>
                <c:pt idx="128">
                  <c:v>07-07-2000</c:v>
                </c:pt>
                <c:pt idx="129">
                  <c:v>10-07-2000</c:v>
                </c:pt>
                <c:pt idx="130">
                  <c:v>11-07-2000</c:v>
                </c:pt>
                <c:pt idx="131">
                  <c:v>12-07-2000</c:v>
                </c:pt>
                <c:pt idx="132">
                  <c:v>13-07-2000</c:v>
                </c:pt>
                <c:pt idx="133">
                  <c:v>14-07-2000</c:v>
                </c:pt>
                <c:pt idx="134">
                  <c:v>17-07-2000</c:v>
                </c:pt>
                <c:pt idx="135">
                  <c:v>18-07-2000</c:v>
                </c:pt>
                <c:pt idx="136">
                  <c:v>19-07-2000</c:v>
                </c:pt>
                <c:pt idx="137">
                  <c:v>20-07-2000</c:v>
                </c:pt>
                <c:pt idx="138">
                  <c:v>21-07-2000</c:v>
                </c:pt>
                <c:pt idx="139">
                  <c:v>24-07-2000</c:v>
                </c:pt>
                <c:pt idx="140">
                  <c:v>25-07-2000</c:v>
                </c:pt>
                <c:pt idx="141">
                  <c:v>26-07-2000</c:v>
                </c:pt>
                <c:pt idx="142">
                  <c:v>27-07-2000</c:v>
                </c:pt>
                <c:pt idx="143">
                  <c:v>28-07-2000</c:v>
                </c:pt>
                <c:pt idx="144">
                  <c:v>31-07-2000</c:v>
                </c:pt>
                <c:pt idx="145">
                  <c:v>01-08-2000</c:v>
                </c:pt>
                <c:pt idx="146">
                  <c:v>02-08-2000</c:v>
                </c:pt>
                <c:pt idx="147">
                  <c:v>03-08-2000</c:v>
                </c:pt>
                <c:pt idx="148">
                  <c:v>04-08-2000</c:v>
                </c:pt>
                <c:pt idx="149">
                  <c:v>07-08-2000</c:v>
                </c:pt>
                <c:pt idx="150">
                  <c:v>08-08-2000</c:v>
                </c:pt>
                <c:pt idx="151">
                  <c:v>09-08-2000</c:v>
                </c:pt>
                <c:pt idx="152">
                  <c:v>10-08-2000</c:v>
                </c:pt>
                <c:pt idx="153">
                  <c:v>11-08-2000</c:v>
                </c:pt>
                <c:pt idx="154">
                  <c:v>14-08-2000</c:v>
                </c:pt>
                <c:pt idx="155">
                  <c:v>16-08-2000</c:v>
                </c:pt>
                <c:pt idx="156">
                  <c:v>17-08-2000</c:v>
                </c:pt>
                <c:pt idx="157">
                  <c:v>18-08-2000</c:v>
                </c:pt>
                <c:pt idx="158">
                  <c:v>21-08-2000</c:v>
                </c:pt>
                <c:pt idx="159">
                  <c:v>22-08-2000</c:v>
                </c:pt>
                <c:pt idx="160">
                  <c:v>23-08-2000</c:v>
                </c:pt>
                <c:pt idx="161">
                  <c:v>24-08-2000</c:v>
                </c:pt>
                <c:pt idx="162">
                  <c:v>25-08-2000</c:v>
                </c:pt>
                <c:pt idx="163">
                  <c:v>28-08-2000</c:v>
                </c:pt>
                <c:pt idx="164">
                  <c:v>29-08-2000</c:v>
                </c:pt>
                <c:pt idx="165">
                  <c:v>30-08-2000</c:v>
                </c:pt>
                <c:pt idx="166">
                  <c:v>31-08-2000</c:v>
                </c:pt>
                <c:pt idx="167">
                  <c:v>04-09-2000</c:v>
                </c:pt>
                <c:pt idx="168">
                  <c:v>05-09-2000</c:v>
                </c:pt>
                <c:pt idx="169">
                  <c:v>06-09-2000</c:v>
                </c:pt>
                <c:pt idx="170">
                  <c:v>07-09-2000</c:v>
                </c:pt>
                <c:pt idx="171">
                  <c:v>08-09-2000</c:v>
                </c:pt>
                <c:pt idx="172">
                  <c:v>11-09-2000</c:v>
                </c:pt>
                <c:pt idx="173">
                  <c:v>12-09-2000</c:v>
                </c:pt>
                <c:pt idx="174">
                  <c:v>13-09-2000</c:v>
                </c:pt>
                <c:pt idx="175">
                  <c:v>14-09-2000</c:v>
                </c:pt>
                <c:pt idx="176">
                  <c:v>15-09-2000</c:v>
                </c:pt>
                <c:pt idx="177">
                  <c:v>18-09-2000</c:v>
                </c:pt>
                <c:pt idx="178">
                  <c:v>19-09-2000</c:v>
                </c:pt>
                <c:pt idx="179">
                  <c:v>20-09-2000</c:v>
                </c:pt>
                <c:pt idx="180">
                  <c:v>21-09-2000</c:v>
                </c:pt>
                <c:pt idx="181">
                  <c:v>22-09-2000</c:v>
                </c:pt>
                <c:pt idx="182">
                  <c:v>25-09-2000</c:v>
                </c:pt>
                <c:pt idx="183">
                  <c:v>26-09-2000</c:v>
                </c:pt>
                <c:pt idx="184">
                  <c:v>27-09-2000</c:v>
                </c:pt>
                <c:pt idx="185">
                  <c:v>28-09-2000</c:v>
                </c:pt>
                <c:pt idx="186">
                  <c:v>29-09-2000</c:v>
                </c:pt>
                <c:pt idx="187">
                  <c:v>03-10-2000</c:v>
                </c:pt>
                <c:pt idx="188">
                  <c:v>04-10-2000</c:v>
                </c:pt>
                <c:pt idx="189">
                  <c:v>05-10-2000</c:v>
                </c:pt>
                <c:pt idx="190">
                  <c:v>06-10-2000</c:v>
                </c:pt>
                <c:pt idx="191">
                  <c:v>09-10-2000</c:v>
                </c:pt>
                <c:pt idx="192">
                  <c:v>10-10-2000</c:v>
                </c:pt>
                <c:pt idx="193">
                  <c:v>11-10-2000</c:v>
                </c:pt>
                <c:pt idx="194">
                  <c:v>12-10-2000</c:v>
                </c:pt>
                <c:pt idx="195">
                  <c:v>13-10-2000</c:v>
                </c:pt>
                <c:pt idx="196">
                  <c:v>16-10-2000</c:v>
                </c:pt>
                <c:pt idx="197">
                  <c:v>17-10-2000</c:v>
                </c:pt>
                <c:pt idx="198">
                  <c:v>18-10-2000</c:v>
                </c:pt>
                <c:pt idx="199">
                  <c:v>19-10-2000</c:v>
                </c:pt>
                <c:pt idx="200">
                  <c:v>20-10-2000</c:v>
                </c:pt>
                <c:pt idx="201">
                  <c:v>23-10-2000</c:v>
                </c:pt>
                <c:pt idx="202">
                  <c:v>24-10-2000</c:v>
                </c:pt>
                <c:pt idx="203">
                  <c:v>25-10-2000</c:v>
                </c:pt>
                <c:pt idx="204">
                  <c:v>26-10-2000</c:v>
                </c:pt>
                <c:pt idx="205">
                  <c:v>27-10-2000</c:v>
                </c:pt>
                <c:pt idx="206">
                  <c:v>30-10-2000</c:v>
                </c:pt>
                <c:pt idx="207">
                  <c:v>31-10-2000</c:v>
                </c:pt>
                <c:pt idx="208">
                  <c:v>01-11-2000</c:v>
                </c:pt>
                <c:pt idx="209">
                  <c:v>02-11-2000</c:v>
                </c:pt>
                <c:pt idx="210">
                  <c:v>03-11-2000</c:v>
                </c:pt>
                <c:pt idx="211">
                  <c:v>06-11-2000</c:v>
                </c:pt>
                <c:pt idx="212">
                  <c:v>07-11-2000</c:v>
                </c:pt>
                <c:pt idx="213">
                  <c:v>08-11-2000</c:v>
                </c:pt>
                <c:pt idx="214">
                  <c:v>09-11-2000</c:v>
                </c:pt>
                <c:pt idx="215">
                  <c:v>10-11-2000</c:v>
                </c:pt>
                <c:pt idx="216">
                  <c:v>13-11-2000</c:v>
                </c:pt>
                <c:pt idx="217">
                  <c:v>14-11-2000</c:v>
                </c:pt>
                <c:pt idx="218">
                  <c:v>15-11-2000</c:v>
                </c:pt>
                <c:pt idx="219">
                  <c:v>16-11-2000</c:v>
                </c:pt>
                <c:pt idx="220">
                  <c:v>17-11-2000</c:v>
                </c:pt>
                <c:pt idx="221">
                  <c:v>20-11-2000</c:v>
                </c:pt>
                <c:pt idx="222">
                  <c:v>21-11-2000</c:v>
                </c:pt>
                <c:pt idx="223">
                  <c:v>22-11-2000</c:v>
                </c:pt>
                <c:pt idx="224">
                  <c:v>23-11-2000</c:v>
                </c:pt>
                <c:pt idx="225">
                  <c:v>24-11-2000</c:v>
                </c:pt>
                <c:pt idx="226">
                  <c:v>27-11-2000</c:v>
                </c:pt>
                <c:pt idx="227">
                  <c:v>28-11-2000</c:v>
                </c:pt>
                <c:pt idx="228">
                  <c:v>29-11-2000</c:v>
                </c:pt>
                <c:pt idx="229">
                  <c:v>30-11-2000</c:v>
                </c:pt>
                <c:pt idx="230">
                  <c:v>01-12-2000</c:v>
                </c:pt>
                <c:pt idx="231">
                  <c:v>04-12-2000</c:v>
                </c:pt>
                <c:pt idx="232">
                  <c:v>05-12-2000</c:v>
                </c:pt>
                <c:pt idx="233">
                  <c:v>06-12-2000</c:v>
                </c:pt>
                <c:pt idx="234">
                  <c:v>07-12-2000</c:v>
                </c:pt>
                <c:pt idx="235">
                  <c:v>08-12-2000</c:v>
                </c:pt>
                <c:pt idx="236">
                  <c:v>11-12-2000</c:v>
                </c:pt>
                <c:pt idx="237">
                  <c:v>12-12-2000</c:v>
                </c:pt>
                <c:pt idx="238">
                  <c:v>13-12-2000</c:v>
                </c:pt>
                <c:pt idx="239">
                  <c:v>14-12-2000</c:v>
                </c:pt>
                <c:pt idx="240">
                  <c:v>15-12-2000</c:v>
                </c:pt>
                <c:pt idx="241">
                  <c:v>18-12-2000</c:v>
                </c:pt>
                <c:pt idx="242">
                  <c:v>19-12-2000</c:v>
                </c:pt>
                <c:pt idx="243">
                  <c:v>20-12-2000</c:v>
                </c:pt>
                <c:pt idx="244">
                  <c:v>21-12-2000</c:v>
                </c:pt>
                <c:pt idx="245">
                  <c:v>22-12-2000</c:v>
                </c:pt>
                <c:pt idx="246">
                  <c:v>26-12-2000</c:v>
                </c:pt>
                <c:pt idx="247">
                  <c:v>27-12-2000</c:v>
                </c:pt>
                <c:pt idx="248">
                  <c:v>28-12-2000</c:v>
                </c:pt>
                <c:pt idx="249">
                  <c:v>29-12-2000</c:v>
                </c:pt>
                <c:pt idx="250">
                  <c:v>01-01-2001</c:v>
                </c:pt>
                <c:pt idx="251">
                  <c:v>02-01-2001</c:v>
                </c:pt>
                <c:pt idx="252">
                  <c:v>03-01-2001</c:v>
                </c:pt>
                <c:pt idx="253">
                  <c:v>04-01-2001</c:v>
                </c:pt>
                <c:pt idx="254">
                  <c:v>05-01-2001</c:v>
                </c:pt>
                <c:pt idx="255">
                  <c:v>08-01-2001</c:v>
                </c:pt>
                <c:pt idx="256">
                  <c:v>09-01-2001</c:v>
                </c:pt>
                <c:pt idx="257">
                  <c:v>10-01-2001</c:v>
                </c:pt>
                <c:pt idx="258">
                  <c:v>11-01-2001</c:v>
                </c:pt>
                <c:pt idx="259">
                  <c:v>12-01-2001</c:v>
                </c:pt>
                <c:pt idx="260">
                  <c:v>15-01-2001</c:v>
                </c:pt>
                <c:pt idx="261">
                  <c:v>16-01-2001</c:v>
                </c:pt>
                <c:pt idx="262">
                  <c:v>17-01-2001</c:v>
                </c:pt>
                <c:pt idx="263">
                  <c:v>18-01-2001</c:v>
                </c:pt>
                <c:pt idx="264">
                  <c:v>19-01-2001</c:v>
                </c:pt>
                <c:pt idx="265">
                  <c:v>22-01-2001</c:v>
                </c:pt>
                <c:pt idx="266">
                  <c:v>23-01-2001</c:v>
                </c:pt>
                <c:pt idx="267">
                  <c:v>24-01-2001</c:v>
                </c:pt>
                <c:pt idx="268">
                  <c:v>25-01-2001</c:v>
                </c:pt>
                <c:pt idx="269">
                  <c:v>29-01-2001</c:v>
                </c:pt>
                <c:pt idx="270">
                  <c:v>30-01-2001</c:v>
                </c:pt>
                <c:pt idx="271">
                  <c:v>31-01-2001</c:v>
                </c:pt>
                <c:pt idx="272">
                  <c:v>01-02-2001</c:v>
                </c:pt>
                <c:pt idx="273">
                  <c:v>02-02-2001</c:v>
                </c:pt>
                <c:pt idx="274">
                  <c:v>05-02-2001</c:v>
                </c:pt>
                <c:pt idx="275">
                  <c:v>06-02-2001</c:v>
                </c:pt>
                <c:pt idx="276">
                  <c:v>07-02-2001</c:v>
                </c:pt>
                <c:pt idx="277">
                  <c:v>08-02-2001</c:v>
                </c:pt>
                <c:pt idx="278">
                  <c:v>09-02-2001</c:v>
                </c:pt>
                <c:pt idx="279">
                  <c:v>12-02-2001</c:v>
                </c:pt>
                <c:pt idx="280">
                  <c:v>13-02-2001</c:v>
                </c:pt>
                <c:pt idx="281">
                  <c:v>14-02-2001</c:v>
                </c:pt>
                <c:pt idx="282">
                  <c:v>15-02-2001</c:v>
                </c:pt>
                <c:pt idx="283">
                  <c:v>16-02-2001</c:v>
                </c:pt>
                <c:pt idx="284">
                  <c:v>19-02-2001</c:v>
                </c:pt>
                <c:pt idx="285">
                  <c:v>20-02-2001</c:v>
                </c:pt>
                <c:pt idx="286">
                  <c:v>21-02-2001</c:v>
                </c:pt>
                <c:pt idx="287">
                  <c:v>22-02-2001</c:v>
                </c:pt>
                <c:pt idx="288">
                  <c:v>23-02-2001</c:v>
                </c:pt>
                <c:pt idx="289">
                  <c:v>26-02-2001</c:v>
                </c:pt>
                <c:pt idx="290">
                  <c:v>27-02-2001</c:v>
                </c:pt>
                <c:pt idx="291">
                  <c:v>28-02-2001</c:v>
                </c:pt>
                <c:pt idx="292">
                  <c:v>01-03-2001</c:v>
                </c:pt>
                <c:pt idx="293">
                  <c:v>02-03-2001</c:v>
                </c:pt>
                <c:pt idx="294">
                  <c:v>05-03-2001</c:v>
                </c:pt>
                <c:pt idx="295">
                  <c:v>07-03-2001</c:v>
                </c:pt>
                <c:pt idx="296">
                  <c:v>08-03-2001</c:v>
                </c:pt>
                <c:pt idx="297">
                  <c:v>09-03-2001</c:v>
                </c:pt>
                <c:pt idx="298">
                  <c:v>12-03-2001</c:v>
                </c:pt>
                <c:pt idx="299">
                  <c:v>13-03-2001</c:v>
                </c:pt>
                <c:pt idx="300">
                  <c:v>14-03-2001</c:v>
                </c:pt>
                <c:pt idx="301">
                  <c:v>15-03-2001</c:v>
                </c:pt>
                <c:pt idx="302">
                  <c:v>16-03-2001</c:v>
                </c:pt>
                <c:pt idx="303">
                  <c:v>19-03-2001</c:v>
                </c:pt>
                <c:pt idx="304">
                  <c:v>20-03-2001</c:v>
                </c:pt>
                <c:pt idx="305">
                  <c:v>21-03-2001</c:v>
                </c:pt>
                <c:pt idx="306">
                  <c:v>22-03-2001</c:v>
                </c:pt>
                <c:pt idx="307">
                  <c:v>23-03-2001</c:v>
                </c:pt>
                <c:pt idx="308">
                  <c:v>26-03-2001</c:v>
                </c:pt>
                <c:pt idx="309">
                  <c:v>27-03-2001</c:v>
                </c:pt>
                <c:pt idx="310">
                  <c:v>28-03-2001</c:v>
                </c:pt>
                <c:pt idx="311">
                  <c:v>29-03-2001</c:v>
                </c:pt>
                <c:pt idx="312">
                  <c:v>30-03-2001</c:v>
                </c:pt>
                <c:pt idx="313">
                  <c:v>02-04-2001</c:v>
                </c:pt>
                <c:pt idx="314">
                  <c:v>03-04-2001</c:v>
                </c:pt>
                <c:pt idx="315">
                  <c:v>04-04-2001</c:v>
                </c:pt>
                <c:pt idx="316">
                  <c:v>06-04-2001</c:v>
                </c:pt>
                <c:pt idx="317">
                  <c:v>09-04-2001</c:v>
                </c:pt>
                <c:pt idx="318">
                  <c:v>10-04-2001</c:v>
                </c:pt>
                <c:pt idx="319">
                  <c:v>11-04-2001</c:v>
                </c:pt>
                <c:pt idx="320">
                  <c:v>12-04-2001</c:v>
                </c:pt>
                <c:pt idx="321">
                  <c:v>16-04-2001</c:v>
                </c:pt>
                <c:pt idx="322">
                  <c:v>17-04-2001</c:v>
                </c:pt>
                <c:pt idx="323">
                  <c:v>18-04-2001</c:v>
                </c:pt>
                <c:pt idx="324">
                  <c:v>19-04-2001</c:v>
                </c:pt>
                <c:pt idx="325">
                  <c:v>20-04-2001</c:v>
                </c:pt>
                <c:pt idx="326">
                  <c:v>23-04-2001</c:v>
                </c:pt>
                <c:pt idx="327">
                  <c:v>24-04-2001</c:v>
                </c:pt>
                <c:pt idx="328">
                  <c:v>25-04-2001</c:v>
                </c:pt>
                <c:pt idx="329">
                  <c:v>26-04-2001</c:v>
                </c:pt>
                <c:pt idx="330">
                  <c:v>27-04-2001</c:v>
                </c:pt>
                <c:pt idx="331">
                  <c:v>30-04-2001</c:v>
                </c:pt>
                <c:pt idx="332">
                  <c:v>02-05-2001</c:v>
                </c:pt>
                <c:pt idx="333">
                  <c:v>03-05-2001</c:v>
                </c:pt>
                <c:pt idx="334">
                  <c:v>04-05-2001</c:v>
                </c:pt>
                <c:pt idx="335">
                  <c:v>07-05-2001</c:v>
                </c:pt>
                <c:pt idx="336">
                  <c:v>08-05-2001</c:v>
                </c:pt>
                <c:pt idx="337">
                  <c:v>09-05-2001</c:v>
                </c:pt>
                <c:pt idx="338">
                  <c:v>10-05-2001</c:v>
                </c:pt>
                <c:pt idx="339">
                  <c:v>11-05-2001</c:v>
                </c:pt>
                <c:pt idx="340">
                  <c:v>14-05-2001</c:v>
                </c:pt>
                <c:pt idx="341">
                  <c:v>15-05-2001</c:v>
                </c:pt>
                <c:pt idx="342">
                  <c:v>16-05-2001</c:v>
                </c:pt>
                <c:pt idx="343">
                  <c:v>17-05-2001</c:v>
                </c:pt>
                <c:pt idx="344">
                  <c:v>18-05-2001</c:v>
                </c:pt>
                <c:pt idx="345">
                  <c:v>21-05-2001</c:v>
                </c:pt>
                <c:pt idx="346">
                  <c:v>22-05-2001</c:v>
                </c:pt>
                <c:pt idx="347">
                  <c:v>23-05-2001</c:v>
                </c:pt>
                <c:pt idx="348">
                  <c:v>24-05-2001</c:v>
                </c:pt>
                <c:pt idx="349">
                  <c:v>25-05-2001</c:v>
                </c:pt>
                <c:pt idx="350">
                  <c:v>28-05-2001</c:v>
                </c:pt>
                <c:pt idx="351">
                  <c:v>29-05-2001</c:v>
                </c:pt>
                <c:pt idx="352">
                  <c:v>30-05-2001</c:v>
                </c:pt>
                <c:pt idx="353">
                  <c:v>31-05-2001</c:v>
                </c:pt>
                <c:pt idx="354">
                  <c:v>01-06-2001</c:v>
                </c:pt>
                <c:pt idx="355">
                  <c:v>04-06-2001</c:v>
                </c:pt>
                <c:pt idx="356">
                  <c:v>05-06-2001</c:v>
                </c:pt>
                <c:pt idx="357">
                  <c:v>06-06-2001</c:v>
                </c:pt>
                <c:pt idx="358">
                  <c:v>07-06-2001</c:v>
                </c:pt>
                <c:pt idx="359">
                  <c:v>08-06-2001</c:v>
                </c:pt>
                <c:pt idx="360">
                  <c:v>11-06-2001</c:v>
                </c:pt>
                <c:pt idx="361">
                  <c:v>12-06-2001</c:v>
                </c:pt>
                <c:pt idx="362">
                  <c:v>13-06-2001</c:v>
                </c:pt>
                <c:pt idx="363">
                  <c:v>14-06-2001</c:v>
                </c:pt>
                <c:pt idx="364">
                  <c:v>15-06-2001</c:v>
                </c:pt>
                <c:pt idx="365">
                  <c:v>18-06-2001</c:v>
                </c:pt>
                <c:pt idx="366">
                  <c:v>19-06-2001</c:v>
                </c:pt>
                <c:pt idx="367">
                  <c:v>20-06-2001</c:v>
                </c:pt>
                <c:pt idx="368">
                  <c:v>21-06-2001</c:v>
                </c:pt>
                <c:pt idx="369">
                  <c:v>22-06-2001</c:v>
                </c:pt>
                <c:pt idx="370">
                  <c:v>25-06-2001</c:v>
                </c:pt>
                <c:pt idx="371">
                  <c:v>26-06-2001</c:v>
                </c:pt>
                <c:pt idx="372">
                  <c:v>27-06-2001</c:v>
                </c:pt>
                <c:pt idx="373">
                  <c:v>28-06-2001</c:v>
                </c:pt>
                <c:pt idx="374">
                  <c:v>29-06-2001</c:v>
                </c:pt>
                <c:pt idx="375">
                  <c:v>02-07-2001</c:v>
                </c:pt>
                <c:pt idx="376">
                  <c:v>03-07-2001</c:v>
                </c:pt>
                <c:pt idx="377">
                  <c:v>04-07-2001</c:v>
                </c:pt>
                <c:pt idx="378">
                  <c:v>05-07-2001</c:v>
                </c:pt>
                <c:pt idx="379">
                  <c:v>06-07-2001</c:v>
                </c:pt>
                <c:pt idx="380">
                  <c:v>09-07-2001</c:v>
                </c:pt>
                <c:pt idx="381">
                  <c:v>10-07-2001</c:v>
                </c:pt>
                <c:pt idx="382">
                  <c:v>11-07-2001</c:v>
                </c:pt>
                <c:pt idx="383">
                  <c:v>12-07-2001</c:v>
                </c:pt>
                <c:pt idx="384">
                  <c:v>13-07-2001</c:v>
                </c:pt>
                <c:pt idx="385">
                  <c:v>16-07-2001</c:v>
                </c:pt>
                <c:pt idx="386">
                  <c:v>17-07-2001</c:v>
                </c:pt>
                <c:pt idx="387">
                  <c:v>18-07-2001</c:v>
                </c:pt>
                <c:pt idx="388">
                  <c:v>19-07-2001</c:v>
                </c:pt>
                <c:pt idx="389">
                  <c:v>20-07-2001</c:v>
                </c:pt>
                <c:pt idx="390">
                  <c:v>23-07-2001</c:v>
                </c:pt>
                <c:pt idx="391">
                  <c:v>24-07-2001</c:v>
                </c:pt>
                <c:pt idx="392">
                  <c:v>25-07-2001</c:v>
                </c:pt>
                <c:pt idx="393">
                  <c:v>26-07-2001</c:v>
                </c:pt>
                <c:pt idx="394">
                  <c:v>27-07-2001</c:v>
                </c:pt>
                <c:pt idx="395">
                  <c:v>30-07-2001</c:v>
                </c:pt>
                <c:pt idx="396">
                  <c:v>31-07-2001</c:v>
                </c:pt>
                <c:pt idx="397">
                  <c:v>01-08-2001</c:v>
                </c:pt>
                <c:pt idx="398">
                  <c:v>02-08-2001</c:v>
                </c:pt>
                <c:pt idx="399">
                  <c:v>03-08-2001</c:v>
                </c:pt>
                <c:pt idx="400">
                  <c:v>06-08-2001</c:v>
                </c:pt>
                <c:pt idx="401">
                  <c:v>07-08-2001</c:v>
                </c:pt>
                <c:pt idx="402">
                  <c:v>08-08-2001</c:v>
                </c:pt>
                <c:pt idx="403">
                  <c:v>09-08-2001</c:v>
                </c:pt>
                <c:pt idx="404">
                  <c:v>10-08-2001</c:v>
                </c:pt>
                <c:pt idx="405">
                  <c:v>13-08-2001</c:v>
                </c:pt>
                <c:pt idx="406">
                  <c:v>14-08-2001</c:v>
                </c:pt>
                <c:pt idx="407">
                  <c:v>16-08-2001</c:v>
                </c:pt>
                <c:pt idx="408">
                  <c:v>17-08-2001</c:v>
                </c:pt>
                <c:pt idx="409">
                  <c:v>20-08-2001</c:v>
                </c:pt>
                <c:pt idx="410">
                  <c:v>21-08-2001</c:v>
                </c:pt>
                <c:pt idx="411">
                  <c:v>23-08-2001</c:v>
                </c:pt>
                <c:pt idx="412">
                  <c:v>24-08-2001</c:v>
                </c:pt>
                <c:pt idx="413">
                  <c:v>27-08-2001</c:v>
                </c:pt>
                <c:pt idx="414">
                  <c:v>28-08-2001</c:v>
                </c:pt>
                <c:pt idx="415">
                  <c:v>29-08-2001</c:v>
                </c:pt>
                <c:pt idx="416">
                  <c:v>30-08-2001</c:v>
                </c:pt>
                <c:pt idx="417">
                  <c:v>31-08-2001</c:v>
                </c:pt>
                <c:pt idx="418">
                  <c:v>03-09-2001</c:v>
                </c:pt>
                <c:pt idx="419">
                  <c:v>04-09-2001</c:v>
                </c:pt>
                <c:pt idx="420">
                  <c:v>05-09-2001</c:v>
                </c:pt>
                <c:pt idx="421">
                  <c:v>06-09-2001</c:v>
                </c:pt>
                <c:pt idx="422">
                  <c:v>07-09-2001</c:v>
                </c:pt>
                <c:pt idx="423">
                  <c:v>10-09-2001</c:v>
                </c:pt>
                <c:pt idx="424">
                  <c:v>11-09-2001</c:v>
                </c:pt>
                <c:pt idx="425">
                  <c:v>12-09-2001</c:v>
                </c:pt>
                <c:pt idx="426">
                  <c:v>13-09-2001</c:v>
                </c:pt>
                <c:pt idx="427">
                  <c:v>14-09-2001</c:v>
                </c:pt>
                <c:pt idx="428">
                  <c:v>17-09-2001</c:v>
                </c:pt>
                <c:pt idx="429">
                  <c:v>18-09-2001</c:v>
                </c:pt>
                <c:pt idx="430">
                  <c:v>19-09-2001</c:v>
                </c:pt>
                <c:pt idx="431">
                  <c:v>20-09-2001</c:v>
                </c:pt>
                <c:pt idx="432">
                  <c:v>21-09-2001</c:v>
                </c:pt>
                <c:pt idx="433">
                  <c:v>24-09-2001</c:v>
                </c:pt>
                <c:pt idx="434">
                  <c:v>25-09-2001</c:v>
                </c:pt>
                <c:pt idx="435">
                  <c:v>26-09-2001</c:v>
                </c:pt>
                <c:pt idx="436">
                  <c:v>27-09-2001</c:v>
                </c:pt>
                <c:pt idx="437">
                  <c:v>28-09-2001</c:v>
                </c:pt>
                <c:pt idx="438">
                  <c:v>01-10-2001</c:v>
                </c:pt>
                <c:pt idx="439">
                  <c:v>03-10-2001</c:v>
                </c:pt>
                <c:pt idx="440">
                  <c:v>04-10-2001</c:v>
                </c:pt>
                <c:pt idx="441">
                  <c:v>05-10-2001</c:v>
                </c:pt>
                <c:pt idx="442">
                  <c:v>08-10-2001</c:v>
                </c:pt>
                <c:pt idx="443">
                  <c:v>09-10-2001</c:v>
                </c:pt>
                <c:pt idx="444">
                  <c:v>10-10-2001</c:v>
                </c:pt>
                <c:pt idx="445">
                  <c:v>11-10-2001</c:v>
                </c:pt>
                <c:pt idx="446">
                  <c:v>12-10-2001</c:v>
                </c:pt>
                <c:pt idx="447">
                  <c:v>15-10-2001</c:v>
                </c:pt>
                <c:pt idx="448">
                  <c:v>16-10-2001</c:v>
                </c:pt>
                <c:pt idx="449">
                  <c:v>17-10-2001</c:v>
                </c:pt>
                <c:pt idx="450">
                  <c:v>18-10-2001</c:v>
                </c:pt>
                <c:pt idx="451">
                  <c:v>19-10-2001</c:v>
                </c:pt>
                <c:pt idx="452">
                  <c:v>22-10-2001</c:v>
                </c:pt>
                <c:pt idx="453">
                  <c:v>23-10-2001</c:v>
                </c:pt>
                <c:pt idx="454">
                  <c:v>24-10-2001</c:v>
                </c:pt>
                <c:pt idx="455">
                  <c:v>25-10-2001</c:v>
                </c:pt>
                <c:pt idx="456">
                  <c:v>29-10-2001</c:v>
                </c:pt>
                <c:pt idx="457">
                  <c:v>30-10-2001</c:v>
                </c:pt>
                <c:pt idx="458">
                  <c:v>31-10-2001</c:v>
                </c:pt>
                <c:pt idx="459">
                  <c:v>01-11-2001</c:v>
                </c:pt>
                <c:pt idx="460">
                  <c:v>02-11-2001</c:v>
                </c:pt>
                <c:pt idx="461">
                  <c:v>05-11-2001</c:v>
                </c:pt>
                <c:pt idx="462">
                  <c:v>06-11-2001</c:v>
                </c:pt>
                <c:pt idx="463">
                  <c:v>07-11-2001</c:v>
                </c:pt>
                <c:pt idx="464">
                  <c:v>08-11-2001</c:v>
                </c:pt>
                <c:pt idx="465">
                  <c:v>09-11-2001</c:v>
                </c:pt>
                <c:pt idx="466">
                  <c:v>12-11-2001</c:v>
                </c:pt>
                <c:pt idx="467">
                  <c:v>13-11-2001</c:v>
                </c:pt>
                <c:pt idx="468">
                  <c:v>14-11-2001</c:v>
                </c:pt>
                <c:pt idx="469">
                  <c:v>15-11-2001</c:v>
                </c:pt>
                <c:pt idx="470">
                  <c:v>19-11-2001</c:v>
                </c:pt>
                <c:pt idx="471">
                  <c:v>20-11-2001</c:v>
                </c:pt>
                <c:pt idx="472">
                  <c:v>21-11-2001</c:v>
                </c:pt>
                <c:pt idx="473">
                  <c:v>22-11-2001</c:v>
                </c:pt>
                <c:pt idx="474">
                  <c:v>23-11-2001</c:v>
                </c:pt>
                <c:pt idx="475">
                  <c:v>26-11-2001</c:v>
                </c:pt>
                <c:pt idx="476">
                  <c:v>27-11-2001</c:v>
                </c:pt>
                <c:pt idx="477">
                  <c:v>28-11-2001</c:v>
                </c:pt>
                <c:pt idx="478">
                  <c:v>29-11-2001</c:v>
                </c:pt>
                <c:pt idx="479">
                  <c:v>03-12-2001</c:v>
                </c:pt>
                <c:pt idx="480">
                  <c:v>04-12-2001</c:v>
                </c:pt>
                <c:pt idx="481">
                  <c:v>05-12-2001</c:v>
                </c:pt>
                <c:pt idx="482">
                  <c:v>06-12-2001</c:v>
                </c:pt>
                <c:pt idx="483">
                  <c:v>07-12-2001</c:v>
                </c:pt>
                <c:pt idx="484">
                  <c:v>10-12-2001</c:v>
                </c:pt>
                <c:pt idx="485">
                  <c:v>11-12-2001</c:v>
                </c:pt>
                <c:pt idx="486">
                  <c:v>12-12-2001</c:v>
                </c:pt>
                <c:pt idx="487">
                  <c:v>13-12-2001</c:v>
                </c:pt>
                <c:pt idx="488">
                  <c:v>14-12-2001</c:v>
                </c:pt>
                <c:pt idx="489">
                  <c:v>18-12-2001</c:v>
                </c:pt>
                <c:pt idx="490">
                  <c:v>19-12-2001</c:v>
                </c:pt>
                <c:pt idx="491">
                  <c:v>20-12-2001</c:v>
                </c:pt>
                <c:pt idx="492">
                  <c:v>21-12-2001</c:v>
                </c:pt>
                <c:pt idx="493">
                  <c:v>24-12-2001</c:v>
                </c:pt>
                <c:pt idx="494">
                  <c:v>26-12-2001</c:v>
                </c:pt>
                <c:pt idx="495">
                  <c:v>27-12-2001</c:v>
                </c:pt>
                <c:pt idx="496">
                  <c:v>28-12-2001</c:v>
                </c:pt>
                <c:pt idx="497">
                  <c:v>31-12-2001</c:v>
                </c:pt>
                <c:pt idx="498">
                  <c:v>01-01-2002</c:v>
                </c:pt>
                <c:pt idx="499">
                  <c:v>02-01-2002</c:v>
                </c:pt>
                <c:pt idx="500">
                  <c:v>03-01-2002</c:v>
                </c:pt>
                <c:pt idx="501">
                  <c:v>04-01-2002</c:v>
                </c:pt>
                <c:pt idx="502">
                  <c:v>07-01-2002</c:v>
                </c:pt>
                <c:pt idx="503">
                  <c:v>08-01-2002</c:v>
                </c:pt>
                <c:pt idx="504">
                  <c:v>09-01-2002</c:v>
                </c:pt>
                <c:pt idx="505">
                  <c:v>10-01-2002</c:v>
                </c:pt>
                <c:pt idx="506">
                  <c:v>11-01-2002</c:v>
                </c:pt>
                <c:pt idx="507">
                  <c:v>14-01-2002</c:v>
                </c:pt>
                <c:pt idx="508">
                  <c:v>15-01-2002</c:v>
                </c:pt>
                <c:pt idx="509">
                  <c:v>16-01-2002</c:v>
                </c:pt>
                <c:pt idx="510">
                  <c:v>17-01-2002</c:v>
                </c:pt>
                <c:pt idx="511">
                  <c:v>18-01-2002</c:v>
                </c:pt>
                <c:pt idx="512">
                  <c:v>21-01-2002</c:v>
                </c:pt>
                <c:pt idx="513">
                  <c:v>22-01-2002</c:v>
                </c:pt>
                <c:pt idx="514">
                  <c:v>23-01-2002</c:v>
                </c:pt>
                <c:pt idx="515">
                  <c:v>24-01-2002</c:v>
                </c:pt>
                <c:pt idx="516">
                  <c:v>25-01-2002</c:v>
                </c:pt>
                <c:pt idx="517">
                  <c:v>28-01-2002</c:v>
                </c:pt>
                <c:pt idx="518">
                  <c:v>29-01-2002</c:v>
                </c:pt>
                <c:pt idx="519">
                  <c:v>30-01-2002</c:v>
                </c:pt>
                <c:pt idx="520">
                  <c:v>31-01-2002</c:v>
                </c:pt>
                <c:pt idx="521">
                  <c:v>01-02-2002</c:v>
                </c:pt>
                <c:pt idx="522">
                  <c:v>04-02-2002</c:v>
                </c:pt>
                <c:pt idx="523">
                  <c:v>05-02-2002</c:v>
                </c:pt>
                <c:pt idx="524">
                  <c:v>06-02-2002</c:v>
                </c:pt>
                <c:pt idx="525">
                  <c:v>07-02-2002</c:v>
                </c:pt>
                <c:pt idx="526">
                  <c:v>08-02-2002</c:v>
                </c:pt>
                <c:pt idx="527">
                  <c:v>11-02-2002</c:v>
                </c:pt>
                <c:pt idx="528">
                  <c:v>12-02-2002</c:v>
                </c:pt>
                <c:pt idx="529">
                  <c:v>13-02-2002</c:v>
                </c:pt>
                <c:pt idx="530">
                  <c:v>14-02-2002</c:v>
                </c:pt>
                <c:pt idx="531">
                  <c:v>15-02-2002</c:v>
                </c:pt>
                <c:pt idx="532">
                  <c:v>18-02-2002</c:v>
                </c:pt>
                <c:pt idx="533">
                  <c:v>19-02-2002</c:v>
                </c:pt>
                <c:pt idx="534">
                  <c:v>20-02-2002</c:v>
                </c:pt>
                <c:pt idx="535">
                  <c:v>21-02-2002</c:v>
                </c:pt>
                <c:pt idx="536">
                  <c:v>22-02-2002</c:v>
                </c:pt>
                <c:pt idx="537">
                  <c:v>25-02-2002</c:v>
                </c:pt>
                <c:pt idx="538">
                  <c:v>26-02-2002</c:v>
                </c:pt>
                <c:pt idx="539">
                  <c:v>27-02-2002</c:v>
                </c:pt>
                <c:pt idx="540">
                  <c:v>28-02-2002</c:v>
                </c:pt>
                <c:pt idx="541">
                  <c:v>01-03-2002</c:v>
                </c:pt>
                <c:pt idx="542">
                  <c:v>04-03-2002</c:v>
                </c:pt>
                <c:pt idx="543">
                  <c:v>05-03-2002</c:v>
                </c:pt>
                <c:pt idx="544">
                  <c:v>06-03-2002</c:v>
                </c:pt>
                <c:pt idx="545">
                  <c:v>07-03-2002</c:v>
                </c:pt>
                <c:pt idx="546">
                  <c:v>08-03-2002</c:v>
                </c:pt>
                <c:pt idx="547">
                  <c:v>11-03-2002</c:v>
                </c:pt>
                <c:pt idx="548">
                  <c:v>12-03-2002</c:v>
                </c:pt>
                <c:pt idx="549">
                  <c:v>13-03-2002</c:v>
                </c:pt>
                <c:pt idx="550">
                  <c:v>14-03-2002</c:v>
                </c:pt>
                <c:pt idx="551">
                  <c:v>15-03-2002</c:v>
                </c:pt>
                <c:pt idx="552">
                  <c:v>18-03-2002</c:v>
                </c:pt>
                <c:pt idx="553">
                  <c:v>19-03-2002</c:v>
                </c:pt>
                <c:pt idx="554">
                  <c:v>20-03-2002</c:v>
                </c:pt>
                <c:pt idx="555">
                  <c:v>21-03-2002</c:v>
                </c:pt>
                <c:pt idx="556">
                  <c:v>22-03-2002</c:v>
                </c:pt>
                <c:pt idx="557">
                  <c:v>26-03-2002</c:v>
                </c:pt>
                <c:pt idx="558">
                  <c:v>27-03-2002</c:v>
                </c:pt>
                <c:pt idx="559">
                  <c:v>28-03-2002</c:v>
                </c:pt>
                <c:pt idx="560">
                  <c:v>01-04-2002</c:v>
                </c:pt>
                <c:pt idx="561">
                  <c:v>02-04-2002</c:v>
                </c:pt>
                <c:pt idx="562">
                  <c:v>03-04-2002</c:v>
                </c:pt>
                <c:pt idx="563">
                  <c:v>04-04-2002</c:v>
                </c:pt>
                <c:pt idx="564">
                  <c:v>05-04-2002</c:v>
                </c:pt>
                <c:pt idx="565">
                  <c:v>08-04-2002</c:v>
                </c:pt>
                <c:pt idx="566">
                  <c:v>09-04-2002</c:v>
                </c:pt>
                <c:pt idx="567">
                  <c:v>10-04-2002</c:v>
                </c:pt>
                <c:pt idx="568">
                  <c:v>11-04-2002</c:v>
                </c:pt>
                <c:pt idx="569">
                  <c:v>12-04-2002</c:v>
                </c:pt>
                <c:pt idx="570">
                  <c:v>15-04-2002</c:v>
                </c:pt>
                <c:pt idx="571">
                  <c:v>16-04-2002</c:v>
                </c:pt>
                <c:pt idx="572">
                  <c:v>17-04-2002</c:v>
                </c:pt>
                <c:pt idx="573">
                  <c:v>18-04-2002</c:v>
                </c:pt>
                <c:pt idx="574">
                  <c:v>19-04-2002</c:v>
                </c:pt>
                <c:pt idx="575">
                  <c:v>22-04-2002</c:v>
                </c:pt>
                <c:pt idx="576">
                  <c:v>23-04-2002</c:v>
                </c:pt>
                <c:pt idx="577">
                  <c:v>24-04-2002</c:v>
                </c:pt>
                <c:pt idx="578">
                  <c:v>25-04-2002</c:v>
                </c:pt>
                <c:pt idx="579">
                  <c:v>26-04-2002</c:v>
                </c:pt>
                <c:pt idx="580">
                  <c:v>29-04-2002</c:v>
                </c:pt>
                <c:pt idx="581">
                  <c:v>30-04-2002</c:v>
                </c:pt>
                <c:pt idx="582">
                  <c:v>02-05-2002</c:v>
                </c:pt>
                <c:pt idx="583">
                  <c:v>03-05-2002</c:v>
                </c:pt>
                <c:pt idx="584">
                  <c:v>06-05-2002</c:v>
                </c:pt>
                <c:pt idx="585">
                  <c:v>07-05-2002</c:v>
                </c:pt>
                <c:pt idx="586">
                  <c:v>08-05-2002</c:v>
                </c:pt>
                <c:pt idx="587">
                  <c:v>09-05-2002</c:v>
                </c:pt>
                <c:pt idx="588">
                  <c:v>10-05-2002</c:v>
                </c:pt>
                <c:pt idx="589">
                  <c:v>13-05-2002</c:v>
                </c:pt>
                <c:pt idx="590">
                  <c:v>14-05-2002</c:v>
                </c:pt>
                <c:pt idx="591">
                  <c:v>15-05-2002</c:v>
                </c:pt>
                <c:pt idx="592">
                  <c:v>16-05-2002</c:v>
                </c:pt>
                <c:pt idx="593">
                  <c:v>17-05-2002</c:v>
                </c:pt>
                <c:pt idx="594">
                  <c:v>20-05-2002</c:v>
                </c:pt>
                <c:pt idx="595">
                  <c:v>21-05-2002</c:v>
                </c:pt>
                <c:pt idx="596">
                  <c:v>22-05-2002</c:v>
                </c:pt>
                <c:pt idx="597">
                  <c:v>23-05-2002</c:v>
                </c:pt>
                <c:pt idx="598">
                  <c:v>24-05-2002</c:v>
                </c:pt>
                <c:pt idx="599">
                  <c:v>27-05-2002</c:v>
                </c:pt>
                <c:pt idx="600">
                  <c:v>28-05-2002</c:v>
                </c:pt>
                <c:pt idx="601">
                  <c:v>29-05-2002</c:v>
                </c:pt>
                <c:pt idx="602">
                  <c:v>30-05-2002</c:v>
                </c:pt>
                <c:pt idx="603">
                  <c:v>31-05-2002</c:v>
                </c:pt>
                <c:pt idx="604">
                  <c:v>03-06-2002</c:v>
                </c:pt>
                <c:pt idx="605">
                  <c:v>04-06-2002</c:v>
                </c:pt>
                <c:pt idx="606">
                  <c:v>05-06-2002</c:v>
                </c:pt>
                <c:pt idx="607">
                  <c:v>06-06-2002</c:v>
                </c:pt>
                <c:pt idx="608">
                  <c:v>07-06-2002</c:v>
                </c:pt>
                <c:pt idx="609">
                  <c:v>10-06-2002</c:v>
                </c:pt>
                <c:pt idx="610">
                  <c:v>11-06-2002</c:v>
                </c:pt>
                <c:pt idx="611">
                  <c:v>12-06-2002</c:v>
                </c:pt>
                <c:pt idx="612">
                  <c:v>13-06-2002</c:v>
                </c:pt>
                <c:pt idx="613">
                  <c:v>14-06-2002</c:v>
                </c:pt>
                <c:pt idx="614">
                  <c:v>17-06-2002</c:v>
                </c:pt>
                <c:pt idx="615">
                  <c:v>18-06-2002</c:v>
                </c:pt>
                <c:pt idx="616">
                  <c:v>19-06-2002</c:v>
                </c:pt>
                <c:pt idx="617">
                  <c:v>20-06-2002</c:v>
                </c:pt>
                <c:pt idx="618">
                  <c:v>21-06-2002</c:v>
                </c:pt>
                <c:pt idx="619">
                  <c:v>24-06-2002</c:v>
                </c:pt>
                <c:pt idx="620">
                  <c:v>25-06-2002</c:v>
                </c:pt>
                <c:pt idx="621">
                  <c:v>26-06-2002</c:v>
                </c:pt>
                <c:pt idx="622">
                  <c:v>27-06-2002</c:v>
                </c:pt>
                <c:pt idx="623">
                  <c:v>28-06-2002</c:v>
                </c:pt>
                <c:pt idx="624">
                  <c:v>01-07-2002</c:v>
                </c:pt>
                <c:pt idx="625">
                  <c:v>02-07-2002</c:v>
                </c:pt>
                <c:pt idx="626">
                  <c:v>03-07-2002</c:v>
                </c:pt>
                <c:pt idx="627">
                  <c:v>04-07-2002</c:v>
                </c:pt>
                <c:pt idx="628">
                  <c:v>05-07-2002</c:v>
                </c:pt>
                <c:pt idx="629">
                  <c:v>08-07-2002</c:v>
                </c:pt>
                <c:pt idx="630">
                  <c:v>09-07-2002</c:v>
                </c:pt>
                <c:pt idx="631">
                  <c:v>10-07-2002</c:v>
                </c:pt>
                <c:pt idx="632">
                  <c:v>11-07-2002</c:v>
                </c:pt>
                <c:pt idx="633">
                  <c:v>12-07-2002</c:v>
                </c:pt>
                <c:pt idx="634">
                  <c:v>15-07-2002</c:v>
                </c:pt>
                <c:pt idx="635">
                  <c:v>16-07-2002</c:v>
                </c:pt>
                <c:pt idx="636">
                  <c:v>17-07-2002</c:v>
                </c:pt>
                <c:pt idx="637">
                  <c:v>18-07-2002</c:v>
                </c:pt>
                <c:pt idx="638">
                  <c:v>19-07-2002</c:v>
                </c:pt>
                <c:pt idx="639">
                  <c:v>22-07-2002</c:v>
                </c:pt>
                <c:pt idx="640">
                  <c:v>23-07-2002</c:v>
                </c:pt>
                <c:pt idx="641">
                  <c:v>24-07-2002</c:v>
                </c:pt>
                <c:pt idx="642">
                  <c:v>25-07-2002</c:v>
                </c:pt>
                <c:pt idx="643">
                  <c:v>26-07-2002</c:v>
                </c:pt>
                <c:pt idx="644">
                  <c:v>29-07-2002</c:v>
                </c:pt>
                <c:pt idx="645">
                  <c:v>30-07-2002</c:v>
                </c:pt>
                <c:pt idx="646">
                  <c:v>31-07-2002</c:v>
                </c:pt>
                <c:pt idx="647">
                  <c:v>01-08-2002</c:v>
                </c:pt>
                <c:pt idx="648">
                  <c:v>02-08-2002</c:v>
                </c:pt>
                <c:pt idx="649">
                  <c:v>05-08-2002</c:v>
                </c:pt>
                <c:pt idx="650">
                  <c:v>06-08-2002</c:v>
                </c:pt>
                <c:pt idx="651">
                  <c:v>07-08-2002</c:v>
                </c:pt>
                <c:pt idx="652">
                  <c:v>08-08-2002</c:v>
                </c:pt>
                <c:pt idx="653">
                  <c:v>09-08-2002</c:v>
                </c:pt>
                <c:pt idx="654">
                  <c:v>12-08-2002</c:v>
                </c:pt>
                <c:pt idx="655">
                  <c:v>13-08-2002</c:v>
                </c:pt>
                <c:pt idx="656">
                  <c:v>14-08-2002</c:v>
                </c:pt>
                <c:pt idx="657">
                  <c:v>16-08-2002</c:v>
                </c:pt>
                <c:pt idx="658">
                  <c:v>19-08-2002</c:v>
                </c:pt>
                <c:pt idx="659">
                  <c:v>20-08-2002</c:v>
                </c:pt>
                <c:pt idx="660">
                  <c:v>21-08-2002</c:v>
                </c:pt>
                <c:pt idx="661">
                  <c:v>22-08-2002</c:v>
                </c:pt>
                <c:pt idx="662">
                  <c:v>23-08-2002</c:v>
                </c:pt>
                <c:pt idx="663">
                  <c:v>26-08-2002</c:v>
                </c:pt>
                <c:pt idx="664">
                  <c:v>27-08-2002</c:v>
                </c:pt>
                <c:pt idx="665">
                  <c:v>28-08-2002</c:v>
                </c:pt>
                <c:pt idx="666">
                  <c:v>29-08-2002</c:v>
                </c:pt>
                <c:pt idx="667">
                  <c:v>30-08-2002</c:v>
                </c:pt>
                <c:pt idx="668">
                  <c:v>02-09-2002</c:v>
                </c:pt>
                <c:pt idx="669">
                  <c:v>03-09-2002</c:v>
                </c:pt>
                <c:pt idx="670">
                  <c:v>04-09-2002</c:v>
                </c:pt>
                <c:pt idx="671">
                  <c:v>05-09-2002</c:v>
                </c:pt>
                <c:pt idx="672">
                  <c:v>06-09-2002</c:v>
                </c:pt>
                <c:pt idx="673">
                  <c:v>09-09-2002</c:v>
                </c:pt>
                <c:pt idx="674">
                  <c:v>11-09-2002</c:v>
                </c:pt>
                <c:pt idx="675">
                  <c:v>12-09-2002</c:v>
                </c:pt>
                <c:pt idx="676">
                  <c:v>13-09-2002</c:v>
                </c:pt>
                <c:pt idx="677">
                  <c:v>16-09-2002</c:v>
                </c:pt>
                <c:pt idx="678">
                  <c:v>17-09-2002</c:v>
                </c:pt>
                <c:pt idx="679">
                  <c:v>18-09-2002</c:v>
                </c:pt>
                <c:pt idx="680">
                  <c:v>19-09-2002</c:v>
                </c:pt>
                <c:pt idx="681">
                  <c:v>20-09-2002</c:v>
                </c:pt>
                <c:pt idx="682">
                  <c:v>23-09-2002</c:v>
                </c:pt>
                <c:pt idx="683">
                  <c:v>24-09-2002</c:v>
                </c:pt>
                <c:pt idx="684">
                  <c:v>25-09-2002</c:v>
                </c:pt>
                <c:pt idx="685">
                  <c:v>26-09-2002</c:v>
                </c:pt>
                <c:pt idx="686">
                  <c:v>27-09-2002</c:v>
                </c:pt>
                <c:pt idx="687">
                  <c:v>30-09-2002</c:v>
                </c:pt>
                <c:pt idx="688">
                  <c:v>01-10-2002</c:v>
                </c:pt>
                <c:pt idx="689">
                  <c:v>03-10-2002</c:v>
                </c:pt>
                <c:pt idx="690">
                  <c:v>04-10-2002</c:v>
                </c:pt>
                <c:pt idx="691">
                  <c:v>07-10-2002</c:v>
                </c:pt>
                <c:pt idx="692">
                  <c:v>08-10-2002</c:v>
                </c:pt>
                <c:pt idx="693">
                  <c:v>09-10-2002</c:v>
                </c:pt>
                <c:pt idx="694">
                  <c:v>10-10-2002</c:v>
                </c:pt>
                <c:pt idx="695">
                  <c:v>11-10-2002</c:v>
                </c:pt>
                <c:pt idx="696">
                  <c:v>14-10-2002</c:v>
                </c:pt>
                <c:pt idx="697">
                  <c:v>16-10-2002</c:v>
                </c:pt>
                <c:pt idx="698">
                  <c:v>17-10-2002</c:v>
                </c:pt>
                <c:pt idx="699">
                  <c:v>18-10-2002</c:v>
                </c:pt>
                <c:pt idx="700">
                  <c:v>21-10-2002</c:v>
                </c:pt>
                <c:pt idx="701">
                  <c:v>22-10-2002</c:v>
                </c:pt>
                <c:pt idx="702">
                  <c:v>23-10-2002</c:v>
                </c:pt>
                <c:pt idx="703">
                  <c:v>24-10-2002</c:v>
                </c:pt>
                <c:pt idx="704">
                  <c:v>25-10-2002</c:v>
                </c:pt>
                <c:pt idx="705">
                  <c:v>28-10-2002</c:v>
                </c:pt>
                <c:pt idx="706">
                  <c:v>29-10-2002</c:v>
                </c:pt>
                <c:pt idx="707">
                  <c:v>30-10-2002</c:v>
                </c:pt>
                <c:pt idx="708">
                  <c:v>31-10-2002</c:v>
                </c:pt>
                <c:pt idx="709">
                  <c:v>01-11-2002</c:v>
                </c:pt>
                <c:pt idx="710">
                  <c:v>04-11-2002</c:v>
                </c:pt>
                <c:pt idx="711">
                  <c:v>05-11-2002</c:v>
                </c:pt>
                <c:pt idx="712">
                  <c:v>07-11-2002</c:v>
                </c:pt>
                <c:pt idx="713">
                  <c:v>08-11-2002</c:v>
                </c:pt>
                <c:pt idx="714">
                  <c:v>11-11-2002</c:v>
                </c:pt>
                <c:pt idx="715">
                  <c:v>12-11-2002</c:v>
                </c:pt>
                <c:pt idx="716">
                  <c:v>13-11-2002</c:v>
                </c:pt>
                <c:pt idx="717">
                  <c:v>14-11-2002</c:v>
                </c:pt>
                <c:pt idx="718">
                  <c:v>15-11-2002</c:v>
                </c:pt>
                <c:pt idx="719">
                  <c:v>18-11-2002</c:v>
                </c:pt>
                <c:pt idx="720">
                  <c:v>20-11-2002</c:v>
                </c:pt>
                <c:pt idx="721">
                  <c:v>21-11-2002</c:v>
                </c:pt>
                <c:pt idx="722">
                  <c:v>22-11-2002</c:v>
                </c:pt>
                <c:pt idx="723">
                  <c:v>25-11-2002</c:v>
                </c:pt>
                <c:pt idx="724">
                  <c:v>26-11-2002</c:v>
                </c:pt>
                <c:pt idx="725">
                  <c:v>27-11-2002</c:v>
                </c:pt>
                <c:pt idx="726">
                  <c:v>28-11-2002</c:v>
                </c:pt>
                <c:pt idx="727">
                  <c:v>29-11-2002</c:v>
                </c:pt>
                <c:pt idx="728">
                  <c:v>02-12-2002</c:v>
                </c:pt>
                <c:pt idx="729">
                  <c:v>03-12-2002</c:v>
                </c:pt>
                <c:pt idx="730">
                  <c:v>04-12-2002</c:v>
                </c:pt>
                <c:pt idx="731">
                  <c:v>05-12-2002</c:v>
                </c:pt>
                <c:pt idx="732">
                  <c:v>06-12-2002</c:v>
                </c:pt>
                <c:pt idx="733">
                  <c:v>09-12-2002</c:v>
                </c:pt>
                <c:pt idx="734">
                  <c:v>10-12-2002</c:v>
                </c:pt>
                <c:pt idx="735">
                  <c:v>11-12-2002</c:v>
                </c:pt>
                <c:pt idx="736">
                  <c:v>12-12-2002</c:v>
                </c:pt>
                <c:pt idx="737">
                  <c:v>13-12-2002</c:v>
                </c:pt>
                <c:pt idx="738">
                  <c:v>16-12-2002</c:v>
                </c:pt>
                <c:pt idx="739">
                  <c:v>17-12-2002</c:v>
                </c:pt>
                <c:pt idx="740">
                  <c:v>18-12-2002</c:v>
                </c:pt>
                <c:pt idx="741">
                  <c:v>19-12-2002</c:v>
                </c:pt>
                <c:pt idx="742">
                  <c:v>20-12-2002</c:v>
                </c:pt>
                <c:pt idx="743">
                  <c:v>23-12-2002</c:v>
                </c:pt>
                <c:pt idx="744">
                  <c:v>24-12-2002</c:v>
                </c:pt>
                <c:pt idx="745">
                  <c:v>26-12-2002</c:v>
                </c:pt>
                <c:pt idx="746">
                  <c:v>27-12-2002</c:v>
                </c:pt>
                <c:pt idx="747">
                  <c:v>30-12-2002</c:v>
                </c:pt>
                <c:pt idx="748">
                  <c:v>31-12-2002</c:v>
                </c:pt>
                <c:pt idx="749">
                  <c:v>01-01-2003</c:v>
                </c:pt>
                <c:pt idx="750">
                  <c:v>02-01-2003</c:v>
                </c:pt>
                <c:pt idx="751">
                  <c:v>03-01-2003</c:v>
                </c:pt>
                <c:pt idx="752">
                  <c:v>06-01-2003</c:v>
                </c:pt>
                <c:pt idx="753">
                  <c:v>07-01-2003</c:v>
                </c:pt>
                <c:pt idx="754">
                  <c:v>08-01-2003</c:v>
                </c:pt>
                <c:pt idx="755">
                  <c:v>09-01-2003</c:v>
                </c:pt>
                <c:pt idx="756">
                  <c:v>10-01-2003</c:v>
                </c:pt>
                <c:pt idx="757">
                  <c:v>13-01-2003</c:v>
                </c:pt>
                <c:pt idx="758">
                  <c:v>14-01-2003</c:v>
                </c:pt>
                <c:pt idx="759">
                  <c:v>15-01-2003</c:v>
                </c:pt>
                <c:pt idx="760">
                  <c:v>16-01-2003</c:v>
                </c:pt>
                <c:pt idx="761">
                  <c:v>17-01-2003</c:v>
                </c:pt>
                <c:pt idx="762">
                  <c:v>20-01-2003</c:v>
                </c:pt>
                <c:pt idx="763">
                  <c:v>21-01-2003</c:v>
                </c:pt>
                <c:pt idx="764">
                  <c:v>22-01-2003</c:v>
                </c:pt>
                <c:pt idx="765">
                  <c:v>23-01-2003</c:v>
                </c:pt>
                <c:pt idx="766">
                  <c:v>24-01-2003</c:v>
                </c:pt>
                <c:pt idx="767">
                  <c:v>27-01-2003</c:v>
                </c:pt>
                <c:pt idx="768">
                  <c:v>28-01-2003</c:v>
                </c:pt>
                <c:pt idx="769">
                  <c:v>29-01-2003</c:v>
                </c:pt>
                <c:pt idx="770">
                  <c:v>30-01-2003</c:v>
                </c:pt>
                <c:pt idx="771">
                  <c:v>31-01-2003</c:v>
                </c:pt>
                <c:pt idx="772">
                  <c:v>03-02-2003</c:v>
                </c:pt>
                <c:pt idx="773">
                  <c:v>04-02-2003</c:v>
                </c:pt>
                <c:pt idx="774">
                  <c:v>05-02-2003</c:v>
                </c:pt>
                <c:pt idx="775">
                  <c:v>06-02-2003</c:v>
                </c:pt>
                <c:pt idx="776">
                  <c:v>07-02-2003</c:v>
                </c:pt>
                <c:pt idx="777">
                  <c:v>10-02-2003</c:v>
                </c:pt>
                <c:pt idx="778">
                  <c:v>11-02-2003</c:v>
                </c:pt>
                <c:pt idx="779">
                  <c:v>12-02-2003</c:v>
                </c:pt>
                <c:pt idx="780">
                  <c:v>14-02-2003</c:v>
                </c:pt>
                <c:pt idx="781">
                  <c:v>17-02-2003</c:v>
                </c:pt>
                <c:pt idx="782">
                  <c:v>18-02-2003</c:v>
                </c:pt>
                <c:pt idx="783">
                  <c:v>19-02-2003</c:v>
                </c:pt>
                <c:pt idx="784">
                  <c:v>20-02-2003</c:v>
                </c:pt>
                <c:pt idx="785">
                  <c:v>21-02-2003</c:v>
                </c:pt>
                <c:pt idx="786">
                  <c:v>24-02-2003</c:v>
                </c:pt>
                <c:pt idx="787">
                  <c:v>25-02-2003</c:v>
                </c:pt>
                <c:pt idx="788">
                  <c:v>26-02-2003</c:v>
                </c:pt>
                <c:pt idx="789">
                  <c:v>27-02-2003</c:v>
                </c:pt>
                <c:pt idx="790">
                  <c:v>28-02-2003</c:v>
                </c:pt>
                <c:pt idx="791">
                  <c:v>03-03-2003</c:v>
                </c:pt>
                <c:pt idx="792">
                  <c:v>04-03-2003</c:v>
                </c:pt>
                <c:pt idx="793">
                  <c:v>05-03-2003</c:v>
                </c:pt>
                <c:pt idx="794">
                  <c:v>06-03-2003</c:v>
                </c:pt>
                <c:pt idx="795">
                  <c:v>07-03-2003</c:v>
                </c:pt>
                <c:pt idx="796">
                  <c:v>10-03-2003</c:v>
                </c:pt>
                <c:pt idx="797">
                  <c:v>11-03-2003</c:v>
                </c:pt>
                <c:pt idx="798">
                  <c:v>12-03-2003</c:v>
                </c:pt>
                <c:pt idx="799">
                  <c:v>13-03-2003</c:v>
                </c:pt>
                <c:pt idx="800">
                  <c:v>17-03-2003</c:v>
                </c:pt>
                <c:pt idx="801">
                  <c:v>19-03-2003</c:v>
                </c:pt>
                <c:pt idx="802">
                  <c:v>20-03-2003</c:v>
                </c:pt>
                <c:pt idx="803">
                  <c:v>21-03-2003</c:v>
                </c:pt>
                <c:pt idx="804">
                  <c:v>22-03-2003</c:v>
                </c:pt>
                <c:pt idx="805">
                  <c:v>24-03-2003</c:v>
                </c:pt>
                <c:pt idx="806">
                  <c:v>25-03-2003</c:v>
                </c:pt>
                <c:pt idx="807">
                  <c:v>26-03-2003</c:v>
                </c:pt>
                <c:pt idx="808">
                  <c:v>27-03-2003</c:v>
                </c:pt>
                <c:pt idx="809">
                  <c:v>28-03-2003</c:v>
                </c:pt>
                <c:pt idx="810">
                  <c:v>31-03-2003</c:v>
                </c:pt>
                <c:pt idx="811">
                  <c:v>01-04-2003</c:v>
                </c:pt>
                <c:pt idx="812">
                  <c:v>02-04-2003</c:v>
                </c:pt>
                <c:pt idx="813">
                  <c:v>03-04-2003</c:v>
                </c:pt>
                <c:pt idx="814">
                  <c:v>04-04-2003</c:v>
                </c:pt>
                <c:pt idx="815">
                  <c:v>07-04-2003</c:v>
                </c:pt>
                <c:pt idx="816">
                  <c:v>08-04-2003</c:v>
                </c:pt>
                <c:pt idx="817">
                  <c:v>09-04-2003</c:v>
                </c:pt>
                <c:pt idx="818">
                  <c:v>10-04-2003</c:v>
                </c:pt>
                <c:pt idx="819">
                  <c:v>11-04-2003</c:v>
                </c:pt>
                <c:pt idx="820">
                  <c:v>15-04-2003</c:v>
                </c:pt>
                <c:pt idx="821">
                  <c:v>16-04-2003</c:v>
                </c:pt>
                <c:pt idx="822">
                  <c:v>17-04-2003</c:v>
                </c:pt>
                <c:pt idx="823">
                  <c:v>21-04-2003</c:v>
                </c:pt>
                <c:pt idx="824">
                  <c:v>22-04-2003</c:v>
                </c:pt>
                <c:pt idx="825">
                  <c:v>23-04-2003</c:v>
                </c:pt>
                <c:pt idx="826">
                  <c:v>24-04-2003</c:v>
                </c:pt>
                <c:pt idx="827">
                  <c:v>25-04-2003</c:v>
                </c:pt>
                <c:pt idx="828">
                  <c:v>28-04-2003</c:v>
                </c:pt>
                <c:pt idx="829">
                  <c:v>29-04-2003</c:v>
                </c:pt>
                <c:pt idx="830">
                  <c:v>30-04-2003</c:v>
                </c:pt>
                <c:pt idx="831">
                  <c:v>02-05-2003</c:v>
                </c:pt>
                <c:pt idx="832">
                  <c:v>05-05-2003</c:v>
                </c:pt>
                <c:pt idx="833">
                  <c:v>06-05-2003</c:v>
                </c:pt>
                <c:pt idx="834">
                  <c:v>07-05-2003</c:v>
                </c:pt>
                <c:pt idx="835">
                  <c:v>08-05-2003</c:v>
                </c:pt>
                <c:pt idx="836">
                  <c:v>09-05-2003</c:v>
                </c:pt>
                <c:pt idx="837">
                  <c:v>12-05-2003</c:v>
                </c:pt>
                <c:pt idx="838">
                  <c:v>13-05-2003</c:v>
                </c:pt>
                <c:pt idx="839">
                  <c:v>14-05-2003</c:v>
                </c:pt>
                <c:pt idx="840">
                  <c:v>15-05-2003</c:v>
                </c:pt>
                <c:pt idx="841">
                  <c:v>16-05-2003</c:v>
                </c:pt>
                <c:pt idx="842">
                  <c:v>19-05-2003</c:v>
                </c:pt>
                <c:pt idx="843">
                  <c:v>20-05-2003</c:v>
                </c:pt>
                <c:pt idx="844">
                  <c:v>21-05-2003</c:v>
                </c:pt>
                <c:pt idx="845">
                  <c:v>22-05-2003</c:v>
                </c:pt>
                <c:pt idx="846">
                  <c:v>23-05-2003</c:v>
                </c:pt>
                <c:pt idx="847">
                  <c:v>26-05-2003</c:v>
                </c:pt>
                <c:pt idx="848">
                  <c:v>27-05-2003</c:v>
                </c:pt>
                <c:pt idx="849">
                  <c:v>28-05-2003</c:v>
                </c:pt>
                <c:pt idx="850">
                  <c:v>29-05-2003</c:v>
                </c:pt>
                <c:pt idx="851">
                  <c:v>30-05-2003</c:v>
                </c:pt>
                <c:pt idx="852">
                  <c:v>02-06-2003</c:v>
                </c:pt>
                <c:pt idx="853">
                  <c:v>03-06-2003</c:v>
                </c:pt>
                <c:pt idx="854">
                  <c:v>04-06-2003</c:v>
                </c:pt>
                <c:pt idx="855">
                  <c:v>05-06-2003</c:v>
                </c:pt>
                <c:pt idx="856">
                  <c:v>06-06-2003</c:v>
                </c:pt>
                <c:pt idx="857">
                  <c:v>09-06-2003</c:v>
                </c:pt>
                <c:pt idx="858">
                  <c:v>10-06-2003</c:v>
                </c:pt>
                <c:pt idx="859">
                  <c:v>11-06-2003</c:v>
                </c:pt>
                <c:pt idx="860">
                  <c:v>12-06-2003</c:v>
                </c:pt>
                <c:pt idx="861">
                  <c:v>13-06-2003</c:v>
                </c:pt>
                <c:pt idx="862">
                  <c:v>16-06-2003</c:v>
                </c:pt>
                <c:pt idx="863">
                  <c:v>17-06-2003</c:v>
                </c:pt>
                <c:pt idx="864">
                  <c:v>18-06-2003</c:v>
                </c:pt>
                <c:pt idx="865">
                  <c:v>19-06-2003</c:v>
                </c:pt>
                <c:pt idx="866">
                  <c:v>20-06-2003</c:v>
                </c:pt>
                <c:pt idx="867">
                  <c:v>23-06-2003</c:v>
                </c:pt>
                <c:pt idx="868">
                  <c:v>24-06-2003</c:v>
                </c:pt>
                <c:pt idx="869">
                  <c:v>25-06-2003</c:v>
                </c:pt>
                <c:pt idx="870">
                  <c:v>26-06-2003</c:v>
                </c:pt>
                <c:pt idx="871">
                  <c:v>27-06-2003</c:v>
                </c:pt>
                <c:pt idx="872">
                  <c:v>30-06-2003</c:v>
                </c:pt>
                <c:pt idx="873">
                  <c:v>01-07-2003</c:v>
                </c:pt>
                <c:pt idx="874">
                  <c:v>02-07-2003</c:v>
                </c:pt>
                <c:pt idx="875">
                  <c:v>03-07-2003</c:v>
                </c:pt>
                <c:pt idx="876">
                  <c:v>04-07-2003</c:v>
                </c:pt>
                <c:pt idx="877">
                  <c:v>07-07-2003</c:v>
                </c:pt>
                <c:pt idx="878">
                  <c:v>08-07-2003</c:v>
                </c:pt>
                <c:pt idx="879">
                  <c:v>09-07-2003</c:v>
                </c:pt>
                <c:pt idx="880">
                  <c:v>10-07-2003</c:v>
                </c:pt>
                <c:pt idx="881">
                  <c:v>11-07-2003</c:v>
                </c:pt>
                <c:pt idx="882">
                  <c:v>14-07-2003</c:v>
                </c:pt>
                <c:pt idx="883">
                  <c:v>15-07-2003</c:v>
                </c:pt>
                <c:pt idx="884">
                  <c:v>16-07-2003</c:v>
                </c:pt>
                <c:pt idx="885">
                  <c:v>17-07-2003</c:v>
                </c:pt>
                <c:pt idx="886">
                  <c:v>18-07-2003</c:v>
                </c:pt>
                <c:pt idx="887">
                  <c:v>21-07-2003</c:v>
                </c:pt>
                <c:pt idx="888">
                  <c:v>22-07-2003</c:v>
                </c:pt>
                <c:pt idx="889">
                  <c:v>23-07-2003</c:v>
                </c:pt>
                <c:pt idx="890">
                  <c:v>24-07-2003</c:v>
                </c:pt>
                <c:pt idx="891">
                  <c:v>25-07-2003</c:v>
                </c:pt>
                <c:pt idx="892">
                  <c:v>28-07-2003</c:v>
                </c:pt>
                <c:pt idx="893">
                  <c:v>29-07-2003</c:v>
                </c:pt>
                <c:pt idx="894">
                  <c:v>30-07-2003</c:v>
                </c:pt>
                <c:pt idx="895">
                  <c:v>31-07-2003</c:v>
                </c:pt>
                <c:pt idx="896">
                  <c:v>01-08-2003</c:v>
                </c:pt>
                <c:pt idx="897">
                  <c:v>04-08-2003</c:v>
                </c:pt>
                <c:pt idx="898">
                  <c:v>05-08-2003</c:v>
                </c:pt>
                <c:pt idx="899">
                  <c:v>06-08-2003</c:v>
                </c:pt>
                <c:pt idx="900">
                  <c:v>07-08-2003</c:v>
                </c:pt>
                <c:pt idx="901">
                  <c:v>08-08-2003</c:v>
                </c:pt>
                <c:pt idx="902">
                  <c:v>11-08-2003</c:v>
                </c:pt>
                <c:pt idx="903">
                  <c:v>12-08-2003</c:v>
                </c:pt>
                <c:pt idx="904">
                  <c:v>13-08-2003</c:v>
                </c:pt>
                <c:pt idx="905">
                  <c:v>14-08-2003</c:v>
                </c:pt>
                <c:pt idx="906">
                  <c:v>18-08-2003</c:v>
                </c:pt>
                <c:pt idx="907">
                  <c:v>19-08-2003</c:v>
                </c:pt>
                <c:pt idx="908">
                  <c:v>20-08-2003</c:v>
                </c:pt>
                <c:pt idx="909">
                  <c:v>21-08-2003</c:v>
                </c:pt>
                <c:pt idx="910">
                  <c:v>22-08-2003</c:v>
                </c:pt>
                <c:pt idx="911">
                  <c:v>25-08-2003</c:v>
                </c:pt>
                <c:pt idx="912">
                  <c:v>26-08-2003</c:v>
                </c:pt>
                <c:pt idx="913">
                  <c:v>27-08-2003</c:v>
                </c:pt>
                <c:pt idx="914">
                  <c:v>28-08-2003</c:v>
                </c:pt>
                <c:pt idx="915">
                  <c:v>29-08-2003</c:v>
                </c:pt>
                <c:pt idx="916">
                  <c:v>01-09-2003</c:v>
                </c:pt>
                <c:pt idx="917">
                  <c:v>02-09-2003</c:v>
                </c:pt>
                <c:pt idx="918">
                  <c:v>03-09-2003</c:v>
                </c:pt>
                <c:pt idx="919">
                  <c:v>04-09-2003</c:v>
                </c:pt>
                <c:pt idx="920">
                  <c:v>05-09-2003</c:v>
                </c:pt>
                <c:pt idx="921">
                  <c:v>08-09-2003</c:v>
                </c:pt>
                <c:pt idx="922">
                  <c:v>09-09-2003</c:v>
                </c:pt>
                <c:pt idx="923">
                  <c:v>10-09-2003</c:v>
                </c:pt>
                <c:pt idx="924">
                  <c:v>11-09-2003</c:v>
                </c:pt>
                <c:pt idx="925">
                  <c:v>12-09-2003</c:v>
                </c:pt>
                <c:pt idx="926">
                  <c:v>15-09-2003</c:v>
                </c:pt>
                <c:pt idx="927">
                  <c:v>16-09-2003</c:v>
                </c:pt>
                <c:pt idx="928">
                  <c:v>17-09-2003</c:v>
                </c:pt>
                <c:pt idx="929">
                  <c:v>18-09-2003</c:v>
                </c:pt>
                <c:pt idx="930">
                  <c:v>19-09-2003</c:v>
                </c:pt>
                <c:pt idx="931">
                  <c:v>22-09-2003</c:v>
                </c:pt>
                <c:pt idx="932">
                  <c:v>23-09-2003</c:v>
                </c:pt>
                <c:pt idx="933">
                  <c:v>24-09-2003</c:v>
                </c:pt>
                <c:pt idx="934">
                  <c:v>25-09-2003</c:v>
                </c:pt>
                <c:pt idx="935">
                  <c:v>26-09-2003</c:v>
                </c:pt>
                <c:pt idx="936">
                  <c:v>29-09-2003</c:v>
                </c:pt>
                <c:pt idx="937">
                  <c:v>30-09-2003</c:v>
                </c:pt>
                <c:pt idx="938">
                  <c:v>01-10-2003</c:v>
                </c:pt>
                <c:pt idx="939">
                  <c:v>03-10-2003</c:v>
                </c:pt>
                <c:pt idx="940">
                  <c:v>06-10-2003</c:v>
                </c:pt>
                <c:pt idx="941">
                  <c:v>07-10-2003</c:v>
                </c:pt>
                <c:pt idx="942">
                  <c:v>08-10-2003</c:v>
                </c:pt>
                <c:pt idx="943">
                  <c:v>09-10-2003</c:v>
                </c:pt>
                <c:pt idx="944">
                  <c:v>10-10-2003</c:v>
                </c:pt>
                <c:pt idx="945">
                  <c:v>13-10-2003</c:v>
                </c:pt>
                <c:pt idx="946">
                  <c:v>14-10-2003</c:v>
                </c:pt>
                <c:pt idx="947">
                  <c:v>15-10-2003</c:v>
                </c:pt>
                <c:pt idx="948">
                  <c:v>16-10-2003</c:v>
                </c:pt>
                <c:pt idx="949">
                  <c:v>17-10-2003</c:v>
                </c:pt>
                <c:pt idx="950">
                  <c:v>20-10-2003</c:v>
                </c:pt>
                <c:pt idx="951">
                  <c:v>21-10-2003</c:v>
                </c:pt>
                <c:pt idx="952">
                  <c:v>22-10-2003</c:v>
                </c:pt>
                <c:pt idx="953">
                  <c:v>23-10-2003</c:v>
                </c:pt>
                <c:pt idx="954">
                  <c:v>24-10-2003</c:v>
                </c:pt>
                <c:pt idx="955">
                  <c:v>25-10-2003</c:v>
                </c:pt>
                <c:pt idx="956">
                  <c:v>27-10-2003</c:v>
                </c:pt>
                <c:pt idx="957">
                  <c:v>28-10-2003</c:v>
                </c:pt>
                <c:pt idx="958">
                  <c:v>29-10-2003</c:v>
                </c:pt>
                <c:pt idx="959">
                  <c:v>30-10-2003</c:v>
                </c:pt>
                <c:pt idx="960">
                  <c:v>31-10-2003</c:v>
                </c:pt>
                <c:pt idx="961">
                  <c:v>03-11-2003</c:v>
                </c:pt>
                <c:pt idx="962">
                  <c:v>04-11-2003</c:v>
                </c:pt>
                <c:pt idx="963">
                  <c:v>05-11-2003</c:v>
                </c:pt>
                <c:pt idx="964">
                  <c:v>06-11-2003</c:v>
                </c:pt>
                <c:pt idx="965">
                  <c:v>07-11-2003</c:v>
                </c:pt>
                <c:pt idx="966">
                  <c:v>10-11-2003</c:v>
                </c:pt>
                <c:pt idx="967">
                  <c:v>11-11-2003</c:v>
                </c:pt>
                <c:pt idx="968">
                  <c:v>12-11-2003</c:v>
                </c:pt>
                <c:pt idx="969">
                  <c:v>13-11-2003</c:v>
                </c:pt>
                <c:pt idx="970">
                  <c:v>14-11-2003</c:v>
                </c:pt>
                <c:pt idx="971">
                  <c:v>15-11-2003</c:v>
                </c:pt>
                <c:pt idx="972">
                  <c:v>17-11-2003</c:v>
                </c:pt>
                <c:pt idx="973">
                  <c:v>18-11-2003</c:v>
                </c:pt>
                <c:pt idx="974">
                  <c:v>19-11-2003</c:v>
                </c:pt>
                <c:pt idx="975">
                  <c:v>20-11-2003</c:v>
                </c:pt>
                <c:pt idx="976">
                  <c:v>21-11-2003</c:v>
                </c:pt>
                <c:pt idx="977">
                  <c:v>24-11-2003</c:v>
                </c:pt>
                <c:pt idx="978">
                  <c:v>25-11-2003</c:v>
                </c:pt>
                <c:pt idx="979">
                  <c:v>27-11-2003</c:v>
                </c:pt>
                <c:pt idx="980">
                  <c:v>28-11-2003</c:v>
                </c:pt>
                <c:pt idx="981">
                  <c:v>01-12-2003</c:v>
                </c:pt>
                <c:pt idx="982">
                  <c:v>02-12-2003</c:v>
                </c:pt>
                <c:pt idx="983">
                  <c:v>03-12-2003</c:v>
                </c:pt>
                <c:pt idx="984">
                  <c:v>04-12-2003</c:v>
                </c:pt>
                <c:pt idx="985">
                  <c:v>05-12-2003</c:v>
                </c:pt>
                <c:pt idx="986">
                  <c:v>08-12-2003</c:v>
                </c:pt>
                <c:pt idx="987">
                  <c:v>09-12-2003</c:v>
                </c:pt>
                <c:pt idx="988">
                  <c:v>10-12-2003</c:v>
                </c:pt>
                <c:pt idx="989">
                  <c:v>11-12-2003</c:v>
                </c:pt>
                <c:pt idx="990">
                  <c:v>12-12-2003</c:v>
                </c:pt>
                <c:pt idx="991">
                  <c:v>15-12-2003</c:v>
                </c:pt>
                <c:pt idx="992">
                  <c:v>16-12-2003</c:v>
                </c:pt>
                <c:pt idx="993">
                  <c:v>17-12-2003</c:v>
                </c:pt>
                <c:pt idx="994">
                  <c:v>18-12-2003</c:v>
                </c:pt>
                <c:pt idx="995">
                  <c:v>19-12-2003</c:v>
                </c:pt>
                <c:pt idx="996">
                  <c:v>22-12-2003</c:v>
                </c:pt>
                <c:pt idx="997">
                  <c:v>23-12-2003</c:v>
                </c:pt>
                <c:pt idx="998">
                  <c:v>24-12-2003</c:v>
                </c:pt>
                <c:pt idx="999">
                  <c:v>26-12-2003</c:v>
                </c:pt>
                <c:pt idx="1000">
                  <c:v>29-12-2003</c:v>
                </c:pt>
                <c:pt idx="1001">
                  <c:v>30-12-2003</c:v>
                </c:pt>
                <c:pt idx="1002">
                  <c:v>31-12-2003</c:v>
                </c:pt>
                <c:pt idx="1003">
                  <c:v>01-01-2004</c:v>
                </c:pt>
                <c:pt idx="1004">
                  <c:v>02-01-2004</c:v>
                </c:pt>
                <c:pt idx="1005">
                  <c:v>05-01-2004</c:v>
                </c:pt>
                <c:pt idx="1006">
                  <c:v>06-01-2004</c:v>
                </c:pt>
                <c:pt idx="1007">
                  <c:v>07-01-2004</c:v>
                </c:pt>
                <c:pt idx="1008">
                  <c:v>08-01-2004</c:v>
                </c:pt>
                <c:pt idx="1009">
                  <c:v>09-01-2004</c:v>
                </c:pt>
                <c:pt idx="1010">
                  <c:v>12-01-2004</c:v>
                </c:pt>
                <c:pt idx="1011">
                  <c:v>13-01-2004</c:v>
                </c:pt>
                <c:pt idx="1012">
                  <c:v>14-01-2004</c:v>
                </c:pt>
                <c:pt idx="1013">
                  <c:v>15-01-2004</c:v>
                </c:pt>
                <c:pt idx="1014">
                  <c:v>16-01-2004</c:v>
                </c:pt>
                <c:pt idx="1015">
                  <c:v>19-01-2004</c:v>
                </c:pt>
                <c:pt idx="1016">
                  <c:v>20-01-2004</c:v>
                </c:pt>
                <c:pt idx="1017">
                  <c:v>21-01-2004</c:v>
                </c:pt>
                <c:pt idx="1018">
                  <c:v>22-01-2004</c:v>
                </c:pt>
                <c:pt idx="1019">
                  <c:v>23-01-2004</c:v>
                </c:pt>
                <c:pt idx="1020">
                  <c:v>27-01-2004</c:v>
                </c:pt>
                <c:pt idx="1021">
                  <c:v>28-01-2004</c:v>
                </c:pt>
                <c:pt idx="1022">
                  <c:v>29-01-2004</c:v>
                </c:pt>
                <c:pt idx="1023">
                  <c:v>30-01-2004</c:v>
                </c:pt>
                <c:pt idx="1024">
                  <c:v>03-02-2004</c:v>
                </c:pt>
                <c:pt idx="1025">
                  <c:v>04-02-2004</c:v>
                </c:pt>
                <c:pt idx="1026">
                  <c:v>05-02-2004</c:v>
                </c:pt>
                <c:pt idx="1027">
                  <c:v>06-02-2004</c:v>
                </c:pt>
                <c:pt idx="1028">
                  <c:v>09-02-2004</c:v>
                </c:pt>
                <c:pt idx="1029">
                  <c:v>10-02-2004</c:v>
                </c:pt>
                <c:pt idx="1030">
                  <c:v>11-02-2004</c:v>
                </c:pt>
                <c:pt idx="1031">
                  <c:v>12-02-2004</c:v>
                </c:pt>
                <c:pt idx="1032">
                  <c:v>13-02-2004</c:v>
                </c:pt>
                <c:pt idx="1033">
                  <c:v>16-02-2004</c:v>
                </c:pt>
                <c:pt idx="1034">
                  <c:v>17-02-2004</c:v>
                </c:pt>
                <c:pt idx="1035">
                  <c:v>18-02-2004</c:v>
                </c:pt>
                <c:pt idx="1036">
                  <c:v>19-02-2004</c:v>
                </c:pt>
                <c:pt idx="1037">
                  <c:v>20-02-2004</c:v>
                </c:pt>
                <c:pt idx="1038">
                  <c:v>23-02-2004</c:v>
                </c:pt>
                <c:pt idx="1039">
                  <c:v>24-02-2004</c:v>
                </c:pt>
                <c:pt idx="1040">
                  <c:v>25-02-2004</c:v>
                </c:pt>
                <c:pt idx="1041">
                  <c:v>26-02-2004</c:v>
                </c:pt>
                <c:pt idx="1042">
                  <c:v>27-02-2004</c:v>
                </c:pt>
                <c:pt idx="1043">
                  <c:v>01-03-2004</c:v>
                </c:pt>
                <c:pt idx="1044">
                  <c:v>03-03-2004</c:v>
                </c:pt>
                <c:pt idx="1045">
                  <c:v>04-03-2004</c:v>
                </c:pt>
                <c:pt idx="1046">
                  <c:v>05-03-2004</c:v>
                </c:pt>
                <c:pt idx="1047">
                  <c:v>08-03-2004</c:v>
                </c:pt>
                <c:pt idx="1048">
                  <c:v>09-03-2004</c:v>
                </c:pt>
                <c:pt idx="1049">
                  <c:v>10-03-2004</c:v>
                </c:pt>
                <c:pt idx="1050">
                  <c:v>11-03-2004</c:v>
                </c:pt>
                <c:pt idx="1051">
                  <c:v>12-03-2004</c:v>
                </c:pt>
                <c:pt idx="1052">
                  <c:v>15-03-2004</c:v>
                </c:pt>
                <c:pt idx="1053">
                  <c:v>16-03-2004</c:v>
                </c:pt>
                <c:pt idx="1054">
                  <c:v>17-03-2004</c:v>
                </c:pt>
                <c:pt idx="1055">
                  <c:v>18-03-2004</c:v>
                </c:pt>
                <c:pt idx="1056">
                  <c:v>19-03-2004</c:v>
                </c:pt>
                <c:pt idx="1057">
                  <c:v>22-03-2004</c:v>
                </c:pt>
                <c:pt idx="1058">
                  <c:v>23-03-2004</c:v>
                </c:pt>
                <c:pt idx="1059">
                  <c:v>24-03-2004</c:v>
                </c:pt>
                <c:pt idx="1060">
                  <c:v>25-03-2004</c:v>
                </c:pt>
                <c:pt idx="1061">
                  <c:v>26-03-2004</c:v>
                </c:pt>
                <c:pt idx="1062">
                  <c:v>29-03-2004</c:v>
                </c:pt>
                <c:pt idx="1063">
                  <c:v>30-03-2004</c:v>
                </c:pt>
                <c:pt idx="1064">
                  <c:v>31-03-2004</c:v>
                </c:pt>
                <c:pt idx="1065">
                  <c:v>01-04-2004</c:v>
                </c:pt>
                <c:pt idx="1066">
                  <c:v>02-04-2004</c:v>
                </c:pt>
                <c:pt idx="1067">
                  <c:v>05-04-2004</c:v>
                </c:pt>
                <c:pt idx="1068">
                  <c:v>06-04-2004</c:v>
                </c:pt>
                <c:pt idx="1069">
                  <c:v>07-04-2004</c:v>
                </c:pt>
                <c:pt idx="1070">
                  <c:v>08-04-2004</c:v>
                </c:pt>
                <c:pt idx="1071">
                  <c:v>12-04-2004</c:v>
                </c:pt>
                <c:pt idx="1072">
                  <c:v>13-04-2004</c:v>
                </c:pt>
                <c:pt idx="1073">
                  <c:v>15-04-2004</c:v>
                </c:pt>
                <c:pt idx="1074">
                  <c:v>16-04-2004</c:v>
                </c:pt>
                <c:pt idx="1075">
                  <c:v>17-04-2004</c:v>
                </c:pt>
                <c:pt idx="1076">
                  <c:v>19-04-2004</c:v>
                </c:pt>
                <c:pt idx="1077">
                  <c:v>20-04-2004</c:v>
                </c:pt>
                <c:pt idx="1078">
                  <c:v>21-04-2004</c:v>
                </c:pt>
                <c:pt idx="1079">
                  <c:v>22-04-2004</c:v>
                </c:pt>
                <c:pt idx="1080">
                  <c:v>23-04-2004</c:v>
                </c:pt>
                <c:pt idx="1081">
                  <c:v>27-04-2004</c:v>
                </c:pt>
                <c:pt idx="1082">
                  <c:v>28-04-2004</c:v>
                </c:pt>
                <c:pt idx="1083">
                  <c:v>29-04-2004</c:v>
                </c:pt>
                <c:pt idx="1084">
                  <c:v>30-04-2004</c:v>
                </c:pt>
                <c:pt idx="1085">
                  <c:v>03-05-2004</c:v>
                </c:pt>
                <c:pt idx="1086">
                  <c:v>04-05-2004</c:v>
                </c:pt>
                <c:pt idx="1087">
                  <c:v>05-05-2004</c:v>
                </c:pt>
                <c:pt idx="1088">
                  <c:v>06-05-2004</c:v>
                </c:pt>
                <c:pt idx="1089">
                  <c:v>07-05-2004</c:v>
                </c:pt>
                <c:pt idx="1090">
                  <c:v>10-05-2004</c:v>
                </c:pt>
                <c:pt idx="1091">
                  <c:v>11-05-2004</c:v>
                </c:pt>
                <c:pt idx="1092">
                  <c:v>12-05-2004</c:v>
                </c:pt>
                <c:pt idx="1093">
                  <c:v>13-05-2004</c:v>
                </c:pt>
                <c:pt idx="1094">
                  <c:v>14-05-2004</c:v>
                </c:pt>
                <c:pt idx="1095">
                  <c:v>17-05-2004</c:v>
                </c:pt>
                <c:pt idx="1096">
                  <c:v>18-05-2004</c:v>
                </c:pt>
                <c:pt idx="1097">
                  <c:v>19-05-2004</c:v>
                </c:pt>
                <c:pt idx="1098">
                  <c:v>20-05-2004</c:v>
                </c:pt>
                <c:pt idx="1099">
                  <c:v>21-05-2004</c:v>
                </c:pt>
                <c:pt idx="1100">
                  <c:v>24-05-2004</c:v>
                </c:pt>
                <c:pt idx="1101">
                  <c:v>25-05-2004</c:v>
                </c:pt>
                <c:pt idx="1102">
                  <c:v>26-05-2004</c:v>
                </c:pt>
                <c:pt idx="1103">
                  <c:v>27-05-2004</c:v>
                </c:pt>
                <c:pt idx="1104">
                  <c:v>28-05-2004</c:v>
                </c:pt>
                <c:pt idx="1105">
                  <c:v>31-05-2004</c:v>
                </c:pt>
                <c:pt idx="1106">
                  <c:v>01-06-2004</c:v>
                </c:pt>
                <c:pt idx="1107">
                  <c:v>02-06-2004</c:v>
                </c:pt>
                <c:pt idx="1108">
                  <c:v>03-06-2004</c:v>
                </c:pt>
                <c:pt idx="1109">
                  <c:v>04-06-2004</c:v>
                </c:pt>
                <c:pt idx="1110">
                  <c:v>07-06-2004</c:v>
                </c:pt>
                <c:pt idx="1111">
                  <c:v>08-06-2004</c:v>
                </c:pt>
                <c:pt idx="1112">
                  <c:v>09-06-2004</c:v>
                </c:pt>
                <c:pt idx="1113">
                  <c:v>10-06-2004</c:v>
                </c:pt>
                <c:pt idx="1114">
                  <c:v>11-06-2004</c:v>
                </c:pt>
                <c:pt idx="1115">
                  <c:v>14-06-2004</c:v>
                </c:pt>
                <c:pt idx="1116">
                  <c:v>15-06-2004</c:v>
                </c:pt>
                <c:pt idx="1117">
                  <c:v>16-06-2004</c:v>
                </c:pt>
                <c:pt idx="1118">
                  <c:v>17-06-2004</c:v>
                </c:pt>
                <c:pt idx="1119">
                  <c:v>18-06-2004</c:v>
                </c:pt>
                <c:pt idx="1120">
                  <c:v>21-06-2004</c:v>
                </c:pt>
                <c:pt idx="1121">
                  <c:v>22-06-2004</c:v>
                </c:pt>
                <c:pt idx="1122">
                  <c:v>23-06-2004</c:v>
                </c:pt>
                <c:pt idx="1123">
                  <c:v>24-06-2004</c:v>
                </c:pt>
                <c:pt idx="1124">
                  <c:v>25-06-2004</c:v>
                </c:pt>
                <c:pt idx="1125">
                  <c:v>28-06-2004</c:v>
                </c:pt>
                <c:pt idx="1126">
                  <c:v>29-06-2004</c:v>
                </c:pt>
                <c:pt idx="1127">
                  <c:v>30-06-2004</c:v>
                </c:pt>
                <c:pt idx="1128">
                  <c:v>01-07-2004</c:v>
                </c:pt>
                <c:pt idx="1129">
                  <c:v>02-07-2004</c:v>
                </c:pt>
                <c:pt idx="1130">
                  <c:v>05-07-2004</c:v>
                </c:pt>
                <c:pt idx="1131">
                  <c:v>06-07-2004</c:v>
                </c:pt>
                <c:pt idx="1132">
                  <c:v>07-07-2004</c:v>
                </c:pt>
                <c:pt idx="1133">
                  <c:v>08-07-2004</c:v>
                </c:pt>
                <c:pt idx="1134">
                  <c:v>09-07-2004</c:v>
                </c:pt>
                <c:pt idx="1135">
                  <c:v>12-07-2004</c:v>
                </c:pt>
                <c:pt idx="1136">
                  <c:v>13-07-2004</c:v>
                </c:pt>
                <c:pt idx="1137">
                  <c:v>14-07-2004</c:v>
                </c:pt>
                <c:pt idx="1138">
                  <c:v>15-07-2004</c:v>
                </c:pt>
                <c:pt idx="1139">
                  <c:v>16-07-2004</c:v>
                </c:pt>
                <c:pt idx="1140">
                  <c:v>19-07-2004</c:v>
                </c:pt>
                <c:pt idx="1141">
                  <c:v>20-07-2004</c:v>
                </c:pt>
                <c:pt idx="1142">
                  <c:v>21-07-2004</c:v>
                </c:pt>
                <c:pt idx="1143">
                  <c:v>22-07-2004</c:v>
                </c:pt>
                <c:pt idx="1144">
                  <c:v>23-07-2004</c:v>
                </c:pt>
                <c:pt idx="1145">
                  <c:v>26-07-2004</c:v>
                </c:pt>
                <c:pt idx="1146">
                  <c:v>27-07-2004</c:v>
                </c:pt>
                <c:pt idx="1147">
                  <c:v>28-07-2004</c:v>
                </c:pt>
                <c:pt idx="1148">
                  <c:v>29-07-2004</c:v>
                </c:pt>
                <c:pt idx="1149">
                  <c:v>30-07-2004</c:v>
                </c:pt>
                <c:pt idx="1150">
                  <c:v>02-08-2004</c:v>
                </c:pt>
                <c:pt idx="1151">
                  <c:v>03-08-2004</c:v>
                </c:pt>
                <c:pt idx="1152">
                  <c:v>04-08-2004</c:v>
                </c:pt>
                <c:pt idx="1153">
                  <c:v>05-08-2004</c:v>
                </c:pt>
                <c:pt idx="1154">
                  <c:v>06-08-2004</c:v>
                </c:pt>
                <c:pt idx="1155">
                  <c:v>09-08-2004</c:v>
                </c:pt>
                <c:pt idx="1156">
                  <c:v>10-08-2004</c:v>
                </c:pt>
                <c:pt idx="1157">
                  <c:v>11-08-2004</c:v>
                </c:pt>
                <c:pt idx="1158">
                  <c:v>12-08-2004</c:v>
                </c:pt>
                <c:pt idx="1159">
                  <c:v>13-08-2004</c:v>
                </c:pt>
                <c:pt idx="1160">
                  <c:v>16-08-2004</c:v>
                </c:pt>
                <c:pt idx="1161">
                  <c:v>17-08-2004</c:v>
                </c:pt>
                <c:pt idx="1162">
                  <c:v>18-08-2004</c:v>
                </c:pt>
                <c:pt idx="1163">
                  <c:v>19-08-2004</c:v>
                </c:pt>
                <c:pt idx="1164">
                  <c:v>20-08-2004</c:v>
                </c:pt>
                <c:pt idx="1165">
                  <c:v>23-08-2004</c:v>
                </c:pt>
                <c:pt idx="1166">
                  <c:v>24-08-2004</c:v>
                </c:pt>
                <c:pt idx="1167">
                  <c:v>25-08-2004</c:v>
                </c:pt>
                <c:pt idx="1168">
                  <c:v>26-08-2004</c:v>
                </c:pt>
                <c:pt idx="1169">
                  <c:v>27-08-2004</c:v>
                </c:pt>
                <c:pt idx="1170">
                  <c:v>30-08-2004</c:v>
                </c:pt>
                <c:pt idx="1171">
                  <c:v>31-08-2004</c:v>
                </c:pt>
                <c:pt idx="1172">
                  <c:v>01-09-2004</c:v>
                </c:pt>
                <c:pt idx="1173">
                  <c:v>02-09-2004</c:v>
                </c:pt>
                <c:pt idx="1174">
                  <c:v>03-09-2004</c:v>
                </c:pt>
                <c:pt idx="1175">
                  <c:v>06-09-2004</c:v>
                </c:pt>
                <c:pt idx="1176">
                  <c:v>07-09-2004</c:v>
                </c:pt>
                <c:pt idx="1177">
                  <c:v>08-09-2004</c:v>
                </c:pt>
                <c:pt idx="1178">
                  <c:v>09-09-2004</c:v>
                </c:pt>
                <c:pt idx="1179">
                  <c:v>10-09-2004</c:v>
                </c:pt>
                <c:pt idx="1180">
                  <c:v>13-09-2004</c:v>
                </c:pt>
                <c:pt idx="1181">
                  <c:v>14-09-2004</c:v>
                </c:pt>
                <c:pt idx="1182">
                  <c:v>15-09-2004</c:v>
                </c:pt>
                <c:pt idx="1183">
                  <c:v>16-09-2004</c:v>
                </c:pt>
                <c:pt idx="1184">
                  <c:v>17-09-2004</c:v>
                </c:pt>
                <c:pt idx="1185">
                  <c:v>20-09-2004</c:v>
                </c:pt>
                <c:pt idx="1186">
                  <c:v>21-09-2004</c:v>
                </c:pt>
                <c:pt idx="1187">
                  <c:v>22-09-2004</c:v>
                </c:pt>
                <c:pt idx="1188">
                  <c:v>23-09-2004</c:v>
                </c:pt>
                <c:pt idx="1189">
                  <c:v>24-09-2004</c:v>
                </c:pt>
                <c:pt idx="1190">
                  <c:v>27-09-2004</c:v>
                </c:pt>
                <c:pt idx="1191">
                  <c:v>28-09-2004</c:v>
                </c:pt>
                <c:pt idx="1192">
                  <c:v>29-09-2004</c:v>
                </c:pt>
                <c:pt idx="1193">
                  <c:v>30-09-2004</c:v>
                </c:pt>
                <c:pt idx="1194">
                  <c:v>01-10-2004</c:v>
                </c:pt>
                <c:pt idx="1195">
                  <c:v>04-10-2004</c:v>
                </c:pt>
                <c:pt idx="1196">
                  <c:v>05-10-2004</c:v>
                </c:pt>
                <c:pt idx="1197">
                  <c:v>06-10-2004</c:v>
                </c:pt>
                <c:pt idx="1198">
                  <c:v>07-10-2004</c:v>
                </c:pt>
                <c:pt idx="1199">
                  <c:v>08-10-2004</c:v>
                </c:pt>
                <c:pt idx="1200">
                  <c:v>09-10-2004</c:v>
                </c:pt>
                <c:pt idx="1201">
                  <c:v>11-10-2004</c:v>
                </c:pt>
                <c:pt idx="1202">
                  <c:v>12-10-2004</c:v>
                </c:pt>
                <c:pt idx="1203">
                  <c:v>14-10-2004</c:v>
                </c:pt>
                <c:pt idx="1204">
                  <c:v>15-10-2004</c:v>
                </c:pt>
                <c:pt idx="1205">
                  <c:v>18-10-2004</c:v>
                </c:pt>
                <c:pt idx="1206">
                  <c:v>19-10-2004</c:v>
                </c:pt>
                <c:pt idx="1207">
                  <c:v>20-10-2004</c:v>
                </c:pt>
                <c:pt idx="1208">
                  <c:v>21-10-2004</c:v>
                </c:pt>
                <c:pt idx="1209">
                  <c:v>25-10-2004</c:v>
                </c:pt>
                <c:pt idx="1210">
                  <c:v>26-10-2004</c:v>
                </c:pt>
                <c:pt idx="1211">
                  <c:v>27-10-2004</c:v>
                </c:pt>
                <c:pt idx="1212">
                  <c:v>28-10-2004</c:v>
                </c:pt>
                <c:pt idx="1213">
                  <c:v>29-10-2004</c:v>
                </c:pt>
                <c:pt idx="1214">
                  <c:v>01-11-2004</c:v>
                </c:pt>
                <c:pt idx="1215">
                  <c:v>02-11-2004</c:v>
                </c:pt>
                <c:pt idx="1216">
                  <c:v>03-11-2004</c:v>
                </c:pt>
                <c:pt idx="1217">
                  <c:v>04-11-2004</c:v>
                </c:pt>
                <c:pt idx="1218">
                  <c:v>05-11-2004</c:v>
                </c:pt>
                <c:pt idx="1219">
                  <c:v>08-11-2004</c:v>
                </c:pt>
                <c:pt idx="1220">
                  <c:v>09-11-2004</c:v>
                </c:pt>
                <c:pt idx="1221">
                  <c:v>10-11-2004</c:v>
                </c:pt>
                <c:pt idx="1222">
                  <c:v>11-11-2004</c:v>
                </c:pt>
                <c:pt idx="1223">
                  <c:v>12-11-2004</c:v>
                </c:pt>
                <c:pt idx="1224">
                  <c:v>16-11-2004</c:v>
                </c:pt>
                <c:pt idx="1225">
                  <c:v>17-11-2004</c:v>
                </c:pt>
                <c:pt idx="1226">
                  <c:v>18-11-2004</c:v>
                </c:pt>
                <c:pt idx="1227">
                  <c:v>19-11-2004</c:v>
                </c:pt>
                <c:pt idx="1228">
                  <c:v>22-11-2004</c:v>
                </c:pt>
                <c:pt idx="1229">
                  <c:v>23-11-2004</c:v>
                </c:pt>
                <c:pt idx="1230">
                  <c:v>24-11-2004</c:v>
                </c:pt>
                <c:pt idx="1231">
                  <c:v>25-11-2004</c:v>
                </c:pt>
                <c:pt idx="1232">
                  <c:v>29-11-2004</c:v>
                </c:pt>
                <c:pt idx="1233">
                  <c:v>30-11-2004</c:v>
                </c:pt>
                <c:pt idx="1234">
                  <c:v>01-12-2004</c:v>
                </c:pt>
                <c:pt idx="1235">
                  <c:v>02-12-2004</c:v>
                </c:pt>
                <c:pt idx="1236">
                  <c:v>03-12-2004</c:v>
                </c:pt>
                <c:pt idx="1237">
                  <c:v>06-12-2004</c:v>
                </c:pt>
                <c:pt idx="1238">
                  <c:v>07-12-2004</c:v>
                </c:pt>
                <c:pt idx="1239">
                  <c:v>08-12-2004</c:v>
                </c:pt>
                <c:pt idx="1240">
                  <c:v>09-12-2004</c:v>
                </c:pt>
                <c:pt idx="1241">
                  <c:v>10-12-2004</c:v>
                </c:pt>
                <c:pt idx="1242">
                  <c:v>13-12-2004</c:v>
                </c:pt>
                <c:pt idx="1243">
                  <c:v>14-12-2004</c:v>
                </c:pt>
                <c:pt idx="1244">
                  <c:v>15-12-2004</c:v>
                </c:pt>
                <c:pt idx="1245">
                  <c:v>16-12-2004</c:v>
                </c:pt>
                <c:pt idx="1246">
                  <c:v>17-12-2004</c:v>
                </c:pt>
                <c:pt idx="1247">
                  <c:v>20-12-2004</c:v>
                </c:pt>
                <c:pt idx="1248">
                  <c:v>21-12-2004</c:v>
                </c:pt>
                <c:pt idx="1249">
                  <c:v>22-12-2004</c:v>
                </c:pt>
                <c:pt idx="1250">
                  <c:v>23-12-2004</c:v>
                </c:pt>
                <c:pt idx="1251">
                  <c:v>24-12-2004</c:v>
                </c:pt>
                <c:pt idx="1252">
                  <c:v>27-12-2004</c:v>
                </c:pt>
                <c:pt idx="1253">
                  <c:v>28-12-2004</c:v>
                </c:pt>
                <c:pt idx="1254">
                  <c:v>29-12-2004</c:v>
                </c:pt>
                <c:pt idx="1255">
                  <c:v>30-12-2004</c:v>
                </c:pt>
                <c:pt idx="1256">
                  <c:v>31-12-2004</c:v>
                </c:pt>
                <c:pt idx="1257">
                  <c:v>03-01-2005</c:v>
                </c:pt>
                <c:pt idx="1258">
                  <c:v>04-01-2005</c:v>
                </c:pt>
                <c:pt idx="1259">
                  <c:v>05-01-2005</c:v>
                </c:pt>
                <c:pt idx="1260">
                  <c:v>06-01-2005</c:v>
                </c:pt>
                <c:pt idx="1261">
                  <c:v>07-01-2005</c:v>
                </c:pt>
                <c:pt idx="1262">
                  <c:v>10-01-2005</c:v>
                </c:pt>
                <c:pt idx="1263">
                  <c:v>11-01-2005</c:v>
                </c:pt>
                <c:pt idx="1264">
                  <c:v>12-01-2005</c:v>
                </c:pt>
                <c:pt idx="1265">
                  <c:v>13-01-2005</c:v>
                </c:pt>
                <c:pt idx="1266">
                  <c:v>14-01-2005</c:v>
                </c:pt>
                <c:pt idx="1267">
                  <c:v>17-01-2005</c:v>
                </c:pt>
                <c:pt idx="1268">
                  <c:v>18-01-2005</c:v>
                </c:pt>
                <c:pt idx="1269">
                  <c:v>19-01-2005</c:v>
                </c:pt>
                <c:pt idx="1270">
                  <c:v>20-01-2005</c:v>
                </c:pt>
                <c:pt idx="1271">
                  <c:v>24-01-2005</c:v>
                </c:pt>
                <c:pt idx="1272">
                  <c:v>25-01-2005</c:v>
                </c:pt>
                <c:pt idx="1273">
                  <c:v>27-01-2005</c:v>
                </c:pt>
                <c:pt idx="1274">
                  <c:v>28-01-2005</c:v>
                </c:pt>
                <c:pt idx="1275">
                  <c:v>31-01-2005</c:v>
                </c:pt>
                <c:pt idx="1276">
                  <c:v>01-02-2005</c:v>
                </c:pt>
                <c:pt idx="1277">
                  <c:v>02-02-2005</c:v>
                </c:pt>
                <c:pt idx="1278">
                  <c:v>03-02-2005</c:v>
                </c:pt>
                <c:pt idx="1279">
                  <c:v>04-02-2005</c:v>
                </c:pt>
                <c:pt idx="1280">
                  <c:v>07-02-2005</c:v>
                </c:pt>
                <c:pt idx="1281">
                  <c:v>08-02-2005</c:v>
                </c:pt>
                <c:pt idx="1282">
                  <c:v>09-02-2005</c:v>
                </c:pt>
                <c:pt idx="1283">
                  <c:v>10-02-2005</c:v>
                </c:pt>
                <c:pt idx="1284">
                  <c:v>11-02-2005</c:v>
                </c:pt>
                <c:pt idx="1285">
                  <c:v>14-02-2005</c:v>
                </c:pt>
                <c:pt idx="1286">
                  <c:v>15-02-2005</c:v>
                </c:pt>
                <c:pt idx="1287">
                  <c:v>16-02-2005</c:v>
                </c:pt>
                <c:pt idx="1288">
                  <c:v>17-02-2005</c:v>
                </c:pt>
                <c:pt idx="1289">
                  <c:v>18-02-2005</c:v>
                </c:pt>
                <c:pt idx="1290">
                  <c:v>21-02-2005</c:v>
                </c:pt>
                <c:pt idx="1291">
                  <c:v>22-02-2005</c:v>
                </c:pt>
                <c:pt idx="1292">
                  <c:v>23-02-2005</c:v>
                </c:pt>
                <c:pt idx="1293">
                  <c:v>24-02-2005</c:v>
                </c:pt>
                <c:pt idx="1294">
                  <c:v>25-02-2005</c:v>
                </c:pt>
                <c:pt idx="1295">
                  <c:v>28-02-2005</c:v>
                </c:pt>
                <c:pt idx="1296">
                  <c:v>01-03-2005</c:v>
                </c:pt>
                <c:pt idx="1297">
                  <c:v>02-03-2005</c:v>
                </c:pt>
                <c:pt idx="1298">
                  <c:v>03-03-2005</c:v>
                </c:pt>
                <c:pt idx="1299">
                  <c:v>04-03-2005</c:v>
                </c:pt>
                <c:pt idx="1300">
                  <c:v>07-03-2005</c:v>
                </c:pt>
                <c:pt idx="1301">
                  <c:v>08-03-2005</c:v>
                </c:pt>
                <c:pt idx="1302">
                  <c:v>09-03-2005</c:v>
                </c:pt>
                <c:pt idx="1303">
                  <c:v>10-03-2005</c:v>
                </c:pt>
                <c:pt idx="1304">
                  <c:v>11-03-2005</c:v>
                </c:pt>
                <c:pt idx="1305">
                  <c:v>14-03-2005</c:v>
                </c:pt>
                <c:pt idx="1306">
                  <c:v>15-03-2005</c:v>
                </c:pt>
                <c:pt idx="1307">
                  <c:v>16-03-2005</c:v>
                </c:pt>
                <c:pt idx="1308">
                  <c:v>17-03-2005</c:v>
                </c:pt>
                <c:pt idx="1309">
                  <c:v>18-03-2005</c:v>
                </c:pt>
                <c:pt idx="1310">
                  <c:v>21-03-2005</c:v>
                </c:pt>
                <c:pt idx="1311">
                  <c:v>22-03-2005</c:v>
                </c:pt>
                <c:pt idx="1312">
                  <c:v>23-03-2005</c:v>
                </c:pt>
                <c:pt idx="1313">
                  <c:v>24-03-2005</c:v>
                </c:pt>
                <c:pt idx="1314">
                  <c:v>28-03-2005</c:v>
                </c:pt>
                <c:pt idx="1315">
                  <c:v>29-03-2005</c:v>
                </c:pt>
                <c:pt idx="1316">
                  <c:v>30-03-2005</c:v>
                </c:pt>
                <c:pt idx="1317">
                  <c:v>31-03-2005</c:v>
                </c:pt>
                <c:pt idx="1318">
                  <c:v>01-04-2005</c:v>
                </c:pt>
                <c:pt idx="1319">
                  <c:v>04-04-2005</c:v>
                </c:pt>
                <c:pt idx="1320">
                  <c:v>05-04-2005</c:v>
                </c:pt>
                <c:pt idx="1321">
                  <c:v>06-04-2005</c:v>
                </c:pt>
                <c:pt idx="1322">
                  <c:v>07-04-2005</c:v>
                </c:pt>
                <c:pt idx="1323">
                  <c:v>08-04-2005</c:v>
                </c:pt>
                <c:pt idx="1324">
                  <c:v>11-04-2005</c:v>
                </c:pt>
                <c:pt idx="1325">
                  <c:v>12-04-2005</c:v>
                </c:pt>
                <c:pt idx="1326">
                  <c:v>13-04-2005</c:v>
                </c:pt>
                <c:pt idx="1327">
                  <c:v>15-04-2005</c:v>
                </c:pt>
                <c:pt idx="1328">
                  <c:v>18-04-2005</c:v>
                </c:pt>
                <c:pt idx="1329">
                  <c:v>19-04-2005</c:v>
                </c:pt>
                <c:pt idx="1330">
                  <c:v>20-04-2005</c:v>
                </c:pt>
                <c:pt idx="1331">
                  <c:v>21-04-2005</c:v>
                </c:pt>
                <c:pt idx="1332">
                  <c:v>22-04-2005</c:v>
                </c:pt>
                <c:pt idx="1333">
                  <c:v>25-04-2005</c:v>
                </c:pt>
                <c:pt idx="1334">
                  <c:v>26-04-2005</c:v>
                </c:pt>
                <c:pt idx="1335">
                  <c:v>27-04-2005</c:v>
                </c:pt>
                <c:pt idx="1336">
                  <c:v>28-04-2005</c:v>
                </c:pt>
                <c:pt idx="1337">
                  <c:v>29-04-2005</c:v>
                </c:pt>
                <c:pt idx="1338">
                  <c:v>02-05-2005</c:v>
                </c:pt>
                <c:pt idx="1339">
                  <c:v>03-05-2005</c:v>
                </c:pt>
                <c:pt idx="1340">
                  <c:v>04-05-2005</c:v>
                </c:pt>
                <c:pt idx="1341">
                  <c:v>05-05-2005</c:v>
                </c:pt>
                <c:pt idx="1342">
                  <c:v>06-05-2005</c:v>
                </c:pt>
                <c:pt idx="1343">
                  <c:v>09-05-2005</c:v>
                </c:pt>
                <c:pt idx="1344">
                  <c:v>10-05-2005</c:v>
                </c:pt>
                <c:pt idx="1345">
                  <c:v>11-05-2005</c:v>
                </c:pt>
                <c:pt idx="1346">
                  <c:v>12-05-2005</c:v>
                </c:pt>
                <c:pt idx="1347">
                  <c:v>13-05-2005</c:v>
                </c:pt>
                <c:pt idx="1348">
                  <c:v>16-05-2005</c:v>
                </c:pt>
                <c:pt idx="1349">
                  <c:v>17-05-2005</c:v>
                </c:pt>
                <c:pt idx="1350">
                  <c:v>18-05-2005</c:v>
                </c:pt>
                <c:pt idx="1351">
                  <c:v>19-05-2005</c:v>
                </c:pt>
                <c:pt idx="1352">
                  <c:v>20-05-2005</c:v>
                </c:pt>
                <c:pt idx="1353">
                  <c:v>23-05-2005</c:v>
                </c:pt>
                <c:pt idx="1354">
                  <c:v>24-05-2005</c:v>
                </c:pt>
                <c:pt idx="1355">
                  <c:v>25-05-2005</c:v>
                </c:pt>
                <c:pt idx="1356">
                  <c:v>26-05-2005</c:v>
                </c:pt>
                <c:pt idx="1357">
                  <c:v>27-05-2005</c:v>
                </c:pt>
                <c:pt idx="1358">
                  <c:v>30-05-2005</c:v>
                </c:pt>
                <c:pt idx="1359">
                  <c:v>31-05-2005</c:v>
                </c:pt>
                <c:pt idx="1360">
                  <c:v>01-06-2005</c:v>
                </c:pt>
                <c:pt idx="1361">
                  <c:v>02-06-2005</c:v>
                </c:pt>
                <c:pt idx="1362">
                  <c:v>03-06-2005</c:v>
                </c:pt>
                <c:pt idx="1363">
                  <c:v>04-06-2005</c:v>
                </c:pt>
                <c:pt idx="1364">
                  <c:v>06-06-2005</c:v>
                </c:pt>
                <c:pt idx="1365">
                  <c:v>07-06-2005</c:v>
                </c:pt>
                <c:pt idx="1366">
                  <c:v>08-06-2005</c:v>
                </c:pt>
                <c:pt idx="1367">
                  <c:v>09-06-2005</c:v>
                </c:pt>
                <c:pt idx="1368">
                  <c:v>10-06-2005</c:v>
                </c:pt>
                <c:pt idx="1369">
                  <c:v>13-06-2005</c:v>
                </c:pt>
                <c:pt idx="1370">
                  <c:v>14-06-2005</c:v>
                </c:pt>
                <c:pt idx="1371">
                  <c:v>15-06-2005</c:v>
                </c:pt>
                <c:pt idx="1372">
                  <c:v>16-06-2005</c:v>
                </c:pt>
                <c:pt idx="1373">
                  <c:v>17-06-2005</c:v>
                </c:pt>
                <c:pt idx="1374">
                  <c:v>20-06-2005</c:v>
                </c:pt>
                <c:pt idx="1375">
                  <c:v>21-06-2005</c:v>
                </c:pt>
                <c:pt idx="1376">
                  <c:v>22-06-2005</c:v>
                </c:pt>
                <c:pt idx="1377">
                  <c:v>23-06-2005</c:v>
                </c:pt>
                <c:pt idx="1378">
                  <c:v>24-06-2005</c:v>
                </c:pt>
                <c:pt idx="1379">
                  <c:v>27-06-2005</c:v>
                </c:pt>
                <c:pt idx="1380">
                  <c:v>28-06-2005</c:v>
                </c:pt>
                <c:pt idx="1381">
                  <c:v>29-06-2005</c:v>
                </c:pt>
                <c:pt idx="1382">
                  <c:v>30-06-2005</c:v>
                </c:pt>
                <c:pt idx="1383">
                  <c:v>01-07-2005</c:v>
                </c:pt>
                <c:pt idx="1384">
                  <c:v>04-07-2005</c:v>
                </c:pt>
                <c:pt idx="1385">
                  <c:v>05-07-2005</c:v>
                </c:pt>
                <c:pt idx="1386">
                  <c:v>06-07-2005</c:v>
                </c:pt>
                <c:pt idx="1387">
                  <c:v>07-07-2005</c:v>
                </c:pt>
                <c:pt idx="1388">
                  <c:v>08-07-2005</c:v>
                </c:pt>
                <c:pt idx="1389">
                  <c:v>11-07-2005</c:v>
                </c:pt>
                <c:pt idx="1390">
                  <c:v>12-07-2005</c:v>
                </c:pt>
                <c:pt idx="1391">
                  <c:v>13-07-2005</c:v>
                </c:pt>
                <c:pt idx="1392">
                  <c:v>14-07-2005</c:v>
                </c:pt>
                <c:pt idx="1393">
                  <c:v>15-07-2005</c:v>
                </c:pt>
                <c:pt idx="1394">
                  <c:v>18-07-2005</c:v>
                </c:pt>
                <c:pt idx="1395">
                  <c:v>19-07-2005</c:v>
                </c:pt>
                <c:pt idx="1396">
                  <c:v>20-07-2005</c:v>
                </c:pt>
                <c:pt idx="1397">
                  <c:v>21-07-2005</c:v>
                </c:pt>
                <c:pt idx="1398">
                  <c:v>22-07-2005</c:v>
                </c:pt>
                <c:pt idx="1399">
                  <c:v>25-07-2005</c:v>
                </c:pt>
                <c:pt idx="1400">
                  <c:v>26-07-2005</c:v>
                </c:pt>
                <c:pt idx="1401">
                  <c:v>27-07-2005</c:v>
                </c:pt>
                <c:pt idx="1402">
                  <c:v>29-07-2005</c:v>
                </c:pt>
                <c:pt idx="1403">
                  <c:v>01-08-2005</c:v>
                </c:pt>
                <c:pt idx="1404">
                  <c:v>02-08-2005</c:v>
                </c:pt>
                <c:pt idx="1405">
                  <c:v>03-08-2005</c:v>
                </c:pt>
                <c:pt idx="1406">
                  <c:v>04-08-2005</c:v>
                </c:pt>
                <c:pt idx="1407">
                  <c:v>05-08-2005</c:v>
                </c:pt>
                <c:pt idx="1408">
                  <c:v>08-08-2005</c:v>
                </c:pt>
                <c:pt idx="1409">
                  <c:v>09-08-2005</c:v>
                </c:pt>
                <c:pt idx="1410">
                  <c:v>10-08-2005</c:v>
                </c:pt>
                <c:pt idx="1411">
                  <c:v>11-08-2005</c:v>
                </c:pt>
                <c:pt idx="1412">
                  <c:v>12-08-2005</c:v>
                </c:pt>
                <c:pt idx="1413">
                  <c:v>16-08-2005</c:v>
                </c:pt>
                <c:pt idx="1414">
                  <c:v>17-08-2005</c:v>
                </c:pt>
                <c:pt idx="1415">
                  <c:v>18-08-2005</c:v>
                </c:pt>
                <c:pt idx="1416">
                  <c:v>19-08-2005</c:v>
                </c:pt>
                <c:pt idx="1417">
                  <c:v>22-08-2005</c:v>
                </c:pt>
                <c:pt idx="1418">
                  <c:v>23-08-2005</c:v>
                </c:pt>
                <c:pt idx="1419">
                  <c:v>24-08-2005</c:v>
                </c:pt>
                <c:pt idx="1420">
                  <c:v>25-08-2005</c:v>
                </c:pt>
                <c:pt idx="1421">
                  <c:v>26-08-2005</c:v>
                </c:pt>
                <c:pt idx="1422">
                  <c:v>29-08-2005</c:v>
                </c:pt>
                <c:pt idx="1423">
                  <c:v>30-08-2005</c:v>
                </c:pt>
                <c:pt idx="1424">
                  <c:v>31-08-2005</c:v>
                </c:pt>
                <c:pt idx="1425">
                  <c:v>01-09-2005</c:v>
                </c:pt>
                <c:pt idx="1426">
                  <c:v>02-09-2005</c:v>
                </c:pt>
                <c:pt idx="1427">
                  <c:v>05-09-2005</c:v>
                </c:pt>
                <c:pt idx="1428">
                  <c:v>06-09-2005</c:v>
                </c:pt>
                <c:pt idx="1429">
                  <c:v>08-09-2005</c:v>
                </c:pt>
                <c:pt idx="1430">
                  <c:v>09-09-2005</c:v>
                </c:pt>
                <c:pt idx="1431">
                  <c:v>12-09-2005</c:v>
                </c:pt>
                <c:pt idx="1432">
                  <c:v>13-09-2005</c:v>
                </c:pt>
                <c:pt idx="1433">
                  <c:v>14-09-2005</c:v>
                </c:pt>
                <c:pt idx="1434">
                  <c:v>15-09-2005</c:v>
                </c:pt>
                <c:pt idx="1435">
                  <c:v>16-09-2005</c:v>
                </c:pt>
                <c:pt idx="1436">
                  <c:v>19-09-2005</c:v>
                </c:pt>
                <c:pt idx="1437">
                  <c:v>20-09-2005</c:v>
                </c:pt>
                <c:pt idx="1438">
                  <c:v>21-09-2005</c:v>
                </c:pt>
                <c:pt idx="1439">
                  <c:v>22-09-2005</c:v>
                </c:pt>
                <c:pt idx="1440">
                  <c:v>23-09-2005</c:v>
                </c:pt>
                <c:pt idx="1441">
                  <c:v>26-09-2005</c:v>
                </c:pt>
                <c:pt idx="1442">
                  <c:v>27-09-2005</c:v>
                </c:pt>
                <c:pt idx="1443">
                  <c:v>28-09-2005</c:v>
                </c:pt>
                <c:pt idx="1444">
                  <c:v>29-09-2005</c:v>
                </c:pt>
                <c:pt idx="1445">
                  <c:v>30-09-2005</c:v>
                </c:pt>
                <c:pt idx="1446">
                  <c:v>03-10-2005</c:v>
                </c:pt>
                <c:pt idx="1447">
                  <c:v>04-10-2005</c:v>
                </c:pt>
                <c:pt idx="1448">
                  <c:v>05-10-2005</c:v>
                </c:pt>
                <c:pt idx="1449">
                  <c:v>06-10-2005</c:v>
                </c:pt>
                <c:pt idx="1450">
                  <c:v>07-10-2005</c:v>
                </c:pt>
                <c:pt idx="1451">
                  <c:v>10-10-2005</c:v>
                </c:pt>
                <c:pt idx="1452">
                  <c:v>11-10-2005</c:v>
                </c:pt>
                <c:pt idx="1453">
                  <c:v>13-10-2005</c:v>
                </c:pt>
                <c:pt idx="1454">
                  <c:v>14-10-2005</c:v>
                </c:pt>
                <c:pt idx="1455">
                  <c:v>17-10-2005</c:v>
                </c:pt>
                <c:pt idx="1456">
                  <c:v>18-10-2005</c:v>
                </c:pt>
                <c:pt idx="1457">
                  <c:v>19-10-2005</c:v>
                </c:pt>
                <c:pt idx="1458">
                  <c:v>20-10-2005</c:v>
                </c:pt>
                <c:pt idx="1459">
                  <c:v>21-10-2005</c:v>
                </c:pt>
                <c:pt idx="1460">
                  <c:v>24-10-2005</c:v>
                </c:pt>
                <c:pt idx="1461">
                  <c:v>25-10-2005</c:v>
                </c:pt>
                <c:pt idx="1462">
                  <c:v>26-10-2005</c:v>
                </c:pt>
                <c:pt idx="1463">
                  <c:v>27-10-2005</c:v>
                </c:pt>
                <c:pt idx="1464">
                  <c:v>28-10-2005</c:v>
                </c:pt>
                <c:pt idx="1465">
                  <c:v>31-10-2005</c:v>
                </c:pt>
                <c:pt idx="1466">
                  <c:v>01-11-2005</c:v>
                </c:pt>
                <c:pt idx="1467">
                  <c:v>02-11-2005</c:v>
                </c:pt>
                <c:pt idx="1468">
                  <c:v>07-11-2005</c:v>
                </c:pt>
                <c:pt idx="1469">
                  <c:v>08-11-2005</c:v>
                </c:pt>
                <c:pt idx="1470">
                  <c:v>09-11-2005</c:v>
                </c:pt>
                <c:pt idx="1471">
                  <c:v>10-11-2005</c:v>
                </c:pt>
                <c:pt idx="1472">
                  <c:v>11-11-2005</c:v>
                </c:pt>
                <c:pt idx="1473">
                  <c:v>14-11-2005</c:v>
                </c:pt>
                <c:pt idx="1474">
                  <c:v>16-11-2005</c:v>
                </c:pt>
                <c:pt idx="1475">
                  <c:v>17-11-2005</c:v>
                </c:pt>
                <c:pt idx="1476">
                  <c:v>18-11-2005</c:v>
                </c:pt>
                <c:pt idx="1477">
                  <c:v>21-11-2005</c:v>
                </c:pt>
                <c:pt idx="1478">
                  <c:v>22-11-2005</c:v>
                </c:pt>
                <c:pt idx="1479">
                  <c:v>23-11-2005</c:v>
                </c:pt>
                <c:pt idx="1480">
                  <c:v>24-11-2005</c:v>
                </c:pt>
                <c:pt idx="1481">
                  <c:v>25-11-2005</c:v>
                </c:pt>
                <c:pt idx="1482">
                  <c:v>26-11-2005</c:v>
                </c:pt>
                <c:pt idx="1483">
                  <c:v>28-11-2005</c:v>
                </c:pt>
                <c:pt idx="1484">
                  <c:v>29-11-2005</c:v>
                </c:pt>
                <c:pt idx="1485">
                  <c:v>30-11-2005</c:v>
                </c:pt>
                <c:pt idx="1486">
                  <c:v>01-12-2005</c:v>
                </c:pt>
                <c:pt idx="1487">
                  <c:v>02-12-2005</c:v>
                </c:pt>
                <c:pt idx="1488">
                  <c:v>05-12-2005</c:v>
                </c:pt>
                <c:pt idx="1489">
                  <c:v>06-12-2005</c:v>
                </c:pt>
                <c:pt idx="1490">
                  <c:v>07-12-2005</c:v>
                </c:pt>
                <c:pt idx="1491">
                  <c:v>08-12-2005</c:v>
                </c:pt>
                <c:pt idx="1492">
                  <c:v>09-12-2005</c:v>
                </c:pt>
                <c:pt idx="1493">
                  <c:v>12-12-2005</c:v>
                </c:pt>
                <c:pt idx="1494">
                  <c:v>13-12-2005</c:v>
                </c:pt>
                <c:pt idx="1495">
                  <c:v>14-12-2005</c:v>
                </c:pt>
                <c:pt idx="1496">
                  <c:v>15-12-2005</c:v>
                </c:pt>
                <c:pt idx="1497">
                  <c:v>16-12-2005</c:v>
                </c:pt>
                <c:pt idx="1498">
                  <c:v>19-12-2005</c:v>
                </c:pt>
                <c:pt idx="1499">
                  <c:v>20-12-2005</c:v>
                </c:pt>
                <c:pt idx="1500">
                  <c:v>21-12-2005</c:v>
                </c:pt>
                <c:pt idx="1501">
                  <c:v>22-12-2005</c:v>
                </c:pt>
                <c:pt idx="1502">
                  <c:v>23-12-2005</c:v>
                </c:pt>
                <c:pt idx="1503">
                  <c:v>26-12-2005</c:v>
                </c:pt>
                <c:pt idx="1504">
                  <c:v>27-12-2005</c:v>
                </c:pt>
                <c:pt idx="1505">
                  <c:v>28-12-2005</c:v>
                </c:pt>
                <c:pt idx="1506">
                  <c:v>29-12-2005</c:v>
                </c:pt>
                <c:pt idx="1507">
                  <c:v>30-12-2005</c:v>
                </c:pt>
                <c:pt idx="1508">
                  <c:v>02-01-2006</c:v>
                </c:pt>
                <c:pt idx="1509">
                  <c:v>03-01-2006</c:v>
                </c:pt>
                <c:pt idx="1510">
                  <c:v>04-01-2006</c:v>
                </c:pt>
                <c:pt idx="1511">
                  <c:v>05-01-2006</c:v>
                </c:pt>
                <c:pt idx="1512">
                  <c:v>06-01-2006</c:v>
                </c:pt>
                <c:pt idx="1513">
                  <c:v>09-01-2006</c:v>
                </c:pt>
                <c:pt idx="1514">
                  <c:v>10-01-2006</c:v>
                </c:pt>
                <c:pt idx="1515">
                  <c:v>12-01-2006</c:v>
                </c:pt>
                <c:pt idx="1516">
                  <c:v>13-01-2006</c:v>
                </c:pt>
                <c:pt idx="1517">
                  <c:v>16-01-2006</c:v>
                </c:pt>
                <c:pt idx="1518">
                  <c:v>17-01-2006</c:v>
                </c:pt>
                <c:pt idx="1519">
                  <c:v>18-01-2006</c:v>
                </c:pt>
                <c:pt idx="1520">
                  <c:v>19-01-2006</c:v>
                </c:pt>
                <c:pt idx="1521">
                  <c:v>20-01-2006</c:v>
                </c:pt>
                <c:pt idx="1522">
                  <c:v>23-01-2006</c:v>
                </c:pt>
                <c:pt idx="1523">
                  <c:v>24-01-2006</c:v>
                </c:pt>
                <c:pt idx="1524">
                  <c:v>25-01-2006</c:v>
                </c:pt>
                <c:pt idx="1525">
                  <c:v>27-01-2006</c:v>
                </c:pt>
                <c:pt idx="1526">
                  <c:v>30-01-2006</c:v>
                </c:pt>
                <c:pt idx="1527">
                  <c:v>31-01-2006</c:v>
                </c:pt>
                <c:pt idx="1528">
                  <c:v>01-02-2006</c:v>
                </c:pt>
                <c:pt idx="1529">
                  <c:v>02-02-2006</c:v>
                </c:pt>
                <c:pt idx="1530">
                  <c:v>03-02-2006</c:v>
                </c:pt>
                <c:pt idx="1531">
                  <c:v>06-02-2006</c:v>
                </c:pt>
                <c:pt idx="1532">
                  <c:v>07-02-2006</c:v>
                </c:pt>
                <c:pt idx="1533">
                  <c:v>08-02-2006</c:v>
                </c:pt>
                <c:pt idx="1534">
                  <c:v>10-02-2006</c:v>
                </c:pt>
                <c:pt idx="1535">
                  <c:v>13-02-2006</c:v>
                </c:pt>
                <c:pt idx="1536">
                  <c:v>14-02-2006</c:v>
                </c:pt>
                <c:pt idx="1537">
                  <c:v>15-02-2006</c:v>
                </c:pt>
                <c:pt idx="1538">
                  <c:v>16-02-2006</c:v>
                </c:pt>
                <c:pt idx="1539">
                  <c:v>17-02-2006</c:v>
                </c:pt>
                <c:pt idx="1540">
                  <c:v>20-02-2006</c:v>
                </c:pt>
                <c:pt idx="1541">
                  <c:v>21-02-2006</c:v>
                </c:pt>
                <c:pt idx="1542">
                  <c:v>22-02-2006</c:v>
                </c:pt>
                <c:pt idx="1543">
                  <c:v>23-02-2006</c:v>
                </c:pt>
                <c:pt idx="1544">
                  <c:v>24-02-2006</c:v>
                </c:pt>
                <c:pt idx="1545">
                  <c:v>27-02-2006</c:v>
                </c:pt>
                <c:pt idx="1546">
                  <c:v>28-02-2006</c:v>
                </c:pt>
                <c:pt idx="1547">
                  <c:v>01-03-2006</c:v>
                </c:pt>
                <c:pt idx="1548">
                  <c:v>02-03-2006</c:v>
                </c:pt>
                <c:pt idx="1549">
                  <c:v>03-03-2006</c:v>
                </c:pt>
                <c:pt idx="1550">
                  <c:v>06-03-2006</c:v>
                </c:pt>
                <c:pt idx="1551">
                  <c:v>07-03-2006</c:v>
                </c:pt>
                <c:pt idx="1552">
                  <c:v>08-03-2006</c:v>
                </c:pt>
                <c:pt idx="1553">
                  <c:v>09-03-2006</c:v>
                </c:pt>
                <c:pt idx="1554">
                  <c:v>10-03-2006</c:v>
                </c:pt>
                <c:pt idx="1555">
                  <c:v>13-03-2006</c:v>
                </c:pt>
                <c:pt idx="1556">
                  <c:v>14-03-2006</c:v>
                </c:pt>
                <c:pt idx="1557">
                  <c:v>16-03-2006</c:v>
                </c:pt>
                <c:pt idx="1558">
                  <c:v>17-03-2006</c:v>
                </c:pt>
                <c:pt idx="1559">
                  <c:v>20-03-2006</c:v>
                </c:pt>
                <c:pt idx="1560">
                  <c:v>21-03-2006</c:v>
                </c:pt>
                <c:pt idx="1561">
                  <c:v>22-03-2006</c:v>
                </c:pt>
                <c:pt idx="1562">
                  <c:v>23-03-2006</c:v>
                </c:pt>
                <c:pt idx="1563">
                  <c:v>24-03-2006</c:v>
                </c:pt>
                <c:pt idx="1564">
                  <c:v>27-03-2006</c:v>
                </c:pt>
                <c:pt idx="1565">
                  <c:v>28-03-2006</c:v>
                </c:pt>
                <c:pt idx="1566">
                  <c:v>29-03-2006</c:v>
                </c:pt>
                <c:pt idx="1567">
                  <c:v>30-03-2006</c:v>
                </c:pt>
                <c:pt idx="1568">
                  <c:v>31-03-2006</c:v>
                </c:pt>
                <c:pt idx="1569">
                  <c:v>03-04-2006</c:v>
                </c:pt>
                <c:pt idx="1570">
                  <c:v>04-04-2006</c:v>
                </c:pt>
                <c:pt idx="1571">
                  <c:v>05-04-2006</c:v>
                </c:pt>
                <c:pt idx="1572">
                  <c:v>07-04-2006</c:v>
                </c:pt>
                <c:pt idx="1573">
                  <c:v>10-04-2006</c:v>
                </c:pt>
                <c:pt idx="1574">
                  <c:v>12-04-2006</c:v>
                </c:pt>
                <c:pt idx="1575">
                  <c:v>13-04-2006</c:v>
                </c:pt>
                <c:pt idx="1576">
                  <c:v>17-04-2006</c:v>
                </c:pt>
                <c:pt idx="1577">
                  <c:v>18-04-2006</c:v>
                </c:pt>
                <c:pt idx="1578">
                  <c:v>19-04-2006</c:v>
                </c:pt>
                <c:pt idx="1579">
                  <c:v>20-04-2006</c:v>
                </c:pt>
                <c:pt idx="1580">
                  <c:v>21-04-2006</c:v>
                </c:pt>
                <c:pt idx="1581">
                  <c:v>24-04-2006</c:v>
                </c:pt>
                <c:pt idx="1582">
                  <c:v>25-04-2006</c:v>
                </c:pt>
                <c:pt idx="1583">
                  <c:v>26-04-2006</c:v>
                </c:pt>
                <c:pt idx="1584">
                  <c:v>27-04-2006</c:v>
                </c:pt>
                <c:pt idx="1585">
                  <c:v>28-04-2006</c:v>
                </c:pt>
                <c:pt idx="1586">
                  <c:v>29-04-2006</c:v>
                </c:pt>
                <c:pt idx="1587">
                  <c:v>02-05-2006</c:v>
                </c:pt>
                <c:pt idx="1588">
                  <c:v>03-05-2006</c:v>
                </c:pt>
                <c:pt idx="1589">
                  <c:v>04-05-2006</c:v>
                </c:pt>
                <c:pt idx="1590">
                  <c:v>05-05-2006</c:v>
                </c:pt>
                <c:pt idx="1591">
                  <c:v>08-05-2006</c:v>
                </c:pt>
                <c:pt idx="1592">
                  <c:v>09-05-2006</c:v>
                </c:pt>
                <c:pt idx="1593">
                  <c:v>10-05-2006</c:v>
                </c:pt>
                <c:pt idx="1594">
                  <c:v>11-05-2006</c:v>
                </c:pt>
                <c:pt idx="1595">
                  <c:v>12-05-2006</c:v>
                </c:pt>
                <c:pt idx="1596">
                  <c:v>15-05-2006</c:v>
                </c:pt>
                <c:pt idx="1597">
                  <c:v>16-05-2006</c:v>
                </c:pt>
                <c:pt idx="1598">
                  <c:v>17-05-2006</c:v>
                </c:pt>
                <c:pt idx="1599">
                  <c:v>18-05-2006</c:v>
                </c:pt>
                <c:pt idx="1600">
                  <c:v>19-05-2006</c:v>
                </c:pt>
                <c:pt idx="1601">
                  <c:v>22-05-2006</c:v>
                </c:pt>
                <c:pt idx="1602">
                  <c:v>23-05-2006</c:v>
                </c:pt>
                <c:pt idx="1603">
                  <c:v>24-05-2006</c:v>
                </c:pt>
                <c:pt idx="1604">
                  <c:v>25-05-2006</c:v>
                </c:pt>
                <c:pt idx="1605">
                  <c:v>26-05-2006</c:v>
                </c:pt>
                <c:pt idx="1606">
                  <c:v>29-05-2006</c:v>
                </c:pt>
                <c:pt idx="1607">
                  <c:v>30-05-2006</c:v>
                </c:pt>
                <c:pt idx="1608">
                  <c:v>31-05-2006</c:v>
                </c:pt>
                <c:pt idx="1609">
                  <c:v>01-06-2006</c:v>
                </c:pt>
                <c:pt idx="1610">
                  <c:v>02-06-2006</c:v>
                </c:pt>
                <c:pt idx="1611">
                  <c:v>05-06-2006</c:v>
                </c:pt>
                <c:pt idx="1612">
                  <c:v>06-06-2006</c:v>
                </c:pt>
                <c:pt idx="1613">
                  <c:v>07-06-2006</c:v>
                </c:pt>
                <c:pt idx="1614">
                  <c:v>08-06-2006</c:v>
                </c:pt>
                <c:pt idx="1615">
                  <c:v>09-06-2006</c:v>
                </c:pt>
                <c:pt idx="1616">
                  <c:v>12-06-2006</c:v>
                </c:pt>
                <c:pt idx="1617">
                  <c:v>13-06-2006</c:v>
                </c:pt>
                <c:pt idx="1618">
                  <c:v>14-06-2006</c:v>
                </c:pt>
                <c:pt idx="1619">
                  <c:v>15-06-2006</c:v>
                </c:pt>
                <c:pt idx="1620">
                  <c:v>16-06-2006</c:v>
                </c:pt>
                <c:pt idx="1621">
                  <c:v>19-06-2006</c:v>
                </c:pt>
                <c:pt idx="1622">
                  <c:v>20-06-2006</c:v>
                </c:pt>
                <c:pt idx="1623">
                  <c:v>21-06-2006</c:v>
                </c:pt>
                <c:pt idx="1624">
                  <c:v>22-06-2006</c:v>
                </c:pt>
                <c:pt idx="1625">
                  <c:v>23-06-2006</c:v>
                </c:pt>
                <c:pt idx="1626">
                  <c:v>25-06-2006</c:v>
                </c:pt>
                <c:pt idx="1627">
                  <c:v>26-06-2006</c:v>
                </c:pt>
                <c:pt idx="1628">
                  <c:v>27-06-2006</c:v>
                </c:pt>
                <c:pt idx="1629">
                  <c:v>28-06-2006</c:v>
                </c:pt>
                <c:pt idx="1630">
                  <c:v>29-06-2006</c:v>
                </c:pt>
                <c:pt idx="1631">
                  <c:v>30-06-2006</c:v>
                </c:pt>
                <c:pt idx="1632">
                  <c:v>03-07-2006</c:v>
                </c:pt>
                <c:pt idx="1633">
                  <c:v>04-07-2006</c:v>
                </c:pt>
                <c:pt idx="1634">
                  <c:v>05-07-2006</c:v>
                </c:pt>
                <c:pt idx="1635">
                  <c:v>06-07-2006</c:v>
                </c:pt>
                <c:pt idx="1636">
                  <c:v>07-07-2006</c:v>
                </c:pt>
                <c:pt idx="1637">
                  <c:v>10-07-2006</c:v>
                </c:pt>
                <c:pt idx="1638">
                  <c:v>11-07-2006</c:v>
                </c:pt>
                <c:pt idx="1639">
                  <c:v>12-07-2006</c:v>
                </c:pt>
                <c:pt idx="1640">
                  <c:v>13-07-2006</c:v>
                </c:pt>
                <c:pt idx="1641">
                  <c:v>14-07-2006</c:v>
                </c:pt>
                <c:pt idx="1642">
                  <c:v>17-07-2006</c:v>
                </c:pt>
                <c:pt idx="1643">
                  <c:v>18-07-2006</c:v>
                </c:pt>
                <c:pt idx="1644">
                  <c:v>19-07-2006</c:v>
                </c:pt>
                <c:pt idx="1645">
                  <c:v>20-07-2006</c:v>
                </c:pt>
                <c:pt idx="1646">
                  <c:v>21-07-2006</c:v>
                </c:pt>
                <c:pt idx="1647">
                  <c:v>24-07-2006</c:v>
                </c:pt>
                <c:pt idx="1648">
                  <c:v>25-07-2006</c:v>
                </c:pt>
                <c:pt idx="1649">
                  <c:v>26-07-2006</c:v>
                </c:pt>
                <c:pt idx="1650">
                  <c:v>27-07-2006</c:v>
                </c:pt>
                <c:pt idx="1651">
                  <c:v>28-07-2006</c:v>
                </c:pt>
                <c:pt idx="1652">
                  <c:v>31-07-2006</c:v>
                </c:pt>
                <c:pt idx="1653">
                  <c:v>01-08-2006</c:v>
                </c:pt>
                <c:pt idx="1654">
                  <c:v>02-08-2006</c:v>
                </c:pt>
                <c:pt idx="1655">
                  <c:v>03-08-2006</c:v>
                </c:pt>
                <c:pt idx="1656">
                  <c:v>04-08-2006</c:v>
                </c:pt>
                <c:pt idx="1657">
                  <c:v>07-08-2006</c:v>
                </c:pt>
                <c:pt idx="1658">
                  <c:v>08-08-2006</c:v>
                </c:pt>
                <c:pt idx="1659">
                  <c:v>09-08-2006</c:v>
                </c:pt>
                <c:pt idx="1660">
                  <c:v>10-08-2006</c:v>
                </c:pt>
                <c:pt idx="1661">
                  <c:v>11-08-2006</c:v>
                </c:pt>
                <c:pt idx="1662">
                  <c:v>14-08-2006</c:v>
                </c:pt>
                <c:pt idx="1663">
                  <c:v>16-08-2006</c:v>
                </c:pt>
                <c:pt idx="1664">
                  <c:v>17-08-2006</c:v>
                </c:pt>
                <c:pt idx="1665">
                  <c:v>18-08-2006</c:v>
                </c:pt>
                <c:pt idx="1666">
                  <c:v>21-08-2006</c:v>
                </c:pt>
                <c:pt idx="1667">
                  <c:v>22-08-2006</c:v>
                </c:pt>
                <c:pt idx="1668">
                  <c:v>23-08-2006</c:v>
                </c:pt>
                <c:pt idx="1669">
                  <c:v>24-08-2006</c:v>
                </c:pt>
                <c:pt idx="1670">
                  <c:v>25-08-2006</c:v>
                </c:pt>
                <c:pt idx="1671">
                  <c:v>28-08-2006</c:v>
                </c:pt>
                <c:pt idx="1672">
                  <c:v>29-08-2006</c:v>
                </c:pt>
                <c:pt idx="1673">
                  <c:v>30-08-2006</c:v>
                </c:pt>
                <c:pt idx="1674">
                  <c:v>31-08-2006</c:v>
                </c:pt>
                <c:pt idx="1675">
                  <c:v>01-09-2006</c:v>
                </c:pt>
                <c:pt idx="1676">
                  <c:v>04-09-2006</c:v>
                </c:pt>
                <c:pt idx="1677">
                  <c:v>05-09-2006</c:v>
                </c:pt>
                <c:pt idx="1678">
                  <c:v>06-09-2006</c:v>
                </c:pt>
                <c:pt idx="1679">
                  <c:v>07-09-2006</c:v>
                </c:pt>
                <c:pt idx="1680">
                  <c:v>08-09-2006</c:v>
                </c:pt>
                <c:pt idx="1681">
                  <c:v>11-09-2006</c:v>
                </c:pt>
                <c:pt idx="1682">
                  <c:v>12-09-2006</c:v>
                </c:pt>
                <c:pt idx="1683">
                  <c:v>13-09-2006</c:v>
                </c:pt>
                <c:pt idx="1684">
                  <c:v>14-09-2006</c:v>
                </c:pt>
                <c:pt idx="1685">
                  <c:v>15-09-2006</c:v>
                </c:pt>
                <c:pt idx="1686">
                  <c:v>18-09-2006</c:v>
                </c:pt>
                <c:pt idx="1687">
                  <c:v>19-09-2006</c:v>
                </c:pt>
                <c:pt idx="1688">
                  <c:v>20-09-2006</c:v>
                </c:pt>
                <c:pt idx="1689">
                  <c:v>21-09-2006</c:v>
                </c:pt>
                <c:pt idx="1690">
                  <c:v>22-09-2006</c:v>
                </c:pt>
                <c:pt idx="1691">
                  <c:v>25-09-2006</c:v>
                </c:pt>
                <c:pt idx="1692">
                  <c:v>26-09-2006</c:v>
                </c:pt>
                <c:pt idx="1693">
                  <c:v>27-09-2006</c:v>
                </c:pt>
                <c:pt idx="1694">
                  <c:v>28-09-2006</c:v>
                </c:pt>
                <c:pt idx="1695">
                  <c:v>29-09-2006</c:v>
                </c:pt>
                <c:pt idx="1696">
                  <c:v>03-10-2006</c:v>
                </c:pt>
                <c:pt idx="1697">
                  <c:v>04-10-2006</c:v>
                </c:pt>
                <c:pt idx="1698">
                  <c:v>05-10-2006</c:v>
                </c:pt>
                <c:pt idx="1699">
                  <c:v>06-10-2006</c:v>
                </c:pt>
                <c:pt idx="1700">
                  <c:v>09-10-2006</c:v>
                </c:pt>
                <c:pt idx="1701">
                  <c:v>10-10-2006</c:v>
                </c:pt>
                <c:pt idx="1702">
                  <c:v>11-10-2006</c:v>
                </c:pt>
                <c:pt idx="1703">
                  <c:v>12-10-2006</c:v>
                </c:pt>
                <c:pt idx="1704">
                  <c:v>13-10-2006</c:v>
                </c:pt>
                <c:pt idx="1705">
                  <c:v>16-10-2006</c:v>
                </c:pt>
                <c:pt idx="1706">
                  <c:v>17-10-2006</c:v>
                </c:pt>
                <c:pt idx="1707">
                  <c:v>18-10-2006</c:v>
                </c:pt>
                <c:pt idx="1708">
                  <c:v>19-10-2006</c:v>
                </c:pt>
                <c:pt idx="1709">
                  <c:v>20-10-2006</c:v>
                </c:pt>
                <c:pt idx="1710">
                  <c:v>21-10-2006</c:v>
                </c:pt>
                <c:pt idx="1711">
                  <c:v>23-10-2006</c:v>
                </c:pt>
                <c:pt idx="1712">
                  <c:v>26-10-2006</c:v>
                </c:pt>
                <c:pt idx="1713">
                  <c:v>27-10-2006</c:v>
                </c:pt>
                <c:pt idx="1714">
                  <c:v>30-10-2006</c:v>
                </c:pt>
                <c:pt idx="1715">
                  <c:v>31-10-2006</c:v>
                </c:pt>
                <c:pt idx="1716">
                  <c:v>01-11-2006</c:v>
                </c:pt>
                <c:pt idx="1717">
                  <c:v>02-11-2006</c:v>
                </c:pt>
                <c:pt idx="1718">
                  <c:v>03-11-2006</c:v>
                </c:pt>
                <c:pt idx="1719">
                  <c:v>06-11-2006</c:v>
                </c:pt>
                <c:pt idx="1720">
                  <c:v>07-11-2006</c:v>
                </c:pt>
                <c:pt idx="1721">
                  <c:v>08-11-2006</c:v>
                </c:pt>
                <c:pt idx="1722">
                  <c:v>09-11-2006</c:v>
                </c:pt>
                <c:pt idx="1723">
                  <c:v>10-11-2006</c:v>
                </c:pt>
                <c:pt idx="1724">
                  <c:v>13-11-2006</c:v>
                </c:pt>
                <c:pt idx="1725">
                  <c:v>14-11-2006</c:v>
                </c:pt>
                <c:pt idx="1726">
                  <c:v>15-11-2006</c:v>
                </c:pt>
                <c:pt idx="1727">
                  <c:v>16-11-2006</c:v>
                </c:pt>
                <c:pt idx="1728">
                  <c:v>17-11-2006</c:v>
                </c:pt>
                <c:pt idx="1729">
                  <c:v>20-11-2006</c:v>
                </c:pt>
                <c:pt idx="1730">
                  <c:v>21-11-2006</c:v>
                </c:pt>
                <c:pt idx="1731">
                  <c:v>22-11-2006</c:v>
                </c:pt>
                <c:pt idx="1732">
                  <c:v>23-11-2006</c:v>
                </c:pt>
                <c:pt idx="1733">
                  <c:v>24-11-2006</c:v>
                </c:pt>
                <c:pt idx="1734">
                  <c:v>27-11-2006</c:v>
                </c:pt>
                <c:pt idx="1735">
                  <c:v>28-11-2006</c:v>
                </c:pt>
                <c:pt idx="1736">
                  <c:v>29-11-2006</c:v>
                </c:pt>
                <c:pt idx="1737">
                  <c:v>30-11-2006</c:v>
                </c:pt>
                <c:pt idx="1738">
                  <c:v>01-12-2006</c:v>
                </c:pt>
                <c:pt idx="1739">
                  <c:v>04-12-2006</c:v>
                </c:pt>
                <c:pt idx="1740">
                  <c:v>05-12-2006</c:v>
                </c:pt>
                <c:pt idx="1741">
                  <c:v>06-12-2006</c:v>
                </c:pt>
                <c:pt idx="1742">
                  <c:v>07-12-2006</c:v>
                </c:pt>
                <c:pt idx="1743">
                  <c:v>08-12-2006</c:v>
                </c:pt>
                <c:pt idx="1744">
                  <c:v>11-12-2006</c:v>
                </c:pt>
                <c:pt idx="1745">
                  <c:v>12-12-2006</c:v>
                </c:pt>
                <c:pt idx="1746">
                  <c:v>13-12-2006</c:v>
                </c:pt>
                <c:pt idx="1747">
                  <c:v>14-12-2006</c:v>
                </c:pt>
                <c:pt idx="1748">
                  <c:v>15-12-2006</c:v>
                </c:pt>
                <c:pt idx="1749">
                  <c:v>18-12-2006</c:v>
                </c:pt>
                <c:pt idx="1750">
                  <c:v>19-12-2006</c:v>
                </c:pt>
                <c:pt idx="1751">
                  <c:v>20-12-2006</c:v>
                </c:pt>
                <c:pt idx="1752">
                  <c:v>21-12-2006</c:v>
                </c:pt>
                <c:pt idx="1753">
                  <c:v>22-12-2006</c:v>
                </c:pt>
                <c:pt idx="1754">
                  <c:v>26-12-2006</c:v>
                </c:pt>
                <c:pt idx="1755">
                  <c:v>27-12-2006</c:v>
                </c:pt>
                <c:pt idx="1756">
                  <c:v>28-12-2006</c:v>
                </c:pt>
                <c:pt idx="1757">
                  <c:v>29-12-2006</c:v>
                </c:pt>
                <c:pt idx="1758">
                  <c:v>02-01-2007</c:v>
                </c:pt>
                <c:pt idx="1759">
                  <c:v>03-01-2007</c:v>
                </c:pt>
                <c:pt idx="1760">
                  <c:v>04-01-2007</c:v>
                </c:pt>
                <c:pt idx="1761">
                  <c:v>05-01-2007</c:v>
                </c:pt>
                <c:pt idx="1762">
                  <c:v>08-01-2007</c:v>
                </c:pt>
                <c:pt idx="1763">
                  <c:v>09-01-2007</c:v>
                </c:pt>
                <c:pt idx="1764">
                  <c:v>10-01-2007</c:v>
                </c:pt>
                <c:pt idx="1765">
                  <c:v>11-01-2007</c:v>
                </c:pt>
                <c:pt idx="1766">
                  <c:v>12-01-2007</c:v>
                </c:pt>
                <c:pt idx="1767">
                  <c:v>15-01-2007</c:v>
                </c:pt>
                <c:pt idx="1768">
                  <c:v>16-01-2007</c:v>
                </c:pt>
                <c:pt idx="1769">
                  <c:v>17-01-2007</c:v>
                </c:pt>
                <c:pt idx="1770">
                  <c:v>18-01-2007</c:v>
                </c:pt>
                <c:pt idx="1771">
                  <c:v>19-01-2007</c:v>
                </c:pt>
                <c:pt idx="1772">
                  <c:v>22-01-2007</c:v>
                </c:pt>
                <c:pt idx="1773">
                  <c:v>23-01-2007</c:v>
                </c:pt>
                <c:pt idx="1774">
                  <c:v>24-01-2007</c:v>
                </c:pt>
                <c:pt idx="1775">
                  <c:v>25-01-2007</c:v>
                </c:pt>
                <c:pt idx="1776">
                  <c:v>29-01-2007</c:v>
                </c:pt>
                <c:pt idx="1777">
                  <c:v>31-01-2007</c:v>
                </c:pt>
                <c:pt idx="1778">
                  <c:v>01-02-2007</c:v>
                </c:pt>
                <c:pt idx="1779">
                  <c:v>02-02-2007</c:v>
                </c:pt>
                <c:pt idx="1780">
                  <c:v>05-02-2007</c:v>
                </c:pt>
                <c:pt idx="1781">
                  <c:v>06-02-2007</c:v>
                </c:pt>
                <c:pt idx="1782">
                  <c:v>07-02-2007</c:v>
                </c:pt>
                <c:pt idx="1783">
                  <c:v>08-02-2007</c:v>
                </c:pt>
                <c:pt idx="1784">
                  <c:v>09-02-2007</c:v>
                </c:pt>
                <c:pt idx="1785">
                  <c:v>12-02-2007</c:v>
                </c:pt>
                <c:pt idx="1786">
                  <c:v>13-02-2007</c:v>
                </c:pt>
                <c:pt idx="1787">
                  <c:v>14-02-2007</c:v>
                </c:pt>
                <c:pt idx="1788">
                  <c:v>15-02-2007</c:v>
                </c:pt>
                <c:pt idx="1789">
                  <c:v>19-02-2007</c:v>
                </c:pt>
                <c:pt idx="1790">
                  <c:v>20-02-2007</c:v>
                </c:pt>
                <c:pt idx="1791">
                  <c:v>21-02-2007</c:v>
                </c:pt>
                <c:pt idx="1792">
                  <c:v>22-02-2007</c:v>
                </c:pt>
                <c:pt idx="1793">
                  <c:v>23-02-2007</c:v>
                </c:pt>
                <c:pt idx="1794">
                  <c:v>26-02-2007</c:v>
                </c:pt>
                <c:pt idx="1795">
                  <c:v>27-02-2007</c:v>
                </c:pt>
                <c:pt idx="1796">
                  <c:v>28-02-2007</c:v>
                </c:pt>
                <c:pt idx="1797">
                  <c:v>01-03-2007</c:v>
                </c:pt>
                <c:pt idx="1798">
                  <c:v>02-03-2007</c:v>
                </c:pt>
                <c:pt idx="1799">
                  <c:v>05-03-2007</c:v>
                </c:pt>
                <c:pt idx="1800">
                  <c:v>06-03-2007</c:v>
                </c:pt>
                <c:pt idx="1801">
                  <c:v>07-03-2007</c:v>
                </c:pt>
                <c:pt idx="1802">
                  <c:v>08-03-2007</c:v>
                </c:pt>
                <c:pt idx="1803">
                  <c:v>09-03-2007</c:v>
                </c:pt>
                <c:pt idx="1804">
                  <c:v>12-03-2007</c:v>
                </c:pt>
                <c:pt idx="1805">
                  <c:v>13-03-2007</c:v>
                </c:pt>
                <c:pt idx="1806">
                  <c:v>14-03-2007</c:v>
                </c:pt>
                <c:pt idx="1807">
                  <c:v>15-03-2007</c:v>
                </c:pt>
                <c:pt idx="1808">
                  <c:v>16-03-2007</c:v>
                </c:pt>
                <c:pt idx="1809">
                  <c:v>19-03-2007</c:v>
                </c:pt>
                <c:pt idx="1810">
                  <c:v>20-03-2007</c:v>
                </c:pt>
                <c:pt idx="1811">
                  <c:v>21-03-2007</c:v>
                </c:pt>
                <c:pt idx="1812">
                  <c:v>22-03-2007</c:v>
                </c:pt>
                <c:pt idx="1813">
                  <c:v>23-03-2007</c:v>
                </c:pt>
                <c:pt idx="1814">
                  <c:v>26-03-2007</c:v>
                </c:pt>
                <c:pt idx="1815">
                  <c:v>28-03-2007</c:v>
                </c:pt>
                <c:pt idx="1816">
                  <c:v>29-03-2007</c:v>
                </c:pt>
                <c:pt idx="1817">
                  <c:v>30-03-2007</c:v>
                </c:pt>
                <c:pt idx="1818">
                  <c:v>02-04-2007</c:v>
                </c:pt>
                <c:pt idx="1819">
                  <c:v>03-04-2007</c:v>
                </c:pt>
                <c:pt idx="1820">
                  <c:v>04-04-2007</c:v>
                </c:pt>
                <c:pt idx="1821">
                  <c:v>05-04-2007</c:v>
                </c:pt>
                <c:pt idx="1822">
                  <c:v>09-04-2007</c:v>
                </c:pt>
                <c:pt idx="1823">
                  <c:v>10-04-2007</c:v>
                </c:pt>
                <c:pt idx="1824">
                  <c:v>11-04-2007</c:v>
                </c:pt>
                <c:pt idx="1825">
                  <c:v>12-04-2007</c:v>
                </c:pt>
                <c:pt idx="1826">
                  <c:v>13-04-2007</c:v>
                </c:pt>
                <c:pt idx="1827">
                  <c:v>16-04-2007</c:v>
                </c:pt>
                <c:pt idx="1828">
                  <c:v>17-04-2007</c:v>
                </c:pt>
                <c:pt idx="1829">
                  <c:v>18-04-2007</c:v>
                </c:pt>
                <c:pt idx="1830">
                  <c:v>19-04-2007</c:v>
                </c:pt>
                <c:pt idx="1831">
                  <c:v>20-04-2007</c:v>
                </c:pt>
                <c:pt idx="1832">
                  <c:v>23-04-2007</c:v>
                </c:pt>
                <c:pt idx="1833">
                  <c:v>24-04-2007</c:v>
                </c:pt>
                <c:pt idx="1834">
                  <c:v>25-04-2007</c:v>
                </c:pt>
                <c:pt idx="1835">
                  <c:v>26-04-2007</c:v>
                </c:pt>
                <c:pt idx="1836">
                  <c:v>27-04-2007</c:v>
                </c:pt>
                <c:pt idx="1837">
                  <c:v>30-04-2007</c:v>
                </c:pt>
                <c:pt idx="1838">
                  <c:v>03-05-2007</c:v>
                </c:pt>
                <c:pt idx="1839">
                  <c:v>04-05-2007</c:v>
                </c:pt>
                <c:pt idx="1840">
                  <c:v>07-05-2007</c:v>
                </c:pt>
                <c:pt idx="1841">
                  <c:v>08-05-2007</c:v>
                </c:pt>
                <c:pt idx="1842">
                  <c:v>09-05-2007</c:v>
                </c:pt>
                <c:pt idx="1843">
                  <c:v>10-05-2007</c:v>
                </c:pt>
                <c:pt idx="1844">
                  <c:v>11-05-2007</c:v>
                </c:pt>
                <c:pt idx="1845">
                  <c:v>14-05-2007</c:v>
                </c:pt>
                <c:pt idx="1846">
                  <c:v>15-05-2007</c:v>
                </c:pt>
                <c:pt idx="1847">
                  <c:v>16-05-2007</c:v>
                </c:pt>
                <c:pt idx="1848">
                  <c:v>17-05-2007</c:v>
                </c:pt>
                <c:pt idx="1849">
                  <c:v>18-05-2007</c:v>
                </c:pt>
                <c:pt idx="1850">
                  <c:v>21-05-2007</c:v>
                </c:pt>
                <c:pt idx="1851">
                  <c:v>22-05-2007</c:v>
                </c:pt>
                <c:pt idx="1852">
                  <c:v>23-05-2007</c:v>
                </c:pt>
                <c:pt idx="1853">
                  <c:v>24-05-2007</c:v>
                </c:pt>
                <c:pt idx="1854">
                  <c:v>25-05-2007</c:v>
                </c:pt>
                <c:pt idx="1855">
                  <c:v>28-05-2007</c:v>
                </c:pt>
                <c:pt idx="1856">
                  <c:v>29-05-2007</c:v>
                </c:pt>
                <c:pt idx="1857">
                  <c:v>30-05-2007</c:v>
                </c:pt>
                <c:pt idx="1858">
                  <c:v>31-05-2007</c:v>
                </c:pt>
                <c:pt idx="1859">
                  <c:v>01-06-2007</c:v>
                </c:pt>
                <c:pt idx="1860">
                  <c:v>04-06-2007</c:v>
                </c:pt>
                <c:pt idx="1861">
                  <c:v>05-06-2007</c:v>
                </c:pt>
                <c:pt idx="1862">
                  <c:v>06-06-2007</c:v>
                </c:pt>
                <c:pt idx="1863">
                  <c:v>07-06-2007</c:v>
                </c:pt>
                <c:pt idx="1864">
                  <c:v>08-06-2007</c:v>
                </c:pt>
                <c:pt idx="1865">
                  <c:v>11-06-2007</c:v>
                </c:pt>
                <c:pt idx="1866">
                  <c:v>12-06-2007</c:v>
                </c:pt>
                <c:pt idx="1867">
                  <c:v>13-06-2007</c:v>
                </c:pt>
                <c:pt idx="1868">
                  <c:v>14-06-2007</c:v>
                </c:pt>
                <c:pt idx="1869">
                  <c:v>15-06-2007</c:v>
                </c:pt>
                <c:pt idx="1870">
                  <c:v>18-06-2007</c:v>
                </c:pt>
                <c:pt idx="1871">
                  <c:v>19-06-2007</c:v>
                </c:pt>
                <c:pt idx="1872">
                  <c:v>20-06-2007</c:v>
                </c:pt>
                <c:pt idx="1873">
                  <c:v>21-06-2007</c:v>
                </c:pt>
                <c:pt idx="1874">
                  <c:v>22-06-2007</c:v>
                </c:pt>
                <c:pt idx="1875">
                  <c:v>25-06-2007</c:v>
                </c:pt>
                <c:pt idx="1876">
                  <c:v>26-06-2007</c:v>
                </c:pt>
                <c:pt idx="1877">
                  <c:v>27-06-2007</c:v>
                </c:pt>
                <c:pt idx="1878">
                  <c:v>28-06-2007</c:v>
                </c:pt>
                <c:pt idx="1879">
                  <c:v>29-06-2007</c:v>
                </c:pt>
                <c:pt idx="1880">
                  <c:v>02-07-2007</c:v>
                </c:pt>
                <c:pt idx="1881">
                  <c:v>03-07-2007</c:v>
                </c:pt>
                <c:pt idx="1882">
                  <c:v>04-07-2007</c:v>
                </c:pt>
                <c:pt idx="1883">
                  <c:v>05-07-2007</c:v>
                </c:pt>
                <c:pt idx="1884">
                  <c:v>06-07-2007</c:v>
                </c:pt>
                <c:pt idx="1885">
                  <c:v>09-07-2007</c:v>
                </c:pt>
                <c:pt idx="1886">
                  <c:v>10-07-2007</c:v>
                </c:pt>
                <c:pt idx="1887">
                  <c:v>11-07-2007</c:v>
                </c:pt>
                <c:pt idx="1888">
                  <c:v>12-07-2007</c:v>
                </c:pt>
                <c:pt idx="1889">
                  <c:v>13-07-2007</c:v>
                </c:pt>
                <c:pt idx="1890">
                  <c:v>16-07-2007</c:v>
                </c:pt>
                <c:pt idx="1891">
                  <c:v>17-07-2007</c:v>
                </c:pt>
                <c:pt idx="1892">
                  <c:v>18-07-2007</c:v>
                </c:pt>
                <c:pt idx="1893">
                  <c:v>19-07-2007</c:v>
                </c:pt>
                <c:pt idx="1894">
                  <c:v>20-07-2007</c:v>
                </c:pt>
                <c:pt idx="1895">
                  <c:v>23-07-2007</c:v>
                </c:pt>
                <c:pt idx="1896">
                  <c:v>24-07-2007</c:v>
                </c:pt>
                <c:pt idx="1897">
                  <c:v>25-07-2007</c:v>
                </c:pt>
                <c:pt idx="1898">
                  <c:v>26-07-2007</c:v>
                </c:pt>
                <c:pt idx="1899">
                  <c:v>27-07-2007</c:v>
                </c:pt>
                <c:pt idx="1900">
                  <c:v>30-07-2007</c:v>
                </c:pt>
                <c:pt idx="1901">
                  <c:v>31-07-2007</c:v>
                </c:pt>
                <c:pt idx="1902">
                  <c:v>01-08-2007</c:v>
                </c:pt>
                <c:pt idx="1903">
                  <c:v>02-08-2007</c:v>
                </c:pt>
                <c:pt idx="1904">
                  <c:v>03-08-2007</c:v>
                </c:pt>
                <c:pt idx="1905">
                  <c:v>06-08-2007</c:v>
                </c:pt>
                <c:pt idx="1906">
                  <c:v>07-08-2007</c:v>
                </c:pt>
                <c:pt idx="1907">
                  <c:v>08-08-2007</c:v>
                </c:pt>
                <c:pt idx="1908">
                  <c:v>09-08-2007</c:v>
                </c:pt>
                <c:pt idx="1909">
                  <c:v>10-08-2007</c:v>
                </c:pt>
                <c:pt idx="1910">
                  <c:v>13-08-2007</c:v>
                </c:pt>
                <c:pt idx="1911">
                  <c:v>14-08-2007</c:v>
                </c:pt>
                <c:pt idx="1912">
                  <c:v>16-08-2007</c:v>
                </c:pt>
                <c:pt idx="1913">
                  <c:v>17-08-2007</c:v>
                </c:pt>
                <c:pt idx="1914">
                  <c:v>20-08-2007</c:v>
                </c:pt>
                <c:pt idx="1915">
                  <c:v>21-08-2007</c:v>
                </c:pt>
                <c:pt idx="1916">
                  <c:v>22-08-2007</c:v>
                </c:pt>
                <c:pt idx="1917">
                  <c:v>23-08-2007</c:v>
                </c:pt>
                <c:pt idx="1918">
                  <c:v>24-08-2007</c:v>
                </c:pt>
                <c:pt idx="1919">
                  <c:v>27-08-2007</c:v>
                </c:pt>
                <c:pt idx="1920">
                  <c:v>28-08-2007</c:v>
                </c:pt>
                <c:pt idx="1921">
                  <c:v>29-08-2007</c:v>
                </c:pt>
                <c:pt idx="1922">
                  <c:v>30-08-2007</c:v>
                </c:pt>
                <c:pt idx="1923">
                  <c:v>31-08-2007</c:v>
                </c:pt>
                <c:pt idx="1924">
                  <c:v>03-09-2007</c:v>
                </c:pt>
                <c:pt idx="1925">
                  <c:v>04-09-2007</c:v>
                </c:pt>
                <c:pt idx="1926">
                  <c:v>05-09-2007</c:v>
                </c:pt>
                <c:pt idx="1927">
                  <c:v>06-09-2007</c:v>
                </c:pt>
                <c:pt idx="1928">
                  <c:v>07-09-2007</c:v>
                </c:pt>
                <c:pt idx="1929">
                  <c:v>10-09-2007</c:v>
                </c:pt>
                <c:pt idx="1930">
                  <c:v>11-09-2007</c:v>
                </c:pt>
                <c:pt idx="1931">
                  <c:v>12-09-2007</c:v>
                </c:pt>
                <c:pt idx="1932">
                  <c:v>13-09-2007</c:v>
                </c:pt>
                <c:pt idx="1933">
                  <c:v>14-09-2007</c:v>
                </c:pt>
                <c:pt idx="1934">
                  <c:v>17-09-2007</c:v>
                </c:pt>
                <c:pt idx="1935">
                  <c:v>18-09-2007</c:v>
                </c:pt>
                <c:pt idx="1936">
                  <c:v>19-09-2007</c:v>
                </c:pt>
                <c:pt idx="1937">
                  <c:v>20-09-2007</c:v>
                </c:pt>
                <c:pt idx="1938">
                  <c:v>21-09-2007</c:v>
                </c:pt>
                <c:pt idx="1939">
                  <c:v>24-09-2007</c:v>
                </c:pt>
                <c:pt idx="1940">
                  <c:v>25-09-2007</c:v>
                </c:pt>
                <c:pt idx="1941">
                  <c:v>26-09-2007</c:v>
                </c:pt>
                <c:pt idx="1942">
                  <c:v>27-09-2007</c:v>
                </c:pt>
                <c:pt idx="1943">
                  <c:v>28-09-2007</c:v>
                </c:pt>
                <c:pt idx="1944">
                  <c:v>01-10-2007</c:v>
                </c:pt>
                <c:pt idx="1945">
                  <c:v>03-10-2007</c:v>
                </c:pt>
                <c:pt idx="1946">
                  <c:v>04-10-2007</c:v>
                </c:pt>
                <c:pt idx="1947">
                  <c:v>05-10-2007</c:v>
                </c:pt>
                <c:pt idx="1948">
                  <c:v>08-10-2007</c:v>
                </c:pt>
                <c:pt idx="1949">
                  <c:v>09-10-2007</c:v>
                </c:pt>
                <c:pt idx="1950">
                  <c:v>10-10-2007</c:v>
                </c:pt>
                <c:pt idx="1951">
                  <c:v>11-10-2007</c:v>
                </c:pt>
                <c:pt idx="1952">
                  <c:v>12-10-2007</c:v>
                </c:pt>
                <c:pt idx="1953">
                  <c:v>15-10-2007</c:v>
                </c:pt>
                <c:pt idx="1954">
                  <c:v>16-10-2007</c:v>
                </c:pt>
                <c:pt idx="1955">
                  <c:v>17-10-2007</c:v>
                </c:pt>
                <c:pt idx="1956">
                  <c:v>18-10-2007</c:v>
                </c:pt>
                <c:pt idx="1957">
                  <c:v>19-10-2007</c:v>
                </c:pt>
                <c:pt idx="1958">
                  <c:v>22-10-2007</c:v>
                </c:pt>
                <c:pt idx="1959">
                  <c:v>23-10-2007</c:v>
                </c:pt>
                <c:pt idx="1960">
                  <c:v>24-10-2007</c:v>
                </c:pt>
                <c:pt idx="1961">
                  <c:v>25-10-2007</c:v>
                </c:pt>
                <c:pt idx="1962">
                  <c:v>26-10-2007</c:v>
                </c:pt>
                <c:pt idx="1963">
                  <c:v>29-10-2007</c:v>
                </c:pt>
                <c:pt idx="1964">
                  <c:v>30-10-2007</c:v>
                </c:pt>
                <c:pt idx="1965">
                  <c:v>31-10-2007</c:v>
                </c:pt>
                <c:pt idx="1966">
                  <c:v>01-11-2007</c:v>
                </c:pt>
                <c:pt idx="1967">
                  <c:v>02-11-2007</c:v>
                </c:pt>
                <c:pt idx="1968">
                  <c:v>05-11-2007</c:v>
                </c:pt>
                <c:pt idx="1969">
                  <c:v>06-11-2007</c:v>
                </c:pt>
                <c:pt idx="1970">
                  <c:v>07-11-2007</c:v>
                </c:pt>
                <c:pt idx="1971">
                  <c:v>08-11-2007</c:v>
                </c:pt>
                <c:pt idx="1972">
                  <c:v>09-11-2007</c:v>
                </c:pt>
                <c:pt idx="1973">
                  <c:v>12-11-2007</c:v>
                </c:pt>
                <c:pt idx="1974">
                  <c:v>13-11-2007</c:v>
                </c:pt>
                <c:pt idx="1975">
                  <c:v>14-11-2007</c:v>
                </c:pt>
                <c:pt idx="1976">
                  <c:v>15-11-2007</c:v>
                </c:pt>
                <c:pt idx="1977">
                  <c:v>16-11-2007</c:v>
                </c:pt>
                <c:pt idx="1978">
                  <c:v>19-11-2007</c:v>
                </c:pt>
                <c:pt idx="1979">
                  <c:v>20-11-2007</c:v>
                </c:pt>
                <c:pt idx="1980">
                  <c:v>21-11-2007</c:v>
                </c:pt>
                <c:pt idx="1981">
                  <c:v>22-11-2007</c:v>
                </c:pt>
                <c:pt idx="1982">
                  <c:v>23-11-2007</c:v>
                </c:pt>
                <c:pt idx="1983">
                  <c:v>26-11-2007</c:v>
                </c:pt>
                <c:pt idx="1984">
                  <c:v>27-11-2007</c:v>
                </c:pt>
                <c:pt idx="1985">
                  <c:v>28-11-2007</c:v>
                </c:pt>
                <c:pt idx="1986">
                  <c:v>29-11-2007</c:v>
                </c:pt>
                <c:pt idx="1987">
                  <c:v>30-11-2007</c:v>
                </c:pt>
                <c:pt idx="1988">
                  <c:v>03-12-2007</c:v>
                </c:pt>
                <c:pt idx="1989">
                  <c:v>04-12-2007</c:v>
                </c:pt>
                <c:pt idx="1990">
                  <c:v>05-12-2007</c:v>
                </c:pt>
                <c:pt idx="1991">
                  <c:v>06-12-2007</c:v>
                </c:pt>
                <c:pt idx="1992">
                  <c:v>07-12-2007</c:v>
                </c:pt>
                <c:pt idx="1993">
                  <c:v>10-12-2007</c:v>
                </c:pt>
                <c:pt idx="1994">
                  <c:v>11-12-2007</c:v>
                </c:pt>
                <c:pt idx="1995">
                  <c:v>12-12-2007</c:v>
                </c:pt>
                <c:pt idx="1996">
                  <c:v>13-12-2007</c:v>
                </c:pt>
                <c:pt idx="1997">
                  <c:v>14-12-2007</c:v>
                </c:pt>
                <c:pt idx="1998">
                  <c:v>17-12-2007</c:v>
                </c:pt>
                <c:pt idx="1999">
                  <c:v>18-12-2007</c:v>
                </c:pt>
                <c:pt idx="2000">
                  <c:v>19-12-2007</c:v>
                </c:pt>
                <c:pt idx="2001">
                  <c:v>20-12-2007</c:v>
                </c:pt>
                <c:pt idx="2002">
                  <c:v>24-12-2007</c:v>
                </c:pt>
                <c:pt idx="2003">
                  <c:v>26-12-2007</c:v>
                </c:pt>
                <c:pt idx="2004">
                  <c:v>27-12-2007</c:v>
                </c:pt>
                <c:pt idx="2005">
                  <c:v>28-12-2007</c:v>
                </c:pt>
                <c:pt idx="2006">
                  <c:v>31-12-2007</c:v>
                </c:pt>
                <c:pt idx="2007">
                  <c:v>01-01-2008</c:v>
                </c:pt>
                <c:pt idx="2008">
                  <c:v>02-01-2008</c:v>
                </c:pt>
                <c:pt idx="2009">
                  <c:v>03-01-2008</c:v>
                </c:pt>
                <c:pt idx="2010">
                  <c:v>04-01-2008</c:v>
                </c:pt>
                <c:pt idx="2011">
                  <c:v>07-01-2008</c:v>
                </c:pt>
                <c:pt idx="2012">
                  <c:v>08-01-2008</c:v>
                </c:pt>
                <c:pt idx="2013">
                  <c:v>09-01-2008</c:v>
                </c:pt>
                <c:pt idx="2014">
                  <c:v>10-01-2008</c:v>
                </c:pt>
                <c:pt idx="2015">
                  <c:v>11-01-2008</c:v>
                </c:pt>
                <c:pt idx="2016">
                  <c:v>14-01-2008</c:v>
                </c:pt>
                <c:pt idx="2017">
                  <c:v>15-01-2008</c:v>
                </c:pt>
                <c:pt idx="2018">
                  <c:v>16-01-2008</c:v>
                </c:pt>
                <c:pt idx="2019">
                  <c:v>17-01-2008</c:v>
                </c:pt>
                <c:pt idx="2020">
                  <c:v>18-01-2008</c:v>
                </c:pt>
                <c:pt idx="2021">
                  <c:v>21-01-2008</c:v>
                </c:pt>
                <c:pt idx="2022">
                  <c:v>22-01-2008</c:v>
                </c:pt>
                <c:pt idx="2023">
                  <c:v>23-01-2008</c:v>
                </c:pt>
                <c:pt idx="2024">
                  <c:v>24-01-2008</c:v>
                </c:pt>
                <c:pt idx="2025">
                  <c:v>25-01-2008</c:v>
                </c:pt>
                <c:pt idx="2026">
                  <c:v>28-01-2008</c:v>
                </c:pt>
                <c:pt idx="2027">
                  <c:v>29-01-2008</c:v>
                </c:pt>
                <c:pt idx="2028">
                  <c:v>30-01-2008</c:v>
                </c:pt>
                <c:pt idx="2029">
                  <c:v>31-01-2008</c:v>
                </c:pt>
                <c:pt idx="2030">
                  <c:v>01-02-2008</c:v>
                </c:pt>
                <c:pt idx="2031">
                  <c:v>04-02-2008</c:v>
                </c:pt>
                <c:pt idx="2032">
                  <c:v>05-02-2008</c:v>
                </c:pt>
                <c:pt idx="2033">
                  <c:v>06-02-2008</c:v>
                </c:pt>
                <c:pt idx="2034">
                  <c:v>07-02-2008</c:v>
                </c:pt>
                <c:pt idx="2035">
                  <c:v>08-02-2008</c:v>
                </c:pt>
                <c:pt idx="2036">
                  <c:v>11-02-2008</c:v>
                </c:pt>
                <c:pt idx="2037">
                  <c:v>12-02-2008</c:v>
                </c:pt>
                <c:pt idx="2038">
                  <c:v>13-02-2008</c:v>
                </c:pt>
                <c:pt idx="2039">
                  <c:v>14-02-2008</c:v>
                </c:pt>
                <c:pt idx="2040">
                  <c:v>15-02-2008</c:v>
                </c:pt>
                <c:pt idx="2041">
                  <c:v>18-02-2008</c:v>
                </c:pt>
                <c:pt idx="2042">
                  <c:v>19-02-2008</c:v>
                </c:pt>
                <c:pt idx="2043">
                  <c:v>20-02-2008</c:v>
                </c:pt>
                <c:pt idx="2044">
                  <c:v>21-02-2008</c:v>
                </c:pt>
                <c:pt idx="2045">
                  <c:v>22-02-2008</c:v>
                </c:pt>
                <c:pt idx="2046">
                  <c:v>25-02-2008</c:v>
                </c:pt>
                <c:pt idx="2047">
                  <c:v>26-02-2008</c:v>
                </c:pt>
                <c:pt idx="2048">
                  <c:v>27-02-2008</c:v>
                </c:pt>
                <c:pt idx="2049">
                  <c:v>28-02-2008</c:v>
                </c:pt>
                <c:pt idx="2050">
                  <c:v>29-02-2008</c:v>
                </c:pt>
                <c:pt idx="2051">
                  <c:v>03-03-2008</c:v>
                </c:pt>
                <c:pt idx="2052">
                  <c:v>04-03-2008</c:v>
                </c:pt>
                <c:pt idx="2053">
                  <c:v>05-03-2008</c:v>
                </c:pt>
                <c:pt idx="2054">
                  <c:v>07-03-2008</c:v>
                </c:pt>
                <c:pt idx="2055">
                  <c:v>10-03-2008</c:v>
                </c:pt>
                <c:pt idx="2056">
                  <c:v>11-03-2008</c:v>
                </c:pt>
                <c:pt idx="2057">
                  <c:v>12-03-2008</c:v>
                </c:pt>
                <c:pt idx="2058">
                  <c:v>13-03-2008</c:v>
                </c:pt>
                <c:pt idx="2059">
                  <c:v>14-03-2008</c:v>
                </c:pt>
                <c:pt idx="2060">
                  <c:v>17-03-2008</c:v>
                </c:pt>
                <c:pt idx="2061">
                  <c:v>18-03-2008</c:v>
                </c:pt>
                <c:pt idx="2062">
                  <c:v>19-03-2008</c:v>
                </c:pt>
                <c:pt idx="2063">
                  <c:v>24-03-2008</c:v>
                </c:pt>
                <c:pt idx="2064">
                  <c:v>25-03-2008</c:v>
                </c:pt>
                <c:pt idx="2065">
                  <c:v>26-03-2008</c:v>
                </c:pt>
                <c:pt idx="2066">
                  <c:v>27-03-2008</c:v>
                </c:pt>
                <c:pt idx="2067">
                  <c:v>28-03-2008</c:v>
                </c:pt>
                <c:pt idx="2068">
                  <c:v>31-03-2008</c:v>
                </c:pt>
                <c:pt idx="2069">
                  <c:v>01-04-2008</c:v>
                </c:pt>
                <c:pt idx="2070">
                  <c:v>02-04-2008</c:v>
                </c:pt>
                <c:pt idx="2071">
                  <c:v>03-04-2008</c:v>
                </c:pt>
                <c:pt idx="2072">
                  <c:v>04-04-2008</c:v>
                </c:pt>
                <c:pt idx="2073">
                  <c:v>07-04-2008</c:v>
                </c:pt>
                <c:pt idx="2074">
                  <c:v>08-04-2008</c:v>
                </c:pt>
                <c:pt idx="2075">
                  <c:v>09-04-2008</c:v>
                </c:pt>
                <c:pt idx="2076">
                  <c:v>10-04-2008</c:v>
                </c:pt>
                <c:pt idx="2077">
                  <c:v>11-04-2008</c:v>
                </c:pt>
                <c:pt idx="2078">
                  <c:v>15-04-2008</c:v>
                </c:pt>
                <c:pt idx="2079">
                  <c:v>16-04-2008</c:v>
                </c:pt>
                <c:pt idx="2080">
                  <c:v>17-04-2008</c:v>
                </c:pt>
                <c:pt idx="2081">
                  <c:v>21-04-2008</c:v>
                </c:pt>
                <c:pt idx="2082">
                  <c:v>22-04-2008</c:v>
                </c:pt>
                <c:pt idx="2083">
                  <c:v>23-04-2008</c:v>
                </c:pt>
                <c:pt idx="2084">
                  <c:v>24-04-2008</c:v>
                </c:pt>
                <c:pt idx="2085">
                  <c:v>25-04-2008</c:v>
                </c:pt>
                <c:pt idx="2086">
                  <c:v>28-04-2008</c:v>
                </c:pt>
                <c:pt idx="2087">
                  <c:v>29-04-2008</c:v>
                </c:pt>
                <c:pt idx="2088">
                  <c:v>30-04-2008</c:v>
                </c:pt>
                <c:pt idx="2089">
                  <c:v>02-05-2008</c:v>
                </c:pt>
                <c:pt idx="2090">
                  <c:v>05-05-2008</c:v>
                </c:pt>
                <c:pt idx="2091">
                  <c:v>06-05-2008</c:v>
                </c:pt>
                <c:pt idx="2092">
                  <c:v>07-05-2008</c:v>
                </c:pt>
                <c:pt idx="2093">
                  <c:v>08-05-2008</c:v>
                </c:pt>
                <c:pt idx="2094">
                  <c:v>09-05-2008</c:v>
                </c:pt>
                <c:pt idx="2095">
                  <c:v>12-05-2008</c:v>
                </c:pt>
                <c:pt idx="2096">
                  <c:v>13-05-2008</c:v>
                </c:pt>
                <c:pt idx="2097">
                  <c:v>14-05-2008</c:v>
                </c:pt>
                <c:pt idx="2098">
                  <c:v>15-05-2008</c:v>
                </c:pt>
                <c:pt idx="2099">
                  <c:v>16-05-2008</c:v>
                </c:pt>
                <c:pt idx="2100">
                  <c:v>20-05-2008</c:v>
                </c:pt>
                <c:pt idx="2101">
                  <c:v>21-05-2008</c:v>
                </c:pt>
                <c:pt idx="2102">
                  <c:v>22-05-2008</c:v>
                </c:pt>
                <c:pt idx="2103">
                  <c:v>23-05-2008</c:v>
                </c:pt>
                <c:pt idx="2104">
                  <c:v>26-05-2008</c:v>
                </c:pt>
                <c:pt idx="2105">
                  <c:v>27-05-2008</c:v>
                </c:pt>
                <c:pt idx="2106">
                  <c:v>28-05-2008</c:v>
                </c:pt>
                <c:pt idx="2107">
                  <c:v>29-05-2008</c:v>
                </c:pt>
                <c:pt idx="2108">
                  <c:v>30-05-2008</c:v>
                </c:pt>
                <c:pt idx="2109">
                  <c:v>02-06-2008</c:v>
                </c:pt>
                <c:pt idx="2110">
                  <c:v>03-06-2008</c:v>
                </c:pt>
                <c:pt idx="2111">
                  <c:v>04-06-2008</c:v>
                </c:pt>
                <c:pt idx="2112">
                  <c:v>05-06-2008</c:v>
                </c:pt>
                <c:pt idx="2113">
                  <c:v>06-06-2008</c:v>
                </c:pt>
                <c:pt idx="2114">
                  <c:v>09-06-2008</c:v>
                </c:pt>
                <c:pt idx="2115">
                  <c:v>10-06-2008</c:v>
                </c:pt>
                <c:pt idx="2116">
                  <c:v>11-06-2008</c:v>
                </c:pt>
                <c:pt idx="2117">
                  <c:v>12-06-2008</c:v>
                </c:pt>
                <c:pt idx="2118">
                  <c:v>13-06-2008</c:v>
                </c:pt>
                <c:pt idx="2119">
                  <c:v>16-06-2008</c:v>
                </c:pt>
                <c:pt idx="2120">
                  <c:v>17-06-2008</c:v>
                </c:pt>
                <c:pt idx="2121">
                  <c:v>18-06-2008</c:v>
                </c:pt>
                <c:pt idx="2122">
                  <c:v>19-06-2008</c:v>
                </c:pt>
                <c:pt idx="2123">
                  <c:v>20-06-2008</c:v>
                </c:pt>
                <c:pt idx="2124">
                  <c:v>23-06-2008</c:v>
                </c:pt>
                <c:pt idx="2125">
                  <c:v>24-06-2008</c:v>
                </c:pt>
                <c:pt idx="2126">
                  <c:v>25-06-2008</c:v>
                </c:pt>
                <c:pt idx="2127">
                  <c:v>26-06-2008</c:v>
                </c:pt>
                <c:pt idx="2128">
                  <c:v>27-06-2008</c:v>
                </c:pt>
                <c:pt idx="2129">
                  <c:v>30-06-2008</c:v>
                </c:pt>
                <c:pt idx="2130">
                  <c:v>01-07-2008</c:v>
                </c:pt>
                <c:pt idx="2131">
                  <c:v>02-07-2008</c:v>
                </c:pt>
                <c:pt idx="2132">
                  <c:v>03-07-2008</c:v>
                </c:pt>
                <c:pt idx="2133">
                  <c:v>04-07-2008</c:v>
                </c:pt>
                <c:pt idx="2134">
                  <c:v>07-07-2008</c:v>
                </c:pt>
                <c:pt idx="2135">
                  <c:v>08-07-2008</c:v>
                </c:pt>
                <c:pt idx="2136">
                  <c:v>09-07-2008</c:v>
                </c:pt>
                <c:pt idx="2137">
                  <c:v>10-07-2008</c:v>
                </c:pt>
                <c:pt idx="2138">
                  <c:v>11-07-2008</c:v>
                </c:pt>
                <c:pt idx="2139">
                  <c:v>14-07-2008</c:v>
                </c:pt>
                <c:pt idx="2140">
                  <c:v>15-07-2008</c:v>
                </c:pt>
                <c:pt idx="2141">
                  <c:v>16-07-2008</c:v>
                </c:pt>
                <c:pt idx="2142">
                  <c:v>17-07-2008</c:v>
                </c:pt>
                <c:pt idx="2143">
                  <c:v>18-07-2008</c:v>
                </c:pt>
                <c:pt idx="2144">
                  <c:v>21-07-2008</c:v>
                </c:pt>
                <c:pt idx="2145">
                  <c:v>22-07-2008</c:v>
                </c:pt>
                <c:pt idx="2146">
                  <c:v>23-07-2008</c:v>
                </c:pt>
                <c:pt idx="2147">
                  <c:v>24-07-2008</c:v>
                </c:pt>
                <c:pt idx="2148">
                  <c:v>25-07-2008</c:v>
                </c:pt>
                <c:pt idx="2149">
                  <c:v>28-07-2008</c:v>
                </c:pt>
                <c:pt idx="2150">
                  <c:v>29-07-2008</c:v>
                </c:pt>
                <c:pt idx="2151">
                  <c:v>30-07-2008</c:v>
                </c:pt>
                <c:pt idx="2152">
                  <c:v>31-07-2008</c:v>
                </c:pt>
                <c:pt idx="2153">
                  <c:v>01-08-2008</c:v>
                </c:pt>
                <c:pt idx="2154">
                  <c:v>04-08-2008</c:v>
                </c:pt>
                <c:pt idx="2155">
                  <c:v>05-08-2008</c:v>
                </c:pt>
                <c:pt idx="2156">
                  <c:v>06-08-2008</c:v>
                </c:pt>
                <c:pt idx="2157">
                  <c:v>07-08-2008</c:v>
                </c:pt>
                <c:pt idx="2158">
                  <c:v>08-08-2008</c:v>
                </c:pt>
                <c:pt idx="2159">
                  <c:v>11-08-2008</c:v>
                </c:pt>
                <c:pt idx="2160">
                  <c:v>12-08-2008</c:v>
                </c:pt>
                <c:pt idx="2161">
                  <c:v>13-08-2008</c:v>
                </c:pt>
                <c:pt idx="2162">
                  <c:v>14-08-2008</c:v>
                </c:pt>
                <c:pt idx="2163">
                  <c:v>18-08-2008</c:v>
                </c:pt>
                <c:pt idx="2164">
                  <c:v>19-08-2008</c:v>
                </c:pt>
                <c:pt idx="2165">
                  <c:v>20-08-2008</c:v>
                </c:pt>
                <c:pt idx="2166">
                  <c:v>21-08-2008</c:v>
                </c:pt>
                <c:pt idx="2167">
                  <c:v>22-08-2008</c:v>
                </c:pt>
                <c:pt idx="2168">
                  <c:v>25-08-2008</c:v>
                </c:pt>
                <c:pt idx="2169">
                  <c:v>26-08-2008</c:v>
                </c:pt>
                <c:pt idx="2170">
                  <c:v>27-08-2008</c:v>
                </c:pt>
                <c:pt idx="2171">
                  <c:v>28-08-2008</c:v>
                </c:pt>
                <c:pt idx="2172">
                  <c:v>29-08-2008</c:v>
                </c:pt>
                <c:pt idx="2173">
                  <c:v>01-09-2008</c:v>
                </c:pt>
                <c:pt idx="2174">
                  <c:v>02-09-2008</c:v>
                </c:pt>
                <c:pt idx="2175">
                  <c:v>04-09-2008</c:v>
                </c:pt>
                <c:pt idx="2176">
                  <c:v>05-09-2008</c:v>
                </c:pt>
                <c:pt idx="2177">
                  <c:v>08-09-2008</c:v>
                </c:pt>
                <c:pt idx="2178">
                  <c:v>09-09-2008</c:v>
                </c:pt>
                <c:pt idx="2179">
                  <c:v>10-09-2008</c:v>
                </c:pt>
                <c:pt idx="2180">
                  <c:v>11-09-2008</c:v>
                </c:pt>
                <c:pt idx="2181">
                  <c:v>12-09-2008</c:v>
                </c:pt>
                <c:pt idx="2182">
                  <c:v>15-09-2008</c:v>
                </c:pt>
                <c:pt idx="2183">
                  <c:v>16-09-2008</c:v>
                </c:pt>
                <c:pt idx="2184">
                  <c:v>17-09-2008</c:v>
                </c:pt>
                <c:pt idx="2185">
                  <c:v>18-09-2008</c:v>
                </c:pt>
                <c:pt idx="2186">
                  <c:v>19-09-2008</c:v>
                </c:pt>
                <c:pt idx="2187">
                  <c:v>22-09-2008</c:v>
                </c:pt>
                <c:pt idx="2188">
                  <c:v>23-09-2008</c:v>
                </c:pt>
                <c:pt idx="2189">
                  <c:v>24-09-2008</c:v>
                </c:pt>
                <c:pt idx="2190">
                  <c:v>25-09-2008</c:v>
                </c:pt>
                <c:pt idx="2191">
                  <c:v>26-09-2008</c:v>
                </c:pt>
                <c:pt idx="2192">
                  <c:v>29-09-2008</c:v>
                </c:pt>
                <c:pt idx="2193">
                  <c:v>30-09-2008</c:v>
                </c:pt>
                <c:pt idx="2194">
                  <c:v>01-10-2008</c:v>
                </c:pt>
                <c:pt idx="2195">
                  <c:v>03-10-2008</c:v>
                </c:pt>
                <c:pt idx="2196">
                  <c:v>06-10-2008</c:v>
                </c:pt>
                <c:pt idx="2197">
                  <c:v>07-10-2008</c:v>
                </c:pt>
                <c:pt idx="2198">
                  <c:v>08-10-2008</c:v>
                </c:pt>
                <c:pt idx="2199">
                  <c:v>10-10-2008</c:v>
                </c:pt>
                <c:pt idx="2200">
                  <c:v>13-10-2008</c:v>
                </c:pt>
                <c:pt idx="2201">
                  <c:v>14-10-2008</c:v>
                </c:pt>
                <c:pt idx="2202">
                  <c:v>15-10-2008</c:v>
                </c:pt>
                <c:pt idx="2203">
                  <c:v>16-10-2008</c:v>
                </c:pt>
                <c:pt idx="2204">
                  <c:v>17-10-2008</c:v>
                </c:pt>
                <c:pt idx="2205">
                  <c:v>20-10-2008</c:v>
                </c:pt>
                <c:pt idx="2206">
                  <c:v>21-10-2008</c:v>
                </c:pt>
                <c:pt idx="2207">
                  <c:v>22-10-2008</c:v>
                </c:pt>
                <c:pt idx="2208">
                  <c:v>23-10-2008</c:v>
                </c:pt>
                <c:pt idx="2209">
                  <c:v>24-10-2008</c:v>
                </c:pt>
                <c:pt idx="2210">
                  <c:v>27-10-2008</c:v>
                </c:pt>
                <c:pt idx="2211">
                  <c:v>28-10-2008</c:v>
                </c:pt>
                <c:pt idx="2212">
                  <c:v>29-10-2008</c:v>
                </c:pt>
                <c:pt idx="2213">
                  <c:v>31-10-2008</c:v>
                </c:pt>
                <c:pt idx="2214">
                  <c:v>03-11-2008</c:v>
                </c:pt>
                <c:pt idx="2215">
                  <c:v>04-11-2008</c:v>
                </c:pt>
                <c:pt idx="2216">
                  <c:v>05-11-2008</c:v>
                </c:pt>
                <c:pt idx="2217">
                  <c:v>06-11-2008</c:v>
                </c:pt>
                <c:pt idx="2218">
                  <c:v>07-11-2008</c:v>
                </c:pt>
                <c:pt idx="2219">
                  <c:v>10-11-2008</c:v>
                </c:pt>
                <c:pt idx="2220">
                  <c:v>11-11-2008</c:v>
                </c:pt>
                <c:pt idx="2221">
                  <c:v>12-11-2008</c:v>
                </c:pt>
                <c:pt idx="2222">
                  <c:v>14-11-2008</c:v>
                </c:pt>
                <c:pt idx="2223">
                  <c:v>17-11-2008</c:v>
                </c:pt>
                <c:pt idx="2224">
                  <c:v>18-11-2008</c:v>
                </c:pt>
                <c:pt idx="2225">
                  <c:v>19-11-2008</c:v>
                </c:pt>
                <c:pt idx="2226">
                  <c:v>20-11-2008</c:v>
                </c:pt>
                <c:pt idx="2227">
                  <c:v>21-11-2008</c:v>
                </c:pt>
                <c:pt idx="2228">
                  <c:v>24-11-2008</c:v>
                </c:pt>
                <c:pt idx="2229">
                  <c:v>25-11-2008</c:v>
                </c:pt>
                <c:pt idx="2230">
                  <c:v>26-11-2008</c:v>
                </c:pt>
                <c:pt idx="2231">
                  <c:v>28-11-2008</c:v>
                </c:pt>
                <c:pt idx="2232">
                  <c:v>01-12-2008</c:v>
                </c:pt>
                <c:pt idx="2233">
                  <c:v>02-12-2008</c:v>
                </c:pt>
                <c:pt idx="2234">
                  <c:v>03-12-2008</c:v>
                </c:pt>
                <c:pt idx="2235">
                  <c:v>04-12-2008</c:v>
                </c:pt>
                <c:pt idx="2236">
                  <c:v>05-12-2008</c:v>
                </c:pt>
                <c:pt idx="2237">
                  <c:v>08-12-2008</c:v>
                </c:pt>
                <c:pt idx="2238">
                  <c:v>10-12-2008</c:v>
                </c:pt>
                <c:pt idx="2239">
                  <c:v>11-12-2008</c:v>
                </c:pt>
                <c:pt idx="2240">
                  <c:v>12-12-2008</c:v>
                </c:pt>
                <c:pt idx="2241">
                  <c:v>15-12-2008</c:v>
                </c:pt>
                <c:pt idx="2242">
                  <c:v>16-12-2008</c:v>
                </c:pt>
                <c:pt idx="2243">
                  <c:v>17-12-2008</c:v>
                </c:pt>
                <c:pt idx="2244">
                  <c:v>18-12-2008</c:v>
                </c:pt>
                <c:pt idx="2245">
                  <c:v>19-12-2008</c:v>
                </c:pt>
                <c:pt idx="2246">
                  <c:v>22-12-2008</c:v>
                </c:pt>
                <c:pt idx="2247">
                  <c:v>23-12-2008</c:v>
                </c:pt>
                <c:pt idx="2248">
                  <c:v>24-12-2008</c:v>
                </c:pt>
                <c:pt idx="2249">
                  <c:v>26-12-2008</c:v>
                </c:pt>
                <c:pt idx="2250">
                  <c:v>29-12-2008</c:v>
                </c:pt>
                <c:pt idx="2251">
                  <c:v>30-12-2008</c:v>
                </c:pt>
                <c:pt idx="2252">
                  <c:v>31-12-2008</c:v>
                </c:pt>
                <c:pt idx="2253">
                  <c:v>01-01-2009</c:v>
                </c:pt>
                <c:pt idx="2254">
                  <c:v>02-01-2009</c:v>
                </c:pt>
                <c:pt idx="2255">
                  <c:v>05-01-2009</c:v>
                </c:pt>
                <c:pt idx="2256">
                  <c:v>06-01-2009</c:v>
                </c:pt>
                <c:pt idx="2257">
                  <c:v>07-01-2009</c:v>
                </c:pt>
                <c:pt idx="2258">
                  <c:v>09-01-2009</c:v>
                </c:pt>
                <c:pt idx="2259">
                  <c:v>12-01-2009</c:v>
                </c:pt>
                <c:pt idx="2260">
                  <c:v>13-01-2009</c:v>
                </c:pt>
                <c:pt idx="2261">
                  <c:v>14-01-2009</c:v>
                </c:pt>
                <c:pt idx="2262">
                  <c:v>15-01-2009</c:v>
                </c:pt>
                <c:pt idx="2263">
                  <c:v>16-01-2009</c:v>
                </c:pt>
                <c:pt idx="2264">
                  <c:v>19-01-2009</c:v>
                </c:pt>
                <c:pt idx="2265">
                  <c:v>20-01-2009</c:v>
                </c:pt>
                <c:pt idx="2266">
                  <c:v>21-01-2009</c:v>
                </c:pt>
                <c:pt idx="2267">
                  <c:v>22-01-2009</c:v>
                </c:pt>
                <c:pt idx="2268">
                  <c:v>23-01-2009</c:v>
                </c:pt>
                <c:pt idx="2269">
                  <c:v>27-01-2009</c:v>
                </c:pt>
                <c:pt idx="2270">
                  <c:v>28-01-2009</c:v>
                </c:pt>
                <c:pt idx="2271">
                  <c:v>29-01-2009</c:v>
                </c:pt>
                <c:pt idx="2272">
                  <c:v>30-01-2009</c:v>
                </c:pt>
                <c:pt idx="2273">
                  <c:v>02-02-2009</c:v>
                </c:pt>
                <c:pt idx="2274">
                  <c:v>03-02-2009</c:v>
                </c:pt>
                <c:pt idx="2275">
                  <c:v>04-02-2009</c:v>
                </c:pt>
                <c:pt idx="2276">
                  <c:v>05-02-2009</c:v>
                </c:pt>
                <c:pt idx="2277">
                  <c:v>06-02-2009</c:v>
                </c:pt>
                <c:pt idx="2278">
                  <c:v>09-02-2009</c:v>
                </c:pt>
                <c:pt idx="2279">
                  <c:v>10-02-2009</c:v>
                </c:pt>
                <c:pt idx="2280">
                  <c:v>11-02-2009</c:v>
                </c:pt>
                <c:pt idx="2281">
                  <c:v>12-02-2009</c:v>
                </c:pt>
                <c:pt idx="2282">
                  <c:v>13-02-2009</c:v>
                </c:pt>
                <c:pt idx="2283">
                  <c:v>16-02-2009</c:v>
                </c:pt>
                <c:pt idx="2284">
                  <c:v>17-02-2009</c:v>
                </c:pt>
                <c:pt idx="2285">
                  <c:v>18-02-2009</c:v>
                </c:pt>
                <c:pt idx="2286">
                  <c:v>19-02-2009</c:v>
                </c:pt>
                <c:pt idx="2287">
                  <c:v>20-02-2009</c:v>
                </c:pt>
                <c:pt idx="2288">
                  <c:v>24-02-2009</c:v>
                </c:pt>
                <c:pt idx="2289">
                  <c:v>25-02-2009</c:v>
                </c:pt>
                <c:pt idx="2290">
                  <c:v>26-02-2009</c:v>
                </c:pt>
                <c:pt idx="2291">
                  <c:v>27-02-2009</c:v>
                </c:pt>
                <c:pt idx="2292">
                  <c:v>02-03-2009</c:v>
                </c:pt>
                <c:pt idx="2293">
                  <c:v>03-03-2009</c:v>
                </c:pt>
                <c:pt idx="2294">
                  <c:v>04-03-2009</c:v>
                </c:pt>
                <c:pt idx="2295">
                  <c:v>05-03-2009</c:v>
                </c:pt>
                <c:pt idx="2296">
                  <c:v>06-03-2009</c:v>
                </c:pt>
                <c:pt idx="2297">
                  <c:v>09-03-2009</c:v>
                </c:pt>
                <c:pt idx="2298">
                  <c:v>12-03-2009</c:v>
                </c:pt>
                <c:pt idx="2299">
                  <c:v>13-03-2009</c:v>
                </c:pt>
                <c:pt idx="2300">
                  <c:v>16-03-2009</c:v>
                </c:pt>
                <c:pt idx="2301">
                  <c:v>17-03-2009</c:v>
                </c:pt>
                <c:pt idx="2302">
                  <c:v>18-03-2009</c:v>
                </c:pt>
                <c:pt idx="2303">
                  <c:v>19-03-2009</c:v>
                </c:pt>
                <c:pt idx="2304">
                  <c:v>20-03-2009</c:v>
                </c:pt>
                <c:pt idx="2305">
                  <c:v>23-03-2009</c:v>
                </c:pt>
                <c:pt idx="2306">
                  <c:v>24-03-2009</c:v>
                </c:pt>
                <c:pt idx="2307">
                  <c:v>25-03-2009</c:v>
                </c:pt>
                <c:pt idx="2308">
                  <c:v>26-03-2009</c:v>
                </c:pt>
                <c:pt idx="2309">
                  <c:v>27-03-2009</c:v>
                </c:pt>
                <c:pt idx="2310">
                  <c:v>30-03-2009</c:v>
                </c:pt>
                <c:pt idx="2311">
                  <c:v>31-03-2009</c:v>
                </c:pt>
                <c:pt idx="2312">
                  <c:v>01-04-2009</c:v>
                </c:pt>
                <c:pt idx="2313">
                  <c:v>02-04-2009</c:v>
                </c:pt>
                <c:pt idx="2314">
                  <c:v>06-04-2009</c:v>
                </c:pt>
                <c:pt idx="2315">
                  <c:v>08-04-2009</c:v>
                </c:pt>
                <c:pt idx="2316">
                  <c:v>09-04-2009</c:v>
                </c:pt>
                <c:pt idx="2317">
                  <c:v>13-04-2009</c:v>
                </c:pt>
                <c:pt idx="2318">
                  <c:v>15-04-2009</c:v>
                </c:pt>
                <c:pt idx="2319">
                  <c:v>16-04-2009</c:v>
                </c:pt>
                <c:pt idx="2320">
                  <c:v>17-04-2009</c:v>
                </c:pt>
                <c:pt idx="2321">
                  <c:v>20-04-2009</c:v>
                </c:pt>
                <c:pt idx="2322">
                  <c:v>21-04-2009</c:v>
                </c:pt>
                <c:pt idx="2323">
                  <c:v>22-04-2009</c:v>
                </c:pt>
                <c:pt idx="2324">
                  <c:v>23-04-2009</c:v>
                </c:pt>
                <c:pt idx="2325">
                  <c:v>24-04-2009</c:v>
                </c:pt>
                <c:pt idx="2326">
                  <c:v>27-04-2009</c:v>
                </c:pt>
                <c:pt idx="2327">
                  <c:v>28-04-2009</c:v>
                </c:pt>
                <c:pt idx="2328">
                  <c:v>29-04-2009</c:v>
                </c:pt>
                <c:pt idx="2329">
                  <c:v>04-05-2009</c:v>
                </c:pt>
                <c:pt idx="2330">
                  <c:v>05-05-2009</c:v>
                </c:pt>
                <c:pt idx="2331">
                  <c:v>06-05-2009</c:v>
                </c:pt>
                <c:pt idx="2332">
                  <c:v>07-05-2009</c:v>
                </c:pt>
                <c:pt idx="2333">
                  <c:v>08-05-2009</c:v>
                </c:pt>
                <c:pt idx="2334">
                  <c:v>11-05-2009</c:v>
                </c:pt>
                <c:pt idx="2335">
                  <c:v>12-05-2009</c:v>
                </c:pt>
                <c:pt idx="2336">
                  <c:v>13-05-2009</c:v>
                </c:pt>
                <c:pt idx="2337">
                  <c:v>14-05-2009</c:v>
                </c:pt>
                <c:pt idx="2338">
                  <c:v>15-05-2009</c:v>
                </c:pt>
                <c:pt idx="2339">
                  <c:v>18-05-2009</c:v>
                </c:pt>
                <c:pt idx="2340">
                  <c:v>19-05-2009</c:v>
                </c:pt>
                <c:pt idx="2341">
                  <c:v>20-05-2009</c:v>
                </c:pt>
                <c:pt idx="2342">
                  <c:v>21-05-2009</c:v>
                </c:pt>
                <c:pt idx="2343">
                  <c:v>22-05-2009</c:v>
                </c:pt>
                <c:pt idx="2344">
                  <c:v>25-05-2009</c:v>
                </c:pt>
                <c:pt idx="2345">
                  <c:v>26-05-2009</c:v>
                </c:pt>
                <c:pt idx="2346">
                  <c:v>27-05-2009</c:v>
                </c:pt>
                <c:pt idx="2347">
                  <c:v>28-05-2009</c:v>
                </c:pt>
                <c:pt idx="2348">
                  <c:v>29-05-2009</c:v>
                </c:pt>
                <c:pt idx="2349">
                  <c:v>01-06-2009</c:v>
                </c:pt>
                <c:pt idx="2350">
                  <c:v>02-06-2009</c:v>
                </c:pt>
                <c:pt idx="2351">
                  <c:v>03-06-2009</c:v>
                </c:pt>
                <c:pt idx="2352">
                  <c:v>04-06-2009</c:v>
                </c:pt>
                <c:pt idx="2353">
                  <c:v>05-06-2009</c:v>
                </c:pt>
                <c:pt idx="2354">
                  <c:v>08-06-2009</c:v>
                </c:pt>
                <c:pt idx="2355">
                  <c:v>09-06-2009</c:v>
                </c:pt>
                <c:pt idx="2356">
                  <c:v>10-06-2009</c:v>
                </c:pt>
                <c:pt idx="2357">
                  <c:v>11-06-2009</c:v>
                </c:pt>
                <c:pt idx="2358">
                  <c:v>12-06-2009</c:v>
                </c:pt>
                <c:pt idx="2359">
                  <c:v>15-06-2009</c:v>
                </c:pt>
                <c:pt idx="2360">
                  <c:v>16-06-2009</c:v>
                </c:pt>
                <c:pt idx="2361">
                  <c:v>17-06-2009</c:v>
                </c:pt>
                <c:pt idx="2362">
                  <c:v>18-06-2009</c:v>
                </c:pt>
                <c:pt idx="2363">
                  <c:v>19-06-2009</c:v>
                </c:pt>
                <c:pt idx="2364">
                  <c:v>22-06-2009</c:v>
                </c:pt>
                <c:pt idx="2365">
                  <c:v>23-06-2009</c:v>
                </c:pt>
                <c:pt idx="2366">
                  <c:v>24-06-2009</c:v>
                </c:pt>
                <c:pt idx="2367">
                  <c:v>25-06-2009</c:v>
                </c:pt>
                <c:pt idx="2368">
                  <c:v>26-06-2009</c:v>
                </c:pt>
                <c:pt idx="2369">
                  <c:v>29-06-2009</c:v>
                </c:pt>
                <c:pt idx="2370">
                  <c:v>30-06-2009</c:v>
                </c:pt>
                <c:pt idx="2371">
                  <c:v>01-07-2009</c:v>
                </c:pt>
                <c:pt idx="2372">
                  <c:v>02-07-2009</c:v>
                </c:pt>
                <c:pt idx="2373">
                  <c:v>03-07-2009</c:v>
                </c:pt>
                <c:pt idx="2374">
                  <c:v>06-07-2009</c:v>
                </c:pt>
                <c:pt idx="2375">
                  <c:v>07-07-2009</c:v>
                </c:pt>
                <c:pt idx="2376">
                  <c:v>08-07-2009</c:v>
                </c:pt>
                <c:pt idx="2377">
                  <c:v>09-07-2009</c:v>
                </c:pt>
                <c:pt idx="2378">
                  <c:v>10-07-2009</c:v>
                </c:pt>
                <c:pt idx="2379">
                  <c:v>13-07-2009</c:v>
                </c:pt>
                <c:pt idx="2380">
                  <c:v>14-07-2009</c:v>
                </c:pt>
                <c:pt idx="2381">
                  <c:v>15-07-2009</c:v>
                </c:pt>
                <c:pt idx="2382">
                  <c:v>16-07-2009</c:v>
                </c:pt>
                <c:pt idx="2383">
                  <c:v>17-07-2009</c:v>
                </c:pt>
                <c:pt idx="2384">
                  <c:v>20-07-2009</c:v>
                </c:pt>
                <c:pt idx="2385">
                  <c:v>21-07-2009</c:v>
                </c:pt>
                <c:pt idx="2386">
                  <c:v>22-07-2009</c:v>
                </c:pt>
                <c:pt idx="2387">
                  <c:v>23-07-2009</c:v>
                </c:pt>
                <c:pt idx="2388">
                  <c:v>24-07-2009</c:v>
                </c:pt>
                <c:pt idx="2389">
                  <c:v>27-07-2009</c:v>
                </c:pt>
                <c:pt idx="2390">
                  <c:v>28-07-2009</c:v>
                </c:pt>
                <c:pt idx="2391">
                  <c:v>29-07-2009</c:v>
                </c:pt>
                <c:pt idx="2392">
                  <c:v>30-07-2009</c:v>
                </c:pt>
                <c:pt idx="2393">
                  <c:v>31-07-2009</c:v>
                </c:pt>
                <c:pt idx="2394">
                  <c:v>03-08-2009</c:v>
                </c:pt>
                <c:pt idx="2395">
                  <c:v>04-08-2009</c:v>
                </c:pt>
                <c:pt idx="2396">
                  <c:v>05-08-2009</c:v>
                </c:pt>
                <c:pt idx="2397">
                  <c:v>06-08-2009</c:v>
                </c:pt>
                <c:pt idx="2398">
                  <c:v>07-08-2009</c:v>
                </c:pt>
                <c:pt idx="2399">
                  <c:v>10-08-2009</c:v>
                </c:pt>
                <c:pt idx="2400">
                  <c:v>11-08-2009</c:v>
                </c:pt>
                <c:pt idx="2401">
                  <c:v>12-08-2009</c:v>
                </c:pt>
                <c:pt idx="2402">
                  <c:v>13-08-2009</c:v>
                </c:pt>
                <c:pt idx="2403">
                  <c:v>14-08-2009</c:v>
                </c:pt>
                <c:pt idx="2404">
                  <c:v>17-08-2009</c:v>
                </c:pt>
                <c:pt idx="2405">
                  <c:v>18-08-2009</c:v>
                </c:pt>
                <c:pt idx="2406">
                  <c:v>19-08-2009</c:v>
                </c:pt>
                <c:pt idx="2407">
                  <c:v>20-08-2009</c:v>
                </c:pt>
                <c:pt idx="2408">
                  <c:v>21-08-2009</c:v>
                </c:pt>
                <c:pt idx="2409">
                  <c:v>24-08-2009</c:v>
                </c:pt>
                <c:pt idx="2410">
                  <c:v>25-08-2009</c:v>
                </c:pt>
                <c:pt idx="2411">
                  <c:v>26-08-2009</c:v>
                </c:pt>
                <c:pt idx="2412">
                  <c:v>27-08-2009</c:v>
                </c:pt>
                <c:pt idx="2413">
                  <c:v>28-08-2009</c:v>
                </c:pt>
                <c:pt idx="2414">
                  <c:v>31-08-2009</c:v>
                </c:pt>
                <c:pt idx="2415">
                  <c:v>01-09-2009</c:v>
                </c:pt>
                <c:pt idx="2416">
                  <c:v>02-09-2009</c:v>
                </c:pt>
                <c:pt idx="2417">
                  <c:v>03-09-2009</c:v>
                </c:pt>
                <c:pt idx="2418">
                  <c:v>04-09-2009</c:v>
                </c:pt>
                <c:pt idx="2419">
                  <c:v>07-09-2009</c:v>
                </c:pt>
                <c:pt idx="2420">
                  <c:v>08-09-2009</c:v>
                </c:pt>
                <c:pt idx="2421">
                  <c:v>09-09-2009</c:v>
                </c:pt>
                <c:pt idx="2422">
                  <c:v>10-09-2009</c:v>
                </c:pt>
                <c:pt idx="2423">
                  <c:v>11-09-2009</c:v>
                </c:pt>
                <c:pt idx="2424">
                  <c:v>14-09-2009</c:v>
                </c:pt>
                <c:pt idx="2425">
                  <c:v>15-09-2009</c:v>
                </c:pt>
                <c:pt idx="2426">
                  <c:v>16-09-2009</c:v>
                </c:pt>
                <c:pt idx="2427">
                  <c:v>17-09-2009</c:v>
                </c:pt>
                <c:pt idx="2428">
                  <c:v>18-09-2009</c:v>
                </c:pt>
                <c:pt idx="2429">
                  <c:v>22-09-2009</c:v>
                </c:pt>
                <c:pt idx="2430">
                  <c:v>23-09-2009</c:v>
                </c:pt>
                <c:pt idx="2431">
                  <c:v>24-09-2009</c:v>
                </c:pt>
                <c:pt idx="2432">
                  <c:v>25-09-2009</c:v>
                </c:pt>
                <c:pt idx="2433">
                  <c:v>29-09-2009</c:v>
                </c:pt>
                <c:pt idx="2434">
                  <c:v>30-09-2009</c:v>
                </c:pt>
                <c:pt idx="2435">
                  <c:v>01-10-2009</c:v>
                </c:pt>
                <c:pt idx="2436">
                  <c:v>05-10-2009</c:v>
                </c:pt>
                <c:pt idx="2437">
                  <c:v>06-10-2009</c:v>
                </c:pt>
                <c:pt idx="2438">
                  <c:v>07-10-2009</c:v>
                </c:pt>
                <c:pt idx="2439">
                  <c:v>08-10-2009</c:v>
                </c:pt>
                <c:pt idx="2440">
                  <c:v>09-10-2009</c:v>
                </c:pt>
                <c:pt idx="2441">
                  <c:v>12-10-2009</c:v>
                </c:pt>
                <c:pt idx="2442">
                  <c:v>14-10-2009</c:v>
                </c:pt>
                <c:pt idx="2443">
                  <c:v>15-10-2009</c:v>
                </c:pt>
                <c:pt idx="2444">
                  <c:v>16-10-2009</c:v>
                </c:pt>
                <c:pt idx="2445">
                  <c:v>17-10-2009</c:v>
                </c:pt>
                <c:pt idx="2446">
                  <c:v>20-10-2009</c:v>
                </c:pt>
                <c:pt idx="2447">
                  <c:v>21-10-2009</c:v>
                </c:pt>
                <c:pt idx="2448">
                  <c:v>22-10-2009</c:v>
                </c:pt>
                <c:pt idx="2449">
                  <c:v>23-10-2009</c:v>
                </c:pt>
                <c:pt idx="2450">
                  <c:v>26-10-2009</c:v>
                </c:pt>
                <c:pt idx="2451">
                  <c:v>27-10-2009</c:v>
                </c:pt>
                <c:pt idx="2452">
                  <c:v>28-10-2009</c:v>
                </c:pt>
                <c:pt idx="2453">
                  <c:v>29-10-2009</c:v>
                </c:pt>
                <c:pt idx="2454">
                  <c:v>30-10-2009</c:v>
                </c:pt>
                <c:pt idx="2455">
                  <c:v>03-11-2009</c:v>
                </c:pt>
                <c:pt idx="2456">
                  <c:v>04-11-2009</c:v>
                </c:pt>
                <c:pt idx="2457">
                  <c:v>05-11-2009</c:v>
                </c:pt>
                <c:pt idx="2458">
                  <c:v>06-11-2009</c:v>
                </c:pt>
                <c:pt idx="2459">
                  <c:v>09-11-2009</c:v>
                </c:pt>
                <c:pt idx="2460">
                  <c:v>10-11-2009</c:v>
                </c:pt>
                <c:pt idx="2461">
                  <c:v>11-11-2009</c:v>
                </c:pt>
                <c:pt idx="2462">
                  <c:v>12-11-2009</c:v>
                </c:pt>
                <c:pt idx="2463">
                  <c:v>13-11-2009</c:v>
                </c:pt>
                <c:pt idx="2464">
                  <c:v>16-11-2009</c:v>
                </c:pt>
                <c:pt idx="2465">
                  <c:v>17-11-2009</c:v>
                </c:pt>
                <c:pt idx="2466">
                  <c:v>18-11-2009</c:v>
                </c:pt>
                <c:pt idx="2467">
                  <c:v>19-11-2009</c:v>
                </c:pt>
                <c:pt idx="2468">
                  <c:v>20-11-2009</c:v>
                </c:pt>
                <c:pt idx="2469">
                  <c:v>23-11-2009</c:v>
                </c:pt>
                <c:pt idx="2470">
                  <c:v>24-11-2009</c:v>
                </c:pt>
                <c:pt idx="2471">
                  <c:v>25-11-2009</c:v>
                </c:pt>
                <c:pt idx="2472">
                  <c:v>26-11-2009</c:v>
                </c:pt>
                <c:pt idx="2473">
                  <c:v>27-11-2009</c:v>
                </c:pt>
                <c:pt idx="2474">
                  <c:v>30-11-2009</c:v>
                </c:pt>
                <c:pt idx="2475">
                  <c:v>01-12-2009</c:v>
                </c:pt>
                <c:pt idx="2476">
                  <c:v>02-12-2009</c:v>
                </c:pt>
                <c:pt idx="2477">
                  <c:v>03-12-2009</c:v>
                </c:pt>
                <c:pt idx="2478">
                  <c:v>04-12-2009</c:v>
                </c:pt>
                <c:pt idx="2479">
                  <c:v>07-12-2009</c:v>
                </c:pt>
                <c:pt idx="2480">
                  <c:v>08-12-2009</c:v>
                </c:pt>
                <c:pt idx="2481">
                  <c:v>09-12-2009</c:v>
                </c:pt>
                <c:pt idx="2482">
                  <c:v>10-12-2009</c:v>
                </c:pt>
                <c:pt idx="2483">
                  <c:v>11-12-2009</c:v>
                </c:pt>
                <c:pt idx="2484">
                  <c:v>14-12-2009</c:v>
                </c:pt>
                <c:pt idx="2485">
                  <c:v>15-12-2009</c:v>
                </c:pt>
                <c:pt idx="2486">
                  <c:v>16-12-2009</c:v>
                </c:pt>
                <c:pt idx="2487">
                  <c:v>17-12-2009</c:v>
                </c:pt>
                <c:pt idx="2488">
                  <c:v>18-12-2009</c:v>
                </c:pt>
                <c:pt idx="2489">
                  <c:v>21-12-2009</c:v>
                </c:pt>
                <c:pt idx="2490">
                  <c:v>22-12-2009</c:v>
                </c:pt>
                <c:pt idx="2491">
                  <c:v>23-12-2009</c:v>
                </c:pt>
                <c:pt idx="2492">
                  <c:v>24-12-2009</c:v>
                </c:pt>
                <c:pt idx="2493">
                  <c:v>29-12-2009</c:v>
                </c:pt>
                <c:pt idx="2494">
                  <c:v>30-12-2009</c:v>
                </c:pt>
                <c:pt idx="2495">
                  <c:v>31-12-2009</c:v>
                </c:pt>
                <c:pt idx="2496">
                  <c:v>04-01-2010</c:v>
                </c:pt>
                <c:pt idx="2497">
                  <c:v>05-01-2010</c:v>
                </c:pt>
                <c:pt idx="2498">
                  <c:v>06-01-2010</c:v>
                </c:pt>
                <c:pt idx="2499">
                  <c:v>07-01-2010</c:v>
                </c:pt>
                <c:pt idx="2500">
                  <c:v>08-01-2010</c:v>
                </c:pt>
                <c:pt idx="2501">
                  <c:v>11-01-2010</c:v>
                </c:pt>
                <c:pt idx="2502">
                  <c:v>12-01-2010</c:v>
                </c:pt>
                <c:pt idx="2503">
                  <c:v>13-01-2010</c:v>
                </c:pt>
                <c:pt idx="2504">
                  <c:v>14-01-2010</c:v>
                </c:pt>
                <c:pt idx="2505">
                  <c:v>15-01-2010</c:v>
                </c:pt>
                <c:pt idx="2506">
                  <c:v>18-01-2010</c:v>
                </c:pt>
                <c:pt idx="2507">
                  <c:v>19-01-2010</c:v>
                </c:pt>
                <c:pt idx="2508">
                  <c:v>20-01-2010</c:v>
                </c:pt>
                <c:pt idx="2509">
                  <c:v>21-01-2010</c:v>
                </c:pt>
                <c:pt idx="2510">
                  <c:v>22-01-2010</c:v>
                </c:pt>
                <c:pt idx="2511">
                  <c:v>25-01-2010</c:v>
                </c:pt>
                <c:pt idx="2512">
                  <c:v>27-01-2010</c:v>
                </c:pt>
                <c:pt idx="2513">
                  <c:v>28-01-2010</c:v>
                </c:pt>
                <c:pt idx="2514">
                  <c:v>29-01-2010</c:v>
                </c:pt>
                <c:pt idx="2515">
                  <c:v>01-02-2010</c:v>
                </c:pt>
                <c:pt idx="2516">
                  <c:v>02-02-2010</c:v>
                </c:pt>
                <c:pt idx="2517">
                  <c:v>03-02-2010</c:v>
                </c:pt>
                <c:pt idx="2518">
                  <c:v>04-02-2010</c:v>
                </c:pt>
                <c:pt idx="2519">
                  <c:v>05-02-2010</c:v>
                </c:pt>
                <c:pt idx="2520">
                  <c:v>06-02-2010</c:v>
                </c:pt>
                <c:pt idx="2521">
                  <c:v>08-02-2010</c:v>
                </c:pt>
                <c:pt idx="2522">
                  <c:v>09-02-2010</c:v>
                </c:pt>
                <c:pt idx="2523">
                  <c:v>10-02-2010</c:v>
                </c:pt>
                <c:pt idx="2524">
                  <c:v>11-02-2010</c:v>
                </c:pt>
                <c:pt idx="2525">
                  <c:v>15-02-2010</c:v>
                </c:pt>
                <c:pt idx="2526">
                  <c:v>16-02-2010</c:v>
                </c:pt>
                <c:pt idx="2527">
                  <c:v>17-02-2010</c:v>
                </c:pt>
                <c:pt idx="2528">
                  <c:v>18-02-2010</c:v>
                </c:pt>
                <c:pt idx="2529">
                  <c:v>19-02-2010</c:v>
                </c:pt>
                <c:pt idx="2530">
                  <c:v>22-02-2010</c:v>
                </c:pt>
                <c:pt idx="2531">
                  <c:v>23-02-2010</c:v>
                </c:pt>
                <c:pt idx="2532">
                  <c:v>24-02-2010</c:v>
                </c:pt>
                <c:pt idx="2533">
                  <c:v>25-02-2010</c:v>
                </c:pt>
                <c:pt idx="2534">
                  <c:v>26-02-2010</c:v>
                </c:pt>
                <c:pt idx="2535">
                  <c:v>02-03-2010</c:v>
                </c:pt>
                <c:pt idx="2536">
                  <c:v>03-03-2010</c:v>
                </c:pt>
                <c:pt idx="2537">
                  <c:v>04-03-2010</c:v>
                </c:pt>
                <c:pt idx="2538">
                  <c:v>05-03-2010</c:v>
                </c:pt>
                <c:pt idx="2539">
                  <c:v>08-03-2010</c:v>
                </c:pt>
                <c:pt idx="2540">
                  <c:v>09-03-2010</c:v>
                </c:pt>
                <c:pt idx="2541">
                  <c:v>10-03-2010</c:v>
                </c:pt>
                <c:pt idx="2542">
                  <c:v>11-03-2010</c:v>
                </c:pt>
                <c:pt idx="2543">
                  <c:v>12-03-2010</c:v>
                </c:pt>
                <c:pt idx="2544">
                  <c:v>15-03-2010</c:v>
                </c:pt>
                <c:pt idx="2545">
                  <c:v>16-03-2010</c:v>
                </c:pt>
                <c:pt idx="2546">
                  <c:v>17-03-2010</c:v>
                </c:pt>
                <c:pt idx="2547">
                  <c:v>18-03-2010</c:v>
                </c:pt>
                <c:pt idx="2548">
                  <c:v>19-03-2010</c:v>
                </c:pt>
                <c:pt idx="2549">
                  <c:v>22-03-2010</c:v>
                </c:pt>
                <c:pt idx="2550">
                  <c:v>23-03-2010</c:v>
                </c:pt>
                <c:pt idx="2551">
                  <c:v>25-03-2010</c:v>
                </c:pt>
                <c:pt idx="2552">
                  <c:v>26-03-2010</c:v>
                </c:pt>
                <c:pt idx="2553">
                  <c:v>29-03-2010</c:v>
                </c:pt>
                <c:pt idx="2554">
                  <c:v>30-03-2010</c:v>
                </c:pt>
                <c:pt idx="2555">
                  <c:v>31-03-2010</c:v>
                </c:pt>
                <c:pt idx="2556">
                  <c:v>01-04-2010</c:v>
                </c:pt>
                <c:pt idx="2557">
                  <c:v>05-04-2010</c:v>
                </c:pt>
                <c:pt idx="2558">
                  <c:v>06-04-2010</c:v>
                </c:pt>
                <c:pt idx="2559">
                  <c:v>07-04-2010</c:v>
                </c:pt>
                <c:pt idx="2560">
                  <c:v>08-04-2010</c:v>
                </c:pt>
                <c:pt idx="2561">
                  <c:v>09-04-2010</c:v>
                </c:pt>
                <c:pt idx="2562">
                  <c:v>12-04-2010</c:v>
                </c:pt>
                <c:pt idx="2563">
                  <c:v>13-04-2010</c:v>
                </c:pt>
                <c:pt idx="2564">
                  <c:v>15-04-2010</c:v>
                </c:pt>
                <c:pt idx="2565">
                  <c:v>16-04-2010</c:v>
                </c:pt>
                <c:pt idx="2566">
                  <c:v>19-04-2010</c:v>
                </c:pt>
                <c:pt idx="2567">
                  <c:v>20-04-2010</c:v>
                </c:pt>
                <c:pt idx="2568">
                  <c:v>21-04-2010</c:v>
                </c:pt>
                <c:pt idx="2569">
                  <c:v>22-04-2010</c:v>
                </c:pt>
                <c:pt idx="2570">
                  <c:v>23-04-2010</c:v>
                </c:pt>
                <c:pt idx="2571">
                  <c:v>26-04-2010</c:v>
                </c:pt>
                <c:pt idx="2572">
                  <c:v>27-04-2010</c:v>
                </c:pt>
                <c:pt idx="2573">
                  <c:v>28-04-2010</c:v>
                </c:pt>
                <c:pt idx="2574">
                  <c:v>29-04-2010</c:v>
                </c:pt>
                <c:pt idx="2575">
                  <c:v>30-04-2010</c:v>
                </c:pt>
                <c:pt idx="2576">
                  <c:v>03-05-2010</c:v>
                </c:pt>
                <c:pt idx="2577">
                  <c:v>04-05-2010</c:v>
                </c:pt>
                <c:pt idx="2578">
                  <c:v>05-05-2010</c:v>
                </c:pt>
                <c:pt idx="2579">
                  <c:v>06-05-2010</c:v>
                </c:pt>
                <c:pt idx="2580">
                  <c:v>07-05-2010</c:v>
                </c:pt>
                <c:pt idx="2581">
                  <c:v>10-05-2010</c:v>
                </c:pt>
                <c:pt idx="2582">
                  <c:v>11-05-2010</c:v>
                </c:pt>
                <c:pt idx="2583">
                  <c:v>12-05-2010</c:v>
                </c:pt>
                <c:pt idx="2584">
                  <c:v>13-05-2010</c:v>
                </c:pt>
                <c:pt idx="2585">
                  <c:v>14-05-2010</c:v>
                </c:pt>
                <c:pt idx="2586">
                  <c:v>17-05-2010</c:v>
                </c:pt>
                <c:pt idx="2587">
                  <c:v>18-05-2010</c:v>
                </c:pt>
                <c:pt idx="2588">
                  <c:v>19-05-2010</c:v>
                </c:pt>
                <c:pt idx="2589">
                  <c:v>20-05-2010</c:v>
                </c:pt>
                <c:pt idx="2590">
                  <c:v>21-05-2010</c:v>
                </c:pt>
                <c:pt idx="2591">
                  <c:v>24-05-2010</c:v>
                </c:pt>
                <c:pt idx="2592">
                  <c:v>25-05-2010</c:v>
                </c:pt>
                <c:pt idx="2593">
                  <c:v>26-05-2010</c:v>
                </c:pt>
                <c:pt idx="2594">
                  <c:v>27-05-2010</c:v>
                </c:pt>
                <c:pt idx="2595">
                  <c:v>28-05-2010</c:v>
                </c:pt>
                <c:pt idx="2596">
                  <c:v>31-05-2010</c:v>
                </c:pt>
                <c:pt idx="2597">
                  <c:v>01-06-2010</c:v>
                </c:pt>
                <c:pt idx="2598">
                  <c:v>02-06-2010</c:v>
                </c:pt>
                <c:pt idx="2599">
                  <c:v>03-06-2010</c:v>
                </c:pt>
                <c:pt idx="2600">
                  <c:v>04-06-2010</c:v>
                </c:pt>
                <c:pt idx="2601">
                  <c:v>07-06-2010</c:v>
                </c:pt>
                <c:pt idx="2602">
                  <c:v>08-06-2010</c:v>
                </c:pt>
                <c:pt idx="2603">
                  <c:v>09-06-2010</c:v>
                </c:pt>
                <c:pt idx="2604">
                  <c:v>10-06-2010</c:v>
                </c:pt>
                <c:pt idx="2605">
                  <c:v>11-06-2010</c:v>
                </c:pt>
                <c:pt idx="2606">
                  <c:v>14-06-2010</c:v>
                </c:pt>
                <c:pt idx="2607">
                  <c:v>15-06-2010</c:v>
                </c:pt>
                <c:pt idx="2608">
                  <c:v>16-06-2010</c:v>
                </c:pt>
                <c:pt idx="2609">
                  <c:v>17-06-2010</c:v>
                </c:pt>
                <c:pt idx="2610">
                  <c:v>18-06-2010</c:v>
                </c:pt>
                <c:pt idx="2611">
                  <c:v>21-06-2010</c:v>
                </c:pt>
                <c:pt idx="2612">
                  <c:v>22-06-2010</c:v>
                </c:pt>
                <c:pt idx="2613">
                  <c:v>23-06-2010</c:v>
                </c:pt>
                <c:pt idx="2614">
                  <c:v>24-06-2010</c:v>
                </c:pt>
                <c:pt idx="2615">
                  <c:v>25-06-2010</c:v>
                </c:pt>
                <c:pt idx="2616">
                  <c:v>28-06-2010</c:v>
                </c:pt>
                <c:pt idx="2617">
                  <c:v>29-06-2010</c:v>
                </c:pt>
                <c:pt idx="2618">
                  <c:v>30-06-2010</c:v>
                </c:pt>
                <c:pt idx="2619">
                  <c:v>01-07-2010</c:v>
                </c:pt>
                <c:pt idx="2620">
                  <c:v>02-07-2010</c:v>
                </c:pt>
                <c:pt idx="2621">
                  <c:v>05-07-2010</c:v>
                </c:pt>
                <c:pt idx="2622">
                  <c:v>06-07-2010</c:v>
                </c:pt>
                <c:pt idx="2623">
                  <c:v>07-07-2010</c:v>
                </c:pt>
                <c:pt idx="2624">
                  <c:v>08-07-2010</c:v>
                </c:pt>
                <c:pt idx="2625">
                  <c:v>09-07-2010</c:v>
                </c:pt>
                <c:pt idx="2626">
                  <c:v>12-07-2010</c:v>
                </c:pt>
                <c:pt idx="2627">
                  <c:v>13-07-2010</c:v>
                </c:pt>
                <c:pt idx="2628">
                  <c:v>14-07-2010</c:v>
                </c:pt>
                <c:pt idx="2629">
                  <c:v>15-07-2010</c:v>
                </c:pt>
                <c:pt idx="2630">
                  <c:v>16-07-2010</c:v>
                </c:pt>
                <c:pt idx="2631">
                  <c:v>19-07-2010</c:v>
                </c:pt>
                <c:pt idx="2632">
                  <c:v>20-07-2010</c:v>
                </c:pt>
                <c:pt idx="2633">
                  <c:v>21-07-2010</c:v>
                </c:pt>
                <c:pt idx="2634">
                  <c:v>22-07-2010</c:v>
                </c:pt>
                <c:pt idx="2635">
                  <c:v>23-07-2010</c:v>
                </c:pt>
                <c:pt idx="2636">
                  <c:v>26-07-2010</c:v>
                </c:pt>
                <c:pt idx="2637">
                  <c:v>27-07-2010</c:v>
                </c:pt>
                <c:pt idx="2638">
                  <c:v>28-07-2010</c:v>
                </c:pt>
                <c:pt idx="2639">
                  <c:v>29-07-2010</c:v>
                </c:pt>
                <c:pt idx="2640">
                  <c:v>30-07-2010</c:v>
                </c:pt>
                <c:pt idx="2641">
                  <c:v>02-08-2010</c:v>
                </c:pt>
                <c:pt idx="2642">
                  <c:v>03-08-2010</c:v>
                </c:pt>
                <c:pt idx="2643">
                  <c:v>04-08-2010</c:v>
                </c:pt>
                <c:pt idx="2644">
                  <c:v>05-08-2010</c:v>
                </c:pt>
                <c:pt idx="2645">
                  <c:v>06-08-2010</c:v>
                </c:pt>
                <c:pt idx="2646">
                  <c:v>09-08-2010</c:v>
                </c:pt>
                <c:pt idx="2647">
                  <c:v>10-08-2010</c:v>
                </c:pt>
                <c:pt idx="2648">
                  <c:v>11-08-2010</c:v>
                </c:pt>
                <c:pt idx="2649">
                  <c:v>12-08-2010</c:v>
                </c:pt>
                <c:pt idx="2650">
                  <c:v>13-08-2010</c:v>
                </c:pt>
                <c:pt idx="2651">
                  <c:v>16-08-2010</c:v>
                </c:pt>
                <c:pt idx="2652">
                  <c:v>17-08-2010</c:v>
                </c:pt>
                <c:pt idx="2653">
                  <c:v>18-08-2010</c:v>
                </c:pt>
                <c:pt idx="2654">
                  <c:v>19-08-2010</c:v>
                </c:pt>
                <c:pt idx="2655">
                  <c:v>20-08-2010</c:v>
                </c:pt>
                <c:pt idx="2656">
                  <c:v>23-08-2010</c:v>
                </c:pt>
                <c:pt idx="2657">
                  <c:v>24-08-2010</c:v>
                </c:pt>
                <c:pt idx="2658">
                  <c:v>25-08-2010</c:v>
                </c:pt>
                <c:pt idx="2659">
                  <c:v>26-08-2010</c:v>
                </c:pt>
                <c:pt idx="2660">
                  <c:v>27-08-2010</c:v>
                </c:pt>
                <c:pt idx="2661">
                  <c:v>30-08-2010</c:v>
                </c:pt>
                <c:pt idx="2662">
                  <c:v>31-08-2010</c:v>
                </c:pt>
                <c:pt idx="2663">
                  <c:v>01-09-2010</c:v>
                </c:pt>
                <c:pt idx="2664">
                  <c:v>02-09-2010</c:v>
                </c:pt>
                <c:pt idx="2665">
                  <c:v>03-09-2010</c:v>
                </c:pt>
                <c:pt idx="2666">
                  <c:v>06-09-2010</c:v>
                </c:pt>
                <c:pt idx="2667">
                  <c:v>07-09-2010</c:v>
                </c:pt>
                <c:pt idx="2668">
                  <c:v>08-09-2010</c:v>
                </c:pt>
                <c:pt idx="2669">
                  <c:v>09-09-2010</c:v>
                </c:pt>
                <c:pt idx="2670">
                  <c:v>13-09-2010</c:v>
                </c:pt>
                <c:pt idx="2671">
                  <c:v>14-09-2010</c:v>
                </c:pt>
                <c:pt idx="2672">
                  <c:v>15-09-2010</c:v>
                </c:pt>
                <c:pt idx="2673">
                  <c:v>16-09-2010</c:v>
                </c:pt>
                <c:pt idx="2674">
                  <c:v>17-09-2010</c:v>
                </c:pt>
                <c:pt idx="2675">
                  <c:v>20-09-2010</c:v>
                </c:pt>
                <c:pt idx="2676">
                  <c:v>21-09-2010</c:v>
                </c:pt>
                <c:pt idx="2677">
                  <c:v>22-09-2010</c:v>
                </c:pt>
                <c:pt idx="2678">
                  <c:v>23-09-2010</c:v>
                </c:pt>
                <c:pt idx="2679">
                  <c:v>24-09-2010</c:v>
                </c:pt>
                <c:pt idx="2680">
                  <c:v>27-09-2010</c:v>
                </c:pt>
                <c:pt idx="2681">
                  <c:v>28-09-2010</c:v>
                </c:pt>
                <c:pt idx="2682">
                  <c:v>29-09-2010</c:v>
                </c:pt>
                <c:pt idx="2683">
                  <c:v>30-09-2010</c:v>
                </c:pt>
                <c:pt idx="2684">
                  <c:v>01-10-2010</c:v>
                </c:pt>
                <c:pt idx="2685">
                  <c:v>04-10-2010</c:v>
                </c:pt>
                <c:pt idx="2686">
                  <c:v>05-10-2010</c:v>
                </c:pt>
                <c:pt idx="2687">
                  <c:v>06-10-2010</c:v>
                </c:pt>
                <c:pt idx="2688">
                  <c:v>07-10-2010</c:v>
                </c:pt>
                <c:pt idx="2689">
                  <c:v>08-10-2010</c:v>
                </c:pt>
                <c:pt idx="2690">
                  <c:v>11-10-2010</c:v>
                </c:pt>
                <c:pt idx="2691">
                  <c:v>12-10-2010</c:v>
                </c:pt>
                <c:pt idx="2692">
                  <c:v>13-10-2010</c:v>
                </c:pt>
                <c:pt idx="2693">
                  <c:v>14-10-2010</c:v>
                </c:pt>
                <c:pt idx="2694">
                  <c:v>15-10-2010</c:v>
                </c:pt>
                <c:pt idx="2695">
                  <c:v>18-10-2010</c:v>
                </c:pt>
                <c:pt idx="2696">
                  <c:v>19-10-2010</c:v>
                </c:pt>
                <c:pt idx="2697">
                  <c:v>20-10-2010</c:v>
                </c:pt>
                <c:pt idx="2698">
                  <c:v>21-10-2010</c:v>
                </c:pt>
                <c:pt idx="2699">
                  <c:v>22-10-2010</c:v>
                </c:pt>
                <c:pt idx="2700">
                  <c:v>25-10-2010</c:v>
                </c:pt>
                <c:pt idx="2701">
                  <c:v>26-10-2010</c:v>
                </c:pt>
                <c:pt idx="2702">
                  <c:v>27-10-2010</c:v>
                </c:pt>
                <c:pt idx="2703">
                  <c:v>28-10-2010</c:v>
                </c:pt>
                <c:pt idx="2704">
                  <c:v>29-10-2010</c:v>
                </c:pt>
                <c:pt idx="2705">
                  <c:v>01-11-2010</c:v>
                </c:pt>
                <c:pt idx="2706">
                  <c:v>02-11-2010</c:v>
                </c:pt>
                <c:pt idx="2707">
                  <c:v>03-11-2010</c:v>
                </c:pt>
                <c:pt idx="2708">
                  <c:v>04-11-2010</c:v>
                </c:pt>
                <c:pt idx="2709">
                  <c:v>05-11-2010</c:v>
                </c:pt>
                <c:pt idx="2710">
                  <c:v>08-11-2010</c:v>
                </c:pt>
                <c:pt idx="2711">
                  <c:v>09-11-2010</c:v>
                </c:pt>
                <c:pt idx="2712">
                  <c:v>10-11-2010</c:v>
                </c:pt>
                <c:pt idx="2713">
                  <c:v>11-11-2010</c:v>
                </c:pt>
                <c:pt idx="2714">
                  <c:v>12-11-2010</c:v>
                </c:pt>
                <c:pt idx="2715">
                  <c:v>15-11-2010</c:v>
                </c:pt>
                <c:pt idx="2716">
                  <c:v>16-11-2010</c:v>
                </c:pt>
                <c:pt idx="2717">
                  <c:v>18-11-2010</c:v>
                </c:pt>
                <c:pt idx="2718">
                  <c:v>19-11-2010</c:v>
                </c:pt>
                <c:pt idx="2719">
                  <c:v>22-11-2010</c:v>
                </c:pt>
                <c:pt idx="2720">
                  <c:v>23-11-2010</c:v>
                </c:pt>
                <c:pt idx="2721">
                  <c:v>24-11-2010</c:v>
                </c:pt>
                <c:pt idx="2722">
                  <c:v>25-11-2010</c:v>
                </c:pt>
                <c:pt idx="2723">
                  <c:v>26-11-2010</c:v>
                </c:pt>
                <c:pt idx="2724">
                  <c:v>29-11-2010</c:v>
                </c:pt>
                <c:pt idx="2725">
                  <c:v>30-11-2010</c:v>
                </c:pt>
                <c:pt idx="2726">
                  <c:v>01-12-2010</c:v>
                </c:pt>
                <c:pt idx="2727">
                  <c:v>02-12-2010</c:v>
                </c:pt>
                <c:pt idx="2728">
                  <c:v>03-12-2010</c:v>
                </c:pt>
                <c:pt idx="2729">
                  <c:v>06-12-2010</c:v>
                </c:pt>
                <c:pt idx="2730">
                  <c:v>07-12-2010</c:v>
                </c:pt>
                <c:pt idx="2731">
                  <c:v>08-12-2010</c:v>
                </c:pt>
                <c:pt idx="2732">
                  <c:v>09-12-2010</c:v>
                </c:pt>
                <c:pt idx="2733">
                  <c:v>10-12-2010</c:v>
                </c:pt>
                <c:pt idx="2734">
                  <c:v>13-12-2010</c:v>
                </c:pt>
                <c:pt idx="2735">
                  <c:v>14-12-2010</c:v>
                </c:pt>
                <c:pt idx="2736">
                  <c:v>15-12-2010</c:v>
                </c:pt>
                <c:pt idx="2737">
                  <c:v>16-12-2010</c:v>
                </c:pt>
                <c:pt idx="2738">
                  <c:v>20-12-2010</c:v>
                </c:pt>
                <c:pt idx="2739">
                  <c:v>21-12-2010</c:v>
                </c:pt>
                <c:pt idx="2740">
                  <c:v>22-12-2010</c:v>
                </c:pt>
                <c:pt idx="2741">
                  <c:v>23-12-2010</c:v>
                </c:pt>
                <c:pt idx="2742">
                  <c:v>24-12-2010</c:v>
                </c:pt>
                <c:pt idx="2743">
                  <c:v>27-12-2010</c:v>
                </c:pt>
                <c:pt idx="2744">
                  <c:v>28-12-2010</c:v>
                </c:pt>
                <c:pt idx="2745">
                  <c:v>29-12-2010</c:v>
                </c:pt>
                <c:pt idx="2746">
                  <c:v>30-12-2010</c:v>
                </c:pt>
                <c:pt idx="2747">
                  <c:v>31-12-2010</c:v>
                </c:pt>
                <c:pt idx="2748">
                  <c:v>03-01-2011</c:v>
                </c:pt>
                <c:pt idx="2749">
                  <c:v>04-01-2011</c:v>
                </c:pt>
                <c:pt idx="2750">
                  <c:v>05-01-2011</c:v>
                </c:pt>
                <c:pt idx="2751">
                  <c:v>06-01-2011</c:v>
                </c:pt>
                <c:pt idx="2752">
                  <c:v>07-01-2011</c:v>
                </c:pt>
                <c:pt idx="2753">
                  <c:v>10-01-2011</c:v>
                </c:pt>
                <c:pt idx="2754">
                  <c:v>11-01-2011</c:v>
                </c:pt>
                <c:pt idx="2755">
                  <c:v>12-01-2011</c:v>
                </c:pt>
                <c:pt idx="2756">
                  <c:v>13-01-2011</c:v>
                </c:pt>
                <c:pt idx="2757">
                  <c:v>14-01-2011</c:v>
                </c:pt>
                <c:pt idx="2758">
                  <c:v>17-01-2011</c:v>
                </c:pt>
                <c:pt idx="2759">
                  <c:v>18-01-2011</c:v>
                </c:pt>
                <c:pt idx="2760">
                  <c:v>19-01-2011</c:v>
                </c:pt>
                <c:pt idx="2761">
                  <c:v>20-01-2011</c:v>
                </c:pt>
                <c:pt idx="2762">
                  <c:v>21-01-2011</c:v>
                </c:pt>
                <c:pt idx="2763">
                  <c:v>24-01-2011</c:v>
                </c:pt>
                <c:pt idx="2764">
                  <c:v>25-01-2011</c:v>
                </c:pt>
                <c:pt idx="2765">
                  <c:v>27-01-2011</c:v>
                </c:pt>
                <c:pt idx="2766">
                  <c:v>28-01-2011</c:v>
                </c:pt>
                <c:pt idx="2767">
                  <c:v>31-01-2011</c:v>
                </c:pt>
                <c:pt idx="2768">
                  <c:v>01-02-2011</c:v>
                </c:pt>
                <c:pt idx="2769">
                  <c:v>02-02-2011</c:v>
                </c:pt>
                <c:pt idx="2770">
                  <c:v>03-02-2011</c:v>
                </c:pt>
                <c:pt idx="2771">
                  <c:v>04-02-2011</c:v>
                </c:pt>
                <c:pt idx="2772">
                  <c:v>07-02-2011</c:v>
                </c:pt>
                <c:pt idx="2773">
                  <c:v>08-02-2011</c:v>
                </c:pt>
                <c:pt idx="2774">
                  <c:v>09-02-2011</c:v>
                </c:pt>
                <c:pt idx="2775">
                  <c:v>10-02-2011</c:v>
                </c:pt>
                <c:pt idx="2776">
                  <c:v>11-02-2011</c:v>
                </c:pt>
                <c:pt idx="2777">
                  <c:v>14-02-2011</c:v>
                </c:pt>
                <c:pt idx="2778">
                  <c:v>15-02-2011</c:v>
                </c:pt>
                <c:pt idx="2779">
                  <c:v>16-02-2011</c:v>
                </c:pt>
                <c:pt idx="2780">
                  <c:v>17-02-2011</c:v>
                </c:pt>
                <c:pt idx="2781">
                  <c:v>18-02-2011</c:v>
                </c:pt>
                <c:pt idx="2782">
                  <c:v>21-02-2011</c:v>
                </c:pt>
                <c:pt idx="2783">
                  <c:v>22-02-2011</c:v>
                </c:pt>
                <c:pt idx="2784">
                  <c:v>23-02-2011</c:v>
                </c:pt>
                <c:pt idx="2785">
                  <c:v>24-02-2011</c:v>
                </c:pt>
                <c:pt idx="2786">
                  <c:v>25-02-2011</c:v>
                </c:pt>
                <c:pt idx="2787">
                  <c:v>28-02-2011</c:v>
                </c:pt>
                <c:pt idx="2788">
                  <c:v>01-03-2011</c:v>
                </c:pt>
                <c:pt idx="2789">
                  <c:v>03-03-2011</c:v>
                </c:pt>
                <c:pt idx="2790">
                  <c:v>04-03-2011</c:v>
                </c:pt>
                <c:pt idx="2791">
                  <c:v>07-03-2011</c:v>
                </c:pt>
                <c:pt idx="2792">
                  <c:v>08-03-2011</c:v>
                </c:pt>
                <c:pt idx="2793">
                  <c:v>09-03-2011</c:v>
                </c:pt>
                <c:pt idx="2794">
                  <c:v>10-03-2011</c:v>
                </c:pt>
                <c:pt idx="2795">
                  <c:v>11-03-2011</c:v>
                </c:pt>
                <c:pt idx="2796">
                  <c:v>14-03-2011</c:v>
                </c:pt>
                <c:pt idx="2797">
                  <c:v>15-03-2011</c:v>
                </c:pt>
                <c:pt idx="2798">
                  <c:v>16-03-2011</c:v>
                </c:pt>
                <c:pt idx="2799">
                  <c:v>17-03-2011</c:v>
                </c:pt>
                <c:pt idx="2800">
                  <c:v>18-03-2011</c:v>
                </c:pt>
                <c:pt idx="2801">
                  <c:v>21-03-2011</c:v>
                </c:pt>
                <c:pt idx="2802">
                  <c:v>22-03-2011</c:v>
                </c:pt>
                <c:pt idx="2803">
                  <c:v>23-03-2011</c:v>
                </c:pt>
                <c:pt idx="2804">
                  <c:v>24-03-2011</c:v>
                </c:pt>
                <c:pt idx="2805">
                  <c:v>25-03-2011</c:v>
                </c:pt>
                <c:pt idx="2806">
                  <c:v>28-03-2011</c:v>
                </c:pt>
                <c:pt idx="2807">
                  <c:v>29-03-2011</c:v>
                </c:pt>
                <c:pt idx="2808">
                  <c:v>30-03-2011</c:v>
                </c:pt>
                <c:pt idx="2809">
                  <c:v>31-03-2011</c:v>
                </c:pt>
                <c:pt idx="2810">
                  <c:v>01-04-2011</c:v>
                </c:pt>
                <c:pt idx="2811">
                  <c:v>04-04-2011</c:v>
                </c:pt>
                <c:pt idx="2812">
                  <c:v>05-04-2011</c:v>
                </c:pt>
                <c:pt idx="2813">
                  <c:v>06-04-2011</c:v>
                </c:pt>
                <c:pt idx="2814">
                  <c:v>07-04-2011</c:v>
                </c:pt>
                <c:pt idx="2815">
                  <c:v>08-04-2011</c:v>
                </c:pt>
                <c:pt idx="2816">
                  <c:v>11-04-2011</c:v>
                </c:pt>
                <c:pt idx="2817">
                  <c:v>13-04-2011</c:v>
                </c:pt>
                <c:pt idx="2818">
                  <c:v>15-04-2011</c:v>
                </c:pt>
                <c:pt idx="2819">
                  <c:v>18-04-2011</c:v>
                </c:pt>
                <c:pt idx="2820">
                  <c:v>19-04-2011</c:v>
                </c:pt>
                <c:pt idx="2821">
                  <c:v>20-04-2011</c:v>
                </c:pt>
                <c:pt idx="2822">
                  <c:v>21-04-2011</c:v>
                </c:pt>
                <c:pt idx="2823">
                  <c:v>25-04-2011</c:v>
                </c:pt>
                <c:pt idx="2824">
                  <c:v>26-04-2011</c:v>
                </c:pt>
                <c:pt idx="2825">
                  <c:v>27-04-2011</c:v>
                </c:pt>
                <c:pt idx="2826">
                  <c:v>28-04-2011</c:v>
                </c:pt>
                <c:pt idx="2827">
                  <c:v>29-04-2011</c:v>
                </c:pt>
                <c:pt idx="2828">
                  <c:v>02-05-2011</c:v>
                </c:pt>
                <c:pt idx="2829">
                  <c:v>03-05-2011</c:v>
                </c:pt>
                <c:pt idx="2830">
                  <c:v>04-05-2011</c:v>
                </c:pt>
                <c:pt idx="2831">
                  <c:v>05-05-2011</c:v>
                </c:pt>
                <c:pt idx="2832">
                  <c:v>06-05-2011</c:v>
                </c:pt>
                <c:pt idx="2833">
                  <c:v>09-05-2011</c:v>
                </c:pt>
                <c:pt idx="2834">
                  <c:v>10-05-2011</c:v>
                </c:pt>
                <c:pt idx="2835">
                  <c:v>11-05-2011</c:v>
                </c:pt>
                <c:pt idx="2836">
                  <c:v>12-05-2011</c:v>
                </c:pt>
                <c:pt idx="2837">
                  <c:v>13-05-2011</c:v>
                </c:pt>
                <c:pt idx="2838">
                  <c:v>16-05-2011</c:v>
                </c:pt>
                <c:pt idx="2839">
                  <c:v>17-05-2011</c:v>
                </c:pt>
                <c:pt idx="2840">
                  <c:v>18-05-2011</c:v>
                </c:pt>
                <c:pt idx="2841">
                  <c:v>19-05-2011</c:v>
                </c:pt>
                <c:pt idx="2842">
                  <c:v>20-05-2011</c:v>
                </c:pt>
                <c:pt idx="2843">
                  <c:v>23-05-2011</c:v>
                </c:pt>
                <c:pt idx="2844">
                  <c:v>24-05-2011</c:v>
                </c:pt>
                <c:pt idx="2845">
                  <c:v>25-05-2011</c:v>
                </c:pt>
                <c:pt idx="2846">
                  <c:v>26-05-2011</c:v>
                </c:pt>
                <c:pt idx="2847">
                  <c:v>27-05-2011</c:v>
                </c:pt>
                <c:pt idx="2848">
                  <c:v>30-05-2011</c:v>
                </c:pt>
                <c:pt idx="2849">
                  <c:v>31-05-2011</c:v>
                </c:pt>
                <c:pt idx="2850">
                  <c:v>01-06-2011</c:v>
                </c:pt>
                <c:pt idx="2851">
                  <c:v>02-06-2011</c:v>
                </c:pt>
                <c:pt idx="2852">
                  <c:v>03-06-2011</c:v>
                </c:pt>
                <c:pt idx="2853">
                  <c:v>06-06-2011</c:v>
                </c:pt>
                <c:pt idx="2854">
                  <c:v>07-06-2011</c:v>
                </c:pt>
                <c:pt idx="2855">
                  <c:v>08-06-2011</c:v>
                </c:pt>
                <c:pt idx="2856">
                  <c:v>09-06-2011</c:v>
                </c:pt>
                <c:pt idx="2857">
                  <c:v>10-06-2011</c:v>
                </c:pt>
                <c:pt idx="2858">
                  <c:v>13-06-2011</c:v>
                </c:pt>
                <c:pt idx="2859">
                  <c:v>14-06-2011</c:v>
                </c:pt>
                <c:pt idx="2860">
                  <c:v>15-06-2011</c:v>
                </c:pt>
                <c:pt idx="2861">
                  <c:v>16-06-2011</c:v>
                </c:pt>
                <c:pt idx="2862">
                  <c:v>17-06-2011</c:v>
                </c:pt>
                <c:pt idx="2863">
                  <c:v>20-06-2011</c:v>
                </c:pt>
                <c:pt idx="2864">
                  <c:v>21-06-2011</c:v>
                </c:pt>
                <c:pt idx="2865">
                  <c:v>22-06-2011</c:v>
                </c:pt>
                <c:pt idx="2866">
                  <c:v>23-06-2011</c:v>
                </c:pt>
                <c:pt idx="2867">
                  <c:v>24-06-2011</c:v>
                </c:pt>
                <c:pt idx="2868">
                  <c:v>27-06-2011</c:v>
                </c:pt>
                <c:pt idx="2869">
                  <c:v>28-06-2011</c:v>
                </c:pt>
                <c:pt idx="2870">
                  <c:v>29-06-2011</c:v>
                </c:pt>
                <c:pt idx="2871">
                  <c:v>30-06-2011</c:v>
                </c:pt>
                <c:pt idx="2872">
                  <c:v>01-07-2011</c:v>
                </c:pt>
                <c:pt idx="2873">
                  <c:v>04-07-2011</c:v>
                </c:pt>
                <c:pt idx="2874">
                  <c:v>05-07-2011</c:v>
                </c:pt>
                <c:pt idx="2875">
                  <c:v>06-07-2011</c:v>
                </c:pt>
                <c:pt idx="2876">
                  <c:v>07-07-2011</c:v>
                </c:pt>
                <c:pt idx="2877">
                  <c:v>08-07-2011</c:v>
                </c:pt>
                <c:pt idx="2878">
                  <c:v>11-07-2011</c:v>
                </c:pt>
                <c:pt idx="2879">
                  <c:v>12-07-2011</c:v>
                </c:pt>
                <c:pt idx="2880">
                  <c:v>13-07-2011</c:v>
                </c:pt>
                <c:pt idx="2881">
                  <c:v>14-07-2011</c:v>
                </c:pt>
                <c:pt idx="2882">
                  <c:v>15-07-2011</c:v>
                </c:pt>
                <c:pt idx="2883">
                  <c:v>18-07-2011</c:v>
                </c:pt>
                <c:pt idx="2884">
                  <c:v>19-07-2011</c:v>
                </c:pt>
                <c:pt idx="2885">
                  <c:v>20-07-2011</c:v>
                </c:pt>
                <c:pt idx="2886">
                  <c:v>21-07-2011</c:v>
                </c:pt>
                <c:pt idx="2887">
                  <c:v>22-07-2011</c:v>
                </c:pt>
                <c:pt idx="2888">
                  <c:v>25-07-2011</c:v>
                </c:pt>
                <c:pt idx="2889">
                  <c:v>26-07-2011</c:v>
                </c:pt>
                <c:pt idx="2890">
                  <c:v>27-07-2011</c:v>
                </c:pt>
                <c:pt idx="2891">
                  <c:v>28-07-2011</c:v>
                </c:pt>
                <c:pt idx="2892">
                  <c:v>29-07-2011</c:v>
                </c:pt>
                <c:pt idx="2893">
                  <c:v>01-08-2011</c:v>
                </c:pt>
                <c:pt idx="2894">
                  <c:v>02-08-2011</c:v>
                </c:pt>
                <c:pt idx="2895">
                  <c:v>03-08-2011</c:v>
                </c:pt>
                <c:pt idx="2896">
                  <c:v>04-08-2011</c:v>
                </c:pt>
                <c:pt idx="2897">
                  <c:v>05-08-2011</c:v>
                </c:pt>
                <c:pt idx="2898">
                  <c:v>08-08-2011</c:v>
                </c:pt>
                <c:pt idx="2899">
                  <c:v>09-08-2011</c:v>
                </c:pt>
                <c:pt idx="2900">
                  <c:v>10-08-2011</c:v>
                </c:pt>
                <c:pt idx="2901">
                  <c:v>11-08-2011</c:v>
                </c:pt>
                <c:pt idx="2902">
                  <c:v>12-08-2011</c:v>
                </c:pt>
                <c:pt idx="2903">
                  <c:v>16-08-2011</c:v>
                </c:pt>
                <c:pt idx="2904">
                  <c:v>17-08-2011</c:v>
                </c:pt>
                <c:pt idx="2905">
                  <c:v>18-08-2011</c:v>
                </c:pt>
                <c:pt idx="2906">
                  <c:v>19-08-2011</c:v>
                </c:pt>
                <c:pt idx="2907">
                  <c:v>22-08-2011</c:v>
                </c:pt>
                <c:pt idx="2908">
                  <c:v>23-08-2011</c:v>
                </c:pt>
                <c:pt idx="2909">
                  <c:v>24-08-2011</c:v>
                </c:pt>
                <c:pt idx="2910">
                  <c:v>25-08-2011</c:v>
                </c:pt>
                <c:pt idx="2911">
                  <c:v>26-08-2011</c:v>
                </c:pt>
                <c:pt idx="2912">
                  <c:v>29-08-2011</c:v>
                </c:pt>
                <c:pt idx="2913">
                  <c:v>30-08-2011</c:v>
                </c:pt>
                <c:pt idx="2914">
                  <c:v>02-09-2011</c:v>
                </c:pt>
                <c:pt idx="2915">
                  <c:v>05-09-2011</c:v>
                </c:pt>
                <c:pt idx="2916">
                  <c:v>06-09-2011</c:v>
                </c:pt>
                <c:pt idx="2917">
                  <c:v>07-09-2011</c:v>
                </c:pt>
                <c:pt idx="2918">
                  <c:v>08-09-2011</c:v>
                </c:pt>
                <c:pt idx="2919">
                  <c:v>09-09-2011</c:v>
                </c:pt>
                <c:pt idx="2920">
                  <c:v>12-09-2011</c:v>
                </c:pt>
                <c:pt idx="2921">
                  <c:v>13-09-2011</c:v>
                </c:pt>
                <c:pt idx="2922">
                  <c:v>14-09-2011</c:v>
                </c:pt>
                <c:pt idx="2923">
                  <c:v>15-09-2011</c:v>
                </c:pt>
                <c:pt idx="2924">
                  <c:v>16-09-2011</c:v>
                </c:pt>
                <c:pt idx="2925">
                  <c:v>19-09-2011</c:v>
                </c:pt>
                <c:pt idx="2926">
                  <c:v>20-09-2011</c:v>
                </c:pt>
                <c:pt idx="2927">
                  <c:v>21-09-2011</c:v>
                </c:pt>
                <c:pt idx="2928">
                  <c:v>22-09-2011</c:v>
                </c:pt>
                <c:pt idx="2929">
                  <c:v>23-09-2011</c:v>
                </c:pt>
                <c:pt idx="2930">
                  <c:v>26-09-2011</c:v>
                </c:pt>
                <c:pt idx="2931">
                  <c:v>27-09-2011</c:v>
                </c:pt>
                <c:pt idx="2932">
                  <c:v>28-09-2011</c:v>
                </c:pt>
                <c:pt idx="2933">
                  <c:v>29-09-2011</c:v>
                </c:pt>
                <c:pt idx="2934">
                  <c:v>30-09-2011</c:v>
                </c:pt>
                <c:pt idx="2935">
                  <c:v>03-10-2011</c:v>
                </c:pt>
                <c:pt idx="2936">
                  <c:v>04-10-2011</c:v>
                </c:pt>
                <c:pt idx="2937">
                  <c:v>05-10-2011</c:v>
                </c:pt>
                <c:pt idx="2938">
                  <c:v>07-10-2011</c:v>
                </c:pt>
                <c:pt idx="2939">
                  <c:v>10-10-2011</c:v>
                </c:pt>
                <c:pt idx="2940">
                  <c:v>11-10-2011</c:v>
                </c:pt>
                <c:pt idx="2941">
                  <c:v>12-10-2011</c:v>
                </c:pt>
                <c:pt idx="2942">
                  <c:v>13-10-2011</c:v>
                </c:pt>
                <c:pt idx="2943">
                  <c:v>14-10-2011</c:v>
                </c:pt>
                <c:pt idx="2944">
                  <c:v>17-10-2011</c:v>
                </c:pt>
                <c:pt idx="2945">
                  <c:v>18-10-2011</c:v>
                </c:pt>
                <c:pt idx="2946">
                  <c:v>19-10-2011</c:v>
                </c:pt>
                <c:pt idx="2947">
                  <c:v>20-10-2011</c:v>
                </c:pt>
                <c:pt idx="2948">
                  <c:v>21-10-2011</c:v>
                </c:pt>
                <c:pt idx="2949">
                  <c:v>24-10-2011</c:v>
                </c:pt>
                <c:pt idx="2950">
                  <c:v>25-10-2011</c:v>
                </c:pt>
                <c:pt idx="2951">
                  <c:v>26-10-2011</c:v>
                </c:pt>
                <c:pt idx="2952">
                  <c:v>28-10-2011</c:v>
                </c:pt>
                <c:pt idx="2953">
                  <c:v>31-10-2011</c:v>
                </c:pt>
                <c:pt idx="2954">
                  <c:v>01-11-2011</c:v>
                </c:pt>
                <c:pt idx="2955">
                  <c:v>02-11-2011</c:v>
                </c:pt>
                <c:pt idx="2956">
                  <c:v>03-11-2011</c:v>
                </c:pt>
                <c:pt idx="2957">
                  <c:v>04-11-2011</c:v>
                </c:pt>
                <c:pt idx="2958">
                  <c:v>08-11-2011</c:v>
                </c:pt>
                <c:pt idx="2959">
                  <c:v>09-11-2011</c:v>
                </c:pt>
                <c:pt idx="2960">
                  <c:v>11-11-2011</c:v>
                </c:pt>
                <c:pt idx="2961">
                  <c:v>14-11-2011</c:v>
                </c:pt>
                <c:pt idx="2962">
                  <c:v>15-11-2011</c:v>
                </c:pt>
                <c:pt idx="2963">
                  <c:v>16-11-2011</c:v>
                </c:pt>
                <c:pt idx="2964">
                  <c:v>17-11-2011</c:v>
                </c:pt>
                <c:pt idx="2965">
                  <c:v>18-11-2011</c:v>
                </c:pt>
                <c:pt idx="2966">
                  <c:v>21-11-2011</c:v>
                </c:pt>
                <c:pt idx="2967">
                  <c:v>22-11-2011</c:v>
                </c:pt>
                <c:pt idx="2968">
                  <c:v>23-11-2011</c:v>
                </c:pt>
                <c:pt idx="2969">
                  <c:v>24-11-2011</c:v>
                </c:pt>
                <c:pt idx="2970">
                  <c:v>25-11-2011</c:v>
                </c:pt>
                <c:pt idx="2971">
                  <c:v>28-11-2011</c:v>
                </c:pt>
                <c:pt idx="2972">
                  <c:v>29-11-2011</c:v>
                </c:pt>
                <c:pt idx="2973">
                  <c:v>30-11-2011</c:v>
                </c:pt>
                <c:pt idx="2974">
                  <c:v>01-12-2011</c:v>
                </c:pt>
                <c:pt idx="2975">
                  <c:v>02-12-2011</c:v>
                </c:pt>
                <c:pt idx="2976">
                  <c:v>05-12-2011</c:v>
                </c:pt>
                <c:pt idx="2977">
                  <c:v>07-12-2011</c:v>
                </c:pt>
                <c:pt idx="2978">
                  <c:v>08-12-2011</c:v>
                </c:pt>
                <c:pt idx="2979">
                  <c:v>09-12-2011</c:v>
                </c:pt>
                <c:pt idx="2980">
                  <c:v>12-12-2011</c:v>
                </c:pt>
                <c:pt idx="2981">
                  <c:v>13-12-2011</c:v>
                </c:pt>
                <c:pt idx="2982">
                  <c:v>14-12-2011</c:v>
                </c:pt>
                <c:pt idx="2983">
                  <c:v>15-12-2011</c:v>
                </c:pt>
                <c:pt idx="2984">
                  <c:v>16-12-2011</c:v>
                </c:pt>
                <c:pt idx="2985">
                  <c:v>19-12-2011</c:v>
                </c:pt>
                <c:pt idx="2986">
                  <c:v>20-12-2011</c:v>
                </c:pt>
                <c:pt idx="2987">
                  <c:v>21-12-2011</c:v>
                </c:pt>
                <c:pt idx="2988">
                  <c:v>22-12-2011</c:v>
                </c:pt>
                <c:pt idx="2989">
                  <c:v>23-12-2011</c:v>
                </c:pt>
                <c:pt idx="2990">
                  <c:v>26-12-2011</c:v>
                </c:pt>
                <c:pt idx="2991">
                  <c:v>27-12-2011</c:v>
                </c:pt>
                <c:pt idx="2992">
                  <c:v>28-12-2011</c:v>
                </c:pt>
                <c:pt idx="2993">
                  <c:v>29-12-2011</c:v>
                </c:pt>
                <c:pt idx="2994">
                  <c:v>30-12-2011</c:v>
                </c:pt>
                <c:pt idx="2995">
                  <c:v>02-01-2012</c:v>
                </c:pt>
                <c:pt idx="2996">
                  <c:v>03-01-2012</c:v>
                </c:pt>
                <c:pt idx="2997">
                  <c:v>04-01-2012</c:v>
                </c:pt>
                <c:pt idx="2998">
                  <c:v>05-01-2012</c:v>
                </c:pt>
                <c:pt idx="2999">
                  <c:v>06-01-2012</c:v>
                </c:pt>
                <c:pt idx="3000">
                  <c:v>07-01-2012</c:v>
                </c:pt>
                <c:pt idx="3001">
                  <c:v>09-01-2012</c:v>
                </c:pt>
                <c:pt idx="3002">
                  <c:v>10-01-2012</c:v>
                </c:pt>
                <c:pt idx="3003">
                  <c:v>11-01-2012</c:v>
                </c:pt>
                <c:pt idx="3004">
                  <c:v>12-01-2012</c:v>
                </c:pt>
                <c:pt idx="3005">
                  <c:v>13-01-2012</c:v>
                </c:pt>
                <c:pt idx="3006">
                  <c:v>16-01-2012</c:v>
                </c:pt>
                <c:pt idx="3007">
                  <c:v>17-01-2012</c:v>
                </c:pt>
                <c:pt idx="3008">
                  <c:v>18-01-2012</c:v>
                </c:pt>
                <c:pt idx="3009">
                  <c:v>19-01-2012</c:v>
                </c:pt>
                <c:pt idx="3010">
                  <c:v>20-01-2012</c:v>
                </c:pt>
                <c:pt idx="3011">
                  <c:v>23-01-2012</c:v>
                </c:pt>
                <c:pt idx="3012">
                  <c:v>24-01-2012</c:v>
                </c:pt>
                <c:pt idx="3013">
                  <c:v>25-01-2012</c:v>
                </c:pt>
                <c:pt idx="3014">
                  <c:v>27-01-2012</c:v>
                </c:pt>
                <c:pt idx="3015">
                  <c:v>30-01-2012</c:v>
                </c:pt>
                <c:pt idx="3016">
                  <c:v>31-01-2012</c:v>
                </c:pt>
                <c:pt idx="3017">
                  <c:v>01-02-2012</c:v>
                </c:pt>
                <c:pt idx="3018">
                  <c:v>02-02-2012</c:v>
                </c:pt>
                <c:pt idx="3019">
                  <c:v>03-02-2012</c:v>
                </c:pt>
                <c:pt idx="3020">
                  <c:v>06-02-2012</c:v>
                </c:pt>
                <c:pt idx="3021">
                  <c:v>07-02-2012</c:v>
                </c:pt>
                <c:pt idx="3022">
                  <c:v>08-02-2012</c:v>
                </c:pt>
                <c:pt idx="3023">
                  <c:v>09-02-2012</c:v>
                </c:pt>
                <c:pt idx="3024">
                  <c:v>10-02-2012</c:v>
                </c:pt>
                <c:pt idx="3025">
                  <c:v>13-02-2012</c:v>
                </c:pt>
                <c:pt idx="3026">
                  <c:v>14-02-2012</c:v>
                </c:pt>
                <c:pt idx="3027">
                  <c:v>15-02-2012</c:v>
                </c:pt>
                <c:pt idx="3028">
                  <c:v>16-02-2012</c:v>
                </c:pt>
                <c:pt idx="3029">
                  <c:v>17-02-2012</c:v>
                </c:pt>
                <c:pt idx="3030">
                  <c:v>21-02-2012</c:v>
                </c:pt>
                <c:pt idx="3031">
                  <c:v>22-02-2012</c:v>
                </c:pt>
                <c:pt idx="3032">
                  <c:v>23-02-2012</c:v>
                </c:pt>
                <c:pt idx="3033">
                  <c:v>24-02-2012</c:v>
                </c:pt>
                <c:pt idx="3034">
                  <c:v>27-02-2012</c:v>
                </c:pt>
                <c:pt idx="3035">
                  <c:v>28-02-2012</c:v>
                </c:pt>
                <c:pt idx="3036">
                  <c:v>29-02-2012</c:v>
                </c:pt>
                <c:pt idx="3037">
                  <c:v>01-03-2012</c:v>
                </c:pt>
                <c:pt idx="3038">
                  <c:v>02-03-2012</c:v>
                </c:pt>
                <c:pt idx="3039">
                  <c:v>03-03-2012</c:v>
                </c:pt>
                <c:pt idx="3040">
                  <c:v>05-03-2012</c:v>
                </c:pt>
                <c:pt idx="3041">
                  <c:v>06-03-2012</c:v>
                </c:pt>
                <c:pt idx="3042">
                  <c:v>07-03-2012</c:v>
                </c:pt>
                <c:pt idx="3043">
                  <c:v>09-03-2012</c:v>
                </c:pt>
                <c:pt idx="3044">
                  <c:v>12-03-2012</c:v>
                </c:pt>
                <c:pt idx="3045">
                  <c:v>13-03-2012</c:v>
                </c:pt>
                <c:pt idx="3046">
                  <c:v>14-03-2012</c:v>
                </c:pt>
                <c:pt idx="3047">
                  <c:v>15-03-2012</c:v>
                </c:pt>
                <c:pt idx="3048">
                  <c:v>16-03-2012</c:v>
                </c:pt>
                <c:pt idx="3049">
                  <c:v>19-03-2012</c:v>
                </c:pt>
                <c:pt idx="3050">
                  <c:v>20-03-2012</c:v>
                </c:pt>
                <c:pt idx="3051">
                  <c:v>21-03-2012</c:v>
                </c:pt>
                <c:pt idx="3052">
                  <c:v>22-03-2012</c:v>
                </c:pt>
                <c:pt idx="3053">
                  <c:v>23-03-2012</c:v>
                </c:pt>
                <c:pt idx="3054">
                  <c:v>26-03-2012</c:v>
                </c:pt>
                <c:pt idx="3055">
                  <c:v>27-03-2012</c:v>
                </c:pt>
                <c:pt idx="3056">
                  <c:v>28-03-2012</c:v>
                </c:pt>
                <c:pt idx="3057">
                  <c:v>29-03-2012</c:v>
                </c:pt>
                <c:pt idx="3058">
                  <c:v>30-03-2012</c:v>
                </c:pt>
                <c:pt idx="3059">
                  <c:v>02-04-2012</c:v>
                </c:pt>
                <c:pt idx="3060">
                  <c:v>03-04-2012</c:v>
                </c:pt>
                <c:pt idx="3061">
                  <c:v>04-04-2012</c:v>
                </c:pt>
                <c:pt idx="3062">
                  <c:v>09-04-2012</c:v>
                </c:pt>
                <c:pt idx="3063">
                  <c:v>10-04-2012</c:v>
                </c:pt>
                <c:pt idx="3064">
                  <c:v>11-04-2012</c:v>
                </c:pt>
                <c:pt idx="3065">
                  <c:v>12-04-2012</c:v>
                </c:pt>
                <c:pt idx="3066">
                  <c:v>13-04-2012</c:v>
                </c:pt>
                <c:pt idx="3067">
                  <c:v>16-04-2012</c:v>
                </c:pt>
                <c:pt idx="3068">
                  <c:v>17-04-2012</c:v>
                </c:pt>
                <c:pt idx="3069">
                  <c:v>18-04-2012</c:v>
                </c:pt>
                <c:pt idx="3070">
                  <c:v>19-04-2012</c:v>
                </c:pt>
                <c:pt idx="3071">
                  <c:v>20-04-2012</c:v>
                </c:pt>
                <c:pt idx="3072">
                  <c:v>23-04-2012</c:v>
                </c:pt>
                <c:pt idx="3073">
                  <c:v>24-04-2012</c:v>
                </c:pt>
                <c:pt idx="3074">
                  <c:v>25-04-2012</c:v>
                </c:pt>
                <c:pt idx="3075">
                  <c:v>26-04-2012</c:v>
                </c:pt>
                <c:pt idx="3076">
                  <c:v>27-04-2012</c:v>
                </c:pt>
                <c:pt idx="3077">
                  <c:v>28-04-2012</c:v>
                </c:pt>
                <c:pt idx="3078">
                  <c:v>30-04-2012</c:v>
                </c:pt>
                <c:pt idx="3079">
                  <c:v>02-05-2012</c:v>
                </c:pt>
                <c:pt idx="3080">
                  <c:v>03-05-2012</c:v>
                </c:pt>
                <c:pt idx="3081">
                  <c:v>04-05-2012</c:v>
                </c:pt>
                <c:pt idx="3082">
                  <c:v>07-05-2012</c:v>
                </c:pt>
                <c:pt idx="3083">
                  <c:v>08-05-2012</c:v>
                </c:pt>
                <c:pt idx="3084">
                  <c:v>09-05-2012</c:v>
                </c:pt>
                <c:pt idx="3085">
                  <c:v>10-05-2012</c:v>
                </c:pt>
                <c:pt idx="3086">
                  <c:v>11-05-2012</c:v>
                </c:pt>
                <c:pt idx="3087">
                  <c:v>14-05-2012</c:v>
                </c:pt>
                <c:pt idx="3088">
                  <c:v>15-05-2012</c:v>
                </c:pt>
                <c:pt idx="3089">
                  <c:v>16-05-2012</c:v>
                </c:pt>
                <c:pt idx="3090">
                  <c:v>17-05-2012</c:v>
                </c:pt>
                <c:pt idx="3091">
                  <c:v>18-05-2012</c:v>
                </c:pt>
                <c:pt idx="3092">
                  <c:v>21-05-2012</c:v>
                </c:pt>
                <c:pt idx="3093">
                  <c:v>22-05-2012</c:v>
                </c:pt>
                <c:pt idx="3094">
                  <c:v>23-05-2012</c:v>
                </c:pt>
                <c:pt idx="3095">
                  <c:v>24-05-2012</c:v>
                </c:pt>
                <c:pt idx="3096">
                  <c:v>25-05-2012</c:v>
                </c:pt>
                <c:pt idx="3097">
                  <c:v>28-05-2012</c:v>
                </c:pt>
                <c:pt idx="3098">
                  <c:v>29-05-2012</c:v>
                </c:pt>
                <c:pt idx="3099">
                  <c:v>30-05-2012</c:v>
                </c:pt>
                <c:pt idx="3100">
                  <c:v>31-05-2012</c:v>
                </c:pt>
                <c:pt idx="3101">
                  <c:v>01-06-2012</c:v>
                </c:pt>
                <c:pt idx="3102">
                  <c:v>04-06-2012</c:v>
                </c:pt>
                <c:pt idx="3103">
                  <c:v>05-06-2012</c:v>
                </c:pt>
                <c:pt idx="3104">
                  <c:v>06-06-2012</c:v>
                </c:pt>
                <c:pt idx="3105">
                  <c:v>07-06-2012</c:v>
                </c:pt>
                <c:pt idx="3106">
                  <c:v>08-06-2012</c:v>
                </c:pt>
                <c:pt idx="3107">
                  <c:v>11-06-2012</c:v>
                </c:pt>
                <c:pt idx="3108">
                  <c:v>12-06-2012</c:v>
                </c:pt>
                <c:pt idx="3109">
                  <c:v>13-06-2012</c:v>
                </c:pt>
                <c:pt idx="3110">
                  <c:v>14-06-2012</c:v>
                </c:pt>
                <c:pt idx="3111">
                  <c:v>15-06-2012</c:v>
                </c:pt>
                <c:pt idx="3112">
                  <c:v>18-06-2012</c:v>
                </c:pt>
                <c:pt idx="3113">
                  <c:v>19-06-2012</c:v>
                </c:pt>
                <c:pt idx="3114">
                  <c:v>20-06-2012</c:v>
                </c:pt>
                <c:pt idx="3115">
                  <c:v>21-06-2012</c:v>
                </c:pt>
                <c:pt idx="3116">
                  <c:v>22-06-2012</c:v>
                </c:pt>
                <c:pt idx="3117">
                  <c:v>25-06-2012</c:v>
                </c:pt>
                <c:pt idx="3118">
                  <c:v>26-06-2012</c:v>
                </c:pt>
                <c:pt idx="3119">
                  <c:v>27-06-2012</c:v>
                </c:pt>
                <c:pt idx="3120">
                  <c:v>28-06-2012</c:v>
                </c:pt>
                <c:pt idx="3121">
                  <c:v>29-06-2012</c:v>
                </c:pt>
                <c:pt idx="3122">
                  <c:v>02-07-2012</c:v>
                </c:pt>
                <c:pt idx="3123">
                  <c:v>03-07-2012</c:v>
                </c:pt>
                <c:pt idx="3124">
                  <c:v>04-07-2012</c:v>
                </c:pt>
                <c:pt idx="3125">
                  <c:v>05-07-2012</c:v>
                </c:pt>
                <c:pt idx="3126">
                  <c:v>06-07-2012</c:v>
                </c:pt>
                <c:pt idx="3127">
                  <c:v>09-07-2012</c:v>
                </c:pt>
                <c:pt idx="3128">
                  <c:v>10-07-2012</c:v>
                </c:pt>
                <c:pt idx="3129">
                  <c:v>11-07-2012</c:v>
                </c:pt>
                <c:pt idx="3130">
                  <c:v>12-07-2012</c:v>
                </c:pt>
                <c:pt idx="3131">
                  <c:v>13-07-2012</c:v>
                </c:pt>
                <c:pt idx="3132">
                  <c:v>16-07-2012</c:v>
                </c:pt>
                <c:pt idx="3133">
                  <c:v>17-07-2012</c:v>
                </c:pt>
                <c:pt idx="3134">
                  <c:v>18-07-2012</c:v>
                </c:pt>
                <c:pt idx="3135">
                  <c:v>19-07-2012</c:v>
                </c:pt>
                <c:pt idx="3136">
                  <c:v>20-07-2012</c:v>
                </c:pt>
                <c:pt idx="3137">
                  <c:v>23-07-2012</c:v>
                </c:pt>
                <c:pt idx="3138">
                  <c:v>24-07-2012</c:v>
                </c:pt>
                <c:pt idx="3139">
                  <c:v>25-07-2012</c:v>
                </c:pt>
                <c:pt idx="3140">
                  <c:v>26-07-2012</c:v>
                </c:pt>
                <c:pt idx="3141">
                  <c:v>27-07-2012</c:v>
                </c:pt>
                <c:pt idx="3142">
                  <c:v>30-07-2012</c:v>
                </c:pt>
                <c:pt idx="3143">
                  <c:v>31-07-2012</c:v>
                </c:pt>
                <c:pt idx="3144">
                  <c:v>01-08-2012</c:v>
                </c:pt>
                <c:pt idx="3145">
                  <c:v>02-08-2012</c:v>
                </c:pt>
                <c:pt idx="3146">
                  <c:v>03-08-2012</c:v>
                </c:pt>
                <c:pt idx="3147">
                  <c:v>06-08-2012</c:v>
                </c:pt>
                <c:pt idx="3148">
                  <c:v>07-08-2012</c:v>
                </c:pt>
                <c:pt idx="3149">
                  <c:v>08-08-2012</c:v>
                </c:pt>
                <c:pt idx="3150">
                  <c:v>09-08-2012</c:v>
                </c:pt>
                <c:pt idx="3151">
                  <c:v>10-08-2012</c:v>
                </c:pt>
                <c:pt idx="3152">
                  <c:v>13-08-2012</c:v>
                </c:pt>
                <c:pt idx="3153">
                  <c:v>14-08-2012</c:v>
                </c:pt>
                <c:pt idx="3154">
                  <c:v>16-08-2012</c:v>
                </c:pt>
                <c:pt idx="3155">
                  <c:v>17-08-2012</c:v>
                </c:pt>
                <c:pt idx="3156">
                  <c:v>21-08-2012</c:v>
                </c:pt>
                <c:pt idx="3157">
                  <c:v>22-08-2012</c:v>
                </c:pt>
                <c:pt idx="3158">
                  <c:v>23-08-2012</c:v>
                </c:pt>
                <c:pt idx="3159">
                  <c:v>24-08-2012</c:v>
                </c:pt>
                <c:pt idx="3160">
                  <c:v>27-08-2012</c:v>
                </c:pt>
                <c:pt idx="3161">
                  <c:v>28-08-2012</c:v>
                </c:pt>
                <c:pt idx="3162">
                  <c:v>29-08-2012</c:v>
                </c:pt>
                <c:pt idx="3163">
                  <c:v>30-08-2012</c:v>
                </c:pt>
                <c:pt idx="3164">
                  <c:v>31-08-2012</c:v>
                </c:pt>
                <c:pt idx="3165">
                  <c:v>03-09-2012</c:v>
                </c:pt>
                <c:pt idx="3166">
                  <c:v>04-09-2012</c:v>
                </c:pt>
                <c:pt idx="3167">
                  <c:v>05-09-2012</c:v>
                </c:pt>
                <c:pt idx="3168">
                  <c:v>06-09-2012</c:v>
                </c:pt>
                <c:pt idx="3169">
                  <c:v>07-09-2012</c:v>
                </c:pt>
                <c:pt idx="3170">
                  <c:v>08-09-2012</c:v>
                </c:pt>
                <c:pt idx="3171">
                  <c:v>10-09-2012</c:v>
                </c:pt>
                <c:pt idx="3172">
                  <c:v>11-09-2012</c:v>
                </c:pt>
                <c:pt idx="3173">
                  <c:v>12-09-2012</c:v>
                </c:pt>
                <c:pt idx="3174">
                  <c:v>13-09-2012</c:v>
                </c:pt>
                <c:pt idx="3175">
                  <c:v>14-09-2012</c:v>
                </c:pt>
                <c:pt idx="3176">
                  <c:v>17-09-2012</c:v>
                </c:pt>
                <c:pt idx="3177">
                  <c:v>18-09-2012</c:v>
                </c:pt>
                <c:pt idx="3178">
                  <c:v>20-09-2012</c:v>
                </c:pt>
                <c:pt idx="3179">
                  <c:v>21-09-2012</c:v>
                </c:pt>
                <c:pt idx="3180">
                  <c:v>24-09-2012</c:v>
                </c:pt>
                <c:pt idx="3181">
                  <c:v>25-09-2012</c:v>
                </c:pt>
                <c:pt idx="3182">
                  <c:v>26-09-2012</c:v>
                </c:pt>
                <c:pt idx="3183">
                  <c:v>27-09-2012</c:v>
                </c:pt>
                <c:pt idx="3184">
                  <c:v>28-09-2012</c:v>
                </c:pt>
                <c:pt idx="3185">
                  <c:v>01-10-2012</c:v>
                </c:pt>
                <c:pt idx="3186">
                  <c:v>03-10-2012</c:v>
                </c:pt>
                <c:pt idx="3187">
                  <c:v>04-10-2012</c:v>
                </c:pt>
                <c:pt idx="3188">
                  <c:v>05-10-2012</c:v>
                </c:pt>
                <c:pt idx="3189">
                  <c:v>08-10-2012</c:v>
                </c:pt>
                <c:pt idx="3190">
                  <c:v>09-10-2012</c:v>
                </c:pt>
                <c:pt idx="3191">
                  <c:v>10-10-2012</c:v>
                </c:pt>
                <c:pt idx="3192">
                  <c:v>11-10-2012</c:v>
                </c:pt>
                <c:pt idx="3193">
                  <c:v>12-10-2012</c:v>
                </c:pt>
                <c:pt idx="3194">
                  <c:v>15-10-2012</c:v>
                </c:pt>
                <c:pt idx="3195">
                  <c:v>16-10-2012</c:v>
                </c:pt>
                <c:pt idx="3196">
                  <c:v>17-10-2012</c:v>
                </c:pt>
                <c:pt idx="3197">
                  <c:v>18-10-2012</c:v>
                </c:pt>
                <c:pt idx="3198">
                  <c:v>19-10-2012</c:v>
                </c:pt>
                <c:pt idx="3199">
                  <c:v>22-10-2012</c:v>
                </c:pt>
                <c:pt idx="3200">
                  <c:v>23-10-2012</c:v>
                </c:pt>
                <c:pt idx="3201">
                  <c:v>25-10-2012</c:v>
                </c:pt>
                <c:pt idx="3202">
                  <c:v>26-10-2012</c:v>
                </c:pt>
                <c:pt idx="3203">
                  <c:v>29-10-2012</c:v>
                </c:pt>
                <c:pt idx="3204">
                  <c:v>30-10-2012</c:v>
                </c:pt>
                <c:pt idx="3205">
                  <c:v>31-10-2012</c:v>
                </c:pt>
                <c:pt idx="3206">
                  <c:v>01-11-2012</c:v>
                </c:pt>
                <c:pt idx="3207">
                  <c:v>02-11-2012</c:v>
                </c:pt>
                <c:pt idx="3208">
                  <c:v>05-11-2012</c:v>
                </c:pt>
                <c:pt idx="3209">
                  <c:v>06-11-2012</c:v>
                </c:pt>
                <c:pt idx="3210">
                  <c:v>07-11-2012</c:v>
                </c:pt>
                <c:pt idx="3211">
                  <c:v>08-11-2012</c:v>
                </c:pt>
                <c:pt idx="3212">
                  <c:v>09-11-2012</c:v>
                </c:pt>
                <c:pt idx="3213">
                  <c:v>12-11-2012</c:v>
                </c:pt>
                <c:pt idx="3214">
                  <c:v>13-11-2012</c:v>
                </c:pt>
                <c:pt idx="3215">
                  <c:v>15-11-2012</c:v>
                </c:pt>
                <c:pt idx="3216">
                  <c:v>16-11-2012</c:v>
                </c:pt>
                <c:pt idx="3217">
                  <c:v>19-11-2012</c:v>
                </c:pt>
                <c:pt idx="3218">
                  <c:v>20-11-2012</c:v>
                </c:pt>
                <c:pt idx="3219">
                  <c:v>21-11-2012</c:v>
                </c:pt>
                <c:pt idx="3220">
                  <c:v>22-11-2012</c:v>
                </c:pt>
                <c:pt idx="3221">
                  <c:v>23-11-2012</c:v>
                </c:pt>
                <c:pt idx="3222">
                  <c:v>26-11-2012</c:v>
                </c:pt>
                <c:pt idx="3223">
                  <c:v>27-11-2012</c:v>
                </c:pt>
                <c:pt idx="3224">
                  <c:v>29-11-2012</c:v>
                </c:pt>
                <c:pt idx="3225">
                  <c:v>30-11-2012</c:v>
                </c:pt>
                <c:pt idx="3226">
                  <c:v>03-12-2012</c:v>
                </c:pt>
                <c:pt idx="3227">
                  <c:v>04-12-2012</c:v>
                </c:pt>
                <c:pt idx="3228">
                  <c:v>05-12-2012</c:v>
                </c:pt>
                <c:pt idx="3229">
                  <c:v>06-12-2012</c:v>
                </c:pt>
                <c:pt idx="3230">
                  <c:v>07-12-2012</c:v>
                </c:pt>
                <c:pt idx="3231">
                  <c:v>10-12-2012</c:v>
                </c:pt>
                <c:pt idx="3232">
                  <c:v>11-12-2012</c:v>
                </c:pt>
                <c:pt idx="3233">
                  <c:v>12-12-2012</c:v>
                </c:pt>
                <c:pt idx="3234">
                  <c:v>13-12-2012</c:v>
                </c:pt>
                <c:pt idx="3235">
                  <c:v>14-12-2012</c:v>
                </c:pt>
                <c:pt idx="3236">
                  <c:v>17-12-2012</c:v>
                </c:pt>
                <c:pt idx="3237">
                  <c:v>18-12-2012</c:v>
                </c:pt>
                <c:pt idx="3238">
                  <c:v>19-12-2012</c:v>
                </c:pt>
                <c:pt idx="3239">
                  <c:v>20-12-2012</c:v>
                </c:pt>
                <c:pt idx="3240">
                  <c:v>21-12-2012</c:v>
                </c:pt>
                <c:pt idx="3241">
                  <c:v>24-12-2012</c:v>
                </c:pt>
                <c:pt idx="3242">
                  <c:v>26-12-2012</c:v>
                </c:pt>
                <c:pt idx="3243">
                  <c:v>27-12-2012</c:v>
                </c:pt>
                <c:pt idx="3244">
                  <c:v>28-12-2012</c:v>
                </c:pt>
                <c:pt idx="3245">
                  <c:v>31-12-2012</c:v>
                </c:pt>
                <c:pt idx="3246">
                  <c:v>01-01-2013</c:v>
                </c:pt>
                <c:pt idx="3247">
                  <c:v>02-01-2013</c:v>
                </c:pt>
                <c:pt idx="3248">
                  <c:v>03-01-2013</c:v>
                </c:pt>
                <c:pt idx="3249">
                  <c:v>04-01-2013</c:v>
                </c:pt>
                <c:pt idx="3250">
                  <c:v>07-01-2013</c:v>
                </c:pt>
                <c:pt idx="3251">
                  <c:v>08-01-2013</c:v>
                </c:pt>
                <c:pt idx="3252">
                  <c:v>09-01-2013</c:v>
                </c:pt>
                <c:pt idx="3253">
                  <c:v>10-01-2013</c:v>
                </c:pt>
                <c:pt idx="3254">
                  <c:v>11-01-2013</c:v>
                </c:pt>
                <c:pt idx="3255">
                  <c:v>14-01-2013</c:v>
                </c:pt>
                <c:pt idx="3256">
                  <c:v>15-01-2013</c:v>
                </c:pt>
                <c:pt idx="3257">
                  <c:v>16-01-2013</c:v>
                </c:pt>
                <c:pt idx="3258">
                  <c:v>17-01-2013</c:v>
                </c:pt>
                <c:pt idx="3259">
                  <c:v>18-01-2013</c:v>
                </c:pt>
                <c:pt idx="3260">
                  <c:v>21-01-2013</c:v>
                </c:pt>
                <c:pt idx="3261">
                  <c:v>22-01-2013</c:v>
                </c:pt>
                <c:pt idx="3262">
                  <c:v>23-01-2013</c:v>
                </c:pt>
                <c:pt idx="3263">
                  <c:v>24-01-2013</c:v>
                </c:pt>
                <c:pt idx="3264">
                  <c:v>25-01-2013</c:v>
                </c:pt>
                <c:pt idx="3265">
                  <c:v>28-01-2013</c:v>
                </c:pt>
                <c:pt idx="3266">
                  <c:v>29-01-2013</c:v>
                </c:pt>
                <c:pt idx="3267">
                  <c:v>30-01-2013</c:v>
                </c:pt>
                <c:pt idx="3268">
                  <c:v>31-01-2013</c:v>
                </c:pt>
                <c:pt idx="3269">
                  <c:v>01-02-2013</c:v>
                </c:pt>
                <c:pt idx="3270">
                  <c:v>04-02-2013</c:v>
                </c:pt>
                <c:pt idx="3271">
                  <c:v>05-02-2013</c:v>
                </c:pt>
                <c:pt idx="3272">
                  <c:v>06-02-2013</c:v>
                </c:pt>
                <c:pt idx="3273">
                  <c:v>07-02-2013</c:v>
                </c:pt>
                <c:pt idx="3274">
                  <c:v>08-02-2013</c:v>
                </c:pt>
                <c:pt idx="3275">
                  <c:v>11-02-2013</c:v>
                </c:pt>
                <c:pt idx="3276">
                  <c:v>12-02-2013</c:v>
                </c:pt>
                <c:pt idx="3277">
                  <c:v>13-02-2013</c:v>
                </c:pt>
                <c:pt idx="3278">
                  <c:v>14-02-2013</c:v>
                </c:pt>
                <c:pt idx="3279">
                  <c:v>15-02-2013</c:v>
                </c:pt>
                <c:pt idx="3280">
                  <c:v>18-02-2013</c:v>
                </c:pt>
                <c:pt idx="3281">
                  <c:v>19-02-2013</c:v>
                </c:pt>
                <c:pt idx="3282">
                  <c:v>20-02-2013</c:v>
                </c:pt>
                <c:pt idx="3283">
                  <c:v>21-02-2013</c:v>
                </c:pt>
                <c:pt idx="3284">
                  <c:v>22-02-2013</c:v>
                </c:pt>
                <c:pt idx="3285">
                  <c:v>25-02-2013</c:v>
                </c:pt>
                <c:pt idx="3286">
                  <c:v>26-02-2013</c:v>
                </c:pt>
                <c:pt idx="3287">
                  <c:v>27-02-2013</c:v>
                </c:pt>
                <c:pt idx="3288">
                  <c:v>28-02-2013</c:v>
                </c:pt>
                <c:pt idx="3289">
                  <c:v>01-03-2013</c:v>
                </c:pt>
                <c:pt idx="3290">
                  <c:v>04-03-2013</c:v>
                </c:pt>
                <c:pt idx="3291">
                  <c:v>05-03-2013</c:v>
                </c:pt>
                <c:pt idx="3292">
                  <c:v>06-03-2013</c:v>
                </c:pt>
                <c:pt idx="3293">
                  <c:v>07-03-2013</c:v>
                </c:pt>
                <c:pt idx="3294">
                  <c:v>08-03-2013</c:v>
                </c:pt>
                <c:pt idx="3295">
                  <c:v>11-03-2013</c:v>
                </c:pt>
                <c:pt idx="3296">
                  <c:v>12-03-2013</c:v>
                </c:pt>
                <c:pt idx="3297">
                  <c:v>13-03-2013</c:v>
                </c:pt>
                <c:pt idx="3298">
                  <c:v>14-03-2013</c:v>
                </c:pt>
                <c:pt idx="3299">
                  <c:v>15-03-2013</c:v>
                </c:pt>
                <c:pt idx="3300">
                  <c:v>18-03-2013</c:v>
                </c:pt>
                <c:pt idx="3301">
                  <c:v>19-03-2013</c:v>
                </c:pt>
                <c:pt idx="3302">
                  <c:v>20-03-2013</c:v>
                </c:pt>
                <c:pt idx="3303">
                  <c:v>21-03-2013</c:v>
                </c:pt>
                <c:pt idx="3304">
                  <c:v>22-03-2013</c:v>
                </c:pt>
                <c:pt idx="3305">
                  <c:v>25-03-2013</c:v>
                </c:pt>
                <c:pt idx="3306">
                  <c:v>26-03-2013</c:v>
                </c:pt>
                <c:pt idx="3307">
                  <c:v>28-03-2013</c:v>
                </c:pt>
                <c:pt idx="3308">
                  <c:v>01-04-2013</c:v>
                </c:pt>
                <c:pt idx="3309">
                  <c:v>02-04-2013</c:v>
                </c:pt>
                <c:pt idx="3310">
                  <c:v>03-04-2013</c:v>
                </c:pt>
                <c:pt idx="3311">
                  <c:v>04-04-2013</c:v>
                </c:pt>
                <c:pt idx="3312">
                  <c:v>05-04-2013</c:v>
                </c:pt>
                <c:pt idx="3313">
                  <c:v>08-04-2013</c:v>
                </c:pt>
                <c:pt idx="3314">
                  <c:v>09-04-2013</c:v>
                </c:pt>
                <c:pt idx="3315">
                  <c:v>10-04-2013</c:v>
                </c:pt>
                <c:pt idx="3316">
                  <c:v>11-04-2013</c:v>
                </c:pt>
                <c:pt idx="3317">
                  <c:v>12-04-2013</c:v>
                </c:pt>
                <c:pt idx="3318">
                  <c:v>15-04-2013</c:v>
                </c:pt>
                <c:pt idx="3319">
                  <c:v>16-04-2013</c:v>
                </c:pt>
                <c:pt idx="3320">
                  <c:v>17-04-2013</c:v>
                </c:pt>
                <c:pt idx="3321">
                  <c:v>18-04-2013</c:v>
                </c:pt>
                <c:pt idx="3322">
                  <c:v>22-04-2013</c:v>
                </c:pt>
                <c:pt idx="3323">
                  <c:v>23-04-2013</c:v>
                </c:pt>
                <c:pt idx="3324">
                  <c:v>25-04-2013</c:v>
                </c:pt>
                <c:pt idx="3325">
                  <c:v>26-04-2013</c:v>
                </c:pt>
                <c:pt idx="3326">
                  <c:v>29-04-2013</c:v>
                </c:pt>
                <c:pt idx="3327">
                  <c:v>30-04-2013</c:v>
                </c:pt>
                <c:pt idx="3328">
                  <c:v>02-05-2013</c:v>
                </c:pt>
                <c:pt idx="3329">
                  <c:v>03-05-2013</c:v>
                </c:pt>
                <c:pt idx="3330">
                  <c:v>06-05-2013</c:v>
                </c:pt>
                <c:pt idx="3331">
                  <c:v>07-05-2013</c:v>
                </c:pt>
                <c:pt idx="3332">
                  <c:v>08-05-2013</c:v>
                </c:pt>
                <c:pt idx="3333">
                  <c:v>09-05-2013</c:v>
                </c:pt>
                <c:pt idx="3334">
                  <c:v>10-05-2013</c:v>
                </c:pt>
                <c:pt idx="3335">
                  <c:v>11-05-2013</c:v>
                </c:pt>
                <c:pt idx="3336">
                  <c:v>13-05-2013</c:v>
                </c:pt>
                <c:pt idx="3337">
                  <c:v>14-05-2013</c:v>
                </c:pt>
                <c:pt idx="3338">
                  <c:v>15-05-2013</c:v>
                </c:pt>
                <c:pt idx="3339">
                  <c:v>16-05-2013</c:v>
                </c:pt>
                <c:pt idx="3340">
                  <c:v>17-05-2013</c:v>
                </c:pt>
                <c:pt idx="3341">
                  <c:v>20-05-2013</c:v>
                </c:pt>
                <c:pt idx="3342">
                  <c:v>21-05-2013</c:v>
                </c:pt>
                <c:pt idx="3343">
                  <c:v>22-05-2013</c:v>
                </c:pt>
                <c:pt idx="3344">
                  <c:v>23-05-2013</c:v>
                </c:pt>
                <c:pt idx="3345">
                  <c:v>24-05-2013</c:v>
                </c:pt>
                <c:pt idx="3346">
                  <c:v>27-05-2013</c:v>
                </c:pt>
                <c:pt idx="3347">
                  <c:v>28-05-2013</c:v>
                </c:pt>
                <c:pt idx="3348">
                  <c:v>29-05-2013</c:v>
                </c:pt>
                <c:pt idx="3349">
                  <c:v>30-05-2013</c:v>
                </c:pt>
                <c:pt idx="3350">
                  <c:v>31-05-2013</c:v>
                </c:pt>
                <c:pt idx="3351">
                  <c:v>03-06-2013</c:v>
                </c:pt>
                <c:pt idx="3352">
                  <c:v>04-06-2013</c:v>
                </c:pt>
                <c:pt idx="3353">
                  <c:v>05-06-2013</c:v>
                </c:pt>
                <c:pt idx="3354">
                  <c:v>06-06-2013</c:v>
                </c:pt>
                <c:pt idx="3355">
                  <c:v>07-06-2013</c:v>
                </c:pt>
                <c:pt idx="3356">
                  <c:v>10-06-2013</c:v>
                </c:pt>
                <c:pt idx="3357">
                  <c:v>11-06-2013</c:v>
                </c:pt>
                <c:pt idx="3358">
                  <c:v>12-06-2013</c:v>
                </c:pt>
                <c:pt idx="3359">
                  <c:v>13-06-2013</c:v>
                </c:pt>
                <c:pt idx="3360">
                  <c:v>14-06-2013</c:v>
                </c:pt>
                <c:pt idx="3361">
                  <c:v>17-06-2013</c:v>
                </c:pt>
                <c:pt idx="3362">
                  <c:v>18-06-2013</c:v>
                </c:pt>
                <c:pt idx="3363">
                  <c:v>19-06-2013</c:v>
                </c:pt>
                <c:pt idx="3364">
                  <c:v>20-06-2013</c:v>
                </c:pt>
                <c:pt idx="3365">
                  <c:v>21-06-2013</c:v>
                </c:pt>
                <c:pt idx="3366">
                  <c:v>24-06-2013</c:v>
                </c:pt>
                <c:pt idx="3367">
                  <c:v>25-06-2013</c:v>
                </c:pt>
                <c:pt idx="3368">
                  <c:v>26-06-2013</c:v>
                </c:pt>
                <c:pt idx="3369">
                  <c:v>27-06-2013</c:v>
                </c:pt>
                <c:pt idx="3370">
                  <c:v>28-06-2013</c:v>
                </c:pt>
                <c:pt idx="3371">
                  <c:v>01-07-2013</c:v>
                </c:pt>
                <c:pt idx="3372">
                  <c:v>02-07-2013</c:v>
                </c:pt>
                <c:pt idx="3373">
                  <c:v>03-07-2013</c:v>
                </c:pt>
                <c:pt idx="3374">
                  <c:v>04-07-2013</c:v>
                </c:pt>
                <c:pt idx="3375">
                  <c:v>05-07-2013</c:v>
                </c:pt>
                <c:pt idx="3376">
                  <c:v>08-07-2013</c:v>
                </c:pt>
                <c:pt idx="3377">
                  <c:v>09-07-2013</c:v>
                </c:pt>
                <c:pt idx="3378">
                  <c:v>10-07-2013</c:v>
                </c:pt>
                <c:pt idx="3379">
                  <c:v>11-07-2013</c:v>
                </c:pt>
                <c:pt idx="3380">
                  <c:v>12-07-2013</c:v>
                </c:pt>
                <c:pt idx="3381">
                  <c:v>15-07-2013</c:v>
                </c:pt>
                <c:pt idx="3382">
                  <c:v>16-07-2013</c:v>
                </c:pt>
                <c:pt idx="3383">
                  <c:v>17-07-2013</c:v>
                </c:pt>
                <c:pt idx="3384">
                  <c:v>18-07-2013</c:v>
                </c:pt>
                <c:pt idx="3385">
                  <c:v>19-07-2013</c:v>
                </c:pt>
                <c:pt idx="3386">
                  <c:v>22-07-2013</c:v>
                </c:pt>
                <c:pt idx="3387">
                  <c:v>23-07-2013</c:v>
                </c:pt>
                <c:pt idx="3388">
                  <c:v>24-07-2013</c:v>
                </c:pt>
                <c:pt idx="3389">
                  <c:v>25-07-2013</c:v>
                </c:pt>
                <c:pt idx="3390">
                  <c:v>26-07-2013</c:v>
                </c:pt>
                <c:pt idx="3391">
                  <c:v>29-07-2013</c:v>
                </c:pt>
                <c:pt idx="3392">
                  <c:v>30-07-2013</c:v>
                </c:pt>
                <c:pt idx="3393">
                  <c:v>31-07-2013</c:v>
                </c:pt>
                <c:pt idx="3394">
                  <c:v>01-08-2013</c:v>
                </c:pt>
                <c:pt idx="3395">
                  <c:v>02-08-2013</c:v>
                </c:pt>
                <c:pt idx="3396">
                  <c:v>05-08-2013</c:v>
                </c:pt>
                <c:pt idx="3397">
                  <c:v>06-08-2013</c:v>
                </c:pt>
                <c:pt idx="3398">
                  <c:v>07-08-2013</c:v>
                </c:pt>
                <c:pt idx="3399">
                  <c:v>08-08-2013</c:v>
                </c:pt>
                <c:pt idx="3400">
                  <c:v>12-08-2013</c:v>
                </c:pt>
                <c:pt idx="3401">
                  <c:v>13-08-2013</c:v>
                </c:pt>
                <c:pt idx="3402">
                  <c:v>14-08-2013</c:v>
                </c:pt>
                <c:pt idx="3403">
                  <c:v>16-08-2013</c:v>
                </c:pt>
                <c:pt idx="3404">
                  <c:v>19-08-2013</c:v>
                </c:pt>
                <c:pt idx="3405">
                  <c:v>20-08-2013</c:v>
                </c:pt>
                <c:pt idx="3406">
                  <c:v>21-08-2013</c:v>
                </c:pt>
                <c:pt idx="3407">
                  <c:v>22-08-2013</c:v>
                </c:pt>
                <c:pt idx="3408">
                  <c:v>23-08-2013</c:v>
                </c:pt>
                <c:pt idx="3409">
                  <c:v>26-08-2013</c:v>
                </c:pt>
                <c:pt idx="3410">
                  <c:v>27-08-2013</c:v>
                </c:pt>
                <c:pt idx="3411">
                  <c:v>28-08-2013</c:v>
                </c:pt>
                <c:pt idx="3412">
                  <c:v>29-08-2013</c:v>
                </c:pt>
                <c:pt idx="3413">
                  <c:v>30-08-2013</c:v>
                </c:pt>
                <c:pt idx="3414">
                  <c:v>02-09-2013</c:v>
                </c:pt>
                <c:pt idx="3415">
                  <c:v>03-09-2013</c:v>
                </c:pt>
                <c:pt idx="3416">
                  <c:v>04-09-2013</c:v>
                </c:pt>
                <c:pt idx="3417">
                  <c:v>05-09-2013</c:v>
                </c:pt>
                <c:pt idx="3418">
                  <c:v>06-09-2013</c:v>
                </c:pt>
                <c:pt idx="3419">
                  <c:v>10-09-2013</c:v>
                </c:pt>
                <c:pt idx="3420">
                  <c:v>11-09-2013</c:v>
                </c:pt>
                <c:pt idx="3421">
                  <c:v>12-09-2013</c:v>
                </c:pt>
                <c:pt idx="3422">
                  <c:v>13-09-2013</c:v>
                </c:pt>
                <c:pt idx="3423">
                  <c:v>16-09-2013</c:v>
                </c:pt>
                <c:pt idx="3424">
                  <c:v>17-09-2013</c:v>
                </c:pt>
                <c:pt idx="3425">
                  <c:v>18-09-2013</c:v>
                </c:pt>
                <c:pt idx="3426">
                  <c:v>19-09-2013</c:v>
                </c:pt>
                <c:pt idx="3427">
                  <c:v>20-09-2013</c:v>
                </c:pt>
                <c:pt idx="3428">
                  <c:v>23-09-2013</c:v>
                </c:pt>
                <c:pt idx="3429">
                  <c:v>24-09-2013</c:v>
                </c:pt>
                <c:pt idx="3430">
                  <c:v>25-09-2013</c:v>
                </c:pt>
                <c:pt idx="3431">
                  <c:v>26-09-2013</c:v>
                </c:pt>
                <c:pt idx="3432">
                  <c:v>27-09-2013</c:v>
                </c:pt>
                <c:pt idx="3433">
                  <c:v>30-09-2013</c:v>
                </c:pt>
                <c:pt idx="3434">
                  <c:v>01-10-2013</c:v>
                </c:pt>
                <c:pt idx="3435">
                  <c:v>03-10-2013</c:v>
                </c:pt>
                <c:pt idx="3436">
                  <c:v>04-10-2013</c:v>
                </c:pt>
                <c:pt idx="3437">
                  <c:v>07-10-2013</c:v>
                </c:pt>
                <c:pt idx="3438">
                  <c:v>08-10-2013</c:v>
                </c:pt>
                <c:pt idx="3439">
                  <c:v>09-10-2013</c:v>
                </c:pt>
                <c:pt idx="3440">
                  <c:v>10-10-2013</c:v>
                </c:pt>
                <c:pt idx="3441">
                  <c:v>11-10-2013</c:v>
                </c:pt>
                <c:pt idx="3442">
                  <c:v>14-10-2013</c:v>
                </c:pt>
                <c:pt idx="3443">
                  <c:v>15-10-2013</c:v>
                </c:pt>
                <c:pt idx="3444">
                  <c:v>17-10-2013</c:v>
                </c:pt>
                <c:pt idx="3445">
                  <c:v>18-10-2013</c:v>
                </c:pt>
                <c:pt idx="3446">
                  <c:v>21-10-2013</c:v>
                </c:pt>
                <c:pt idx="3447">
                  <c:v>22-10-2013</c:v>
                </c:pt>
                <c:pt idx="3448">
                  <c:v>23-10-2013</c:v>
                </c:pt>
                <c:pt idx="3449">
                  <c:v>24-10-2013</c:v>
                </c:pt>
                <c:pt idx="3450">
                  <c:v>25-10-2013</c:v>
                </c:pt>
                <c:pt idx="3451">
                  <c:v>28-10-2013</c:v>
                </c:pt>
                <c:pt idx="3452">
                  <c:v>29-10-2013</c:v>
                </c:pt>
                <c:pt idx="3453">
                  <c:v>30-10-2013</c:v>
                </c:pt>
                <c:pt idx="3454">
                  <c:v>31-10-2013</c:v>
                </c:pt>
                <c:pt idx="3455">
                  <c:v>01-11-2013</c:v>
                </c:pt>
                <c:pt idx="3456">
                  <c:v>03-11-2013</c:v>
                </c:pt>
                <c:pt idx="3457">
                  <c:v>05-11-2013</c:v>
                </c:pt>
                <c:pt idx="3458">
                  <c:v>06-11-2013</c:v>
                </c:pt>
                <c:pt idx="3459">
                  <c:v>07-11-2013</c:v>
                </c:pt>
                <c:pt idx="3460">
                  <c:v>08-11-2013</c:v>
                </c:pt>
                <c:pt idx="3461">
                  <c:v>11-11-2013</c:v>
                </c:pt>
                <c:pt idx="3462">
                  <c:v>12-11-2013</c:v>
                </c:pt>
                <c:pt idx="3463">
                  <c:v>13-11-2013</c:v>
                </c:pt>
                <c:pt idx="3464">
                  <c:v>14-11-2013</c:v>
                </c:pt>
                <c:pt idx="3465">
                  <c:v>18-11-2013</c:v>
                </c:pt>
                <c:pt idx="3466">
                  <c:v>19-11-2013</c:v>
                </c:pt>
                <c:pt idx="3467">
                  <c:v>20-11-2013</c:v>
                </c:pt>
                <c:pt idx="3468">
                  <c:v>21-11-2013</c:v>
                </c:pt>
                <c:pt idx="3469">
                  <c:v>22-11-2013</c:v>
                </c:pt>
                <c:pt idx="3470">
                  <c:v>25-11-2013</c:v>
                </c:pt>
                <c:pt idx="3471">
                  <c:v>26-11-2013</c:v>
                </c:pt>
                <c:pt idx="3472">
                  <c:v>27-11-2013</c:v>
                </c:pt>
                <c:pt idx="3473">
                  <c:v>28-11-2013</c:v>
                </c:pt>
                <c:pt idx="3474">
                  <c:v>29-11-2013</c:v>
                </c:pt>
                <c:pt idx="3475">
                  <c:v>02-12-2013</c:v>
                </c:pt>
                <c:pt idx="3476">
                  <c:v>03-12-2013</c:v>
                </c:pt>
                <c:pt idx="3477">
                  <c:v>04-12-2013</c:v>
                </c:pt>
                <c:pt idx="3478">
                  <c:v>05-12-2013</c:v>
                </c:pt>
                <c:pt idx="3479">
                  <c:v>06-12-2013</c:v>
                </c:pt>
                <c:pt idx="3480">
                  <c:v>09-12-2013</c:v>
                </c:pt>
                <c:pt idx="3481">
                  <c:v>10-12-2013</c:v>
                </c:pt>
                <c:pt idx="3482">
                  <c:v>11-12-2013</c:v>
                </c:pt>
                <c:pt idx="3483">
                  <c:v>12-12-2013</c:v>
                </c:pt>
                <c:pt idx="3484">
                  <c:v>13-12-2013</c:v>
                </c:pt>
                <c:pt idx="3485">
                  <c:v>16-12-2013</c:v>
                </c:pt>
                <c:pt idx="3486">
                  <c:v>17-12-2013</c:v>
                </c:pt>
                <c:pt idx="3487">
                  <c:v>18-12-2013</c:v>
                </c:pt>
                <c:pt idx="3488">
                  <c:v>19-12-2013</c:v>
                </c:pt>
                <c:pt idx="3489">
                  <c:v>20-12-2013</c:v>
                </c:pt>
                <c:pt idx="3490">
                  <c:v>23-12-2013</c:v>
                </c:pt>
                <c:pt idx="3491">
                  <c:v>24-12-2013</c:v>
                </c:pt>
                <c:pt idx="3492">
                  <c:v>26-12-2013</c:v>
                </c:pt>
                <c:pt idx="3493">
                  <c:v>27-12-2013</c:v>
                </c:pt>
                <c:pt idx="3494">
                  <c:v>30-12-2013</c:v>
                </c:pt>
                <c:pt idx="3495">
                  <c:v>31-12-2013</c:v>
                </c:pt>
                <c:pt idx="3496">
                  <c:v>01-01-2014</c:v>
                </c:pt>
                <c:pt idx="3497">
                  <c:v>02-01-2014</c:v>
                </c:pt>
                <c:pt idx="3498">
                  <c:v>03-01-2014</c:v>
                </c:pt>
                <c:pt idx="3499">
                  <c:v>06-01-2014</c:v>
                </c:pt>
                <c:pt idx="3500">
                  <c:v>07-01-2014</c:v>
                </c:pt>
                <c:pt idx="3501">
                  <c:v>08-01-2014</c:v>
                </c:pt>
                <c:pt idx="3502">
                  <c:v>09-01-2014</c:v>
                </c:pt>
                <c:pt idx="3503">
                  <c:v>10-01-2014</c:v>
                </c:pt>
                <c:pt idx="3504">
                  <c:v>13-01-2014</c:v>
                </c:pt>
                <c:pt idx="3505">
                  <c:v>14-01-2014</c:v>
                </c:pt>
                <c:pt idx="3506">
                  <c:v>15-01-2014</c:v>
                </c:pt>
                <c:pt idx="3507">
                  <c:v>16-01-2014</c:v>
                </c:pt>
                <c:pt idx="3508">
                  <c:v>17-01-2014</c:v>
                </c:pt>
                <c:pt idx="3509">
                  <c:v>20-01-2014</c:v>
                </c:pt>
                <c:pt idx="3510">
                  <c:v>21-01-2014</c:v>
                </c:pt>
                <c:pt idx="3511">
                  <c:v>22-01-2014</c:v>
                </c:pt>
                <c:pt idx="3512">
                  <c:v>23-01-2014</c:v>
                </c:pt>
                <c:pt idx="3513">
                  <c:v>24-01-2014</c:v>
                </c:pt>
                <c:pt idx="3514">
                  <c:v>27-01-2014</c:v>
                </c:pt>
                <c:pt idx="3515">
                  <c:v>28-01-2014</c:v>
                </c:pt>
                <c:pt idx="3516">
                  <c:v>29-01-2014</c:v>
                </c:pt>
                <c:pt idx="3517">
                  <c:v>30-01-2014</c:v>
                </c:pt>
                <c:pt idx="3518">
                  <c:v>31-01-2014</c:v>
                </c:pt>
                <c:pt idx="3519">
                  <c:v>03-02-2014</c:v>
                </c:pt>
                <c:pt idx="3520">
                  <c:v>04-02-2014</c:v>
                </c:pt>
                <c:pt idx="3521">
                  <c:v>05-02-2014</c:v>
                </c:pt>
                <c:pt idx="3522">
                  <c:v>06-02-2014</c:v>
                </c:pt>
                <c:pt idx="3523">
                  <c:v>07-02-2014</c:v>
                </c:pt>
                <c:pt idx="3524">
                  <c:v>10-02-2014</c:v>
                </c:pt>
                <c:pt idx="3525">
                  <c:v>11-02-2014</c:v>
                </c:pt>
                <c:pt idx="3526">
                  <c:v>12-02-2014</c:v>
                </c:pt>
                <c:pt idx="3527">
                  <c:v>13-02-2014</c:v>
                </c:pt>
                <c:pt idx="3528">
                  <c:v>14-02-2014</c:v>
                </c:pt>
                <c:pt idx="3529">
                  <c:v>17-02-2014</c:v>
                </c:pt>
                <c:pt idx="3530">
                  <c:v>18-02-2014</c:v>
                </c:pt>
                <c:pt idx="3531">
                  <c:v>19-02-2014</c:v>
                </c:pt>
                <c:pt idx="3532">
                  <c:v>20-02-2014</c:v>
                </c:pt>
                <c:pt idx="3533">
                  <c:v>21-02-2014</c:v>
                </c:pt>
                <c:pt idx="3534">
                  <c:v>24-02-2014</c:v>
                </c:pt>
                <c:pt idx="3535">
                  <c:v>25-02-2014</c:v>
                </c:pt>
                <c:pt idx="3536">
                  <c:v>26-02-2014</c:v>
                </c:pt>
                <c:pt idx="3537">
                  <c:v>28-02-2014</c:v>
                </c:pt>
                <c:pt idx="3538">
                  <c:v>03-03-2014</c:v>
                </c:pt>
                <c:pt idx="3539">
                  <c:v>04-03-2014</c:v>
                </c:pt>
                <c:pt idx="3540">
                  <c:v>05-03-2014</c:v>
                </c:pt>
                <c:pt idx="3541">
                  <c:v>06-03-2014</c:v>
                </c:pt>
                <c:pt idx="3542">
                  <c:v>07-03-2014</c:v>
                </c:pt>
                <c:pt idx="3543">
                  <c:v>10-03-2014</c:v>
                </c:pt>
                <c:pt idx="3544">
                  <c:v>11-03-2014</c:v>
                </c:pt>
                <c:pt idx="3545">
                  <c:v>12-03-2014</c:v>
                </c:pt>
                <c:pt idx="3546">
                  <c:v>13-03-2014</c:v>
                </c:pt>
                <c:pt idx="3547">
                  <c:v>14-03-2014</c:v>
                </c:pt>
                <c:pt idx="3548">
                  <c:v>18-03-2014</c:v>
                </c:pt>
                <c:pt idx="3549">
                  <c:v>19-03-2014</c:v>
                </c:pt>
                <c:pt idx="3550">
                  <c:v>20-03-2014</c:v>
                </c:pt>
                <c:pt idx="3551">
                  <c:v>21-03-2014</c:v>
                </c:pt>
                <c:pt idx="3552">
                  <c:v>22-03-2014</c:v>
                </c:pt>
                <c:pt idx="3553">
                  <c:v>24-03-2014</c:v>
                </c:pt>
                <c:pt idx="3554">
                  <c:v>25-03-2014</c:v>
                </c:pt>
                <c:pt idx="3555">
                  <c:v>26-03-2014</c:v>
                </c:pt>
                <c:pt idx="3556">
                  <c:v>27-03-2014</c:v>
                </c:pt>
                <c:pt idx="3557">
                  <c:v>28-03-2014</c:v>
                </c:pt>
                <c:pt idx="3558">
                  <c:v>31-03-2014</c:v>
                </c:pt>
                <c:pt idx="3559">
                  <c:v>01-04-2014</c:v>
                </c:pt>
                <c:pt idx="3560">
                  <c:v>02-04-2014</c:v>
                </c:pt>
                <c:pt idx="3561">
                  <c:v>03-04-2014</c:v>
                </c:pt>
                <c:pt idx="3562">
                  <c:v>04-04-2014</c:v>
                </c:pt>
                <c:pt idx="3563">
                  <c:v>07-04-2014</c:v>
                </c:pt>
                <c:pt idx="3564">
                  <c:v>09-04-2014</c:v>
                </c:pt>
                <c:pt idx="3565">
                  <c:v>10-04-2014</c:v>
                </c:pt>
                <c:pt idx="3566">
                  <c:v>11-04-2014</c:v>
                </c:pt>
                <c:pt idx="3567">
                  <c:v>15-04-2014</c:v>
                </c:pt>
                <c:pt idx="3568">
                  <c:v>16-04-2014</c:v>
                </c:pt>
                <c:pt idx="3569">
                  <c:v>17-04-2014</c:v>
                </c:pt>
                <c:pt idx="3570">
                  <c:v>21-04-2014</c:v>
                </c:pt>
                <c:pt idx="3571">
                  <c:v>22-04-2014</c:v>
                </c:pt>
                <c:pt idx="3572">
                  <c:v>23-04-2014</c:v>
                </c:pt>
                <c:pt idx="3573">
                  <c:v>25-04-2014</c:v>
                </c:pt>
                <c:pt idx="3574">
                  <c:v>28-04-2014</c:v>
                </c:pt>
                <c:pt idx="3575">
                  <c:v>29-04-2014</c:v>
                </c:pt>
                <c:pt idx="3576">
                  <c:v>30-04-2014</c:v>
                </c:pt>
                <c:pt idx="3577">
                  <c:v>02-05-2014</c:v>
                </c:pt>
                <c:pt idx="3578">
                  <c:v>05-05-2014</c:v>
                </c:pt>
                <c:pt idx="3579">
                  <c:v>06-05-2014</c:v>
                </c:pt>
                <c:pt idx="3580">
                  <c:v>07-05-2014</c:v>
                </c:pt>
                <c:pt idx="3581">
                  <c:v>08-05-2014</c:v>
                </c:pt>
                <c:pt idx="3582">
                  <c:v>09-05-2014</c:v>
                </c:pt>
                <c:pt idx="3583">
                  <c:v>12-05-2014</c:v>
                </c:pt>
                <c:pt idx="3584">
                  <c:v>13-05-2014</c:v>
                </c:pt>
                <c:pt idx="3585">
                  <c:v>14-05-2014</c:v>
                </c:pt>
                <c:pt idx="3586">
                  <c:v>15-05-2014</c:v>
                </c:pt>
                <c:pt idx="3587">
                  <c:v>16-05-2014</c:v>
                </c:pt>
                <c:pt idx="3588">
                  <c:v>19-05-2014</c:v>
                </c:pt>
                <c:pt idx="3589">
                  <c:v>20-05-2014</c:v>
                </c:pt>
                <c:pt idx="3590">
                  <c:v>21-05-2014</c:v>
                </c:pt>
                <c:pt idx="3591">
                  <c:v>22-05-2014</c:v>
                </c:pt>
                <c:pt idx="3592">
                  <c:v>23-05-2014</c:v>
                </c:pt>
                <c:pt idx="3593">
                  <c:v>26-05-2014</c:v>
                </c:pt>
                <c:pt idx="3594">
                  <c:v>27-05-2014</c:v>
                </c:pt>
                <c:pt idx="3595">
                  <c:v>28-05-2014</c:v>
                </c:pt>
                <c:pt idx="3596">
                  <c:v>29-05-2014</c:v>
                </c:pt>
                <c:pt idx="3597">
                  <c:v>30-05-2014</c:v>
                </c:pt>
                <c:pt idx="3598">
                  <c:v>02-06-2014</c:v>
                </c:pt>
                <c:pt idx="3599">
                  <c:v>03-06-2014</c:v>
                </c:pt>
                <c:pt idx="3600">
                  <c:v>04-06-2014</c:v>
                </c:pt>
                <c:pt idx="3601">
                  <c:v>05-06-2014</c:v>
                </c:pt>
                <c:pt idx="3602">
                  <c:v>06-06-2014</c:v>
                </c:pt>
                <c:pt idx="3603">
                  <c:v>09-06-2014</c:v>
                </c:pt>
                <c:pt idx="3604">
                  <c:v>10-06-2014</c:v>
                </c:pt>
                <c:pt idx="3605">
                  <c:v>11-06-2014</c:v>
                </c:pt>
                <c:pt idx="3606">
                  <c:v>12-06-2014</c:v>
                </c:pt>
                <c:pt idx="3607">
                  <c:v>13-06-2014</c:v>
                </c:pt>
                <c:pt idx="3608">
                  <c:v>16-06-2014</c:v>
                </c:pt>
                <c:pt idx="3609">
                  <c:v>17-06-2014</c:v>
                </c:pt>
                <c:pt idx="3610">
                  <c:v>18-06-2014</c:v>
                </c:pt>
                <c:pt idx="3611">
                  <c:v>19-06-2014</c:v>
                </c:pt>
                <c:pt idx="3612">
                  <c:v>20-06-2014</c:v>
                </c:pt>
                <c:pt idx="3613">
                  <c:v>23-06-2014</c:v>
                </c:pt>
                <c:pt idx="3614">
                  <c:v>24-06-2014</c:v>
                </c:pt>
                <c:pt idx="3615">
                  <c:v>25-06-2014</c:v>
                </c:pt>
                <c:pt idx="3616">
                  <c:v>26-06-2014</c:v>
                </c:pt>
                <c:pt idx="3617">
                  <c:v>27-06-2014</c:v>
                </c:pt>
                <c:pt idx="3618">
                  <c:v>30-06-2014</c:v>
                </c:pt>
                <c:pt idx="3619">
                  <c:v>01-07-2014</c:v>
                </c:pt>
                <c:pt idx="3620">
                  <c:v>02-07-2014</c:v>
                </c:pt>
                <c:pt idx="3621">
                  <c:v>03-07-2014</c:v>
                </c:pt>
                <c:pt idx="3622">
                  <c:v>04-07-2014</c:v>
                </c:pt>
                <c:pt idx="3623">
                  <c:v>07-07-2014</c:v>
                </c:pt>
                <c:pt idx="3624">
                  <c:v>08-07-2014</c:v>
                </c:pt>
                <c:pt idx="3625">
                  <c:v>09-07-2014</c:v>
                </c:pt>
                <c:pt idx="3626">
                  <c:v>10-07-2014</c:v>
                </c:pt>
                <c:pt idx="3627">
                  <c:v>11-07-2014</c:v>
                </c:pt>
                <c:pt idx="3628">
                  <c:v>14-07-2014</c:v>
                </c:pt>
                <c:pt idx="3629">
                  <c:v>15-07-2014</c:v>
                </c:pt>
                <c:pt idx="3630">
                  <c:v>16-07-2014</c:v>
                </c:pt>
                <c:pt idx="3631">
                  <c:v>17-07-2014</c:v>
                </c:pt>
                <c:pt idx="3632">
                  <c:v>18-07-2014</c:v>
                </c:pt>
                <c:pt idx="3633">
                  <c:v>21-07-2014</c:v>
                </c:pt>
                <c:pt idx="3634">
                  <c:v>22-07-2014</c:v>
                </c:pt>
                <c:pt idx="3635">
                  <c:v>23-07-2014</c:v>
                </c:pt>
                <c:pt idx="3636">
                  <c:v>24-07-2014</c:v>
                </c:pt>
                <c:pt idx="3637">
                  <c:v>25-07-2014</c:v>
                </c:pt>
                <c:pt idx="3638">
                  <c:v>28-07-2014</c:v>
                </c:pt>
                <c:pt idx="3639">
                  <c:v>30-07-2014</c:v>
                </c:pt>
                <c:pt idx="3640">
                  <c:v>31-07-2014</c:v>
                </c:pt>
                <c:pt idx="3641">
                  <c:v>01-08-2014</c:v>
                </c:pt>
                <c:pt idx="3642">
                  <c:v>04-08-2014</c:v>
                </c:pt>
                <c:pt idx="3643">
                  <c:v>05-08-2014</c:v>
                </c:pt>
                <c:pt idx="3644">
                  <c:v>06-08-2014</c:v>
                </c:pt>
                <c:pt idx="3645">
                  <c:v>07-08-2014</c:v>
                </c:pt>
                <c:pt idx="3646">
                  <c:v>08-08-2014</c:v>
                </c:pt>
                <c:pt idx="3647">
                  <c:v>11-08-2014</c:v>
                </c:pt>
                <c:pt idx="3648">
                  <c:v>12-08-2014</c:v>
                </c:pt>
                <c:pt idx="3649">
                  <c:v>13-08-2014</c:v>
                </c:pt>
                <c:pt idx="3650">
                  <c:v>14-08-2014</c:v>
                </c:pt>
                <c:pt idx="3651">
                  <c:v>18-08-2014</c:v>
                </c:pt>
                <c:pt idx="3652">
                  <c:v>19-08-2014</c:v>
                </c:pt>
                <c:pt idx="3653">
                  <c:v>20-08-2014</c:v>
                </c:pt>
                <c:pt idx="3654">
                  <c:v>21-08-2014</c:v>
                </c:pt>
                <c:pt idx="3655">
                  <c:v>22-08-2014</c:v>
                </c:pt>
                <c:pt idx="3656">
                  <c:v>25-08-2014</c:v>
                </c:pt>
                <c:pt idx="3657">
                  <c:v>26-08-2014</c:v>
                </c:pt>
                <c:pt idx="3658">
                  <c:v>27-08-2014</c:v>
                </c:pt>
                <c:pt idx="3659">
                  <c:v>28-08-2014</c:v>
                </c:pt>
                <c:pt idx="3660">
                  <c:v>01-09-2014</c:v>
                </c:pt>
                <c:pt idx="3661">
                  <c:v>02-09-2014</c:v>
                </c:pt>
                <c:pt idx="3662">
                  <c:v>03-09-2014</c:v>
                </c:pt>
                <c:pt idx="3663">
                  <c:v>04-09-2014</c:v>
                </c:pt>
                <c:pt idx="3664">
                  <c:v>05-09-2014</c:v>
                </c:pt>
                <c:pt idx="3665">
                  <c:v>08-09-2014</c:v>
                </c:pt>
                <c:pt idx="3666">
                  <c:v>09-09-2014</c:v>
                </c:pt>
                <c:pt idx="3667">
                  <c:v>10-09-2014</c:v>
                </c:pt>
                <c:pt idx="3668">
                  <c:v>11-09-2014</c:v>
                </c:pt>
                <c:pt idx="3669">
                  <c:v>12-09-2014</c:v>
                </c:pt>
                <c:pt idx="3670">
                  <c:v>15-09-2014</c:v>
                </c:pt>
                <c:pt idx="3671">
                  <c:v>16-09-2014</c:v>
                </c:pt>
                <c:pt idx="3672">
                  <c:v>17-09-2014</c:v>
                </c:pt>
                <c:pt idx="3673">
                  <c:v>18-09-2014</c:v>
                </c:pt>
                <c:pt idx="3674">
                  <c:v>19-09-2014</c:v>
                </c:pt>
                <c:pt idx="3675">
                  <c:v>22-09-2014</c:v>
                </c:pt>
                <c:pt idx="3676">
                  <c:v>23-09-2014</c:v>
                </c:pt>
                <c:pt idx="3677">
                  <c:v>24-09-2014</c:v>
                </c:pt>
                <c:pt idx="3678">
                  <c:v>25-09-2014</c:v>
                </c:pt>
                <c:pt idx="3679">
                  <c:v>26-09-2014</c:v>
                </c:pt>
                <c:pt idx="3680">
                  <c:v>29-09-2014</c:v>
                </c:pt>
                <c:pt idx="3681">
                  <c:v>30-09-2014</c:v>
                </c:pt>
                <c:pt idx="3682">
                  <c:v>01-10-2014</c:v>
                </c:pt>
                <c:pt idx="3683">
                  <c:v>07-10-2014</c:v>
                </c:pt>
                <c:pt idx="3684">
                  <c:v>08-10-2014</c:v>
                </c:pt>
                <c:pt idx="3685">
                  <c:v>09-10-2014</c:v>
                </c:pt>
                <c:pt idx="3686">
                  <c:v>10-10-2014</c:v>
                </c:pt>
                <c:pt idx="3687">
                  <c:v>13-10-2014</c:v>
                </c:pt>
                <c:pt idx="3688">
                  <c:v>14-10-2014</c:v>
                </c:pt>
                <c:pt idx="3689">
                  <c:v>16-10-2014</c:v>
                </c:pt>
                <c:pt idx="3690">
                  <c:v>17-10-2014</c:v>
                </c:pt>
                <c:pt idx="3691">
                  <c:v>20-10-2014</c:v>
                </c:pt>
                <c:pt idx="3692">
                  <c:v>21-10-2014</c:v>
                </c:pt>
                <c:pt idx="3693">
                  <c:v>22-10-2014</c:v>
                </c:pt>
                <c:pt idx="3694">
                  <c:v>23-10-2014</c:v>
                </c:pt>
                <c:pt idx="3695">
                  <c:v>27-10-2014</c:v>
                </c:pt>
                <c:pt idx="3696">
                  <c:v>28-10-2014</c:v>
                </c:pt>
                <c:pt idx="3697">
                  <c:v>29-10-2014</c:v>
                </c:pt>
                <c:pt idx="3698">
                  <c:v>30-10-2014</c:v>
                </c:pt>
                <c:pt idx="3699">
                  <c:v>31-10-2014</c:v>
                </c:pt>
                <c:pt idx="3700">
                  <c:v>03-11-2014</c:v>
                </c:pt>
                <c:pt idx="3701">
                  <c:v>05-11-2014</c:v>
                </c:pt>
                <c:pt idx="3702">
                  <c:v>07-11-2014</c:v>
                </c:pt>
                <c:pt idx="3703">
                  <c:v>10-11-2014</c:v>
                </c:pt>
                <c:pt idx="3704">
                  <c:v>11-11-2014</c:v>
                </c:pt>
                <c:pt idx="3705">
                  <c:v>12-11-2014</c:v>
                </c:pt>
                <c:pt idx="3706">
                  <c:v>13-11-2014</c:v>
                </c:pt>
                <c:pt idx="3707">
                  <c:v>14-11-2014</c:v>
                </c:pt>
                <c:pt idx="3708">
                  <c:v>17-11-2014</c:v>
                </c:pt>
                <c:pt idx="3709">
                  <c:v>18-11-2014</c:v>
                </c:pt>
                <c:pt idx="3710">
                  <c:v>19-11-2014</c:v>
                </c:pt>
                <c:pt idx="3711">
                  <c:v>20-11-2014</c:v>
                </c:pt>
                <c:pt idx="3712">
                  <c:v>21-11-2014</c:v>
                </c:pt>
                <c:pt idx="3713">
                  <c:v>24-11-2014</c:v>
                </c:pt>
                <c:pt idx="3714">
                  <c:v>25-11-2014</c:v>
                </c:pt>
                <c:pt idx="3715">
                  <c:v>26-11-2014</c:v>
                </c:pt>
                <c:pt idx="3716">
                  <c:v>27-11-2014</c:v>
                </c:pt>
                <c:pt idx="3717">
                  <c:v>28-11-2014</c:v>
                </c:pt>
                <c:pt idx="3718">
                  <c:v>01-12-2014</c:v>
                </c:pt>
                <c:pt idx="3719">
                  <c:v>02-12-2014</c:v>
                </c:pt>
                <c:pt idx="3720">
                  <c:v>03-12-2014</c:v>
                </c:pt>
                <c:pt idx="3721">
                  <c:v>04-12-2014</c:v>
                </c:pt>
                <c:pt idx="3722">
                  <c:v>05-12-2014</c:v>
                </c:pt>
                <c:pt idx="3723">
                  <c:v>08-12-2014</c:v>
                </c:pt>
                <c:pt idx="3724">
                  <c:v>09-12-2014</c:v>
                </c:pt>
                <c:pt idx="3725">
                  <c:v>10-12-2014</c:v>
                </c:pt>
                <c:pt idx="3726">
                  <c:v>11-12-2014</c:v>
                </c:pt>
                <c:pt idx="3727">
                  <c:v>12-12-2014</c:v>
                </c:pt>
                <c:pt idx="3728">
                  <c:v>15-12-2014</c:v>
                </c:pt>
                <c:pt idx="3729">
                  <c:v>16-12-2014</c:v>
                </c:pt>
                <c:pt idx="3730">
                  <c:v>17-12-2014</c:v>
                </c:pt>
                <c:pt idx="3731">
                  <c:v>18-12-2014</c:v>
                </c:pt>
                <c:pt idx="3732">
                  <c:v>19-12-2014</c:v>
                </c:pt>
                <c:pt idx="3733">
                  <c:v>22-12-2014</c:v>
                </c:pt>
                <c:pt idx="3734">
                  <c:v>23-12-2014</c:v>
                </c:pt>
                <c:pt idx="3735">
                  <c:v>24-12-2014</c:v>
                </c:pt>
                <c:pt idx="3736">
                  <c:v>26-12-2014</c:v>
                </c:pt>
                <c:pt idx="3737">
                  <c:v>29-12-2014</c:v>
                </c:pt>
                <c:pt idx="3738">
                  <c:v>30-12-2014</c:v>
                </c:pt>
                <c:pt idx="3739">
                  <c:v>31-12-2014</c:v>
                </c:pt>
                <c:pt idx="3740">
                  <c:v>01-01-2015</c:v>
                </c:pt>
                <c:pt idx="3741">
                  <c:v>02-01-2015</c:v>
                </c:pt>
                <c:pt idx="3742">
                  <c:v>05-01-2015</c:v>
                </c:pt>
                <c:pt idx="3743">
                  <c:v>06-01-2015</c:v>
                </c:pt>
                <c:pt idx="3744">
                  <c:v>07-01-2015</c:v>
                </c:pt>
                <c:pt idx="3745">
                  <c:v>08-01-2015</c:v>
                </c:pt>
                <c:pt idx="3746">
                  <c:v>09-01-2015</c:v>
                </c:pt>
                <c:pt idx="3747">
                  <c:v>12-01-2015</c:v>
                </c:pt>
                <c:pt idx="3748">
                  <c:v>13-01-2015</c:v>
                </c:pt>
                <c:pt idx="3749">
                  <c:v>14-01-2015</c:v>
                </c:pt>
                <c:pt idx="3750">
                  <c:v>15-01-2015</c:v>
                </c:pt>
                <c:pt idx="3751">
                  <c:v>16-01-2015</c:v>
                </c:pt>
                <c:pt idx="3752">
                  <c:v>19-01-2015</c:v>
                </c:pt>
                <c:pt idx="3753">
                  <c:v>20-01-2015</c:v>
                </c:pt>
                <c:pt idx="3754">
                  <c:v>21-01-2015</c:v>
                </c:pt>
                <c:pt idx="3755">
                  <c:v>22-01-2015</c:v>
                </c:pt>
                <c:pt idx="3756">
                  <c:v>23-01-2015</c:v>
                </c:pt>
                <c:pt idx="3757">
                  <c:v>27-01-2015</c:v>
                </c:pt>
                <c:pt idx="3758">
                  <c:v>28-01-2015</c:v>
                </c:pt>
                <c:pt idx="3759">
                  <c:v>29-01-2015</c:v>
                </c:pt>
                <c:pt idx="3760">
                  <c:v>30-01-2015</c:v>
                </c:pt>
                <c:pt idx="3761">
                  <c:v>02-02-2015</c:v>
                </c:pt>
                <c:pt idx="3762">
                  <c:v>03-02-2015</c:v>
                </c:pt>
                <c:pt idx="3763">
                  <c:v>04-02-2015</c:v>
                </c:pt>
                <c:pt idx="3764">
                  <c:v>05-02-2015</c:v>
                </c:pt>
                <c:pt idx="3765">
                  <c:v>06-02-2015</c:v>
                </c:pt>
                <c:pt idx="3766">
                  <c:v>09-02-2015</c:v>
                </c:pt>
                <c:pt idx="3767">
                  <c:v>10-02-2015</c:v>
                </c:pt>
                <c:pt idx="3768">
                  <c:v>11-02-2015</c:v>
                </c:pt>
                <c:pt idx="3769">
                  <c:v>12-02-2015</c:v>
                </c:pt>
                <c:pt idx="3770">
                  <c:v>13-02-2015</c:v>
                </c:pt>
                <c:pt idx="3771">
                  <c:v>16-02-2015</c:v>
                </c:pt>
                <c:pt idx="3772">
                  <c:v>18-02-2015</c:v>
                </c:pt>
                <c:pt idx="3773">
                  <c:v>19-02-2015</c:v>
                </c:pt>
                <c:pt idx="3774">
                  <c:v>20-02-2015</c:v>
                </c:pt>
                <c:pt idx="3775">
                  <c:v>23-02-2015</c:v>
                </c:pt>
                <c:pt idx="3776">
                  <c:v>24-02-2015</c:v>
                </c:pt>
                <c:pt idx="3777">
                  <c:v>25-02-2015</c:v>
                </c:pt>
                <c:pt idx="3778">
                  <c:v>26-02-2015</c:v>
                </c:pt>
                <c:pt idx="3779">
                  <c:v>27-02-2015</c:v>
                </c:pt>
                <c:pt idx="3780">
                  <c:v>28-02-2015</c:v>
                </c:pt>
                <c:pt idx="3781">
                  <c:v>02-03-2015</c:v>
                </c:pt>
                <c:pt idx="3782">
                  <c:v>03-03-2015</c:v>
                </c:pt>
                <c:pt idx="3783">
                  <c:v>04-03-2015</c:v>
                </c:pt>
                <c:pt idx="3784">
                  <c:v>05-03-2015</c:v>
                </c:pt>
                <c:pt idx="3785">
                  <c:v>09-03-2015</c:v>
                </c:pt>
                <c:pt idx="3786">
                  <c:v>10-03-2015</c:v>
                </c:pt>
                <c:pt idx="3787">
                  <c:v>11-03-2015</c:v>
                </c:pt>
                <c:pt idx="3788">
                  <c:v>12-03-2015</c:v>
                </c:pt>
                <c:pt idx="3789">
                  <c:v>13-03-2015</c:v>
                </c:pt>
                <c:pt idx="3790">
                  <c:v>16-03-2015</c:v>
                </c:pt>
                <c:pt idx="3791">
                  <c:v>17-03-2015</c:v>
                </c:pt>
                <c:pt idx="3792">
                  <c:v>18-03-2015</c:v>
                </c:pt>
                <c:pt idx="3793">
                  <c:v>19-03-2015</c:v>
                </c:pt>
                <c:pt idx="3794">
                  <c:v>20-03-2015</c:v>
                </c:pt>
                <c:pt idx="3795">
                  <c:v>23-03-2015</c:v>
                </c:pt>
                <c:pt idx="3796">
                  <c:v>24-03-2015</c:v>
                </c:pt>
                <c:pt idx="3797">
                  <c:v>25-03-2015</c:v>
                </c:pt>
                <c:pt idx="3798">
                  <c:v>26-03-2015</c:v>
                </c:pt>
                <c:pt idx="3799">
                  <c:v>27-03-2015</c:v>
                </c:pt>
                <c:pt idx="3800">
                  <c:v>30-03-2015</c:v>
                </c:pt>
                <c:pt idx="3801">
                  <c:v>31-03-2015</c:v>
                </c:pt>
                <c:pt idx="3802">
                  <c:v>01-04-2015</c:v>
                </c:pt>
                <c:pt idx="3803">
                  <c:v>06-04-2015</c:v>
                </c:pt>
                <c:pt idx="3804">
                  <c:v>07-04-2015</c:v>
                </c:pt>
                <c:pt idx="3805">
                  <c:v>08-04-2015</c:v>
                </c:pt>
                <c:pt idx="3806">
                  <c:v>09-04-2015</c:v>
                </c:pt>
                <c:pt idx="3807">
                  <c:v>10-04-2015</c:v>
                </c:pt>
                <c:pt idx="3808">
                  <c:v>13-04-2015</c:v>
                </c:pt>
                <c:pt idx="3809">
                  <c:v>15-04-2015</c:v>
                </c:pt>
                <c:pt idx="3810">
                  <c:v>16-04-2015</c:v>
                </c:pt>
                <c:pt idx="3811">
                  <c:v>17-04-2015</c:v>
                </c:pt>
                <c:pt idx="3812">
                  <c:v>20-04-2015</c:v>
                </c:pt>
                <c:pt idx="3813">
                  <c:v>21-04-2015</c:v>
                </c:pt>
                <c:pt idx="3814">
                  <c:v>22-04-2015</c:v>
                </c:pt>
                <c:pt idx="3815">
                  <c:v>23-04-2015</c:v>
                </c:pt>
                <c:pt idx="3816">
                  <c:v>24-04-2015</c:v>
                </c:pt>
                <c:pt idx="3817">
                  <c:v>27-04-2015</c:v>
                </c:pt>
                <c:pt idx="3818">
                  <c:v>28-04-2015</c:v>
                </c:pt>
                <c:pt idx="3819">
                  <c:v>29-04-2015</c:v>
                </c:pt>
                <c:pt idx="3820">
                  <c:v>30-04-2015</c:v>
                </c:pt>
                <c:pt idx="3821">
                  <c:v>04-05-2015</c:v>
                </c:pt>
                <c:pt idx="3822">
                  <c:v>05-05-2015</c:v>
                </c:pt>
                <c:pt idx="3823">
                  <c:v>06-05-2015</c:v>
                </c:pt>
                <c:pt idx="3824">
                  <c:v>07-05-2015</c:v>
                </c:pt>
                <c:pt idx="3825">
                  <c:v>08-05-2015</c:v>
                </c:pt>
                <c:pt idx="3826">
                  <c:v>11-05-2015</c:v>
                </c:pt>
                <c:pt idx="3827">
                  <c:v>12-05-2015</c:v>
                </c:pt>
                <c:pt idx="3828">
                  <c:v>13-05-2015</c:v>
                </c:pt>
                <c:pt idx="3829">
                  <c:v>14-05-2015</c:v>
                </c:pt>
                <c:pt idx="3830">
                  <c:v>15-05-2015</c:v>
                </c:pt>
                <c:pt idx="3831">
                  <c:v>18-05-2015</c:v>
                </c:pt>
                <c:pt idx="3832">
                  <c:v>19-05-2015</c:v>
                </c:pt>
                <c:pt idx="3833">
                  <c:v>20-05-2015</c:v>
                </c:pt>
                <c:pt idx="3834">
                  <c:v>21-05-2015</c:v>
                </c:pt>
                <c:pt idx="3835">
                  <c:v>22-05-2015</c:v>
                </c:pt>
                <c:pt idx="3836">
                  <c:v>25-05-2015</c:v>
                </c:pt>
                <c:pt idx="3837">
                  <c:v>26-05-2015</c:v>
                </c:pt>
                <c:pt idx="3838">
                  <c:v>27-05-2015</c:v>
                </c:pt>
                <c:pt idx="3839">
                  <c:v>28-05-2015</c:v>
                </c:pt>
                <c:pt idx="3840">
                  <c:v>29-05-2015</c:v>
                </c:pt>
                <c:pt idx="3841">
                  <c:v>01-06-2015</c:v>
                </c:pt>
                <c:pt idx="3842">
                  <c:v>02-06-2015</c:v>
                </c:pt>
                <c:pt idx="3843">
                  <c:v>03-06-2015</c:v>
                </c:pt>
                <c:pt idx="3844">
                  <c:v>04-06-2015</c:v>
                </c:pt>
                <c:pt idx="3845">
                  <c:v>05-06-2015</c:v>
                </c:pt>
                <c:pt idx="3846">
                  <c:v>08-06-2015</c:v>
                </c:pt>
                <c:pt idx="3847">
                  <c:v>09-06-2015</c:v>
                </c:pt>
                <c:pt idx="3848">
                  <c:v>10-06-2015</c:v>
                </c:pt>
                <c:pt idx="3849">
                  <c:v>11-06-2015</c:v>
                </c:pt>
                <c:pt idx="3850">
                  <c:v>12-06-2015</c:v>
                </c:pt>
                <c:pt idx="3851">
                  <c:v>15-06-2015</c:v>
                </c:pt>
                <c:pt idx="3852">
                  <c:v>16-06-2015</c:v>
                </c:pt>
                <c:pt idx="3853">
                  <c:v>17-06-2015</c:v>
                </c:pt>
                <c:pt idx="3854">
                  <c:v>18-06-2015</c:v>
                </c:pt>
                <c:pt idx="3855">
                  <c:v>19-06-2015</c:v>
                </c:pt>
                <c:pt idx="3856">
                  <c:v>22-06-2015</c:v>
                </c:pt>
                <c:pt idx="3857">
                  <c:v>23-06-2015</c:v>
                </c:pt>
                <c:pt idx="3858">
                  <c:v>24-06-2015</c:v>
                </c:pt>
                <c:pt idx="3859">
                  <c:v>25-06-2015</c:v>
                </c:pt>
                <c:pt idx="3860">
                  <c:v>26-06-2015</c:v>
                </c:pt>
                <c:pt idx="3861">
                  <c:v>29-06-2015</c:v>
                </c:pt>
                <c:pt idx="3862">
                  <c:v>30-06-2015</c:v>
                </c:pt>
                <c:pt idx="3863">
                  <c:v>01-07-2015</c:v>
                </c:pt>
                <c:pt idx="3864">
                  <c:v>02-07-2015</c:v>
                </c:pt>
                <c:pt idx="3865">
                  <c:v>03-07-2015</c:v>
                </c:pt>
                <c:pt idx="3866">
                  <c:v>06-07-2015</c:v>
                </c:pt>
                <c:pt idx="3867">
                  <c:v>07-07-2015</c:v>
                </c:pt>
                <c:pt idx="3868">
                  <c:v>08-07-2015</c:v>
                </c:pt>
                <c:pt idx="3869">
                  <c:v>09-07-2015</c:v>
                </c:pt>
                <c:pt idx="3870">
                  <c:v>10-07-2015</c:v>
                </c:pt>
                <c:pt idx="3871">
                  <c:v>13-07-2015</c:v>
                </c:pt>
                <c:pt idx="3872">
                  <c:v>14-07-2015</c:v>
                </c:pt>
                <c:pt idx="3873">
                  <c:v>15-07-2015</c:v>
                </c:pt>
                <c:pt idx="3874">
                  <c:v>16-07-2015</c:v>
                </c:pt>
                <c:pt idx="3875">
                  <c:v>17-07-2015</c:v>
                </c:pt>
                <c:pt idx="3876">
                  <c:v>20-07-2015</c:v>
                </c:pt>
                <c:pt idx="3877">
                  <c:v>21-07-2015</c:v>
                </c:pt>
                <c:pt idx="3878">
                  <c:v>22-07-2015</c:v>
                </c:pt>
                <c:pt idx="3879">
                  <c:v>23-07-2015</c:v>
                </c:pt>
                <c:pt idx="3880">
                  <c:v>24-07-2015</c:v>
                </c:pt>
                <c:pt idx="3881">
                  <c:v>27-07-2015</c:v>
                </c:pt>
                <c:pt idx="3882">
                  <c:v>28-07-2015</c:v>
                </c:pt>
                <c:pt idx="3883">
                  <c:v>29-07-2015</c:v>
                </c:pt>
                <c:pt idx="3884">
                  <c:v>30-07-2015</c:v>
                </c:pt>
                <c:pt idx="3885">
                  <c:v>31-07-2015</c:v>
                </c:pt>
                <c:pt idx="3886">
                  <c:v>03-08-2015</c:v>
                </c:pt>
                <c:pt idx="3887">
                  <c:v>04-08-2015</c:v>
                </c:pt>
                <c:pt idx="3888">
                  <c:v>05-08-2015</c:v>
                </c:pt>
                <c:pt idx="3889">
                  <c:v>06-08-2015</c:v>
                </c:pt>
                <c:pt idx="3890">
                  <c:v>07-08-2015</c:v>
                </c:pt>
                <c:pt idx="3891">
                  <c:v>10-08-2015</c:v>
                </c:pt>
                <c:pt idx="3892">
                  <c:v>11-08-2015</c:v>
                </c:pt>
                <c:pt idx="3893">
                  <c:v>12-08-2015</c:v>
                </c:pt>
                <c:pt idx="3894">
                  <c:v>13-08-2015</c:v>
                </c:pt>
                <c:pt idx="3895">
                  <c:v>14-08-2015</c:v>
                </c:pt>
                <c:pt idx="3896">
                  <c:v>17-08-2015</c:v>
                </c:pt>
                <c:pt idx="3897">
                  <c:v>18-08-2015</c:v>
                </c:pt>
                <c:pt idx="3898">
                  <c:v>19-08-2015</c:v>
                </c:pt>
                <c:pt idx="3899">
                  <c:v>20-08-2015</c:v>
                </c:pt>
                <c:pt idx="3900">
                  <c:v>21-08-2015</c:v>
                </c:pt>
                <c:pt idx="3901">
                  <c:v>24-08-2015</c:v>
                </c:pt>
                <c:pt idx="3902">
                  <c:v>25-08-2015</c:v>
                </c:pt>
                <c:pt idx="3903">
                  <c:v>26-08-2015</c:v>
                </c:pt>
                <c:pt idx="3904">
                  <c:v>27-08-2015</c:v>
                </c:pt>
                <c:pt idx="3905">
                  <c:v>28-08-2015</c:v>
                </c:pt>
                <c:pt idx="3906">
                  <c:v>31-08-2015</c:v>
                </c:pt>
                <c:pt idx="3907">
                  <c:v>01-09-2015</c:v>
                </c:pt>
                <c:pt idx="3908">
                  <c:v>02-09-2015</c:v>
                </c:pt>
                <c:pt idx="3909">
                  <c:v>03-09-2015</c:v>
                </c:pt>
                <c:pt idx="3910">
                  <c:v>04-09-2015</c:v>
                </c:pt>
                <c:pt idx="3911">
                  <c:v>07-09-2015</c:v>
                </c:pt>
                <c:pt idx="3912">
                  <c:v>08-09-2015</c:v>
                </c:pt>
                <c:pt idx="3913">
                  <c:v>09-09-2015</c:v>
                </c:pt>
                <c:pt idx="3914">
                  <c:v>10-09-2015</c:v>
                </c:pt>
                <c:pt idx="3915">
                  <c:v>11-09-2015</c:v>
                </c:pt>
                <c:pt idx="3916">
                  <c:v>14-09-2015</c:v>
                </c:pt>
                <c:pt idx="3917">
                  <c:v>15-09-2015</c:v>
                </c:pt>
                <c:pt idx="3918">
                  <c:v>16-09-2015</c:v>
                </c:pt>
                <c:pt idx="3919">
                  <c:v>18-09-2015</c:v>
                </c:pt>
                <c:pt idx="3920">
                  <c:v>21-09-2015</c:v>
                </c:pt>
                <c:pt idx="3921">
                  <c:v>22-09-2015</c:v>
                </c:pt>
                <c:pt idx="3922">
                  <c:v>23-09-2015</c:v>
                </c:pt>
                <c:pt idx="3923">
                  <c:v>24-09-2015</c:v>
                </c:pt>
                <c:pt idx="3924">
                  <c:v>28-09-2015</c:v>
                </c:pt>
                <c:pt idx="3925">
                  <c:v>29-09-2015</c:v>
                </c:pt>
                <c:pt idx="3926">
                  <c:v>30-09-2015</c:v>
                </c:pt>
                <c:pt idx="3927">
                  <c:v>01-10-2015</c:v>
                </c:pt>
                <c:pt idx="3928">
                  <c:v>05-10-2015</c:v>
                </c:pt>
                <c:pt idx="3929">
                  <c:v>06-10-2015</c:v>
                </c:pt>
                <c:pt idx="3930">
                  <c:v>07-10-2015</c:v>
                </c:pt>
                <c:pt idx="3931">
                  <c:v>08-10-2015</c:v>
                </c:pt>
                <c:pt idx="3932">
                  <c:v>09-10-2015</c:v>
                </c:pt>
                <c:pt idx="3933">
                  <c:v>12-10-2015</c:v>
                </c:pt>
                <c:pt idx="3934">
                  <c:v>13-10-2015</c:v>
                </c:pt>
                <c:pt idx="3935">
                  <c:v>14-10-2015</c:v>
                </c:pt>
                <c:pt idx="3936">
                  <c:v>15-10-2015</c:v>
                </c:pt>
                <c:pt idx="3937">
                  <c:v>16-10-2015</c:v>
                </c:pt>
                <c:pt idx="3938">
                  <c:v>19-10-2015</c:v>
                </c:pt>
                <c:pt idx="3939">
                  <c:v>20-10-2015</c:v>
                </c:pt>
                <c:pt idx="3940">
                  <c:v>21-10-2015</c:v>
                </c:pt>
                <c:pt idx="3941">
                  <c:v>23-10-2015</c:v>
                </c:pt>
                <c:pt idx="3942">
                  <c:v>26-10-2015</c:v>
                </c:pt>
                <c:pt idx="3943">
                  <c:v>27-10-2015</c:v>
                </c:pt>
                <c:pt idx="3944">
                  <c:v>28-10-2015</c:v>
                </c:pt>
                <c:pt idx="3945">
                  <c:v>29-10-2015</c:v>
                </c:pt>
                <c:pt idx="3946">
                  <c:v>30-10-2015</c:v>
                </c:pt>
                <c:pt idx="3947">
                  <c:v>02-11-2015</c:v>
                </c:pt>
                <c:pt idx="3948">
                  <c:v>03-11-2015</c:v>
                </c:pt>
                <c:pt idx="3949">
                  <c:v>04-11-2015</c:v>
                </c:pt>
                <c:pt idx="3950">
                  <c:v>05-11-2015</c:v>
                </c:pt>
                <c:pt idx="3951">
                  <c:v>06-11-2015</c:v>
                </c:pt>
                <c:pt idx="3952">
                  <c:v>09-11-2015</c:v>
                </c:pt>
                <c:pt idx="3953">
                  <c:v>10-11-2015</c:v>
                </c:pt>
                <c:pt idx="3954">
                  <c:v>11-11-2015</c:v>
                </c:pt>
                <c:pt idx="3955">
                  <c:v>13-11-2015</c:v>
                </c:pt>
                <c:pt idx="3956">
                  <c:v>16-11-2015</c:v>
                </c:pt>
                <c:pt idx="3957">
                  <c:v>17-11-2015</c:v>
                </c:pt>
                <c:pt idx="3958">
                  <c:v>18-11-2015</c:v>
                </c:pt>
                <c:pt idx="3959">
                  <c:v>19-11-2015</c:v>
                </c:pt>
                <c:pt idx="3960">
                  <c:v>20-11-2015</c:v>
                </c:pt>
                <c:pt idx="3961">
                  <c:v>23-11-2015</c:v>
                </c:pt>
                <c:pt idx="3962">
                  <c:v>24-11-2015</c:v>
                </c:pt>
                <c:pt idx="3963">
                  <c:v>26-11-2015</c:v>
                </c:pt>
                <c:pt idx="3964">
                  <c:v>27-11-2015</c:v>
                </c:pt>
                <c:pt idx="3965">
                  <c:v>30-11-2015</c:v>
                </c:pt>
                <c:pt idx="3966">
                  <c:v>01-12-2015</c:v>
                </c:pt>
                <c:pt idx="3967">
                  <c:v>02-12-2015</c:v>
                </c:pt>
                <c:pt idx="3968">
                  <c:v>03-12-2015</c:v>
                </c:pt>
                <c:pt idx="3969">
                  <c:v>04-12-2015</c:v>
                </c:pt>
                <c:pt idx="3970">
                  <c:v>07-12-2015</c:v>
                </c:pt>
                <c:pt idx="3971">
                  <c:v>08-12-2015</c:v>
                </c:pt>
                <c:pt idx="3972">
                  <c:v>09-12-2015</c:v>
                </c:pt>
                <c:pt idx="3973">
                  <c:v>10-12-2015</c:v>
                </c:pt>
                <c:pt idx="3974">
                  <c:v>11-12-2015</c:v>
                </c:pt>
                <c:pt idx="3975">
                  <c:v>14-12-2015</c:v>
                </c:pt>
                <c:pt idx="3976">
                  <c:v>15-12-2015</c:v>
                </c:pt>
                <c:pt idx="3977">
                  <c:v>16-12-2015</c:v>
                </c:pt>
                <c:pt idx="3978">
                  <c:v>17-12-2015</c:v>
                </c:pt>
                <c:pt idx="3979">
                  <c:v>18-12-2015</c:v>
                </c:pt>
                <c:pt idx="3980">
                  <c:v>21-12-2015</c:v>
                </c:pt>
                <c:pt idx="3981">
                  <c:v>22-12-2015</c:v>
                </c:pt>
                <c:pt idx="3982">
                  <c:v>23-12-2015</c:v>
                </c:pt>
                <c:pt idx="3983">
                  <c:v>24-12-2015</c:v>
                </c:pt>
                <c:pt idx="3984">
                  <c:v>28-12-2015</c:v>
                </c:pt>
                <c:pt idx="3985">
                  <c:v>29-12-2015</c:v>
                </c:pt>
                <c:pt idx="3986">
                  <c:v>30-12-2015</c:v>
                </c:pt>
                <c:pt idx="3987">
                  <c:v>31-12-2015</c:v>
                </c:pt>
                <c:pt idx="3988">
                  <c:v>01-01-2016</c:v>
                </c:pt>
                <c:pt idx="3989">
                  <c:v>04-01-2016</c:v>
                </c:pt>
                <c:pt idx="3990">
                  <c:v>05-01-2016</c:v>
                </c:pt>
                <c:pt idx="3991">
                  <c:v>06-01-2016</c:v>
                </c:pt>
                <c:pt idx="3992">
                  <c:v>07-01-2016</c:v>
                </c:pt>
                <c:pt idx="3993">
                  <c:v>08-01-2016</c:v>
                </c:pt>
                <c:pt idx="3994">
                  <c:v>11-01-2016</c:v>
                </c:pt>
                <c:pt idx="3995">
                  <c:v>12-01-2016</c:v>
                </c:pt>
                <c:pt idx="3996">
                  <c:v>13-01-2016</c:v>
                </c:pt>
                <c:pt idx="3997">
                  <c:v>14-01-2016</c:v>
                </c:pt>
                <c:pt idx="3998">
                  <c:v>15-01-2016</c:v>
                </c:pt>
                <c:pt idx="3999">
                  <c:v>18-01-2016</c:v>
                </c:pt>
                <c:pt idx="4000">
                  <c:v>19-01-2016</c:v>
                </c:pt>
                <c:pt idx="4001">
                  <c:v>20-01-2016</c:v>
                </c:pt>
                <c:pt idx="4002">
                  <c:v>21-01-2016</c:v>
                </c:pt>
                <c:pt idx="4003">
                  <c:v>22-01-2016</c:v>
                </c:pt>
                <c:pt idx="4004">
                  <c:v>25-01-2016</c:v>
                </c:pt>
                <c:pt idx="4005">
                  <c:v>27-01-2016</c:v>
                </c:pt>
                <c:pt idx="4006">
                  <c:v>28-01-2016</c:v>
                </c:pt>
                <c:pt idx="4007">
                  <c:v>29-01-2016</c:v>
                </c:pt>
                <c:pt idx="4008">
                  <c:v>01-02-2016</c:v>
                </c:pt>
                <c:pt idx="4009">
                  <c:v>02-02-2016</c:v>
                </c:pt>
                <c:pt idx="4010">
                  <c:v>03-02-2016</c:v>
                </c:pt>
                <c:pt idx="4011">
                  <c:v>04-02-2016</c:v>
                </c:pt>
                <c:pt idx="4012">
                  <c:v>05-02-2016</c:v>
                </c:pt>
                <c:pt idx="4013">
                  <c:v>08-02-2016</c:v>
                </c:pt>
                <c:pt idx="4014">
                  <c:v>09-02-2016</c:v>
                </c:pt>
                <c:pt idx="4015">
                  <c:v>10-02-2016</c:v>
                </c:pt>
                <c:pt idx="4016">
                  <c:v>11-02-2016</c:v>
                </c:pt>
                <c:pt idx="4017">
                  <c:v>12-02-2016</c:v>
                </c:pt>
                <c:pt idx="4018">
                  <c:v>15-02-2016</c:v>
                </c:pt>
                <c:pt idx="4019">
                  <c:v>16-02-2016</c:v>
                </c:pt>
                <c:pt idx="4020">
                  <c:v>17-02-2016</c:v>
                </c:pt>
                <c:pt idx="4021">
                  <c:v>18-02-2016</c:v>
                </c:pt>
                <c:pt idx="4022">
                  <c:v>19-02-2016</c:v>
                </c:pt>
                <c:pt idx="4023">
                  <c:v>22-02-2016</c:v>
                </c:pt>
                <c:pt idx="4024">
                  <c:v>23-02-2016</c:v>
                </c:pt>
                <c:pt idx="4025">
                  <c:v>24-02-2016</c:v>
                </c:pt>
                <c:pt idx="4026">
                  <c:v>25-02-2016</c:v>
                </c:pt>
                <c:pt idx="4027">
                  <c:v>26-02-2016</c:v>
                </c:pt>
                <c:pt idx="4028">
                  <c:v>29-02-2016</c:v>
                </c:pt>
                <c:pt idx="4029">
                  <c:v>01-03-2016</c:v>
                </c:pt>
                <c:pt idx="4030">
                  <c:v>02-03-2016</c:v>
                </c:pt>
                <c:pt idx="4031">
                  <c:v>03-03-2016</c:v>
                </c:pt>
                <c:pt idx="4032">
                  <c:v>04-03-2016</c:v>
                </c:pt>
                <c:pt idx="4033">
                  <c:v>08-03-2016</c:v>
                </c:pt>
                <c:pt idx="4034">
                  <c:v>09-03-2016</c:v>
                </c:pt>
                <c:pt idx="4035">
                  <c:v>10-03-2016</c:v>
                </c:pt>
                <c:pt idx="4036">
                  <c:v>11-03-2016</c:v>
                </c:pt>
                <c:pt idx="4037">
                  <c:v>14-03-2016</c:v>
                </c:pt>
                <c:pt idx="4038">
                  <c:v>15-03-2016</c:v>
                </c:pt>
                <c:pt idx="4039">
                  <c:v>16-03-2016</c:v>
                </c:pt>
                <c:pt idx="4040">
                  <c:v>17-03-2016</c:v>
                </c:pt>
                <c:pt idx="4041">
                  <c:v>18-03-2016</c:v>
                </c:pt>
                <c:pt idx="4042">
                  <c:v>21-03-2016</c:v>
                </c:pt>
                <c:pt idx="4043">
                  <c:v>22-03-2016</c:v>
                </c:pt>
                <c:pt idx="4044">
                  <c:v>23-03-2016</c:v>
                </c:pt>
                <c:pt idx="4045">
                  <c:v>28-03-2016</c:v>
                </c:pt>
                <c:pt idx="4046">
                  <c:v>29-03-2016</c:v>
                </c:pt>
                <c:pt idx="4047">
                  <c:v>30-03-2016</c:v>
                </c:pt>
                <c:pt idx="4048">
                  <c:v>31-03-2016</c:v>
                </c:pt>
                <c:pt idx="4049">
                  <c:v>01-04-2016</c:v>
                </c:pt>
                <c:pt idx="4050">
                  <c:v>04-04-2016</c:v>
                </c:pt>
                <c:pt idx="4051">
                  <c:v>05-04-2016</c:v>
                </c:pt>
                <c:pt idx="4052">
                  <c:v>06-04-2016</c:v>
                </c:pt>
                <c:pt idx="4053">
                  <c:v>07-04-2016</c:v>
                </c:pt>
                <c:pt idx="4054">
                  <c:v>08-04-2016</c:v>
                </c:pt>
                <c:pt idx="4055">
                  <c:v>11-04-2016</c:v>
                </c:pt>
                <c:pt idx="4056">
                  <c:v>12-04-2016</c:v>
                </c:pt>
                <c:pt idx="4057">
                  <c:v>13-04-2016</c:v>
                </c:pt>
                <c:pt idx="4058">
                  <c:v>18-04-2016</c:v>
                </c:pt>
                <c:pt idx="4059">
                  <c:v>20-04-2016</c:v>
                </c:pt>
                <c:pt idx="4060">
                  <c:v>21-04-2016</c:v>
                </c:pt>
                <c:pt idx="4061">
                  <c:v>22-04-2016</c:v>
                </c:pt>
                <c:pt idx="4062">
                  <c:v>25-04-2016</c:v>
                </c:pt>
                <c:pt idx="4063">
                  <c:v>26-04-2016</c:v>
                </c:pt>
                <c:pt idx="4064">
                  <c:v>27-04-2016</c:v>
                </c:pt>
                <c:pt idx="4065">
                  <c:v>28-04-2016</c:v>
                </c:pt>
                <c:pt idx="4066">
                  <c:v>29-04-2016</c:v>
                </c:pt>
                <c:pt idx="4067">
                  <c:v>02-05-2016</c:v>
                </c:pt>
                <c:pt idx="4068">
                  <c:v>03-05-2016</c:v>
                </c:pt>
                <c:pt idx="4069">
                  <c:v>04-05-2016</c:v>
                </c:pt>
                <c:pt idx="4070">
                  <c:v>05-05-2016</c:v>
                </c:pt>
                <c:pt idx="4071">
                  <c:v>06-05-2016</c:v>
                </c:pt>
                <c:pt idx="4072">
                  <c:v>09-05-2016</c:v>
                </c:pt>
                <c:pt idx="4073">
                  <c:v>10-05-2016</c:v>
                </c:pt>
                <c:pt idx="4074">
                  <c:v>11-05-2016</c:v>
                </c:pt>
                <c:pt idx="4075">
                  <c:v>12-05-2016</c:v>
                </c:pt>
                <c:pt idx="4076">
                  <c:v>13-05-2016</c:v>
                </c:pt>
                <c:pt idx="4077">
                  <c:v>16-05-2016</c:v>
                </c:pt>
                <c:pt idx="4078">
                  <c:v>17-05-2016</c:v>
                </c:pt>
                <c:pt idx="4079">
                  <c:v>18-05-2016</c:v>
                </c:pt>
                <c:pt idx="4080">
                  <c:v>19-05-2016</c:v>
                </c:pt>
                <c:pt idx="4081">
                  <c:v>20-05-2016</c:v>
                </c:pt>
                <c:pt idx="4082">
                  <c:v>23-05-2016</c:v>
                </c:pt>
                <c:pt idx="4083">
                  <c:v>24-05-2016</c:v>
                </c:pt>
                <c:pt idx="4084">
                  <c:v>25-05-2016</c:v>
                </c:pt>
                <c:pt idx="4085">
                  <c:v>26-05-2016</c:v>
                </c:pt>
                <c:pt idx="4086">
                  <c:v>27-05-2016</c:v>
                </c:pt>
                <c:pt idx="4087">
                  <c:v>30-05-2016</c:v>
                </c:pt>
                <c:pt idx="4088">
                  <c:v>31-05-2016</c:v>
                </c:pt>
                <c:pt idx="4089">
                  <c:v>01-06-2016</c:v>
                </c:pt>
                <c:pt idx="4090">
                  <c:v>02-06-2016</c:v>
                </c:pt>
                <c:pt idx="4091">
                  <c:v>03-06-2016</c:v>
                </c:pt>
                <c:pt idx="4092">
                  <c:v>06-06-2016</c:v>
                </c:pt>
                <c:pt idx="4093">
                  <c:v>07-06-2016</c:v>
                </c:pt>
                <c:pt idx="4094">
                  <c:v>08-06-2016</c:v>
                </c:pt>
                <c:pt idx="4095">
                  <c:v>09-06-2016</c:v>
                </c:pt>
                <c:pt idx="4096">
                  <c:v>10-06-2016</c:v>
                </c:pt>
                <c:pt idx="4097">
                  <c:v>13-06-2016</c:v>
                </c:pt>
                <c:pt idx="4098">
                  <c:v>14-06-2016</c:v>
                </c:pt>
                <c:pt idx="4099">
                  <c:v>15-06-2016</c:v>
                </c:pt>
                <c:pt idx="4100">
                  <c:v>16-06-2016</c:v>
                </c:pt>
                <c:pt idx="4101">
                  <c:v>17-06-2016</c:v>
                </c:pt>
                <c:pt idx="4102">
                  <c:v>20-06-2016</c:v>
                </c:pt>
                <c:pt idx="4103">
                  <c:v>21-06-2016</c:v>
                </c:pt>
                <c:pt idx="4104">
                  <c:v>22-06-2016</c:v>
                </c:pt>
                <c:pt idx="4105">
                  <c:v>23-06-2016</c:v>
                </c:pt>
                <c:pt idx="4106">
                  <c:v>24-06-2016</c:v>
                </c:pt>
                <c:pt idx="4107">
                  <c:v>27-06-2016</c:v>
                </c:pt>
                <c:pt idx="4108">
                  <c:v>28-06-2016</c:v>
                </c:pt>
                <c:pt idx="4109">
                  <c:v>29-06-2016</c:v>
                </c:pt>
                <c:pt idx="4110">
                  <c:v>30-06-2016</c:v>
                </c:pt>
                <c:pt idx="4111">
                  <c:v>01-07-2016</c:v>
                </c:pt>
                <c:pt idx="4112">
                  <c:v>04-07-2016</c:v>
                </c:pt>
                <c:pt idx="4113">
                  <c:v>05-07-2016</c:v>
                </c:pt>
                <c:pt idx="4114">
                  <c:v>07-07-2016</c:v>
                </c:pt>
                <c:pt idx="4115">
                  <c:v>08-07-2016</c:v>
                </c:pt>
                <c:pt idx="4116">
                  <c:v>11-07-2016</c:v>
                </c:pt>
                <c:pt idx="4117">
                  <c:v>12-07-2016</c:v>
                </c:pt>
                <c:pt idx="4118">
                  <c:v>13-07-2016</c:v>
                </c:pt>
                <c:pt idx="4119">
                  <c:v>14-07-2016</c:v>
                </c:pt>
                <c:pt idx="4120">
                  <c:v>15-07-2016</c:v>
                </c:pt>
                <c:pt idx="4121">
                  <c:v>18-07-2016</c:v>
                </c:pt>
                <c:pt idx="4122">
                  <c:v>19-07-2016</c:v>
                </c:pt>
                <c:pt idx="4123">
                  <c:v>20-07-2016</c:v>
                </c:pt>
                <c:pt idx="4124">
                  <c:v>21-07-2016</c:v>
                </c:pt>
                <c:pt idx="4125">
                  <c:v>22-07-2016</c:v>
                </c:pt>
                <c:pt idx="4126">
                  <c:v>25-07-2016</c:v>
                </c:pt>
                <c:pt idx="4127">
                  <c:v>26-07-2016</c:v>
                </c:pt>
                <c:pt idx="4128">
                  <c:v>27-07-2016</c:v>
                </c:pt>
                <c:pt idx="4129">
                  <c:v>28-07-2016</c:v>
                </c:pt>
                <c:pt idx="4130">
                  <c:v>29-07-2016</c:v>
                </c:pt>
                <c:pt idx="4131">
                  <c:v>01-08-2016</c:v>
                </c:pt>
                <c:pt idx="4132">
                  <c:v>02-08-2016</c:v>
                </c:pt>
                <c:pt idx="4133">
                  <c:v>03-08-2016</c:v>
                </c:pt>
                <c:pt idx="4134">
                  <c:v>04-08-2016</c:v>
                </c:pt>
                <c:pt idx="4135">
                  <c:v>05-08-2016</c:v>
                </c:pt>
                <c:pt idx="4136">
                  <c:v>08-08-2016</c:v>
                </c:pt>
                <c:pt idx="4137">
                  <c:v>09-08-2016</c:v>
                </c:pt>
                <c:pt idx="4138">
                  <c:v>10-08-2016</c:v>
                </c:pt>
                <c:pt idx="4139">
                  <c:v>11-08-2016</c:v>
                </c:pt>
                <c:pt idx="4140">
                  <c:v>12-08-2016</c:v>
                </c:pt>
                <c:pt idx="4141">
                  <c:v>16-08-2016</c:v>
                </c:pt>
                <c:pt idx="4142">
                  <c:v>17-08-2016</c:v>
                </c:pt>
                <c:pt idx="4143">
                  <c:v>18-08-2016</c:v>
                </c:pt>
                <c:pt idx="4144">
                  <c:v>19-08-2016</c:v>
                </c:pt>
                <c:pt idx="4145">
                  <c:v>22-08-2016</c:v>
                </c:pt>
                <c:pt idx="4146">
                  <c:v>23-08-2016</c:v>
                </c:pt>
                <c:pt idx="4147">
                  <c:v>24-08-2016</c:v>
                </c:pt>
                <c:pt idx="4148">
                  <c:v>25-08-2016</c:v>
                </c:pt>
                <c:pt idx="4149">
                  <c:v>26-08-2016</c:v>
                </c:pt>
                <c:pt idx="4150">
                  <c:v>29-08-2016</c:v>
                </c:pt>
                <c:pt idx="4151">
                  <c:v>30-08-2016</c:v>
                </c:pt>
                <c:pt idx="4152">
                  <c:v>31-08-2016</c:v>
                </c:pt>
                <c:pt idx="4153">
                  <c:v>01-09-2016</c:v>
                </c:pt>
                <c:pt idx="4154">
                  <c:v>02-09-2016</c:v>
                </c:pt>
                <c:pt idx="4155">
                  <c:v>06-09-2016</c:v>
                </c:pt>
                <c:pt idx="4156">
                  <c:v>07-09-2016</c:v>
                </c:pt>
                <c:pt idx="4157">
                  <c:v>08-09-2016</c:v>
                </c:pt>
                <c:pt idx="4158">
                  <c:v>09-09-2016</c:v>
                </c:pt>
                <c:pt idx="4159">
                  <c:v>12-09-2016</c:v>
                </c:pt>
                <c:pt idx="4160">
                  <c:v>14-09-2016</c:v>
                </c:pt>
                <c:pt idx="4161">
                  <c:v>15-09-2016</c:v>
                </c:pt>
                <c:pt idx="4162">
                  <c:v>16-09-2016</c:v>
                </c:pt>
                <c:pt idx="4163">
                  <c:v>19-09-2016</c:v>
                </c:pt>
                <c:pt idx="4164">
                  <c:v>20-09-2016</c:v>
                </c:pt>
                <c:pt idx="4165">
                  <c:v>21-09-2016</c:v>
                </c:pt>
                <c:pt idx="4166">
                  <c:v>22-09-2016</c:v>
                </c:pt>
                <c:pt idx="4167">
                  <c:v>23-09-2016</c:v>
                </c:pt>
                <c:pt idx="4168">
                  <c:v>26-09-2016</c:v>
                </c:pt>
                <c:pt idx="4169">
                  <c:v>27-09-2016</c:v>
                </c:pt>
                <c:pt idx="4170">
                  <c:v>28-09-2016</c:v>
                </c:pt>
                <c:pt idx="4171">
                  <c:v>29-09-2016</c:v>
                </c:pt>
                <c:pt idx="4172">
                  <c:v>30-09-2016</c:v>
                </c:pt>
                <c:pt idx="4173">
                  <c:v>03-10-2016</c:v>
                </c:pt>
                <c:pt idx="4174">
                  <c:v>04-10-2016</c:v>
                </c:pt>
                <c:pt idx="4175">
                  <c:v>05-10-2016</c:v>
                </c:pt>
                <c:pt idx="4176">
                  <c:v>06-10-2016</c:v>
                </c:pt>
                <c:pt idx="4177">
                  <c:v>07-10-2016</c:v>
                </c:pt>
                <c:pt idx="4178">
                  <c:v>10-10-2016</c:v>
                </c:pt>
                <c:pt idx="4179">
                  <c:v>13-10-2016</c:v>
                </c:pt>
                <c:pt idx="4180">
                  <c:v>14-10-2016</c:v>
                </c:pt>
                <c:pt idx="4181">
                  <c:v>17-10-2016</c:v>
                </c:pt>
                <c:pt idx="4182">
                  <c:v>18-10-2016</c:v>
                </c:pt>
                <c:pt idx="4183">
                  <c:v>19-10-2016</c:v>
                </c:pt>
                <c:pt idx="4184">
                  <c:v>20-10-2016</c:v>
                </c:pt>
                <c:pt idx="4185">
                  <c:v>21-10-2016</c:v>
                </c:pt>
                <c:pt idx="4186">
                  <c:v>24-10-2016</c:v>
                </c:pt>
                <c:pt idx="4187">
                  <c:v>25-10-2016</c:v>
                </c:pt>
                <c:pt idx="4188">
                  <c:v>26-10-2016</c:v>
                </c:pt>
                <c:pt idx="4189">
                  <c:v>27-10-2016</c:v>
                </c:pt>
                <c:pt idx="4190">
                  <c:v>28-10-2016</c:v>
                </c:pt>
                <c:pt idx="4191">
                  <c:v>30-10-2016</c:v>
                </c:pt>
                <c:pt idx="4192">
                  <c:v>01-11-2016</c:v>
                </c:pt>
                <c:pt idx="4193">
                  <c:v>02-11-2016</c:v>
                </c:pt>
                <c:pt idx="4194">
                  <c:v>03-11-2016</c:v>
                </c:pt>
                <c:pt idx="4195">
                  <c:v>04-11-2016</c:v>
                </c:pt>
                <c:pt idx="4196">
                  <c:v>07-11-2016</c:v>
                </c:pt>
                <c:pt idx="4197">
                  <c:v>08-11-2016</c:v>
                </c:pt>
                <c:pt idx="4198">
                  <c:v>09-11-2016</c:v>
                </c:pt>
                <c:pt idx="4199">
                  <c:v>10-11-2016</c:v>
                </c:pt>
                <c:pt idx="4200">
                  <c:v>11-11-2016</c:v>
                </c:pt>
                <c:pt idx="4201">
                  <c:v>15-11-2016</c:v>
                </c:pt>
                <c:pt idx="4202">
                  <c:v>16-11-2016</c:v>
                </c:pt>
                <c:pt idx="4203">
                  <c:v>17-11-2016</c:v>
                </c:pt>
                <c:pt idx="4204">
                  <c:v>18-11-2016</c:v>
                </c:pt>
                <c:pt idx="4205">
                  <c:v>21-11-2016</c:v>
                </c:pt>
                <c:pt idx="4206">
                  <c:v>22-11-2016</c:v>
                </c:pt>
                <c:pt idx="4207">
                  <c:v>23-11-2016</c:v>
                </c:pt>
                <c:pt idx="4208">
                  <c:v>24-11-2016</c:v>
                </c:pt>
                <c:pt idx="4209">
                  <c:v>25-11-2016</c:v>
                </c:pt>
                <c:pt idx="4210">
                  <c:v>28-11-2016</c:v>
                </c:pt>
                <c:pt idx="4211">
                  <c:v>29-11-2016</c:v>
                </c:pt>
                <c:pt idx="4212">
                  <c:v>30-11-2016</c:v>
                </c:pt>
                <c:pt idx="4213">
                  <c:v>01-12-2016</c:v>
                </c:pt>
                <c:pt idx="4214">
                  <c:v>02-12-2016</c:v>
                </c:pt>
                <c:pt idx="4215">
                  <c:v>05-12-2016</c:v>
                </c:pt>
                <c:pt idx="4216">
                  <c:v>06-12-2016</c:v>
                </c:pt>
                <c:pt idx="4217">
                  <c:v>07-12-2016</c:v>
                </c:pt>
                <c:pt idx="4218">
                  <c:v>08-12-2016</c:v>
                </c:pt>
                <c:pt idx="4219">
                  <c:v>09-12-2016</c:v>
                </c:pt>
                <c:pt idx="4220">
                  <c:v>12-12-2016</c:v>
                </c:pt>
                <c:pt idx="4221">
                  <c:v>13-12-2016</c:v>
                </c:pt>
                <c:pt idx="4222">
                  <c:v>14-12-2016</c:v>
                </c:pt>
                <c:pt idx="4223">
                  <c:v>15-12-2016</c:v>
                </c:pt>
                <c:pt idx="4224">
                  <c:v>16-12-2016</c:v>
                </c:pt>
                <c:pt idx="4225">
                  <c:v>19-12-2016</c:v>
                </c:pt>
                <c:pt idx="4226">
                  <c:v>20-12-2016</c:v>
                </c:pt>
                <c:pt idx="4227">
                  <c:v>21-12-2016</c:v>
                </c:pt>
                <c:pt idx="4228">
                  <c:v>22-12-2016</c:v>
                </c:pt>
                <c:pt idx="4229">
                  <c:v>23-12-2016</c:v>
                </c:pt>
                <c:pt idx="4230">
                  <c:v>26-12-2016</c:v>
                </c:pt>
                <c:pt idx="4231">
                  <c:v>27-12-2016</c:v>
                </c:pt>
                <c:pt idx="4232">
                  <c:v>28-12-2016</c:v>
                </c:pt>
                <c:pt idx="4233">
                  <c:v>29-12-2016</c:v>
                </c:pt>
                <c:pt idx="4234">
                  <c:v>30-12-2016</c:v>
                </c:pt>
                <c:pt idx="4235">
                  <c:v>02-01-2017</c:v>
                </c:pt>
                <c:pt idx="4236">
                  <c:v>03-01-2017</c:v>
                </c:pt>
                <c:pt idx="4237">
                  <c:v>04-01-2017</c:v>
                </c:pt>
                <c:pt idx="4238">
                  <c:v>05-01-2017</c:v>
                </c:pt>
                <c:pt idx="4239">
                  <c:v>06-01-2017</c:v>
                </c:pt>
                <c:pt idx="4240">
                  <c:v>09-01-2017</c:v>
                </c:pt>
                <c:pt idx="4241">
                  <c:v>10-01-2017</c:v>
                </c:pt>
                <c:pt idx="4242">
                  <c:v>11-01-2017</c:v>
                </c:pt>
                <c:pt idx="4243">
                  <c:v>12-01-2017</c:v>
                </c:pt>
                <c:pt idx="4244">
                  <c:v>13-01-2017</c:v>
                </c:pt>
                <c:pt idx="4245">
                  <c:v>16-01-2017</c:v>
                </c:pt>
                <c:pt idx="4246">
                  <c:v>17-01-2017</c:v>
                </c:pt>
                <c:pt idx="4247">
                  <c:v>18-01-2017</c:v>
                </c:pt>
                <c:pt idx="4248">
                  <c:v>19-01-2017</c:v>
                </c:pt>
                <c:pt idx="4249">
                  <c:v>20-01-2017</c:v>
                </c:pt>
                <c:pt idx="4250">
                  <c:v>23-01-2017</c:v>
                </c:pt>
                <c:pt idx="4251">
                  <c:v>24-01-2017</c:v>
                </c:pt>
                <c:pt idx="4252">
                  <c:v>25-01-2017</c:v>
                </c:pt>
                <c:pt idx="4253">
                  <c:v>27-01-2017</c:v>
                </c:pt>
                <c:pt idx="4254">
                  <c:v>30-01-2017</c:v>
                </c:pt>
                <c:pt idx="4255">
                  <c:v>31-01-2017</c:v>
                </c:pt>
                <c:pt idx="4256">
                  <c:v>01-02-2017</c:v>
                </c:pt>
                <c:pt idx="4257">
                  <c:v>02-02-2017</c:v>
                </c:pt>
                <c:pt idx="4258">
                  <c:v>03-02-2017</c:v>
                </c:pt>
                <c:pt idx="4259">
                  <c:v>06-02-2017</c:v>
                </c:pt>
                <c:pt idx="4260">
                  <c:v>07-02-2017</c:v>
                </c:pt>
                <c:pt idx="4261">
                  <c:v>08-02-2017</c:v>
                </c:pt>
                <c:pt idx="4262">
                  <c:v>09-02-2017</c:v>
                </c:pt>
                <c:pt idx="4263">
                  <c:v>10-02-2017</c:v>
                </c:pt>
                <c:pt idx="4264">
                  <c:v>13-02-2017</c:v>
                </c:pt>
                <c:pt idx="4265">
                  <c:v>14-02-2017</c:v>
                </c:pt>
                <c:pt idx="4266">
                  <c:v>15-02-2017</c:v>
                </c:pt>
                <c:pt idx="4267">
                  <c:v>16-02-2017</c:v>
                </c:pt>
                <c:pt idx="4268">
                  <c:v>17-02-2017</c:v>
                </c:pt>
                <c:pt idx="4269">
                  <c:v>20-02-2017</c:v>
                </c:pt>
                <c:pt idx="4270">
                  <c:v>21-02-2017</c:v>
                </c:pt>
                <c:pt idx="4271">
                  <c:v>22-02-2017</c:v>
                </c:pt>
                <c:pt idx="4272">
                  <c:v>23-02-2017</c:v>
                </c:pt>
                <c:pt idx="4273">
                  <c:v>27-02-2017</c:v>
                </c:pt>
                <c:pt idx="4274">
                  <c:v>28-02-2017</c:v>
                </c:pt>
                <c:pt idx="4275">
                  <c:v>01-03-2017</c:v>
                </c:pt>
                <c:pt idx="4276">
                  <c:v>02-03-2017</c:v>
                </c:pt>
                <c:pt idx="4277">
                  <c:v>03-03-2017</c:v>
                </c:pt>
                <c:pt idx="4278">
                  <c:v>06-03-2017</c:v>
                </c:pt>
                <c:pt idx="4279">
                  <c:v>07-03-2017</c:v>
                </c:pt>
                <c:pt idx="4280">
                  <c:v>08-03-2017</c:v>
                </c:pt>
                <c:pt idx="4281">
                  <c:v>09-03-2017</c:v>
                </c:pt>
                <c:pt idx="4282">
                  <c:v>10-03-2017</c:v>
                </c:pt>
                <c:pt idx="4283">
                  <c:v>14-03-2017</c:v>
                </c:pt>
                <c:pt idx="4284">
                  <c:v>15-03-2017</c:v>
                </c:pt>
                <c:pt idx="4285">
                  <c:v>16-03-2017</c:v>
                </c:pt>
                <c:pt idx="4286">
                  <c:v>17-03-2017</c:v>
                </c:pt>
                <c:pt idx="4287">
                  <c:v>20-03-2017</c:v>
                </c:pt>
                <c:pt idx="4288">
                  <c:v>21-03-2017</c:v>
                </c:pt>
                <c:pt idx="4289">
                  <c:v>22-03-2017</c:v>
                </c:pt>
                <c:pt idx="4290">
                  <c:v>23-03-2017</c:v>
                </c:pt>
                <c:pt idx="4291">
                  <c:v>24-03-2017</c:v>
                </c:pt>
                <c:pt idx="4292">
                  <c:v>27-03-2017</c:v>
                </c:pt>
                <c:pt idx="4293">
                  <c:v>28-03-2017</c:v>
                </c:pt>
                <c:pt idx="4294">
                  <c:v>29-03-2017</c:v>
                </c:pt>
                <c:pt idx="4295">
                  <c:v>30-03-2017</c:v>
                </c:pt>
                <c:pt idx="4296">
                  <c:v>31-03-2017</c:v>
                </c:pt>
                <c:pt idx="4297">
                  <c:v>03-04-2017</c:v>
                </c:pt>
                <c:pt idx="4298">
                  <c:v>05-04-2017</c:v>
                </c:pt>
                <c:pt idx="4299">
                  <c:v>06-04-2017</c:v>
                </c:pt>
                <c:pt idx="4300">
                  <c:v>07-04-2017</c:v>
                </c:pt>
                <c:pt idx="4301">
                  <c:v>10-04-2017</c:v>
                </c:pt>
                <c:pt idx="4302">
                  <c:v>11-04-2017</c:v>
                </c:pt>
                <c:pt idx="4303">
                  <c:v>12-04-2017</c:v>
                </c:pt>
                <c:pt idx="4304">
                  <c:v>13-04-2017</c:v>
                </c:pt>
                <c:pt idx="4305">
                  <c:v>17-04-2017</c:v>
                </c:pt>
                <c:pt idx="4306">
                  <c:v>18-04-2017</c:v>
                </c:pt>
                <c:pt idx="4307">
                  <c:v>19-04-2017</c:v>
                </c:pt>
                <c:pt idx="4308">
                  <c:v>20-04-2017</c:v>
                </c:pt>
                <c:pt idx="4309">
                  <c:v>21-04-2017</c:v>
                </c:pt>
                <c:pt idx="4310">
                  <c:v>24-04-2017</c:v>
                </c:pt>
                <c:pt idx="4311">
                  <c:v>25-04-2017</c:v>
                </c:pt>
                <c:pt idx="4312">
                  <c:v>26-04-2017</c:v>
                </c:pt>
                <c:pt idx="4313">
                  <c:v>27-04-2017</c:v>
                </c:pt>
                <c:pt idx="4314">
                  <c:v>28-04-2017</c:v>
                </c:pt>
                <c:pt idx="4315">
                  <c:v>02-05-2017</c:v>
                </c:pt>
                <c:pt idx="4316">
                  <c:v>03-05-2017</c:v>
                </c:pt>
                <c:pt idx="4317">
                  <c:v>04-05-2017</c:v>
                </c:pt>
                <c:pt idx="4318">
                  <c:v>05-05-2017</c:v>
                </c:pt>
                <c:pt idx="4319">
                  <c:v>08-05-2017</c:v>
                </c:pt>
                <c:pt idx="4320">
                  <c:v>09-05-2017</c:v>
                </c:pt>
                <c:pt idx="4321">
                  <c:v>10-05-2017</c:v>
                </c:pt>
                <c:pt idx="4322">
                  <c:v>11-05-2017</c:v>
                </c:pt>
                <c:pt idx="4323">
                  <c:v>12-05-2017</c:v>
                </c:pt>
                <c:pt idx="4324">
                  <c:v>15-05-2017</c:v>
                </c:pt>
                <c:pt idx="4325">
                  <c:v>16-05-2017</c:v>
                </c:pt>
                <c:pt idx="4326">
                  <c:v>17-05-2017</c:v>
                </c:pt>
                <c:pt idx="4327">
                  <c:v>18-05-2017</c:v>
                </c:pt>
                <c:pt idx="4328">
                  <c:v>19-05-2017</c:v>
                </c:pt>
                <c:pt idx="4329">
                  <c:v>22-05-2017</c:v>
                </c:pt>
                <c:pt idx="4330">
                  <c:v>23-05-2017</c:v>
                </c:pt>
                <c:pt idx="4331">
                  <c:v>24-05-2017</c:v>
                </c:pt>
                <c:pt idx="4332">
                  <c:v>25-05-2017</c:v>
                </c:pt>
                <c:pt idx="4333">
                  <c:v>26-05-2017</c:v>
                </c:pt>
                <c:pt idx="4334">
                  <c:v>29-05-2017</c:v>
                </c:pt>
                <c:pt idx="4335">
                  <c:v>30-05-2017</c:v>
                </c:pt>
                <c:pt idx="4336">
                  <c:v>31-05-2017</c:v>
                </c:pt>
                <c:pt idx="4337">
                  <c:v>01-06-2017</c:v>
                </c:pt>
                <c:pt idx="4338">
                  <c:v>02-06-2017</c:v>
                </c:pt>
                <c:pt idx="4339">
                  <c:v>05-06-2017</c:v>
                </c:pt>
                <c:pt idx="4340">
                  <c:v>06-06-2017</c:v>
                </c:pt>
                <c:pt idx="4341">
                  <c:v>07-06-2017</c:v>
                </c:pt>
                <c:pt idx="4342">
                  <c:v>08-06-2017</c:v>
                </c:pt>
                <c:pt idx="4343">
                  <c:v>09-06-2017</c:v>
                </c:pt>
                <c:pt idx="4344">
                  <c:v>12-06-2017</c:v>
                </c:pt>
                <c:pt idx="4345">
                  <c:v>13-06-2017</c:v>
                </c:pt>
                <c:pt idx="4346">
                  <c:v>14-06-2017</c:v>
                </c:pt>
                <c:pt idx="4347">
                  <c:v>15-06-2017</c:v>
                </c:pt>
                <c:pt idx="4348">
                  <c:v>16-06-2017</c:v>
                </c:pt>
                <c:pt idx="4349">
                  <c:v>19-06-2017</c:v>
                </c:pt>
                <c:pt idx="4350">
                  <c:v>20-06-2017</c:v>
                </c:pt>
                <c:pt idx="4351">
                  <c:v>21-06-2017</c:v>
                </c:pt>
                <c:pt idx="4352">
                  <c:v>22-06-2017</c:v>
                </c:pt>
                <c:pt idx="4353">
                  <c:v>23-06-2017</c:v>
                </c:pt>
                <c:pt idx="4354">
                  <c:v>27-06-2017</c:v>
                </c:pt>
                <c:pt idx="4355">
                  <c:v>28-06-2017</c:v>
                </c:pt>
                <c:pt idx="4356">
                  <c:v>29-06-2017</c:v>
                </c:pt>
                <c:pt idx="4357">
                  <c:v>30-06-2017</c:v>
                </c:pt>
                <c:pt idx="4358">
                  <c:v>03-07-2017</c:v>
                </c:pt>
                <c:pt idx="4359">
                  <c:v>04-07-2017</c:v>
                </c:pt>
                <c:pt idx="4360">
                  <c:v>05-07-2017</c:v>
                </c:pt>
                <c:pt idx="4361">
                  <c:v>06-07-2017</c:v>
                </c:pt>
                <c:pt idx="4362">
                  <c:v>07-07-2017</c:v>
                </c:pt>
                <c:pt idx="4363">
                  <c:v>10-07-2017</c:v>
                </c:pt>
                <c:pt idx="4364">
                  <c:v>11-07-2017</c:v>
                </c:pt>
                <c:pt idx="4365">
                  <c:v>12-07-2017</c:v>
                </c:pt>
                <c:pt idx="4366">
                  <c:v>13-07-2017</c:v>
                </c:pt>
                <c:pt idx="4367">
                  <c:v>14-07-2017</c:v>
                </c:pt>
                <c:pt idx="4368">
                  <c:v>17-07-2017</c:v>
                </c:pt>
                <c:pt idx="4369">
                  <c:v>18-07-2017</c:v>
                </c:pt>
                <c:pt idx="4370">
                  <c:v>19-07-2017</c:v>
                </c:pt>
                <c:pt idx="4371">
                  <c:v>20-07-2017</c:v>
                </c:pt>
                <c:pt idx="4372">
                  <c:v>21-07-2017</c:v>
                </c:pt>
                <c:pt idx="4373">
                  <c:v>24-07-2017</c:v>
                </c:pt>
                <c:pt idx="4374">
                  <c:v>25-07-2017</c:v>
                </c:pt>
                <c:pt idx="4375">
                  <c:v>26-07-2017</c:v>
                </c:pt>
                <c:pt idx="4376">
                  <c:v>27-07-2017</c:v>
                </c:pt>
                <c:pt idx="4377">
                  <c:v>28-07-2017</c:v>
                </c:pt>
                <c:pt idx="4378">
                  <c:v>31-07-2017</c:v>
                </c:pt>
                <c:pt idx="4379">
                  <c:v>01-08-2017</c:v>
                </c:pt>
                <c:pt idx="4380">
                  <c:v>02-08-2017</c:v>
                </c:pt>
                <c:pt idx="4381">
                  <c:v>03-08-2017</c:v>
                </c:pt>
                <c:pt idx="4382">
                  <c:v>04-08-2017</c:v>
                </c:pt>
                <c:pt idx="4383">
                  <c:v>07-08-2017</c:v>
                </c:pt>
                <c:pt idx="4384">
                  <c:v>08-08-2017</c:v>
                </c:pt>
                <c:pt idx="4385">
                  <c:v>09-08-2017</c:v>
                </c:pt>
                <c:pt idx="4386">
                  <c:v>10-08-2017</c:v>
                </c:pt>
                <c:pt idx="4387">
                  <c:v>11-08-2017</c:v>
                </c:pt>
                <c:pt idx="4388">
                  <c:v>14-08-2017</c:v>
                </c:pt>
                <c:pt idx="4389">
                  <c:v>16-08-2017</c:v>
                </c:pt>
                <c:pt idx="4390">
                  <c:v>17-08-2017</c:v>
                </c:pt>
                <c:pt idx="4391">
                  <c:v>18-08-2017</c:v>
                </c:pt>
                <c:pt idx="4392">
                  <c:v>21-08-2017</c:v>
                </c:pt>
                <c:pt idx="4393">
                  <c:v>22-08-2017</c:v>
                </c:pt>
                <c:pt idx="4394">
                  <c:v>23-08-2017</c:v>
                </c:pt>
                <c:pt idx="4395">
                  <c:v>24-08-2017</c:v>
                </c:pt>
                <c:pt idx="4396">
                  <c:v>28-08-2017</c:v>
                </c:pt>
                <c:pt idx="4397">
                  <c:v>29-08-2017</c:v>
                </c:pt>
                <c:pt idx="4398">
                  <c:v>30-08-2017</c:v>
                </c:pt>
                <c:pt idx="4399">
                  <c:v>31-08-2017</c:v>
                </c:pt>
                <c:pt idx="4400">
                  <c:v>01-09-2017</c:v>
                </c:pt>
                <c:pt idx="4401">
                  <c:v>04-09-2017</c:v>
                </c:pt>
                <c:pt idx="4402">
                  <c:v>05-09-2017</c:v>
                </c:pt>
                <c:pt idx="4403">
                  <c:v>06-09-2017</c:v>
                </c:pt>
                <c:pt idx="4404">
                  <c:v>07-09-2017</c:v>
                </c:pt>
                <c:pt idx="4405">
                  <c:v>08-09-2017</c:v>
                </c:pt>
                <c:pt idx="4406">
                  <c:v>11-09-2017</c:v>
                </c:pt>
                <c:pt idx="4407">
                  <c:v>12-09-2017</c:v>
                </c:pt>
                <c:pt idx="4408">
                  <c:v>13-09-2017</c:v>
                </c:pt>
                <c:pt idx="4409">
                  <c:v>14-09-2017</c:v>
                </c:pt>
                <c:pt idx="4410">
                  <c:v>15-09-2017</c:v>
                </c:pt>
                <c:pt idx="4411">
                  <c:v>18-09-2017</c:v>
                </c:pt>
                <c:pt idx="4412">
                  <c:v>19-09-2017</c:v>
                </c:pt>
                <c:pt idx="4413">
                  <c:v>20-09-2017</c:v>
                </c:pt>
                <c:pt idx="4414">
                  <c:v>21-09-2017</c:v>
                </c:pt>
                <c:pt idx="4415">
                  <c:v>22-09-2017</c:v>
                </c:pt>
                <c:pt idx="4416">
                  <c:v>25-09-2017</c:v>
                </c:pt>
                <c:pt idx="4417">
                  <c:v>26-09-2017</c:v>
                </c:pt>
                <c:pt idx="4418">
                  <c:v>27-09-2017</c:v>
                </c:pt>
                <c:pt idx="4419">
                  <c:v>28-09-2017</c:v>
                </c:pt>
                <c:pt idx="4420">
                  <c:v>29-09-2017</c:v>
                </c:pt>
                <c:pt idx="4421">
                  <c:v>03-10-2017</c:v>
                </c:pt>
                <c:pt idx="4422">
                  <c:v>04-10-2017</c:v>
                </c:pt>
                <c:pt idx="4423">
                  <c:v>05-10-2017</c:v>
                </c:pt>
                <c:pt idx="4424">
                  <c:v>06-10-2017</c:v>
                </c:pt>
                <c:pt idx="4425">
                  <c:v>09-10-2017</c:v>
                </c:pt>
                <c:pt idx="4426">
                  <c:v>10-10-2017</c:v>
                </c:pt>
                <c:pt idx="4427">
                  <c:v>11-10-2017</c:v>
                </c:pt>
                <c:pt idx="4428">
                  <c:v>12-10-2017</c:v>
                </c:pt>
                <c:pt idx="4429">
                  <c:v>13-10-2017</c:v>
                </c:pt>
                <c:pt idx="4430">
                  <c:v>16-10-2017</c:v>
                </c:pt>
                <c:pt idx="4431">
                  <c:v>17-10-2017</c:v>
                </c:pt>
                <c:pt idx="4432">
                  <c:v>18-10-2017</c:v>
                </c:pt>
                <c:pt idx="4433">
                  <c:v>19-10-2017</c:v>
                </c:pt>
                <c:pt idx="4434">
                  <c:v>23-10-2017</c:v>
                </c:pt>
                <c:pt idx="4435">
                  <c:v>24-10-2017</c:v>
                </c:pt>
                <c:pt idx="4436">
                  <c:v>25-10-2017</c:v>
                </c:pt>
                <c:pt idx="4437">
                  <c:v>26-10-2017</c:v>
                </c:pt>
                <c:pt idx="4438">
                  <c:v>27-10-2017</c:v>
                </c:pt>
                <c:pt idx="4439">
                  <c:v>30-10-2017</c:v>
                </c:pt>
                <c:pt idx="4440">
                  <c:v>31-10-2017</c:v>
                </c:pt>
                <c:pt idx="4441">
                  <c:v>01-11-2017</c:v>
                </c:pt>
                <c:pt idx="4442">
                  <c:v>02-11-2017</c:v>
                </c:pt>
                <c:pt idx="4443">
                  <c:v>03-11-2017</c:v>
                </c:pt>
                <c:pt idx="4444">
                  <c:v>06-11-2017</c:v>
                </c:pt>
                <c:pt idx="4445">
                  <c:v>07-11-2017</c:v>
                </c:pt>
                <c:pt idx="4446">
                  <c:v>08-11-2017</c:v>
                </c:pt>
                <c:pt idx="4447">
                  <c:v>09-11-2017</c:v>
                </c:pt>
                <c:pt idx="4448">
                  <c:v>10-11-2017</c:v>
                </c:pt>
                <c:pt idx="4449">
                  <c:v>13-11-2017</c:v>
                </c:pt>
                <c:pt idx="4450">
                  <c:v>14-11-2017</c:v>
                </c:pt>
                <c:pt idx="4451">
                  <c:v>15-11-2017</c:v>
                </c:pt>
                <c:pt idx="4452">
                  <c:v>16-11-2017</c:v>
                </c:pt>
                <c:pt idx="4453">
                  <c:v>17-11-2017</c:v>
                </c:pt>
                <c:pt idx="4454">
                  <c:v>20-11-2017</c:v>
                </c:pt>
                <c:pt idx="4455">
                  <c:v>21-11-2017</c:v>
                </c:pt>
                <c:pt idx="4456">
                  <c:v>22-11-2017</c:v>
                </c:pt>
                <c:pt idx="4457">
                  <c:v>23-11-2017</c:v>
                </c:pt>
                <c:pt idx="4458">
                  <c:v>24-11-2017</c:v>
                </c:pt>
                <c:pt idx="4459">
                  <c:v>27-11-2017</c:v>
                </c:pt>
                <c:pt idx="4460">
                  <c:v>28-11-2017</c:v>
                </c:pt>
                <c:pt idx="4461">
                  <c:v>29-11-2017</c:v>
                </c:pt>
                <c:pt idx="4462">
                  <c:v>30-11-2017</c:v>
                </c:pt>
                <c:pt idx="4463">
                  <c:v>01-12-2017</c:v>
                </c:pt>
                <c:pt idx="4464">
                  <c:v>04-12-2017</c:v>
                </c:pt>
                <c:pt idx="4465">
                  <c:v>05-12-2017</c:v>
                </c:pt>
                <c:pt idx="4466">
                  <c:v>06-12-2017</c:v>
                </c:pt>
                <c:pt idx="4467">
                  <c:v>07-12-2017</c:v>
                </c:pt>
                <c:pt idx="4468">
                  <c:v>08-12-2017</c:v>
                </c:pt>
                <c:pt idx="4469">
                  <c:v>11-12-2017</c:v>
                </c:pt>
                <c:pt idx="4470">
                  <c:v>12-12-2017</c:v>
                </c:pt>
                <c:pt idx="4471">
                  <c:v>13-12-2017</c:v>
                </c:pt>
                <c:pt idx="4472">
                  <c:v>14-12-2017</c:v>
                </c:pt>
                <c:pt idx="4473">
                  <c:v>15-12-2017</c:v>
                </c:pt>
                <c:pt idx="4474">
                  <c:v>18-12-2017</c:v>
                </c:pt>
                <c:pt idx="4475">
                  <c:v>19-12-2017</c:v>
                </c:pt>
                <c:pt idx="4476">
                  <c:v>20-12-2017</c:v>
                </c:pt>
                <c:pt idx="4477">
                  <c:v>21-12-2017</c:v>
                </c:pt>
                <c:pt idx="4478">
                  <c:v>22-12-2017</c:v>
                </c:pt>
                <c:pt idx="4479">
                  <c:v>26-12-2017</c:v>
                </c:pt>
                <c:pt idx="4480">
                  <c:v>27-12-2017</c:v>
                </c:pt>
                <c:pt idx="4481">
                  <c:v>28-12-2017</c:v>
                </c:pt>
                <c:pt idx="4482">
                  <c:v>29-12-2017</c:v>
                </c:pt>
                <c:pt idx="4483">
                  <c:v>01-01-2018</c:v>
                </c:pt>
                <c:pt idx="4484">
                  <c:v>02-01-2018</c:v>
                </c:pt>
                <c:pt idx="4485">
                  <c:v>03-01-2018</c:v>
                </c:pt>
                <c:pt idx="4486">
                  <c:v>04-01-2018</c:v>
                </c:pt>
                <c:pt idx="4487">
                  <c:v>05-01-2018</c:v>
                </c:pt>
                <c:pt idx="4488">
                  <c:v>08-01-2018</c:v>
                </c:pt>
                <c:pt idx="4489">
                  <c:v>09-01-2018</c:v>
                </c:pt>
                <c:pt idx="4490">
                  <c:v>10-01-2018</c:v>
                </c:pt>
                <c:pt idx="4491">
                  <c:v>11-01-2018</c:v>
                </c:pt>
                <c:pt idx="4492">
                  <c:v>12-01-2018</c:v>
                </c:pt>
                <c:pt idx="4493">
                  <c:v>15-01-2018</c:v>
                </c:pt>
                <c:pt idx="4494">
                  <c:v>16-01-2018</c:v>
                </c:pt>
                <c:pt idx="4495">
                  <c:v>17-01-2018</c:v>
                </c:pt>
                <c:pt idx="4496">
                  <c:v>18-01-2018</c:v>
                </c:pt>
                <c:pt idx="4497">
                  <c:v>19-01-2018</c:v>
                </c:pt>
                <c:pt idx="4498">
                  <c:v>22-01-2018</c:v>
                </c:pt>
                <c:pt idx="4499">
                  <c:v>23-01-2018</c:v>
                </c:pt>
                <c:pt idx="4500">
                  <c:v>24-01-2018</c:v>
                </c:pt>
                <c:pt idx="4501">
                  <c:v>25-01-2018</c:v>
                </c:pt>
                <c:pt idx="4502">
                  <c:v>29-01-2018</c:v>
                </c:pt>
                <c:pt idx="4503">
                  <c:v>30-01-2018</c:v>
                </c:pt>
                <c:pt idx="4504">
                  <c:v>31-01-2018</c:v>
                </c:pt>
                <c:pt idx="4505">
                  <c:v>01-02-2018</c:v>
                </c:pt>
                <c:pt idx="4506">
                  <c:v>02-02-2018</c:v>
                </c:pt>
                <c:pt idx="4507">
                  <c:v>05-02-2018</c:v>
                </c:pt>
                <c:pt idx="4508">
                  <c:v>06-02-2018</c:v>
                </c:pt>
                <c:pt idx="4509">
                  <c:v>07-02-2018</c:v>
                </c:pt>
                <c:pt idx="4510">
                  <c:v>08-02-2018</c:v>
                </c:pt>
                <c:pt idx="4511">
                  <c:v>09-02-2018</c:v>
                </c:pt>
                <c:pt idx="4512">
                  <c:v>12-02-2018</c:v>
                </c:pt>
                <c:pt idx="4513">
                  <c:v>14-02-2018</c:v>
                </c:pt>
                <c:pt idx="4514">
                  <c:v>15-02-2018</c:v>
                </c:pt>
                <c:pt idx="4515">
                  <c:v>16-02-2018</c:v>
                </c:pt>
                <c:pt idx="4516">
                  <c:v>19-02-2018</c:v>
                </c:pt>
                <c:pt idx="4517">
                  <c:v>20-02-2018</c:v>
                </c:pt>
                <c:pt idx="4518">
                  <c:v>21-02-2018</c:v>
                </c:pt>
                <c:pt idx="4519">
                  <c:v>22-02-2018</c:v>
                </c:pt>
                <c:pt idx="4520">
                  <c:v>23-02-2018</c:v>
                </c:pt>
                <c:pt idx="4521">
                  <c:v>26-02-2018</c:v>
                </c:pt>
                <c:pt idx="4522">
                  <c:v>27-02-2018</c:v>
                </c:pt>
                <c:pt idx="4523">
                  <c:v>28-02-2018</c:v>
                </c:pt>
                <c:pt idx="4524">
                  <c:v>01-03-2018</c:v>
                </c:pt>
                <c:pt idx="4525">
                  <c:v>05-03-2018</c:v>
                </c:pt>
                <c:pt idx="4526">
                  <c:v>06-03-2018</c:v>
                </c:pt>
                <c:pt idx="4527">
                  <c:v>07-03-2018</c:v>
                </c:pt>
                <c:pt idx="4528">
                  <c:v>08-03-2018</c:v>
                </c:pt>
                <c:pt idx="4529">
                  <c:v>09-03-2018</c:v>
                </c:pt>
                <c:pt idx="4530">
                  <c:v>12-03-2018</c:v>
                </c:pt>
                <c:pt idx="4531">
                  <c:v>13-03-2018</c:v>
                </c:pt>
                <c:pt idx="4532">
                  <c:v>14-03-2018</c:v>
                </c:pt>
                <c:pt idx="4533">
                  <c:v>15-03-2018</c:v>
                </c:pt>
                <c:pt idx="4534">
                  <c:v>16-03-2018</c:v>
                </c:pt>
                <c:pt idx="4535">
                  <c:v>19-03-2018</c:v>
                </c:pt>
                <c:pt idx="4536">
                  <c:v>20-03-2018</c:v>
                </c:pt>
                <c:pt idx="4537">
                  <c:v>21-03-2018</c:v>
                </c:pt>
                <c:pt idx="4538">
                  <c:v>22-03-2018</c:v>
                </c:pt>
                <c:pt idx="4539">
                  <c:v>23-03-2018</c:v>
                </c:pt>
                <c:pt idx="4540">
                  <c:v>26-03-2018</c:v>
                </c:pt>
                <c:pt idx="4541">
                  <c:v>27-03-2018</c:v>
                </c:pt>
                <c:pt idx="4542">
                  <c:v>28-03-2018</c:v>
                </c:pt>
                <c:pt idx="4543">
                  <c:v>02-04-2018</c:v>
                </c:pt>
                <c:pt idx="4544">
                  <c:v>03-04-2018</c:v>
                </c:pt>
                <c:pt idx="4545">
                  <c:v>04-04-2018</c:v>
                </c:pt>
                <c:pt idx="4546">
                  <c:v>05-04-2018</c:v>
                </c:pt>
                <c:pt idx="4547">
                  <c:v>06-04-2018</c:v>
                </c:pt>
                <c:pt idx="4548">
                  <c:v>09-04-2018</c:v>
                </c:pt>
                <c:pt idx="4549">
                  <c:v>10-04-2018</c:v>
                </c:pt>
                <c:pt idx="4550">
                  <c:v>11-04-2018</c:v>
                </c:pt>
                <c:pt idx="4551">
                  <c:v>12-04-2018</c:v>
                </c:pt>
                <c:pt idx="4552">
                  <c:v>13-04-2018</c:v>
                </c:pt>
                <c:pt idx="4553">
                  <c:v>16-04-2018</c:v>
                </c:pt>
                <c:pt idx="4554">
                  <c:v>17-04-2018</c:v>
                </c:pt>
                <c:pt idx="4555">
                  <c:v>18-04-2018</c:v>
                </c:pt>
                <c:pt idx="4556">
                  <c:v>19-04-2018</c:v>
                </c:pt>
                <c:pt idx="4557">
                  <c:v>20-04-2018</c:v>
                </c:pt>
                <c:pt idx="4558">
                  <c:v>23-04-2018</c:v>
                </c:pt>
                <c:pt idx="4559">
                  <c:v>24-04-2018</c:v>
                </c:pt>
                <c:pt idx="4560">
                  <c:v>25-04-2018</c:v>
                </c:pt>
                <c:pt idx="4561">
                  <c:v>26-04-2018</c:v>
                </c:pt>
                <c:pt idx="4562">
                  <c:v>27-04-2018</c:v>
                </c:pt>
                <c:pt idx="4563">
                  <c:v>30-04-2018</c:v>
                </c:pt>
                <c:pt idx="4564">
                  <c:v>02-05-2018</c:v>
                </c:pt>
                <c:pt idx="4565">
                  <c:v>03-05-2018</c:v>
                </c:pt>
                <c:pt idx="4566">
                  <c:v>04-05-2018</c:v>
                </c:pt>
                <c:pt idx="4567">
                  <c:v>07-05-2018</c:v>
                </c:pt>
                <c:pt idx="4568">
                  <c:v>08-05-2018</c:v>
                </c:pt>
                <c:pt idx="4569">
                  <c:v>09-05-2018</c:v>
                </c:pt>
                <c:pt idx="4570">
                  <c:v>10-05-2018</c:v>
                </c:pt>
                <c:pt idx="4571">
                  <c:v>11-05-2018</c:v>
                </c:pt>
                <c:pt idx="4572">
                  <c:v>14-05-2018</c:v>
                </c:pt>
                <c:pt idx="4573">
                  <c:v>15-05-2018</c:v>
                </c:pt>
                <c:pt idx="4574">
                  <c:v>16-05-2018</c:v>
                </c:pt>
                <c:pt idx="4575">
                  <c:v>17-05-2018</c:v>
                </c:pt>
                <c:pt idx="4576">
                  <c:v>18-05-2018</c:v>
                </c:pt>
                <c:pt idx="4577">
                  <c:v>21-05-2018</c:v>
                </c:pt>
                <c:pt idx="4578">
                  <c:v>22-05-2018</c:v>
                </c:pt>
                <c:pt idx="4579">
                  <c:v>23-05-2018</c:v>
                </c:pt>
                <c:pt idx="4580">
                  <c:v>24-05-2018</c:v>
                </c:pt>
                <c:pt idx="4581">
                  <c:v>25-05-2018</c:v>
                </c:pt>
                <c:pt idx="4582">
                  <c:v>28-05-2018</c:v>
                </c:pt>
                <c:pt idx="4583">
                  <c:v>29-05-2018</c:v>
                </c:pt>
                <c:pt idx="4584">
                  <c:v>30-05-2018</c:v>
                </c:pt>
                <c:pt idx="4585">
                  <c:v>31-05-2018</c:v>
                </c:pt>
                <c:pt idx="4586">
                  <c:v>01-06-2018</c:v>
                </c:pt>
                <c:pt idx="4587">
                  <c:v>04-06-2018</c:v>
                </c:pt>
                <c:pt idx="4588">
                  <c:v>05-06-2018</c:v>
                </c:pt>
                <c:pt idx="4589">
                  <c:v>06-06-2018</c:v>
                </c:pt>
                <c:pt idx="4590">
                  <c:v>07-06-2018</c:v>
                </c:pt>
                <c:pt idx="4591">
                  <c:v>08-06-2018</c:v>
                </c:pt>
                <c:pt idx="4592">
                  <c:v>11-06-2018</c:v>
                </c:pt>
                <c:pt idx="4593">
                  <c:v>12-06-2018</c:v>
                </c:pt>
                <c:pt idx="4594">
                  <c:v>13-06-2018</c:v>
                </c:pt>
                <c:pt idx="4595">
                  <c:v>14-06-2018</c:v>
                </c:pt>
                <c:pt idx="4596">
                  <c:v>15-06-2018</c:v>
                </c:pt>
                <c:pt idx="4597">
                  <c:v>18-06-2018</c:v>
                </c:pt>
                <c:pt idx="4598">
                  <c:v>19-06-2018</c:v>
                </c:pt>
                <c:pt idx="4599">
                  <c:v>20-06-2018</c:v>
                </c:pt>
                <c:pt idx="4600">
                  <c:v>21-06-2018</c:v>
                </c:pt>
                <c:pt idx="4601">
                  <c:v>22-06-2018</c:v>
                </c:pt>
                <c:pt idx="4602">
                  <c:v>25-06-2018</c:v>
                </c:pt>
                <c:pt idx="4603">
                  <c:v>26-06-2018</c:v>
                </c:pt>
                <c:pt idx="4604">
                  <c:v>27-06-2018</c:v>
                </c:pt>
                <c:pt idx="4605">
                  <c:v>28-06-2018</c:v>
                </c:pt>
                <c:pt idx="4606">
                  <c:v>29-06-2018</c:v>
                </c:pt>
                <c:pt idx="4607">
                  <c:v>02-07-2018</c:v>
                </c:pt>
                <c:pt idx="4608">
                  <c:v>03-07-2018</c:v>
                </c:pt>
                <c:pt idx="4609">
                  <c:v>04-07-2018</c:v>
                </c:pt>
                <c:pt idx="4610">
                  <c:v>05-07-2018</c:v>
                </c:pt>
                <c:pt idx="4611">
                  <c:v>06-07-2018</c:v>
                </c:pt>
                <c:pt idx="4612">
                  <c:v>09-07-2018</c:v>
                </c:pt>
                <c:pt idx="4613">
                  <c:v>10-07-2018</c:v>
                </c:pt>
                <c:pt idx="4614">
                  <c:v>11-07-2018</c:v>
                </c:pt>
                <c:pt idx="4615">
                  <c:v>12-07-2018</c:v>
                </c:pt>
                <c:pt idx="4616">
                  <c:v>13-07-2018</c:v>
                </c:pt>
                <c:pt idx="4617">
                  <c:v>16-07-2018</c:v>
                </c:pt>
                <c:pt idx="4618">
                  <c:v>17-07-2018</c:v>
                </c:pt>
                <c:pt idx="4619">
                  <c:v>18-07-2018</c:v>
                </c:pt>
                <c:pt idx="4620">
                  <c:v>19-07-2018</c:v>
                </c:pt>
                <c:pt idx="4621">
                  <c:v>20-07-2018</c:v>
                </c:pt>
                <c:pt idx="4622">
                  <c:v>23-07-2018</c:v>
                </c:pt>
                <c:pt idx="4623">
                  <c:v>24-07-2018</c:v>
                </c:pt>
                <c:pt idx="4624">
                  <c:v>25-07-2018</c:v>
                </c:pt>
                <c:pt idx="4625">
                  <c:v>26-07-2018</c:v>
                </c:pt>
                <c:pt idx="4626">
                  <c:v>27-07-2018</c:v>
                </c:pt>
                <c:pt idx="4627">
                  <c:v>30-07-2018</c:v>
                </c:pt>
                <c:pt idx="4628">
                  <c:v>31-07-2018</c:v>
                </c:pt>
                <c:pt idx="4629">
                  <c:v>01-08-2018</c:v>
                </c:pt>
                <c:pt idx="4630">
                  <c:v>02-08-2018</c:v>
                </c:pt>
                <c:pt idx="4631">
                  <c:v>03-08-2018</c:v>
                </c:pt>
                <c:pt idx="4632">
                  <c:v>06-08-2018</c:v>
                </c:pt>
                <c:pt idx="4633">
                  <c:v>07-08-2018</c:v>
                </c:pt>
                <c:pt idx="4634">
                  <c:v>08-08-2018</c:v>
                </c:pt>
                <c:pt idx="4635">
                  <c:v>09-08-2018</c:v>
                </c:pt>
                <c:pt idx="4636">
                  <c:v>10-08-2018</c:v>
                </c:pt>
                <c:pt idx="4637">
                  <c:v>13-08-2018</c:v>
                </c:pt>
                <c:pt idx="4638">
                  <c:v>14-08-2018</c:v>
                </c:pt>
                <c:pt idx="4639">
                  <c:v>16-08-2018</c:v>
                </c:pt>
                <c:pt idx="4640">
                  <c:v>17-08-2018</c:v>
                </c:pt>
                <c:pt idx="4641">
                  <c:v>20-08-2018</c:v>
                </c:pt>
                <c:pt idx="4642">
                  <c:v>21-08-2018</c:v>
                </c:pt>
                <c:pt idx="4643">
                  <c:v>23-08-2018</c:v>
                </c:pt>
                <c:pt idx="4644">
                  <c:v>24-08-2018</c:v>
                </c:pt>
                <c:pt idx="4645">
                  <c:v>27-08-2018</c:v>
                </c:pt>
                <c:pt idx="4646">
                  <c:v>28-08-2018</c:v>
                </c:pt>
                <c:pt idx="4647">
                  <c:v>29-08-2018</c:v>
                </c:pt>
                <c:pt idx="4648">
                  <c:v>30-08-2018</c:v>
                </c:pt>
                <c:pt idx="4649">
                  <c:v>31-08-2018</c:v>
                </c:pt>
                <c:pt idx="4650">
                  <c:v>03-09-2018</c:v>
                </c:pt>
                <c:pt idx="4651">
                  <c:v>04-09-2018</c:v>
                </c:pt>
                <c:pt idx="4652">
                  <c:v>05-09-2018</c:v>
                </c:pt>
                <c:pt idx="4653">
                  <c:v>06-09-2018</c:v>
                </c:pt>
                <c:pt idx="4654">
                  <c:v>07-09-2018</c:v>
                </c:pt>
                <c:pt idx="4655">
                  <c:v>10-09-2018</c:v>
                </c:pt>
                <c:pt idx="4656">
                  <c:v>11-09-2018</c:v>
                </c:pt>
                <c:pt idx="4657">
                  <c:v>12-09-2018</c:v>
                </c:pt>
                <c:pt idx="4658">
                  <c:v>14-09-2018</c:v>
                </c:pt>
                <c:pt idx="4659">
                  <c:v>17-09-2018</c:v>
                </c:pt>
                <c:pt idx="4660">
                  <c:v>18-09-2018</c:v>
                </c:pt>
                <c:pt idx="4661">
                  <c:v>19-09-2018</c:v>
                </c:pt>
                <c:pt idx="4662">
                  <c:v>21-09-2018</c:v>
                </c:pt>
                <c:pt idx="4663">
                  <c:v>24-09-2018</c:v>
                </c:pt>
                <c:pt idx="4664">
                  <c:v>25-09-2018</c:v>
                </c:pt>
                <c:pt idx="4665">
                  <c:v>26-09-2018</c:v>
                </c:pt>
                <c:pt idx="4666">
                  <c:v>27-09-2018</c:v>
                </c:pt>
                <c:pt idx="4667">
                  <c:v>28-09-2018</c:v>
                </c:pt>
                <c:pt idx="4668">
                  <c:v>01-10-2018</c:v>
                </c:pt>
                <c:pt idx="4669">
                  <c:v>03-10-2018</c:v>
                </c:pt>
                <c:pt idx="4670">
                  <c:v>04-10-2018</c:v>
                </c:pt>
                <c:pt idx="4671">
                  <c:v>05-10-2018</c:v>
                </c:pt>
                <c:pt idx="4672">
                  <c:v>08-10-2018</c:v>
                </c:pt>
                <c:pt idx="4673">
                  <c:v>09-10-2018</c:v>
                </c:pt>
                <c:pt idx="4674">
                  <c:v>10-10-2018</c:v>
                </c:pt>
                <c:pt idx="4675">
                  <c:v>11-10-2018</c:v>
                </c:pt>
                <c:pt idx="4676">
                  <c:v>12-10-2018</c:v>
                </c:pt>
                <c:pt idx="4677">
                  <c:v>15-10-2018</c:v>
                </c:pt>
                <c:pt idx="4678">
                  <c:v>16-10-2018</c:v>
                </c:pt>
                <c:pt idx="4679">
                  <c:v>17-10-2018</c:v>
                </c:pt>
                <c:pt idx="4680">
                  <c:v>19-10-2018</c:v>
                </c:pt>
                <c:pt idx="4681">
                  <c:v>22-10-2018</c:v>
                </c:pt>
                <c:pt idx="4682">
                  <c:v>23-10-2018</c:v>
                </c:pt>
                <c:pt idx="4683">
                  <c:v>24-10-2018</c:v>
                </c:pt>
                <c:pt idx="4684">
                  <c:v>25-10-2018</c:v>
                </c:pt>
                <c:pt idx="4685">
                  <c:v>26-10-2018</c:v>
                </c:pt>
                <c:pt idx="4686">
                  <c:v>29-10-2018</c:v>
                </c:pt>
                <c:pt idx="4687">
                  <c:v>30-10-2018</c:v>
                </c:pt>
                <c:pt idx="4688">
                  <c:v>31-10-2018</c:v>
                </c:pt>
                <c:pt idx="4689">
                  <c:v>01-11-2018</c:v>
                </c:pt>
                <c:pt idx="4690">
                  <c:v>02-11-2018</c:v>
                </c:pt>
                <c:pt idx="4691">
                  <c:v>05-11-2018</c:v>
                </c:pt>
                <c:pt idx="4692">
                  <c:v>06-11-2018</c:v>
                </c:pt>
                <c:pt idx="4693">
                  <c:v>07-11-2018</c:v>
                </c:pt>
                <c:pt idx="4694">
                  <c:v>09-11-2018</c:v>
                </c:pt>
                <c:pt idx="4695">
                  <c:v>12-11-2018</c:v>
                </c:pt>
                <c:pt idx="4696">
                  <c:v>13-11-2018</c:v>
                </c:pt>
                <c:pt idx="4697">
                  <c:v>14-11-2018</c:v>
                </c:pt>
                <c:pt idx="4698">
                  <c:v>15-11-2018</c:v>
                </c:pt>
                <c:pt idx="4699">
                  <c:v>16-11-2018</c:v>
                </c:pt>
                <c:pt idx="4700">
                  <c:v>19-11-2018</c:v>
                </c:pt>
                <c:pt idx="4701">
                  <c:v>20-11-2018</c:v>
                </c:pt>
                <c:pt idx="4702">
                  <c:v>21-11-2018</c:v>
                </c:pt>
                <c:pt idx="4703">
                  <c:v>22-11-2018</c:v>
                </c:pt>
                <c:pt idx="4704">
                  <c:v>26-11-2018</c:v>
                </c:pt>
                <c:pt idx="4705">
                  <c:v>27-11-2018</c:v>
                </c:pt>
                <c:pt idx="4706">
                  <c:v>28-11-2018</c:v>
                </c:pt>
                <c:pt idx="4707">
                  <c:v>29-11-2018</c:v>
                </c:pt>
                <c:pt idx="4708">
                  <c:v>30-11-2018</c:v>
                </c:pt>
                <c:pt idx="4709">
                  <c:v>03-12-2018</c:v>
                </c:pt>
                <c:pt idx="4710">
                  <c:v>04-12-2018</c:v>
                </c:pt>
                <c:pt idx="4711">
                  <c:v>05-12-2018</c:v>
                </c:pt>
                <c:pt idx="4712">
                  <c:v>06-12-2018</c:v>
                </c:pt>
                <c:pt idx="4713">
                  <c:v>07-12-2018</c:v>
                </c:pt>
                <c:pt idx="4714">
                  <c:v>10-12-2018</c:v>
                </c:pt>
                <c:pt idx="4715">
                  <c:v>11-12-2018</c:v>
                </c:pt>
                <c:pt idx="4716">
                  <c:v>12-12-2018</c:v>
                </c:pt>
                <c:pt idx="4717">
                  <c:v>13-12-2018</c:v>
                </c:pt>
                <c:pt idx="4718">
                  <c:v>14-12-2018</c:v>
                </c:pt>
                <c:pt idx="4719">
                  <c:v>17-12-2018</c:v>
                </c:pt>
                <c:pt idx="4720">
                  <c:v>18-12-2018</c:v>
                </c:pt>
                <c:pt idx="4721">
                  <c:v>19-12-2018</c:v>
                </c:pt>
                <c:pt idx="4722">
                  <c:v>20-12-2018</c:v>
                </c:pt>
                <c:pt idx="4723">
                  <c:v>21-12-2018</c:v>
                </c:pt>
                <c:pt idx="4724">
                  <c:v>24-12-2018</c:v>
                </c:pt>
                <c:pt idx="4725">
                  <c:v>26-12-2018</c:v>
                </c:pt>
                <c:pt idx="4726">
                  <c:v>27-12-2018</c:v>
                </c:pt>
                <c:pt idx="4727">
                  <c:v>28-12-2018</c:v>
                </c:pt>
                <c:pt idx="4728">
                  <c:v>31-12-2018</c:v>
                </c:pt>
                <c:pt idx="4729">
                  <c:v>01-01-2019</c:v>
                </c:pt>
                <c:pt idx="4730">
                  <c:v>02-01-2019</c:v>
                </c:pt>
                <c:pt idx="4731">
                  <c:v>03-01-2019</c:v>
                </c:pt>
                <c:pt idx="4732">
                  <c:v>04-01-2019</c:v>
                </c:pt>
                <c:pt idx="4733">
                  <c:v>07-01-2019</c:v>
                </c:pt>
                <c:pt idx="4734">
                  <c:v>08-01-2019</c:v>
                </c:pt>
                <c:pt idx="4735">
                  <c:v>09-01-2019</c:v>
                </c:pt>
                <c:pt idx="4736">
                  <c:v>10-01-2019</c:v>
                </c:pt>
                <c:pt idx="4737">
                  <c:v>11-01-2019</c:v>
                </c:pt>
                <c:pt idx="4738">
                  <c:v>14-01-2019</c:v>
                </c:pt>
                <c:pt idx="4739">
                  <c:v>15-01-2019</c:v>
                </c:pt>
                <c:pt idx="4740">
                  <c:v>16-01-2019</c:v>
                </c:pt>
                <c:pt idx="4741">
                  <c:v>17-01-2019</c:v>
                </c:pt>
                <c:pt idx="4742">
                  <c:v>18-01-2019</c:v>
                </c:pt>
                <c:pt idx="4743">
                  <c:v>21-01-2019</c:v>
                </c:pt>
                <c:pt idx="4744">
                  <c:v>22-01-2019</c:v>
                </c:pt>
                <c:pt idx="4745">
                  <c:v>23-01-2019</c:v>
                </c:pt>
                <c:pt idx="4746">
                  <c:v>24-01-2019</c:v>
                </c:pt>
                <c:pt idx="4747">
                  <c:v>25-01-2019</c:v>
                </c:pt>
                <c:pt idx="4748">
                  <c:v>28-01-2019</c:v>
                </c:pt>
                <c:pt idx="4749">
                  <c:v>29-01-2019</c:v>
                </c:pt>
                <c:pt idx="4750">
                  <c:v>30-01-2019</c:v>
                </c:pt>
                <c:pt idx="4751">
                  <c:v>31-01-2019</c:v>
                </c:pt>
                <c:pt idx="4752">
                  <c:v>01-02-2019</c:v>
                </c:pt>
                <c:pt idx="4753">
                  <c:v>04-02-2019</c:v>
                </c:pt>
                <c:pt idx="4754">
                  <c:v>05-02-2019</c:v>
                </c:pt>
                <c:pt idx="4755">
                  <c:v>06-02-2019</c:v>
                </c:pt>
                <c:pt idx="4756">
                  <c:v>07-02-2019</c:v>
                </c:pt>
                <c:pt idx="4757">
                  <c:v>08-02-2019</c:v>
                </c:pt>
                <c:pt idx="4758">
                  <c:v>11-02-2019</c:v>
                </c:pt>
                <c:pt idx="4759">
                  <c:v>12-02-2019</c:v>
                </c:pt>
                <c:pt idx="4760">
                  <c:v>13-02-2019</c:v>
                </c:pt>
                <c:pt idx="4761">
                  <c:v>14-02-2019</c:v>
                </c:pt>
                <c:pt idx="4762">
                  <c:v>15-02-2019</c:v>
                </c:pt>
                <c:pt idx="4763">
                  <c:v>18-02-2019</c:v>
                </c:pt>
                <c:pt idx="4764">
                  <c:v>19-02-2019</c:v>
                </c:pt>
                <c:pt idx="4765">
                  <c:v>20-02-2019</c:v>
                </c:pt>
                <c:pt idx="4766">
                  <c:v>21-02-2019</c:v>
                </c:pt>
                <c:pt idx="4767">
                  <c:v>22-02-2019</c:v>
                </c:pt>
                <c:pt idx="4768">
                  <c:v>25-02-2019</c:v>
                </c:pt>
                <c:pt idx="4769">
                  <c:v>26-02-2019</c:v>
                </c:pt>
                <c:pt idx="4770">
                  <c:v>27-02-2019</c:v>
                </c:pt>
                <c:pt idx="4771">
                  <c:v>28-02-2019</c:v>
                </c:pt>
                <c:pt idx="4772">
                  <c:v>01-03-2019</c:v>
                </c:pt>
                <c:pt idx="4773">
                  <c:v>05-03-2019</c:v>
                </c:pt>
                <c:pt idx="4774">
                  <c:v>06-03-2019</c:v>
                </c:pt>
                <c:pt idx="4775">
                  <c:v>07-03-2019</c:v>
                </c:pt>
                <c:pt idx="4776">
                  <c:v>08-03-2019</c:v>
                </c:pt>
                <c:pt idx="4777">
                  <c:v>11-03-2019</c:v>
                </c:pt>
                <c:pt idx="4778">
                  <c:v>12-03-2019</c:v>
                </c:pt>
                <c:pt idx="4779">
                  <c:v>13-03-2019</c:v>
                </c:pt>
                <c:pt idx="4780">
                  <c:v>14-03-2019</c:v>
                </c:pt>
                <c:pt idx="4781">
                  <c:v>15-03-2019</c:v>
                </c:pt>
                <c:pt idx="4782">
                  <c:v>18-03-2019</c:v>
                </c:pt>
                <c:pt idx="4783">
                  <c:v>19-03-2019</c:v>
                </c:pt>
                <c:pt idx="4784">
                  <c:v>20-03-2019</c:v>
                </c:pt>
                <c:pt idx="4785">
                  <c:v>22-03-2019</c:v>
                </c:pt>
                <c:pt idx="4786">
                  <c:v>25-03-2019</c:v>
                </c:pt>
                <c:pt idx="4787">
                  <c:v>26-03-2019</c:v>
                </c:pt>
                <c:pt idx="4788">
                  <c:v>27-03-2019</c:v>
                </c:pt>
                <c:pt idx="4789">
                  <c:v>28-03-2019</c:v>
                </c:pt>
                <c:pt idx="4790">
                  <c:v>29-03-2019</c:v>
                </c:pt>
                <c:pt idx="4791">
                  <c:v>01-04-2019</c:v>
                </c:pt>
                <c:pt idx="4792">
                  <c:v>02-04-2019</c:v>
                </c:pt>
                <c:pt idx="4793">
                  <c:v>03-04-2019</c:v>
                </c:pt>
                <c:pt idx="4794">
                  <c:v>04-04-2019</c:v>
                </c:pt>
                <c:pt idx="4795">
                  <c:v>05-04-2019</c:v>
                </c:pt>
                <c:pt idx="4796">
                  <c:v>08-04-2019</c:v>
                </c:pt>
                <c:pt idx="4797">
                  <c:v>09-04-2019</c:v>
                </c:pt>
                <c:pt idx="4798">
                  <c:v>10-04-2019</c:v>
                </c:pt>
                <c:pt idx="4799">
                  <c:v>11-04-2019</c:v>
                </c:pt>
                <c:pt idx="4800">
                  <c:v>12-04-2019</c:v>
                </c:pt>
                <c:pt idx="4801">
                  <c:v>15-04-2019</c:v>
                </c:pt>
                <c:pt idx="4802">
                  <c:v>16-04-2019</c:v>
                </c:pt>
                <c:pt idx="4803">
                  <c:v>18-04-2019</c:v>
                </c:pt>
                <c:pt idx="4804">
                  <c:v>22-04-2019</c:v>
                </c:pt>
                <c:pt idx="4805">
                  <c:v>23-04-2019</c:v>
                </c:pt>
                <c:pt idx="4806">
                  <c:v>24-04-2019</c:v>
                </c:pt>
                <c:pt idx="4807">
                  <c:v>25-04-2019</c:v>
                </c:pt>
                <c:pt idx="4808">
                  <c:v>26-04-2019</c:v>
                </c:pt>
                <c:pt idx="4809">
                  <c:v>30-04-2019</c:v>
                </c:pt>
                <c:pt idx="4810">
                  <c:v>02-05-2019</c:v>
                </c:pt>
                <c:pt idx="4811">
                  <c:v>03-05-2019</c:v>
                </c:pt>
                <c:pt idx="4812">
                  <c:v>06-05-2019</c:v>
                </c:pt>
                <c:pt idx="4813">
                  <c:v>07-05-2019</c:v>
                </c:pt>
                <c:pt idx="4814">
                  <c:v>08-05-2019</c:v>
                </c:pt>
                <c:pt idx="4815">
                  <c:v>09-05-2019</c:v>
                </c:pt>
                <c:pt idx="4816">
                  <c:v>10-05-2019</c:v>
                </c:pt>
                <c:pt idx="4817">
                  <c:v>13-05-2019</c:v>
                </c:pt>
                <c:pt idx="4818">
                  <c:v>14-05-2019</c:v>
                </c:pt>
                <c:pt idx="4819">
                  <c:v>15-05-2019</c:v>
                </c:pt>
                <c:pt idx="4820">
                  <c:v>16-05-2019</c:v>
                </c:pt>
                <c:pt idx="4821">
                  <c:v>17-05-2019</c:v>
                </c:pt>
                <c:pt idx="4822">
                  <c:v>20-05-2019</c:v>
                </c:pt>
                <c:pt idx="4823">
                  <c:v>21-05-2019</c:v>
                </c:pt>
                <c:pt idx="4824">
                  <c:v>22-05-2019</c:v>
                </c:pt>
                <c:pt idx="4825">
                  <c:v>23-05-2019</c:v>
                </c:pt>
                <c:pt idx="4826">
                  <c:v>24-05-2019</c:v>
                </c:pt>
                <c:pt idx="4827">
                  <c:v>27-05-2019</c:v>
                </c:pt>
                <c:pt idx="4828">
                  <c:v>28-05-2019</c:v>
                </c:pt>
                <c:pt idx="4829">
                  <c:v>29-05-2019</c:v>
                </c:pt>
                <c:pt idx="4830">
                  <c:v>30-05-2019</c:v>
                </c:pt>
                <c:pt idx="4831">
                  <c:v>31-05-2019</c:v>
                </c:pt>
                <c:pt idx="4832">
                  <c:v>03-06-2019</c:v>
                </c:pt>
                <c:pt idx="4833">
                  <c:v>04-06-2019</c:v>
                </c:pt>
                <c:pt idx="4834">
                  <c:v>06-06-2019</c:v>
                </c:pt>
                <c:pt idx="4835">
                  <c:v>07-06-2019</c:v>
                </c:pt>
                <c:pt idx="4836">
                  <c:v>10-06-2019</c:v>
                </c:pt>
                <c:pt idx="4837">
                  <c:v>11-06-2019</c:v>
                </c:pt>
                <c:pt idx="4838">
                  <c:v>12-06-2019</c:v>
                </c:pt>
                <c:pt idx="4839">
                  <c:v>13-06-2019</c:v>
                </c:pt>
                <c:pt idx="4840">
                  <c:v>14-06-2019</c:v>
                </c:pt>
                <c:pt idx="4841">
                  <c:v>17-06-2019</c:v>
                </c:pt>
                <c:pt idx="4842">
                  <c:v>18-06-2019</c:v>
                </c:pt>
                <c:pt idx="4843">
                  <c:v>19-06-2019</c:v>
                </c:pt>
                <c:pt idx="4844">
                  <c:v>20-06-2019</c:v>
                </c:pt>
                <c:pt idx="4845">
                  <c:v>21-06-2019</c:v>
                </c:pt>
                <c:pt idx="4846">
                  <c:v>24-06-2019</c:v>
                </c:pt>
                <c:pt idx="4847">
                  <c:v>25-06-2019</c:v>
                </c:pt>
                <c:pt idx="4848">
                  <c:v>26-06-2019</c:v>
                </c:pt>
                <c:pt idx="4849">
                  <c:v>27-06-2019</c:v>
                </c:pt>
                <c:pt idx="4850">
                  <c:v>28-06-2019</c:v>
                </c:pt>
                <c:pt idx="4851">
                  <c:v>01-07-2019</c:v>
                </c:pt>
                <c:pt idx="4852">
                  <c:v>02-07-2019</c:v>
                </c:pt>
                <c:pt idx="4853">
                  <c:v>03-07-2019</c:v>
                </c:pt>
                <c:pt idx="4854">
                  <c:v>04-07-2019</c:v>
                </c:pt>
                <c:pt idx="4855">
                  <c:v>05-07-2019</c:v>
                </c:pt>
                <c:pt idx="4856">
                  <c:v>08-07-2019</c:v>
                </c:pt>
                <c:pt idx="4857">
                  <c:v>09-07-2019</c:v>
                </c:pt>
                <c:pt idx="4858">
                  <c:v>10-07-2019</c:v>
                </c:pt>
                <c:pt idx="4859">
                  <c:v>11-07-2019</c:v>
                </c:pt>
                <c:pt idx="4860">
                  <c:v>12-07-2019</c:v>
                </c:pt>
                <c:pt idx="4861">
                  <c:v>15-07-2019</c:v>
                </c:pt>
                <c:pt idx="4862">
                  <c:v>16-07-2019</c:v>
                </c:pt>
                <c:pt idx="4863">
                  <c:v>17-07-2019</c:v>
                </c:pt>
                <c:pt idx="4864">
                  <c:v>18-07-2019</c:v>
                </c:pt>
                <c:pt idx="4865">
                  <c:v>19-07-2019</c:v>
                </c:pt>
                <c:pt idx="4866">
                  <c:v>22-07-2019</c:v>
                </c:pt>
                <c:pt idx="4867">
                  <c:v>23-07-2019</c:v>
                </c:pt>
                <c:pt idx="4868">
                  <c:v>24-07-2019</c:v>
                </c:pt>
                <c:pt idx="4869">
                  <c:v>25-07-2019</c:v>
                </c:pt>
                <c:pt idx="4870">
                  <c:v>26-07-2019</c:v>
                </c:pt>
                <c:pt idx="4871">
                  <c:v>29-07-2019</c:v>
                </c:pt>
                <c:pt idx="4872">
                  <c:v>30-07-2019</c:v>
                </c:pt>
                <c:pt idx="4873">
                  <c:v>31-07-2019</c:v>
                </c:pt>
                <c:pt idx="4874">
                  <c:v>01-08-2019</c:v>
                </c:pt>
                <c:pt idx="4875">
                  <c:v>02-08-2019</c:v>
                </c:pt>
                <c:pt idx="4876">
                  <c:v>05-08-2019</c:v>
                </c:pt>
                <c:pt idx="4877">
                  <c:v>06-08-2019</c:v>
                </c:pt>
                <c:pt idx="4878">
                  <c:v>07-08-2019</c:v>
                </c:pt>
                <c:pt idx="4879">
                  <c:v>08-08-2019</c:v>
                </c:pt>
                <c:pt idx="4880">
                  <c:v>09-08-2019</c:v>
                </c:pt>
                <c:pt idx="4881">
                  <c:v>13-08-2019</c:v>
                </c:pt>
                <c:pt idx="4882">
                  <c:v>14-08-2019</c:v>
                </c:pt>
                <c:pt idx="4883">
                  <c:v>16-08-2019</c:v>
                </c:pt>
                <c:pt idx="4884">
                  <c:v>19-08-2019</c:v>
                </c:pt>
                <c:pt idx="4885">
                  <c:v>20-08-2019</c:v>
                </c:pt>
                <c:pt idx="4886">
                  <c:v>21-08-2019</c:v>
                </c:pt>
                <c:pt idx="4887">
                  <c:v>22-08-2019</c:v>
                </c:pt>
                <c:pt idx="4888">
                  <c:v>23-08-2019</c:v>
                </c:pt>
                <c:pt idx="4889">
                  <c:v>26-08-2019</c:v>
                </c:pt>
                <c:pt idx="4890">
                  <c:v>27-08-2019</c:v>
                </c:pt>
                <c:pt idx="4891">
                  <c:v>28-08-2019</c:v>
                </c:pt>
                <c:pt idx="4892">
                  <c:v>29-08-2019</c:v>
                </c:pt>
                <c:pt idx="4893">
                  <c:v>30-08-2019</c:v>
                </c:pt>
                <c:pt idx="4894">
                  <c:v>03-09-2019</c:v>
                </c:pt>
                <c:pt idx="4895">
                  <c:v>04-09-2019</c:v>
                </c:pt>
                <c:pt idx="4896">
                  <c:v>05-09-2019</c:v>
                </c:pt>
                <c:pt idx="4897">
                  <c:v>06-09-2019</c:v>
                </c:pt>
                <c:pt idx="4898">
                  <c:v>09-09-2019</c:v>
                </c:pt>
                <c:pt idx="4899">
                  <c:v>11-09-2019</c:v>
                </c:pt>
                <c:pt idx="4900">
                  <c:v>12-09-2019</c:v>
                </c:pt>
                <c:pt idx="4901">
                  <c:v>13-09-2019</c:v>
                </c:pt>
                <c:pt idx="4902">
                  <c:v>16-09-2019</c:v>
                </c:pt>
                <c:pt idx="4903">
                  <c:v>17-09-2019</c:v>
                </c:pt>
                <c:pt idx="4904">
                  <c:v>18-09-2019</c:v>
                </c:pt>
                <c:pt idx="4905">
                  <c:v>19-09-2019</c:v>
                </c:pt>
                <c:pt idx="4906">
                  <c:v>20-09-2019</c:v>
                </c:pt>
                <c:pt idx="4907">
                  <c:v>23-09-2019</c:v>
                </c:pt>
                <c:pt idx="4908">
                  <c:v>24-09-2019</c:v>
                </c:pt>
                <c:pt idx="4909">
                  <c:v>25-09-2019</c:v>
                </c:pt>
                <c:pt idx="4910">
                  <c:v>26-09-2019</c:v>
                </c:pt>
                <c:pt idx="4911">
                  <c:v>27-09-2019</c:v>
                </c:pt>
                <c:pt idx="4912">
                  <c:v>30-09-2019</c:v>
                </c:pt>
                <c:pt idx="4913">
                  <c:v>01-10-2019</c:v>
                </c:pt>
                <c:pt idx="4914">
                  <c:v>03-10-2019</c:v>
                </c:pt>
                <c:pt idx="4915">
                  <c:v>04-10-2019</c:v>
                </c:pt>
                <c:pt idx="4916">
                  <c:v>07-10-2019</c:v>
                </c:pt>
                <c:pt idx="4917">
                  <c:v>09-10-2019</c:v>
                </c:pt>
                <c:pt idx="4918">
                  <c:v>10-10-2019</c:v>
                </c:pt>
                <c:pt idx="4919">
                  <c:v>11-10-2019</c:v>
                </c:pt>
                <c:pt idx="4920">
                  <c:v>14-10-2019</c:v>
                </c:pt>
                <c:pt idx="4921">
                  <c:v>15-10-2019</c:v>
                </c:pt>
                <c:pt idx="4922">
                  <c:v>16-10-2019</c:v>
                </c:pt>
                <c:pt idx="4923">
                  <c:v>17-10-2019</c:v>
                </c:pt>
                <c:pt idx="4924">
                  <c:v>18-10-2019</c:v>
                </c:pt>
                <c:pt idx="4925">
                  <c:v>22-10-2019</c:v>
                </c:pt>
                <c:pt idx="4926">
                  <c:v>23-10-2019</c:v>
                </c:pt>
                <c:pt idx="4927">
                  <c:v>24-10-2019</c:v>
                </c:pt>
                <c:pt idx="4928">
                  <c:v>25-10-2019</c:v>
                </c:pt>
                <c:pt idx="4929">
                  <c:v>27-10-2019</c:v>
                </c:pt>
                <c:pt idx="4930">
                  <c:v>29-10-2019</c:v>
                </c:pt>
                <c:pt idx="4931">
                  <c:v>30-10-2019</c:v>
                </c:pt>
                <c:pt idx="4932">
                  <c:v>31-10-2019</c:v>
                </c:pt>
                <c:pt idx="4933">
                  <c:v>01-11-2019</c:v>
                </c:pt>
                <c:pt idx="4934">
                  <c:v>04-11-2019</c:v>
                </c:pt>
                <c:pt idx="4935">
                  <c:v>05-11-2019</c:v>
                </c:pt>
                <c:pt idx="4936">
                  <c:v>06-11-2019</c:v>
                </c:pt>
                <c:pt idx="4937">
                  <c:v>07-11-2019</c:v>
                </c:pt>
                <c:pt idx="4938">
                  <c:v>08-11-2019</c:v>
                </c:pt>
                <c:pt idx="4939">
                  <c:v>11-11-2019</c:v>
                </c:pt>
                <c:pt idx="4940">
                  <c:v>13-11-2019</c:v>
                </c:pt>
                <c:pt idx="4941">
                  <c:v>14-11-2019</c:v>
                </c:pt>
                <c:pt idx="4942">
                  <c:v>15-11-2019</c:v>
                </c:pt>
                <c:pt idx="4943">
                  <c:v>18-11-2019</c:v>
                </c:pt>
                <c:pt idx="4944">
                  <c:v>19-11-2019</c:v>
                </c:pt>
                <c:pt idx="4945">
                  <c:v>20-11-2019</c:v>
                </c:pt>
                <c:pt idx="4946">
                  <c:v>21-11-2019</c:v>
                </c:pt>
                <c:pt idx="4947">
                  <c:v>22-11-2019</c:v>
                </c:pt>
                <c:pt idx="4948">
                  <c:v>25-11-2019</c:v>
                </c:pt>
                <c:pt idx="4949">
                  <c:v>26-11-2019</c:v>
                </c:pt>
                <c:pt idx="4950">
                  <c:v>27-11-2019</c:v>
                </c:pt>
                <c:pt idx="4951">
                  <c:v>28-11-2019</c:v>
                </c:pt>
                <c:pt idx="4952">
                  <c:v>29-11-2019</c:v>
                </c:pt>
                <c:pt idx="4953">
                  <c:v>02-12-2019</c:v>
                </c:pt>
                <c:pt idx="4954">
                  <c:v>03-12-2019</c:v>
                </c:pt>
                <c:pt idx="4955">
                  <c:v>04-12-2019</c:v>
                </c:pt>
                <c:pt idx="4956">
                  <c:v>05-12-2019</c:v>
                </c:pt>
                <c:pt idx="4957">
                  <c:v>06-12-2019</c:v>
                </c:pt>
                <c:pt idx="4958">
                  <c:v>09-12-2019</c:v>
                </c:pt>
                <c:pt idx="4959">
                  <c:v>10-12-2019</c:v>
                </c:pt>
                <c:pt idx="4960">
                  <c:v>11-12-2019</c:v>
                </c:pt>
                <c:pt idx="4961">
                  <c:v>12-12-2019</c:v>
                </c:pt>
                <c:pt idx="4962">
                  <c:v>13-12-2019</c:v>
                </c:pt>
                <c:pt idx="4963">
                  <c:v>16-12-2019</c:v>
                </c:pt>
                <c:pt idx="4964">
                  <c:v>17-12-2019</c:v>
                </c:pt>
                <c:pt idx="4965">
                  <c:v>18-12-2019</c:v>
                </c:pt>
                <c:pt idx="4966">
                  <c:v>19-12-2019</c:v>
                </c:pt>
                <c:pt idx="4967">
                  <c:v>20-12-2019</c:v>
                </c:pt>
                <c:pt idx="4968">
                  <c:v>23-12-2019</c:v>
                </c:pt>
                <c:pt idx="4969">
                  <c:v>24-12-2019</c:v>
                </c:pt>
                <c:pt idx="4970">
                  <c:v>26-12-2019</c:v>
                </c:pt>
                <c:pt idx="4971">
                  <c:v>27-12-2019</c:v>
                </c:pt>
                <c:pt idx="4972">
                  <c:v>30-12-2019</c:v>
                </c:pt>
                <c:pt idx="4973">
                  <c:v>31-12-2019</c:v>
                </c:pt>
                <c:pt idx="4974">
                  <c:v>01-01-2020</c:v>
                </c:pt>
                <c:pt idx="4975">
                  <c:v>02-01-2020</c:v>
                </c:pt>
                <c:pt idx="4976">
                  <c:v>03-01-2020</c:v>
                </c:pt>
                <c:pt idx="4977">
                  <c:v>06-01-2020</c:v>
                </c:pt>
                <c:pt idx="4978">
                  <c:v>07-01-2020</c:v>
                </c:pt>
                <c:pt idx="4979">
                  <c:v>08-01-2020</c:v>
                </c:pt>
                <c:pt idx="4980">
                  <c:v>09-01-2020</c:v>
                </c:pt>
                <c:pt idx="4981">
                  <c:v>10-01-2020</c:v>
                </c:pt>
                <c:pt idx="4982">
                  <c:v>13-01-2020</c:v>
                </c:pt>
                <c:pt idx="4983">
                  <c:v>14-01-2020</c:v>
                </c:pt>
                <c:pt idx="4984">
                  <c:v>15-01-2020</c:v>
                </c:pt>
                <c:pt idx="4985">
                  <c:v>16-01-2020</c:v>
                </c:pt>
                <c:pt idx="4986">
                  <c:v>17-01-2020</c:v>
                </c:pt>
                <c:pt idx="4987">
                  <c:v>20-01-2020</c:v>
                </c:pt>
                <c:pt idx="4988">
                  <c:v>21-01-2020</c:v>
                </c:pt>
                <c:pt idx="4989">
                  <c:v>22-01-2020</c:v>
                </c:pt>
                <c:pt idx="4990">
                  <c:v>23-01-2020</c:v>
                </c:pt>
                <c:pt idx="4991">
                  <c:v>24-01-2020</c:v>
                </c:pt>
                <c:pt idx="4992">
                  <c:v>27-01-2020</c:v>
                </c:pt>
                <c:pt idx="4993">
                  <c:v>28-01-2020</c:v>
                </c:pt>
                <c:pt idx="4994">
                  <c:v>29-01-2020</c:v>
                </c:pt>
                <c:pt idx="4995">
                  <c:v>30-01-2020</c:v>
                </c:pt>
                <c:pt idx="4996">
                  <c:v>31-01-2020</c:v>
                </c:pt>
                <c:pt idx="4997">
                  <c:v>01-02-2020</c:v>
                </c:pt>
                <c:pt idx="4998">
                  <c:v>03-02-2020</c:v>
                </c:pt>
                <c:pt idx="4999">
                  <c:v>04-02-2020</c:v>
                </c:pt>
                <c:pt idx="5000">
                  <c:v>05-02-2020</c:v>
                </c:pt>
                <c:pt idx="5001">
                  <c:v>06-02-2020</c:v>
                </c:pt>
                <c:pt idx="5002">
                  <c:v>07-02-2020</c:v>
                </c:pt>
                <c:pt idx="5003">
                  <c:v>10-02-2020</c:v>
                </c:pt>
                <c:pt idx="5004">
                  <c:v>11-02-2020</c:v>
                </c:pt>
                <c:pt idx="5005">
                  <c:v>12-02-2020</c:v>
                </c:pt>
                <c:pt idx="5006">
                  <c:v>13-02-2020</c:v>
                </c:pt>
                <c:pt idx="5007">
                  <c:v>14-02-2020</c:v>
                </c:pt>
                <c:pt idx="5008">
                  <c:v>17-02-2020</c:v>
                </c:pt>
                <c:pt idx="5009">
                  <c:v>18-02-2020</c:v>
                </c:pt>
                <c:pt idx="5010">
                  <c:v>19-02-2020</c:v>
                </c:pt>
                <c:pt idx="5011">
                  <c:v>20-02-2020</c:v>
                </c:pt>
                <c:pt idx="5012">
                  <c:v>24-02-2020</c:v>
                </c:pt>
                <c:pt idx="5013">
                  <c:v>25-02-2020</c:v>
                </c:pt>
                <c:pt idx="5014">
                  <c:v>26-02-2020</c:v>
                </c:pt>
                <c:pt idx="5015">
                  <c:v>27-02-2020</c:v>
                </c:pt>
                <c:pt idx="5016">
                  <c:v>28-02-2020</c:v>
                </c:pt>
                <c:pt idx="5017">
                  <c:v>02-03-2020</c:v>
                </c:pt>
                <c:pt idx="5018">
                  <c:v>03-03-2020</c:v>
                </c:pt>
                <c:pt idx="5019">
                  <c:v>04-03-2020</c:v>
                </c:pt>
                <c:pt idx="5020">
                  <c:v>05-03-2020</c:v>
                </c:pt>
                <c:pt idx="5021">
                  <c:v>06-03-2020</c:v>
                </c:pt>
                <c:pt idx="5022">
                  <c:v>09-03-2020</c:v>
                </c:pt>
                <c:pt idx="5023">
                  <c:v>11-03-2020</c:v>
                </c:pt>
                <c:pt idx="5024">
                  <c:v>12-03-2020</c:v>
                </c:pt>
                <c:pt idx="5025">
                  <c:v>13-03-2020</c:v>
                </c:pt>
                <c:pt idx="5026">
                  <c:v>16-03-2020</c:v>
                </c:pt>
                <c:pt idx="5027">
                  <c:v>17-03-2020</c:v>
                </c:pt>
                <c:pt idx="5028">
                  <c:v>18-03-2020</c:v>
                </c:pt>
                <c:pt idx="5029">
                  <c:v>19-03-2020</c:v>
                </c:pt>
                <c:pt idx="5030">
                  <c:v>20-03-2020</c:v>
                </c:pt>
                <c:pt idx="5031">
                  <c:v>23-03-2020</c:v>
                </c:pt>
                <c:pt idx="5032">
                  <c:v>24-03-2020</c:v>
                </c:pt>
                <c:pt idx="5033">
                  <c:v>25-03-2020</c:v>
                </c:pt>
                <c:pt idx="5034">
                  <c:v>26-03-2020</c:v>
                </c:pt>
                <c:pt idx="5035">
                  <c:v>27-03-2020</c:v>
                </c:pt>
                <c:pt idx="5036">
                  <c:v>30-03-2020</c:v>
                </c:pt>
                <c:pt idx="5037">
                  <c:v>31-03-2020</c:v>
                </c:pt>
                <c:pt idx="5038">
                  <c:v>01-04-2020</c:v>
                </c:pt>
                <c:pt idx="5039">
                  <c:v>03-04-2020</c:v>
                </c:pt>
                <c:pt idx="5040">
                  <c:v>07-04-2020</c:v>
                </c:pt>
                <c:pt idx="5041">
                  <c:v>08-04-2020</c:v>
                </c:pt>
                <c:pt idx="5042">
                  <c:v>09-04-2020</c:v>
                </c:pt>
                <c:pt idx="5043">
                  <c:v>13-04-2020</c:v>
                </c:pt>
                <c:pt idx="5044">
                  <c:v>15-04-2020</c:v>
                </c:pt>
                <c:pt idx="5045">
                  <c:v>16-04-2020</c:v>
                </c:pt>
                <c:pt idx="5046">
                  <c:v>17-04-2020</c:v>
                </c:pt>
                <c:pt idx="5047">
                  <c:v>20-04-2020</c:v>
                </c:pt>
                <c:pt idx="5048">
                  <c:v>21-04-2020</c:v>
                </c:pt>
                <c:pt idx="5049">
                  <c:v>22-04-2020</c:v>
                </c:pt>
                <c:pt idx="5050">
                  <c:v>23-04-2020</c:v>
                </c:pt>
                <c:pt idx="5051">
                  <c:v>24-04-2020</c:v>
                </c:pt>
                <c:pt idx="5052">
                  <c:v>27-04-2020</c:v>
                </c:pt>
                <c:pt idx="5053">
                  <c:v>28-04-2020</c:v>
                </c:pt>
                <c:pt idx="5054">
                  <c:v>29-04-2020</c:v>
                </c:pt>
                <c:pt idx="5055">
                  <c:v>30-04-2020</c:v>
                </c:pt>
                <c:pt idx="5056">
                  <c:v>04-05-2020</c:v>
                </c:pt>
                <c:pt idx="5057">
                  <c:v>05-05-2020</c:v>
                </c:pt>
                <c:pt idx="5058">
                  <c:v>06-05-2020</c:v>
                </c:pt>
                <c:pt idx="5059">
                  <c:v>07-05-2020</c:v>
                </c:pt>
                <c:pt idx="5060">
                  <c:v>08-05-2020</c:v>
                </c:pt>
                <c:pt idx="5061">
                  <c:v>11-05-2020</c:v>
                </c:pt>
                <c:pt idx="5062">
                  <c:v>12-05-2020</c:v>
                </c:pt>
                <c:pt idx="5063">
                  <c:v>13-05-2020</c:v>
                </c:pt>
                <c:pt idx="5064">
                  <c:v>14-05-2020</c:v>
                </c:pt>
                <c:pt idx="5065">
                  <c:v>15-05-2020</c:v>
                </c:pt>
                <c:pt idx="5066">
                  <c:v>18-05-2020</c:v>
                </c:pt>
                <c:pt idx="5067">
                  <c:v>19-05-2020</c:v>
                </c:pt>
                <c:pt idx="5068">
                  <c:v>20-05-2020</c:v>
                </c:pt>
                <c:pt idx="5069">
                  <c:v>21-05-2020</c:v>
                </c:pt>
                <c:pt idx="5070">
                  <c:v>22-05-2020</c:v>
                </c:pt>
                <c:pt idx="5071">
                  <c:v>26-05-2020</c:v>
                </c:pt>
                <c:pt idx="5072">
                  <c:v>27-05-2020</c:v>
                </c:pt>
                <c:pt idx="5073">
                  <c:v>28-05-2020</c:v>
                </c:pt>
                <c:pt idx="5074">
                  <c:v>29-05-2020</c:v>
                </c:pt>
                <c:pt idx="5075">
                  <c:v>01-06-2020</c:v>
                </c:pt>
                <c:pt idx="5076">
                  <c:v>02-06-2020</c:v>
                </c:pt>
                <c:pt idx="5077">
                  <c:v>03-06-2020</c:v>
                </c:pt>
                <c:pt idx="5078">
                  <c:v>04-06-2020</c:v>
                </c:pt>
                <c:pt idx="5079">
                  <c:v>05-06-2020</c:v>
                </c:pt>
                <c:pt idx="5080">
                  <c:v>08-06-2020</c:v>
                </c:pt>
                <c:pt idx="5081">
                  <c:v>09-06-2020</c:v>
                </c:pt>
                <c:pt idx="5082">
                  <c:v>10-06-2020</c:v>
                </c:pt>
                <c:pt idx="5083">
                  <c:v>11-06-2020</c:v>
                </c:pt>
                <c:pt idx="5084">
                  <c:v>12-06-2020</c:v>
                </c:pt>
                <c:pt idx="5085">
                  <c:v>15-06-2020</c:v>
                </c:pt>
                <c:pt idx="5086">
                  <c:v>16-06-2020</c:v>
                </c:pt>
                <c:pt idx="5087">
                  <c:v>17-06-2020</c:v>
                </c:pt>
                <c:pt idx="5088">
                  <c:v>18-06-2020</c:v>
                </c:pt>
                <c:pt idx="5089">
                  <c:v>19-06-2020</c:v>
                </c:pt>
                <c:pt idx="5090">
                  <c:v>22-06-2020</c:v>
                </c:pt>
                <c:pt idx="5091">
                  <c:v>23-06-2020</c:v>
                </c:pt>
                <c:pt idx="5092">
                  <c:v>24-06-2020</c:v>
                </c:pt>
                <c:pt idx="5093">
                  <c:v>25-06-2020</c:v>
                </c:pt>
                <c:pt idx="5094">
                  <c:v>26-06-2020</c:v>
                </c:pt>
                <c:pt idx="5095">
                  <c:v>29-06-2020</c:v>
                </c:pt>
                <c:pt idx="5096">
                  <c:v>30-06-2020</c:v>
                </c:pt>
                <c:pt idx="5097">
                  <c:v>01-07-2020</c:v>
                </c:pt>
                <c:pt idx="5098">
                  <c:v>02-07-2020</c:v>
                </c:pt>
                <c:pt idx="5099">
                  <c:v>03-07-2020</c:v>
                </c:pt>
                <c:pt idx="5100">
                  <c:v>06-07-2020</c:v>
                </c:pt>
                <c:pt idx="5101">
                  <c:v>07-07-2020</c:v>
                </c:pt>
                <c:pt idx="5102">
                  <c:v>08-07-2020</c:v>
                </c:pt>
                <c:pt idx="5103">
                  <c:v>09-07-2020</c:v>
                </c:pt>
                <c:pt idx="5104">
                  <c:v>10-07-2020</c:v>
                </c:pt>
                <c:pt idx="5105">
                  <c:v>13-07-2020</c:v>
                </c:pt>
                <c:pt idx="5106">
                  <c:v>14-07-2020</c:v>
                </c:pt>
                <c:pt idx="5107">
                  <c:v>15-07-2020</c:v>
                </c:pt>
                <c:pt idx="5108">
                  <c:v>16-07-2020</c:v>
                </c:pt>
                <c:pt idx="5109">
                  <c:v>17-07-2020</c:v>
                </c:pt>
                <c:pt idx="5110">
                  <c:v>20-07-2020</c:v>
                </c:pt>
                <c:pt idx="5111">
                  <c:v>21-07-2020</c:v>
                </c:pt>
                <c:pt idx="5112">
                  <c:v>22-07-2020</c:v>
                </c:pt>
                <c:pt idx="5113">
                  <c:v>23-07-2020</c:v>
                </c:pt>
                <c:pt idx="5114">
                  <c:v>24-07-2020</c:v>
                </c:pt>
                <c:pt idx="5115">
                  <c:v>27-07-2020</c:v>
                </c:pt>
                <c:pt idx="5116">
                  <c:v>28-07-2020</c:v>
                </c:pt>
                <c:pt idx="5117">
                  <c:v>29-07-2020</c:v>
                </c:pt>
                <c:pt idx="5118">
                  <c:v>30-07-2020</c:v>
                </c:pt>
                <c:pt idx="5119">
                  <c:v>31-07-2020</c:v>
                </c:pt>
                <c:pt idx="5120">
                  <c:v>03-08-2020</c:v>
                </c:pt>
                <c:pt idx="5121">
                  <c:v>04-08-2020</c:v>
                </c:pt>
                <c:pt idx="5122">
                  <c:v>05-08-2020</c:v>
                </c:pt>
                <c:pt idx="5123">
                  <c:v>06-08-2020</c:v>
                </c:pt>
                <c:pt idx="5124">
                  <c:v>07-08-2020</c:v>
                </c:pt>
                <c:pt idx="5125">
                  <c:v>10-08-2020</c:v>
                </c:pt>
                <c:pt idx="5126">
                  <c:v>11-08-2020</c:v>
                </c:pt>
                <c:pt idx="5127">
                  <c:v>12-08-2020</c:v>
                </c:pt>
                <c:pt idx="5128">
                  <c:v>13-08-2020</c:v>
                </c:pt>
                <c:pt idx="5129">
                  <c:v>14-08-2020</c:v>
                </c:pt>
                <c:pt idx="5130">
                  <c:v>17-08-2020</c:v>
                </c:pt>
                <c:pt idx="5131">
                  <c:v>18-08-2020</c:v>
                </c:pt>
                <c:pt idx="5132">
                  <c:v>19-08-2020</c:v>
                </c:pt>
                <c:pt idx="5133">
                  <c:v>20-08-2020</c:v>
                </c:pt>
                <c:pt idx="5134">
                  <c:v>21-08-2020</c:v>
                </c:pt>
                <c:pt idx="5135">
                  <c:v>24-08-2020</c:v>
                </c:pt>
                <c:pt idx="5136">
                  <c:v>25-08-2020</c:v>
                </c:pt>
                <c:pt idx="5137">
                  <c:v>26-08-2020</c:v>
                </c:pt>
                <c:pt idx="5138">
                  <c:v>27-08-2020</c:v>
                </c:pt>
                <c:pt idx="5139">
                  <c:v>28-08-2020</c:v>
                </c:pt>
                <c:pt idx="5140">
                  <c:v>31-08-2020</c:v>
                </c:pt>
                <c:pt idx="5141">
                  <c:v>01-09-2020</c:v>
                </c:pt>
                <c:pt idx="5142">
                  <c:v>02-09-2020</c:v>
                </c:pt>
                <c:pt idx="5143">
                  <c:v>03-09-2020</c:v>
                </c:pt>
                <c:pt idx="5144">
                  <c:v>04-09-2020</c:v>
                </c:pt>
                <c:pt idx="5145">
                  <c:v>07-09-2020</c:v>
                </c:pt>
                <c:pt idx="5146">
                  <c:v>08-09-2020</c:v>
                </c:pt>
                <c:pt idx="5147">
                  <c:v>09-09-2020</c:v>
                </c:pt>
                <c:pt idx="5148">
                  <c:v>10-09-2020</c:v>
                </c:pt>
                <c:pt idx="5149">
                  <c:v>11-09-2020</c:v>
                </c:pt>
                <c:pt idx="5150">
                  <c:v>14-09-2020</c:v>
                </c:pt>
                <c:pt idx="5151">
                  <c:v>15-09-2020</c:v>
                </c:pt>
                <c:pt idx="5152">
                  <c:v>16-09-2020</c:v>
                </c:pt>
                <c:pt idx="5153">
                  <c:v>17-09-2020</c:v>
                </c:pt>
                <c:pt idx="5154">
                  <c:v>18-09-2020</c:v>
                </c:pt>
                <c:pt idx="5155">
                  <c:v>21-09-2020</c:v>
                </c:pt>
                <c:pt idx="5156">
                  <c:v>22-09-2020</c:v>
                </c:pt>
                <c:pt idx="5157">
                  <c:v>23-09-2020</c:v>
                </c:pt>
                <c:pt idx="5158">
                  <c:v>24-09-2020</c:v>
                </c:pt>
                <c:pt idx="5159">
                  <c:v>25-09-2020</c:v>
                </c:pt>
                <c:pt idx="5160">
                  <c:v>28-09-2020</c:v>
                </c:pt>
                <c:pt idx="5161">
                  <c:v>29-09-2020</c:v>
                </c:pt>
                <c:pt idx="5162">
                  <c:v>30-09-2020</c:v>
                </c:pt>
                <c:pt idx="5163">
                  <c:v>01-10-2020</c:v>
                </c:pt>
                <c:pt idx="5164">
                  <c:v>05-10-2020</c:v>
                </c:pt>
                <c:pt idx="5165">
                  <c:v>06-10-2020</c:v>
                </c:pt>
                <c:pt idx="5166">
                  <c:v>07-10-2020</c:v>
                </c:pt>
                <c:pt idx="5167">
                  <c:v>08-10-2020</c:v>
                </c:pt>
                <c:pt idx="5168">
                  <c:v>09-10-2020</c:v>
                </c:pt>
                <c:pt idx="5169">
                  <c:v>12-10-2020</c:v>
                </c:pt>
                <c:pt idx="5170">
                  <c:v>13-10-2020</c:v>
                </c:pt>
                <c:pt idx="5171">
                  <c:v>14-10-2020</c:v>
                </c:pt>
                <c:pt idx="5172">
                  <c:v>15-10-2020</c:v>
                </c:pt>
                <c:pt idx="5173">
                  <c:v>16-10-2020</c:v>
                </c:pt>
                <c:pt idx="5174">
                  <c:v>19-10-2020</c:v>
                </c:pt>
                <c:pt idx="5175">
                  <c:v>20-10-2020</c:v>
                </c:pt>
                <c:pt idx="5176">
                  <c:v>21-10-2020</c:v>
                </c:pt>
                <c:pt idx="5177">
                  <c:v>22-10-2020</c:v>
                </c:pt>
                <c:pt idx="5178">
                  <c:v>23-10-2020</c:v>
                </c:pt>
                <c:pt idx="5179">
                  <c:v>26-10-2020</c:v>
                </c:pt>
                <c:pt idx="5180">
                  <c:v>27-10-2020</c:v>
                </c:pt>
                <c:pt idx="5181">
                  <c:v>28-10-2020</c:v>
                </c:pt>
                <c:pt idx="5182">
                  <c:v>29-10-2020</c:v>
                </c:pt>
                <c:pt idx="5183">
                  <c:v>30-10-2020</c:v>
                </c:pt>
                <c:pt idx="5184">
                  <c:v>02-11-2020</c:v>
                </c:pt>
                <c:pt idx="5185">
                  <c:v>03-11-2020</c:v>
                </c:pt>
                <c:pt idx="5186">
                  <c:v>04-11-2020</c:v>
                </c:pt>
                <c:pt idx="5187">
                  <c:v>05-11-2020</c:v>
                </c:pt>
                <c:pt idx="5188">
                  <c:v>06-11-2020</c:v>
                </c:pt>
                <c:pt idx="5189">
                  <c:v>09-11-2020</c:v>
                </c:pt>
                <c:pt idx="5190">
                  <c:v>10-11-2020</c:v>
                </c:pt>
                <c:pt idx="5191">
                  <c:v>11-11-2020</c:v>
                </c:pt>
                <c:pt idx="5192">
                  <c:v>12-11-2020</c:v>
                </c:pt>
                <c:pt idx="5193">
                  <c:v>13-11-2020</c:v>
                </c:pt>
                <c:pt idx="5194">
                  <c:v>14-11-2020</c:v>
                </c:pt>
                <c:pt idx="5195">
                  <c:v>17-11-2020</c:v>
                </c:pt>
                <c:pt idx="5196">
                  <c:v>18-11-2020</c:v>
                </c:pt>
                <c:pt idx="5197">
                  <c:v>19-11-2020</c:v>
                </c:pt>
                <c:pt idx="5198">
                  <c:v>20-11-2020</c:v>
                </c:pt>
                <c:pt idx="5199">
                  <c:v>23-11-2020</c:v>
                </c:pt>
                <c:pt idx="5200">
                  <c:v>24-11-2020</c:v>
                </c:pt>
                <c:pt idx="5201">
                  <c:v>25-11-2020</c:v>
                </c:pt>
                <c:pt idx="5202">
                  <c:v>26-11-2020</c:v>
                </c:pt>
                <c:pt idx="5203">
                  <c:v>27-11-2020</c:v>
                </c:pt>
                <c:pt idx="5204">
                  <c:v>01-12-2020</c:v>
                </c:pt>
                <c:pt idx="5205">
                  <c:v>02-12-2020</c:v>
                </c:pt>
                <c:pt idx="5206">
                  <c:v>03-12-2020</c:v>
                </c:pt>
                <c:pt idx="5207">
                  <c:v>04-12-2020</c:v>
                </c:pt>
                <c:pt idx="5208">
                  <c:v>07-12-2020</c:v>
                </c:pt>
                <c:pt idx="5209">
                  <c:v>08-12-2020</c:v>
                </c:pt>
                <c:pt idx="5210">
                  <c:v>09-12-2020</c:v>
                </c:pt>
                <c:pt idx="5211">
                  <c:v>10-12-2020</c:v>
                </c:pt>
                <c:pt idx="5212">
                  <c:v>11-12-2020</c:v>
                </c:pt>
                <c:pt idx="5213">
                  <c:v>14-12-2020</c:v>
                </c:pt>
                <c:pt idx="5214">
                  <c:v>15-12-2020</c:v>
                </c:pt>
                <c:pt idx="5215">
                  <c:v>16-12-2020</c:v>
                </c:pt>
                <c:pt idx="5216">
                  <c:v>17-12-2020</c:v>
                </c:pt>
                <c:pt idx="5217">
                  <c:v>18-12-2020</c:v>
                </c:pt>
                <c:pt idx="5218">
                  <c:v>21-12-2020</c:v>
                </c:pt>
                <c:pt idx="5219">
                  <c:v>22-12-2020</c:v>
                </c:pt>
                <c:pt idx="5220">
                  <c:v>23-12-2020</c:v>
                </c:pt>
                <c:pt idx="5221">
                  <c:v>24-12-2020</c:v>
                </c:pt>
                <c:pt idx="5222">
                  <c:v>28-12-2020</c:v>
                </c:pt>
                <c:pt idx="5223">
                  <c:v>29-12-2020</c:v>
                </c:pt>
                <c:pt idx="5224">
                  <c:v>30-12-2020</c:v>
                </c:pt>
                <c:pt idx="5225">
                  <c:v>31-12-2020</c:v>
                </c:pt>
                <c:pt idx="5226">
                  <c:v>01-01-2021</c:v>
                </c:pt>
                <c:pt idx="5227">
                  <c:v>04-01-2021</c:v>
                </c:pt>
                <c:pt idx="5228">
                  <c:v>05-01-2021</c:v>
                </c:pt>
                <c:pt idx="5229">
                  <c:v>06-01-2021</c:v>
                </c:pt>
                <c:pt idx="5230">
                  <c:v>07-01-2021</c:v>
                </c:pt>
                <c:pt idx="5231">
                  <c:v>08-01-2021</c:v>
                </c:pt>
                <c:pt idx="5232">
                  <c:v>11-01-2021</c:v>
                </c:pt>
                <c:pt idx="5233">
                  <c:v>12-01-2021</c:v>
                </c:pt>
                <c:pt idx="5234">
                  <c:v>13-01-2021</c:v>
                </c:pt>
                <c:pt idx="5235">
                  <c:v>14-01-2021</c:v>
                </c:pt>
                <c:pt idx="5236">
                  <c:v>15-01-2021</c:v>
                </c:pt>
                <c:pt idx="5237">
                  <c:v>18-01-2021</c:v>
                </c:pt>
                <c:pt idx="5238">
                  <c:v>19-01-2021</c:v>
                </c:pt>
                <c:pt idx="5239">
                  <c:v>20-01-2021</c:v>
                </c:pt>
                <c:pt idx="5240">
                  <c:v>21-01-2021</c:v>
                </c:pt>
                <c:pt idx="5241">
                  <c:v>22-01-2021</c:v>
                </c:pt>
                <c:pt idx="5242">
                  <c:v>25-01-2021</c:v>
                </c:pt>
                <c:pt idx="5243">
                  <c:v>27-01-2021</c:v>
                </c:pt>
                <c:pt idx="5244">
                  <c:v>28-01-2021</c:v>
                </c:pt>
                <c:pt idx="5245">
                  <c:v>29-01-2021</c:v>
                </c:pt>
                <c:pt idx="5246">
                  <c:v>01-02-2021</c:v>
                </c:pt>
                <c:pt idx="5247">
                  <c:v>02-02-2021</c:v>
                </c:pt>
                <c:pt idx="5248">
                  <c:v>03-02-2021</c:v>
                </c:pt>
                <c:pt idx="5249">
                  <c:v>04-02-2021</c:v>
                </c:pt>
                <c:pt idx="5250">
                  <c:v>05-02-2021</c:v>
                </c:pt>
                <c:pt idx="5251">
                  <c:v>08-02-2021</c:v>
                </c:pt>
                <c:pt idx="5252">
                  <c:v>09-02-2021</c:v>
                </c:pt>
                <c:pt idx="5253">
                  <c:v>10-02-2021</c:v>
                </c:pt>
                <c:pt idx="5254">
                  <c:v>11-02-2021</c:v>
                </c:pt>
                <c:pt idx="5255">
                  <c:v>12-02-2021</c:v>
                </c:pt>
                <c:pt idx="5256">
                  <c:v>15-02-2021</c:v>
                </c:pt>
                <c:pt idx="5257">
                  <c:v>16-02-2021</c:v>
                </c:pt>
                <c:pt idx="5258">
                  <c:v>17-02-2021</c:v>
                </c:pt>
                <c:pt idx="5259">
                  <c:v>18-02-2021</c:v>
                </c:pt>
                <c:pt idx="5260">
                  <c:v>19-02-2021</c:v>
                </c:pt>
                <c:pt idx="5261">
                  <c:v>22-02-2021</c:v>
                </c:pt>
                <c:pt idx="5262">
                  <c:v>23-02-2021</c:v>
                </c:pt>
                <c:pt idx="5263">
                  <c:v>24-02-2021</c:v>
                </c:pt>
                <c:pt idx="5264">
                  <c:v>25-02-2021</c:v>
                </c:pt>
                <c:pt idx="5265">
                  <c:v>26-02-2021</c:v>
                </c:pt>
                <c:pt idx="5266">
                  <c:v>01-03-2021</c:v>
                </c:pt>
                <c:pt idx="5267">
                  <c:v>02-03-2021</c:v>
                </c:pt>
                <c:pt idx="5268">
                  <c:v>03-03-2021</c:v>
                </c:pt>
                <c:pt idx="5269">
                  <c:v>04-03-2021</c:v>
                </c:pt>
                <c:pt idx="5270">
                  <c:v>05-03-2021</c:v>
                </c:pt>
                <c:pt idx="5271">
                  <c:v>08-03-2021</c:v>
                </c:pt>
                <c:pt idx="5272">
                  <c:v>09-03-2021</c:v>
                </c:pt>
                <c:pt idx="5273">
                  <c:v>10-03-2021</c:v>
                </c:pt>
                <c:pt idx="5274">
                  <c:v>12-03-2021</c:v>
                </c:pt>
                <c:pt idx="5275">
                  <c:v>15-03-2021</c:v>
                </c:pt>
                <c:pt idx="5276">
                  <c:v>16-03-2021</c:v>
                </c:pt>
                <c:pt idx="5277">
                  <c:v>17-03-2021</c:v>
                </c:pt>
                <c:pt idx="5278">
                  <c:v>18-03-2021</c:v>
                </c:pt>
                <c:pt idx="5279">
                  <c:v>19-03-2021</c:v>
                </c:pt>
                <c:pt idx="5280">
                  <c:v>22-03-2021</c:v>
                </c:pt>
                <c:pt idx="5281">
                  <c:v>23-03-2021</c:v>
                </c:pt>
                <c:pt idx="5282">
                  <c:v>24-03-2021</c:v>
                </c:pt>
                <c:pt idx="5283">
                  <c:v>25-03-2021</c:v>
                </c:pt>
                <c:pt idx="5284">
                  <c:v>26-03-2021</c:v>
                </c:pt>
                <c:pt idx="5285">
                  <c:v>30-03-2021</c:v>
                </c:pt>
                <c:pt idx="5286">
                  <c:v>31-03-2021</c:v>
                </c:pt>
                <c:pt idx="5287">
                  <c:v>01-04-2021</c:v>
                </c:pt>
                <c:pt idx="5288">
                  <c:v>05-04-2021</c:v>
                </c:pt>
                <c:pt idx="5289">
                  <c:v>06-04-2021</c:v>
                </c:pt>
                <c:pt idx="5290">
                  <c:v>07-04-2021</c:v>
                </c:pt>
                <c:pt idx="5291">
                  <c:v>08-04-2021</c:v>
                </c:pt>
                <c:pt idx="5292">
                  <c:v>09-04-2021</c:v>
                </c:pt>
                <c:pt idx="5293">
                  <c:v>12-04-2021</c:v>
                </c:pt>
                <c:pt idx="5294">
                  <c:v>13-04-2021</c:v>
                </c:pt>
                <c:pt idx="5295">
                  <c:v>15-04-2021</c:v>
                </c:pt>
                <c:pt idx="5296">
                  <c:v>16-04-2021</c:v>
                </c:pt>
                <c:pt idx="5297">
                  <c:v>19-04-2021</c:v>
                </c:pt>
                <c:pt idx="5298">
                  <c:v>20-04-2021</c:v>
                </c:pt>
                <c:pt idx="5299">
                  <c:v>22-04-2021</c:v>
                </c:pt>
                <c:pt idx="5300">
                  <c:v>23-04-2021</c:v>
                </c:pt>
                <c:pt idx="5301">
                  <c:v>26-04-2021</c:v>
                </c:pt>
                <c:pt idx="5302">
                  <c:v>27-04-2021</c:v>
                </c:pt>
                <c:pt idx="5303">
                  <c:v>28-04-2021</c:v>
                </c:pt>
                <c:pt idx="5304">
                  <c:v>29-04-2021</c:v>
                </c:pt>
                <c:pt idx="5305">
                  <c:v>30-04-2021</c:v>
                </c:pt>
              </c:strCache>
            </c:strRef>
          </c:cat>
          <c:val>
            <c:numRef>
              <c:f>FINPIVOT!$B$3:$B$5309</c:f>
              <c:numCache>
                <c:formatCode>General</c:formatCode>
                <c:ptCount val="5306"/>
                <c:pt idx="0">
                  <c:v>293.5</c:v>
                </c:pt>
                <c:pt idx="1">
                  <c:v>304.05</c:v>
                </c:pt>
                <c:pt idx="2">
                  <c:v>292.8</c:v>
                </c:pt>
                <c:pt idx="3">
                  <c:v>296.45</c:v>
                </c:pt>
                <c:pt idx="4">
                  <c:v>286.55</c:v>
                </c:pt>
                <c:pt idx="5">
                  <c:v>287.2</c:v>
                </c:pt>
                <c:pt idx="6">
                  <c:v>283.85000000000002</c:v>
                </c:pt>
                <c:pt idx="7">
                  <c:v>285.60000000000002</c:v>
                </c:pt>
                <c:pt idx="8">
                  <c:v>283.85000000000002</c:v>
                </c:pt>
                <c:pt idx="9">
                  <c:v>286.55</c:v>
                </c:pt>
                <c:pt idx="10">
                  <c:v>302.2</c:v>
                </c:pt>
                <c:pt idx="11">
                  <c:v>305.75</c:v>
                </c:pt>
                <c:pt idx="12">
                  <c:v>305.25</c:v>
                </c:pt>
                <c:pt idx="13">
                  <c:v>291.35000000000002</c:v>
                </c:pt>
                <c:pt idx="14">
                  <c:v>299.55</c:v>
                </c:pt>
                <c:pt idx="15">
                  <c:v>293.05</c:v>
                </c:pt>
                <c:pt idx="16">
                  <c:v>303.14999999999998</c:v>
                </c:pt>
                <c:pt idx="17">
                  <c:v>316.60000000000002</c:v>
                </c:pt>
                <c:pt idx="18">
                  <c:v>324.39999999999998</c:v>
                </c:pt>
                <c:pt idx="19">
                  <c:v>333.5</c:v>
                </c:pt>
                <c:pt idx="20">
                  <c:v>350.55</c:v>
                </c:pt>
                <c:pt idx="21">
                  <c:v>351.4</c:v>
                </c:pt>
                <c:pt idx="22">
                  <c:v>341.9</c:v>
                </c:pt>
                <c:pt idx="23">
                  <c:v>357.2</c:v>
                </c:pt>
                <c:pt idx="24">
                  <c:v>355.45</c:v>
                </c:pt>
                <c:pt idx="25">
                  <c:v>350.5</c:v>
                </c:pt>
                <c:pt idx="26">
                  <c:v>329.15</c:v>
                </c:pt>
                <c:pt idx="27">
                  <c:v>320.35000000000002</c:v>
                </c:pt>
                <c:pt idx="28">
                  <c:v>343.65</c:v>
                </c:pt>
                <c:pt idx="29">
                  <c:v>359.15</c:v>
                </c:pt>
                <c:pt idx="30">
                  <c:v>332.6</c:v>
                </c:pt>
                <c:pt idx="31">
                  <c:v>341.6</c:v>
                </c:pt>
                <c:pt idx="32">
                  <c:v>339.2</c:v>
                </c:pt>
                <c:pt idx="33">
                  <c:v>327.9</c:v>
                </c:pt>
                <c:pt idx="34">
                  <c:v>319.14999999999998</c:v>
                </c:pt>
                <c:pt idx="35">
                  <c:v>305.95</c:v>
                </c:pt>
                <c:pt idx="36">
                  <c:v>330.45</c:v>
                </c:pt>
                <c:pt idx="37">
                  <c:v>351.7</c:v>
                </c:pt>
                <c:pt idx="38">
                  <c:v>379.85</c:v>
                </c:pt>
                <c:pt idx="39">
                  <c:v>409.7</c:v>
                </c:pt>
                <c:pt idx="40">
                  <c:v>401.7</c:v>
                </c:pt>
                <c:pt idx="41">
                  <c:v>433.85</c:v>
                </c:pt>
                <c:pt idx="42">
                  <c:v>468.6</c:v>
                </c:pt>
                <c:pt idx="43">
                  <c:v>473.05</c:v>
                </c:pt>
                <c:pt idx="44">
                  <c:v>443.5</c:v>
                </c:pt>
                <c:pt idx="45">
                  <c:v>412.2</c:v>
                </c:pt>
                <c:pt idx="46">
                  <c:v>416.7</c:v>
                </c:pt>
                <c:pt idx="47">
                  <c:v>399.6</c:v>
                </c:pt>
                <c:pt idx="48">
                  <c:v>397.55</c:v>
                </c:pt>
                <c:pt idx="49">
                  <c:v>381.6</c:v>
                </c:pt>
                <c:pt idx="50">
                  <c:v>396.65</c:v>
                </c:pt>
                <c:pt idx="51">
                  <c:v>400.5</c:v>
                </c:pt>
                <c:pt idx="52">
                  <c:v>398.2</c:v>
                </c:pt>
                <c:pt idx="53">
                  <c:v>406.35</c:v>
                </c:pt>
                <c:pt idx="54">
                  <c:v>413.25</c:v>
                </c:pt>
                <c:pt idx="55">
                  <c:v>409.85</c:v>
                </c:pt>
                <c:pt idx="56">
                  <c:v>416.8</c:v>
                </c:pt>
                <c:pt idx="57">
                  <c:v>417.4</c:v>
                </c:pt>
                <c:pt idx="58">
                  <c:v>412.7</c:v>
                </c:pt>
                <c:pt idx="59">
                  <c:v>380.3</c:v>
                </c:pt>
                <c:pt idx="60">
                  <c:v>363.85</c:v>
                </c:pt>
                <c:pt idx="61">
                  <c:v>393</c:v>
                </c:pt>
                <c:pt idx="62">
                  <c:v>424.45</c:v>
                </c:pt>
                <c:pt idx="63">
                  <c:v>458.45</c:v>
                </c:pt>
                <c:pt idx="64">
                  <c:v>469.8</c:v>
                </c:pt>
                <c:pt idx="65">
                  <c:v>459.25</c:v>
                </c:pt>
                <c:pt idx="66">
                  <c:v>490.95</c:v>
                </c:pt>
                <c:pt idx="67">
                  <c:v>477.7</c:v>
                </c:pt>
                <c:pt idx="68">
                  <c:v>464.3</c:v>
                </c:pt>
                <c:pt idx="69">
                  <c:v>453.25</c:v>
                </c:pt>
                <c:pt idx="70">
                  <c:v>448.7</c:v>
                </c:pt>
                <c:pt idx="71">
                  <c:v>433.1</c:v>
                </c:pt>
                <c:pt idx="72">
                  <c:v>445.4</c:v>
                </c:pt>
                <c:pt idx="73">
                  <c:v>459.35</c:v>
                </c:pt>
                <c:pt idx="74">
                  <c:v>475.1</c:v>
                </c:pt>
                <c:pt idx="75">
                  <c:v>448.05</c:v>
                </c:pt>
                <c:pt idx="76">
                  <c:v>456.9</c:v>
                </c:pt>
                <c:pt idx="77">
                  <c:v>460.65</c:v>
                </c:pt>
                <c:pt idx="78">
                  <c:v>460.15</c:v>
                </c:pt>
                <c:pt idx="79">
                  <c:v>472.35</c:v>
                </c:pt>
                <c:pt idx="80">
                  <c:v>479.35</c:v>
                </c:pt>
                <c:pt idx="81">
                  <c:v>460.85</c:v>
                </c:pt>
                <c:pt idx="82">
                  <c:v>455.75</c:v>
                </c:pt>
                <c:pt idx="83">
                  <c:v>449</c:v>
                </c:pt>
                <c:pt idx="84">
                  <c:v>437.55</c:v>
                </c:pt>
                <c:pt idx="85">
                  <c:v>424.95</c:v>
                </c:pt>
                <c:pt idx="86">
                  <c:v>441.75</c:v>
                </c:pt>
                <c:pt idx="87">
                  <c:v>448.65</c:v>
                </c:pt>
                <c:pt idx="88">
                  <c:v>461.05</c:v>
                </c:pt>
                <c:pt idx="89">
                  <c:v>460.4</c:v>
                </c:pt>
                <c:pt idx="90">
                  <c:v>471.75</c:v>
                </c:pt>
                <c:pt idx="91">
                  <c:v>461.35</c:v>
                </c:pt>
                <c:pt idx="92">
                  <c:v>465.45</c:v>
                </c:pt>
                <c:pt idx="93">
                  <c:v>477.65</c:v>
                </c:pt>
                <c:pt idx="94">
                  <c:v>486.15</c:v>
                </c:pt>
                <c:pt idx="95">
                  <c:v>501.9</c:v>
                </c:pt>
                <c:pt idx="96">
                  <c:v>486.4</c:v>
                </c:pt>
                <c:pt idx="97">
                  <c:v>473</c:v>
                </c:pt>
                <c:pt idx="98">
                  <c:v>483.3</c:v>
                </c:pt>
                <c:pt idx="99">
                  <c:v>541.29999999999995</c:v>
                </c:pt>
                <c:pt idx="100">
                  <c:v>543.65</c:v>
                </c:pt>
                <c:pt idx="101">
                  <c:v>478.45</c:v>
                </c:pt>
                <c:pt idx="102">
                  <c:v>496.35</c:v>
                </c:pt>
                <c:pt idx="103">
                  <c:v>525.35</c:v>
                </c:pt>
                <c:pt idx="104">
                  <c:v>544.70000000000005</c:v>
                </c:pt>
                <c:pt idx="105">
                  <c:v>530.70000000000005</c:v>
                </c:pt>
                <c:pt idx="106">
                  <c:v>513.20000000000005</c:v>
                </c:pt>
                <c:pt idx="107">
                  <c:v>515.25</c:v>
                </c:pt>
                <c:pt idx="108">
                  <c:v>509.35</c:v>
                </c:pt>
                <c:pt idx="109">
                  <c:v>503.6</c:v>
                </c:pt>
                <c:pt idx="110">
                  <c:v>495.35</c:v>
                </c:pt>
                <c:pt idx="111">
                  <c:v>488.2</c:v>
                </c:pt>
                <c:pt idx="112">
                  <c:v>484.85</c:v>
                </c:pt>
                <c:pt idx="113">
                  <c:v>499.85</c:v>
                </c:pt>
                <c:pt idx="114">
                  <c:v>504.1</c:v>
                </c:pt>
                <c:pt idx="115">
                  <c:v>509.2</c:v>
                </c:pt>
                <c:pt idx="116">
                  <c:v>525.1</c:v>
                </c:pt>
                <c:pt idx="117">
                  <c:v>525.35</c:v>
                </c:pt>
                <c:pt idx="118">
                  <c:v>536.25</c:v>
                </c:pt>
                <c:pt idx="119">
                  <c:v>541.15</c:v>
                </c:pt>
                <c:pt idx="120">
                  <c:v>558.20000000000005</c:v>
                </c:pt>
                <c:pt idx="121">
                  <c:v>551.54999999999995</c:v>
                </c:pt>
                <c:pt idx="122">
                  <c:v>548.15</c:v>
                </c:pt>
                <c:pt idx="123">
                  <c:v>551.65</c:v>
                </c:pt>
                <c:pt idx="124">
                  <c:v>548.70000000000005</c:v>
                </c:pt>
                <c:pt idx="125">
                  <c:v>480</c:v>
                </c:pt>
                <c:pt idx="126">
                  <c:v>484.65</c:v>
                </c:pt>
                <c:pt idx="127">
                  <c:v>511.25</c:v>
                </c:pt>
                <c:pt idx="128">
                  <c:v>499.9</c:v>
                </c:pt>
                <c:pt idx="129">
                  <c:v>489.85</c:v>
                </c:pt>
                <c:pt idx="130">
                  <c:v>481.2</c:v>
                </c:pt>
                <c:pt idx="131">
                  <c:v>490.55</c:v>
                </c:pt>
                <c:pt idx="132">
                  <c:v>487.65</c:v>
                </c:pt>
                <c:pt idx="133">
                  <c:v>478.55</c:v>
                </c:pt>
                <c:pt idx="134">
                  <c:v>480.95</c:v>
                </c:pt>
                <c:pt idx="135">
                  <c:v>475.55</c:v>
                </c:pt>
                <c:pt idx="136">
                  <c:v>475.3</c:v>
                </c:pt>
                <c:pt idx="137">
                  <c:v>511.65</c:v>
                </c:pt>
                <c:pt idx="138">
                  <c:v>509.25</c:v>
                </c:pt>
                <c:pt idx="139">
                  <c:v>501</c:v>
                </c:pt>
                <c:pt idx="140">
                  <c:v>498.4</c:v>
                </c:pt>
                <c:pt idx="141">
                  <c:v>499.75</c:v>
                </c:pt>
                <c:pt idx="142">
                  <c:v>500.3</c:v>
                </c:pt>
                <c:pt idx="143">
                  <c:v>500.05</c:v>
                </c:pt>
                <c:pt idx="144">
                  <c:v>505.9</c:v>
                </c:pt>
                <c:pt idx="145">
                  <c:v>499.3</c:v>
                </c:pt>
                <c:pt idx="146">
                  <c:v>491.75</c:v>
                </c:pt>
                <c:pt idx="147">
                  <c:v>489.15</c:v>
                </c:pt>
                <c:pt idx="148">
                  <c:v>503.15</c:v>
                </c:pt>
                <c:pt idx="149">
                  <c:v>502.75</c:v>
                </c:pt>
                <c:pt idx="150">
                  <c:v>505.55</c:v>
                </c:pt>
                <c:pt idx="151">
                  <c:v>493.55</c:v>
                </c:pt>
                <c:pt idx="152">
                  <c:v>496.05</c:v>
                </c:pt>
                <c:pt idx="153">
                  <c:v>504.95</c:v>
                </c:pt>
                <c:pt idx="154">
                  <c:v>503.15</c:v>
                </c:pt>
                <c:pt idx="155">
                  <c:v>522.79999999999995</c:v>
                </c:pt>
                <c:pt idx="156">
                  <c:v>513</c:v>
                </c:pt>
                <c:pt idx="157">
                  <c:v>501.1</c:v>
                </c:pt>
                <c:pt idx="158">
                  <c:v>490.4</c:v>
                </c:pt>
                <c:pt idx="159">
                  <c:v>482.9</c:v>
                </c:pt>
                <c:pt idx="160">
                  <c:v>489.6</c:v>
                </c:pt>
                <c:pt idx="161">
                  <c:v>495.35</c:v>
                </c:pt>
                <c:pt idx="162">
                  <c:v>500.5</c:v>
                </c:pt>
                <c:pt idx="163">
                  <c:v>500.7</c:v>
                </c:pt>
                <c:pt idx="164">
                  <c:v>505</c:v>
                </c:pt>
                <c:pt idx="165">
                  <c:v>520.15</c:v>
                </c:pt>
                <c:pt idx="166">
                  <c:v>524.04999999999995</c:v>
                </c:pt>
                <c:pt idx="167">
                  <c:v>528.25</c:v>
                </c:pt>
                <c:pt idx="168">
                  <c:v>544.6</c:v>
                </c:pt>
                <c:pt idx="169">
                  <c:v>539.95000000000005</c:v>
                </c:pt>
                <c:pt idx="170">
                  <c:v>534.29999999999995</c:v>
                </c:pt>
                <c:pt idx="171">
                  <c:v>532.20000000000005</c:v>
                </c:pt>
                <c:pt idx="172">
                  <c:v>529.45000000000005</c:v>
                </c:pt>
                <c:pt idx="173">
                  <c:v>520.65</c:v>
                </c:pt>
                <c:pt idx="174">
                  <c:v>506</c:v>
                </c:pt>
                <c:pt idx="175">
                  <c:v>513.54999999999995</c:v>
                </c:pt>
                <c:pt idx="176">
                  <c:v>507.5</c:v>
                </c:pt>
                <c:pt idx="177">
                  <c:v>499.55</c:v>
                </c:pt>
                <c:pt idx="178">
                  <c:v>502.05</c:v>
                </c:pt>
                <c:pt idx="179">
                  <c:v>500</c:v>
                </c:pt>
                <c:pt idx="180">
                  <c:v>499.7</c:v>
                </c:pt>
                <c:pt idx="181">
                  <c:v>481</c:v>
                </c:pt>
                <c:pt idx="182">
                  <c:v>474.95</c:v>
                </c:pt>
                <c:pt idx="183">
                  <c:v>445.15</c:v>
                </c:pt>
                <c:pt idx="184">
                  <c:v>426.55</c:v>
                </c:pt>
                <c:pt idx="185">
                  <c:v>441.05</c:v>
                </c:pt>
                <c:pt idx="186">
                  <c:v>437.85</c:v>
                </c:pt>
                <c:pt idx="187">
                  <c:v>433.9</c:v>
                </c:pt>
                <c:pt idx="188">
                  <c:v>439</c:v>
                </c:pt>
                <c:pt idx="189">
                  <c:v>439</c:v>
                </c:pt>
                <c:pt idx="190">
                  <c:v>449.45</c:v>
                </c:pt>
                <c:pt idx="191">
                  <c:v>449.25</c:v>
                </c:pt>
                <c:pt idx="192">
                  <c:v>455.95</c:v>
                </c:pt>
                <c:pt idx="193">
                  <c:v>448.6</c:v>
                </c:pt>
                <c:pt idx="194">
                  <c:v>449.65</c:v>
                </c:pt>
                <c:pt idx="195">
                  <c:v>450</c:v>
                </c:pt>
                <c:pt idx="196">
                  <c:v>450.85</c:v>
                </c:pt>
                <c:pt idx="197">
                  <c:v>458.8</c:v>
                </c:pt>
                <c:pt idx="198">
                  <c:v>458.75</c:v>
                </c:pt>
                <c:pt idx="199">
                  <c:v>477.4</c:v>
                </c:pt>
                <c:pt idx="200">
                  <c:v>469.75</c:v>
                </c:pt>
                <c:pt idx="201">
                  <c:v>464.65</c:v>
                </c:pt>
                <c:pt idx="202">
                  <c:v>457.35</c:v>
                </c:pt>
                <c:pt idx="203">
                  <c:v>462.2</c:v>
                </c:pt>
                <c:pt idx="204">
                  <c:v>461.3</c:v>
                </c:pt>
                <c:pt idx="205">
                  <c:v>464.1</c:v>
                </c:pt>
                <c:pt idx="206">
                  <c:v>471.45</c:v>
                </c:pt>
                <c:pt idx="207">
                  <c:v>470.25</c:v>
                </c:pt>
                <c:pt idx="208">
                  <c:v>480</c:v>
                </c:pt>
                <c:pt idx="209">
                  <c:v>489.85</c:v>
                </c:pt>
                <c:pt idx="210">
                  <c:v>488.5</c:v>
                </c:pt>
                <c:pt idx="211">
                  <c:v>482.9</c:v>
                </c:pt>
                <c:pt idx="212">
                  <c:v>485.6</c:v>
                </c:pt>
                <c:pt idx="213">
                  <c:v>489</c:v>
                </c:pt>
                <c:pt idx="214">
                  <c:v>488.2</c:v>
                </c:pt>
                <c:pt idx="215">
                  <c:v>496.85</c:v>
                </c:pt>
                <c:pt idx="216">
                  <c:v>508.05</c:v>
                </c:pt>
                <c:pt idx="217">
                  <c:v>496.8</c:v>
                </c:pt>
                <c:pt idx="218">
                  <c:v>500.4</c:v>
                </c:pt>
                <c:pt idx="219">
                  <c:v>494.65</c:v>
                </c:pt>
                <c:pt idx="220">
                  <c:v>489.2</c:v>
                </c:pt>
                <c:pt idx="221">
                  <c:v>477.35</c:v>
                </c:pt>
                <c:pt idx="222">
                  <c:v>477.25</c:v>
                </c:pt>
                <c:pt idx="223">
                  <c:v>474.15</c:v>
                </c:pt>
                <c:pt idx="224">
                  <c:v>485.5</c:v>
                </c:pt>
                <c:pt idx="225">
                  <c:v>509.4</c:v>
                </c:pt>
                <c:pt idx="226">
                  <c:v>525.1</c:v>
                </c:pt>
                <c:pt idx="227">
                  <c:v>528</c:v>
                </c:pt>
                <c:pt idx="228">
                  <c:v>524.65</c:v>
                </c:pt>
                <c:pt idx="229">
                  <c:v>529.20000000000005</c:v>
                </c:pt>
                <c:pt idx="230">
                  <c:v>519.5</c:v>
                </c:pt>
                <c:pt idx="231">
                  <c:v>523.4</c:v>
                </c:pt>
                <c:pt idx="232">
                  <c:v>522.54999999999995</c:v>
                </c:pt>
                <c:pt idx="233">
                  <c:v>530.75</c:v>
                </c:pt>
                <c:pt idx="234">
                  <c:v>535.29999999999995</c:v>
                </c:pt>
                <c:pt idx="235">
                  <c:v>546.70000000000005</c:v>
                </c:pt>
                <c:pt idx="236">
                  <c:v>555.6</c:v>
                </c:pt>
                <c:pt idx="237">
                  <c:v>561.54999999999995</c:v>
                </c:pt>
                <c:pt idx="238">
                  <c:v>555.35</c:v>
                </c:pt>
                <c:pt idx="239">
                  <c:v>553.29999999999995</c:v>
                </c:pt>
                <c:pt idx="240">
                  <c:v>560.45000000000005</c:v>
                </c:pt>
                <c:pt idx="241">
                  <c:v>555.29999999999995</c:v>
                </c:pt>
                <c:pt idx="242">
                  <c:v>556.5</c:v>
                </c:pt>
                <c:pt idx="243">
                  <c:v>554.75</c:v>
                </c:pt>
                <c:pt idx="244">
                  <c:v>545.04999999999995</c:v>
                </c:pt>
                <c:pt idx="245">
                  <c:v>549.29999999999995</c:v>
                </c:pt>
                <c:pt idx="246">
                  <c:v>542.75</c:v>
                </c:pt>
                <c:pt idx="247">
                  <c:v>536.6</c:v>
                </c:pt>
                <c:pt idx="248">
                  <c:v>538.70000000000005</c:v>
                </c:pt>
                <c:pt idx="249">
                  <c:v>541.79999999999995</c:v>
                </c:pt>
                <c:pt idx="250">
                  <c:v>538.25</c:v>
                </c:pt>
                <c:pt idx="251">
                  <c:v>542.15</c:v>
                </c:pt>
                <c:pt idx="252">
                  <c:v>552.15</c:v>
                </c:pt>
                <c:pt idx="253">
                  <c:v>550.6</c:v>
                </c:pt>
                <c:pt idx="254">
                  <c:v>583.29999999999995</c:v>
                </c:pt>
                <c:pt idx="255">
                  <c:v>589.35</c:v>
                </c:pt>
                <c:pt idx="256">
                  <c:v>595.6</c:v>
                </c:pt>
                <c:pt idx="257">
                  <c:v>572.45000000000005</c:v>
                </c:pt>
                <c:pt idx="258">
                  <c:v>551.15</c:v>
                </c:pt>
                <c:pt idx="259">
                  <c:v>547.85</c:v>
                </c:pt>
                <c:pt idx="260">
                  <c:v>536.35</c:v>
                </c:pt>
                <c:pt idx="261">
                  <c:v>529.35</c:v>
                </c:pt>
                <c:pt idx="262">
                  <c:v>531.54999999999995</c:v>
                </c:pt>
                <c:pt idx="263">
                  <c:v>529.9</c:v>
                </c:pt>
                <c:pt idx="264">
                  <c:v>515</c:v>
                </c:pt>
                <c:pt idx="265">
                  <c:v>505.5</c:v>
                </c:pt>
                <c:pt idx="266">
                  <c:v>495.5</c:v>
                </c:pt>
                <c:pt idx="267">
                  <c:v>513.85</c:v>
                </c:pt>
                <c:pt idx="268">
                  <c:v>545.25</c:v>
                </c:pt>
                <c:pt idx="269">
                  <c:v>582.20000000000005</c:v>
                </c:pt>
                <c:pt idx="270">
                  <c:v>558.9</c:v>
                </c:pt>
                <c:pt idx="271">
                  <c:v>554.85</c:v>
                </c:pt>
                <c:pt idx="272">
                  <c:v>555.15</c:v>
                </c:pt>
                <c:pt idx="273">
                  <c:v>573.85</c:v>
                </c:pt>
                <c:pt idx="274">
                  <c:v>558.65</c:v>
                </c:pt>
                <c:pt idx="275">
                  <c:v>554.54999999999995</c:v>
                </c:pt>
                <c:pt idx="276">
                  <c:v>558.45000000000005</c:v>
                </c:pt>
                <c:pt idx="277">
                  <c:v>573.25</c:v>
                </c:pt>
                <c:pt idx="278">
                  <c:v>593.04999999999995</c:v>
                </c:pt>
                <c:pt idx="279">
                  <c:v>578.75</c:v>
                </c:pt>
                <c:pt idx="280">
                  <c:v>574.75</c:v>
                </c:pt>
                <c:pt idx="281">
                  <c:v>571.1</c:v>
                </c:pt>
                <c:pt idx="282">
                  <c:v>574.35</c:v>
                </c:pt>
                <c:pt idx="283">
                  <c:v>567.4</c:v>
                </c:pt>
                <c:pt idx="284">
                  <c:v>577.70000000000005</c:v>
                </c:pt>
                <c:pt idx="285">
                  <c:v>568.6</c:v>
                </c:pt>
                <c:pt idx="286">
                  <c:v>567.9</c:v>
                </c:pt>
                <c:pt idx="287">
                  <c:v>562.79999999999995</c:v>
                </c:pt>
                <c:pt idx="288">
                  <c:v>555.6</c:v>
                </c:pt>
                <c:pt idx="289">
                  <c:v>569.70000000000005</c:v>
                </c:pt>
                <c:pt idx="290">
                  <c:v>591.29999999999995</c:v>
                </c:pt>
                <c:pt idx="291">
                  <c:v>593.5</c:v>
                </c:pt>
                <c:pt idx="292">
                  <c:v>598.5</c:v>
                </c:pt>
                <c:pt idx="293">
                  <c:v>556.1</c:v>
                </c:pt>
                <c:pt idx="294">
                  <c:v>526.15</c:v>
                </c:pt>
                <c:pt idx="295">
                  <c:v>544.04999999999995</c:v>
                </c:pt>
                <c:pt idx="296">
                  <c:v>540.79999999999995</c:v>
                </c:pt>
                <c:pt idx="297">
                  <c:v>540.35</c:v>
                </c:pt>
                <c:pt idx="298">
                  <c:v>545.04999999999995</c:v>
                </c:pt>
                <c:pt idx="299">
                  <c:v>546</c:v>
                </c:pt>
                <c:pt idx="300">
                  <c:v>594</c:v>
                </c:pt>
                <c:pt idx="301">
                  <c:v>572.70000000000005</c:v>
                </c:pt>
                <c:pt idx="302">
                  <c:v>571.85</c:v>
                </c:pt>
                <c:pt idx="303">
                  <c:v>569.45000000000005</c:v>
                </c:pt>
                <c:pt idx="304">
                  <c:v>556.79999999999995</c:v>
                </c:pt>
                <c:pt idx="305">
                  <c:v>568.79999999999995</c:v>
                </c:pt>
                <c:pt idx="306">
                  <c:v>586.4</c:v>
                </c:pt>
                <c:pt idx="307">
                  <c:v>586.20000000000005</c:v>
                </c:pt>
                <c:pt idx="308">
                  <c:v>578.85</c:v>
                </c:pt>
                <c:pt idx="309">
                  <c:v>586.70000000000005</c:v>
                </c:pt>
                <c:pt idx="310">
                  <c:v>574.25</c:v>
                </c:pt>
                <c:pt idx="311">
                  <c:v>567.20000000000005</c:v>
                </c:pt>
                <c:pt idx="312">
                  <c:v>546.4</c:v>
                </c:pt>
                <c:pt idx="313">
                  <c:v>568.4</c:v>
                </c:pt>
                <c:pt idx="314">
                  <c:v>578.35</c:v>
                </c:pt>
                <c:pt idx="315">
                  <c:v>560.45000000000005</c:v>
                </c:pt>
                <c:pt idx="316">
                  <c:v>560.45000000000005</c:v>
                </c:pt>
                <c:pt idx="317">
                  <c:v>552.6</c:v>
                </c:pt>
                <c:pt idx="318">
                  <c:v>550.20000000000005</c:v>
                </c:pt>
                <c:pt idx="319">
                  <c:v>551.35</c:v>
                </c:pt>
                <c:pt idx="320">
                  <c:v>555.25</c:v>
                </c:pt>
                <c:pt idx="321">
                  <c:v>585</c:v>
                </c:pt>
                <c:pt idx="322">
                  <c:v>594.95000000000005</c:v>
                </c:pt>
                <c:pt idx="323">
                  <c:v>576.95000000000005</c:v>
                </c:pt>
                <c:pt idx="324">
                  <c:v>571.20000000000005</c:v>
                </c:pt>
                <c:pt idx="325">
                  <c:v>569.54999999999995</c:v>
                </c:pt>
                <c:pt idx="326">
                  <c:v>583.5</c:v>
                </c:pt>
                <c:pt idx="327">
                  <c:v>589.4</c:v>
                </c:pt>
                <c:pt idx="328">
                  <c:v>596.79999999999995</c:v>
                </c:pt>
                <c:pt idx="329">
                  <c:v>587.20000000000005</c:v>
                </c:pt>
                <c:pt idx="330">
                  <c:v>581.20000000000005</c:v>
                </c:pt>
                <c:pt idx="331">
                  <c:v>574</c:v>
                </c:pt>
                <c:pt idx="332">
                  <c:v>589.54999999999995</c:v>
                </c:pt>
                <c:pt idx="333">
                  <c:v>592.95000000000005</c:v>
                </c:pt>
                <c:pt idx="334">
                  <c:v>604.45000000000005</c:v>
                </c:pt>
                <c:pt idx="335">
                  <c:v>611.75</c:v>
                </c:pt>
                <c:pt idx="336">
                  <c:v>608.85</c:v>
                </c:pt>
                <c:pt idx="337">
                  <c:v>591.04999999999995</c:v>
                </c:pt>
                <c:pt idx="338">
                  <c:v>591.04999999999995</c:v>
                </c:pt>
                <c:pt idx="339">
                  <c:v>588.85</c:v>
                </c:pt>
                <c:pt idx="340">
                  <c:v>590.1</c:v>
                </c:pt>
                <c:pt idx="341">
                  <c:v>594.54999999999995</c:v>
                </c:pt>
                <c:pt idx="342">
                  <c:v>609.15</c:v>
                </c:pt>
                <c:pt idx="343">
                  <c:v>671.45</c:v>
                </c:pt>
                <c:pt idx="344">
                  <c:v>660.1</c:v>
                </c:pt>
                <c:pt idx="345">
                  <c:v>651.25</c:v>
                </c:pt>
                <c:pt idx="346">
                  <c:v>641.1</c:v>
                </c:pt>
                <c:pt idx="347">
                  <c:v>649.95000000000005</c:v>
                </c:pt>
                <c:pt idx="348">
                  <c:v>660.1</c:v>
                </c:pt>
                <c:pt idx="349">
                  <c:v>660.15</c:v>
                </c:pt>
                <c:pt idx="350">
                  <c:v>664.65</c:v>
                </c:pt>
                <c:pt idx="351">
                  <c:v>674</c:v>
                </c:pt>
                <c:pt idx="352">
                  <c:v>672.15</c:v>
                </c:pt>
                <c:pt idx="353">
                  <c:v>663.1</c:v>
                </c:pt>
                <c:pt idx="354">
                  <c:v>665.5</c:v>
                </c:pt>
                <c:pt idx="355">
                  <c:v>666.35</c:v>
                </c:pt>
                <c:pt idx="356">
                  <c:v>667.65</c:v>
                </c:pt>
                <c:pt idx="357">
                  <c:v>652.1</c:v>
                </c:pt>
                <c:pt idx="358">
                  <c:v>650.35</c:v>
                </c:pt>
                <c:pt idx="359">
                  <c:v>662.05</c:v>
                </c:pt>
                <c:pt idx="360">
                  <c:v>670</c:v>
                </c:pt>
                <c:pt idx="361">
                  <c:v>668.25</c:v>
                </c:pt>
                <c:pt idx="362">
                  <c:v>652.95000000000005</c:v>
                </c:pt>
                <c:pt idx="363">
                  <c:v>649.45000000000005</c:v>
                </c:pt>
                <c:pt idx="364">
                  <c:v>653.79999999999995</c:v>
                </c:pt>
                <c:pt idx="365">
                  <c:v>657.85</c:v>
                </c:pt>
                <c:pt idx="366">
                  <c:v>669.2</c:v>
                </c:pt>
                <c:pt idx="367">
                  <c:v>674.4</c:v>
                </c:pt>
                <c:pt idx="368">
                  <c:v>666.05</c:v>
                </c:pt>
                <c:pt idx="369">
                  <c:v>666.15</c:v>
                </c:pt>
                <c:pt idx="370">
                  <c:v>674.8</c:v>
                </c:pt>
                <c:pt idx="371">
                  <c:v>695.3</c:v>
                </c:pt>
                <c:pt idx="372">
                  <c:v>688.9</c:v>
                </c:pt>
                <c:pt idx="373">
                  <c:v>676.95</c:v>
                </c:pt>
                <c:pt idx="374">
                  <c:v>690.3</c:v>
                </c:pt>
                <c:pt idx="375">
                  <c:v>662.35</c:v>
                </c:pt>
                <c:pt idx="376">
                  <c:v>663.6</c:v>
                </c:pt>
                <c:pt idx="377">
                  <c:v>669.8</c:v>
                </c:pt>
                <c:pt idx="378">
                  <c:v>664.9</c:v>
                </c:pt>
                <c:pt idx="379">
                  <c:v>660</c:v>
                </c:pt>
                <c:pt idx="380">
                  <c:v>652.85</c:v>
                </c:pt>
                <c:pt idx="381">
                  <c:v>650.54999999999995</c:v>
                </c:pt>
                <c:pt idx="382">
                  <c:v>660.15</c:v>
                </c:pt>
                <c:pt idx="383">
                  <c:v>651.15</c:v>
                </c:pt>
                <c:pt idx="384">
                  <c:v>664.1</c:v>
                </c:pt>
                <c:pt idx="385">
                  <c:v>660.85</c:v>
                </c:pt>
                <c:pt idx="386">
                  <c:v>659.9</c:v>
                </c:pt>
                <c:pt idx="387">
                  <c:v>659.85</c:v>
                </c:pt>
                <c:pt idx="388">
                  <c:v>654.5</c:v>
                </c:pt>
                <c:pt idx="389">
                  <c:v>633.70000000000005</c:v>
                </c:pt>
                <c:pt idx="390">
                  <c:v>629.54999999999995</c:v>
                </c:pt>
                <c:pt idx="391">
                  <c:v>633.25</c:v>
                </c:pt>
                <c:pt idx="392">
                  <c:v>640.4</c:v>
                </c:pt>
                <c:pt idx="393">
                  <c:v>651.04999999999995</c:v>
                </c:pt>
                <c:pt idx="394">
                  <c:v>657.45</c:v>
                </c:pt>
                <c:pt idx="395">
                  <c:v>653.70000000000005</c:v>
                </c:pt>
                <c:pt idx="396">
                  <c:v>670</c:v>
                </c:pt>
                <c:pt idx="397">
                  <c:v>680.75</c:v>
                </c:pt>
                <c:pt idx="398">
                  <c:v>673.4</c:v>
                </c:pt>
                <c:pt idx="399">
                  <c:v>670.3</c:v>
                </c:pt>
                <c:pt idx="400">
                  <c:v>669.85</c:v>
                </c:pt>
                <c:pt idx="401">
                  <c:v>662.1</c:v>
                </c:pt>
                <c:pt idx="402">
                  <c:v>665</c:v>
                </c:pt>
                <c:pt idx="403">
                  <c:v>667.1</c:v>
                </c:pt>
                <c:pt idx="404">
                  <c:v>678.1</c:v>
                </c:pt>
                <c:pt idx="405">
                  <c:v>664.05</c:v>
                </c:pt>
                <c:pt idx="406">
                  <c:v>662.9</c:v>
                </c:pt>
                <c:pt idx="407">
                  <c:v>662.85</c:v>
                </c:pt>
                <c:pt idx="408">
                  <c:v>680.9</c:v>
                </c:pt>
                <c:pt idx="409">
                  <c:v>689</c:v>
                </c:pt>
                <c:pt idx="410">
                  <c:v>702.5</c:v>
                </c:pt>
                <c:pt idx="411">
                  <c:v>710.45</c:v>
                </c:pt>
                <c:pt idx="412">
                  <c:v>702.25</c:v>
                </c:pt>
                <c:pt idx="413">
                  <c:v>677.7</c:v>
                </c:pt>
                <c:pt idx="414">
                  <c:v>675.9</c:v>
                </c:pt>
                <c:pt idx="415">
                  <c:v>680.1</c:v>
                </c:pt>
                <c:pt idx="416">
                  <c:v>697.1</c:v>
                </c:pt>
                <c:pt idx="417">
                  <c:v>704.85</c:v>
                </c:pt>
                <c:pt idx="418">
                  <c:v>691.8</c:v>
                </c:pt>
                <c:pt idx="419">
                  <c:v>689.9</c:v>
                </c:pt>
                <c:pt idx="420">
                  <c:v>697.3</c:v>
                </c:pt>
                <c:pt idx="421">
                  <c:v>706.85</c:v>
                </c:pt>
                <c:pt idx="422">
                  <c:v>710.5</c:v>
                </c:pt>
                <c:pt idx="423">
                  <c:v>720.35</c:v>
                </c:pt>
                <c:pt idx="424">
                  <c:v>709.35</c:v>
                </c:pt>
                <c:pt idx="425">
                  <c:v>668.35</c:v>
                </c:pt>
                <c:pt idx="426">
                  <c:v>678.7</c:v>
                </c:pt>
                <c:pt idx="427">
                  <c:v>620.75</c:v>
                </c:pt>
                <c:pt idx="428">
                  <c:v>620.29999999999995</c:v>
                </c:pt>
                <c:pt idx="429">
                  <c:v>627.35</c:v>
                </c:pt>
                <c:pt idx="430">
                  <c:v>666.6</c:v>
                </c:pt>
                <c:pt idx="431">
                  <c:v>645.65</c:v>
                </c:pt>
                <c:pt idx="432">
                  <c:v>644.20000000000005</c:v>
                </c:pt>
                <c:pt idx="433">
                  <c:v>617.9</c:v>
                </c:pt>
                <c:pt idx="434">
                  <c:v>674.55</c:v>
                </c:pt>
                <c:pt idx="435">
                  <c:v>629.95000000000005</c:v>
                </c:pt>
                <c:pt idx="436">
                  <c:v>629.95000000000005</c:v>
                </c:pt>
                <c:pt idx="437">
                  <c:v>623.45000000000005</c:v>
                </c:pt>
                <c:pt idx="438">
                  <c:v>653.75</c:v>
                </c:pt>
                <c:pt idx="439">
                  <c:v>649.25</c:v>
                </c:pt>
                <c:pt idx="440">
                  <c:v>699.3</c:v>
                </c:pt>
                <c:pt idx="441">
                  <c:v>673</c:v>
                </c:pt>
                <c:pt idx="442">
                  <c:v>670.15</c:v>
                </c:pt>
                <c:pt idx="443">
                  <c:v>681.85</c:v>
                </c:pt>
                <c:pt idx="444">
                  <c:v>650.45000000000005</c:v>
                </c:pt>
                <c:pt idx="445">
                  <c:v>669.25</c:v>
                </c:pt>
                <c:pt idx="446">
                  <c:v>657.7</c:v>
                </c:pt>
                <c:pt idx="447">
                  <c:v>652.65</c:v>
                </c:pt>
                <c:pt idx="448">
                  <c:v>664.55</c:v>
                </c:pt>
                <c:pt idx="449">
                  <c:v>663.7</c:v>
                </c:pt>
                <c:pt idx="450">
                  <c:v>650.35</c:v>
                </c:pt>
                <c:pt idx="451">
                  <c:v>640.65</c:v>
                </c:pt>
                <c:pt idx="452">
                  <c:v>645.54999999999995</c:v>
                </c:pt>
                <c:pt idx="453">
                  <c:v>654.45000000000005</c:v>
                </c:pt>
                <c:pt idx="454">
                  <c:v>678.55</c:v>
                </c:pt>
                <c:pt idx="455">
                  <c:v>677.95</c:v>
                </c:pt>
                <c:pt idx="456">
                  <c:v>678.2</c:v>
                </c:pt>
                <c:pt idx="457">
                  <c:v>694.4</c:v>
                </c:pt>
                <c:pt idx="458">
                  <c:v>698.15</c:v>
                </c:pt>
                <c:pt idx="459">
                  <c:v>700.35</c:v>
                </c:pt>
                <c:pt idx="460">
                  <c:v>704.2</c:v>
                </c:pt>
                <c:pt idx="461">
                  <c:v>700.1</c:v>
                </c:pt>
                <c:pt idx="462">
                  <c:v>699.45</c:v>
                </c:pt>
                <c:pt idx="463">
                  <c:v>705.65</c:v>
                </c:pt>
                <c:pt idx="464">
                  <c:v>700.3</c:v>
                </c:pt>
                <c:pt idx="465">
                  <c:v>688.45</c:v>
                </c:pt>
                <c:pt idx="466">
                  <c:v>689.95</c:v>
                </c:pt>
                <c:pt idx="467">
                  <c:v>684.25</c:v>
                </c:pt>
                <c:pt idx="468">
                  <c:v>686.65</c:v>
                </c:pt>
                <c:pt idx="469">
                  <c:v>690.05</c:v>
                </c:pt>
                <c:pt idx="470">
                  <c:v>689.1</c:v>
                </c:pt>
                <c:pt idx="471">
                  <c:v>679.4</c:v>
                </c:pt>
                <c:pt idx="472">
                  <c:v>706.4</c:v>
                </c:pt>
                <c:pt idx="473">
                  <c:v>700.25</c:v>
                </c:pt>
                <c:pt idx="474">
                  <c:v>702.25</c:v>
                </c:pt>
                <c:pt idx="475">
                  <c:v>702.6</c:v>
                </c:pt>
                <c:pt idx="476">
                  <c:v>700.15</c:v>
                </c:pt>
                <c:pt idx="477">
                  <c:v>699.85</c:v>
                </c:pt>
                <c:pt idx="478">
                  <c:v>688.85</c:v>
                </c:pt>
                <c:pt idx="479">
                  <c:v>692.4</c:v>
                </c:pt>
                <c:pt idx="480">
                  <c:v>687.1</c:v>
                </c:pt>
                <c:pt idx="481">
                  <c:v>685.4</c:v>
                </c:pt>
                <c:pt idx="482">
                  <c:v>694.85</c:v>
                </c:pt>
                <c:pt idx="483">
                  <c:v>695.3</c:v>
                </c:pt>
                <c:pt idx="484">
                  <c:v>685.75</c:v>
                </c:pt>
                <c:pt idx="485">
                  <c:v>686.9</c:v>
                </c:pt>
                <c:pt idx="486">
                  <c:v>689.9</c:v>
                </c:pt>
                <c:pt idx="487">
                  <c:v>685</c:v>
                </c:pt>
                <c:pt idx="488">
                  <c:v>689.5</c:v>
                </c:pt>
                <c:pt idx="489">
                  <c:v>688</c:v>
                </c:pt>
                <c:pt idx="490">
                  <c:v>679.95</c:v>
                </c:pt>
                <c:pt idx="491">
                  <c:v>679.05</c:v>
                </c:pt>
                <c:pt idx="492">
                  <c:v>668.25</c:v>
                </c:pt>
                <c:pt idx="493">
                  <c:v>672.45</c:v>
                </c:pt>
                <c:pt idx="494">
                  <c:v>668.55</c:v>
                </c:pt>
                <c:pt idx="495">
                  <c:v>669.35</c:v>
                </c:pt>
                <c:pt idx="496">
                  <c:v>668.65</c:v>
                </c:pt>
                <c:pt idx="497">
                  <c:v>666.1</c:v>
                </c:pt>
                <c:pt idx="498">
                  <c:v>659.45</c:v>
                </c:pt>
                <c:pt idx="499">
                  <c:v>648.79999999999995</c:v>
                </c:pt>
                <c:pt idx="500">
                  <c:v>646.6</c:v>
                </c:pt>
                <c:pt idx="501">
                  <c:v>643</c:v>
                </c:pt>
                <c:pt idx="502">
                  <c:v>624.95000000000005</c:v>
                </c:pt>
                <c:pt idx="503">
                  <c:v>620.54999999999995</c:v>
                </c:pt>
                <c:pt idx="504">
                  <c:v>644.54999999999995</c:v>
                </c:pt>
                <c:pt idx="505">
                  <c:v>647.04999999999995</c:v>
                </c:pt>
                <c:pt idx="506">
                  <c:v>643.54999999999995</c:v>
                </c:pt>
                <c:pt idx="507">
                  <c:v>647.4</c:v>
                </c:pt>
                <c:pt idx="508">
                  <c:v>640.6</c:v>
                </c:pt>
                <c:pt idx="509">
                  <c:v>635.85</c:v>
                </c:pt>
                <c:pt idx="510">
                  <c:v>629.85</c:v>
                </c:pt>
                <c:pt idx="511">
                  <c:v>624.65</c:v>
                </c:pt>
                <c:pt idx="512">
                  <c:v>627.70000000000005</c:v>
                </c:pt>
                <c:pt idx="513">
                  <c:v>625.79999999999995</c:v>
                </c:pt>
                <c:pt idx="514">
                  <c:v>625.04999999999995</c:v>
                </c:pt>
                <c:pt idx="515">
                  <c:v>630.20000000000005</c:v>
                </c:pt>
                <c:pt idx="516">
                  <c:v>640.15</c:v>
                </c:pt>
                <c:pt idx="517">
                  <c:v>635.79999999999995</c:v>
                </c:pt>
                <c:pt idx="518">
                  <c:v>634.85</c:v>
                </c:pt>
                <c:pt idx="519">
                  <c:v>633.29999999999995</c:v>
                </c:pt>
                <c:pt idx="520">
                  <c:v>632.15</c:v>
                </c:pt>
                <c:pt idx="521">
                  <c:v>649.70000000000005</c:v>
                </c:pt>
                <c:pt idx="522">
                  <c:v>636.79999999999995</c:v>
                </c:pt>
                <c:pt idx="523">
                  <c:v>631.04999999999995</c:v>
                </c:pt>
                <c:pt idx="524">
                  <c:v>636.9</c:v>
                </c:pt>
                <c:pt idx="525">
                  <c:v>635.45000000000005</c:v>
                </c:pt>
                <c:pt idx="526">
                  <c:v>631.65</c:v>
                </c:pt>
                <c:pt idx="527">
                  <c:v>635.95000000000005</c:v>
                </c:pt>
                <c:pt idx="528">
                  <c:v>643.5</c:v>
                </c:pt>
                <c:pt idx="529">
                  <c:v>650.95000000000005</c:v>
                </c:pt>
                <c:pt idx="530">
                  <c:v>690.3</c:v>
                </c:pt>
                <c:pt idx="531">
                  <c:v>668.4</c:v>
                </c:pt>
                <c:pt idx="532">
                  <c:v>677.3</c:v>
                </c:pt>
                <c:pt idx="533">
                  <c:v>673.25</c:v>
                </c:pt>
                <c:pt idx="534">
                  <c:v>669.75</c:v>
                </c:pt>
                <c:pt idx="535">
                  <c:v>660.7</c:v>
                </c:pt>
                <c:pt idx="536">
                  <c:v>670.05</c:v>
                </c:pt>
                <c:pt idx="537">
                  <c:v>671.3</c:v>
                </c:pt>
                <c:pt idx="538">
                  <c:v>680.55</c:v>
                </c:pt>
                <c:pt idx="539">
                  <c:v>672.4</c:v>
                </c:pt>
                <c:pt idx="540">
                  <c:v>680.65</c:v>
                </c:pt>
                <c:pt idx="541">
                  <c:v>672.25</c:v>
                </c:pt>
                <c:pt idx="542">
                  <c:v>686.8</c:v>
                </c:pt>
                <c:pt idx="543">
                  <c:v>670.4</c:v>
                </c:pt>
                <c:pt idx="544">
                  <c:v>675.95</c:v>
                </c:pt>
                <c:pt idx="545">
                  <c:v>671.15</c:v>
                </c:pt>
                <c:pt idx="546">
                  <c:v>673.9</c:v>
                </c:pt>
                <c:pt idx="547">
                  <c:v>667.1</c:v>
                </c:pt>
                <c:pt idx="548">
                  <c:v>665.55</c:v>
                </c:pt>
                <c:pt idx="549">
                  <c:v>668.2</c:v>
                </c:pt>
                <c:pt idx="550">
                  <c:v>668.7</c:v>
                </c:pt>
                <c:pt idx="551">
                  <c:v>670</c:v>
                </c:pt>
                <c:pt idx="552">
                  <c:v>665.8</c:v>
                </c:pt>
                <c:pt idx="553">
                  <c:v>669.65</c:v>
                </c:pt>
                <c:pt idx="554">
                  <c:v>683.8</c:v>
                </c:pt>
                <c:pt idx="555">
                  <c:v>674.5</c:v>
                </c:pt>
                <c:pt idx="556">
                  <c:v>665.25</c:v>
                </c:pt>
                <c:pt idx="557">
                  <c:v>665.35</c:v>
                </c:pt>
                <c:pt idx="558">
                  <c:v>661.3</c:v>
                </c:pt>
                <c:pt idx="559">
                  <c:v>684.45</c:v>
                </c:pt>
                <c:pt idx="560">
                  <c:v>665.3</c:v>
                </c:pt>
                <c:pt idx="561">
                  <c:v>664.35</c:v>
                </c:pt>
                <c:pt idx="562">
                  <c:v>665.1</c:v>
                </c:pt>
                <c:pt idx="563">
                  <c:v>660.2</c:v>
                </c:pt>
                <c:pt idx="564">
                  <c:v>660</c:v>
                </c:pt>
                <c:pt idx="565">
                  <c:v>660.15</c:v>
                </c:pt>
                <c:pt idx="566">
                  <c:v>659.9</c:v>
                </c:pt>
                <c:pt idx="567">
                  <c:v>647.85</c:v>
                </c:pt>
                <c:pt idx="568">
                  <c:v>650.75</c:v>
                </c:pt>
                <c:pt idx="569">
                  <c:v>657.25</c:v>
                </c:pt>
                <c:pt idx="570">
                  <c:v>659.3</c:v>
                </c:pt>
                <c:pt idx="571">
                  <c:v>659.95</c:v>
                </c:pt>
                <c:pt idx="572">
                  <c:v>655.35</c:v>
                </c:pt>
                <c:pt idx="573">
                  <c:v>649.70000000000005</c:v>
                </c:pt>
                <c:pt idx="574">
                  <c:v>634.6</c:v>
                </c:pt>
                <c:pt idx="575">
                  <c:v>609.75</c:v>
                </c:pt>
                <c:pt idx="576">
                  <c:v>610.85</c:v>
                </c:pt>
                <c:pt idx="577">
                  <c:v>620.54999999999995</c:v>
                </c:pt>
                <c:pt idx="578">
                  <c:v>626.20000000000005</c:v>
                </c:pt>
                <c:pt idx="579">
                  <c:v>639.4</c:v>
                </c:pt>
                <c:pt idx="580">
                  <c:v>644.20000000000005</c:v>
                </c:pt>
                <c:pt idx="581">
                  <c:v>654</c:v>
                </c:pt>
                <c:pt idx="582">
                  <c:v>653.1</c:v>
                </c:pt>
                <c:pt idx="583">
                  <c:v>645.29999999999995</c:v>
                </c:pt>
                <c:pt idx="584">
                  <c:v>653.9</c:v>
                </c:pt>
                <c:pt idx="585">
                  <c:v>644.29999999999995</c:v>
                </c:pt>
                <c:pt idx="586">
                  <c:v>648.65</c:v>
                </c:pt>
                <c:pt idx="587">
                  <c:v>641.1</c:v>
                </c:pt>
                <c:pt idx="588">
                  <c:v>639.1</c:v>
                </c:pt>
                <c:pt idx="589">
                  <c:v>640.45000000000005</c:v>
                </c:pt>
                <c:pt idx="590">
                  <c:v>649.75</c:v>
                </c:pt>
                <c:pt idx="591">
                  <c:v>648.5</c:v>
                </c:pt>
                <c:pt idx="592">
                  <c:v>624.15</c:v>
                </c:pt>
                <c:pt idx="593">
                  <c:v>630</c:v>
                </c:pt>
                <c:pt idx="594">
                  <c:v>629.70000000000005</c:v>
                </c:pt>
                <c:pt idx="595">
                  <c:v>620.70000000000005</c:v>
                </c:pt>
                <c:pt idx="596">
                  <c:v>619.25</c:v>
                </c:pt>
                <c:pt idx="597">
                  <c:v>610.45000000000005</c:v>
                </c:pt>
                <c:pt idx="598">
                  <c:v>610.6</c:v>
                </c:pt>
                <c:pt idx="599">
                  <c:v>607.54999999999995</c:v>
                </c:pt>
                <c:pt idx="600">
                  <c:v>599.65</c:v>
                </c:pt>
                <c:pt idx="601">
                  <c:v>594.9</c:v>
                </c:pt>
                <c:pt idx="602">
                  <c:v>594.79999999999995</c:v>
                </c:pt>
                <c:pt idx="603">
                  <c:v>600.29999999999995</c:v>
                </c:pt>
                <c:pt idx="604">
                  <c:v>603.35</c:v>
                </c:pt>
                <c:pt idx="605">
                  <c:v>591.1</c:v>
                </c:pt>
                <c:pt idx="606">
                  <c:v>607.85</c:v>
                </c:pt>
                <c:pt idx="607">
                  <c:v>623.35</c:v>
                </c:pt>
                <c:pt idx="608">
                  <c:v>629.25</c:v>
                </c:pt>
                <c:pt idx="609">
                  <c:v>622.65</c:v>
                </c:pt>
                <c:pt idx="610">
                  <c:v>639.75</c:v>
                </c:pt>
                <c:pt idx="611">
                  <c:v>640.85</c:v>
                </c:pt>
                <c:pt idx="612">
                  <c:v>639.9</c:v>
                </c:pt>
                <c:pt idx="613">
                  <c:v>658.95</c:v>
                </c:pt>
                <c:pt idx="614">
                  <c:v>649.04999999999995</c:v>
                </c:pt>
                <c:pt idx="615">
                  <c:v>650</c:v>
                </c:pt>
                <c:pt idx="616">
                  <c:v>624.79999999999995</c:v>
                </c:pt>
                <c:pt idx="617">
                  <c:v>628.4</c:v>
                </c:pt>
                <c:pt idx="618">
                  <c:v>610</c:v>
                </c:pt>
                <c:pt idx="619">
                  <c:v>629.25</c:v>
                </c:pt>
                <c:pt idx="620">
                  <c:v>626.75</c:v>
                </c:pt>
                <c:pt idx="621">
                  <c:v>636.75</c:v>
                </c:pt>
                <c:pt idx="622">
                  <c:v>644.4</c:v>
                </c:pt>
                <c:pt idx="623">
                  <c:v>653.9</c:v>
                </c:pt>
                <c:pt idx="624">
                  <c:v>639.95000000000005</c:v>
                </c:pt>
                <c:pt idx="625">
                  <c:v>640.1</c:v>
                </c:pt>
                <c:pt idx="626">
                  <c:v>617.04999999999995</c:v>
                </c:pt>
                <c:pt idx="627">
                  <c:v>626.6</c:v>
                </c:pt>
                <c:pt idx="628">
                  <c:v>644.65</c:v>
                </c:pt>
                <c:pt idx="629">
                  <c:v>644.29999999999995</c:v>
                </c:pt>
                <c:pt idx="630">
                  <c:v>627.95000000000005</c:v>
                </c:pt>
                <c:pt idx="631">
                  <c:v>624.45000000000005</c:v>
                </c:pt>
                <c:pt idx="632">
                  <c:v>621.04999999999995</c:v>
                </c:pt>
                <c:pt idx="633">
                  <c:v>619.4</c:v>
                </c:pt>
                <c:pt idx="634">
                  <c:v>617.79999999999995</c:v>
                </c:pt>
                <c:pt idx="635">
                  <c:v>625.1</c:v>
                </c:pt>
                <c:pt idx="636">
                  <c:v>613.75</c:v>
                </c:pt>
                <c:pt idx="637">
                  <c:v>615.25</c:v>
                </c:pt>
                <c:pt idx="638">
                  <c:v>619.85</c:v>
                </c:pt>
                <c:pt idx="639">
                  <c:v>615.15</c:v>
                </c:pt>
                <c:pt idx="640">
                  <c:v>611.45000000000005</c:v>
                </c:pt>
                <c:pt idx="641">
                  <c:v>607.45000000000005</c:v>
                </c:pt>
                <c:pt idx="642">
                  <c:v>616.54999999999995</c:v>
                </c:pt>
                <c:pt idx="643">
                  <c:v>601.5</c:v>
                </c:pt>
                <c:pt idx="644">
                  <c:v>610.6</c:v>
                </c:pt>
                <c:pt idx="645">
                  <c:v>615.85</c:v>
                </c:pt>
                <c:pt idx="646">
                  <c:v>632.29999999999995</c:v>
                </c:pt>
                <c:pt idx="647">
                  <c:v>640.4</c:v>
                </c:pt>
                <c:pt idx="648">
                  <c:v>629.85</c:v>
                </c:pt>
                <c:pt idx="649">
                  <c:v>617.29999999999995</c:v>
                </c:pt>
                <c:pt idx="650">
                  <c:v>618.20000000000005</c:v>
                </c:pt>
                <c:pt idx="651">
                  <c:v>618.20000000000005</c:v>
                </c:pt>
                <c:pt idx="652">
                  <c:v>613.79999999999995</c:v>
                </c:pt>
                <c:pt idx="653">
                  <c:v>630.35</c:v>
                </c:pt>
                <c:pt idx="654">
                  <c:v>625.5</c:v>
                </c:pt>
                <c:pt idx="655">
                  <c:v>618.95000000000005</c:v>
                </c:pt>
                <c:pt idx="656">
                  <c:v>610.20000000000005</c:v>
                </c:pt>
                <c:pt idx="657">
                  <c:v>616.54999999999995</c:v>
                </c:pt>
                <c:pt idx="658">
                  <c:v>613.35</c:v>
                </c:pt>
                <c:pt idx="659">
                  <c:v>604.15</c:v>
                </c:pt>
                <c:pt idx="660">
                  <c:v>600</c:v>
                </c:pt>
                <c:pt idx="661">
                  <c:v>596.9</c:v>
                </c:pt>
                <c:pt idx="662">
                  <c:v>587.85</c:v>
                </c:pt>
                <c:pt idx="663">
                  <c:v>563.04999999999995</c:v>
                </c:pt>
                <c:pt idx="664">
                  <c:v>570.54999999999995</c:v>
                </c:pt>
                <c:pt idx="665">
                  <c:v>574.95000000000005</c:v>
                </c:pt>
                <c:pt idx="666">
                  <c:v>574.75</c:v>
                </c:pt>
                <c:pt idx="667">
                  <c:v>582.79999999999995</c:v>
                </c:pt>
                <c:pt idx="668">
                  <c:v>596.04999999999995</c:v>
                </c:pt>
                <c:pt idx="669">
                  <c:v>596.65</c:v>
                </c:pt>
                <c:pt idx="670">
                  <c:v>595.45000000000005</c:v>
                </c:pt>
                <c:pt idx="671">
                  <c:v>577.79999999999995</c:v>
                </c:pt>
                <c:pt idx="672">
                  <c:v>588.70000000000005</c:v>
                </c:pt>
                <c:pt idx="673">
                  <c:v>593.75</c:v>
                </c:pt>
                <c:pt idx="674">
                  <c:v>584.85</c:v>
                </c:pt>
                <c:pt idx="675">
                  <c:v>578.75</c:v>
                </c:pt>
                <c:pt idx="676">
                  <c:v>585.45000000000005</c:v>
                </c:pt>
                <c:pt idx="677">
                  <c:v>594.65</c:v>
                </c:pt>
                <c:pt idx="678">
                  <c:v>593.5</c:v>
                </c:pt>
                <c:pt idx="679">
                  <c:v>594.79999999999995</c:v>
                </c:pt>
                <c:pt idx="680">
                  <c:v>593.79999999999995</c:v>
                </c:pt>
                <c:pt idx="681">
                  <c:v>594.29999999999995</c:v>
                </c:pt>
                <c:pt idx="682">
                  <c:v>590.1</c:v>
                </c:pt>
                <c:pt idx="683">
                  <c:v>593.65</c:v>
                </c:pt>
                <c:pt idx="684">
                  <c:v>588.65</c:v>
                </c:pt>
                <c:pt idx="685">
                  <c:v>593.54999999999995</c:v>
                </c:pt>
                <c:pt idx="686">
                  <c:v>599.79999999999995</c:v>
                </c:pt>
                <c:pt idx="687">
                  <c:v>598.9</c:v>
                </c:pt>
                <c:pt idx="688">
                  <c:v>605.6</c:v>
                </c:pt>
                <c:pt idx="689">
                  <c:v>599.5</c:v>
                </c:pt>
                <c:pt idx="690">
                  <c:v>609.75</c:v>
                </c:pt>
                <c:pt idx="691">
                  <c:v>611.65</c:v>
                </c:pt>
                <c:pt idx="692">
                  <c:v>610.04999999999995</c:v>
                </c:pt>
                <c:pt idx="693">
                  <c:v>612.45000000000005</c:v>
                </c:pt>
                <c:pt idx="694">
                  <c:v>608.4</c:v>
                </c:pt>
                <c:pt idx="695">
                  <c:v>614.35</c:v>
                </c:pt>
                <c:pt idx="696">
                  <c:v>617.20000000000005</c:v>
                </c:pt>
                <c:pt idx="697">
                  <c:v>630.29999999999995</c:v>
                </c:pt>
                <c:pt idx="698">
                  <c:v>619.20000000000005</c:v>
                </c:pt>
                <c:pt idx="699">
                  <c:v>617.65</c:v>
                </c:pt>
                <c:pt idx="700">
                  <c:v>617.25</c:v>
                </c:pt>
                <c:pt idx="701">
                  <c:v>634.1</c:v>
                </c:pt>
                <c:pt idx="702">
                  <c:v>638.79999999999995</c:v>
                </c:pt>
                <c:pt idx="703">
                  <c:v>631.20000000000005</c:v>
                </c:pt>
                <c:pt idx="704">
                  <c:v>634.1</c:v>
                </c:pt>
                <c:pt idx="705">
                  <c:v>630.95000000000005</c:v>
                </c:pt>
                <c:pt idx="706">
                  <c:v>629.20000000000005</c:v>
                </c:pt>
                <c:pt idx="707">
                  <c:v>629.45000000000005</c:v>
                </c:pt>
                <c:pt idx="708">
                  <c:v>627.54999999999995</c:v>
                </c:pt>
                <c:pt idx="709">
                  <c:v>627.54999999999995</c:v>
                </c:pt>
                <c:pt idx="710">
                  <c:v>631</c:v>
                </c:pt>
                <c:pt idx="711">
                  <c:v>634.4</c:v>
                </c:pt>
                <c:pt idx="712">
                  <c:v>634.20000000000005</c:v>
                </c:pt>
                <c:pt idx="713">
                  <c:v>631.54999999999995</c:v>
                </c:pt>
                <c:pt idx="714">
                  <c:v>638.25</c:v>
                </c:pt>
                <c:pt idx="715">
                  <c:v>642.20000000000005</c:v>
                </c:pt>
                <c:pt idx="716">
                  <c:v>644.65</c:v>
                </c:pt>
                <c:pt idx="717">
                  <c:v>650.79999999999995</c:v>
                </c:pt>
                <c:pt idx="718">
                  <c:v>661.05</c:v>
                </c:pt>
                <c:pt idx="719">
                  <c:v>659.2</c:v>
                </c:pt>
                <c:pt idx="720">
                  <c:v>668.85</c:v>
                </c:pt>
                <c:pt idx="721">
                  <c:v>689.85</c:v>
                </c:pt>
                <c:pt idx="722">
                  <c:v>682.65</c:v>
                </c:pt>
                <c:pt idx="723">
                  <c:v>677.9</c:v>
                </c:pt>
                <c:pt idx="724">
                  <c:v>689.3</c:v>
                </c:pt>
                <c:pt idx="725">
                  <c:v>681.2</c:v>
                </c:pt>
                <c:pt idx="726">
                  <c:v>688.55</c:v>
                </c:pt>
                <c:pt idx="727">
                  <c:v>684.3</c:v>
                </c:pt>
                <c:pt idx="728">
                  <c:v>676.75</c:v>
                </c:pt>
                <c:pt idx="729">
                  <c:v>664.9</c:v>
                </c:pt>
                <c:pt idx="730">
                  <c:v>661.35</c:v>
                </c:pt>
                <c:pt idx="731">
                  <c:v>681.1</c:v>
                </c:pt>
                <c:pt idx="732">
                  <c:v>687.25</c:v>
                </c:pt>
                <c:pt idx="733">
                  <c:v>681.5</c:v>
                </c:pt>
                <c:pt idx="734">
                  <c:v>680.8</c:v>
                </c:pt>
                <c:pt idx="735">
                  <c:v>690.35</c:v>
                </c:pt>
                <c:pt idx="736">
                  <c:v>343.6</c:v>
                </c:pt>
                <c:pt idx="737">
                  <c:v>364.65</c:v>
                </c:pt>
                <c:pt idx="738">
                  <c:v>376.95</c:v>
                </c:pt>
                <c:pt idx="739">
                  <c:v>360.4</c:v>
                </c:pt>
                <c:pt idx="740">
                  <c:v>361.25</c:v>
                </c:pt>
                <c:pt idx="741">
                  <c:v>357.55</c:v>
                </c:pt>
                <c:pt idx="742">
                  <c:v>360.2</c:v>
                </c:pt>
                <c:pt idx="743">
                  <c:v>357.2</c:v>
                </c:pt>
                <c:pt idx="744">
                  <c:v>353.4</c:v>
                </c:pt>
                <c:pt idx="745">
                  <c:v>351.25</c:v>
                </c:pt>
                <c:pt idx="746">
                  <c:v>360.1</c:v>
                </c:pt>
                <c:pt idx="747">
                  <c:v>360.5</c:v>
                </c:pt>
                <c:pt idx="748">
                  <c:v>358.35</c:v>
                </c:pt>
                <c:pt idx="749">
                  <c:v>356.2</c:v>
                </c:pt>
                <c:pt idx="750">
                  <c:v>360.05</c:v>
                </c:pt>
                <c:pt idx="751">
                  <c:v>353.6</c:v>
                </c:pt>
                <c:pt idx="752">
                  <c:v>360.25</c:v>
                </c:pt>
                <c:pt idx="753">
                  <c:v>365.55</c:v>
                </c:pt>
                <c:pt idx="754">
                  <c:v>365.25</c:v>
                </c:pt>
                <c:pt idx="755">
                  <c:v>367.8</c:v>
                </c:pt>
                <c:pt idx="756">
                  <c:v>363.8</c:v>
                </c:pt>
                <c:pt idx="757">
                  <c:v>367.65</c:v>
                </c:pt>
                <c:pt idx="758">
                  <c:v>370.55</c:v>
                </c:pt>
                <c:pt idx="759">
                  <c:v>374.45</c:v>
                </c:pt>
                <c:pt idx="760">
                  <c:v>372.25</c:v>
                </c:pt>
                <c:pt idx="761">
                  <c:v>370.6</c:v>
                </c:pt>
                <c:pt idx="762">
                  <c:v>372.45</c:v>
                </c:pt>
                <c:pt idx="763">
                  <c:v>371.7</c:v>
                </c:pt>
                <c:pt idx="764">
                  <c:v>375.25</c:v>
                </c:pt>
                <c:pt idx="765">
                  <c:v>377.5</c:v>
                </c:pt>
                <c:pt idx="766">
                  <c:v>373.1</c:v>
                </c:pt>
                <c:pt idx="767">
                  <c:v>375.55</c:v>
                </c:pt>
                <c:pt idx="768">
                  <c:v>375.45</c:v>
                </c:pt>
                <c:pt idx="769">
                  <c:v>375.2</c:v>
                </c:pt>
                <c:pt idx="770">
                  <c:v>375.25</c:v>
                </c:pt>
                <c:pt idx="771">
                  <c:v>375.1</c:v>
                </c:pt>
                <c:pt idx="772">
                  <c:v>374.1</c:v>
                </c:pt>
                <c:pt idx="773">
                  <c:v>369.6</c:v>
                </c:pt>
                <c:pt idx="774">
                  <c:v>374.75</c:v>
                </c:pt>
                <c:pt idx="775">
                  <c:v>374.45</c:v>
                </c:pt>
                <c:pt idx="776">
                  <c:v>376.15</c:v>
                </c:pt>
                <c:pt idx="777">
                  <c:v>390.2</c:v>
                </c:pt>
                <c:pt idx="778">
                  <c:v>387.5</c:v>
                </c:pt>
                <c:pt idx="779">
                  <c:v>379</c:v>
                </c:pt>
                <c:pt idx="780">
                  <c:v>375.05</c:v>
                </c:pt>
                <c:pt idx="781">
                  <c:v>376.8</c:v>
                </c:pt>
                <c:pt idx="782">
                  <c:v>375.1</c:v>
                </c:pt>
                <c:pt idx="783">
                  <c:v>374.8</c:v>
                </c:pt>
                <c:pt idx="784">
                  <c:v>375.55</c:v>
                </c:pt>
                <c:pt idx="785">
                  <c:v>375.95</c:v>
                </c:pt>
                <c:pt idx="786">
                  <c:v>375.55</c:v>
                </c:pt>
                <c:pt idx="787">
                  <c:v>375.05</c:v>
                </c:pt>
                <c:pt idx="788">
                  <c:v>375.1</c:v>
                </c:pt>
                <c:pt idx="789">
                  <c:v>374.7</c:v>
                </c:pt>
                <c:pt idx="790">
                  <c:v>374.8</c:v>
                </c:pt>
                <c:pt idx="791">
                  <c:v>374.8</c:v>
                </c:pt>
                <c:pt idx="792">
                  <c:v>373.05</c:v>
                </c:pt>
                <c:pt idx="793">
                  <c:v>370.15</c:v>
                </c:pt>
                <c:pt idx="794">
                  <c:v>368.15</c:v>
                </c:pt>
                <c:pt idx="795">
                  <c:v>368</c:v>
                </c:pt>
                <c:pt idx="796">
                  <c:v>368.35</c:v>
                </c:pt>
                <c:pt idx="797">
                  <c:v>365.15</c:v>
                </c:pt>
                <c:pt idx="798">
                  <c:v>357.5</c:v>
                </c:pt>
                <c:pt idx="799">
                  <c:v>354.05</c:v>
                </c:pt>
                <c:pt idx="800">
                  <c:v>339.5</c:v>
                </c:pt>
                <c:pt idx="801">
                  <c:v>351.85</c:v>
                </c:pt>
                <c:pt idx="802">
                  <c:v>351.15</c:v>
                </c:pt>
                <c:pt idx="803">
                  <c:v>352.55</c:v>
                </c:pt>
                <c:pt idx="804">
                  <c:v>349.65</c:v>
                </c:pt>
                <c:pt idx="805">
                  <c:v>352.65</c:v>
                </c:pt>
                <c:pt idx="806">
                  <c:v>348.15</c:v>
                </c:pt>
                <c:pt idx="807">
                  <c:v>341.35</c:v>
                </c:pt>
                <c:pt idx="808">
                  <c:v>340</c:v>
                </c:pt>
                <c:pt idx="809">
                  <c:v>333.4</c:v>
                </c:pt>
                <c:pt idx="810">
                  <c:v>331.35</c:v>
                </c:pt>
                <c:pt idx="811">
                  <c:v>338.8</c:v>
                </c:pt>
                <c:pt idx="812">
                  <c:v>341.8</c:v>
                </c:pt>
                <c:pt idx="813">
                  <c:v>344.15</c:v>
                </c:pt>
                <c:pt idx="814">
                  <c:v>340.35</c:v>
                </c:pt>
                <c:pt idx="815">
                  <c:v>338.85</c:v>
                </c:pt>
                <c:pt idx="816">
                  <c:v>340.4</c:v>
                </c:pt>
                <c:pt idx="817">
                  <c:v>341.25</c:v>
                </c:pt>
                <c:pt idx="818">
                  <c:v>340.2</c:v>
                </c:pt>
                <c:pt idx="819">
                  <c:v>342.45</c:v>
                </c:pt>
                <c:pt idx="820">
                  <c:v>340.1</c:v>
                </c:pt>
                <c:pt idx="821">
                  <c:v>334.7</c:v>
                </c:pt>
                <c:pt idx="822">
                  <c:v>328.9</c:v>
                </c:pt>
                <c:pt idx="823">
                  <c:v>326.75</c:v>
                </c:pt>
                <c:pt idx="824">
                  <c:v>329.05</c:v>
                </c:pt>
                <c:pt idx="825">
                  <c:v>325.75</c:v>
                </c:pt>
                <c:pt idx="826">
                  <c:v>313.85000000000002</c:v>
                </c:pt>
                <c:pt idx="827">
                  <c:v>299.2</c:v>
                </c:pt>
                <c:pt idx="828">
                  <c:v>314.5</c:v>
                </c:pt>
                <c:pt idx="829">
                  <c:v>328.7</c:v>
                </c:pt>
                <c:pt idx="830">
                  <c:v>340.3</c:v>
                </c:pt>
                <c:pt idx="831">
                  <c:v>357.05</c:v>
                </c:pt>
                <c:pt idx="832">
                  <c:v>349.7</c:v>
                </c:pt>
                <c:pt idx="833">
                  <c:v>345.2</c:v>
                </c:pt>
                <c:pt idx="834">
                  <c:v>326.39999999999998</c:v>
                </c:pt>
                <c:pt idx="835">
                  <c:v>330.95</c:v>
                </c:pt>
                <c:pt idx="836">
                  <c:v>331.3</c:v>
                </c:pt>
                <c:pt idx="837">
                  <c:v>333</c:v>
                </c:pt>
                <c:pt idx="838">
                  <c:v>332.95</c:v>
                </c:pt>
                <c:pt idx="839">
                  <c:v>331.65</c:v>
                </c:pt>
                <c:pt idx="840">
                  <c:v>338.25</c:v>
                </c:pt>
                <c:pt idx="841">
                  <c:v>338.2</c:v>
                </c:pt>
                <c:pt idx="842">
                  <c:v>341.4</c:v>
                </c:pt>
                <c:pt idx="843">
                  <c:v>342.25</c:v>
                </c:pt>
                <c:pt idx="844">
                  <c:v>343.55</c:v>
                </c:pt>
                <c:pt idx="845">
                  <c:v>346.35</c:v>
                </c:pt>
                <c:pt idx="846">
                  <c:v>354.65</c:v>
                </c:pt>
                <c:pt idx="847">
                  <c:v>365.25</c:v>
                </c:pt>
                <c:pt idx="848">
                  <c:v>364.55</c:v>
                </c:pt>
                <c:pt idx="849">
                  <c:v>364.85</c:v>
                </c:pt>
                <c:pt idx="850">
                  <c:v>373.75</c:v>
                </c:pt>
                <c:pt idx="851">
                  <c:v>371.2</c:v>
                </c:pt>
                <c:pt idx="852">
                  <c:v>375</c:v>
                </c:pt>
                <c:pt idx="853">
                  <c:v>380.7</c:v>
                </c:pt>
                <c:pt idx="854">
                  <c:v>367.8</c:v>
                </c:pt>
                <c:pt idx="855">
                  <c:v>365.75</c:v>
                </c:pt>
                <c:pt idx="856">
                  <c:v>367.35</c:v>
                </c:pt>
                <c:pt idx="857">
                  <c:v>381.5</c:v>
                </c:pt>
                <c:pt idx="858">
                  <c:v>374.95</c:v>
                </c:pt>
                <c:pt idx="859">
                  <c:v>372.3</c:v>
                </c:pt>
                <c:pt idx="860">
                  <c:v>367.65</c:v>
                </c:pt>
                <c:pt idx="861">
                  <c:v>387.1</c:v>
                </c:pt>
                <c:pt idx="862">
                  <c:v>394.55</c:v>
                </c:pt>
                <c:pt idx="863">
                  <c:v>402.55</c:v>
                </c:pt>
                <c:pt idx="864">
                  <c:v>405.4</c:v>
                </c:pt>
                <c:pt idx="865">
                  <c:v>409.8</c:v>
                </c:pt>
                <c:pt idx="866">
                  <c:v>408.8</c:v>
                </c:pt>
                <c:pt idx="867">
                  <c:v>406.25</c:v>
                </c:pt>
                <c:pt idx="868">
                  <c:v>405.55</c:v>
                </c:pt>
                <c:pt idx="869">
                  <c:v>406.7</c:v>
                </c:pt>
                <c:pt idx="870">
                  <c:v>413.75</c:v>
                </c:pt>
                <c:pt idx="871">
                  <c:v>407.45</c:v>
                </c:pt>
                <c:pt idx="872">
                  <c:v>408.65</c:v>
                </c:pt>
                <c:pt idx="873">
                  <c:v>395.95</c:v>
                </c:pt>
                <c:pt idx="874">
                  <c:v>385.1</c:v>
                </c:pt>
                <c:pt idx="875">
                  <c:v>418.1</c:v>
                </c:pt>
                <c:pt idx="876">
                  <c:v>402.65</c:v>
                </c:pt>
                <c:pt idx="877">
                  <c:v>415.25</c:v>
                </c:pt>
                <c:pt idx="878">
                  <c:v>409.35</c:v>
                </c:pt>
                <c:pt idx="879">
                  <c:v>408.05</c:v>
                </c:pt>
                <c:pt idx="880">
                  <c:v>410.45</c:v>
                </c:pt>
                <c:pt idx="881">
                  <c:v>416.15</c:v>
                </c:pt>
                <c:pt idx="882">
                  <c:v>411.2</c:v>
                </c:pt>
                <c:pt idx="883">
                  <c:v>409.05</c:v>
                </c:pt>
                <c:pt idx="884">
                  <c:v>406.95</c:v>
                </c:pt>
                <c:pt idx="885">
                  <c:v>400.25</c:v>
                </c:pt>
                <c:pt idx="886">
                  <c:v>407.95</c:v>
                </c:pt>
                <c:pt idx="887">
                  <c:v>420.95</c:v>
                </c:pt>
                <c:pt idx="888">
                  <c:v>408.05</c:v>
                </c:pt>
                <c:pt idx="889">
                  <c:v>400.4</c:v>
                </c:pt>
                <c:pt idx="890">
                  <c:v>408.35</c:v>
                </c:pt>
                <c:pt idx="891">
                  <c:v>419.9</c:v>
                </c:pt>
                <c:pt idx="892">
                  <c:v>406.8</c:v>
                </c:pt>
                <c:pt idx="893">
                  <c:v>404.3</c:v>
                </c:pt>
                <c:pt idx="894">
                  <c:v>409.6</c:v>
                </c:pt>
                <c:pt idx="895">
                  <c:v>413.05</c:v>
                </c:pt>
                <c:pt idx="896">
                  <c:v>422.15</c:v>
                </c:pt>
                <c:pt idx="897">
                  <c:v>438.95</c:v>
                </c:pt>
                <c:pt idx="898">
                  <c:v>432.9</c:v>
                </c:pt>
                <c:pt idx="899">
                  <c:v>431.35</c:v>
                </c:pt>
                <c:pt idx="900">
                  <c:v>434.55</c:v>
                </c:pt>
                <c:pt idx="901">
                  <c:v>443.55</c:v>
                </c:pt>
                <c:pt idx="902">
                  <c:v>452.75</c:v>
                </c:pt>
                <c:pt idx="903">
                  <c:v>478.75</c:v>
                </c:pt>
                <c:pt idx="904">
                  <c:v>469.35</c:v>
                </c:pt>
                <c:pt idx="905">
                  <c:v>459.8</c:v>
                </c:pt>
                <c:pt idx="906">
                  <c:v>479.8</c:v>
                </c:pt>
                <c:pt idx="907">
                  <c:v>510.55</c:v>
                </c:pt>
                <c:pt idx="908">
                  <c:v>510.9</c:v>
                </c:pt>
                <c:pt idx="909">
                  <c:v>481.4</c:v>
                </c:pt>
                <c:pt idx="910">
                  <c:v>468.3</c:v>
                </c:pt>
                <c:pt idx="911">
                  <c:v>472.9</c:v>
                </c:pt>
                <c:pt idx="912">
                  <c:v>465.45</c:v>
                </c:pt>
                <c:pt idx="913">
                  <c:v>479.45</c:v>
                </c:pt>
                <c:pt idx="914">
                  <c:v>483.9</c:v>
                </c:pt>
                <c:pt idx="915">
                  <c:v>482.6</c:v>
                </c:pt>
                <c:pt idx="916">
                  <c:v>503.25</c:v>
                </c:pt>
                <c:pt idx="917">
                  <c:v>479.95</c:v>
                </c:pt>
                <c:pt idx="918">
                  <c:v>485.25</c:v>
                </c:pt>
                <c:pt idx="919">
                  <c:v>496.5</c:v>
                </c:pt>
                <c:pt idx="920">
                  <c:v>499.65</c:v>
                </c:pt>
                <c:pt idx="921">
                  <c:v>501.75</c:v>
                </c:pt>
                <c:pt idx="922">
                  <c:v>499.25</c:v>
                </c:pt>
                <c:pt idx="923">
                  <c:v>507.85</c:v>
                </c:pt>
                <c:pt idx="924">
                  <c:v>492.75</c:v>
                </c:pt>
                <c:pt idx="925">
                  <c:v>480.8</c:v>
                </c:pt>
                <c:pt idx="926">
                  <c:v>483.8</c:v>
                </c:pt>
                <c:pt idx="927">
                  <c:v>493.15</c:v>
                </c:pt>
                <c:pt idx="928">
                  <c:v>477.8</c:v>
                </c:pt>
                <c:pt idx="929">
                  <c:v>473.95</c:v>
                </c:pt>
                <c:pt idx="930">
                  <c:v>481.25</c:v>
                </c:pt>
                <c:pt idx="931">
                  <c:v>479.25</c:v>
                </c:pt>
                <c:pt idx="932">
                  <c:v>480.75</c:v>
                </c:pt>
                <c:pt idx="933">
                  <c:v>505.5</c:v>
                </c:pt>
                <c:pt idx="934">
                  <c:v>493.2</c:v>
                </c:pt>
                <c:pt idx="935">
                  <c:v>500.4</c:v>
                </c:pt>
                <c:pt idx="936">
                  <c:v>493.7</c:v>
                </c:pt>
                <c:pt idx="937">
                  <c:v>498.7</c:v>
                </c:pt>
                <c:pt idx="938">
                  <c:v>510</c:v>
                </c:pt>
                <c:pt idx="939">
                  <c:v>522</c:v>
                </c:pt>
                <c:pt idx="940">
                  <c:v>550.9</c:v>
                </c:pt>
                <c:pt idx="941">
                  <c:v>549.79999999999995</c:v>
                </c:pt>
                <c:pt idx="942">
                  <c:v>528.85</c:v>
                </c:pt>
                <c:pt idx="943">
                  <c:v>535.65</c:v>
                </c:pt>
                <c:pt idx="944">
                  <c:v>540</c:v>
                </c:pt>
                <c:pt idx="945">
                  <c:v>530.9</c:v>
                </c:pt>
                <c:pt idx="946">
                  <c:v>529.15</c:v>
                </c:pt>
                <c:pt idx="947">
                  <c:v>531.9</c:v>
                </c:pt>
                <c:pt idx="948">
                  <c:v>553.25</c:v>
                </c:pt>
                <c:pt idx="949">
                  <c:v>550.70000000000005</c:v>
                </c:pt>
                <c:pt idx="950">
                  <c:v>534.9</c:v>
                </c:pt>
                <c:pt idx="951">
                  <c:v>528</c:v>
                </c:pt>
                <c:pt idx="952">
                  <c:v>511</c:v>
                </c:pt>
                <c:pt idx="953">
                  <c:v>517.85</c:v>
                </c:pt>
                <c:pt idx="954">
                  <c:v>527.95000000000005</c:v>
                </c:pt>
                <c:pt idx="955">
                  <c:v>521.9</c:v>
                </c:pt>
                <c:pt idx="956">
                  <c:v>536.1</c:v>
                </c:pt>
                <c:pt idx="957">
                  <c:v>543.5</c:v>
                </c:pt>
                <c:pt idx="958">
                  <c:v>538.20000000000005</c:v>
                </c:pt>
                <c:pt idx="959">
                  <c:v>527.6</c:v>
                </c:pt>
                <c:pt idx="960">
                  <c:v>520</c:v>
                </c:pt>
                <c:pt idx="961">
                  <c:v>525.5</c:v>
                </c:pt>
                <c:pt idx="962">
                  <c:v>525.5</c:v>
                </c:pt>
                <c:pt idx="963">
                  <c:v>531.79999999999995</c:v>
                </c:pt>
                <c:pt idx="964">
                  <c:v>519.95000000000005</c:v>
                </c:pt>
                <c:pt idx="965">
                  <c:v>520.29999999999995</c:v>
                </c:pt>
                <c:pt idx="966">
                  <c:v>522.35</c:v>
                </c:pt>
                <c:pt idx="967">
                  <c:v>512.70000000000005</c:v>
                </c:pt>
                <c:pt idx="968">
                  <c:v>534.20000000000005</c:v>
                </c:pt>
                <c:pt idx="969">
                  <c:v>526.85</c:v>
                </c:pt>
                <c:pt idx="970">
                  <c:v>522.85</c:v>
                </c:pt>
                <c:pt idx="971">
                  <c:v>523.54999999999995</c:v>
                </c:pt>
                <c:pt idx="972">
                  <c:v>528.95000000000005</c:v>
                </c:pt>
                <c:pt idx="973">
                  <c:v>530.9</c:v>
                </c:pt>
                <c:pt idx="974">
                  <c:v>513.54999999999995</c:v>
                </c:pt>
                <c:pt idx="975">
                  <c:v>526.20000000000005</c:v>
                </c:pt>
                <c:pt idx="976">
                  <c:v>521.95000000000005</c:v>
                </c:pt>
                <c:pt idx="977">
                  <c:v>519.25</c:v>
                </c:pt>
                <c:pt idx="978">
                  <c:v>519.85</c:v>
                </c:pt>
                <c:pt idx="979">
                  <c:v>542.6</c:v>
                </c:pt>
                <c:pt idx="980">
                  <c:v>554.15</c:v>
                </c:pt>
                <c:pt idx="981">
                  <c:v>573.9</c:v>
                </c:pt>
                <c:pt idx="982">
                  <c:v>557.1</c:v>
                </c:pt>
                <c:pt idx="983">
                  <c:v>561.6</c:v>
                </c:pt>
                <c:pt idx="984">
                  <c:v>577.29999999999995</c:v>
                </c:pt>
                <c:pt idx="985">
                  <c:v>577.45000000000005</c:v>
                </c:pt>
                <c:pt idx="986">
                  <c:v>579.45000000000005</c:v>
                </c:pt>
                <c:pt idx="987">
                  <c:v>581.95000000000005</c:v>
                </c:pt>
                <c:pt idx="988">
                  <c:v>583.95000000000005</c:v>
                </c:pt>
                <c:pt idx="989">
                  <c:v>610.15</c:v>
                </c:pt>
                <c:pt idx="990">
                  <c:v>631.95000000000005</c:v>
                </c:pt>
                <c:pt idx="991">
                  <c:v>630.15</c:v>
                </c:pt>
                <c:pt idx="992">
                  <c:v>620.75</c:v>
                </c:pt>
                <c:pt idx="993">
                  <c:v>623.6</c:v>
                </c:pt>
                <c:pt idx="994">
                  <c:v>614.4</c:v>
                </c:pt>
                <c:pt idx="995">
                  <c:v>616.45000000000005</c:v>
                </c:pt>
                <c:pt idx="996">
                  <c:v>613.20000000000005</c:v>
                </c:pt>
                <c:pt idx="997">
                  <c:v>621.29999999999995</c:v>
                </c:pt>
                <c:pt idx="998">
                  <c:v>665.35</c:v>
                </c:pt>
                <c:pt idx="999">
                  <c:v>657.05</c:v>
                </c:pt>
                <c:pt idx="1000">
                  <c:v>664.45</c:v>
                </c:pt>
                <c:pt idx="1001">
                  <c:v>659.35</c:v>
                </c:pt>
                <c:pt idx="1002">
                  <c:v>645.54999999999995</c:v>
                </c:pt>
                <c:pt idx="1003">
                  <c:v>647.9</c:v>
                </c:pt>
                <c:pt idx="1004">
                  <c:v>652.1</c:v>
                </c:pt>
                <c:pt idx="1005">
                  <c:v>660.4</c:v>
                </c:pt>
                <c:pt idx="1006">
                  <c:v>654.29999999999995</c:v>
                </c:pt>
                <c:pt idx="1007">
                  <c:v>636.95000000000005</c:v>
                </c:pt>
                <c:pt idx="1008">
                  <c:v>641.20000000000005</c:v>
                </c:pt>
                <c:pt idx="1009">
                  <c:v>644.9</c:v>
                </c:pt>
                <c:pt idx="1010">
                  <c:v>630.75</c:v>
                </c:pt>
                <c:pt idx="1011">
                  <c:v>645.15</c:v>
                </c:pt>
                <c:pt idx="1012">
                  <c:v>646.45000000000005</c:v>
                </c:pt>
                <c:pt idx="1013">
                  <c:v>644.6</c:v>
                </c:pt>
                <c:pt idx="1014">
                  <c:v>644.25</c:v>
                </c:pt>
                <c:pt idx="1015">
                  <c:v>670.15</c:v>
                </c:pt>
                <c:pt idx="1016">
                  <c:v>656.45</c:v>
                </c:pt>
                <c:pt idx="1017">
                  <c:v>626.25</c:v>
                </c:pt>
                <c:pt idx="1018">
                  <c:v>622.65</c:v>
                </c:pt>
                <c:pt idx="1019">
                  <c:v>629.65</c:v>
                </c:pt>
                <c:pt idx="1020">
                  <c:v>619.65</c:v>
                </c:pt>
                <c:pt idx="1021">
                  <c:v>655.35</c:v>
                </c:pt>
                <c:pt idx="1022">
                  <c:v>649.45000000000005</c:v>
                </c:pt>
                <c:pt idx="1023">
                  <c:v>649.29999999999995</c:v>
                </c:pt>
                <c:pt idx="1024">
                  <c:v>648.95000000000005</c:v>
                </c:pt>
                <c:pt idx="1025">
                  <c:v>649.79999999999995</c:v>
                </c:pt>
                <c:pt idx="1026">
                  <c:v>646.9</c:v>
                </c:pt>
                <c:pt idx="1027">
                  <c:v>647.9</c:v>
                </c:pt>
                <c:pt idx="1028">
                  <c:v>659.85</c:v>
                </c:pt>
                <c:pt idx="1029">
                  <c:v>669.85</c:v>
                </c:pt>
                <c:pt idx="1030">
                  <c:v>677.6</c:v>
                </c:pt>
                <c:pt idx="1031">
                  <c:v>670.45</c:v>
                </c:pt>
                <c:pt idx="1032">
                  <c:v>674</c:v>
                </c:pt>
                <c:pt idx="1033">
                  <c:v>660.9</c:v>
                </c:pt>
                <c:pt idx="1034">
                  <c:v>662.4</c:v>
                </c:pt>
                <c:pt idx="1035">
                  <c:v>671.4</c:v>
                </c:pt>
                <c:pt idx="1036">
                  <c:v>676.5</c:v>
                </c:pt>
                <c:pt idx="1037">
                  <c:v>647.70000000000005</c:v>
                </c:pt>
                <c:pt idx="1038">
                  <c:v>640.29999999999995</c:v>
                </c:pt>
                <c:pt idx="1039">
                  <c:v>618.9</c:v>
                </c:pt>
                <c:pt idx="1040">
                  <c:v>619.45000000000005</c:v>
                </c:pt>
                <c:pt idx="1041">
                  <c:v>624.15</c:v>
                </c:pt>
                <c:pt idx="1042">
                  <c:v>609.70000000000005</c:v>
                </c:pt>
                <c:pt idx="1043">
                  <c:v>641.75</c:v>
                </c:pt>
                <c:pt idx="1044">
                  <c:v>639.5</c:v>
                </c:pt>
                <c:pt idx="1045">
                  <c:v>639.70000000000005</c:v>
                </c:pt>
                <c:pt idx="1046">
                  <c:v>639.4</c:v>
                </c:pt>
                <c:pt idx="1047">
                  <c:v>636.54999999999995</c:v>
                </c:pt>
                <c:pt idx="1048">
                  <c:v>627.45000000000005</c:v>
                </c:pt>
                <c:pt idx="1049">
                  <c:v>628.04999999999995</c:v>
                </c:pt>
                <c:pt idx="1050">
                  <c:v>614.79999999999995</c:v>
                </c:pt>
                <c:pt idx="1051">
                  <c:v>615.45000000000005</c:v>
                </c:pt>
                <c:pt idx="1052">
                  <c:v>613.79999999999995</c:v>
                </c:pt>
                <c:pt idx="1053">
                  <c:v>608.29999999999995</c:v>
                </c:pt>
                <c:pt idx="1054">
                  <c:v>586.20000000000005</c:v>
                </c:pt>
                <c:pt idx="1055">
                  <c:v>601.4</c:v>
                </c:pt>
                <c:pt idx="1056">
                  <c:v>601.04999999999995</c:v>
                </c:pt>
                <c:pt idx="1057">
                  <c:v>603.45000000000005</c:v>
                </c:pt>
                <c:pt idx="1058">
                  <c:v>613.75</c:v>
                </c:pt>
                <c:pt idx="1059">
                  <c:v>608.75</c:v>
                </c:pt>
                <c:pt idx="1060">
                  <c:v>600.9</c:v>
                </c:pt>
                <c:pt idx="1061">
                  <c:v>612.75</c:v>
                </c:pt>
                <c:pt idx="1062">
                  <c:v>619.25</c:v>
                </c:pt>
                <c:pt idx="1063">
                  <c:v>621.35</c:v>
                </c:pt>
                <c:pt idx="1064">
                  <c:v>643.25</c:v>
                </c:pt>
                <c:pt idx="1065">
                  <c:v>662.6</c:v>
                </c:pt>
                <c:pt idx="1066">
                  <c:v>677.7</c:v>
                </c:pt>
                <c:pt idx="1067">
                  <c:v>675.05</c:v>
                </c:pt>
                <c:pt idx="1068">
                  <c:v>676.2</c:v>
                </c:pt>
                <c:pt idx="1069">
                  <c:v>686.65</c:v>
                </c:pt>
                <c:pt idx="1070">
                  <c:v>660.7</c:v>
                </c:pt>
                <c:pt idx="1071">
                  <c:v>656.6</c:v>
                </c:pt>
                <c:pt idx="1072">
                  <c:v>655.29999999999995</c:v>
                </c:pt>
                <c:pt idx="1073">
                  <c:v>655.5</c:v>
                </c:pt>
                <c:pt idx="1074">
                  <c:v>638.15</c:v>
                </c:pt>
                <c:pt idx="1075">
                  <c:v>636.65</c:v>
                </c:pt>
                <c:pt idx="1076">
                  <c:v>621.5</c:v>
                </c:pt>
                <c:pt idx="1077">
                  <c:v>619.95000000000005</c:v>
                </c:pt>
                <c:pt idx="1078">
                  <c:v>625.20000000000005</c:v>
                </c:pt>
                <c:pt idx="1079">
                  <c:v>625.70000000000005</c:v>
                </c:pt>
                <c:pt idx="1080">
                  <c:v>620.20000000000005</c:v>
                </c:pt>
                <c:pt idx="1081">
                  <c:v>617.79999999999995</c:v>
                </c:pt>
                <c:pt idx="1082">
                  <c:v>611.45000000000005</c:v>
                </c:pt>
                <c:pt idx="1083">
                  <c:v>600.20000000000005</c:v>
                </c:pt>
                <c:pt idx="1084">
                  <c:v>594.70000000000005</c:v>
                </c:pt>
                <c:pt idx="1085">
                  <c:v>604.25</c:v>
                </c:pt>
                <c:pt idx="1086">
                  <c:v>619.75</c:v>
                </c:pt>
                <c:pt idx="1087">
                  <c:v>646.75</c:v>
                </c:pt>
                <c:pt idx="1088">
                  <c:v>642.6</c:v>
                </c:pt>
                <c:pt idx="1089">
                  <c:v>644.45000000000005</c:v>
                </c:pt>
                <c:pt idx="1090">
                  <c:v>648.29999999999995</c:v>
                </c:pt>
                <c:pt idx="1091">
                  <c:v>607.85</c:v>
                </c:pt>
                <c:pt idx="1092">
                  <c:v>582.20000000000005</c:v>
                </c:pt>
                <c:pt idx="1093">
                  <c:v>591.95000000000005</c:v>
                </c:pt>
                <c:pt idx="1094">
                  <c:v>544.95000000000005</c:v>
                </c:pt>
                <c:pt idx="1095">
                  <c:v>505.65</c:v>
                </c:pt>
                <c:pt idx="1096">
                  <c:v>590.45000000000005</c:v>
                </c:pt>
                <c:pt idx="1097">
                  <c:v>589.79999999999995</c:v>
                </c:pt>
                <c:pt idx="1098">
                  <c:v>558.6</c:v>
                </c:pt>
                <c:pt idx="1099">
                  <c:v>579.9</c:v>
                </c:pt>
                <c:pt idx="1100">
                  <c:v>583.04999999999995</c:v>
                </c:pt>
                <c:pt idx="1101">
                  <c:v>566.65</c:v>
                </c:pt>
                <c:pt idx="1102">
                  <c:v>573.79999999999995</c:v>
                </c:pt>
                <c:pt idx="1103">
                  <c:v>576.04999999999995</c:v>
                </c:pt>
                <c:pt idx="1104">
                  <c:v>568.5</c:v>
                </c:pt>
                <c:pt idx="1105">
                  <c:v>577.6</c:v>
                </c:pt>
                <c:pt idx="1106">
                  <c:v>558.79999999999995</c:v>
                </c:pt>
                <c:pt idx="1107">
                  <c:v>562.70000000000005</c:v>
                </c:pt>
                <c:pt idx="1108">
                  <c:v>566.4</c:v>
                </c:pt>
                <c:pt idx="1109">
                  <c:v>583.4</c:v>
                </c:pt>
                <c:pt idx="1110">
                  <c:v>611.9</c:v>
                </c:pt>
                <c:pt idx="1111">
                  <c:v>615.54999999999995</c:v>
                </c:pt>
                <c:pt idx="1112">
                  <c:v>616.15</c:v>
                </c:pt>
                <c:pt idx="1113">
                  <c:v>617.4</c:v>
                </c:pt>
                <c:pt idx="1114">
                  <c:v>606.5</c:v>
                </c:pt>
                <c:pt idx="1115">
                  <c:v>589.5</c:v>
                </c:pt>
                <c:pt idx="1116">
                  <c:v>588.75</c:v>
                </c:pt>
                <c:pt idx="1117">
                  <c:v>565.45000000000005</c:v>
                </c:pt>
                <c:pt idx="1118">
                  <c:v>561.29999999999995</c:v>
                </c:pt>
                <c:pt idx="1119">
                  <c:v>564.4</c:v>
                </c:pt>
                <c:pt idx="1120">
                  <c:v>570.65</c:v>
                </c:pt>
                <c:pt idx="1121">
                  <c:v>579.29999999999995</c:v>
                </c:pt>
                <c:pt idx="1122">
                  <c:v>567.95000000000005</c:v>
                </c:pt>
                <c:pt idx="1123">
                  <c:v>540.6</c:v>
                </c:pt>
                <c:pt idx="1124">
                  <c:v>552.4</c:v>
                </c:pt>
                <c:pt idx="1125">
                  <c:v>543.5</c:v>
                </c:pt>
                <c:pt idx="1126">
                  <c:v>532.45000000000005</c:v>
                </c:pt>
                <c:pt idx="1127">
                  <c:v>517.1</c:v>
                </c:pt>
                <c:pt idx="1128">
                  <c:v>528.79999999999995</c:v>
                </c:pt>
                <c:pt idx="1129">
                  <c:v>532.20000000000005</c:v>
                </c:pt>
                <c:pt idx="1130">
                  <c:v>532.85</c:v>
                </c:pt>
                <c:pt idx="1131">
                  <c:v>539.79999999999995</c:v>
                </c:pt>
                <c:pt idx="1132">
                  <c:v>550.85</c:v>
                </c:pt>
                <c:pt idx="1133">
                  <c:v>551.9</c:v>
                </c:pt>
                <c:pt idx="1134">
                  <c:v>559.04999999999995</c:v>
                </c:pt>
                <c:pt idx="1135">
                  <c:v>550</c:v>
                </c:pt>
                <c:pt idx="1136">
                  <c:v>559.85</c:v>
                </c:pt>
                <c:pt idx="1137">
                  <c:v>549.29999999999995</c:v>
                </c:pt>
                <c:pt idx="1138">
                  <c:v>550.1</c:v>
                </c:pt>
                <c:pt idx="1139">
                  <c:v>550.79999999999995</c:v>
                </c:pt>
                <c:pt idx="1140">
                  <c:v>549.85</c:v>
                </c:pt>
                <c:pt idx="1141">
                  <c:v>548.29999999999995</c:v>
                </c:pt>
                <c:pt idx="1142">
                  <c:v>568.04999999999995</c:v>
                </c:pt>
                <c:pt idx="1143">
                  <c:v>599.5</c:v>
                </c:pt>
                <c:pt idx="1144">
                  <c:v>597.9</c:v>
                </c:pt>
                <c:pt idx="1145">
                  <c:v>590.85</c:v>
                </c:pt>
                <c:pt idx="1146">
                  <c:v>581.4</c:v>
                </c:pt>
                <c:pt idx="1147">
                  <c:v>575.45000000000005</c:v>
                </c:pt>
                <c:pt idx="1148">
                  <c:v>576.25</c:v>
                </c:pt>
                <c:pt idx="1149">
                  <c:v>575.95000000000005</c:v>
                </c:pt>
                <c:pt idx="1150">
                  <c:v>575.5</c:v>
                </c:pt>
                <c:pt idx="1151">
                  <c:v>572.45000000000005</c:v>
                </c:pt>
                <c:pt idx="1152">
                  <c:v>571.1</c:v>
                </c:pt>
                <c:pt idx="1153">
                  <c:v>574.4</c:v>
                </c:pt>
                <c:pt idx="1154">
                  <c:v>570.65</c:v>
                </c:pt>
                <c:pt idx="1155">
                  <c:v>568.65</c:v>
                </c:pt>
                <c:pt idx="1156">
                  <c:v>569.95000000000005</c:v>
                </c:pt>
                <c:pt idx="1157">
                  <c:v>564.54999999999995</c:v>
                </c:pt>
                <c:pt idx="1158">
                  <c:v>570.65</c:v>
                </c:pt>
                <c:pt idx="1159">
                  <c:v>562.35</c:v>
                </c:pt>
                <c:pt idx="1160">
                  <c:v>554.25</c:v>
                </c:pt>
                <c:pt idx="1161">
                  <c:v>542.20000000000005</c:v>
                </c:pt>
                <c:pt idx="1162">
                  <c:v>542.75</c:v>
                </c:pt>
                <c:pt idx="1163">
                  <c:v>545.45000000000005</c:v>
                </c:pt>
                <c:pt idx="1164">
                  <c:v>538.5</c:v>
                </c:pt>
                <c:pt idx="1165">
                  <c:v>542.25</c:v>
                </c:pt>
                <c:pt idx="1166">
                  <c:v>547.54999999999995</c:v>
                </c:pt>
                <c:pt idx="1167">
                  <c:v>551.04999999999995</c:v>
                </c:pt>
                <c:pt idx="1168">
                  <c:v>557.29999999999995</c:v>
                </c:pt>
                <c:pt idx="1169">
                  <c:v>558.70000000000005</c:v>
                </c:pt>
                <c:pt idx="1170">
                  <c:v>555.6</c:v>
                </c:pt>
                <c:pt idx="1171">
                  <c:v>555.85</c:v>
                </c:pt>
                <c:pt idx="1172">
                  <c:v>560.9</c:v>
                </c:pt>
                <c:pt idx="1173">
                  <c:v>558.35</c:v>
                </c:pt>
                <c:pt idx="1174">
                  <c:v>560.1</c:v>
                </c:pt>
                <c:pt idx="1175">
                  <c:v>568.6</c:v>
                </c:pt>
                <c:pt idx="1176">
                  <c:v>569.15</c:v>
                </c:pt>
                <c:pt idx="1177">
                  <c:v>590.15</c:v>
                </c:pt>
                <c:pt idx="1178">
                  <c:v>589.79999999999995</c:v>
                </c:pt>
                <c:pt idx="1179">
                  <c:v>611.20000000000005</c:v>
                </c:pt>
                <c:pt idx="1180">
                  <c:v>623.85</c:v>
                </c:pt>
                <c:pt idx="1181">
                  <c:v>636.79999999999995</c:v>
                </c:pt>
                <c:pt idx="1182">
                  <c:v>616.85</c:v>
                </c:pt>
                <c:pt idx="1183">
                  <c:v>606.45000000000005</c:v>
                </c:pt>
                <c:pt idx="1184">
                  <c:v>618.4</c:v>
                </c:pt>
                <c:pt idx="1185">
                  <c:v>614.6</c:v>
                </c:pt>
                <c:pt idx="1186">
                  <c:v>627.79999999999995</c:v>
                </c:pt>
                <c:pt idx="1187">
                  <c:v>629.25</c:v>
                </c:pt>
                <c:pt idx="1188">
                  <c:v>624.54999999999995</c:v>
                </c:pt>
                <c:pt idx="1189">
                  <c:v>614.20000000000005</c:v>
                </c:pt>
                <c:pt idx="1190">
                  <c:v>607.5</c:v>
                </c:pt>
                <c:pt idx="1191">
                  <c:v>609.5</c:v>
                </c:pt>
                <c:pt idx="1192">
                  <c:v>609.6</c:v>
                </c:pt>
                <c:pt idx="1193">
                  <c:v>611.9</c:v>
                </c:pt>
                <c:pt idx="1194">
                  <c:v>628.79999999999995</c:v>
                </c:pt>
                <c:pt idx="1195">
                  <c:v>649.85</c:v>
                </c:pt>
                <c:pt idx="1196">
                  <c:v>648.85</c:v>
                </c:pt>
                <c:pt idx="1197">
                  <c:v>668.1</c:v>
                </c:pt>
                <c:pt idx="1198">
                  <c:v>672.25</c:v>
                </c:pt>
                <c:pt idx="1199">
                  <c:v>682.15</c:v>
                </c:pt>
                <c:pt idx="1200">
                  <c:v>672.05</c:v>
                </c:pt>
                <c:pt idx="1201">
                  <c:v>681</c:v>
                </c:pt>
                <c:pt idx="1202">
                  <c:v>690.15</c:v>
                </c:pt>
                <c:pt idx="1203">
                  <c:v>654.54999999999995</c:v>
                </c:pt>
                <c:pt idx="1204">
                  <c:v>629.70000000000005</c:v>
                </c:pt>
                <c:pt idx="1205">
                  <c:v>648.4</c:v>
                </c:pt>
                <c:pt idx="1206">
                  <c:v>658.7</c:v>
                </c:pt>
                <c:pt idx="1207">
                  <c:v>653.85</c:v>
                </c:pt>
                <c:pt idx="1208">
                  <c:v>661.85</c:v>
                </c:pt>
                <c:pt idx="1209">
                  <c:v>655.4</c:v>
                </c:pt>
                <c:pt idx="1210">
                  <c:v>641.35</c:v>
                </c:pt>
                <c:pt idx="1211">
                  <c:v>659.85</c:v>
                </c:pt>
                <c:pt idx="1212">
                  <c:v>639.75</c:v>
                </c:pt>
                <c:pt idx="1213">
                  <c:v>640.4</c:v>
                </c:pt>
                <c:pt idx="1214">
                  <c:v>629.85</c:v>
                </c:pt>
                <c:pt idx="1215">
                  <c:v>649.65</c:v>
                </c:pt>
                <c:pt idx="1216">
                  <c:v>668.95</c:v>
                </c:pt>
                <c:pt idx="1217">
                  <c:v>670.25</c:v>
                </c:pt>
                <c:pt idx="1218">
                  <c:v>667.7</c:v>
                </c:pt>
                <c:pt idx="1219">
                  <c:v>679.7</c:v>
                </c:pt>
                <c:pt idx="1220">
                  <c:v>704.9</c:v>
                </c:pt>
                <c:pt idx="1221">
                  <c:v>695.65</c:v>
                </c:pt>
                <c:pt idx="1222">
                  <c:v>690</c:v>
                </c:pt>
                <c:pt idx="1223">
                  <c:v>693.55</c:v>
                </c:pt>
                <c:pt idx="1224">
                  <c:v>689.9</c:v>
                </c:pt>
                <c:pt idx="1225">
                  <c:v>687.1</c:v>
                </c:pt>
                <c:pt idx="1226">
                  <c:v>707.5</c:v>
                </c:pt>
                <c:pt idx="1227">
                  <c:v>715.6</c:v>
                </c:pt>
                <c:pt idx="1228">
                  <c:v>726.45</c:v>
                </c:pt>
                <c:pt idx="1229">
                  <c:v>730.8</c:v>
                </c:pt>
                <c:pt idx="1230">
                  <c:v>751.15</c:v>
                </c:pt>
                <c:pt idx="1231">
                  <c:v>767.75</c:v>
                </c:pt>
                <c:pt idx="1232">
                  <c:v>769.6</c:v>
                </c:pt>
                <c:pt idx="1233">
                  <c:v>800.75</c:v>
                </c:pt>
                <c:pt idx="1234">
                  <c:v>769.3</c:v>
                </c:pt>
                <c:pt idx="1235">
                  <c:v>803.7</c:v>
                </c:pt>
                <c:pt idx="1236">
                  <c:v>769.25</c:v>
                </c:pt>
                <c:pt idx="1237">
                  <c:v>776.25</c:v>
                </c:pt>
                <c:pt idx="1238">
                  <c:v>769.85</c:v>
                </c:pt>
                <c:pt idx="1239">
                  <c:v>754.75</c:v>
                </c:pt>
                <c:pt idx="1240">
                  <c:v>777.15</c:v>
                </c:pt>
                <c:pt idx="1241">
                  <c:v>764.1</c:v>
                </c:pt>
                <c:pt idx="1242">
                  <c:v>779.75</c:v>
                </c:pt>
                <c:pt idx="1243">
                  <c:v>787.25</c:v>
                </c:pt>
                <c:pt idx="1244">
                  <c:v>795.25</c:v>
                </c:pt>
                <c:pt idx="1245">
                  <c:v>794.8</c:v>
                </c:pt>
                <c:pt idx="1246">
                  <c:v>777.2</c:v>
                </c:pt>
                <c:pt idx="1247">
                  <c:v>782.65</c:v>
                </c:pt>
                <c:pt idx="1248">
                  <c:v>779.65</c:v>
                </c:pt>
                <c:pt idx="1249">
                  <c:v>769.15</c:v>
                </c:pt>
                <c:pt idx="1250">
                  <c:v>758.05</c:v>
                </c:pt>
                <c:pt idx="1251">
                  <c:v>761</c:v>
                </c:pt>
                <c:pt idx="1252">
                  <c:v>761.2</c:v>
                </c:pt>
                <c:pt idx="1253">
                  <c:v>758.05</c:v>
                </c:pt>
                <c:pt idx="1254">
                  <c:v>761.2</c:v>
                </c:pt>
                <c:pt idx="1255">
                  <c:v>756.55</c:v>
                </c:pt>
                <c:pt idx="1256">
                  <c:v>769.05</c:v>
                </c:pt>
                <c:pt idx="1257">
                  <c:v>766.6</c:v>
                </c:pt>
                <c:pt idx="1258">
                  <c:v>764.85</c:v>
                </c:pt>
                <c:pt idx="1259">
                  <c:v>747</c:v>
                </c:pt>
                <c:pt idx="1260">
                  <c:v>737.35</c:v>
                </c:pt>
                <c:pt idx="1261">
                  <c:v>726.35</c:v>
                </c:pt>
                <c:pt idx="1262">
                  <c:v>730.45</c:v>
                </c:pt>
                <c:pt idx="1263">
                  <c:v>721.5</c:v>
                </c:pt>
                <c:pt idx="1264">
                  <c:v>722.1</c:v>
                </c:pt>
                <c:pt idx="1265">
                  <c:v>719.7</c:v>
                </c:pt>
                <c:pt idx="1266">
                  <c:v>733.55</c:v>
                </c:pt>
                <c:pt idx="1267">
                  <c:v>751.65</c:v>
                </c:pt>
                <c:pt idx="1268">
                  <c:v>778.65</c:v>
                </c:pt>
                <c:pt idx="1269">
                  <c:v>776.55</c:v>
                </c:pt>
                <c:pt idx="1270">
                  <c:v>762.9</c:v>
                </c:pt>
                <c:pt idx="1271">
                  <c:v>745.25</c:v>
                </c:pt>
                <c:pt idx="1272">
                  <c:v>749.55</c:v>
                </c:pt>
                <c:pt idx="1273">
                  <c:v>754.7</c:v>
                </c:pt>
                <c:pt idx="1274">
                  <c:v>754.05</c:v>
                </c:pt>
                <c:pt idx="1275">
                  <c:v>778.1</c:v>
                </c:pt>
                <c:pt idx="1276">
                  <c:v>775.5</c:v>
                </c:pt>
                <c:pt idx="1277">
                  <c:v>773.35</c:v>
                </c:pt>
                <c:pt idx="1278">
                  <c:v>787.15</c:v>
                </c:pt>
                <c:pt idx="1279">
                  <c:v>817</c:v>
                </c:pt>
                <c:pt idx="1280">
                  <c:v>794.95</c:v>
                </c:pt>
                <c:pt idx="1281">
                  <c:v>816.35</c:v>
                </c:pt>
                <c:pt idx="1282">
                  <c:v>813.3</c:v>
                </c:pt>
                <c:pt idx="1283">
                  <c:v>791.2</c:v>
                </c:pt>
                <c:pt idx="1284">
                  <c:v>784.8</c:v>
                </c:pt>
                <c:pt idx="1285">
                  <c:v>782.7</c:v>
                </c:pt>
                <c:pt idx="1286">
                  <c:v>779.7</c:v>
                </c:pt>
                <c:pt idx="1287">
                  <c:v>772.45</c:v>
                </c:pt>
                <c:pt idx="1288">
                  <c:v>775.8</c:v>
                </c:pt>
                <c:pt idx="1289">
                  <c:v>781.7</c:v>
                </c:pt>
                <c:pt idx="1290">
                  <c:v>776.2</c:v>
                </c:pt>
                <c:pt idx="1291">
                  <c:v>778.5</c:v>
                </c:pt>
                <c:pt idx="1292">
                  <c:v>776.65</c:v>
                </c:pt>
                <c:pt idx="1293">
                  <c:v>770.85</c:v>
                </c:pt>
                <c:pt idx="1294">
                  <c:v>757.55</c:v>
                </c:pt>
                <c:pt idx="1295">
                  <c:v>778.75</c:v>
                </c:pt>
                <c:pt idx="1296">
                  <c:v>782.15</c:v>
                </c:pt>
                <c:pt idx="1297">
                  <c:v>770.25</c:v>
                </c:pt>
                <c:pt idx="1298">
                  <c:v>773.55</c:v>
                </c:pt>
                <c:pt idx="1299">
                  <c:v>786.9</c:v>
                </c:pt>
                <c:pt idx="1300">
                  <c:v>802.45</c:v>
                </c:pt>
                <c:pt idx="1301">
                  <c:v>794.45</c:v>
                </c:pt>
                <c:pt idx="1302">
                  <c:v>801.25</c:v>
                </c:pt>
                <c:pt idx="1303">
                  <c:v>820.05</c:v>
                </c:pt>
                <c:pt idx="1304">
                  <c:v>802</c:v>
                </c:pt>
                <c:pt idx="1305">
                  <c:v>800.8</c:v>
                </c:pt>
                <c:pt idx="1306">
                  <c:v>788.25</c:v>
                </c:pt>
                <c:pt idx="1307">
                  <c:v>783.2</c:v>
                </c:pt>
                <c:pt idx="1308">
                  <c:v>780.15</c:v>
                </c:pt>
                <c:pt idx="1309">
                  <c:v>761.1</c:v>
                </c:pt>
                <c:pt idx="1310">
                  <c:v>752.6</c:v>
                </c:pt>
                <c:pt idx="1311">
                  <c:v>738.65</c:v>
                </c:pt>
                <c:pt idx="1312">
                  <c:v>708.1</c:v>
                </c:pt>
                <c:pt idx="1313">
                  <c:v>691.05</c:v>
                </c:pt>
                <c:pt idx="1314">
                  <c:v>708.85</c:v>
                </c:pt>
                <c:pt idx="1315">
                  <c:v>689.4</c:v>
                </c:pt>
                <c:pt idx="1316">
                  <c:v>734.8</c:v>
                </c:pt>
                <c:pt idx="1317">
                  <c:v>729</c:v>
                </c:pt>
                <c:pt idx="1318">
                  <c:v>716.65</c:v>
                </c:pt>
                <c:pt idx="1319">
                  <c:v>725.4</c:v>
                </c:pt>
                <c:pt idx="1320">
                  <c:v>725.65</c:v>
                </c:pt>
                <c:pt idx="1321">
                  <c:v>714.95</c:v>
                </c:pt>
                <c:pt idx="1322">
                  <c:v>717.6</c:v>
                </c:pt>
                <c:pt idx="1323">
                  <c:v>712.5</c:v>
                </c:pt>
                <c:pt idx="1324">
                  <c:v>701.3</c:v>
                </c:pt>
                <c:pt idx="1325">
                  <c:v>708.4</c:v>
                </c:pt>
                <c:pt idx="1326">
                  <c:v>722.8</c:v>
                </c:pt>
                <c:pt idx="1327">
                  <c:v>702.65</c:v>
                </c:pt>
                <c:pt idx="1328">
                  <c:v>691.5</c:v>
                </c:pt>
                <c:pt idx="1329">
                  <c:v>705.35</c:v>
                </c:pt>
                <c:pt idx="1330">
                  <c:v>717.85</c:v>
                </c:pt>
                <c:pt idx="1331">
                  <c:v>726.5</c:v>
                </c:pt>
                <c:pt idx="1332">
                  <c:v>726.7</c:v>
                </c:pt>
                <c:pt idx="1333">
                  <c:v>730.35</c:v>
                </c:pt>
                <c:pt idx="1334">
                  <c:v>720.25</c:v>
                </c:pt>
                <c:pt idx="1335">
                  <c:v>726.1</c:v>
                </c:pt>
                <c:pt idx="1336">
                  <c:v>752.45</c:v>
                </c:pt>
                <c:pt idx="1337">
                  <c:v>731.2</c:v>
                </c:pt>
                <c:pt idx="1338">
                  <c:v>736.55</c:v>
                </c:pt>
                <c:pt idx="1339">
                  <c:v>747.8</c:v>
                </c:pt>
                <c:pt idx="1340">
                  <c:v>753.75</c:v>
                </c:pt>
                <c:pt idx="1341">
                  <c:v>743.85</c:v>
                </c:pt>
                <c:pt idx="1342">
                  <c:v>743</c:v>
                </c:pt>
                <c:pt idx="1343">
                  <c:v>742.1</c:v>
                </c:pt>
                <c:pt idx="1344">
                  <c:v>735.9</c:v>
                </c:pt>
                <c:pt idx="1345">
                  <c:v>735.1</c:v>
                </c:pt>
                <c:pt idx="1346">
                  <c:v>753.3</c:v>
                </c:pt>
                <c:pt idx="1347">
                  <c:v>766.5</c:v>
                </c:pt>
                <c:pt idx="1348">
                  <c:v>764.8</c:v>
                </c:pt>
                <c:pt idx="1349">
                  <c:v>766.35</c:v>
                </c:pt>
                <c:pt idx="1350">
                  <c:v>761.85</c:v>
                </c:pt>
                <c:pt idx="1351">
                  <c:v>762.15</c:v>
                </c:pt>
                <c:pt idx="1352">
                  <c:v>761.45</c:v>
                </c:pt>
                <c:pt idx="1353">
                  <c:v>757.55</c:v>
                </c:pt>
                <c:pt idx="1354">
                  <c:v>754.8</c:v>
                </c:pt>
                <c:pt idx="1355">
                  <c:v>757.15</c:v>
                </c:pt>
                <c:pt idx="1356">
                  <c:v>771.05</c:v>
                </c:pt>
                <c:pt idx="1357">
                  <c:v>765</c:v>
                </c:pt>
                <c:pt idx="1358">
                  <c:v>760</c:v>
                </c:pt>
                <c:pt idx="1359">
                  <c:v>763.6</c:v>
                </c:pt>
                <c:pt idx="1360">
                  <c:v>769.1</c:v>
                </c:pt>
                <c:pt idx="1361">
                  <c:v>764.7</c:v>
                </c:pt>
                <c:pt idx="1362">
                  <c:v>763.9</c:v>
                </c:pt>
                <c:pt idx="1363">
                  <c:v>769.7</c:v>
                </c:pt>
                <c:pt idx="1364">
                  <c:v>781.7</c:v>
                </c:pt>
                <c:pt idx="1365">
                  <c:v>807.45</c:v>
                </c:pt>
                <c:pt idx="1366">
                  <c:v>826.6</c:v>
                </c:pt>
                <c:pt idx="1367">
                  <c:v>838.9</c:v>
                </c:pt>
                <c:pt idx="1368">
                  <c:v>842.25</c:v>
                </c:pt>
                <c:pt idx="1369">
                  <c:v>831.5</c:v>
                </c:pt>
                <c:pt idx="1370">
                  <c:v>822</c:v>
                </c:pt>
                <c:pt idx="1371">
                  <c:v>817.7</c:v>
                </c:pt>
                <c:pt idx="1372">
                  <c:v>844.2</c:v>
                </c:pt>
                <c:pt idx="1373">
                  <c:v>859.85</c:v>
                </c:pt>
                <c:pt idx="1374">
                  <c:v>850.1</c:v>
                </c:pt>
                <c:pt idx="1375">
                  <c:v>845.6</c:v>
                </c:pt>
                <c:pt idx="1376">
                  <c:v>872.6</c:v>
                </c:pt>
                <c:pt idx="1377">
                  <c:v>860.1</c:v>
                </c:pt>
                <c:pt idx="1378">
                  <c:v>849.85</c:v>
                </c:pt>
                <c:pt idx="1379">
                  <c:v>852</c:v>
                </c:pt>
                <c:pt idx="1380">
                  <c:v>864.4</c:v>
                </c:pt>
                <c:pt idx="1381">
                  <c:v>851.9</c:v>
                </c:pt>
                <c:pt idx="1382">
                  <c:v>890.85</c:v>
                </c:pt>
                <c:pt idx="1383">
                  <c:v>870.25</c:v>
                </c:pt>
                <c:pt idx="1384">
                  <c:v>880.6</c:v>
                </c:pt>
                <c:pt idx="1385">
                  <c:v>901.8</c:v>
                </c:pt>
                <c:pt idx="1386">
                  <c:v>930.65</c:v>
                </c:pt>
                <c:pt idx="1387">
                  <c:v>901.8</c:v>
                </c:pt>
                <c:pt idx="1388">
                  <c:v>910.35</c:v>
                </c:pt>
                <c:pt idx="1389">
                  <c:v>927.3</c:v>
                </c:pt>
                <c:pt idx="1390">
                  <c:v>899.4</c:v>
                </c:pt>
                <c:pt idx="1391">
                  <c:v>887.9</c:v>
                </c:pt>
                <c:pt idx="1392">
                  <c:v>878.2</c:v>
                </c:pt>
                <c:pt idx="1393">
                  <c:v>890.9</c:v>
                </c:pt>
                <c:pt idx="1394">
                  <c:v>891</c:v>
                </c:pt>
                <c:pt idx="1395">
                  <c:v>900.45</c:v>
                </c:pt>
                <c:pt idx="1396">
                  <c:v>880.05</c:v>
                </c:pt>
                <c:pt idx="1397">
                  <c:v>892.6</c:v>
                </c:pt>
                <c:pt idx="1398">
                  <c:v>894.85</c:v>
                </c:pt>
                <c:pt idx="1399">
                  <c:v>905.05</c:v>
                </c:pt>
                <c:pt idx="1400">
                  <c:v>907.4</c:v>
                </c:pt>
                <c:pt idx="1401">
                  <c:v>907.6</c:v>
                </c:pt>
                <c:pt idx="1402">
                  <c:v>925.8</c:v>
                </c:pt>
                <c:pt idx="1403">
                  <c:v>925.25</c:v>
                </c:pt>
                <c:pt idx="1404">
                  <c:v>929.75</c:v>
                </c:pt>
                <c:pt idx="1405">
                  <c:v>927.45</c:v>
                </c:pt>
                <c:pt idx="1406">
                  <c:v>918.2</c:v>
                </c:pt>
                <c:pt idx="1407">
                  <c:v>906</c:v>
                </c:pt>
                <c:pt idx="1408">
                  <c:v>893.35</c:v>
                </c:pt>
                <c:pt idx="1409">
                  <c:v>897.9</c:v>
                </c:pt>
                <c:pt idx="1410">
                  <c:v>909.15</c:v>
                </c:pt>
                <c:pt idx="1411">
                  <c:v>950.95</c:v>
                </c:pt>
                <c:pt idx="1412">
                  <c:v>937.45</c:v>
                </c:pt>
                <c:pt idx="1413">
                  <c:v>939.3</c:v>
                </c:pt>
                <c:pt idx="1414">
                  <c:v>939.75</c:v>
                </c:pt>
                <c:pt idx="1415">
                  <c:v>927.6</c:v>
                </c:pt>
                <c:pt idx="1416">
                  <c:v>927.6</c:v>
                </c:pt>
                <c:pt idx="1417">
                  <c:v>913.5</c:v>
                </c:pt>
                <c:pt idx="1418">
                  <c:v>909.25</c:v>
                </c:pt>
                <c:pt idx="1419">
                  <c:v>899.75</c:v>
                </c:pt>
                <c:pt idx="1420">
                  <c:v>885.4</c:v>
                </c:pt>
                <c:pt idx="1421">
                  <c:v>893.05</c:v>
                </c:pt>
                <c:pt idx="1422">
                  <c:v>871.7</c:v>
                </c:pt>
                <c:pt idx="1423">
                  <c:v>898.25</c:v>
                </c:pt>
                <c:pt idx="1424">
                  <c:v>903.8</c:v>
                </c:pt>
                <c:pt idx="1425">
                  <c:v>918.5</c:v>
                </c:pt>
                <c:pt idx="1426">
                  <c:v>903.5</c:v>
                </c:pt>
                <c:pt idx="1427">
                  <c:v>903.65</c:v>
                </c:pt>
                <c:pt idx="1428">
                  <c:v>901.8</c:v>
                </c:pt>
                <c:pt idx="1429">
                  <c:v>937.3</c:v>
                </c:pt>
                <c:pt idx="1430">
                  <c:v>917.7</c:v>
                </c:pt>
                <c:pt idx="1431">
                  <c:v>932.6</c:v>
                </c:pt>
                <c:pt idx="1432">
                  <c:v>961.45</c:v>
                </c:pt>
                <c:pt idx="1433">
                  <c:v>987.15</c:v>
                </c:pt>
                <c:pt idx="1434">
                  <c:v>1001.1</c:v>
                </c:pt>
                <c:pt idx="1435">
                  <c:v>1064.8</c:v>
                </c:pt>
                <c:pt idx="1436">
                  <c:v>1052.3</c:v>
                </c:pt>
                <c:pt idx="1437">
                  <c:v>1029.8499999999999</c:v>
                </c:pt>
                <c:pt idx="1438">
                  <c:v>990.35</c:v>
                </c:pt>
                <c:pt idx="1439">
                  <c:v>966.75</c:v>
                </c:pt>
                <c:pt idx="1440">
                  <c:v>955.85</c:v>
                </c:pt>
                <c:pt idx="1441">
                  <c:v>988.95</c:v>
                </c:pt>
                <c:pt idx="1442">
                  <c:v>1001.75</c:v>
                </c:pt>
                <c:pt idx="1443">
                  <c:v>1037.8499999999999</c:v>
                </c:pt>
                <c:pt idx="1444">
                  <c:v>1019.75</c:v>
                </c:pt>
                <c:pt idx="1445">
                  <c:v>1039.4000000000001</c:v>
                </c:pt>
                <c:pt idx="1446">
                  <c:v>1018.45</c:v>
                </c:pt>
                <c:pt idx="1447">
                  <c:v>1023.55</c:v>
                </c:pt>
                <c:pt idx="1448">
                  <c:v>1030.4000000000001</c:v>
                </c:pt>
                <c:pt idx="1449">
                  <c:v>1000.9</c:v>
                </c:pt>
                <c:pt idx="1450">
                  <c:v>994.55</c:v>
                </c:pt>
                <c:pt idx="1451">
                  <c:v>983.8</c:v>
                </c:pt>
                <c:pt idx="1452">
                  <c:v>991.9</c:v>
                </c:pt>
                <c:pt idx="1453">
                  <c:v>981.6</c:v>
                </c:pt>
                <c:pt idx="1454">
                  <c:v>985.85</c:v>
                </c:pt>
                <c:pt idx="1455">
                  <c:v>979.4</c:v>
                </c:pt>
                <c:pt idx="1456">
                  <c:v>983.25</c:v>
                </c:pt>
                <c:pt idx="1457">
                  <c:v>973.9</c:v>
                </c:pt>
                <c:pt idx="1458">
                  <c:v>950.85</c:v>
                </c:pt>
                <c:pt idx="1459">
                  <c:v>923.7</c:v>
                </c:pt>
                <c:pt idx="1460">
                  <c:v>912.9</c:v>
                </c:pt>
                <c:pt idx="1461">
                  <c:v>910.6</c:v>
                </c:pt>
                <c:pt idx="1462">
                  <c:v>926.8</c:v>
                </c:pt>
                <c:pt idx="1463">
                  <c:v>944.35</c:v>
                </c:pt>
                <c:pt idx="1464">
                  <c:v>938.95</c:v>
                </c:pt>
                <c:pt idx="1465">
                  <c:v>967.9</c:v>
                </c:pt>
                <c:pt idx="1466">
                  <c:v>969.65</c:v>
                </c:pt>
                <c:pt idx="1467">
                  <c:v>1000.3</c:v>
                </c:pt>
                <c:pt idx="1468">
                  <c:v>1004.45</c:v>
                </c:pt>
                <c:pt idx="1469">
                  <c:v>1040.75</c:v>
                </c:pt>
                <c:pt idx="1470">
                  <c:v>1048.9000000000001</c:v>
                </c:pt>
                <c:pt idx="1471">
                  <c:v>1027.05</c:v>
                </c:pt>
                <c:pt idx="1472">
                  <c:v>1049.8499999999999</c:v>
                </c:pt>
                <c:pt idx="1473">
                  <c:v>1077.5</c:v>
                </c:pt>
                <c:pt idx="1474">
                  <c:v>1067.9000000000001</c:v>
                </c:pt>
                <c:pt idx="1475">
                  <c:v>1046.0999999999999</c:v>
                </c:pt>
                <c:pt idx="1476">
                  <c:v>1042.95</c:v>
                </c:pt>
                <c:pt idx="1477">
                  <c:v>1069.8499999999999</c:v>
                </c:pt>
                <c:pt idx="1478">
                  <c:v>1048.1500000000001</c:v>
                </c:pt>
                <c:pt idx="1479">
                  <c:v>1052.9000000000001</c:v>
                </c:pt>
                <c:pt idx="1480">
                  <c:v>1085.8499999999999</c:v>
                </c:pt>
                <c:pt idx="1481">
                  <c:v>1116.25</c:v>
                </c:pt>
                <c:pt idx="1482">
                  <c:v>1118.5999999999999</c:v>
                </c:pt>
                <c:pt idx="1483">
                  <c:v>1138.9000000000001</c:v>
                </c:pt>
                <c:pt idx="1484">
                  <c:v>1138.0999999999999</c:v>
                </c:pt>
                <c:pt idx="1485">
                  <c:v>1127.95</c:v>
                </c:pt>
                <c:pt idx="1486">
                  <c:v>1143.6500000000001</c:v>
                </c:pt>
                <c:pt idx="1487">
                  <c:v>1145.2</c:v>
                </c:pt>
                <c:pt idx="1488">
                  <c:v>1112.8499999999999</c:v>
                </c:pt>
                <c:pt idx="1489">
                  <c:v>1126.1500000000001</c:v>
                </c:pt>
                <c:pt idx="1490">
                  <c:v>1120.8</c:v>
                </c:pt>
                <c:pt idx="1491">
                  <c:v>1102.8</c:v>
                </c:pt>
                <c:pt idx="1492">
                  <c:v>1111</c:v>
                </c:pt>
                <c:pt idx="1493">
                  <c:v>1127.9000000000001</c:v>
                </c:pt>
                <c:pt idx="1494">
                  <c:v>1171.3499999999999</c:v>
                </c:pt>
                <c:pt idx="1495">
                  <c:v>1191.5999999999999</c:v>
                </c:pt>
                <c:pt idx="1496">
                  <c:v>1195.4000000000001</c:v>
                </c:pt>
                <c:pt idx="1497">
                  <c:v>1232.1500000000001</c:v>
                </c:pt>
                <c:pt idx="1498">
                  <c:v>1241.3</c:v>
                </c:pt>
                <c:pt idx="1499">
                  <c:v>1241.5</c:v>
                </c:pt>
                <c:pt idx="1500">
                  <c:v>1268.5</c:v>
                </c:pt>
                <c:pt idx="1501">
                  <c:v>1290.3499999999999</c:v>
                </c:pt>
                <c:pt idx="1502">
                  <c:v>1203.3</c:v>
                </c:pt>
                <c:pt idx="1503">
                  <c:v>1174.5</c:v>
                </c:pt>
                <c:pt idx="1504">
                  <c:v>1169.05</c:v>
                </c:pt>
                <c:pt idx="1505">
                  <c:v>1188.9000000000001</c:v>
                </c:pt>
                <c:pt idx="1506">
                  <c:v>1218.5</c:v>
                </c:pt>
                <c:pt idx="1507">
                  <c:v>1207</c:v>
                </c:pt>
                <c:pt idx="1508">
                  <c:v>1191.3</c:v>
                </c:pt>
                <c:pt idx="1509">
                  <c:v>1230</c:v>
                </c:pt>
                <c:pt idx="1510">
                  <c:v>1241.3</c:v>
                </c:pt>
                <c:pt idx="1511">
                  <c:v>1240.75</c:v>
                </c:pt>
                <c:pt idx="1512">
                  <c:v>1267.5</c:v>
                </c:pt>
                <c:pt idx="1513">
                  <c:v>1274.55</c:v>
                </c:pt>
                <c:pt idx="1514">
                  <c:v>1224.95</c:v>
                </c:pt>
                <c:pt idx="1515">
                  <c:v>1199.95</c:v>
                </c:pt>
                <c:pt idx="1516">
                  <c:v>1180.75</c:v>
                </c:pt>
                <c:pt idx="1517">
                  <c:v>1171.8499999999999</c:v>
                </c:pt>
                <c:pt idx="1518">
                  <c:v>1157.8</c:v>
                </c:pt>
                <c:pt idx="1519">
                  <c:v>1148.05</c:v>
                </c:pt>
                <c:pt idx="1520">
                  <c:v>1181.55</c:v>
                </c:pt>
                <c:pt idx="1521">
                  <c:v>1250.5</c:v>
                </c:pt>
                <c:pt idx="1522">
                  <c:v>1211.5</c:v>
                </c:pt>
                <c:pt idx="1523">
                  <c:v>1237.4000000000001</c:v>
                </c:pt>
                <c:pt idx="1524">
                  <c:v>1280.75</c:v>
                </c:pt>
                <c:pt idx="1525">
                  <c:v>1302.45</c:v>
                </c:pt>
                <c:pt idx="1526">
                  <c:v>1318.15</c:v>
                </c:pt>
                <c:pt idx="1527">
                  <c:v>1339.7</c:v>
                </c:pt>
                <c:pt idx="1528">
                  <c:v>1387.8</c:v>
                </c:pt>
                <c:pt idx="1529">
                  <c:v>1358.7</c:v>
                </c:pt>
                <c:pt idx="1530">
                  <c:v>1303.9000000000001</c:v>
                </c:pt>
                <c:pt idx="1531">
                  <c:v>1337.6</c:v>
                </c:pt>
                <c:pt idx="1532">
                  <c:v>1343.75</c:v>
                </c:pt>
                <c:pt idx="1533">
                  <c:v>1341.55</c:v>
                </c:pt>
                <c:pt idx="1534">
                  <c:v>1363.55</c:v>
                </c:pt>
                <c:pt idx="1535">
                  <c:v>1363</c:v>
                </c:pt>
                <c:pt idx="1536">
                  <c:v>1370.6</c:v>
                </c:pt>
                <c:pt idx="1537">
                  <c:v>1338</c:v>
                </c:pt>
                <c:pt idx="1538">
                  <c:v>1340.35</c:v>
                </c:pt>
                <c:pt idx="1539">
                  <c:v>1300.1500000000001</c:v>
                </c:pt>
                <c:pt idx="1540">
                  <c:v>1318.25</c:v>
                </c:pt>
                <c:pt idx="1541">
                  <c:v>1332.15</c:v>
                </c:pt>
                <c:pt idx="1542">
                  <c:v>1377.1</c:v>
                </c:pt>
                <c:pt idx="1543">
                  <c:v>1377.9</c:v>
                </c:pt>
                <c:pt idx="1544">
                  <c:v>1364.9</c:v>
                </c:pt>
                <c:pt idx="1545">
                  <c:v>1384.95</c:v>
                </c:pt>
                <c:pt idx="1546">
                  <c:v>1365.65</c:v>
                </c:pt>
                <c:pt idx="1547">
                  <c:v>1354.8</c:v>
                </c:pt>
                <c:pt idx="1548">
                  <c:v>1355.25</c:v>
                </c:pt>
                <c:pt idx="1549">
                  <c:v>1316.95</c:v>
                </c:pt>
                <c:pt idx="1550">
                  <c:v>1335.5</c:v>
                </c:pt>
                <c:pt idx="1551">
                  <c:v>1342.1</c:v>
                </c:pt>
                <c:pt idx="1552">
                  <c:v>1296.5</c:v>
                </c:pt>
                <c:pt idx="1553">
                  <c:v>1278.8</c:v>
                </c:pt>
                <c:pt idx="1554">
                  <c:v>1326.95</c:v>
                </c:pt>
                <c:pt idx="1555">
                  <c:v>1305.0999999999999</c:v>
                </c:pt>
                <c:pt idx="1556">
                  <c:v>1320.65</c:v>
                </c:pt>
                <c:pt idx="1557">
                  <c:v>1349.45</c:v>
                </c:pt>
                <c:pt idx="1558">
                  <c:v>1338.05</c:v>
                </c:pt>
                <c:pt idx="1559">
                  <c:v>1338.7</c:v>
                </c:pt>
                <c:pt idx="1560">
                  <c:v>1310.1500000000001</c:v>
                </c:pt>
                <c:pt idx="1561">
                  <c:v>1318.65</c:v>
                </c:pt>
                <c:pt idx="1562">
                  <c:v>1318.85</c:v>
                </c:pt>
                <c:pt idx="1563">
                  <c:v>1314.25</c:v>
                </c:pt>
                <c:pt idx="1564">
                  <c:v>1315.35</c:v>
                </c:pt>
                <c:pt idx="1565">
                  <c:v>1339</c:v>
                </c:pt>
                <c:pt idx="1566">
                  <c:v>1337.45</c:v>
                </c:pt>
                <c:pt idx="1567">
                  <c:v>1358.4</c:v>
                </c:pt>
                <c:pt idx="1568">
                  <c:v>1336.8</c:v>
                </c:pt>
                <c:pt idx="1569">
                  <c:v>1340</c:v>
                </c:pt>
                <c:pt idx="1570">
                  <c:v>1348.1</c:v>
                </c:pt>
                <c:pt idx="1571">
                  <c:v>1351.7</c:v>
                </c:pt>
                <c:pt idx="1572">
                  <c:v>1335.8</c:v>
                </c:pt>
                <c:pt idx="1573">
                  <c:v>1329.55</c:v>
                </c:pt>
                <c:pt idx="1574">
                  <c:v>1286.3499999999999</c:v>
                </c:pt>
                <c:pt idx="1575">
                  <c:v>1258</c:v>
                </c:pt>
                <c:pt idx="1576">
                  <c:v>1273.5999999999999</c:v>
                </c:pt>
                <c:pt idx="1577">
                  <c:v>1282.1500000000001</c:v>
                </c:pt>
                <c:pt idx="1578">
                  <c:v>1299.05</c:v>
                </c:pt>
                <c:pt idx="1579">
                  <c:v>1275.45</c:v>
                </c:pt>
                <c:pt idx="1580">
                  <c:v>1272.6500000000001</c:v>
                </c:pt>
                <c:pt idx="1581">
                  <c:v>1261.55</c:v>
                </c:pt>
                <c:pt idx="1582">
                  <c:v>1254.55</c:v>
                </c:pt>
                <c:pt idx="1583">
                  <c:v>1296.45</c:v>
                </c:pt>
                <c:pt idx="1584">
                  <c:v>1296.45</c:v>
                </c:pt>
                <c:pt idx="1585">
                  <c:v>1299.6500000000001</c:v>
                </c:pt>
                <c:pt idx="1586">
                  <c:v>1311.75</c:v>
                </c:pt>
                <c:pt idx="1587">
                  <c:v>1308</c:v>
                </c:pt>
                <c:pt idx="1588">
                  <c:v>1298.25</c:v>
                </c:pt>
                <c:pt idx="1589">
                  <c:v>1293.3</c:v>
                </c:pt>
                <c:pt idx="1590">
                  <c:v>1287.1500000000001</c:v>
                </c:pt>
                <c:pt idx="1591">
                  <c:v>1340.95</c:v>
                </c:pt>
                <c:pt idx="1592">
                  <c:v>1355</c:v>
                </c:pt>
                <c:pt idx="1593">
                  <c:v>1362.8</c:v>
                </c:pt>
                <c:pt idx="1594">
                  <c:v>1390.7</c:v>
                </c:pt>
                <c:pt idx="1595">
                  <c:v>1380.75</c:v>
                </c:pt>
                <c:pt idx="1596">
                  <c:v>1353.55</c:v>
                </c:pt>
                <c:pt idx="1597">
                  <c:v>1343.35</c:v>
                </c:pt>
                <c:pt idx="1598">
                  <c:v>1354.35</c:v>
                </c:pt>
                <c:pt idx="1599">
                  <c:v>1292.3</c:v>
                </c:pt>
                <c:pt idx="1600">
                  <c:v>1255.3</c:v>
                </c:pt>
                <c:pt idx="1601">
                  <c:v>1210.3499999999999</c:v>
                </c:pt>
                <c:pt idx="1602">
                  <c:v>1246.55</c:v>
                </c:pt>
                <c:pt idx="1603">
                  <c:v>1174.6500000000001</c:v>
                </c:pt>
                <c:pt idx="1604">
                  <c:v>1153.3</c:v>
                </c:pt>
                <c:pt idx="1605">
                  <c:v>1176</c:v>
                </c:pt>
                <c:pt idx="1606">
                  <c:v>1203.4000000000001</c:v>
                </c:pt>
                <c:pt idx="1607">
                  <c:v>1179.0999999999999</c:v>
                </c:pt>
                <c:pt idx="1608">
                  <c:v>1123.55</c:v>
                </c:pt>
                <c:pt idx="1609">
                  <c:v>1105.1500000000001</c:v>
                </c:pt>
                <c:pt idx="1610">
                  <c:v>1178.5</c:v>
                </c:pt>
                <c:pt idx="1611">
                  <c:v>1199</c:v>
                </c:pt>
                <c:pt idx="1612">
                  <c:v>1163.45</c:v>
                </c:pt>
                <c:pt idx="1613">
                  <c:v>1160.8499999999999</c:v>
                </c:pt>
                <c:pt idx="1614">
                  <c:v>1109.6500000000001</c:v>
                </c:pt>
                <c:pt idx="1615">
                  <c:v>1207.75</c:v>
                </c:pt>
                <c:pt idx="1616">
                  <c:v>1117.3</c:v>
                </c:pt>
                <c:pt idx="1617">
                  <c:v>1016.7</c:v>
                </c:pt>
                <c:pt idx="1618">
                  <c:v>998.05</c:v>
                </c:pt>
                <c:pt idx="1619">
                  <c:v>1059.75</c:v>
                </c:pt>
                <c:pt idx="1620">
                  <c:v>1044.45</c:v>
                </c:pt>
                <c:pt idx="1621">
                  <c:v>1053.1500000000001</c:v>
                </c:pt>
                <c:pt idx="1622">
                  <c:v>1013.95</c:v>
                </c:pt>
                <c:pt idx="1623">
                  <c:v>1020.3</c:v>
                </c:pt>
                <c:pt idx="1624">
                  <c:v>1123.7</c:v>
                </c:pt>
                <c:pt idx="1625">
                  <c:v>1105.45</c:v>
                </c:pt>
                <c:pt idx="1626">
                  <c:v>1103</c:v>
                </c:pt>
                <c:pt idx="1627">
                  <c:v>1043.2</c:v>
                </c:pt>
                <c:pt idx="1628">
                  <c:v>1089.05</c:v>
                </c:pt>
                <c:pt idx="1629">
                  <c:v>1051.8499999999999</c:v>
                </c:pt>
                <c:pt idx="1630">
                  <c:v>1087.45</c:v>
                </c:pt>
                <c:pt idx="1631">
                  <c:v>1139.8</c:v>
                </c:pt>
                <c:pt idx="1632">
                  <c:v>1131.55</c:v>
                </c:pt>
                <c:pt idx="1633">
                  <c:v>1160.55</c:v>
                </c:pt>
                <c:pt idx="1634">
                  <c:v>1214.95</c:v>
                </c:pt>
                <c:pt idx="1635">
                  <c:v>1221.0999999999999</c:v>
                </c:pt>
                <c:pt idx="1636">
                  <c:v>1166.5</c:v>
                </c:pt>
                <c:pt idx="1637">
                  <c:v>1198.8499999999999</c:v>
                </c:pt>
                <c:pt idx="1638">
                  <c:v>1199.5999999999999</c:v>
                </c:pt>
                <c:pt idx="1639">
                  <c:v>1204.1500000000001</c:v>
                </c:pt>
                <c:pt idx="1640">
                  <c:v>1164.8499999999999</c:v>
                </c:pt>
                <c:pt idx="1641">
                  <c:v>1143.2</c:v>
                </c:pt>
                <c:pt idx="1642">
                  <c:v>1081.3</c:v>
                </c:pt>
                <c:pt idx="1643">
                  <c:v>1064.1500000000001</c:v>
                </c:pt>
                <c:pt idx="1644">
                  <c:v>1063.25</c:v>
                </c:pt>
                <c:pt idx="1645">
                  <c:v>1080.25</c:v>
                </c:pt>
                <c:pt idx="1646">
                  <c:v>1071.3499999999999</c:v>
                </c:pt>
                <c:pt idx="1647">
                  <c:v>1077.4000000000001</c:v>
                </c:pt>
                <c:pt idx="1648">
                  <c:v>1097.1500000000001</c:v>
                </c:pt>
                <c:pt idx="1649">
                  <c:v>1135.1500000000001</c:v>
                </c:pt>
                <c:pt idx="1650">
                  <c:v>1191.3</c:v>
                </c:pt>
                <c:pt idx="1651">
                  <c:v>1185.25</c:v>
                </c:pt>
                <c:pt idx="1652">
                  <c:v>1177.4000000000001</c:v>
                </c:pt>
                <c:pt idx="1653">
                  <c:v>1194.1500000000001</c:v>
                </c:pt>
                <c:pt idx="1654">
                  <c:v>1191.5999999999999</c:v>
                </c:pt>
                <c:pt idx="1655">
                  <c:v>1225.3499999999999</c:v>
                </c:pt>
                <c:pt idx="1656">
                  <c:v>1242.0999999999999</c:v>
                </c:pt>
                <c:pt idx="1657">
                  <c:v>1235.3</c:v>
                </c:pt>
                <c:pt idx="1658">
                  <c:v>1246.05</c:v>
                </c:pt>
                <c:pt idx="1659">
                  <c:v>1240.1500000000001</c:v>
                </c:pt>
                <c:pt idx="1660">
                  <c:v>1274.05</c:v>
                </c:pt>
                <c:pt idx="1661">
                  <c:v>1267.45</c:v>
                </c:pt>
                <c:pt idx="1662">
                  <c:v>1301.6500000000001</c:v>
                </c:pt>
                <c:pt idx="1663">
                  <c:v>1285.7</c:v>
                </c:pt>
                <c:pt idx="1664">
                  <c:v>1294.5</c:v>
                </c:pt>
                <c:pt idx="1665">
                  <c:v>1306.05</c:v>
                </c:pt>
                <c:pt idx="1666">
                  <c:v>1291.3</c:v>
                </c:pt>
                <c:pt idx="1667">
                  <c:v>1324.35</c:v>
                </c:pt>
                <c:pt idx="1668">
                  <c:v>1278.4000000000001</c:v>
                </c:pt>
                <c:pt idx="1669">
                  <c:v>1277.5999999999999</c:v>
                </c:pt>
                <c:pt idx="1670">
                  <c:v>1278.1500000000001</c:v>
                </c:pt>
                <c:pt idx="1671">
                  <c:v>1262.5</c:v>
                </c:pt>
                <c:pt idx="1672">
                  <c:v>1290.7</c:v>
                </c:pt>
                <c:pt idx="1673">
                  <c:v>1300.7</c:v>
                </c:pt>
                <c:pt idx="1674">
                  <c:v>1310.1500000000001</c:v>
                </c:pt>
                <c:pt idx="1675">
                  <c:v>1320</c:v>
                </c:pt>
                <c:pt idx="1676">
                  <c:v>1319.65</c:v>
                </c:pt>
                <c:pt idx="1677">
                  <c:v>1324.55</c:v>
                </c:pt>
                <c:pt idx="1678">
                  <c:v>1316.4</c:v>
                </c:pt>
                <c:pt idx="1679">
                  <c:v>1355.2</c:v>
                </c:pt>
                <c:pt idx="1680">
                  <c:v>1339</c:v>
                </c:pt>
                <c:pt idx="1681">
                  <c:v>1335.7</c:v>
                </c:pt>
                <c:pt idx="1682">
                  <c:v>1329.8</c:v>
                </c:pt>
                <c:pt idx="1683">
                  <c:v>1353</c:v>
                </c:pt>
                <c:pt idx="1684">
                  <c:v>1335.3</c:v>
                </c:pt>
                <c:pt idx="1685">
                  <c:v>1333.05</c:v>
                </c:pt>
                <c:pt idx="1686">
                  <c:v>1376.9</c:v>
                </c:pt>
                <c:pt idx="1687">
                  <c:v>1348.1</c:v>
                </c:pt>
                <c:pt idx="1688">
                  <c:v>1373.9</c:v>
                </c:pt>
                <c:pt idx="1689">
                  <c:v>1405.85</c:v>
                </c:pt>
                <c:pt idx="1690">
                  <c:v>1408.8</c:v>
                </c:pt>
                <c:pt idx="1691">
                  <c:v>1397.1</c:v>
                </c:pt>
                <c:pt idx="1692">
                  <c:v>1418.5</c:v>
                </c:pt>
                <c:pt idx="1693">
                  <c:v>1447.65</c:v>
                </c:pt>
                <c:pt idx="1694">
                  <c:v>1498.4</c:v>
                </c:pt>
                <c:pt idx="1695">
                  <c:v>1533.15</c:v>
                </c:pt>
                <c:pt idx="1696">
                  <c:v>1480.3</c:v>
                </c:pt>
                <c:pt idx="1697">
                  <c:v>1434.9</c:v>
                </c:pt>
                <c:pt idx="1698">
                  <c:v>1448.1</c:v>
                </c:pt>
                <c:pt idx="1699">
                  <c:v>1432.3</c:v>
                </c:pt>
                <c:pt idx="1700">
                  <c:v>1393.2</c:v>
                </c:pt>
                <c:pt idx="1701">
                  <c:v>1419.8</c:v>
                </c:pt>
                <c:pt idx="1702">
                  <c:v>1439.8</c:v>
                </c:pt>
                <c:pt idx="1703">
                  <c:v>1501.15</c:v>
                </c:pt>
                <c:pt idx="1704">
                  <c:v>1527</c:v>
                </c:pt>
                <c:pt idx="1705">
                  <c:v>1547.15</c:v>
                </c:pt>
                <c:pt idx="1706">
                  <c:v>1511.9</c:v>
                </c:pt>
                <c:pt idx="1707">
                  <c:v>1479.9</c:v>
                </c:pt>
                <c:pt idx="1708">
                  <c:v>1456.35</c:v>
                </c:pt>
                <c:pt idx="1709">
                  <c:v>1450.75</c:v>
                </c:pt>
                <c:pt idx="1710">
                  <c:v>1446.85</c:v>
                </c:pt>
                <c:pt idx="1711">
                  <c:v>1430.7</c:v>
                </c:pt>
                <c:pt idx="1712">
                  <c:v>1449.05</c:v>
                </c:pt>
                <c:pt idx="1713">
                  <c:v>1478.65</c:v>
                </c:pt>
                <c:pt idx="1714">
                  <c:v>1453.15</c:v>
                </c:pt>
                <c:pt idx="1715">
                  <c:v>1463.9</c:v>
                </c:pt>
                <c:pt idx="1716">
                  <c:v>1425.75</c:v>
                </c:pt>
                <c:pt idx="1717">
                  <c:v>1444.5</c:v>
                </c:pt>
                <c:pt idx="1718">
                  <c:v>1479</c:v>
                </c:pt>
                <c:pt idx="1719">
                  <c:v>1526.15</c:v>
                </c:pt>
                <c:pt idx="1720">
                  <c:v>1561.3</c:v>
                </c:pt>
                <c:pt idx="1721">
                  <c:v>1521.55</c:v>
                </c:pt>
                <c:pt idx="1722">
                  <c:v>1506.45</c:v>
                </c:pt>
                <c:pt idx="1723">
                  <c:v>1498.25</c:v>
                </c:pt>
                <c:pt idx="1724">
                  <c:v>1551.1</c:v>
                </c:pt>
                <c:pt idx="1725">
                  <c:v>1545.7</c:v>
                </c:pt>
                <c:pt idx="1726">
                  <c:v>1525.8</c:v>
                </c:pt>
                <c:pt idx="1727">
                  <c:v>1555.9</c:v>
                </c:pt>
                <c:pt idx="1728">
                  <c:v>1605.25</c:v>
                </c:pt>
                <c:pt idx="1729">
                  <c:v>1659.6</c:v>
                </c:pt>
                <c:pt idx="1730">
                  <c:v>1644.5</c:v>
                </c:pt>
                <c:pt idx="1731">
                  <c:v>1638.45</c:v>
                </c:pt>
                <c:pt idx="1732">
                  <c:v>1652.95</c:v>
                </c:pt>
                <c:pt idx="1733">
                  <c:v>1649.4</c:v>
                </c:pt>
                <c:pt idx="1734">
                  <c:v>1649.65</c:v>
                </c:pt>
                <c:pt idx="1735">
                  <c:v>1626.75</c:v>
                </c:pt>
                <c:pt idx="1736">
                  <c:v>1631.25</c:v>
                </c:pt>
                <c:pt idx="1737">
                  <c:v>1646.95</c:v>
                </c:pt>
                <c:pt idx="1738">
                  <c:v>1640.95</c:v>
                </c:pt>
                <c:pt idx="1739">
                  <c:v>1621.8</c:v>
                </c:pt>
                <c:pt idx="1740">
                  <c:v>1606</c:v>
                </c:pt>
                <c:pt idx="1741">
                  <c:v>1589.4</c:v>
                </c:pt>
                <c:pt idx="1742">
                  <c:v>1565.95</c:v>
                </c:pt>
                <c:pt idx="1743">
                  <c:v>1551.4</c:v>
                </c:pt>
                <c:pt idx="1744">
                  <c:v>1545.15</c:v>
                </c:pt>
                <c:pt idx="1745">
                  <c:v>1498.3</c:v>
                </c:pt>
                <c:pt idx="1746">
                  <c:v>1500</c:v>
                </c:pt>
                <c:pt idx="1747">
                  <c:v>1530.1</c:v>
                </c:pt>
                <c:pt idx="1748">
                  <c:v>1553.65</c:v>
                </c:pt>
                <c:pt idx="1749">
                  <c:v>1556.3</c:v>
                </c:pt>
                <c:pt idx="1750">
                  <c:v>1553.15</c:v>
                </c:pt>
                <c:pt idx="1751">
                  <c:v>1571.55</c:v>
                </c:pt>
                <c:pt idx="1752">
                  <c:v>1581.95</c:v>
                </c:pt>
                <c:pt idx="1753">
                  <c:v>1579.05</c:v>
                </c:pt>
                <c:pt idx="1754">
                  <c:v>1600.35</c:v>
                </c:pt>
                <c:pt idx="1755">
                  <c:v>1626.15</c:v>
                </c:pt>
                <c:pt idx="1756">
                  <c:v>1631.45</c:v>
                </c:pt>
                <c:pt idx="1757">
                  <c:v>1626.9</c:v>
                </c:pt>
                <c:pt idx="1758">
                  <c:v>1619.55</c:v>
                </c:pt>
                <c:pt idx="1759">
                  <c:v>1608</c:v>
                </c:pt>
                <c:pt idx="1760">
                  <c:v>1578.7</c:v>
                </c:pt>
                <c:pt idx="1761">
                  <c:v>1618.15</c:v>
                </c:pt>
                <c:pt idx="1762">
                  <c:v>1595.05</c:v>
                </c:pt>
                <c:pt idx="1763">
                  <c:v>1562.4</c:v>
                </c:pt>
                <c:pt idx="1764">
                  <c:v>1528.25</c:v>
                </c:pt>
                <c:pt idx="1765">
                  <c:v>1522.55</c:v>
                </c:pt>
                <c:pt idx="1766">
                  <c:v>1578.7</c:v>
                </c:pt>
                <c:pt idx="1767">
                  <c:v>1596.5</c:v>
                </c:pt>
                <c:pt idx="1768">
                  <c:v>1559.6</c:v>
                </c:pt>
                <c:pt idx="1769">
                  <c:v>1546.5</c:v>
                </c:pt>
                <c:pt idx="1770">
                  <c:v>1599.5</c:v>
                </c:pt>
                <c:pt idx="1771">
                  <c:v>1600.15</c:v>
                </c:pt>
                <c:pt idx="1772">
                  <c:v>1611.85</c:v>
                </c:pt>
                <c:pt idx="1773">
                  <c:v>1602.55</c:v>
                </c:pt>
                <c:pt idx="1774">
                  <c:v>1641.1</c:v>
                </c:pt>
                <c:pt idx="1775">
                  <c:v>1686.75</c:v>
                </c:pt>
                <c:pt idx="1776">
                  <c:v>1669.55</c:v>
                </c:pt>
                <c:pt idx="1777">
                  <c:v>1673.85</c:v>
                </c:pt>
                <c:pt idx="1778">
                  <c:v>1674.95</c:v>
                </c:pt>
                <c:pt idx="1779">
                  <c:v>1743.65</c:v>
                </c:pt>
                <c:pt idx="1780">
                  <c:v>1820.35</c:v>
                </c:pt>
                <c:pt idx="1781">
                  <c:v>1797.1</c:v>
                </c:pt>
                <c:pt idx="1782">
                  <c:v>1803.05</c:v>
                </c:pt>
                <c:pt idx="1783">
                  <c:v>1806.95</c:v>
                </c:pt>
                <c:pt idx="1784">
                  <c:v>1816.75</c:v>
                </c:pt>
                <c:pt idx="1785">
                  <c:v>1758.95</c:v>
                </c:pt>
                <c:pt idx="1786">
                  <c:v>1723.55</c:v>
                </c:pt>
                <c:pt idx="1787">
                  <c:v>1683.05</c:v>
                </c:pt>
                <c:pt idx="1788">
                  <c:v>1692.5</c:v>
                </c:pt>
                <c:pt idx="1789">
                  <c:v>1695.85</c:v>
                </c:pt>
                <c:pt idx="1790">
                  <c:v>1653</c:v>
                </c:pt>
                <c:pt idx="1791">
                  <c:v>1672.8</c:v>
                </c:pt>
                <c:pt idx="1792">
                  <c:v>1662.05</c:v>
                </c:pt>
                <c:pt idx="1793">
                  <c:v>1603.9</c:v>
                </c:pt>
                <c:pt idx="1794">
                  <c:v>1606.35</c:v>
                </c:pt>
                <c:pt idx="1795">
                  <c:v>1605.95</c:v>
                </c:pt>
                <c:pt idx="1796">
                  <c:v>1507.25</c:v>
                </c:pt>
                <c:pt idx="1797">
                  <c:v>1511.35</c:v>
                </c:pt>
                <c:pt idx="1798">
                  <c:v>1533.85</c:v>
                </c:pt>
                <c:pt idx="1799">
                  <c:v>1497.2</c:v>
                </c:pt>
                <c:pt idx="1800">
                  <c:v>1492</c:v>
                </c:pt>
                <c:pt idx="1801">
                  <c:v>1532.55</c:v>
                </c:pt>
                <c:pt idx="1802">
                  <c:v>1546.8</c:v>
                </c:pt>
                <c:pt idx="1803">
                  <c:v>1563.65</c:v>
                </c:pt>
                <c:pt idx="1804">
                  <c:v>1582.5</c:v>
                </c:pt>
                <c:pt idx="1805">
                  <c:v>1605.3</c:v>
                </c:pt>
                <c:pt idx="1806">
                  <c:v>1556</c:v>
                </c:pt>
                <c:pt idx="1807">
                  <c:v>1512.85</c:v>
                </c:pt>
                <c:pt idx="1808">
                  <c:v>1504.15</c:v>
                </c:pt>
                <c:pt idx="1809">
                  <c:v>1534.1</c:v>
                </c:pt>
                <c:pt idx="1810">
                  <c:v>1567.25</c:v>
                </c:pt>
                <c:pt idx="1811">
                  <c:v>1545.5</c:v>
                </c:pt>
                <c:pt idx="1812">
                  <c:v>1574</c:v>
                </c:pt>
                <c:pt idx="1813">
                  <c:v>1593.9</c:v>
                </c:pt>
                <c:pt idx="1814">
                  <c:v>1574.05</c:v>
                </c:pt>
                <c:pt idx="1815">
                  <c:v>1518.4</c:v>
                </c:pt>
                <c:pt idx="1816">
                  <c:v>1537.85</c:v>
                </c:pt>
                <c:pt idx="1817">
                  <c:v>1519.8</c:v>
                </c:pt>
                <c:pt idx="1818">
                  <c:v>1434.75</c:v>
                </c:pt>
                <c:pt idx="1819">
                  <c:v>1426.65</c:v>
                </c:pt>
                <c:pt idx="1820">
                  <c:v>1496.9</c:v>
                </c:pt>
                <c:pt idx="1821">
                  <c:v>1527.1</c:v>
                </c:pt>
                <c:pt idx="1822">
                  <c:v>1557.2</c:v>
                </c:pt>
                <c:pt idx="1823">
                  <c:v>1606.95</c:v>
                </c:pt>
                <c:pt idx="1824">
                  <c:v>1581.85</c:v>
                </c:pt>
                <c:pt idx="1825">
                  <c:v>1539.25</c:v>
                </c:pt>
                <c:pt idx="1826">
                  <c:v>1563.05</c:v>
                </c:pt>
                <c:pt idx="1827">
                  <c:v>1575.95</c:v>
                </c:pt>
                <c:pt idx="1828">
                  <c:v>1581.65</c:v>
                </c:pt>
                <c:pt idx="1829">
                  <c:v>1593.05</c:v>
                </c:pt>
                <c:pt idx="1830">
                  <c:v>1561.9</c:v>
                </c:pt>
                <c:pt idx="1831">
                  <c:v>1650.55</c:v>
                </c:pt>
                <c:pt idx="1832">
                  <c:v>1667.55</c:v>
                </c:pt>
                <c:pt idx="1833">
                  <c:v>1711.2</c:v>
                </c:pt>
                <c:pt idx="1834">
                  <c:v>1755.6</c:v>
                </c:pt>
                <c:pt idx="1835">
                  <c:v>1737.7</c:v>
                </c:pt>
                <c:pt idx="1836">
                  <c:v>1686.5</c:v>
                </c:pt>
                <c:pt idx="1837">
                  <c:v>1666.35</c:v>
                </c:pt>
                <c:pt idx="1838">
                  <c:v>1679.45</c:v>
                </c:pt>
                <c:pt idx="1839">
                  <c:v>1633.4</c:v>
                </c:pt>
                <c:pt idx="1840">
                  <c:v>1628.95</c:v>
                </c:pt>
                <c:pt idx="1841">
                  <c:v>1604.1</c:v>
                </c:pt>
                <c:pt idx="1842">
                  <c:v>1591.75</c:v>
                </c:pt>
                <c:pt idx="1843">
                  <c:v>1683.45</c:v>
                </c:pt>
                <c:pt idx="1844">
                  <c:v>1654.65</c:v>
                </c:pt>
                <c:pt idx="1845">
                  <c:v>1675.9</c:v>
                </c:pt>
                <c:pt idx="1846">
                  <c:v>1671.7</c:v>
                </c:pt>
                <c:pt idx="1847">
                  <c:v>1698.1</c:v>
                </c:pt>
                <c:pt idx="1848">
                  <c:v>1710.95</c:v>
                </c:pt>
                <c:pt idx="1849">
                  <c:v>1702.4</c:v>
                </c:pt>
                <c:pt idx="1850">
                  <c:v>1718.15</c:v>
                </c:pt>
                <c:pt idx="1851">
                  <c:v>1792.8</c:v>
                </c:pt>
                <c:pt idx="1852">
                  <c:v>1804.45</c:v>
                </c:pt>
                <c:pt idx="1853">
                  <c:v>1757.35</c:v>
                </c:pt>
                <c:pt idx="1854">
                  <c:v>1816.65</c:v>
                </c:pt>
                <c:pt idx="1855">
                  <c:v>1845.85</c:v>
                </c:pt>
                <c:pt idx="1856">
                  <c:v>1812.8</c:v>
                </c:pt>
                <c:pt idx="1857">
                  <c:v>1827.3</c:v>
                </c:pt>
                <c:pt idx="1858">
                  <c:v>1882.6</c:v>
                </c:pt>
                <c:pt idx="1859">
                  <c:v>1863.4</c:v>
                </c:pt>
                <c:pt idx="1860">
                  <c:v>1894.55</c:v>
                </c:pt>
                <c:pt idx="1861">
                  <c:v>1897.65</c:v>
                </c:pt>
                <c:pt idx="1862">
                  <c:v>1833.1</c:v>
                </c:pt>
                <c:pt idx="1863">
                  <c:v>1819.7</c:v>
                </c:pt>
                <c:pt idx="1864">
                  <c:v>1749.6</c:v>
                </c:pt>
                <c:pt idx="1865">
                  <c:v>1758.45</c:v>
                </c:pt>
                <c:pt idx="1866">
                  <c:v>1779.45</c:v>
                </c:pt>
                <c:pt idx="1867">
                  <c:v>1751.25</c:v>
                </c:pt>
                <c:pt idx="1868">
                  <c:v>1824.55</c:v>
                </c:pt>
                <c:pt idx="1869">
                  <c:v>1785.7</c:v>
                </c:pt>
                <c:pt idx="1870">
                  <c:v>1766.2</c:v>
                </c:pt>
                <c:pt idx="1871">
                  <c:v>1771.15</c:v>
                </c:pt>
                <c:pt idx="1872">
                  <c:v>1814.55</c:v>
                </c:pt>
                <c:pt idx="1873">
                  <c:v>1851.95</c:v>
                </c:pt>
                <c:pt idx="1874">
                  <c:v>1880.9</c:v>
                </c:pt>
                <c:pt idx="1875">
                  <c:v>1900.3</c:v>
                </c:pt>
                <c:pt idx="1876">
                  <c:v>1887.45</c:v>
                </c:pt>
                <c:pt idx="1877">
                  <c:v>1865</c:v>
                </c:pt>
                <c:pt idx="1878">
                  <c:v>1959.95</c:v>
                </c:pt>
                <c:pt idx="1879">
                  <c:v>2033.7</c:v>
                </c:pt>
                <c:pt idx="1880">
                  <c:v>2032</c:v>
                </c:pt>
                <c:pt idx="1881">
                  <c:v>2000.55</c:v>
                </c:pt>
                <c:pt idx="1882">
                  <c:v>1982.35</c:v>
                </c:pt>
                <c:pt idx="1883">
                  <c:v>1950.25</c:v>
                </c:pt>
                <c:pt idx="1884">
                  <c:v>1916.55</c:v>
                </c:pt>
                <c:pt idx="1885">
                  <c:v>1922.35</c:v>
                </c:pt>
                <c:pt idx="1886">
                  <c:v>1915.4</c:v>
                </c:pt>
                <c:pt idx="1887">
                  <c:v>1904.35</c:v>
                </c:pt>
                <c:pt idx="1888">
                  <c:v>1954.1</c:v>
                </c:pt>
                <c:pt idx="1889">
                  <c:v>1987.55</c:v>
                </c:pt>
                <c:pt idx="1890">
                  <c:v>1995.25</c:v>
                </c:pt>
                <c:pt idx="1891">
                  <c:v>1962.7</c:v>
                </c:pt>
                <c:pt idx="1892">
                  <c:v>1950.1</c:v>
                </c:pt>
                <c:pt idx="1893">
                  <c:v>1957.8</c:v>
                </c:pt>
                <c:pt idx="1894">
                  <c:v>1966.3</c:v>
                </c:pt>
                <c:pt idx="1895">
                  <c:v>1991.85</c:v>
                </c:pt>
                <c:pt idx="1896">
                  <c:v>1973</c:v>
                </c:pt>
                <c:pt idx="1897">
                  <c:v>1966.4</c:v>
                </c:pt>
                <c:pt idx="1898">
                  <c:v>2028.85</c:v>
                </c:pt>
                <c:pt idx="1899">
                  <c:v>1907.6</c:v>
                </c:pt>
                <c:pt idx="1900">
                  <c:v>1907.45</c:v>
                </c:pt>
                <c:pt idx="1901">
                  <c:v>2017.1</c:v>
                </c:pt>
                <c:pt idx="1902">
                  <c:v>1942.55</c:v>
                </c:pt>
                <c:pt idx="1903">
                  <c:v>1945.45</c:v>
                </c:pt>
                <c:pt idx="1904">
                  <c:v>1989.55</c:v>
                </c:pt>
                <c:pt idx="1905">
                  <c:v>1940.95</c:v>
                </c:pt>
                <c:pt idx="1906">
                  <c:v>1973.2</c:v>
                </c:pt>
                <c:pt idx="1907">
                  <c:v>2072.3000000000002</c:v>
                </c:pt>
                <c:pt idx="1908">
                  <c:v>2019.75</c:v>
                </c:pt>
                <c:pt idx="1909">
                  <c:v>1948.75</c:v>
                </c:pt>
                <c:pt idx="1910">
                  <c:v>1983.3</c:v>
                </c:pt>
                <c:pt idx="1911">
                  <c:v>1941.1</c:v>
                </c:pt>
                <c:pt idx="1912">
                  <c:v>1883.25</c:v>
                </c:pt>
                <c:pt idx="1913">
                  <c:v>1899.6</c:v>
                </c:pt>
                <c:pt idx="1914">
                  <c:v>1915.7</c:v>
                </c:pt>
                <c:pt idx="1915">
                  <c:v>1903.2</c:v>
                </c:pt>
                <c:pt idx="1916">
                  <c:v>1901.75</c:v>
                </c:pt>
                <c:pt idx="1917">
                  <c:v>1907.75</c:v>
                </c:pt>
                <c:pt idx="1918">
                  <c:v>1908.6</c:v>
                </c:pt>
                <c:pt idx="1919">
                  <c:v>1972.05</c:v>
                </c:pt>
                <c:pt idx="1920">
                  <c:v>1977.85</c:v>
                </c:pt>
                <c:pt idx="1921">
                  <c:v>1955.5</c:v>
                </c:pt>
                <c:pt idx="1922">
                  <c:v>1990.55</c:v>
                </c:pt>
                <c:pt idx="1923">
                  <c:v>1977.5</c:v>
                </c:pt>
                <c:pt idx="1924">
                  <c:v>1998.3</c:v>
                </c:pt>
                <c:pt idx="1925">
                  <c:v>2060.5500000000002</c:v>
                </c:pt>
                <c:pt idx="1926">
                  <c:v>2051.65</c:v>
                </c:pt>
                <c:pt idx="1927">
                  <c:v>2112.65</c:v>
                </c:pt>
                <c:pt idx="1928">
                  <c:v>2126.9499999999998</c:v>
                </c:pt>
                <c:pt idx="1929">
                  <c:v>2107.6999999999998</c:v>
                </c:pt>
                <c:pt idx="1930">
                  <c:v>2148.25</c:v>
                </c:pt>
                <c:pt idx="1931">
                  <c:v>2170.9499999999998</c:v>
                </c:pt>
                <c:pt idx="1932">
                  <c:v>2207.0500000000002</c:v>
                </c:pt>
                <c:pt idx="1933">
                  <c:v>2221.65</c:v>
                </c:pt>
                <c:pt idx="1934">
                  <c:v>2180.3000000000002</c:v>
                </c:pt>
                <c:pt idx="1935">
                  <c:v>2180.6</c:v>
                </c:pt>
                <c:pt idx="1936">
                  <c:v>2351.8000000000002</c:v>
                </c:pt>
                <c:pt idx="1937">
                  <c:v>2339.15</c:v>
                </c:pt>
                <c:pt idx="1938">
                  <c:v>2368.85</c:v>
                </c:pt>
                <c:pt idx="1939">
                  <c:v>2380.5500000000002</c:v>
                </c:pt>
                <c:pt idx="1940">
                  <c:v>2392.4</c:v>
                </c:pt>
                <c:pt idx="1941">
                  <c:v>2476.6</c:v>
                </c:pt>
                <c:pt idx="1942">
                  <c:v>2503.1999999999998</c:v>
                </c:pt>
                <c:pt idx="1943">
                  <c:v>2527.9</c:v>
                </c:pt>
                <c:pt idx="1944">
                  <c:v>2526.5500000000002</c:v>
                </c:pt>
                <c:pt idx="1945">
                  <c:v>2591.5</c:v>
                </c:pt>
                <c:pt idx="1946">
                  <c:v>2493.75</c:v>
                </c:pt>
                <c:pt idx="1947">
                  <c:v>2450.65</c:v>
                </c:pt>
                <c:pt idx="1948">
                  <c:v>2469.5</c:v>
                </c:pt>
                <c:pt idx="1949">
                  <c:v>2509.4499999999998</c:v>
                </c:pt>
                <c:pt idx="1950">
                  <c:v>2508.9499999999998</c:v>
                </c:pt>
                <c:pt idx="1951">
                  <c:v>2524.6</c:v>
                </c:pt>
                <c:pt idx="1952">
                  <c:v>2477.75</c:v>
                </c:pt>
                <c:pt idx="1953">
                  <c:v>2561.65</c:v>
                </c:pt>
                <c:pt idx="1954">
                  <c:v>2574.5</c:v>
                </c:pt>
                <c:pt idx="1955">
                  <c:v>2486.4</c:v>
                </c:pt>
                <c:pt idx="1956">
                  <c:v>2450.1</c:v>
                </c:pt>
                <c:pt idx="1957">
                  <c:v>2412.8000000000002</c:v>
                </c:pt>
                <c:pt idx="1958">
                  <c:v>2558.9499999999998</c:v>
                </c:pt>
                <c:pt idx="1959">
                  <c:v>2568.65</c:v>
                </c:pt>
                <c:pt idx="1960">
                  <c:v>2542.75</c:v>
                </c:pt>
                <c:pt idx="1961">
                  <c:v>2528.3000000000002</c:v>
                </c:pt>
                <c:pt idx="1962">
                  <c:v>2571.75</c:v>
                </c:pt>
                <c:pt idx="1963">
                  <c:v>2813</c:v>
                </c:pt>
                <c:pt idx="1964">
                  <c:v>2761.05</c:v>
                </c:pt>
                <c:pt idx="1965">
                  <c:v>2771.55</c:v>
                </c:pt>
                <c:pt idx="1966">
                  <c:v>2697.25</c:v>
                </c:pt>
                <c:pt idx="1967">
                  <c:v>2650.5</c:v>
                </c:pt>
                <c:pt idx="1968">
                  <c:v>2610.1</c:v>
                </c:pt>
                <c:pt idx="1969">
                  <c:v>2587.3000000000002</c:v>
                </c:pt>
                <c:pt idx="1970">
                  <c:v>2571.1999999999998</c:v>
                </c:pt>
                <c:pt idx="1971">
                  <c:v>2565.5</c:v>
                </c:pt>
                <c:pt idx="1972">
                  <c:v>2523.9</c:v>
                </c:pt>
                <c:pt idx="1973">
                  <c:v>2517.0500000000002</c:v>
                </c:pt>
                <c:pt idx="1974">
                  <c:v>2581.6</c:v>
                </c:pt>
                <c:pt idx="1975">
                  <c:v>2760.95</c:v>
                </c:pt>
                <c:pt idx="1976">
                  <c:v>2701</c:v>
                </c:pt>
                <c:pt idx="1977">
                  <c:v>2701.25</c:v>
                </c:pt>
                <c:pt idx="1978">
                  <c:v>2693.95</c:v>
                </c:pt>
                <c:pt idx="1979">
                  <c:v>2640.4</c:v>
                </c:pt>
                <c:pt idx="1980">
                  <c:v>2609.4</c:v>
                </c:pt>
                <c:pt idx="1981">
                  <c:v>2565.15</c:v>
                </c:pt>
                <c:pt idx="1982">
                  <c:v>2669.45</c:v>
                </c:pt>
                <c:pt idx="1983">
                  <c:v>2712.4</c:v>
                </c:pt>
                <c:pt idx="1984">
                  <c:v>2700.1</c:v>
                </c:pt>
                <c:pt idx="1985">
                  <c:v>2705.15</c:v>
                </c:pt>
                <c:pt idx="1986">
                  <c:v>2707.55</c:v>
                </c:pt>
                <c:pt idx="1987">
                  <c:v>2781.4</c:v>
                </c:pt>
                <c:pt idx="1988">
                  <c:v>2738.35</c:v>
                </c:pt>
                <c:pt idx="1989">
                  <c:v>2737.2</c:v>
                </c:pt>
                <c:pt idx="1990">
                  <c:v>2739.95</c:v>
                </c:pt>
                <c:pt idx="1991">
                  <c:v>2814.3</c:v>
                </c:pt>
                <c:pt idx="1992">
                  <c:v>2922.4</c:v>
                </c:pt>
                <c:pt idx="1993">
                  <c:v>2876.7</c:v>
                </c:pt>
                <c:pt idx="1994">
                  <c:v>2944.95</c:v>
                </c:pt>
                <c:pt idx="1995">
                  <c:v>3112.1</c:v>
                </c:pt>
                <c:pt idx="1996">
                  <c:v>3169.4</c:v>
                </c:pt>
                <c:pt idx="1997">
                  <c:v>3060.75</c:v>
                </c:pt>
                <c:pt idx="1998">
                  <c:v>2869.55</c:v>
                </c:pt>
                <c:pt idx="1999">
                  <c:v>2811.75</c:v>
                </c:pt>
                <c:pt idx="2000">
                  <c:v>2748.9</c:v>
                </c:pt>
                <c:pt idx="2001">
                  <c:v>2722.95</c:v>
                </c:pt>
                <c:pt idx="2002">
                  <c:v>2898.55</c:v>
                </c:pt>
                <c:pt idx="2003">
                  <c:v>2891.8</c:v>
                </c:pt>
                <c:pt idx="2004">
                  <c:v>2910.2</c:v>
                </c:pt>
                <c:pt idx="2005">
                  <c:v>2926.35</c:v>
                </c:pt>
                <c:pt idx="2006">
                  <c:v>2877.75</c:v>
                </c:pt>
                <c:pt idx="2007">
                  <c:v>2922.6</c:v>
                </c:pt>
                <c:pt idx="2008">
                  <c:v>3058.8</c:v>
                </c:pt>
                <c:pt idx="2009">
                  <c:v>3045</c:v>
                </c:pt>
                <c:pt idx="2010">
                  <c:v>3126.5</c:v>
                </c:pt>
                <c:pt idx="2011">
                  <c:v>3116.3</c:v>
                </c:pt>
                <c:pt idx="2012">
                  <c:v>3080.5</c:v>
                </c:pt>
                <c:pt idx="2013">
                  <c:v>3180.15</c:v>
                </c:pt>
                <c:pt idx="2014">
                  <c:v>3131.65</c:v>
                </c:pt>
                <c:pt idx="2015">
                  <c:v>3058.7</c:v>
                </c:pt>
                <c:pt idx="2016">
                  <c:v>2978.9</c:v>
                </c:pt>
                <c:pt idx="2017">
                  <c:v>2918.55</c:v>
                </c:pt>
                <c:pt idx="2018">
                  <c:v>2845</c:v>
                </c:pt>
                <c:pt idx="2019">
                  <c:v>2851.85</c:v>
                </c:pt>
                <c:pt idx="2020">
                  <c:v>2810</c:v>
                </c:pt>
                <c:pt idx="2021">
                  <c:v>2685.1</c:v>
                </c:pt>
                <c:pt idx="2022">
                  <c:v>2510.25</c:v>
                </c:pt>
                <c:pt idx="2023">
                  <c:v>2533.4</c:v>
                </c:pt>
                <c:pt idx="2024">
                  <c:v>2609.1999999999998</c:v>
                </c:pt>
                <c:pt idx="2025">
                  <c:v>2714.25</c:v>
                </c:pt>
                <c:pt idx="2026">
                  <c:v>2785.05</c:v>
                </c:pt>
                <c:pt idx="2027">
                  <c:v>2864</c:v>
                </c:pt>
                <c:pt idx="2028">
                  <c:v>2884.15</c:v>
                </c:pt>
                <c:pt idx="2029">
                  <c:v>2839.1</c:v>
                </c:pt>
                <c:pt idx="2030">
                  <c:v>2999.9</c:v>
                </c:pt>
                <c:pt idx="2031">
                  <c:v>3018.9</c:v>
                </c:pt>
                <c:pt idx="2032">
                  <c:v>3070.05</c:v>
                </c:pt>
                <c:pt idx="2033">
                  <c:v>2978.2</c:v>
                </c:pt>
                <c:pt idx="2034">
                  <c:v>2948.45</c:v>
                </c:pt>
                <c:pt idx="2035">
                  <c:v>2792.85</c:v>
                </c:pt>
                <c:pt idx="2036">
                  <c:v>2627.6</c:v>
                </c:pt>
                <c:pt idx="2037">
                  <c:v>2617.5</c:v>
                </c:pt>
                <c:pt idx="2038">
                  <c:v>2718.5</c:v>
                </c:pt>
                <c:pt idx="2039">
                  <c:v>2865.1</c:v>
                </c:pt>
                <c:pt idx="2040">
                  <c:v>2925.45</c:v>
                </c:pt>
                <c:pt idx="2041">
                  <c:v>2902.4</c:v>
                </c:pt>
                <c:pt idx="2042">
                  <c:v>2853.4</c:v>
                </c:pt>
                <c:pt idx="2043">
                  <c:v>2750.65</c:v>
                </c:pt>
                <c:pt idx="2044">
                  <c:v>2649.85</c:v>
                </c:pt>
                <c:pt idx="2045">
                  <c:v>2574.5</c:v>
                </c:pt>
                <c:pt idx="2046">
                  <c:v>2588.1999999999998</c:v>
                </c:pt>
                <c:pt idx="2047">
                  <c:v>2580.5500000000002</c:v>
                </c:pt>
                <c:pt idx="2048">
                  <c:v>2690.5</c:v>
                </c:pt>
                <c:pt idx="2049">
                  <c:v>2748.15</c:v>
                </c:pt>
                <c:pt idx="2050">
                  <c:v>2796.35</c:v>
                </c:pt>
                <c:pt idx="2051">
                  <c:v>2571.4</c:v>
                </c:pt>
                <c:pt idx="2052">
                  <c:v>2630.95</c:v>
                </c:pt>
                <c:pt idx="2053">
                  <c:v>2766.65</c:v>
                </c:pt>
                <c:pt idx="2054">
                  <c:v>2625.2</c:v>
                </c:pt>
                <c:pt idx="2055">
                  <c:v>2553.85</c:v>
                </c:pt>
                <c:pt idx="2056">
                  <c:v>2502.3000000000002</c:v>
                </c:pt>
                <c:pt idx="2057">
                  <c:v>2533.5</c:v>
                </c:pt>
                <c:pt idx="2058">
                  <c:v>2500.15</c:v>
                </c:pt>
                <c:pt idx="2059">
                  <c:v>2502.3000000000002</c:v>
                </c:pt>
                <c:pt idx="2060">
                  <c:v>2226.5500000000002</c:v>
                </c:pt>
                <c:pt idx="2061">
                  <c:v>2210.9</c:v>
                </c:pt>
                <c:pt idx="2062">
                  <c:v>2214</c:v>
                </c:pt>
                <c:pt idx="2063">
                  <c:v>2379.6999999999998</c:v>
                </c:pt>
                <c:pt idx="2064">
                  <c:v>2595.4</c:v>
                </c:pt>
                <c:pt idx="2065">
                  <c:v>2670.15</c:v>
                </c:pt>
                <c:pt idx="2066">
                  <c:v>2665.7</c:v>
                </c:pt>
                <c:pt idx="2067">
                  <c:v>2613.9499999999998</c:v>
                </c:pt>
                <c:pt idx="2068">
                  <c:v>2379.75</c:v>
                </c:pt>
                <c:pt idx="2069">
                  <c:v>2361.9499999999998</c:v>
                </c:pt>
                <c:pt idx="2070">
                  <c:v>2472.9</c:v>
                </c:pt>
                <c:pt idx="2071">
                  <c:v>2444.9499999999998</c:v>
                </c:pt>
                <c:pt idx="2072">
                  <c:v>2274.6999999999998</c:v>
                </c:pt>
                <c:pt idx="2073">
                  <c:v>2301.35</c:v>
                </c:pt>
                <c:pt idx="2074">
                  <c:v>2310.1999999999998</c:v>
                </c:pt>
                <c:pt idx="2075">
                  <c:v>2403.65</c:v>
                </c:pt>
                <c:pt idx="2076">
                  <c:v>2388.6999999999998</c:v>
                </c:pt>
                <c:pt idx="2077">
                  <c:v>2380.1</c:v>
                </c:pt>
                <c:pt idx="2078">
                  <c:v>2376.4499999999998</c:v>
                </c:pt>
                <c:pt idx="2079">
                  <c:v>2387.3000000000002</c:v>
                </c:pt>
                <c:pt idx="2080">
                  <c:v>2483.75</c:v>
                </c:pt>
                <c:pt idx="2081">
                  <c:v>2489.5500000000002</c:v>
                </c:pt>
                <c:pt idx="2082">
                  <c:v>2585.35</c:v>
                </c:pt>
                <c:pt idx="2083">
                  <c:v>2563.4</c:v>
                </c:pt>
                <c:pt idx="2084">
                  <c:v>2594.5</c:v>
                </c:pt>
                <c:pt idx="2085">
                  <c:v>2694.75</c:v>
                </c:pt>
                <c:pt idx="2086">
                  <c:v>2720.25</c:v>
                </c:pt>
                <c:pt idx="2087">
                  <c:v>2888.8</c:v>
                </c:pt>
                <c:pt idx="2088">
                  <c:v>2800</c:v>
                </c:pt>
                <c:pt idx="2089">
                  <c:v>2774.8</c:v>
                </c:pt>
                <c:pt idx="2090">
                  <c:v>2711.3</c:v>
                </c:pt>
                <c:pt idx="2091">
                  <c:v>2722.9</c:v>
                </c:pt>
                <c:pt idx="2092">
                  <c:v>2732.4</c:v>
                </c:pt>
                <c:pt idx="2093">
                  <c:v>2722.55</c:v>
                </c:pt>
                <c:pt idx="2094">
                  <c:v>2644.5</c:v>
                </c:pt>
                <c:pt idx="2095">
                  <c:v>2700.25</c:v>
                </c:pt>
                <c:pt idx="2096">
                  <c:v>2651.35</c:v>
                </c:pt>
                <c:pt idx="2097">
                  <c:v>2738.7</c:v>
                </c:pt>
                <c:pt idx="2098">
                  <c:v>2801.8</c:v>
                </c:pt>
                <c:pt idx="2099">
                  <c:v>2762</c:v>
                </c:pt>
                <c:pt idx="2100">
                  <c:v>2781.35</c:v>
                </c:pt>
                <c:pt idx="2101">
                  <c:v>2690</c:v>
                </c:pt>
                <c:pt idx="2102">
                  <c:v>2627.65</c:v>
                </c:pt>
                <c:pt idx="2103">
                  <c:v>2674.9</c:v>
                </c:pt>
                <c:pt idx="2104">
                  <c:v>2567</c:v>
                </c:pt>
                <c:pt idx="2105">
                  <c:v>2519.85</c:v>
                </c:pt>
                <c:pt idx="2106">
                  <c:v>2514.5</c:v>
                </c:pt>
                <c:pt idx="2107">
                  <c:v>2433</c:v>
                </c:pt>
                <c:pt idx="2108">
                  <c:v>2572.85</c:v>
                </c:pt>
                <c:pt idx="2109">
                  <c:v>2521.4</c:v>
                </c:pt>
                <c:pt idx="2110">
                  <c:v>2457</c:v>
                </c:pt>
                <c:pt idx="2111">
                  <c:v>2402.6999999999998</c:v>
                </c:pt>
                <c:pt idx="2112">
                  <c:v>2392.8000000000002</c:v>
                </c:pt>
                <c:pt idx="2113">
                  <c:v>2349.4499999999998</c:v>
                </c:pt>
                <c:pt idx="2114">
                  <c:v>2207.15</c:v>
                </c:pt>
                <c:pt idx="2115">
                  <c:v>2103.9</c:v>
                </c:pt>
                <c:pt idx="2116">
                  <c:v>2185.6</c:v>
                </c:pt>
                <c:pt idx="2117">
                  <c:v>2174.25</c:v>
                </c:pt>
                <c:pt idx="2118">
                  <c:v>2129.1999999999998</c:v>
                </c:pt>
                <c:pt idx="2119">
                  <c:v>2160.6</c:v>
                </c:pt>
                <c:pt idx="2120">
                  <c:v>2297.1999999999998</c:v>
                </c:pt>
                <c:pt idx="2121">
                  <c:v>2314.6999999999998</c:v>
                </c:pt>
                <c:pt idx="2122">
                  <c:v>2232.8000000000002</c:v>
                </c:pt>
                <c:pt idx="2123">
                  <c:v>2172.6</c:v>
                </c:pt>
                <c:pt idx="2124">
                  <c:v>2213.85</c:v>
                </c:pt>
                <c:pt idx="2125">
                  <c:v>2264.25</c:v>
                </c:pt>
                <c:pt idx="2126">
                  <c:v>2168.6999999999998</c:v>
                </c:pt>
                <c:pt idx="2127">
                  <c:v>2236.25</c:v>
                </c:pt>
                <c:pt idx="2128">
                  <c:v>2052.4</c:v>
                </c:pt>
                <c:pt idx="2129">
                  <c:v>1964.85</c:v>
                </c:pt>
                <c:pt idx="2130">
                  <c:v>1838.75</c:v>
                </c:pt>
                <c:pt idx="2131">
                  <c:v>2036.85</c:v>
                </c:pt>
                <c:pt idx="2132">
                  <c:v>1940.8</c:v>
                </c:pt>
                <c:pt idx="2133">
                  <c:v>2057.4</c:v>
                </c:pt>
                <c:pt idx="2134">
                  <c:v>2059.5500000000002</c:v>
                </c:pt>
                <c:pt idx="2135">
                  <c:v>2010.95</c:v>
                </c:pt>
                <c:pt idx="2136">
                  <c:v>2096.5500000000002</c:v>
                </c:pt>
                <c:pt idx="2137">
                  <c:v>2116.35</c:v>
                </c:pt>
                <c:pt idx="2138">
                  <c:v>1998.2</c:v>
                </c:pt>
                <c:pt idx="2139">
                  <c:v>1933.55</c:v>
                </c:pt>
                <c:pt idx="2140">
                  <c:v>1799.55</c:v>
                </c:pt>
                <c:pt idx="2141">
                  <c:v>1718.3</c:v>
                </c:pt>
                <c:pt idx="2142">
                  <c:v>1888.6</c:v>
                </c:pt>
                <c:pt idx="2143">
                  <c:v>2066.5500000000002</c:v>
                </c:pt>
                <c:pt idx="2144">
                  <c:v>2085.5</c:v>
                </c:pt>
                <c:pt idx="2145">
                  <c:v>2140.8000000000002</c:v>
                </c:pt>
                <c:pt idx="2146">
                  <c:v>2376.4</c:v>
                </c:pt>
                <c:pt idx="2147">
                  <c:v>2352.65</c:v>
                </c:pt>
                <c:pt idx="2148">
                  <c:v>2214.8000000000002</c:v>
                </c:pt>
                <c:pt idx="2149">
                  <c:v>2223.5</c:v>
                </c:pt>
                <c:pt idx="2150">
                  <c:v>2108</c:v>
                </c:pt>
                <c:pt idx="2151">
                  <c:v>2273.1</c:v>
                </c:pt>
                <c:pt idx="2152">
                  <c:v>2277.35</c:v>
                </c:pt>
                <c:pt idx="2153">
                  <c:v>2401.75</c:v>
                </c:pt>
                <c:pt idx="2154">
                  <c:v>2373</c:v>
                </c:pt>
                <c:pt idx="2155">
                  <c:v>2465</c:v>
                </c:pt>
                <c:pt idx="2156">
                  <c:v>2391.35</c:v>
                </c:pt>
                <c:pt idx="2157">
                  <c:v>2477.6</c:v>
                </c:pt>
                <c:pt idx="2158">
                  <c:v>2516.1</c:v>
                </c:pt>
                <c:pt idx="2159">
                  <c:v>2576.75</c:v>
                </c:pt>
                <c:pt idx="2160">
                  <c:v>2466.75</c:v>
                </c:pt>
                <c:pt idx="2161">
                  <c:v>2406.85</c:v>
                </c:pt>
                <c:pt idx="2162">
                  <c:v>2288.35</c:v>
                </c:pt>
                <c:pt idx="2163">
                  <c:v>2363.6999999999998</c:v>
                </c:pt>
                <c:pt idx="2164">
                  <c:v>2284.65</c:v>
                </c:pt>
                <c:pt idx="2165">
                  <c:v>2315.9</c:v>
                </c:pt>
                <c:pt idx="2166">
                  <c:v>2207.85</c:v>
                </c:pt>
                <c:pt idx="2167">
                  <c:v>2280.1</c:v>
                </c:pt>
                <c:pt idx="2168">
                  <c:v>2364.75</c:v>
                </c:pt>
                <c:pt idx="2169">
                  <c:v>2342</c:v>
                </c:pt>
                <c:pt idx="2170">
                  <c:v>2296.4</c:v>
                </c:pt>
                <c:pt idx="2171">
                  <c:v>2246.3000000000002</c:v>
                </c:pt>
                <c:pt idx="2172">
                  <c:v>2343.5</c:v>
                </c:pt>
                <c:pt idx="2173">
                  <c:v>2339.4</c:v>
                </c:pt>
                <c:pt idx="2174">
                  <c:v>2447.6</c:v>
                </c:pt>
                <c:pt idx="2175">
                  <c:v>2419.1</c:v>
                </c:pt>
                <c:pt idx="2176">
                  <c:v>2281.85</c:v>
                </c:pt>
                <c:pt idx="2177">
                  <c:v>2379.9</c:v>
                </c:pt>
                <c:pt idx="2178">
                  <c:v>2379.8000000000002</c:v>
                </c:pt>
                <c:pt idx="2179">
                  <c:v>2319.85</c:v>
                </c:pt>
                <c:pt idx="2180">
                  <c:v>2261</c:v>
                </c:pt>
                <c:pt idx="2181">
                  <c:v>2182</c:v>
                </c:pt>
                <c:pt idx="2182">
                  <c:v>2203.5</c:v>
                </c:pt>
                <c:pt idx="2183">
                  <c:v>2175.5500000000002</c:v>
                </c:pt>
                <c:pt idx="2184">
                  <c:v>2168.15</c:v>
                </c:pt>
                <c:pt idx="2185">
                  <c:v>2130.5</c:v>
                </c:pt>
                <c:pt idx="2186">
                  <c:v>2317.35</c:v>
                </c:pt>
                <c:pt idx="2187">
                  <c:v>2332.3000000000002</c:v>
                </c:pt>
                <c:pt idx="2188">
                  <c:v>2197.25</c:v>
                </c:pt>
                <c:pt idx="2189">
                  <c:v>2178.6999999999998</c:v>
                </c:pt>
                <c:pt idx="2190">
                  <c:v>2165.4</c:v>
                </c:pt>
                <c:pt idx="2191">
                  <c:v>2091.15</c:v>
                </c:pt>
                <c:pt idx="2192">
                  <c:v>2031.8</c:v>
                </c:pt>
                <c:pt idx="2193">
                  <c:v>2143.9499999999998</c:v>
                </c:pt>
                <c:pt idx="2194">
                  <c:v>2207.0500000000002</c:v>
                </c:pt>
                <c:pt idx="2195">
                  <c:v>2079.5500000000002</c:v>
                </c:pt>
                <c:pt idx="2196">
                  <c:v>1961.05</c:v>
                </c:pt>
                <c:pt idx="2197">
                  <c:v>1952.15</c:v>
                </c:pt>
                <c:pt idx="2198">
                  <c:v>1888.2</c:v>
                </c:pt>
                <c:pt idx="2199">
                  <c:v>1721.8</c:v>
                </c:pt>
                <c:pt idx="2200">
                  <c:v>1811.85</c:v>
                </c:pt>
                <c:pt idx="2201">
                  <c:v>1833.4</c:v>
                </c:pt>
                <c:pt idx="2202">
                  <c:v>1710.05</c:v>
                </c:pt>
                <c:pt idx="2203">
                  <c:v>1804.75</c:v>
                </c:pt>
                <c:pt idx="2204">
                  <c:v>1782.05</c:v>
                </c:pt>
                <c:pt idx="2205">
                  <c:v>1883</c:v>
                </c:pt>
                <c:pt idx="2206">
                  <c:v>1975.15</c:v>
                </c:pt>
                <c:pt idx="2207">
                  <c:v>1904.95</c:v>
                </c:pt>
                <c:pt idx="2208">
                  <c:v>1763.8</c:v>
                </c:pt>
                <c:pt idx="2209">
                  <c:v>1575.05</c:v>
                </c:pt>
                <c:pt idx="2210">
                  <c:v>1467.4</c:v>
                </c:pt>
                <c:pt idx="2211">
                  <c:v>1541.65</c:v>
                </c:pt>
                <c:pt idx="2212">
                  <c:v>1504.5</c:v>
                </c:pt>
                <c:pt idx="2213">
                  <c:v>1764.7</c:v>
                </c:pt>
                <c:pt idx="2214">
                  <c:v>1894.35</c:v>
                </c:pt>
                <c:pt idx="2215">
                  <c:v>1918.95</c:v>
                </c:pt>
                <c:pt idx="2216">
                  <c:v>1749.8</c:v>
                </c:pt>
                <c:pt idx="2217">
                  <c:v>1657.3</c:v>
                </c:pt>
                <c:pt idx="2218">
                  <c:v>1701.55</c:v>
                </c:pt>
                <c:pt idx="2219">
                  <c:v>1776.5</c:v>
                </c:pt>
                <c:pt idx="2220">
                  <c:v>1659.3</c:v>
                </c:pt>
                <c:pt idx="2221">
                  <c:v>1636.15</c:v>
                </c:pt>
                <c:pt idx="2222">
                  <c:v>1558.65</c:v>
                </c:pt>
                <c:pt idx="2223">
                  <c:v>1497.3</c:v>
                </c:pt>
                <c:pt idx="2224">
                  <c:v>1419.85</c:v>
                </c:pt>
                <c:pt idx="2225">
                  <c:v>1366.15</c:v>
                </c:pt>
                <c:pt idx="2226">
                  <c:v>1287.0999999999999</c:v>
                </c:pt>
                <c:pt idx="2227">
                  <c:v>1396.05</c:v>
                </c:pt>
                <c:pt idx="2228">
                  <c:v>1371.95</c:v>
                </c:pt>
                <c:pt idx="2229">
                  <c:v>1350.6</c:v>
                </c:pt>
                <c:pt idx="2230">
                  <c:v>1415.2</c:v>
                </c:pt>
                <c:pt idx="2231">
                  <c:v>1469.45</c:v>
                </c:pt>
                <c:pt idx="2232">
                  <c:v>1443.75</c:v>
                </c:pt>
                <c:pt idx="2233">
                  <c:v>1387.4</c:v>
                </c:pt>
                <c:pt idx="2234">
                  <c:v>1410.5</c:v>
                </c:pt>
                <c:pt idx="2235">
                  <c:v>1511.75</c:v>
                </c:pt>
                <c:pt idx="2236">
                  <c:v>1430.3</c:v>
                </c:pt>
                <c:pt idx="2237">
                  <c:v>1511.95</c:v>
                </c:pt>
                <c:pt idx="2238">
                  <c:v>1618.55</c:v>
                </c:pt>
                <c:pt idx="2239">
                  <c:v>1606</c:v>
                </c:pt>
                <c:pt idx="2240">
                  <c:v>1634.3</c:v>
                </c:pt>
                <c:pt idx="2241">
                  <c:v>1612.75</c:v>
                </c:pt>
                <c:pt idx="2242">
                  <c:v>1546.2</c:v>
                </c:pt>
                <c:pt idx="2243">
                  <c:v>1538.3</c:v>
                </c:pt>
                <c:pt idx="2244">
                  <c:v>1534.55</c:v>
                </c:pt>
                <c:pt idx="2245">
                  <c:v>1523.8</c:v>
                </c:pt>
                <c:pt idx="2246">
                  <c:v>1496.25</c:v>
                </c:pt>
                <c:pt idx="2247">
                  <c:v>1480.05</c:v>
                </c:pt>
                <c:pt idx="2248">
                  <c:v>1463.55</c:v>
                </c:pt>
                <c:pt idx="2249">
                  <c:v>1449.05</c:v>
                </c:pt>
                <c:pt idx="2250">
                  <c:v>1498.05</c:v>
                </c:pt>
                <c:pt idx="2251">
                  <c:v>1532.65</c:v>
                </c:pt>
                <c:pt idx="2252">
                  <c:v>1486.4</c:v>
                </c:pt>
                <c:pt idx="2253">
                  <c:v>1505.35</c:v>
                </c:pt>
                <c:pt idx="2254">
                  <c:v>1545.15</c:v>
                </c:pt>
                <c:pt idx="2255">
                  <c:v>1630.15</c:v>
                </c:pt>
                <c:pt idx="2256">
                  <c:v>1680.45</c:v>
                </c:pt>
                <c:pt idx="2257">
                  <c:v>1629.25</c:v>
                </c:pt>
                <c:pt idx="2258">
                  <c:v>1643.7</c:v>
                </c:pt>
                <c:pt idx="2259">
                  <c:v>1616.8</c:v>
                </c:pt>
                <c:pt idx="2260">
                  <c:v>1553.2</c:v>
                </c:pt>
                <c:pt idx="2261">
                  <c:v>1586.35</c:v>
                </c:pt>
                <c:pt idx="2262">
                  <c:v>1534.85</c:v>
                </c:pt>
                <c:pt idx="2263">
                  <c:v>1565.5</c:v>
                </c:pt>
                <c:pt idx="2264">
                  <c:v>1546.1</c:v>
                </c:pt>
                <c:pt idx="2265">
                  <c:v>1485.8</c:v>
                </c:pt>
                <c:pt idx="2266">
                  <c:v>1373.55</c:v>
                </c:pt>
                <c:pt idx="2267">
                  <c:v>1403.25</c:v>
                </c:pt>
                <c:pt idx="2268">
                  <c:v>1389.1</c:v>
                </c:pt>
                <c:pt idx="2269">
                  <c:v>1445.6</c:v>
                </c:pt>
                <c:pt idx="2270">
                  <c:v>1504.55</c:v>
                </c:pt>
                <c:pt idx="2271">
                  <c:v>1530.2</c:v>
                </c:pt>
                <c:pt idx="2272">
                  <c:v>1531.6</c:v>
                </c:pt>
                <c:pt idx="2273">
                  <c:v>1421.5</c:v>
                </c:pt>
                <c:pt idx="2274">
                  <c:v>1431.3</c:v>
                </c:pt>
                <c:pt idx="2275">
                  <c:v>1438.55</c:v>
                </c:pt>
                <c:pt idx="2276">
                  <c:v>1387.9</c:v>
                </c:pt>
                <c:pt idx="2277">
                  <c:v>1412</c:v>
                </c:pt>
                <c:pt idx="2278">
                  <c:v>1492.05</c:v>
                </c:pt>
                <c:pt idx="2279">
                  <c:v>1510.2</c:v>
                </c:pt>
                <c:pt idx="2280">
                  <c:v>1531.95</c:v>
                </c:pt>
                <c:pt idx="2281">
                  <c:v>1525.05</c:v>
                </c:pt>
                <c:pt idx="2282">
                  <c:v>1540.4</c:v>
                </c:pt>
                <c:pt idx="2283">
                  <c:v>1498.55</c:v>
                </c:pt>
                <c:pt idx="2284">
                  <c:v>1433.6</c:v>
                </c:pt>
                <c:pt idx="2285">
                  <c:v>1362.35</c:v>
                </c:pt>
                <c:pt idx="2286">
                  <c:v>1392.8</c:v>
                </c:pt>
                <c:pt idx="2287">
                  <c:v>1352.4</c:v>
                </c:pt>
                <c:pt idx="2288">
                  <c:v>1291.7</c:v>
                </c:pt>
                <c:pt idx="2289">
                  <c:v>1254.75</c:v>
                </c:pt>
                <c:pt idx="2290">
                  <c:v>1212.05</c:v>
                </c:pt>
                <c:pt idx="2291">
                  <c:v>1274.5</c:v>
                </c:pt>
                <c:pt idx="2292">
                  <c:v>1240.45</c:v>
                </c:pt>
                <c:pt idx="2293">
                  <c:v>1201.3</c:v>
                </c:pt>
                <c:pt idx="2294">
                  <c:v>1160.9000000000001</c:v>
                </c:pt>
                <c:pt idx="2295">
                  <c:v>1151.25</c:v>
                </c:pt>
                <c:pt idx="2296">
                  <c:v>1220.25</c:v>
                </c:pt>
                <c:pt idx="2297">
                  <c:v>1255.8</c:v>
                </c:pt>
                <c:pt idx="2298">
                  <c:v>1290.2</c:v>
                </c:pt>
                <c:pt idx="2299">
                  <c:v>1377.5</c:v>
                </c:pt>
                <c:pt idx="2300">
                  <c:v>1392.85</c:v>
                </c:pt>
                <c:pt idx="2301">
                  <c:v>1364.6</c:v>
                </c:pt>
                <c:pt idx="2302">
                  <c:v>1354</c:v>
                </c:pt>
                <c:pt idx="2303">
                  <c:v>1387.95</c:v>
                </c:pt>
                <c:pt idx="2304">
                  <c:v>1410.8</c:v>
                </c:pt>
                <c:pt idx="2305">
                  <c:v>1527.9</c:v>
                </c:pt>
                <c:pt idx="2306">
                  <c:v>1564.85</c:v>
                </c:pt>
                <c:pt idx="2307">
                  <c:v>1594</c:v>
                </c:pt>
                <c:pt idx="2308">
                  <c:v>1656.45</c:v>
                </c:pt>
                <c:pt idx="2309">
                  <c:v>1585.4</c:v>
                </c:pt>
                <c:pt idx="2310">
                  <c:v>1446.8</c:v>
                </c:pt>
                <c:pt idx="2311">
                  <c:v>1412.2</c:v>
                </c:pt>
                <c:pt idx="2312">
                  <c:v>1505.8</c:v>
                </c:pt>
                <c:pt idx="2313">
                  <c:v>1576.9</c:v>
                </c:pt>
                <c:pt idx="2314">
                  <c:v>1698.35</c:v>
                </c:pt>
                <c:pt idx="2315">
                  <c:v>1708.5</c:v>
                </c:pt>
                <c:pt idx="2316">
                  <c:v>1705.1</c:v>
                </c:pt>
                <c:pt idx="2317">
                  <c:v>1688.65</c:v>
                </c:pt>
                <c:pt idx="2318">
                  <c:v>1770.8</c:v>
                </c:pt>
                <c:pt idx="2319">
                  <c:v>1754.3</c:v>
                </c:pt>
                <c:pt idx="2320">
                  <c:v>1799.55</c:v>
                </c:pt>
                <c:pt idx="2321">
                  <c:v>1751.7</c:v>
                </c:pt>
                <c:pt idx="2322">
                  <c:v>1750.7</c:v>
                </c:pt>
                <c:pt idx="2323">
                  <c:v>1742.15</c:v>
                </c:pt>
                <c:pt idx="2324">
                  <c:v>1758</c:v>
                </c:pt>
                <c:pt idx="2325">
                  <c:v>1805.4</c:v>
                </c:pt>
                <c:pt idx="2326">
                  <c:v>1807.95</c:v>
                </c:pt>
                <c:pt idx="2327">
                  <c:v>1665.05</c:v>
                </c:pt>
                <c:pt idx="2328">
                  <c:v>1726.95</c:v>
                </c:pt>
                <c:pt idx="2329">
                  <c:v>1965.05</c:v>
                </c:pt>
                <c:pt idx="2330">
                  <c:v>1850.85</c:v>
                </c:pt>
                <c:pt idx="2331">
                  <c:v>1740.7</c:v>
                </c:pt>
                <c:pt idx="2332">
                  <c:v>1817.45</c:v>
                </c:pt>
                <c:pt idx="2333">
                  <c:v>1736.4</c:v>
                </c:pt>
                <c:pt idx="2334">
                  <c:v>1711.15</c:v>
                </c:pt>
                <c:pt idx="2335">
                  <c:v>1844.7</c:v>
                </c:pt>
                <c:pt idx="2336">
                  <c:v>1905.7</c:v>
                </c:pt>
                <c:pt idx="2337">
                  <c:v>1860.9</c:v>
                </c:pt>
                <c:pt idx="2338">
                  <c:v>1938.55</c:v>
                </c:pt>
                <c:pt idx="2339">
                  <c:v>2374.1999999999998</c:v>
                </c:pt>
                <c:pt idx="2340">
                  <c:v>2370.3000000000002</c:v>
                </c:pt>
                <c:pt idx="2341">
                  <c:v>2200.5500000000002</c:v>
                </c:pt>
                <c:pt idx="2342">
                  <c:v>2093.65</c:v>
                </c:pt>
                <c:pt idx="2343">
                  <c:v>2117</c:v>
                </c:pt>
                <c:pt idx="2344">
                  <c:v>2086.15</c:v>
                </c:pt>
                <c:pt idx="2345">
                  <c:v>2083.3000000000002</c:v>
                </c:pt>
                <c:pt idx="2346">
                  <c:v>2170.85</c:v>
                </c:pt>
                <c:pt idx="2347">
                  <c:v>2183.25</c:v>
                </c:pt>
                <c:pt idx="2348">
                  <c:v>2179.6</c:v>
                </c:pt>
                <c:pt idx="2349">
                  <c:v>2302.75</c:v>
                </c:pt>
                <c:pt idx="2350">
                  <c:v>2402.8000000000002</c:v>
                </c:pt>
                <c:pt idx="2351">
                  <c:v>2379.75</c:v>
                </c:pt>
                <c:pt idx="2352">
                  <c:v>2432.5</c:v>
                </c:pt>
                <c:pt idx="2353">
                  <c:v>2425.6999999999998</c:v>
                </c:pt>
                <c:pt idx="2354">
                  <c:v>2329.75</c:v>
                </c:pt>
                <c:pt idx="2355">
                  <c:v>2359.1</c:v>
                </c:pt>
                <c:pt idx="2356">
                  <c:v>2349.65</c:v>
                </c:pt>
                <c:pt idx="2357">
                  <c:v>2346.5</c:v>
                </c:pt>
                <c:pt idx="2358">
                  <c:v>2282.15</c:v>
                </c:pt>
                <c:pt idx="2359">
                  <c:v>2283.4499999999998</c:v>
                </c:pt>
                <c:pt idx="2360">
                  <c:v>2309.35</c:v>
                </c:pt>
                <c:pt idx="2361">
                  <c:v>2280.9</c:v>
                </c:pt>
                <c:pt idx="2362">
                  <c:v>2275.6999999999998</c:v>
                </c:pt>
                <c:pt idx="2363">
                  <c:v>2291.0500000000002</c:v>
                </c:pt>
                <c:pt idx="2364">
                  <c:v>2306.3000000000002</c:v>
                </c:pt>
                <c:pt idx="2365">
                  <c:v>2365.35</c:v>
                </c:pt>
                <c:pt idx="2366">
                  <c:v>2310.4499999999998</c:v>
                </c:pt>
                <c:pt idx="2367">
                  <c:v>2377.25</c:v>
                </c:pt>
                <c:pt idx="2368">
                  <c:v>2435.15</c:v>
                </c:pt>
                <c:pt idx="2369">
                  <c:v>2373.1999999999998</c:v>
                </c:pt>
                <c:pt idx="2370">
                  <c:v>2344.75</c:v>
                </c:pt>
                <c:pt idx="2371">
                  <c:v>2345.5500000000002</c:v>
                </c:pt>
                <c:pt idx="2372">
                  <c:v>2404.6999999999998</c:v>
                </c:pt>
                <c:pt idx="2373">
                  <c:v>2586.3000000000002</c:v>
                </c:pt>
                <c:pt idx="2374">
                  <c:v>2355.9</c:v>
                </c:pt>
                <c:pt idx="2375">
                  <c:v>2361.4499999999998</c:v>
                </c:pt>
                <c:pt idx="2376">
                  <c:v>2326.0500000000002</c:v>
                </c:pt>
                <c:pt idx="2377">
                  <c:v>2306.85</c:v>
                </c:pt>
                <c:pt idx="2378">
                  <c:v>2198.5</c:v>
                </c:pt>
                <c:pt idx="2379">
                  <c:v>2211.4499999999998</c:v>
                </c:pt>
                <c:pt idx="2380">
                  <c:v>2371.65</c:v>
                </c:pt>
                <c:pt idx="2381">
                  <c:v>2426.1999999999998</c:v>
                </c:pt>
                <c:pt idx="2382">
                  <c:v>2378.0500000000002</c:v>
                </c:pt>
                <c:pt idx="2383">
                  <c:v>2522.8000000000002</c:v>
                </c:pt>
                <c:pt idx="2384">
                  <c:v>2506.85</c:v>
                </c:pt>
                <c:pt idx="2385">
                  <c:v>2525.1</c:v>
                </c:pt>
                <c:pt idx="2386">
                  <c:v>2402</c:v>
                </c:pt>
                <c:pt idx="2387">
                  <c:v>2451.15</c:v>
                </c:pt>
                <c:pt idx="2388">
                  <c:v>2413.5</c:v>
                </c:pt>
                <c:pt idx="2389">
                  <c:v>2356.6999999999998</c:v>
                </c:pt>
                <c:pt idx="2390">
                  <c:v>2377.4</c:v>
                </c:pt>
                <c:pt idx="2391">
                  <c:v>2367.5</c:v>
                </c:pt>
                <c:pt idx="2392">
                  <c:v>2473.4499999999998</c:v>
                </c:pt>
                <c:pt idx="2393">
                  <c:v>2536.0500000000002</c:v>
                </c:pt>
                <c:pt idx="2394">
                  <c:v>2533.8000000000002</c:v>
                </c:pt>
                <c:pt idx="2395">
                  <c:v>2504.6999999999998</c:v>
                </c:pt>
                <c:pt idx="2396">
                  <c:v>2469.25</c:v>
                </c:pt>
                <c:pt idx="2397">
                  <c:v>2410.8000000000002</c:v>
                </c:pt>
                <c:pt idx="2398">
                  <c:v>2381.9</c:v>
                </c:pt>
                <c:pt idx="2399">
                  <c:v>2335.8000000000002</c:v>
                </c:pt>
                <c:pt idx="2400">
                  <c:v>2307.9</c:v>
                </c:pt>
                <c:pt idx="2401">
                  <c:v>2288.8000000000002</c:v>
                </c:pt>
                <c:pt idx="2402">
                  <c:v>2363.15</c:v>
                </c:pt>
                <c:pt idx="2403">
                  <c:v>2316</c:v>
                </c:pt>
                <c:pt idx="2404">
                  <c:v>2249.85</c:v>
                </c:pt>
                <c:pt idx="2405">
                  <c:v>2323.15</c:v>
                </c:pt>
                <c:pt idx="2406">
                  <c:v>2355.1</c:v>
                </c:pt>
                <c:pt idx="2407">
                  <c:v>2392.65</c:v>
                </c:pt>
                <c:pt idx="2408">
                  <c:v>2440.6999999999998</c:v>
                </c:pt>
                <c:pt idx="2409">
                  <c:v>2525.5</c:v>
                </c:pt>
                <c:pt idx="2410">
                  <c:v>2508.6</c:v>
                </c:pt>
                <c:pt idx="2411">
                  <c:v>2514.6999999999998</c:v>
                </c:pt>
                <c:pt idx="2412">
                  <c:v>2501.25</c:v>
                </c:pt>
                <c:pt idx="2413">
                  <c:v>2511.15</c:v>
                </c:pt>
                <c:pt idx="2414">
                  <c:v>2474.35</c:v>
                </c:pt>
                <c:pt idx="2415">
                  <c:v>2413.9</c:v>
                </c:pt>
                <c:pt idx="2416">
                  <c:v>2394.4</c:v>
                </c:pt>
                <c:pt idx="2417">
                  <c:v>2382.1</c:v>
                </c:pt>
                <c:pt idx="2418">
                  <c:v>2462.65</c:v>
                </c:pt>
                <c:pt idx="2419">
                  <c:v>2520.8000000000002</c:v>
                </c:pt>
                <c:pt idx="2420">
                  <c:v>2500.85</c:v>
                </c:pt>
                <c:pt idx="2421">
                  <c:v>2535.1999999999998</c:v>
                </c:pt>
                <c:pt idx="2422">
                  <c:v>2491.0500000000002</c:v>
                </c:pt>
                <c:pt idx="2423">
                  <c:v>2523.1</c:v>
                </c:pt>
                <c:pt idx="2424">
                  <c:v>2504.35</c:v>
                </c:pt>
                <c:pt idx="2425">
                  <c:v>2555.85</c:v>
                </c:pt>
                <c:pt idx="2426">
                  <c:v>2536.8000000000002</c:v>
                </c:pt>
                <c:pt idx="2427">
                  <c:v>2561.3000000000002</c:v>
                </c:pt>
                <c:pt idx="2428">
                  <c:v>2536.75</c:v>
                </c:pt>
                <c:pt idx="2429">
                  <c:v>2666.2</c:v>
                </c:pt>
                <c:pt idx="2430">
                  <c:v>2651.75</c:v>
                </c:pt>
                <c:pt idx="2431">
                  <c:v>2747.65</c:v>
                </c:pt>
                <c:pt idx="2432">
                  <c:v>2748.35</c:v>
                </c:pt>
                <c:pt idx="2433">
                  <c:v>2777.1</c:v>
                </c:pt>
                <c:pt idx="2434">
                  <c:v>2789.55</c:v>
                </c:pt>
                <c:pt idx="2435">
                  <c:v>2702.5</c:v>
                </c:pt>
                <c:pt idx="2436">
                  <c:v>2693.95</c:v>
                </c:pt>
                <c:pt idx="2437">
                  <c:v>2734.2</c:v>
                </c:pt>
                <c:pt idx="2438">
                  <c:v>2727.5</c:v>
                </c:pt>
                <c:pt idx="2439">
                  <c:v>2733.75</c:v>
                </c:pt>
                <c:pt idx="2440">
                  <c:v>2693.5</c:v>
                </c:pt>
                <c:pt idx="2441">
                  <c:v>2756.05</c:v>
                </c:pt>
                <c:pt idx="2442">
                  <c:v>2800.65</c:v>
                </c:pt>
                <c:pt idx="2443">
                  <c:v>2764.55</c:v>
                </c:pt>
                <c:pt idx="2444">
                  <c:v>2836.4</c:v>
                </c:pt>
                <c:pt idx="2445">
                  <c:v>2813</c:v>
                </c:pt>
                <c:pt idx="2446">
                  <c:v>2790</c:v>
                </c:pt>
                <c:pt idx="2447">
                  <c:v>2690.8</c:v>
                </c:pt>
                <c:pt idx="2448">
                  <c:v>2677.5</c:v>
                </c:pt>
                <c:pt idx="2449">
                  <c:v>2721.1</c:v>
                </c:pt>
                <c:pt idx="2450">
                  <c:v>2773.6</c:v>
                </c:pt>
                <c:pt idx="2451">
                  <c:v>2757.65</c:v>
                </c:pt>
                <c:pt idx="2452">
                  <c:v>2659.05</c:v>
                </c:pt>
                <c:pt idx="2453">
                  <c:v>2671.1</c:v>
                </c:pt>
                <c:pt idx="2454">
                  <c:v>2658.4</c:v>
                </c:pt>
                <c:pt idx="2455">
                  <c:v>2601.35</c:v>
                </c:pt>
                <c:pt idx="2456">
                  <c:v>2650.35</c:v>
                </c:pt>
                <c:pt idx="2457">
                  <c:v>2650</c:v>
                </c:pt>
                <c:pt idx="2458">
                  <c:v>2701.35</c:v>
                </c:pt>
                <c:pt idx="2459">
                  <c:v>2772.6</c:v>
                </c:pt>
                <c:pt idx="2460">
                  <c:v>2756.3</c:v>
                </c:pt>
                <c:pt idx="2461">
                  <c:v>2810.4</c:v>
                </c:pt>
                <c:pt idx="2462">
                  <c:v>2738.55</c:v>
                </c:pt>
                <c:pt idx="2463">
                  <c:v>2757</c:v>
                </c:pt>
                <c:pt idx="2464">
                  <c:v>2761.35</c:v>
                </c:pt>
                <c:pt idx="2465">
                  <c:v>2749.1</c:v>
                </c:pt>
                <c:pt idx="2466">
                  <c:v>2735.1</c:v>
                </c:pt>
                <c:pt idx="2467">
                  <c:v>2744.75</c:v>
                </c:pt>
                <c:pt idx="2468">
                  <c:v>2811.95</c:v>
                </c:pt>
                <c:pt idx="2469">
                  <c:v>2839.05</c:v>
                </c:pt>
                <c:pt idx="2470">
                  <c:v>2815.65</c:v>
                </c:pt>
                <c:pt idx="2471">
                  <c:v>2807</c:v>
                </c:pt>
                <c:pt idx="2472">
                  <c:v>2756.9</c:v>
                </c:pt>
                <c:pt idx="2473">
                  <c:v>2705.7</c:v>
                </c:pt>
                <c:pt idx="2474">
                  <c:v>2766.75</c:v>
                </c:pt>
                <c:pt idx="2475">
                  <c:v>2804.45</c:v>
                </c:pt>
                <c:pt idx="2476">
                  <c:v>2750.4</c:v>
                </c:pt>
                <c:pt idx="2477">
                  <c:v>2731.35</c:v>
                </c:pt>
                <c:pt idx="2478">
                  <c:v>2721.2</c:v>
                </c:pt>
                <c:pt idx="2479">
                  <c:v>2762.3</c:v>
                </c:pt>
                <c:pt idx="2480">
                  <c:v>2799.6</c:v>
                </c:pt>
                <c:pt idx="2481">
                  <c:v>2725.3</c:v>
                </c:pt>
                <c:pt idx="2482">
                  <c:v>2721.75</c:v>
                </c:pt>
                <c:pt idx="2483">
                  <c:v>2695.25</c:v>
                </c:pt>
                <c:pt idx="2484">
                  <c:v>2679.8</c:v>
                </c:pt>
                <c:pt idx="2485">
                  <c:v>2617.35</c:v>
                </c:pt>
                <c:pt idx="2486">
                  <c:v>2609.35</c:v>
                </c:pt>
                <c:pt idx="2487">
                  <c:v>2606.5</c:v>
                </c:pt>
                <c:pt idx="2488">
                  <c:v>2575.35</c:v>
                </c:pt>
                <c:pt idx="2489">
                  <c:v>2564.25</c:v>
                </c:pt>
                <c:pt idx="2490">
                  <c:v>2562.8000000000002</c:v>
                </c:pt>
                <c:pt idx="2491">
                  <c:v>2645.05</c:v>
                </c:pt>
                <c:pt idx="2492">
                  <c:v>2659.15</c:v>
                </c:pt>
                <c:pt idx="2493">
                  <c:v>2689.8</c:v>
                </c:pt>
                <c:pt idx="2494">
                  <c:v>2677.2</c:v>
                </c:pt>
                <c:pt idx="2495">
                  <c:v>2675.8</c:v>
                </c:pt>
                <c:pt idx="2496">
                  <c:v>2674.35</c:v>
                </c:pt>
                <c:pt idx="2497">
                  <c:v>2683.45</c:v>
                </c:pt>
                <c:pt idx="2498">
                  <c:v>2696.35</c:v>
                </c:pt>
                <c:pt idx="2499">
                  <c:v>2646.15</c:v>
                </c:pt>
                <c:pt idx="2500">
                  <c:v>2600.0500000000002</c:v>
                </c:pt>
                <c:pt idx="2501">
                  <c:v>2600.1</c:v>
                </c:pt>
                <c:pt idx="2502">
                  <c:v>2559.65</c:v>
                </c:pt>
                <c:pt idx="2503">
                  <c:v>2543.9</c:v>
                </c:pt>
                <c:pt idx="2504">
                  <c:v>2524.9499999999998</c:v>
                </c:pt>
                <c:pt idx="2505">
                  <c:v>2521.5</c:v>
                </c:pt>
                <c:pt idx="2506">
                  <c:v>2557.4499999999998</c:v>
                </c:pt>
                <c:pt idx="2507">
                  <c:v>2510.5</c:v>
                </c:pt>
                <c:pt idx="2508">
                  <c:v>2527.25</c:v>
                </c:pt>
                <c:pt idx="2509">
                  <c:v>2437</c:v>
                </c:pt>
                <c:pt idx="2510">
                  <c:v>2408.6999999999998</c:v>
                </c:pt>
                <c:pt idx="2511">
                  <c:v>2381.9499999999998</c:v>
                </c:pt>
                <c:pt idx="2512">
                  <c:v>2305.5500000000002</c:v>
                </c:pt>
                <c:pt idx="2513">
                  <c:v>2346.85</c:v>
                </c:pt>
                <c:pt idx="2514">
                  <c:v>2383.85</c:v>
                </c:pt>
                <c:pt idx="2515">
                  <c:v>2386.6999999999998</c:v>
                </c:pt>
                <c:pt idx="2516">
                  <c:v>2420.0500000000002</c:v>
                </c:pt>
                <c:pt idx="2517">
                  <c:v>2515.65</c:v>
                </c:pt>
                <c:pt idx="2518">
                  <c:v>2418.5</c:v>
                </c:pt>
                <c:pt idx="2519">
                  <c:v>2389.8000000000002</c:v>
                </c:pt>
                <c:pt idx="2520">
                  <c:v>2396.6</c:v>
                </c:pt>
                <c:pt idx="2521">
                  <c:v>2393.5</c:v>
                </c:pt>
                <c:pt idx="2522">
                  <c:v>2397.3000000000002</c:v>
                </c:pt>
                <c:pt idx="2523">
                  <c:v>2380.35</c:v>
                </c:pt>
                <c:pt idx="2524">
                  <c:v>2382.5</c:v>
                </c:pt>
                <c:pt idx="2525">
                  <c:v>2390.9</c:v>
                </c:pt>
                <c:pt idx="2526">
                  <c:v>2428.1999999999998</c:v>
                </c:pt>
                <c:pt idx="2527">
                  <c:v>2463.9499999999998</c:v>
                </c:pt>
                <c:pt idx="2528">
                  <c:v>2480.9499999999998</c:v>
                </c:pt>
                <c:pt idx="2529">
                  <c:v>2480</c:v>
                </c:pt>
                <c:pt idx="2530">
                  <c:v>2484.6</c:v>
                </c:pt>
                <c:pt idx="2531">
                  <c:v>2518.6999999999998</c:v>
                </c:pt>
                <c:pt idx="2532">
                  <c:v>2492.85</c:v>
                </c:pt>
                <c:pt idx="2533">
                  <c:v>2462.5</c:v>
                </c:pt>
                <c:pt idx="2534">
                  <c:v>2500.3000000000002</c:v>
                </c:pt>
                <c:pt idx="2535">
                  <c:v>2560.3000000000002</c:v>
                </c:pt>
                <c:pt idx="2536">
                  <c:v>2604.65</c:v>
                </c:pt>
                <c:pt idx="2537">
                  <c:v>2596.1999999999998</c:v>
                </c:pt>
                <c:pt idx="2538">
                  <c:v>2588.35</c:v>
                </c:pt>
                <c:pt idx="2539">
                  <c:v>2611.25</c:v>
                </c:pt>
                <c:pt idx="2540">
                  <c:v>2659.25</c:v>
                </c:pt>
                <c:pt idx="2541">
                  <c:v>2705.75</c:v>
                </c:pt>
                <c:pt idx="2542">
                  <c:v>2701.55</c:v>
                </c:pt>
                <c:pt idx="2543">
                  <c:v>2715.7</c:v>
                </c:pt>
                <c:pt idx="2544">
                  <c:v>2675.25</c:v>
                </c:pt>
                <c:pt idx="2545">
                  <c:v>2688.85</c:v>
                </c:pt>
                <c:pt idx="2546">
                  <c:v>2726.75</c:v>
                </c:pt>
                <c:pt idx="2547">
                  <c:v>2737.95</c:v>
                </c:pt>
                <c:pt idx="2548">
                  <c:v>2694.45</c:v>
                </c:pt>
                <c:pt idx="2549">
                  <c:v>2624.85</c:v>
                </c:pt>
                <c:pt idx="2550">
                  <c:v>2621.55</c:v>
                </c:pt>
                <c:pt idx="2551">
                  <c:v>2586.15</c:v>
                </c:pt>
                <c:pt idx="2552">
                  <c:v>2613</c:v>
                </c:pt>
                <c:pt idx="2553">
                  <c:v>2661.1</c:v>
                </c:pt>
                <c:pt idx="2554">
                  <c:v>2638.7</c:v>
                </c:pt>
                <c:pt idx="2555">
                  <c:v>2717.2</c:v>
                </c:pt>
                <c:pt idx="2556">
                  <c:v>2782.55</c:v>
                </c:pt>
                <c:pt idx="2557">
                  <c:v>2795.05</c:v>
                </c:pt>
                <c:pt idx="2558">
                  <c:v>2824.95</c:v>
                </c:pt>
                <c:pt idx="2559">
                  <c:v>2806.55</c:v>
                </c:pt>
                <c:pt idx="2560">
                  <c:v>2725.9</c:v>
                </c:pt>
                <c:pt idx="2561">
                  <c:v>2843.05</c:v>
                </c:pt>
                <c:pt idx="2562">
                  <c:v>2827.8</c:v>
                </c:pt>
                <c:pt idx="2563">
                  <c:v>2748.3</c:v>
                </c:pt>
                <c:pt idx="2564">
                  <c:v>2689.7</c:v>
                </c:pt>
                <c:pt idx="2565">
                  <c:v>2674.6</c:v>
                </c:pt>
                <c:pt idx="2566">
                  <c:v>2693.15</c:v>
                </c:pt>
                <c:pt idx="2567">
                  <c:v>2702.85</c:v>
                </c:pt>
                <c:pt idx="2568">
                  <c:v>2704.8</c:v>
                </c:pt>
                <c:pt idx="2569">
                  <c:v>2736.65</c:v>
                </c:pt>
                <c:pt idx="2570">
                  <c:v>2727.4</c:v>
                </c:pt>
                <c:pt idx="2571">
                  <c:v>2829.75</c:v>
                </c:pt>
                <c:pt idx="2572">
                  <c:v>2852.9</c:v>
                </c:pt>
                <c:pt idx="2573">
                  <c:v>2806.4</c:v>
                </c:pt>
                <c:pt idx="2574">
                  <c:v>2832.65</c:v>
                </c:pt>
                <c:pt idx="2575">
                  <c:v>2813.95</c:v>
                </c:pt>
                <c:pt idx="2576">
                  <c:v>2801.6</c:v>
                </c:pt>
                <c:pt idx="2577">
                  <c:v>2822.6</c:v>
                </c:pt>
                <c:pt idx="2578">
                  <c:v>2801.15</c:v>
                </c:pt>
                <c:pt idx="2579">
                  <c:v>2752.8</c:v>
                </c:pt>
                <c:pt idx="2580">
                  <c:v>2726.8</c:v>
                </c:pt>
                <c:pt idx="2581">
                  <c:v>2789.35</c:v>
                </c:pt>
                <c:pt idx="2582">
                  <c:v>2773.3</c:v>
                </c:pt>
                <c:pt idx="2583">
                  <c:v>2779.05</c:v>
                </c:pt>
                <c:pt idx="2584">
                  <c:v>2808.75</c:v>
                </c:pt>
                <c:pt idx="2585">
                  <c:v>2776.8</c:v>
                </c:pt>
                <c:pt idx="2586">
                  <c:v>2759.45</c:v>
                </c:pt>
                <c:pt idx="2587">
                  <c:v>2740</c:v>
                </c:pt>
                <c:pt idx="2588">
                  <c:v>2673.7</c:v>
                </c:pt>
                <c:pt idx="2589">
                  <c:v>2710.5</c:v>
                </c:pt>
                <c:pt idx="2590">
                  <c:v>2710.2</c:v>
                </c:pt>
                <c:pt idx="2591">
                  <c:v>2664.1</c:v>
                </c:pt>
                <c:pt idx="2592">
                  <c:v>2610.1</c:v>
                </c:pt>
                <c:pt idx="2593">
                  <c:v>2695.05</c:v>
                </c:pt>
                <c:pt idx="2594">
                  <c:v>2763.8</c:v>
                </c:pt>
                <c:pt idx="2595">
                  <c:v>2790.15</c:v>
                </c:pt>
                <c:pt idx="2596">
                  <c:v>2789.75</c:v>
                </c:pt>
                <c:pt idx="2597">
                  <c:v>2706.8</c:v>
                </c:pt>
                <c:pt idx="2598">
                  <c:v>2710.6</c:v>
                </c:pt>
                <c:pt idx="2599">
                  <c:v>2735.2</c:v>
                </c:pt>
                <c:pt idx="2600">
                  <c:v>2748.9</c:v>
                </c:pt>
                <c:pt idx="2601">
                  <c:v>2671</c:v>
                </c:pt>
                <c:pt idx="2602">
                  <c:v>2702.2</c:v>
                </c:pt>
                <c:pt idx="2603">
                  <c:v>2705.15</c:v>
                </c:pt>
                <c:pt idx="2604">
                  <c:v>2749.9</c:v>
                </c:pt>
                <c:pt idx="2605">
                  <c:v>2808.9</c:v>
                </c:pt>
                <c:pt idx="2606">
                  <c:v>2837.4</c:v>
                </c:pt>
                <c:pt idx="2607">
                  <c:v>2859.05</c:v>
                </c:pt>
                <c:pt idx="2608">
                  <c:v>2912.9</c:v>
                </c:pt>
                <c:pt idx="2609">
                  <c:v>2932.75</c:v>
                </c:pt>
                <c:pt idx="2610">
                  <c:v>2930.45</c:v>
                </c:pt>
                <c:pt idx="2611">
                  <c:v>2985.45</c:v>
                </c:pt>
                <c:pt idx="2612">
                  <c:v>2979.25</c:v>
                </c:pt>
                <c:pt idx="2613">
                  <c:v>2993.65</c:v>
                </c:pt>
                <c:pt idx="2614">
                  <c:v>3022.3</c:v>
                </c:pt>
                <c:pt idx="2615">
                  <c:v>2935.4</c:v>
                </c:pt>
                <c:pt idx="2616">
                  <c:v>2958.75</c:v>
                </c:pt>
                <c:pt idx="2617">
                  <c:v>2902.65</c:v>
                </c:pt>
                <c:pt idx="2618">
                  <c:v>2944.2</c:v>
                </c:pt>
                <c:pt idx="2619">
                  <c:v>2915.4</c:v>
                </c:pt>
                <c:pt idx="2620">
                  <c:v>2916.25</c:v>
                </c:pt>
                <c:pt idx="2621">
                  <c:v>2939.35</c:v>
                </c:pt>
                <c:pt idx="2622">
                  <c:v>2945</c:v>
                </c:pt>
                <c:pt idx="2623">
                  <c:v>2905.05</c:v>
                </c:pt>
                <c:pt idx="2624">
                  <c:v>2941.7</c:v>
                </c:pt>
                <c:pt idx="2625">
                  <c:v>2966.4</c:v>
                </c:pt>
                <c:pt idx="2626">
                  <c:v>3003.35</c:v>
                </c:pt>
                <c:pt idx="2627">
                  <c:v>3064.3</c:v>
                </c:pt>
                <c:pt idx="2628">
                  <c:v>3076.85</c:v>
                </c:pt>
                <c:pt idx="2629">
                  <c:v>3044.65</c:v>
                </c:pt>
                <c:pt idx="2630">
                  <c:v>3019.85</c:v>
                </c:pt>
                <c:pt idx="2631">
                  <c:v>3059.55</c:v>
                </c:pt>
                <c:pt idx="2632">
                  <c:v>3013.6</c:v>
                </c:pt>
                <c:pt idx="2633">
                  <c:v>2970.4</c:v>
                </c:pt>
                <c:pt idx="2634">
                  <c:v>3017.7</c:v>
                </c:pt>
                <c:pt idx="2635">
                  <c:v>2993.45</c:v>
                </c:pt>
                <c:pt idx="2636">
                  <c:v>2958.55</c:v>
                </c:pt>
                <c:pt idx="2637">
                  <c:v>2939</c:v>
                </c:pt>
                <c:pt idx="2638">
                  <c:v>2895.55</c:v>
                </c:pt>
                <c:pt idx="2639">
                  <c:v>2976.9</c:v>
                </c:pt>
                <c:pt idx="2640">
                  <c:v>2980.25</c:v>
                </c:pt>
                <c:pt idx="2641">
                  <c:v>3024.05</c:v>
                </c:pt>
                <c:pt idx="2642">
                  <c:v>3051.5</c:v>
                </c:pt>
                <c:pt idx="2643">
                  <c:v>3060</c:v>
                </c:pt>
                <c:pt idx="2644">
                  <c:v>3028.8</c:v>
                </c:pt>
                <c:pt idx="2645">
                  <c:v>3069.2</c:v>
                </c:pt>
                <c:pt idx="2646">
                  <c:v>3115.55</c:v>
                </c:pt>
                <c:pt idx="2647">
                  <c:v>3073.2</c:v>
                </c:pt>
                <c:pt idx="2648">
                  <c:v>2998.75</c:v>
                </c:pt>
                <c:pt idx="2649">
                  <c:v>2985.6</c:v>
                </c:pt>
                <c:pt idx="2650">
                  <c:v>2995.9</c:v>
                </c:pt>
                <c:pt idx="2651">
                  <c:v>2973.9</c:v>
                </c:pt>
                <c:pt idx="2652">
                  <c:v>3008.95</c:v>
                </c:pt>
                <c:pt idx="2653">
                  <c:v>621.20000000000005</c:v>
                </c:pt>
                <c:pt idx="2654">
                  <c:v>645.04999999999995</c:v>
                </c:pt>
                <c:pt idx="2655">
                  <c:v>639.95000000000005</c:v>
                </c:pt>
                <c:pt idx="2656">
                  <c:v>629.6</c:v>
                </c:pt>
                <c:pt idx="2657">
                  <c:v>624.25</c:v>
                </c:pt>
                <c:pt idx="2658">
                  <c:v>620.04999999999995</c:v>
                </c:pt>
                <c:pt idx="2659">
                  <c:v>628.45000000000005</c:v>
                </c:pt>
                <c:pt idx="2660">
                  <c:v>623.15</c:v>
                </c:pt>
                <c:pt idx="2661">
                  <c:v>627.85</c:v>
                </c:pt>
                <c:pt idx="2662">
                  <c:v>627</c:v>
                </c:pt>
                <c:pt idx="2663">
                  <c:v>623.1</c:v>
                </c:pt>
                <c:pt idx="2664">
                  <c:v>632.54999999999995</c:v>
                </c:pt>
                <c:pt idx="2665">
                  <c:v>630.85</c:v>
                </c:pt>
                <c:pt idx="2666">
                  <c:v>636.29999999999995</c:v>
                </c:pt>
                <c:pt idx="2667">
                  <c:v>633</c:v>
                </c:pt>
                <c:pt idx="2668">
                  <c:v>630.54999999999995</c:v>
                </c:pt>
                <c:pt idx="2669">
                  <c:v>629.95000000000005</c:v>
                </c:pt>
                <c:pt idx="2670">
                  <c:v>665.4</c:v>
                </c:pt>
                <c:pt idx="2671">
                  <c:v>672.5</c:v>
                </c:pt>
                <c:pt idx="2672">
                  <c:v>683.9</c:v>
                </c:pt>
                <c:pt idx="2673">
                  <c:v>691.65</c:v>
                </c:pt>
                <c:pt idx="2674">
                  <c:v>683.65</c:v>
                </c:pt>
                <c:pt idx="2675">
                  <c:v>706.3</c:v>
                </c:pt>
                <c:pt idx="2676">
                  <c:v>721.6</c:v>
                </c:pt>
                <c:pt idx="2677">
                  <c:v>733.7</c:v>
                </c:pt>
                <c:pt idx="2678">
                  <c:v>729.3</c:v>
                </c:pt>
                <c:pt idx="2679">
                  <c:v>732.9</c:v>
                </c:pt>
                <c:pt idx="2680">
                  <c:v>728.45</c:v>
                </c:pt>
                <c:pt idx="2681">
                  <c:v>712.45</c:v>
                </c:pt>
                <c:pt idx="2682">
                  <c:v>707</c:v>
                </c:pt>
                <c:pt idx="2683">
                  <c:v>733.2</c:v>
                </c:pt>
                <c:pt idx="2684">
                  <c:v>743.35</c:v>
                </c:pt>
                <c:pt idx="2685">
                  <c:v>760.35</c:v>
                </c:pt>
                <c:pt idx="2686">
                  <c:v>741.35</c:v>
                </c:pt>
                <c:pt idx="2687">
                  <c:v>745.05</c:v>
                </c:pt>
                <c:pt idx="2688">
                  <c:v>725.8</c:v>
                </c:pt>
                <c:pt idx="2689">
                  <c:v>717.35</c:v>
                </c:pt>
                <c:pt idx="2690">
                  <c:v>721.1</c:v>
                </c:pt>
                <c:pt idx="2691">
                  <c:v>708.05</c:v>
                </c:pt>
                <c:pt idx="2692">
                  <c:v>739.9</c:v>
                </c:pt>
                <c:pt idx="2693">
                  <c:v>733.35</c:v>
                </c:pt>
                <c:pt idx="2694">
                  <c:v>727.15</c:v>
                </c:pt>
                <c:pt idx="2695">
                  <c:v>724.4</c:v>
                </c:pt>
                <c:pt idx="2696">
                  <c:v>720.65</c:v>
                </c:pt>
                <c:pt idx="2697">
                  <c:v>697.9</c:v>
                </c:pt>
                <c:pt idx="2698">
                  <c:v>704.75</c:v>
                </c:pt>
                <c:pt idx="2699">
                  <c:v>691.95</c:v>
                </c:pt>
                <c:pt idx="2700">
                  <c:v>706.5</c:v>
                </c:pt>
                <c:pt idx="2701">
                  <c:v>696.35</c:v>
                </c:pt>
                <c:pt idx="2702">
                  <c:v>678.05</c:v>
                </c:pt>
                <c:pt idx="2703">
                  <c:v>692.2</c:v>
                </c:pt>
                <c:pt idx="2704">
                  <c:v>687.7</c:v>
                </c:pt>
                <c:pt idx="2705">
                  <c:v>710.7</c:v>
                </c:pt>
                <c:pt idx="2706">
                  <c:v>702.8</c:v>
                </c:pt>
                <c:pt idx="2707">
                  <c:v>715.95</c:v>
                </c:pt>
                <c:pt idx="2708">
                  <c:v>739.7</c:v>
                </c:pt>
                <c:pt idx="2709">
                  <c:v>738.15</c:v>
                </c:pt>
                <c:pt idx="2710">
                  <c:v>726.2</c:v>
                </c:pt>
                <c:pt idx="2711">
                  <c:v>725.45</c:v>
                </c:pt>
                <c:pt idx="2712">
                  <c:v>725.35</c:v>
                </c:pt>
                <c:pt idx="2713">
                  <c:v>712.1</c:v>
                </c:pt>
                <c:pt idx="2714">
                  <c:v>716.05</c:v>
                </c:pt>
                <c:pt idx="2715">
                  <c:v>710.2</c:v>
                </c:pt>
                <c:pt idx="2716">
                  <c:v>698.4</c:v>
                </c:pt>
                <c:pt idx="2717">
                  <c:v>700.35</c:v>
                </c:pt>
                <c:pt idx="2718">
                  <c:v>695.35</c:v>
                </c:pt>
                <c:pt idx="2719">
                  <c:v>719.1</c:v>
                </c:pt>
                <c:pt idx="2720">
                  <c:v>699.65</c:v>
                </c:pt>
                <c:pt idx="2721">
                  <c:v>688.3</c:v>
                </c:pt>
                <c:pt idx="2722">
                  <c:v>695.95</c:v>
                </c:pt>
                <c:pt idx="2723">
                  <c:v>684.95</c:v>
                </c:pt>
                <c:pt idx="2724">
                  <c:v>694.85</c:v>
                </c:pt>
                <c:pt idx="2725">
                  <c:v>686.65</c:v>
                </c:pt>
                <c:pt idx="2726">
                  <c:v>697.75</c:v>
                </c:pt>
                <c:pt idx="2727">
                  <c:v>705.5</c:v>
                </c:pt>
                <c:pt idx="2728">
                  <c:v>695.3</c:v>
                </c:pt>
                <c:pt idx="2729">
                  <c:v>704.85</c:v>
                </c:pt>
                <c:pt idx="2730">
                  <c:v>700.8</c:v>
                </c:pt>
                <c:pt idx="2731">
                  <c:v>684.75</c:v>
                </c:pt>
                <c:pt idx="2732">
                  <c:v>671.95</c:v>
                </c:pt>
                <c:pt idx="2733">
                  <c:v>668.6</c:v>
                </c:pt>
                <c:pt idx="2734">
                  <c:v>693.75</c:v>
                </c:pt>
                <c:pt idx="2735">
                  <c:v>692.75</c:v>
                </c:pt>
                <c:pt idx="2736">
                  <c:v>685.45</c:v>
                </c:pt>
                <c:pt idx="2737">
                  <c:v>688.5</c:v>
                </c:pt>
                <c:pt idx="2738">
                  <c:v>692.3</c:v>
                </c:pt>
                <c:pt idx="2739">
                  <c:v>699.1</c:v>
                </c:pt>
                <c:pt idx="2740">
                  <c:v>697.75</c:v>
                </c:pt>
                <c:pt idx="2741">
                  <c:v>701.8</c:v>
                </c:pt>
                <c:pt idx="2742">
                  <c:v>698.9</c:v>
                </c:pt>
                <c:pt idx="2743">
                  <c:v>696.05</c:v>
                </c:pt>
                <c:pt idx="2744">
                  <c:v>700.4</c:v>
                </c:pt>
                <c:pt idx="2745">
                  <c:v>717.4</c:v>
                </c:pt>
                <c:pt idx="2746">
                  <c:v>729.2</c:v>
                </c:pt>
                <c:pt idx="2747">
                  <c:v>728.35</c:v>
                </c:pt>
                <c:pt idx="2748">
                  <c:v>728.2</c:v>
                </c:pt>
                <c:pt idx="2749">
                  <c:v>731.75</c:v>
                </c:pt>
                <c:pt idx="2750">
                  <c:v>708.1</c:v>
                </c:pt>
                <c:pt idx="2751">
                  <c:v>706.9</c:v>
                </c:pt>
                <c:pt idx="2752">
                  <c:v>683.9</c:v>
                </c:pt>
                <c:pt idx="2753">
                  <c:v>653.6</c:v>
                </c:pt>
                <c:pt idx="2754">
                  <c:v>659.35</c:v>
                </c:pt>
                <c:pt idx="2755">
                  <c:v>680.65</c:v>
                </c:pt>
                <c:pt idx="2756">
                  <c:v>667.35</c:v>
                </c:pt>
                <c:pt idx="2757">
                  <c:v>641.75</c:v>
                </c:pt>
                <c:pt idx="2758">
                  <c:v>663.65</c:v>
                </c:pt>
                <c:pt idx="2759">
                  <c:v>658.35</c:v>
                </c:pt>
                <c:pt idx="2760">
                  <c:v>653.1</c:v>
                </c:pt>
                <c:pt idx="2761">
                  <c:v>660.6</c:v>
                </c:pt>
                <c:pt idx="2762">
                  <c:v>651.20000000000005</c:v>
                </c:pt>
                <c:pt idx="2763">
                  <c:v>669.45</c:v>
                </c:pt>
                <c:pt idx="2764">
                  <c:v>670.2</c:v>
                </c:pt>
                <c:pt idx="2765">
                  <c:v>667.1</c:v>
                </c:pt>
                <c:pt idx="2766">
                  <c:v>645.25</c:v>
                </c:pt>
                <c:pt idx="2767">
                  <c:v>628.35</c:v>
                </c:pt>
                <c:pt idx="2768">
                  <c:v>633.25</c:v>
                </c:pt>
                <c:pt idx="2769">
                  <c:v>617.45000000000005</c:v>
                </c:pt>
                <c:pt idx="2770">
                  <c:v>624.29999999999995</c:v>
                </c:pt>
                <c:pt idx="2771">
                  <c:v>604.15</c:v>
                </c:pt>
                <c:pt idx="2772">
                  <c:v>590.65</c:v>
                </c:pt>
                <c:pt idx="2773">
                  <c:v>589.15</c:v>
                </c:pt>
                <c:pt idx="2774">
                  <c:v>608.29999999999995</c:v>
                </c:pt>
                <c:pt idx="2775">
                  <c:v>595.85</c:v>
                </c:pt>
                <c:pt idx="2776">
                  <c:v>623.15</c:v>
                </c:pt>
                <c:pt idx="2777">
                  <c:v>642.79999999999995</c:v>
                </c:pt>
                <c:pt idx="2778">
                  <c:v>646.6</c:v>
                </c:pt>
                <c:pt idx="2779">
                  <c:v>626.9</c:v>
                </c:pt>
                <c:pt idx="2780">
                  <c:v>650.04999999999995</c:v>
                </c:pt>
                <c:pt idx="2781">
                  <c:v>643.85</c:v>
                </c:pt>
                <c:pt idx="2782">
                  <c:v>648.1</c:v>
                </c:pt>
                <c:pt idx="2783">
                  <c:v>641.1</c:v>
                </c:pt>
                <c:pt idx="2784">
                  <c:v>647</c:v>
                </c:pt>
                <c:pt idx="2785">
                  <c:v>616.79999999999995</c:v>
                </c:pt>
                <c:pt idx="2786">
                  <c:v>623.6</c:v>
                </c:pt>
                <c:pt idx="2787">
                  <c:v>629.20000000000005</c:v>
                </c:pt>
                <c:pt idx="2788">
                  <c:v>650.75</c:v>
                </c:pt>
                <c:pt idx="2789">
                  <c:v>672.1</c:v>
                </c:pt>
                <c:pt idx="2790">
                  <c:v>681.5</c:v>
                </c:pt>
                <c:pt idx="2791">
                  <c:v>667</c:v>
                </c:pt>
                <c:pt idx="2792">
                  <c:v>675.15</c:v>
                </c:pt>
                <c:pt idx="2793">
                  <c:v>672.7</c:v>
                </c:pt>
                <c:pt idx="2794">
                  <c:v>666.8</c:v>
                </c:pt>
                <c:pt idx="2795">
                  <c:v>660.4</c:v>
                </c:pt>
                <c:pt idx="2796">
                  <c:v>671.45</c:v>
                </c:pt>
                <c:pt idx="2797">
                  <c:v>663.1</c:v>
                </c:pt>
                <c:pt idx="2798">
                  <c:v>659.85</c:v>
                </c:pt>
                <c:pt idx="2799">
                  <c:v>637</c:v>
                </c:pt>
                <c:pt idx="2800">
                  <c:v>620.29999999999995</c:v>
                </c:pt>
                <c:pt idx="2801">
                  <c:v>626.45000000000005</c:v>
                </c:pt>
                <c:pt idx="2802">
                  <c:v>637.79999999999995</c:v>
                </c:pt>
                <c:pt idx="2803">
                  <c:v>640.20000000000005</c:v>
                </c:pt>
                <c:pt idx="2804">
                  <c:v>644.1</c:v>
                </c:pt>
                <c:pt idx="2805">
                  <c:v>663.7</c:v>
                </c:pt>
                <c:pt idx="2806">
                  <c:v>667.9</c:v>
                </c:pt>
                <c:pt idx="2807">
                  <c:v>683.05</c:v>
                </c:pt>
                <c:pt idx="2808">
                  <c:v>698.45</c:v>
                </c:pt>
                <c:pt idx="2809">
                  <c:v>701.2</c:v>
                </c:pt>
                <c:pt idx="2810">
                  <c:v>708.2</c:v>
                </c:pt>
                <c:pt idx="2811">
                  <c:v>705.55</c:v>
                </c:pt>
                <c:pt idx="2812">
                  <c:v>698.35</c:v>
                </c:pt>
                <c:pt idx="2813">
                  <c:v>698.9</c:v>
                </c:pt>
                <c:pt idx="2814">
                  <c:v>715.7</c:v>
                </c:pt>
                <c:pt idx="2815">
                  <c:v>710.65</c:v>
                </c:pt>
                <c:pt idx="2816">
                  <c:v>690.15</c:v>
                </c:pt>
                <c:pt idx="2817">
                  <c:v>718</c:v>
                </c:pt>
                <c:pt idx="2818">
                  <c:v>706.7</c:v>
                </c:pt>
                <c:pt idx="2819">
                  <c:v>692.1</c:v>
                </c:pt>
                <c:pt idx="2820">
                  <c:v>694.6</c:v>
                </c:pt>
                <c:pt idx="2821">
                  <c:v>715</c:v>
                </c:pt>
                <c:pt idx="2822">
                  <c:v>732.2</c:v>
                </c:pt>
                <c:pt idx="2823">
                  <c:v>731.05</c:v>
                </c:pt>
                <c:pt idx="2824">
                  <c:v>722.85</c:v>
                </c:pt>
                <c:pt idx="2825">
                  <c:v>722.1</c:v>
                </c:pt>
                <c:pt idx="2826">
                  <c:v>717.35</c:v>
                </c:pt>
                <c:pt idx="2827">
                  <c:v>706.8</c:v>
                </c:pt>
                <c:pt idx="2828">
                  <c:v>699.4</c:v>
                </c:pt>
                <c:pt idx="2829">
                  <c:v>684.35</c:v>
                </c:pt>
                <c:pt idx="2830">
                  <c:v>662.5</c:v>
                </c:pt>
                <c:pt idx="2831">
                  <c:v>655.04999999999995</c:v>
                </c:pt>
                <c:pt idx="2832">
                  <c:v>664.8</c:v>
                </c:pt>
                <c:pt idx="2833">
                  <c:v>664.55</c:v>
                </c:pt>
                <c:pt idx="2834">
                  <c:v>661.1</c:v>
                </c:pt>
                <c:pt idx="2835">
                  <c:v>666.1</c:v>
                </c:pt>
                <c:pt idx="2836">
                  <c:v>647.20000000000005</c:v>
                </c:pt>
                <c:pt idx="2837">
                  <c:v>644.70000000000005</c:v>
                </c:pt>
                <c:pt idx="2838">
                  <c:v>634</c:v>
                </c:pt>
                <c:pt idx="2839">
                  <c:v>631.6</c:v>
                </c:pt>
                <c:pt idx="2840">
                  <c:v>646.04999999999995</c:v>
                </c:pt>
                <c:pt idx="2841">
                  <c:v>643.85</c:v>
                </c:pt>
                <c:pt idx="2842">
                  <c:v>658.85</c:v>
                </c:pt>
                <c:pt idx="2843">
                  <c:v>646.54999999999995</c:v>
                </c:pt>
                <c:pt idx="2844">
                  <c:v>649.4</c:v>
                </c:pt>
                <c:pt idx="2845">
                  <c:v>644.25</c:v>
                </c:pt>
                <c:pt idx="2846">
                  <c:v>643.15</c:v>
                </c:pt>
                <c:pt idx="2847">
                  <c:v>656.3</c:v>
                </c:pt>
                <c:pt idx="2848">
                  <c:v>668.55</c:v>
                </c:pt>
                <c:pt idx="2849">
                  <c:v>684.05</c:v>
                </c:pt>
                <c:pt idx="2850">
                  <c:v>689.1</c:v>
                </c:pt>
                <c:pt idx="2851">
                  <c:v>680</c:v>
                </c:pt>
                <c:pt idx="2852">
                  <c:v>660.05</c:v>
                </c:pt>
                <c:pt idx="2853">
                  <c:v>670.65</c:v>
                </c:pt>
                <c:pt idx="2854">
                  <c:v>669.2</c:v>
                </c:pt>
                <c:pt idx="2855">
                  <c:v>658.3</c:v>
                </c:pt>
                <c:pt idx="2856">
                  <c:v>654.79999999999995</c:v>
                </c:pt>
                <c:pt idx="2857">
                  <c:v>651.5</c:v>
                </c:pt>
                <c:pt idx="2858">
                  <c:v>657</c:v>
                </c:pt>
                <c:pt idx="2859">
                  <c:v>648.4</c:v>
                </c:pt>
                <c:pt idx="2860">
                  <c:v>648.20000000000005</c:v>
                </c:pt>
                <c:pt idx="2861">
                  <c:v>648.1</c:v>
                </c:pt>
                <c:pt idx="2862">
                  <c:v>638.65</c:v>
                </c:pt>
                <c:pt idx="2863">
                  <c:v>630.04999999999995</c:v>
                </c:pt>
                <c:pt idx="2864">
                  <c:v>643.04999999999995</c:v>
                </c:pt>
                <c:pt idx="2865">
                  <c:v>644.65</c:v>
                </c:pt>
                <c:pt idx="2866">
                  <c:v>638.95000000000005</c:v>
                </c:pt>
                <c:pt idx="2867">
                  <c:v>668</c:v>
                </c:pt>
                <c:pt idx="2868">
                  <c:v>674.55</c:v>
                </c:pt>
                <c:pt idx="2869">
                  <c:v>689.75</c:v>
                </c:pt>
                <c:pt idx="2870">
                  <c:v>696.05</c:v>
                </c:pt>
                <c:pt idx="2871">
                  <c:v>706.3</c:v>
                </c:pt>
                <c:pt idx="2872">
                  <c:v>703.3</c:v>
                </c:pt>
                <c:pt idx="2873">
                  <c:v>700.75</c:v>
                </c:pt>
                <c:pt idx="2874">
                  <c:v>700.2</c:v>
                </c:pt>
                <c:pt idx="2875">
                  <c:v>710.9</c:v>
                </c:pt>
                <c:pt idx="2876">
                  <c:v>724.4</c:v>
                </c:pt>
                <c:pt idx="2877">
                  <c:v>714.2</c:v>
                </c:pt>
                <c:pt idx="2878">
                  <c:v>709.1</c:v>
                </c:pt>
                <c:pt idx="2879">
                  <c:v>689.75</c:v>
                </c:pt>
                <c:pt idx="2880">
                  <c:v>694.2</c:v>
                </c:pt>
                <c:pt idx="2881">
                  <c:v>703.6</c:v>
                </c:pt>
                <c:pt idx="2882">
                  <c:v>693.8</c:v>
                </c:pt>
                <c:pt idx="2883">
                  <c:v>700.7</c:v>
                </c:pt>
                <c:pt idx="2884">
                  <c:v>703.7</c:v>
                </c:pt>
                <c:pt idx="2885">
                  <c:v>697.25</c:v>
                </c:pt>
                <c:pt idx="2886">
                  <c:v>698.55</c:v>
                </c:pt>
                <c:pt idx="2887">
                  <c:v>707.85</c:v>
                </c:pt>
                <c:pt idx="2888">
                  <c:v>708.2</c:v>
                </c:pt>
                <c:pt idx="2889">
                  <c:v>693.95</c:v>
                </c:pt>
                <c:pt idx="2890">
                  <c:v>703.3</c:v>
                </c:pt>
                <c:pt idx="2891">
                  <c:v>688.35</c:v>
                </c:pt>
                <c:pt idx="2892">
                  <c:v>689</c:v>
                </c:pt>
                <c:pt idx="2893">
                  <c:v>694.6</c:v>
                </c:pt>
                <c:pt idx="2894">
                  <c:v>685</c:v>
                </c:pt>
                <c:pt idx="2895">
                  <c:v>679.95</c:v>
                </c:pt>
                <c:pt idx="2896">
                  <c:v>676.45</c:v>
                </c:pt>
                <c:pt idx="2897">
                  <c:v>664.8</c:v>
                </c:pt>
                <c:pt idx="2898">
                  <c:v>646.75</c:v>
                </c:pt>
                <c:pt idx="2899">
                  <c:v>659</c:v>
                </c:pt>
                <c:pt idx="2900">
                  <c:v>666.15</c:v>
                </c:pt>
                <c:pt idx="2901">
                  <c:v>683.7</c:v>
                </c:pt>
                <c:pt idx="2902">
                  <c:v>668.75</c:v>
                </c:pt>
                <c:pt idx="2903">
                  <c:v>644.5</c:v>
                </c:pt>
                <c:pt idx="2904">
                  <c:v>660.6</c:v>
                </c:pt>
                <c:pt idx="2905">
                  <c:v>640.65</c:v>
                </c:pt>
                <c:pt idx="2906">
                  <c:v>639.20000000000005</c:v>
                </c:pt>
                <c:pt idx="2907">
                  <c:v>641.15</c:v>
                </c:pt>
                <c:pt idx="2908">
                  <c:v>645.85</c:v>
                </c:pt>
                <c:pt idx="2909">
                  <c:v>646.29999999999995</c:v>
                </c:pt>
                <c:pt idx="2910">
                  <c:v>628.20000000000005</c:v>
                </c:pt>
                <c:pt idx="2911">
                  <c:v>621.79999999999995</c:v>
                </c:pt>
                <c:pt idx="2912">
                  <c:v>645.20000000000005</c:v>
                </c:pt>
                <c:pt idx="2913">
                  <c:v>662.65</c:v>
                </c:pt>
                <c:pt idx="2914">
                  <c:v>660.95</c:v>
                </c:pt>
                <c:pt idx="2915">
                  <c:v>650.04999999999995</c:v>
                </c:pt>
                <c:pt idx="2916">
                  <c:v>655.20000000000005</c:v>
                </c:pt>
                <c:pt idx="2917">
                  <c:v>667.5</c:v>
                </c:pt>
                <c:pt idx="2918">
                  <c:v>659.25</c:v>
                </c:pt>
                <c:pt idx="2919">
                  <c:v>661.55</c:v>
                </c:pt>
                <c:pt idx="2920">
                  <c:v>654.20000000000005</c:v>
                </c:pt>
                <c:pt idx="2921">
                  <c:v>646.65</c:v>
                </c:pt>
                <c:pt idx="2922">
                  <c:v>645.1</c:v>
                </c:pt>
                <c:pt idx="2923">
                  <c:v>654.79999999999995</c:v>
                </c:pt>
                <c:pt idx="2924">
                  <c:v>662.35</c:v>
                </c:pt>
                <c:pt idx="2925">
                  <c:v>653</c:v>
                </c:pt>
                <c:pt idx="2926">
                  <c:v>675.05</c:v>
                </c:pt>
                <c:pt idx="2927">
                  <c:v>674.1</c:v>
                </c:pt>
                <c:pt idx="2928">
                  <c:v>643.5</c:v>
                </c:pt>
                <c:pt idx="2929">
                  <c:v>625</c:v>
                </c:pt>
                <c:pt idx="2930">
                  <c:v>622.35</c:v>
                </c:pt>
                <c:pt idx="2931">
                  <c:v>641.15</c:v>
                </c:pt>
                <c:pt idx="2932">
                  <c:v>636.95000000000005</c:v>
                </c:pt>
                <c:pt idx="2933">
                  <c:v>652.45000000000005</c:v>
                </c:pt>
                <c:pt idx="2934">
                  <c:v>640.9</c:v>
                </c:pt>
                <c:pt idx="2935">
                  <c:v>634.45000000000005</c:v>
                </c:pt>
                <c:pt idx="2936">
                  <c:v>620.79999999999995</c:v>
                </c:pt>
                <c:pt idx="2937">
                  <c:v>624.95000000000005</c:v>
                </c:pt>
                <c:pt idx="2938">
                  <c:v>645.4</c:v>
                </c:pt>
                <c:pt idx="2939">
                  <c:v>662.55</c:v>
                </c:pt>
                <c:pt idx="2940">
                  <c:v>666.75</c:v>
                </c:pt>
                <c:pt idx="2941">
                  <c:v>669.9</c:v>
                </c:pt>
                <c:pt idx="2942">
                  <c:v>664.4</c:v>
                </c:pt>
                <c:pt idx="2943">
                  <c:v>666.8</c:v>
                </c:pt>
                <c:pt idx="2944">
                  <c:v>673.45</c:v>
                </c:pt>
                <c:pt idx="2945">
                  <c:v>673.8</c:v>
                </c:pt>
                <c:pt idx="2946">
                  <c:v>673.95</c:v>
                </c:pt>
                <c:pt idx="2947">
                  <c:v>644.95000000000005</c:v>
                </c:pt>
                <c:pt idx="2948">
                  <c:v>633.4</c:v>
                </c:pt>
                <c:pt idx="2949">
                  <c:v>640.5</c:v>
                </c:pt>
                <c:pt idx="2950">
                  <c:v>669.2</c:v>
                </c:pt>
                <c:pt idx="2951">
                  <c:v>667.2</c:v>
                </c:pt>
                <c:pt idx="2952">
                  <c:v>688.7</c:v>
                </c:pt>
                <c:pt idx="2953">
                  <c:v>688.85</c:v>
                </c:pt>
                <c:pt idx="2954">
                  <c:v>684.35</c:v>
                </c:pt>
                <c:pt idx="2955">
                  <c:v>682.7</c:v>
                </c:pt>
                <c:pt idx="2956">
                  <c:v>683.45</c:v>
                </c:pt>
                <c:pt idx="2957">
                  <c:v>683.9</c:v>
                </c:pt>
                <c:pt idx="2958">
                  <c:v>679.85</c:v>
                </c:pt>
                <c:pt idx="2959">
                  <c:v>682.4</c:v>
                </c:pt>
                <c:pt idx="2960">
                  <c:v>666.7</c:v>
                </c:pt>
                <c:pt idx="2961">
                  <c:v>672.75</c:v>
                </c:pt>
                <c:pt idx="2962">
                  <c:v>657.55</c:v>
                </c:pt>
                <c:pt idx="2963">
                  <c:v>645.4</c:v>
                </c:pt>
                <c:pt idx="2964">
                  <c:v>635.04999999999995</c:v>
                </c:pt>
                <c:pt idx="2965">
                  <c:v>645.6</c:v>
                </c:pt>
                <c:pt idx="2966">
                  <c:v>623.35</c:v>
                </c:pt>
                <c:pt idx="2967">
                  <c:v>637.95000000000005</c:v>
                </c:pt>
                <c:pt idx="2968">
                  <c:v>624.15</c:v>
                </c:pt>
                <c:pt idx="2969">
                  <c:v>626.1</c:v>
                </c:pt>
                <c:pt idx="2970">
                  <c:v>613.75</c:v>
                </c:pt>
                <c:pt idx="2971">
                  <c:v>646.65</c:v>
                </c:pt>
                <c:pt idx="2972">
                  <c:v>635.65</c:v>
                </c:pt>
                <c:pt idx="2973">
                  <c:v>641.70000000000005</c:v>
                </c:pt>
                <c:pt idx="2974">
                  <c:v>656.1</c:v>
                </c:pt>
                <c:pt idx="2975">
                  <c:v>667.6</c:v>
                </c:pt>
                <c:pt idx="2976">
                  <c:v>662.2</c:v>
                </c:pt>
                <c:pt idx="2977">
                  <c:v>675.55</c:v>
                </c:pt>
                <c:pt idx="2978">
                  <c:v>669.3</c:v>
                </c:pt>
                <c:pt idx="2979">
                  <c:v>655.4</c:v>
                </c:pt>
                <c:pt idx="2980">
                  <c:v>647.35</c:v>
                </c:pt>
                <c:pt idx="2981">
                  <c:v>646.35</c:v>
                </c:pt>
                <c:pt idx="2982">
                  <c:v>630.35</c:v>
                </c:pt>
                <c:pt idx="2983">
                  <c:v>636.4</c:v>
                </c:pt>
                <c:pt idx="2984">
                  <c:v>626.35</c:v>
                </c:pt>
                <c:pt idx="2985">
                  <c:v>618.25</c:v>
                </c:pt>
                <c:pt idx="2986">
                  <c:v>623.4</c:v>
                </c:pt>
                <c:pt idx="2987">
                  <c:v>655.45</c:v>
                </c:pt>
                <c:pt idx="2988">
                  <c:v>662.45</c:v>
                </c:pt>
                <c:pt idx="2989">
                  <c:v>660.9</c:v>
                </c:pt>
                <c:pt idx="2990">
                  <c:v>665.75</c:v>
                </c:pt>
                <c:pt idx="2991">
                  <c:v>667.85</c:v>
                </c:pt>
                <c:pt idx="2992">
                  <c:v>660.85</c:v>
                </c:pt>
                <c:pt idx="2993">
                  <c:v>656.6</c:v>
                </c:pt>
                <c:pt idx="2994">
                  <c:v>652.04999999999995</c:v>
                </c:pt>
                <c:pt idx="2995">
                  <c:v>650.4</c:v>
                </c:pt>
                <c:pt idx="2996">
                  <c:v>665.2</c:v>
                </c:pt>
                <c:pt idx="2997">
                  <c:v>660.95</c:v>
                </c:pt>
                <c:pt idx="2998">
                  <c:v>670.3</c:v>
                </c:pt>
                <c:pt idx="2999">
                  <c:v>670.4</c:v>
                </c:pt>
                <c:pt idx="3000">
                  <c:v>668.55</c:v>
                </c:pt>
                <c:pt idx="3001">
                  <c:v>663.25</c:v>
                </c:pt>
                <c:pt idx="3002">
                  <c:v>684</c:v>
                </c:pt>
                <c:pt idx="3003">
                  <c:v>680.95</c:v>
                </c:pt>
                <c:pt idx="3004">
                  <c:v>687.4</c:v>
                </c:pt>
                <c:pt idx="3005">
                  <c:v>681.55</c:v>
                </c:pt>
                <c:pt idx="3006">
                  <c:v>674.2</c:v>
                </c:pt>
                <c:pt idx="3007">
                  <c:v>675.35</c:v>
                </c:pt>
                <c:pt idx="3008">
                  <c:v>682.8</c:v>
                </c:pt>
                <c:pt idx="3009">
                  <c:v>693.7</c:v>
                </c:pt>
                <c:pt idx="3010">
                  <c:v>692.1</c:v>
                </c:pt>
                <c:pt idx="3011">
                  <c:v>695.5</c:v>
                </c:pt>
                <c:pt idx="3012">
                  <c:v>700.55</c:v>
                </c:pt>
                <c:pt idx="3013">
                  <c:v>709.2</c:v>
                </c:pt>
                <c:pt idx="3014">
                  <c:v>699.8</c:v>
                </c:pt>
                <c:pt idx="3015">
                  <c:v>688.1</c:v>
                </c:pt>
                <c:pt idx="3016">
                  <c:v>697.85</c:v>
                </c:pt>
                <c:pt idx="3017">
                  <c:v>688.9</c:v>
                </c:pt>
                <c:pt idx="3018">
                  <c:v>685.75</c:v>
                </c:pt>
                <c:pt idx="3019">
                  <c:v>696.65</c:v>
                </c:pt>
                <c:pt idx="3020">
                  <c:v>699.2</c:v>
                </c:pt>
                <c:pt idx="3021">
                  <c:v>685.35</c:v>
                </c:pt>
                <c:pt idx="3022">
                  <c:v>696.9</c:v>
                </c:pt>
                <c:pt idx="3023">
                  <c:v>697.15</c:v>
                </c:pt>
                <c:pt idx="3024">
                  <c:v>693.9</c:v>
                </c:pt>
                <c:pt idx="3025">
                  <c:v>695.15</c:v>
                </c:pt>
                <c:pt idx="3026">
                  <c:v>697.75</c:v>
                </c:pt>
                <c:pt idx="3027">
                  <c:v>713.65</c:v>
                </c:pt>
                <c:pt idx="3028">
                  <c:v>718</c:v>
                </c:pt>
                <c:pt idx="3029">
                  <c:v>716.8</c:v>
                </c:pt>
                <c:pt idx="3030">
                  <c:v>714.35</c:v>
                </c:pt>
                <c:pt idx="3031">
                  <c:v>701.7</c:v>
                </c:pt>
                <c:pt idx="3032">
                  <c:v>701.3</c:v>
                </c:pt>
                <c:pt idx="3033">
                  <c:v>676.4</c:v>
                </c:pt>
                <c:pt idx="3034">
                  <c:v>664.75</c:v>
                </c:pt>
                <c:pt idx="3035">
                  <c:v>670.05</c:v>
                </c:pt>
                <c:pt idx="3036">
                  <c:v>663.15</c:v>
                </c:pt>
                <c:pt idx="3037">
                  <c:v>669.4</c:v>
                </c:pt>
                <c:pt idx="3038">
                  <c:v>672.65</c:v>
                </c:pt>
                <c:pt idx="3039">
                  <c:v>668.65</c:v>
                </c:pt>
                <c:pt idx="3040">
                  <c:v>657.15</c:v>
                </c:pt>
                <c:pt idx="3041">
                  <c:v>651.1</c:v>
                </c:pt>
                <c:pt idx="3042">
                  <c:v>654</c:v>
                </c:pt>
                <c:pt idx="3043">
                  <c:v>680.5</c:v>
                </c:pt>
                <c:pt idx="3044">
                  <c:v>671.1</c:v>
                </c:pt>
                <c:pt idx="3045">
                  <c:v>681.85</c:v>
                </c:pt>
                <c:pt idx="3046">
                  <c:v>677.5</c:v>
                </c:pt>
                <c:pt idx="3047">
                  <c:v>661.3</c:v>
                </c:pt>
                <c:pt idx="3048">
                  <c:v>666.45</c:v>
                </c:pt>
                <c:pt idx="3049">
                  <c:v>650.25</c:v>
                </c:pt>
                <c:pt idx="3050">
                  <c:v>657.5</c:v>
                </c:pt>
                <c:pt idx="3051">
                  <c:v>667.5</c:v>
                </c:pt>
                <c:pt idx="3052">
                  <c:v>659.2</c:v>
                </c:pt>
                <c:pt idx="3053">
                  <c:v>660.55</c:v>
                </c:pt>
                <c:pt idx="3054">
                  <c:v>651.25</c:v>
                </c:pt>
                <c:pt idx="3055">
                  <c:v>667.55</c:v>
                </c:pt>
                <c:pt idx="3056">
                  <c:v>660.95</c:v>
                </c:pt>
                <c:pt idx="3057">
                  <c:v>666.8</c:v>
                </c:pt>
                <c:pt idx="3058">
                  <c:v>673.3</c:v>
                </c:pt>
                <c:pt idx="3059">
                  <c:v>683.15</c:v>
                </c:pt>
                <c:pt idx="3060">
                  <c:v>687.45</c:v>
                </c:pt>
                <c:pt idx="3061">
                  <c:v>679.65</c:v>
                </c:pt>
                <c:pt idx="3062">
                  <c:v>666.05</c:v>
                </c:pt>
                <c:pt idx="3063">
                  <c:v>671.75</c:v>
                </c:pt>
                <c:pt idx="3064">
                  <c:v>674.05</c:v>
                </c:pt>
                <c:pt idx="3065">
                  <c:v>679.4</c:v>
                </c:pt>
                <c:pt idx="3066">
                  <c:v>680.7</c:v>
                </c:pt>
                <c:pt idx="3067">
                  <c:v>677.8</c:v>
                </c:pt>
                <c:pt idx="3068">
                  <c:v>683.8</c:v>
                </c:pt>
                <c:pt idx="3069">
                  <c:v>680.35</c:v>
                </c:pt>
                <c:pt idx="3070">
                  <c:v>690.65</c:v>
                </c:pt>
                <c:pt idx="3071">
                  <c:v>684.7</c:v>
                </c:pt>
                <c:pt idx="3072">
                  <c:v>683.4</c:v>
                </c:pt>
                <c:pt idx="3073">
                  <c:v>683</c:v>
                </c:pt>
                <c:pt idx="3074">
                  <c:v>676.85</c:v>
                </c:pt>
                <c:pt idx="3075">
                  <c:v>674.1</c:v>
                </c:pt>
                <c:pt idx="3076">
                  <c:v>674.45</c:v>
                </c:pt>
                <c:pt idx="3077">
                  <c:v>677.25</c:v>
                </c:pt>
                <c:pt idx="3078">
                  <c:v>673.6</c:v>
                </c:pt>
                <c:pt idx="3079">
                  <c:v>672.2</c:v>
                </c:pt>
                <c:pt idx="3080">
                  <c:v>666.8</c:v>
                </c:pt>
                <c:pt idx="3081">
                  <c:v>659.95</c:v>
                </c:pt>
                <c:pt idx="3082">
                  <c:v>663.65</c:v>
                </c:pt>
                <c:pt idx="3083">
                  <c:v>657.3</c:v>
                </c:pt>
                <c:pt idx="3084">
                  <c:v>650.04999999999995</c:v>
                </c:pt>
                <c:pt idx="3085">
                  <c:v>651.4</c:v>
                </c:pt>
                <c:pt idx="3086">
                  <c:v>645.79999999999995</c:v>
                </c:pt>
                <c:pt idx="3087">
                  <c:v>645</c:v>
                </c:pt>
                <c:pt idx="3088">
                  <c:v>645.29999999999995</c:v>
                </c:pt>
                <c:pt idx="3089">
                  <c:v>620.9</c:v>
                </c:pt>
                <c:pt idx="3090">
                  <c:v>633.85</c:v>
                </c:pt>
                <c:pt idx="3091">
                  <c:v>635.29999999999995</c:v>
                </c:pt>
                <c:pt idx="3092">
                  <c:v>641.25</c:v>
                </c:pt>
                <c:pt idx="3093">
                  <c:v>642.6</c:v>
                </c:pt>
                <c:pt idx="3094">
                  <c:v>635.5</c:v>
                </c:pt>
                <c:pt idx="3095">
                  <c:v>663.8</c:v>
                </c:pt>
                <c:pt idx="3096">
                  <c:v>656.55</c:v>
                </c:pt>
                <c:pt idx="3097">
                  <c:v>664.1</c:v>
                </c:pt>
                <c:pt idx="3098">
                  <c:v>660.65</c:v>
                </c:pt>
                <c:pt idx="3099">
                  <c:v>655.9</c:v>
                </c:pt>
                <c:pt idx="3100">
                  <c:v>654.65</c:v>
                </c:pt>
                <c:pt idx="3101">
                  <c:v>643.25</c:v>
                </c:pt>
                <c:pt idx="3102">
                  <c:v>639.6</c:v>
                </c:pt>
                <c:pt idx="3103">
                  <c:v>643.95000000000005</c:v>
                </c:pt>
                <c:pt idx="3104">
                  <c:v>650.65</c:v>
                </c:pt>
                <c:pt idx="3105">
                  <c:v>656.45</c:v>
                </c:pt>
                <c:pt idx="3106">
                  <c:v>655.95</c:v>
                </c:pt>
                <c:pt idx="3107">
                  <c:v>656.6</c:v>
                </c:pt>
                <c:pt idx="3108">
                  <c:v>658.45</c:v>
                </c:pt>
                <c:pt idx="3109">
                  <c:v>655.85</c:v>
                </c:pt>
                <c:pt idx="3110">
                  <c:v>644.29999999999995</c:v>
                </c:pt>
                <c:pt idx="3111">
                  <c:v>646.25</c:v>
                </c:pt>
                <c:pt idx="3112">
                  <c:v>638.70000000000005</c:v>
                </c:pt>
                <c:pt idx="3113">
                  <c:v>642.20000000000005</c:v>
                </c:pt>
                <c:pt idx="3114">
                  <c:v>642.5</c:v>
                </c:pt>
                <c:pt idx="3115">
                  <c:v>647.85</c:v>
                </c:pt>
                <c:pt idx="3116">
                  <c:v>640.04999999999995</c:v>
                </c:pt>
                <c:pt idx="3117">
                  <c:v>644</c:v>
                </c:pt>
                <c:pt idx="3118">
                  <c:v>643</c:v>
                </c:pt>
                <c:pt idx="3119">
                  <c:v>644.6</c:v>
                </c:pt>
                <c:pt idx="3120">
                  <c:v>645.1</c:v>
                </c:pt>
                <c:pt idx="3121">
                  <c:v>653.20000000000005</c:v>
                </c:pt>
                <c:pt idx="3122">
                  <c:v>662.35</c:v>
                </c:pt>
                <c:pt idx="3123">
                  <c:v>674.55</c:v>
                </c:pt>
                <c:pt idx="3124">
                  <c:v>675.6</c:v>
                </c:pt>
                <c:pt idx="3125">
                  <c:v>676.5</c:v>
                </c:pt>
                <c:pt idx="3126">
                  <c:v>684.35</c:v>
                </c:pt>
                <c:pt idx="3127">
                  <c:v>676.25</c:v>
                </c:pt>
                <c:pt idx="3128">
                  <c:v>682.4</c:v>
                </c:pt>
                <c:pt idx="3129">
                  <c:v>678.8</c:v>
                </c:pt>
                <c:pt idx="3130">
                  <c:v>675.85</c:v>
                </c:pt>
                <c:pt idx="3131">
                  <c:v>676.35</c:v>
                </c:pt>
                <c:pt idx="3132">
                  <c:v>680.45</c:v>
                </c:pt>
                <c:pt idx="3133">
                  <c:v>683.75</c:v>
                </c:pt>
                <c:pt idx="3134">
                  <c:v>687.15</c:v>
                </c:pt>
                <c:pt idx="3135">
                  <c:v>693.8</c:v>
                </c:pt>
                <c:pt idx="3136">
                  <c:v>684.75</c:v>
                </c:pt>
                <c:pt idx="3137">
                  <c:v>677</c:v>
                </c:pt>
                <c:pt idx="3138">
                  <c:v>674.3</c:v>
                </c:pt>
                <c:pt idx="3139">
                  <c:v>675.1</c:v>
                </c:pt>
                <c:pt idx="3140">
                  <c:v>670.1</c:v>
                </c:pt>
                <c:pt idx="3141">
                  <c:v>673.8</c:v>
                </c:pt>
                <c:pt idx="3142">
                  <c:v>678.1</c:v>
                </c:pt>
                <c:pt idx="3143">
                  <c:v>691.15</c:v>
                </c:pt>
                <c:pt idx="3144">
                  <c:v>699.85</c:v>
                </c:pt>
                <c:pt idx="3145">
                  <c:v>695.7</c:v>
                </c:pt>
                <c:pt idx="3146">
                  <c:v>699.35</c:v>
                </c:pt>
                <c:pt idx="3147">
                  <c:v>710.4</c:v>
                </c:pt>
                <c:pt idx="3148">
                  <c:v>719.55</c:v>
                </c:pt>
                <c:pt idx="3149">
                  <c:v>721.6</c:v>
                </c:pt>
                <c:pt idx="3150">
                  <c:v>694.9</c:v>
                </c:pt>
                <c:pt idx="3151">
                  <c:v>690.15</c:v>
                </c:pt>
                <c:pt idx="3152">
                  <c:v>716.35</c:v>
                </c:pt>
                <c:pt idx="3153">
                  <c:v>702.85</c:v>
                </c:pt>
                <c:pt idx="3154">
                  <c:v>710.15</c:v>
                </c:pt>
                <c:pt idx="3155">
                  <c:v>713.3</c:v>
                </c:pt>
                <c:pt idx="3156">
                  <c:v>732.5</c:v>
                </c:pt>
                <c:pt idx="3157">
                  <c:v>726.4</c:v>
                </c:pt>
                <c:pt idx="3158">
                  <c:v>719.75</c:v>
                </c:pt>
                <c:pt idx="3159">
                  <c:v>722.5</c:v>
                </c:pt>
                <c:pt idx="3160">
                  <c:v>721.95</c:v>
                </c:pt>
                <c:pt idx="3161">
                  <c:v>723.25</c:v>
                </c:pt>
                <c:pt idx="3162">
                  <c:v>715.05</c:v>
                </c:pt>
                <c:pt idx="3163">
                  <c:v>726.6</c:v>
                </c:pt>
                <c:pt idx="3164">
                  <c:v>735.3</c:v>
                </c:pt>
                <c:pt idx="3165">
                  <c:v>734.65</c:v>
                </c:pt>
                <c:pt idx="3166">
                  <c:v>722.55</c:v>
                </c:pt>
                <c:pt idx="3167">
                  <c:v>724.65</c:v>
                </c:pt>
                <c:pt idx="3168">
                  <c:v>722.4</c:v>
                </c:pt>
                <c:pt idx="3169">
                  <c:v>729.4</c:v>
                </c:pt>
                <c:pt idx="3170">
                  <c:v>731</c:v>
                </c:pt>
                <c:pt idx="3171">
                  <c:v>741.2</c:v>
                </c:pt>
                <c:pt idx="3172">
                  <c:v>759.55</c:v>
                </c:pt>
                <c:pt idx="3173">
                  <c:v>756.55</c:v>
                </c:pt>
                <c:pt idx="3174">
                  <c:v>750.35</c:v>
                </c:pt>
                <c:pt idx="3175">
                  <c:v>770.45</c:v>
                </c:pt>
                <c:pt idx="3176">
                  <c:v>779.9</c:v>
                </c:pt>
                <c:pt idx="3177">
                  <c:v>774.6</c:v>
                </c:pt>
                <c:pt idx="3178">
                  <c:v>760.9</c:v>
                </c:pt>
                <c:pt idx="3179">
                  <c:v>780.2</c:v>
                </c:pt>
                <c:pt idx="3180">
                  <c:v>759.35</c:v>
                </c:pt>
                <c:pt idx="3181">
                  <c:v>768.8</c:v>
                </c:pt>
                <c:pt idx="3182">
                  <c:v>760.9</c:v>
                </c:pt>
                <c:pt idx="3183">
                  <c:v>761.25</c:v>
                </c:pt>
                <c:pt idx="3184">
                  <c:v>774.4</c:v>
                </c:pt>
                <c:pt idx="3185">
                  <c:v>768.95</c:v>
                </c:pt>
                <c:pt idx="3186">
                  <c:v>776.3</c:v>
                </c:pt>
                <c:pt idx="3187">
                  <c:v>789.05</c:v>
                </c:pt>
                <c:pt idx="3188">
                  <c:v>749.95</c:v>
                </c:pt>
                <c:pt idx="3189">
                  <c:v>750.6</c:v>
                </c:pt>
                <c:pt idx="3190">
                  <c:v>747.95</c:v>
                </c:pt>
                <c:pt idx="3191">
                  <c:v>741.2</c:v>
                </c:pt>
                <c:pt idx="3192">
                  <c:v>748.1</c:v>
                </c:pt>
                <c:pt idx="3193">
                  <c:v>740.25</c:v>
                </c:pt>
                <c:pt idx="3194">
                  <c:v>740.2</c:v>
                </c:pt>
                <c:pt idx="3195">
                  <c:v>744.2</c:v>
                </c:pt>
                <c:pt idx="3196">
                  <c:v>752.85</c:v>
                </c:pt>
                <c:pt idx="3197">
                  <c:v>761.65</c:v>
                </c:pt>
                <c:pt idx="3198">
                  <c:v>753.3</c:v>
                </c:pt>
                <c:pt idx="3199">
                  <c:v>750.75</c:v>
                </c:pt>
                <c:pt idx="3200">
                  <c:v>750.55</c:v>
                </c:pt>
                <c:pt idx="3201">
                  <c:v>765.75</c:v>
                </c:pt>
                <c:pt idx="3202">
                  <c:v>758.3</c:v>
                </c:pt>
                <c:pt idx="3203">
                  <c:v>756.95</c:v>
                </c:pt>
                <c:pt idx="3204">
                  <c:v>750.65</c:v>
                </c:pt>
                <c:pt idx="3205">
                  <c:v>762.35</c:v>
                </c:pt>
                <c:pt idx="3206">
                  <c:v>763.5</c:v>
                </c:pt>
                <c:pt idx="3207">
                  <c:v>766.25</c:v>
                </c:pt>
                <c:pt idx="3208">
                  <c:v>770</c:v>
                </c:pt>
                <c:pt idx="3209">
                  <c:v>783.75</c:v>
                </c:pt>
                <c:pt idx="3210">
                  <c:v>799.65</c:v>
                </c:pt>
                <c:pt idx="3211">
                  <c:v>793.8</c:v>
                </c:pt>
                <c:pt idx="3212">
                  <c:v>793.95</c:v>
                </c:pt>
                <c:pt idx="3213">
                  <c:v>791.6</c:v>
                </c:pt>
                <c:pt idx="3214">
                  <c:v>784.55</c:v>
                </c:pt>
                <c:pt idx="3215">
                  <c:v>793.15</c:v>
                </c:pt>
                <c:pt idx="3216">
                  <c:v>774.85</c:v>
                </c:pt>
                <c:pt idx="3217">
                  <c:v>764.85</c:v>
                </c:pt>
                <c:pt idx="3218">
                  <c:v>782.05</c:v>
                </c:pt>
                <c:pt idx="3219">
                  <c:v>778.75</c:v>
                </c:pt>
                <c:pt idx="3220">
                  <c:v>775.15</c:v>
                </c:pt>
                <c:pt idx="3221">
                  <c:v>779.35</c:v>
                </c:pt>
                <c:pt idx="3222">
                  <c:v>775.65</c:v>
                </c:pt>
                <c:pt idx="3223">
                  <c:v>799.2</c:v>
                </c:pt>
                <c:pt idx="3224">
                  <c:v>821.8</c:v>
                </c:pt>
                <c:pt idx="3225">
                  <c:v>843.5</c:v>
                </c:pt>
                <c:pt idx="3226">
                  <c:v>836.2</c:v>
                </c:pt>
                <c:pt idx="3227">
                  <c:v>841.55</c:v>
                </c:pt>
                <c:pt idx="3228">
                  <c:v>837.95</c:v>
                </c:pt>
                <c:pt idx="3229">
                  <c:v>844.15</c:v>
                </c:pt>
                <c:pt idx="3230">
                  <c:v>837.75</c:v>
                </c:pt>
                <c:pt idx="3231">
                  <c:v>865.8</c:v>
                </c:pt>
                <c:pt idx="3232">
                  <c:v>874.95</c:v>
                </c:pt>
                <c:pt idx="3233">
                  <c:v>859.7</c:v>
                </c:pt>
                <c:pt idx="3234">
                  <c:v>854.3</c:v>
                </c:pt>
                <c:pt idx="3235">
                  <c:v>852.3</c:v>
                </c:pt>
                <c:pt idx="3236">
                  <c:v>836.85</c:v>
                </c:pt>
                <c:pt idx="3237">
                  <c:v>846.85</c:v>
                </c:pt>
                <c:pt idx="3238">
                  <c:v>830.75</c:v>
                </c:pt>
                <c:pt idx="3239">
                  <c:v>831</c:v>
                </c:pt>
                <c:pt idx="3240">
                  <c:v>830.2</c:v>
                </c:pt>
                <c:pt idx="3241">
                  <c:v>828.7</c:v>
                </c:pt>
                <c:pt idx="3242">
                  <c:v>834.7</c:v>
                </c:pt>
                <c:pt idx="3243">
                  <c:v>828.45</c:v>
                </c:pt>
                <c:pt idx="3244">
                  <c:v>834.4</c:v>
                </c:pt>
                <c:pt idx="3245">
                  <c:v>828.85</c:v>
                </c:pt>
                <c:pt idx="3246">
                  <c:v>832.95</c:v>
                </c:pt>
                <c:pt idx="3247">
                  <c:v>846.6</c:v>
                </c:pt>
                <c:pt idx="3248">
                  <c:v>845.5</c:v>
                </c:pt>
                <c:pt idx="3249">
                  <c:v>837.7</c:v>
                </c:pt>
                <c:pt idx="3250">
                  <c:v>822.95</c:v>
                </c:pt>
                <c:pt idx="3251">
                  <c:v>840.3</c:v>
                </c:pt>
                <c:pt idx="3252">
                  <c:v>830</c:v>
                </c:pt>
                <c:pt idx="3253">
                  <c:v>825.5</c:v>
                </c:pt>
                <c:pt idx="3254">
                  <c:v>809.5</c:v>
                </c:pt>
                <c:pt idx="3255">
                  <c:v>827.05</c:v>
                </c:pt>
                <c:pt idx="3256">
                  <c:v>825.5</c:v>
                </c:pt>
                <c:pt idx="3257">
                  <c:v>818.85</c:v>
                </c:pt>
                <c:pt idx="3258">
                  <c:v>807.6</c:v>
                </c:pt>
                <c:pt idx="3259">
                  <c:v>822.7</c:v>
                </c:pt>
                <c:pt idx="3260">
                  <c:v>812.5</c:v>
                </c:pt>
                <c:pt idx="3261">
                  <c:v>813.35</c:v>
                </c:pt>
                <c:pt idx="3262">
                  <c:v>820.85</c:v>
                </c:pt>
                <c:pt idx="3263">
                  <c:v>807.65</c:v>
                </c:pt>
                <c:pt idx="3264">
                  <c:v>805.85</c:v>
                </c:pt>
                <c:pt idx="3265">
                  <c:v>801.7</c:v>
                </c:pt>
                <c:pt idx="3266">
                  <c:v>802.5</c:v>
                </c:pt>
                <c:pt idx="3267">
                  <c:v>797.15</c:v>
                </c:pt>
                <c:pt idx="3268">
                  <c:v>786.55</c:v>
                </c:pt>
                <c:pt idx="3269">
                  <c:v>777.95</c:v>
                </c:pt>
                <c:pt idx="3270">
                  <c:v>798.25</c:v>
                </c:pt>
                <c:pt idx="3271">
                  <c:v>797.4</c:v>
                </c:pt>
                <c:pt idx="3272">
                  <c:v>807.75</c:v>
                </c:pt>
                <c:pt idx="3273">
                  <c:v>810.65</c:v>
                </c:pt>
                <c:pt idx="3274">
                  <c:v>808.8</c:v>
                </c:pt>
                <c:pt idx="3275">
                  <c:v>800.2</c:v>
                </c:pt>
                <c:pt idx="3276">
                  <c:v>800.4</c:v>
                </c:pt>
                <c:pt idx="3277">
                  <c:v>815</c:v>
                </c:pt>
                <c:pt idx="3278">
                  <c:v>816.2</c:v>
                </c:pt>
                <c:pt idx="3279">
                  <c:v>812.1</c:v>
                </c:pt>
                <c:pt idx="3280">
                  <c:v>824.45</c:v>
                </c:pt>
                <c:pt idx="3281">
                  <c:v>823.45</c:v>
                </c:pt>
                <c:pt idx="3282">
                  <c:v>819.6</c:v>
                </c:pt>
                <c:pt idx="3283">
                  <c:v>815.05</c:v>
                </c:pt>
                <c:pt idx="3284">
                  <c:v>799.85</c:v>
                </c:pt>
                <c:pt idx="3285">
                  <c:v>802.05</c:v>
                </c:pt>
                <c:pt idx="3286">
                  <c:v>771.55</c:v>
                </c:pt>
                <c:pt idx="3287">
                  <c:v>779.35</c:v>
                </c:pt>
                <c:pt idx="3288">
                  <c:v>757.65</c:v>
                </c:pt>
                <c:pt idx="3289">
                  <c:v>777.5</c:v>
                </c:pt>
                <c:pt idx="3290">
                  <c:v>773.8</c:v>
                </c:pt>
                <c:pt idx="3291">
                  <c:v>773.1</c:v>
                </c:pt>
                <c:pt idx="3292">
                  <c:v>774.3</c:v>
                </c:pt>
                <c:pt idx="3293">
                  <c:v>782.05</c:v>
                </c:pt>
                <c:pt idx="3294">
                  <c:v>813.25</c:v>
                </c:pt>
                <c:pt idx="3295">
                  <c:v>831.65</c:v>
                </c:pt>
                <c:pt idx="3296">
                  <c:v>823.8</c:v>
                </c:pt>
                <c:pt idx="3297">
                  <c:v>809.2</c:v>
                </c:pt>
                <c:pt idx="3298">
                  <c:v>814.1</c:v>
                </c:pt>
                <c:pt idx="3299">
                  <c:v>817.3</c:v>
                </c:pt>
                <c:pt idx="3300">
                  <c:v>810.1</c:v>
                </c:pt>
                <c:pt idx="3301">
                  <c:v>784.55</c:v>
                </c:pt>
                <c:pt idx="3302">
                  <c:v>780.4</c:v>
                </c:pt>
                <c:pt idx="3303">
                  <c:v>797.9</c:v>
                </c:pt>
                <c:pt idx="3304">
                  <c:v>796.4</c:v>
                </c:pt>
                <c:pt idx="3305">
                  <c:v>806.2</c:v>
                </c:pt>
                <c:pt idx="3306">
                  <c:v>824.2</c:v>
                </c:pt>
                <c:pt idx="3307">
                  <c:v>826.25</c:v>
                </c:pt>
                <c:pt idx="3308">
                  <c:v>825.2</c:v>
                </c:pt>
                <c:pt idx="3309">
                  <c:v>817.25</c:v>
                </c:pt>
                <c:pt idx="3310">
                  <c:v>811.65</c:v>
                </c:pt>
                <c:pt idx="3311">
                  <c:v>792.35</c:v>
                </c:pt>
                <c:pt idx="3312">
                  <c:v>770.8</c:v>
                </c:pt>
                <c:pt idx="3313">
                  <c:v>758.2</c:v>
                </c:pt>
                <c:pt idx="3314">
                  <c:v>752.95</c:v>
                </c:pt>
                <c:pt idx="3315">
                  <c:v>783.15</c:v>
                </c:pt>
                <c:pt idx="3316">
                  <c:v>763.6</c:v>
                </c:pt>
                <c:pt idx="3317">
                  <c:v>764.8</c:v>
                </c:pt>
                <c:pt idx="3318">
                  <c:v>774.9</c:v>
                </c:pt>
                <c:pt idx="3319">
                  <c:v>803.7</c:v>
                </c:pt>
                <c:pt idx="3320">
                  <c:v>790.4</c:v>
                </c:pt>
                <c:pt idx="3321">
                  <c:v>818.25</c:v>
                </c:pt>
                <c:pt idx="3322">
                  <c:v>835.6</c:v>
                </c:pt>
                <c:pt idx="3323">
                  <c:v>838.1</c:v>
                </c:pt>
                <c:pt idx="3324">
                  <c:v>862.75</c:v>
                </c:pt>
                <c:pt idx="3325">
                  <c:v>872.6</c:v>
                </c:pt>
                <c:pt idx="3326">
                  <c:v>864.2</c:v>
                </c:pt>
                <c:pt idx="3327">
                  <c:v>847.6</c:v>
                </c:pt>
                <c:pt idx="3328">
                  <c:v>863.45</c:v>
                </c:pt>
                <c:pt idx="3329">
                  <c:v>854.9</c:v>
                </c:pt>
                <c:pt idx="3330">
                  <c:v>852.65</c:v>
                </c:pt>
                <c:pt idx="3331">
                  <c:v>853.75</c:v>
                </c:pt>
                <c:pt idx="3332">
                  <c:v>885</c:v>
                </c:pt>
                <c:pt idx="3333">
                  <c:v>880.35</c:v>
                </c:pt>
                <c:pt idx="3334">
                  <c:v>877.3</c:v>
                </c:pt>
                <c:pt idx="3335">
                  <c:v>874.5</c:v>
                </c:pt>
                <c:pt idx="3336">
                  <c:v>863.5</c:v>
                </c:pt>
                <c:pt idx="3337">
                  <c:v>870.85</c:v>
                </c:pt>
                <c:pt idx="3338">
                  <c:v>910.05</c:v>
                </c:pt>
                <c:pt idx="3339">
                  <c:v>908.35</c:v>
                </c:pt>
                <c:pt idx="3340">
                  <c:v>903.35</c:v>
                </c:pt>
                <c:pt idx="3341">
                  <c:v>898.4</c:v>
                </c:pt>
                <c:pt idx="3342">
                  <c:v>902.05</c:v>
                </c:pt>
                <c:pt idx="3343">
                  <c:v>899.85</c:v>
                </c:pt>
                <c:pt idx="3344">
                  <c:v>903.15</c:v>
                </c:pt>
                <c:pt idx="3345">
                  <c:v>906.05</c:v>
                </c:pt>
                <c:pt idx="3346">
                  <c:v>929.5</c:v>
                </c:pt>
                <c:pt idx="3347">
                  <c:v>919.8</c:v>
                </c:pt>
                <c:pt idx="3348">
                  <c:v>910.55</c:v>
                </c:pt>
                <c:pt idx="3349">
                  <c:v>926.25</c:v>
                </c:pt>
                <c:pt idx="3350">
                  <c:v>890.15</c:v>
                </c:pt>
                <c:pt idx="3351">
                  <c:v>869.05</c:v>
                </c:pt>
                <c:pt idx="3352">
                  <c:v>854.2</c:v>
                </c:pt>
                <c:pt idx="3353">
                  <c:v>843.95</c:v>
                </c:pt>
                <c:pt idx="3354">
                  <c:v>845</c:v>
                </c:pt>
                <c:pt idx="3355">
                  <c:v>839.35</c:v>
                </c:pt>
                <c:pt idx="3356">
                  <c:v>852.6</c:v>
                </c:pt>
                <c:pt idx="3357">
                  <c:v>831.15</c:v>
                </c:pt>
                <c:pt idx="3358">
                  <c:v>820.75</c:v>
                </c:pt>
                <c:pt idx="3359">
                  <c:v>812.2</c:v>
                </c:pt>
                <c:pt idx="3360">
                  <c:v>835</c:v>
                </c:pt>
                <c:pt idx="3361">
                  <c:v>844.4</c:v>
                </c:pt>
                <c:pt idx="3362">
                  <c:v>834</c:v>
                </c:pt>
                <c:pt idx="3363">
                  <c:v>842.75</c:v>
                </c:pt>
                <c:pt idx="3364">
                  <c:v>817.55</c:v>
                </c:pt>
                <c:pt idx="3365">
                  <c:v>820.7</c:v>
                </c:pt>
                <c:pt idx="3366">
                  <c:v>824.8</c:v>
                </c:pt>
                <c:pt idx="3367">
                  <c:v>817.45</c:v>
                </c:pt>
                <c:pt idx="3368">
                  <c:v>815.6</c:v>
                </c:pt>
                <c:pt idx="3369">
                  <c:v>837.15</c:v>
                </c:pt>
                <c:pt idx="3370">
                  <c:v>879.05</c:v>
                </c:pt>
                <c:pt idx="3371">
                  <c:v>889.65</c:v>
                </c:pt>
                <c:pt idx="3372">
                  <c:v>875.15</c:v>
                </c:pt>
                <c:pt idx="3373">
                  <c:v>853.6</c:v>
                </c:pt>
                <c:pt idx="3374">
                  <c:v>852.1</c:v>
                </c:pt>
                <c:pt idx="3375">
                  <c:v>850.1</c:v>
                </c:pt>
                <c:pt idx="3376">
                  <c:v>824.05</c:v>
                </c:pt>
                <c:pt idx="3377">
                  <c:v>830.05</c:v>
                </c:pt>
                <c:pt idx="3378">
                  <c:v>827.5</c:v>
                </c:pt>
                <c:pt idx="3379">
                  <c:v>854.8</c:v>
                </c:pt>
                <c:pt idx="3380">
                  <c:v>851.3</c:v>
                </c:pt>
                <c:pt idx="3381">
                  <c:v>848.5</c:v>
                </c:pt>
                <c:pt idx="3382">
                  <c:v>816.05</c:v>
                </c:pt>
                <c:pt idx="3383">
                  <c:v>817.1</c:v>
                </c:pt>
                <c:pt idx="3384">
                  <c:v>829.05</c:v>
                </c:pt>
                <c:pt idx="3385">
                  <c:v>803.2</c:v>
                </c:pt>
                <c:pt idx="3386">
                  <c:v>830.3</c:v>
                </c:pt>
                <c:pt idx="3387">
                  <c:v>826.85</c:v>
                </c:pt>
                <c:pt idx="3388">
                  <c:v>803.25</c:v>
                </c:pt>
                <c:pt idx="3389">
                  <c:v>800.8</c:v>
                </c:pt>
                <c:pt idx="3390">
                  <c:v>805.55</c:v>
                </c:pt>
                <c:pt idx="3391">
                  <c:v>806.6</c:v>
                </c:pt>
                <c:pt idx="3392">
                  <c:v>807.85</c:v>
                </c:pt>
                <c:pt idx="3393">
                  <c:v>800.45</c:v>
                </c:pt>
                <c:pt idx="3394">
                  <c:v>817</c:v>
                </c:pt>
                <c:pt idx="3395">
                  <c:v>808.35</c:v>
                </c:pt>
                <c:pt idx="3396">
                  <c:v>798.95</c:v>
                </c:pt>
                <c:pt idx="3397">
                  <c:v>751.85</c:v>
                </c:pt>
                <c:pt idx="3398">
                  <c:v>729.7</c:v>
                </c:pt>
                <c:pt idx="3399">
                  <c:v>746.95</c:v>
                </c:pt>
                <c:pt idx="3400">
                  <c:v>769.75</c:v>
                </c:pt>
                <c:pt idx="3401">
                  <c:v>791.95</c:v>
                </c:pt>
                <c:pt idx="3402">
                  <c:v>780.7</c:v>
                </c:pt>
                <c:pt idx="3403">
                  <c:v>737.9</c:v>
                </c:pt>
                <c:pt idx="3404">
                  <c:v>735.5</c:v>
                </c:pt>
                <c:pt idx="3405">
                  <c:v>726.25</c:v>
                </c:pt>
                <c:pt idx="3406">
                  <c:v>747.25</c:v>
                </c:pt>
                <c:pt idx="3407">
                  <c:v>735.9</c:v>
                </c:pt>
                <c:pt idx="3408">
                  <c:v>740.85</c:v>
                </c:pt>
                <c:pt idx="3409">
                  <c:v>744</c:v>
                </c:pt>
                <c:pt idx="3410">
                  <c:v>686</c:v>
                </c:pt>
                <c:pt idx="3411">
                  <c:v>652.75</c:v>
                </c:pt>
                <c:pt idx="3412">
                  <c:v>695.5</c:v>
                </c:pt>
                <c:pt idx="3413">
                  <c:v>718.65</c:v>
                </c:pt>
                <c:pt idx="3414">
                  <c:v>738.4</c:v>
                </c:pt>
                <c:pt idx="3415">
                  <c:v>702.35</c:v>
                </c:pt>
                <c:pt idx="3416">
                  <c:v>709.5</c:v>
                </c:pt>
                <c:pt idx="3417">
                  <c:v>750.4</c:v>
                </c:pt>
                <c:pt idx="3418">
                  <c:v>760.85</c:v>
                </c:pt>
                <c:pt idx="3419">
                  <c:v>809.15</c:v>
                </c:pt>
                <c:pt idx="3420">
                  <c:v>811.8</c:v>
                </c:pt>
                <c:pt idx="3421">
                  <c:v>814.45</c:v>
                </c:pt>
                <c:pt idx="3422">
                  <c:v>807.95</c:v>
                </c:pt>
                <c:pt idx="3423">
                  <c:v>814.25</c:v>
                </c:pt>
                <c:pt idx="3424">
                  <c:v>803.95</c:v>
                </c:pt>
                <c:pt idx="3425">
                  <c:v>799.2</c:v>
                </c:pt>
                <c:pt idx="3426">
                  <c:v>834.55</c:v>
                </c:pt>
                <c:pt idx="3427">
                  <c:v>810.4</c:v>
                </c:pt>
                <c:pt idx="3428">
                  <c:v>776.2</c:v>
                </c:pt>
                <c:pt idx="3429">
                  <c:v>788.25</c:v>
                </c:pt>
                <c:pt idx="3430">
                  <c:v>779.65</c:v>
                </c:pt>
                <c:pt idx="3431">
                  <c:v>792.85</c:v>
                </c:pt>
                <c:pt idx="3432">
                  <c:v>784.2</c:v>
                </c:pt>
                <c:pt idx="3433">
                  <c:v>764.25</c:v>
                </c:pt>
                <c:pt idx="3434">
                  <c:v>785.9</c:v>
                </c:pt>
                <c:pt idx="3435">
                  <c:v>802.4</c:v>
                </c:pt>
                <c:pt idx="3436">
                  <c:v>798.7</c:v>
                </c:pt>
                <c:pt idx="3437">
                  <c:v>797.8</c:v>
                </c:pt>
                <c:pt idx="3438">
                  <c:v>791.5</c:v>
                </c:pt>
                <c:pt idx="3439">
                  <c:v>802.2</c:v>
                </c:pt>
                <c:pt idx="3440">
                  <c:v>808.25</c:v>
                </c:pt>
                <c:pt idx="3441">
                  <c:v>810.5</c:v>
                </c:pt>
                <c:pt idx="3442">
                  <c:v>803.35</c:v>
                </c:pt>
                <c:pt idx="3443">
                  <c:v>801.95</c:v>
                </c:pt>
                <c:pt idx="3444">
                  <c:v>795.2</c:v>
                </c:pt>
                <c:pt idx="3445">
                  <c:v>819.45</c:v>
                </c:pt>
                <c:pt idx="3446">
                  <c:v>821.15</c:v>
                </c:pt>
                <c:pt idx="3447">
                  <c:v>810.7</c:v>
                </c:pt>
                <c:pt idx="3448">
                  <c:v>809.7</c:v>
                </c:pt>
                <c:pt idx="3449">
                  <c:v>812.15</c:v>
                </c:pt>
                <c:pt idx="3450">
                  <c:v>809.8</c:v>
                </c:pt>
                <c:pt idx="3451">
                  <c:v>820.85</c:v>
                </c:pt>
                <c:pt idx="3452">
                  <c:v>839.6</c:v>
                </c:pt>
                <c:pt idx="3453">
                  <c:v>849.45</c:v>
                </c:pt>
                <c:pt idx="3454">
                  <c:v>855.05</c:v>
                </c:pt>
                <c:pt idx="3455">
                  <c:v>855.4</c:v>
                </c:pt>
                <c:pt idx="3456">
                  <c:v>852.8</c:v>
                </c:pt>
                <c:pt idx="3457">
                  <c:v>859.45</c:v>
                </c:pt>
                <c:pt idx="3458">
                  <c:v>838.95</c:v>
                </c:pt>
                <c:pt idx="3459">
                  <c:v>841.75</c:v>
                </c:pt>
                <c:pt idx="3460">
                  <c:v>809.35</c:v>
                </c:pt>
                <c:pt idx="3461">
                  <c:v>805.35</c:v>
                </c:pt>
                <c:pt idx="3462">
                  <c:v>794.85</c:v>
                </c:pt>
                <c:pt idx="3463">
                  <c:v>791.4</c:v>
                </c:pt>
                <c:pt idx="3464">
                  <c:v>793.3</c:v>
                </c:pt>
                <c:pt idx="3465">
                  <c:v>814.45</c:v>
                </c:pt>
                <c:pt idx="3466">
                  <c:v>818.4</c:v>
                </c:pt>
                <c:pt idx="3467">
                  <c:v>807.75</c:v>
                </c:pt>
                <c:pt idx="3468">
                  <c:v>781.7</c:v>
                </c:pt>
                <c:pt idx="3469">
                  <c:v>793.35</c:v>
                </c:pt>
                <c:pt idx="3470">
                  <c:v>818.7</c:v>
                </c:pt>
                <c:pt idx="3471">
                  <c:v>807.35</c:v>
                </c:pt>
                <c:pt idx="3472">
                  <c:v>808.1</c:v>
                </c:pt>
                <c:pt idx="3473">
                  <c:v>814.1</c:v>
                </c:pt>
                <c:pt idx="3474">
                  <c:v>823.8</c:v>
                </c:pt>
                <c:pt idx="3475">
                  <c:v>827.65</c:v>
                </c:pt>
                <c:pt idx="3476">
                  <c:v>822.4</c:v>
                </c:pt>
                <c:pt idx="3477">
                  <c:v>812.15</c:v>
                </c:pt>
                <c:pt idx="3478">
                  <c:v>827.45</c:v>
                </c:pt>
                <c:pt idx="3479">
                  <c:v>813.75</c:v>
                </c:pt>
                <c:pt idx="3480">
                  <c:v>820</c:v>
                </c:pt>
                <c:pt idx="3481">
                  <c:v>808.95</c:v>
                </c:pt>
                <c:pt idx="3482">
                  <c:v>818.2</c:v>
                </c:pt>
                <c:pt idx="3483">
                  <c:v>826.95</c:v>
                </c:pt>
                <c:pt idx="3484">
                  <c:v>806.8</c:v>
                </c:pt>
                <c:pt idx="3485">
                  <c:v>798.55</c:v>
                </c:pt>
                <c:pt idx="3486">
                  <c:v>778.45</c:v>
                </c:pt>
                <c:pt idx="3487">
                  <c:v>798.25</c:v>
                </c:pt>
                <c:pt idx="3488">
                  <c:v>776.25</c:v>
                </c:pt>
                <c:pt idx="3489">
                  <c:v>801.85</c:v>
                </c:pt>
                <c:pt idx="3490">
                  <c:v>789.8</c:v>
                </c:pt>
                <c:pt idx="3491">
                  <c:v>779.9</c:v>
                </c:pt>
                <c:pt idx="3492">
                  <c:v>779.3</c:v>
                </c:pt>
                <c:pt idx="3493">
                  <c:v>788.4</c:v>
                </c:pt>
                <c:pt idx="3494">
                  <c:v>795.65</c:v>
                </c:pt>
                <c:pt idx="3495">
                  <c:v>794.65</c:v>
                </c:pt>
                <c:pt idx="3496">
                  <c:v>793.5</c:v>
                </c:pt>
                <c:pt idx="3497">
                  <c:v>791.1</c:v>
                </c:pt>
                <c:pt idx="3498">
                  <c:v>791</c:v>
                </c:pt>
                <c:pt idx="3499">
                  <c:v>795.85</c:v>
                </c:pt>
                <c:pt idx="3500">
                  <c:v>797.9</c:v>
                </c:pt>
                <c:pt idx="3501">
                  <c:v>804.3</c:v>
                </c:pt>
                <c:pt idx="3502">
                  <c:v>802.15</c:v>
                </c:pt>
                <c:pt idx="3503">
                  <c:v>801.45</c:v>
                </c:pt>
                <c:pt idx="3504">
                  <c:v>818.65</c:v>
                </c:pt>
                <c:pt idx="3505">
                  <c:v>824.35</c:v>
                </c:pt>
                <c:pt idx="3506">
                  <c:v>846.5</c:v>
                </c:pt>
                <c:pt idx="3507">
                  <c:v>857.6</c:v>
                </c:pt>
                <c:pt idx="3508">
                  <c:v>840.05</c:v>
                </c:pt>
                <c:pt idx="3509">
                  <c:v>834.8</c:v>
                </c:pt>
                <c:pt idx="3510">
                  <c:v>838.15</c:v>
                </c:pt>
                <c:pt idx="3511">
                  <c:v>841.05</c:v>
                </c:pt>
                <c:pt idx="3512">
                  <c:v>856.15</c:v>
                </c:pt>
                <c:pt idx="3513">
                  <c:v>844.7</c:v>
                </c:pt>
                <c:pt idx="3514">
                  <c:v>833</c:v>
                </c:pt>
                <c:pt idx="3515">
                  <c:v>831.15</c:v>
                </c:pt>
                <c:pt idx="3516">
                  <c:v>825.15</c:v>
                </c:pt>
                <c:pt idx="3517">
                  <c:v>829.15</c:v>
                </c:pt>
                <c:pt idx="3518">
                  <c:v>808.45</c:v>
                </c:pt>
                <c:pt idx="3519">
                  <c:v>788.85</c:v>
                </c:pt>
                <c:pt idx="3520">
                  <c:v>788.15</c:v>
                </c:pt>
                <c:pt idx="3521">
                  <c:v>784.8</c:v>
                </c:pt>
                <c:pt idx="3522">
                  <c:v>785.35</c:v>
                </c:pt>
                <c:pt idx="3523">
                  <c:v>783.45</c:v>
                </c:pt>
                <c:pt idx="3524">
                  <c:v>765.4</c:v>
                </c:pt>
                <c:pt idx="3525">
                  <c:v>774.8</c:v>
                </c:pt>
                <c:pt idx="3526">
                  <c:v>785.5</c:v>
                </c:pt>
                <c:pt idx="3527">
                  <c:v>766.05</c:v>
                </c:pt>
                <c:pt idx="3528">
                  <c:v>770.7</c:v>
                </c:pt>
                <c:pt idx="3529">
                  <c:v>779.3</c:v>
                </c:pt>
                <c:pt idx="3530">
                  <c:v>803.9</c:v>
                </c:pt>
                <c:pt idx="3531">
                  <c:v>805.8</c:v>
                </c:pt>
                <c:pt idx="3532">
                  <c:v>791.65</c:v>
                </c:pt>
                <c:pt idx="3533">
                  <c:v>800.6</c:v>
                </c:pt>
                <c:pt idx="3534">
                  <c:v>810.25</c:v>
                </c:pt>
                <c:pt idx="3535">
                  <c:v>811.4</c:v>
                </c:pt>
                <c:pt idx="3536">
                  <c:v>819.1</c:v>
                </c:pt>
                <c:pt idx="3537">
                  <c:v>819.3</c:v>
                </c:pt>
                <c:pt idx="3538">
                  <c:v>812.55</c:v>
                </c:pt>
                <c:pt idx="3539">
                  <c:v>821.85</c:v>
                </c:pt>
                <c:pt idx="3540">
                  <c:v>827.15</c:v>
                </c:pt>
                <c:pt idx="3541">
                  <c:v>837.85</c:v>
                </c:pt>
                <c:pt idx="3542">
                  <c:v>848.25</c:v>
                </c:pt>
                <c:pt idx="3543">
                  <c:v>850.2</c:v>
                </c:pt>
                <c:pt idx="3544">
                  <c:v>853.1</c:v>
                </c:pt>
                <c:pt idx="3545">
                  <c:v>854.65</c:v>
                </c:pt>
                <c:pt idx="3546">
                  <c:v>865.4</c:v>
                </c:pt>
                <c:pt idx="3547">
                  <c:v>856.65</c:v>
                </c:pt>
                <c:pt idx="3548">
                  <c:v>852.2</c:v>
                </c:pt>
                <c:pt idx="3549">
                  <c:v>867.7</c:v>
                </c:pt>
                <c:pt idx="3550">
                  <c:v>847.85</c:v>
                </c:pt>
                <c:pt idx="3551">
                  <c:v>843.25</c:v>
                </c:pt>
                <c:pt idx="3552">
                  <c:v>841.9</c:v>
                </c:pt>
                <c:pt idx="3553">
                  <c:v>860.25</c:v>
                </c:pt>
                <c:pt idx="3554">
                  <c:v>871.7</c:v>
                </c:pt>
                <c:pt idx="3555">
                  <c:v>866.4</c:v>
                </c:pt>
                <c:pt idx="3556">
                  <c:v>875.1</c:v>
                </c:pt>
                <c:pt idx="3557">
                  <c:v>875.8</c:v>
                </c:pt>
                <c:pt idx="3558">
                  <c:v>883.9</c:v>
                </c:pt>
                <c:pt idx="3559">
                  <c:v>888.8</c:v>
                </c:pt>
                <c:pt idx="3560">
                  <c:v>899</c:v>
                </c:pt>
                <c:pt idx="3561">
                  <c:v>904.15</c:v>
                </c:pt>
                <c:pt idx="3562">
                  <c:v>895.1</c:v>
                </c:pt>
                <c:pt idx="3563">
                  <c:v>895.85</c:v>
                </c:pt>
                <c:pt idx="3564">
                  <c:v>922.7</c:v>
                </c:pt>
                <c:pt idx="3565">
                  <c:v>927.25</c:v>
                </c:pt>
                <c:pt idx="3566">
                  <c:v>918.65</c:v>
                </c:pt>
                <c:pt idx="3567">
                  <c:v>887.5</c:v>
                </c:pt>
                <c:pt idx="3568">
                  <c:v>870.2</c:v>
                </c:pt>
                <c:pt idx="3569">
                  <c:v>879.8</c:v>
                </c:pt>
                <c:pt idx="3570">
                  <c:v>876.95</c:v>
                </c:pt>
                <c:pt idx="3571">
                  <c:v>874.85</c:v>
                </c:pt>
                <c:pt idx="3572">
                  <c:v>879.55</c:v>
                </c:pt>
                <c:pt idx="3573">
                  <c:v>894.1</c:v>
                </c:pt>
                <c:pt idx="3574">
                  <c:v>884.35</c:v>
                </c:pt>
                <c:pt idx="3575">
                  <c:v>887.4</c:v>
                </c:pt>
                <c:pt idx="3576">
                  <c:v>897.95</c:v>
                </c:pt>
                <c:pt idx="3577">
                  <c:v>910.95</c:v>
                </c:pt>
                <c:pt idx="3578">
                  <c:v>886.45</c:v>
                </c:pt>
                <c:pt idx="3579">
                  <c:v>877.55</c:v>
                </c:pt>
                <c:pt idx="3580">
                  <c:v>852.6</c:v>
                </c:pt>
                <c:pt idx="3581">
                  <c:v>850.45</c:v>
                </c:pt>
                <c:pt idx="3582">
                  <c:v>884.6</c:v>
                </c:pt>
                <c:pt idx="3583">
                  <c:v>895.55</c:v>
                </c:pt>
                <c:pt idx="3584">
                  <c:v>906.35</c:v>
                </c:pt>
                <c:pt idx="3585">
                  <c:v>888.85</c:v>
                </c:pt>
                <c:pt idx="3586">
                  <c:v>903.15</c:v>
                </c:pt>
                <c:pt idx="3587">
                  <c:v>885.8</c:v>
                </c:pt>
                <c:pt idx="3588">
                  <c:v>916.95</c:v>
                </c:pt>
                <c:pt idx="3589">
                  <c:v>940.6</c:v>
                </c:pt>
                <c:pt idx="3590">
                  <c:v>940.75</c:v>
                </c:pt>
                <c:pt idx="3591">
                  <c:v>920.15</c:v>
                </c:pt>
                <c:pt idx="3592">
                  <c:v>931.95</c:v>
                </c:pt>
                <c:pt idx="3593">
                  <c:v>927.75</c:v>
                </c:pt>
                <c:pt idx="3594">
                  <c:v>910.25</c:v>
                </c:pt>
                <c:pt idx="3595">
                  <c:v>902.05</c:v>
                </c:pt>
                <c:pt idx="3596">
                  <c:v>896.9</c:v>
                </c:pt>
                <c:pt idx="3597">
                  <c:v>876.8</c:v>
                </c:pt>
                <c:pt idx="3598">
                  <c:v>896.35</c:v>
                </c:pt>
                <c:pt idx="3599">
                  <c:v>912.75</c:v>
                </c:pt>
                <c:pt idx="3600">
                  <c:v>901.55</c:v>
                </c:pt>
                <c:pt idx="3601">
                  <c:v>908.75</c:v>
                </c:pt>
                <c:pt idx="3602">
                  <c:v>935.15</c:v>
                </c:pt>
                <c:pt idx="3603">
                  <c:v>944.95</c:v>
                </c:pt>
                <c:pt idx="3604">
                  <c:v>954.45</c:v>
                </c:pt>
                <c:pt idx="3605">
                  <c:v>956.9</c:v>
                </c:pt>
                <c:pt idx="3606">
                  <c:v>982.05</c:v>
                </c:pt>
                <c:pt idx="3607">
                  <c:v>979.7</c:v>
                </c:pt>
                <c:pt idx="3608">
                  <c:v>961.65</c:v>
                </c:pt>
                <c:pt idx="3609">
                  <c:v>965.6</c:v>
                </c:pt>
                <c:pt idx="3610">
                  <c:v>958.45</c:v>
                </c:pt>
                <c:pt idx="3611">
                  <c:v>968.45</c:v>
                </c:pt>
                <c:pt idx="3612">
                  <c:v>969.05</c:v>
                </c:pt>
                <c:pt idx="3613">
                  <c:v>971</c:v>
                </c:pt>
                <c:pt idx="3614">
                  <c:v>996.1</c:v>
                </c:pt>
                <c:pt idx="3615">
                  <c:v>995.45</c:v>
                </c:pt>
                <c:pt idx="3616">
                  <c:v>976.85</c:v>
                </c:pt>
                <c:pt idx="3617">
                  <c:v>976.1</c:v>
                </c:pt>
                <c:pt idx="3618">
                  <c:v>992.55</c:v>
                </c:pt>
                <c:pt idx="3619">
                  <c:v>984.1</c:v>
                </c:pt>
                <c:pt idx="3620">
                  <c:v>1007.8</c:v>
                </c:pt>
                <c:pt idx="3621">
                  <c:v>1008.15</c:v>
                </c:pt>
                <c:pt idx="3622">
                  <c:v>1013.1</c:v>
                </c:pt>
                <c:pt idx="3623">
                  <c:v>1020.6</c:v>
                </c:pt>
                <c:pt idx="3624">
                  <c:v>1022.2</c:v>
                </c:pt>
                <c:pt idx="3625">
                  <c:v>1015.4</c:v>
                </c:pt>
                <c:pt idx="3626">
                  <c:v>1022.85</c:v>
                </c:pt>
                <c:pt idx="3627">
                  <c:v>989.65</c:v>
                </c:pt>
                <c:pt idx="3628">
                  <c:v>983.8</c:v>
                </c:pt>
                <c:pt idx="3629">
                  <c:v>977.55</c:v>
                </c:pt>
                <c:pt idx="3630">
                  <c:v>976</c:v>
                </c:pt>
                <c:pt idx="3631">
                  <c:v>972.35</c:v>
                </c:pt>
                <c:pt idx="3632">
                  <c:v>983</c:v>
                </c:pt>
                <c:pt idx="3633">
                  <c:v>1010.3</c:v>
                </c:pt>
                <c:pt idx="3634">
                  <c:v>1041.05</c:v>
                </c:pt>
                <c:pt idx="3635">
                  <c:v>1037.05</c:v>
                </c:pt>
                <c:pt idx="3636">
                  <c:v>1036.25</c:v>
                </c:pt>
                <c:pt idx="3637">
                  <c:v>1067.75</c:v>
                </c:pt>
                <c:pt idx="3638">
                  <c:v>1066.5</c:v>
                </c:pt>
                <c:pt idx="3639">
                  <c:v>1087.55</c:v>
                </c:pt>
                <c:pt idx="3640">
                  <c:v>1068.4000000000001</c:v>
                </c:pt>
                <c:pt idx="3641">
                  <c:v>1039.6500000000001</c:v>
                </c:pt>
                <c:pt idx="3642">
                  <c:v>1027.2</c:v>
                </c:pt>
                <c:pt idx="3643">
                  <c:v>1045.45</c:v>
                </c:pt>
                <c:pt idx="3644">
                  <c:v>1035.3499999999999</c:v>
                </c:pt>
                <c:pt idx="3645">
                  <c:v>1026.8499999999999</c:v>
                </c:pt>
                <c:pt idx="3646">
                  <c:v>1026.95</c:v>
                </c:pt>
                <c:pt idx="3647">
                  <c:v>1063.2</c:v>
                </c:pt>
                <c:pt idx="3648">
                  <c:v>1116.4000000000001</c:v>
                </c:pt>
                <c:pt idx="3649">
                  <c:v>1144.0999999999999</c:v>
                </c:pt>
                <c:pt idx="3650">
                  <c:v>1124.3</c:v>
                </c:pt>
                <c:pt idx="3651">
                  <c:v>1112.55</c:v>
                </c:pt>
                <c:pt idx="3652">
                  <c:v>1085.05</c:v>
                </c:pt>
                <c:pt idx="3653">
                  <c:v>1072.4000000000001</c:v>
                </c:pt>
                <c:pt idx="3654">
                  <c:v>1064.4000000000001</c:v>
                </c:pt>
                <c:pt idx="3655">
                  <c:v>1044.5999999999999</c:v>
                </c:pt>
                <c:pt idx="3656">
                  <c:v>1056.3</c:v>
                </c:pt>
                <c:pt idx="3657">
                  <c:v>1061.95</c:v>
                </c:pt>
                <c:pt idx="3658">
                  <c:v>1069.6500000000001</c:v>
                </c:pt>
                <c:pt idx="3659">
                  <c:v>1074.5</c:v>
                </c:pt>
                <c:pt idx="3660">
                  <c:v>1058.7</c:v>
                </c:pt>
                <c:pt idx="3661">
                  <c:v>1066.25</c:v>
                </c:pt>
                <c:pt idx="3662">
                  <c:v>1062.7</c:v>
                </c:pt>
                <c:pt idx="3663">
                  <c:v>1080.2</c:v>
                </c:pt>
                <c:pt idx="3664">
                  <c:v>1055.05</c:v>
                </c:pt>
                <c:pt idx="3665">
                  <c:v>1051.6500000000001</c:v>
                </c:pt>
                <c:pt idx="3666">
                  <c:v>1050.25</c:v>
                </c:pt>
                <c:pt idx="3667">
                  <c:v>1035.05</c:v>
                </c:pt>
                <c:pt idx="3668">
                  <c:v>1037.8499999999999</c:v>
                </c:pt>
                <c:pt idx="3669">
                  <c:v>1050.3</c:v>
                </c:pt>
                <c:pt idx="3670">
                  <c:v>1034.0999999999999</c:v>
                </c:pt>
                <c:pt idx="3671">
                  <c:v>1017.8</c:v>
                </c:pt>
                <c:pt idx="3672">
                  <c:v>1018.4</c:v>
                </c:pt>
                <c:pt idx="3673">
                  <c:v>1053.05</c:v>
                </c:pt>
                <c:pt idx="3674">
                  <c:v>1066.25</c:v>
                </c:pt>
                <c:pt idx="3675">
                  <c:v>1079.1500000000001</c:v>
                </c:pt>
                <c:pt idx="3676">
                  <c:v>1066.1500000000001</c:v>
                </c:pt>
                <c:pt idx="3677">
                  <c:v>1054.7</c:v>
                </c:pt>
                <c:pt idx="3678">
                  <c:v>1056.7</c:v>
                </c:pt>
                <c:pt idx="3679">
                  <c:v>1038.2</c:v>
                </c:pt>
                <c:pt idx="3680">
                  <c:v>1031.1500000000001</c:v>
                </c:pt>
                <c:pt idx="3681">
                  <c:v>1055.25</c:v>
                </c:pt>
                <c:pt idx="3682">
                  <c:v>1050.3499999999999</c:v>
                </c:pt>
                <c:pt idx="3683">
                  <c:v>1017.8</c:v>
                </c:pt>
                <c:pt idx="3684">
                  <c:v>1014.65</c:v>
                </c:pt>
                <c:pt idx="3685">
                  <c:v>1042.6500000000001</c:v>
                </c:pt>
                <c:pt idx="3686">
                  <c:v>1006.4</c:v>
                </c:pt>
                <c:pt idx="3687">
                  <c:v>1017.8</c:v>
                </c:pt>
                <c:pt idx="3688">
                  <c:v>1004.05</c:v>
                </c:pt>
                <c:pt idx="3689">
                  <c:v>981.3</c:v>
                </c:pt>
                <c:pt idx="3690">
                  <c:v>997.15</c:v>
                </c:pt>
                <c:pt idx="3691">
                  <c:v>1020.1</c:v>
                </c:pt>
                <c:pt idx="3692">
                  <c:v>1021</c:v>
                </c:pt>
                <c:pt idx="3693">
                  <c:v>1030.75</c:v>
                </c:pt>
                <c:pt idx="3694">
                  <c:v>1031.55</c:v>
                </c:pt>
                <c:pt idx="3695">
                  <c:v>1036.75</c:v>
                </c:pt>
                <c:pt idx="3696">
                  <c:v>1049.6500000000001</c:v>
                </c:pt>
                <c:pt idx="3697">
                  <c:v>1048.5999999999999</c:v>
                </c:pt>
                <c:pt idx="3698">
                  <c:v>1064.7</c:v>
                </c:pt>
                <c:pt idx="3699">
                  <c:v>1105.9000000000001</c:v>
                </c:pt>
                <c:pt idx="3700">
                  <c:v>1120.5</c:v>
                </c:pt>
                <c:pt idx="3701">
                  <c:v>1100.55</c:v>
                </c:pt>
                <c:pt idx="3702">
                  <c:v>1099.75</c:v>
                </c:pt>
                <c:pt idx="3703">
                  <c:v>1113.7</c:v>
                </c:pt>
                <c:pt idx="3704">
                  <c:v>1127.55</c:v>
                </c:pt>
                <c:pt idx="3705">
                  <c:v>1142.7</c:v>
                </c:pt>
                <c:pt idx="3706">
                  <c:v>1129.05</c:v>
                </c:pt>
                <c:pt idx="3707">
                  <c:v>1126.8499999999999</c:v>
                </c:pt>
                <c:pt idx="3708">
                  <c:v>1129.9000000000001</c:v>
                </c:pt>
                <c:pt idx="3709">
                  <c:v>1105.6500000000001</c:v>
                </c:pt>
                <c:pt idx="3710">
                  <c:v>1117.2</c:v>
                </c:pt>
                <c:pt idx="3711">
                  <c:v>1122.3499999999999</c:v>
                </c:pt>
                <c:pt idx="3712">
                  <c:v>1134.4000000000001</c:v>
                </c:pt>
                <c:pt idx="3713">
                  <c:v>1136.7</c:v>
                </c:pt>
                <c:pt idx="3714">
                  <c:v>1146.45</c:v>
                </c:pt>
                <c:pt idx="3715">
                  <c:v>1158.45</c:v>
                </c:pt>
                <c:pt idx="3716">
                  <c:v>1152.5999999999999</c:v>
                </c:pt>
                <c:pt idx="3717">
                  <c:v>1160.6500000000001</c:v>
                </c:pt>
                <c:pt idx="3718">
                  <c:v>1137.55</c:v>
                </c:pt>
                <c:pt idx="3719">
                  <c:v>1125.0999999999999</c:v>
                </c:pt>
                <c:pt idx="3720">
                  <c:v>1104.5999999999999</c:v>
                </c:pt>
                <c:pt idx="3721">
                  <c:v>1113</c:v>
                </c:pt>
                <c:pt idx="3722">
                  <c:v>1114.8499999999999</c:v>
                </c:pt>
                <c:pt idx="3723">
                  <c:v>1107.5999999999999</c:v>
                </c:pt>
                <c:pt idx="3724">
                  <c:v>1103.2</c:v>
                </c:pt>
                <c:pt idx="3725">
                  <c:v>1100.05</c:v>
                </c:pt>
                <c:pt idx="3726">
                  <c:v>1092.5999999999999</c:v>
                </c:pt>
                <c:pt idx="3727">
                  <c:v>1069.5</c:v>
                </c:pt>
                <c:pt idx="3728">
                  <c:v>1124.3</c:v>
                </c:pt>
                <c:pt idx="3729">
                  <c:v>1086.8499999999999</c:v>
                </c:pt>
                <c:pt idx="3730">
                  <c:v>1088.95</c:v>
                </c:pt>
                <c:pt idx="3731">
                  <c:v>1098.2</c:v>
                </c:pt>
                <c:pt idx="3732">
                  <c:v>1114.95</c:v>
                </c:pt>
                <c:pt idx="3733">
                  <c:v>1146.3</c:v>
                </c:pt>
                <c:pt idx="3734">
                  <c:v>1124.3499999999999</c:v>
                </c:pt>
                <c:pt idx="3735">
                  <c:v>1099.8499999999999</c:v>
                </c:pt>
                <c:pt idx="3736">
                  <c:v>1116.1500000000001</c:v>
                </c:pt>
                <c:pt idx="3737">
                  <c:v>1124.0999999999999</c:v>
                </c:pt>
                <c:pt idx="3738">
                  <c:v>1129.4000000000001</c:v>
                </c:pt>
                <c:pt idx="3739">
                  <c:v>1135.9000000000001</c:v>
                </c:pt>
                <c:pt idx="3740">
                  <c:v>1124</c:v>
                </c:pt>
                <c:pt idx="3741">
                  <c:v>1171.9000000000001</c:v>
                </c:pt>
                <c:pt idx="3742">
                  <c:v>1156.4000000000001</c:v>
                </c:pt>
                <c:pt idx="3743">
                  <c:v>1101.95</c:v>
                </c:pt>
                <c:pt idx="3744">
                  <c:v>1099.25</c:v>
                </c:pt>
                <c:pt idx="3745">
                  <c:v>1123.3499999999999</c:v>
                </c:pt>
                <c:pt idx="3746">
                  <c:v>1113.3</c:v>
                </c:pt>
                <c:pt idx="3747">
                  <c:v>1128.55</c:v>
                </c:pt>
                <c:pt idx="3748">
                  <c:v>1122.2</c:v>
                </c:pt>
                <c:pt idx="3749">
                  <c:v>1120.3</c:v>
                </c:pt>
                <c:pt idx="3750">
                  <c:v>1202.55</c:v>
                </c:pt>
                <c:pt idx="3751">
                  <c:v>1194.55</c:v>
                </c:pt>
                <c:pt idx="3752">
                  <c:v>1181.7</c:v>
                </c:pt>
                <c:pt idx="3753">
                  <c:v>1251.55</c:v>
                </c:pt>
                <c:pt idx="3754">
                  <c:v>1287.2</c:v>
                </c:pt>
                <c:pt idx="3755">
                  <c:v>1279.6500000000001</c:v>
                </c:pt>
                <c:pt idx="3756">
                  <c:v>1290.0999999999999</c:v>
                </c:pt>
                <c:pt idx="3757">
                  <c:v>1315.85</c:v>
                </c:pt>
                <c:pt idx="3758">
                  <c:v>1344.6</c:v>
                </c:pt>
                <c:pt idx="3759">
                  <c:v>1315.55</c:v>
                </c:pt>
                <c:pt idx="3760">
                  <c:v>1262.5</c:v>
                </c:pt>
                <c:pt idx="3761">
                  <c:v>1269.3</c:v>
                </c:pt>
                <c:pt idx="3762">
                  <c:v>1230.1500000000001</c:v>
                </c:pt>
                <c:pt idx="3763">
                  <c:v>1232.45</c:v>
                </c:pt>
                <c:pt idx="3764">
                  <c:v>1246.45</c:v>
                </c:pt>
                <c:pt idx="3765">
                  <c:v>1280.55</c:v>
                </c:pt>
                <c:pt idx="3766">
                  <c:v>1271.95</c:v>
                </c:pt>
                <c:pt idx="3767">
                  <c:v>1246.1500000000001</c:v>
                </c:pt>
                <c:pt idx="3768">
                  <c:v>1245.8</c:v>
                </c:pt>
                <c:pt idx="3769">
                  <c:v>1253.25</c:v>
                </c:pt>
                <c:pt idx="3770">
                  <c:v>1268.6500000000001</c:v>
                </c:pt>
                <c:pt idx="3771">
                  <c:v>1288</c:v>
                </c:pt>
                <c:pt idx="3772">
                  <c:v>1328.6</c:v>
                </c:pt>
                <c:pt idx="3773">
                  <c:v>1353.45</c:v>
                </c:pt>
                <c:pt idx="3774">
                  <c:v>1333.15</c:v>
                </c:pt>
                <c:pt idx="3775">
                  <c:v>1311.25</c:v>
                </c:pt>
                <c:pt idx="3776">
                  <c:v>1310.4000000000001</c:v>
                </c:pt>
                <c:pt idx="3777">
                  <c:v>1340.55</c:v>
                </c:pt>
                <c:pt idx="3778">
                  <c:v>1345.7</c:v>
                </c:pt>
                <c:pt idx="3779">
                  <c:v>1347.4</c:v>
                </c:pt>
                <c:pt idx="3780">
                  <c:v>1335.15</c:v>
                </c:pt>
                <c:pt idx="3781">
                  <c:v>1339.95</c:v>
                </c:pt>
                <c:pt idx="3782">
                  <c:v>1368.05</c:v>
                </c:pt>
                <c:pt idx="3783">
                  <c:v>1367.7</c:v>
                </c:pt>
                <c:pt idx="3784">
                  <c:v>1394.8</c:v>
                </c:pt>
                <c:pt idx="3785">
                  <c:v>1368.35</c:v>
                </c:pt>
                <c:pt idx="3786">
                  <c:v>1312.4</c:v>
                </c:pt>
                <c:pt idx="3787">
                  <c:v>1322.75</c:v>
                </c:pt>
                <c:pt idx="3788">
                  <c:v>1332.85</c:v>
                </c:pt>
                <c:pt idx="3789">
                  <c:v>1328.05</c:v>
                </c:pt>
                <c:pt idx="3790">
                  <c:v>1305.7</c:v>
                </c:pt>
                <c:pt idx="3791">
                  <c:v>1339.45</c:v>
                </c:pt>
                <c:pt idx="3792">
                  <c:v>1322.05</c:v>
                </c:pt>
                <c:pt idx="3793">
                  <c:v>1327.7</c:v>
                </c:pt>
                <c:pt idx="3794">
                  <c:v>1338.45</c:v>
                </c:pt>
                <c:pt idx="3795">
                  <c:v>1345.7</c:v>
                </c:pt>
                <c:pt idx="3796">
                  <c:v>1358.85</c:v>
                </c:pt>
                <c:pt idx="3797">
                  <c:v>1354.55</c:v>
                </c:pt>
                <c:pt idx="3798">
                  <c:v>1283.7</c:v>
                </c:pt>
                <c:pt idx="3799">
                  <c:v>1262.7</c:v>
                </c:pt>
                <c:pt idx="3800">
                  <c:v>1306.2</c:v>
                </c:pt>
                <c:pt idx="3801">
                  <c:v>1315.7</c:v>
                </c:pt>
                <c:pt idx="3802">
                  <c:v>1337.05</c:v>
                </c:pt>
                <c:pt idx="3803">
                  <c:v>1330.6</c:v>
                </c:pt>
                <c:pt idx="3804">
                  <c:v>1328.7</c:v>
                </c:pt>
                <c:pt idx="3805">
                  <c:v>1299.7</c:v>
                </c:pt>
                <c:pt idx="3806">
                  <c:v>1303.05</c:v>
                </c:pt>
                <c:pt idx="3807">
                  <c:v>1290.3499999999999</c:v>
                </c:pt>
                <c:pt idx="3808">
                  <c:v>1305.25</c:v>
                </c:pt>
                <c:pt idx="3809">
                  <c:v>1290.45</c:v>
                </c:pt>
                <c:pt idx="3810">
                  <c:v>1306.8</c:v>
                </c:pt>
                <c:pt idx="3811">
                  <c:v>1306.7</c:v>
                </c:pt>
                <c:pt idx="3812">
                  <c:v>1268.6500000000001</c:v>
                </c:pt>
                <c:pt idx="3813">
                  <c:v>1258.1500000000001</c:v>
                </c:pt>
                <c:pt idx="3814">
                  <c:v>1277.2</c:v>
                </c:pt>
                <c:pt idx="3815">
                  <c:v>1276.05</c:v>
                </c:pt>
                <c:pt idx="3816">
                  <c:v>1245.1500000000001</c:v>
                </c:pt>
                <c:pt idx="3817">
                  <c:v>1211.75</c:v>
                </c:pt>
                <c:pt idx="3818">
                  <c:v>1228.25</c:v>
                </c:pt>
                <c:pt idx="3819">
                  <c:v>1201.1500000000001</c:v>
                </c:pt>
                <c:pt idx="3820">
                  <c:v>1170</c:v>
                </c:pt>
                <c:pt idx="3821">
                  <c:v>1202.2</c:v>
                </c:pt>
                <c:pt idx="3822">
                  <c:v>1180.3499999999999</c:v>
                </c:pt>
                <c:pt idx="3823">
                  <c:v>1163.5999999999999</c:v>
                </c:pt>
                <c:pt idx="3824">
                  <c:v>1154.25</c:v>
                </c:pt>
                <c:pt idx="3825">
                  <c:v>1185.3499999999999</c:v>
                </c:pt>
                <c:pt idx="3826">
                  <c:v>1226.0999999999999</c:v>
                </c:pt>
                <c:pt idx="3827">
                  <c:v>1191.3499999999999</c:v>
                </c:pt>
                <c:pt idx="3828">
                  <c:v>1219.4000000000001</c:v>
                </c:pt>
                <c:pt idx="3829">
                  <c:v>1209.7</c:v>
                </c:pt>
                <c:pt idx="3830">
                  <c:v>1234.3</c:v>
                </c:pt>
                <c:pt idx="3831">
                  <c:v>1264.3</c:v>
                </c:pt>
                <c:pt idx="3832">
                  <c:v>1240.55</c:v>
                </c:pt>
                <c:pt idx="3833">
                  <c:v>1270.05</c:v>
                </c:pt>
                <c:pt idx="3834">
                  <c:v>1255.95</c:v>
                </c:pt>
                <c:pt idx="3835">
                  <c:v>1288.05</c:v>
                </c:pt>
                <c:pt idx="3836">
                  <c:v>1252.6500000000001</c:v>
                </c:pt>
                <c:pt idx="3837">
                  <c:v>1240.45</c:v>
                </c:pt>
                <c:pt idx="3838">
                  <c:v>1239.9000000000001</c:v>
                </c:pt>
                <c:pt idx="3839">
                  <c:v>1229.25</c:v>
                </c:pt>
                <c:pt idx="3840">
                  <c:v>1236.05</c:v>
                </c:pt>
                <c:pt idx="3841">
                  <c:v>1247.75</c:v>
                </c:pt>
                <c:pt idx="3842">
                  <c:v>1203.0999999999999</c:v>
                </c:pt>
                <c:pt idx="3843">
                  <c:v>1202.8499999999999</c:v>
                </c:pt>
                <c:pt idx="3844">
                  <c:v>1216</c:v>
                </c:pt>
                <c:pt idx="3845">
                  <c:v>1201.3499999999999</c:v>
                </c:pt>
                <c:pt idx="3846">
                  <c:v>1176.75</c:v>
                </c:pt>
                <c:pt idx="3847">
                  <c:v>1188.8</c:v>
                </c:pt>
                <c:pt idx="3848">
                  <c:v>1190.55</c:v>
                </c:pt>
                <c:pt idx="3849">
                  <c:v>1164.3</c:v>
                </c:pt>
                <c:pt idx="3850">
                  <c:v>1190.4000000000001</c:v>
                </c:pt>
                <c:pt idx="3851">
                  <c:v>1214.55</c:v>
                </c:pt>
                <c:pt idx="3852">
                  <c:v>1199.05</c:v>
                </c:pt>
                <c:pt idx="3853">
                  <c:v>1200.9000000000001</c:v>
                </c:pt>
                <c:pt idx="3854">
                  <c:v>1213.3</c:v>
                </c:pt>
                <c:pt idx="3855">
                  <c:v>1236.8499999999999</c:v>
                </c:pt>
                <c:pt idx="3856">
                  <c:v>1271.55</c:v>
                </c:pt>
                <c:pt idx="3857">
                  <c:v>1285.2</c:v>
                </c:pt>
                <c:pt idx="3858">
                  <c:v>1283.9000000000001</c:v>
                </c:pt>
                <c:pt idx="3859">
                  <c:v>1308.8499999999999</c:v>
                </c:pt>
                <c:pt idx="3860">
                  <c:v>1287.8499999999999</c:v>
                </c:pt>
                <c:pt idx="3861">
                  <c:v>1285.5</c:v>
                </c:pt>
                <c:pt idx="3862">
                  <c:v>1296.45</c:v>
                </c:pt>
                <c:pt idx="3863">
                  <c:v>1292.7</c:v>
                </c:pt>
                <c:pt idx="3864">
                  <c:v>1285.2</c:v>
                </c:pt>
                <c:pt idx="3865">
                  <c:v>1316.05</c:v>
                </c:pt>
                <c:pt idx="3866">
                  <c:v>1317.6</c:v>
                </c:pt>
                <c:pt idx="3867">
                  <c:v>1337.3</c:v>
                </c:pt>
                <c:pt idx="3868">
                  <c:v>1290.05</c:v>
                </c:pt>
                <c:pt idx="3869">
                  <c:v>1285.3</c:v>
                </c:pt>
                <c:pt idx="3870">
                  <c:v>1283.3499999999999</c:v>
                </c:pt>
                <c:pt idx="3871">
                  <c:v>1323.75</c:v>
                </c:pt>
                <c:pt idx="3872">
                  <c:v>1318.4</c:v>
                </c:pt>
                <c:pt idx="3873">
                  <c:v>1340.15</c:v>
                </c:pt>
                <c:pt idx="3874">
                  <c:v>1359.7</c:v>
                </c:pt>
                <c:pt idx="3875">
                  <c:v>1326.65</c:v>
                </c:pt>
                <c:pt idx="3876">
                  <c:v>1315.35</c:v>
                </c:pt>
                <c:pt idx="3877">
                  <c:v>1311.6</c:v>
                </c:pt>
                <c:pt idx="3878">
                  <c:v>1345.75</c:v>
                </c:pt>
                <c:pt idx="3879">
                  <c:v>1350.55</c:v>
                </c:pt>
                <c:pt idx="3880">
                  <c:v>1358.75</c:v>
                </c:pt>
                <c:pt idx="3881">
                  <c:v>1336</c:v>
                </c:pt>
                <c:pt idx="3882">
                  <c:v>1304.4000000000001</c:v>
                </c:pt>
                <c:pt idx="3883">
                  <c:v>1312.05</c:v>
                </c:pt>
                <c:pt idx="3884">
                  <c:v>1335.8</c:v>
                </c:pt>
                <c:pt idx="3885">
                  <c:v>1340.4</c:v>
                </c:pt>
                <c:pt idx="3886">
                  <c:v>1324.35</c:v>
                </c:pt>
                <c:pt idx="3887">
                  <c:v>1302.45</c:v>
                </c:pt>
                <c:pt idx="3888">
                  <c:v>1302.45</c:v>
                </c:pt>
                <c:pt idx="3889">
                  <c:v>1303.8499999999999</c:v>
                </c:pt>
                <c:pt idx="3890">
                  <c:v>1298.45</c:v>
                </c:pt>
                <c:pt idx="3891">
                  <c:v>1305.5</c:v>
                </c:pt>
                <c:pt idx="3892">
                  <c:v>1290.6500000000001</c:v>
                </c:pt>
                <c:pt idx="3893">
                  <c:v>1261.95</c:v>
                </c:pt>
                <c:pt idx="3894">
                  <c:v>1256.95</c:v>
                </c:pt>
                <c:pt idx="3895">
                  <c:v>1299.95</c:v>
                </c:pt>
                <c:pt idx="3896">
                  <c:v>1279.5999999999999</c:v>
                </c:pt>
                <c:pt idx="3897">
                  <c:v>1266.0999999999999</c:v>
                </c:pt>
                <c:pt idx="3898">
                  <c:v>1256.3</c:v>
                </c:pt>
                <c:pt idx="3899">
                  <c:v>1249.9000000000001</c:v>
                </c:pt>
                <c:pt idx="3900">
                  <c:v>1228.3499999999999</c:v>
                </c:pt>
                <c:pt idx="3901">
                  <c:v>1167.75</c:v>
                </c:pt>
                <c:pt idx="3902">
                  <c:v>1145.55</c:v>
                </c:pt>
                <c:pt idx="3903">
                  <c:v>1102.3499999999999</c:v>
                </c:pt>
                <c:pt idx="3904">
                  <c:v>1193.9000000000001</c:v>
                </c:pt>
                <c:pt idx="3905">
                  <c:v>1201.9000000000001</c:v>
                </c:pt>
                <c:pt idx="3906">
                  <c:v>1186.1500000000001</c:v>
                </c:pt>
                <c:pt idx="3907">
                  <c:v>1157.4000000000001</c:v>
                </c:pt>
                <c:pt idx="3908">
                  <c:v>1123.1500000000001</c:v>
                </c:pt>
                <c:pt idx="3909">
                  <c:v>1172.05</c:v>
                </c:pt>
                <c:pt idx="3910">
                  <c:v>1141.5999999999999</c:v>
                </c:pt>
                <c:pt idx="3911">
                  <c:v>1155.05</c:v>
                </c:pt>
                <c:pt idx="3912">
                  <c:v>1171.05</c:v>
                </c:pt>
                <c:pt idx="3913">
                  <c:v>1186.6500000000001</c:v>
                </c:pt>
                <c:pt idx="3914">
                  <c:v>1162.75</c:v>
                </c:pt>
                <c:pt idx="3915">
                  <c:v>1176.3499999999999</c:v>
                </c:pt>
                <c:pt idx="3916">
                  <c:v>1184.7</c:v>
                </c:pt>
                <c:pt idx="3917">
                  <c:v>1179.8499999999999</c:v>
                </c:pt>
                <c:pt idx="3918">
                  <c:v>1196.3499999999999</c:v>
                </c:pt>
                <c:pt idx="3919">
                  <c:v>1207.05</c:v>
                </c:pt>
                <c:pt idx="3920">
                  <c:v>1207.3</c:v>
                </c:pt>
                <c:pt idx="3921">
                  <c:v>1168.5999999999999</c:v>
                </c:pt>
                <c:pt idx="3922">
                  <c:v>1165.95</c:v>
                </c:pt>
                <c:pt idx="3923">
                  <c:v>1181.8499999999999</c:v>
                </c:pt>
                <c:pt idx="3924">
                  <c:v>1172.1500000000001</c:v>
                </c:pt>
                <c:pt idx="3925">
                  <c:v>1216.8</c:v>
                </c:pt>
                <c:pt idx="3926">
                  <c:v>1212.75</c:v>
                </c:pt>
                <c:pt idx="3927">
                  <c:v>1196.5999999999999</c:v>
                </c:pt>
                <c:pt idx="3928">
                  <c:v>1256.95</c:v>
                </c:pt>
                <c:pt idx="3929">
                  <c:v>1265.2</c:v>
                </c:pt>
                <c:pt idx="3930">
                  <c:v>1277.45</c:v>
                </c:pt>
                <c:pt idx="3931">
                  <c:v>1278.0999999999999</c:v>
                </c:pt>
                <c:pt idx="3932">
                  <c:v>1291.7</c:v>
                </c:pt>
                <c:pt idx="3933">
                  <c:v>1270.25</c:v>
                </c:pt>
                <c:pt idx="3934">
                  <c:v>1278.7</c:v>
                </c:pt>
                <c:pt idx="3935">
                  <c:v>1294.1500000000001</c:v>
                </c:pt>
                <c:pt idx="3936">
                  <c:v>1294.7</c:v>
                </c:pt>
                <c:pt idx="3937">
                  <c:v>1311.6</c:v>
                </c:pt>
                <c:pt idx="3938">
                  <c:v>1315.35</c:v>
                </c:pt>
                <c:pt idx="3939">
                  <c:v>1312.5</c:v>
                </c:pt>
                <c:pt idx="3940">
                  <c:v>1315.75</c:v>
                </c:pt>
                <c:pt idx="3941">
                  <c:v>1337.9</c:v>
                </c:pt>
                <c:pt idx="3942">
                  <c:v>1312.7</c:v>
                </c:pt>
                <c:pt idx="3943">
                  <c:v>1275.0999999999999</c:v>
                </c:pt>
                <c:pt idx="3944">
                  <c:v>1266.5999999999999</c:v>
                </c:pt>
                <c:pt idx="3945">
                  <c:v>1264.6500000000001</c:v>
                </c:pt>
                <c:pt idx="3946">
                  <c:v>1256.8499999999999</c:v>
                </c:pt>
                <c:pt idx="3947">
                  <c:v>1221.05</c:v>
                </c:pt>
                <c:pt idx="3948">
                  <c:v>1221.4000000000001</c:v>
                </c:pt>
                <c:pt idx="3949">
                  <c:v>1220.1500000000001</c:v>
                </c:pt>
                <c:pt idx="3950">
                  <c:v>1205.8499999999999</c:v>
                </c:pt>
                <c:pt idx="3951">
                  <c:v>1205.4000000000001</c:v>
                </c:pt>
                <c:pt idx="3952">
                  <c:v>1190.75</c:v>
                </c:pt>
                <c:pt idx="3953">
                  <c:v>1171.3499999999999</c:v>
                </c:pt>
                <c:pt idx="3954">
                  <c:v>1177.4000000000001</c:v>
                </c:pt>
                <c:pt idx="3955">
                  <c:v>1178.75</c:v>
                </c:pt>
                <c:pt idx="3956">
                  <c:v>1178.4000000000001</c:v>
                </c:pt>
                <c:pt idx="3957">
                  <c:v>1200.75</c:v>
                </c:pt>
                <c:pt idx="3958">
                  <c:v>1178.7</c:v>
                </c:pt>
                <c:pt idx="3959">
                  <c:v>1214.2</c:v>
                </c:pt>
                <c:pt idx="3960">
                  <c:v>1205.75</c:v>
                </c:pt>
                <c:pt idx="3961">
                  <c:v>1191.1500000000001</c:v>
                </c:pt>
                <c:pt idx="3962">
                  <c:v>1218.95</c:v>
                </c:pt>
                <c:pt idx="3963">
                  <c:v>1222.6500000000001</c:v>
                </c:pt>
                <c:pt idx="3964">
                  <c:v>1230.5999999999999</c:v>
                </c:pt>
                <c:pt idx="3965">
                  <c:v>1211.2</c:v>
                </c:pt>
                <c:pt idx="3966">
                  <c:v>1224.7</c:v>
                </c:pt>
                <c:pt idx="3967">
                  <c:v>1211.75</c:v>
                </c:pt>
                <c:pt idx="3968">
                  <c:v>1200.2</c:v>
                </c:pt>
                <c:pt idx="3969">
                  <c:v>1171.5999999999999</c:v>
                </c:pt>
                <c:pt idx="3970">
                  <c:v>1184.5999999999999</c:v>
                </c:pt>
                <c:pt idx="3971">
                  <c:v>1171.55</c:v>
                </c:pt>
                <c:pt idx="3972">
                  <c:v>1153.25</c:v>
                </c:pt>
                <c:pt idx="3973">
                  <c:v>1182.3</c:v>
                </c:pt>
                <c:pt idx="3974">
                  <c:v>1174.75</c:v>
                </c:pt>
                <c:pt idx="3975">
                  <c:v>1188.05</c:v>
                </c:pt>
                <c:pt idx="3976">
                  <c:v>1206.55</c:v>
                </c:pt>
                <c:pt idx="3977">
                  <c:v>1219.3</c:v>
                </c:pt>
                <c:pt idx="3978">
                  <c:v>1240.95</c:v>
                </c:pt>
                <c:pt idx="3979">
                  <c:v>1224.8499999999999</c:v>
                </c:pt>
                <c:pt idx="3980">
                  <c:v>1232.3499999999999</c:v>
                </c:pt>
                <c:pt idx="3981">
                  <c:v>1228.25</c:v>
                </c:pt>
                <c:pt idx="3982">
                  <c:v>1239.2</c:v>
                </c:pt>
                <c:pt idx="3983">
                  <c:v>1229.55</c:v>
                </c:pt>
                <c:pt idx="3984">
                  <c:v>1227.6500000000001</c:v>
                </c:pt>
                <c:pt idx="3985">
                  <c:v>1234.3</c:v>
                </c:pt>
                <c:pt idx="3986">
                  <c:v>1233.7</c:v>
                </c:pt>
                <c:pt idx="3987">
                  <c:v>1263.75</c:v>
                </c:pt>
                <c:pt idx="3988">
                  <c:v>1258.45</c:v>
                </c:pt>
                <c:pt idx="3989">
                  <c:v>1216.7</c:v>
                </c:pt>
                <c:pt idx="3990">
                  <c:v>1209.4000000000001</c:v>
                </c:pt>
                <c:pt idx="3991">
                  <c:v>1209.3</c:v>
                </c:pt>
                <c:pt idx="3992">
                  <c:v>1179.45</c:v>
                </c:pt>
                <c:pt idx="3993">
                  <c:v>1174.4000000000001</c:v>
                </c:pt>
                <c:pt idx="3994">
                  <c:v>1161.55</c:v>
                </c:pt>
                <c:pt idx="3995">
                  <c:v>1151.8499999999999</c:v>
                </c:pt>
                <c:pt idx="3996">
                  <c:v>1167.6500000000001</c:v>
                </c:pt>
                <c:pt idx="3997">
                  <c:v>1159.3</c:v>
                </c:pt>
                <c:pt idx="3998">
                  <c:v>1149.8</c:v>
                </c:pt>
                <c:pt idx="3999">
                  <c:v>1131.8</c:v>
                </c:pt>
                <c:pt idx="4000">
                  <c:v>1153</c:v>
                </c:pt>
                <c:pt idx="4001">
                  <c:v>1136.6500000000001</c:v>
                </c:pt>
                <c:pt idx="4002">
                  <c:v>1131.0999999999999</c:v>
                </c:pt>
                <c:pt idx="4003">
                  <c:v>1158.45</c:v>
                </c:pt>
                <c:pt idx="4004">
                  <c:v>1174.5999999999999</c:v>
                </c:pt>
                <c:pt idx="4005">
                  <c:v>1169.95</c:v>
                </c:pt>
                <c:pt idx="4006">
                  <c:v>1147.75</c:v>
                </c:pt>
                <c:pt idx="4007">
                  <c:v>1180</c:v>
                </c:pt>
                <c:pt idx="4008">
                  <c:v>1180.05</c:v>
                </c:pt>
                <c:pt idx="4009">
                  <c:v>1179.8</c:v>
                </c:pt>
                <c:pt idx="4010">
                  <c:v>1160.95</c:v>
                </c:pt>
                <c:pt idx="4011">
                  <c:v>1168.3499999999999</c:v>
                </c:pt>
                <c:pt idx="4012">
                  <c:v>1182.95</c:v>
                </c:pt>
                <c:pt idx="4013">
                  <c:v>1164.0999999999999</c:v>
                </c:pt>
                <c:pt idx="4014">
                  <c:v>1159.9000000000001</c:v>
                </c:pt>
                <c:pt idx="4015">
                  <c:v>1116.55</c:v>
                </c:pt>
                <c:pt idx="4016">
                  <c:v>1066.6500000000001</c:v>
                </c:pt>
                <c:pt idx="4017">
                  <c:v>1083.75</c:v>
                </c:pt>
                <c:pt idx="4018">
                  <c:v>1080.45</c:v>
                </c:pt>
                <c:pt idx="4019">
                  <c:v>1077.1500000000001</c:v>
                </c:pt>
                <c:pt idx="4020">
                  <c:v>1076.3</c:v>
                </c:pt>
                <c:pt idx="4021">
                  <c:v>1069.0999999999999</c:v>
                </c:pt>
                <c:pt idx="4022">
                  <c:v>1060.8499999999999</c:v>
                </c:pt>
                <c:pt idx="4023">
                  <c:v>1058.4000000000001</c:v>
                </c:pt>
                <c:pt idx="4024">
                  <c:v>1051.0999999999999</c:v>
                </c:pt>
                <c:pt idx="4025">
                  <c:v>1022.1</c:v>
                </c:pt>
                <c:pt idx="4026">
                  <c:v>1042.6500000000001</c:v>
                </c:pt>
                <c:pt idx="4027">
                  <c:v>1053.7</c:v>
                </c:pt>
                <c:pt idx="4028">
                  <c:v>1060.3</c:v>
                </c:pt>
                <c:pt idx="4029">
                  <c:v>1069.45</c:v>
                </c:pt>
                <c:pt idx="4030">
                  <c:v>1099.55</c:v>
                </c:pt>
                <c:pt idx="4031">
                  <c:v>1124.1500000000001</c:v>
                </c:pt>
                <c:pt idx="4032">
                  <c:v>1129</c:v>
                </c:pt>
                <c:pt idx="4033">
                  <c:v>1146.45</c:v>
                </c:pt>
                <c:pt idx="4034">
                  <c:v>1128.6500000000001</c:v>
                </c:pt>
                <c:pt idx="4035">
                  <c:v>1153.1500000000001</c:v>
                </c:pt>
                <c:pt idx="4036">
                  <c:v>1160.5</c:v>
                </c:pt>
                <c:pt idx="4037">
                  <c:v>1158.7</c:v>
                </c:pt>
                <c:pt idx="4038">
                  <c:v>1111.3499999999999</c:v>
                </c:pt>
                <c:pt idx="4039">
                  <c:v>1125.95</c:v>
                </c:pt>
                <c:pt idx="4040">
                  <c:v>1108.05</c:v>
                </c:pt>
                <c:pt idx="4041">
                  <c:v>1129.3</c:v>
                </c:pt>
                <c:pt idx="4042">
                  <c:v>1151.25</c:v>
                </c:pt>
                <c:pt idx="4043">
                  <c:v>1168.0999999999999</c:v>
                </c:pt>
                <c:pt idx="4044">
                  <c:v>1162.75</c:v>
                </c:pt>
                <c:pt idx="4045">
                  <c:v>1143.3499999999999</c:v>
                </c:pt>
                <c:pt idx="4046">
                  <c:v>1125.75</c:v>
                </c:pt>
                <c:pt idx="4047">
                  <c:v>1115.3</c:v>
                </c:pt>
                <c:pt idx="4048">
                  <c:v>1105.5999999999999</c:v>
                </c:pt>
                <c:pt idx="4049">
                  <c:v>1113.4000000000001</c:v>
                </c:pt>
                <c:pt idx="4050">
                  <c:v>1103.7</c:v>
                </c:pt>
                <c:pt idx="4051">
                  <c:v>1103.45</c:v>
                </c:pt>
                <c:pt idx="4052">
                  <c:v>1102.05</c:v>
                </c:pt>
                <c:pt idx="4053">
                  <c:v>1070.8499999999999</c:v>
                </c:pt>
                <c:pt idx="4054">
                  <c:v>1079.55</c:v>
                </c:pt>
                <c:pt idx="4055">
                  <c:v>1079.8</c:v>
                </c:pt>
                <c:pt idx="4056">
                  <c:v>1090.5</c:v>
                </c:pt>
                <c:pt idx="4057">
                  <c:v>1114.95</c:v>
                </c:pt>
                <c:pt idx="4058">
                  <c:v>1132.4000000000001</c:v>
                </c:pt>
                <c:pt idx="4059">
                  <c:v>1140</c:v>
                </c:pt>
                <c:pt idx="4060">
                  <c:v>1150.0999999999999</c:v>
                </c:pt>
                <c:pt idx="4061">
                  <c:v>1131.9000000000001</c:v>
                </c:pt>
                <c:pt idx="4062">
                  <c:v>1112</c:v>
                </c:pt>
                <c:pt idx="4063">
                  <c:v>1127.3</c:v>
                </c:pt>
                <c:pt idx="4064">
                  <c:v>1121.5</c:v>
                </c:pt>
                <c:pt idx="4065">
                  <c:v>1085.55</c:v>
                </c:pt>
                <c:pt idx="4066">
                  <c:v>1088.45</c:v>
                </c:pt>
                <c:pt idx="4067">
                  <c:v>1091.9000000000001</c:v>
                </c:pt>
                <c:pt idx="4068">
                  <c:v>1099.5999999999999</c:v>
                </c:pt>
                <c:pt idx="4069">
                  <c:v>1129.9000000000001</c:v>
                </c:pt>
                <c:pt idx="4070">
                  <c:v>1162.6500000000001</c:v>
                </c:pt>
                <c:pt idx="4071">
                  <c:v>1167.8</c:v>
                </c:pt>
                <c:pt idx="4072">
                  <c:v>1203.5999999999999</c:v>
                </c:pt>
                <c:pt idx="4073">
                  <c:v>1218.55</c:v>
                </c:pt>
                <c:pt idx="4074">
                  <c:v>1203.8</c:v>
                </c:pt>
                <c:pt idx="4075">
                  <c:v>1195.8499999999999</c:v>
                </c:pt>
                <c:pt idx="4076">
                  <c:v>1166</c:v>
                </c:pt>
                <c:pt idx="4077">
                  <c:v>1186.45</c:v>
                </c:pt>
                <c:pt idx="4078">
                  <c:v>1217.8499999999999</c:v>
                </c:pt>
                <c:pt idx="4079">
                  <c:v>1208.2</c:v>
                </c:pt>
                <c:pt idx="4080">
                  <c:v>1175.8499999999999</c:v>
                </c:pt>
                <c:pt idx="4081">
                  <c:v>1179.55</c:v>
                </c:pt>
                <c:pt idx="4082">
                  <c:v>1160.25</c:v>
                </c:pt>
                <c:pt idx="4083">
                  <c:v>1172.75</c:v>
                </c:pt>
                <c:pt idx="4084">
                  <c:v>1207.05</c:v>
                </c:pt>
                <c:pt idx="4085">
                  <c:v>1228.25</c:v>
                </c:pt>
                <c:pt idx="4086">
                  <c:v>1255.55</c:v>
                </c:pt>
                <c:pt idx="4087">
                  <c:v>1233.95</c:v>
                </c:pt>
                <c:pt idx="4088">
                  <c:v>1237.7</c:v>
                </c:pt>
                <c:pt idx="4089">
                  <c:v>1243.25</c:v>
                </c:pt>
                <c:pt idx="4090">
                  <c:v>1260.55</c:v>
                </c:pt>
                <c:pt idx="4091">
                  <c:v>1254.9000000000001</c:v>
                </c:pt>
                <c:pt idx="4092">
                  <c:v>1251.6500000000001</c:v>
                </c:pt>
                <c:pt idx="4093">
                  <c:v>1251.3</c:v>
                </c:pt>
                <c:pt idx="4094">
                  <c:v>1262.5</c:v>
                </c:pt>
                <c:pt idx="4095">
                  <c:v>1237.5</c:v>
                </c:pt>
                <c:pt idx="4096">
                  <c:v>1230.4000000000001</c:v>
                </c:pt>
                <c:pt idx="4097">
                  <c:v>1205.3499999999999</c:v>
                </c:pt>
                <c:pt idx="4098">
                  <c:v>1198.2</c:v>
                </c:pt>
                <c:pt idx="4099">
                  <c:v>1205.1500000000001</c:v>
                </c:pt>
                <c:pt idx="4100">
                  <c:v>1200.95</c:v>
                </c:pt>
                <c:pt idx="4101">
                  <c:v>1227.3</c:v>
                </c:pt>
                <c:pt idx="4102">
                  <c:v>1227.55</c:v>
                </c:pt>
                <c:pt idx="4103">
                  <c:v>1238.1500000000001</c:v>
                </c:pt>
                <c:pt idx="4104">
                  <c:v>1238.3499999999999</c:v>
                </c:pt>
                <c:pt idx="4105">
                  <c:v>1245.5</c:v>
                </c:pt>
                <c:pt idx="4106">
                  <c:v>1222.75</c:v>
                </c:pt>
                <c:pt idx="4107">
                  <c:v>1214.5999999999999</c:v>
                </c:pt>
                <c:pt idx="4108">
                  <c:v>1228.9000000000001</c:v>
                </c:pt>
                <c:pt idx="4109">
                  <c:v>1248.55</c:v>
                </c:pt>
                <c:pt idx="4110">
                  <c:v>1253.5999999999999</c:v>
                </c:pt>
                <c:pt idx="4111">
                  <c:v>1242.3499999999999</c:v>
                </c:pt>
                <c:pt idx="4112">
                  <c:v>1256.25</c:v>
                </c:pt>
                <c:pt idx="4113">
                  <c:v>1260.7</c:v>
                </c:pt>
                <c:pt idx="4114">
                  <c:v>1290.55</c:v>
                </c:pt>
                <c:pt idx="4115">
                  <c:v>1286.9000000000001</c:v>
                </c:pt>
                <c:pt idx="4116">
                  <c:v>1314.1</c:v>
                </c:pt>
                <c:pt idx="4117">
                  <c:v>1333.75</c:v>
                </c:pt>
                <c:pt idx="4118">
                  <c:v>1330.45</c:v>
                </c:pt>
                <c:pt idx="4119">
                  <c:v>1336.95</c:v>
                </c:pt>
                <c:pt idx="4120">
                  <c:v>1364.1</c:v>
                </c:pt>
                <c:pt idx="4121">
                  <c:v>1346.35</c:v>
                </c:pt>
                <c:pt idx="4122">
                  <c:v>1338.55</c:v>
                </c:pt>
                <c:pt idx="4123">
                  <c:v>1334.45</c:v>
                </c:pt>
                <c:pt idx="4124">
                  <c:v>1332.9</c:v>
                </c:pt>
                <c:pt idx="4125">
                  <c:v>1357</c:v>
                </c:pt>
                <c:pt idx="4126">
                  <c:v>1382</c:v>
                </c:pt>
                <c:pt idx="4127">
                  <c:v>1367.45</c:v>
                </c:pt>
                <c:pt idx="4128">
                  <c:v>1387.7</c:v>
                </c:pt>
                <c:pt idx="4129">
                  <c:v>1402.15</c:v>
                </c:pt>
                <c:pt idx="4130">
                  <c:v>1374.5</c:v>
                </c:pt>
                <c:pt idx="4131">
                  <c:v>1374.3</c:v>
                </c:pt>
                <c:pt idx="4132">
                  <c:v>1342.15</c:v>
                </c:pt>
                <c:pt idx="4133">
                  <c:v>1325.45</c:v>
                </c:pt>
                <c:pt idx="4134">
                  <c:v>1320.15</c:v>
                </c:pt>
                <c:pt idx="4135">
                  <c:v>1342.1</c:v>
                </c:pt>
                <c:pt idx="4136">
                  <c:v>1367.45</c:v>
                </c:pt>
                <c:pt idx="4137">
                  <c:v>1343</c:v>
                </c:pt>
                <c:pt idx="4138">
                  <c:v>1337.15</c:v>
                </c:pt>
                <c:pt idx="4139">
                  <c:v>1348.45</c:v>
                </c:pt>
                <c:pt idx="4140">
                  <c:v>1382.15</c:v>
                </c:pt>
                <c:pt idx="4141">
                  <c:v>1358.55</c:v>
                </c:pt>
                <c:pt idx="4142">
                  <c:v>1366.9</c:v>
                </c:pt>
                <c:pt idx="4143">
                  <c:v>1374.3</c:v>
                </c:pt>
                <c:pt idx="4144">
                  <c:v>1369.4</c:v>
                </c:pt>
                <c:pt idx="4145">
                  <c:v>1377.55</c:v>
                </c:pt>
                <c:pt idx="4146">
                  <c:v>1375.15</c:v>
                </c:pt>
                <c:pt idx="4147">
                  <c:v>1382.85</c:v>
                </c:pt>
                <c:pt idx="4148">
                  <c:v>1357.5</c:v>
                </c:pt>
                <c:pt idx="4149">
                  <c:v>1366.35</c:v>
                </c:pt>
                <c:pt idx="4150">
                  <c:v>1375.5</c:v>
                </c:pt>
                <c:pt idx="4151">
                  <c:v>1392.1</c:v>
                </c:pt>
                <c:pt idx="4152">
                  <c:v>1405.45</c:v>
                </c:pt>
                <c:pt idx="4153">
                  <c:v>1424.75</c:v>
                </c:pt>
                <c:pt idx="4154">
                  <c:v>1439.15</c:v>
                </c:pt>
                <c:pt idx="4155">
                  <c:v>1458.05</c:v>
                </c:pt>
                <c:pt idx="4156">
                  <c:v>1427.15</c:v>
                </c:pt>
                <c:pt idx="4157">
                  <c:v>1437.8</c:v>
                </c:pt>
                <c:pt idx="4158">
                  <c:v>1410.65</c:v>
                </c:pt>
                <c:pt idx="4159">
                  <c:v>1399.05</c:v>
                </c:pt>
                <c:pt idx="4160">
                  <c:v>1392.2</c:v>
                </c:pt>
                <c:pt idx="4161">
                  <c:v>1410.05</c:v>
                </c:pt>
                <c:pt idx="4162">
                  <c:v>1397.35</c:v>
                </c:pt>
                <c:pt idx="4163">
                  <c:v>1392.8</c:v>
                </c:pt>
                <c:pt idx="4164">
                  <c:v>1393.1</c:v>
                </c:pt>
                <c:pt idx="4165">
                  <c:v>1392.35</c:v>
                </c:pt>
                <c:pt idx="4166">
                  <c:v>1413.25</c:v>
                </c:pt>
                <c:pt idx="4167">
                  <c:v>1425.1</c:v>
                </c:pt>
                <c:pt idx="4168">
                  <c:v>1412.45</c:v>
                </c:pt>
                <c:pt idx="4169">
                  <c:v>1418.9</c:v>
                </c:pt>
                <c:pt idx="4170">
                  <c:v>1423.55</c:v>
                </c:pt>
                <c:pt idx="4171">
                  <c:v>1401.4</c:v>
                </c:pt>
                <c:pt idx="4172">
                  <c:v>1393.45</c:v>
                </c:pt>
                <c:pt idx="4173">
                  <c:v>1425.5</c:v>
                </c:pt>
                <c:pt idx="4174">
                  <c:v>1432.4</c:v>
                </c:pt>
                <c:pt idx="4175">
                  <c:v>1423.15</c:v>
                </c:pt>
                <c:pt idx="4176">
                  <c:v>1426</c:v>
                </c:pt>
                <c:pt idx="4177">
                  <c:v>1403.7</c:v>
                </c:pt>
                <c:pt idx="4178">
                  <c:v>1391.45</c:v>
                </c:pt>
                <c:pt idx="4179">
                  <c:v>1338.9</c:v>
                </c:pt>
                <c:pt idx="4180">
                  <c:v>1316.05</c:v>
                </c:pt>
                <c:pt idx="4181">
                  <c:v>1301.95</c:v>
                </c:pt>
                <c:pt idx="4182">
                  <c:v>1355.25</c:v>
                </c:pt>
                <c:pt idx="4183">
                  <c:v>1342.15</c:v>
                </c:pt>
                <c:pt idx="4184">
                  <c:v>1359.95</c:v>
                </c:pt>
                <c:pt idx="4185">
                  <c:v>1336.55</c:v>
                </c:pt>
                <c:pt idx="4186">
                  <c:v>1344</c:v>
                </c:pt>
                <c:pt idx="4187">
                  <c:v>1340.1</c:v>
                </c:pt>
                <c:pt idx="4188">
                  <c:v>1334.65</c:v>
                </c:pt>
                <c:pt idx="4189">
                  <c:v>1378.55</c:v>
                </c:pt>
                <c:pt idx="4190">
                  <c:v>1391.7</c:v>
                </c:pt>
                <c:pt idx="4191">
                  <c:v>1377.5</c:v>
                </c:pt>
                <c:pt idx="4192">
                  <c:v>1417.2</c:v>
                </c:pt>
                <c:pt idx="4193">
                  <c:v>1404.35</c:v>
                </c:pt>
                <c:pt idx="4194">
                  <c:v>1401.6</c:v>
                </c:pt>
                <c:pt idx="4195">
                  <c:v>1386.15</c:v>
                </c:pt>
                <c:pt idx="4196">
                  <c:v>1381.4</c:v>
                </c:pt>
                <c:pt idx="4197">
                  <c:v>1391.35</c:v>
                </c:pt>
                <c:pt idx="4198">
                  <c:v>1350.8</c:v>
                </c:pt>
                <c:pt idx="4199">
                  <c:v>1324.55</c:v>
                </c:pt>
                <c:pt idx="4200">
                  <c:v>1268.3499999999999</c:v>
                </c:pt>
                <c:pt idx="4201">
                  <c:v>1225.75</c:v>
                </c:pt>
                <c:pt idx="4202">
                  <c:v>1255.4000000000001</c:v>
                </c:pt>
                <c:pt idx="4203">
                  <c:v>1250.2</c:v>
                </c:pt>
                <c:pt idx="4204">
                  <c:v>1249.8</c:v>
                </c:pt>
                <c:pt idx="4205">
                  <c:v>1221.95</c:v>
                </c:pt>
                <c:pt idx="4206">
                  <c:v>1249.7</c:v>
                </c:pt>
                <c:pt idx="4207">
                  <c:v>1226.9000000000001</c:v>
                </c:pt>
                <c:pt idx="4208">
                  <c:v>1217.6500000000001</c:v>
                </c:pt>
                <c:pt idx="4209">
                  <c:v>1244.05</c:v>
                </c:pt>
                <c:pt idx="4210">
                  <c:v>1246.7</c:v>
                </c:pt>
                <c:pt idx="4211">
                  <c:v>1255.8</c:v>
                </c:pt>
                <c:pt idx="4212">
                  <c:v>1263.0999999999999</c:v>
                </c:pt>
                <c:pt idx="4213">
                  <c:v>1270</c:v>
                </c:pt>
                <c:pt idx="4214">
                  <c:v>1236.8</c:v>
                </c:pt>
                <c:pt idx="4215">
                  <c:v>1215.55</c:v>
                </c:pt>
                <c:pt idx="4216">
                  <c:v>1243.4000000000001</c:v>
                </c:pt>
                <c:pt idx="4217">
                  <c:v>1264.95</c:v>
                </c:pt>
                <c:pt idx="4218">
                  <c:v>1289.8499999999999</c:v>
                </c:pt>
                <c:pt idx="4219">
                  <c:v>1268.25</c:v>
                </c:pt>
                <c:pt idx="4220">
                  <c:v>1264.5</c:v>
                </c:pt>
                <c:pt idx="4221">
                  <c:v>1278.55</c:v>
                </c:pt>
                <c:pt idx="4222">
                  <c:v>1266.55</c:v>
                </c:pt>
                <c:pt idx="4223">
                  <c:v>1259.2</c:v>
                </c:pt>
                <c:pt idx="4224">
                  <c:v>1269.1500000000001</c:v>
                </c:pt>
                <c:pt idx="4225">
                  <c:v>1247.9000000000001</c:v>
                </c:pt>
                <c:pt idx="4226">
                  <c:v>1235.55</c:v>
                </c:pt>
                <c:pt idx="4227">
                  <c:v>1235.5999999999999</c:v>
                </c:pt>
                <c:pt idx="4228">
                  <c:v>1217.4000000000001</c:v>
                </c:pt>
                <c:pt idx="4229">
                  <c:v>1224.8499999999999</c:v>
                </c:pt>
                <c:pt idx="4230">
                  <c:v>1219.5</c:v>
                </c:pt>
                <c:pt idx="4231">
                  <c:v>1232.1500000000001</c:v>
                </c:pt>
                <c:pt idx="4232">
                  <c:v>1237.95</c:v>
                </c:pt>
                <c:pt idx="4233">
                  <c:v>1257.2</c:v>
                </c:pt>
                <c:pt idx="4234">
                  <c:v>1262.5999999999999</c:v>
                </c:pt>
                <c:pt idx="4235">
                  <c:v>1217.0999999999999</c:v>
                </c:pt>
                <c:pt idx="4236">
                  <c:v>1214</c:v>
                </c:pt>
                <c:pt idx="4237">
                  <c:v>1212.0999999999999</c:v>
                </c:pt>
                <c:pt idx="4238">
                  <c:v>1217.2</c:v>
                </c:pt>
                <c:pt idx="4239">
                  <c:v>1222.3499999999999</c:v>
                </c:pt>
                <c:pt idx="4240">
                  <c:v>1223.55</c:v>
                </c:pt>
                <c:pt idx="4241">
                  <c:v>1217.25</c:v>
                </c:pt>
                <c:pt idx="4242">
                  <c:v>1230.05</c:v>
                </c:pt>
                <c:pt idx="4243">
                  <c:v>1221.0999999999999</c:v>
                </c:pt>
                <c:pt idx="4244">
                  <c:v>1247.5</c:v>
                </c:pt>
                <c:pt idx="4245">
                  <c:v>1256.9000000000001</c:v>
                </c:pt>
                <c:pt idx="4246">
                  <c:v>1245.8</c:v>
                </c:pt>
                <c:pt idx="4247">
                  <c:v>1249.05</c:v>
                </c:pt>
                <c:pt idx="4248">
                  <c:v>1242.4000000000001</c:v>
                </c:pt>
                <c:pt idx="4249">
                  <c:v>1237.3</c:v>
                </c:pt>
                <c:pt idx="4250">
                  <c:v>1259.75</c:v>
                </c:pt>
                <c:pt idx="4251">
                  <c:v>1280.75</c:v>
                </c:pt>
                <c:pt idx="4252">
                  <c:v>1337.4</c:v>
                </c:pt>
                <c:pt idx="4253">
                  <c:v>1373.7</c:v>
                </c:pt>
                <c:pt idx="4254">
                  <c:v>1371.9</c:v>
                </c:pt>
                <c:pt idx="4255">
                  <c:v>1365.85</c:v>
                </c:pt>
                <c:pt idx="4256">
                  <c:v>1412.1</c:v>
                </c:pt>
                <c:pt idx="4257">
                  <c:v>1401.3</c:v>
                </c:pt>
                <c:pt idx="4258">
                  <c:v>1397.45</c:v>
                </c:pt>
                <c:pt idx="4259">
                  <c:v>1400.3</c:v>
                </c:pt>
                <c:pt idx="4260">
                  <c:v>1407.25</c:v>
                </c:pt>
                <c:pt idx="4261">
                  <c:v>1401.1</c:v>
                </c:pt>
                <c:pt idx="4262">
                  <c:v>1396.9</c:v>
                </c:pt>
                <c:pt idx="4263">
                  <c:v>1388.55</c:v>
                </c:pt>
                <c:pt idx="4264">
                  <c:v>1392.05</c:v>
                </c:pt>
                <c:pt idx="4265">
                  <c:v>1398.15</c:v>
                </c:pt>
                <c:pt idx="4266">
                  <c:v>1399.15</c:v>
                </c:pt>
                <c:pt idx="4267">
                  <c:v>1393.55</c:v>
                </c:pt>
                <c:pt idx="4268">
                  <c:v>1402.5</c:v>
                </c:pt>
                <c:pt idx="4269">
                  <c:v>1393.3</c:v>
                </c:pt>
                <c:pt idx="4270">
                  <c:v>1412.45</c:v>
                </c:pt>
                <c:pt idx="4271">
                  <c:v>1394.1</c:v>
                </c:pt>
                <c:pt idx="4272">
                  <c:v>1385.7</c:v>
                </c:pt>
                <c:pt idx="4273">
                  <c:v>1375.7</c:v>
                </c:pt>
                <c:pt idx="4274">
                  <c:v>1370.05</c:v>
                </c:pt>
                <c:pt idx="4275">
                  <c:v>1400.55</c:v>
                </c:pt>
                <c:pt idx="4276">
                  <c:v>1399</c:v>
                </c:pt>
                <c:pt idx="4277">
                  <c:v>1371.2</c:v>
                </c:pt>
                <c:pt idx="4278">
                  <c:v>1365.95</c:v>
                </c:pt>
                <c:pt idx="4279">
                  <c:v>1365.4</c:v>
                </c:pt>
                <c:pt idx="4280">
                  <c:v>1367.7</c:v>
                </c:pt>
                <c:pt idx="4281">
                  <c:v>1371.5</c:v>
                </c:pt>
                <c:pt idx="4282">
                  <c:v>1373.8</c:v>
                </c:pt>
                <c:pt idx="4283">
                  <c:v>1424.15</c:v>
                </c:pt>
                <c:pt idx="4284">
                  <c:v>1426.1</c:v>
                </c:pt>
                <c:pt idx="4285">
                  <c:v>1450.25</c:v>
                </c:pt>
                <c:pt idx="4286">
                  <c:v>1451.2</c:v>
                </c:pt>
                <c:pt idx="4287">
                  <c:v>1457.75</c:v>
                </c:pt>
                <c:pt idx="4288">
                  <c:v>1458.4</c:v>
                </c:pt>
                <c:pt idx="4289">
                  <c:v>1442.3</c:v>
                </c:pt>
                <c:pt idx="4290">
                  <c:v>1456.65</c:v>
                </c:pt>
                <c:pt idx="4291">
                  <c:v>1462.6</c:v>
                </c:pt>
                <c:pt idx="4292">
                  <c:v>1474.7</c:v>
                </c:pt>
                <c:pt idx="4293">
                  <c:v>1504.1</c:v>
                </c:pt>
                <c:pt idx="4294">
                  <c:v>1522.05</c:v>
                </c:pt>
                <c:pt idx="4295">
                  <c:v>1519.95</c:v>
                </c:pt>
                <c:pt idx="4296">
                  <c:v>1502.1</c:v>
                </c:pt>
                <c:pt idx="4297">
                  <c:v>1533.65</c:v>
                </c:pt>
                <c:pt idx="4298">
                  <c:v>1490.15</c:v>
                </c:pt>
                <c:pt idx="4299">
                  <c:v>1482.6</c:v>
                </c:pt>
                <c:pt idx="4300">
                  <c:v>1484.75</c:v>
                </c:pt>
                <c:pt idx="4301">
                  <c:v>1467.5</c:v>
                </c:pt>
                <c:pt idx="4302">
                  <c:v>1476.85</c:v>
                </c:pt>
                <c:pt idx="4303">
                  <c:v>1466.65</c:v>
                </c:pt>
                <c:pt idx="4304">
                  <c:v>1474.9</c:v>
                </c:pt>
                <c:pt idx="4305">
                  <c:v>1479.55</c:v>
                </c:pt>
                <c:pt idx="4306">
                  <c:v>1480.05</c:v>
                </c:pt>
                <c:pt idx="4307">
                  <c:v>1490.2</c:v>
                </c:pt>
                <c:pt idx="4308">
                  <c:v>1517.1</c:v>
                </c:pt>
                <c:pt idx="4309">
                  <c:v>1507.45</c:v>
                </c:pt>
                <c:pt idx="4310">
                  <c:v>1530.7</c:v>
                </c:pt>
                <c:pt idx="4311">
                  <c:v>1548.4</c:v>
                </c:pt>
                <c:pt idx="4312">
                  <c:v>1586</c:v>
                </c:pt>
                <c:pt idx="4313">
                  <c:v>1566.5</c:v>
                </c:pt>
                <c:pt idx="4314">
                  <c:v>1537.15</c:v>
                </c:pt>
                <c:pt idx="4315">
                  <c:v>1584.75</c:v>
                </c:pt>
                <c:pt idx="4316">
                  <c:v>1571.3</c:v>
                </c:pt>
                <c:pt idx="4317">
                  <c:v>1564.35</c:v>
                </c:pt>
                <c:pt idx="4318">
                  <c:v>1546.85</c:v>
                </c:pt>
                <c:pt idx="4319">
                  <c:v>1529.5</c:v>
                </c:pt>
                <c:pt idx="4320">
                  <c:v>1523.5</c:v>
                </c:pt>
                <c:pt idx="4321">
                  <c:v>1572</c:v>
                </c:pt>
                <c:pt idx="4322">
                  <c:v>1565.3</c:v>
                </c:pt>
                <c:pt idx="4323">
                  <c:v>1549.8</c:v>
                </c:pt>
                <c:pt idx="4324">
                  <c:v>1559.5</c:v>
                </c:pt>
                <c:pt idx="4325">
                  <c:v>1566.55</c:v>
                </c:pt>
                <c:pt idx="4326">
                  <c:v>1552.5</c:v>
                </c:pt>
                <c:pt idx="4327">
                  <c:v>1537.05</c:v>
                </c:pt>
                <c:pt idx="4328">
                  <c:v>1520.6</c:v>
                </c:pt>
                <c:pt idx="4329">
                  <c:v>1519.85</c:v>
                </c:pt>
                <c:pt idx="4330">
                  <c:v>1511.5</c:v>
                </c:pt>
                <c:pt idx="4331">
                  <c:v>1524.85</c:v>
                </c:pt>
                <c:pt idx="4332">
                  <c:v>1539.75</c:v>
                </c:pt>
                <c:pt idx="4333">
                  <c:v>1547.9</c:v>
                </c:pt>
                <c:pt idx="4334">
                  <c:v>1598.85</c:v>
                </c:pt>
                <c:pt idx="4335">
                  <c:v>1579.5</c:v>
                </c:pt>
                <c:pt idx="4336">
                  <c:v>1569.85</c:v>
                </c:pt>
                <c:pt idx="4337">
                  <c:v>1583.75</c:v>
                </c:pt>
                <c:pt idx="4338">
                  <c:v>1604.65</c:v>
                </c:pt>
                <c:pt idx="4339">
                  <c:v>1606.15</c:v>
                </c:pt>
                <c:pt idx="4340">
                  <c:v>1605.75</c:v>
                </c:pt>
                <c:pt idx="4341">
                  <c:v>1599.35</c:v>
                </c:pt>
                <c:pt idx="4342">
                  <c:v>1633.55</c:v>
                </c:pt>
                <c:pt idx="4343">
                  <c:v>1647.2</c:v>
                </c:pt>
                <c:pt idx="4344">
                  <c:v>1647.5</c:v>
                </c:pt>
                <c:pt idx="4345">
                  <c:v>1667.65</c:v>
                </c:pt>
                <c:pt idx="4346">
                  <c:v>1651.1</c:v>
                </c:pt>
                <c:pt idx="4347">
                  <c:v>1636.85</c:v>
                </c:pt>
                <c:pt idx="4348">
                  <c:v>1640.85</c:v>
                </c:pt>
                <c:pt idx="4349">
                  <c:v>1654.2</c:v>
                </c:pt>
                <c:pt idx="4350">
                  <c:v>1631.5</c:v>
                </c:pt>
                <c:pt idx="4351">
                  <c:v>1628.25</c:v>
                </c:pt>
                <c:pt idx="4352">
                  <c:v>1653.8</c:v>
                </c:pt>
                <c:pt idx="4353">
                  <c:v>1651.35</c:v>
                </c:pt>
                <c:pt idx="4354">
                  <c:v>1651.05</c:v>
                </c:pt>
                <c:pt idx="4355">
                  <c:v>1629</c:v>
                </c:pt>
                <c:pt idx="4356">
                  <c:v>1632.2</c:v>
                </c:pt>
                <c:pt idx="4357">
                  <c:v>1614.95</c:v>
                </c:pt>
                <c:pt idx="4358">
                  <c:v>1621.65</c:v>
                </c:pt>
                <c:pt idx="4359">
                  <c:v>1640.65</c:v>
                </c:pt>
                <c:pt idx="4360">
                  <c:v>1629.1</c:v>
                </c:pt>
                <c:pt idx="4361">
                  <c:v>1647.9</c:v>
                </c:pt>
                <c:pt idx="4362">
                  <c:v>1629.15</c:v>
                </c:pt>
                <c:pt idx="4363">
                  <c:v>1638.85</c:v>
                </c:pt>
                <c:pt idx="4364">
                  <c:v>1642.75</c:v>
                </c:pt>
                <c:pt idx="4365">
                  <c:v>1639.95</c:v>
                </c:pt>
                <c:pt idx="4366">
                  <c:v>1656.9</c:v>
                </c:pt>
                <c:pt idx="4367">
                  <c:v>1647.7</c:v>
                </c:pt>
                <c:pt idx="4368">
                  <c:v>1652.35</c:v>
                </c:pt>
                <c:pt idx="4369">
                  <c:v>1653</c:v>
                </c:pt>
                <c:pt idx="4370">
                  <c:v>1654.85</c:v>
                </c:pt>
                <c:pt idx="4371">
                  <c:v>1651</c:v>
                </c:pt>
                <c:pt idx="4372">
                  <c:v>1640.95</c:v>
                </c:pt>
                <c:pt idx="4373">
                  <c:v>1632.25</c:v>
                </c:pt>
                <c:pt idx="4374">
                  <c:v>1632.05</c:v>
                </c:pt>
                <c:pt idx="4375">
                  <c:v>1633.45</c:v>
                </c:pt>
                <c:pt idx="4376">
                  <c:v>1728.2</c:v>
                </c:pt>
                <c:pt idx="4377">
                  <c:v>1785.35</c:v>
                </c:pt>
                <c:pt idx="4378">
                  <c:v>1789.25</c:v>
                </c:pt>
                <c:pt idx="4379">
                  <c:v>1779.1</c:v>
                </c:pt>
                <c:pt idx="4380">
                  <c:v>1766.4</c:v>
                </c:pt>
                <c:pt idx="4381">
                  <c:v>1736.75</c:v>
                </c:pt>
                <c:pt idx="4382">
                  <c:v>1731.35</c:v>
                </c:pt>
                <c:pt idx="4383">
                  <c:v>1725.4</c:v>
                </c:pt>
                <c:pt idx="4384">
                  <c:v>1719.9</c:v>
                </c:pt>
                <c:pt idx="4385">
                  <c:v>1731.65</c:v>
                </c:pt>
                <c:pt idx="4386">
                  <c:v>1709.8</c:v>
                </c:pt>
                <c:pt idx="4387">
                  <c:v>1695.35</c:v>
                </c:pt>
                <c:pt idx="4388">
                  <c:v>1713.95</c:v>
                </c:pt>
                <c:pt idx="4389">
                  <c:v>1741.75</c:v>
                </c:pt>
                <c:pt idx="4390">
                  <c:v>1759.25</c:v>
                </c:pt>
                <c:pt idx="4391">
                  <c:v>1735.05</c:v>
                </c:pt>
                <c:pt idx="4392">
                  <c:v>1738.15</c:v>
                </c:pt>
                <c:pt idx="4393">
                  <c:v>1750.4</c:v>
                </c:pt>
                <c:pt idx="4394">
                  <c:v>1765.25</c:v>
                </c:pt>
                <c:pt idx="4395">
                  <c:v>1757.35</c:v>
                </c:pt>
                <c:pt idx="4396">
                  <c:v>1766.45</c:v>
                </c:pt>
                <c:pt idx="4397">
                  <c:v>1727.8</c:v>
                </c:pt>
                <c:pt idx="4398">
                  <c:v>1759.05</c:v>
                </c:pt>
                <c:pt idx="4399">
                  <c:v>1776.9</c:v>
                </c:pt>
                <c:pt idx="4400">
                  <c:v>1759.55</c:v>
                </c:pt>
                <c:pt idx="4401">
                  <c:v>1755.4</c:v>
                </c:pt>
                <c:pt idx="4402">
                  <c:v>1767.3</c:v>
                </c:pt>
                <c:pt idx="4403">
                  <c:v>1775</c:v>
                </c:pt>
                <c:pt idx="4404">
                  <c:v>1781.7</c:v>
                </c:pt>
                <c:pt idx="4405">
                  <c:v>1779.15</c:v>
                </c:pt>
                <c:pt idx="4406">
                  <c:v>1781.7</c:v>
                </c:pt>
                <c:pt idx="4407">
                  <c:v>1798.1</c:v>
                </c:pt>
                <c:pt idx="4408">
                  <c:v>1778.1</c:v>
                </c:pt>
                <c:pt idx="4409">
                  <c:v>1771.8</c:v>
                </c:pt>
                <c:pt idx="4410">
                  <c:v>1768.95</c:v>
                </c:pt>
                <c:pt idx="4411">
                  <c:v>1771.75</c:v>
                </c:pt>
                <c:pt idx="4412">
                  <c:v>1752.6</c:v>
                </c:pt>
                <c:pt idx="4413">
                  <c:v>1767.15</c:v>
                </c:pt>
                <c:pt idx="4414">
                  <c:v>1788.6</c:v>
                </c:pt>
                <c:pt idx="4415">
                  <c:v>1780.95</c:v>
                </c:pt>
                <c:pt idx="4416">
                  <c:v>1755.05</c:v>
                </c:pt>
                <c:pt idx="4417">
                  <c:v>1741.25</c:v>
                </c:pt>
                <c:pt idx="4418">
                  <c:v>1719.35</c:v>
                </c:pt>
                <c:pt idx="4419">
                  <c:v>1744.35</c:v>
                </c:pt>
                <c:pt idx="4420">
                  <c:v>1742.15</c:v>
                </c:pt>
                <c:pt idx="4421">
                  <c:v>1761.6</c:v>
                </c:pt>
                <c:pt idx="4422">
                  <c:v>1768.1</c:v>
                </c:pt>
                <c:pt idx="4423">
                  <c:v>1751.7</c:v>
                </c:pt>
                <c:pt idx="4424">
                  <c:v>1740</c:v>
                </c:pt>
                <c:pt idx="4425">
                  <c:v>1749.7</c:v>
                </c:pt>
                <c:pt idx="4426">
                  <c:v>1744.75</c:v>
                </c:pt>
                <c:pt idx="4427">
                  <c:v>1750.75</c:v>
                </c:pt>
                <c:pt idx="4428">
                  <c:v>1755.55</c:v>
                </c:pt>
                <c:pt idx="4429">
                  <c:v>1766.45</c:v>
                </c:pt>
                <c:pt idx="4430">
                  <c:v>1762.9</c:v>
                </c:pt>
                <c:pt idx="4431">
                  <c:v>1759.75</c:v>
                </c:pt>
                <c:pt idx="4432">
                  <c:v>1751.55</c:v>
                </c:pt>
                <c:pt idx="4433">
                  <c:v>1745.75</c:v>
                </c:pt>
                <c:pt idx="4434">
                  <c:v>1722.4</c:v>
                </c:pt>
                <c:pt idx="4435">
                  <c:v>1722.3</c:v>
                </c:pt>
                <c:pt idx="4436">
                  <c:v>1677.65</c:v>
                </c:pt>
                <c:pt idx="4437">
                  <c:v>1692.35</c:v>
                </c:pt>
                <c:pt idx="4438">
                  <c:v>1699.05</c:v>
                </c:pt>
                <c:pt idx="4439">
                  <c:v>1705.8</c:v>
                </c:pt>
                <c:pt idx="4440">
                  <c:v>1707.4</c:v>
                </c:pt>
                <c:pt idx="4441">
                  <c:v>1754.3</c:v>
                </c:pt>
                <c:pt idx="4442">
                  <c:v>1762.25</c:v>
                </c:pt>
                <c:pt idx="4443">
                  <c:v>1776.3</c:v>
                </c:pt>
                <c:pt idx="4444">
                  <c:v>1790.2</c:v>
                </c:pt>
                <c:pt idx="4445">
                  <c:v>1764.65</c:v>
                </c:pt>
                <c:pt idx="4446">
                  <c:v>1747.45</c:v>
                </c:pt>
                <c:pt idx="4447">
                  <c:v>1725.85</c:v>
                </c:pt>
                <c:pt idx="4448">
                  <c:v>1709.5</c:v>
                </c:pt>
                <c:pt idx="4449">
                  <c:v>1670.3</c:v>
                </c:pt>
                <c:pt idx="4450">
                  <c:v>1661.4</c:v>
                </c:pt>
                <c:pt idx="4451">
                  <c:v>1650.9</c:v>
                </c:pt>
                <c:pt idx="4452">
                  <c:v>1664.4</c:v>
                </c:pt>
                <c:pt idx="4453">
                  <c:v>1705.5</c:v>
                </c:pt>
                <c:pt idx="4454">
                  <c:v>1689.2</c:v>
                </c:pt>
                <c:pt idx="4455">
                  <c:v>1694.5</c:v>
                </c:pt>
                <c:pt idx="4456">
                  <c:v>1718.15</c:v>
                </c:pt>
                <c:pt idx="4457">
                  <c:v>1704.6</c:v>
                </c:pt>
                <c:pt idx="4458">
                  <c:v>1711.05</c:v>
                </c:pt>
                <c:pt idx="4459">
                  <c:v>1711</c:v>
                </c:pt>
                <c:pt idx="4460">
                  <c:v>1725.5</c:v>
                </c:pt>
                <c:pt idx="4461">
                  <c:v>1704.15</c:v>
                </c:pt>
                <c:pt idx="4462">
                  <c:v>1675.7</c:v>
                </c:pt>
                <c:pt idx="4463">
                  <c:v>1658.8</c:v>
                </c:pt>
                <c:pt idx="4464">
                  <c:v>1680.4</c:v>
                </c:pt>
                <c:pt idx="4465">
                  <c:v>1679.5</c:v>
                </c:pt>
                <c:pt idx="4466">
                  <c:v>1648.4</c:v>
                </c:pt>
                <c:pt idx="4467">
                  <c:v>1655.55</c:v>
                </c:pt>
                <c:pt idx="4468">
                  <c:v>1682.95</c:v>
                </c:pt>
                <c:pt idx="4469">
                  <c:v>1709.95</c:v>
                </c:pt>
                <c:pt idx="4470">
                  <c:v>1710.8</c:v>
                </c:pt>
                <c:pt idx="4471">
                  <c:v>1696.7</c:v>
                </c:pt>
                <c:pt idx="4472">
                  <c:v>1704.5</c:v>
                </c:pt>
                <c:pt idx="4473">
                  <c:v>1723</c:v>
                </c:pt>
                <c:pt idx="4474">
                  <c:v>1719.95</c:v>
                </c:pt>
                <c:pt idx="4475">
                  <c:v>1709.15</c:v>
                </c:pt>
                <c:pt idx="4476">
                  <c:v>1693.7</c:v>
                </c:pt>
                <c:pt idx="4477">
                  <c:v>1701.9</c:v>
                </c:pt>
                <c:pt idx="4478">
                  <c:v>1709.35</c:v>
                </c:pt>
                <c:pt idx="4479">
                  <c:v>1713.2</c:v>
                </c:pt>
                <c:pt idx="4480">
                  <c:v>1707.9</c:v>
                </c:pt>
                <c:pt idx="4481">
                  <c:v>1696.15</c:v>
                </c:pt>
                <c:pt idx="4482">
                  <c:v>1710.4</c:v>
                </c:pt>
                <c:pt idx="4483">
                  <c:v>1683.75</c:v>
                </c:pt>
                <c:pt idx="4484">
                  <c:v>1703.25</c:v>
                </c:pt>
                <c:pt idx="4485">
                  <c:v>1700.8</c:v>
                </c:pt>
                <c:pt idx="4486">
                  <c:v>1703.2</c:v>
                </c:pt>
                <c:pt idx="4487">
                  <c:v>1725.2</c:v>
                </c:pt>
                <c:pt idx="4488">
                  <c:v>1740.95</c:v>
                </c:pt>
                <c:pt idx="4489">
                  <c:v>1735.05</c:v>
                </c:pt>
                <c:pt idx="4490">
                  <c:v>1726.45</c:v>
                </c:pt>
                <c:pt idx="4491">
                  <c:v>1741.35</c:v>
                </c:pt>
                <c:pt idx="4492">
                  <c:v>1760.95</c:v>
                </c:pt>
                <c:pt idx="4493">
                  <c:v>1871.2</c:v>
                </c:pt>
                <c:pt idx="4494">
                  <c:v>1845.95</c:v>
                </c:pt>
                <c:pt idx="4495">
                  <c:v>1858.35</c:v>
                </c:pt>
                <c:pt idx="4496">
                  <c:v>1896.8</c:v>
                </c:pt>
                <c:pt idx="4497">
                  <c:v>1901.25</c:v>
                </c:pt>
                <c:pt idx="4498">
                  <c:v>1872</c:v>
                </c:pt>
                <c:pt idx="4499">
                  <c:v>1884.65</c:v>
                </c:pt>
                <c:pt idx="4500">
                  <c:v>1911.2</c:v>
                </c:pt>
                <c:pt idx="4501">
                  <c:v>1908.3</c:v>
                </c:pt>
                <c:pt idx="4502">
                  <c:v>1967.6</c:v>
                </c:pt>
                <c:pt idx="4503">
                  <c:v>1937.5</c:v>
                </c:pt>
                <c:pt idx="4504">
                  <c:v>1956.3</c:v>
                </c:pt>
                <c:pt idx="4505">
                  <c:v>1967.55</c:v>
                </c:pt>
                <c:pt idx="4506">
                  <c:v>1903.85</c:v>
                </c:pt>
                <c:pt idx="4507">
                  <c:v>1823.35</c:v>
                </c:pt>
                <c:pt idx="4508">
                  <c:v>1788.6</c:v>
                </c:pt>
                <c:pt idx="4509">
                  <c:v>1785.35</c:v>
                </c:pt>
                <c:pt idx="4510">
                  <c:v>1811.8</c:v>
                </c:pt>
                <c:pt idx="4511">
                  <c:v>1773.05</c:v>
                </c:pt>
                <c:pt idx="4512">
                  <c:v>1805.45</c:v>
                </c:pt>
                <c:pt idx="4513">
                  <c:v>1814</c:v>
                </c:pt>
                <c:pt idx="4514">
                  <c:v>1829.5</c:v>
                </c:pt>
                <c:pt idx="4515">
                  <c:v>1815.5</c:v>
                </c:pt>
                <c:pt idx="4516">
                  <c:v>1814.05</c:v>
                </c:pt>
                <c:pt idx="4517">
                  <c:v>1811.75</c:v>
                </c:pt>
                <c:pt idx="4518">
                  <c:v>1824.8</c:v>
                </c:pt>
                <c:pt idx="4519">
                  <c:v>1819.25</c:v>
                </c:pt>
                <c:pt idx="4520">
                  <c:v>1824.2</c:v>
                </c:pt>
                <c:pt idx="4521">
                  <c:v>1843.25</c:v>
                </c:pt>
                <c:pt idx="4522">
                  <c:v>1828.65</c:v>
                </c:pt>
                <c:pt idx="4523">
                  <c:v>1808.7</c:v>
                </c:pt>
                <c:pt idx="4524">
                  <c:v>1814.15</c:v>
                </c:pt>
                <c:pt idx="4525">
                  <c:v>1789.6</c:v>
                </c:pt>
                <c:pt idx="4526">
                  <c:v>1782.8</c:v>
                </c:pt>
                <c:pt idx="4527">
                  <c:v>1761.75</c:v>
                </c:pt>
                <c:pt idx="4528">
                  <c:v>1798.75</c:v>
                </c:pt>
                <c:pt idx="4529">
                  <c:v>1818.6</c:v>
                </c:pt>
                <c:pt idx="4530">
                  <c:v>1858.05</c:v>
                </c:pt>
                <c:pt idx="4531">
                  <c:v>1868.5</c:v>
                </c:pt>
                <c:pt idx="4532">
                  <c:v>1844.7</c:v>
                </c:pt>
                <c:pt idx="4533">
                  <c:v>1830</c:v>
                </c:pt>
                <c:pt idx="4534">
                  <c:v>1791.4</c:v>
                </c:pt>
                <c:pt idx="4535">
                  <c:v>1774.5</c:v>
                </c:pt>
                <c:pt idx="4536">
                  <c:v>1800.05</c:v>
                </c:pt>
                <c:pt idx="4537">
                  <c:v>1817.85</c:v>
                </c:pt>
                <c:pt idx="4538">
                  <c:v>1809.55</c:v>
                </c:pt>
                <c:pt idx="4539">
                  <c:v>1789.6</c:v>
                </c:pt>
                <c:pt idx="4540">
                  <c:v>1830.15</c:v>
                </c:pt>
                <c:pt idx="4541">
                  <c:v>1823.15</c:v>
                </c:pt>
                <c:pt idx="4542">
                  <c:v>1825.6</c:v>
                </c:pt>
                <c:pt idx="4543">
                  <c:v>1838.05</c:v>
                </c:pt>
                <c:pt idx="4544">
                  <c:v>1825.7</c:v>
                </c:pt>
                <c:pt idx="4545">
                  <c:v>1803.3</c:v>
                </c:pt>
                <c:pt idx="4546">
                  <c:v>1824.45</c:v>
                </c:pt>
                <c:pt idx="4547">
                  <c:v>1829</c:v>
                </c:pt>
                <c:pt idx="4548">
                  <c:v>1836.7</c:v>
                </c:pt>
                <c:pt idx="4549">
                  <c:v>1817.5</c:v>
                </c:pt>
                <c:pt idx="4550">
                  <c:v>1812.4</c:v>
                </c:pt>
                <c:pt idx="4551">
                  <c:v>1829.05</c:v>
                </c:pt>
                <c:pt idx="4552">
                  <c:v>1840.6</c:v>
                </c:pt>
                <c:pt idx="4553">
                  <c:v>1870.45</c:v>
                </c:pt>
                <c:pt idx="4554">
                  <c:v>1889.7</c:v>
                </c:pt>
                <c:pt idx="4555">
                  <c:v>1877.7</c:v>
                </c:pt>
                <c:pt idx="4556">
                  <c:v>1858.65</c:v>
                </c:pt>
                <c:pt idx="4557">
                  <c:v>1834.15</c:v>
                </c:pt>
                <c:pt idx="4558">
                  <c:v>1830.85</c:v>
                </c:pt>
                <c:pt idx="4559">
                  <c:v>1859.55</c:v>
                </c:pt>
                <c:pt idx="4560">
                  <c:v>1849.5</c:v>
                </c:pt>
                <c:pt idx="4561">
                  <c:v>1850.45</c:v>
                </c:pt>
                <c:pt idx="4562">
                  <c:v>1853.75</c:v>
                </c:pt>
                <c:pt idx="4563">
                  <c:v>1883.25</c:v>
                </c:pt>
                <c:pt idx="4564">
                  <c:v>1910.6</c:v>
                </c:pt>
                <c:pt idx="4565">
                  <c:v>1922.7</c:v>
                </c:pt>
                <c:pt idx="4566">
                  <c:v>1910.35</c:v>
                </c:pt>
                <c:pt idx="4567">
                  <c:v>1918.7</c:v>
                </c:pt>
                <c:pt idx="4568">
                  <c:v>1903.35</c:v>
                </c:pt>
                <c:pt idx="4569">
                  <c:v>1897.65</c:v>
                </c:pt>
                <c:pt idx="4570">
                  <c:v>1894.3</c:v>
                </c:pt>
                <c:pt idx="4571">
                  <c:v>1919.8</c:v>
                </c:pt>
                <c:pt idx="4572">
                  <c:v>1930.6</c:v>
                </c:pt>
                <c:pt idx="4573">
                  <c:v>1929.55</c:v>
                </c:pt>
                <c:pt idx="4574">
                  <c:v>1914.55</c:v>
                </c:pt>
                <c:pt idx="4575">
                  <c:v>1875.1</c:v>
                </c:pt>
                <c:pt idx="4576">
                  <c:v>1853</c:v>
                </c:pt>
                <c:pt idx="4577">
                  <c:v>1819.2</c:v>
                </c:pt>
                <c:pt idx="4578">
                  <c:v>1810</c:v>
                </c:pt>
                <c:pt idx="4579">
                  <c:v>1783.65</c:v>
                </c:pt>
                <c:pt idx="4580">
                  <c:v>1806.1</c:v>
                </c:pt>
                <c:pt idx="4581">
                  <c:v>1819.75</c:v>
                </c:pt>
                <c:pt idx="4582">
                  <c:v>1829.55</c:v>
                </c:pt>
                <c:pt idx="4583">
                  <c:v>1809.75</c:v>
                </c:pt>
                <c:pt idx="4584">
                  <c:v>1790.8</c:v>
                </c:pt>
                <c:pt idx="4585">
                  <c:v>1833</c:v>
                </c:pt>
                <c:pt idx="4586">
                  <c:v>1844.25</c:v>
                </c:pt>
                <c:pt idx="4587">
                  <c:v>1833.15</c:v>
                </c:pt>
                <c:pt idx="4588">
                  <c:v>1848.4</c:v>
                </c:pt>
                <c:pt idx="4589">
                  <c:v>1858.45</c:v>
                </c:pt>
                <c:pt idx="4590">
                  <c:v>1869</c:v>
                </c:pt>
                <c:pt idx="4591">
                  <c:v>1840.45</c:v>
                </c:pt>
                <c:pt idx="4592">
                  <c:v>1839.45</c:v>
                </c:pt>
                <c:pt idx="4593">
                  <c:v>1847.7</c:v>
                </c:pt>
                <c:pt idx="4594">
                  <c:v>1832.3</c:v>
                </c:pt>
                <c:pt idx="4595">
                  <c:v>1833.75</c:v>
                </c:pt>
                <c:pt idx="4596">
                  <c:v>1832.25</c:v>
                </c:pt>
                <c:pt idx="4597">
                  <c:v>1823.55</c:v>
                </c:pt>
                <c:pt idx="4598">
                  <c:v>1828</c:v>
                </c:pt>
                <c:pt idx="4599">
                  <c:v>1847</c:v>
                </c:pt>
                <c:pt idx="4600">
                  <c:v>1858.9</c:v>
                </c:pt>
                <c:pt idx="4601">
                  <c:v>1906.75</c:v>
                </c:pt>
                <c:pt idx="4602">
                  <c:v>1893.8</c:v>
                </c:pt>
                <c:pt idx="4603">
                  <c:v>1915.85</c:v>
                </c:pt>
                <c:pt idx="4604">
                  <c:v>1904.85</c:v>
                </c:pt>
                <c:pt idx="4605">
                  <c:v>1878</c:v>
                </c:pt>
                <c:pt idx="4606">
                  <c:v>1908.1</c:v>
                </c:pt>
                <c:pt idx="4607">
                  <c:v>1897.1</c:v>
                </c:pt>
                <c:pt idx="4608">
                  <c:v>1879.7</c:v>
                </c:pt>
                <c:pt idx="4609">
                  <c:v>1922.5</c:v>
                </c:pt>
                <c:pt idx="4610">
                  <c:v>1931.05</c:v>
                </c:pt>
                <c:pt idx="4611">
                  <c:v>1916.85</c:v>
                </c:pt>
                <c:pt idx="4612">
                  <c:v>1904.9</c:v>
                </c:pt>
                <c:pt idx="4613">
                  <c:v>1942.55</c:v>
                </c:pt>
                <c:pt idx="4614">
                  <c:v>1928.1</c:v>
                </c:pt>
                <c:pt idx="4615">
                  <c:v>1962.7</c:v>
                </c:pt>
                <c:pt idx="4616">
                  <c:v>1972.5</c:v>
                </c:pt>
                <c:pt idx="4617">
                  <c:v>1991.2</c:v>
                </c:pt>
                <c:pt idx="4618">
                  <c:v>1989.3</c:v>
                </c:pt>
                <c:pt idx="4619">
                  <c:v>2009.45</c:v>
                </c:pt>
                <c:pt idx="4620">
                  <c:v>1988.4</c:v>
                </c:pt>
                <c:pt idx="4621">
                  <c:v>1973.85</c:v>
                </c:pt>
                <c:pt idx="4622">
                  <c:v>1966.85</c:v>
                </c:pt>
                <c:pt idx="4623">
                  <c:v>1975.55</c:v>
                </c:pt>
                <c:pt idx="4624">
                  <c:v>2000.85</c:v>
                </c:pt>
                <c:pt idx="4625">
                  <c:v>2023.4</c:v>
                </c:pt>
                <c:pt idx="4626">
                  <c:v>2047.25</c:v>
                </c:pt>
                <c:pt idx="4627">
                  <c:v>2028.75</c:v>
                </c:pt>
                <c:pt idx="4628">
                  <c:v>1994.85</c:v>
                </c:pt>
                <c:pt idx="4629">
                  <c:v>1970.15</c:v>
                </c:pt>
                <c:pt idx="4630">
                  <c:v>1931.95</c:v>
                </c:pt>
                <c:pt idx="4631">
                  <c:v>1977.5</c:v>
                </c:pt>
                <c:pt idx="4632">
                  <c:v>1979.3</c:v>
                </c:pt>
                <c:pt idx="4633">
                  <c:v>1978.6</c:v>
                </c:pt>
                <c:pt idx="4634">
                  <c:v>1984.6</c:v>
                </c:pt>
                <c:pt idx="4635">
                  <c:v>1969.95</c:v>
                </c:pt>
                <c:pt idx="4636">
                  <c:v>1974.3</c:v>
                </c:pt>
                <c:pt idx="4637">
                  <c:v>1947</c:v>
                </c:pt>
                <c:pt idx="4638">
                  <c:v>1941.5</c:v>
                </c:pt>
                <c:pt idx="4639">
                  <c:v>1891.2</c:v>
                </c:pt>
                <c:pt idx="4640">
                  <c:v>1885.65</c:v>
                </c:pt>
                <c:pt idx="4641">
                  <c:v>1920.05</c:v>
                </c:pt>
                <c:pt idx="4642">
                  <c:v>1913.35</c:v>
                </c:pt>
                <c:pt idx="4643">
                  <c:v>1906.3</c:v>
                </c:pt>
                <c:pt idx="4644">
                  <c:v>1919.05</c:v>
                </c:pt>
                <c:pt idx="4645">
                  <c:v>1924.85</c:v>
                </c:pt>
                <c:pt idx="4646">
                  <c:v>1955.15</c:v>
                </c:pt>
                <c:pt idx="4647">
                  <c:v>1956.25</c:v>
                </c:pt>
                <c:pt idx="4648">
                  <c:v>1934.15</c:v>
                </c:pt>
                <c:pt idx="4649">
                  <c:v>1935.95</c:v>
                </c:pt>
                <c:pt idx="4650">
                  <c:v>1944.8</c:v>
                </c:pt>
                <c:pt idx="4651">
                  <c:v>1954.8</c:v>
                </c:pt>
                <c:pt idx="4652">
                  <c:v>1937.4</c:v>
                </c:pt>
                <c:pt idx="4653">
                  <c:v>1956.15</c:v>
                </c:pt>
                <c:pt idx="4654">
                  <c:v>1920</c:v>
                </c:pt>
                <c:pt idx="4655">
                  <c:v>1883.55</c:v>
                </c:pt>
                <c:pt idx="4656">
                  <c:v>1868.05</c:v>
                </c:pt>
                <c:pt idx="4657">
                  <c:v>1877.8</c:v>
                </c:pt>
                <c:pt idx="4658">
                  <c:v>1925.45</c:v>
                </c:pt>
                <c:pt idx="4659">
                  <c:v>1878.85</c:v>
                </c:pt>
                <c:pt idx="4660">
                  <c:v>1855.7</c:v>
                </c:pt>
                <c:pt idx="4661">
                  <c:v>1830.65</c:v>
                </c:pt>
                <c:pt idx="4662">
                  <c:v>1839.4</c:v>
                </c:pt>
                <c:pt idx="4663">
                  <c:v>1718.7</c:v>
                </c:pt>
                <c:pt idx="4664">
                  <c:v>1773.35</c:v>
                </c:pt>
                <c:pt idx="4665">
                  <c:v>1767.45</c:v>
                </c:pt>
                <c:pt idx="4666">
                  <c:v>1729</c:v>
                </c:pt>
                <c:pt idx="4667">
                  <c:v>1754.5</c:v>
                </c:pt>
                <c:pt idx="4668">
                  <c:v>1806.35</c:v>
                </c:pt>
                <c:pt idx="4669">
                  <c:v>1797.55</c:v>
                </c:pt>
                <c:pt idx="4670">
                  <c:v>1778.45</c:v>
                </c:pt>
                <c:pt idx="4671">
                  <c:v>1708.65</c:v>
                </c:pt>
                <c:pt idx="4672">
                  <c:v>1667.7</c:v>
                </c:pt>
                <c:pt idx="4673">
                  <c:v>1712.75</c:v>
                </c:pt>
                <c:pt idx="4674">
                  <c:v>1736.95</c:v>
                </c:pt>
                <c:pt idx="4675">
                  <c:v>1684.55</c:v>
                </c:pt>
                <c:pt idx="4676">
                  <c:v>1730.3</c:v>
                </c:pt>
                <c:pt idx="4677">
                  <c:v>1732.9</c:v>
                </c:pt>
                <c:pt idx="4678">
                  <c:v>1756.25</c:v>
                </c:pt>
                <c:pt idx="4679">
                  <c:v>1737.8</c:v>
                </c:pt>
                <c:pt idx="4680">
                  <c:v>1660.25</c:v>
                </c:pt>
                <c:pt idx="4681">
                  <c:v>1658.3</c:v>
                </c:pt>
                <c:pt idx="4682">
                  <c:v>1686.75</c:v>
                </c:pt>
                <c:pt idx="4683">
                  <c:v>1741.45</c:v>
                </c:pt>
                <c:pt idx="4684">
                  <c:v>1694.45</c:v>
                </c:pt>
                <c:pt idx="4685">
                  <c:v>1702.1</c:v>
                </c:pt>
                <c:pt idx="4686">
                  <c:v>1698.4</c:v>
                </c:pt>
                <c:pt idx="4687">
                  <c:v>1671.9</c:v>
                </c:pt>
                <c:pt idx="4688">
                  <c:v>1769.25</c:v>
                </c:pt>
                <c:pt idx="4689">
                  <c:v>1762</c:v>
                </c:pt>
                <c:pt idx="4690">
                  <c:v>1824.4</c:v>
                </c:pt>
                <c:pt idx="4691">
                  <c:v>1792.9</c:v>
                </c:pt>
                <c:pt idx="4692">
                  <c:v>1805.9</c:v>
                </c:pt>
                <c:pt idx="4693">
                  <c:v>1815.85</c:v>
                </c:pt>
                <c:pt idx="4694">
                  <c:v>1816.1</c:v>
                </c:pt>
                <c:pt idx="4695">
                  <c:v>1795.9</c:v>
                </c:pt>
                <c:pt idx="4696">
                  <c:v>1824.7</c:v>
                </c:pt>
                <c:pt idx="4697">
                  <c:v>1839.15</c:v>
                </c:pt>
                <c:pt idx="4698">
                  <c:v>1853.6</c:v>
                </c:pt>
                <c:pt idx="4699">
                  <c:v>1889</c:v>
                </c:pt>
                <c:pt idx="4700">
                  <c:v>1899.35</c:v>
                </c:pt>
                <c:pt idx="4701">
                  <c:v>1876.8</c:v>
                </c:pt>
                <c:pt idx="4702">
                  <c:v>1868.15</c:v>
                </c:pt>
                <c:pt idx="4703">
                  <c:v>1873.7</c:v>
                </c:pt>
                <c:pt idx="4704">
                  <c:v>1884.65</c:v>
                </c:pt>
                <c:pt idx="4705">
                  <c:v>1901.7</c:v>
                </c:pt>
                <c:pt idx="4706">
                  <c:v>1928</c:v>
                </c:pt>
                <c:pt idx="4707">
                  <c:v>1956.3</c:v>
                </c:pt>
                <c:pt idx="4708">
                  <c:v>1989</c:v>
                </c:pt>
                <c:pt idx="4709">
                  <c:v>1980.75</c:v>
                </c:pt>
                <c:pt idx="4710">
                  <c:v>1939.45</c:v>
                </c:pt>
                <c:pt idx="4711">
                  <c:v>1973.3</c:v>
                </c:pt>
                <c:pt idx="4712">
                  <c:v>1945.8</c:v>
                </c:pt>
                <c:pt idx="4713">
                  <c:v>1951.35</c:v>
                </c:pt>
                <c:pt idx="4714">
                  <c:v>1906.5</c:v>
                </c:pt>
                <c:pt idx="4715">
                  <c:v>1905.25</c:v>
                </c:pt>
                <c:pt idx="4716">
                  <c:v>1940.2</c:v>
                </c:pt>
                <c:pt idx="4717">
                  <c:v>1942.05</c:v>
                </c:pt>
                <c:pt idx="4718">
                  <c:v>1904.1</c:v>
                </c:pt>
                <c:pt idx="4719">
                  <c:v>1960.35</c:v>
                </c:pt>
                <c:pt idx="4720">
                  <c:v>1952</c:v>
                </c:pt>
                <c:pt idx="4721">
                  <c:v>1981.7</c:v>
                </c:pt>
                <c:pt idx="4722">
                  <c:v>1974.7</c:v>
                </c:pt>
                <c:pt idx="4723">
                  <c:v>1948.6</c:v>
                </c:pt>
                <c:pt idx="4724">
                  <c:v>1902.15</c:v>
                </c:pt>
                <c:pt idx="4725">
                  <c:v>1933.35</c:v>
                </c:pt>
                <c:pt idx="4726">
                  <c:v>1948.85</c:v>
                </c:pt>
                <c:pt idx="4727">
                  <c:v>1979.95</c:v>
                </c:pt>
                <c:pt idx="4728">
                  <c:v>1968.35</c:v>
                </c:pt>
                <c:pt idx="4729">
                  <c:v>2009</c:v>
                </c:pt>
                <c:pt idx="4730">
                  <c:v>1980.65</c:v>
                </c:pt>
                <c:pt idx="4731">
                  <c:v>1936.85</c:v>
                </c:pt>
                <c:pt idx="4732">
                  <c:v>1972.6</c:v>
                </c:pt>
                <c:pt idx="4733">
                  <c:v>1972.9</c:v>
                </c:pt>
                <c:pt idx="4734">
                  <c:v>1958.95</c:v>
                </c:pt>
                <c:pt idx="4735">
                  <c:v>1994.95</c:v>
                </c:pt>
                <c:pt idx="4736">
                  <c:v>1980.1</c:v>
                </c:pt>
                <c:pt idx="4737">
                  <c:v>1991.4</c:v>
                </c:pt>
                <c:pt idx="4738">
                  <c:v>1969.2</c:v>
                </c:pt>
                <c:pt idx="4739">
                  <c:v>1992.15</c:v>
                </c:pt>
                <c:pt idx="4740">
                  <c:v>1975</c:v>
                </c:pt>
                <c:pt idx="4741">
                  <c:v>2004.55</c:v>
                </c:pt>
                <c:pt idx="4742">
                  <c:v>2006.85</c:v>
                </c:pt>
                <c:pt idx="4743">
                  <c:v>2004.45</c:v>
                </c:pt>
                <c:pt idx="4744">
                  <c:v>1979.4</c:v>
                </c:pt>
                <c:pt idx="4745">
                  <c:v>1958.25</c:v>
                </c:pt>
                <c:pt idx="4746">
                  <c:v>1971.1</c:v>
                </c:pt>
                <c:pt idx="4747">
                  <c:v>1977.8</c:v>
                </c:pt>
                <c:pt idx="4748">
                  <c:v>1946.9</c:v>
                </c:pt>
                <c:pt idx="4749">
                  <c:v>1922.3</c:v>
                </c:pt>
                <c:pt idx="4750">
                  <c:v>1885.8</c:v>
                </c:pt>
                <c:pt idx="4751">
                  <c:v>1922.35</c:v>
                </c:pt>
                <c:pt idx="4752">
                  <c:v>1961.25</c:v>
                </c:pt>
                <c:pt idx="4753">
                  <c:v>1978.5</c:v>
                </c:pt>
                <c:pt idx="4754">
                  <c:v>1981.4</c:v>
                </c:pt>
                <c:pt idx="4755">
                  <c:v>1987.95</c:v>
                </c:pt>
                <c:pt idx="4756">
                  <c:v>1969.65</c:v>
                </c:pt>
                <c:pt idx="4757">
                  <c:v>1944.65</c:v>
                </c:pt>
                <c:pt idx="4758">
                  <c:v>1948.2</c:v>
                </c:pt>
                <c:pt idx="4759">
                  <c:v>1905.05</c:v>
                </c:pt>
                <c:pt idx="4760">
                  <c:v>1930.5</c:v>
                </c:pt>
                <c:pt idx="4761">
                  <c:v>1900.7</c:v>
                </c:pt>
                <c:pt idx="4762">
                  <c:v>1874.9</c:v>
                </c:pt>
                <c:pt idx="4763">
                  <c:v>1874.85</c:v>
                </c:pt>
                <c:pt idx="4764">
                  <c:v>1853.45</c:v>
                </c:pt>
                <c:pt idx="4765">
                  <c:v>1870.5</c:v>
                </c:pt>
                <c:pt idx="4766">
                  <c:v>1891.45</c:v>
                </c:pt>
                <c:pt idx="4767">
                  <c:v>1887.4</c:v>
                </c:pt>
                <c:pt idx="4768">
                  <c:v>1894.5</c:v>
                </c:pt>
                <c:pt idx="4769">
                  <c:v>1853.65</c:v>
                </c:pt>
                <c:pt idx="4770">
                  <c:v>1841</c:v>
                </c:pt>
                <c:pt idx="4771">
                  <c:v>1841.2</c:v>
                </c:pt>
                <c:pt idx="4772">
                  <c:v>1859.45</c:v>
                </c:pt>
                <c:pt idx="4773">
                  <c:v>1860</c:v>
                </c:pt>
                <c:pt idx="4774">
                  <c:v>1885.2</c:v>
                </c:pt>
                <c:pt idx="4775">
                  <c:v>1880.2</c:v>
                </c:pt>
                <c:pt idx="4776">
                  <c:v>1884.05</c:v>
                </c:pt>
                <c:pt idx="4777">
                  <c:v>1897.55</c:v>
                </c:pt>
                <c:pt idx="4778">
                  <c:v>1930</c:v>
                </c:pt>
                <c:pt idx="4779">
                  <c:v>1950.65</c:v>
                </c:pt>
                <c:pt idx="4780">
                  <c:v>1956.95</c:v>
                </c:pt>
                <c:pt idx="4781">
                  <c:v>1974.65</c:v>
                </c:pt>
                <c:pt idx="4782">
                  <c:v>1962.4</c:v>
                </c:pt>
                <c:pt idx="4783">
                  <c:v>1967.85</c:v>
                </c:pt>
                <c:pt idx="4784">
                  <c:v>1987.55</c:v>
                </c:pt>
                <c:pt idx="4785">
                  <c:v>1981.55</c:v>
                </c:pt>
                <c:pt idx="4786">
                  <c:v>1945.65</c:v>
                </c:pt>
                <c:pt idx="4787">
                  <c:v>1946.3</c:v>
                </c:pt>
                <c:pt idx="4788">
                  <c:v>1919.9</c:v>
                </c:pt>
                <c:pt idx="4789">
                  <c:v>1944.45</c:v>
                </c:pt>
                <c:pt idx="4790">
                  <c:v>1968.25</c:v>
                </c:pt>
                <c:pt idx="4791">
                  <c:v>1959.65</c:v>
                </c:pt>
                <c:pt idx="4792">
                  <c:v>1995.95</c:v>
                </c:pt>
                <c:pt idx="4793">
                  <c:v>2013.1</c:v>
                </c:pt>
                <c:pt idx="4794">
                  <c:v>2042.05</c:v>
                </c:pt>
                <c:pt idx="4795">
                  <c:v>2059.1999999999998</c:v>
                </c:pt>
                <c:pt idx="4796">
                  <c:v>2054.9</c:v>
                </c:pt>
                <c:pt idx="4797">
                  <c:v>2069.15</c:v>
                </c:pt>
                <c:pt idx="4798">
                  <c:v>2029.25</c:v>
                </c:pt>
                <c:pt idx="4799">
                  <c:v>2022.8</c:v>
                </c:pt>
                <c:pt idx="4800">
                  <c:v>2024.95</c:v>
                </c:pt>
                <c:pt idx="4801">
                  <c:v>2014.25</c:v>
                </c:pt>
                <c:pt idx="4802">
                  <c:v>2026.7</c:v>
                </c:pt>
                <c:pt idx="4803">
                  <c:v>2003.75</c:v>
                </c:pt>
                <c:pt idx="4804">
                  <c:v>1953.9</c:v>
                </c:pt>
                <c:pt idx="4805">
                  <c:v>1934.7</c:v>
                </c:pt>
                <c:pt idx="4806">
                  <c:v>1980.4</c:v>
                </c:pt>
                <c:pt idx="4807">
                  <c:v>1955.15</c:v>
                </c:pt>
                <c:pt idx="4808">
                  <c:v>1977.4</c:v>
                </c:pt>
                <c:pt idx="4809">
                  <c:v>1995.05</c:v>
                </c:pt>
                <c:pt idx="4810">
                  <c:v>2017.4</c:v>
                </c:pt>
                <c:pt idx="4811">
                  <c:v>2006.4</c:v>
                </c:pt>
                <c:pt idx="4812">
                  <c:v>1965.45</c:v>
                </c:pt>
                <c:pt idx="4813">
                  <c:v>1966.3</c:v>
                </c:pt>
                <c:pt idx="4814">
                  <c:v>1930.75</c:v>
                </c:pt>
                <c:pt idx="4815">
                  <c:v>1914.6</c:v>
                </c:pt>
                <c:pt idx="4816">
                  <c:v>1931.7</c:v>
                </c:pt>
                <c:pt idx="4817">
                  <c:v>1952.9</c:v>
                </c:pt>
                <c:pt idx="4818">
                  <c:v>1965.2</c:v>
                </c:pt>
                <c:pt idx="4819">
                  <c:v>1944.95</c:v>
                </c:pt>
                <c:pt idx="4820">
                  <c:v>1942.1</c:v>
                </c:pt>
                <c:pt idx="4821">
                  <c:v>1993.65</c:v>
                </c:pt>
                <c:pt idx="4822">
                  <c:v>2122.5</c:v>
                </c:pt>
                <c:pt idx="4823">
                  <c:v>2114.5</c:v>
                </c:pt>
                <c:pt idx="4824">
                  <c:v>2138.8000000000002</c:v>
                </c:pt>
                <c:pt idx="4825">
                  <c:v>2114.4</c:v>
                </c:pt>
                <c:pt idx="4826">
                  <c:v>2123.4</c:v>
                </c:pt>
                <c:pt idx="4827">
                  <c:v>2165.3000000000002</c:v>
                </c:pt>
                <c:pt idx="4828">
                  <c:v>2147.85</c:v>
                </c:pt>
                <c:pt idx="4829">
                  <c:v>2147.4499999999998</c:v>
                </c:pt>
                <c:pt idx="4830">
                  <c:v>2184.4</c:v>
                </c:pt>
                <c:pt idx="4831">
                  <c:v>2182.65</c:v>
                </c:pt>
                <c:pt idx="4832">
                  <c:v>2230.4499999999998</c:v>
                </c:pt>
                <c:pt idx="4833">
                  <c:v>2223.9499999999998</c:v>
                </c:pt>
                <c:pt idx="4834">
                  <c:v>2183.4499999999998</c:v>
                </c:pt>
                <c:pt idx="4835">
                  <c:v>2210.85</c:v>
                </c:pt>
                <c:pt idx="4836">
                  <c:v>2194.0500000000002</c:v>
                </c:pt>
                <c:pt idx="4837">
                  <c:v>2189.85</c:v>
                </c:pt>
                <c:pt idx="4838">
                  <c:v>2181.9499999999998</c:v>
                </c:pt>
                <c:pt idx="4839">
                  <c:v>2197.5</c:v>
                </c:pt>
                <c:pt idx="4840">
                  <c:v>2185.85</c:v>
                </c:pt>
                <c:pt idx="4841">
                  <c:v>2173</c:v>
                </c:pt>
                <c:pt idx="4842">
                  <c:v>2153</c:v>
                </c:pt>
                <c:pt idx="4843">
                  <c:v>2175.4</c:v>
                </c:pt>
                <c:pt idx="4844">
                  <c:v>2199.25</c:v>
                </c:pt>
                <c:pt idx="4845">
                  <c:v>2140.8000000000002</c:v>
                </c:pt>
                <c:pt idx="4846">
                  <c:v>2148.9</c:v>
                </c:pt>
                <c:pt idx="4847">
                  <c:v>2172.8000000000002</c:v>
                </c:pt>
                <c:pt idx="4848">
                  <c:v>2168.1</c:v>
                </c:pt>
                <c:pt idx="4849">
                  <c:v>2195.4499999999998</c:v>
                </c:pt>
                <c:pt idx="4850">
                  <c:v>2192.1</c:v>
                </c:pt>
                <c:pt idx="4851">
                  <c:v>2245.9</c:v>
                </c:pt>
                <c:pt idx="4852">
                  <c:v>2281.25</c:v>
                </c:pt>
                <c:pt idx="4853">
                  <c:v>2277.1999999999998</c:v>
                </c:pt>
                <c:pt idx="4854">
                  <c:v>2280.25</c:v>
                </c:pt>
                <c:pt idx="4855">
                  <c:v>2278.9</c:v>
                </c:pt>
                <c:pt idx="4856">
                  <c:v>2259.9499999999998</c:v>
                </c:pt>
                <c:pt idx="4857">
                  <c:v>2232.8000000000002</c:v>
                </c:pt>
                <c:pt idx="4858">
                  <c:v>2227.75</c:v>
                </c:pt>
                <c:pt idx="4859">
                  <c:v>2261.9</c:v>
                </c:pt>
                <c:pt idx="4860">
                  <c:v>2257.8000000000002</c:v>
                </c:pt>
                <c:pt idx="4861">
                  <c:v>2265.35</c:v>
                </c:pt>
                <c:pt idx="4862">
                  <c:v>2277.5500000000002</c:v>
                </c:pt>
                <c:pt idx="4863">
                  <c:v>2286.6999999999998</c:v>
                </c:pt>
                <c:pt idx="4864">
                  <c:v>2345.15</c:v>
                </c:pt>
                <c:pt idx="4865">
                  <c:v>2303.5500000000002</c:v>
                </c:pt>
                <c:pt idx="4866">
                  <c:v>2186.9</c:v>
                </c:pt>
                <c:pt idx="4867">
                  <c:v>2138.5</c:v>
                </c:pt>
                <c:pt idx="4868">
                  <c:v>2184.25</c:v>
                </c:pt>
                <c:pt idx="4869">
                  <c:v>2195.35</c:v>
                </c:pt>
                <c:pt idx="4870">
                  <c:v>2165.75</c:v>
                </c:pt>
                <c:pt idx="4871">
                  <c:v>2149</c:v>
                </c:pt>
                <c:pt idx="4872">
                  <c:v>2127.25</c:v>
                </c:pt>
                <c:pt idx="4873">
                  <c:v>2121.8000000000002</c:v>
                </c:pt>
                <c:pt idx="4874">
                  <c:v>2086.8000000000002</c:v>
                </c:pt>
                <c:pt idx="4875">
                  <c:v>2124.8000000000002</c:v>
                </c:pt>
                <c:pt idx="4876">
                  <c:v>2152.35</c:v>
                </c:pt>
                <c:pt idx="4877">
                  <c:v>2189.9</c:v>
                </c:pt>
                <c:pt idx="4878">
                  <c:v>2175.1999999999998</c:v>
                </c:pt>
                <c:pt idx="4879">
                  <c:v>2182.3000000000002</c:v>
                </c:pt>
                <c:pt idx="4880">
                  <c:v>2211.65</c:v>
                </c:pt>
                <c:pt idx="4881">
                  <c:v>2100.1</c:v>
                </c:pt>
                <c:pt idx="4882">
                  <c:v>2117.6999999999998</c:v>
                </c:pt>
                <c:pt idx="4883">
                  <c:v>2100</c:v>
                </c:pt>
                <c:pt idx="4884">
                  <c:v>2114.0500000000002</c:v>
                </c:pt>
                <c:pt idx="4885">
                  <c:v>2090.1</c:v>
                </c:pt>
                <c:pt idx="4886">
                  <c:v>2066.9</c:v>
                </c:pt>
                <c:pt idx="4887">
                  <c:v>2014.1</c:v>
                </c:pt>
                <c:pt idx="4888">
                  <c:v>2043.75</c:v>
                </c:pt>
                <c:pt idx="4889">
                  <c:v>2148.35</c:v>
                </c:pt>
                <c:pt idx="4890">
                  <c:v>2174.3000000000002</c:v>
                </c:pt>
                <c:pt idx="4891">
                  <c:v>2187.15</c:v>
                </c:pt>
                <c:pt idx="4892">
                  <c:v>2128.4499999999998</c:v>
                </c:pt>
                <c:pt idx="4893">
                  <c:v>2166.4499999999998</c:v>
                </c:pt>
                <c:pt idx="4894">
                  <c:v>2089.9</c:v>
                </c:pt>
                <c:pt idx="4895">
                  <c:v>2100.1</c:v>
                </c:pt>
                <c:pt idx="4896">
                  <c:v>2044.15</c:v>
                </c:pt>
                <c:pt idx="4897">
                  <c:v>2041.45</c:v>
                </c:pt>
                <c:pt idx="4898">
                  <c:v>2064.25</c:v>
                </c:pt>
                <c:pt idx="4899">
                  <c:v>2071.85</c:v>
                </c:pt>
                <c:pt idx="4900">
                  <c:v>2082.75</c:v>
                </c:pt>
                <c:pt idx="4901">
                  <c:v>2083.85</c:v>
                </c:pt>
                <c:pt idx="4902">
                  <c:v>2046.75</c:v>
                </c:pt>
                <c:pt idx="4903">
                  <c:v>1996.25</c:v>
                </c:pt>
                <c:pt idx="4904">
                  <c:v>1988.3</c:v>
                </c:pt>
                <c:pt idx="4905">
                  <c:v>1974.6</c:v>
                </c:pt>
                <c:pt idx="4906">
                  <c:v>2049.3000000000002</c:v>
                </c:pt>
                <c:pt idx="4907">
                  <c:v>2162</c:v>
                </c:pt>
                <c:pt idx="4908">
                  <c:v>2130</c:v>
                </c:pt>
                <c:pt idx="4909">
                  <c:v>2069.9499999999998</c:v>
                </c:pt>
                <c:pt idx="4910">
                  <c:v>2063.1999999999998</c:v>
                </c:pt>
                <c:pt idx="4911">
                  <c:v>2035.9</c:v>
                </c:pt>
                <c:pt idx="4912">
                  <c:v>1977.05</c:v>
                </c:pt>
                <c:pt idx="4913">
                  <c:v>1995.65</c:v>
                </c:pt>
                <c:pt idx="4914">
                  <c:v>1974.55</c:v>
                </c:pt>
                <c:pt idx="4915">
                  <c:v>1978.3</c:v>
                </c:pt>
                <c:pt idx="4916">
                  <c:v>1969.3</c:v>
                </c:pt>
                <c:pt idx="4917">
                  <c:v>2002</c:v>
                </c:pt>
                <c:pt idx="4918">
                  <c:v>1987.95</c:v>
                </c:pt>
                <c:pt idx="4919">
                  <c:v>2010.15</c:v>
                </c:pt>
                <c:pt idx="4920">
                  <c:v>2014.75</c:v>
                </c:pt>
                <c:pt idx="4921">
                  <c:v>2013.3</c:v>
                </c:pt>
                <c:pt idx="4922">
                  <c:v>2048.6999999999998</c:v>
                </c:pt>
                <c:pt idx="4923">
                  <c:v>2089.75</c:v>
                </c:pt>
                <c:pt idx="4924">
                  <c:v>2094.4499999999998</c:v>
                </c:pt>
                <c:pt idx="4925">
                  <c:v>2114.9</c:v>
                </c:pt>
                <c:pt idx="4926">
                  <c:v>2142.9499999999998</c:v>
                </c:pt>
                <c:pt idx="4927">
                  <c:v>2144.9499999999998</c:v>
                </c:pt>
                <c:pt idx="4928">
                  <c:v>2101.5500000000002</c:v>
                </c:pt>
                <c:pt idx="4929">
                  <c:v>2105.35</c:v>
                </c:pt>
                <c:pt idx="4930">
                  <c:v>2113.0500000000002</c:v>
                </c:pt>
                <c:pt idx="4931">
                  <c:v>2107.4499999999998</c:v>
                </c:pt>
                <c:pt idx="4932">
                  <c:v>2131.9</c:v>
                </c:pt>
                <c:pt idx="4933">
                  <c:v>2128.6</c:v>
                </c:pt>
                <c:pt idx="4934">
                  <c:v>2181.3000000000002</c:v>
                </c:pt>
                <c:pt idx="4935">
                  <c:v>2181.3000000000002</c:v>
                </c:pt>
                <c:pt idx="4936">
                  <c:v>2220.6</c:v>
                </c:pt>
                <c:pt idx="4937">
                  <c:v>2251</c:v>
                </c:pt>
                <c:pt idx="4938">
                  <c:v>2233.1999999999998</c:v>
                </c:pt>
                <c:pt idx="4939">
                  <c:v>2234.5500000000002</c:v>
                </c:pt>
                <c:pt idx="4940">
                  <c:v>2207.4499999999998</c:v>
                </c:pt>
                <c:pt idx="4941">
                  <c:v>2226.8000000000002</c:v>
                </c:pt>
                <c:pt idx="4942">
                  <c:v>2224.0500000000002</c:v>
                </c:pt>
                <c:pt idx="4943">
                  <c:v>2236.3000000000002</c:v>
                </c:pt>
                <c:pt idx="4944">
                  <c:v>2212.1</c:v>
                </c:pt>
                <c:pt idx="4945">
                  <c:v>2200.9499999999998</c:v>
                </c:pt>
                <c:pt idx="4946">
                  <c:v>2210.35</c:v>
                </c:pt>
                <c:pt idx="4947">
                  <c:v>2237.3000000000002</c:v>
                </c:pt>
                <c:pt idx="4948">
                  <c:v>2294.5500000000002</c:v>
                </c:pt>
                <c:pt idx="4949">
                  <c:v>2304.65</c:v>
                </c:pt>
                <c:pt idx="4950">
                  <c:v>2336.3000000000002</c:v>
                </c:pt>
                <c:pt idx="4951">
                  <c:v>2309.75</c:v>
                </c:pt>
                <c:pt idx="4952">
                  <c:v>2297.25</c:v>
                </c:pt>
                <c:pt idx="4953">
                  <c:v>2306.6</c:v>
                </c:pt>
                <c:pt idx="4954">
                  <c:v>2319.6999999999998</c:v>
                </c:pt>
                <c:pt idx="4955">
                  <c:v>2322.4</c:v>
                </c:pt>
                <c:pt idx="4956">
                  <c:v>2327.5500000000002</c:v>
                </c:pt>
                <c:pt idx="4957">
                  <c:v>2264.65</c:v>
                </c:pt>
                <c:pt idx="4958">
                  <c:v>2311.4</c:v>
                </c:pt>
                <c:pt idx="4959">
                  <c:v>2295.15</c:v>
                </c:pt>
                <c:pt idx="4960">
                  <c:v>2321.65</c:v>
                </c:pt>
                <c:pt idx="4961">
                  <c:v>2318.4499999999998</c:v>
                </c:pt>
                <c:pt idx="4962">
                  <c:v>2354.5</c:v>
                </c:pt>
                <c:pt idx="4963">
                  <c:v>2375.25</c:v>
                </c:pt>
                <c:pt idx="4964">
                  <c:v>2430.1</c:v>
                </c:pt>
                <c:pt idx="4965">
                  <c:v>2445.15</c:v>
                </c:pt>
                <c:pt idx="4966">
                  <c:v>2411.9</c:v>
                </c:pt>
                <c:pt idx="4967">
                  <c:v>2404.1</c:v>
                </c:pt>
                <c:pt idx="4968">
                  <c:v>2422.65</c:v>
                </c:pt>
                <c:pt idx="4969">
                  <c:v>2412.75</c:v>
                </c:pt>
                <c:pt idx="4970">
                  <c:v>2414.1</c:v>
                </c:pt>
                <c:pt idx="4971">
                  <c:v>2444.15</c:v>
                </c:pt>
                <c:pt idx="4972">
                  <c:v>2438.25</c:v>
                </c:pt>
                <c:pt idx="4973">
                  <c:v>2412.5500000000002</c:v>
                </c:pt>
                <c:pt idx="4974">
                  <c:v>2433.9499999999998</c:v>
                </c:pt>
                <c:pt idx="4975">
                  <c:v>2466.4</c:v>
                </c:pt>
                <c:pt idx="4976">
                  <c:v>2454.4499999999998</c:v>
                </c:pt>
                <c:pt idx="4977">
                  <c:v>2384.1</c:v>
                </c:pt>
                <c:pt idx="4978">
                  <c:v>2415.0500000000002</c:v>
                </c:pt>
                <c:pt idx="4979">
                  <c:v>2406.15</c:v>
                </c:pt>
                <c:pt idx="4980">
                  <c:v>2457.4</c:v>
                </c:pt>
                <c:pt idx="4981">
                  <c:v>2457.5500000000002</c:v>
                </c:pt>
                <c:pt idx="4982">
                  <c:v>2462.5500000000002</c:v>
                </c:pt>
                <c:pt idx="4983">
                  <c:v>2492.3000000000002</c:v>
                </c:pt>
                <c:pt idx="4984">
                  <c:v>2488.6</c:v>
                </c:pt>
                <c:pt idx="4985">
                  <c:v>2482.1</c:v>
                </c:pt>
                <c:pt idx="4986">
                  <c:v>2453.9499999999998</c:v>
                </c:pt>
                <c:pt idx="4987">
                  <c:v>2454.35</c:v>
                </c:pt>
                <c:pt idx="4988">
                  <c:v>2465.4499999999998</c:v>
                </c:pt>
                <c:pt idx="4989">
                  <c:v>2416.6</c:v>
                </c:pt>
                <c:pt idx="4990">
                  <c:v>2428.4</c:v>
                </c:pt>
                <c:pt idx="4991">
                  <c:v>2450.75</c:v>
                </c:pt>
                <c:pt idx="4992">
                  <c:v>2395.8000000000002</c:v>
                </c:pt>
                <c:pt idx="4993">
                  <c:v>2431.6</c:v>
                </c:pt>
                <c:pt idx="4994">
                  <c:v>2404.25</c:v>
                </c:pt>
                <c:pt idx="4995">
                  <c:v>2415</c:v>
                </c:pt>
                <c:pt idx="4996">
                  <c:v>2414</c:v>
                </c:pt>
                <c:pt idx="4997">
                  <c:v>2268.25</c:v>
                </c:pt>
                <c:pt idx="4998">
                  <c:v>2259.75</c:v>
                </c:pt>
                <c:pt idx="4999">
                  <c:v>2345.9499999999998</c:v>
                </c:pt>
                <c:pt idx="5000">
                  <c:v>2391.65</c:v>
                </c:pt>
                <c:pt idx="5001">
                  <c:v>2436.4499999999998</c:v>
                </c:pt>
                <c:pt idx="5002">
                  <c:v>2405.65</c:v>
                </c:pt>
                <c:pt idx="5003">
                  <c:v>2414.3000000000002</c:v>
                </c:pt>
                <c:pt idx="5004">
                  <c:v>2435.15</c:v>
                </c:pt>
                <c:pt idx="5005">
                  <c:v>2437.6</c:v>
                </c:pt>
                <c:pt idx="5006">
                  <c:v>2403.65</c:v>
                </c:pt>
                <c:pt idx="5007">
                  <c:v>2401.75</c:v>
                </c:pt>
                <c:pt idx="5008">
                  <c:v>2350.25</c:v>
                </c:pt>
                <c:pt idx="5009">
                  <c:v>2318.8000000000002</c:v>
                </c:pt>
                <c:pt idx="5010">
                  <c:v>2377.25</c:v>
                </c:pt>
                <c:pt idx="5011">
                  <c:v>2369.5</c:v>
                </c:pt>
                <c:pt idx="5012">
                  <c:v>2292.3000000000002</c:v>
                </c:pt>
                <c:pt idx="5013">
                  <c:v>2302.6</c:v>
                </c:pt>
                <c:pt idx="5014">
                  <c:v>2281.4499999999998</c:v>
                </c:pt>
                <c:pt idx="5015">
                  <c:v>2272.1999999999998</c:v>
                </c:pt>
                <c:pt idx="5016">
                  <c:v>2175.75</c:v>
                </c:pt>
                <c:pt idx="5017">
                  <c:v>2179.65</c:v>
                </c:pt>
                <c:pt idx="5018">
                  <c:v>2191.4</c:v>
                </c:pt>
                <c:pt idx="5019">
                  <c:v>2206.0500000000002</c:v>
                </c:pt>
                <c:pt idx="5020">
                  <c:v>2195.0500000000002</c:v>
                </c:pt>
                <c:pt idx="5021">
                  <c:v>2109.4499999999998</c:v>
                </c:pt>
                <c:pt idx="5022">
                  <c:v>2027.9</c:v>
                </c:pt>
                <c:pt idx="5023">
                  <c:v>2036.25</c:v>
                </c:pt>
                <c:pt idx="5024">
                  <c:v>1875.7</c:v>
                </c:pt>
                <c:pt idx="5025">
                  <c:v>2066.8000000000002</c:v>
                </c:pt>
                <c:pt idx="5026">
                  <c:v>1841.75</c:v>
                </c:pt>
                <c:pt idx="5027">
                  <c:v>1755.8</c:v>
                </c:pt>
                <c:pt idx="5028">
                  <c:v>1622.55</c:v>
                </c:pt>
                <c:pt idx="5029">
                  <c:v>1617.6</c:v>
                </c:pt>
                <c:pt idx="5030">
                  <c:v>1753.95</c:v>
                </c:pt>
                <c:pt idx="5031">
                  <c:v>1520.7</c:v>
                </c:pt>
                <c:pt idx="5032">
                  <c:v>1505.1</c:v>
                </c:pt>
                <c:pt idx="5033">
                  <c:v>1646.05</c:v>
                </c:pt>
                <c:pt idx="5034">
                  <c:v>1733.25</c:v>
                </c:pt>
                <c:pt idx="5035">
                  <c:v>1754</c:v>
                </c:pt>
                <c:pt idx="5036">
                  <c:v>1558.75</c:v>
                </c:pt>
                <c:pt idx="5037">
                  <c:v>1633.1</c:v>
                </c:pt>
                <c:pt idx="5038">
                  <c:v>1583.5</c:v>
                </c:pt>
                <c:pt idx="5039">
                  <c:v>1499.55</c:v>
                </c:pt>
                <c:pt idx="5040">
                  <c:v>1555.15</c:v>
                </c:pt>
                <c:pt idx="5041">
                  <c:v>1558.8</c:v>
                </c:pt>
                <c:pt idx="5042">
                  <c:v>1703.1</c:v>
                </c:pt>
                <c:pt idx="5043">
                  <c:v>1655.2</c:v>
                </c:pt>
                <c:pt idx="5044">
                  <c:v>1596.3</c:v>
                </c:pt>
                <c:pt idx="5045">
                  <c:v>1625.75</c:v>
                </c:pt>
                <c:pt idx="5046">
                  <c:v>1680.6</c:v>
                </c:pt>
                <c:pt idx="5047">
                  <c:v>1727.7</c:v>
                </c:pt>
                <c:pt idx="5048">
                  <c:v>1669.7</c:v>
                </c:pt>
                <c:pt idx="5049">
                  <c:v>1664.15</c:v>
                </c:pt>
                <c:pt idx="5050">
                  <c:v>1663.45</c:v>
                </c:pt>
                <c:pt idx="5051">
                  <c:v>1580.3</c:v>
                </c:pt>
                <c:pt idx="5052">
                  <c:v>1591.45</c:v>
                </c:pt>
                <c:pt idx="5053">
                  <c:v>1715.8</c:v>
                </c:pt>
                <c:pt idx="5054">
                  <c:v>1836.75</c:v>
                </c:pt>
                <c:pt idx="5055">
                  <c:v>1916</c:v>
                </c:pt>
                <c:pt idx="5056">
                  <c:v>1724.35</c:v>
                </c:pt>
                <c:pt idx="5057">
                  <c:v>1689.9</c:v>
                </c:pt>
                <c:pt idx="5058">
                  <c:v>1732.15</c:v>
                </c:pt>
                <c:pt idx="5059">
                  <c:v>1703.9</c:v>
                </c:pt>
                <c:pt idx="5060">
                  <c:v>1689.7</c:v>
                </c:pt>
                <c:pt idx="5061">
                  <c:v>1658.45</c:v>
                </c:pt>
                <c:pt idx="5062">
                  <c:v>1674.1</c:v>
                </c:pt>
                <c:pt idx="5063">
                  <c:v>1712.75</c:v>
                </c:pt>
                <c:pt idx="5064">
                  <c:v>1632.4</c:v>
                </c:pt>
                <c:pt idx="5065">
                  <c:v>1633.8</c:v>
                </c:pt>
                <c:pt idx="5066">
                  <c:v>1512.05</c:v>
                </c:pt>
                <c:pt idx="5067">
                  <c:v>1539.85</c:v>
                </c:pt>
                <c:pt idx="5068">
                  <c:v>1627</c:v>
                </c:pt>
                <c:pt idx="5069">
                  <c:v>1597.3</c:v>
                </c:pt>
                <c:pt idx="5070">
                  <c:v>1516.15</c:v>
                </c:pt>
                <c:pt idx="5071">
                  <c:v>1502.15</c:v>
                </c:pt>
                <c:pt idx="5072">
                  <c:v>1570.4</c:v>
                </c:pt>
                <c:pt idx="5073">
                  <c:v>1623.7</c:v>
                </c:pt>
                <c:pt idx="5074">
                  <c:v>1658.9</c:v>
                </c:pt>
                <c:pt idx="5075">
                  <c:v>1737.7</c:v>
                </c:pt>
                <c:pt idx="5076">
                  <c:v>1813.55</c:v>
                </c:pt>
                <c:pt idx="5077">
                  <c:v>1835.65</c:v>
                </c:pt>
                <c:pt idx="5078">
                  <c:v>1764.3</c:v>
                </c:pt>
                <c:pt idx="5079">
                  <c:v>1766.6</c:v>
                </c:pt>
                <c:pt idx="5080">
                  <c:v>1760.8</c:v>
                </c:pt>
                <c:pt idx="5081">
                  <c:v>1772.1</c:v>
                </c:pt>
                <c:pt idx="5082">
                  <c:v>1809.3</c:v>
                </c:pt>
                <c:pt idx="5083">
                  <c:v>1787.45</c:v>
                </c:pt>
                <c:pt idx="5084">
                  <c:v>1792.2</c:v>
                </c:pt>
                <c:pt idx="5085">
                  <c:v>1751.65</c:v>
                </c:pt>
                <c:pt idx="5086">
                  <c:v>1821.9</c:v>
                </c:pt>
                <c:pt idx="5087">
                  <c:v>1794.65</c:v>
                </c:pt>
                <c:pt idx="5088">
                  <c:v>1855.95</c:v>
                </c:pt>
                <c:pt idx="5089">
                  <c:v>1835.1</c:v>
                </c:pt>
                <c:pt idx="5090">
                  <c:v>1819.4</c:v>
                </c:pt>
                <c:pt idx="5091">
                  <c:v>1838.1</c:v>
                </c:pt>
                <c:pt idx="5092">
                  <c:v>1797.75</c:v>
                </c:pt>
                <c:pt idx="5093">
                  <c:v>1777.8</c:v>
                </c:pt>
                <c:pt idx="5094">
                  <c:v>1769.35</c:v>
                </c:pt>
                <c:pt idx="5095">
                  <c:v>1741.15</c:v>
                </c:pt>
                <c:pt idx="5096">
                  <c:v>1754.65</c:v>
                </c:pt>
                <c:pt idx="5097">
                  <c:v>1835.15</c:v>
                </c:pt>
                <c:pt idx="5098">
                  <c:v>1889.45</c:v>
                </c:pt>
                <c:pt idx="5099">
                  <c:v>1885.2</c:v>
                </c:pt>
                <c:pt idx="5100">
                  <c:v>1868.7</c:v>
                </c:pt>
                <c:pt idx="5101">
                  <c:v>1886.75</c:v>
                </c:pt>
                <c:pt idx="5102">
                  <c:v>1886.05</c:v>
                </c:pt>
                <c:pt idx="5103">
                  <c:v>1941.85</c:v>
                </c:pt>
                <c:pt idx="5104">
                  <c:v>1886</c:v>
                </c:pt>
                <c:pt idx="5105">
                  <c:v>1845.55</c:v>
                </c:pt>
                <c:pt idx="5106">
                  <c:v>1791.6</c:v>
                </c:pt>
                <c:pt idx="5107">
                  <c:v>1789.9</c:v>
                </c:pt>
                <c:pt idx="5108">
                  <c:v>1787.8</c:v>
                </c:pt>
                <c:pt idx="5109">
                  <c:v>1805.85</c:v>
                </c:pt>
                <c:pt idx="5110">
                  <c:v>1806.05</c:v>
                </c:pt>
                <c:pt idx="5111">
                  <c:v>1883.65</c:v>
                </c:pt>
                <c:pt idx="5112">
                  <c:v>1881.05</c:v>
                </c:pt>
                <c:pt idx="5113">
                  <c:v>1875.8</c:v>
                </c:pt>
                <c:pt idx="5114">
                  <c:v>1841.3</c:v>
                </c:pt>
                <c:pt idx="5115">
                  <c:v>1850.75</c:v>
                </c:pt>
                <c:pt idx="5116">
                  <c:v>1897.35</c:v>
                </c:pt>
                <c:pt idx="5117">
                  <c:v>1877.3</c:v>
                </c:pt>
                <c:pt idx="5118">
                  <c:v>1810.65</c:v>
                </c:pt>
                <c:pt idx="5119">
                  <c:v>1781.95</c:v>
                </c:pt>
                <c:pt idx="5120">
                  <c:v>1739.8</c:v>
                </c:pt>
                <c:pt idx="5121">
                  <c:v>1781.1</c:v>
                </c:pt>
                <c:pt idx="5122">
                  <c:v>1776.7</c:v>
                </c:pt>
                <c:pt idx="5123">
                  <c:v>1783.75</c:v>
                </c:pt>
                <c:pt idx="5124">
                  <c:v>1777.7</c:v>
                </c:pt>
                <c:pt idx="5125">
                  <c:v>1798.95</c:v>
                </c:pt>
                <c:pt idx="5126">
                  <c:v>1826.75</c:v>
                </c:pt>
                <c:pt idx="5127">
                  <c:v>1814.2</c:v>
                </c:pt>
                <c:pt idx="5128">
                  <c:v>1804.85</c:v>
                </c:pt>
                <c:pt idx="5129">
                  <c:v>1791.7</c:v>
                </c:pt>
                <c:pt idx="5130">
                  <c:v>1800.55</c:v>
                </c:pt>
                <c:pt idx="5131">
                  <c:v>1820.7</c:v>
                </c:pt>
                <c:pt idx="5132">
                  <c:v>1827.95</c:v>
                </c:pt>
                <c:pt idx="5133">
                  <c:v>1785.15</c:v>
                </c:pt>
                <c:pt idx="5134">
                  <c:v>1804.05</c:v>
                </c:pt>
                <c:pt idx="5135">
                  <c:v>1829.85</c:v>
                </c:pt>
                <c:pt idx="5136">
                  <c:v>1829.6</c:v>
                </c:pt>
                <c:pt idx="5137">
                  <c:v>1816</c:v>
                </c:pt>
                <c:pt idx="5138">
                  <c:v>1864.1</c:v>
                </c:pt>
                <c:pt idx="5139">
                  <c:v>1883.25</c:v>
                </c:pt>
                <c:pt idx="5140">
                  <c:v>1832.6</c:v>
                </c:pt>
                <c:pt idx="5141">
                  <c:v>1851.2</c:v>
                </c:pt>
                <c:pt idx="5142">
                  <c:v>1827.2</c:v>
                </c:pt>
                <c:pt idx="5143">
                  <c:v>1808.75</c:v>
                </c:pt>
                <c:pt idx="5144">
                  <c:v>1769.7</c:v>
                </c:pt>
                <c:pt idx="5145">
                  <c:v>1791.1</c:v>
                </c:pt>
                <c:pt idx="5146">
                  <c:v>1777.3</c:v>
                </c:pt>
                <c:pt idx="5147">
                  <c:v>1760.75</c:v>
                </c:pt>
                <c:pt idx="5148">
                  <c:v>1777.45</c:v>
                </c:pt>
                <c:pt idx="5149">
                  <c:v>1768.15</c:v>
                </c:pt>
                <c:pt idx="5150">
                  <c:v>1738</c:v>
                </c:pt>
                <c:pt idx="5151">
                  <c:v>1758.75</c:v>
                </c:pt>
                <c:pt idx="5152">
                  <c:v>1768.15</c:v>
                </c:pt>
                <c:pt idx="5153">
                  <c:v>1744.35</c:v>
                </c:pt>
                <c:pt idx="5154">
                  <c:v>1724</c:v>
                </c:pt>
                <c:pt idx="5155">
                  <c:v>1708.15</c:v>
                </c:pt>
                <c:pt idx="5156">
                  <c:v>1674.85</c:v>
                </c:pt>
                <c:pt idx="5157">
                  <c:v>1667.1</c:v>
                </c:pt>
                <c:pt idx="5158">
                  <c:v>1636.85</c:v>
                </c:pt>
                <c:pt idx="5159">
                  <c:v>1652</c:v>
                </c:pt>
                <c:pt idx="5160">
                  <c:v>1681.45</c:v>
                </c:pt>
                <c:pt idx="5161">
                  <c:v>1713.1</c:v>
                </c:pt>
                <c:pt idx="5162">
                  <c:v>1740.05</c:v>
                </c:pt>
                <c:pt idx="5163">
                  <c:v>1790.65</c:v>
                </c:pt>
                <c:pt idx="5164">
                  <c:v>1785.1</c:v>
                </c:pt>
                <c:pt idx="5165">
                  <c:v>1934.4</c:v>
                </c:pt>
                <c:pt idx="5166">
                  <c:v>1948.75</c:v>
                </c:pt>
                <c:pt idx="5167">
                  <c:v>1949.25</c:v>
                </c:pt>
                <c:pt idx="5168">
                  <c:v>1957.65</c:v>
                </c:pt>
                <c:pt idx="5169">
                  <c:v>1965.4</c:v>
                </c:pt>
                <c:pt idx="5170">
                  <c:v>1943.4</c:v>
                </c:pt>
                <c:pt idx="5171">
                  <c:v>1979.85</c:v>
                </c:pt>
                <c:pt idx="5172">
                  <c:v>1947.2</c:v>
                </c:pt>
                <c:pt idx="5173">
                  <c:v>1961.7</c:v>
                </c:pt>
                <c:pt idx="5174">
                  <c:v>2031.5</c:v>
                </c:pt>
                <c:pt idx="5175">
                  <c:v>2015.3</c:v>
                </c:pt>
                <c:pt idx="5176">
                  <c:v>2048.75</c:v>
                </c:pt>
                <c:pt idx="5177">
                  <c:v>2042.55</c:v>
                </c:pt>
                <c:pt idx="5178">
                  <c:v>2059.6999999999998</c:v>
                </c:pt>
                <c:pt idx="5179">
                  <c:v>2073.35</c:v>
                </c:pt>
                <c:pt idx="5180">
                  <c:v>2041.35</c:v>
                </c:pt>
                <c:pt idx="5181">
                  <c:v>1968.9</c:v>
                </c:pt>
                <c:pt idx="5182">
                  <c:v>1934.3</c:v>
                </c:pt>
                <c:pt idx="5183">
                  <c:v>1923.55</c:v>
                </c:pt>
                <c:pt idx="5184">
                  <c:v>2040.8</c:v>
                </c:pt>
                <c:pt idx="5185">
                  <c:v>2130.9499999999998</c:v>
                </c:pt>
                <c:pt idx="5186">
                  <c:v>2088.1999999999998</c:v>
                </c:pt>
                <c:pt idx="5187">
                  <c:v>2100.6999999999998</c:v>
                </c:pt>
                <c:pt idx="5188">
                  <c:v>2138.4499999999998</c:v>
                </c:pt>
                <c:pt idx="5189">
                  <c:v>2152.1</c:v>
                </c:pt>
                <c:pt idx="5190">
                  <c:v>2272.1</c:v>
                </c:pt>
                <c:pt idx="5191">
                  <c:v>2324.3000000000002</c:v>
                </c:pt>
                <c:pt idx="5192">
                  <c:v>2332.1</c:v>
                </c:pt>
                <c:pt idx="5193">
                  <c:v>2306.75</c:v>
                </c:pt>
                <c:pt idx="5194">
                  <c:v>2311.25</c:v>
                </c:pt>
                <c:pt idx="5195">
                  <c:v>2349</c:v>
                </c:pt>
                <c:pt idx="5196">
                  <c:v>2364.9</c:v>
                </c:pt>
                <c:pt idx="5197">
                  <c:v>2324.6</c:v>
                </c:pt>
                <c:pt idx="5198">
                  <c:v>2334.8000000000002</c:v>
                </c:pt>
                <c:pt idx="5199">
                  <c:v>2250.8000000000002</c:v>
                </c:pt>
                <c:pt idx="5200">
                  <c:v>2217.6999999999998</c:v>
                </c:pt>
                <c:pt idx="5201">
                  <c:v>2191.35</c:v>
                </c:pt>
                <c:pt idx="5202">
                  <c:v>2238.4</c:v>
                </c:pt>
                <c:pt idx="5203">
                  <c:v>2256.25</c:v>
                </c:pt>
                <c:pt idx="5204">
                  <c:v>2306.9499999999998</c:v>
                </c:pt>
                <c:pt idx="5205">
                  <c:v>2276.35</c:v>
                </c:pt>
                <c:pt idx="5206">
                  <c:v>2253.9499999999998</c:v>
                </c:pt>
                <c:pt idx="5207">
                  <c:v>2245.9</c:v>
                </c:pt>
                <c:pt idx="5208">
                  <c:v>2303.8000000000002</c:v>
                </c:pt>
                <c:pt idx="5209">
                  <c:v>2309.75</c:v>
                </c:pt>
                <c:pt idx="5210">
                  <c:v>2306.6999999999998</c:v>
                </c:pt>
                <c:pt idx="5211">
                  <c:v>2289.1</c:v>
                </c:pt>
                <c:pt idx="5212">
                  <c:v>2295.9</c:v>
                </c:pt>
                <c:pt idx="5213">
                  <c:v>2302.65</c:v>
                </c:pt>
                <c:pt idx="5214">
                  <c:v>2350.35</c:v>
                </c:pt>
                <c:pt idx="5215">
                  <c:v>2424.65</c:v>
                </c:pt>
                <c:pt idx="5216">
                  <c:v>2494.6</c:v>
                </c:pt>
                <c:pt idx="5217">
                  <c:v>2479.4</c:v>
                </c:pt>
                <c:pt idx="5218">
                  <c:v>2414.8000000000002</c:v>
                </c:pt>
                <c:pt idx="5219">
                  <c:v>2403.65</c:v>
                </c:pt>
                <c:pt idx="5220">
                  <c:v>2403.0500000000002</c:v>
                </c:pt>
                <c:pt idx="5221">
                  <c:v>2455.15</c:v>
                </c:pt>
                <c:pt idx="5222">
                  <c:v>2476.4499999999998</c:v>
                </c:pt>
                <c:pt idx="5223">
                  <c:v>2518.9499999999998</c:v>
                </c:pt>
                <c:pt idx="5224">
                  <c:v>2518.0500000000002</c:v>
                </c:pt>
                <c:pt idx="5225">
                  <c:v>2558.65</c:v>
                </c:pt>
                <c:pt idx="5226">
                  <c:v>2568.75</c:v>
                </c:pt>
                <c:pt idx="5227">
                  <c:v>2578.5</c:v>
                </c:pt>
                <c:pt idx="5228">
                  <c:v>2651.85</c:v>
                </c:pt>
                <c:pt idx="5229">
                  <c:v>2638.85</c:v>
                </c:pt>
                <c:pt idx="5230">
                  <c:v>2661.35</c:v>
                </c:pt>
                <c:pt idx="5231">
                  <c:v>2657.5</c:v>
                </c:pt>
                <c:pt idx="5232">
                  <c:v>2751.2</c:v>
                </c:pt>
                <c:pt idx="5233">
                  <c:v>2747.55</c:v>
                </c:pt>
                <c:pt idx="5234">
                  <c:v>2670.9</c:v>
                </c:pt>
                <c:pt idx="5235">
                  <c:v>2684.05</c:v>
                </c:pt>
                <c:pt idx="5236">
                  <c:v>2632.75</c:v>
                </c:pt>
                <c:pt idx="5237">
                  <c:v>2566.5</c:v>
                </c:pt>
                <c:pt idx="5238">
                  <c:v>2656.95</c:v>
                </c:pt>
                <c:pt idx="5239">
                  <c:v>2688.15</c:v>
                </c:pt>
                <c:pt idx="5240">
                  <c:v>2663</c:v>
                </c:pt>
                <c:pt idx="5241">
                  <c:v>2589.4499999999998</c:v>
                </c:pt>
                <c:pt idx="5242">
                  <c:v>2551.4</c:v>
                </c:pt>
                <c:pt idx="5243">
                  <c:v>2467</c:v>
                </c:pt>
                <c:pt idx="5244">
                  <c:v>2425.75</c:v>
                </c:pt>
                <c:pt idx="5245">
                  <c:v>2377.8000000000002</c:v>
                </c:pt>
                <c:pt idx="5246">
                  <c:v>2579.25</c:v>
                </c:pt>
                <c:pt idx="5247">
                  <c:v>2659</c:v>
                </c:pt>
                <c:pt idx="5248">
                  <c:v>2703.55</c:v>
                </c:pt>
                <c:pt idx="5249">
                  <c:v>2707.75</c:v>
                </c:pt>
                <c:pt idx="5250">
                  <c:v>2721.5</c:v>
                </c:pt>
                <c:pt idx="5251">
                  <c:v>2733.35</c:v>
                </c:pt>
                <c:pt idx="5252">
                  <c:v>2747.05</c:v>
                </c:pt>
                <c:pt idx="5253">
                  <c:v>2767.1</c:v>
                </c:pt>
                <c:pt idx="5254">
                  <c:v>2760.6</c:v>
                </c:pt>
                <c:pt idx="5255">
                  <c:v>2791.5</c:v>
                </c:pt>
                <c:pt idx="5256">
                  <c:v>2860.45</c:v>
                </c:pt>
                <c:pt idx="5257">
                  <c:v>2858.65</c:v>
                </c:pt>
                <c:pt idx="5258">
                  <c:v>2805.35</c:v>
                </c:pt>
                <c:pt idx="5259">
                  <c:v>2745.15</c:v>
                </c:pt>
                <c:pt idx="5260">
                  <c:v>2741.3</c:v>
                </c:pt>
                <c:pt idx="5261">
                  <c:v>2651.95</c:v>
                </c:pt>
                <c:pt idx="5262">
                  <c:v>2628.6</c:v>
                </c:pt>
                <c:pt idx="5263">
                  <c:v>2707.75</c:v>
                </c:pt>
                <c:pt idx="5264">
                  <c:v>2684.7</c:v>
                </c:pt>
                <c:pt idx="5265">
                  <c:v>2539.4</c:v>
                </c:pt>
                <c:pt idx="5266">
                  <c:v>2606</c:v>
                </c:pt>
                <c:pt idx="5267">
                  <c:v>2564</c:v>
                </c:pt>
                <c:pt idx="5268">
                  <c:v>2654.9</c:v>
                </c:pt>
                <c:pt idx="5269">
                  <c:v>2582.9499999999998</c:v>
                </c:pt>
                <c:pt idx="5270">
                  <c:v>2543.9</c:v>
                </c:pt>
                <c:pt idx="5271">
                  <c:v>2510.25</c:v>
                </c:pt>
                <c:pt idx="5272">
                  <c:v>2577.3000000000002</c:v>
                </c:pt>
                <c:pt idx="5273">
                  <c:v>2599.8000000000002</c:v>
                </c:pt>
                <c:pt idx="5274">
                  <c:v>2568</c:v>
                </c:pt>
                <c:pt idx="5275">
                  <c:v>2535.5</c:v>
                </c:pt>
                <c:pt idx="5276">
                  <c:v>2510.4</c:v>
                </c:pt>
                <c:pt idx="5277">
                  <c:v>2515.5500000000002</c:v>
                </c:pt>
                <c:pt idx="5278">
                  <c:v>2514.6</c:v>
                </c:pt>
                <c:pt idx="5279">
                  <c:v>2531.65</c:v>
                </c:pt>
                <c:pt idx="5280">
                  <c:v>2531.85</c:v>
                </c:pt>
                <c:pt idx="5281">
                  <c:v>2509.9</c:v>
                </c:pt>
                <c:pt idx="5282">
                  <c:v>2465.75</c:v>
                </c:pt>
                <c:pt idx="5283">
                  <c:v>2470.75</c:v>
                </c:pt>
                <c:pt idx="5284">
                  <c:v>2532.75</c:v>
                </c:pt>
                <c:pt idx="5285">
                  <c:v>2605.65</c:v>
                </c:pt>
                <c:pt idx="5286">
                  <c:v>2498.1</c:v>
                </c:pt>
                <c:pt idx="5287">
                  <c:v>2531.4499999999998</c:v>
                </c:pt>
                <c:pt idx="5288">
                  <c:v>2445.85</c:v>
                </c:pt>
                <c:pt idx="5289">
                  <c:v>2472.3000000000002</c:v>
                </c:pt>
                <c:pt idx="5290">
                  <c:v>2482.6999999999998</c:v>
                </c:pt>
                <c:pt idx="5291">
                  <c:v>2502.5500000000002</c:v>
                </c:pt>
                <c:pt idx="5292">
                  <c:v>2513.9</c:v>
                </c:pt>
                <c:pt idx="5293">
                  <c:v>2419.85</c:v>
                </c:pt>
                <c:pt idx="5294">
                  <c:v>2512.9499999999998</c:v>
                </c:pt>
                <c:pt idx="5295">
                  <c:v>2547.15</c:v>
                </c:pt>
                <c:pt idx="5296">
                  <c:v>2574.0500000000002</c:v>
                </c:pt>
                <c:pt idx="5297">
                  <c:v>2492.35</c:v>
                </c:pt>
                <c:pt idx="5298">
                  <c:v>2415.9</c:v>
                </c:pt>
                <c:pt idx="5299">
                  <c:v>2479.6999999999998</c:v>
                </c:pt>
                <c:pt idx="5300">
                  <c:v>2497.35</c:v>
                </c:pt>
                <c:pt idx="5301">
                  <c:v>2509.8000000000002</c:v>
                </c:pt>
                <c:pt idx="5302">
                  <c:v>2518.4</c:v>
                </c:pt>
                <c:pt idx="5303">
                  <c:v>2577</c:v>
                </c:pt>
                <c:pt idx="5304">
                  <c:v>2538.85</c:v>
                </c:pt>
                <c:pt idx="5305">
                  <c:v>2420.1</c:v>
                </c:pt>
              </c:numCache>
            </c:numRef>
          </c:val>
          <c:smooth val="0"/>
          <c:extLst>
            <c:ext xmlns:c16="http://schemas.microsoft.com/office/drawing/2014/chart" uri="{C3380CC4-5D6E-409C-BE32-E72D297353CC}">
              <c16:uniqueId val="{00000000-D6BE-4A4F-804C-A2EFF6C5F19B}"/>
            </c:ext>
          </c:extLst>
        </c:ser>
        <c:ser>
          <c:idx val="1"/>
          <c:order val="1"/>
          <c:tx>
            <c:strRef>
              <c:f>FINPIVOT!$C$1:$C$2</c:f>
              <c:strCache>
                <c:ptCount val="1"/>
                <c:pt idx="0">
                  <c:v>HDFCBANK</c:v>
                </c:pt>
              </c:strCache>
            </c:strRef>
          </c:tx>
          <c:spPr>
            <a:ln w="28575" cap="rnd">
              <a:solidFill>
                <a:schemeClr val="accent3"/>
              </a:solidFill>
              <a:round/>
            </a:ln>
            <a:effectLst/>
          </c:spPr>
          <c:marker>
            <c:symbol val="none"/>
          </c:marker>
          <c:cat>
            <c:strRef>
              <c:f>FINPIVOT!$A$3:$A$5309</c:f>
              <c:strCache>
                <c:ptCount val="5306"/>
                <c:pt idx="0">
                  <c:v>03-01-2000</c:v>
                </c:pt>
                <c:pt idx="1">
                  <c:v>04-01-2000</c:v>
                </c:pt>
                <c:pt idx="2">
                  <c:v>05-01-2000</c:v>
                </c:pt>
                <c:pt idx="3">
                  <c:v>06-01-2000</c:v>
                </c:pt>
                <c:pt idx="4">
                  <c:v>07-01-2000</c:v>
                </c:pt>
                <c:pt idx="5">
                  <c:v>10-01-2000</c:v>
                </c:pt>
                <c:pt idx="6">
                  <c:v>11-01-2000</c:v>
                </c:pt>
                <c:pt idx="7">
                  <c:v>12-01-2000</c:v>
                </c:pt>
                <c:pt idx="8">
                  <c:v>13-01-2000</c:v>
                </c:pt>
                <c:pt idx="9">
                  <c:v>14-01-2000</c:v>
                </c:pt>
                <c:pt idx="10">
                  <c:v>17-01-2000</c:v>
                </c:pt>
                <c:pt idx="11">
                  <c:v>18-01-2000</c:v>
                </c:pt>
                <c:pt idx="12">
                  <c:v>19-01-2000</c:v>
                </c:pt>
                <c:pt idx="13">
                  <c:v>20-01-2000</c:v>
                </c:pt>
                <c:pt idx="14">
                  <c:v>21-01-2000</c:v>
                </c:pt>
                <c:pt idx="15">
                  <c:v>24-01-2000</c:v>
                </c:pt>
                <c:pt idx="16">
                  <c:v>25-01-2000</c:v>
                </c:pt>
                <c:pt idx="17">
                  <c:v>27-01-2000</c:v>
                </c:pt>
                <c:pt idx="18">
                  <c:v>28-01-2000</c:v>
                </c:pt>
                <c:pt idx="19">
                  <c:v>31-01-2000</c:v>
                </c:pt>
                <c:pt idx="20">
                  <c:v>01-02-2000</c:v>
                </c:pt>
                <c:pt idx="21">
                  <c:v>02-02-2000</c:v>
                </c:pt>
                <c:pt idx="22">
                  <c:v>03-02-2000</c:v>
                </c:pt>
                <c:pt idx="23">
                  <c:v>04-02-2000</c:v>
                </c:pt>
                <c:pt idx="24">
                  <c:v>07-02-2000</c:v>
                </c:pt>
                <c:pt idx="25">
                  <c:v>08-02-2000</c:v>
                </c:pt>
                <c:pt idx="26">
                  <c:v>09-02-2000</c:v>
                </c:pt>
                <c:pt idx="27">
                  <c:v>10-02-2000</c:v>
                </c:pt>
                <c:pt idx="28">
                  <c:v>11-02-2000</c:v>
                </c:pt>
                <c:pt idx="29">
                  <c:v>14-02-2000</c:v>
                </c:pt>
                <c:pt idx="30">
                  <c:v>15-02-2000</c:v>
                </c:pt>
                <c:pt idx="31">
                  <c:v>16-02-2000</c:v>
                </c:pt>
                <c:pt idx="32">
                  <c:v>17-02-2000</c:v>
                </c:pt>
                <c:pt idx="33">
                  <c:v>18-02-2000</c:v>
                </c:pt>
                <c:pt idx="34">
                  <c:v>21-02-2000</c:v>
                </c:pt>
                <c:pt idx="35">
                  <c:v>22-02-2000</c:v>
                </c:pt>
                <c:pt idx="36">
                  <c:v>23-02-2000</c:v>
                </c:pt>
                <c:pt idx="37">
                  <c:v>24-02-2000</c:v>
                </c:pt>
                <c:pt idx="38">
                  <c:v>25-02-2000</c:v>
                </c:pt>
                <c:pt idx="39">
                  <c:v>28-02-2000</c:v>
                </c:pt>
                <c:pt idx="40">
                  <c:v>29-02-2000</c:v>
                </c:pt>
                <c:pt idx="41">
                  <c:v>01-03-2000</c:v>
                </c:pt>
                <c:pt idx="42">
                  <c:v>02-03-2000</c:v>
                </c:pt>
                <c:pt idx="43">
                  <c:v>03-03-2000</c:v>
                </c:pt>
                <c:pt idx="44">
                  <c:v>06-03-2000</c:v>
                </c:pt>
                <c:pt idx="45">
                  <c:v>07-03-2000</c:v>
                </c:pt>
                <c:pt idx="46">
                  <c:v>08-03-2000</c:v>
                </c:pt>
                <c:pt idx="47">
                  <c:v>09-03-2000</c:v>
                </c:pt>
                <c:pt idx="48">
                  <c:v>10-03-2000</c:v>
                </c:pt>
                <c:pt idx="49">
                  <c:v>13-03-2000</c:v>
                </c:pt>
                <c:pt idx="50">
                  <c:v>14-03-2000</c:v>
                </c:pt>
                <c:pt idx="51">
                  <c:v>15-03-2000</c:v>
                </c:pt>
                <c:pt idx="52">
                  <c:v>16-03-2000</c:v>
                </c:pt>
                <c:pt idx="53">
                  <c:v>21-03-2000</c:v>
                </c:pt>
                <c:pt idx="54">
                  <c:v>22-03-2000</c:v>
                </c:pt>
                <c:pt idx="55">
                  <c:v>23-03-2000</c:v>
                </c:pt>
                <c:pt idx="56">
                  <c:v>24-03-2000</c:v>
                </c:pt>
                <c:pt idx="57">
                  <c:v>27-03-2000</c:v>
                </c:pt>
                <c:pt idx="58">
                  <c:v>28-03-2000</c:v>
                </c:pt>
                <c:pt idx="59">
                  <c:v>29-03-2000</c:v>
                </c:pt>
                <c:pt idx="60">
                  <c:v>30-03-2000</c:v>
                </c:pt>
                <c:pt idx="61">
                  <c:v>31-03-2000</c:v>
                </c:pt>
                <c:pt idx="62">
                  <c:v>03-04-2000</c:v>
                </c:pt>
                <c:pt idx="63">
                  <c:v>04-04-2000</c:v>
                </c:pt>
                <c:pt idx="64">
                  <c:v>05-04-2000</c:v>
                </c:pt>
                <c:pt idx="65">
                  <c:v>06-04-2000</c:v>
                </c:pt>
                <c:pt idx="66">
                  <c:v>07-04-2000</c:v>
                </c:pt>
                <c:pt idx="67">
                  <c:v>10-04-2000</c:v>
                </c:pt>
                <c:pt idx="68">
                  <c:v>11-04-2000</c:v>
                </c:pt>
                <c:pt idx="69">
                  <c:v>12-04-2000</c:v>
                </c:pt>
                <c:pt idx="70">
                  <c:v>13-04-2000</c:v>
                </c:pt>
                <c:pt idx="71">
                  <c:v>17-04-2000</c:v>
                </c:pt>
                <c:pt idx="72">
                  <c:v>18-04-2000</c:v>
                </c:pt>
                <c:pt idx="73">
                  <c:v>19-04-2000</c:v>
                </c:pt>
                <c:pt idx="74">
                  <c:v>20-04-2000</c:v>
                </c:pt>
                <c:pt idx="75">
                  <c:v>24-04-2000</c:v>
                </c:pt>
                <c:pt idx="76">
                  <c:v>25-04-2000</c:v>
                </c:pt>
                <c:pt idx="77">
                  <c:v>26-04-2000</c:v>
                </c:pt>
                <c:pt idx="78">
                  <c:v>27-04-2000</c:v>
                </c:pt>
                <c:pt idx="79">
                  <c:v>28-04-2000</c:v>
                </c:pt>
                <c:pt idx="80">
                  <c:v>02-05-2000</c:v>
                </c:pt>
                <c:pt idx="81">
                  <c:v>03-05-2000</c:v>
                </c:pt>
                <c:pt idx="82">
                  <c:v>04-05-2000</c:v>
                </c:pt>
                <c:pt idx="83">
                  <c:v>05-05-2000</c:v>
                </c:pt>
                <c:pt idx="84">
                  <c:v>08-05-2000</c:v>
                </c:pt>
                <c:pt idx="85">
                  <c:v>09-05-2000</c:v>
                </c:pt>
                <c:pt idx="86">
                  <c:v>10-05-2000</c:v>
                </c:pt>
                <c:pt idx="87">
                  <c:v>11-05-2000</c:v>
                </c:pt>
                <c:pt idx="88">
                  <c:v>12-05-2000</c:v>
                </c:pt>
                <c:pt idx="89">
                  <c:v>15-05-2000</c:v>
                </c:pt>
                <c:pt idx="90">
                  <c:v>16-05-2000</c:v>
                </c:pt>
                <c:pt idx="91">
                  <c:v>17-05-2000</c:v>
                </c:pt>
                <c:pt idx="92">
                  <c:v>18-05-2000</c:v>
                </c:pt>
                <c:pt idx="93">
                  <c:v>19-05-2000</c:v>
                </c:pt>
                <c:pt idx="94">
                  <c:v>22-05-2000</c:v>
                </c:pt>
                <c:pt idx="95">
                  <c:v>23-05-2000</c:v>
                </c:pt>
                <c:pt idx="96">
                  <c:v>24-05-2000</c:v>
                </c:pt>
                <c:pt idx="97">
                  <c:v>25-05-2000</c:v>
                </c:pt>
                <c:pt idx="98">
                  <c:v>26-05-2000</c:v>
                </c:pt>
                <c:pt idx="99">
                  <c:v>29-05-2000</c:v>
                </c:pt>
                <c:pt idx="100">
                  <c:v>30-05-2000</c:v>
                </c:pt>
                <c:pt idx="101">
                  <c:v>31-05-2000</c:v>
                </c:pt>
                <c:pt idx="102">
                  <c:v>01-06-2000</c:v>
                </c:pt>
                <c:pt idx="103">
                  <c:v>02-06-2000</c:v>
                </c:pt>
                <c:pt idx="104">
                  <c:v>05-06-2000</c:v>
                </c:pt>
                <c:pt idx="105">
                  <c:v>06-06-2000</c:v>
                </c:pt>
                <c:pt idx="106">
                  <c:v>07-06-2000</c:v>
                </c:pt>
                <c:pt idx="107">
                  <c:v>08-06-2000</c:v>
                </c:pt>
                <c:pt idx="108">
                  <c:v>09-06-2000</c:v>
                </c:pt>
                <c:pt idx="109">
                  <c:v>12-06-2000</c:v>
                </c:pt>
                <c:pt idx="110">
                  <c:v>13-06-2000</c:v>
                </c:pt>
                <c:pt idx="111">
                  <c:v>14-06-2000</c:v>
                </c:pt>
                <c:pt idx="112">
                  <c:v>15-06-2000</c:v>
                </c:pt>
                <c:pt idx="113">
                  <c:v>16-06-2000</c:v>
                </c:pt>
                <c:pt idx="114">
                  <c:v>19-06-2000</c:v>
                </c:pt>
                <c:pt idx="115">
                  <c:v>20-06-2000</c:v>
                </c:pt>
                <c:pt idx="116">
                  <c:v>21-06-2000</c:v>
                </c:pt>
                <c:pt idx="117">
                  <c:v>22-06-2000</c:v>
                </c:pt>
                <c:pt idx="118">
                  <c:v>23-06-2000</c:v>
                </c:pt>
                <c:pt idx="119">
                  <c:v>26-06-2000</c:v>
                </c:pt>
                <c:pt idx="120">
                  <c:v>27-06-2000</c:v>
                </c:pt>
                <c:pt idx="121">
                  <c:v>28-06-2000</c:v>
                </c:pt>
                <c:pt idx="122">
                  <c:v>29-06-2000</c:v>
                </c:pt>
                <c:pt idx="123">
                  <c:v>30-06-2000</c:v>
                </c:pt>
                <c:pt idx="124">
                  <c:v>03-07-2000</c:v>
                </c:pt>
                <c:pt idx="125">
                  <c:v>04-07-2000</c:v>
                </c:pt>
                <c:pt idx="126">
                  <c:v>05-07-2000</c:v>
                </c:pt>
                <c:pt idx="127">
                  <c:v>06-07-2000</c:v>
                </c:pt>
                <c:pt idx="128">
                  <c:v>07-07-2000</c:v>
                </c:pt>
                <c:pt idx="129">
                  <c:v>10-07-2000</c:v>
                </c:pt>
                <c:pt idx="130">
                  <c:v>11-07-2000</c:v>
                </c:pt>
                <c:pt idx="131">
                  <c:v>12-07-2000</c:v>
                </c:pt>
                <c:pt idx="132">
                  <c:v>13-07-2000</c:v>
                </c:pt>
                <c:pt idx="133">
                  <c:v>14-07-2000</c:v>
                </c:pt>
                <c:pt idx="134">
                  <c:v>17-07-2000</c:v>
                </c:pt>
                <c:pt idx="135">
                  <c:v>18-07-2000</c:v>
                </c:pt>
                <c:pt idx="136">
                  <c:v>19-07-2000</c:v>
                </c:pt>
                <c:pt idx="137">
                  <c:v>20-07-2000</c:v>
                </c:pt>
                <c:pt idx="138">
                  <c:v>21-07-2000</c:v>
                </c:pt>
                <c:pt idx="139">
                  <c:v>24-07-2000</c:v>
                </c:pt>
                <c:pt idx="140">
                  <c:v>25-07-2000</c:v>
                </c:pt>
                <c:pt idx="141">
                  <c:v>26-07-2000</c:v>
                </c:pt>
                <c:pt idx="142">
                  <c:v>27-07-2000</c:v>
                </c:pt>
                <c:pt idx="143">
                  <c:v>28-07-2000</c:v>
                </c:pt>
                <c:pt idx="144">
                  <c:v>31-07-2000</c:v>
                </c:pt>
                <c:pt idx="145">
                  <c:v>01-08-2000</c:v>
                </c:pt>
                <c:pt idx="146">
                  <c:v>02-08-2000</c:v>
                </c:pt>
                <c:pt idx="147">
                  <c:v>03-08-2000</c:v>
                </c:pt>
                <c:pt idx="148">
                  <c:v>04-08-2000</c:v>
                </c:pt>
                <c:pt idx="149">
                  <c:v>07-08-2000</c:v>
                </c:pt>
                <c:pt idx="150">
                  <c:v>08-08-2000</c:v>
                </c:pt>
                <c:pt idx="151">
                  <c:v>09-08-2000</c:v>
                </c:pt>
                <c:pt idx="152">
                  <c:v>10-08-2000</c:v>
                </c:pt>
                <c:pt idx="153">
                  <c:v>11-08-2000</c:v>
                </c:pt>
                <c:pt idx="154">
                  <c:v>14-08-2000</c:v>
                </c:pt>
                <c:pt idx="155">
                  <c:v>16-08-2000</c:v>
                </c:pt>
                <c:pt idx="156">
                  <c:v>17-08-2000</c:v>
                </c:pt>
                <c:pt idx="157">
                  <c:v>18-08-2000</c:v>
                </c:pt>
                <c:pt idx="158">
                  <c:v>21-08-2000</c:v>
                </c:pt>
                <c:pt idx="159">
                  <c:v>22-08-2000</c:v>
                </c:pt>
                <c:pt idx="160">
                  <c:v>23-08-2000</c:v>
                </c:pt>
                <c:pt idx="161">
                  <c:v>24-08-2000</c:v>
                </c:pt>
                <c:pt idx="162">
                  <c:v>25-08-2000</c:v>
                </c:pt>
                <c:pt idx="163">
                  <c:v>28-08-2000</c:v>
                </c:pt>
                <c:pt idx="164">
                  <c:v>29-08-2000</c:v>
                </c:pt>
                <c:pt idx="165">
                  <c:v>30-08-2000</c:v>
                </c:pt>
                <c:pt idx="166">
                  <c:v>31-08-2000</c:v>
                </c:pt>
                <c:pt idx="167">
                  <c:v>04-09-2000</c:v>
                </c:pt>
                <c:pt idx="168">
                  <c:v>05-09-2000</c:v>
                </c:pt>
                <c:pt idx="169">
                  <c:v>06-09-2000</c:v>
                </c:pt>
                <c:pt idx="170">
                  <c:v>07-09-2000</c:v>
                </c:pt>
                <c:pt idx="171">
                  <c:v>08-09-2000</c:v>
                </c:pt>
                <c:pt idx="172">
                  <c:v>11-09-2000</c:v>
                </c:pt>
                <c:pt idx="173">
                  <c:v>12-09-2000</c:v>
                </c:pt>
                <c:pt idx="174">
                  <c:v>13-09-2000</c:v>
                </c:pt>
                <c:pt idx="175">
                  <c:v>14-09-2000</c:v>
                </c:pt>
                <c:pt idx="176">
                  <c:v>15-09-2000</c:v>
                </c:pt>
                <c:pt idx="177">
                  <c:v>18-09-2000</c:v>
                </c:pt>
                <c:pt idx="178">
                  <c:v>19-09-2000</c:v>
                </c:pt>
                <c:pt idx="179">
                  <c:v>20-09-2000</c:v>
                </c:pt>
                <c:pt idx="180">
                  <c:v>21-09-2000</c:v>
                </c:pt>
                <c:pt idx="181">
                  <c:v>22-09-2000</c:v>
                </c:pt>
                <c:pt idx="182">
                  <c:v>25-09-2000</c:v>
                </c:pt>
                <c:pt idx="183">
                  <c:v>26-09-2000</c:v>
                </c:pt>
                <c:pt idx="184">
                  <c:v>27-09-2000</c:v>
                </c:pt>
                <c:pt idx="185">
                  <c:v>28-09-2000</c:v>
                </c:pt>
                <c:pt idx="186">
                  <c:v>29-09-2000</c:v>
                </c:pt>
                <c:pt idx="187">
                  <c:v>03-10-2000</c:v>
                </c:pt>
                <c:pt idx="188">
                  <c:v>04-10-2000</c:v>
                </c:pt>
                <c:pt idx="189">
                  <c:v>05-10-2000</c:v>
                </c:pt>
                <c:pt idx="190">
                  <c:v>06-10-2000</c:v>
                </c:pt>
                <c:pt idx="191">
                  <c:v>09-10-2000</c:v>
                </c:pt>
                <c:pt idx="192">
                  <c:v>10-10-2000</c:v>
                </c:pt>
                <c:pt idx="193">
                  <c:v>11-10-2000</c:v>
                </c:pt>
                <c:pt idx="194">
                  <c:v>12-10-2000</c:v>
                </c:pt>
                <c:pt idx="195">
                  <c:v>13-10-2000</c:v>
                </c:pt>
                <c:pt idx="196">
                  <c:v>16-10-2000</c:v>
                </c:pt>
                <c:pt idx="197">
                  <c:v>17-10-2000</c:v>
                </c:pt>
                <c:pt idx="198">
                  <c:v>18-10-2000</c:v>
                </c:pt>
                <c:pt idx="199">
                  <c:v>19-10-2000</c:v>
                </c:pt>
                <c:pt idx="200">
                  <c:v>20-10-2000</c:v>
                </c:pt>
                <c:pt idx="201">
                  <c:v>23-10-2000</c:v>
                </c:pt>
                <c:pt idx="202">
                  <c:v>24-10-2000</c:v>
                </c:pt>
                <c:pt idx="203">
                  <c:v>25-10-2000</c:v>
                </c:pt>
                <c:pt idx="204">
                  <c:v>26-10-2000</c:v>
                </c:pt>
                <c:pt idx="205">
                  <c:v>27-10-2000</c:v>
                </c:pt>
                <c:pt idx="206">
                  <c:v>30-10-2000</c:v>
                </c:pt>
                <c:pt idx="207">
                  <c:v>31-10-2000</c:v>
                </c:pt>
                <c:pt idx="208">
                  <c:v>01-11-2000</c:v>
                </c:pt>
                <c:pt idx="209">
                  <c:v>02-11-2000</c:v>
                </c:pt>
                <c:pt idx="210">
                  <c:v>03-11-2000</c:v>
                </c:pt>
                <c:pt idx="211">
                  <c:v>06-11-2000</c:v>
                </c:pt>
                <c:pt idx="212">
                  <c:v>07-11-2000</c:v>
                </c:pt>
                <c:pt idx="213">
                  <c:v>08-11-2000</c:v>
                </c:pt>
                <c:pt idx="214">
                  <c:v>09-11-2000</c:v>
                </c:pt>
                <c:pt idx="215">
                  <c:v>10-11-2000</c:v>
                </c:pt>
                <c:pt idx="216">
                  <c:v>13-11-2000</c:v>
                </c:pt>
                <c:pt idx="217">
                  <c:v>14-11-2000</c:v>
                </c:pt>
                <c:pt idx="218">
                  <c:v>15-11-2000</c:v>
                </c:pt>
                <c:pt idx="219">
                  <c:v>16-11-2000</c:v>
                </c:pt>
                <c:pt idx="220">
                  <c:v>17-11-2000</c:v>
                </c:pt>
                <c:pt idx="221">
                  <c:v>20-11-2000</c:v>
                </c:pt>
                <c:pt idx="222">
                  <c:v>21-11-2000</c:v>
                </c:pt>
                <c:pt idx="223">
                  <c:v>22-11-2000</c:v>
                </c:pt>
                <c:pt idx="224">
                  <c:v>23-11-2000</c:v>
                </c:pt>
                <c:pt idx="225">
                  <c:v>24-11-2000</c:v>
                </c:pt>
                <c:pt idx="226">
                  <c:v>27-11-2000</c:v>
                </c:pt>
                <c:pt idx="227">
                  <c:v>28-11-2000</c:v>
                </c:pt>
                <c:pt idx="228">
                  <c:v>29-11-2000</c:v>
                </c:pt>
                <c:pt idx="229">
                  <c:v>30-11-2000</c:v>
                </c:pt>
                <c:pt idx="230">
                  <c:v>01-12-2000</c:v>
                </c:pt>
                <c:pt idx="231">
                  <c:v>04-12-2000</c:v>
                </c:pt>
                <c:pt idx="232">
                  <c:v>05-12-2000</c:v>
                </c:pt>
                <c:pt idx="233">
                  <c:v>06-12-2000</c:v>
                </c:pt>
                <c:pt idx="234">
                  <c:v>07-12-2000</c:v>
                </c:pt>
                <c:pt idx="235">
                  <c:v>08-12-2000</c:v>
                </c:pt>
                <c:pt idx="236">
                  <c:v>11-12-2000</c:v>
                </c:pt>
                <c:pt idx="237">
                  <c:v>12-12-2000</c:v>
                </c:pt>
                <c:pt idx="238">
                  <c:v>13-12-2000</c:v>
                </c:pt>
                <c:pt idx="239">
                  <c:v>14-12-2000</c:v>
                </c:pt>
                <c:pt idx="240">
                  <c:v>15-12-2000</c:v>
                </c:pt>
                <c:pt idx="241">
                  <c:v>18-12-2000</c:v>
                </c:pt>
                <c:pt idx="242">
                  <c:v>19-12-2000</c:v>
                </c:pt>
                <c:pt idx="243">
                  <c:v>20-12-2000</c:v>
                </c:pt>
                <c:pt idx="244">
                  <c:v>21-12-2000</c:v>
                </c:pt>
                <c:pt idx="245">
                  <c:v>22-12-2000</c:v>
                </c:pt>
                <c:pt idx="246">
                  <c:v>26-12-2000</c:v>
                </c:pt>
                <c:pt idx="247">
                  <c:v>27-12-2000</c:v>
                </c:pt>
                <c:pt idx="248">
                  <c:v>28-12-2000</c:v>
                </c:pt>
                <c:pt idx="249">
                  <c:v>29-12-2000</c:v>
                </c:pt>
                <c:pt idx="250">
                  <c:v>01-01-2001</c:v>
                </c:pt>
                <c:pt idx="251">
                  <c:v>02-01-2001</c:v>
                </c:pt>
                <c:pt idx="252">
                  <c:v>03-01-2001</c:v>
                </c:pt>
                <c:pt idx="253">
                  <c:v>04-01-2001</c:v>
                </c:pt>
                <c:pt idx="254">
                  <c:v>05-01-2001</c:v>
                </c:pt>
                <c:pt idx="255">
                  <c:v>08-01-2001</c:v>
                </c:pt>
                <c:pt idx="256">
                  <c:v>09-01-2001</c:v>
                </c:pt>
                <c:pt idx="257">
                  <c:v>10-01-2001</c:v>
                </c:pt>
                <c:pt idx="258">
                  <c:v>11-01-2001</c:v>
                </c:pt>
                <c:pt idx="259">
                  <c:v>12-01-2001</c:v>
                </c:pt>
                <c:pt idx="260">
                  <c:v>15-01-2001</c:v>
                </c:pt>
                <c:pt idx="261">
                  <c:v>16-01-2001</c:v>
                </c:pt>
                <c:pt idx="262">
                  <c:v>17-01-2001</c:v>
                </c:pt>
                <c:pt idx="263">
                  <c:v>18-01-2001</c:v>
                </c:pt>
                <c:pt idx="264">
                  <c:v>19-01-2001</c:v>
                </c:pt>
                <c:pt idx="265">
                  <c:v>22-01-2001</c:v>
                </c:pt>
                <c:pt idx="266">
                  <c:v>23-01-2001</c:v>
                </c:pt>
                <c:pt idx="267">
                  <c:v>24-01-2001</c:v>
                </c:pt>
                <c:pt idx="268">
                  <c:v>25-01-2001</c:v>
                </c:pt>
                <c:pt idx="269">
                  <c:v>29-01-2001</c:v>
                </c:pt>
                <c:pt idx="270">
                  <c:v>30-01-2001</c:v>
                </c:pt>
                <c:pt idx="271">
                  <c:v>31-01-2001</c:v>
                </c:pt>
                <c:pt idx="272">
                  <c:v>01-02-2001</c:v>
                </c:pt>
                <c:pt idx="273">
                  <c:v>02-02-2001</c:v>
                </c:pt>
                <c:pt idx="274">
                  <c:v>05-02-2001</c:v>
                </c:pt>
                <c:pt idx="275">
                  <c:v>06-02-2001</c:v>
                </c:pt>
                <c:pt idx="276">
                  <c:v>07-02-2001</c:v>
                </c:pt>
                <c:pt idx="277">
                  <c:v>08-02-2001</c:v>
                </c:pt>
                <c:pt idx="278">
                  <c:v>09-02-2001</c:v>
                </c:pt>
                <c:pt idx="279">
                  <c:v>12-02-2001</c:v>
                </c:pt>
                <c:pt idx="280">
                  <c:v>13-02-2001</c:v>
                </c:pt>
                <c:pt idx="281">
                  <c:v>14-02-2001</c:v>
                </c:pt>
                <c:pt idx="282">
                  <c:v>15-02-2001</c:v>
                </c:pt>
                <c:pt idx="283">
                  <c:v>16-02-2001</c:v>
                </c:pt>
                <c:pt idx="284">
                  <c:v>19-02-2001</c:v>
                </c:pt>
                <c:pt idx="285">
                  <c:v>20-02-2001</c:v>
                </c:pt>
                <c:pt idx="286">
                  <c:v>21-02-2001</c:v>
                </c:pt>
                <c:pt idx="287">
                  <c:v>22-02-2001</c:v>
                </c:pt>
                <c:pt idx="288">
                  <c:v>23-02-2001</c:v>
                </c:pt>
                <c:pt idx="289">
                  <c:v>26-02-2001</c:v>
                </c:pt>
                <c:pt idx="290">
                  <c:v>27-02-2001</c:v>
                </c:pt>
                <c:pt idx="291">
                  <c:v>28-02-2001</c:v>
                </c:pt>
                <c:pt idx="292">
                  <c:v>01-03-2001</c:v>
                </c:pt>
                <c:pt idx="293">
                  <c:v>02-03-2001</c:v>
                </c:pt>
                <c:pt idx="294">
                  <c:v>05-03-2001</c:v>
                </c:pt>
                <c:pt idx="295">
                  <c:v>07-03-2001</c:v>
                </c:pt>
                <c:pt idx="296">
                  <c:v>08-03-2001</c:v>
                </c:pt>
                <c:pt idx="297">
                  <c:v>09-03-2001</c:v>
                </c:pt>
                <c:pt idx="298">
                  <c:v>12-03-2001</c:v>
                </c:pt>
                <c:pt idx="299">
                  <c:v>13-03-2001</c:v>
                </c:pt>
                <c:pt idx="300">
                  <c:v>14-03-2001</c:v>
                </c:pt>
                <c:pt idx="301">
                  <c:v>15-03-2001</c:v>
                </c:pt>
                <c:pt idx="302">
                  <c:v>16-03-2001</c:v>
                </c:pt>
                <c:pt idx="303">
                  <c:v>19-03-2001</c:v>
                </c:pt>
                <c:pt idx="304">
                  <c:v>20-03-2001</c:v>
                </c:pt>
                <c:pt idx="305">
                  <c:v>21-03-2001</c:v>
                </c:pt>
                <c:pt idx="306">
                  <c:v>22-03-2001</c:v>
                </c:pt>
                <c:pt idx="307">
                  <c:v>23-03-2001</c:v>
                </c:pt>
                <c:pt idx="308">
                  <c:v>26-03-2001</c:v>
                </c:pt>
                <c:pt idx="309">
                  <c:v>27-03-2001</c:v>
                </c:pt>
                <c:pt idx="310">
                  <c:v>28-03-2001</c:v>
                </c:pt>
                <c:pt idx="311">
                  <c:v>29-03-2001</c:v>
                </c:pt>
                <c:pt idx="312">
                  <c:v>30-03-2001</c:v>
                </c:pt>
                <c:pt idx="313">
                  <c:v>02-04-2001</c:v>
                </c:pt>
                <c:pt idx="314">
                  <c:v>03-04-2001</c:v>
                </c:pt>
                <c:pt idx="315">
                  <c:v>04-04-2001</c:v>
                </c:pt>
                <c:pt idx="316">
                  <c:v>06-04-2001</c:v>
                </c:pt>
                <c:pt idx="317">
                  <c:v>09-04-2001</c:v>
                </c:pt>
                <c:pt idx="318">
                  <c:v>10-04-2001</c:v>
                </c:pt>
                <c:pt idx="319">
                  <c:v>11-04-2001</c:v>
                </c:pt>
                <c:pt idx="320">
                  <c:v>12-04-2001</c:v>
                </c:pt>
                <c:pt idx="321">
                  <c:v>16-04-2001</c:v>
                </c:pt>
                <c:pt idx="322">
                  <c:v>17-04-2001</c:v>
                </c:pt>
                <c:pt idx="323">
                  <c:v>18-04-2001</c:v>
                </c:pt>
                <c:pt idx="324">
                  <c:v>19-04-2001</c:v>
                </c:pt>
                <c:pt idx="325">
                  <c:v>20-04-2001</c:v>
                </c:pt>
                <c:pt idx="326">
                  <c:v>23-04-2001</c:v>
                </c:pt>
                <c:pt idx="327">
                  <c:v>24-04-2001</c:v>
                </c:pt>
                <c:pt idx="328">
                  <c:v>25-04-2001</c:v>
                </c:pt>
                <c:pt idx="329">
                  <c:v>26-04-2001</c:v>
                </c:pt>
                <c:pt idx="330">
                  <c:v>27-04-2001</c:v>
                </c:pt>
                <c:pt idx="331">
                  <c:v>30-04-2001</c:v>
                </c:pt>
                <c:pt idx="332">
                  <c:v>02-05-2001</c:v>
                </c:pt>
                <c:pt idx="333">
                  <c:v>03-05-2001</c:v>
                </c:pt>
                <c:pt idx="334">
                  <c:v>04-05-2001</c:v>
                </c:pt>
                <c:pt idx="335">
                  <c:v>07-05-2001</c:v>
                </c:pt>
                <c:pt idx="336">
                  <c:v>08-05-2001</c:v>
                </c:pt>
                <c:pt idx="337">
                  <c:v>09-05-2001</c:v>
                </c:pt>
                <c:pt idx="338">
                  <c:v>10-05-2001</c:v>
                </c:pt>
                <c:pt idx="339">
                  <c:v>11-05-2001</c:v>
                </c:pt>
                <c:pt idx="340">
                  <c:v>14-05-2001</c:v>
                </c:pt>
                <c:pt idx="341">
                  <c:v>15-05-2001</c:v>
                </c:pt>
                <c:pt idx="342">
                  <c:v>16-05-2001</c:v>
                </c:pt>
                <c:pt idx="343">
                  <c:v>17-05-2001</c:v>
                </c:pt>
                <c:pt idx="344">
                  <c:v>18-05-2001</c:v>
                </c:pt>
                <c:pt idx="345">
                  <c:v>21-05-2001</c:v>
                </c:pt>
                <c:pt idx="346">
                  <c:v>22-05-2001</c:v>
                </c:pt>
                <c:pt idx="347">
                  <c:v>23-05-2001</c:v>
                </c:pt>
                <c:pt idx="348">
                  <c:v>24-05-2001</c:v>
                </c:pt>
                <c:pt idx="349">
                  <c:v>25-05-2001</c:v>
                </c:pt>
                <c:pt idx="350">
                  <c:v>28-05-2001</c:v>
                </c:pt>
                <c:pt idx="351">
                  <c:v>29-05-2001</c:v>
                </c:pt>
                <c:pt idx="352">
                  <c:v>30-05-2001</c:v>
                </c:pt>
                <c:pt idx="353">
                  <c:v>31-05-2001</c:v>
                </c:pt>
                <c:pt idx="354">
                  <c:v>01-06-2001</c:v>
                </c:pt>
                <c:pt idx="355">
                  <c:v>04-06-2001</c:v>
                </c:pt>
                <c:pt idx="356">
                  <c:v>05-06-2001</c:v>
                </c:pt>
                <c:pt idx="357">
                  <c:v>06-06-2001</c:v>
                </c:pt>
                <c:pt idx="358">
                  <c:v>07-06-2001</c:v>
                </c:pt>
                <c:pt idx="359">
                  <c:v>08-06-2001</c:v>
                </c:pt>
                <c:pt idx="360">
                  <c:v>11-06-2001</c:v>
                </c:pt>
                <c:pt idx="361">
                  <c:v>12-06-2001</c:v>
                </c:pt>
                <c:pt idx="362">
                  <c:v>13-06-2001</c:v>
                </c:pt>
                <c:pt idx="363">
                  <c:v>14-06-2001</c:v>
                </c:pt>
                <c:pt idx="364">
                  <c:v>15-06-2001</c:v>
                </c:pt>
                <c:pt idx="365">
                  <c:v>18-06-2001</c:v>
                </c:pt>
                <c:pt idx="366">
                  <c:v>19-06-2001</c:v>
                </c:pt>
                <c:pt idx="367">
                  <c:v>20-06-2001</c:v>
                </c:pt>
                <c:pt idx="368">
                  <c:v>21-06-2001</c:v>
                </c:pt>
                <c:pt idx="369">
                  <c:v>22-06-2001</c:v>
                </c:pt>
                <c:pt idx="370">
                  <c:v>25-06-2001</c:v>
                </c:pt>
                <c:pt idx="371">
                  <c:v>26-06-2001</c:v>
                </c:pt>
                <c:pt idx="372">
                  <c:v>27-06-2001</c:v>
                </c:pt>
                <c:pt idx="373">
                  <c:v>28-06-2001</c:v>
                </c:pt>
                <c:pt idx="374">
                  <c:v>29-06-2001</c:v>
                </c:pt>
                <c:pt idx="375">
                  <c:v>02-07-2001</c:v>
                </c:pt>
                <c:pt idx="376">
                  <c:v>03-07-2001</c:v>
                </c:pt>
                <c:pt idx="377">
                  <c:v>04-07-2001</c:v>
                </c:pt>
                <c:pt idx="378">
                  <c:v>05-07-2001</c:v>
                </c:pt>
                <c:pt idx="379">
                  <c:v>06-07-2001</c:v>
                </c:pt>
                <c:pt idx="380">
                  <c:v>09-07-2001</c:v>
                </c:pt>
                <c:pt idx="381">
                  <c:v>10-07-2001</c:v>
                </c:pt>
                <c:pt idx="382">
                  <c:v>11-07-2001</c:v>
                </c:pt>
                <c:pt idx="383">
                  <c:v>12-07-2001</c:v>
                </c:pt>
                <c:pt idx="384">
                  <c:v>13-07-2001</c:v>
                </c:pt>
                <c:pt idx="385">
                  <c:v>16-07-2001</c:v>
                </c:pt>
                <c:pt idx="386">
                  <c:v>17-07-2001</c:v>
                </c:pt>
                <c:pt idx="387">
                  <c:v>18-07-2001</c:v>
                </c:pt>
                <c:pt idx="388">
                  <c:v>19-07-2001</c:v>
                </c:pt>
                <c:pt idx="389">
                  <c:v>20-07-2001</c:v>
                </c:pt>
                <c:pt idx="390">
                  <c:v>23-07-2001</c:v>
                </c:pt>
                <c:pt idx="391">
                  <c:v>24-07-2001</c:v>
                </c:pt>
                <c:pt idx="392">
                  <c:v>25-07-2001</c:v>
                </c:pt>
                <c:pt idx="393">
                  <c:v>26-07-2001</c:v>
                </c:pt>
                <c:pt idx="394">
                  <c:v>27-07-2001</c:v>
                </c:pt>
                <c:pt idx="395">
                  <c:v>30-07-2001</c:v>
                </c:pt>
                <c:pt idx="396">
                  <c:v>31-07-2001</c:v>
                </c:pt>
                <c:pt idx="397">
                  <c:v>01-08-2001</c:v>
                </c:pt>
                <c:pt idx="398">
                  <c:v>02-08-2001</c:v>
                </c:pt>
                <c:pt idx="399">
                  <c:v>03-08-2001</c:v>
                </c:pt>
                <c:pt idx="400">
                  <c:v>06-08-2001</c:v>
                </c:pt>
                <c:pt idx="401">
                  <c:v>07-08-2001</c:v>
                </c:pt>
                <c:pt idx="402">
                  <c:v>08-08-2001</c:v>
                </c:pt>
                <c:pt idx="403">
                  <c:v>09-08-2001</c:v>
                </c:pt>
                <c:pt idx="404">
                  <c:v>10-08-2001</c:v>
                </c:pt>
                <c:pt idx="405">
                  <c:v>13-08-2001</c:v>
                </c:pt>
                <c:pt idx="406">
                  <c:v>14-08-2001</c:v>
                </c:pt>
                <c:pt idx="407">
                  <c:v>16-08-2001</c:v>
                </c:pt>
                <c:pt idx="408">
                  <c:v>17-08-2001</c:v>
                </c:pt>
                <c:pt idx="409">
                  <c:v>20-08-2001</c:v>
                </c:pt>
                <c:pt idx="410">
                  <c:v>21-08-2001</c:v>
                </c:pt>
                <c:pt idx="411">
                  <c:v>23-08-2001</c:v>
                </c:pt>
                <c:pt idx="412">
                  <c:v>24-08-2001</c:v>
                </c:pt>
                <c:pt idx="413">
                  <c:v>27-08-2001</c:v>
                </c:pt>
                <c:pt idx="414">
                  <c:v>28-08-2001</c:v>
                </c:pt>
                <c:pt idx="415">
                  <c:v>29-08-2001</c:v>
                </c:pt>
                <c:pt idx="416">
                  <c:v>30-08-2001</c:v>
                </c:pt>
                <c:pt idx="417">
                  <c:v>31-08-2001</c:v>
                </c:pt>
                <c:pt idx="418">
                  <c:v>03-09-2001</c:v>
                </c:pt>
                <c:pt idx="419">
                  <c:v>04-09-2001</c:v>
                </c:pt>
                <c:pt idx="420">
                  <c:v>05-09-2001</c:v>
                </c:pt>
                <c:pt idx="421">
                  <c:v>06-09-2001</c:v>
                </c:pt>
                <c:pt idx="422">
                  <c:v>07-09-2001</c:v>
                </c:pt>
                <c:pt idx="423">
                  <c:v>10-09-2001</c:v>
                </c:pt>
                <c:pt idx="424">
                  <c:v>11-09-2001</c:v>
                </c:pt>
                <c:pt idx="425">
                  <c:v>12-09-2001</c:v>
                </c:pt>
                <c:pt idx="426">
                  <c:v>13-09-2001</c:v>
                </c:pt>
                <c:pt idx="427">
                  <c:v>14-09-2001</c:v>
                </c:pt>
                <c:pt idx="428">
                  <c:v>17-09-2001</c:v>
                </c:pt>
                <c:pt idx="429">
                  <c:v>18-09-2001</c:v>
                </c:pt>
                <c:pt idx="430">
                  <c:v>19-09-2001</c:v>
                </c:pt>
                <c:pt idx="431">
                  <c:v>20-09-2001</c:v>
                </c:pt>
                <c:pt idx="432">
                  <c:v>21-09-2001</c:v>
                </c:pt>
                <c:pt idx="433">
                  <c:v>24-09-2001</c:v>
                </c:pt>
                <c:pt idx="434">
                  <c:v>25-09-2001</c:v>
                </c:pt>
                <c:pt idx="435">
                  <c:v>26-09-2001</c:v>
                </c:pt>
                <c:pt idx="436">
                  <c:v>27-09-2001</c:v>
                </c:pt>
                <c:pt idx="437">
                  <c:v>28-09-2001</c:v>
                </c:pt>
                <c:pt idx="438">
                  <c:v>01-10-2001</c:v>
                </c:pt>
                <c:pt idx="439">
                  <c:v>03-10-2001</c:v>
                </c:pt>
                <c:pt idx="440">
                  <c:v>04-10-2001</c:v>
                </c:pt>
                <c:pt idx="441">
                  <c:v>05-10-2001</c:v>
                </c:pt>
                <c:pt idx="442">
                  <c:v>08-10-2001</c:v>
                </c:pt>
                <c:pt idx="443">
                  <c:v>09-10-2001</c:v>
                </c:pt>
                <c:pt idx="444">
                  <c:v>10-10-2001</c:v>
                </c:pt>
                <c:pt idx="445">
                  <c:v>11-10-2001</c:v>
                </c:pt>
                <c:pt idx="446">
                  <c:v>12-10-2001</c:v>
                </c:pt>
                <c:pt idx="447">
                  <c:v>15-10-2001</c:v>
                </c:pt>
                <c:pt idx="448">
                  <c:v>16-10-2001</c:v>
                </c:pt>
                <c:pt idx="449">
                  <c:v>17-10-2001</c:v>
                </c:pt>
                <c:pt idx="450">
                  <c:v>18-10-2001</c:v>
                </c:pt>
                <c:pt idx="451">
                  <c:v>19-10-2001</c:v>
                </c:pt>
                <c:pt idx="452">
                  <c:v>22-10-2001</c:v>
                </c:pt>
                <c:pt idx="453">
                  <c:v>23-10-2001</c:v>
                </c:pt>
                <c:pt idx="454">
                  <c:v>24-10-2001</c:v>
                </c:pt>
                <c:pt idx="455">
                  <c:v>25-10-2001</c:v>
                </c:pt>
                <c:pt idx="456">
                  <c:v>29-10-2001</c:v>
                </c:pt>
                <c:pt idx="457">
                  <c:v>30-10-2001</c:v>
                </c:pt>
                <c:pt idx="458">
                  <c:v>31-10-2001</c:v>
                </c:pt>
                <c:pt idx="459">
                  <c:v>01-11-2001</c:v>
                </c:pt>
                <c:pt idx="460">
                  <c:v>02-11-2001</c:v>
                </c:pt>
                <c:pt idx="461">
                  <c:v>05-11-2001</c:v>
                </c:pt>
                <c:pt idx="462">
                  <c:v>06-11-2001</c:v>
                </c:pt>
                <c:pt idx="463">
                  <c:v>07-11-2001</c:v>
                </c:pt>
                <c:pt idx="464">
                  <c:v>08-11-2001</c:v>
                </c:pt>
                <c:pt idx="465">
                  <c:v>09-11-2001</c:v>
                </c:pt>
                <c:pt idx="466">
                  <c:v>12-11-2001</c:v>
                </c:pt>
                <c:pt idx="467">
                  <c:v>13-11-2001</c:v>
                </c:pt>
                <c:pt idx="468">
                  <c:v>14-11-2001</c:v>
                </c:pt>
                <c:pt idx="469">
                  <c:v>15-11-2001</c:v>
                </c:pt>
                <c:pt idx="470">
                  <c:v>19-11-2001</c:v>
                </c:pt>
                <c:pt idx="471">
                  <c:v>20-11-2001</c:v>
                </c:pt>
                <c:pt idx="472">
                  <c:v>21-11-2001</c:v>
                </c:pt>
                <c:pt idx="473">
                  <c:v>22-11-2001</c:v>
                </c:pt>
                <c:pt idx="474">
                  <c:v>23-11-2001</c:v>
                </c:pt>
                <c:pt idx="475">
                  <c:v>26-11-2001</c:v>
                </c:pt>
                <c:pt idx="476">
                  <c:v>27-11-2001</c:v>
                </c:pt>
                <c:pt idx="477">
                  <c:v>28-11-2001</c:v>
                </c:pt>
                <c:pt idx="478">
                  <c:v>29-11-2001</c:v>
                </c:pt>
                <c:pt idx="479">
                  <c:v>03-12-2001</c:v>
                </c:pt>
                <c:pt idx="480">
                  <c:v>04-12-2001</c:v>
                </c:pt>
                <c:pt idx="481">
                  <c:v>05-12-2001</c:v>
                </c:pt>
                <c:pt idx="482">
                  <c:v>06-12-2001</c:v>
                </c:pt>
                <c:pt idx="483">
                  <c:v>07-12-2001</c:v>
                </c:pt>
                <c:pt idx="484">
                  <c:v>10-12-2001</c:v>
                </c:pt>
                <c:pt idx="485">
                  <c:v>11-12-2001</c:v>
                </c:pt>
                <c:pt idx="486">
                  <c:v>12-12-2001</c:v>
                </c:pt>
                <c:pt idx="487">
                  <c:v>13-12-2001</c:v>
                </c:pt>
                <c:pt idx="488">
                  <c:v>14-12-2001</c:v>
                </c:pt>
                <c:pt idx="489">
                  <c:v>18-12-2001</c:v>
                </c:pt>
                <c:pt idx="490">
                  <c:v>19-12-2001</c:v>
                </c:pt>
                <c:pt idx="491">
                  <c:v>20-12-2001</c:v>
                </c:pt>
                <c:pt idx="492">
                  <c:v>21-12-2001</c:v>
                </c:pt>
                <c:pt idx="493">
                  <c:v>24-12-2001</c:v>
                </c:pt>
                <c:pt idx="494">
                  <c:v>26-12-2001</c:v>
                </c:pt>
                <c:pt idx="495">
                  <c:v>27-12-2001</c:v>
                </c:pt>
                <c:pt idx="496">
                  <c:v>28-12-2001</c:v>
                </c:pt>
                <c:pt idx="497">
                  <c:v>31-12-2001</c:v>
                </c:pt>
                <c:pt idx="498">
                  <c:v>01-01-2002</c:v>
                </c:pt>
                <c:pt idx="499">
                  <c:v>02-01-2002</c:v>
                </c:pt>
                <c:pt idx="500">
                  <c:v>03-01-2002</c:v>
                </c:pt>
                <c:pt idx="501">
                  <c:v>04-01-2002</c:v>
                </c:pt>
                <c:pt idx="502">
                  <c:v>07-01-2002</c:v>
                </c:pt>
                <c:pt idx="503">
                  <c:v>08-01-2002</c:v>
                </c:pt>
                <c:pt idx="504">
                  <c:v>09-01-2002</c:v>
                </c:pt>
                <c:pt idx="505">
                  <c:v>10-01-2002</c:v>
                </c:pt>
                <c:pt idx="506">
                  <c:v>11-01-2002</c:v>
                </c:pt>
                <c:pt idx="507">
                  <c:v>14-01-2002</c:v>
                </c:pt>
                <c:pt idx="508">
                  <c:v>15-01-2002</c:v>
                </c:pt>
                <c:pt idx="509">
                  <c:v>16-01-2002</c:v>
                </c:pt>
                <c:pt idx="510">
                  <c:v>17-01-2002</c:v>
                </c:pt>
                <c:pt idx="511">
                  <c:v>18-01-2002</c:v>
                </c:pt>
                <c:pt idx="512">
                  <c:v>21-01-2002</c:v>
                </c:pt>
                <c:pt idx="513">
                  <c:v>22-01-2002</c:v>
                </c:pt>
                <c:pt idx="514">
                  <c:v>23-01-2002</c:v>
                </c:pt>
                <c:pt idx="515">
                  <c:v>24-01-2002</c:v>
                </c:pt>
                <c:pt idx="516">
                  <c:v>25-01-2002</c:v>
                </c:pt>
                <c:pt idx="517">
                  <c:v>28-01-2002</c:v>
                </c:pt>
                <c:pt idx="518">
                  <c:v>29-01-2002</c:v>
                </c:pt>
                <c:pt idx="519">
                  <c:v>30-01-2002</c:v>
                </c:pt>
                <c:pt idx="520">
                  <c:v>31-01-2002</c:v>
                </c:pt>
                <c:pt idx="521">
                  <c:v>01-02-2002</c:v>
                </c:pt>
                <c:pt idx="522">
                  <c:v>04-02-2002</c:v>
                </c:pt>
                <c:pt idx="523">
                  <c:v>05-02-2002</c:v>
                </c:pt>
                <c:pt idx="524">
                  <c:v>06-02-2002</c:v>
                </c:pt>
                <c:pt idx="525">
                  <c:v>07-02-2002</c:v>
                </c:pt>
                <c:pt idx="526">
                  <c:v>08-02-2002</c:v>
                </c:pt>
                <c:pt idx="527">
                  <c:v>11-02-2002</c:v>
                </c:pt>
                <c:pt idx="528">
                  <c:v>12-02-2002</c:v>
                </c:pt>
                <c:pt idx="529">
                  <c:v>13-02-2002</c:v>
                </c:pt>
                <c:pt idx="530">
                  <c:v>14-02-2002</c:v>
                </c:pt>
                <c:pt idx="531">
                  <c:v>15-02-2002</c:v>
                </c:pt>
                <c:pt idx="532">
                  <c:v>18-02-2002</c:v>
                </c:pt>
                <c:pt idx="533">
                  <c:v>19-02-2002</c:v>
                </c:pt>
                <c:pt idx="534">
                  <c:v>20-02-2002</c:v>
                </c:pt>
                <c:pt idx="535">
                  <c:v>21-02-2002</c:v>
                </c:pt>
                <c:pt idx="536">
                  <c:v>22-02-2002</c:v>
                </c:pt>
                <c:pt idx="537">
                  <c:v>25-02-2002</c:v>
                </c:pt>
                <c:pt idx="538">
                  <c:v>26-02-2002</c:v>
                </c:pt>
                <c:pt idx="539">
                  <c:v>27-02-2002</c:v>
                </c:pt>
                <c:pt idx="540">
                  <c:v>28-02-2002</c:v>
                </c:pt>
                <c:pt idx="541">
                  <c:v>01-03-2002</c:v>
                </c:pt>
                <c:pt idx="542">
                  <c:v>04-03-2002</c:v>
                </c:pt>
                <c:pt idx="543">
                  <c:v>05-03-2002</c:v>
                </c:pt>
                <c:pt idx="544">
                  <c:v>06-03-2002</c:v>
                </c:pt>
                <c:pt idx="545">
                  <c:v>07-03-2002</c:v>
                </c:pt>
                <c:pt idx="546">
                  <c:v>08-03-2002</c:v>
                </c:pt>
                <c:pt idx="547">
                  <c:v>11-03-2002</c:v>
                </c:pt>
                <c:pt idx="548">
                  <c:v>12-03-2002</c:v>
                </c:pt>
                <c:pt idx="549">
                  <c:v>13-03-2002</c:v>
                </c:pt>
                <c:pt idx="550">
                  <c:v>14-03-2002</c:v>
                </c:pt>
                <c:pt idx="551">
                  <c:v>15-03-2002</c:v>
                </c:pt>
                <c:pt idx="552">
                  <c:v>18-03-2002</c:v>
                </c:pt>
                <c:pt idx="553">
                  <c:v>19-03-2002</c:v>
                </c:pt>
                <c:pt idx="554">
                  <c:v>20-03-2002</c:v>
                </c:pt>
                <c:pt idx="555">
                  <c:v>21-03-2002</c:v>
                </c:pt>
                <c:pt idx="556">
                  <c:v>22-03-2002</c:v>
                </c:pt>
                <c:pt idx="557">
                  <c:v>26-03-2002</c:v>
                </c:pt>
                <c:pt idx="558">
                  <c:v>27-03-2002</c:v>
                </c:pt>
                <c:pt idx="559">
                  <c:v>28-03-2002</c:v>
                </c:pt>
                <c:pt idx="560">
                  <c:v>01-04-2002</c:v>
                </c:pt>
                <c:pt idx="561">
                  <c:v>02-04-2002</c:v>
                </c:pt>
                <c:pt idx="562">
                  <c:v>03-04-2002</c:v>
                </c:pt>
                <c:pt idx="563">
                  <c:v>04-04-2002</c:v>
                </c:pt>
                <c:pt idx="564">
                  <c:v>05-04-2002</c:v>
                </c:pt>
                <c:pt idx="565">
                  <c:v>08-04-2002</c:v>
                </c:pt>
                <c:pt idx="566">
                  <c:v>09-04-2002</c:v>
                </c:pt>
                <c:pt idx="567">
                  <c:v>10-04-2002</c:v>
                </c:pt>
                <c:pt idx="568">
                  <c:v>11-04-2002</c:v>
                </c:pt>
                <c:pt idx="569">
                  <c:v>12-04-2002</c:v>
                </c:pt>
                <c:pt idx="570">
                  <c:v>15-04-2002</c:v>
                </c:pt>
                <c:pt idx="571">
                  <c:v>16-04-2002</c:v>
                </c:pt>
                <c:pt idx="572">
                  <c:v>17-04-2002</c:v>
                </c:pt>
                <c:pt idx="573">
                  <c:v>18-04-2002</c:v>
                </c:pt>
                <c:pt idx="574">
                  <c:v>19-04-2002</c:v>
                </c:pt>
                <c:pt idx="575">
                  <c:v>22-04-2002</c:v>
                </c:pt>
                <c:pt idx="576">
                  <c:v>23-04-2002</c:v>
                </c:pt>
                <c:pt idx="577">
                  <c:v>24-04-2002</c:v>
                </c:pt>
                <c:pt idx="578">
                  <c:v>25-04-2002</c:v>
                </c:pt>
                <c:pt idx="579">
                  <c:v>26-04-2002</c:v>
                </c:pt>
                <c:pt idx="580">
                  <c:v>29-04-2002</c:v>
                </c:pt>
                <c:pt idx="581">
                  <c:v>30-04-2002</c:v>
                </c:pt>
                <c:pt idx="582">
                  <c:v>02-05-2002</c:v>
                </c:pt>
                <c:pt idx="583">
                  <c:v>03-05-2002</c:v>
                </c:pt>
                <c:pt idx="584">
                  <c:v>06-05-2002</c:v>
                </c:pt>
                <c:pt idx="585">
                  <c:v>07-05-2002</c:v>
                </c:pt>
                <c:pt idx="586">
                  <c:v>08-05-2002</c:v>
                </c:pt>
                <c:pt idx="587">
                  <c:v>09-05-2002</c:v>
                </c:pt>
                <c:pt idx="588">
                  <c:v>10-05-2002</c:v>
                </c:pt>
                <c:pt idx="589">
                  <c:v>13-05-2002</c:v>
                </c:pt>
                <c:pt idx="590">
                  <c:v>14-05-2002</c:v>
                </c:pt>
                <c:pt idx="591">
                  <c:v>15-05-2002</c:v>
                </c:pt>
                <c:pt idx="592">
                  <c:v>16-05-2002</c:v>
                </c:pt>
                <c:pt idx="593">
                  <c:v>17-05-2002</c:v>
                </c:pt>
                <c:pt idx="594">
                  <c:v>20-05-2002</c:v>
                </c:pt>
                <c:pt idx="595">
                  <c:v>21-05-2002</c:v>
                </c:pt>
                <c:pt idx="596">
                  <c:v>22-05-2002</c:v>
                </c:pt>
                <c:pt idx="597">
                  <c:v>23-05-2002</c:v>
                </c:pt>
                <c:pt idx="598">
                  <c:v>24-05-2002</c:v>
                </c:pt>
                <c:pt idx="599">
                  <c:v>27-05-2002</c:v>
                </c:pt>
                <c:pt idx="600">
                  <c:v>28-05-2002</c:v>
                </c:pt>
                <c:pt idx="601">
                  <c:v>29-05-2002</c:v>
                </c:pt>
                <c:pt idx="602">
                  <c:v>30-05-2002</c:v>
                </c:pt>
                <c:pt idx="603">
                  <c:v>31-05-2002</c:v>
                </c:pt>
                <c:pt idx="604">
                  <c:v>03-06-2002</c:v>
                </c:pt>
                <c:pt idx="605">
                  <c:v>04-06-2002</c:v>
                </c:pt>
                <c:pt idx="606">
                  <c:v>05-06-2002</c:v>
                </c:pt>
                <c:pt idx="607">
                  <c:v>06-06-2002</c:v>
                </c:pt>
                <c:pt idx="608">
                  <c:v>07-06-2002</c:v>
                </c:pt>
                <c:pt idx="609">
                  <c:v>10-06-2002</c:v>
                </c:pt>
                <c:pt idx="610">
                  <c:v>11-06-2002</c:v>
                </c:pt>
                <c:pt idx="611">
                  <c:v>12-06-2002</c:v>
                </c:pt>
                <c:pt idx="612">
                  <c:v>13-06-2002</c:v>
                </c:pt>
                <c:pt idx="613">
                  <c:v>14-06-2002</c:v>
                </c:pt>
                <c:pt idx="614">
                  <c:v>17-06-2002</c:v>
                </c:pt>
                <c:pt idx="615">
                  <c:v>18-06-2002</c:v>
                </c:pt>
                <c:pt idx="616">
                  <c:v>19-06-2002</c:v>
                </c:pt>
                <c:pt idx="617">
                  <c:v>20-06-2002</c:v>
                </c:pt>
                <c:pt idx="618">
                  <c:v>21-06-2002</c:v>
                </c:pt>
                <c:pt idx="619">
                  <c:v>24-06-2002</c:v>
                </c:pt>
                <c:pt idx="620">
                  <c:v>25-06-2002</c:v>
                </c:pt>
                <c:pt idx="621">
                  <c:v>26-06-2002</c:v>
                </c:pt>
                <c:pt idx="622">
                  <c:v>27-06-2002</c:v>
                </c:pt>
                <c:pt idx="623">
                  <c:v>28-06-2002</c:v>
                </c:pt>
                <c:pt idx="624">
                  <c:v>01-07-2002</c:v>
                </c:pt>
                <c:pt idx="625">
                  <c:v>02-07-2002</c:v>
                </c:pt>
                <c:pt idx="626">
                  <c:v>03-07-2002</c:v>
                </c:pt>
                <c:pt idx="627">
                  <c:v>04-07-2002</c:v>
                </c:pt>
                <c:pt idx="628">
                  <c:v>05-07-2002</c:v>
                </c:pt>
                <c:pt idx="629">
                  <c:v>08-07-2002</c:v>
                </c:pt>
                <c:pt idx="630">
                  <c:v>09-07-2002</c:v>
                </c:pt>
                <c:pt idx="631">
                  <c:v>10-07-2002</c:v>
                </c:pt>
                <c:pt idx="632">
                  <c:v>11-07-2002</c:v>
                </c:pt>
                <c:pt idx="633">
                  <c:v>12-07-2002</c:v>
                </c:pt>
                <c:pt idx="634">
                  <c:v>15-07-2002</c:v>
                </c:pt>
                <c:pt idx="635">
                  <c:v>16-07-2002</c:v>
                </c:pt>
                <c:pt idx="636">
                  <c:v>17-07-2002</c:v>
                </c:pt>
                <c:pt idx="637">
                  <c:v>18-07-2002</c:v>
                </c:pt>
                <c:pt idx="638">
                  <c:v>19-07-2002</c:v>
                </c:pt>
                <c:pt idx="639">
                  <c:v>22-07-2002</c:v>
                </c:pt>
                <c:pt idx="640">
                  <c:v>23-07-2002</c:v>
                </c:pt>
                <c:pt idx="641">
                  <c:v>24-07-2002</c:v>
                </c:pt>
                <c:pt idx="642">
                  <c:v>25-07-2002</c:v>
                </c:pt>
                <c:pt idx="643">
                  <c:v>26-07-2002</c:v>
                </c:pt>
                <c:pt idx="644">
                  <c:v>29-07-2002</c:v>
                </c:pt>
                <c:pt idx="645">
                  <c:v>30-07-2002</c:v>
                </c:pt>
                <c:pt idx="646">
                  <c:v>31-07-2002</c:v>
                </c:pt>
                <c:pt idx="647">
                  <c:v>01-08-2002</c:v>
                </c:pt>
                <c:pt idx="648">
                  <c:v>02-08-2002</c:v>
                </c:pt>
                <c:pt idx="649">
                  <c:v>05-08-2002</c:v>
                </c:pt>
                <c:pt idx="650">
                  <c:v>06-08-2002</c:v>
                </c:pt>
                <c:pt idx="651">
                  <c:v>07-08-2002</c:v>
                </c:pt>
                <c:pt idx="652">
                  <c:v>08-08-2002</c:v>
                </c:pt>
                <c:pt idx="653">
                  <c:v>09-08-2002</c:v>
                </c:pt>
                <c:pt idx="654">
                  <c:v>12-08-2002</c:v>
                </c:pt>
                <c:pt idx="655">
                  <c:v>13-08-2002</c:v>
                </c:pt>
                <c:pt idx="656">
                  <c:v>14-08-2002</c:v>
                </c:pt>
                <c:pt idx="657">
                  <c:v>16-08-2002</c:v>
                </c:pt>
                <c:pt idx="658">
                  <c:v>19-08-2002</c:v>
                </c:pt>
                <c:pt idx="659">
                  <c:v>20-08-2002</c:v>
                </c:pt>
                <c:pt idx="660">
                  <c:v>21-08-2002</c:v>
                </c:pt>
                <c:pt idx="661">
                  <c:v>22-08-2002</c:v>
                </c:pt>
                <c:pt idx="662">
                  <c:v>23-08-2002</c:v>
                </c:pt>
                <c:pt idx="663">
                  <c:v>26-08-2002</c:v>
                </c:pt>
                <c:pt idx="664">
                  <c:v>27-08-2002</c:v>
                </c:pt>
                <c:pt idx="665">
                  <c:v>28-08-2002</c:v>
                </c:pt>
                <c:pt idx="666">
                  <c:v>29-08-2002</c:v>
                </c:pt>
                <c:pt idx="667">
                  <c:v>30-08-2002</c:v>
                </c:pt>
                <c:pt idx="668">
                  <c:v>02-09-2002</c:v>
                </c:pt>
                <c:pt idx="669">
                  <c:v>03-09-2002</c:v>
                </c:pt>
                <c:pt idx="670">
                  <c:v>04-09-2002</c:v>
                </c:pt>
                <c:pt idx="671">
                  <c:v>05-09-2002</c:v>
                </c:pt>
                <c:pt idx="672">
                  <c:v>06-09-2002</c:v>
                </c:pt>
                <c:pt idx="673">
                  <c:v>09-09-2002</c:v>
                </c:pt>
                <c:pt idx="674">
                  <c:v>11-09-2002</c:v>
                </c:pt>
                <c:pt idx="675">
                  <c:v>12-09-2002</c:v>
                </c:pt>
                <c:pt idx="676">
                  <c:v>13-09-2002</c:v>
                </c:pt>
                <c:pt idx="677">
                  <c:v>16-09-2002</c:v>
                </c:pt>
                <c:pt idx="678">
                  <c:v>17-09-2002</c:v>
                </c:pt>
                <c:pt idx="679">
                  <c:v>18-09-2002</c:v>
                </c:pt>
                <c:pt idx="680">
                  <c:v>19-09-2002</c:v>
                </c:pt>
                <c:pt idx="681">
                  <c:v>20-09-2002</c:v>
                </c:pt>
                <c:pt idx="682">
                  <c:v>23-09-2002</c:v>
                </c:pt>
                <c:pt idx="683">
                  <c:v>24-09-2002</c:v>
                </c:pt>
                <c:pt idx="684">
                  <c:v>25-09-2002</c:v>
                </c:pt>
                <c:pt idx="685">
                  <c:v>26-09-2002</c:v>
                </c:pt>
                <c:pt idx="686">
                  <c:v>27-09-2002</c:v>
                </c:pt>
                <c:pt idx="687">
                  <c:v>30-09-2002</c:v>
                </c:pt>
                <c:pt idx="688">
                  <c:v>01-10-2002</c:v>
                </c:pt>
                <c:pt idx="689">
                  <c:v>03-10-2002</c:v>
                </c:pt>
                <c:pt idx="690">
                  <c:v>04-10-2002</c:v>
                </c:pt>
                <c:pt idx="691">
                  <c:v>07-10-2002</c:v>
                </c:pt>
                <c:pt idx="692">
                  <c:v>08-10-2002</c:v>
                </c:pt>
                <c:pt idx="693">
                  <c:v>09-10-2002</c:v>
                </c:pt>
                <c:pt idx="694">
                  <c:v>10-10-2002</c:v>
                </c:pt>
                <c:pt idx="695">
                  <c:v>11-10-2002</c:v>
                </c:pt>
                <c:pt idx="696">
                  <c:v>14-10-2002</c:v>
                </c:pt>
                <c:pt idx="697">
                  <c:v>16-10-2002</c:v>
                </c:pt>
                <c:pt idx="698">
                  <c:v>17-10-2002</c:v>
                </c:pt>
                <c:pt idx="699">
                  <c:v>18-10-2002</c:v>
                </c:pt>
                <c:pt idx="700">
                  <c:v>21-10-2002</c:v>
                </c:pt>
                <c:pt idx="701">
                  <c:v>22-10-2002</c:v>
                </c:pt>
                <c:pt idx="702">
                  <c:v>23-10-2002</c:v>
                </c:pt>
                <c:pt idx="703">
                  <c:v>24-10-2002</c:v>
                </c:pt>
                <c:pt idx="704">
                  <c:v>25-10-2002</c:v>
                </c:pt>
                <c:pt idx="705">
                  <c:v>28-10-2002</c:v>
                </c:pt>
                <c:pt idx="706">
                  <c:v>29-10-2002</c:v>
                </c:pt>
                <c:pt idx="707">
                  <c:v>30-10-2002</c:v>
                </c:pt>
                <c:pt idx="708">
                  <c:v>31-10-2002</c:v>
                </c:pt>
                <c:pt idx="709">
                  <c:v>01-11-2002</c:v>
                </c:pt>
                <c:pt idx="710">
                  <c:v>04-11-2002</c:v>
                </c:pt>
                <c:pt idx="711">
                  <c:v>05-11-2002</c:v>
                </c:pt>
                <c:pt idx="712">
                  <c:v>07-11-2002</c:v>
                </c:pt>
                <c:pt idx="713">
                  <c:v>08-11-2002</c:v>
                </c:pt>
                <c:pt idx="714">
                  <c:v>11-11-2002</c:v>
                </c:pt>
                <c:pt idx="715">
                  <c:v>12-11-2002</c:v>
                </c:pt>
                <c:pt idx="716">
                  <c:v>13-11-2002</c:v>
                </c:pt>
                <c:pt idx="717">
                  <c:v>14-11-2002</c:v>
                </c:pt>
                <c:pt idx="718">
                  <c:v>15-11-2002</c:v>
                </c:pt>
                <c:pt idx="719">
                  <c:v>18-11-2002</c:v>
                </c:pt>
                <c:pt idx="720">
                  <c:v>20-11-2002</c:v>
                </c:pt>
                <c:pt idx="721">
                  <c:v>21-11-2002</c:v>
                </c:pt>
                <c:pt idx="722">
                  <c:v>22-11-2002</c:v>
                </c:pt>
                <c:pt idx="723">
                  <c:v>25-11-2002</c:v>
                </c:pt>
                <c:pt idx="724">
                  <c:v>26-11-2002</c:v>
                </c:pt>
                <c:pt idx="725">
                  <c:v>27-11-2002</c:v>
                </c:pt>
                <c:pt idx="726">
                  <c:v>28-11-2002</c:v>
                </c:pt>
                <c:pt idx="727">
                  <c:v>29-11-2002</c:v>
                </c:pt>
                <c:pt idx="728">
                  <c:v>02-12-2002</c:v>
                </c:pt>
                <c:pt idx="729">
                  <c:v>03-12-2002</c:v>
                </c:pt>
                <c:pt idx="730">
                  <c:v>04-12-2002</c:v>
                </c:pt>
                <c:pt idx="731">
                  <c:v>05-12-2002</c:v>
                </c:pt>
                <c:pt idx="732">
                  <c:v>06-12-2002</c:v>
                </c:pt>
                <c:pt idx="733">
                  <c:v>09-12-2002</c:v>
                </c:pt>
                <c:pt idx="734">
                  <c:v>10-12-2002</c:v>
                </c:pt>
                <c:pt idx="735">
                  <c:v>11-12-2002</c:v>
                </c:pt>
                <c:pt idx="736">
                  <c:v>12-12-2002</c:v>
                </c:pt>
                <c:pt idx="737">
                  <c:v>13-12-2002</c:v>
                </c:pt>
                <c:pt idx="738">
                  <c:v>16-12-2002</c:v>
                </c:pt>
                <c:pt idx="739">
                  <c:v>17-12-2002</c:v>
                </c:pt>
                <c:pt idx="740">
                  <c:v>18-12-2002</c:v>
                </c:pt>
                <c:pt idx="741">
                  <c:v>19-12-2002</c:v>
                </c:pt>
                <c:pt idx="742">
                  <c:v>20-12-2002</c:v>
                </c:pt>
                <c:pt idx="743">
                  <c:v>23-12-2002</c:v>
                </c:pt>
                <c:pt idx="744">
                  <c:v>24-12-2002</c:v>
                </c:pt>
                <c:pt idx="745">
                  <c:v>26-12-2002</c:v>
                </c:pt>
                <c:pt idx="746">
                  <c:v>27-12-2002</c:v>
                </c:pt>
                <c:pt idx="747">
                  <c:v>30-12-2002</c:v>
                </c:pt>
                <c:pt idx="748">
                  <c:v>31-12-2002</c:v>
                </c:pt>
                <c:pt idx="749">
                  <c:v>01-01-2003</c:v>
                </c:pt>
                <c:pt idx="750">
                  <c:v>02-01-2003</c:v>
                </c:pt>
                <c:pt idx="751">
                  <c:v>03-01-2003</c:v>
                </c:pt>
                <c:pt idx="752">
                  <c:v>06-01-2003</c:v>
                </c:pt>
                <c:pt idx="753">
                  <c:v>07-01-2003</c:v>
                </c:pt>
                <c:pt idx="754">
                  <c:v>08-01-2003</c:v>
                </c:pt>
                <c:pt idx="755">
                  <c:v>09-01-2003</c:v>
                </c:pt>
                <c:pt idx="756">
                  <c:v>10-01-2003</c:v>
                </c:pt>
                <c:pt idx="757">
                  <c:v>13-01-2003</c:v>
                </c:pt>
                <c:pt idx="758">
                  <c:v>14-01-2003</c:v>
                </c:pt>
                <c:pt idx="759">
                  <c:v>15-01-2003</c:v>
                </c:pt>
                <c:pt idx="760">
                  <c:v>16-01-2003</c:v>
                </c:pt>
                <c:pt idx="761">
                  <c:v>17-01-2003</c:v>
                </c:pt>
                <c:pt idx="762">
                  <c:v>20-01-2003</c:v>
                </c:pt>
                <c:pt idx="763">
                  <c:v>21-01-2003</c:v>
                </c:pt>
                <c:pt idx="764">
                  <c:v>22-01-2003</c:v>
                </c:pt>
                <c:pt idx="765">
                  <c:v>23-01-2003</c:v>
                </c:pt>
                <c:pt idx="766">
                  <c:v>24-01-2003</c:v>
                </c:pt>
                <c:pt idx="767">
                  <c:v>27-01-2003</c:v>
                </c:pt>
                <c:pt idx="768">
                  <c:v>28-01-2003</c:v>
                </c:pt>
                <c:pt idx="769">
                  <c:v>29-01-2003</c:v>
                </c:pt>
                <c:pt idx="770">
                  <c:v>30-01-2003</c:v>
                </c:pt>
                <c:pt idx="771">
                  <c:v>31-01-2003</c:v>
                </c:pt>
                <c:pt idx="772">
                  <c:v>03-02-2003</c:v>
                </c:pt>
                <c:pt idx="773">
                  <c:v>04-02-2003</c:v>
                </c:pt>
                <c:pt idx="774">
                  <c:v>05-02-2003</c:v>
                </c:pt>
                <c:pt idx="775">
                  <c:v>06-02-2003</c:v>
                </c:pt>
                <c:pt idx="776">
                  <c:v>07-02-2003</c:v>
                </c:pt>
                <c:pt idx="777">
                  <c:v>10-02-2003</c:v>
                </c:pt>
                <c:pt idx="778">
                  <c:v>11-02-2003</c:v>
                </c:pt>
                <c:pt idx="779">
                  <c:v>12-02-2003</c:v>
                </c:pt>
                <c:pt idx="780">
                  <c:v>14-02-2003</c:v>
                </c:pt>
                <c:pt idx="781">
                  <c:v>17-02-2003</c:v>
                </c:pt>
                <c:pt idx="782">
                  <c:v>18-02-2003</c:v>
                </c:pt>
                <c:pt idx="783">
                  <c:v>19-02-2003</c:v>
                </c:pt>
                <c:pt idx="784">
                  <c:v>20-02-2003</c:v>
                </c:pt>
                <c:pt idx="785">
                  <c:v>21-02-2003</c:v>
                </c:pt>
                <c:pt idx="786">
                  <c:v>24-02-2003</c:v>
                </c:pt>
                <c:pt idx="787">
                  <c:v>25-02-2003</c:v>
                </c:pt>
                <c:pt idx="788">
                  <c:v>26-02-2003</c:v>
                </c:pt>
                <c:pt idx="789">
                  <c:v>27-02-2003</c:v>
                </c:pt>
                <c:pt idx="790">
                  <c:v>28-02-2003</c:v>
                </c:pt>
                <c:pt idx="791">
                  <c:v>03-03-2003</c:v>
                </c:pt>
                <c:pt idx="792">
                  <c:v>04-03-2003</c:v>
                </c:pt>
                <c:pt idx="793">
                  <c:v>05-03-2003</c:v>
                </c:pt>
                <c:pt idx="794">
                  <c:v>06-03-2003</c:v>
                </c:pt>
                <c:pt idx="795">
                  <c:v>07-03-2003</c:v>
                </c:pt>
                <c:pt idx="796">
                  <c:v>10-03-2003</c:v>
                </c:pt>
                <c:pt idx="797">
                  <c:v>11-03-2003</c:v>
                </c:pt>
                <c:pt idx="798">
                  <c:v>12-03-2003</c:v>
                </c:pt>
                <c:pt idx="799">
                  <c:v>13-03-2003</c:v>
                </c:pt>
                <c:pt idx="800">
                  <c:v>17-03-2003</c:v>
                </c:pt>
                <c:pt idx="801">
                  <c:v>19-03-2003</c:v>
                </c:pt>
                <c:pt idx="802">
                  <c:v>20-03-2003</c:v>
                </c:pt>
                <c:pt idx="803">
                  <c:v>21-03-2003</c:v>
                </c:pt>
                <c:pt idx="804">
                  <c:v>22-03-2003</c:v>
                </c:pt>
                <c:pt idx="805">
                  <c:v>24-03-2003</c:v>
                </c:pt>
                <c:pt idx="806">
                  <c:v>25-03-2003</c:v>
                </c:pt>
                <c:pt idx="807">
                  <c:v>26-03-2003</c:v>
                </c:pt>
                <c:pt idx="808">
                  <c:v>27-03-2003</c:v>
                </c:pt>
                <c:pt idx="809">
                  <c:v>28-03-2003</c:v>
                </c:pt>
                <c:pt idx="810">
                  <c:v>31-03-2003</c:v>
                </c:pt>
                <c:pt idx="811">
                  <c:v>01-04-2003</c:v>
                </c:pt>
                <c:pt idx="812">
                  <c:v>02-04-2003</c:v>
                </c:pt>
                <c:pt idx="813">
                  <c:v>03-04-2003</c:v>
                </c:pt>
                <c:pt idx="814">
                  <c:v>04-04-2003</c:v>
                </c:pt>
                <c:pt idx="815">
                  <c:v>07-04-2003</c:v>
                </c:pt>
                <c:pt idx="816">
                  <c:v>08-04-2003</c:v>
                </c:pt>
                <c:pt idx="817">
                  <c:v>09-04-2003</c:v>
                </c:pt>
                <c:pt idx="818">
                  <c:v>10-04-2003</c:v>
                </c:pt>
                <c:pt idx="819">
                  <c:v>11-04-2003</c:v>
                </c:pt>
                <c:pt idx="820">
                  <c:v>15-04-2003</c:v>
                </c:pt>
                <c:pt idx="821">
                  <c:v>16-04-2003</c:v>
                </c:pt>
                <c:pt idx="822">
                  <c:v>17-04-2003</c:v>
                </c:pt>
                <c:pt idx="823">
                  <c:v>21-04-2003</c:v>
                </c:pt>
                <c:pt idx="824">
                  <c:v>22-04-2003</c:v>
                </c:pt>
                <c:pt idx="825">
                  <c:v>23-04-2003</c:v>
                </c:pt>
                <c:pt idx="826">
                  <c:v>24-04-2003</c:v>
                </c:pt>
                <c:pt idx="827">
                  <c:v>25-04-2003</c:v>
                </c:pt>
                <c:pt idx="828">
                  <c:v>28-04-2003</c:v>
                </c:pt>
                <c:pt idx="829">
                  <c:v>29-04-2003</c:v>
                </c:pt>
                <c:pt idx="830">
                  <c:v>30-04-2003</c:v>
                </c:pt>
                <c:pt idx="831">
                  <c:v>02-05-2003</c:v>
                </c:pt>
                <c:pt idx="832">
                  <c:v>05-05-2003</c:v>
                </c:pt>
                <c:pt idx="833">
                  <c:v>06-05-2003</c:v>
                </c:pt>
                <c:pt idx="834">
                  <c:v>07-05-2003</c:v>
                </c:pt>
                <c:pt idx="835">
                  <c:v>08-05-2003</c:v>
                </c:pt>
                <c:pt idx="836">
                  <c:v>09-05-2003</c:v>
                </c:pt>
                <c:pt idx="837">
                  <c:v>12-05-2003</c:v>
                </c:pt>
                <c:pt idx="838">
                  <c:v>13-05-2003</c:v>
                </c:pt>
                <c:pt idx="839">
                  <c:v>14-05-2003</c:v>
                </c:pt>
                <c:pt idx="840">
                  <c:v>15-05-2003</c:v>
                </c:pt>
                <c:pt idx="841">
                  <c:v>16-05-2003</c:v>
                </c:pt>
                <c:pt idx="842">
                  <c:v>19-05-2003</c:v>
                </c:pt>
                <c:pt idx="843">
                  <c:v>20-05-2003</c:v>
                </c:pt>
                <c:pt idx="844">
                  <c:v>21-05-2003</c:v>
                </c:pt>
                <c:pt idx="845">
                  <c:v>22-05-2003</c:v>
                </c:pt>
                <c:pt idx="846">
                  <c:v>23-05-2003</c:v>
                </c:pt>
                <c:pt idx="847">
                  <c:v>26-05-2003</c:v>
                </c:pt>
                <c:pt idx="848">
                  <c:v>27-05-2003</c:v>
                </c:pt>
                <c:pt idx="849">
                  <c:v>28-05-2003</c:v>
                </c:pt>
                <c:pt idx="850">
                  <c:v>29-05-2003</c:v>
                </c:pt>
                <c:pt idx="851">
                  <c:v>30-05-2003</c:v>
                </c:pt>
                <c:pt idx="852">
                  <c:v>02-06-2003</c:v>
                </c:pt>
                <c:pt idx="853">
                  <c:v>03-06-2003</c:v>
                </c:pt>
                <c:pt idx="854">
                  <c:v>04-06-2003</c:v>
                </c:pt>
                <c:pt idx="855">
                  <c:v>05-06-2003</c:v>
                </c:pt>
                <c:pt idx="856">
                  <c:v>06-06-2003</c:v>
                </c:pt>
                <c:pt idx="857">
                  <c:v>09-06-2003</c:v>
                </c:pt>
                <c:pt idx="858">
                  <c:v>10-06-2003</c:v>
                </c:pt>
                <c:pt idx="859">
                  <c:v>11-06-2003</c:v>
                </c:pt>
                <c:pt idx="860">
                  <c:v>12-06-2003</c:v>
                </c:pt>
                <c:pt idx="861">
                  <c:v>13-06-2003</c:v>
                </c:pt>
                <c:pt idx="862">
                  <c:v>16-06-2003</c:v>
                </c:pt>
                <c:pt idx="863">
                  <c:v>17-06-2003</c:v>
                </c:pt>
                <c:pt idx="864">
                  <c:v>18-06-2003</c:v>
                </c:pt>
                <c:pt idx="865">
                  <c:v>19-06-2003</c:v>
                </c:pt>
                <c:pt idx="866">
                  <c:v>20-06-2003</c:v>
                </c:pt>
                <c:pt idx="867">
                  <c:v>23-06-2003</c:v>
                </c:pt>
                <c:pt idx="868">
                  <c:v>24-06-2003</c:v>
                </c:pt>
                <c:pt idx="869">
                  <c:v>25-06-2003</c:v>
                </c:pt>
                <c:pt idx="870">
                  <c:v>26-06-2003</c:v>
                </c:pt>
                <c:pt idx="871">
                  <c:v>27-06-2003</c:v>
                </c:pt>
                <c:pt idx="872">
                  <c:v>30-06-2003</c:v>
                </c:pt>
                <c:pt idx="873">
                  <c:v>01-07-2003</c:v>
                </c:pt>
                <c:pt idx="874">
                  <c:v>02-07-2003</c:v>
                </c:pt>
                <c:pt idx="875">
                  <c:v>03-07-2003</c:v>
                </c:pt>
                <c:pt idx="876">
                  <c:v>04-07-2003</c:v>
                </c:pt>
                <c:pt idx="877">
                  <c:v>07-07-2003</c:v>
                </c:pt>
                <c:pt idx="878">
                  <c:v>08-07-2003</c:v>
                </c:pt>
                <c:pt idx="879">
                  <c:v>09-07-2003</c:v>
                </c:pt>
                <c:pt idx="880">
                  <c:v>10-07-2003</c:v>
                </c:pt>
                <c:pt idx="881">
                  <c:v>11-07-2003</c:v>
                </c:pt>
                <c:pt idx="882">
                  <c:v>14-07-2003</c:v>
                </c:pt>
                <c:pt idx="883">
                  <c:v>15-07-2003</c:v>
                </c:pt>
                <c:pt idx="884">
                  <c:v>16-07-2003</c:v>
                </c:pt>
                <c:pt idx="885">
                  <c:v>17-07-2003</c:v>
                </c:pt>
                <c:pt idx="886">
                  <c:v>18-07-2003</c:v>
                </c:pt>
                <c:pt idx="887">
                  <c:v>21-07-2003</c:v>
                </c:pt>
                <c:pt idx="888">
                  <c:v>22-07-2003</c:v>
                </c:pt>
                <c:pt idx="889">
                  <c:v>23-07-2003</c:v>
                </c:pt>
                <c:pt idx="890">
                  <c:v>24-07-2003</c:v>
                </c:pt>
                <c:pt idx="891">
                  <c:v>25-07-2003</c:v>
                </c:pt>
                <c:pt idx="892">
                  <c:v>28-07-2003</c:v>
                </c:pt>
                <c:pt idx="893">
                  <c:v>29-07-2003</c:v>
                </c:pt>
                <c:pt idx="894">
                  <c:v>30-07-2003</c:v>
                </c:pt>
                <c:pt idx="895">
                  <c:v>31-07-2003</c:v>
                </c:pt>
                <c:pt idx="896">
                  <c:v>01-08-2003</c:v>
                </c:pt>
                <c:pt idx="897">
                  <c:v>04-08-2003</c:v>
                </c:pt>
                <c:pt idx="898">
                  <c:v>05-08-2003</c:v>
                </c:pt>
                <c:pt idx="899">
                  <c:v>06-08-2003</c:v>
                </c:pt>
                <c:pt idx="900">
                  <c:v>07-08-2003</c:v>
                </c:pt>
                <c:pt idx="901">
                  <c:v>08-08-2003</c:v>
                </c:pt>
                <c:pt idx="902">
                  <c:v>11-08-2003</c:v>
                </c:pt>
                <c:pt idx="903">
                  <c:v>12-08-2003</c:v>
                </c:pt>
                <c:pt idx="904">
                  <c:v>13-08-2003</c:v>
                </c:pt>
                <c:pt idx="905">
                  <c:v>14-08-2003</c:v>
                </c:pt>
                <c:pt idx="906">
                  <c:v>18-08-2003</c:v>
                </c:pt>
                <c:pt idx="907">
                  <c:v>19-08-2003</c:v>
                </c:pt>
                <c:pt idx="908">
                  <c:v>20-08-2003</c:v>
                </c:pt>
                <c:pt idx="909">
                  <c:v>21-08-2003</c:v>
                </c:pt>
                <c:pt idx="910">
                  <c:v>22-08-2003</c:v>
                </c:pt>
                <c:pt idx="911">
                  <c:v>25-08-2003</c:v>
                </c:pt>
                <c:pt idx="912">
                  <c:v>26-08-2003</c:v>
                </c:pt>
                <c:pt idx="913">
                  <c:v>27-08-2003</c:v>
                </c:pt>
                <c:pt idx="914">
                  <c:v>28-08-2003</c:v>
                </c:pt>
                <c:pt idx="915">
                  <c:v>29-08-2003</c:v>
                </c:pt>
                <c:pt idx="916">
                  <c:v>01-09-2003</c:v>
                </c:pt>
                <c:pt idx="917">
                  <c:v>02-09-2003</c:v>
                </c:pt>
                <c:pt idx="918">
                  <c:v>03-09-2003</c:v>
                </c:pt>
                <c:pt idx="919">
                  <c:v>04-09-2003</c:v>
                </c:pt>
                <c:pt idx="920">
                  <c:v>05-09-2003</c:v>
                </c:pt>
                <c:pt idx="921">
                  <c:v>08-09-2003</c:v>
                </c:pt>
                <c:pt idx="922">
                  <c:v>09-09-2003</c:v>
                </c:pt>
                <c:pt idx="923">
                  <c:v>10-09-2003</c:v>
                </c:pt>
                <c:pt idx="924">
                  <c:v>11-09-2003</c:v>
                </c:pt>
                <c:pt idx="925">
                  <c:v>12-09-2003</c:v>
                </c:pt>
                <c:pt idx="926">
                  <c:v>15-09-2003</c:v>
                </c:pt>
                <c:pt idx="927">
                  <c:v>16-09-2003</c:v>
                </c:pt>
                <c:pt idx="928">
                  <c:v>17-09-2003</c:v>
                </c:pt>
                <c:pt idx="929">
                  <c:v>18-09-2003</c:v>
                </c:pt>
                <c:pt idx="930">
                  <c:v>19-09-2003</c:v>
                </c:pt>
                <c:pt idx="931">
                  <c:v>22-09-2003</c:v>
                </c:pt>
                <c:pt idx="932">
                  <c:v>23-09-2003</c:v>
                </c:pt>
                <c:pt idx="933">
                  <c:v>24-09-2003</c:v>
                </c:pt>
                <c:pt idx="934">
                  <c:v>25-09-2003</c:v>
                </c:pt>
                <c:pt idx="935">
                  <c:v>26-09-2003</c:v>
                </c:pt>
                <c:pt idx="936">
                  <c:v>29-09-2003</c:v>
                </c:pt>
                <c:pt idx="937">
                  <c:v>30-09-2003</c:v>
                </c:pt>
                <c:pt idx="938">
                  <c:v>01-10-2003</c:v>
                </c:pt>
                <c:pt idx="939">
                  <c:v>03-10-2003</c:v>
                </c:pt>
                <c:pt idx="940">
                  <c:v>06-10-2003</c:v>
                </c:pt>
                <c:pt idx="941">
                  <c:v>07-10-2003</c:v>
                </c:pt>
                <c:pt idx="942">
                  <c:v>08-10-2003</c:v>
                </c:pt>
                <c:pt idx="943">
                  <c:v>09-10-2003</c:v>
                </c:pt>
                <c:pt idx="944">
                  <c:v>10-10-2003</c:v>
                </c:pt>
                <c:pt idx="945">
                  <c:v>13-10-2003</c:v>
                </c:pt>
                <c:pt idx="946">
                  <c:v>14-10-2003</c:v>
                </c:pt>
                <c:pt idx="947">
                  <c:v>15-10-2003</c:v>
                </c:pt>
                <c:pt idx="948">
                  <c:v>16-10-2003</c:v>
                </c:pt>
                <c:pt idx="949">
                  <c:v>17-10-2003</c:v>
                </c:pt>
                <c:pt idx="950">
                  <c:v>20-10-2003</c:v>
                </c:pt>
                <c:pt idx="951">
                  <c:v>21-10-2003</c:v>
                </c:pt>
                <c:pt idx="952">
                  <c:v>22-10-2003</c:v>
                </c:pt>
                <c:pt idx="953">
                  <c:v>23-10-2003</c:v>
                </c:pt>
                <c:pt idx="954">
                  <c:v>24-10-2003</c:v>
                </c:pt>
                <c:pt idx="955">
                  <c:v>25-10-2003</c:v>
                </c:pt>
                <c:pt idx="956">
                  <c:v>27-10-2003</c:v>
                </c:pt>
                <c:pt idx="957">
                  <c:v>28-10-2003</c:v>
                </c:pt>
                <c:pt idx="958">
                  <c:v>29-10-2003</c:v>
                </c:pt>
                <c:pt idx="959">
                  <c:v>30-10-2003</c:v>
                </c:pt>
                <c:pt idx="960">
                  <c:v>31-10-2003</c:v>
                </c:pt>
                <c:pt idx="961">
                  <c:v>03-11-2003</c:v>
                </c:pt>
                <c:pt idx="962">
                  <c:v>04-11-2003</c:v>
                </c:pt>
                <c:pt idx="963">
                  <c:v>05-11-2003</c:v>
                </c:pt>
                <c:pt idx="964">
                  <c:v>06-11-2003</c:v>
                </c:pt>
                <c:pt idx="965">
                  <c:v>07-11-2003</c:v>
                </c:pt>
                <c:pt idx="966">
                  <c:v>10-11-2003</c:v>
                </c:pt>
                <c:pt idx="967">
                  <c:v>11-11-2003</c:v>
                </c:pt>
                <c:pt idx="968">
                  <c:v>12-11-2003</c:v>
                </c:pt>
                <c:pt idx="969">
                  <c:v>13-11-2003</c:v>
                </c:pt>
                <c:pt idx="970">
                  <c:v>14-11-2003</c:v>
                </c:pt>
                <c:pt idx="971">
                  <c:v>15-11-2003</c:v>
                </c:pt>
                <c:pt idx="972">
                  <c:v>17-11-2003</c:v>
                </c:pt>
                <c:pt idx="973">
                  <c:v>18-11-2003</c:v>
                </c:pt>
                <c:pt idx="974">
                  <c:v>19-11-2003</c:v>
                </c:pt>
                <c:pt idx="975">
                  <c:v>20-11-2003</c:v>
                </c:pt>
                <c:pt idx="976">
                  <c:v>21-11-2003</c:v>
                </c:pt>
                <c:pt idx="977">
                  <c:v>24-11-2003</c:v>
                </c:pt>
                <c:pt idx="978">
                  <c:v>25-11-2003</c:v>
                </c:pt>
                <c:pt idx="979">
                  <c:v>27-11-2003</c:v>
                </c:pt>
                <c:pt idx="980">
                  <c:v>28-11-2003</c:v>
                </c:pt>
                <c:pt idx="981">
                  <c:v>01-12-2003</c:v>
                </c:pt>
                <c:pt idx="982">
                  <c:v>02-12-2003</c:v>
                </c:pt>
                <c:pt idx="983">
                  <c:v>03-12-2003</c:v>
                </c:pt>
                <c:pt idx="984">
                  <c:v>04-12-2003</c:v>
                </c:pt>
                <c:pt idx="985">
                  <c:v>05-12-2003</c:v>
                </c:pt>
                <c:pt idx="986">
                  <c:v>08-12-2003</c:v>
                </c:pt>
                <c:pt idx="987">
                  <c:v>09-12-2003</c:v>
                </c:pt>
                <c:pt idx="988">
                  <c:v>10-12-2003</c:v>
                </c:pt>
                <c:pt idx="989">
                  <c:v>11-12-2003</c:v>
                </c:pt>
                <c:pt idx="990">
                  <c:v>12-12-2003</c:v>
                </c:pt>
                <c:pt idx="991">
                  <c:v>15-12-2003</c:v>
                </c:pt>
                <c:pt idx="992">
                  <c:v>16-12-2003</c:v>
                </c:pt>
                <c:pt idx="993">
                  <c:v>17-12-2003</c:v>
                </c:pt>
                <c:pt idx="994">
                  <c:v>18-12-2003</c:v>
                </c:pt>
                <c:pt idx="995">
                  <c:v>19-12-2003</c:v>
                </c:pt>
                <c:pt idx="996">
                  <c:v>22-12-2003</c:v>
                </c:pt>
                <c:pt idx="997">
                  <c:v>23-12-2003</c:v>
                </c:pt>
                <c:pt idx="998">
                  <c:v>24-12-2003</c:v>
                </c:pt>
                <c:pt idx="999">
                  <c:v>26-12-2003</c:v>
                </c:pt>
                <c:pt idx="1000">
                  <c:v>29-12-2003</c:v>
                </c:pt>
                <c:pt idx="1001">
                  <c:v>30-12-2003</c:v>
                </c:pt>
                <c:pt idx="1002">
                  <c:v>31-12-2003</c:v>
                </c:pt>
                <c:pt idx="1003">
                  <c:v>01-01-2004</c:v>
                </c:pt>
                <c:pt idx="1004">
                  <c:v>02-01-2004</c:v>
                </c:pt>
                <c:pt idx="1005">
                  <c:v>05-01-2004</c:v>
                </c:pt>
                <c:pt idx="1006">
                  <c:v>06-01-2004</c:v>
                </c:pt>
                <c:pt idx="1007">
                  <c:v>07-01-2004</c:v>
                </c:pt>
                <c:pt idx="1008">
                  <c:v>08-01-2004</c:v>
                </c:pt>
                <c:pt idx="1009">
                  <c:v>09-01-2004</c:v>
                </c:pt>
                <c:pt idx="1010">
                  <c:v>12-01-2004</c:v>
                </c:pt>
                <c:pt idx="1011">
                  <c:v>13-01-2004</c:v>
                </c:pt>
                <c:pt idx="1012">
                  <c:v>14-01-2004</c:v>
                </c:pt>
                <c:pt idx="1013">
                  <c:v>15-01-2004</c:v>
                </c:pt>
                <c:pt idx="1014">
                  <c:v>16-01-2004</c:v>
                </c:pt>
                <c:pt idx="1015">
                  <c:v>19-01-2004</c:v>
                </c:pt>
                <c:pt idx="1016">
                  <c:v>20-01-2004</c:v>
                </c:pt>
                <c:pt idx="1017">
                  <c:v>21-01-2004</c:v>
                </c:pt>
                <c:pt idx="1018">
                  <c:v>22-01-2004</c:v>
                </c:pt>
                <c:pt idx="1019">
                  <c:v>23-01-2004</c:v>
                </c:pt>
                <c:pt idx="1020">
                  <c:v>27-01-2004</c:v>
                </c:pt>
                <c:pt idx="1021">
                  <c:v>28-01-2004</c:v>
                </c:pt>
                <c:pt idx="1022">
                  <c:v>29-01-2004</c:v>
                </c:pt>
                <c:pt idx="1023">
                  <c:v>30-01-2004</c:v>
                </c:pt>
                <c:pt idx="1024">
                  <c:v>03-02-2004</c:v>
                </c:pt>
                <c:pt idx="1025">
                  <c:v>04-02-2004</c:v>
                </c:pt>
                <c:pt idx="1026">
                  <c:v>05-02-2004</c:v>
                </c:pt>
                <c:pt idx="1027">
                  <c:v>06-02-2004</c:v>
                </c:pt>
                <c:pt idx="1028">
                  <c:v>09-02-2004</c:v>
                </c:pt>
                <c:pt idx="1029">
                  <c:v>10-02-2004</c:v>
                </c:pt>
                <c:pt idx="1030">
                  <c:v>11-02-2004</c:v>
                </c:pt>
                <c:pt idx="1031">
                  <c:v>12-02-2004</c:v>
                </c:pt>
                <c:pt idx="1032">
                  <c:v>13-02-2004</c:v>
                </c:pt>
                <c:pt idx="1033">
                  <c:v>16-02-2004</c:v>
                </c:pt>
                <c:pt idx="1034">
                  <c:v>17-02-2004</c:v>
                </c:pt>
                <c:pt idx="1035">
                  <c:v>18-02-2004</c:v>
                </c:pt>
                <c:pt idx="1036">
                  <c:v>19-02-2004</c:v>
                </c:pt>
                <c:pt idx="1037">
                  <c:v>20-02-2004</c:v>
                </c:pt>
                <c:pt idx="1038">
                  <c:v>23-02-2004</c:v>
                </c:pt>
                <c:pt idx="1039">
                  <c:v>24-02-2004</c:v>
                </c:pt>
                <c:pt idx="1040">
                  <c:v>25-02-2004</c:v>
                </c:pt>
                <c:pt idx="1041">
                  <c:v>26-02-2004</c:v>
                </c:pt>
                <c:pt idx="1042">
                  <c:v>27-02-2004</c:v>
                </c:pt>
                <c:pt idx="1043">
                  <c:v>01-03-2004</c:v>
                </c:pt>
                <c:pt idx="1044">
                  <c:v>03-03-2004</c:v>
                </c:pt>
                <c:pt idx="1045">
                  <c:v>04-03-2004</c:v>
                </c:pt>
                <c:pt idx="1046">
                  <c:v>05-03-2004</c:v>
                </c:pt>
                <c:pt idx="1047">
                  <c:v>08-03-2004</c:v>
                </c:pt>
                <c:pt idx="1048">
                  <c:v>09-03-2004</c:v>
                </c:pt>
                <c:pt idx="1049">
                  <c:v>10-03-2004</c:v>
                </c:pt>
                <c:pt idx="1050">
                  <c:v>11-03-2004</c:v>
                </c:pt>
                <c:pt idx="1051">
                  <c:v>12-03-2004</c:v>
                </c:pt>
                <c:pt idx="1052">
                  <c:v>15-03-2004</c:v>
                </c:pt>
                <c:pt idx="1053">
                  <c:v>16-03-2004</c:v>
                </c:pt>
                <c:pt idx="1054">
                  <c:v>17-03-2004</c:v>
                </c:pt>
                <c:pt idx="1055">
                  <c:v>18-03-2004</c:v>
                </c:pt>
                <c:pt idx="1056">
                  <c:v>19-03-2004</c:v>
                </c:pt>
                <c:pt idx="1057">
                  <c:v>22-03-2004</c:v>
                </c:pt>
                <c:pt idx="1058">
                  <c:v>23-03-2004</c:v>
                </c:pt>
                <c:pt idx="1059">
                  <c:v>24-03-2004</c:v>
                </c:pt>
                <c:pt idx="1060">
                  <c:v>25-03-2004</c:v>
                </c:pt>
                <c:pt idx="1061">
                  <c:v>26-03-2004</c:v>
                </c:pt>
                <c:pt idx="1062">
                  <c:v>29-03-2004</c:v>
                </c:pt>
                <c:pt idx="1063">
                  <c:v>30-03-2004</c:v>
                </c:pt>
                <c:pt idx="1064">
                  <c:v>31-03-2004</c:v>
                </c:pt>
                <c:pt idx="1065">
                  <c:v>01-04-2004</c:v>
                </c:pt>
                <c:pt idx="1066">
                  <c:v>02-04-2004</c:v>
                </c:pt>
                <c:pt idx="1067">
                  <c:v>05-04-2004</c:v>
                </c:pt>
                <c:pt idx="1068">
                  <c:v>06-04-2004</c:v>
                </c:pt>
                <c:pt idx="1069">
                  <c:v>07-04-2004</c:v>
                </c:pt>
                <c:pt idx="1070">
                  <c:v>08-04-2004</c:v>
                </c:pt>
                <c:pt idx="1071">
                  <c:v>12-04-2004</c:v>
                </c:pt>
                <c:pt idx="1072">
                  <c:v>13-04-2004</c:v>
                </c:pt>
                <c:pt idx="1073">
                  <c:v>15-04-2004</c:v>
                </c:pt>
                <c:pt idx="1074">
                  <c:v>16-04-2004</c:v>
                </c:pt>
                <c:pt idx="1075">
                  <c:v>17-04-2004</c:v>
                </c:pt>
                <c:pt idx="1076">
                  <c:v>19-04-2004</c:v>
                </c:pt>
                <c:pt idx="1077">
                  <c:v>20-04-2004</c:v>
                </c:pt>
                <c:pt idx="1078">
                  <c:v>21-04-2004</c:v>
                </c:pt>
                <c:pt idx="1079">
                  <c:v>22-04-2004</c:v>
                </c:pt>
                <c:pt idx="1080">
                  <c:v>23-04-2004</c:v>
                </c:pt>
                <c:pt idx="1081">
                  <c:v>27-04-2004</c:v>
                </c:pt>
                <c:pt idx="1082">
                  <c:v>28-04-2004</c:v>
                </c:pt>
                <c:pt idx="1083">
                  <c:v>29-04-2004</c:v>
                </c:pt>
                <c:pt idx="1084">
                  <c:v>30-04-2004</c:v>
                </c:pt>
                <c:pt idx="1085">
                  <c:v>03-05-2004</c:v>
                </c:pt>
                <c:pt idx="1086">
                  <c:v>04-05-2004</c:v>
                </c:pt>
                <c:pt idx="1087">
                  <c:v>05-05-2004</c:v>
                </c:pt>
                <c:pt idx="1088">
                  <c:v>06-05-2004</c:v>
                </c:pt>
                <c:pt idx="1089">
                  <c:v>07-05-2004</c:v>
                </c:pt>
                <c:pt idx="1090">
                  <c:v>10-05-2004</c:v>
                </c:pt>
                <c:pt idx="1091">
                  <c:v>11-05-2004</c:v>
                </c:pt>
                <c:pt idx="1092">
                  <c:v>12-05-2004</c:v>
                </c:pt>
                <c:pt idx="1093">
                  <c:v>13-05-2004</c:v>
                </c:pt>
                <c:pt idx="1094">
                  <c:v>14-05-2004</c:v>
                </c:pt>
                <c:pt idx="1095">
                  <c:v>17-05-2004</c:v>
                </c:pt>
                <c:pt idx="1096">
                  <c:v>18-05-2004</c:v>
                </c:pt>
                <c:pt idx="1097">
                  <c:v>19-05-2004</c:v>
                </c:pt>
                <c:pt idx="1098">
                  <c:v>20-05-2004</c:v>
                </c:pt>
                <c:pt idx="1099">
                  <c:v>21-05-2004</c:v>
                </c:pt>
                <c:pt idx="1100">
                  <c:v>24-05-2004</c:v>
                </c:pt>
                <c:pt idx="1101">
                  <c:v>25-05-2004</c:v>
                </c:pt>
                <c:pt idx="1102">
                  <c:v>26-05-2004</c:v>
                </c:pt>
                <c:pt idx="1103">
                  <c:v>27-05-2004</c:v>
                </c:pt>
                <c:pt idx="1104">
                  <c:v>28-05-2004</c:v>
                </c:pt>
                <c:pt idx="1105">
                  <c:v>31-05-2004</c:v>
                </c:pt>
                <c:pt idx="1106">
                  <c:v>01-06-2004</c:v>
                </c:pt>
                <c:pt idx="1107">
                  <c:v>02-06-2004</c:v>
                </c:pt>
                <c:pt idx="1108">
                  <c:v>03-06-2004</c:v>
                </c:pt>
                <c:pt idx="1109">
                  <c:v>04-06-2004</c:v>
                </c:pt>
                <c:pt idx="1110">
                  <c:v>07-06-2004</c:v>
                </c:pt>
                <c:pt idx="1111">
                  <c:v>08-06-2004</c:v>
                </c:pt>
                <c:pt idx="1112">
                  <c:v>09-06-2004</c:v>
                </c:pt>
                <c:pt idx="1113">
                  <c:v>10-06-2004</c:v>
                </c:pt>
                <c:pt idx="1114">
                  <c:v>11-06-2004</c:v>
                </c:pt>
                <c:pt idx="1115">
                  <c:v>14-06-2004</c:v>
                </c:pt>
                <c:pt idx="1116">
                  <c:v>15-06-2004</c:v>
                </c:pt>
                <c:pt idx="1117">
                  <c:v>16-06-2004</c:v>
                </c:pt>
                <c:pt idx="1118">
                  <c:v>17-06-2004</c:v>
                </c:pt>
                <c:pt idx="1119">
                  <c:v>18-06-2004</c:v>
                </c:pt>
                <c:pt idx="1120">
                  <c:v>21-06-2004</c:v>
                </c:pt>
                <c:pt idx="1121">
                  <c:v>22-06-2004</c:v>
                </c:pt>
                <c:pt idx="1122">
                  <c:v>23-06-2004</c:v>
                </c:pt>
                <c:pt idx="1123">
                  <c:v>24-06-2004</c:v>
                </c:pt>
                <c:pt idx="1124">
                  <c:v>25-06-2004</c:v>
                </c:pt>
                <c:pt idx="1125">
                  <c:v>28-06-2004</c:v>
                </c:pt>
                <c:pt idx="1126">
                  <c:v>29-06-2004</c:v>
                </c:pt>
                <c:pt idx="1127">
                  <c:v>30-06-2004</c:v>
                </c:pt>
                <c:pt idx="1128">
                  <c:v>01-07-2004</c:v>
                </c:pt>
                <c:pt idx="1129">
                  <c:v>02-07-2004</c:v>
                </c:pt>
                <c:pt idx="1130">
                  <c:v>05-07-2004</c:v>
                </c:pt>
                <c:pt idx="1131">
                  <c:v>06-07-2004</c:v>
                </c:pt>
                <c:pt idx="1132">
                  <c:v>07-07-2004</c:v>
                </c:pt>
                <c:pt idx="1133">
                  <c:v>08-07-2004</c:v>
                </c:pt>
                <c:pt idx="1134">
                  <c:v>09-07-2004</c:v>
                </c:pt>
                <c:pt idx="1135">
                  <c:v>12-07-2004</c:v>
                </c:pt>
                <c:pt idx="1136">
                  <c:v>13-07-2004</c:v>
                </c:pt>
                <c:pt idx="1137">
                  <c:v>14-07-2004</c:v>
                </c:pt>
                <c:pt idx="1138">
                  <c:v>15-07-2004</c:v>
                </c:pt>
                <c:pt idx="1139">
                  <c:v>16-07-2004</c:v>
                </c:pt>
                <c:pt idx="1140">
                  <c:v>19-07-2004</c:v>
                </c:pt>
                <c:pt idx="1141">
                  <c:v>20-07-2004</c:v>
                </c:pt>
                <c:pt idx="1142">
                  <c:v>21-07-2004</c:v>
                </c:pt>
                <c:pt idx="1143">
                  <c:v>22-07-2004</c:v>
                </c:pt>
                <c:pt idx="1144">
                  <c:v>23-07-2004</c:v>
                </c:pt>
                <c:pt idx="1145">
                  <c:v>26-07-2004</c:v>
                </c:pt>
                <c:pt idx="1146">
                  <c:v>27-07-2004</c:v>
                </c:pt>
                <c:pt idx="1147">
                  <c:v>28-07-2004</c:v>
                </c:pt>
                <c:pt idx="1148">
                  <c:v>29-07-2004</c:v>
                </c:pt>
                <c:pt idx="1149">
                  <c:v>30-07-2004</c:v>
                </c:pt>
                <c:pt idx="1150">
                  <c:v>02-08-2004</c:v>
                </c:pt>
                <c:pt idx="1151">
                  <c:v>03-08-2004</c:v>
                </c:pt>
                <c:pt idx="1152">
                  <c:v>04-08-2004</c:v>
                </c:pt>
                <c:pt idx="1153">
                  <c:v>05-08-2004</c:v>
                </c:pt>
                <c:pt idx="1154">
                  <c:v>06-08-2004</c:v>
                </c:pt>
                <c:pt idx="1155">
                  <c:v>09-08-2004</c:v>
                </c:pt>
                <c:pt idx="1156">
                  <c:v>10-08-2004</c:v>
                </c:pt>
                <c:pt idx="1157">
                  <c:v>11-08-2004</c:v>
                </c:pt>
                <c:pt idx="1158">
                  <c:v>12-08-2004</c:v>
                </c:pt>
                <c:pt idx="1159">
                  <c:v>13-08-2004</c:v>
                </c:pt>
                <c:pt idx="1160">
                  <c:v>16-08-2004</c:v>
                </c:pt>
                <c:pt idx="1161">
                  <c:v>17-08-2004</c:v>
                </c:pt>
                <c:pt idx="1162">
                  <c:v>18-08-2004</c:v>
                </c:pt>
                <c:pt idx="1163">
                  <c:v>19-08-2004</c:v>
                </c:pt>
                <c:pt idx="1164">
                  <c:v>20-08-2004</c:v>
                </c:pt>
                <c:pt idx="1165">
                  <c:v>23-08-2004</c:v>
                </c:pt>
                <c:pt idx="1166">
                  <c:v>24-08-2004</c:v>
                </c:pt>
                <c:pt idx="1167">
                  <c:v>25-08-2004</c:v>
                </c:pt>
                <c:pt idx="1168">
                  <c:v>26-08-2004</c:v>
                </c:pt>
                <c:pt idx="1169">
                  <c:v>27-08-2004</c:v>
                </c:pt>
                <c:pt idx="1170">
                  <c:v>30-08-2004</c:v>
                </c:pt>
                <c:pt idx="1171">
                  <c:v>31-08-2004</c:v>
                </c:pt>
                <c:pt idx="1172">
                  <c:v>01-09-2004</c:v>
                </c:pt>
                <c:pt idx="1173">
                  <c:v>02-09-2004</c:v>
                </c:pt>
                <c:pt idx="1174">
                  <c:v>03-09-2004</c:v>
                </c:pt>
                <c:pt idx="1175">
                  <c:v>06-09-2004</c:v>
                </c:pt>
                <c:pt idx="1176">
                  <c:v>07-09-2004</c:v>
                </c:pt>
                <c:pt idx="1177">
                  <c:v>08-09-2004</c:v>
                </c:pt>
                <c:pt idx="1178">
                  <c:v>09-09-2004</c:v>
                </c:pt>
                <c:pt idx="1179">
                  <c:v>10-09-2004</c:v>
                </c:pt>
                <c:pt idx="1180">
                  <c:v>13-09-2004</c:v>
                </c:pt>
                <c:pt idx="1181">
                  <c:v>14-09-2004</c:v>
                </c:pt>
                <c:pt idx="1182">
                  <c:v>15-09-2004</c:v>
                </c:pt>
                <c:pt idx="1183">
                  <c:v>16-09-2004</c:v>
                </c:pt>
                <c:pt idx="1184">
                  <c:v>17-09-2004</c:v>
                </c:pt>
                <c:pt idx="1185">
                  <c:v>20-09-2004</c:v>
                </c:pt>
                <c:pt idx="1186">
                  <c:v>21-09-2004</c:v>
                </c:pt>
                <c:pt idx="1187">
                  <c:v>22-09-2004</c:v>
                </c:pt>
                <c:pt idx="1188">
                  <c:v>23-09-2004</c:v>
                </c:pt>
                <c:pt idx="1189">
                  <c:v>24-09-2004</c:v>
                </c:pt>
                <c:pt idx="1190">
                  <c:v>27-09-2004</c:v>
                </c:pt>
                <c:pt idx="1191">
                  <c:v>28-09-2004</c:v>
                </c:pt>
                <c:pt idx="1192">
                  <c:v>29-09-2004</c:v>
                </c:pt>
                <c:pt idx="1193">
                  <c:v>30-09-2004</c:v>
                </c:pt>
                <c:pt idx="1194">
                  <c:v>01-10-2004</c:v>
                </c:pt>
                <c:pt idx="1195">
                  <c:v>04-10-2004</c:v>
                </c:pt>
                <c:pt idx="1196">
                  <c:v>05-10-2004</c:v>
                </c:pt>
                <c:pt idx="1197">
                  <c:v>06-10-2004</c:v>
                </c:pt>
                <c:pt idx="1198">
                  <c:v>07-10-2004</c:v>
                </c:pt>
                <c:pt idx="1199">
                  <c:v>08-10-2004</c:v>
                </c:pt>
                <c:pt idx="1200">
                  <c:v>09-10-2004</c:v>
                </c:pt>
                <c:pt idx="1201">
                  <c:v>11-10-2004</c:v>
                </c:pt>
                <c:pt idx="1202">
                  <c:v>12-10-2004</c:v>
                </c:pt>
                <c:pt idx="1203">
                  <c:v>14-10-2004</c:v>
                </c:pt>
                <c:pt idx="1204">
                  <c:v>15-10-2004</c:v>
                </c:pt>
                <c:pt idx="1205">
                  <c:v>18-10-2004</c:v>
                </c:pt>
                <c:pt idx="1206">
                  <c:v>19-10-2004</c:v>
                </c:pt>
                <c:pt idx="1207">
                  <c:v>20-10-2004</c:v>
                </c:pt>
                <c:pt idx="1208">
                  <c:v>21-10-2004</c:v>
                </c:pt>
                <c:pt idx="1209">
                  <c:v>25-10-2004</c:v>
                </c:pt>
                <c:pt idx="1210">
                  <c:v>26-10-2004</c:v>
                </c:pt>
                <c:pt idx="1211">
                  <c:v>27-10-2004</c:v>
                </c:pt>
                <c:pt idx="1212">
                  <c:v>28-10-2004</c:v>
                </c:pt>
                <c:pt idx="1213">
                  <c:v>29-10-2004</c:v>
                </c:pt>
                <c:pt idx="1214">
                  <c:v>01-11-2004</c:v>
                </c:pt>
                <c:pt idx="1215">
                  <c:v>02-11-2004</c:v>
                </c:pt>
                <c:pt idx="1216">
                  <c:v>03-11-2004</c:v>
                </c:pt>
                <c:pt idx="1217">
                  <c:v>04-11-2004</c:v>
                </c:pt>
                <c:pt idx="1218">
                  <c:v>05-11-2004</c:v>
                </c:pt>
                <c:pt idx="1219">
                  <c:v>08-11-2004</c:v>
                </c:pt>
                <c:pt idx="1220">
                  <c:v>09-11-2004</c:v>
                </c:pt>
                <c:pt idx="1221">
                  <c:v>10-11-2004</c:v>
                </c:pt>
                <c:pt idx="1222">
                  <c:v>11-11-2004</c:v>
                </c:pt>
                <c:pt idx="1223">
                  <c:v>12-11-2004</c:v>
                </c:pt>
                <c:pt idx="1224">
                  <c:v>16-11-2004</c:v>
                </c:pt>
                <c:pt idx="1225">
                  <c:v>17-11-2004</c:v>
                </c:pt>
                <c:pt idx="1226">
                  <c:v>18-11-2004</c:v>
                </c:pt>
                <c:pt idx="1227">
                  <c:v>19-11-2004</c:v>
                </c:pt>
                <c:pt idx="1228">
                  <c:v>22-11-2004</c:v>
                </c:pt>
                <c:pt idx="1229">
                  <c:v>23-11-2004</c:v>
                </c:pt>
                <c:pt idx="1230">
                  <c:v>24-11-2004</c:v>
                </c:pt>
                <c:pt idx="1231">
                  <c:v>25-11-2004</c:v>
                </c:pt>
                <c:pt idx="1232">
                  <c:v>29-11-2004</c:v>
                </c:pt>
                <c:pt idx="1233">
                  <c:v>30-11-2004</c:v>
                </c:pt>
                <c:pt idx="1234">
                  <c:v>01-12-2004</c:v>
                </c:pt>
                <c:pt idx="1235">
                  <c:v>02-12-2004</c:v>
                </c:pt>
                <c:pt idx="1236">
                  <c:v>03-12-2004</c:v>
                </c:pt>
                <c:pt idx="1237">
                  <c:v>06-12-2004</c:v>
                </c:pt>
                <c:pt idx="1238">
                  <c:v>07-12-2004</c:v>
                </c:pt>
                <c:pt idx="1239">
                  <c:v>08-12-2004</c:v>
                </c:pt>
                <c:pt idx="1240">
                  <c:v>09-12-2004</c:v>
                </c:pt>
                <c:pt idx="1241">
                  <c:v>10-12-2004</c:v>
                </c:pt>
                <c:pt idx="1242">
                  <c:v>13-12-2004</c:v>
                </c:pt>
                <c:pt idx="1243">
                  <c:v>14-12-2004</c:v>
                </c:pt>
                <c:pt idx="1244">
                  <c:v>15-12-2004</c:v>
                </c:pt>
                <c:pt idx="1245">
                  <c:v>16-12-2004</c:v>
                </c:pt>
                <c:pt idx="1246">
                  <c:v>17-12-2004</c:v>
                </c:pt>
                <c:pt idx="1247">
                  <c:v>20-12-2004</c:v>
                </c:pt>
                <c:pt idx="1248">
                  <c:v>21-12-2004</c:v>
                </c:pt>
                <c:pt idx="1249">
                  <c:v>22-12-2004</c:v>
                </c:pt>
                <c:pt idx="1250">
                  <c:v>23-12-2004</c:v>
                </c:pt>
                <c:pt idx="1251">
                  <c:v>24-12-2004</c:v>
                </c:pt>
                <c:pt idx="1252">
                  <c:v>27-12-2004</c:v>
                </c:pt>
                <c:pt idx="1253">
                  <c:v>28-12-2004</c:v>
                </c:pt>
                <c:pt idx="1254">
                  <c:v>29-12-2004</c:v>
                </c:pt>
                <c:pt idx="1255">
                  <c:v>30-12-2004</c:v>
                </c:pt>
                <c:pt idx="1256">
                  <c:v>31-12-2004</c:v>
                </c:pt>
                <c:pt idx="1257">
                  <c:v>03-01-2005</c:v>
                </c:pt>
                <c:pt idx="1258">
                  <c:v>04-01-2005</c:v>
                </c:pt>
                <c:pt idx="1259">
                  <c:v>05-01-2005</c:v>
                </c:pt>
                <c:pt idx="1260">
                  <c:v>06-01-2005</c:v>
                </c:pt>
                <c:pt idx="1261">
                  <c:v>07-01-2005</c:v>
                </c:pt>
                <c:pt idx="1262">
                  <c:v>10-01-2005</c:v>
                </c:pt>
                <c:pt idx="1263">
                  <c:v>11-01-2005</c:v>
                </c:pt>
                <c:pt idx="1264">
                  <c:v>12-01-2005</c:v>
                </c:pt>
                <c:pt idx="1265">
                  <c:v>13-01-2005</c:v>
                </c:pt>
                <c:pt idx="1266">
                  <c:v>14-01-2005</c:v>
                </c:pt>
                <c:pt idx="1267">
                  <c:v>17-01-2005</c:v>
                </c:pt>
                <c:pt idx="1268">
                  <c:v>18-01-2005</c:v>
                </c:pt>
                <c:pt idx="1269">
                  <c:v>19-01-2005</c:v>
                </c:pt>
                <c:pt idx="1270">
                  <c:v>20-01-2005</c:v>
                </c:pt>
                <c:pt idx="1271">
                  <c:v>24-01-2005</c:v>
                </c:pt>
                <c:pt idx="1272">
                  <c:v>25-01-2005</c:v>
                </c:pt>
                <c:pt idx="1273">
                  <c:v>27-01-2005</c:v>
                </c:pt>
                <c:pt idx="1274">
                  <c:v>28-01-2005</c:v>
                </c:pt>
                <c:pt idx="1275">
                  <c:v>31-01-2005</c:v>
                </c:pt>
                <c:pt idx="1276">
                  <c:v>01-02-2005</c:v>
                </c:pt>
                <c:pt idx="1277">
                  <c:v>02-02-2005</c:v>
                </c:pt>
                <c:pt idx="1278">
                  <c:v>03-02-2005</c:v>
                </c:pt>
                <c:pt idx="1279">
                  <c:v>04-02-2005</c:v>
                </c:pt>
                <c:pt idx="1280">
                  <c:v>07-02-2005</c:v>
                </c:pt>
                <c:pt idx="1281">
                  <c:v>08-02-2005</c:v>
                </c:pt>
                <c:pt idx="1282">
                  <c:v>09-02-2005</c:v>
                </c:pt>
                <c:pt idx="1283">
                  <c:v>10-02-2005</c:v>
                </c:pt>
                <c:pt idx="1284">
                  <c:v>11-02-2005</c:v>
                </c:pt>
                <c:pt idx="1285">
                  <c:v>14-02-2005</c:v>
                </c:pt>
                <c:pt idx="1286">
                  <c:v>15-02-2005</c:v>
                </c:pt>
                <c:pt idx="1287">
                  <c:v>16-02-2005</c:v>
                </c:pt>
                <c:pt idx="1288">
                  <c:v>17-02-2005</c:v>
                </c:pt>
                <c:pt idx="1289">
                  <c:v>18-02-2005</c:v>
                </c:pt>
                <c:pt idx="1290">
                  <c:v>21-02-2005</c:v>
                </c:pt>
                <c:pt idx="1291">
                  <c:v>22-02-2005</c:v>
                </c:pt>
                <c:pt idx="1292">
                  <c:v>23-02-2005</c:v>
                </c:pt>
                <c:pt idx="1293">
                  <c:v>24-02-2005</c:v>
                </c:pt>
                <c:pt idx="1294">
                  <c:v>25-02-2005</c:v>
                </c:pt>
                <c:pt idx="1295">
                  <c:v>28-02-2005</c:v>
                </c:pt>
                <c:pt idx="1296">
                  <c:v>01-03-2005</c:v>
                </c:pt>
                <c:pt idx="1297">
                  <c:v>02-03-2005</c:v>
                </c:pt>
                <c:pt idx="1298">
                  <c:v>03-03-2005</c:v>
                </c:pt>
                <c:pt idx="1299">
                  <c:v>04-03-2005</c:v>
                </c:pt>
                <c:pt idx="1300">
                  <c:v>07-03-2005</c:v>
                </c:pt>
                <c:pt idx="1301">
                  <c:v>08-03-2005</c:v>
                </c:pt>
                <c:pt idx="1302">
                  <c:v>09-03-2005</c:v>
                </c:pt>
                <c:pt idx="1303">
                  <c:v>10-03-2005</c:v>
                </c:pt>
                <c:pt idx="1304">
                  <c:v>11-03-2005</c:v>
                </c:pt>
                <c:pt idx="1305">
                  <c:v>14-03-2005</c:v>
                </c:pt>
                <c:pt idx="1306">
                  <c:v>15-03-2005</c:v>
                </c:pt>
                <c:pt idx="1307">
                  <c:v>16-03-2005</c:v>
                </c:pt>
                <c:pt idx="1308">
                  <c:v>17-03-2005</c:v>
                </c:pt>
                <c:pt idx="1309">
                  <c:v>18-03-2005</c:v>
                </c:pt>
                <c:pt idx="1310">
                  <c:v>21-03-2005</c:v>
                </c:pt>
                <c:pt idx="1311">
                  <c:v>22-03-2005</c:v>
                </c:pt>
                <c:pt idx="1312">
                  <c:v>23-03-2005</c:v>
                </c:pt>
                <c:pt idx="1313">
                  <c:v>24-03-2005</c:v>
                </c:pt>
                <c:pt idx="1314">
                  <c:v>28-03-2005</c:v>
                </c:pt>
                <c:pt idx="1315">
                  <c:v>29-03-2005</c:v>
                </c:pt>
                <c:pt idx="1316">
                  <c:v>30-03-2005</c:v>
                </c:pt>
                <c:pt idx="1317">
                  <c:v>31-03-2005</c:v>
                </c:pt>
                <c:pt idx="1318">
                  <c:v>01-04-2005</c:v>
                </c:pt>
                <c:pt idx="1319">
                  <c:v>04-04-2005</c:v>
                </c:pt>
                <c:pt idx="1320">
                  <c:v>05-04-2005</c:v>
                </c:pt>
                <c:pt idx="1321">
                  <c:v>06-04-2005</c:v>
                </c:pt>
                <c:pt idx="1322">
                  <c:v>07-04-2005</c:v>
                </c:pt>
                <c:pt idx="1323">
                  <c:v>08-04-2005</c:v>
                </c:pt>
                <c:pt idx="1324">
                  <c:v>11-04-2005</c:v>
                </c:pt>
                <c:pt idx="1325">
                  <c:v>12-04-2005</c:v>
                </c:pt>
                <c:pt idx="1326">
                  <c:v>13-04-2005</c:v>
                </c:pt>
                <c:pt idx="1327">
                  <c:v>15-04-2005</c:v>
                </c:pt>
                <c:pt idx="1328">
                  <c:v>18-04-2005</c:v>
                </c:pt>
                <c:pt idx="1329">
                  <c:v>19-04-2005</c:v>
                </c:pt>
                <c:pt idx="1330">
                  <c:v>20-04-2005</c:v>
                </c:pt>
                <c:pt idx="1331">
                  <c:v>21-04-2005</c:v>
                </c:pt>
                <c:pt idx="1332">
                  <c:v>22-04-2005</c:v>
                </c:pt>
                <c:pt idx="1333">
                  <c:v>25-04-2005</c:v>
                </c:pt>
                <c:pt idx="1334">
                  <c:v>26-04-2005</c:v>
                </c:pt>
                <c:pt idx="1335">
                  <c:v>27-04-2005</c:v>
                </c:pt>
                <c:pt idx="1336">
                  <c:v>28-04-2005</c:v>
                </c:pt>
                <c:pt idx="1337">
                  <c:v>29-04-2005</c:v>
                </c:pt>
                <c:pt idx="1338">
                  <c:v>02-05-2005</c:v>
                </c:pt>
                <c:pt idx="1339">
                  <c:v>03-05-2005</c:v>
                </c:pt>
                <c:pt idx="1340">
                  <c:v>04-05-2005</c:v>
                </c:pt>
                <c:pt idx="1341">
                  <c:v>05-05-2005</c:v>
                </c:pt>
                <c:pt idx="1342">
                  <c:v>06-05-2005</c:v>
                </c:pt>
                <c:pt idx="1343">
                  <c:v>09-05-2005</c:v>
                </c:pt>
                <c:pt idx="1344">
                  <c:v>10-05-2005</c:v>
                </c:pt>
                <c:pt idx="1345">
                  <c:v>11-05-2005</c:v>
                </c:pt>
                <c:pt idx="1346">
                  <c:v>12-05-2005</c:v>
                </c:pt>
                <c:pt idx="1347">
                  <c:v>13-05-2005</c:v>
                </c:pt>
                <c:pt idx="1348">
                  <c:v>16-05-2005</c:v>
                </c:pt>
                <c:pt idx="1349">
                  <c:v>17-05-2005</c:v>
                </c:pt>
                <c:pt idx="1350">
                  <c:v>18-05-2005</c:v>
                </c:pt>
                <c:pt idx="1351">
                  <c:v>19-05-2005</c:v>
                </c:pt>
                <c:pt idx="1352">
                  <c:v>20-05-2005</c:v>
                </c:pt>
                <c:pt idx="1353">
                  <c:v>23-05-2005</c:v>
                </c:pt>
                <c:pt idx="1354">
                  <c:v>24-05-2005</c:v>
                </c:pt>
                <c:pt idx="1355">
                  <c:v>25-05-2005</c:v>
                </c:pt>
                <c:pt idx="1356">
                  <c:v>26-05-2005</c:v>
                </c:pt>
                <c:pt idx="1357">
                  <c:v>27-05-2005</c:v>
                </c:pt>
                <c:pt idx="1358">
                  <c:v>30-05-2005</c:v>
                </c:pt>
                <c:pt idx="1359">
                  <c:v>31-05-2005</c:v>
                </c:pt>
                <c:pt idx="1360">
                  <c:v>01-06-2005</c:v>
                </c:pt>
                <c:pt idx="1361">
                  <c:v>02-06-2005</c:v>
                </c:pt>
                <c:pt idx="1362">
                  <c:v>03-06-2005</c:v>
                </c:pt>
                <c:pt idx="1363">
                  <c:v>04-06-2005</c:v>
                </c:pt>
                <c:pt idx="1364">
                  <c:v>06-06-2005</c:v>
                </c:pt>
                <c:pt idx="1365">
                  <c:v>07-06-2005</c:v>
                </c:pt>
                <c:pt idx="1366">
                  <c:v>08-06-2005</c:v>
                </c:pt>
                <c:pt idx="1367">
                  <c:v>09-06-2005</c:v>
                </c:pt>
                <c:pt idx="1368">
                  <c:v>10-06-2005</c:v>
                </c:pt>
                <c:pt idx="1369">
                  <c:v>13-06-2005</c:v>
                </c:pt>
                <c:pt idx="1370">
                  <c:v>14-06-2005</c:v>
                </c:pt>
                <c:pt idx="1371">
                  <c:v>15-06-2005</c:v>
                </c:pt>
                <c:pt idx="1372">
                  <c:v>16-06-2005</c:v>
                </c:pt>
                <c:pt idx="1373">
                  <c:v>17-06-2005</c:v>
                </c:pt>
                <c:pt idx="1374">
                  <c:v>20-06-2005</c:v>
                </c:pt>
                <c:pt idx="1375">
                  <c:v>21-06-2005</c:v>
                </c:pt>
                <c:pt idx="1376">
                  <c:v>22-06-2005</c:v>
                </c:pt>
                <c:pt idx="1377">
                  <c:v>23-06-2005</c:v>
                </c:pt>
                <c:pt idx="1378">
                  <c:v>24-06-2005</c:v>
                </c:pt>
                <c:pt idx="1379">
                  <c:v>27-06-2005</c:v>
                </c:pt>
                <c:pt idx="1380">
                  <c:v>28-06-2005</c:v>
                </c:pt>
                <c:pt idx="1381">
                  <c:v>29-06-2005</c:v>
                </c:pt>
                <c:pt idx="1382">
                  <c:v>30-06-2005</c:v>
                </c:pt>
                <c:pt idx="1383">
                  <c:v>01-07-2005</c:v>
                </c:pt>
                <c:pt idx="1384">
                  <c:v>04-07-2005</c:v>
                </c:pt>
                <c:pt idx="1385">
                  <c:v>05-07-2005</c:v>
                </c:pt>
                <c:pt idx="1386">
                  <c:v>06-07-2005</c:v>
                </c:pt>
                <c:pt idx="1387">
                  <c:v>07-07-2005</c:v>
                </c:pt>
                <c:pt idx="1388">
                  <c:v>08-07-2005</c:v>
                </c:pt>
                <c:pt idx="1389">
                  <c:v>11-07-2005</c:v>
                </c:pt>
                <c:pt idx="1390">
                  <c:v>12-07-2005</c:v>
                </c:pt>
                <c:pt idx="1391">
                  <c:v>13-07-2005</c:v>
                </c:pt>
                <c:pt idx="1392">
                  <c:v>14-07-2005</c:v>
                </c:pt>
                <c:pt idx="1393">
                  <c:v>15-07-2005</c:v>
                </c:pt>
                <c:pt idx="1394">
                  <c:v>18-07-2005</c:v>
                </c:pt>
                <c:pt idx="1395">
                  <c:v>19-07-2005</c:v>
                </c:pt>
                <c:pt idx="1396">
                  <c:v>20-07-2005</c:v>
                </c:pt>
                <c:pt idx="1397">
                  <c:v>21-07-2005</c:v>
                </c:pt>
                <c:pt idx="1398">
                  <c:v>22-07-2005</c:v>
                </c:pt>
                <c:pt idx="1399">
                  <c:v>25-07-2005</c:v>
                </c:pt>
                <c:pt idx="1400">
                  <c:v>26-07-2005</c:v>
                </c:pt>
                <c:pt idx="1401">
                  <c:v>27-07-2005</c:v>
                </c:pt>
                <c:pt idx="1402">
                  <c:v>29-07-2005</c:v>
                </c:pt>
                <c:pt idx="1403">
                  <c:v>01-08-2005</c:v>
                </c:pt>
                <c:pt idx="1404">
                  <c:v>02-08-2005</c:v>
                </c:pt>
                <c:pt idx="1405">
                  <c:v>03-08-2005</c:v>
                </c:pt>
                <c:pt idx="1406">
                  <c:v>04-08-2005</c:v>
                </c:pt>
                <c:pt idx="1407">
                  <c:v>05-08-2005</c:v>
                </c:pt>
                <c:pt idx="1408">
                  <c:v>08-08-2005</c:v>
                </c:pt>
                <c:pt idx="1409">
                  <c:v>09-08-2005</c:v>
                </c:pt>
                <c:pt idx="1410">
                  <c:v>10-08-2005</c:v>
                </c:pt>
                <c:pt idx="1411">
                  <c:v>11-08-2005</c:v>
                </c:pt>
                <c:pt idx="1412">
                  <c:v>12-08-2005</c:v>
                </c:pt>
                <c:pt idx="1413">
                  <c:v>16-08-2005</c:v>
                </c:pt>
                <c:pt idx="1414">
                  <c:v>17-08-2005</c:v>
                </c:pt>
                <c:pt idx="1415">
                  <c:v>18-08-2005</c:v>
                </c:pt>
                <c:pt idx="1416">
                  <c:v>19-08-2005</c:v>
                </c:pt>
                <c:pt idx="1417">
                  <c:v>22-08-2005</c:v>
                </c:pt>
                <c:pt idx="1418">
                  <c:v>23-08-2005</c:v>
                </c:pt>
                <c:pt idx="1419">
                  <c:v>24-08-2005</c:v>
                </c:pt>
                <c:pt idx="1420">
                  <c:v>25-08-2005</c:v>
                </c:pt>
                <c:pt idx="1421">
                  <c:v>26-08-2005</c:v>
                </c:pt>
                <c:pt idx="1422">
                  <c:v>29-08-2005</c:v>
                </c:pt>
                <c:pt idx="1423">
                  <c:v>30-08-2005</c:v>
                </c:pt>
                <c:pt idx="1424">
                  <c:v>31-08-2005</c:v>
                </c:pt>
                <c:pt idx="1425">
                  <c:v>01-09-2005</c:v>
                </c:pt>
                <c:pt idx="1426">
                  <c:v>02-09-2005</c:v>
                </c:pt>
                <c:pt idx="1427">
                  <c:v>05-09-2005</c:v>
                </c:pt>
                <c:pt idx="1428">
                  <c:v>06-09-2005</c:v>
                </c:pt>
                <c:pt idx="1429">
                  <c:v>08-09-2005</c:v>
                </c:pt>
                <c:pt idx="1430">
                  <c:v>09-09-2005</c:v>
                </c:pt>
                <c:pt idx="1431">
                  <c:v>12-09-2005</c:v>
                </c:pt>
                <c:pt idx="1432">
                  <c:v>13-09-2005</c:v>
                </c:pt>
                <c:pt idx="1433">
                  <c:v>14-09-2005</c:v>
                </c:pt>
                <c:pt idx="1434">
                  <c:v>15-09-2005</c:v>
                </c:pt>
                <c:pt idx="1435">
                  <c:v>16-09-2005</c:v>
                </c:pt>
                <c:pt idx="1436">
                  <c:v>19-09-2005</c:v>
                </c:pt>
                <c:pt idx="1437">
                  <c:v>20-09-2005</c:v>
                </c:pt>
                <c:pt idx="1438">
                  <c:v>21-09-2005</c:v>
                </c:pt>
                <c:pt idx="1439">
                  <c:v>22-09-2005</c:v>
                </c:pt>
                <c:pt idx="1440">
                  <c:v>23-09-2005</c:v>
                </c:pt>
                <c:pt idx="1441">
                  <c:v>26-09-2005</c:v>
                </c:pt>
                <c:pt idx="1442">
                  <c:v>27-09-2005</c:v>
                </c:pt>
                <c:pt idx="1443">
                  <c:v>28-09-2005</c:v>
                </c:pt>
                <c:pt idx="1444">
                  <c:v>29-09-2005</c:v>
                </c:pt>
                <c:pt idx="1445">
                  <c:v>30-09-2005</c:v>
                </c:pt>
                <c:pt idx="1446">
                  <c:v>03-10-2005</c:v>
                </c:pt>
                <c:pt idx="1447">
                  <c:v>04-10-2005</c:v>
                </c:pt>
                <c:pt idx="1448">
                  <c:v>05-10-2005</c:v>
                </c:pt>
                <c:pt idx="1449">
                  <c:v>06-10-2005</c:v>
                </c:pt>
                <c:pt idx="1450">
                  <c:v>07-10-2005</c:v>
                </c:pt>
                <c:pt idx="1451">
                  <c:v>10-10-2005</c:v>
                </c:pt>
                <c:pt idx="1452">
                  <c:v>11-10-2005</c:v>
                </c:pt>
                <c:pt idx="1453">
                  <c:v>13-10-2005</c:v>
                </c:pt>
                <c:pt idx="1454">
                  <c:v>14-10-2005</c:v>
                </c:pt>
                <c:pt idx="1455">
                  <c:v>17-10-2005</c:v>
                </c:pt>
                <c:pt idx="1456">
                  <c:v>18-10-2005</c:v>
                </c:pt>
                <c:pt idx="1457">
                  <c:v>19-10-2005</c:v>
                </c:pt>
                <c:pt idx="1458">
                  <c:v>20-10-2005</c:v>
                </c:pt>
                <c:pt idx="1459">
                  <c:v>21-10-2005</c:v>
                </c:pt>
                <c:pt idx="1460">
                  <c:v>24-10-2005</c:v>
                </c:pt>
                <c:pt idx="1461">
                  <c:v>25-10-2005</c:v>
                </c:pt>
                <c:pt idx="1462">
                  <c:v>26-10-2005</c:v>
                </c:pt>
                <c:pt idx="1463">
                  <c:v>27-10-2005</c:v>
                </c:pt>
                <c:pt idx="1464">
                  <c:v>28-10-2005</c:v>
                </c:pt>
                <c:pt idx="1465">
                  <c:v>31-10-2005</c:v>
                </c:pt>
                <c:pt idx="1466">
                  <c:v>01-11-2005</c:v>
                </c:pt>
                <c:pt idx="1467">
                  <c:v>02-11-2005</c:v>
                </c:pt>
                <c:pt idx="1468">
                  <c:v>07-11-2005</c:v>
                </c:pt>
                <c:pt idx="1469">
                  <c:v>08-11-2005</c:v>
                </c:pt>
                <c:pt idx="1470">
                  <c:v>09-11-2005</c:v>
                </c:pt>
                <c:pt idx="1471">
                  <c:v>10-11-2005</c:v>
                </c:pt>
                <c:pt idx="1472">
                  <c:v>11-11-2005</c:v>
                </c:pt>
                <c:pt idx="1473">
                  <c:v>14-11-2005</c:v>
                </c:pt>
                <c:pt idx="1474">
                  <c:v>16-11-2005</c:v>
                </c:pt>
                <c:pt idx="1475">
                  <c:v>17-11-2005</c:v>
                </c:pt>
                <c:pt idx="1476">
                  <c:v>18-11-2005</c:v>
                </c:pt>
                <c:pt idx="1477">
                  <c:v>21-11-2005</c:v>
                </c:pt>
                <c:pt idx="1478">
                  <c:v>22-11-2005</c:v>
                </c:pt>
                <c:pt idx="1479">
                  <c:v>23-11-2005</c:v>
                </c:pt>
                <c:pt idx="1480">
                  <c:v>24-11-2005</c:v>
                </c:pt>
                <c:pt idx="1481">
                  <c:v>25-11-2005</c:v>
                </c:pt>
                <c:pt idx="1482">
                  <c:v>26-11-2005</c:v>
                </c:pt>
                <c:pt idx="1483">
                  <c:v>28-11-2005</c:v>
                </c:pt>
                <c:pt idx="1484">
                  <c:v>29-11-2005</c:v>
                </c:pt>
                <c:pt idx="1485">
                  <c:v>30-11-2005</c:v>
                </c:pt>
                <c:pt idx="1486">
                  <c:v>01-12-2005</c:v>
                </c:pt>
                <c:pt idx="1487">
                  <c:v>02-12-2005</c:v>
                </c:pt>
                <c:pt idx="1488">
                  <c:v>05-12-2005</c:v>
                </c:pt>
                <c:pt idx="1489">
                  <c:v>06-12-2005</c:v>
                </c:pt>
                <c:pt idx="1490">
                  <c:v>07-12-2005</c:v>
                </c:pt>
                <c:pt idx="1491">
                  <c:v>08-12-2005</c:v>
                </c:pt>
                <c:pt idx="1492">
                  <c:v>09-12-2005</c:v>
                </c:pt>
                <c:pt idx="1493">
                  <c:v>12-12-2005</c:v>
                </c:pt>
                <c:pt idx="1494">
                  <c:v>13-12-2005</c:v>
                </c:pt>
                <c:pt idx="1495">
                  <c:v>14-12-2005</c:v>
                </c:pt>
                <c:pt idx="1496">
                  <c:v>15-12-2005</c:v>
                </c:pt>
                <c:pt idx="1497">
                  <c:v>16-12-2005</c:v>
                </c:pt>
                <c:pt idx="1498">
                  <c:v>19-12-2005</c:v>
                </c:pt>
                <c:pt idx="1499">
                  <c:v>20-12-2005</c:v>
                </c:pt>
                <c:pt idx="1500">
                  <c:v>21-12-2005</c:v>
                </c:pt>
                <c:pt idx="1501">
                  <c:v>22-12-2005</c:v>
                </c:pt>
                <c:pt idx="1502">
                  <c:v>23-12-2005</c:v>
                </c:pt>
                <c:pt idx="1503">
                  <c:v>26-12-2005</c:v>
                </c:pt>
                <c:pt idx="1504">
                  <c:v>27-12-2005</c:v>
                </c:pt>
                <c:pt idx="1505">
                  <c:v>28-12-2005</c:v>
                </c:pt>
                <c:pt idx="1506">
                  <c:v>29-12-2005</c:v>
                </c:pt>
                <c:pt idx="1507">
                  <c:v>30-12-2005</c:v>
                </c:pt>
                <c:pt idx="1508">
                  <c:v>02-01-2006</c:v>
                </c:pt>
                <c:pt idx="1509">
                  <c:v>03-01-2006</c:v>
                </c:pt>
                <c:pt idx="1510">
                  <c:v>04-01-2006</c:v>
                </c:pt>
                <c:pt idx="1511">
                  <c:v>05-01-2006</c:v>
                </c:pt>
                <c:pt idx="1512">
                  <c:v>06-01-2006</c:v>
                </c:pt>
                <c:pt idx="1513">
                  <c:v>09-01-2006</c:v>
                </c:pt>
                <c:pt idx="1514">
                  <c:v>10-01-2006</c:v>
                </c:pt>
                <c:pt idx="1515">
                  <c:v>12-01-2006</c:v>
                </c:pt>
                <c:pt idx="1516">
                  <c:v>13-01-2006</c:v>
                </c:pt>
                <c:pt idx="1517">
                  <c:v>16-01-2006</c:v>
                </c:pt>
                <c:pt idx="1518">
                  <c:v>17-01-2006</c:v>
                </c:pt>
                <c:pt idx="1519">
                  <c:v>18-01-2006</c:v>
                </c:pt>
                <c:pt idx="1520">
                  <c:v>19-01-2006</c:v>
                </c:pt>
                <c:pt idx="1521">
                  <c:v>20-01-2006</c:v>
                </c:pt>
                <c:pt idx="1522">
                  <c:v>23-01-2006</c:v>
                </c:pt>
                <c:pt idx="1523">
                  <c:v>24-01-2006</c:v>
                </c:pt>
                <c:pt idx="1524">
                  <c:v>25-01-2006</c:v>
                </c:pt>
                <c:pt idx="1525">
                  <c:v>27-01-2006</c:v>
                </c:pt>
                <c:pt idx="1526">
                  <c:v>30-01-2006</c:v>
                </c:pt>
                <c:pt idx="1527">
                  <c:v>31-01-2006</c:v>
                </c:pt>
                <c:pt idx="1528">
                  <c:v>01-02-2006</c:v>
                </c:pt>
                <c:pt idx="1529">
                  <c:v>02-02-2006</c:v>
                </c:pt>
                <c:pt idx="1530">
                  <c:v>03-02-2006</c:v>
                </c:pt>
                <c:pt idx="1531">
                  <c:v>06-02-2006</c:v>
                </c:pt>
                <c:pt idx="1532">
                  <c:v>07-02-2006</c:v>
                </c:pt>
                <c:pt idx="1533">
                  <c:v>08-02-2006</c:v>
                </c:pt>
                <c:pt idx="1534">
                  <c:v>10-02-2006</c:v>
                </c:pt>
                <c:pt idx="1535">
                  <c:v>13-02-2006</c:v>
                </c:pt>
                <c:pt idx="1536">
                  <c:v>14-02-2006</c:v>
                </c:pt>
                <c:pt idx="1537">
                  <c:v>15-02-2006</c:v>
                </c:pt>
                <c:pt idx="1538">
                  <c:v>16-02-2006</c:v>
                </c:pt>
                <c:pt idx="1539">
                  <c:v>17-02-2006</c:v>
                </c:pt>
                <c:pt idx="1540">
                  <c:v>20-02-2006</c:v>
                </c:pt>
                <c:pt idx="1541">
                  <c:v>21-02-2006</c:v>
                </c:pt>
                <c:pt idx="1542">
                  <c:v>22-02-2006</c:v>
                </c:pt>
                <c:pt idx="1543">
                  <c:v>23-02-2006</c:v>
                </c:pt>
                <c:pt idx="1544">
                  <c:v>24-02-2006</c:v>
                </c:pt>
                <c:pt idx="1545">
                  <c:v>27-02-2006</c:v>
                </c:pt>
                <c:pt idx="1546">
                  <c:v>28-02-2006</c:v>
                </c:pt>
                <c:pt idx="1547">
                  <c:v>01-03-2006</c:v>
                </c:pt>
                <c:pt idx="1548">
                  <c:v>02-03-2006</c:v>
                </c:pt>
                <c:pt idx="1549">
                  <c:v>03-03-2006</c:v>
                </c:pt>
                <c:pt idx="1550">
                  <c:v>06-03-2006</c:v>
                </c:pt>
                <c:pt idx="1551">
                  <c:v>07-03-2006</c:v>
                </c:pt>
                <c:pt idx="1552">
                  <c:v>08-03-2006</c:v>
                </c:pt>
                <c:pt idx="1553">
                  <c:v>09-03-2006</c:v>
                </c:pt>
                <c:pt idx="1554">
                  <c:v>10-03-2006</c:v>
                </c:pt>
                <c:pt idx="1555">
                  <c:v>13-03-2006</c:v>
                </c:pt>
                <c:pt idx="1556">
                  <c:v>14-03-2006</c:v>
                </c:pt>
                <c:pt idx="1557">
                  <c:v>16-03-2006</c:v>
                </c:pt>
                <c:pt idx="1558">
                  <c:v>17-03-2006</c:v>
                </c:pt>
                <c:pt idx="1559">
                  <c:v>20-03-2006</c:v>
                </c:pt>
                <c:pt idx="1560">
                  <c:v>21-03-2006</c:v>
                </c:pt>
                <c:pt idx="1561">
                  <c:v>22-03-2006</c:v>
                </c:pt>
                <c:pt idx="1562">
                  <c:v>23-03-2006</c:v>
                </c:pt>
                <c:pt idx="1563">
                  <c:v>24-03-2006</c:v>
                </c:pt>
                <c:pt idx="1564">
                  <c:v>27-03-2006</c:v>
                </c:pt>
                <c:pt idx="1565">
                  <c:v>28-03-2006</c:v>
                </c:pt>
                <c:pt idx="1566">
                  <c:v>29-03-2006</c:v>
                </c:pt>
                <c:pt idx="1567">
                  <c:v>30-03-2006</c:v>
                </c:pt>
                <c:pt idx="1568">
                  <c:v>31-03-2006</c:v>
                </c:pt>
                <c:pt idx="1569">
                  <c:v>03-04-2006</c:v>
                </c:pt>
                <c:pt idx="1570">
                  <c:v>04-04-2006</c:v>
                </c:pt>
                <c:pt idx="1571">
                  <c:v>05-04-2006</c:v>
                </c:pt>
                <c:pt idx="1572">
                  <c:v>07-04-2006</c:v>
                </c:pt>
                <c:pt idx="1573">
                  <c:v>10-04-2006</c:v>
                </c:pt>
                <c:pt idx="1574">
                  <c:v>12-04-2006</c:v>
                </c:pt>
                <c:pt idx="1575">
                  <c:v>13-04-2006</c:v>
                </c:pt>
                <c:pt idx="1576">
                  <c:v>17-04-2006</c:v>
                </c:pt>
                <c:pt idx="1577">
                  <c:v>18-04-2006</c:v>
                </c:pt>
                <c:pt idx="1578">
                  <c:v>19-04-2006</c:v>
                </c:pt>
                <c:pt idx="1579">
                  <c:v>20-04-2006</c:v>
                </c:pt>
                <c:pt idx="1580">
                  <c:v>21-04-2006</c:v>
                </c:pt>
                <c:pt idx="1581">
                  <c:v>24-04-2006</c:v>
                </c:pt>
                <c:pt idx="1582">
                  <c:v>25-04-2006</c:v>
                </c:pt>
                <c:pt idx="1583">
                  <c:v>26-04-2006</c:v>
                </c:pt>
                <c:pt idx="1584">
                  <c:v>27-04-2006</c:v>
                </c:pt>
                <c:pt idx="1585">
                  <c:v>28-04-2006</c:v>
                </c:pt>
                <c:pt idx="1586">
                  <c:v>29-04-2006</c:v>
                </c:pt>
                <c:pt idx="1587">
                  <c:v>02-05-2006</c:v>
                </c:pt>
                <c:pt idx="1588">
                  <c:v>03-05-2006</c:v>
                </c:pt>
                <c:pt idx="1589">
                  <c:v>04-05-2006</c:v>
                </c:pt>
                <c:pt idx="1590">
                  <c:v>05-05-2006</c:v>
                </c:pt>
                <c:pt idx="1591">
                  <c:v>08-05-2006</c:v>
                </c:pt>
                <c:pt idx="1592">
                  <c:v>09-05-2006</c:v>
                </c:pt>
                <c:pt idx="1593">
                  <c:v>10-05-2006</c:v>
                </c:pt>
                <c:pt idx="1594">
                  <c:v>11-05-2006</c:v>
                </c:pt>
                <c:pt idx="1595">
                  <c:v>12-05-2006</c:v>
                </c:pt>
                <c:pt idx="1596">
                  <c:v>15-05-2006</c:v>
                </c:pt>
                <c:pt idx="1597">
                  <c:v>16-05-2006</c:v>
                </c:pt>
                <c:pt idx="1598">
                  <c:v>17-05-2006</c:v>
                </c:pt>
                <c:pt idx="1599">
                  <c:v>18-05-2006</c:v>
                </c:pt>
                <c:pt idx="1600">
                  <c:v>19-05-2006</c:v>
                </c:pt>
                <c:pt idx="1601">
                  <c:v>22-05-2006</c:v>
                </c:pt>
                <c:pt idx="1602">
                  <c:v>23-05-2006</c:v>
                </c:pt>
                <c:pt idx="1603">
                  <c:v>24-05-2006</c:v>
                </c:pt>
                <c:pt idx="1604">
                  <c:v>25-05-2006</c:v>
                </c:pt>
                <c:pt idx="1605">
                  <c:v>26-05-2006</c:v>
                </c:pt>
                <c:pt idx="1606">
                  <c:v>29-05-2006</c:v>
                </c:pt>
                <c:pt idx="1607">
                  <c:v>30-05-2006</c:v>
                </c:pt>
                <c:pt idx="1608">
                  <c:v>31-05-2006</c:v>
                </c:pt>
                <c:pt idx="1609">
                  <c:v>01-06-2006</c:v>
                </c:pt>
                <c:pt idx="1610">
                  <c:v>02-06-2006</c:v>
                </c:pt>
                <c:pt idx="1611">
                  <c:v>05-06-2006</c:v>
                </c:pt>
                <c:pt idx="1612">
                  <c:v>06-06-2006</c:v>
                </c:pt>
                <c:pt idx="1613">
                  <c:v>07-06-2006</c:v>
                </c:pt>
                <c:pt idx="1614">
                  <c:v>08-06-2006</c:v>
                </c:pt>
                <c:pt idx="1615">
                  <c:v>09-06-2006</c:v>
                </c:pt>
                <c:pt idx="1616">
                  <c:v>12-06-2006</c:v>
                </c:pt>
                <c:pt idx="1617">
                  <c:v>13-06-2006</c:v>
                </c:pt>
                <c:pt idx="1618">
                  <c:v>14-06-2006</c:v>
                </c:pt>
                <c:pt idx="1619">
                  <c:v>15-06-2006</c:v>
                </c:pt>
                <c:pt idx="1620">
                  <c:v>16-06-2006</c:v>
                </c:pt>
                <c:pt idx="1621">
                  <c:v>19-06-2006</c:v>
                </c:pt>
                <c:pt idx="1622">
                  <c:v>20-06-2006</c:v>
                </c:pt>
                <c:pt idx="1623">
                  <c:v>21-06-2006</c:v>
                </c:pt>
                <c:pt idx="1624">
                  <c:v>22-06-2006</c:v>
                </c:pt>
                <c:pt idx="1625">
                  <c:v>23-06-2006</c:v>
                </c:pt>
                <c:pt idx="1626">
                  <c:v>25-06-2006</c:v>
                </c:pt>
                <c:pt idx="1627">
                  <c:v>26-06-2006</c:v>
                </c:pt>
                <c:pt idx="1628">
                  <c:v>27-06-2006</c:v>
                </c:pt>
                <c:pt idx="1629">
                  <c:v>28-06-2006</c:v>
                </c:pt>
                <c:pt idx="1630">
                  <c:v>29-06-2006</c:v>
                </c:pt>
                <c:pt idx="1631">
                  <c:v>30-06-2006</c:v>
                </c:pt>
                <c:pt idx="1632">
                  <c:v>03-07-2006</c:v>
                </c:pt>
                <c:pt idx="1633">
                  <c:v>04-07-2006</c:v>
                </c:pt>
                <c:pt idx="1634">
                  <c:v>05-07-2006</c:v>
                </c:pt>
                <c:pt idx="1635">
                  <c:v>06-07-2006</c:v>
                </c:pt>
                <c:pt idx="1636">
                  <c:v>07-07-2006</c:v>
                </c:pt>
                <c:pt idx="1637">
                  <c:v>10-07-2006</c:v>
                </c:pt>
                <c:pt idx="1638">
                  <c:v>11-07-2006</c:v>
                </c:pt>
                <c:pt idx="1639">
                  <c:v>12-07-2006</c:v>
                </c:pt>
                <c:pt idx="1640">
                  <c:v>13-07-2006</c:v>
                </c:pt>
                <c:pt idx="1641">
                  <c:v>14-07-2006</c:v>
                </c:pt>
                <c:pt idx="1642">
                  <c:v>17-07-2006</c:v>
                </c:pt>
                <c:pt idx="1643">
                  <c:v>18-07-2006</c:v>
                </c:pt>
                <c:pt idx="1644">
                  <c:v>19-07-2006</c:v>
                </c:pt>
                <c:pt idx="1645">
                  <c:v>20-07-2006</c:v>
                </c:pt>
                <c:pt idx="1646">
                  <c:v>21-07-2006</c:v>
                </c:pt>
                <c:pt idx="1647">
                  <c:v>24-07-2006</c:v>
                </c:pt>
                <c:pt idx="1648">
                  <c:v>25-07-2006</c:v>
                </c:pt>
                <c:pt idx="1649">
                  <c:v>26-07-2006</c:v>
                </c:pt>
                <c:pt idx="1650">
                  <c:v>27-07-2006</c:v>
                </c:pt>
                <c:pt idx="1651">
                  <c:v>28-07-2006</c:v>
                </c:pt>
                <c:pt idx="1652">
                  <c:v>31-07-2006</c:v>
                </c:pt>
                <c:pt idx="1653">
                  <c:v>01-08-2006</c:v>
                </c:pt>
                <c:pt idx="1654">
                  <c:v>02-08-2006</c:v>
                </c:pt>
                <c:pt idx="1655">
                  <c:v>03-08-2006</c:v>
                </c:pt>
                <c:pt idx="1656">
                  <c:v>04-08-2006</c:v>
                </c:pt>
                <c:pt idx="1657">
                  <c:v>07-08-2006</c:v>
                </c:pt>
                <c:pt idx="1658">
                  <c:v>08-08-2006</c:v>
                </c:pt>
                <c:pt idx="1659">
                  <c:v>09-08-2006</c:v>
                </c:pt>
                <c:pt idx="1660">
                  <c:v>10-08-2006</c:v>
                </c:pt>
                <c:pt idx="1661">
                  <c:v>11-08-2006</c:v>
                </c:pt>
                <c:pt idx="1662">
                  <c:v>14-08-2006</c:v>
                </c:pt>
                <c:pt idx="1663">
                  <c:v>16-08-2006</c:v>
                </c:pt>
                <c:pt idx="1664">
                  <c:v>17-08-2006</c:v>
                </c:pt>
                <c:pt idx="1665">
                  <c:v>18-08-2006</c:v>
                </c:pt>
                <c:pt idx="1666">
                  <c:v>21-08-2006</c:v>
                </c:pt>
                <c:pt idx="1667">
                  <c:v>22-08-2006</c:v>
                </c:pt>
                <c:pt idx="1668">
                  <c:v>23-08-2006</c:v>
                </c:pt>
                <c:pt idx="1669">
                  <c:v>24-08-2006</c:v>
                </c:pt>
                <c:pt idx="1670">
                  <c:v>25-08-2006</c:v>
                </c:pt>
                <c:pt idx="1671">
                  <c:v>28-08-2006</c:v>
                </c:pt>
                <c:pt idx="1672">
                  <c:v>29-08-2006</c:v>
                </c:pt>
                <c:pt idx="1673">
                  <c:v>30-08-2006</c:v>
                </c:pt>
                <c:pt idx="1674">
                  <c:v>31-08-2006</c:v>
                </c:pt>
                <c:pt idx="1675">
                  <c:v>01-09-2006</c:v>
                </c:pt>
                <c:pt idx="1676">
                  <c:v>04-09-2006</c:v>
                </c:pt>
                <c:pt idx="1677">
                  <c:v>05-09-2006</c:v>
                </c:pt>
                <c:pt idx="1678">
                  <c:v>06-09-2006</c:v>
                </c:pt>
                <c:pt idx="1679">
                  <c:v>07-09-2006</c:v>
                </c:pt>
                <c:pt idx="1680">
                  <c:v>08-09-2006</c:v>
                </c:pt>
                <c:pt idx="1681">
                  <c:v>11-09-2006</c:v>
                </c:pt>
                <c:pt idx="1682">
                  <c:v>12-09-2006</c:v>
                </c:pt>
                <c:pt idx="1683">
                  <c:v>13-09-2006</c:v>
                </c:pt>
                <c:pt idx="1684">
                  <c:v>14-09-2006</c:v>
                </c:pt>
                <c:pt idx="1685">
                  <c:v>15-09-2006</c:v>
                </c:pt>
                <c:pt idx="1686">
                  <c:v>18-09-2006</c:v>
                </c:pt>
                <c:pt idx="1687">
                  <c:v>19-09-2006</c:v>
                </c:pt>
                <c:pt idx="1688">
                  <c:v>20-09-2006</c:v>
                </c:pt>
                <c:pt idx="1689">
                  <c:v>21-09-2006</c:v>
                </c:pt>
                <c:pt idx="1690">
                  <c:v>22-09-2006</c:v>
                </c:pt>
                <c:pt idx="1691">
                  <c:v>25-09-2006</c:v>
                </c:pt>
                <c:pt idx="1692">
                  <c:v>26-09-2006</c:v>
                </c:pt>
                <c:pt idx="1693">
                  <c:v>27-09-2006</c:v>
                </c:pt>
                <c:pt idx="1694">
                  <c:v>28-09-2006</c:v>
                </c:pt>
                <c:pt idx="1695">
                  <c:v>29-09-2006</c:v>
                </c:pt>
                <c:pt idx="1696">
                  <c:v>03-10-2006</c:v>
                </c:pt>
                <c:pt idx="1697">
                  <c:v>04-10-2006</c:v>
                </c:pt>
                <c:pt idx="1698">
                  <c:v>05-10-2006</c:v>
                </c:pt>
                <c:pt idx="1699">
                  <c:v>06-10-2006</c:v>
                </c:pt>
                <c:pt idx="1700">
                  <c:v>09-10-2006</c:v>
                </c:pt>
                <c:pt idx="1701">
                  <c:v>10-10-2006</c:v>
                </c:pt>
                <c:pt idx="1702">
                  <c:v>11-10-2006</c:v>
                </c:pt>
                <c:pt idx="1703">
                  <c:v>12-10-2006</c:v>
                </c:pt>
                <c:pt idx="1704">
                  <c:v>13-10-2006</c:v>
                </c:pt>
                <c:pt idx="1705">
                  <c:v>16-10-2006</c:v>
                </c:pt>
                <c:pt idx="1706">
                  <c:v>17-10-2006</c:v>
                </c:pt>
                <c:pt idx="1707">
                  <c:v>18-10-2006</c:v>
                </c:pt>
                <c:pt idx="1708">
                  <c:v>19-10-2006</c:v>
                </c:pt>
                <c:pt idx="1709">
                  <c:v>20-10-2006</c:v>
                </c:pt>
                <c:pt idx="1710">
                  <c:v>21-10-2006</c:v>
                </c:pt>
                <c:pt idx="1711">
                  <c:v>23-10-2006</c:v>
                </c:pt>
                <c:pt idx="1712">
                  <c:v>26-10-2006</c:v>
                </c:pt>
                <c:pt idx="1713">
                  <c:v>27-10-2006</c:v>
                </c:pt>
                <c:pt idx="1714">
                  <c:v>30-10-2006</c:v>
                </c:pt>
                <c:pt idx="1715">
                  <c:v>31-10-2006</c:v>
                </c:pt>
                <c:pt idx="1716">
                  <c:v>01-11-2006</c:v>
                </c:pt>
                <c:pt idx="1717">
                  <c:v>02-11-2006</c:v>
                </c:pt>
                <c:pt idx="1718">
                  <c:v>03-11-2006</c:v>
                </c:pt>
                <c:pt idx="1719">
                  <c:v>06-11-2006</c:v>
                </c:pt>
                <c:pt idx="1720">
                  <c:v>07-11-2006</c:v>
                </c:pt>
                <c:pt idx="1721">
                  <c:v>08-11-2006</c:v>
                </c:pt>
                <c:pt idx="1722">
                  <c:v>09-11-2006</c:v>
                </c:pt>
                <c:pt idx="1723">
                  <c:v>10-11-2006</c:v>
                </c:pt>
                <c:pt idx="1724">
                  <c:v>13-11-2006</c:v>
                </c:pt>
                <c:pt idx="1725">
                  <c:v>14-11-2006</c:v>
                </c:pt>
                <c:pt idx="1726">
                  <c:v>15-11-2006</c:v>
                </c:pt>
                <c:pt idx="1727">
                  <c:v>16-11-2006</c:v>
                </c:pt>
                <c:pt idx="1728">
                  <c:v>17-11-2006</c:v>
                </c:pt>
                <c:pt idx="1729">
                  <c:v>20-11-2006</c:v>
                </c:pt>
                <c:pt idx="1730">
                  <c:v>21-11-2006</c:v>
                </c:pt>
                <c:pt idx="1731">
                  <c:v>22-11-2006</c:v>
                </c:pt>
                <c:pt idx="1732">
                  <c:v>23-11-2006</c:v>
                </c:pt>
                <c:pt idx="1733">
                  <c:v>24-11-2006</c:v>
                </c:pt>
                <c:pt idx="1734">
                  <c:v>27-11-2006</c:v>
                </c:pt>
                <c:pt idx="1735">
                  <c:v>28-11-2006</c:v>
                </c:pt>
                <c:pt idx="1736">
                  <c:v>29-11-2006</c:v>
                </c:pt>
                <c:pt idx="1737">
                  <c:v>30-11-2006</c:v>
                </c:pt>
                <c:pt idx="1738">
                  <c:v>01-12-2006</c:v>
                </c:pt>
                <c:pt idx="1739">
                  <c:v>04-12-2006</c:v>
                </c:pt>
                <c:pt idx="1740">
                  <c:v>05-12-2006</c:v>
                </c:pt>
                <c:pt idx="1741">
                  <c:v>06-12-2006</c:v>
                </c:pt>
                <c:pt idx="1742">
                  <c:v>07-12-2006</c:v>
                </c:pt>
                <c:pt idx="1743">
                  <c:v>08-12-2006</c:v>
                </c:pt>
                <c:pt idx="1744">
                  <c:v>11-12-2006</c:v>
                </c:pt>
                <c:pt idx="1745">
                  <c:v>12-12-2006</c:v>
                </c:pt>
                <c:pt idx="1746">
                  <c:v>13-12-2006</c:v>
                </c:pt>
                <c:pt idx="1747">
                  <c:v>14-12-2006</c:v>
                </c:pt>
                <c:pt idx="1748">
                  <c:v>15-12-2006</c:v>
                </c:pt>
                <c:pt idx="1749">
                  <c:v>18-12-2006</c:v>
                </c:pt>
                <c:pt idx="1750">
                  <c:v>19-12-2006</c:v>
                </c:pt>
                <c:pt idx="1751">
                  <c:v>20-12-2006</c:v>
                </c:pt>
                <c:pt idx="1752">
                  <c:v>21-12-2006</c:v>
                </c:pt>
                <c:pt idx="1753">
                  <c:v>22-12-2006</c:v>
                </c:pt>
                <c:pt idx="1754">
                  <c:v>26-12-2006</c:v>
                </c:pt>
                <c:pt idx="1755">
                  <c:v>27-12-2006</c:v>
                </c:pt>
                <c:pt idx="1756">
                  <c:v>28-12-2006</c:v>
                </c:pt>
                <c:pt idx="1757">
                  <c:v>29-12-2006</c:v>
                </c:pt>
                <c:pt idx="1758">
                  <c:v>02-01-2007</c:v>
                </c:pt>
                <c:pt idx="1759">
                  <c:v>03-01-2007</c:v>
                </c:pt>
                <c:pt idx="1760">
                  <c:v>04-01-2007</c:v>
                </c:pt>
                <c:pt idx="1761">
                  <c:v>05-01-2007</c:v>
                </c:pt>
                <c:pt idx="1762">
                  <c:v>08-01-2007</c:v>
                </c:pt>
                <c:pt idx="1763">
                  <c:v>09-01-2007</c:v>
                </c:pt>
                <c:pt idx="1764">
                  <c:v>10-01-2007</c:v>
                </c:pt>
                <c:pt idx="1765">
                  <c:v>11-01-2007</c:v>
                </c:pt>
                <c:pt idx="1766">
                  <c:v>12-01-2007</c:v>
                </c:pt>
                <c:pt idx="1767">
                  <c:v>15-01-2007</c:v>
                </c:pt>
                <c:pt idx="1768">
                  <c:v>16-01-2007</c:v>
                </c:pt>
                <c:pt idx="1769">
                  <c:v>17-01-2007</c:v>
                </c:pt>
                <c:pt idx="1770">
                  <c:v>18-01-2007</c:v>
                </c:pt>
                <c:pt idx="1771">
                  <c:v>19-01-2007</c:v>
                </c:pt>
                <c:pt idx="1772">
                  <c:v>22-01-2007</c:v>
                </c:pt>
                <c:pt idx="1773">
                  <c:v>23-01-2007</c:v>
                </c:pt>
                <c:pt idx="1774">
                  <c:v>24-01-2007</c:v>
                </c:pt>
                <c:pt idx="1775">
                  <c:v>25-01-2007</c:v>
                </c:pt>
                <c:pt idx="1776">
                  <c:v>29-01-2007</c:v>
                </c:pt>
                <c:pt idx="1777">
                  <c:v>31-01-2007</c:v>
                </c:pt>
                <c:pt idx="1778">
                  <c:v>01-02-2007</c:v>
                </c:pt>
                <c:pt idx="1779">
                  <c:v>02-02-2007</c:v>
                </c:pt>
                <c:pt idx="1780">
                  <c:v>05-02-2007</c:v>
                </c:pt>
                <c:pt idx="1781">
                  <c:v>06-02-2007</c:v>
                </c:pt>
                <c:pt idx="1782">
                  <c:v>07-02-2007</c:v>
                </c:pt>
                <c:pt idx="1783">
                  <c:v>08-02-2007</c:v>
                </c:pt>
                <c:pt idx="1784">
                  <c:v>09-02-2007</c:v>
                </c:pt>
                <c:pt idx="1785">
                  <c:v>12-02-2007</c:v>
                </c:pt>
                <c:pt idx="1786">
                  <c:v>13-02-2007</c:v>
                </c:pt>
                <c:pt idx="1787">
                  <c:v>14-02-2007</c:v>
                </c:pt>
                <c:pt idx="1788">
                  <c:v>15-02-2007</c:v>
                </c:pt>
                <c:pt idx="1789">
                  <c:v>19-02-2007</c:v>
                </c:pt>
                <c:pt idx="1790">
                  <c:v>20-02-2007</c:v>
                </c:pt>
                <c:pt idx="1791">
                  <c:v>21-02-2007</c:v>
                </c:pt>
                <c:pt idx="1792">
                  <c:v>22-02-2007</c:v>
                </c:pt>
                <c:pt idx="1793">
                  <c:v>23-02-2007</c:v>
                </c:pt>
                <c:pt idx="1794">
                  <c:v>26-02-2007</c:v>
                </c:pt>
                <c:pt idx="1795">
                  <c:v>27-02-2007</c:v>
                </c:pt>
                <c:pt idx="1796">
                  <c:v>28-02-2007</c:v>
                </c:pt>
                <c:pt idx="1797">
                  <c:v>01-03-2007</c:v>
                </c:pt>
                <c:pt idx="1798">
                  <c:v>02-03-2007</c:v>
                </c:pt>
                <c:pt idx="1799">
                  <c:v>05-03-2007</c:v>
                </c:pt>
                <c:pt idx="1800">
                  <c:v>06-03-2007</c:v>
                </c:pt>
                <c:pt idx="1801">
                  <c:v>07-03-2007</c:v>
                </c:pt>
                <c:pt idx="1802">
                  <c:v>08-03-2007</c:v>
                </c:pt>
                <c:pt idx="1803">
                  <c:v>09-03-2007</c:v>
                </c:pt>
                <c:pt idx="1804">
                  <c:v>12-03-2007</c:v>
                </c:pt>
                <c:pt idx="1805">
                  <c:v>13-03-2007</c:v>
                </c:pt>
                <c:pt idx="1806">
                  <c:v>14-03-2007</c:v>
                </c:pt>
                <c:pt idx="1807">
                  <c:v>15-03-2007</c:v>
                </c:pt>
                <c:pt idx="1808">
                  <c:v>16-03-2007</c:v>
                </c:pt>
                <c:pt idx="1809">
                  <c:v>19-03-2007</c:v>
                </c:pt>
                <c:pt idx="1810">
                  <c:v>20-03-2007</c:v>
                </c:pt>
                <c:pt idx="1811">
                  <c:v>21-03-2007</c:v>
                </c:pt>
                <c:pt idx="1812">
                  <c:v>22-03-2007</c:v>
                </c:pt>
                <c:pt idx="1813">
                  <c:v>23-03-2007</c:v>
                </c:pt>
                <c:pt idx="1814">
                  <c:v>26-03-2007</c:v>
                </c:pt>
                <c:pt idx="1815">
                  <c:v>28-03-2007</c:v>
                </c:pt>
                <c:pt idx="1816">
                  <c:v>29-03-2007</c:v>
                </c:pt>
                <c:pt idx="1817">
                  <c:v>30-03-2007</c:v>
                </c:pt>
                <c:pt idx="1818">
                  <c:v>02-04-2007</c:v>
                </c:pt>
                <c:pt idx="1819">
                  <c:v>03-04-2007</c:v>
                </c:pt>
                <c:pt idx="1820">
                  <c:v>04-04-2007</c:v>
                </c:pt>
                <c:pt idx="1821">
                  <c:v>05-04-2007</c:v>
                </c:pt>
                <c:pt idx="1822">
                  <c:v>09-04-2007</c:v>
                </c:pt>
                <c:pt idx="1823">
                  <c:v>10-04-2007</c:v>
                </c:pt>
                <c:pt idx="1824">
                  <c:v>11-04-2007</c:v>
                </c:pt>
                <c:pt idx="1825">
                  <c:v>12-04-2007</c:v>
                </c:pt>
                <c:pt idx="1826">
                  <c:v>13-04-2007</c:v>
                </c:pt>
                <c:pt idx="1827">
                  <c:v>16-04-2007</c:v>
                </c:pt>
                <c:pt idx="1828">
                  <c:v>17-04-2007</c:v>
                </c:pt>
                <c:pt idx="1829">
                  <c:v>18-04-2007</c:v>
                </c:pt>
                <c:pt idx="1830">
                  <c:v>19-04-2007</c:v>
                </c:pt>
                <c:pt idx="1831">
                  <c:v>20-04-2007</c:v>
                </c:pt>
                <c:pt idx="1832">
                  <c:v>23-04-2007</c:v>
                </c:pt>
                <c:pt idx="1833">
                  <c:v>24-04-2007</c:v>
                </c:pt>
                <c:pt idx="1834">
                  <c:v>25-04-2007</c:v>
                </c:pt>
                <c:pt idx="1835">
                  <c:v>26-04-2007</c:v>
                </c:pt>
                <c:pt idx="1836">
                  <c:v>27-04-2007</c:v>
                </c:pt>
                <c:pt idx="1837">
                  <c:v>30-04-2007</c:v>
                </c:pt>
                <c:pt idx="1838">
                  <c:v>03-05-2007</c:v>
                </c:pt>
                <c:pt idx="1839">
                  <c:v>04-05-2007</c:v>
                </c:pt>
                <c:pt idx="1840">
                  <c:v>07-05-2007</c:v>
                </c:pt>
                <c:pt idx="1841">
                  <c:v>08-05-2007</c:v>
                </c:pt>
                <c:pt idx="1842">
                  <c:v>09-05-2007</c:v>
                </c:pt>
                <c:pt idx="1843">
                  <c:v>10-05-2007</c:v>
                </c:pt>
                <c:pt idx="1844">
                  <c:v>11-05-2007</c:v>
                </c:pt>
                <c:pt idx="1845">
                  <c:v>14-05-2007</c:v>
                </c:pt>
                <c:pt idx="1846">
                  <c:v>15-05-2007</c:v>
                </c:pt>
                <c:pt idx="1847">
                  <c:v>16-05-2007</c:v>
                </c:pt>
                <c:pt idx="1848">
                  <c:v>17-05-2007</c:v>
                </c:pt>
                <c:pt idx="1849">
                  <c:v>18-05-2007</c:v>
                </c:pt>
                <c:pt idx="1850">
                  <c:v>21-05-2007</c:v>
                </c:pt>
                <c:pt idx="1851">
                  <c:v>22-05-2007</c:v>
                </c:pt>
                <c:pt idx="1852">
                  <c:v>23-05-2007</c:v>
                </c:pt>
                <c:pt idx="1853">
                  <c:v>24-05-2007</c:v>
                </c:pt>
                <c:pt idx="1854">
                  <c:v>25-05-2007</c:v>
                </c:pt>
                <c:pt idx="1855">
                  <c:v>28-05-2007</c:v>
                </c:pt>
                <c:pt idx="1856">
                  <c:v>29-05-2007</c:v>
                </c:pt>
                <c:pt idx="1857">
                  <c:v>30-05-2007</c:v>
                </c:pt>
                <c:pt idx="1858">
                  <c:v>31-05-2007</c:v>
                </c:pt>
                <c:pt idx="1859">
                  <c:v>01-06-2007</c:v>
                </c:pt>
                <c:pt idx="1860">
                  <c:v>04-06-2007</c:v>
                </c:pt>
                <c:pt idx="1861">
                  <c:v>05-06-2007</c:v>
                </c:pt>
                <c:pt idx="1862">
                  <c:v>06-06-2007</c:v>
                </c:pt>
                <c:pt idx="1863">
                  <c:v>07-06-2007</c:v>
                </c:pt>
                <c:pt idx="1864">
                  <c:v>08-06-2007</c:v>
                </c:pt>
                <c:pt idx="1865">
                  <c:v>11-06-2007</c:v>
                </c:pt>
                <c:pt idx="1866">
                  <c:v>12-06-2007</c:v>
                </c:pt>
                <c:pt idx="1867">
                  <c:v>13-06-2007</c:v>
                </c:pt>
                <c:pt idx="1868">
                  <c:v>14-06-2007</c:v>
                </c:pt>
                <c:pt idx="1869">
                  <c:v>15-06-2007</c:v>
                </c:pt>
                <c:pt idx="1870">
                  <c:v>18-06-2007</c:v>
                </c:pt>
                <c:pt idx="1871">
                  <c:v>19-06-2007</c:v>
                </c:pt>
                <c:pt idx="1872">
                  <c:v>20-06-2007</c:v>
                </c:pt>
                <c:pt idx="1873">
                  <c:v>21-06-2007</c:v>
                </c:pt>
                <c:pt idx="1874">
                  <c:v>22-06-2007</c:v>
                </c:pt>
                <c:pt idx="1875">
                  <c:v>25-06-2007</c:v>
                </c:pt>
                <c:pt idx="1876">
                  <c:v>26-06-2007</c:v>
                </c:pt>
                <c:pt idx="1877">
                  <c:v>27-06-2007</c:v>
                </c:pt>
                <c:pt idx="1878">
                  <c:v>28-06-2007</c:v>
                </c:pt>
                <c:pt idx="1879">
                  <c:v>29-06-2007</c:v>
                </c:pt>
                <c:pt idx="1880">
                  <c:v>02-07-2007</c:v>
                </c:pt>
                <c:pt idx="1881">
                  <c:v>03-07-2007</c:v>
                </c:pt>
                <c:pt idx="1882">
                  <c:v>04-07-2007</c:v>
                </c:pt>
                <c:pt idx="1883">
                  <c:v>05-07-2007</c:v>
                </c:pt>
                <c:pt idx="1884">
                  <c:v>06-07-2007</c:v>
                </c:pt>
                <c:pt idx="1885">
                  <c:v>09-07-2007</c:v>
                </c:pt>
                <c:pt idx="1886">
                  <c:v>10-07-2007</c:v>
                </c:pt>
                <c:pt idx="1887">
                  <c:v>11-07-2007</c:v>
                </c:pt>
                <c:pt idx="1888">
                  <c:v>12-07-2007</c:v>
                </c:pt>
                <c:pt idx="1889">
                  <c:v>13-07-2007</c:v>
                </c:pt>
                <c:pt idx="1890">
                  <c:v>16-07-2007</c:v>
                </c:pt>
                <c:pt idx="1891">
                  <c:v>17-07-2007</c:v>
                </c:pt>
                <c:pt idx="1892">
                  <c:v>18-07-2007</c:v>
                </c:pt>
                <c:pt idx="1893">
                  <c:v>19-07-2007</c:v>
                </c:pt>
                <c:pt idx="1894">
                  <c:v>20-07-2007</c:v>
                </c:pt>
                <c:pt idx="1895">
                  <c:v>23-07-2007</c:v>
                </c:pt>
                <c:pt idx="1896">
                  <c:v>24-07-2007</c:v>
                </c:pt>
                <c:pt idx="1897">
                  <c:v>25-07-2007</c:v>
                </c:pt>
                <c:pt idx="1898">
                  <c:v>26-07-2007</c:v>
                </c:pt>
                <c:pt idx="1899">
                  <c:v>27-07-2007</c:v>
                </c:pt>
                <c:pt idx="1900">
                  <c:v>30-07-2007</c:v>
                </c:pt>
                <c:pt idx="1901">
                  <c:v>31-07-2007</c:v>
                </c:pt>
                <c:pt idx="1902">
                  <c:v>01-08-2007</c:v>
                </c:pt>
                <c:pt idx="1903">
                  <c:v>02-08-2007</c:v>
                </c:pt>
                <c:pt idx="1904">
                  <c:v>03-08-2007</c:v>
                </c:pt>
                <c:pt idx="1905">
                  <c:v>06-08-2007</c:v>
                </c:pt>
                <c:pt idx="1906">
                  <c:v>07-08-2007</c:v>
                </c:pt>
                <c:pt idx="1907">
                  <c:v>08-08-2007</c:v>
                </c:pt>
                <c:pt idx="1908">
                  <c:v>09-08-2007</c:v>
                </c:pt>
                <c:pt idx="1909">
                  <c:v>10-08-2007</c:v>
                </c:pt>
                <c:pt idx="1910">
                  <c:v>13-08-2007</c:v>
                </c:pt>
                <c:pt idx="1911">
                  <c:v>14-08-2007</c:v>
                </c:pt>
                <c:pt idx="1912">
                  <c:v>16-08-2007</c:v>
                </c:pt>
                <c:pt idx="1913">
                  <c:v>17-08-2007</c:v>
                </c:pt>
                <c:pt idx="1914">
                  <c:v>20-08-2007</c:v>
                </c:pt>
                <c:pt idx="1915">
                  <c:v>21-08-2007</c:v>
                </c:pt>
                <c:pt idx="1916">
                  <c:v>22-08-2007</c:v>
                </c:pt>
                <c:pt idx="1917">
                  <c:v>23-08-2007</c:v>
                </c:pt>
                <c:pt idx="1918">
                  <c:v>24-08-2007</c:v>
                </c:pt>
                <c:pt idx="1919">
                  <c:v>27-08-2007</c:v>
                </c:pt>
                <c:pt idx="1920">
                  <c:v>28-08-2007</c:v>
                </c:pt>
                <c:pt idx="1921">
                  <c:v>29-08-2007</c:v>
                </c:pt>
                <c:pt idx="1922">
                  <c:v>30-08-2007</c:v>
                </c:pt>
                <c:pt idx="1923">
                  <c:v>31-08-2007</c:v>
                </c:pt>
                <c:pt idx="1924">
                  <c:v>03-09-2007</c:v>
                </c:pt>
                <c:pt idx="1925">
                  <c:v>04-09-2007</c:v>
                </c:pt>
                <c:pt idx="1926">
                  <c:v>05-09-2007</c:v>
                </c:pt>
                <c:pt idx="1927">
                  <c:v>06-09-2007</c:v>
                </c:pt>
                <c:pt idx="1928">
                  <c:v>07-09-2007</c:v>
                </c:pt>
                <c:pt idx="1929">
                  <c:v>10-09-2007</c:v>
                </c:pt>
                <c:pt idx="1930">
                  <c:v>11-09-2007</c:v>
                </c:pt>
                <c:pt idx="1931">
                  <c:v>12-09-2007</c:v>
                </c:pt>
                <c:pt idx="1932">
                  <c:v>13-09-2007</c:v>
                </c:pt>
                <c:pt idx="1933">
                  <c:v>14-09-2007</c:v>
                </c:pt>
                <c:pt idx="1934">
                  <c:v>17-09-2007</c:v>
                </c:pt>
                <c:pt idx="1935">
                  <c:v>18-09-2007</c:v>
                </c:pt>
                <c:pt idx="1936">
                  <c:v>19-09-2007</c:v>
                </c:pt>
                <c:pt idx="1937">
                  <c:v>20-09-2007</c:v>
                </c:pt>
                <c:pt idx="1938">
                  <c:v>21-09-2007</c:v>
                </c:pt>
                <c:pt idx="1939">
                  <c:v>24-09-2007</c:v>
                </c:pt>
                <c:pt idx="1940">
                  <c:v>25-09-2007</c:v>
                </c:pt>
                <c:pt idx="1941">
                  <c:v>26-09-2007</c:v>
                </c:pt>
                <c:pt idx="1942">
                  <c:v>27-09-2007</c:v>
                </c:pt>
                <c:pt idx="1943">
                  <c:v>28-09-2007</c:v>
                </c:pt>
                <c:pt idx="1944">
                  <c:v>01-10-2007</c:v>
                </c:pt>
                <c:pt idx="1945">
                  <c:v>03-10-2007</c:v>
                </c:pt>
                <c:pt idx="1946">
                  <c:v>04-10-2007</c:v>
                </c:pt>
                <c:pt idx="1947">
                  <c:v>05-10-2007</c:v>
                </c:pt>
                <c:pt idx="1948">
                  <c:v>08-10-2007</c:v>
                </c:pt>
                <c:pt idx="1949">
                  <c:v>09-10-2007</c:v>
                </c:pt>
                <c:pt idx="1950">
                  <c:v>10-10-2007</c:v>
                </c:pt>
                <c:pt idx="1951">
                  <c:v>11-10-2007</c:v>
                </c:pt>
                <c:pt idx="1952">
                  <c:v>12-10-2007</c:v>
                </c:pt>
                <c:pt idx="1953">
                  <c:v>15-10-2007</c:v>
                </c:pt>
                <c:pt idx="1954">
                  <c:v>16-10-2007</c:v>
                </c:pt>
                <c:pt idx="1955">
                  <c:v>17-10-2007</c:v>
                </c:pt>
                <c:pt idx="1956">
                  <c:v>18-10-2007</c:v>
                </c:pt>
                <c:pt idx="1957">
                  <c:v>19-10-2007</c:v>
                </c:pt>
                <c:pt idx="1958">
                  <c:v>22-10-2007</c:v>
                </c:pt>
                <c:pt idx="1959">
                  <c:v>23-10-2007</c:v>
                </c:pt>
                <c:pt idx="1960">
                  <c:v>24-10-2007</c:v>
                </c:pt>
                <c:pt idx="1961">
                  <c:v>25-10-2007</c:v>
                </c:pt>
                <c:pt idx="1962">
                  <c:v>26-10-2007</c:v>
                </c:pt>
                <c:pt idx="1963">
                  <c:v>29-10-2007</c:v>
                </c:pt>
                <c:pt idx="1964">
                  <c:v>30-10-2007</c:v>
                </c:pt>
                <c:pt idx="1965">
                  <c:v>31-10-2007</c:v>
                </c:pt>
                <c:pt idx="1966">
                  <c:v>01-11-2007</c:v>
                </c:pt>
                <c:pt idx="1967">
                  <c:v>02-11-2007</c:v>
                </c:pt>
                <c:pt idx="1968">
                  <c:v>05-11-2007</c:v>
                </c:pt>
                <c:pt idx="1969">
                  <c:v>06-11-2007</c:v>
                </c:pt>
                <c:pt idx="1970">
                  <c:v>07-11-2007</c:v>
                </c:pt>
                <c:pt idx="1971">
                  <c:v>08-11-2007</c:v>
                </c:pt>
                <c:pt idx="1972">
                  <c:v>09-11-2007</c:v>
                </c:pt>
                <c:pt idx="1973">
                  <c:v>12-11-2007</c:v>
                </c:pt>
                <c:pt idx="1974">
                  <c:v>13-11-2007</c:v>
                </c:pt>
                <c:pt idx="1975">
                  <c:v>14-11-2007</c:v>
                </c:pt>
                <c:pt idx="1976">
                  <c:v>15-11-2007</c:v>
                </c:pt>
                <c:pt idx="1977">
                  <c:v>16-11-2007</c:v>
                </c:pt>
                <c:pt idx="1978">
                  <c:v>19-11-2007</c:v>
                </c:pt>
                <c:pt idx="1979">
                  <c:v>20-11-2007</c:v>
                </c:pt>
                <c:pt idx="1980">
                  <c:v>21-11-2007</c:v>
                </c:pt>
                <c:pt idx="1981">
                  <c:v>22-11-2007</c:v>
                </c:pt>
                <c:pt idx="1982">
                  <c:v>23-11-2007</c:v>
                </c:pt>
                <c:pt idx="1983">
                  <c:v>26-11-2007</c:v>
                </c:pt>
                <c:pt idx="1984">
                  <c:v>27-11-2007</c:v>
                </c:pt>
                <c:pt idx="1985">
                  <c:v>28-11-2007</c:v>
                </c:pt>
                <c:pt idx="1986">
                  <c:v>29-11-2007</c:v>
                </c:pt>
                <c:pt idx="1987">
                  <c:v>30-11-2007</c:v>
                </c:pt>
                <c:pt idx="1988">
                  <c:v>03-12-2007</c:v>
                </c:pt>
                <c:pt idx="1989">
                  <c:v>04-12-2007</c:v>
                </c:pt>
                <c:pt idx="1990">
                  <c:v>05-12-2007</c:v>
                </c:pt>
                <c:pt idx="1991">
                  <c:v>06-12-2007</c:v>
                </c:pt>
                <c:pt idx="1992">
                  <c:v>07-12-2007</c:v>
                </c:pt>
                <c:pt idx="1993">
                  <c:v>10-12-2007</c:v>
                </c:pt>
                <c:pt idx="1994">
                  <c:v>11-12-2007</c:v>
                </c:pt>
                <c:pt idx="1995">
                  <c:v>12-12-2007</c:v>
                </c:pt>
                <c:pt idx="1996">
                  <c:v>13-12-2007</c:v>
                </c:pt>
                <c:pt idx="1997">
                  <c:v>14-12-2007</c:v>
                </c:pt>
                <c:pt idx="1998">
                  <c:v>17-12-2007</c:v>
                </c:pt>
                <c:pt idx="1999">
                  <c:v>18-12-2007</c:v>
                </c:pt>
                <c:pt idx="2000">
                  <c:v>19-12-2007</c:v>
                </c:pt>
                <c:pt idx="2001">
                  <c:v>20-12-2007</c:v>
                </c:pt>
                <c:pt idx="2002">
                  <c:v>24-12-2007</c:v>
                </c:pt>
                <c:pt idx="2003">
                  <c:v>26-12-2007</c:v>
                </c:pt>
                <c:pt idx="2004">
                  <c:v>27-12-2007</c:v>
                </c:pt>
                <c:pt idx="2005">
                  <c:v>28-12-2007</c:v>
                </c:pt>
                <c:pt idx="2006">
                  <c:v>31-12-2007</c:v>
                </c:pt>
                <c:pt idx="2007">
                  <c:v>01-01-2008</c:v>
                </c:pt>
                <c:pt idx="2008">
                  <c:v>02-01-2008</c:v>
                </c:pt>
                <c:pt idx="2009">
                  <c:v>03-01-2008</c:v>
                </c:pt>
                <c:pt idx="2010">
                  <c:v>04-01-2008</c:v>
                </c:pt>
                <c:pt idx="2011">
                  <c:v>07-01-2008</c:v>
                </c:pt>
                <c:pt idx="2012">
                  <c:v>08-01-2008</c:v>
                </c:pt>
                <c:pt idx="2013">
                  <c:v>09-01-2008</c:v>
                </c:pt>
                <c:pt idx="2014">
                  <c:v>10-01-2008</c:v>
                </c:pt>
                <c:pt idx="2015">
                  <c:v>11-01-2008</c:v>
                </c:pt>
                <c:pt idx="2016">
                  <c:v>14-01-2008</c:v>
                </c:pt>
                <c:pt idx="2017">
                  <c:v>15-01-2008</c:v>
                </c:pt>
                <c:pt idx="2018">
                  <c:v>16-01-2008</c:v>
                </c:pt>
                <c:pt idx="2019">
                  <c:v>17-01-2008</c:v>
                </c:pt>
                <c:pt idx="2020">
                  <c:v>18-01-2008</c:v>
                </c:pt>
                <c:pt idx="2021">
                  <c:v>21-01-2008</c:v>
                </c:pt>
                <c:pt idx="2022">
                  <c:v>22-01-2008</c:v>
                </c:pt>
                <c:pt idx="2023">
                  <c:v>23-01-2008</c:v>
                </c:pt>
                <c:pt idx="2024">
                  <c:v>24-01-2008</c:v>
                </c:pt>
                <c:pt idx="2025">
                  <c:v>25-01-2008</c:v>
                </c:pt>
                <c:pt idx="2026">
                  <c:v>28-01-2008</c:v>
                </c:pt>
                <c:pt idx="2027">
                  <c:v>29-01-2008</c:v>
                </c:pt>
                <c:pt idx="2028">
                  <c:v>30-01-2008</c:v>
                </c:pt>
                <c:pt idx="2029">
                  <c:v>31-01-2008</c:v>
                </c:pt>
                <c:pt idx="2030">
                  <c:v>01-02-2008</c:v>
                </c:pt>
                <c:pt idx="2031">
                  <c:v>04-02-2008</c:v>
                </c:pt>
                <c:pt idx="2032">
                  <c:v>05-02-2008</c:v>
                </c:pt>
                <c:pt idx="2033">
                  <c:v>06-02-2008</c:v>
                </c:pt>
                <c:pt idx="2034">
                  <c:v>07-02-2008</c:v>
                </c:pt>
                <c:pt idx="2035">
                  <c:v>08-02-2008</c:v>
                </c:pt>
                <c:pt idx="2036">
                  <c:v>11-02-2008</c:v>
                </c:pt>
                <c:pt idx="2037">
                  <c:v>12-02-2008</c:v>
                </c:pt>
                <c:pt idx="2038">
                  <c:v>13-02-2008</c:v>
                </c:pt>
                <c:pt idx="2039">
                  <c:v>14-02-2008</c:v>
                </c:pt>
                <c:pt idx="2040">
                  <c:v>15-02-2008</c:v>
                </c:pt>
                <c:pt idx="2041">
                  <c:v>18-02-2008</c:v>
                </c:pt>
                <c:pt idx="2042">
                  <c:v>19-02-2008</c:v>
                </c:pt>
                <c:pt idx="2043">
                  <c:v>20-02-2008</c:v>
                </c:pt>
                <c:pt idx="2044">
                  <c:v>21-02-2008</c:v>
                </c:pt>
                <c:pt idx="2045">
                  <c:v>22-02-2008</c:v>
                </c:pt>
                <c:pt idx="2046">
                  <c:v>25-02-2008</c:v>
                </c:pt>
                <c:pt idx="2047">
                  <c:v>26-02-2008</c:v>
                </c:pt>
                <c:pt idx="2048">
                  <c:v>27-02-2008</c:v>
                </c:pt>
                <c:pt idx="2049">
                  <c:v>28-02-2008</c:v>
                </c:pt>
                <c:pt idx="2050">
                  <c:v>29-02-2008</c:v>
                </c:pt>
                <c:pt idx="2051">
                  <c:v>03-03-2008</c:v>
                </c:pt>
                <c:pt idx="2052">
                  <c:v>04-03-2008</c:v>
                </c:pt>
                <c:pt idx="2053">
                  <c:v>05-03-2008</c:v>
                </c:pt>
                <c:pt idx="2054">
                  <c:v>07-03-2008</c:v>
                </c:pt>
                <c:pt idx="2055">
                  <c:v>10-03-2008</c:v>
                </c:pt>
                <c:pt idx="2056">
                  <c:v>11-03-2008</c:v>
                </c:pt>
                <c:pt idx="2057">
                  <c:v>12-03-2008</c:v>
                </c:pt>
                <c:pt idx="2058">
                  <c:v>13-03-2008</c:v>
                </c:pt>
                <c:pt idx="2059">
                  <c:v>14-03-2008</c:v>
                </c:pt>
                <c:pt idx="2060">
                  <c:v>17-03-2008</c:v>
                </c:pt>
                <c:pt idx="2061">
                  <c:v>18-03-2008</c:v>
                </c:pt>
                <c:pt idx="2062">
                  <c:v>19-03-2008</c:v>
                </c:pt>
                <c:pt idx="2063">
                  <c:v>24-03-2008</c:v>
                </c:pt>
                <c:pt idx="2064">
                  <c:v>25-03-2008</c:v>
                </c:pt>
                <c:pt idx="2065">
                  <c:v>26-03-2008</c:v>
                </c:pt>
                <c:pt idx="2066">
                  <c:v>27-03-2008</c:v>
                </c:pt>
                <c:pt idx="2067">
                  <c:v>28-03-2008</c:v>
                </c:pt>
                <c:pt idx="2068">
                  <c:v>31-03-2008</c:v>
                </c:pt>
                <c:pt idx="2069">
                  <c:v>01-04-2008</c:v>
                </c:pt>
                <c:pt idx="2070">
                  <c:v>02-04-2008</c:v>
                </c:pt>
                <c:pt idx="2071">
                  <c:v>03-04-2008</c:v>
                </c:pt>
                <c:pt idx="2072">
                  <c:v>04-04-2008</c:v>
                </c:pt>
                <c:pt idx="2073">
                  <c:v>07-04-2008</c:v>
                </c:pt>
                <c:pt idx="2074">
                  <c:v>08-04-2008</c:v>
                </c:pt>
                <c:pt idx="2075">
                  <c:v>09-04-2008</c:v>
                </c:pt>
                <c:pt idx="2076">
                  <c:v>10-04-2008</c:v>
                </c:pt>
                <c:pt idx="2077">
                  <c:v>11-04-2008</c:v>
                </c:pt>
                <c:pt idx="2078">
                  <c:v>15-04-2008</c:v>
                </c:pt>
                <c:pt idx="2079">
                  <c:v>16-04-2008</c:v>
                </c:pt>
                <c:pt idx="2080">
                  <c:v>17-04-2008</c:v>
                </c:pt>
                <c:pt idx="2081">
                  <c:v>21-04-2008</c:v>
                </c:pt>
                <c:pt idx="2082">
                  <c:v>22-04-2008</c:v>
                </c:pt>
                <c:pt idx="2083">
                  <c:v>23-04-2008</c:v>
                </c:pt>
                <c:pt idx="2084">
                  <c:v>24-04-2008</c:v>
                </c:pt>
                <c:pt idx="2085">
                  <c:v>25-04-2008</c:v>
                </c:pt>
                <c:pt idx="2086">
                  <c:v>28-04-2008</c:v>
                </c:pt>
                <c:pt idx="2087">
                  <c:v>29-04-2008</c:v>
                </c:pt>
                <c:pt idx="2088">
                  <c:v>30-04-2008</c:v>
                </c:pt>
                <c:pt idx="2089">
                  <c:v>02-05-2008</c:v>
                </c:pt>
                <c:pt idx="2090">
                  <c:v>05-05-2008</c:v>
                </c:pt>
                <c:pt idx="2091">
                  <c:v>06-05-2008</c:v>
                </c:pt>
                <c:pt idx="2092">
                  <c:v>07-05-2008</c:v>
                </c:pt>
                <c:pt idx="2093">
                  <c:v>08-05-2008</c:v>
                </c:pt>
                <c:pt idx="2094">
                  <c:v>09-05-2008</c:v>
                </c:pt>
                <c:pt idx="2095">
                  <c:v>12-05-2008</c:v>
                </c:pt>
                <c:pt idx="2096">
                  <c:v>13-05-2008</c:v>
                </c:pt>
                <c:pt idx="2097">
                  <c:v>14-05-2008</c:v>
                </c:pt>
                <c:pt idx="2098">
                  <c:v>15-05-2008</c:v>
                </c:pt>
                <c:pt idx="2099">
                  <c:v>16-05-2008</c:v>
                </c:pt>
                <c:pt idx="2100">
                  <c:v>20-05-2008</c:v>
                </c:pt>
                <c:pt idx="2101">
                  <c:v>21-05-2008</c:v>
                </c:pt>
                <c:pt idx="2102">
                  <c:v>22-05-2008</c:v>
                </c:pt>
                <c:pt idx="2103">
                  <c:v>23-05-2008</c:v>
                </c:pt>
                <c:pt idx="2104">
                  <c:v>26-05-2008</c:v>
                </c:pt>
                <c:pt idx="2105">
                  <c:v>27-05-2008</c:v>
                </c:pt>
                <c:pt idx="2106">
                  <c:v>28-05-2008</c:v>
                </c:pt>
                <c:pt idx="2107">
                  <c:v>29-05-2008</c:v>
                </c:pt>
                <c:pt idx="2108">
                  <c:v>30-05-2008</c:v>
                </c:pt>
                <c:pt idx="2109">
                  <c:v>02-06-2008</c:v>
                </c:pt>
                <c:pt idx="2110">
                  <c:v>03-06-2008</c:v>
                </c:pt>
                <c:pt idx="2111">
                  <c:v>04-06-2008</c:v>
                </c:pt>
                <c:pt idx="2112">
                  <c:v>05-06-2008</c:v>
                </c:pt>
                <c:pt idx="2113">
                  <c:v>06-06-2008</c:v>
                </c:pt>
                <c:pt idx="2114">
                  <c:v>09-06-2008</c:v>
                </c:pt>
                <c:pt idx="2115">
                  <c:v>10-06-2008</c:v>
                </c:pt>
                <c:pt idx="2116">
                  <c:v>11-06-2008</c:v>
                </c:pt>
                <c:pt idx="2117">
                  <c:v>12-06-2008</c:v>
                </c:pt>
                <c:pt idx="2118">
                  <c:v>13-06-2008</c:v>
                </c:pt>
                <c:pt idx="2119">
                  <c:v>16-06-2008</c:v>
                </c:pt>
                <c:pt idx="2120">
                  <c:v>17-06-2008</c:v>
                </c:pt>
                <c:pt idx="2121">
                  <c:v>18-06-2008</c:v>
                </c:pt>
                <c:pt idx="2122">
                  <c:v>19-06-2008</c:v>
                </c:pt>
                <c:pt idx="2123">
                  <c:v>20-06-2008</c:v>
                </c:pt>
                <c:pt idx="2124">
                  <c:v>23-06-2008</c:v>
                </c:pt>
                <c:pt idx="2125">
                  <c:v>24-06-2008</c:v>
                </c:pt>
                <c:pt idx="2126">
                  <c:v>25-06-2008</c:v>
                </c:pt>
                <c:pt idx="2127">
                  <c:v>26-06-2008</c:v>
                </c:pt>
                <c:pt idx="2128">
                  <c:v>27-06-2008</c:v>
                </c:pt>
                <c:pt idx="2129">
                  <c:v>30-06-2008</c:v>
                </c:pt>
                <c:pt idx="2130">
                  <c:v>01-07-2008</c:v>
                </c:pt>
                <c:pt idx="2131">
                  <c:v>02-07-2008</c:v>
                </c:pt>
                <c:pt idx="2132">
                  <c:v>03-07-2008</c:v>
                </c:pt>
                <c:pt idx="2133">
                  <c:v>04-07-2008</c:v>
                </c:pt>
                <c:pt idx="2134">
                  <c:v>07-07-2008</c:v>
                </c:pt>
                <c:pt idx="2135">
                  <c:v>08-07-2008</c:v>
                </c:pt>
                <c:pt idx="2136">
                  <c:v>09-07-2008</c:v>
                </c:pt>
                <c:pt idx="2137">
                  <c:v>10-07-2008</c:v>
                </c:pt>
                <c:pt idx="2138">
                  <c:v>11-07-2008</c:v>
                </c:pt>
                <c:pt idx="2139">
                  <c:v>14-07-2008</c:v>
                </c:pt>
                <c:pt idx="2140">
                  <c:v>15-07-2008</c:v>
                </c:pt>
                <c:pt idx="2141">
                  <c:v>16-07-2008</c:v>
                </c:pt>
                <c:pt idx="2142">
                  <c:v>17-07-2008</c:v>
                </c:pt>
                <c:pt idx="2143">
                  <c:v>18-07-2008</c:v>
                </c:pt>
                <c:pt idx="2144">
                  <c:v>21-07-2008</c:v>
                </c:pt>
                <c:pt idx="2145">
                  <c:v>22-07-2008</c:v>
                </c:pt>
                <c:pt idx="2146">
                  <c:v>23-07-2008</c:v>
                </c:pt>
                <c:pt idx="2147">
                  <c:v>24-07-2008</c:v>
                </c:pt>
                <c:pt idx="2148">
                  <c:v>25-07-2008</c:v>
                </c:pt>
                <c:pt idx="2149">
                  <c:v>28-07-2008</c:v>
                </c:pt>
                <c:pt idx="2150">
                  <c:v>29-07-2008</c:v>
                </c:pt>
                <c:pt idx="2151">
                  <c:v>30-07-2008</c:v>
                </c:pt>
                <c:pt idx="2152">
                  <c:v>31-07-2008</c:v>
                </c:pt>
                <c:pt idx="2153">
                  <c:v>01-08-2008</c:v>
                </c:pt>
                <c:pt idx="2154">
                  <c:v>04-08-2008</c:v>
                </c:pt>
                <c:pt idx="2155">
                  <c:v>05-08-2008</c:v>
                </c:pt>
                <c:pt idx="2156">
                  <c:v>06-08-2008</c:v>
                </c:pt>
                <c:pt idx="2157">
                  <c:v>07-08-2008</c:v>
                </c:pt>
                <c:pt idx="2158">
                  <c:v>08-08-2008</c:v>
                </c:pt>
                <c:pt idx="2159">
                  <c:v>11-08-2008</c:v>
                </c:pt>
                <c:pt idx="2160">
                  <c:v>12-08-2008</c:v>
                </c:pt>
                <c:pt idx="2161">
                  <c:v>13-08-2008</c:v>
                </c:pt>
                <c:pt idx="2162">
                  <c:v>14-08-2008</c:v>
                </c:pt>
                <c:pt idx="2163">
                  <c:v>18-08-2008</c:v>
                </c:pt>
                <c:pt idx="2164">
                  <c:v>19-08-2008</c:v>
                </c:pt>
                <c:pt idx="2165">
                  <c:v>20-08-2008</c:v>
                </c:pt>
                <c:pt idx="2166">
                  <c:v>21-08-2008</c:v>
                </c:pt>
                <c:pt idx="2167">
                  <c:v>22-08-2008</c:v>
                </c:pt>
                <c:pt idx="2168">
                  <c:v>25-08-2008</c:v>
                </c:pt>
                <c:pt idx="2169">
                  <c:v>26-08-2008</c:v>
                </c:pt>
                <c:pt idx="2170">
                  <c:v>27-08-2008</c:v>
                </c:pt>
                <c:pt idx="2171">
                  <c:v>28-08-2008</c:v>
                </c:pt>
                <c:pt idx="2172">
                  <c:v>29-08-2008</c:v>
                </c:pt>
                <c:pt idx="2173">
                  <c:v>01-09-2008</c:v>
                </c:pt>
                <c:pt idx="2174">
                  <c:v>02-09-2008</c:v>
                </c:pt>
                <c:pt idx="2175">
                  <c:v>04-09-2008</c:v>
                </c:pt>
                <c:pt idx="2176">
                  <c:v>05-09-2008</c:v>
                </c:pt>
                <c:pt idx="2177">
                  <c:v>08-09-2008</c:v>
                </c:pt>
                <c:pt idx="2178">
                  <c:v>09-09-2008</c:v>
                </c:pt>
                <c:pt idx="2179">
                  <c:v>10-09-2008</c:v>
                </c:pt>
                <c:pt idx="2180">
                  <c:v>11-09-2008</c:v>
                </c:pt>
                <c:pt idx="2181">
                  <c:v>12-09-2008</c:v>
                </c:pt>
                <c:pt idx="2182">
                  <c:v>15-09-2008</c:v>
                </c:pt>
                <c:pt idx="2183">
                  <c:v>16-09-2008</c:v>
                </c:pt>
                <c:pt idx="2184">
                  <c:v>17-09-2008</c:v>
                </c:pt>
                <c:pt idx="2185">
                  <c:v>18-09-2008</c:v>
                </c:pt>
                <c:pt idx="2186">
                  <c:v>19-09-2008</c:v>
                </c:pt>
                <c:pt idx="2187">
                  <c:v>22-09-2008</c:v>
                </c:pt>
                <c:pt idx="2188">
                  <c:v>23-09-2008</c:v>
                </c:pt>
                <c:pt idx="2189">
                  <c:v>24-09-2008</c:v>
                </c:pt>
                <c:pt idx="2190">
                  <c:v>25-09-2008</c:v>
                </c:pt>
                <c:pt idx="2191">
                  <c:v>26-09-2008</c:v>
                </c:pt>
                <c:pt idx="2192">
                  <c:v>29-09-2008</c:v>
                </c:pt>
                <c:pt idx="2193">
                  <c:v>30-09-2008</c:v>
                </c:pt>
                <c:pt idx="2194">
                  <c:v>01-10-2008</c:v>
                </c:pt>
                <c:pt idx="2195">
                  <c:v>03-10-2008</c:v>
                </c:pt>
                <c:pt idx="2196">
                  <c:v>06-10-2008</c:v>
                </c:pt>
                <c:pt idx="2197">
                  <c:v>07-10-2008</c:v>
                </c:pt>
                <c:pt idx="2198">
                  <c:v>08-10-2008</c:v>
                </c:pt>
                <c:pt idx="2199">
                  <c:v>10-10-2008</c:v>
                </c:pt>
                <c:pt idx="2200">
                  <c:v>13-10-2008</c:v>
                </c:pt>
                <c:pt idx="2201">
                  <c:v>14-10-2008</c:v>
                </c:pt>
                <c:pt idx="2202">
                  <c:v>15-10-2008</c:v>
                </c:pt>
                <c:pt idx="2203">
                  <c:v>16-10-2008</c:v>
                </c:pt>
                <c:pt idx="2204">
                  <c:v>17-10-2008</c:v>
                </c:pt>
                <c:pt idx="2205">
                  <c:v>20-10-2008</c:v>
                </c:pt>
                <c:pt idx="2206">
                  <c:v>21-10-2008</c:v>
                </c:pt>
                <c:pt idx="2207">
                  <c:v>22-10-2008</c:v>
                </c:pt>
                <c:pt idx="2208">
                  <c:v>23-10-2008</c:v>
                </c:pt>
                <c:pt idx="2209">
                  <c:v>24-10-2008</c:v>
                </c:pt>
                <c:pt idx="2210">
                  <c:v>27-10-2008</c:v>
                </c:pt>
                <c:pt idx="2211">
                  <c:v>28-10-2008</c:v>
                </c:pt>
                <c:pt idx="2212">
                  <c:v>29-10-2008</c:v>
                </c:pt>
                <c:pt idx="2213">
                  <c:v>31-10-2008</c:v>
                </c:pt>
                <c:pt idx="2214">
                  <c:v>03-11-2008</c:v>
                </c:pt>
                <c:pt idx="2215">
                  <c:v>04-11-2008</c:v>
                </c:pt>
                <c:pt idx="2216">
                  <c:v>05-11-2008</c:v>
                </c:pt>
                <c:pt idx="2217">
                  <c:v>06-11-2008</c:v>
                </c:pt>
                <c:pt idx="2218">
                  <c:v>07-11-2008</c:v>
                </c:pt>
                <c:pt idx="2219">
                  <c:v>10-11-2008</c:v>
                </c:pt>
                <c:pt idx="2220">
                  <c:v>11-11-2008</c:v>
                </c:pt>
                <c:pt idx="2221">
                  <c:v>12-11-2008</c:v>
                </c:pt>
                <c:pt idx="2222">
                  <c:v>14-11-2008</c:v>
                </c:pt>
                <c:pt idx="2223">
                  <c:v>17-11-2008</c:v>
                </c:pt>
                <c:pt idx="2224">
                  <c:v>18-11-2008</c:v>
                </c:pt>
                <c:pt idx="2225">
                  <c:v>19-11-2008</c:v>
                </c:pt>
                <c:pt idx="2226">
                  <c:v>20-11-2008</c:v>
                </c:pt>
                <c:pt idx="2227">
                  <c:v>21-11-2008</c:v>
                </c:pt>
                <c:pt idx="2228">
                  <c:v>24-11-2008</c:v>
                </c:pt>
                <c:pt idx="2229">
                  <c:v>25-11-2008</c:v>
                </c:pt>
                <c:pt idx="2230">
                  <c:v>26-11-2008</c:v>
                </c:pt>
                <c:pt idx="2231">
                  <c:v>28-11-2008</c:v>
                </c:pt>
                <c:pt idx="2232">
                  <c:v>01-12-2008</c:v>
                </c:pt>
                <c:pt idx="2233">
                  <c:v>02-12-2008</c:v>
                </c:pt>
                <c:pt idx="2234">
                  <c:v>03-12-2008</c:v>
                </c:pt>
                <c:pt idx="2235">
                  <c:v>04-12-2008</c:v>
                </c:pt>
                <c:pt idx="2236">
                  <c:v>05-12-2008</c:v>
                </c:pt>
                <c:pt idx="2237">
                  <c:v>08-12-2008</c:v>
                </c:pt>
                <c:pt idx="2238">
                  <c:v>10-12-2008</c:v>
                </c:pt>
                <c:pt idx="2239">
                  <c:v>11-12-2008</c:v>
                </c:pt>
                <c:pt idx="2240">
                  <c:v>12-12-2008</c:v>
                </c:pt>
                <c:pt idx="2241">
                  <c:v>15-12-2008</c:v>
                </c:pt>
                <c:pt idx="2242">
                  <c:v>16-12-2008</c:v>
                </c:pt>
                <c:pt idx="2243">
                  <c:v>17-12-2008</c:v>
                </c:pt>
                <c:pt idx="2244">
                  <c:v>18-12-2008</c:v>
                </c:pt>
                <c:pt idx="2245">
                  <c:v>19-12-2008</c:v>
                </c:pt>
                <c:pt idx="2246">
                  <c:v>22-12-2008</c:v>
                </c:pt>
                <c:pt idx="2247">
                  <c:v>23-12-2008</c:v>
                </c:pt>
                <c:pt idx="2248">
                  <c:v>24-12-2008</c:v>
                </c:pt>
                <c:pt idx="2249">
                  <c:v>26-12-2008</c:v>
                </c:pt>
                <c:pt idx="2250">
                  <c:v>29-12-2008</c:v>
                </c:pt>
                <c:pt idx="2251">
                  <c:v>30-12-2008</c:v>
                </c:pt>
                <c:pt idx="2252">
                  <c:v>31-12-2008</c:v>
                </c:pt>
                <c:pt idx="2253">
                  <c:v>01-01-2009</c:v>
                </c:pt>
                <c:pt idx="2254">
                  <c:v>02-01-2009</c:v>
                </c:pt>
                <c:pt idx="2255">
                  <c:v>05-01-2009</c:v>
                </c:pt>
                <c:pt idx="2256">
                  <c:v>06-01-2009</c:v>
                </c:pt>
                <c:pt idx="2257">
                  <c:v>07-01-2009</c:v>
                </c:pt>
                <c:pt idx="2258">
                  <c:v>09-01-2009</c:v>
                </c:pt>
                <c:pt idx="2259">
                  <c:v>12-01-2009</c:v>
                </c:pt>
                <c:pt idx="2260">
                  <c:v>13-01-2009</c:v>
                </c:pt>
                <c:pt idx="2261">
                  <c:v>14-01-2009</c:v>
                </c:pt>
                <c:pt idx="2262">
                  <c:v>15-01-2009</c:v>
                </c:pt>
                <c:pt idx="2263">
                  <c:v>16-01-2009</c:v>
                </c:pt>
                <c:pt idx="2264">
                  <c:v>19-01-2009</c:v>
                </c:pt>
                <c:pt idx="2265">
                  <c:v>20-01-2009</c:v>
                </c:pt>
                <c:pt idx="2266">
                  <c:v>21-01-2009</c:v>
                </c:pt>
                <c:pt idx="2267">
                  <c:v>22-01-2009</c:v>
                </c:pt>
                <c:pt idx="2268">
                  <c:v>23-01-2009</c:v>
                </c:pt>
                <c:pt idx="2269">
                  <c:v>27-01-2009</c:v>
                </c:pt>
                <c:pt idx="2270">
                  <c:v>28-01-2009</c:v>
                </c:pt>
                <c:pt idx="2271">
                  <c:v>29-01-2009</c:v>
                </c:pt>
                <c:pt idx="2272">
                  <c:v>30-01-2009</c:v>
                </c:pt>
                <c:pt idx="2273">
                  <c:v>02-02-2009</c:v>
                </c:pt>
                <c:pt idx="2274">
                  <c:v>03-02-2009</c:v>
                </c:pt>
                <c:pt idx="2275">
                  <c:v>04-02-2009</c:v>
                </c:pt>
                <c:pt idx="2276">
                  <c:v>05-02-2009</c:v>
                </c:pt>
                <c:pt idx="2277">
                  <c:v>06-02-2009</c:v>
                </c:pt>
                <c:pt idx="2278">
                  <c:v>09-02-2009</c:v>
                </c:pt>
                <c:pt idx="2279">
                  <c:v>10-02-2009</c:v>
                </c:pt>
                <c:pt idx="2280">
                  <c:v>11-02-2009</c:v>
                </c:pt>
                <c:pt idx="2281">
                  <c:v>12-02-2009</c:v>
                </c:pt>
                <c:pt idx="2282">
                  <c:v>13-02-2009</c:v>
                </c:pt>
                <c:pt idx="2283">
                  <c:v>16-02-2009</c:v>
                </c:pt>
                <c:pt idx="2284">
                  <c:v>17-02-2009</c:v>
                </c:pt>
                <c:pt idx="2285">
                  <c:v>18-02-2009</c:v>
                </c:pt>
                <c:pt idx="2286">
                  <c:v>19-02-2009</c:v>
                </c:pt>
                <c:pt idx="2287">
                  <c:v>20-02-2009</c:v>
                </c:pt>
                <c:pt idx="2288">
                  <c:v>24-02-2009</c:v>
                </c:pt>
                <c:pt idx="2289">
                  <c:v>25-02-2009</c:v>
                </c:pt>
                <c:pt idx="2290">
                  <c:v>26-02-2009</c:v>
                </c:pt>
                <c:pt idx="2291">
                  <c:v>27-02-2009</c:v>
                </c:pt>
                <c:pt idx="2292">
                  <c:v>02-03-2009</c:v>
                </c:pt>
                <c:pt idx="2293">
                  <c:v>03-03-2009</c:v>
                </c:pt>
                <c:pt idx="2294">
                  <c:v>04-03-2009</c:v>
                </c:pt>
                <c:pt idx="2295">
                  <c:v>05-03-2009</c:v>
                </c:pt>
                <c:pt idx="2296">
                  <c:v>06-03-2009</c:v>
                </c:pt>
                <c:pt idx="2297">
                  <c:v>09-03-2009</c:v>
                </c:pt>
                <c:pt idx="2298">
                  <c:v>12-03-2009</c:v>
                </c:pt>
                <c:pt idx="2299">
                  <c:v>13-03-2009</c:v>
                </c:pt>
                <c:pt idx="2300">
                  <c:v>16-03-2009</c:v>
                </c:pt>
                <c:pt idx="2301">
                  <c:v>17-03-2009</c:v>
                </c:pt>
                <c:pt idx="2302">
                  <c:v>18-03-2009</c:v>
                </c:pt>
                <c:pt idx="2303">
                  <c:v>19-03-2009</c:v>
                </c:pt>
                <c:pt idx="2304">
                  <c:v>20-03-2009</c:v>
                </c:pt>
                <c:pt idx="2305">
                  <c:v>23-03-2009</c:v>
                </c:pt>
                <c:pt idx="2306">
                  <c:v>24-03-2009</c:v>
                </c:pt>
                <c:pt idx="2307">
                  <c:v>25-03-2009</c:v>
                </c:pt>
                <c:pt idx="2308">
                  <c:v>26-03-2009</c:v>
                </c:pt>
                <c:pt idx="2309">
                  <c:v>27-03-2009</c:v>
                </c:pt>
                <c:pt idx="2310">
                  <c:v>30-03-2009</c:v>
                </c:pt>
                <c:pt idx="2311">
                  <c:v>31-03-2009</c:v>
                </c:pt>
                <c:pt idx="2312">
                  <c:v>01-04-2009</c:v>
                </c:pt>
                <c:pt idx="2313">
                  <c:v>02-04-2009</c:v>
                </c:pt>
                <c:pt idx="2314">
                  <c:v>06-04-2009</c:v>
                </c:pt>
                <c:pt idx="2315">
                  <c:v>08-04-2009</c:v>
                </c:pt>
                <c:pt idx="2316">
                  <c:v>09-04-2009</c:v>
                </c:pt>
                <c:pt idx="2317">
                  <c:v>13-04-2009</c:v>
                </c:pt>
                <c:pt idx="2318">
                  <c:v>15-04-2009</c:v>
                </c:pt>
                <c:pt idx="2319">
                  <c:v>16-04-2009</c:v>
                </c:pt>
                <c:pt idx="2320">
                  <c:v>17-04-2009</c:v>
                </c:pt>
                <c:pt idx="2321">
                  <c:v>20-04-2009</c:v>
                </c:pt>
                <c:pt idx="2322">
                  <c:v>21-04-2009</c:v>
                </c:pt>
                <c:pt idx="2323">
                  <c:v>22-04-2009</c:v>
                </c:pt>
                <c:pt idx="2324">
                  <c:v>23-04-2009</c:v>
                </c:pt>
                <c:pt idx="2325">
                  <c:v>24-04-2009</c:v>
                </c:pt>
                <c:pt idx="2326">
                  <c:v>27-04-2009</c:v>
                </c:pt>
                <c:pt idx="2327">
                  <c:v>28-04-2009</c:v>
                </c:pt>
                <c:pt idx="2328">
                  <c:v>29-04-2009</c:v>
                </c:pt>
                <c:pt idx="2329">
                  <c:v>04-05-2009</c:v>
                </c:pt>
                <c:pt idx="2330">
                  <c:v>05-05-2009</c:v>
                </c:pt>
                <c:pt idx="2331">
                  <c:v>06-05-2009</c:v>
                </c:pt>
                <c:pt idx="2332">
                  <c:v>07-05-2009</c:v>
                </c:pt>
                <c:pt idx="2333">
                  <c:v>08-05-2009</c:v>
                </c:pt>
                <c:pt idx="2334">
                  <c:v>11-05-2009</c:v>
                </c:pt>
                <c:pt idx="2335">
                  <c:v>12-05-2009</c:v>
                </c:pt>
                <c:pt idx="2336">
                  <c:v>13-05-2009</c:v>
                </c:pt>
                <c:pt idx="2337">
                  <c:v>14-05-2009</c:v>
                </c:pt>
                <c:pt idx="2338">
                  <c:v>15-05-2009</c:v>
                </c:pt>
                <c:pt idx="2339">
                  <c:v>18-05-2009</c:v>
                </c:pt>
                <c:pt idx="2340">
                  <c:v>19-05-2009</c:v>
                </c:pt>
                <c:pt idx="2341">
                  <c:v>20-05-2009</c:v>
                </c:pt>
                <c:pt idx="2342">
                  <c:v>21-05-2009</c:v>
                </c:pt>
                <c:pt idx="2343">
                  <c:v>22-05-2009</c:v>
                </c:pt>
                <c:pt idx="2344">
                  <c:v>25-05-2009</c:v>
                </c:pt>
                <c:pt idx="2345">
                  <c:v>26-05-2009</c:v>
                </c:pt>
                <c:pt idx="2346">
                  <c:v>27-05-2009</c:v>
                </c:pt>
                <c:pt idx="2347">
                  <c:v>28-05-2009</c:v>
                </c:pt>
                <c:pt idx="2348">
                  <c:v>29-05-2009</c:v>
                </c:pt>
                <c:pt idx="2349">
                  <c:v>01-06-2009</c:v>
                </c:pt>
                <c:pt idx="2350">
                  <c:v>02-06-2009</c:v>
                </c:pt>
                <c:pt idx="2351">
                  <c:v>03-06-2009</c:v>
                </c:pt>
                <c:pt idx="2352">
                  <c:v>04-06-2009</c:v>
                </c:pt>
                <c:pt idx="2353">
                  <c:v>05-06-2009</c:v>
                </c:pt>
                <c:pt idx="2354">
                  <c:v>08-06-2009</c:v>
                </c:pt>
                <c:pt idx="2355">
                  <c:v>09-06-2009</c:v>
                </c:pt>
                <c:pt idx="2356">
                  <c:v>10-06-2009</c:v>
                </c:pt>
                <c:pt idx="2357">
                  <c:v>11-06-2009</c:v>
                </c:pt>
                <c:pt idx="2358">
                  <c:v>12-06-2009</c:v>
                </c:pt>
                <c:pt idx="2359">
                  <c:v>15-06-2009</c:v>
                </c:pt>
                <c:pt idx="2360">
                  <c:v>16-06-2009</c:v>
                </c:pt>
                <c:pt idx="2361">
                  <c:v>17-06-2009</c:v>
                </c:pt>
                <c:pt idx="2362">
                  <c:v>18-06-2009</c:v>
                </c:pt>
                <c:pt idx="2363">
                  <c:v>19-06-2009</c:v>
                </c:pt>
                <c:pt idx="2364">
                  <c:v>22-06-2009</c:v>
                </c:pt>
                <c:pt idx="2365">
                  <c:v>23-06-2009</c:v>
                </c:pt>
                <c:pt idx="2366">
                  <c:v>24-06-2009</c:v>
                </c:pt>
                <c:pt idx="2367">
                  <c:v>25-06-2009</c:v>
                </c:pt>
                <c:pt idx="2368">
                  <c:v>26-06-2009</c:v>
                </c:pt>
                <c:pt idx="2369">
                  <c:v>29-06-2009</c:v>
                </c:pt>
                <c:pt idx="2370">
                  <c:v>30-06-2009</c:v>
                </c:pt>
                <c:pt idx="2371">
                  <c:v>01-07-2009</c:v>
                </c:pt>
                <c:pt idx="2372">
                  <c:v>02-07-2009</c:v>
                </c:pt>
                <c:pt idx="2373">
                  <c:v>03-07-2009</c:v>
                </c:pt>
                <c:pt idx="2374">
                  <c:v>06-07-2009</c:v>
                </c:pt>
                <c:pt idx="2375">
                  <c:v>07-07-2009</c:v>
                </c:pt>
                <c:pt idx="2376">
                  <c:v>08-07-2009</c:v>
                </c:pt>
                <c:pt idx="2377">
                  <c:v>09-07-2009</c:v>
                </c:pt>
                <c:pt idx="2378">
                  <c:v>10-07-2009</c:v>
                </c:pt>
                <c:pt idx="2379">
                  <c:v>13-07-2009</c:v>
                </c:pt>
                <c:pt idx="2380">
                  <c:v>14-07-2009</c:v>
                </c:pt>
                <c:pt idx="2381">
                  <c:v>15-07-2009</c:v>
                </c:pt>
                <c:pt idx="2382">
                  <c:v>16-07-2009</c:v>
                </c:pt>
                <c:pt idx="2383">
                  <c:v>17-07-2009</c:v>
                </c:pt>
                <c:pt idx="2384">
                  <c:v>20-07-2009</c:v>
                </c:pt>
                <c:pt idx="2385">
                  <c:v>21-07-2009</c:v>
                </c:pt>
                <c:pt idx="2386">
                  <c:v>22-07-2009</c:v>
                </c:pt>
                <c:pt idx="2387">
                  <c:v>23-07-2009</c:v>
                </c:pt>
                <c:pt idx="2388">
                  <c:v>24-07-2009</c:v>
                </c:pt>
                <c:pt idx="2389">
                  <c:v>27-07-2009</c:v>
                </c:pt>
                <c:pt idx="2390">
                  <c:v>28-07-2009</c:v>
                </c:pt>
                <c:pt idx="2391">
                  <c:v>29-07-2009</c:v>
                </c:pt>
                <c:pt idx="2392">
                  <c:v>30-07-2009</c:v>
                </c:pt>
                <c:pt idx="2393">
                  <c:v>31-07-2009</c:v>
                </c:pt>
                <c:pt idx="2394">
                  <c:v>03-08-2009</c:v>
                </c:pt>
                <c:pt idx="2395">
                  <c:v>04-08-2009</c:v>
                </c:pt>
                <c:pt idx="2396">
                  <c:v>05-08-2009</c:v>
                </c:pt>
                <c:pt idx="2397">
                  <c:v>06-08-2009</c:v>
                </c:pt>
                <c:pt idx="2398">
                  <c:v>07-08-2009</c:v>
                </c:pt>
                <c:pt idx="2399">
                  <c:v>10-08-2009</c:v>
                </c:pt>
                <c:pt idx="2400">
                  <c:v>11-08-2009</c:v>
                </c:pt>
                <c:pt idx="2401">
                  <c:v>12-08-2009</c:v>
                </c:pt>
                <c:pt idx="2402">
                  <c:v>13-08-2009</c:v>
                </c:pt>
                <c:pt idx="2403">
                  <c:v>14-08-2009</c:v>
                </c:pt>
                <c:pt idx="2404">
                  <c:v>17-08-2009</c:v>
                </c:pt>
                <c:pt idx="2405">
                  <c:v>18-08-2009</c:v>
                </c:pt>
                <c:pt idx="2406">
                  <c:v>19-08-2009</c:v>
                </c:pt>
                <c:pt idx="2407">
                  <c:v>20-08-2009</c:v>
                </c:pt>
                <c:pt idx="2408">
                  <c:v>21-08-2009</c:v>
                </c:pt>
                <c:pt idx="2409">
                  <c:v>24-08-2009</c:v>
                </c:pt>
                <c:pt idx="2410">
                  <c:v>25-08-2009</c:v>
                </c:pt>
                <c:pt idx="2411">
                  <c:v>26-08-2009</c:v>
                </c:pt>
                <c:pt idx="2412">
                  <c:v>27-08-2009</c:v>
                </c:pt>
                <c:pt idx="2413">
                  <c:v>28-08-2009</c:v>
                </c:pt>
                <c:pt idx="2414">
                  <c:v>31-08-2009</c:v>
                </c:pt>
                <c:pt idx="2415">
                  <c:v>01-09-2009</c:v>
                </c:pt>
                <c:pt idx="2416">
                  <c:v>02-09-2009</c:v>
                </c:pt>
                <c:pt idx="2417">
                  <c:v>03-09-2009</c:v>
                </c:pt>
                <c:pt idx="2418">
                  <c:v>04-09-2009</c:v>
                </c:pt>
                <c:pt idx="2419">
                  <c:v>07-09-2009</c:v>
                </c:pt>
                <c:pt idx="2420">
                  <c:v>08-09-2009</c:v>
                </c:pt>
                <c:pt idx="2421">
                  <c:v>09-09-2009</c:v>
                </c:pt>
                <c:pt idx="2422">
                  <c:v>10-09-2009</c:v>
                </c:pt>
                <c:pt idx="2423">
                  <c:v>11-09-2009</c:v>
                </c:pt>
                <c:pt idx="2424">
                  <c:v>14-09-2009</c:v>
                </c:pt>
                <c:pt idx="2425">
                  <c:v>15-09-2009</c:v>
                </c:pt>
                <c:pt idx="2426">
                  <c:v>16-09-2009</c:v>
                </c:pt>
                <c:pt idx="2427">
                  <c:v>17-09-2009</c:v>
                </c:pt>
                <c:pt idx="2428">
                  <c:v>18-09-2009</c:v>
                </c:pt>
                <c:pt idx="2429">
                  <c:v>22-09-2009</c:v>
                </c:pt>
                <c:pt idx="2430">
                  <c:v>23-09-2009</c:v>
                </c:pt>
                <c:pt idx="2431">
                  <c:v>24-09-2009</c:v>
                </c:pt>
                <c:pt idx="2432">
                  <c:v>25-09-2009</c:v>
                </c:pt>
                <c:pt idx="2433">
                  <c:v>29-09-2009</c:v>
                </c:pt>
                <c:pt idx="2434">
                  <c:v>30-09-2009</c:v>
                </c:pt>
                <c:pt idx="2435">
                  <c:v>01-10-2009</c:v>
                </c:pt>
                <c:pt idx="2436">
                  <c:v>05-10-2009</c:v>
                </c:pt>
                <c:pt idx="2437">
                  <c:v>06-10-2009</c:v>
                </c:pt>
                <c:pt idx="2438">
                  <c:v>07-10-2009</c:v>
                </c:pt>
                <c:pt idx="2439">
                  <c:v>08-10-2009</c:v>
                </c:pt>
                <c:pt idx="2440">
                  <c:v>09-10-2009</c:v>
                </c:pt>
                <c:pt idx="2441">
                  <c:v>12-10-2009</c:v>
                </c:pt>
                <c:pt idx="2442">
                  <c:v>14-10-2009</c:v>
                </c:pt>
                <c:pt idx="2443">
                  <c:v>15-10-2009</c:v>
                </c:pt>
                <c:pt idx="2444">
                  <c:v>16-10-2009</c:v>
                </c:pt>
                <c:pt idx="2445">
                  <c:v>17-10-2009</c:v>
                </c:pt>
                <c:pt idx="2446">
                  <c:v>20-10-2009</c:v>
                </c:pt>
                <c:pt idx="2447">
                  <c:v>21-10-2009</c:v>
                </c:pt>
                <c:pt idx="2448">
                  <c:v>22-10-2009</c:v>
                </c:pt>
                <c:pt idx="2449">
                  <c:v>23-10-2009</c:v>
                </c:pt>
                <c:pt idx="2450">
                  <c:v>26-10-2009</c:v>
                </c:pt>
                <c:pt idx="2451">
                  <c:v>27-10-2009</c:v>
                </c:pt>
                <c:pt idx="2452">
                  <c:v>28-10-2009</c:v>
                </c:pt>
                <c:pt idx="2453">
                  <c:v>29-10-2009</c:v>
                </c:pt>
                <c:pt idx="2454">
                  <c:v>30-10-2009</c:v>
                </c:pt>
                <c:pt idx="2455">
                  <c:v>03-11-2009</c:v>
                </c:pt>
                <c:pt idx="2456">
                  <c:v>04-11-2009</c:v>
                </c:pt>
                <c:pt idx="2457">
                  <c:v>05-11-2009</c:v>
                </c:pt>
                <c:pt idx="2458">
                  <c:v>06-11-2009</c:v>
                </c:pt>
                <c:pt idx="2459">
                  <c:v>09-11-2009</c:v>
                </c:pt>
                <c:pt idx="2460">
                  <c:v>10-11-2009</c:v>
                </c:pt>
                <c:pt idx="2461">
                  <c:v>11-11-2009</c:v>
                </c:pt>
                <c:pt idx="2462">
                  <c:v>12-11-2009</c:v>
                </c:pt>
                <c:pt idx="2463">
                  <c:v>13-11-2009</c:v>
                </c:pt>
                <c:pt idx="2464">
                  <c:v>16-11-2009</c:v>
                </c:pt>
                <c:pt idx="2465">
                  <c:v>17-11-2009</c:v>
                </c:pt>
                <c:pt idx="2466">
                  <c:v>18-11-2009</c:v>
                </c:pt>
                <c:pt idx="2467">
                  <c:v>19-11-2009</c:v>
                </c:pt>
                <c:pt idx="2468">
                  <c:v>20-11-2009</c:v>
                </c:pt>
                <c:pt idx="2469">
                  <c:v>23-11-2009</c:v>
                </c:pt>
                <c:pt idx="2470">
                  <c:v>24-11-2009</c:v>
                </c:pt>
                <c:pt idx="2471">
                  <c:v>25-11-2009</c:v>
                </c:pt>
                <c:pt idx="2472">
                  <c:v>26-11-2009</c:v>
                </c:pt>
                <c:pt idx="2473">
                  <c:v>27-11-2009</c:v>
                </c:pt>
                <c:pt idx="2474">
                  <c:v>30-11-2009</c:v>
                </c:pt>
                <c:pt idx="2475">
                  <c:v>01-12-2009</c:v>
                </c:pt>
                <c:pt idx="2476">
                  <c:v>02-12-2009</c:v>
                </c:pt>
                <c:pt idx="2477">
                  <c:v>03-12-2009</c:v>
                </c:pt>
                <c:pt idx="2478">
                  <c:v>04-12-2009</c:v>
                </c:pt>
                <c:pt idx="2479">
                  <c:v>07-12-2009</c:v>
                </c:pt>
                <c:pt idx="2480">
                  <c:v>08-12-2009</c:v>
                </c:pt>
                <c:pt idx="2481">
                  <c:v>09-12-2009</c:v>
                </c:pt>
                <c:pt idx="2482">
                  <c:v>10-12-2009</c:v>
                </c:pt>
                <c:pt idx="2483">
                  <c:v>11-12-2009</c:v>
                </c:pt>
                <c:pt idx="2484">
                  <c:v>14-12-2009</c:v>
                </c:pt>
                <c:pt idx="2485">
                  <c:v>15-12-2009</c:v>
                </c:pt>
                <c:pt idx="2486">
                  <c:v>16-12-2009</c:v>
                </c:pt>
                <c:pt idx="2487">
                  <c:v>17-12-2009</c:v>
                </c:pt>
                <c:pt idx="2488">
                  <c:v>18-12-2009</c:v>
                </c:pt>
                <c:pt idx="2489">
                  <c:v>21-12-2009</c:v>
                </c:pt>
                <c:pt idx="2490">
                  <c:v>22-12-2009</c:v>
                </c:pt>
                <c:pt idx="2491">
                  <c:v>23-12-2009</c:v>
                </c:pt>
                <c:pt idx="2492">
                  <c:v>24-12-2009</c:v>
                </c:pt>
                <c:pt idx="2493">
                  <c:v>29-12-2009</c:v>
                </c:pt>
                <c:pt idx="2494">
                  <c:v>30-12-2009</c:v>
                </c:pt>
                <c:pt idx="2495">
                  <c:v>31-12-2009</c:v>
                </c:pt>
                <c:pt idx="2496">
                  <c:v>04-01-2010</c:v>
                </c:pt>
                <c:pt idx="2497">
                  <c:v>05-01-2010</c:v>
                </c:pt>
                <c:pt idx="2498">
                  <c:v>06-01-2010</c:v>
                </c:pt>
                <c:pt idx="2499">
                  <c:v>07-01-2010</c:v>
                </c:pt>
                <c:pt idx="2500">
                  <c:v>08-01-2010</c:v>
                </c:pt>
                <c:pt idx="2501">
                  <c:v>11-01-2010</c:v>
                </c:pt>
                <c:pt idx="2502">
                  <c:v>12-01-2010</c:v>
                </c:pt>
                <c:pt idx="2503">
                  <c:v>13-01-2010</c:v>
                </c:pt>
                <c:pt idx="2504">
                  <c:v>14-01-2010</c:v>
                </c:pt>
                <c:pt idx="2505">
                  <c:v>15-01-2010</c:v>
                </c:pt>
                <c:pt idx="2506">
                  <c:v>18-01-2010</c:v>
                </c:pt>
                <c:pt idx="2507">
                  <c:v>19-01-2010</c:v>
                </c:pt>
                <c:pt idx="2508">
                  <c:v>20-01-2010</c:v>
                </c:pt>
                <c:pt idx="2509">
                  <c:v>21-01-2010</c:v>
                </c:pt>
                <c:pt idx="2510">
                  <c:v>22-01-2010</c:v>
                </c:pt>
                <c:pt idx="2511">
                  <c:v>25-01-2010</c:v>
                </c:pt>
                <c:pt idx="2512">
                  <c:v>27-01-2010</c:v>
                </c:pt>
                <c:pt idx="2513">
                  <c:v>28-01-2010</c:v>
                </c:pt>
                <c:pt idx="2514">
                  <c:v>29-01-2010</c:v>
                </c:pt>
                <c:pt idx="2515">
                  <c:v>01-02-2010</c:v>
                </c:pt>
                <c:pt idx="2516">
                  <c:v>02-02-2010</c:v>
                </c:pt>
                <c:pt idx="2517">
                  <c:v>03-02-2010</c:v>
                </c:pt>
                <c:pt idx="2518">
                  <c:v>04-02-2010</c:v>
                </c:pt>
                <c:pt idx="2519">
                  <c:v>05-02-2010</c:v>
                </c:pt>
                <c:pt idx="2520">
                  <c:v>06-02-2010</c:v>
                </c:pt>
                <c:pt idx="2521">
                  <c:v>08-02-2010</c:v>
                </c:pt>
                <c:pt idx="2522">
                  <c:v>09-02-2010</c:v>
                </c:pt>
                <c:pt idx="2523">
                  <c:v>10-02-2010</c:v>
                </c:pt>
                <c:pt idx="2524">
                  <c:v>11-02-2010</c:v>
                </c:pt>
                <c:pt idx="2525">
                  <c:v>15-02-2010</c:v>
                </c:pt>
                <c:pt idx="2526">
                  <c:v>16-02-2010</c:v>
                </c:pt>
                <c:pt idx="2527">
                  <c:v>17-02-2010</c:v>
                </c:pt>
                <c:pt idx="2528">
                  <c:v>18-02-2010</c:v>
                </c:pt>
                <c:pt idx="2529">
                  <c:v>19-02-2010</c:v>
                </c:pt>
                <c:pt idx="2530">
                  <c:v>22-02-2010</c:v>
                </c:pt>
                <c:pt idx="2531">
                  <c:v>23-02-2010</c:v>
                </c:pt>
                <c:pt idx="2532">
                  <c:v>24-02-2010</c:v>
                </c:pt>
                <c:pt idx="2533">
                  <c:v>25-02-2010</c:v>
                </c:pt>
                <c:pt idx="2534">
                  <c:v>26-02-2010</c:v>
                </c:pt>
                <c:pt idx="2535">
                  <c:v>02-03-2010</c:v>
                </c:pt>
                <c:pt idx="2536">
                  <c:v>03-03-2010</c:v>
                </c:pt>
                <c:pt idx="2537">
                  <c:v>04-03-2010</c:v>
                </c:pt>
                <c:pt idx="2538">
                  <c:v>05-03-2010</c:v>
                </c:pt>
                <c:pt idx="2539">
                  <c:v>08-03-2010</c:v>
                </c:pt>
                <c:pt idx="2540">
                  <c:v>09-03-2010</c:v>
                </c:pt>
                <c:pt idx="2541">
                  <c:v>10-03-2010</c:v>
                </c:pt>
                <c:pt idx="2542">
                  <c:v>11-03-2010</c:v>
                </c:pt>
                <c:pt idx="2543">
                  <c:v>12-03-2010</c:v>
                </c:pt>
                <c:pt idx="2544">
                  <c:v>15-03-2010</c:v>
                </c:pt>
                <c:pt idx="2545">
                  <c:v>16-03-2010</c:v>
                </c:pt>
                <c:pt idx="2546">
                  <c:v>17-03-2010</c:v>
                </c:pt>
                <c:pt idx="2547">
                  <c:v>18-03-2010</c:v>
                </c:pt>
                <c:pt idx="2548">
                  <c:v>19-03-2010</c:v>
                </c:pt>
                <c:pt idx="2549">
                  <c:v>22-03-2010</c:v>
                </c:pt>
                <c:pt idx="2550">
                  <c:v>23-03-2010</c:v>
                </c:pt>
                <c:pt idx="2551">
                  <c:v>25-03-2010</c:v>
                </c:pt>
                <c:pt idx="2552">
                  <c:v>26-03-2010</c:v>
                </c:pt>
                <c:pt idx="2553">
                  <c:v>29-03-2010</c:v>
                </c:pt>
                <c:pt idx="2554">
                  <c:v>30-03-2010</c:v>
                </c:pt>
                <c:pt idx="2555">
                  <c:v>31-03-2010</c:v>
                </c:pt>
                <c:pt idx="2556">
                  <c:v>01-04-2010</c:v>
                </c:pt>
                <c:pt idx="2557">
                  <c:v>05-04-2010</c:v>
                </c:pt>
                <c:pt idx="2558">
                  <c:v>06-04-2010</c:v>
                </c:pt>
                <c:pt idx="2559">
                  <c:v>07-04-2010</c:v>
                </c:pt>
                <c:pt idx="2560">
                  <c:v>08-04-2010</c:v>
                </c:pt>
                <c:pt idx="2561">
                  <c:v>09-04-2010</c:v>
                </c:pt>
                <c:pt idx="2562">
                  <c:v>12-04-2010</c:v>
                </c:pt>
                <c:pt idx="2563">
                  <c:v>13-04-2010</c:v>
                </c:pt>
                <c:pt idx="2564">
                  <c:v>15-04-2010</c:v>
                </c:pt>
                <c:pt idx="2565">
                  <c:v>16-04-2010</c:v>
                </c:pt>
                <c:pt idx="2566">
                  <c:v>19-04-2010</c:v>
                </c:pt>
                <c:pt idx="2567">
                  <c:v>20-04-2010</c:v>
                </c:pt>
                <c:pt idx="2568">
                  <c:v>21-04-2010</c:v>
                </c:pt>
                <c:pt idx="2569">
                  <c:v>22-04-2010</c:v>
                </c:pt>
                <c:pt idx="2570">
                  <c:v>23-04-2010</c:v>
                </c:pt>
                <c:pt idx="2571">
                  <c:v>26-04-2010</c:v>
                </c:pt>
                <c:pt idx="2572">
                  <c:v>27-04-2010</c:v>
                </c:pt>
                <c:pt idx="2573">
                  <c:v>28-04-2010</c:v>
                </c:pt>
                <c:pt idx="2574">
                  <c:v>29-04-2010</c:v>
                </c:pt>
                <c:pt idx="2575">
                  <c:v>30-04-2010</c:v>
                </c:pt>
                <c:pt idx="2576">
                  <c:v>03-05-2010</c:v>
                </c:pt>
                <c:pt idx="2577">
                  <c:v>04-05-2010</c:v>
                </c:pt>
                <c:pt idx="2578">
                  <c:v>05-05-2010</c:v>
                </c:pt>
                <c:pt idx="2579">
                  <c:v>06-05-2010</c:v>
                </c:pt>
                <c:pt idx="2580">
                  <c:v>07-05-2010</c:v>
                </c:pt>
                <c:pt idx="2581">
                  <c:v>10-05-2010</c:v>
                </c:pt>
                <c:pt idx="2582">
                  <c:v>11-05-2010</c:v>
                </c:pt>
                <c:pt idx="2583">
                  <c:v>12-05-2010</c:v>
                </c:pt>
                <c:pt idx="2584">
                  <c:v>13-05-2010</c:v>
                </c:pt>
                <c:pt idx="2585">
                  <c:v>14-05-2010</c:v>
                </c:pt>
                <c:pt idx="2586">
                  <c:v>17-05-2010</c:v>
                </c:pt>
                <c:pt idx="2587">
                  <c:v>18-05-2010</c:v>
                </c:pt>
                <c:pt idx="2588">
                  <c:v>19-05-2010</c:v>
                </c:pt>
                <c:pt idx="2589">
                  <c:v>20-05-2010</c:v>
                </c:pt>
                <c:pt idx="2590">
                  <c:v>21-05-2010</c:v>
                </c:pt>
                <c:pt idx="2591">
                  <c:v>24-05-2010</c:v>
                </c:pt>
                <c:pt idx="2592">
                  <c:v>25-05-2010</c:v>
                </c:pt>
                <c:pt idx="2593">
                  <c:v>26-05-2010</c:v>
                </c:pt>
                <c:pt idx="2594">
                  <c:v>27-05-2010</c:v>
                </c:pt>
                <c:pt idx="2595">
                  <c:v>28-05-2010</c:v>
                </c:pt>
                <c:pt idx="2596">
                  <c:v>31-05-2010</c:v>
                </c:pt>
                <c:pt idx="2597">
                  <c:v>01-06-2010</c:v>
                </c:pt>
                <c:pt idx="2598">
                  <c:v>02-06-2010</c:v>
                </c:pt>
                <c:pt idx="2599">
                  <c:v>03-06-2010</c:v>
                </c:pt>
                <c:pt idx="2600">
                  <c:v>04-06-2010</c:v>
                </c:pt>
                <c:pt idx="2601">
                  <c:v>07-06-2010</c:v>
                </c:pt>
                <c:pt idx="2602">
                  <c:v>08-06-2010</c:v>
                </c:pt>
                <c:pt idx="2603">
                  <c:v>09-06-2010</c:v>
                </c:pt>
                <c:pt idx="2604">
                  <c:v>10-06-2010</c:v>
                </c:pt>
                <c:pt idx="2605">
                  <c:v>11-06-2010</c:v>
                </c:pt>
                <c:pt idx="2606">
                  <c:v>14-06-2010</c:v>
                </c:pt>
                <c:pt idx="2607">
                  <c:v>15-06-2010</c:v>
                </c:pt>
                <c:pt idx="2608">
                  <c:v>16-06-2010</c:v>
                </c:pt>
                <c:pt idx="2609">
                  <c:v>17-06-2010</c:v>
                </c:pt>
                <c:pt idx="2610">
                  <c:v>18-06-2010</c:v>
                </c:pt>
                <c:pt idx="2611">
                  <c:v>21-06-2010</c:v>
                </c:pt>
                <c:pt idx="2612">
                  <c:v>22-06-2010</c:v>
                </c:pt>
                <c:pt idx="2613">
                  <c:v>23-06-2010</c:v>
                </c:pt>
                <c:pt idx="2614">
                  <c:v>24-06-2010</c:v>
                </c:pt>
                <c:pt idx="2615">
                  <c:v>25-06-2010</c:v>
                </c:pt>
                <c:pt idx="2616">
                  <c:v>28-06-2010</c:v>
                </c:pt>
                <c:pt idx="2617">
                  <c:v>29-06-2010</c:v>
                </c:pt>
                <c:pt idx="2618">
                  <c:v>30-06-2010</c:v>
                </c:pt>
                <c:pt idx="2619">
                  <c:v>01-07-2010</c:v>
                </c:pt>
                <c:pt idx="2620">
                  <c:v>02-07-2010</c:v>
                </c:pt>
                <c:pt idx="2621">
                  <c:v>05-07-2010</c:v>
                </c:pt>
                <c:pt idx="2622">
                  <c:v>06-07-2010</c:v>
                </c:pt>
                <c:pt idx="2623">
                  <c:v>07-07-2010</c:v>
                </c:pt>
                <c:pt idx="2624">
                  <c:v>08-07-2010</c:v>
                </c:pt>
                <c:pt idx="2625">
                  <c:v>09-07-2010</c:v>
                </c:pt>
                <c:pt idx="2626">
                  <c:v>12-07-2010</c:v>
                </c:pt>
                <c:pt idx="2627">
                  <c:v>13-07-2010</c:v>
                </c:pt>
                <c:pt idx="2628">
                  <c:v>14-07-2010</c:v>
                </c:pt>
                <c:pt idx="2629">
                  <c:v>15-07-2010</c:v>
                </c:pt>
                <c:pt idx="2630">
                  <c:v>16-07-2010</c:v>
                </c:pt>
                <c:pt idx="2631">
                  <c:v>19-07-2010</c:v>
                </c:pt>
                <c:pt idx="2632">
                  <c:v>20-07-2010</c:v>
                </c:pt>
                <c:pt idx="2633">
                  <c:v>21-07-2010</c:v>
                </c:pt>
                <c:pt idx="2634">
                  <c:v>22-07-2010</c:v>
                </c:pt>
                <c:pt idx="2635">
                  <c:v>23-07-2010</c:v>
                </c:pt>
                <c:pt idx="2636">
                  <c:v>26-07-2010</c:v>
                </c:pt>
                <c:pt idx="2637">
                  <c:v>27-07-2010</c:v>
                </c:pt>
                <c:pt idx="2638">
                  <c:v>28-07-2010</c:v>
                </c:pt>
                <c:pt idx="2639">
                  <c:v>29-07-2010</c:v>
                </c:pt>
                <c:pt idx="2640">
                  <c:v>30-07-2010</c:v>
                </c:pt>
                <c:pt idx="2641">
                  <c:v>02-08-2010</c:v>
                </c:pt>
                <c:pt idx="2642">
                  <c:v>03-08-2010</c:v>
                </c:pt>
                <c:pt idx="2643">
                  <c:v>04-08-2010</c:v>
                </c:pt>
                <c:pt idx="2644">
                  <c:v>05-08-2010</c:v>
                </c:pt>
                <c:pt idx="2645">
                  <c:v>06-08-2010</c:v>
                </c:pt>
                <c:pt idx="2646">
                  <c:v>09-08-2010</c:v>
                </c:pt>
                <c:pt idx="2647">
                  <c:v>10-08-2010</c:v>
                </c:pt>
                <c:pt idx="2648">
                  <c:v>11-08-2010</c:v>
                </c:pt>
                <c:pt idx="2649">
                  <c:v>12-08-2010</c:v>
                </c:pt>
                <c:pt idx="2650">
                  <c:v>13-08-2010</c:v>
                </c:pt>
                <c:pt idx="2651">
                  <c:v>16-08-2010</c:v>
                </c:pt>
                <c:pt idx="2652">
                  <c:v>17-08-2010</c:v>
                </c:pt>
                <c:pt idx="2653">
                  <c:v>18-08-2010</c:v>
                </c:pt>
                <c:pt idx="2654">
                  <c:v>19-08-2010</c:v>
                </c:pt>
                <c:pt idx="2655">
                  <c:v>20-08-2010</c:v>
                </c:pt>
                <c:pt idx="2656">
                  <c:v>23-08-2010</c:v>
                </c:pt>
                <c:pt idx="2657">
                  <c:v>24-08-2010</c:v>
                </c:pt>
                <c:pt idx="2658">
                  <c:v>25-08-2010</c:v>
                </c:pt>
                <c:pt idx="2659">
                  <c:v>26-08-2010</c:v>
                </c:pt>
                <c:pt idx="2660">
                  <c:v>27-08-2010</c:v>
                </c:pt>
                <c:pt idx="2661">
                  <c:v>30-08-2010</c:v>
                </c:pt>
                <c:pt idx="2662">
                  <c:v>31-08-2010</c:v>
                </c:pt>
                <c:pt idx="2663">
                  <c:v>01-09-2010</c:v>
                </c:pt>
                <c:pt idx="2664">
                  <c:v>02-09-2010</c:v>
                </c:pt>
                <c:pt idx="2665">
                  <c:v>03-09-2010</c:v>
                </c:pt>
                <c:pt idx="2666">
                  <c:v>06-09-2010</c:v>
                </c:pt>
                <c:pt idx="2667">
                  <c:v>07-09-2010</c:v>
                </c:pt>
                <c:pt idx="2668">
                  <c:v>08-09-2010</c:v>
                </c:pt>
                <c:pt idx="2669">
                  <c:v>09-09-2010</c:v>
                </c:pt>
                <c:pt idx="2670">
                  <c:v>13-09-2010</c:v>
                </c:pt>
                <c:pt idx="2671">
                  <c:v>14-09-2010</c:v>
                </c:pt>
                <c:pt idx="2672">
                  <c:v>15-09-2010</c:v>
                </c:pt>
                <c:pt idx="2673">
                  <c:v>16-09-2010</c:v>
                </c:pt>
                <c:pt idx="2674">
                  <c:v>17-09-2010</c:v>
                </c:pt>
                <c:pt idx="2675">
                  <c:v>20-09-2010</c:v>
                </c:pt>
                <c:pt idx="2676">
                  <c:v>21-09-2010</c:v>
                </c:pt>
                <c:pt idx="2677">
                  <c:v>22-09-2010</c:v>
                </c:pt>
                <c:pt idx="2678">
                  <c:v>23-09-2010</c:v>
                </c:pt>
                <c:pt idx="2679">
                  <c:v>24-09-2010</c:v>
                </c:pt>
                <c:pt idx="2680">
                  <c:v>27-09-2010</c:v>
                </c:pt>
                <c:pt idx="2681">
                  <c:v>28-09-2010</c:v>
                </c:pt>
                <c:pt idx="2682">
                  <c:v>29-09-2010</c:v>
                </c:pt>
                <c:pt idx="2683">
                  <c:v>30-09-2010</c:v>
                </c:pt>
                <c:pt idx="2684">
                  <c:v>01-10-2010</c:v>
                </c:pt>
                <c:pt idx="2685">
                  <c:v>04-10-2010</c:v>
                </c:pt>
                <c:pt idx="2686">
                  <c:v>05-10-2010</c:v>
                </c:pt>
                <c:pt idx="2687">
                  <c:v>06-10-2010</c:v>
                </c:pt>
                <c:pt idx="2688">
                  <c:v>07-10-2010</c:v>
                </c:pt>
                <c:pt idx="2689">
                  <c:v>08-10-2010</c:v>
                </c:pt>
                <c:pt idx="2690">
                  <c:v>11-10-2010</c:v>
                </c:pt>
                <c:pt idx="2691">
                  <c:v>12-10-2010</c:v>
                </c:pt>
                <c:pt idx="2692">
                  <c:v>13-10-2010</c:v>
                </c:pt>
                <c:pt idx="2693">
                  <c:v>14-10-2010</c:v>
                </c:pt>
                <c:pt idx="2694">
                  <c:v>15-10-2010</c:v>
                </c:pt>
                <c:pt idx="2695">
                  <c:v>18-10-2010</c:v>
                </c:pt>
                <c:pt idx="2696">
                  <c:v>19-10-2010</c:v>
                </c:pt>
                <c:pt idx="2697">
                  <c:v>20-10-2010</c:v>
                </c:pt>
                <c:pt idx="2698">
                  <c:v>21-10-2010</c:v>
                </c:pt>
                <c:pt idx="2699">
                  <c:v>22-10-2010</c:v>
                </c:pt>
                <c:pt idx="2700">
                  <c:v>25-10-2010</c:v>
                </c:pt>
                <c:pt idx="2701">
                  <c:v>26-10-2010</c:v>
                </c:pt>
                <c:pt idx="2702">
                  <c:v>27-10-2010</c:v>
                </c:pt>
                <c:pt idx="2703">
                  <c:v>28-10-2010</c:v>
                </c:pt>
                <c:pt idx="2704">
                  <c:v>29-10-2010</c:v>
                </c:pt>
                <c:pt idx="2705">
                  <c:v>01-11-2010</c:v>
                </c:pt>
                <c:pt idx="2706">
                  <c:v>02-11-2010</c:v>
                </c:pt>
                <c:pt idx="2707">
                  <c:v>03-11-2010</c:v>
                </c:pt>
                <c:pt idx="2708">
                  <c:v>04-11-2010</c:v>
                </c:pt>
                <c:pt idx="2709">
                  <c:v>05-11-2010</c:v>
                </c:pt>
                <c:pt idx="2710">
                  <c:v>08-11-2010</c:v>
                </c:pt>
                <c:pt idx="2711">
                  <c:v>09-11-2010</c:v>
                </c:pt>
                <c:pt idx="2712">
                  <c:v>10-11-2010</c:v>
                </c:pt>
                <c:pt idx="2713">
                  <c:v>11-11-2010</c:v>
                </c:pt>
                <c:pt idx="2714">
                  <c:v>12-11-2010</c:v>
                </c:pt>
                <c:pt idx="2715">
                  <c:v>15-11-2010</c:v>
                </c:pt>
                <c:pt idx="2716">
                  <c:v>16-11-2010</c:v>
                </c:pt>
                <c:pt idx="2717">
                  <c:v>18-11-2010</c:v>
                </c:pt>
                <c:pt idx="2718">
                  <c:v>19-11-2010</c:v>
                </c:pt>
                <c:pt idx="2719">
                  <c:v>22-11-2010</c:v>
                </c:pt>
                <c:pt idx="2720">
                  <c:v>23-11-2010</c:v>
                </c:pt>
                <c:pt idx="2721">
                  <c:v>24-11-2010</c:v>
                </c:pt>
                <c:pt idx="2722">
                  <c:v>25-11-2010</c:v>
                </c:pt>
                <c:pt idx="2723">
                  <c:v>26-11-2010</c:v>
                </c:pt>
                <c:pt idx="2724">
                  <c:v>29-11-2010</c:v>
                </c:pt>
                <c:pt idx="2725">
                  <c:v>30-11-2010</c:v>
                </c:pt>
                <c:pt idx="2726">
                  <c:v>01-12-2010</c:v>
                </c:pt>
                <c:pt idx="2727">
                  <c:v>02-12-2010</c:v>
                </c:pt>
                <c:pt idx="2728">
                  <c:v>03-12-2010</c:v>
                </c:pt>
                <c:pt idx="2729">
                  <c:v>06-12-2010</c:v>
                </c:pt>
                <c:pt idx="2730">
                  <c:v>07-12-2010</c:v>
                </c:pt>
                <c:pt idx="2731">
                  <c:v>08-12-2010</c:v>
                </c:pt>
                <c:pt idx="2732">
                  <c:v>09-12-2010</c:v>
                </c:pt>
                <c:pt idx="2733">
                  <c:v>10-12-2010</c:v>
                </c:pt>
                <c:pt idx="2734">
                  <c:v>13-12-2010</c:v>
                </c:pt>
                <c:pt idx="2735">
                  <c:v>14-12-2010</c:v>
                </c:pt>
                <c:pt idx="2736">
                  <c:v>15-12-2010</c:v>
                </c:pt>
                <c:pt idx="2737">
                  <c:v>16-12-2010</c:v>
                </c:pt>
                <c:pt idx="2738">
                  <c:v>20-12-2010</c:v>
                </c:pt>
                <c:pt idx="2739">
                  <c:v>21-12-2010</c:v>
                </c:pt>
                <c:pt idx="2740">
                  <c:v>22-12-2010</c:v>
                </c:pt>
                <c:pt idx="2741">
                  <c:v>23-12-2010</c:v>
                </c:pt>
                <c:pt idx="2742">
                  <c:v>24-12-2010</c:v>
                </c:pt>
                <c:pt idx="2743">
                  <c:v>27-12-2010</c:v>
                </c:pt>
                <c:pt idx="2744">
                  <c:v>28-12-2010</c:v>
                </c:pt>
                <c:pt idx="2745">
                  <c:v>29-12-2010</c:v>
                </c:pt>
                <c:pt idx="2746">
                  <c:v>30-12-2010</c:v>
                </c:pt>
                <c:pt idx="2747">
                  <c:v>31-12-2010</c:v>
                </c:pt>
                <c:pt idx="2748">
                  <c:v>03-01-2011</c:v>
                </c:pt>
                <c:pt idx="2749">
                  <c:v>04-01-2011</c:v>
                </c:pt>
                <c:pt idx="2750">
                  <c:v>05-01-2011</c:v>
                </c:pt>
                <c:pt idx="2751">
                  <c:v>06-01-2011</c:v>
                </c:pt>
                <c:pt idx="2752">
                  <c:v>07-01-2011</c:v>
                </c:pt>
                <c:pt idx="2753">
                  <c:v>10-01-2011</c:v>
                </c:pt>
                <c:pt idx="2754">
                  <c:v>11-01-2011</c:v>
                </c:pt>
                <c:pt idx="2755">
                  <c:v>12-01-2011</c:v>
                </c:pt>
                <c:pt idx="2756">
                  <c:v>13-01-2011</c:v>
                </c:pt>
                <c:pt idx="2757">
                  <c:v>14-01-2011</c:v>
                </c:pt>
                <c:pt idx="2758">
                  <c:v>17-01-2011</c:v>
                </c:pt>
                <c:pt idx="2759">
                  <c:v>18-01-2011</c:v>
                </c:pt>
                <c:pt idx="2760">
                  <c:v>19-01-2011</c:v>
                </c:pt>
                <c:pt idx="2761">
                  <c:v>20-01-2011</c:v>
                </c:pt>
                <c:pt idx="2762">
                  <c:v>21-01-2011</c:v>
                </c:pt>
                <c:pt idx="2763">
                  <c:v>24-01-2011</c:v>
                </c:pt>
                <c:pt idx="2764">
                  <c:v>25-01-2011</c:v>
                </c:pt>
                <c:pt idx="2765">
                  <c:v>27-01-2011</c:v>
                </c:pt>
                <c:pt idx="2766">
                  <c:v>28-01-2011</c:v>
                </c:pt>
                <c:pt idx="2767">
                  <c:v>31-01-2011</c:v>
                </c:pt>
                <c:pt idx="2768">
                  <c:v>01-02-2011</c:v>
                </c:pt>
                <c:pt idx="2769">
                  <c:v>02-02-2011</c:v>
                </c:pt>
                <c:pt idx="2770">
                  <c:v>03-02-2011</c:v>
                </c:pt>
                <c:pt idx="2771">
                  <c:v>04-02-2011</c:v>
                </c:pt>
                <c:pt idx="2772">
                  <c:v>07-02-2011</c:v>
                </c:pt>
                <c:pt idx="2773">
                  <c:v>08-02-2011</c:v>
                </c:pt>
                <c:pt idx="2774">
                  <c:v>09-02-2011</c:v>
                </c:pt>
                <c:pt idx="2775">
                  <c:v>10-02-2011</c:v>
                </c:pt>
                <c:pt idx="2776">
                  <c:v>11-02-2011</c:v>
                </c:pt>
                <c:pt idx="2777">
                  <c:v>14-02-2011</c:v>
                </c:pt>
                <c:pt idx="2778">
                  <c:v>15-02-2011</c:v>
                </c:pt>
                <c:pt idx="2779">
                  <c:v>16-02-2011</c:v>
                </c:pt>
                <c:pt idx="2780">
                  <c:v>17-02-2011</c:v>
                </c:pt>
                <c:pt idx="2781">
                  <c:v>18-02-2011</c:v>
                </c:pt>
                <c:pt idx="2782">
                  <c:v>21-02-2011</c:v>
                </c:pt>
                <c:pt idx="2783">
                  <c:v>22-02-2011</c:v>
                </c:pt>
                <c:pt idx="2784">
                  <c:v>23-02-2011</c:v>
                </c:pt>
                <c:pt idx="2785">
                  <c:v>24-02-2011</c:v>
                </c:pt>
                <c:pt idx="2786">
                  <c:v>25-02-2011</c:v>
                </c:pt>
                <c:pt idx="2787">
                  <c:v>28-02-2011</c:v>
                </c:pt>
                <c:pt idx="2788">
                  <c:v>01-03-2011</c:v>
                </c:pt>
                <c:pt idx="2789">
                  <c:v>03-03-2011</c:v>
                </c:pt>
                <c:pt idx="2790">
                  <c:v>04-03-2011</c:v>
                </c:pt>
                <c:pt idx="2791">
                  <c:v>07-03-2011</c:v>
                </c:pt>
                <c:pt idx="2792">
                  <c:v>08-03-2011</c:v>
                </c:pt>
                <c:pt idx="2793">
                  <c:v>09-03-2011</c:v>
                </c:pt>
                <c:pt idx="2794">
                  <c:v>10-03-2011</c:v>
                </c:pt>
                <c:pt idx="2795">
                  <c:v>11-03-2011</c:v>
                </c:pt>
                <c:pt idx="2796">
                  <c:v>14-03-2011</c:v>
                </c:pt>
                <c:pt idx="2797">
                  <c:v>15-03-2011</c:v>
                </c:pt>
                <c:pt idx="2798">
                  <c:v>16-03-2011</c:v>
                </c:pt>
                <c:pt idx="2799">
                  <c:v>17-03-2011</c:v>
                </c:pt>
                <c:pt idx="2800">
                  <c:v>18-03-2011</c:v>
                </c:pt>
                <c:pt idx="2801">
                  <c:v>21-03-2011</c:v>
                </c:pt>
                <c:pt idx="2802">
                  <c:v>22-03-2011</c:v>
                </c:pt>
                <c:pt idx="2803">
                  <c:v>23-03-2011</c:v>
                </c:pt>
                <c:pt idx="2804">
                  <c:v>24-03-2011</c:v>
                </c:pt>
                <c:pt idx="2805">
                  <c:v>25-03-2011</c:v>
                </c:pt>
                <c:pt idx="2806">
                  <c:v>28-03-2011</c:v>
                </c:pt>
                <c:pt idx="2807">
                  <c:v>29-03-2011</c:v>
                </c:pt>
                <c:pt idx="2808">
                  <c:v>30-03-2011</c:v>
                </c:pt>
                <c:pt idx="2809">
                  <c:v>31-03-2011</c:v>
                </c:pt>
                <c:pt idx="2810">
                  <c:v>01-04-2011</c:v>
                </c:pt>
                <c:pt idx="2811">
                  <c:v>04-04-2011</c:v>
                </c:pt>
                <c:pt idx="2812">
                  <c:v>05-04-2011</c:v>
                </c:pt>
                <c:pt idx="2813">
                  <c:v>06-04-2011</c:v>
                </c:pt>
                <c:pt idx="2814">
                  <c:v>07-04-2011</c:v>
                </c:pt>
                <c:pt idx="2815">
                  <c:v>08-04-2011</c:v>
                </c:pt>
                <c:pt idx="2816">
                  <c:v>11-04-2011</c:v>
                </c:pt>
                <c:pt idx="2817">
                  <c:v>13-04-2011</c:v>
                </c:pt>
                <c:pt idx="2818">
                  <c:v>15-04-2011</c:v>
                </c:pt>
                <c:pt idx="2819">
                  <c:v>18-04-2011</c:v>
                </c:pt>
                <c:pt idx="2820">
                  <c:v>19-04-2011</c:v>
                </c:pt>
                <c:pt idx="2821">
                  <c:v>20-04-2011</c:v>
                </c:pt>
                <c:pt idx="2822">
                  <c:v>21-04-2011</c:v>
                </c:pt>
                <c:pt idx="2823">
                  <c:v>25-04-2011</c:v>
                </c:pt>
                <c:pt idx="2824">
                  <c:v>26-04-2011</c:v>
                </c:pt>
                <c:pt idx="2825">
                  <c:v>27-04-2011</c:v>
                </c:pt>
                <c:pt idx="2826">
                  <c:v>28-04-2011</c:v>
                </c:pt>
                <c:pt idx="2827">
                  <c:v>29-04-2011</c:v>
                </c:pt>
                <c:pt idx="2828">
                  <c:v>02-05-2011</c:v>
                </c:pt>
                <c:pt idx="2829">
                  <c:v>03-05-2011</c:v>
                </c:pt>
                <c:pt idx="2830">
                  <c:v>04-05-2011</c:v>
                </c:pt>
                <c:pt idx="2831">
                  <c:v>05-05-2011</c:v>
                </c:pt>
                <c:pt idx="2832">
                  <c:v>06-05-2011</c:v>
                </c:pt>
                <c:pt idx="2833">
                  <c:v>09-05-2011</c:v>
                </c:pt>
                <c:pt idx="2834">
                  <c:v>10-05-2011</c:v>
                </c:pt>
                <c:pt idx="2835">
                  <c:v>11-05-2011</c:v>
                </c:pt>
                <c:pt idx="2836">
                  <c:v>12-05-2011</c:v>
                </c:pt>
                <c:pt idx="2837">
                  <c:v>13-05-2011</c:v>
                </c:pt>
                <c:pt idx="2838">
                  <c:v>16-05-2011</c:v>
                </c:pt>
                <c:pt idx="2839">
                  <c:v>17-05-2011</c:v>
                </c:pt>
                <c:pt idx="2840">
                  <c:v>18-05-2011</c:v>
                </c:pt>
                <c:pt idx="2841">
                  <c:v>19-05-2011</c:v>
                </c:pt>
                <c:pt idx="2842">
                  <c:v>20-05-2011</c:v>
                </c:pt>
                <c:pt idx="2843">
                  <c:v>23-05-2011</c:v>
                </c:pt>
                <c:pt idx="2844">
                  <c:v>24-05-2011</c:v>
                </c:pt>
                <c:pt idx="2845">
                  <c:v>25-05-2011</c:v>
                </c:pt>
                <c:pt idx="2846">
                  <c:v>26-05-2011</c:v>
                </c:pt>
                <c:pt idx="2847">
                  <c:v>27-05-2011</c:v>
                </c:pt>
                <c:pt idx="2848">
                  <c:v>30-05-2011</c:v>
                </c:pt>
                <c:pt idx="2849">
                  <c:v>31-05-2011</c:v>
                </c:pt>
                <c:pt idx="2850">
                  <c:v>01-06-2011</c:v>
                </c:pt>
                <c:pt idx="2851">
                  <c:v>02-06-2011</c:v>
                </c:pt>
                <c:pt idx="2852">
                  <c:v>03-06-2011</c:v>
                </c:pt>
                <c:pt idx="2853">
                  <c:v>06-06-2011</c:v>
                </c:pt>
                <c:pt idx="2854">
                  <c:v>07-06-2011</c:v>
                </c:pt>
                <c:pt idx="2855">
                  <c:v>08-06-2011</c:v>
                </c:pt>
                <c:pt idx="2856">
                  <c:v>09-06-2011</c:v>
                </c:pt>
                <c:pt idx="2857">
                  <c:v>10-06-2011</c:v>
                </c:pt>
                <c:pt idx="2858">
                  <c:v>13-06-2011</c:v>
                </c:pt>
                <c:pt idx="2859">
                  <c:v>14-06-2011</c:v>
                </c:pt>
                <c:pt idx="2860">
                  <c:v>15-06-2011</c:v>
                </c:pt>
                <c:pt idx="2861">
                  <c:v>16-06-2011</c:v>
                </c:pt>
                <c:pt idx="2862">
                  <c:v>17-06-2011</c:v>
                </c:pt>
                <c:pt idx="2863">
                  <c:v>20-06-2011</c:v>
                </c:pt>
                <c:pt idx="2864">
                  <c:v>21-06-2011</c:v>
                </c:pt>
                <c:pt idx="2865">
                  <c:v>22-06-2011</c:v>
                </c:pt>
                <c:pt idx="2866">
                  <c:v>23-06-2011</c:v>
                </c:pt>
                <c:pt idx="2867">
                  <c:v>24-06-2011</c:v>
                </c:pt>
                <c:pt idx="2868">
                  <c:v>27-06-2011</c:v>
                </c:pt>
                <c:pt idx="2869">
                  <c:v>28-06-2011</c:v>
                </c:pt>
                <c:pt idx="2870">
                  <c:v>29-06-2011</c:v>
                </c:pt>
                <c:pt idx="2871">
                  <c:v>30-06-2011</c:v>
                </c:pt>
                <c:pt idx="2872">
                  <c:v>01-07-2011</c:v>
                </c:pt>
                <c:pt idx="2873">
                  <c:v>04-07-2011</c:v>
                </c:pt>
                <c:pt idx="2874">
                  <c:v>05-07-2011</c:v>
                </c:pt>
                <c:pt idx="2875">
                  <c:v>06-07-2011</c:v>
                </c:pt>
                <c:pt idx="2876">
                  <c:v>07-07-2011</c:v>
                </c:pt>
                <c:pt idx="2877">
                  <c:v>08-07-2011</c:v>
                </c:pt>
                <c:pt idx="2878">
                  <c:v>11-07-2011</c:v>
                </c:pt>
                <c:pt idx="2879">
                  <c:v>12-07-2011</c:v>
                </c:pt>
                <c:pt idx="2880">
                  <c:v>13-07-2011</c:v>
                </c:pt>
                <c:pt idx="2881">
                  <c:v>14-07-2011</c:v>
                </c:pt>
                <c:pt idx="2882">
                  <c:v>15-07-2011</c:v>
                </c:pt>
                <c:pt idx="2883">
                  <c:v>18-07-2011</c:v>
                </c:pt>
                <c:pt idx="2884">
                  <c:v>19-07-2011</c:v>
                </c:pt>
                <c:pt idx="2885">
                  <c:v>20-07-2011</c:v>
                </c:pt>
                <c:pt idx="2886">
                  <c:v>21-07-2011</c:v>
                </c:pt>
                <c:pt idx="2887">
                  <c:v>22-07-2011</c:v>
                </c:pt>
                <c:pt idx="2888">
                  <c:v>25-07-2011</c:v>
                </c:pt>
                <c:pt idx="2889">
                  <c:v>26-07-2011</c:v>
                </c:pt>
                <c:pt idx="2890">
                  <c:v>27-07-2011</c:v>
                </c:pt>
                <c:pt idx="2891">
                  <c:v>28-07-2011</c:v>
                </c:pt>
                <c:pt idx="2892">
                  <c:v>29-07-2011</c:v>
                </c:pt>
                <c:pt idx="2893">
                  <c:v>01-08-2011</c:v>
                </c:pt>
                <c:pt idx="2894">
                  <c:v>02-08-2011</c:v>
                </c:pt>
                <c:pt idx="2895">
                  <c:v>03-08-2011</c:v>
                </c:pt>
                <c:pt idx="2896">
                  <c:v>04-08-2011</c:v>
                </c:pt>
                <c:pt idx="2897">
                  <c:v>05-08-2011</c:v>
                </c:pt>
                <c:pt idx="2898">
                  <c:v>08-08-2011</c:v>
                </c:pt>
                <c:pt idx="2899">
                  <c:v>09-08-2011</c:v>
                </c:pt>
                <c:pt idx="2900">
                  <c:v>10-08-2011</c:v>
                </c:pt>
                <c:pt idx="2901">
                  <c:v>11-08-2011</c:v>
                </c:pt>
                <c:pt idx="2902">
                  <c:v>12-08-2011</c:v>
                </c:pt>
                <c:pt idx="2903">
                  <c:v>16-08-2011</c:v>
                </c:pt>
                <c:pt idx="2904">
                  <c:v>17-08-2011</c:v>
                </c:pt>
                <c:pt idx="2905">
                  <c:v>18-08-2011</c:v>
                </c:pt>
                <c:pt idx="2906">
                  <c:v>19-08-2011</c:v>
                </c:pt>
                <c:pt idx="2907">
                  <c:v>22-08-2011</c:v>
                </c:pt>
                <c:pt idx="2908">
                  <c:v>23-08-2011</c:v>
                </c:pt>
                <c:pt idx="2909">
                  <c:v>24-08-2011</c:v>
                </c:pt>
                <c:pt idx="2910">
                  <c:v>25-08-2011</c:v>
                </c:pt>
                <c:pt idx="2911">
                  <c:v>26-08-2011</c:v>
                </c:pt>
                <c:pt idx="2912">
                  <c:v>29-08-2011</c:v>
                </c:pt>
                <c:pt idx="2913">
                  <c:v>30-08-2011</c:v>
                </c:pt>
                <c:pt idx="2914">
                  <c:v>02-09-2011</c:v>
                </c:pt>
                <c:pt idx="2915">
                  <c:v>05-09-2011</c:v>
                </c:pt>
                <c:pt idx="2916">
                  <c:v>06-09-2011</c:v>
                </c:pt>
                <c:pt idx="2917">
                  <c:v>07-09-2011</c:v>
                </c:pt>
                <c:pt idx="2918">
                  <c:v>08-09-2011</c:v>
                </c:pt>
                <c:pt idx="2919">
                  <c:v>09-09-2011</c:v>
                </c:pt>
                <c:pt idx="2920">
                  <c:v>12-09-2011</c:v>
                </c:pt>
                <c:pt idx="2921">
                  <c:v>13-09-2011</c:v>
                </c:pt>
                <c:pt idx="2922">
                  <c:v>14-09-2011</c:v>
                </c:pt>
                <c:pt idx="2923">
                  <c:v>15-09-2011</c:v>
                </c:pt>
                <c:pt idx="2924">
                  <c:v>16-09-2011</c:v>
                </c:pt>
                <c:pt idx="2925">
                  <c:v>19-09-2011</c:v>
                </c:pt>
                <c:pt idx="2926">
                  <c:v>20-09-2011</c:v>
                </c:pt>
                <c:pt idx="2927">
                  <c:v>21-09-2011</c:v>
                </c:pt>
                <c:pt idx="2928">
                  <c:v>22-09-2011</c:v>
                </c:pt>
                <c:pt idx="2929">
                  <c:v>23-09-2011</c:v>
                </c:pt>
                <c:pt idx="2930">
                  <c:v>26-09-2011</c:v>
                </c:pt>
                <c:pt idx="2931">
                  <c:v>27-09-2011</c:v>
                </c:pt>
                <c:pt idx="2932">
                  <c:v>28-09-2011</c:v>
                </c:pt>
                <c:pt idx="2933">
                  <c:v>29-09-2011</c:v>
                </c:pt>
                <c:pt idx="2934">
                  <c:v>30-09-2011</c:v>
                </c:pt>
                <c:pt idx="2935">
                  <c:v>03-10-2011</c:v>
                </c:pt>
                <c:pt idx="2936">
                  <c:v>04-10-2011</c:v>
                </c:pt>
                <c:pt idx="2937">
                  <c:v>05-10-2011</c:v>
                </c:pt>
                <c:pt idx="2938">
                  <c:v>07-10-2011</c:v>
                </c:pt>
                <c:pt idx="2939">
                  <c:v>10-10-2011</c:v>
                </c:pt>
                <c:pt idx="2940">
                  <c:v>11-10-2011</c:v>
                </c:pt>
                <c:pt idx="2941">
                  <c:v>12-10-2011</c:v>
                </c:pt>
                <c:pt idx="2942">
                  <c:v>13-10-2011</c:v>
                </c:pt>
                <c:pt idx="2943">
                  <c:v>14-10-2011</c:v>
                </c:pt>
                <c:pt idx="2944">
                  <c:v>17-10-2011</c:v>
                </c:pt>
                <c:pt idx="2945">
                  <c:v>18-10-2011</c:v>
                </c:pt>
                <c:pt idx="2946">
                  <c:v>19-10-2011</c:v>
                </c:pt>
                <c:pt idx="2947">
                  <c:v>20-10-2011</c:v>
                </c:pt>
                <c:pt idx="2948">
                  <c:v>21-10-2011</c:v>
                </c:pt>
                <c:pt idx="2949">
                  <c:v>24-10-2011</c:v>
                </c:pt>
                <c:pt idx="2950">
                  <c:v>25-10-2011</c:v>
                </c:pt>
                <c:pt idx="2951">
                  <c:v>26-10-2011</c:v>
                </c:pt>
                <c:pt idx="2952">
                  <c:v>28-10-2011</c:v>
                </c:pt>
                <c:pt idx="2953">
                  <c:v>31-10-2011</c:v>
                </c:pt>
                <c:pt idx="2954">
                  <c:v>01-11-2011</c:v>
                </c:pt>
                <c:pt idx="2955">
                  <c:v>02-11-2011</c:v>
                </c:pt>
                <c:pt idx="2956">
                  <c:v>03-11-2011</c:v>
                </c:pt>
                <c:pt idx="2957">
                  <c:v>04-11-2011</c:v>
                </c:pt>
                <c:pt idx="2958">
                  <c:v>08-11-2011</c:v>
                </c:pt>
                <c:pt idx="2959">
                  <c:v>09-11-2011</c:v>
                </c:pt>
                <c:pt idx="2960">
                  <c:v>11-11-2011</c:v>
                </c:pt>
                <c:pt idx="2961">
                  <c:v>14-11-2011</c:v>
                </c:pt>
                <c:pt idx="2962">
                  <c:v>15-11-2011</c:v>
                </c:pt>
                <c:pt idx="2963">
                  <c:v>16-11-2011</c:v>
                </c:pt>
                <c:pt idx="2964">
                  <c:v>17-11-2011</c:v>
                </c:pt>
                <c:pt idx="2965">
                  <c:v>18-11-2011</c:v>
                </c:pt>
                <c:pt idx="2966">
                  <c:v>21-11-2011</c:v>
                </c:pt>
                <c:pt idx="2967">
                  <c:v>22-11-2011</c:v>
                </c:pt>
                <c:pt idx="2968">
                  <c:v>23-11-2011</c:v>
                </c:pt>
                <c:pt idx="2969">
                  <c:v>24-11-2011</c:v>
                </c:pt>
                <c:pt idx="2970">
                  <c:v>25-11-2011</c:v>
                </c:pt>
                <c:pt idx="2971">
                  <c:v>28-11-2011</c:v>
                </c:pt>
                <c:pt idx="2972">
                  <c:v>29-11-2011</c:v>
                </c:pt>
                <c:pt idx="2973">
                  <c:v>30-11-2011</c:v>
                </c:pt>
                <c:pt idx="2974">
                  <c:v>01-12-2011</c:v>
                </c:pt>
                <c:pt idx="2975">
                  <c:v>02-12-2011</c:v>
                </c:pt>
                <c:pt idx="2976">
                  <c:v>05-12-2011</c:v>
                </c:pt>
                <c:pt idx="2977">
                  <c:v>07-12-2011</c:v>
                </c:pt>
                <c:pt idx="2978">
                  <c:v>08-12-2011</c:v>
                </c:pt>
                <c:pt idx="2979">
                  <c:v>09-12-2011</c:v>
                </c:pt>
                <c:pt idx="2980">
                  <c:v>12-12-2011</c:v>
                </c:pt>
                <c:pt idx="2981">
                  <c:v>13-12-2011</c:v>
                </c:pt>
                <c:pt idx="2982">
                  <c:v>14-12-2011</c:v>
                </c:pt>
                <c:pt idx="2983">
                  <c:v>15-12-2011</c:v>
                </c:pt>
                <c:pt idx="2984">
                  <c:v>16-12-2011</c:v>
                </c:pt>
                <c:pt idx="2985">
                  <c:v>19-12-2011</c:v>
                </c:pt>
                <c:pt idx="2986">
                  <c:v>20-12-2011</c:v>
                </c:pt>
                <c:pt idx="2987">
                  <c:v>21-12-2011</c:v>
                </c:pt>
                <c:pt idx="2988">
                  <c:v>22-12-2011</c:v>
                </c:pt>
                <c:pt idx="2989">
                  <c:v>23-12-2011</c:v>
                </c:pt>
                <c:pt idx="2990">
                  <c:v>26-12-2011</c:v>
                </c:pt>
                <c:pt idx="2991">
                  <c:v>27-12-2011</c:v>
                </c:pt>
                <c:pt idx="2992">
                  <c:v>28-12-2011</c:v>
                </c:pt>
                <c:pt idx="2993">
                  <c:v>29-12-2011</c:v>
                </c:pt>
                <c:pt idx="2994">
                  <c:v>30-12-2011</c:v>
                </c:pt>
                <c:pt idx="2995">
                  <c:v>02-01-2012</c:v>
                </c:pt>
                <c:pt idx="2996">
                  <c:v>03-01-2012</c:v>
                </c:pt>
                <c:pt idx="2997">
                  <c:v>04-01-2012</c:v>
                </c:pt>
                <c:pt idx="2998">
                  <c:v>05-01-2012</c:v>
                </c:pt>
                <c:pt idx="2999">
                  <c:v>06-01-2012</c:v>
                </c:pt>
                <c:pt idx="3000">
                  <c:v>07-01-2012</c:v>
                </c:pt>
                <c:pt idx="3001">
                  <c:v>09-01-2012</c:v>
                </c:pt>
                <c:pt idx="3002">
                  <c:v>10-01-2012</c:v>
                </c:pt>
                <c:pt idx="3003">
                  <c:v>11-01-2012</c:v>
                </c:pt>
                <c:pt idx="3004">
                  <c:v>12-01-2012</c:v>
                </c:pt>
                <c:pt idx="3005">
                  <c:v>13-01-2012</c:v>
                </c:pt>
                <c:pt idx="3006">
                  <c:v>16-01-2012</c:v>
                </c:pt>
                <c:pt idx="3007">
                  <c:v>17-01-2012</c:v>
                </c:pt>
                <c:pt idx="3008">
                  <c:v>18-01-2012</c:v>
                </c:pt>
                <c:pt idx="3009">
                  <c:v>19-01-2012</c:v>
                </c:pt>
                <c:pt idx="3010">
                  <c:v>20-01-2012</c:v>
                </c:pt>
                <c:pt idx="3011">
                  <c:v>23-01-2012</c:v>
                </c:pt>
                <c:pt idx="3012">
                  <c:v>24-01-2012</c:v>
                </c:pt>
                <c:pt idx="3013">
                  <c:v>25-01-2012</c:v>
                </c:pt>
                <c:pt idx="3014">
                  <c:v>27-01-2012</c:v>
                </c:pt>
                <c:pt idx="3015">
                  <c:v>30-01-2012</c:v>
                </c:pt>
                <c:pt idx="3016">
                  <c:v>31-01-2012</c:v>
                </c:pt>
                <c:pt idx="3017">
                  <c:v>01-02-2012</c:v>
                </c:pt>
                <c:pt idx="3018">
                  <c:v>02-02-2012</c:v>
                </c:pt>
                <c:pt idx="3019">
                  <c:v>03-02-2012</c:v>
                </c:pt>
                <c:pt idx="3020">
                  <c:v>06-02-2012</c:v>
                </c:pt>
                <c:pt idx="3021">
                  <c:v>07-02-2012</c:v>
                </c:pt>
                <c:pt idx="3022">
                  <c:v>08-02-2012</c:v>
                </c:pt>
                <c:pt idx="3023">
                  <c:v>09-02-2012</c:v>
                </c:pt>
                <c:pt idx="3024">
                  <c:v>10-02-2012</c:v>
                </c:pt>
                <c:pt idx="3025">
                  <c:v>13-02-2012</c:v>
                </c:pt>
                <c:pt idx="3026">
                  <c:v>14-02-2012</c:v>
                </c:pt>
                <c:pt idx="3027">
                  <c:v>15-02-2012</c:v>
                </c:pt>
                <c:pt idx="3028">
                  <c:v>16-02-2012</c:v>
                </c:pt>
                <c:pt idx="3029">
                  <c:v>17-02-2012</c:v>
                </c:pt>
                <c:pt idx="3030">
                  <c:v>21-02-2012</c:v>
                </c:pt>
                <c:pt idx="3031">
                  <c:v>22-02-2012</c:v>
                </c:pt>
                <c:pt idx="3032">
                  <c:v>23-02-2012</c:v>
                </c:pt>
                <c:pt idx="3033">
                  <c:v>24-02-2012</c:v>
                </c:pt>
                <c:pt idx="3034">
                  <c:v>27-02-2012</c:v>
                </c:pt>
                <c:pt idx="3035">
                  <c:v>28-02-2012</c:v>
                </c:pt>
                <c:pt idx="3036">
                  <c:v>29-02-2012</c:v>
                </c:pt>
                <c:pt idx="3037">
                  <c:v>01-03-2012</c:v>
                </c:pt>
                <c:pt idx="3038">
                  <c:v>02-03-2012</c:v>
                </c:pt>
                <c:pt idx="3039">
                  <c:v>03-03-2012</c:v>
                </c:pt>
                <c:pt idx="3040">
                  <c:v>05-03-2012</c:v>
                </c:pt>
                <c:pt idx="3041">
                  <c:v>06-03-2012</c:v>
                </c:pt>
                <c:pt idx="3042">
                  <c:v>07-03-2012</c:v>
                </c:pt>
                <c:pt idx="3043">
                  <c:v>09-03-2012</c:v>
                </c:pt>
                <c:pt idx="3044">
                  <c:v>12-03-2012</c:v>
                </c:pt>
                <c:pt idx="3045">
                  <c:v>13-03-2012</c:v>
                </c:pt>
                <c:pt idx="3046">
                  <c:v>14-03-2012</c:v>
                </c:pt>
                <c:pt idx="3047">
                  <c:v>15-03-2012</c:v>
                </c:pt>
                <c:pt idx="3048">
                  <c:v>16-03-2012</c:v>
                </c:pt>
                <c:pt idx="3049">
                  <c:v>19-03-2012</c:v>
                </c:pt>
                <c:pt idx="3050">
                  <c:v>20-03-2012</c:v>
                </c:pt>
                <c:pt idx="3051">
                  <c:v>21-03-2012</c:v>
                </c:pt>
                <c:pt idx="3052">
                  <c:v>22-03-2012</c:v>
                </c:pt>
                <c:pt idx="3053">
                  <c:v>23-03-2012</c:v>
                </c:pt>
                <c:pt idx="3054">
                  <c:v>26-03-2012</c:v>
                </c:pt>
                <c:pt idx="3055">
                  <c:v>27-03-2012</c:v>
                </c:pt>
                <c:pt idx="3056">
                  <c:v>28-03-2012</c:v>
                </c:pt>
                <c:pt idx="3057">
                  <c:v>29-03-2012</c:v>
                </c:pt>
                <c:pt idx="3058">
                  <c:v>30-03-2012</c:v>
                </c:pt>
                <c:pt idx="3059">
                  <c:v>02-04-2012</c:v>
                </c:pt>
                <c:pt idx="3060">
                  <c:v>03-04-2012</c:v>
                </c:pt>
                <c:pt idx="3061">
                  <c:v>04-04-2012</c:v>
                </c:pt>
                <c:pt idx="3062">
                  <c:v>09-04-2012</c:v>
                </c:pt>
                <c:pt idx="3063">
                  <c:v>10-04-2012</c:v>
                </c:pt>
                <c:pt idx="3064">
                  <c:v>11-04-2012</c:v>
                </c:pt>
                <c:pt idx="3065">
                  <c:v>12-04-2012</c:v>
                </c:pt>
                <c:pt idx="3066">
                  <c:v>13-04-2012</c:v>
                </c:pt>
                <c:pt idx="3067">
                  <c:v>16-04-2012</c:v>
                </c:pt>
                <c:pt idx="3068">
                  <c:v>17-04-2012</c:v>
                </c:pt>
                <c:pt idx="3069">
                  <c:v>18-04-2012</c:v>
                </c:pt>
                <c:pt idx="3070">
                  <c:v>19-04-2012</c:v>
                </c:pt>
                <c:pt idx="3071">
                  <c:v>20-04-2012</c:v>
                </c:pt>
                <c:pt idx="3072">
                  <c:v>23-04-2012</c:v>
                </c:pt>
                <c:pt idx="3073">
                  <c:v>24-04-2012</c:v>
                </c:pt>
                <c:pt idx="3074">
                  <c:v>25-04-2012</c:v>
                </c:pt>
                <c:pt idx="3075">
                  <c:v>26-04-2012</c:v>
                </c:pt>
                <c:pt idx="3076">
                  <c:v>27-04-2012</c:v>
                </c:pt>
                <c:pt idx="3077">
                  <c:v>28-04-2012</c:v>
                </c:pt>
                <c:pt idx="3078">
                  <c:v>30-04-2012</c:v>
                </c:pt>
                <c:pt idx="3079">
                  <c:v>02-05-2012</c:v>
                </c:pt>
                <c:pt idx="3080">
                  <c:v>03-05-2012</c:v>
                </c:pt>
                <c:pt idx="3081">
                  <c:v>04-05-2012</c:v>
                </c:pt>
                <c:pt idx="3082">
                  <c:v>07-05-2012</c:v>
                </c:pt>
                <c:pt idx="3083">
                  <c:v>08-05-2012</c:v>
                </c:pt>
                <c:pt idx="3084">
                  <c:v>09-05-2012</c:v>
                </c:pt>
                <c:pt idx="3085">
                  <c:v>10-05-2012</c:v>
                </c:pt>
                <c:pt idx="3086">
                  <c:v>11-05-2012</c:v>
                </c:pt>
                <c:pt idx="3087">
                  <c:v>14-05-2012</c:v>
                </c:pt>
                <c:pt idx="3088">
                  <c:v>15-05-2012</c:v>
                </c:pt>
                <c:pt idx="3089">
                  <c:v>16-05-2012</c:v>
                </c:pt>
                <c:pt idx="3090">
                  <c:v>17-05-2012</c:v>
                </c:pt>
                <c:pt idx="3091">
                  <c:v>18-05-2012</c:v>
                </c:pt>
                <c:pt idx="3092">
                  <c:v>21-05-2012</c:v>
                </c:pt>
                <c:pt idx="3093">
                  <c:v>22-05-2012</c:v>
                </c:pt>
                <c:pt idx="3094">
                  <c:v>23-05-2012</c:v>
                </c:pt>
                <c:pt idx="3095">
                  <c:v>24-05-2012</c:v>
                </c:pt>
                <c:pt idx="3096">
                  <c:v>25-05-2012</c:v>
                </c:pt>
                <c:pt idx="3097">
                  <c:v>28-05-2012</c:v>
                </c:pt>
                <c:pt idx="3098">
                  <c:v>29-05-2012</c:v>
                </c:pt>
                <c:pt idx="3099">
                  <c:v>30-05-2012</c:v>
                </c:pt>
                <c:pt idx="3100">
                  <c:v>31-05-2012</c:v>
                </c:pt>
                <c:pt idx="3101">
                  <c:v>01-06-2012</c:v>
                </c:pt>
                <c:pt idx="3102">
                  <c:v>04-06-2012</c:v>
                </c:pt>
                <c:pt idx="3103">
                  <c:v>05-06-2012</c:v>
                </c:pt>
                <c:pt idx="3104">
                  <c:v>06-06-2012</c:v>
                </c:pt>
                <c:pt idx="3105">
                  <c:v>07-06-2012</c:v>
                </c:pt>
                <c:pt idx="3106">
                  <c:v>08-06-2012</c:v>
                </c:pt>
                <c:pt idx="3107">
                  <c:v>11-06-2012</c:v>
                </c:pt>
                <c:pt idx="3108">
                  <c:v>12-06-2012</c:v>
                </c:pt>
                <c:pt idx="3109">
                  <c:v>13-06-2012</c:v>
                </c:pt>
                <c:pt idx="3110">
                  <c:v>14-06-2012</c:v>
                </c:pt>
                <c:pt idx="3111">
                  <c:v>15-06-2012</c:v>
                </c:pt>
                <c:pt idx="3112">
                  <c:v>18-06-2012</c:v>
                </c:pt>
                <c:pt idx="3113">
                  <c:v>19-06-2012</c:v>
                </c:pt>
                <c:pt idx="3114">
                  <c:v>20-06-2012</c:v>
                </c:pt>
                <c:pt idx="3115">
                  <c:v>21-06-2012</c:v>
                </c:pt>
                <c:pt idx="3116">
                  <c:v>22-06-2012</c:v>
                </c:pt>
                <c:pt idx="3117">
                  <c:v>25-06-2012</c:v>
                </c:pt>
                <c:pt idx="3118">
                  <c:v>26-06-2012</c:v>
                </c:pt>
                <c:pt idx="3119">
                  <c:v>27-06-2012</c:v>
                </c:pt>
                <c:pt idx="3120">
                  <c:v>28-06-2012</c:v>
                </c:pt>
                <c:pt idx="3121">
                  <c:v>29-06-2012</c:v>
                </c:pt>
                <c:pt idx="3122">
                  <c:v>02-07-2012</c:v>
                </c:pt>
                <c:pt idx="3123">
                  <c:v>03-07-2012</c:v>
                </c:pt>
                <c:pt idx="3124">
                  <c:v>04-07-2012</c:v>
                </c:pt>
                <c:pt idx="3125">
                  <c:v>05-07-2012</c:v>
                </c:pt>
                <c:pt idx="3126">
                  <c:v>06-07-2012</c:v>
                </c:pt>
                <c:pt idx="3127">
                  <c:v>09-07-2012</c:v>
                </c:pt>
                <c:pt idx="3128">
                  <c:v>10-07-2012</c:v>
                </c:pt>
                <c:pt idx="3129">
                  <c:v>11-07-2012</c:v>
                </c:pt>
                <c:pt idx="3130">
                  <c:v>12-07-2012</c:v>
                </c:pt>
                <c:pt idx="3131">
                  <c:v>13-07-2012</c:v>
                </c:pt>
                <c:pt idx="3132">
                  <c:v>16-07-2012</c:v>
                </c:pt>
                <c:pt idx="3133">
                  <c:v>17-07-2012</c:v>
                </c:pt>
                <c:pt idx="3134">
                  <c:v>18-07-2012</c:v>
                </c:pt>
                <c:pt idx="3135">
                  <c:v>19-07-2012</c:v>
                </c:pt>
                <c:pt idx="3136">
                  <c:v>20-07-2012</c:v>
                </c:pt>
                <c:pt idx="3137">
                  <c:v>23-07-2012</c:v>
                </c:pt>
                <c:pt idx="3138">
                  <c:v>24-07-2012</c:v>
                </c:pt>
                <c:pt idx="3139">
                  <c:v>25-07-2012</c:v>
                </c:pt>
                <c:pt idx="3140">
                  <c:v>26-07-2012</c:v>
                </c:pt>
                <c:pt idx="3141">
                  <c:v>27-07-2012</c:v>
                </c:pt>
                <c:pt idx="3142">
                  <c:v>30-07-2012</c:v>
                </c:pt>
                <c:pt idx="3143">
                  <c:v>31-07-2012</c:v>
                </c:pt>
                <c:pt idx="3144">
                  <c:v>01-08-2012</c:v>
                </c:pt>
                <c:pt idx="3145">
                  <c:v>02-08-2012</c:v>
                </c:pt>
                <c:pt idx="3146">
                  <c:v>03-08-2012</c:v>
                </c:pt>
                <c:pt idx="3147">
                  <c:v>06-08-2012</c:v>
                </c:pt>
                <c:pt idx="3148">
                  <c:v>07-08-2012</c:v>
                </c:pt>
                <c:pt idx="3149">
                  <c:v>08-08-2012</c:v>
                </c:pt>
                <c:pt idx="3150">
                  <c:v>09-08-2012</c:v>
                </c:pt>
                <c:pt idx="3151">
                  <c:v>10-08-2012</c:v>
                </c:pt>
                <c:pt idx="3152">
                  <c:v>13-08-2012</c:v>
                </c:pt>
                <c:pt idx="3153">
                  <c:v>14-08-2012</c:v>
                </c:pt>
                <c:pt idx="3154">
                  <c:v>16-08-2012</c:v>
                </c:pt>
                <c:pt idx="3155">
                  <c:v>17-08-2012</c:v>
                </c:pt>
                <c:pt idx="3156">
                  <c:v>21-08-2012</c:v>
                </c:pt>
                <c:pt idx="3157">
                  <c:v>22-08-2012</c:v>
                </c:pt>
                <c:pt idx="3158">
                  <c:v>23-08-2012</c:v>
                </c:pt>
                <c:pt idx="3159">
                  <c:v>24-08-2012</c:v>
                </c:pt>
                <c:pt idx="3160">
                  <c:v>27-08-2012</c:v>
                </c:pt>
                <c:pt idx="3161">
                  <c:v>28-08-2012</c:v>
                </c:pt>
                <c:pt idx="3162">
                  <c:v>29-08-2012</c:v>
                </c:pt>
                <c:pt idx="3163">
                  <c:v>30-08-2012</c:v>
                </c:pt>
                <c:pt idx="3164">
                  <c:v>31-08-2012</c:v>
                </c:pt>
                <c:pt idx="3165">
                  <c:v>03-09-2012</c:v>
                </c:pt>
                <c:pt idx="3166">
                  <c:v>04-09-2012</c:v>
                </c:pt>
                <c:pt idx="3167">
                  <c:v>05-09-2012</c:v>
                </c:pt>
                <c:pt idx="3168">
                  <c:v>06-09-2012</c:v>
                </c:pt>
                <c:pt idx="3169">
                  <c:v>07-09-2012</c:v>
                </c:pt>
                <c:pt idx="3170">
                  <c:v>08-09-2012</c:v>
                </c:pt>
                <c:pt idx="3171">
                  <c:v>10-09-2012</c:v>
                </c:pt>
                <c:pt idx="3172">
                  <c:v>11-09-2012</c:v>
                </c:pt>
                <c:pt idx="3173">
                  <c:v>12-09-2012</c:v>
                </c:pt>
                <c:pt idx="3174">
                  <c:v>13-09-2012</c:v>
                </c:pt>
                <c:pt idx="3175">
                  <c:v>14-09-2012</c:v>
                </c:pt>
                <c:pt idx="3176">
                  <c:v>17-09-2012</c:v>
                </c:pt>
                <c:pt idx="3177">
                  <c:v>18-09-2012</c:v>
                </c:pt>
                <c:pt idx="3178">
                  <c:v>20-09-2012</c:v>
                </c:pt>
                <c:pt idx="3179">
                  <c:v>21-09-2012</c:v>
                </c:pt>
                <c:pt idx="3180">
                  <c:v>24-09-2012</c:v>
                </c:pt>
                <c:pt idx="3181">
                  <c:v>25-09-2012</c:v>
                </c:pt>
                <c:pt idx="3182">
                  <c:v>26-09-2012</c:v>
                </c:pt>
                <c:pt idx="3183">
                  <c:v>27-09-2012</c:v>
                </c:pt>
                <c:pt idx="3184">
                  <c:v>28-09-2012</c:v>
                </c:pt>
                <c:pt idx="3185">
                  <c:v>01-10-2012</c:v>
                </c:pt>
                <c:pt idx="3186">
                  <c:v>03-10-2012</c:v>
                </c:pt>
                <c:pt idx="3187">
                  <c:v>04-10-2012</c:v>
                </c:pt>
                <c:pt idx="3188">
                  <c:v>05-10-2012</c:v>
                </c:pt>
                <c:pt idx="3189">
                  <c:v>08-10-2012</c:v>
                </c:pt>
                <c:pt idx="3190">
                  <c:v>09-10-2012</c:v>
                </c:pt>
                <c:pt idx="3191">
                  <c:v>10-10-2012</c:v>
                </c:pt>
                <c:pt idx="3192">
                  <c:v>11-10-2012</c:v>
                </c:pt>
                <c:pt idx="3193">
                  <c:v>12-10-2012</c:v>
                </c:pt>
                <c:pt idx="3194">
                  <c:v>15-10-2012</c:v>
                </c:pt>
                <c:pt idx="3195">
                  <c:v>16-10-2012</c:v>
                </c:pt>
                <c:pt idx="3196">
                  <c:v>17-10-2012</c:v>
                </c:pt>
                <c:pt idx="3197">
                  <c:v>18-10-2012</c:v>
                </c:pt>
                <c:pt idx="3198">
                  <c:v>19-10-2012</c:v>
                </c:pt>
                <c:pt idx="3199">
                  <c:v>22-10-2012</c:v>
                </c:pt>
                <c:pt idx="3200">
                  <c:v>23-10-2012</c:v>
                </c:pt>
                <c:pt idx="3201">
                  <c:v>25-10-2012</c:v>
                </c:pt>
                <c:pt idx="3202">
                  <c:v>26-10-2012</c:v>
                </c:pt>
                <c:pt idx="3203">
                  <c:v>29-10-2012</c:v>
                </c:pt>
                <c:pt idx="3204">
                  <c:v>30-10-2012</c:v>
                </c:pt>
                <c:pt idx="3205">
                  <c:v>31-10-2012</c:v>
                </c:pt>
                <c:pt idx="3206">
                  <c:v>01-11-2012</c:v>
                </c:pt>
                <c:pt idx="3207">
                  <c:v>02-11-2012</c:v>
                </c:pt>
                <c:pt idx="3208">
                  <c:v>05-11-2012</c:v>
                </c:pt>
                <c:pt idx="3209">
                  <c:v>06-11-2012</c:v>
                </c:pt>
                <c:pt idx="3210">
                  <c:v>07-11-2012</c:v>
                </c:pt>
                <c:pt idx="3211">
                  <c:v>08-11-2012</c:v>
                </c:pt>
                <c:pt idx="3212">
                  <c:v>09-11-2012</c:v>
                </c:pt>
                <c:pt idx="3213">
                  <c:v>12-11-2012</c:v>
                </c:pt>
                <c:pt idx="3214">
                  <c:v>13-11-2012</c:v>
                </c:pt>
                <c:pt idx="3215">
                  <c:v>15-11-2012</c:v>
                </c:pt>
                <c:pt idx="3216">
                  <c:v>16-11-2012</c:v>
                </c:pt>
                <c:pt idx="3217">
                  <c:v>19-11-2012</c:v>
                </c:pt>
                <c:pt idx="3218">
                  <c:v>20-11-2012</c:v>
                </c:pt>
                <c:pt idx="3219">
                  <c:v>21-11-2012</c:v>
                </c:pt>
                <c:pt idx="3220">
                  <c:v>22-11-2012</c:v>
                </c:pt>
                <c:pt idx="3221">
                  <c:v>23-11-2012</c:v>
                </c:pt>
                <c:pt idx="3222">
                  <c:v>26-11-2012</c:v>
                </c:pt>
                <c:pt idx="3223">
                  <c:v>27-11-2012</c:v>
                </c:pt>
                <c:pt idx="3224">
                  <c:v>29-11-2012</c:v>
                </c:pt>
                <c:pt idx="3225">
                  <c:v>30-11-2012</c:v>
                </c:pt>
                <c:pt idx="3226">
                  <c:v>03-12-2012</c:v>
                </c:pt>
                <c:pt idx="3227">
                  <c:v>04-12-2012</c:v>
                </c:pt>
                <c:pt idx="3228">
                  <c:v>05-12-2012</c:v>
                </c:pt>
                <c:pt idx="3229">
                  <c:v>06-12-2012</c:v>
                </c:pt>
                <c:pt idx="3230">
                  <c:v>07-12-2012</c:v>
                </c:pt>
                <c:pt idx="3231">
                  <c:v>10-12-2012</c:v>
                </c:pt>
                <c:pt idx="3232">
                  <c:v>11-12-2012</c:v>
                </c:pt>
                <c:pt idx="3233">
                  <c:v>12-12-2012</c:v>
                </c:pt>
                <c:pt idx="3234">
                  <c:v>13-12-2012</c:v>
                </c:pt>
                <c:pt idx="3235">
                  <c:v>14-12-2012</c:v>
                </c:pt>
                <c:pt idx="3236">
                  <c:v>17-12-2012</c:v>
                </c:pt>
                <c:pt idx="3237">
                  <c:v>18-12-2012</c:v>
                </c:pt>
                <c:pt idx="3238">
                  <c:v>19-12-2012</c:v>
                </c:pt>
                <c:pt idx="3239">
                  <c:v>20-12-2012</c:v>
                </c:pt>
                <c:pt idx="3240">
                  <c:v>21-12-2012</c:v>
                </c:pt>
                <c:pt idx="3241">
                  <c:v>24-12-2012</c:v>
                </c:pt>
                <c:pt idx="3242">
                  <c:v>26-12-2012</c:v>
                </c:pt>
                <c:pt idx="3243">
                  <c:v>27-12-2012</c:v>
                </c:pt>
                <c:pt idx="3244">
                  <c:v>28-12-2012</c:v>
                </c:pt>
                <c:pt idx="3245">
                  <c:v>31-12-2012</c:v>
                </c:pt>
                <c:pt idx="3246">
                  <c:v>01-01-2013</c:v>
                </c:pt>
                <c:pt idx="3247">
                  <c:v>02-01-2013</c:v>
                </c:pt>
                <c:pt idx="3248">
                  <c:v>03-01-2013</c:v>
                </c:pt>
                <c:pt idx="3249">
                  <c:v>04-01-2013</c:v>
                </c:pt>
                <c:pt idx="3250">
                  <c:v>07-01-2013</c:v>
                </c:pt>
                <c:pt idx="3251">
                  <c:v>08-01-2013</c:v>
                </c:pt>
                <c:pt idx="3252">
                  <c:v>09-01-2013</c:v>
                </c:pt>
                <c:pt idx="3253">
                  <c:v>10-01-2013</c:v>
                </c:pt>
                <c:pt idx="3254">
                  <c:v>11-01-2013</c:v>
                </c:pt>
                <c:pt idx="3255">
                  <c:v>14-01-2013</c:v>
                </c:pt>
                <c:pt idx="3256">
                  <c:v>15-01-2013</c:v>
                </c:pt>
                <c:pt idx="3257">
                  <c:v>16-01-2013</c:v>
                </c:pt>
                <c:pt idx="3258">
                  <c:v>17-01-2013</c:v>
                </c:pt>
                <c:pt idx="3259">
                  <c:v>18-01-2013</c:v>
                </c:pt>
                <c:pt idx="3260">
                  <c:v>21-01-2013</c:v>
                </c:pt>
                <c:pt idx="3261">
                  <c:v>22-01-2013</c:v>
                </c:pt>
                <c:pt idx="3262">
                  <c:v>23-01-2013</c:v>
                </c:pt>
                <c:pt idx="3263">
                  <c:v>24-01-2013</c:v>
                </c:pt>
                <c:pt idx="3264">
                  <c:v>25-01-2013</c:v>
                </c:pt>
                <c:pt idx="3265">
                  <c:v>28-01-2013</c:v>
                </c:pt>
                <c:pt idx="3266">
                  <c:v>29-01-2013</c:v>
                </c:pt>
                <c:pt idx="3267">
                  <c:v>30-01-2013</c:v>
                </c:pt>
                <c:pt idx="3268">
                  <c:v>31-01-2013</c:v>
                </c:pt>
                <c:pt idx="3269">
                  <c:v>01-02-2013</c:v>
                </c:pt>
                <c:pt idx="3270">
                  <c:v>04-02-2013</c:v>
                </c:pt>
                <c:pt idx="3271">
                  <c:v>05-02-2013</c:v>
                </c:pt>
                <c:pt idx="3272">
                  <c:v>06-02-2013</c:v>
                </c:pt>
                <c:pt idx="3273">
                  <c:v>07-02-2013</c:v>
                </c:pt>
                <c:pt idx="3274">
                  <c:v>08-02-2013</c:v>
                </c:pt>
                <c:pt idx="3275">
                  <c:v>11-02-2013</c:v>
                </c:pt>
                <c:pt idx="3276">
                  <c:v>12-02-2013</c:v>
                </c:pt>
                <c:pt idx="3277">
                  <c:v>13-02-2013</c:v>
                </c:pt>
                <c:pt idx="3278">
                  <c:v>14-02-2013</c:v>
                </c:pt>
                <c:pt idx="3279">
                  <c:v>15-02-2013</c:v>
                </c:pt>
                <c:pt idx="3280">
                  <c:v>18-02-2013</c:v>
                </c:pt>
                <c:pt idx="3281">
                  <c:v>19-02-2013</c:v>
                </c:pt>
                <c:pt idx="3282">
                  <c:v>20-02-2013</c:v>
                </c:pt>
                <c:pt idx="3283">
                  <c:v>21-02-2013</c:v>
                </c:pt>
                <c:pt idx="3284">
                  <c:v>22-02-2013</c:v>
                </c:pt>
                <c:pt idx="3285">
                  <c:v>25-02-2013</c:v>
                </c:pt>
                <c:pt idx="3286">
                  <c:v>26-02-2013</c:v>
                </c:pt>
                <c:pt idx="3287">
                  <c:v>27-02-2013</c:v>
                </c:pt>
                <c:pt idx="3288">
                  <c:v>28-02-2013</c:v>
                </c:pt>
                <c:pt idx="3289">
                  <c:v>01-03-2013</c:v>
                </c:pt>
                <c:pt idx="3290">
                  <c:v>04-03-2013</c:v>
                </c:pt>
                <c:pt idx="3291">
                  <c:v>05-03-2013</c:v>
                </c:pt>
                <c:pt idx="3292">
                  <c:v>06-03-2013</c:v>
                </c:pt>
                <c:pt idx="3293">
                  <c:v>07-03-2013</c:v>
                </c:pt>
                <c:pt idx="3294">
                  <c:v>08-03-2013</c:v>
                </c:pt>
                <c:pt idx="3295">
                  <c:v>11-03-2013</c:v>
                </c:pt>
                <c:pt idx="3296">
                  <c:v>12-03-2013</c:v>
                </c:pt>
                <c:pt idx="3297">
                  <c:v>13-03-2013</c:v>
                </c:pt>
                <c:pt idx="3298">
                  <c:v>14-03-2013</c:v>
                </c:pt>
                <c:pt idx="3299">
                  <c:v>15-03-2013</c:v>
                </c:pt>
                <c:pt idx="3300">
                  <c:v>18-03-2013</c:v>
                </c:pt>
                <c:pt idx="3301">
                  <c:v>19-03-2013</c:v>
                </c:pt>
                <c:pt idx="3302">
                  <c:v>20-03-2013</c:v>
                </c:pt>
                <c:pt idx="3303">
                  <c:v>21-03-2013</c:v>
                </c:pt>
                <c:pt idx="3304">
                  <c:v>22-03-2013</c:v>
                </c:pt>
                <c:pt idx="3305">
                  <c:v>25-03-2013</c:v>
                </c:pt>
                <c:pt idx="3306">
                  <c:v>26-03-2013</c:v>
                </c:pt>
                <c:pt idx="3307">
                  <c:v>28-03-2013</c:v>
                </c:pt>
                <c:pt idx="3308">
                  <c:v>01-04-2013</c:v>
                </c:pt>
                <c:pt idx="3309">
                  <c:v>02-04-2013</c:v>
                </c:pt>
                <c:pt idx="3310">
                  <c:v>03-04-2013</c:v>
                </c:pt>
                <c:pt idx="3311">
                  <c:v>04-04-2013</c:v>
                </c:pt>
                <c:pt idx="3312">
                  <c:v>05-04-2013</c:v>
                </c:pt>
                <c:pt idx="3313">
                  <c:v>08-04-2013</c:v>
                </c:pt>
                <c:pt idx="3314">
                  <c:v>09-04-2013</c:v>
                </c:pt>
                <c:pt idx="3315">
                  <c:v>10-04-2013</c:v>
                </c:pt>
                <c:pt idx="3316">
                  <c:v>11-04-2013</c:v>
                </c:pt>
                <c:pt idx="3317">
                  <c:v>12-04-2013</c:v>
                </c:pt>
                <c:pt idx="3318">
                  <c:v>15-04-2013</c:v>
                </c:pt>
                <c:pt idx="3319">
                  <c:v>16-04-2013</c:v>
                </c:pt>
                <c:pt idx="3320">
                  <c:v>17-04-2013</c:v>
                </c:pt>
                <c:pt idx="3321">
                  <c:v>18-04-2013</c:v>
                </c:pt>
                <c:pt idx="3322">
                  <c:v>22-04-2013</c:v>
                </c:pt>
                <c:pt idx="3323">
                  <c:v>23-04-2013</c:v>
                </c:pt>
                <c:pt idx="3324">
                  <c:v>25-04-2013</c:v>
                </c:pt>
                <c:pt idx="3325">
                  <c:v>26-04-2013</c:v>
                </c:pt>
                <c:pt idx="3326">
                  <c:v>29-04-2013</c:v>
                </c:pt>
                <c:pt idx="3327">
                  <c:v>30-04-2013</c:v>
                </c:pt>
                <c:pt idx="3328">
                  <c:v>02-05-2013</c:v>
                </c:pt>
                <c:pt idx="3329">
                  <c:v>03-05-2013</c:v>
                </c:pt>
                <c:pt idx="3330">
                  <c:v>06-05-2013</c:v>
                </c:pt>
                <c:pt idx="3331">
                  <c:v>07-05-2013</c:v>
                </c:pt>
                <c:pt idx="3332">
                  <c:v>08-05-2013</c:v>
                </c:pt>
                <c:pt idx="3333">
                  <c:v>09-05-2013</c:v>
                </c:pt>
                <c:pt idx="3334">
                  <c:v>10-05-2013</c:v>
                </c:pt>
                <c:pt idx="3335">
                  <c:v>11-05-2013</c:v>
                </c:pt>
                <c:pt idx="3336">
                  <c:v>13-05-2013</c:v>
                </c:pt>
                <c:pt idx="3337">
                  <c:v>14-05-2013</c:v>
                </c:pt>
                <c:pt idx="3338">
                  <c:v>15-05-2013</c:v>
                </c:pt>
                <c:pt idx="3339">
                  <c:v>16-05-2013</c:v>
                </c:pt>
                <c:pt idx="3340">
                  <c:v>17-05-2013</c:v>
                </c:pt>
                <c:pt idx="3341">
                  <c:v>20-05-2013</c:v>
                </c:pt>
                <c:pt idx="3342">
                  <c:v>21-05-2013</c:v>
                </c:pt>
                <c:pt idx="3343">
                  <c:v>22-05-2013</c:v>
                </c:pt>
                <c:pt idx="3344">
                  <c:v>23-05-2013</c:v>
                </c:pt>
                <c:pt idx="3345">
                  <c:v>24-05-2013</c:v>
                </c:pt>
                <c:pt idx="3346">
                  <c:v>27-05-2013</c:v>
                </c:pt>
                <c:pt idx="3347">
                  <c:v>28-05-2013</c:v>
                </c:pt>
                <c:pt idx="3348">
                  <c:v>29-05-2013</c:v>
                </c:pt>
                <c:pt idx="3349">
                  <c:v>30-05-2013</c:v>
                </c:pt>
                <c:pt idx="3350">
                  <c:v>31-05-2013</c:v>
                </c:pt>
                <c:pt idx="3351">
                  <c:v>03-06-2013</c:v>
                </c:pt>
                <c:pt idx="3352">
                  <c:v>04-06-2013</c:v>
                </c:pt>
                <c:pt idx="3353">
                  <c:v>05-06-2013</c:v>
                </c:pt>
                <c:pt idx="3354">
                  <c:v>06-06-2013</c:v>
                </c:pt>
                <c:pt idx="3355">
                  <c:v>07-06-2013</c:v>
                </c:pt>
                <c:pt idx="3356">
                  <c:v>10-06-2013</c:v>
                </c:pt>
                <c:pt idx="3357">
                  <c:v>11-06-2013</c:v>
                </c:pt>
                <c:pt idx="3358">
                  <c:v>12-06-2013</c:v>
                </c:pt>
                <c:pt idx="3359">
                  <c:v>13-06-2013</c:v>
                </c:pt>
                <c:pt idx="3360">
                  <c:v>14-06-2013</c:v>
                </c:pt>
                <c:pt idx="3361">
                  <c:v>17-06-2013</c:v>
                </c:pt>
                <c:pt idx="3362">
                  <c:v>18-06-2013</c:v>
                </c:pt>
                <c:pt idx="3363">
                  <c:v>19-06-2013</c:v>
                </c:pt>
                <c:pt idx="3364">
                  <c:v>20-06-2013</c:v>
                </c:pt>
                <c:pt idx="3365">
                  <c:v>21-06-2013</c:v>
                </c:pt>
                <c:pt idx="3366">
                  <c:v>24-06-2013</c:v>
                </c:pt>
                <c:pt idx="3367">
                  <c:v>25-06-2013</c:v>
                </c:pt>
                <c:pt idx="3368">
                  <c:v>26-06-2013</c:v>
                </c:pt>
                <c:pt idx="3369">
                  <c:v>27-06-2013</c:v>
                </c:pt>
                <c:pt idx="3370">
                  <c:v>28-06-2013</c:v>
                </c:pt>
                <c:pt idx="3371">
                  <c:v>01-07-2013</c:v>
                </c:pt>
                <c:pt idx="3372">
                  <c:v>02-07-2013</c:v>
                </c:pt>
                <c:pt idx="3373">
                  <c:v>03-07-2013</c:v>
                </c:pt>
                <c:pt idx="3374">
                  <c:v>04-07-2013</c:v>
                </c:pt>
                <c:pt idx="3375">
                  <c:v>05-07-2013</c:v>
                </c:pt>
                <c:pt idx="3376">
                  <c:v>08-07-2013</c:v>
                </c:pt>
                <c:pt idx="3377">
                  <c:v>09-07-2013</c:v>
                </c:pt>
                <c:pt idx="3378">
                  <c:v>10-07-2013</c:v>
                </c:pt>
                <c:pt idx="3379">
                  <c:v>11-07-2013</c:v>
                </c:pt>
                <c:pt idx="3380">
                  <c:v>12-07-2013</c:v>
                </c:pt>
                <c:pt idx="3381">
                  <c:v>15-07-2013</c:v>
                </c:pt>
                <c:pt idx="3382">
                  <c:v>16-07-2013</c:v>
                </c:pt>
                <c:pt idx="3383">
                  <c:v>17-07-2013</c:v>
                </c:pt>
                <c:pt idx="3384">
                  <c:v>18-07-2013</c:v>
                </c:pt>
                <c:pt idx="3385">
                  <c:v>19-07-2013</c:v>
                </c:pt>
                <c:pt idx="3386">
                  <c:v>22-07-2013</c:v>
                </c:pt>
                <c:pt idx="3387">
                  <c:v>23-07-2013</c:v>
                </c:pt>
                <c:pt idx="3388">
                  <c:v>24-07-2013</c:v>
                </c:pt>
                <c:pt idx="3389">
                  <c:v>25-07-2013</c:v>
                </c:pt>
                <c:pt idx="3390">
                  <c:v>26-07-2013</c:v>
                </c:pt>
                <c:pt idx="3391">
                  <c:v>29-07-2013</c:v>
                </c:pt>
                <c:pt idx="3392">
                  <c:v>30-07-2013</c:v>
                </c:pt>
                <c:pt idx="3393">
                  <c:v>31-07-2013</c:v>
                </c:pt>
                <c:pt idx="3394">
                  <c:v>01-08-2013</c:v>
                </c:pt>
                <c:pt idx="3395">
                  <c:v>02-08-2013</c:v>
                </c:pt>
                <c:pt idx="3396">
                  <c:v>05-08-2013</c:v>
                </c:pt>
                <c:pt idx="3397">
                  <c:v>06-08-2013</c:v>
                </c:pt>
                <c:pt idx="3398">
                  <c:v>07-08-2013</c:v>
                </c:pt>
                <c:pt idx="3399">
                  <c:v>08-08-2013</c:v>
                </c:pt>
                <c:pt idx="3400">
                  <c:v>12-08-2013</c:v>
                </c:pt>
                <c:pt idx="3401">
                  <c:v>13-08-2013</c:v>
                </c:pt>
                <c:pt idx="3402">
                  <c:v>14-08-2013</c:v>
                </c:pt>
                <c:pt idx="3403">
                  <c:v>16-08-2013</c:v>
                </c:pt>
                <c:pt idx="3404">
                  <c:v>19-08-2013</c:v>
                </c:pt>
                <c:pt idx="3405">
                  <c:v>20-08-2013</c:v>
                </c:pt>
                <c:pt idx="3406">
                  <c:v>21-08-2013</c:v>
                </c:pt>
                <c:pt idx="3407">
                  <c:v>22-08-2013</c:v>
                </c:pt>
                <c:pt idx="3408">
                  <c:v>23-08-2013</c:v>
                </c:pt>
                <c:pt idx="3409">
                  <c:v>26-08-2013</c:v>
                </c:pt>
                <c:pt idx="3410">
                  <c:v>27-08-2013</c:v>
                </c:pt>
                <c:pt idx="3411">
                  <c:v>28-08-2013</c:v>
                </c:pt>
                <c:pt idx="3412">
                  <c:v>29-08-2013</c:v>
                </c:pt>
                <c:pt idx="3413">
                  <c:v>30-08-2013</c:v>
                </c:pt>
                <c:pt idx="3414">
                  <c:v>02-09-2013</c:v>
                </c:pt>
                <c:pt idx="3415">
                  <c:v>03-09-2013</c:v>
                </c:pt>
                <c:pt idx="3416">
                  <c:v>04-09-2013</c:v>
                </c:pt>
                <c:pt idx="3417">
                  <c:v>05-09-2013</c:v>
                </c:pt>
                <c:pt idx="3418">
                  <c:v>06-09-2013</c:v>
                </c:pt>
                <c:pt idx="3419">
                  <c:v>10-09-2013</c:v>
                </c:pt>
                <c:pt idx="3420">
                  <c:v>11-09-2013</c:v>
                </c:pt>
                <c:pt idx="3421">
                  <c:v>12-09-2013</c:v>
                </c:pt>
                <c:pt idx="3422">
                  <c:v>13-09-2013</c:v>
                </c:pt>
                <c:pt idx="3423">
                  <c:v>16-09-2013</c:v>
                </c:pt>
                <c:pt idx="3424">
                  <c:v>17-09-2013</c:v>
                </c:pt>
                <c:pt idx="3425">
                  <c:v>18-09-2013</c:v>
                </c:pt>
                <c:pt idx="3426">
                  <c:v>19-09-2013</c:v>
                </c:pt>
                <c:pt idx="3427">
                  <c:v>20-09-2013</c:v>
                </c:pt>
                <c:pt idx="3428">
                  <c:v>23-09-2013</c:v>
                </c:pt>
                <c:pt idx="3429">
                  <c:v>24-09-2013</c:v>
                </c:pt>
                <c:pt idx="3430">
                  <c:v>25-09-2013</c:v>
                </c:pt>
                <c:pt idx="3431">
                  <c:v>26-09-2013</c:v>
                </c:pt>
                <c:pt idx="3432">
                  <c:v>27-09-2013</c:v>
                </c:pt>
                <c:pt idx="3433">
                  <c:v>30-09-2013</c:v>
                </c:pt>
                <c:pt idx="3434">
                  <c:v>01-10-2013</c:v>
                </c:pt>
                <c:pt idx="3435">
                  <c:v>03-10-2013</c:v>
                </c:pt>
                <c:pt idx="3436">
                  <c:v>04-10-2013</c:v>
                </c:pt>
                <c:pt idx="3437">
                  <c:v>07-10-2013</c:v>
                </c:pt>
                <c:pt idx="3438">
                  <c:v>08-10-2013</c:v>
                </c:pt>
                <c:pt idx="3439">
                  <c:v>09-10-2013</c:v>
                </c:pt>
                <c:pt idx="3440">
                  <c:v>10-10-2013</c:v>
                </c:pt>
                <c:pt idx="3441">
                  <c:v>11-10-2013</c:v>
                </c:pt>
                <c:pt idx="3442">
                  <c:v>14-10-2013</c:v>
                </c:pt>
                <c:pt idx="3443">
                  <c:v>15-10-2013</c:v>
                </c:pt>
                <c:pt idx="3444">
                  <c:v>17-10-2013</c:v>
                </c:pt>
                <c:pt idx="3445">
                  <c:v>18-10-2013</c:v>
                </c:pt>
                <c:pt idx="3446">
                  <c:v>21-10-2013</c:v>
                </c:pt>
                <c:pt idx="3447">
                  <c:v>22-10-2013</c:v>
                </c:pt>
                <c:pt idx="3448">
                  <c:v>23-10-2013</c:v>
                </c:pt>
                <c:pt idx="3449">
                  <c:v>24-10-2013</c:v>
                </c:pt>
                <c:pt idx="3450">
                  <c:v>25-10-2013</c:v>
                </c:pt>
                <c:pt idx="3451">
                  <c:v>28-10-2013</c:v>
                </c:pt>
                <c:pt idx="3452">
                  <c:v>29-10-2013</c:v>
                </c:pt>
                <c:pt idx="3453">
                  <c:v>30-10-2013</c:v>
                </c:pt>
                <c:pt idx="3454">
                  <c:v>31-10-2013</c:v>
                </c:pt>
                <c:pt idx="3455">
                  <c:v>01-11-2013</c:v>
                </c:pt>
                <c:pt idx="3456">
                  <c:v>03-11-2013</c:v>
                </c:pt>
                <c:pt idx="3457">
                  <c:v>05-11-2013</c:v>
                </c:pt>
                <c:pt idx="3458">
                  <c:v>06-11-2013</c:v>
                </c:pt>
                <c:pt idx="3459">
                  <c:v>07-11-2013</c:v>
                </c:pt>
                <c:pt idx="3460">
                  <c:v>08-11-2013</c:v>
                </c:pt>
                <c:pt idx="3461">
                  <c:v>11-11-2013</c:v>
                </c:pt>
                <c:pt idx="3462">
                  <c:v>12-11-2013</c:v>
                </c:pt>
                <c:pt idx="3463">
                  <c:v>13-11-2013</c:v>
                </c:pt>
                <c:pt idx="3464">
                  <c:v>14-11-2013</c:v>
                </c:pt>
                <c:pt idx="3465">
                  <c:v>18-11-2013</c:v>
                </c:pt>
                <c:pt idx="3466">
                  <c:v>19-11-2013</c:v>
                </c:pt>
                <c:pt idx="3467">
                  <c:v>20-11-2013</c:v>
                </c:pt>
                <c:pt idx="3468">
                  <c:v>21-11-2013</c:v>
                </c:pt>
                <c:pt idx="3469">
                  <c:v>22-11-2013</c:v>
                </c:pt>
                <c:pt idx="3470">
                  <c:v>25-11-2013</c:v>
                </c:pt>
                <c:pt idx="3471">
                  <c:v>26-11-2013</c:v>
                </c:pt>
                <c:pt idx="3472">
                  <c:v>27-11-2013</c:v>
                </c:pt>
                <c:pt idx="3473">
                  <c:v>28-11-2013</c:v>
                </c:pt>
                <c:pt idx="3474">
                  <c:v>29-11-2013</c:v>
                </c:pt>
                <c:pt idx="3475">
                  <c:v>02-12-2013</c:v>
                </c:pt>
                <c:pt idx="3476">
                  <c:v>03-12-2013</c:v>
                </c:pt>
                <c:pt idx="3477">
                  <c:v>04-12-2013</c:v>
                </c:pt>
                <c:pt idx="3478">
                  <c:v>05-12-2013</c:v>
                </c:pt>
                <c:pt idx="3479">
                  <c:v>06-12-2013</c:v>
                </c:pt>
                <c:pt idx="3480">
                  <c:v>09-12-2013</c:v>
                </c:pt>
                <c:pt idx="3481">
                  <c:v>10-12-2013</c:v>
                </c:pt>
                <c:pt idx="3482">
                  <c:v>11-12-2013</c:v>
                </c:pt>
                <c:pt idx="3483">
                  <c:v>12-12-2013</c:v>
                </c:pt>
                <c:pt idx="3484">
                  <c:v>13-12-2013</c:v>
                </c:pt>
                <c:pt idx="3485">
                  <c:v>16-12-2013</c:v>
                </c:pt>
                <c:pt idx="3486">
                  <c:v>17-12-2013</c:v>
                </c:pt>
                <c:pt idx="3487">
                  <c:v>18-12-2013</c:v>
                </c:pt>
                <c:pt idx="3488">
                  <c:v>19-12-2013</c:v>
                </c:pt>
                <c:pt idx="3489">
                  <c:v>20-12-2013</c:v>
                </c:pt>
                <c:pt idx="3490">
                  <c:v>23-12-2013</c:v>
                </c:pt>
                <c:pt idx="3491">
                  <c:v>24-12-2013</c:v>
                </c:pt>
                <c:pt idx="3492">
                  <c:v>26-12-2013</c:v>
                </c:pt>
                <c:pt idx="3493">
                  <c:v>27-12-2013</c:v>
                </c:pt>
                <c:pt idx="3494">
                  <c:v>30-12-2013</c:v>
                </c:pt>
                <c:pt idx="3495">
                  <c:v>31-12-2013</c:v>
                </c:pt>
                <c:pt idx="3496">
                  <c:v>01-01-2014</c:v>
                </c:pt>
                <c:pt idx="3497">
                  <c:v>02-01-2014</c:v>
                </c:pt>
                <c:pt idx="3498">
                  <c:v>03-01-2014</c:v>
                </c:pt>
                <c:pt idx="3499">
                  <c:v>06-01-2014</c:v>
                </c:pt>
                <c:pt idx="3500">
                  <c:v>07-01-2014</c:v>
                </c:pt>
                <c:pt idx="3501">
                  <c:v>08-01-2014</c:v>
                </c:pt>
                <c:pt idx="3502">
                  <c:v>09-01-2014</c:v>
                </c:pt>
                <c:pt idx="3503">
                  <c:v>10-01-2014</c:v>
                </c:pt>
                <c:pt idx="3504">
                  <c:v>13-01-2014</c:v>
                </c:pt>
                <c:pt idx="3505">
                  <c:v>14-01-2014</c:v>
                </c:pt>
                <c:pt idx="3506">
                  <c:v>15-01-2014</c:v>
                </c:pt>
                <c:pt idx="3507">
                  <c:v>16-01-2014</c:v>
                </c:pt>
                <c:pt idx="3508">
                  <c:v>17-01-2014</c:v>
                </c:pt>
                <c:pt idx="3509">
                  <c:v>20-01-2014</c:v>
                </c:pt>
                <c:pt idx="3510">
                  <c:v>21-01-2014</c:v>
                </c:pt>
                <c:pt idx="3511">
                  <c:v>22-01-2014</c:v>
                </c:pt>
                <c:pt idx="3512">
                  <c:v>23-01-2014</c:v>
                </c:pt>
                <c:pt idx="3513">
                  <c:v>24-01-2014</c:v>
                </c:pt>
                <c:pt idx="3514">
                  <c:v>27-01-2014</c:v>
                </c:pt>
                <c:pt idx="3515">
                  <c:v>28-01-2014</c:v>
                </c:pt>
                <c:pt idx="3516">
                  <c:v>29-01-2014</c:v>
                </c:pt>
                <c:pt idx="3517">
                  <c:v>30-01-2014</c:v>
                </c:pt>
                <c:pt idx="3518">
                  <c:v>31-01-2014</c:v>
                </c:pt>
                <c:pt idx="3519">
                  <c:v>03-02-2014</c:v>
                </c:pt>
                <c:pt idx="3520">
                  <c:v>04-02-2014</c:v>
                </c:pt>
                <c:pt idx="3521">
                  <c:v>05-02-2014</c:v>
                </c:pt>
                <c:pt idx="3522">
                  <c:v>06-02-2014</c:v>
                </c:pt>
                <c:pt idx="3523">
                  <c:v>07-02-2014</c:v>
                </c:pt>
                <c:pt idx="3524">
                  <c:v>10-02-2014</c:v>
                </c:pt>
                <c:pt idx="3525">
                  <c:v>11-02-2014</c:v>
                </c:pt>
                <c:pt idx="3526">
                  <c:v>12-02-2014</c:v>
                </c:pt>
                <c:pt idx="3527">
                  <c:v>13-02-2014</c:v>
                </c:pt>
                <c:pt idx="3528">
                  <c:v>14-02-2014</c:v>
                </c:pt>
                <c:pt idx="3529">
                  <c:v>17-02-2014</c:v>
                </c:pt>
                <c:pt idx="3530">
                  <c:v>18-02-2014</c:v>
                </c:pt>
                <c:pt idx="3531">
                  <c:v>19-02-2014</c:v>
                </c:pt>
                <c:pt idx="3532">
                  <c:v>20-02-2014</c:v>
                </c:pt>
                <c:pt idx="3533">
                  <c:v>21-02-2014</c:v>
                </c:pt>
                <c:pt idx="3534">
                  <c:v>24-02-2014</c:v>
                </c:pt>
                <c:pt idx="3535">
                  <c:v>25-02-2014</c:v>
                </c:pt>
                <c:pt idx="3536">
                  <c:v>26-02-2014</c:v>
                </c:pt>
                <c:pt idx="3537">
                  <c:v>28-02-2014</c:v>
                </c:pt>
                <c:pt idx="3538">
                  <c:v>03-03-2014</c:v>
                </c:pt>
                <c:pt idx="3539">
                  <c:v>04-03-2014</c:v>
                </c:pt>
                <c:pt idx="3540">
                  <c:v>05-03-2014</c:v>
                </c:pt>
                <c:pt idx="3541">
                  <c:v>06-03-2014</c:v>
                </c:pt>
                <c:pt idx="3542">
                  <c:v>07-03-2014</c:v>
                </c:pt>
                <c:pt idx="3543">
                  <c:v>10-03-2014</c:v>
                </c:pt>
                <c:pt idx="3544">
                  <c:v>11-03-2014</c:v>
                </c:pt>
                <c:pt idx="3545">
                  <c:v>12-03-2014</c:v>
                </c:pt>
                <c:pt idx="3546">
                  <c:v>13-03-2014</c:v>
                </c:pt>
                <c:pt idx="3547">
                  <c:v>14-03-2014</c:v>
                </c:pt>
                <c:pt idx="3548">
                  <c:v>18-03-2014</c:v>
                </c:pt>
                <c:pt idx="3549">
                  <c:v>19-03-2014</c:v>
                </c:pt>
                <c:pt idx="3550">
                  <c:v>20-03-2014</c:v>
                </c:pt>
                <c:pt idx="3551">
                  <c:v>21-03-2014</c:v>
                </c:pt>
                <c:pt idx="3552">
                  <c:v>22-03-2014</c:v>
                </c:pt>
                <c:pt idx="3553">
                  <c:v>24-03-2014</c:v>
                </c:pt>
                <c:pt idx="3554">
                  <c:v>25-03-2014</c:v>
                </c:pt>
                <c:pt idx="3555">
                  <c:v>26-03-2014</c:v>
                </c:pt>
                <c:pt idx="3556">
                  <c:v>27-03-2014</c:v>
                </c:pt>
                <c:pt idx="3557">
                  <c:v>28-03-2014</c:v>
                </c:pt>
                <c:pt idx="3558">
                  <c:v>31-03-2014</c:v>
                </c:pt>
                <c:pt idx="3559">
                  <c:v>01-04-2014</c:v>
                </c:pt>
                <c:pt idx="3560">
                  <c:v>02-04-2014</c:v>
                </c:pt>
                <c:pt idx="3561">
                  <c:v>03-04-2014</c:v>
                </c:pt>
                <c:pt idx="3562">
                  <c:v>04-04-2014</c:v>
                </c:pt>
                <c:pt idx="3563">
                  <c:v>07-04-2014</c:v>
                </c:pt>
                <c:pt idx="3564">
                  <c:v>09-04-2014</c:v>
                </c:pt>
                <c:pt idx="3565">
                  <c:v>10-04-2014</c:v>
                </c:pt>
                <c:pt idx="3566">
                  <c:v>11-04-2014</c:v>
                </c:pt>
                <c:pt idx="3567">
                  <c:v>15-04-2014</c:v>
                </c:pt>
                <c:pt idx="3568">
                  <c:v>16-04-2014</c:v>
                </c:pt>
                <c:pt idx="3569">
                  <c:v>17-04-2014</c:v>
                </c:pt>
                <c:pt idx="3570">
                  <c:v>21-04-2014</c:v>
                </c:pt>
                <c:pt idx="3571">
                  <c:v>22-04-2014</c:v>
                </c:pt>
                <c:pt idx="3572">
                  <c:v>23-04-2014</c:v>
                </c:pt>
                <c:pt idx="3573">
                  <c:v>25-04-2014</c:v>
                </c:pt>
                <c:pt idx="3574">
                  <c:v>28-04-2014</c:v>
                </c:pt>
                <c:pt idx="3575">
                  <c:v>29-04-2014</c:v>
                </c:pt>
                <c:pt idx="3576">
                  <c:v>30-04-2014</c:v>
                </c:pt>
                <c:pt idx="3577">
                  <c:v>02-05-2014</c:v>
                </c:pt>
                <c:pt idx="3578">
                  <c:v>05-05-2014</c:v>
                </c:pt>
                <c:pt idx="3579">
                  <c:v>06-05-2014</c:v>
                </c:pt>
                <c:pt idx="3580">
                  <c:v>07-05-2014</c:v>
                </c:pt>
                <c:pt idx="3581">
                  <c:v>08-05-2014</c:v>
                </c:pt>
                <c:pt idx="3582">
                  <c:v>09-05-2014</c:v>
                </c:pt>
                <c:pt idx="3583">
                  <c:v>12-05-2014</c:v>
                </c:pt>
                <c:pt idx="3584">
                  <c:v>13-05-2014</c:v>
                </c:pt>
                <c:pt idx="3585">
                  <c:v>14-05-2014</c:v>
                </c:pt>
                <c:pt idx="3586">
                  <c:v>15-05-2014</c:v>
                </c:pt>
                <c:pt idx="3587">
                  <c:v>16-05-2014</c:v>
                </c:pt>
                <c:pt idx="3588">
                  <c:v>19-05-2014</c:v>
                </c:pt>
                <c:pt idx="3589">
                  <c:v>20-05-2014</c:v>
                </c:pt>
                <c:pt idx="3590">
                  <c:v>21-05-2014</c:v>
                </c:pt>
                <c:pt idx="3591">
                  <c:v>22-05-2014</c:v>
                </c:pt>
                <c:pt idx="3592">
                  <c:v>23-05-2014</c:v>
                </c:pt>
                <c:pt idx="3593">
                  <c:v>26-05-2014</c:v>
                </c:pt>
                <c:pt idx="3594">
                  <c:v>27-05-2014</c:v>
                </c:pt>
                <c:pt idx="3595">
                  <c:v>28-05-2014</c:v>
                </c:pt>
                <c:pt idx="3596">
                  <c:v>29-05-2014</c:v>
                </c:pt>
                <c:pt idx="3597">
                  <c:v>30-05-2014</c:v>
                </c:pt>
                <c:pt idx="3598">
                  <c:v>02-06-2014</c:v>
                </c:pt>
                <c:pt idx="3599">
                  <c:v>03-06-2014</c:v>
                </c:pt>
                <c:pt idx="3600">
                  <c:v>04-06-2014</c:v>
                </c:pt>
                <c:pt idx="3601">
                  <c:v>05-06-2014</c:v>
                </c:pt>
                <c:pt idx="3602">
                  <c:v>06-06-2014</c:v>
                </c:pt>
                <c:pt idx="3603">
                  <c:v>09-06-2014</c:v>
                </c:pt>
                <c:pt idx="3604">
                  <c:v>10-06-2014</c:v>
                </c:pt>
                <c:pt idx="3605">
                  <c:v>11-06-2014</c:v>
                </c:pt>
                <c:pt idx="3606">
                  <c:v>12-06-2014</c:v>
                </c:pt>
                <c:pt idx="3607">
                  <c:v>13-06-2014</c:v>
                </c:pt>
                <c:pt idx="3608">
                  <c:v>16-06-2014</c:v>
                </c:pt>
                <c:pt idx="3609">
                  <c:v>17-06-2014</c:v>
                </c:pt>
                <c:pt idx="3610">
                  <c:v>18-06-2014</c:v>
                </c:pt>
                <c:pt idx="3611">
                  <c:v>19-06-2014</c:v>
                </c:pt>
                <c:pt idx="3612">
                  <c:v>20-06-2014</c:v>
                </c:pt>
                <c:pt idx="3613">
                  <c:v>23-06-2014</c:v>
                </c:pt>
                <c:pt idx="3614">
                  <c:v>24-06-2014</c:v>
                </c:pt>
                <c:pt idx="3615">
                  <c:v>25-06-2014</c:v>
                </c:pt>
                <c:pt idx="3616">
                  <c:v>26-06-2014</c:v>
                </c:pt>
                <c:pt idx="3617">
                  <c:v>27-06-2014</c:v>
                </c:pt>
                <c:pt idx="3618">
                  <c:v>30-06-2014</c:v>
                </c:pt>
                <c:pt idx="3619">
                  <c:v>01-07-2014</c:v>
                </c:pt>
                <c:pt idx="3620">
                  <c:v>02-07-2014</c:v>
                </c:pt>
                <c:pt idx="3621">
                  <c:v>03-07-2014</c:v>
                </c:pt>
                <c:pt idx="3622">
                  <c:v>04-07-2014</c:v>
                </c:pt>
                <c:pt idx="3623">
                  <c:v>07-07-2014</c:v>
                </c:pt>
                <c:pt idx="3624">
                  <c:v>08-07-2014</c:v>
                </c:pt>
                <c:pt idx="3625">
                  <c:v>09-07-2014</c:v>
                </c:pt>
                <c:pt idx="3626">
                  <c:v>10-07-2014</c:v>
                </c:pt>
                <c:pt idx="3627">
                  <c:v>11-07-2014</c:v>
                </c:pt>
                <c:pt idx="3628">
                  <c:v>14-07-2014</c:v>
                </c:pt>
                <c:pt idx="3629">
                  <c:v>15-07-2014</c:v>
                </c:pt>
                <c:pt idx="3630">
                  <c:v>16-07-2014</c:v>
                </c:pt>
                <c:pt idx="3631">
                  <c:v>17-07-2014</c:v>
                </c:pt>
                <c:pt idx="3632">
                  <c:v>18-07-2014</c:v>
                </c:pt>
                <c:pt idx="3633">
                  <c:v>21-07-2014</c:v>
                </c:pt>
                <c:pt idx="3634">
                  <c:v>22-07-2014</c:v>
                </c:pt>
                <c:pt idx="3635">
                  <c:v>23-07-2014</c:v>
                </c:pt>
                <c:pt idx="3636">
                  <c:v>24-07-2014</c:v>
                </c:pt>
                <c:pt idx="3637">
                  <c:v>25-07-2014</c:v>
                </c:pt>
                <c:pt idx="3638">
                  <c:v>28-07-2014</c:v>
                </c:pt>
                <c:pt idx="3639">
                  <c:v>30-07-2014</c:v>
                </c:pt>
                <c:pt idx="3640">
                  <c:v>31-07-2014</c:v>
                </c:pt>
                <c:pt idx="3641">
                  <c:v>01-08-2014</c:v>
                </c:pt>
                <c:pt idx="3642">
                  <c:v>04-08-2014</c:v>
                </c:pt>
                <c:pt idx="3643">
                  <c:v>05-08-2014</c:v>
                </c:pt>
                <c:pt idx="3644">
                  <c:v>06-08-2014</c:v>
                </c:pt>
                <c:pt idx="3645">
                  <c:v>07-08-2014</c:v>
                </c:pt>
                <c:pt idx="3646">
                  <c:v>08-08-2014</c:v>
                </c:pt>
                <c:pt idx="3647">
                  <c:v>11-08-2014</c:v>
                </c:pt>
                <c:pt idx="3648">
                  <c:v>12-08-2014</c:v>
                </c:pt>
                <c:pt idx="3649">
                  <c:v>13-08-2014</c:v>
                </c:pt>
                <c:pt idx="3650">
                  <c:v>14-08-2014</c:v>
                </c:pt>
                <c:pt idx="3651">
                  <c:v>18-08-2014</c:v>
                </c:pt>
                <c:pt idx="3652">
                  <c:v>19-08-2014</c:v>
                </c:pt>
                <c:pt idx="3653">
                  <c:v>20-08-2014</c:v>
                </c:pt>
                <c:pt idx="3654">
                  <c:v>21-08-2014</c:v>
                </c:pt>
                <c:pt idx="3655">
                  <c:v>22-08-2014</c:v>
                </c:pt>
                <c:pt idx="3656">
                  <c:v>25-08-2014</c:v>
                </c:pt>
                <c:pt idx="3657">
                  <c:v>26-08-2014</c:v>
                </c:pt>
                <c:pt idx="3658">
                  <c:v>27-08-2014</c:v>
                </c:pt>
                <c:pt idx="3659">
                  <c:v>28-08-2014</c:v>
                </c:pt>
                <c:pt idx="3660">
                  <c:v>01-09-2014</c:v>
                </c:pt>
                <c:pt idx="3661">
                  <c:v>02-09-2014</c:v>
                </c:pt>
                <c:pt idx="3662">
                  <c:v>03-09-2014</c:v>
                </c:pt>
                <c:pt idx="3663">
                  <c:v>04-09-2014</c:v>
                </c:pt>
                <c:pt idx="3664">
                  <c:v>05-09-2014</c:v>
                </c:pt>
                <c:pt idx="3665">
                  <c:v>08-09-2014</c:v>
                </c:pt>
                <c:pt idx="3666">
                  <c:v>09-09-2014</c:v>
                </c:pt>
                <c:pt idx="3667">
                  <c:v>10-09-2014</c:v>
                </c:pt>
                <c:pt idx="3668">
                  <c:v>11-09-2014</c:v>
                </c:pt>
                <c:pt idx="3669">
                  <c:v>12-09-2014</c:v>
                </c:pt>
                <c:pt idx="3670">
                  <c:v>15-09-2014</c:v>
                </c:pt>
                <c:pt idx="3671">
                  <c:v>16-09-2014</c:v>
                </c:pt>
                <c:pt idx="3672">
                  <c:v>17-09-2014</c:v>
                </c:pt>
                <c:pt idx="3673">
                  <c:v>18-09-2014</c:v>
                </c:pt>
                <c:pt idx="3674">
                  <c:v>19-09-2014</c:v>
                </c:pt>
                <c:pt idx="3675">
                  <c:v>22-09-2014</c:v>
                </c:pt>
                <c:pt idx="3676">
                  <c:v>23-09-2014</c:v>
                </c:pt>
                <c:pt idx="3677">
                  <c:v>24-09-2014</c:v>
                </c:pt>
                <c:pt idx="3678">
                  <c:v>25-09-2014</c:v>
                </c:pt>
                <c:pt idx="3679">
                  <c:v>26-09-2014</c:v>
                </c:pt>
                <c:pt idx="3680">
                  <c:v>29-09-2014</c:v>
                </c:pt>
                <c:pt idx="3681">
                  <c:v>30-09-2014</c:v>
                </c:pt>
                <c:pt idx="3682">
                  <c:v>01-10-2014</c:v>
                </c:pt>
                <c:pt idx="3683">
                  <c:v>07-10-2014</c:v>
                </c:pt>
                <c:pt idx="3684">
                  <c:v>08-10-2014</c:v>
                </c:pt>
                <c:pt idx="3685">
                  <c:v>09-10-2014</c:v>
                </c:pt>
                <c:pt idx="3686">
                  <c:v>10-10-2014</c:v>
                </c:pt>
                <c:pt idx="3687">
                  <c:v>13-10-2014</c:v>
                </c:pt>
                <c:pt idx="3688">
                  <c:v>14-10-2014</c:v>
                </c:pt>
                <c:pt idx="3689">
                  <c:v>16-10-2014</c:v>
                </c:pt>
                <c:pt idx="3690">
                  <c:v>17-10-2014</c:v>
                </c:pt>
                <c:pt idx="3691">
                  <c:v>20-10-2014</c:v>
                </c:pt>
                <c:pt idx="3692">
                  <c:v>21-10-2014</c:v>
                </c:pt>
                <c:pt idx="3693">
                  <c:v>22-10-2014</c:v>
                </c:pt>
                <c:pt idx="3694">
                  <c:v>23-10-2014</c:v>
                </c:pt>
                <c:pt idx="3695">
                  <c:v>27-10-2014</c:v>
                </c:pt>
                <c:pt idx="3696">
                  <c:v>28-10-2014</c:v>
                </c:pt>
                <c:pt idx="3697">
                  <c:v>29-10-2014</c:v>
                </c:pt>
                <c:pt idx="3698">
                  <c:v>30-10-2014</c:v>
                </c:pt>
                <c:pt idx="3699">
                  <c:v>31-10-2014</c:v>
                </c:pt>
                <c:pt idx="3700">
                  <c:v>03-11-2014</c:v>
                </c:pt>
                <c:pt idx="3701">
                  <c:v>05-11-2014</c:v>
                </c:pt>
                <c:pt idx="3702">
                  <c:v>07-11-2014</c:v>
                </c:pt>
                <c:pt idx="3703">
                  <c:v>10-11-2014</c:v>
                </c:pt>
                <c:pt idx="3704">
                  <c:v>11-11-2014</c:v>
                </c:pt>
                <c:pt idx="3705">
                  <c:v>12-11-2014</c:v>
                </c:pt>
                <c:pt idx="3706">
                  <c:v>13-11-2014</c:v>
                </c:pt>
                <c:pt idx="3707">
                  <c:v>14-11-2014</c:v>
                </c:pt>
                <c:pt idx="3708">
                  <c:v>17-11-2014</c:v>
                </c:pt>
                <c:pt idx="3709">
                  <c:v>18-11-2014</c:v>
                </c:pt>
                <c:pt idx="3710">
                  <c:v>19-11-2014</c:v>
                </c:pt>
                <c:pt idx="3711">
                  <c:v>20-11-2014</c:v>
                </c:pt>
                <c:pt idx="3712">
                  <c:v>21-11-2014</c:v>
                </c:pt>
                <c:pt idx="3713">
                  <c:v>24-11-2014</c:v>
                </c:pt>
                <c:pt idx="3714">
                  <c:v>25-11-2014</c:v>
                </c:pt>
                <c:pt idx="3715">
                  <c:v>26-11-2014</c:v>
                </c:pt>
                <c:pt idx="3716">
                  <c:v>27-11-2014</c:v>
                </c:pt>
                <c:pt idx="3717">
                  <c:v>28-11-2014</c:v>
                </c:pt>
                <c:pt idx="3718">
                  <c:v>01-12-2014</c:v>
                </c:pt>
                <c:pt idx="3719">
                  <c:v>02-12-2014</c:v>
                </c:pt>
                <c:pt idx="3720">
                  <c:v>03-12-2014</c:v>
                </c:pt>
                <c:pt idx="3721">
                  <c:v>04-12-2014</c:v>
                </c:pt>
                <c:pt idx="3722">
                  <c:v>05-12-2014</c:v>
                </c:pt>
                <c:pt idx="3723">
                  <c:v>08-12-2014</c:v>
                </c:pt>
                <c:pt idx="3724">
                  <c:v>09-12-2014</c:v>
                </c:pt>
                <c:pt idx="3725">
                  <c:v>10-12-2014</c:v>
                </c:pt>
                <c:pt idx="3726">
                  <c:v>11-12-2014</c:v>
                </c:pt>
                <c:pt idx="3727">
                  <c:v>12-12-2014</c:v>
                </c:pt>
                <c:pt idx="3728">
                  <c:v>15-12-2014</c:v>
                </c:pt>
                <c:pt idx="3729">
                  <c:v>16-12-2014</c:v>
                </c:pt>
                <c:pt idx="3730">
                  <c:v>17-12-2014</c:v>
                </c:pt>
                <c:pt idx="3731">
                  <c:v>18-12-2014</c:v>
                </c:pt>
                <c:pt idx="3732">
                  <c:v>19-12-2014</c:v>
                </c:pt>
                <c:pt idx="3733">
                  <c:v>22-12-2014</c:v>
                </c:pt>
                <c:pt idx="3734">
                  <c:v>23-12-2014</c:v>
                </c:pt>
                <c:pt idx="3735">
                  <c:v>24-12-2014</c:v>
                </c:pt>
                <c:pt idx="3736">
                  <c:v>26-12-2014</c:v>
                </c:pt>
                <c:pt idx="3737">
                  <c:v>29-12-2014</c:v>
                </c:pt>
                <c:pt idx="3738">
                  <c:v>30-12-2014</c:v>
                </c:pt>
                <c:pt idx="3739">
                  <c:v>31-12-2014</c:v>
                </c:pt>
                <c:pt idx="3740">
                  <c:v>01-01-2015</c:v>
                </c:pt>
                <c:pt idx="3741">
                  <c:v>02-01-2015</c:v>
                </c:pt>
                <c:pt idx="3742">
                  <c:v>05-01-2015</c:v>
                </c:pt>
                <c:pt idx="3743">
                  <c:v>06-01-2015</c:v>
                </c:pt>
                <c:pt idx="3744">
                  <c:v>07-01-2015</c:v>
                </c:pt>
                <c:pt idx="3745">
                  <c:v>08-01-2015</c:v>
                </c:pt>
                <c:pt idx="3746">
                  <c:v>09-01-2015</c:v>
                </c:pt>
                <c:pt idx="3747">
                  <c:v>12-01-2015</c:v>
                </c:pt>
                <c:pt idx="3748">
                  <c:v>13-01-2015</c:v>
                </c:pt>
                <c:pt idx="3749">
                  <c:v>14-01-2015</c:v>
                </c:pt>
                <c:pt idx="3750">
                  <c:v>15-01-2015</c:v>
                </c:pt>
                <c:pt idx="3751">
                  <c:v>16-01-2015</c:v>
                </c:pt>
                <c:pt idx="3752">
                  <c:v>19-01-2015</c:v>
                </c:pt>
                <c:pt idx="3753">
                  <c:v>20-01-2015</c:v>
                </c:pt>
                <c:pt idx="3754">
                  <c:v>21-01-2015</c:v>
                </c:pt>
                <c:pt idx="3755">
                  <c:v>22-01-2015</c:v>
                </c:pt>
                <c:pt idx="3756">
                  <c:v>23-01-2015</c:v>
                </c:pt>
                <c:pt idx="3757">
                  <c:v>27-01-2015</c:v>
                </c:pt>
                <c:pt idx="3758">
                  <c:v>28-01-2015</c:v>
                </c:pt>
                <c:pt idx="3759">
                  <c:v>29-01-2015</c:v>
                </c:pt>
                <c:pt idx="3760">
                  <c:v>30-01-2015</c:v>
                </c:pt>
                <c:pt idx="3761">
                  <c:v>02-02-2015</c:v>
                </c:pt>
                <c:pt idx="3762">
                  <c:v>03-02-2015</c:v>
                </c:pt>
                <c:pt idx="3763">
                  <c:v>04-02-2015</c:v>
                </c:pt>
                <c:pt idx="3764">
                  <c:v>05-02-2015</c:v>
                </c:pt>
                <c:pt idx="3765">
                  <c:v>06-02-2015</c:v>
                </c:pt>
                <c:pt idx="3766">
                  <c:v>09-02-2015</c:v>
                </c:pt>
                <c:pt idx="3767">
                  <c:v>10-02-2015</c:v>
                </c:pt>
                <c:pt idx="3768">
                  <c:v>11-02-2015</c:v>
                </c:pt>
                <c:pt idx="3769">
                  <c:v>12-02-2015</c:v>
                </c:pt>
                <c:pt idx="3770">
                  <c:v>13-02-2015</c:v>
                </c:pt>
                <c:pt idx="3771">
                  <c:v>16-02-2015</c:v>
                </c:pt>
                <c:pt idx="3772">
                  <c:v>18-02-2015</c:v>
                </c:pt>
                <c:pt idx="3773">
                  <c:v>19-02-2015</c:v>
                </c:pt>
                <c:pt idx="3774">
                  <c:v>20-02-2015</c:v>
                </c:pt>
                <c:pt idx="3775">
                  <c:v>23-02-2015</c:v>
                </c:pt>
                <c:pt idx="3776">
                  <c:v>24-02-2015</c:v>
                </c:pt>
                <c:pt idx="3777">
                  <c:v>25-02-2015</c:v>
                </c:pt>
                <c:pt idx="3778">
                  <c:v>26-02-2015</c:v>
                </c:pt>
                <c:pt idx="3779">
                  <c:v>27-02-2015</c:v>
                </c:pt>
                <c:pt idx="3780">
                  <c:v>28-02-2015</c:v>
                </c:pt>
                <c:pt idx="3781">
                  <c:v>02-03-2015</c:v>
                </c:pt>
                <c:pt idx="3782">
                  <c:v>03-03-2015</c:v>
                </c:pt>
                <c:pt idx="3783">
                  <c:v>04-03-2015</c:v>
                </c:pt>
                <c:pt idx="3784">
                  <c:v>05-03-2015</c:v>
                </c:pt>
                <c:pt idx="3785">
                  <c:v>09-03-2015</c:v>
                </c:pt>
                <c:pt idx="3786">
                  <c:v>10-03-2015</c:v>
                </c:pt>
                <c:pt idx="3787">
                  <c:v>11-03-2015</c:v>
                </c:pt>
                <c:pt idx="3788">
                  <c:v>12-03-2015</c:v>
                </c:pt>
                <c:pt idx="3789">
                  <c:v>13-03-2015</c:v>
                </c:pt>
                <c:pt idx="3790">
                  <c:v>16-03-2015</c:v>
                </c:pt>
                <c:pt idx="3791">
                  <c:v>17-03-2015</c:v>
                </c:pt>
                <c:pt idx="3792">
                  <c:v>18-03-2015</c:v>
                </c:pt>
                <c:pt idx="3793">
                  <c:v>19-03-2015</c:v>
                </c:pt>
                <c:pt idx="3794">
                  <c:v>20-03-2015</c:v>
                </c:pt>
                <c:pt idx="3795">
                  <c:v>23-03-2015</c:v>
                </c:pt>
                <c:pt idx="3796">
                  <c:v>24-03-2015</c:v>
                </c:pt>
                <c:pt idx="3797">
                  <c:v>25-03-2015</c:v>
                </c:pt>
                <c:pt idx="3798">
                  <c:v>26-03-2015</c:v>
                </c:pt>
                <c:pt idx="3799">
                  <c:v>27-03-2015</c:v>
                </c:pt>
                <c:pt idx="3800">
                  <c:v>30-03-2015</c:v>
                </c:pt>
                <c:pt idx="3801">
                  <c:v>31-03-2015</c:v>
                </c:pt>
                <c:pt idx="3802">
                  <c:v>01-04-2015</c:v>
                </c:pt>
                <c:pt idx="3803">
                  <c:v>06-04-2015</c:v>
                </c:pt>
                <c:pt idx="3804">
                  <c:v>07-04-2015</c:v>
                </c:pt>
                <c:pt idx="3805">
                  <c:v>08-04-2015</c:v>
                </c:pt>
                <c:pt idx="3806">
                  <c:v>09-04-2015</c:v>
                </c:pt>
                <c:pt idx="3807">
                  <c:v>10-04-2015</c:v>
                </c:pt>
                <c:pt idx="3808">
                  <c:v>13-04-2015</c:v>
                </c:pt>
                <c:pt idx="3809">
                  <c:v>15-04-2015</c:v>
                </c:pt>
                <c:pt idx="3810">
                  <c:v>16-04-2015</c:v>
                </c:pt>
                <c:pt idx="3811">
                  <c:v>17-04-2015</c:v>
                </c:pt>
                <c:pt idx="3812">
                  <c:v>20-04-2015</c:v>
                </c:pt>
                <c:pt idx="3813">
                  <c:v>21-04-2015</c:v>
                </c:pt>
                <c:pt idx="3814">
                  <c:v>22-04-2015</c:v>
                </c:pt>
                <c:pt idx="3815">
                  <c:v>23-04-2015</c:v>
                </c:pt>
                <c:pt idx="3816">
                  <c:v>24-04-2015</c:v>
                </c:pt>
                <c:pt idx="3817">
                  <c:v>27-04-2015</c:v>
                </c:pt>
                <c:pt idx="3818">
                  <c:v>28-04-2015</c:v>
                </c:pt>
                <c:pt idx="3819">
                  <c:v>29-04-2015</c:v>
                </c:pt>
                <c:pt idx="3820">
                  <c:v>30-04-2015</c:v>
                </c:pt>
                <c:pt idx="3821">
                  <c:v>04-05-2015</c:v>
                </c:pt>
                <c:pt idx="3822">
                  <c:v>05-05-2015</c:v>
                </c:pt>
                <c:pt idx="3823">
                  <c:v>06-05-2015</c:v>
                </c:pt>
                <c:pt idx="3824">
                  <c:v>07-05-2015</c:v>
                </c:pt>
                <c:pt idx="3825">
                  <c:v>08-05-2015</c:v>
                </c:pt>
                <c:pt idx="3826">
                  <c:v>11-05-2015</c:v>
                </c:pt>
                <c:pt idx="3827">
                  <c:v>12-05-2015</c:v>
                </c:pt>
                <c:pt idx="3828">
                  <c:v>13-05-2015</c:v>
                </c:pt>
                <c:pt idx="3829">
                  <c:v>14-05-2015</c:v>
                </c:pt>
                <c:pt idx="3830">
                  <c:v>15-05-2015</c:v>
                </c:pt>
                <c:pt idx="3831">
                  <c:v>18-05-2015</c:v>
                </c:pt>
                <c:pt idx="3832">
                  <c:v>19-05-2015</c:v>
                </c:pt>
                <c:pt idx="3833">
                  <c:v>20-05-2015</c:v>
                </c:pt>
                <c:pt idx="3834">
                  <c:v>21-05-2015</c:v>
                </c:pt>
                <c:pt idx="3835">
                  <c:v>22-05-2015</c:v>
                </c:pt>
                <c:pt idx="3836">
                  <c:v>25-05-2015</c:v>
                </c:pt>
                <c:pt idx="3837">
                  <c:v>26-05-2015</c:v>
                </c:pt>
                <c:pt idx="3838">
                  <c:v>27-05-2015</c:v>
                </c:pt>
                <c:pt idx="3839">
                  <c:v>28-05-2015</c:v>
                </c:pt>
                <c:pt idx="3840">
                  <c:v>29-05-2015</c:v>
                </c:pt>
                <c:pt idx="3841">
                  <c:v>01-06-2015</c:v>
                </c:pt>
                <c:pt idx="3842">
                  <c:v>02-06-2015</c:v>
                </c:pt>
                <c:pt idx="3843">
                  <c:v>03-06-2015</c:v>
                </c:pt>
                <c:pt idx="3844">
                  <c:v>04-06-2015</c:v>
                </c:pt>
                <c:pt idx="3845">
                  <c:v>05-06-2015</c:v>
                </c:pt>
                <c:pt idx="3846">
                  <c:v>08-06-2015</c:v>
                </c:pt>
                <c:pt idx="3847">
                  <c:v>09-06-2015</c:v>
                </c:pt>
                <c:pt idx="3848">
                  <c:v>10-06-2015</c:v>
                </c:pt>
                <c:pt idx="3849">
                  <c:v>11-06-2015</c:v>
                </c:pt>
                <c:pt idx="3850">
                  <c:v>12-06-2015</c:v>
                </c:pt>
                <c:pt idx="3851">
                  <c:v>15-06-2015</c:v>
                </c:pt>
                <c:pt idx="3852">
                  <c:v>16-06-2015</c:v>
                </c:pt>
                <c:pt idx="3853">
                  <c:v>17-06-2015</c:v>
                </c:pt>
                <c:pt idx="3854">
                  <c:v>18-06-2015</c:v>
                </c:pt>
                <c:pt idx="3855">
                  <c:v>19-06-2015</c:v>
                </c:pt>
                <c:pt idx="3856">
                  <c:v>22-06-2015</c:v>
                </c:pt>
                <c:pt idx="3857">
                  <c:v>23-06-2015</c:v>
                </c:pt>
                <c:pt idx="3858">
                  <c:v>24-06-2015</c:v>
                </c:pt>
                <c:pt idx="3859">
                  <c:v>25-06-2015</c:v>
                </c:pt>
                <c:pt idx="3860">
                  <c:v>26-06-2015</c:v>
                </c:pt>
                <c:pt idx="3861">
                  <c:v>29-06-2015</c:v>
                </c:pt>
                <c:pt idx="3862">
                  <c:v>30-06-2015</c:v>
                </c:pt>
                <c:pt idx="3863">
                  <c:v>01-07-2015</c:v>
                </c:pt>
                <c:pt idx="3864">
                  <c:v>02-07-2015</c:v>
                </c:pt>
                <c:pt idx="3865">
                  <c:v>03-07-2015</c:v>
                </c:pt>
                <c:pt idx="3866">
                  <c:v>06-07-2015</c:v>
                </c:pt>
                <c:pt idx="3867">
                  <c:v>07-07-2015</c:v>
                </c:pt>
                <c:pt idx="3868">
                  <c:v>08-07-2015</c:v>
                </c:pt>
                <c:pt idx="3869">
                  <c:v>09-07-2015</c:v>
                </c:pt>
                <c:pt idx="3870">
                  <c:v>10-07-2015</c:v>
                </c:pt>
                <c:pt idx="3871">
                  <c:v>13-07-2015</c:v>
                </c:pt>
                <c:pt idx="3872">
                  <c:v>14-07-2015</c:v>
                </c:pt>
                <c:pt idx="3873">
                  <c:v>15-07-2015</c:v>
                </c:pt>
                <c:pt idx="3874">
                  <c:v>16-07-2015</c:v>
                </c:pt>
                <c:pt idx="3875">
                  <c:v>17-07-2015</c:v>
                </c:pt>
                <c:pt idx="3876">
                  <c:v>20-07-2015</c:v>
                </c:pt>
                <c:pt idx="3877">
                  <c:v>21-07-2015</c:v>
                </c:pt>
                <c:pt idx="3878">
                  <c:v>22-07-2015</c:v>
                </c:pt>
                <c:pt idx="3879">
                  <c:v>23-07-2015</c:v>
                </c:pt>
                <c:pt idx="3880">
                  <c:v>24-07-2015</c:v>
                </c:pt>
                <c:pt idx="3881">
                  <c:v>27-07-2015</c:v>
                </c:pt>
                <c:pt idx="3882">
                  <c:v>28-07-2015</c:v>
                </c:pt>
                <c:pt idx="3883">
                  <c:v>29-07-2015</c:v>
                </c:pt>
                <c:pt idx="3884">
                  <c:v>30-07-2015</c:v>
                </c:pt>
                <c:pt idx="3885">
                  <c:v>31-07-2015</c:v>
                </c:pt>
                <c:pt idx="3886">
                  <c:v>03-08-2015</c:v>
                </c:pt>
                <c:pt idx="3887">
                  <c:v>04-08-2015</c:v>
                </c:pt>
                <c:pt idx="3888">
                  <c:v>05-08-2015</c:v>
                </c:pt>
                <c:pt idx="3889">
                  <c:v>06-08-2015</c:v>
                </c:pt>
                <c:pt idx="3890">
                  <c:v>07-08-2015</c:v>
                </c:pt>
                <c:pt idx="3891">
                  <c:v>10-08-2015</c:v>
                </c:pt>
                <c:pt idx="3892">
                  <c:v>11-08-2015</c:v>
                </c:pt>
                <c:pt idx="3893">
                  <c:v>12-08-2015</c:v>
                </c:pt>
                <c:pt idx="3894">
                  <c:v>13-08-2015</c:v>
                </c:pt>
                <c:pt idx="3895">
                  <c:v>14-08-2015</c:v>
                </c:pt>
                <c:pt idx="3896">
                  <c:v>17-08-2015</c:v>
                </c:pt>
                <c:pt idx="3897">
                  <c:v>18-08-2015</c:v>
                </c:pt>
                <c:pt idx="3898">
                  <c:v>19-08-2015</c:v>
                </c:pt>
                <c:pt idx="3899">
                  <c:v>20-08-2015</c:v>
                </c:pt>
                <c:pt idx="3900">
                  <c:v>21-08-2015</c:v>
                </c:pt>
                <c:pt idx="3901">
                  <c:v>24-08-2015</c:v>
                </c:pt>
                <c:pt idx="3902">
                  <c:v>25-08-2015</c:v>
                </c:pt>
                <c:pt idx="3903">
                  <c:v>26-08-2015</c:v>
                </c:pt>
                <c:pt idx="3904">
                  <c:v>27-08-2015</c:v>
                </c:pt>
                <c:pt idx="3905">
                  <c:v>28-08-2015</c:v>
                </c:pt>
                <c:pt idx="3906">
                  <c:v>31-08-2015</c:v>
                </c:pt>
                <c:pt idx="3907">
                  <c:v>01-09-2015</c:v>
                </c:pt>
                <c:pt idx="3908">
                  <c:v>02-09-2015</c:v>
                </c:pt>
                <c:pt idx="3909">
                  <c:v>03-09-2015</c:v>
                </c:pt>
                <c:pt idx="3910">
                  <c:v>04-09-2015</c:v>
                </c:pt>
                <c:pt idx="3911">
                  <c:v>07-09-2015</c:v>
                </c:pt>
                <c:pt idx="3912">
                  <c:v>08-09-2015</c:v>
                </c:pt>
                <c:pt idx="3913">
                  <c:v>09-09-2015</c:v>
                </c:pt>
                <c:pt idx="3914">
                  <c:v>10-09-2015</c:v>
                </c:pt>
                <c:pt idx="3915">
                  <c:v>11-09-2015</c:v>
                </c:pt>
                <c:pt idx="3916">
                  <c:v>14-09-2015</c:v>
                </c:pt>
                <c:pt idx="3917">
                  <c:v>15-09-2015</c:v>
                </c:pt>
                <c:pt idx="3918">
                  <c:v>16-09-2015</c:v>
                </c:pt>
                <c:pt idx="3919">
                  <c:v>18-09-2015</c:v>
                </c:pt>
                <c:pt idx="3920">
                  <c:v>21-09-2015</c:v>
                </c:pt>
                <c:pt idx="3921">
                  <c:v>22-09-2015</c:v>
                </c:pt>
                <c:pt idx="3922">
                  <c:v>23-09-2015</c:v>
                </c:pt>
                <c:pt idx="3923">
                  <c:v>24-09-2015</c:v>
                </c:pt>
                <c:pt idx="3924">
                  <c:v>28-09-2015</c:v>
                </c:pt>
                <c:pt idx="3925">
                  <c:v>29-09-2015</c:v>
                </c:pt>
                <c:pt idx="3926">
                  <c:v>30-09-2015</c:v>
                </c:pt>
                <c:pt idx="3927">
                  <c:v>01-10-2015</c:v>
                </c:pt>
                <c:pt idx="3928">
                  <c:v>05-10-2015</c:v>
                </c:pt>
                <c:pt idx="3929">
                  <c:v>06-10-2015</c:v>
                </c:pt>
                <c:pt idx="3930">
                  <c:v>07-10-2015</c:v>
                </c:pt>
                <c:pt idx="3931">
                  <c:v>08-10-2015</c:v>
                </c:pt>
                <c:pt idx="3932">
                  <c:v>09-10-2015</c:v>
                </c:pt>
                <c:pt idx="3933">
                  <c:v>12-10-2015</c:v>
                </c:pt>
                <c:pt idx="3934">
                  <c:v>13-10-2015</c:v>
                </c:pt>
                <c:pt idx="3935">
                  <c:v>14-10-2015</c:v>
                </c:pt>
                <c:pt idx="3936">
                  <c:v>15-10-2015</c:v>
                </c:pt>
                <c:pt idx="3937">
                  <c:v>16-10-2015</c:v>
                </c:pt>
                <c:pt idx="3938">
                  <c:v>19-10-2015</c:v>
                </c:pt>
                <c:pt idx="3939">
                  <c:v>20-10-2015</c:v>
                </c:pt>
                <c:pt idx="3940">
                  <c:v>21-10-2015</c:v>
                </c:pt>
                <c:pt idx="3941">
                  <c:v>23-10-2015</c:v>
                </c:pt>
                <c:pt idx="3942">
                  <c:v>26-10-2015</c:v>
                </c:pt>
                <c:pt idx="3943">
                  <c:v>27-10-2015</c:v>
                </c:pt>
                <c:pt idx="3944">
                  <c:v>28-10-2015</c:v>
                </c:pt>
                <c:pt idx="3945">
                  <c:v>29-10-2015</c:v>
                </c:pt>
                <c:pt idx="3946">
                  <c:v>30-10-2015</c:v>
                </c:pt>
                <c:pt idx="3947">
                  <c:v>02-11-2015</c:v>
                </c:pt>
                <c:pt idx="3948">
                  <c:v>03-11-2015</c:v>
                </c:pt>
                <c:pt idx="3949">
                  <c:v>04-11-2015</c:v>
                </c:pt>
                <c:pt idx="3950">
                  <c:v>05-11-2015</c:v>
                </c:pt>
                <c:pt idx="3951">
                  <c:v>06-11-2015</c:v>
                </c:pt>
                <c:pt idx="3952">
                  <c:v>09-11-2015</c:v>
                </c:pt>
                <c:pt idx="3953">
                  <c:v>10-11-2015</c:v>
                </c:pt>
                <c:pt idx="3954">
                  <c:v>11-11-2015</c:v>
                </c:pt>
                <c:pt idx="3955">
                  <c:v>13-11-2015</c:v>
                </c:pt>
                <c:pt idx="3956">
                  <c:v>16-11-2015</c:v>
                </c:pt>
                <c:pt idx="3957">
                  <c:v>17-11-2015</c:v>
                </c:pt>
                <c:pt idx="3958">
                  <c:v>18-11-2015</c:v>
                </c:pt>
                <c:pt idx="3959">
                  <c:v>19-11-2015</c:v>
                </c:pt>
                <c:pt idx="3960">
                  <c:v>20-11-2015</c:v>
                </c:pt>
                <c:pt idx="3961">
                  <c:v>23-11-2015</c:v>
                </c:pt>
                <c:pt idx="3962">
                  <c:v>24-11-2015</c:v>
                </c:pt>
                <c:pt idx="3963">
                  <c:v>26-11-2015</c:v>
                </c:pt>
                <c:pt idx="3964">
                  <c:v>27-11-2015</c:v>
                </c:pt>
                <c:pt idx="3965">
                  <c:v>30-11-2015</c:v>
                </c:pt>
                <c:pt idx="3966">
                  <c:v>01-12-2015</c:v>
                </c:pt>
                <c:pt idx="3967">
                  <c:v>02-12-2015</c:v>
                </c:pt>
                <c:pt idx="3968">
                  <c:v>03-12-2015</c:v>
                </c:pt>
                <c:pt idx="3969">
                  <c:v>04-12-2015</c:v>
                </c:pt>
                <c:pt idx="3970">
                  <c:v>07-12-2015</c:v>
                </c:pt>
                <c:pt idx="3971">
                  <c:v>08-12-2015</c:v>
                </c:pt>
                <c:pt idx="3972">
                  <c:v>09-12-2015</c:v>
                </c:pt>
                <c:pt idx="3973">
                  <c:v>10-12-2015</c:v>
                </c:pt>
                <c:pt idx="3974">
                  <c:v>11-12-2015</c:v>
                </c:pt>
                <c:pt idx="3975">
                  <c:v>14-12-2015</c:v>
                </c:pt>
                <c:pt idx="3976">
                  <c:v>15-12-2015</c:v>
                </c:pt>
                <c:pt idx="3977">
                  <c:v>16-12-2015</c:v>
                </c:pt>
                <c:pt idx="3978">
                  <c:v>17-12-2015</c:v>
                </c:pt>
                <c:pt idx="3979">
                  <c:v>18-12-2015</c:v>
                </c:pt>
                <c:pt idx="3980">
                  <c:v>21-12-2015</c:v>
                </c:pt>
                <c:pt idx="3981">
                  <c:v>22-12-2015</c:v>
                </c:pt>
                <c:pt idx="3982">
                  <c:v>23-12-2015</c:v>
                </c:pt>
                <c:pt idx="3983">
                  <c:v>24-12-2015</c:v>
                </c:pt>
                <c:pt idx="3984">
                  <c:v>28-12-2015</c:v>
                </c:pt>
                <c:pt idx="3985">
                  <c:v>29-12-2015</c:v>
                </c:pt>
                <c:pt idx="3986">
                  <c:v>30-12-2015</c:v>
                </c:pt>
                <c:pt idx="3987">
                  <c:v>31-12-2015</c:v>
                </c:pt>
                <c:pt idx="3988">
                  <c:v>01-01-2016</c:v>
                </c:pt>
                <c:pt idx="3989">
                  <c:v>04-01-2016</c:v>
                </c:pt>
                <c:pt idx="3990">
                  <c:v>05-01-2016</c:v>
                </c:pt>
                <c:pt idx="3991">
                  <c:v>06-01-2016</c:v>
                </c:pt>
                <c:pt idx="3992">
                  <c:v>07-01-2016</c:v>
                </c:pt>
                <c:pt idx="3993">
                  <c:v>08-01-2016</c:v>
                </c:pt>
                <c:pt idx="3994">
                  <c:v>11-01-2016</c:v>
                </c:pt>
                <c:pt idx="3995">
                  <c:v>12-01-2016</c:v>
                </c:pt>
                <c:pt idx="3996">
                  <c:v>13-01-2016</c:v>
                </c:pt>
                <c:pt idx="3997">
                  <c:v>14-01-2016</c:v>
                </c:pt>
                <c:pt idx="3998">
                  <c:v>15-01-2016</c:v>
                </c:pt>
                <c:pt idx="3999">
                  <c:v>18-01-2016</c:v>
                </c:pt>
                <c:pt idx="4000">
                  <c:v>19-01-2016</c:v>
                </c:pt>
                <c:pt idx="4001">
                  <c:v>20-01-2016</c:v>
                </c:pt>
                <c:pt idx="4002">
                  <c:v>21-01-2016</c:v>
                </c:pt>
                <c:pt idx="4003">
                  <c:v>22-01-2016</c:v>
                </c:pt>
                <c:pt idx="4004">
                  <c:v>25-01-2016</c:v>
                </c:pt>
                <c:pt idx="4005">
                  <c:v>27-01-2016</c:v>
                </c:pt>
                <c:pt idx="4006">
                  <c:v>28-01-2016</c:v>
                </c:pt>
                <c:pt idx="4007">
                  <c:v>29-01-2016</c:v>
                </c:pt>
                <c:pt idx="4008">
                  <c:v>01-02-2016</c:v>
                </c:pt>
                <c:pt idx="4009">
                  <c:v>02-02-2016</c:v>
                </c:pt>
                <c:pt idx="4010">
                  <c:v>03-02-2016</c:v>
                </c:pt>
                <c:pt idx="4011">
                  <c:v>04-02-2016</c:v>
                </c:pt>
                <c:pt idx="4012">
                  <c:v>05-02-2016</c:v>
                </c:pt>
                <c:pt idx="4013">
                  <c:v>08-02-2016</c:v>
                </c:pt>
                <c:pt idx="4014">
                  <c:v>09-02-2016</c:v>
                </c:pt>
                <c:pt idx="4015">
                  <c:v>10-02-2016</c:v>
                </c:pt>
                <c:pt idx="4016">
                  <c:v>11-02-2016</c:v>
                </c:pt>
                <c:pt idx="4017">
                  <c:v>12-02-2016</c:v>
                </c:pt>
                <c:pt idx="4018">
                  <c:v>15-02-2016</c:v>
                </c:pt>
                <c:pt idx="4019">
                  <c:v>16-02-2016</c:v>
                </c:pt>
                <c:pt idx="4020">
                  <c:v>17-02-2016</c:v>
                </c:pt>
                <c:pt idx="4021">
                  <c:v>18-02-2016</c:v>
                </c:pt>
                <c:pt idx="4022">
                  <c:v>19-02-2016</c:v>
                </c:pt>
                <c:pt idx="4023">
                  <c:v>22-02-2016</c:v>
                </c:pt>
                <c:pt idx="4024">
                  <c:v>23-02-2016</c:v>
                </c:pt>
                <c:pt idx="4025">
                  <c:v>24-02-2016</c:v>
                </c:pt>
                <c:pt idx="4026">
                  <c:v>25-02-2016</c:v>
                </c:pt>
                <c:pt idx="4027">
                  <c:v>26-02-2016</c:v>
                </c:pt>
                <c:pt idx="4028">
                  <c:v>29-02-2016</c:v>
                </c:pt>
                <c:pt idx="4029">
                  <c:v>01-03-2016</c:v>
                </c:pt>
                <c:pt idx="4030">
                  <c:v>02-03-2016</c:v>
                </c:pt>
                <c:pt idx="4031">
                  <c:v>03-03-2016</c:v>
                </c:pt>
                <c:pt idx="4032">
                  <c:v>04-03-2016</c:v>
                </c:pt>
                <c:pt idx="4033">
                  <c:v>08-03-2016</c:v>
                </c:pt>
                <c:pt idx="4034">
                  <c:v>09-03-2016</c:v>
                </c:pt>
                <c:pt idx="4035">
                  <c:v>10-03-2016</c:v>
                </c:pt>
                <c:pt idx="4036">
                  <c:v>11-03-2016</c:v>
                </c:pt>
                <c:pt idx="4037">
                  <c:v>14-03-2016</c:v>
                </c:pt>
                <c:pt idx="4038">
                  <c:v>15-03-2016</c:v>
                </c:pt>
                <c:pt idx="4039">
                  <c:v>16-03-2016</c:v>
                </c:pt>
                <c:pt idx="4040">
                  <c:v>17-03-2016</c:v>
                </c:pt>
                <c:pt idx="4041">
                  <c:v>18-03-2016</c:v>
                </c:pt>
                <c:pt idx="4042">
                  <c:v>21-03-2016</c:v>
                </c:pt>
                <c:pt idx="4043">
                  <c:v>22-03-2016</c:v>
                </c:pt>
                <c:pt idx="4044">
                  <c:v>23-03-2016</c:v>
                </c:pt>
                <c:pt idx="4045">
                  <c:v>28-03-2016</c:v>
                </c:pt>
                <c:pt idx="4046">
                  <c:v>29-03-2016</c:v>
                </c:pt>
                <c:pt idx="4047">
                  <c:v>30-03-2016</c:v>
                </c:pt>
                <c:pt idx="4048">
                  <c:v>31-03-2016</c:v>
                </c:pt>
                <c:pt idx="4049">
                  <c:v>01-04-2016</c:v>
                </c:pt>
                <c:pt idx="4050">
                  <c:v>04-04-2016</c:v>
                </c:pt>
                <c:pt idx="4051">
                  <c:v>05-04-2016</c:v>
                </c:pt>
                <c:pt idx="4052">
                  <c:v>06-04-2016</c:v>
                </c:pt>
                <c:pt idx="4053">
                  <c:v>07-04-2016</c:v>
                </c:pt>
                <c:pt idx="4054">
                  <c:v>08-04-2016</c:v>
                </c:pt>
                <c:pt idx="4055">
                  <c:v>11-04-2016</c:v>
                </c:pt>
                <c:pt idx="4056">
                  <c:v>12-04-2016</c:v>
                </c:pt>
                <c:pt idx="4057">
                  <c:v>13-04-2016</c:v>
                </c:pt>
                <c:pt idx="4058">
                  <c:v>18-04-2016</c:v>
                </c:pt>
                <c:pt idx="4059">
                  <c:v>20-04-2016</c:v>
                </c:pt>
                <c:pt idx="4060">
                  <c:v>21-04-2016</c:v>
                </c:pt>
                <c:pt idx="4061">
                  <c:v>22-04-2016</c:v>
                </c:pt>
                <c:pt idx="4062">
                  <c:v>25-04-2016</c:v>
                </c:pt>
                <c:pt idx="4063">
                  <c:v>26-04-2016</c:v>
                </c:pt>
                <c:pt idx="4064">
                  <c:v>27-04-2016</c:v>
                </c:pt>
                <c:pt idx="4065">
                  <c:v>28-04-2016</c:v>
                </c:pt>
                <c:pt idx="4066">
                  <c:v>29-04-2016</c:v>
                </c:pt>
                <c:pt idx="4067">
                  <c:v>02-05-2016</c:v>
                </c:pt>
                <c:pt idx="4068">
                  <c:v>03-05-2016</c:v>
                </c:pt>
                <c:pt idx="4069">
                  <c:v>04-05-2016</c:v>
                </c:pt>
                <c:pt idx="4070">
                  <c:v>05-05-2016</c:v>
                </c:pt>
                <c:pt idx="4071">
                  <c:v>06-05-2016</c:v>
                </c:pt>
                <c:pt idx="4072">
                  <c:v>09-05-2016</c:v>
                </c:pt>
                <c:pt idx="4073">
                  <c:v>10-05-2016</c:v>
                </c:pt>
                <c:pt idx="4074">
                  <c:v>11-05-2016</c:v>
                </c:pt>
                <c:pt idx="4075">
                  <c:v>12-05-2016</c:v>
                </c:pt>
                <c:pt idx="4076">
                  <c:v>13-05-2016</c:v>
                </c:pt>
                <c:pt idx="4077">
                  <c:v>16-05-2016</c:v>
                </c:pt>
                <c:pt idx="4078">
                  <c:v>17-05-2016</c:v>
                </c:pt>
                <c:pt idx="4079">
                  <c:v>18-05-2016</c:v>
                </c:pt>
                <c:pt idx="4080">
                  <c:v>19-05-2016</c:v>
                </c:pt>
                <c:pt idx="4081">
                  <c:v>20-05-2016</c:v>
                </c:pt>
                <c:pt idx="4082">
                  <c:v>23-05-2016</c:v>
                </c:pt>
                <c:pt idx="4083">
                  <c:v>24-05-2016</c:v>
                </c:pt>
                <c:pt idx="4084">
                  <c:v>25-05-2016</c:v>
                </c:pt>
                <c:pt idx="4085">
                  <c:v>26-05-2016</c:v>
                </c:pt>
                <c:pt idx="4086">
                  <c:v>27-05-2016</c:v>
                </c:pt>
                <c:pt idx="4087">
                  <c:v>30-05-2016</c:v>
                </c:pt>
                <c:pt idx="4088">
                  <c:v>31-05-2016</c:v>
                </c:pt>
                <c:pt idx="4089">
                  <c:v>01-06-2016</c:v>
                </c:pt>
                <c:pt idx="4090">
                  <c:v>02-06-2016</c:v>
                </c:pt>
                <c:pt idx="4091">
                  <c:v>03-06-2016</c:v>
                </c:pt>
                <c:pt idx="4092">
                  <c:v>06-06-2016</c:v>
                </c:pt>
                <c:pt idx="4093">
                  <c:v>07-06-2016</c:v>
                </c:pt>
                <c:pt idx="4094">
                  <c:v>08-06-2016</c:v>
                </c:pt>
                <c:pt idx="4095">
                  <c:v>09-06-2016</c:v>
                </c:pt>
                <c:pt idx="4096">
                  <c:v>10-06-2016</c:v>
                </c:pt>
                <c:pt idx="4097">
                  <c:v>13-06-2016</c:v>
                </c:pt>
                <c:pt idx="4098">
                  <c:v>14-06-2016</c:v>
                </c:pt>
                <c:pt idx="4099">
                  <c:v>15-06-2016</c:v>
                </c:pt>
                <c:pt idx="4100">
                  <c:v>16-06-2016</c:v>
                </c:pt>
                <c:pt idx="4101">
                  <c:v>17-06-2016</c:v>
                </c:pt>
                <c:pt idx="4102">
                  <c:v>20-06-2016</c:v>
                </c:pt>
                <c:pt idx="4103">
                  <c:v>21-06-2016</c:v>
                </c:pt>
                <c:pt idx="4104">
                  <c:v>22-06-2016</c:v>
                </c:pt>
                <c:pt idx="4105">
                  <c:v>23-06-2016</c:v>
                </c:pt>
                <c:pt idx="4106">
                  <c:v>24-06-2016</c:v>
                </c:pt>
                <c:pt idx="4107">
                  <c:v>27-06-2016</c:v>
                </c:pt>
                <c:pt idx="4108">
                  <c:v>28-06-2016</c:v>
                </c:pt>
                <c:pt idx="4109">
                  <c:v>29-06-2016</c:v>
                </c:pt>
                <c:pt idx="4110">
                  <c:v>30-06-2016</c:v>
                </c:pt>
                <c:pt idx="4111">
                  <c:v>01-07-2016</c:v>
                </c:pt>
                <c:pt idx="4112">
                  <c:v>04-07-2016</c:v>
                </c:pt>
                <c:pt idx="4113">
                  <c:v>05-07-2016</c:v>
                </c:pt>
                <c:pt idx="4114">
                  <c:v>07-07-2016</c:v>
                </c:pt>
                <c:pt idx="4115">
                  <c:v>08-07-2016</c:v>
                </c:pt>
                <c:pt idx="4116">
                  <c:v>11-07-2016</c:v>
                </c:pt>
                <c:pt idx="4117">
                  <c:v>12-07-2016</c:v>
                </c:pt>
                <c:pt idx="4118">
                  <c:v>13-07-2016</c:v>
                </c:pt>
                <c:pt idx="4119">
                  <c:v>14-07-2016</c:v>
                </c:pt>
                <c:pt idx="4120">
                  <c:v>15-07-2016</c:v>
                </c:pt>
                <c:pt idx="4121">
                  <c:v>18-07-2016</c:v>
                </c:pt>
                <c:pt idx="4122">
                  <c:v>19-07-2016</c:v>
                </c:pt>
                <c:pt idx="4123">
                  <c:v>20-07-2016</c:v>
                </c:pt>
                <c:pt idx="4124">
                  <c:v>21-07-2016</c:v>
                </c:pt>
                <c:pt idx="4125">
                  <c:v>22-07-2016</c:v>
                </c:pt>
                <c:pt idx="4126">
                  <c:v>25-07-2016</c:v>
                </c:pt>
                <c:pt idx="4127">
                  <c:v>26-07-2016</c:v>
                </c:pt>
                <c:pt idx="4128">
                  <c:v>27-07-2016</c:v>
                </c:pt>
                <c:pt idx="4129">
                  <c:v>28-07-2016</c:v>
                </c:pt>
                <c:pt idx="4130">
                  <c:v>29-07-2016</c:v>
                </c:pt>
                <c:pt idx="4131">
                  <c:v>01-08-2016</c:v>
                </c:pt>
                <c:pt idx="4132">
                  <c:v>02-08-2016</c:v>
                </c:pt>
                <c:pt idx="4133">
                  <c:v>03-08-2016</c:v>
                </c:pt>
                <c:pt idx="4134">
                  <c:v>04-08-2016</c:v>
                </c:pt>
                <c:pt idx="4135">
                  <c:v>05-08-2016</c:v>
                </c:pt>
                <c:pt idx="4136">
                  <c:v>08-08-2016</c:v>
                </c:pt>
                <c:pt idx="4137">
                  <c:v>09-08-2016</c:v>
                </c:pt>
                <c:pt idx="4138">
                  <c:v>10-08-2016</c:v>
                </c:pt>
                <c:pt idx="4139">
                  <c:v>11-08-2016</c:v>
                </c:pt>
                <c:pt idx="4140">
                  <c:v>12-08-2016</c:v>
                </c:pt>
                <c:pt idx="4141">
                  <c:v>16-08-2016</c:v>
                </c:pt>
                <c:pt idx="4142">
                  <c:v>17-08-2016</c:v>
                </c:pt>
                <c:pt idx="4143">
                  <c:v>18-08-2016</c:v>
                </c:pt>
                <c:pt idx="4144">
                  <c:v>19-08-2016</c:v>
                </c:pt>
                <c:pt idx="4145">
                  <c:v>22-08-2016</c:v>
                </c:pt>
                <c:pt idx="4146">
                  <c:v>23-08-2016</c:v>
                </c:pt>
                <c:pt idx="4147">
                  <c:v>24-08-2016</c:v>
                </c:pt>
                <c:pt idx="4148">
                  <c:v>25-08-2016</c:v>
                </c:pt>
                <c:pt idx="4149">
                  <c:v>26-08-2016</c:v>
                </c:pt>
                <c:pt idx="4150">
                  <c:v>29-08-2016</c:v>
                </c:pt>
                <c:pt idx="4151">
                  <c:v>30-08-2016</c:v>
                </c:pt>
                <c:pt idx="4152">
                  <c:v>31-08-2016</c:v>
                </c:pt>
                <c:pt idx="4153">
                  <c:v>01-09-2016</c:v>
                </c:pt>
                <c:pt idx="4154">
                  <c:v>02-09-2016</c:v>
                </c:pt>
                <c:pt idx="4155">
                  <c:v>06-09-2016</c:v>
                </c:pt>
                <c:pt idx="4156">
                  <c:v>07-09-2016</c:v>
                </c:pt>
                <c:pt idx="4157">
                  <c:v>08-09-2016</c:v>
                </c:pt>
                <c:pt idx="4158">
                  <c:v>09-09-2016</c:v>
                </c:pt>
                <c:pt idx="4159">
                  <c:v>12-09-2016</c:v>
                </c:pt>
                <c:pt idx="4160">
                  <c:v>14-09-2016</c:v>
                </c:pt>
                <c:pt idx="4161">
                  <c:v>15-09-2016</c:v>
                </c:pt>
                <c:pt idx="4162">
                  <c:v>16-09-2016</c:v>
                </c:pt>
                <c:pt idx="4163">
                  <c:v>19-09-2016</c:v>
                </c:pt>
                <c:pt idx="4164">
                  <c:v>20-09-2016</c:v>
                </c:pt>
                <c:pt idx="4165">
                  <c:v>21-09-2016</c:v>
                </c:pt>
                <c:pt idx="4166">
                  <c:v>22-09-2016</c:v>
                </c:pt>
                <c:pt idx="4167">
                  <c:v>23-09-2016</c:v>
                </c:pt>
                <c:pt idx="4168">
                  <c:v>26-09-2016</c:v>
                </c:pt>
                <c:pt idx="4169">
                  <c:v>27-09-2016</c:v>
                </c:pt>
                <c:pt idx="4170">
                  <c:v>28-09-2016</c:v>
                </c:pt>
                <c:pt idx="4171">
                  <c:v>29-09-2016</c:v>
                </c:pt>
                <c:pt idx="4172">
                  <c:v>30-09-2016</c:v>
                </c:pt>
                <c:pt idx="4173">
                  <c:v>03-10-2016</c:v>
                </c:pt>
                <c:pt idx="4174">
                  <c:v>04-10-2016</c:v>
                </c:pt>
                <c:pt idx="4175">
                  <c:v>05-10-2016</c:v>
                </c:pt>
                <c:pt idx="4176">
                  <c:v>06-10-2016</c:v>
                </c:pt>
                <c:pt idx="4177">
                  <c:v>07-10-2016</c:v>
                </c:pt>
                <c:pt idx="4178">
                  <c:v>10-10-2016</c:v>
                </c:pt>
                <c:pt idx="4179">
                  <c:v>13-10-2016</c:v>
                </c:pt>
                <c:pt idx="4180">
                  <c:v>14-10-2016</c:v>
                </c:pt>
                <c:pt idx="4181">
                  <c:v>17-10-2016</c:v>
                </c:pt>
                <c:pt idx="4182">
                  <c:v>18-10-2016</c:v>
                </c:pt>
                <c:pt idx="4183">
                  <c:v>19-10-2016</c:v>
                </c:pt>
                <c:pt idx="4184">
                  <c:v>20-10-2016</c:v>
                </c:pt>
                <c:pt idx="4185">
                  <c:v>21-10-2016</c:v>
                </c:pt>
                <c:pt idx="4186">
                  <c:v>24-10-2016</c:v>
                </c:pt>
                <c:pt idx="4187">
                  <c:v>25-10-2016</c:v>
                </c:pt>
                <c:pt idx="4188">
                  <c:v>26-10-2016</c:v>
                </c:pt>
                <c:pt idx="4189">
                  <c:v>27-10-2016</c:v>
                </c:pt>
                <c:pt idx="4190">
                  <c:v>28-10-2016</c:v>
                </c:pt>
                <c:pt idx="4191">
                  <c:v>30-10-2016</c:v>
                </c:pt>
                <c:pt idx="4192">
                  <c:v>01-11-2016</c:v>
                </c:pt>
                <c:pt idx="4193">
                  <c:v>02-11-2016</c:v>
                </c:pt>
                <c:pt idx="4194">
                  <c:v>03-11-2016</c:v>
                </c:pt>
                <c:pt idx="4195">
                  <c:v>04-11-2016</c:v>
                </c:pt>
                <c:pt idx="4196">
                  <c:v>07-11-2016</c:v>
                </c:pt>
                <c:pt idx="4197">
                  <c:v>08-11-2016</c:v>
                </c:pt>
                <c:pt idx="4198">
                  <c:v>09-11-2016</c:v>
                </c:pt>
                <c:pt idx="4199">
                  <c:v>10-11-2016</c:v>
                </c:pt>
                <c:pt idx="4200">
                  <c:v>11-11-2016</c:v>
                </c:pt>
                <c:pt idx="4201">
                  <c:v>15-11-2016</c:v>
                </c:pt>
                <c:pt idx="4202">
                  <c:v>16-11-2016</c:v>
                </c:pt>
                <c:pt idx="4203">
                  <c:v>17-11-2016</c:v>
                </c:pt>
                <c:pt idx="4204">
                  <c:v>18-11-2016</c:v>
                </c:pt>
                <c:pt idx="4205">
                  <c:v>21-11-2016</c:v>
                </c:pt>
                <c:pt idx="4206">
                  <c:v>22-11-2016</c:v>
                </c:pt>
                <c:pt idx="4207">
                  <c:v>23-11-2016</c:v>
                </c:pt>
                <c:pt idx="4208">
                  <c:v>24-11-2016</c:v>
                </c:pt>
                <c:pt idx="4209">
                  <c:v>25-11-2016</c:v>
                </c:pt>
                <c:pt idx="4210">
                  <c:v>28-11-2016</c:v>
                </c:pt>
                <c:pt idx="4211">
                  <c:v>29-11-2016</c:v>
                </c:pt>
                <c:pt idx="4212">
                  <c:v>30-11-2016</c:v>
                </c:pt>
                <c:pt idx="4213">
                  <c:v>01-12-2016</c:v>
                </c:pt>
                <c:pt idx="4214">
                  <c:v>02-12-2016</c:v>
                </c:pt>
                <c:pt idx="4215">
                  <c:v>05-12-2016</c:v>
                </c:pt>
                <c:pt idx="4216">
                  <c:v>06-12-2016</c:v>
                </c:pt>
                <c:pt idx="4217">
                  <c:v>07-12-2016</c:v>
                </c:pt>
                <c:pt idx="4218">
                  <c:v>08-12-2016</c:v>
                </c:pt>
                <c:pt idx="4219">
                  <c:v>09-12-2016</c:v>
                </c:pt>
                <c:pt idx="4220">
                  <c:v>12-12-2016</c:v>
                </c:pt>
                <c:pt idx="4221">
                  <c:v>13-12-2016</c:v>
                </c:pt>
                <c:pt idx="4222">
                  <c:v>14-12-2016</c:v>
                </c:pt>
                <c:pt idx="4223">
                  <c:v>15-12-2016</c:v>
                </c:pt>
                <c:pt idx="4224">
                  <c:v>16-12-2016</c:v>
                </c:pt>
                <c:pt idx="4225">
                  <c:v>19-12-2016</c:v>
                </c:pt>
                <c:pt idx="4226">
                  <c:v>20-12-2016</c:v>
                </c:pt>
                <c:pt idx="4227">
                  <c:v>21-12-2016</c:v>
                </c:pt>
                <c:pt idx="4228">
                  <c:v>22-12-2016</c:v>
                </c:pt>
                <c:pt idx="4229">
                  <c:v>23-12-2016</c:v>
                </c:pt>
                <c:pt idx="4230">
                  <c:v>26-12-2016</c:v>
                </c:pt>
                <c:pt idx="4231">
                  <c:v>27-12-2016</c:v>
                </c:pt>
                <c:pt idx="4232">
                  <c:v>28-12-2016</c:v>
                </c:pt>
                <c:pt idx="4233">
                  <c:v>29-12-2016</c:v>
                </c:pt>
                <c:pt idx="4234">
                  <c:v>30-12-2016</c:v>
                </c:pt>
                <c:pt idx="4235">
                  <c:v>02-01-2017</c:v>
                </c:pt>
                <c:pt idx="4236">
                  <c:v>03-01-2017</c:v>
                </c:pt>
                <c:pt idx="4237">
                  <c:v>04-01-2017</c:v>
                </c:pt>
                <c:pt idx="4238">
                  <c:v>05-01-2017</c:v>
                </c:pt>
                <c:pt idx="4239">
                  <c:v>06-01-2017</c:v>
                </c:pt>
                <c:pt idx="4240">
                  <c:v>09-01-2017</c:v>
                </c:pt>
                <c:pt idx="4241">
                  <c:v>10-01-2017</c:v>
                </c:pt>
                <c:pt idx="4242">
                  <c:v>11-01-2017</c:v>
                </c:pt>
                <c:pt idx="4243">
                  <c:v>12-01-2017</c:v>
                </c:pt>
                <c:pt idx="4244">
                  <c:v>13-01-2017</c:v>
                </c:pt>
                <c:pt idx="4245">
                  <c:v>16-01-2017</c:v>
                </c:pt>
                <c:pt idx="4246">
                  <c:v>17-01-2017</c:v>
                </c:pt>
                <c:pt idx="4247">
                  <c:v>18-01-2017</c:v>
                </c:pt>
                <c:pt idx="4248">
                  <c:v>19-01-2017</c:v>
                </c:pt>
                <c:pt idx="4249">
                  <c:v>20-01-2017</c:v>
                </c:pt>
                <c:pt idx="4250">
                  <c:v>23-01-2017</c:v>
                </c:pt>
                <c:pt idx="4251">
                  <c:v>24-01-2017</c:v>
                </c:pt>
                <c:pt idx="4252">
                  <c:v>25-01-2017</c:v>
                </c:pt>
                <c:pt idx="4253">
                  <c:v>27-01-2017</c:v>
                </c:pt>
                <c:pt idx="4254">
                  <c:v>30-01-2017</c:v>
                </c:pt>
                <c:pt idx="4255">
                  <c:v>31-01-2017</c:v>
                </c:pt>
                <c:pt idx="4256">
                  <c:v>01-02-2017</c:v>
                </c:pt>
                <c:pt idx="4257">
                  <c:v>02-02-2017</c:v>
                </c:pt>
                <c:pt idx="4258">
                  <c:v>03-02-2017</c:v>
                </c:pt>
                <c:pt idx="4259">
                  <c:v>06-02-2017</c:v>
                </c:pt>
                <c:pt idx="4260">
                  <c:v>07-02-2017</c:v>
                </c:pt>
                <c:pt idx="4261">
                  <c:v>08-02-2017</c:v>
                </c:pt>
                <c:pt idx="4262">
                  <c:v>09-02-2017</c:v>
                </c:pt>
                <c:pt idx="4263">
                  <c:v>10-02-2017</c:v>
                </c:pt>
                <c:pt idx="4264">
                  <c:v>13-02-2017</c:v>
                </c:pt>
                <c:pt idx="4265">
                  <c:v>14-02-2017</c:v>
                </c:pt>
                <c:pt idx="4266">
                  <c:v>15-02-2017</c:v>
                </c:pt>
                <c:pt idx="4267">
                  <c:v>16-02-2017</c:v>
                </c:pt>
                <c:pt idx="4268">
                  <c:v>17-02-2017</c:v>
                </c:pt>
                <c:pt idx="4269">
                  <c:v>20-02-2017</c:v>
                </c:pt>
                <c:pt idx="4270">
                  <c:v>21-02-2017</c:v>
                </c:pt>
                <c:pt idx="4271">
                  <c:v>22-02-2017</c:v>
                </c:pt>
                <c:pt idx="4272">
                  <c:v>23-02-2017</c:v>
                </c:pt>
                <c:pt idx="4273">
                  <c:v>27-02-2017</c:v>
                </c:pt>
                <c:pt idx="4274">
                  <c:v>28-02-2017</c:v>
                </c:pt>
                <c:pt idx="4275">
                  <c:v>01-03-2017</c:v>
                </c:pt>
                <c:pt idx="4276">
                  <c:v>02-03-2017</c:v>
                </c:pt>
                <c:pt idx="4277">
                  <c:v>03-03-2017</c:v>
                </c:pt>
                <c:pt idx="4278">
                  <c:v>06-03-2017</c:v>
                </c:pt>
                <c:pt idx="4279">
                  <c:v>07-03-2017</c:v>
                </c:pt>
                <c:pt idx="4280">
                  <c:v>08-03-2017</c:v>
                </c:pt>
                <c:pt idx="4281">
                  <c:v>09-03-2017</c:v>
                </c:pt>
                <c:pt idx="4282">
                  <c:v>10-03-2017</c:v>
                </c:pt>
                <c:pt idx="4283">
                  <c:v>14-03-2017</c:v>
                </c:pt>
                <c:pt idx="4284">
                  <c:v>15-03-2017</c:v>
                </c:pt>
                <c:pt idx="4285">
                  <c:v>16-03-2017</c:v>
                </c:pt>
                <c:pt idx="4286">
                  <c:v>17-03-2017</c:v>
                </c:pt>
                <c:pt idx="4287">
                  <c:v>20-03-2017</c:v>
                </c:pt>
                <c:pt idx="4288">
                  <c:v>21-03-2017</c:v>
                </c:pt>
                <c:pt idx="4289">
                  <c:v>22-03-2017</c:v>
                </c:pt>
                <c:pt idx="4290">
                  <c:v>23-03-2017</c:v>
                </c:pt>
                <c:pt idx="4291">
                  <c:v>24-03-2017</c:v>
                </c:pt>
                <c:pt idx="4292">
                  <c:v>27-03-2017</c:v>
                </c:pt>
                <c:pt idx="4293">
                  <c:v>28-03-2017</c:v>
                </c:pt>
                <c:pt idx="4294">
                  <c:v>29-03-2017</c:v>
                </c:pt>
                <c:pt idx="4295">
                  <c:v>30-03-2017</c:v>
                </c:pt>
                <c:pt idx="4296">
                  <c:v>31-03-2017</c:v>
                </c:pt>
                <c:pt idx="4297">
                  <c:v>03-04-2017</c:v>
                </c:pt>
                <c:pt idx="4298">
                  <c:v>05-04-2017</c:v>
                </c:pt>
                <c:pt idx="4299">
                  <c:v>06-04-2017</c:v>
                </c:pt>
                <c:pt idx="4300">
                  <c:v>07-04-2017</c:v>
                </c:pt>
                <c:pt idx="4301">
                  <c:v>10-04-2017</c:v>
                </c:pt>
                <c:pt idx="4302">
                  <c:v>11-04-2017</c:v>
                </c:pt>
                <c:pt idx="4303">
                  <c:v>12-04-2017</c:v>
                </c:pt>
                <c:pt idx="4304">
                  <c:v>13-04-2017</c:v>
                </c:pt>
                <c:pt idx="4305">
                  <c:v>17-04-2017</c:v>
                </c:pt>
                <c:pt idx="4306">
                  <c:v>18-04-2017</c:v>
                </c:pt>
                <c:pt idx="4307">
                  <c:v>19-04-2017</c:v>
                </c:pt>
                <c:pt idx="4308">
                  <c:v>20-04-2017</c:v>
                </c:pt>
                <c:pt idx="4309">
                  <c:v>21-04-2017</c:v>
                </c:pt>
                <c:pt idx="4310">
                  <c:v>24-04-2017</c:v>
                </c:pt>
                <c:pt idx="4311">
                  <c:v>25-04-2017</c:v>
                </c:pt>
                <c:pt idx="4312">
                  <c:v>26-04-2017</c:v>
                </c:pt>
                <c:pt idx="4313">
                  <c:v>27-04-2017</c:v>
                </c:pt>
                <c:pt idx="4314">
                  <c:v>28-04-2017</c:v>
                </c:pt>
                <c:pt idx="4315">
                  <c:v>02-05-2017</c:v>
                </c:pt>
                <c:pt idx="4316">
                  <c:v>03-05-2017</c:v>
                </c:pt>
                <c:pt idx="4317">
                  <c:v>04-05-2017</c:v>
                </c:pt>
                <c:pt idx="4318">
                  <c:v>05-05-2017</c:v>
                </c:pt>
                <c:pt idx="4319">
                  <c:v>08-05-2017</c:v>
                </c:pt>
                <c:pt idx="4320">
                  <c:v>09-05-2017</c:v>
                </c:pt>
                <c:pt idx="4321">
                  <c:v>10-05-2017</c:v>
                </c:pt>
                <c:pt idx="4322">
                  <c:v>11-05-2017</c:v>
                </c:pt>
                <c:pt idx="4323">
                  <c:v>12-05-2017</c:v>
                </c:pt>
                <c:pt idx="4324">
                  <c:v>15-05-2017</c:v>
                </c:pt>
                <c:pt idx="4325">
                  <c:v>16-05-2017</c:v>
                </c:pt>
                <c:pt idx="4326">
                  <c:v>17-05-2017</c:v>
                </c:pt>
                <c:pt idx="4327">
                  <c:v>18-05-2017</c:v>
                </c:pt>
                <c:pt idx="4328">
                  <c:v>19-05-2017</c:v>
                </c:pt>
                <c:pt idx="4329">
                  <c:v>22-05-2017</c:v>
                </c:pt>
                <c:pt idx="4330">
                  <c:v>23-05-2017</c:v>
                </c:pt>
                <c:pt idx="4331">
                  <c:v>24-05-2017</c:v>
                </c:pt>
                <c:pt idx="4332">
                  <c:v>25-05-2017</c:v>
                </c:pt>
                <c:pt idx="4333">
                  <c:v>26-05-2017</c:v>
                </c:pt>
                <c:pt idx="4334">
                  <c:v>29-05-2017</c:v>
                </c:pt>
                <c:pt idx="4335">
                  <c:v>30-05-2017</c:v>
                </c:pt>
                <c:pt idx="4336">
                  <c:v>31-05-2017</c:v>
                </c:pt>
                <c:pt idx="4337">
                  <c:v>01-06-2017</c:v>
                </c:pt>
                <c:pt idx="4338">
                  <c:v>02-06-2017</c:v>
                </c:pt>
                <c:pt idx="4339">
                  <c:v>05-06-2017</c:v>
                </c:pt>
                <c:pt idx="4340">
                  <c:v>06-06-2017</c:v>
                </c:pt>
                <c:pt idx="4341">
                  <c:v>07-06-2017</c:v>
                </c:pt>
                <c:pt idx="4342">
                  <c:v>08-06-2017</c:v>
                </c:pt>
                <c:pt idx="4343">
                  <c:v>09-06-2017</c:v>
                </c:pt>
                <c:pt idx="4344">
                  <c:v>12-06-2017</c:v>
                </c:pt>
                <c:pt idx="4345">
                  <c:v>13-06-2017</c:v>
                </c:pt>
                <c:pt idx="4346">
                  <c:v>14-06-2017</c:v>
                </c:pt>
                <c:pt idx="4347">
                  <c:v>15-06-2017</c:v>
                </c:pt>
                <c:pt idx="4348">
                  <c:v>16-06-2017</c:v>
                </c:pt>
                <c:pt idx="4349">
                  <c:v>19-06-2017</c:v>
                </c:pt>
                <c:pt idx="4350">
                  <c:v>20-06-2017</c:v>
                </c:pt>
                <c:pt idx="4351">
                  <c:v>21-06-2017</c:v>
                </c:pt>
                <c:pt idx="4352">
                  <c:v>22-06-2017</c:v>
                </c:pt>
                <c:pt idx="4353">
                  <c:v>23-06-2017</c:v>
                </c:pt>
                <c:pt idx="4354">
                  <c:v>27-06-2017</c:v>
                </c:pt>
                <c:pt idx="4355">
                  <c:v>28-06-2017</c:v>
                </c:pt>
                <c:pt idx="4356">
                  <c:v>29-06-2017</c:v>
                </c:pt>
                <c:pt idx="4357">
                  <c:v>30-06-2017</c:v>
                </c:pt>
                <c:pt idx="4358">
                  <c:v>03-07-2017</c:v>
                </c:pt>
                <c:pt idx="4359">
                  <c:v>04-07-2017</c:v>
                </c:pt>
                <c:pt idx="4360">
                  <c:v>05-07-2017</c:v>
                </c:pt>
                <c:pt idx="4361">
                  <c:v>06-07-2017</c:v>
                </c:pt>
                <c:pt idx="4362">
                  <c:v>07-07-2017</c:v>
                </c:pt>
                <c:pt idx="4363">
                  <c:v>10-07-2017</c:v>
                </c:pt>
                <c:pt idx="4364">
                  <c:v>11-07-2017</c:v>
                </c:pt>
                <c:pt idx="4365">
                  <c:v>12-07-2017</c:v>
                </c:pt>
                <c:pt idx="4366">
                  <c:v>13-07-2017</c:v>
                </c:pt>
                <c:pt idx="4367">
                  <c:v>14-07-2017</c:v>
                </c:pt>
                <c:pt idx="4368">
                  <c:v>17-07-2017</c:v>
                </c:pt>
                <c:pt idx="4369">
                  <c:v>18-07-2017</c:v>
                </c:pt>
                <c:pt idx="4370">
                  <c:v>19-07-2017</c:v>
                </c:pt>
                <c:pt idx="4371">
                  <c:v>20-07-2017</c:v>
                </c:pt>
                <c:pt idx="4372">
                  <c:v>21-07-2017</c:v>
                </c:pt>
                <c:pt idx="4373">
                  <c:v>24-07-2017</c:v>
                </c:pt>
                <c:pt idx="4374">
                  <c:v>25-07-2017</c:v>
                </c:pt>
                <c:pt idx="4375">
                  <c:v>26-07-2017</c:v>
                </c:pt>
                <c:pt idx="4376">
                  <c:v>27-07-2017</c:v>
                </c:pt>
                <c:pt idx="4377">
                  <c:v>28-07-2017</c:v>
                </c:pt>
                <c:pt idx="4378">
                  <c:v>31-07-2017</c:v>
                </c:pt>
                <c:pt idx="4379">
                  <c:v>01-08-2017</c:v>
                </c:pt>
                <c:pt idx="4380">
                  <c:v>02-08-2017</c:v>
                </c:pt>
                <c:pt idx="4381">
                  <c:v>03-08-2017</c:v>
                </c:pt>
                <c:pt idx="4382">
                  <c:v>04-08-2017</c:v>
                </c:pt>
                <c:pt idx="4383">
                  <c:v>07-08-2017</c:v>
                </c:pt>
                <c:pt idx="4384">
                  <c:v>08-08-2017</c:v>
                </c:pt>
                <c:pt idx="4385">
                  <c:v>09-08-2017</c:v>
                </c:pt>
                <c:pt idx="4386">
                  <c:v>10-08-2017</c:v>
                </c:pt>
                <c:pt idx="4387">
                  <c:v>11-08-2017</c:v>
                </c:pt>
                <c:pt idx="4388">
                  <c:v>14-08-2017</c:v>
                </c:pt>
                <c:pt idx="4389">
                  <c:v>16-08-2017</c:v>
                </c:pt>
                <c:pt idx="4390">
                  <c:v>17-08-2017</c:v>
                </c:pt>
                <c:pt idx="4391">
                  <c:v>18-08-2017</c:v>
                </c:pt>
                <c:pt idx="4392">
                  <c:v>21-08-2017</c:v>
                </c:pt>
                <c:pt idx="4393">
                  <c:v>22-08-2017</c:v>
                </c:pt>
                <c:pt idx="4394">
                  <c:v>23-08-2017</c:v>
                </c:pt>
                <c:pt idx="4395">
                  <c:v>24-08-2017</c:v>
                </c:pt>
                <c:pt idx="4396">
                  <c:v>28-08-2017</c:v>
                </c:pt>
                <c:pt idx="4397">
                  <c:v>29-08-2017</c:v>
                </c:pt>
                <c:pt idx="4398">
                  <c:v>30-08-2017</c:v>
                </c:pt>
                <c:pt idx="4399">
                  <c:v>31-08-2017</c:v>
                </c:pt>
                <c:pt idx="4400">
                  <c:v>01-09-2017</c:v>
                </c:pt>
                <c:pt idx="4401">
                  <c:v>04-09-2017</c:v>
                </c:pt>
                <c:pt idx="4402">
                  <c:v>05-09-2017</c:v>
                </c:pt>
                <c:pt idx="4403">
                  <c:v>06-09-2017</c:v>
                </c:pt>
                <c:pt idx="4404">
                  <c:v>07-09-2017</c:v>
                </c:pt>
                <c:pt idx="4405">
                  <c:v>08-09-2017</c:v>
                </c:pt>
                <c:pt idx="4406">
                  <c:v>11-09-2017</c:v>
                </c:pt>
                <c:pt idx="4407">
                  <c:v>12-09-2017</c:v>
                </c:pt>
                <c:pt idx="4408">
                  <c:v>13-09-2017</c:v>
                </c:pt>
                <c:pt idx="4409">
                  <c:v>14-09-2017</c:v>
                </c:pt>
                <c:pt idx="4410">
                  <c:v>15-09-2017</c:v>
                </c:pt>
                <c:pt idx="4411">
                  <c:v>18-09-2017</c:v>
                </c:pt>
                <c:pt idx="4412">
                  <c:v>19-09-2017</c:v>
                </c:pt>
                <c:pt idx="4413">
                  <c:v>20-09-2017</c:v>
                </c:pt>
                <c:pt idx="4414">
                  <c:v>21-09-2017</c:v>
                </c:pt>
                <c:pt idx="4415">
                  <c:v>22-09-2017</c:v>
                </c:pt>
                <c:pt idx="4416">
                  <c:v>25-09-2017</c:v>
                </c:pt>
                <c:pt idx="4417">
                  <c:v>26-09-2017</c:v>
                </c:pt>
                <c:pt idx="4418">
                  <c:v>27-09-2017</c:v>
                </c:pt>
                <c:pt idx="4419">
                  <c:v>28-09-2017</c:v>
                </c:pt>
                <c:pt idx="4420">
                  <c:v>29-09-2017</c:v>
                </c:pt>
                <c:pt idx="4421">
                  <c:v>03-10-2017</c:v>
                </c:pt>
                <c:pt idx="4422">
                  <c:v>04-10-2017</c:v>
                </c:pt>
                <c:pt idx="4423">
                  <c:v>05-10-2017</c:v>
                </c:pt>
                <c:pt idx="4424">
                  <c:v>06-10-2017</c:v>
                </c:pt>
                <c:pt idx="4425">
                  <c:v>09-10-2017</c:v>
                </c:pt>
                <c:pt idx="4426">
                  <c:v>10-10-2017</c:v>
                </c:pt>
                <c:pt idx="4427">
                  <c:v>11-10-2017</c:v>
                </c:pt>
                <c:pt idx="4428">
                  <c:v>12-10-2017</c:v>
                </c:pt>
                <c:pt idx="4429">
                  <c:v>13-10-2017</c:v>
                </c:pt>
                <c:pt idx="4430">
                  <c:v>16-10-2017</c:v>
                </c:pt>
                <c:pt idx="4431">
                  <c:v>17-10-2017</c:v>
                </c:pt>
                <c:pt idx="4432">
                  <c:v>18-10-2017</c:v>
                </c:pt>
                <c:pt idx="4433">
                  <c:v>19-10-2017</c:v>
                </c:pt>
                <c:pt idx="4434">
                  <c:v>23-10-2017</c:v>
                </c:pt>
                <c:pt idx="4435">
                  <c:v>24-10-2017</c:v>
                </c:pt>
                <c:pt idx="4436">
                  <c:v>25-10-2017</c:v>
                </c:pt>
                <c:pt idx="4437">
                  <c:v>26-10-2017</c:v>
                </c:pt>
                <c:pt idx="4438">
                  <c:v>27-10-2017</c:v>
                </c:pt>
                <c:pt idx="4439">
                  <c:v>30-10-2017</c:v>
                </c:pt>
                <c:pt idx="4440">
                  <c:v>31-10-2017</c:v>
                </c:pt>
                <c:pt idx="4441">
                  <c:v>01-11-2017</c:v>
                </c:pt>
                <c:pt idx="4442">
                  <c:v>02-11-2017</c:v>
                </c:pt>
                <c:pt idx="4443">
                  <c:v>03-11-2017</c:v>
                </c:pt>
                <c:pt idx="4444">
                  <c:v>06-11-2017</c:v>
                </c:pt>
                <c:pt idx="4445">
                  <c:v>07-11-2017</c:v>
                </c:pt>
                <c:pt idx="4446">
                  <c:v>08-11-2017</c:v>
                </c:pt>
                <c:pt idx="4447">
                  <c:v>09-11-2017</c:v>
                </c:pt>
                <c:pt idx="4448">
                  <c:v>10-11-2017</c:v>
                </c:pt>
                <c:pt idx="4449">
                  <c:v>13-11-2017</c:v>
                </c:pt>
                <c:pt idx="4450">
                  <c:v>14-11-2017</c:v>
                </c:pt>
                <c:pt idx="4451">
                  <c:v>15-11-2017</c:v>
                </c:pt>
                <c:pt idx="4452">
                  <c:v>16-11-2017</c:v>
                </c:pt>
                <c:pt idx="4453">
                  <c:v>17-11-2017</c:v>
                </c:pt>
                <c:pt idx="4454">
                  <c:v>20-11-2017</c:v>
                </c:pt>
                <c:pt idx="4455">
                  <c:v>21-11-2017</c:v>
                </c:pt>
                <c:pt idx="4456">
                  <c:v>22-11-2017</c:v>
                </c:pt>
                <c:pt idx="4457">
                  <c:v>23-11-2017</c:v>
                </c:pt>
                <c:pt idx="4458">
                  <c:v>24-11-2017</c:v>
                </c:pt>
                <c:pt idx="4459">
                  <c:v>27-11-2017</c:v>
                </c:pt>
                <c:pt idx="4460">
                  <c:v>28-11-2017</c:v>
                </c:pt>
                <c:pt idx="4461">
                  <c:v>29-11-2017</c:v>
                </c:pt>
                <c:pt idx="4462">
                  <c:v>30-11-2017</c:v>
                </c:pt>
                <c:pt idx="4463">
                  <c:v>01-12-2017</c:v>
                </c:pt>
                <c:pt idx="4464">
                  <c:v>04-12-2017</c:v>
                </c:pt>
                <c:pt idx="4465">
                  <c:v>05-12-2017</c:v>
                </c:pt>
                <c:pt idx="4466">
                  <c:v>06-12-2017</c:v>
                </c:pt>
                <c:pt idx="4467">
                  <c:v>07-12-2017</c:v>
                </c:pt>
                <c:pt idx="4468">
                  <c:v>08-12-2017</c:v>
                </c:pt>
                <c:pt idx="4469">
                  <c:v>11-12-2017</c:v>
                </c:pt>
                <c:pt idx="4470">
                  <c:v>12-12-2017</c:v>
                </c:pt>
                <c:pt idx="4471">
                  <c:v>13-12-2017</c:v>
                </c:pt>
                <c:pt idx="4472">
                  <c:v>14-12-2017</c:v>
                </c:pt>
                <c:pt idx="4473">
                  <c:v>15-12-2017</c:v>
                </c:pt>
                <c:pt idx="4474">
                  <c:v>18-12-2017</c:v>
                </c:pt>
                <c:pt idx="4475">
                  <c:v>19-12-2017</c:v>
                </c:pt>
                <c:pt idx="4476">
                  <c:v>20-12-2017</c:v>
                </c:pt>
                <c:pt idx="4477">
                  <c:v>21-12-2017</c:v>
                </c:pt>
                <c:pt idx="4478">
                  <c:v>22-12-2017</c:v>
                </c:pt>
                <c:pt idx="4479">
                  <c:v>26-12-2017</c:v>
                </c:pt>
                <c:pt idx="4480">
                  <c:v>27-12-2017</c:v>
                </c:pt>
                <c:pt idx="4481">
                  <c:v>28-12-2017</c:v>
                </c:pt>
                <c:pt idx="4482">
                  <c:v>29-12-2017</c:v>
                </c:pt>
                <c:pt idx="4483">
                  <c:v>01-01-2018</c:v>
                </c:pt>
                <c:pt idx="4484">
                  <c:v>02-01-2018</c:v>
                </c:pt>
                <c:pt idx="4485">
                  <c:v>03-01-2018</c:v>
                </c:pt>
                <c:pt idx="4486">
                  <c:v>04-01-2018</c:v>
                </c:pt>
                <c:pt idx="4487">
                  <c:v>05-01-2018</c:v>
                </c:pt>
                <c:pt idx="4488">
                  <c:v>08-01-2018</c:v>
                </c:pt>
                <c:pt idx="4489">
                  <c:v>09-01-2018</c:v>
                </c:pt>
                <c:pt idx="4490">
                  <c:v>10-01-2018</c:v>
                </c:pt>
                <c:pt idx="4491">
                  <c:v>11-01-2018</c:v>
                </c:pt>
                <c:pt idx="4492">
                  <c:v>12-01-2018</c:v>
                </c:pt>
                <c:pt idx="4493">
                  <c:v>15-01-2018</c:v>
                </c:pt>
                <c:pt idx="4494">
                  <c:v>16-01-2018</c:v>
                </c:pt>
                <c:pt idx="4495">
                  <c:v>17-01-2018</c:v>
                </c:pt>
                <c:pt idx="4496">
                  <c:v>18-01-2018</c:v>
                </c:pt>
                <c:pt idx="4497">
                  <c:v>19-01-2018</c:v>
                </c:pt>
                <c:pt idx="4498">
                  <c:v>22-01-2018</c:v>
                </c:pt>
                <c:pt idx="4499">
                  <c:v>23-01-2018</c:v>
                </c:pt>
                <c:pt idx="4500">
                  <c:v>24-01-2018</c:v>
                </c:pt>
                <c:pt idx="4501">
                  <c:v>25-01-2018</c:v>
                </c:pt>
                <c:pt idx="4502">
                  <c:v>29-01-2018</c:v>
                </c:pt>
                <c:pt idx="4503">
                  <c:v>30-01-2018</c:v>
                </c:pt>
                <c:pt idx="4504">
                  <c:v>31-01-2018</c:v>
                </c:pt>
                <c:pt idx="4505">
                  <c:v>01-02-2018</c:v>
                </c:pt>
                <c:pt idx="4506">
                  <c:v>02-02-2018</c:v>
                </c:pt>
                <c:pt idx="4507">
                  <c:v>05-02-2018</c:v>
                </c:pt>
                <c:pt idx="4508">
                  <c:v>06-02-2018</c:v>
                </c:pt>
                <c:pt idx="4509">
                  <c:v>07-02-2018</c:v>
                </c:pt>
                <c:pt idx="4510">
                  <c:v>08-02-2018</c:v>
                </c:pt>
                <c:pt idx="4511">
                  <c:v>09-02-2018</c:v>
                </c:pt>
                <c:pt idx="4512">
                  <c:v>12-02-2018</c:v>
                </c:pt>
                <c:pt idx="4513">
                  <c:v>14-02-2018</c:v>
                </c:pt>
                <c:pt idx="4514">
                  <c:v>15-02-2018</c:v>
                </c:pt>
                <c:pt idx="4515">
                  <c:v>16-02-2018</c:v>
                </c:pt>
                <c:pt idx="4516">
                  <c:v>19-02-2018</c:v>
                </c:pt>
                <c:pt idx="4517">
                  <c:v>20-02-2018</c:v>
                </c:pt>
                <c:pt idx="4518">
                  <c:v>21-02-2018</c:v>
                </c:pt>
                <c:pt idx="4519">
                  <c:v>22-02-2018</c:v>
                </c:pt>
                <c:pt idx="4520">
                  <c:v>23-02-2018</c:v>
                </c:pt>
                <c:pt idx="4521">
                  <c:v>26-02-2018</c:v>
                </c:pt>
                <c:pt idx="4522">
                  <c:v>27-02-2018</c:v>
                </c:pt>
                <c:pt idx="4523">
                  <c:v>28-02-2018</c:v>
                </c:pt>
                <c:pt idx="4524">
                  <c:v>01-03-2018</c:v>
                </c:pt>
                <c:pt idx="4525">
                  <c:v>05-03-2018</c:v>
                </c:pt>
                <c:pt idx="4526">
                  <c:v>06-03-2018</c:v>
                </c:pt>
                <c:pt idx="4527">
                  <c:v>07-03-2018</c:v>
                </c:pt>
                <c:pt idx="4528">
                  <c:v>08-03-2018</c:v>
                </c:pt>
                <c:pt idx="4529">
                  <c:v>09-03-2018</c:v>
                </c:pt>
                <c:pt idx="4530">
                  <c:v>12-03-2018</c:v>
                </c:pt>
                <c:pt idx="4531">
                  <c:v>13-03-2018</c:v>
                </c:pt>
                <c:pt idx="4532">
                  <c:v>14-03-2018</c:v>
                </c:pt>
                <c:pt idx="4533">
                  <c:v>15-03-2018</c:v>
                </c:pt>
                <c:pt idx="4534">
                  <c:v>16-03-2018</c:v>
                </c:pt>
                <c:pt idx="4535">
                  <c:v>19-03-2018</c:v>
                </c:pt>
                <c:pt idx="4536">
                  <c:v>20-03-2018</c:v>
                </c:pt>
                <c:pt idx="4537">
                  <c:v>21-03-2018</c:v>
                </c:pt>
                <c:pt idx="4538">
                  <c:v>22-03-2018</c:v>
                </c:pt>
                <c:pt idx="4539">
                  <c:v>23-03-2018</c:v>
                </c:pt>
                <c:pt idx="4540">
                  <c:v>26-03-2018</c:v>
                </c:pt>
                <c:pt idx="4541">
                  <c:v>27-03-2018</c:v>
                </c:pt>
                <c:pt idx="4542">
                  <c:v>28-03-2018</c:v>
                </c:pt>
                <c:pt idx="4543">
                  <c:v>02-04-2018</c:v>
                </c:pt>
                <c:pt idx="4544">
                  <c:v>03-04-2018</c:v>
                </c:pt>
                <c:pt idx="4545">
                  <c:v>04-04-2018</c:v>
                </c:pt>
                <c:pt idx="4546">
                  <c:v>05-04-2018</c:v>
                </c:pt>
                <c:pt idx="4547">
                  <c:v>06-04-2018</c:v>
                </c:pt>
                <c:pt idx="4548">
                  <c:v>09-04-2018</c:v>
                </c:pt>
                <c:pt idx="4549">
                  <c:v>10-04-2018</c:v>
                </c:pt>
                <c:pt idx="4550">
                  <c:v>11-04-2018</c:v>
                </c:pt>
                <c:pt idx="4551">
                  <c:v>12-04-2018</c:v>
                </c:pt>
                <c:pt idx="4552">
                  <c:v>13-04-2018</c:v>
                </c:pt>
                <c:pt idx="4553">
                  <c:v>16-04-2018</c:v>
                </c:pt>
                <c:pt idx="4554">
                  <c:v>17-04-2018</c:v>
                </c:pt>
                <c:pt idx="4555">
                  <c:v>18-04-2018</c:v>
                </c:pt>
                <c:pt idx="4556">
                  <c:v>19-04-2018</c:v>
                </c:pt>
                <c:pt idx="4557">
                  <c:v>20-04-2018</c:v>
                </c:pt>
                <c:pt idx="4558">
                  <c:v>23-04-2018</c:v>
                </c:pt>
                <c:pt idx="4559">
                  <c:v>24-04-2018</c:v>
                </c:pt>
                <c:pt idx="4560">
                  <c:v>25-04-2018</c:v>
                </c:pt>
                <c:pt idx="4561">
                  <c:v>26-04-2018</c:v>
                </c:pt>
                <c:pt idx="4562">
                  <c:v>27-04-2018</c:v>
                </c:pt>
                <c:pt idx="4563">
                  <c:v>30-04-2018</c:v>
                </c:pt>
                <c:pt idx="4564">
                  <c:v>02-05-2018</c:v>
                </c:pt>
                <c:pt idx="4565">
                  <c:v>03-05-2018</c:v>
                </c:pt>
                <c:pt idx="4566">
                  <c:v>04-05-2018</c:v>
                </c:pt>
                <c:pt idx="4567">
                  <c:v>07-05-2018</c:v>
                </c:pt>
                <c:pt idx="4568">
                  <c:v>08-05-2018</c:v>
                </c:pt>
                <c:pt idx="4569">
                  <c:v>09-05-2018</c:v>
                </c:pt>
                <c:pt idx="4570">
                  <c:v>10-05-2018</c:v>
                </c:pt>
                <c:pt idx="4571">
                  <c:v>11-05-2018</c:v>
                </c:pt>
                <c:pt idx="4572">
                  <c:v>14-05-2018</c:v>
                </c:pt>
                <c:pt idx="4573">
                  <c:v>15-05-2018</c:v>
                </c:pt>
                <c:pt idx="4574">
                  <c:v>16-05-2018</c:v>
                </c:pt>
                <c:pt idx="4575">
                  <c:v>17-05-2018</c:v>
                </c:pt>
                <c:pt idx="4576">
                  <c:v>18-05-2018</c:v>
                </c:pt>
                <c:pt idx="4577">
                  <c:v>21-05-2018</c:v>
                </c:pt>
                <c:pt idx="4578">
                  <c:v>22-05-2018</c:v>
                </c:pt>
                <c:pt idx="4579">
                  <c:v>23-05-2018</c:v>
                </c:pt>
                <c:pt idx="4580">
                  <c:v>24-05-2018</c:v>
                </c:pt>
                <c:pt idx="4581">
                  <c:v>25-05-2018</c:v>
                </c:pt>
                <c:pt idx="4582">
                  <c:v>28-05-2018</c:v>
                </c:pt>
                <c:pt idx="4583">
                  <c:v>29-05-2018</c:v>
                </c:pt>
                <c:pt idx="4584">
                  <c:v>30-05-2018</c:v>
                </c:pt>
                <c:pt idx="4585">
                  <c:v>31-05-2018</c:v>
                </c:pt>
                <c:pt idx="4586">
                  <c:v>01-06-2018</c:v>
                </c:pt>
                <c:pt idx="4587">
                  <c:v>04-06-2018</c:v>
                </c:pt>
                <c:pt idx="4588">
                  <c:v>05-06-2018</c:v>
                </c:pt>
                <c:pt idx="4589">
                  <c:v>06-06-2018</c:v>
                </c:pt>
                <c:pt idx="4590">
                  <c:v>07-06-2018</c:v>
                </c:pt>
                <c:pt idx="4591">
                  <c:v>08-06-2018</c:v>
                </c:pt>
                <c:pt idx="4592">
                  <c:v>11-06-2018</c:v>
                </c:pt>
                <c:pt idx="4593">
                  <c:v>12-06-2018</c:v>
                </c:pt>
                <c:pt idx="4594">
                  <c:v>13-06-2018</c:v>
                </c:pt>
                <c:pt idx="4595">
                  <c:v>14-06-2018</c:v>
                </c:pt>
                <c:pt idx="4596">
                  <c:v>15-06-2018</c:v>
                </c:pt>
                <c:pt idx="4597">
                  <c:v>18-06-2018</c:v>
                </c:pt>
                <c:pt idx="4598">
                  <c:v>19-06-2018</c:v>
                </c:pt>
                <c:pt idx="4599">
                  <c:v>20-06-2018</c:v>
                </c:pt>
                <c:pt idx="4600">
                  <c:v>21-06-2018</c:v>
                </c:pt>
                <c:pt idx="4601">
                  <c:v>22-06-2018</c:v>
                </c:pt>
                <c:pt idx="4602">
                  <c:v>25-06-2018</c:v>
                </c:pt>
                <c:pt idx="4603">
                  <c:v>26-06-2018</c:v>
                </c:pt>
                <c:pt idx="4604">
                  <c:v>27-06-2018</c:v>
                </c:pt>
                <c:pt idx="4605">
                  <c:v>28-06-2018</c:v>
                </c:pt>
                <c:pt idx="4606">
                  <c:v>29-06-2018</c:v>
                </c:pt>
                <c:pt idx="4607">
                  <c:v>02-07-2018</c:v>
                </c:pt>
                <c:pt idx="4608">
                  <c:v>03-07-2018</c:v>
                </c:pt>
                <c:pt idx="4609">
                  <c:v>04-07-2018</c:v>
                </c:pt>
                <c:pt idx="4610">
                  <c:v>05-07-2018</c:v>
                </c:pt>
                <c:pt idx="4611">
                  <c:v>06-07-2018</c:v>
                </c:pt>
                <c:pt idx="4612">
                  <c:v>09-07-2018</c:v>
                </c:pt>
                <c:pt idx="4613">
                  <c:v>10-07-2018</c:v>
                </c:pt>
                <c:pt idx="4614">
                  <c:v>11-07-2018</c:v>
                </c:pt>
                <c:pt idx="4615">
                  <c:v>12-07-2018</c:v>
                </c:pt>
                <c:pt idx="4616">
                  <c:v>13-07-2018</c:v>
                </c:pt>
                <c:pt idx="4617">
                  <c:v>16-07-2018</c:v>
                </c:pt>
                <c:pt idx="4618">
                  <c:v>17-07-2018</c:v>
                </c:pt>
                <c:pt idx="4619">
                  <c:v>18-07-2018</c:v>
                </c:pt>
                <c:pt idx="4620">
                  <c:v>19-07-2018</c:v>
                </c:pt>
                <c:pt idx="4621">
                  <c:v>20-07-2018</c:v>
                </c:pt>
                <c:pt idx="4622">
                  <c:v>23-07-2018</c:v>
                </c:pt>
                <c:pt idx="4623">
                  <c:v>24-07-2018</c:v>
                </c:pt>
                <c:pt idx="4624">
                  <c:v>25-07-2018</c:v>
                </c:pt>
                <c:pt idx="4625">
                  <c:v>26-07-2018</c:v>
                </c:pt>
                <c:pt idx="4626">
                  <c:v>27-07-2018</c:v>
                </c:pt>
                <c:pt idx="4627">
                  <c:v>30-07-2018</c:v>
                </c:pt>
                <c:pt idx="4628">
                  <c:v>31-07-2018</c:v>
                </c:pt>
                <c:pt idx="4629">
                  <c:v>01-08-2018</c:v>
                </c:pt>
                <c:pt idx="4630">
                  <c:v>02-08-2018</c:v>
                </c:pt>
                <c:pt idx="4631">
                  <c:v>03-08-2018</c:v>
                </c:pt>
                <c:pt idx="4632">
                  <c:v>06-08-2018</c:v>
                </c:pt>
                <c:pt idx="4633">
                  <c:v>07-08-2018</c:v>
                </c:pt>
                <c:pt idx="4634">
                  <c:v>08-08-2018</c:v>
                </c:pt>
                <c:pt idx="4635">
                  <c:v>09-08-2018</c:v>
                </c:pt>
                <c:pt idx="4636">
                  <c:v>10-08-2018</c:v>
                </c:pt>
                <c:pt idx="4637">
                  <c:v>13-08-2018</c:v>
                </c:pt>
                <c:pt idx="4638">
                  <c:v>14-08-2018</c:v>
                </c:pt>
                <c:pt idx="4639">
                  <c:v>16-08-2018</c:v>
                </c:pt>
                <c:pt idx="4640">
                  <c:v>17-08-2018</c:v>
                </c:pt>
                <c:pt idx="4641">
                  <c:v>20-08-2018</c:v>
                </c:pt>
                <c:pt idx="4642">
                  <c:v>21-08-2018</c:v>
                </c:pt>
                <c:pt idx="4643">
                  <c:v>23-08-2018</c:v>
                </c:pt>
                <c:pt idx="4644">
                  <c:v>24-08-2018</c:v>
                </c:pt>
                <c:pt idx="4645">
                  <c:v>27-08-2018</c:v>
                </c:pt>
                <c:pt idx="4646">
                  <c:v>28-08-2018</c:v>
                </c:pt>
                <c:pt idx="4647">
                  <c:v>29-08-2018</c:v>
                </c:pt>
                <c:pt idx="4648">
                  <c:v>30-08-2018</c:v>
                </c:pt>
                <c:pt idx="4649">
                  <c:v>31-08-2018</c:v>
                </c:pt>
                <c:pt idx="4650">
                  <c:v>03-09-2018</c:v>
                </c:pt>
                <c:pt idx="4651">
                  <c:v>04-09-2018</c:v>
                </c:pt>
                <c:pt idx="4652">
                  <c:v>05-09-2018</c:v>
                </c:pt>
                <c:pt idx="4653">
                  <c:v>06-09-2018</c:v>
                </c:pt>
                <c:pt idx="4654">
                  <c:v>07-09-2018</c:v>
                </c:pt>
                <c:pt idx="4655">
                  <c:v>10-09-2018</c:v>
                </c:pt>
                <c:pt idx="4656">
                  <c:v>11-09-2018</c:v>
                </c:pt>
                <c:pt idx="4657">
                  <c:v>12-09-2018</c:v>
                </c:pt>
                <c:pt idx="4658">
                  <c:v>14-09-2018</c:v>
                </c:pt>
                <c:pt idx="4659">
                  <c:v>17-09-2018</c:v>
                </c:pt>
                <c:pt idx="4660">
                  <c:v>18-09-2018</c:v>
                </c:pt>
                <c:pt idx="4661">
                  <c:v>19-09-2018</c:v>
                </c:pt>
                <c:pt idx="4662">
                  <c:v>21-09-2018</c:v>
                </c:pt>
                <c:pt idx="4663">
                  <c:v>24-09-2018</c:v>
                </c:pt>
                <c:pt idx="4664">
                  <c:v>25-09-2018</c:v>
                </c:pt>
                <c:pt idx="4665">
                  <c:v>26-09-2018</c:v>
                </c:pt>
                <c:pt idx="4666">
                  <c:v>27-09-2018</c:v>
                </c:pt>
                <c:pt idx="4667">
                  <c:v>28-09-2018</c:v>
                </c:pt>
                <c:pt idx="4668">
                  <c:v>01-10-2018</c:v>
                </c:pt>
                <c:pt idx="4669">
                  <c:v>03-10-2018</c:v>
                </c:pt>
                <c:pt idx="4670">
                  <c:v>04-10-2018</c:v>
                </c:pt>
                <c:pt idx="4671">
                  <c:v>05-10-2018</c:v>
                </c:pt>
                <c:pt idx="4672">
                  <c:v>08-10-2018</c:v>
                </c:pt>
                <c:pt idx="4673">
                  <c:v>09-10-2018</c:v>
                </c:pt>
                <c:pt idx="4674">
                  <c:v>10-10-2018</c:v>
                </c:pt>
                <c:pt idx="4675">
                  <c:v>11-10-2018</c:v>
                </c:pt>
                <c:pt idx="4676">
                  <c:v>12-10-2018</c:v>
                </c:pt>
                <c:pt idx="4677">
                  <c:v>15-10-2018</c:v>
                </c:pt>
                <c:pt idx="4678">
                  <c:v>16-10-2018</c:v>
                </c:pt>
                <c:pt idx="4679">
                  <c:v>17-10-2018</c:v>
                </c:pt>
                <c:pt idx="4680">
                  <c:v>19-10-2018</c:v>
                </c:pt>
                <c:pt idx="4681">
                  <c:v>22-10-2018</c:v>
                </c:pt>
                <c:pt idx="4682">
                  <c:v>23-10-2018</c:v>
                </c:pt>
                <c:pt idx="4683">
                  <c:v>24-10-2018</c:v>
                </c:pt>
                <c:pt idx="4684">
                  <c:v>25-10-2018</c:v>
                </c:pt>
                <c:pt idx="4685">
                  <c:v>26-10-2018</c:v>
                </c:pt>
                <c:pt idx="4686">
                  <c:v>29-10-2018</c:v>
                </c:pt>
                <c:pt idx="4687">
                  <c:v>30-10-2018</c:v>
                </c:pt>
                <c:pt idx="4688">
                  <c:v>31-10-2018</c:v>
                </c:pt>
                <c:pt idx="4689">
                  <c:v>01-11-2018</c:v>
                </c:pt>
                <c:pt idx="4690">
                  <c:v>02-11-2018</c:v>
                </c:pt>
                <c:pt idx="4691">
                  <c:v>05-11-2018</c:v>
                </c:pt>
                <c:pt idx="4692">
                  <c:v>06-11-2018</c:v>
                </c:pt>
                <c:pt idx="4693">
                  <c:v>07-11-2018</c:v>
                </c:pt>
                <c:pt idx="4694">
                  <c:v>09-11-2018</c:v>
                </c:pt>
                <c:pt idx="4695">
                  <c:v>12-11-2018</c:v>
                </c:pt>
                <c:pt idx="4696">
                  <c:v>13-11-2018</c:v>
                </c:pt>
                <c:pt idx="4697">
                  <c:v>14-11-2018</c:v>
                </c:pt>
                <c:pt idx="4698">
                  <c:v>15-11-2018</c:v>
                </c:pt>
                <c:pt idx="4699">
                  <c:v>16-11-2018</c:v>
                </c:pt>
                <c:pt idx="4700">
                  <c:v>19-11-2018</c:v>
                </c:pt>
                <c:pt idx="4701">
                  <c:v>20-11-2018</c:v>
                </c:pt>
                <c:pt idx="4702">
                  <c:v>21-11-2018</c:v>
                </c:pt>
                <c:pt idx="4703">
                  <c:v>22-11-2018</c:v>
                </c:pt>
                <c:pt idx="4704">
                  <c:v>26-11-2018</c:v>
                </c:pt>
                <c:pt idx="4705">
                  <c:v>27-11-2018</c:v>
                </c:pt>
                <c:pt idx="4706">
                  <c:v>28-11-2018</c:v>
                </c:pt>
                <c:pt idx="4707">
                  <c:v>29-11-2018</c:v>
                </c:pt>
                <c:pt idx="4708">
                  <c:v>30-11-2018</c:v>
                </c:pt>
                <c:pt idx="4709">
                  <c:v>03-12-2018</c:v>
                </c:pt>
                <c:pt idx="4710">
                  <c:v>04-12-2018</c:v>
                </c:pt>
                <c:pt idx="4711">
                  <c:v>05-12-2018</c:v>
                </c:pt>
                <c:pt idx="4712">
                  <c:v>06-12-2018</c:v>
                </c:pt>
                <c:pt idx="4713">
                  <c:v>07-12-2018</c:v>
                </c:pt>
                <c:pt idx="4714">
                  <c:v>10-12-2018</c:v>
                </c:pt>
                <c:pt idx="4715">
                  <c:v>11-12-2018</c:v>
                </c:pt>
                <c:pt idx="4716">
                  <c:v>12-12-2018</c:v>
                </c:pt>
                <c:pt idx="4717">
                  <c:v>13-12-2018</c:v>
                </c:pt>
                <c:pt idx="4718">
                  <c:v>14-12-2018</c:v>
                </c:pt>
                <c:pt idx="4719">
                  <c:v>17-12-2018</c:v>
                </c:pt>
                <c:pt idx="4720">
                  <c:v>18-12-2018</c:v>
                </c:pt>
                <c:pt idx="4721">
                  <c:v>19-12-2018</c:v>
                </c:pt>
                <c:pt idx="4722">
                  <c:v>20-12-2018</c:v>
                </c:pt>
                <c:pt idx="4723">
                  <c:v>21-12-2018</c:v>
                </c:pt>
                <c:pt idx="4724">
                  <c:v>24-12-2018</c:v>
                </c:pt>
                <c:pt idx="4725">
                  <c:v>26-12-2018</c:v>
                </c:pt>
                <c:pt idx="4726">
                  <c:v>27-12-2018</c:v>
                </c:pt>
                <c:pt idx="4727">
                  <c:v>28-12-2018</c:v>
                </c:pt>
                <c:pt idx="4728">
                  <c:v>31-12-2018</c:v>
                </c:pt>
                <c:pt idx="4729">
                  <c:v>01-01-2019</c:v>
                </c:pt>
                <c:pt idx="4730">
                  <c:v>02-01-2019</c:v>
                </c:pt>
                <c:pt idx="4731">
                  <c:v>03-01-2019</c:v>
                </c:pt>
                <c:pt idx="4732">
                  <c:v>04-01-2019</c:v>
                </c:pt>
                <c:pt idx="4733">
                  <c:v>07-01-2019</c:v>
                </c:pt>
                <c:pt idx="4734">
                  <c:v>08-01-2019</c:v>
                </c:pt>
                <c:pt idx="4735">
                  <c:v>09-01-2019</c:v>
                </c:pt>
                <c:pt idx="4736">
                  <c:v>10-01-2019</c:v>
                </c:pt>
                <c:pt idx="4737">
                  <c:v>11-01-2019</c:v>
                </c:pt>
                <c:pt idx="4738">
                  <c:v>14-01-2019</c:v>
                </c:pt>
                <c:pt idx="4739">
                  <c:v>15-01-2019</c:v>
                </c:pt>
                <c:pt idx="4740">
                  <c:v>16-01-2019</c:v>
                </c:pt>
                <c:pt idx="4741">
                  <c:v>17-01-2019</c:v>
                </c:pt>
                <c:pt idx="4742">
                  <c:v>18-01-2019</c:v>
                </c:pt>
                <c:pt idx="4743">
                  <c:v>21-01-2019</c:v>
                </c:pt>
                <c:pt idx="4744">
                  <c:v>22-01-2019</c:v>
                </c:pt>
                <c:pt idx="4745">
                  <c:v>23-01-2019</c:v>
                </c:pt>
                <c:pt idx="4746">
                  <c:v>24-01-2019</c:v>
                </c:pt>
                <c:pt idx="4747">
                  <c:v>25-01-2019</c:v>
                </c:pt>
                <c:pt idx="4748">
                  <c:v>28-01-2019</c:v>
                </c:pt>
                <c:pt idx="4749">
                  <c:v>29-01-2019</c:v>
                </c:pt>
                <c:pt idx="4750">
                  <c:v>30-01-2019</c:v>
                </c:pt>
                <c:pt idx="4751">
                  <c:v>31-01-2019</c:v>
                </c:pt>
                <c:pt idx="4752">
                  <c:v>01-02-2019</c:v>
                </c:pt>
                <c:pt idx="4753">
                  <c:v>04-02-2019</c:v>
                </c:pt>
                <c:pt idx="4754">
                  <c:v>05-02-2019</c:v>
                </c:pt>
                <c:pt idx="4755">
                  <c:v>06-02-2019</c:v>
                </c:pt>
                <c:pt idx="4756">
                  <c:v>07-02-2019</c:v>
                </c:pt>
                <c:pt idx="4757">
                  <c:v>08-02-2019</c:v>
                </c:pt>
                <c:pt idx="4758">
                  <c:v>11-02-2019</c:v>
                </c:pt>
                <c:pt idx="4759">
                  <c:v>12-02-2019</c:v>
                </c:pt>
                <c:pt idx="4760">
                  <c:v>13-02-2019</c:v>
                </c:pt>
                <c:pt idx="4761">
                  <c:v>14-02-2019</c:v>
                </c:pt>
                <c:pt idx="4762">
                  <c:v>15-02-2019</c:v>
                </c:pt>
                <c:pt idx="4763">
                  <c:v>18-02-2019</c:v>
                </c:pt>
                <c:pt idx="4764">
                  <c:v>19-02-2019</c:v>
                </c:pt>
                <c:pt idx="4765">
                  <c:v>20-02-2019</c:v>
                </c:pt>
                <c:pt idx="4766">
                  <c:v>21-02-2019</c:v>
                </c:pt>
                <c:pt idx="4767">
                  <c:v>22-02-2019</c:v>
                </c:pt>
                <c:pt idx="4768">
                  <c:v>25-02-2019</c:v>
                </c:pt>
                <c:pt idx="4769">
                  <c:v>26-02-2019</c:v>
                </c:pt>
                <c:pt idx="4770">
                  <c:v>27-02-2019</c:v>
                </c:pt>
                <c:pt idx="4771">
                  <c:v>28-02-2019</c:v>
                </c:pt>
                <c:pt idx="4772">
                  <c:v>01-03-2019</c:v>
                </c:pt>
                <c:pt idx="4773">
                  <c:v>05-03-2019</c:v>
                </c:pt>
                <c:pt idx="4774">
                  <c:v>06-03-2019</c:v>
                </c:pt>
                <c:pt idx="4775">
                  <c:v>07-03-2019</c:v>
                </c:pt>
                <c:pt idx="4776">
                  <c:v>08-03-2019</c:v>
                </c:pt>
                <c:pt idx="4777">
                  <c:v>11-03-2019</c:v>
                </c:pt>
                <c:pt idx="4778">
                  <c:v>12-03-2019</c:v>
                </c:pt>
                <c:pt idx="4779">
                  <c:v>13-03-2019</c:v>
                </c:pt>
                <c:pt idx="4780">
                  <c:v>14-03-2019</c:v>
                </c:pt>
                <c:pt idx="4781">
                  <c:v>15-03-2019</c:v>
                </c:pt>
                <c:pt idx="4782">
                  <c:v>18-03-2019</c:v>
                </c:pt>
                <c:pt idx="4783">
                  <c:v>19-03-2019</c:v>
                </c:pt>
                <c:pt idx="4784">
                  <c:v>20-03-2019</c:v>
                </c:pt>
                <c:pt idx="4785">
                  <c:v>22-03-2019</c:v>
                </c:pt>
                <c:pt idx="4786">
                  <c:v>25-03-2019</c:v>
                </c:pt>
                <c:pt idx="4787">
                  <c:v>26-03-2019</c:v>
                </c:pt>
                <c:pt idx="4788">
                  <c:v>27-03-2019</c:v>
                </c:pt>
                <c:pt idx="4789">
                  <c:v>28-03-2019</c:v>
                </c:pt>
                <c:pt idx="4790">
                  <c:v>29-03-2019</c:v>
                </c:pt>
                <c:pt idx="4791">
                  <c:v>01-04-2019</c:v>
                </c:pt>
                <c:pt idx="4792">
                  <c:v>02-04-2019</c:v>
                </c:pt>
                <c:pt idx="4793">
                  <c:v>03-04-2019</c:v>
                </c:pt>
                <c:pt idx="4794">
                  <c:v>04-04-2019</c:v>
                </c:pt>
                <c:pt idx="4795">
                  <c:v>05-04-2019</c:v>
                </c:pt>
                <c:pt idx="4796">
                  <c:v>08-04-2019</c:v>
                </c:pt>
                <c:pt idx="4797">
                  <c:v>09-04-2019</c:v>
                </c:pt>
                <c:pt idx="4798">
                  <c:v>10-04-2019</c:v>
                </c:pt>
                <c:pt idx="4799">
                  <c:v>11-04-2019</c:v>
                </c:pt>
                <c:pt idx="4800">
                  <c:v>12-04-2019</c:v>
                </c:pt>
                <c:pt idx="4801">
                  <c:v>15-04-2019</c:v>
                </c:pt>
                <c:pt idx="4802">
                  <c:v>16-04-2019</c:v>
                </c:pt>
                <c:pt idx="4803">
                  <c:v>18-04-2019</c:v>
                </c:pt>
                <c:pt idx="4804">
                  <c:v>22-04-2019</c:v>
                </c:pt>
                <c:pt idx="4805">
                  <c:v>23-04-2019</c:v>
                </c:pt>
                <c:pt idx="4806">
                  <c:v>24-04-2019</c:v>
                </c:pt>
                <c:pt idx="4807">
                  <c:v>25-04-2019</c:v>
                </c:pt>
                <c:pt idx="4808">
                  <c:v>26-04-2019</c:v>
                </c:pt>
                <c:pt idx="4809">
                  <c:v>30-04-2019</c:v>
                </c:pt>
                <c:pt idx="4810">
                  <c:v>02-05-2019</c:v>
                </c:pt>
                <c:pt idx="4811">
                  <c:v>03-05-2019</c:v>
                </c:pt>
                <c:pt idx="4812">
                  <c:v>06-05-2019</c:v>
                </c:pt>
                <c:pt idx="4813">
                  <c:v>07-05-2019</c:v>
                </c:pt>
                <c:pt idx="4814">
                  <c:v>08-05-2019</c:v>
                </c:pt>
                <c:pt idx="4815">
                  <c:v>09-05-2019</c:v>
                </c:pt>
                <c:pt idx="4816">
                  <c:v>10-05-2019</c:v>
                </c:pt>
                <c:pt idx="4817">
                  <c:v>13-05-2019</c:v>
                </c:pt>
                <c:pt idx="4818">
                  <c:v>14-05-2019</c:v>
                </c:pt>
                <c:pt idx="4819">
                  <c:v>15-05-2019</c:v>
                </c:pt>
                <c:pt idx="4820">
                  <c:v>16-05-2019</c:v>
                </c:pt>
                <c:pt idx="4821">
                  <c:v>17-05-2019</c:v>
                </c:pt>
                <c:pt idx="4822">
                  <c:v>20-05-2019</c:v>
                </c:pt>
                <c:pt idx="4823">
                  <c:v>21-05-2019</c:v>
                </c:pt>
                <c:pt idx="4824">
                  <c:v>22-05-2019</c:v>
                </c:pt>
                <c:pt idx="4825">
                  <c:v>23-05-2019</c:v>
                </c:pt>
                <c:pt idx="4826">
                  <c:v>24-05-2019</c:v>
                </c:pt>
                <c:pt idx="4827">
                  <c:v>27-05-2019</c:v>
                </c:pt>
                <c:pt idx="4828">
                  <c:v>28-05-2019</c:v>
                </c:pt>
                <c:pt idx="4829">
                  <c:v>29-05-2019</c:v>
                </c:pt>
                <c:pt idx="4830">
                  <c:v>30-05-2019</c:v>
                </c:pt>
                <c:pt idx="4831">
                  <c:v>31-05-2019</c:v>
                </c:pt>
                <c:pt idx="4832">
                  <c:v>03-06-2019</c:v>
                </c:pt>
                <c:pt idx="4833">
                  <c:v>04-06-2019</c:v>
                </c:pt>
                <c:pt idx="4834">
                  <c:v>06-06-2019</c:v>
                </c:pt>
                <c:pt idx="4835">
                  <c:v>07-06-2019</c:v>
                </c:pt>
                <c:pt idx="4836">
                  <c:v>10-06-2019</c:v>
                </c:pt>
                <c:pt idx="4837">
                  <c:v>11-06-2019</c:v>
                </c:pt>
                <c:pt idx="4838">
                  <c:v>12-06-2019</c:v>
                </c:pt>
                <c:pt idx="4839">
                  <c:v>13-06-2019</c:v>
                </c:pt>
                <c:pt idx="4840">
                  <c:v>14-06-2019</c:v>
                </c:pt>
                <c:pt idx="4841">
                  <c:v>17-06-2019</c:v>
                </c:pt>
                <c:pt idx="4842">
                  <c:v>18-06-2019</c:v>
                </c:pt>
                <c:pt idx="4843">
                  <c:v>19-06-2019</c:v>
                </c:pt>
                <c:pt idx="4844">
                  <c:v>20-06-2019</c:v>
                </c:pt>
                <c:pt idx="4845">
                  <c:v>21-06-2019</c:v>
                </c:pt>
                <c:pt idx="4846">
                  <c:v>24-06-2019</c:v>
                </c:pt>
                <c:pt idx="4847">
                  <c:v>25-06-2019</c:v>
                </c:pt>
                <c:pt idx="4848">
                  <c:v>26-06-2019</c:v>
                </c:pt>
                <c:pt idx="4849">
                  <c:v>27-06-2019</c:v>
                </c:pt>
                <c:pt idx="4850">
                  <c:v>28-06-2019</c:v>
                </c:pt>
                <c:pt idx="4851">
                  <c:v>01-07-2019</c:v>
                </c:pt>
                <c:pt idx="4852">
                  <c:v>02-07-2019</c:v>
                </c:pt>
                <c:pt idx="4853">
                  <c:v>03-07-2019</c:v>
                </c:pt>
                <c:pt idx="4854">
                  <c:v>04-07-2019</c:v>
                </c:pt>
                <c:pt idx="4855">
                  <c:v>05-07-2019</c:v>
                </c:pt>
                <c:pt idx="4856">
                  <c:v>08-07-2019</c:v>
                </c:pt>
                <c:pt idx="4857">
                  <c:v>09-07-2019</c:v>
                </c:pt>
                <c:pt idx="4858">
                  <c:v>10-07-2019</c:v>
                </c:pt>
                <c:pt idx="4859">
                  <c:v>11-07-2019</c:v>
                </c:pt>
                <c:pt idx="4860">
                  <c:v>12-07-2019</c:v>
                </c:pt>
                <c:pt idx="4861">
                  <c:v>15-07-2019</c:v>
                </c:pt>
                <c:pt idx="4862">
                  <c:v>16-07-2019</c:v>
                </c:pt>
                <c:pt idx="4863">
                  <c:v>17-07-2019</c:v>
                </c:pt>
                <c:pt idx="4864">
                  <c:v>18-07-2019</c:v>
                </c:pt>
                <c:pt idx="4865">
                  <c:v>19-07-2019</c:v>
                </c:pt>
                <c:pt idx="4866">
                  <c:v>22-07-2019</c:v>
                </c:pt>
                <c:pt idx="4867">
                  <c:v>23-07-2019</c:v>
                </c:pt>
                <c:pt idx="4868">
                  <c:v>24-07-2019</c:v>
                </c:pt>
                <c:pt idx="4869">
                  <c:v>25-07-2019</c:v>
                </c:pt>
                <c:pt idx="4870">
                  <c:v>26-07-2019</c:v>
                </c:pt>
                <c:pt idx="4871">
                  <c:v>29-07-2019</c:v>
                </c:pt>
                <c:pt idx="4872">
                  <c:v>30-07-2019</c:v>
                </c:pt>
                <c:pt idx="4873">
                  <c:v>31-07-2019</c:v>
                </c:pt>
                <c:pt idx="4874">
                  <c:v>01-08-2019</c:v>
                </c:pt>
                <c:pt idx="4875">
                  <c:v>02-08-2019</c:v>
                </c:pt>
                <c:pt idx="4876">
                  <c:v>05-08-2019</c:v>
                </c:pt>
                <c:pt idx="4877">
                  <c:v>06-08-2019</c:v>
                </c:pt>
                <c:pt idx="4878">
                  <c:v>07-08-2019</c:v>
                </c:pt>
                <c:pt idx="4879">
                  <c:v>08-08-2019</c:v>
                </c:pt>
                <c:pt idx="4880">
                  <c:v>09-08-2019</c:v>
                </c:pt>
                <c:pt idx="4881">
                  <c:v>13-08-2019</c:v>
                </c:pt>
                <c:pt idx="4882">
                  <c:v>14-08-2019</c:v>
                </c:pt>
                <c:pt idx="4883">
                  <c:v>16-08-2019</c:v>
                </c:pt>
                <c:pt idx="4884">
                  <c:v>19-08-2019</c:v>
                </c:pt>
                <c:pt idx="4885">
                  <c:v>20-08-2019</c:v>
                </c:pt>
                <c:pt idx="4886">
                  <c:v>21-08-2019</c:v>
                </c:pt>
                <c:pt idx="4887">
                  <c:v>22-08-2019</c:v>
                </c:pt>
                <c:pt idx="4888">
                  <c:v>23-08-2019</c:v>
                </c:pt>
                <c:pt idx="4889">
                  <c:v>26-08-2019</c:v>
                </c:pt>
                <c:pt idx="4890">
                  <c:v>27-08-2019</c:v>
                </c:pt>
                <c:pt idx="4891">
                  <c:v>28-08-2019</c:v>
                </c:pt>
                <c:pt idx="4892">
                  <c:v>29-08-2019</c:v>
                </c:pt>
                <c:pt idx="4893">
                  <c:v>30-08-2019</c:v>
                </c:pt>
                <c:pt idx="4894">
                  <c:v>03-09-2019</c:v>
                </c:pt>
                <c:pt idx="4895">
                  <c:v>04-09-2019</c:v>
                </c:pt>
                <c:pt idx="4896">
                  <c:v>05-09-2019</c:v>
                </c:pt>
                <c:pt idx="4897">
                  <c:v>06-09-2019</c:v>
                </c:pt>
                <c:pt idx="4898">
                  <c:v>09-09-2019</c:v>
                </c:pt>
                <c:pt idx="4899">
                  <c:v>11-09-2019</c:v>
                </c:pt>
                <c:pt idx="4900">
                  <c:v>12-09-2019</c:v>
                </c:pt>
                <c:pt idx="4901">
                  <c:v>13-09-2019</c:v>
                </c:pt>
                <c:pt idx="4902">
                  <c:v>16-09-2019</c:v>
                </c:pt>
                <c:pt idx="4903">
                  <c:v>17-09-2019</c:v>
                </c:pt>
                <c:pt idx="4904">
                  <c:v>18-09-2019</c:v>
                </c:pt>
                <c:pt idx="4905">
                  <c:v>19-09-2019</c:v>
                </c:pt>
                <c:pt idx="4906">
                  <c:v>20-09-2019</c:v>
                </c:pt>
                <c:pt idx="4907">
                  <c:v>23-09-2019</c:v>
                </c:pt>
                <c:pt idx="4908">
                  <c:v>24-09-2019</c:v>
                </c:pt>
                <c:pt idx="4909">
                  <c:v>25-09-2019</c:v>
                </c:pt>
                <c:pt idx="4910">
                  <c:v>26-09-2019</c:v>
                </c:pt>
                <c:pt idx="4911">
                  <c:v>27-09-2019</c:v>
                </c:pt>
                <c:pt idx="4912">
                  <c:v>30-09-2019</c:v>
                </c:pt>
                <c:pt idx="4913">
                  <c:v>01-10-2019</c:v>
                </c:pt>
                <c:pt idx="4914">
                  <c:v>03-10-2019</c:v>
                </c:pt>
                <c:pt idx="4915">
                  <c:v>04-10-2019</c:v>
                </c:pt>
                <c:pt idx="4916">
                  <c:v>07-10-2019</c:v>
                </c:pt>
                <c:pt idx="4917">
                  <c:v>09-10-2019</c:v>
                </c:pt>
                <c:pt idx="4918">
                  <c:v>10-10-2019</c:v>
                </c:pt>
                <c:pt idx="4919">
                  <c:v>11-10-2019</c:v>
                </c:pt>
                <c:pt idx="4920">
                  <c:v>14-10-2019</c:v>
                </c:pt>
                <c:pt idx="4921">
                  <c:v>15-10-2019</c:v>
                </c:pt>
                <c:pt idx="4922">
                  <c:v>16-10-2019</c:v>
                </c:pt>
                <c:pt idx="4923">
                  <c:v>17-10-2019</c:v>
                </c:pt>
                <c:pt idx="4924">
                  <c:v>18-10-2019</c:v>
                </c:pt>
                <c:pt idx="4925">
                  <c:v>22-10-2019</c:v>
                </c:pt>
                <c:pt idx="4926">
                  <c:v>23-10-2019</c:v>
                </c:pt>
                <c:pt idx="4927">
                  <c:v>24-10-2019</c:v>
                </c:pt>
                <c:pt idx="4928">
                  <c:v>25-10-2019</c:v>
                </c:pt>
                <c:pt idx="4929">
                  <c:v>27-10-2019</c:v>
                </c:pt>
                <c:pt idx="4930">
                  <c:v>29-10-2019</c:v>
                </c:pt>
                <c:pt idx="4931">
                  <c:v>30-10-2019</c:v>
                </c:pt>
                <c:pt idx="4932">
                  <c:v>31-10-2019</c:v>
                </c:pt>
                <c:pt idx="4933">
                  <c:v>01-11-2019</c:v>
                </c:pt>
                <c:pt idx="4934">
                  <c:v>04-11-2019</c:v>
                </c:pt>
                <c:pt idx="4935">
                  <c:v>05-11-2019</c:v>
                </c:pt>
                <c:pt idx="4936">
                  <c:v>06-11-2019</c:v>
                </c:pt>
                <c:pt idx="4937">
                  <c:v>07-11-2019</c:v>
                </c:pt>
                <c:pt idx="4938">
                  <c:v>08-11-2019</c:v>
                </c:pt>
                <c:pt idx="4939">
                  <c:v>11-11-2019</c:v>
                </c:pt>
                <c:pt idx="4940">
                  <c:v>13-11-2019</c:v>
                </c:pt>
                <c:pt idx="4941">
                  <c:v>14-11-2019</c:v>
                </c:pt>
                <c:pt idx="4942">
                  <c:v>15-11-2019</c:v>
                </c:pt>
                <c:pt idx="4943">
                  <c:v>18-11-2019</c:v>
                </c:pt>
                <c:pt idx="4944">
                  <c:v>19-11-2019</c:v>
                </c:pt>
                <c:pt idx="4945">
                  <c:v>20-11-2019</c:v>
                </c:pt>
                <c:pt idx="4946">
                  <c:v>21-11-2019</c:v>
                </c:pt>
                <c:pt idx="4947">
                  <c:v>22-11-2019</c:v>
                </c:pt>
                <c:pt idx="4948">
                  <c:v>25-11-2019</c:v>
                </c:pt>
                <c:pt idx="4949">
                  <c:v>26-11-2019</c:v>
                </c:pt>
                <c:pt idx="4950">
                  <c:v>27-11-2019</c:v>
                </c:pt>
                <c:pt idx="4951">
                  <c:v>28-11-2019</c:v>
                </c:pt>
                <c:pt idx="4952">
                  <c:v>29-11-2019</c:v>
                </c:pt>
                <c:pt idx="4953">
                  <c:v>02-12-2019</c:v>
                </c:pt>
                <c:pt idx="4954">
                  <c:v>03-12-2019</c:v>
                </c:pt>
                <c:pt idx="4955">
                  <c:v>04-12-2019</c:v>
                </c:pt>
                <c:pt idx="4956">
                  <c:v>05-12-2019</c:v>
                </c:pt>
                <c:pt idx="4957">
                  <c:v>06-12-2019</c:v>
                </c:pt>
                <c:pt idx="4958">
                  <c:v>09-12-2019</c:v>
                </c:pt>
                <c:pt idx="4959">
                  <c:v>10-12-2019</c:v>
                </c:pt>
                <c:pt idx="4960">
                  <c:v>11-12-2019</c:v>
                </c:pt>
                <c:pt idx="4961">
                  <c:v>12-12-2019</c:v>
                </c:pt>
                <c:pt idx="4962">
                  <c:v>13-12-2019</c:v>
                </c:pt>
                <c:pt idx="4963">
                  <c:v>16-12-2019</c:v>
                </c:pt>
                <c:pt idx="4964">
                  <c:v>17-12-2019</c:v>
                </c:pt>
                <c:pt idx="4965">
                  <c:v>18-12-2019</c:v>
                </c:pt>
                <c:pt idx="4966">
                  <c:v>19-12-2019</c:v>
                </c:pt>
                <c:pt idx="4967">
                  <c:v>20-12-2019</c:v>
                </c:pt>
                <c:pt idx="4968">
                  <c:v>23-12-2019</c:v>
                </c:pt>
                <c:pt idx="4969">
                  <c:v>24-12-2019</c:v>
                </c:pt>
                <c:pt idx="4970">
                  <c:v>26-12-2019</c:v>
                </c:pt>
                <c:pt idx="4971">
                  <c:v>27-12-2019</c:v>
                </c:pt>
                <c:pt idx="4972">
                  <c:v>30-12-2019</c:v>
                </c:pt>
                <c:pt idx="4973">
                  <c:v>31-12-2019</c:v>
                </c:pt>
                <c:pt idx="4974">
                  <c:v>01-01-2020</c:v>
                </c:pt>
                <c:pt idx="4975">
                  <c:v>02-01-2020</c:v>
                </c:pt>
                <c:pt idx="4976">
                  <c:v>03-01-2020</c:v>
                </c:pt>
                <c:pt idx="4977">
                  <c:v>06-01-2020</c:v>
                </c:pt>
                <c:pt idx="4978">
                  <c:v>07-01-2020</c:v>
                </c:pt>
                <c:pt idx="4979">
                  <c:v>08-01-2020</c:v>
                </c:pt>
                <c:pt idx="4980">
                  <c:v>09-01-2020</c:v>
                </c:pt>
                <c:pt idx="4981">
                  <c:v>10-01-2020</c:v>
                </c:pt>
                <c:pt idx="4982">
                  <c:v>13-01-2020</c:v>
                </c:pt>
                <c:pt idx="4983">
                  <c:v>14-01-2020</c:v>
                </c:pt>
                <c:pt idx="4984">
                  <c:v>15-01-2020</c:v>
                </c:pt>
                <c:pt idx="4985">
                  <c:v>16-01-2020</c:v>
                </c:pt>
                <c:pt idx="4986">
                  <c:v>17-01-2020</c:v>
                </c:pt>
                <c:pt idx="4987">
                  <c:v>20-01-2020</c:v>
                </c:pt>
                <c:pt idx="4988">
                  <c:v>21-01-2020</c:v>
                </c:pt>
                <c:pt idx="4989">
                  <c:v>22-01-2020</c:v>
                </c:pt>
                <c:pt idx="4990">
                  <c:v>23-01-2020</c:v>
                </c:pt>
                <c:pt idx="4991">
                  <c:v>24-01-2020</c:v>
                </c:pt>
                <c:pt idx="4992">
                  <c:v>27-01-2020</c:v>
                </c:pt>
                <c:pt idx="4993">
                  <c:v>28-01-2020</c:v>
                </c:pt>
                <c:pt idx="4994">
                  <c:v>29-01-2020</c:v>
                </c:pt>
                <c:pt idx="4995">
                  <c:v>30-01-2020</c:v>
                </c:pt>
                <c:pt idx="4996">
                  <c:v>31-01-2020</c:v>
                </c:pt>
                <c:pt idx="4997">
                  <c:v>01-02-2020</c:v>
                </c:pt>
                <c:pt idx="4998">
                  <c:v>03-02-2020</c:v>
                </c:pt>
                <c:pt idx="4999">
                  <c:v>04-02-2020</c:v>
                </c:pt>
                <c:pt idx="5000">
                  <c:v>05-02-2020</c:v>
                </c:pt>
                <c:pt idx="5001">
                  <c:v>06-02-2020</c:v>
                </c:pt>
                <c:pt idx="5002">
                  <c:v>07-02-2020</c:v>
                </c:pt>
                <c:pt idx="5003">
                  <c:v>10-02-2020</c:v>
                </c:pt>
                <c:pt idx="5004">
                  <c:v>11-02-2020</c:v>
                </c:pt>
                <c:pt idx="5005">
                  <c:v>12-02-2020</c:v>
                </c:pt>
                <c:pt idx="5006">
                  <c:v>13-02-2020</c:v>
                </c:pt>
                <c:pt idx="5007">
                  <c:v>14-02-2020</c:v>
                </c:pt>
                <c:pt idx="5008">
                  <c:v>17-02-2020</c:v>
                </c:pt>
                <c:pt idx="5009">
                  <c:v>18-02-2020</c:v>
                </c:pt>
                <c:pt idx="5010">
                  <c:v>19-02-2020</c:v>
                </c:pt>
                <c:pt idx="5011">
                  <c:v>20-02-2020</c:v>
                </c:pt>
                <c:pt idx="5012">
                  <c:v>24-02-2020</c:v>
                </c:pt>
                <c:pt idx="5013">
                  <c:v>25-02-2020</c:v>
                </c:pt>
                <c:pt idx="5014">
                  <c:v>26-02-2020</c:v>
                </c:pt>
                <c:pt idx="5015">
                  <c:v>27-02-2020</c:v>
                </c:pt>
                <c:pt idx="5016">
                  <c:v>28-02-2020</c:v>
                </c:pt>
                <c:pt idx="5017">
                  <c:v>02-03-2020</c:v>
                </c:pt>
                <c:pt idx="5018">
                  <c:v>03-03-2020</c:v>
                </c:pt>
                <c:pt idx="5019">
                  <c:v>04-03-2020</c:v>
                </c:pt>
                <c:pt idx="5020">
                  <c:v>05-03-2020</c:v>
                </c:pt>
                <c:pt idx="5021">
                  <c:v>06-03-2020</c:v>
                </c:pt>
                <c:pt idx="5022">
                  <c:v>09-03-2020</c:v>
                </c:pt>
                <c:pt idx="5023">
                  <c:v>11-03-2020</c:v>
                </c:pt>
                <c:pt idx="5024">
                  <c:v>12-03-2020</c:v>
                </c:pt>
                <c:pt idx="5025">
                  <c:v>13-03-2020</c:v>
                </c:pt>
                <c:pt idx="5026">
                  <c:v>16-03-2020</c:v>
                </c:pt>
                <c:pt idx="5027">
                  <c:v>17-03-2020</c:v>
                </c:pt>
                <c:pt idx="5028">
                  <c:v>18-03-2020</c:v>
                </c:pt>
                <c:pt idx="5029">
                  <c:v>19-03-2020</c:v>
                </c:pt>
                <c:pt idx="5030">
                  <c:v>20-03-2020</c:v>
                </c:pt>
                <c:pt idx="5031">
                  <c:v>23-03-2020</c:v>
                </c:pt>
                <c:pt idx="5032">
                  <c:v>24-03-2020</c:v>
                </c:pt>
                <c:pt idx="5033">
                  <c:v>25-03-2020</c:v>
                </c:pt>
                <c:pt idx="5034">
                  <c:v>26-03-2020</c:v>
                </c:pt>
                <c:pt idx="5035">
                  <c:v>27-03-2020</c:v>
                </c:pt>
                <c:pt idx="5036">
                  <c:v>30-03-2020</c:v>
                </c:pt>
                <c:pt idx="5037">
                  <c:v>31-03-2020</c:v>
                </c:pt>
                <c:pt idx="5038">
                  <c:v>01-04-2020</c:v>
                </c:pt>
                <c:pt idx="5039">
                  <c:v>03-04-2020</c:v>
                </c:pt>
                <c:pt idx="5040">
                  <c:v>07-04-2020</c:v>
                </c:pt>
                <c:pt idx="5041">
                  <c:v>08-04-2020</c:v>
                </c:pt>
                <c:pt idx="5042">
                  <c:v>09-04-2020</c:v>
                </c:pt>
                <c:pt idx="5043">
                  <c:v>13-04-2020</c:v>
                </c:pt>
                <c:pt idx="5044">
                  <c:v>15-04-2020</c:v>
                </c:pt>
                <c:pt idx="5045">
                  <c:v>16-04-2020</c:v>
                </c:pt>
                <c:pt idx="5046">
                  <c:v>17-04-2020</c:v>
                </c:pt>
                <c:pt idx="5047">
                  <c:v>20-04-2020</c:v>
                </c:pt>
                <c:pt idx="5048">
                  <c:v>21-04-2020</c:v>
                </c:pt>
                <c:pt idx="5049">
                  <c:v>22-04-2020</c:v>
                </c:pt>
                <c:pt idx="5050">
                  <c:v>23-04-2020</c:v>
                </c:pt>
                <c:pt idx="5051">
                  <c:v>24-04-2020</c:v>
                </c:pt>
                <c:pt idx="5052">
                  <c:v>27-04-2020</c:v>
                </c:pt>
                <c:pt idx="5053">
                  <c:v>28-04-2020</c:v>
                </c:pt>
                <c:pt idx="5054">
                  <c:v>29-04-2020</c:v>
                </c:pt>
                <c:pt idx="5055">
                  <c:v>30-04-2020</c:v>
                </c:pt>
                <c:pt idx="5056">
                  <c:v>04-05-2020</c:v>
                </c:pt>
                <c:pt idx="5057">
                  <c:v>05-05-2020</c:v>
                </c:pt>
                <c:pt idx="5058">
                  <c:v>06-05-2020</c:v>
                </c:pt>
                <c:pt idx="5059">
                  <c:v>07-05-2020</c:v>
                </c:pt>
                <c:pt idx="5060">
                  <c:v>08-05-2020</c:v>
                </c:pt>
                <c:pt idx="5061">
                  <c:v>11-05-2020</c:v>
                </c:pt>
                <c:pt idx="5062">
                  <c:v>12-05-2020</c:v>
                </c:pt>
                <c:pt idx="5063">
                  <c:v>13-05-2020</c:v>
                </c:pt>
                <c:pt idx="5064">
                  <c:v>14-05-2020</c:v>
                </c:pt>
                <c:pt idx="5065">
                  <c:v>15-05-2020</c:v>
                </c:pt>
                <c:pt idx="5066">
                  <c:v>18-05-2020</c:v>
                </c:pt>
                <c:pt idx="5067">
                  <c:v>19-05-2020</c:v>
                </c:pt>
                <c:pt idx="5068">
                  <c:v>20-05-2020</c:v>
                </c:pt>
                <c:pt idx="5069">
                  <c:v>21-05-2020</c:v>
                </c:pt>
                <c:pt idx="5070">
                  <c:v>22-05-2020</c:v>
                </c:pt>
                <c:pt idx="5071">
                  <c:v>26-05-2020</c:v>
                </c:pt>
                <c:pt idx="5072">
                  <c:v>27-05-2020</c:v>
                </c:pt>
                <c:pt idx="5073">
                  <c:v>28-05-2020</c:v>
                </c:pt>
                <c:pt idx="5074">
                  <c:v>29-05-2020</c:v>
                </c:pt>
                <c:pt idx="5075">
                  <c:v>01-06-2020</c:v>
                </c:pt>
                <c:pt idx="5076">
                  <c:v>02-06-2020</c:v>
                </c:pt>
                <c:pt idx="5077">
                  <c:v>03-06-2020</c:v>
                </c:pt>
                <c:pt idx="5078">
                  <c:v>04-06-2020</c:v>
                </c:pt>
                <c:pt idx="5079">
                  <c:v>05-06-2020</c:v>
                </c:pt>
                <c:pt idx="5080">
                  <c:v>08-06-2020</c:v>
                </c:pt>
                <c:pt idx="5081">
                  <c:v>09-06-2020</c:v>
                </c:pt>
                <c:pt idx="5082">
                  <c:v>10-06-2020</c:v>
                </c:pt>
                <c:pt idx="5083">
                  <c:v>11-06-2020</c:v>
                </c:pt>
                <c:pt idx="5084">
                  <c:v>12-06-2020</c:v>
                </c:pt>
                <c:pt idx="5085">
                  <c:v>15-06-2020</c:v>
                </c:pt>
                <c:pt idx="5086">
                  <c:v>16-06-2020</c:v>
                </c:pt>
                <c:pt idx="5087">
                  <c:v>17-06-2020</c:v>
                </c:pt>
                <c:pt idx="5088">
                  <c:v>18-06-2020</c:v>
                </c:pt>
                <c:pt idx="5089">
                  <c:v>19-06-2020</c:v>
                </c:pt>
                <c:pt idx="5090">
                  <c:v>22-06-2020</c:v>
                </c:pt>
                <c:pt idx="5091">
                  <c:v>23-06-2020</c:v>
                </c:pt>
                <c:pt idx="5092">
                  <c:v>24-06-2020</c:v>
                </c:pt>
                <c:pt idx="5093">
                  <c:v>25-06-2020</c:v>
                </c:pt>
                <c:pt idx="5094">
                  <c:v>26-06-2020</c:v>
                </c:pt>
                <c:pt idx="5095">
                  <c:v>29-06-2020</c:v>
                </c:pt>
                <c:pt idx="5096">
                  <c:v>30-06-2020</c:v>
                </c:pt>
                <c:pt idx="5097">
                  <c:v>01-07-2020</c:v>
                </c:pt>
                <c:pt idx="5098">
                  <c:v>02-07-2020</c:v>
                </c:pt>
                <c:pt idx="5099">
                  <c:v>03-07-2020</c:v>
                </c:pt>
                <c:pt idx="5100">
                  <c:v>06-07-2020</c:v>
                </c:pt>
                <c:pt idx="5101">
                  <c:v>07-07-2020</c:v>
                </c:pt>
                <c:pt idx="5102">
                  <c:v>08-07-2020</c:v>
                </c:pt>
                <c:pt idx="5103">
                  <c:v>09-07-2020</c:v>
                </c:pt>
                <c:pt idx="5104">
                  <c:v>10-07-2020</c:v>
                </c:pt>
                <c:pt idx="5105">
                  <c:v>13-07-2020</c:v>
                </c:pt>
                <c:pt idx="5106">
                  <c:v>14-07-2020</c:v>
                </c:pt>
                <c:pt idx="5107">
                  <c:v>15-07-2020</c:v>
                </c:pt>
                <c:pt idx="5108">
                  <c:v>16-07-2020</c:v>
                </c:pt>
                <c:pt idx="5109">
                  <c:v>17-07-2020</c:v>
                </c:pt>
                <c:pt idx="5110">
                  <c:v>20-07-2020</c:v>
                </c:pt>
                <c:pt idx="5111">
                  <c:v>21-07-2020</c:v>
                </c:pt>
                <c:pt idx="5112">
                  <c:v>22-07-2020</c:v>
                </c:pt>
                <c:pt idx="5113">
                  <c:v>23-07-2020</c:v>
                </c:pt>
                <c:pt idx="5114">
                  <c:v>24-07-2020</c:v>
                </c:pt>
                <c:pt idx="5115">
                  <c:v>27-07-2020</c:v>
                </c:pt>
                <c:pt idx="5116">
                  <c:v>28-07-2020</c:v>
                </c:pt>
                <c:pt idx="5117">
                  <c:v>29-07-2020</c:v>
                </c:pt>
                <c:pt idx="5118">
                  <c:v>30-07-2020</c:v>
                </c:pt>
                <c:pt idx="5119">
                  <c:v>31-07-2020</c:v>
                </c:pt>
                <c:pt idx="5120">
                  <c:v>03-08-2020</c:v>
                </c:pt>
                <c:pt idx="5121">
                  <c:v>04-08-2020</c:v>
                </c:pt>
                <c:pt idx="5122">
                  <c:v>05-08-2020</c:v>
                </c:pt>
                <c:pt idx="5123">
                  <c:v>06-08-2020</c:v>
                </c:pt>
                <c:pt idx="5124">
                  <c:v>07-08-2020</c:v>
                </c:pt>
                <c:pt idx="5125">
                  <c:v>10-08-2020</c:v>
                </c:pt>
                <c:pt idx="5126">
                  <c:v>11-08-2020</c:v>
                </c:pt>
                <c:pt idx="5127">
                  <c:v>12-08-2020</c:v>
                </c:pt>
                <c:pt idx="5128">
                  <c:v>13-08-2020</c:v>
                </c:pt>
                <c:pt idx="5129">
                  <c:v>14-08-2020</c:v>
                </c:pt>
                <c:pt idx="5130">
                  <c:v>17-08-2020</c:v>
                </c:pt>
                <c:pt idx="5131">
                  <c:v>18-08-2020</c:v>
                </c:pt>
                <c:pt idx="5132">
                  <c:v>19-08-2020</c:v>
                </c:pt>
                <c:pt idx="5133">
                  <c:v>20-08-2020</c:v>
                </c:pt>
                <c:pt idx="5134">
                  <c:v>21-08-2020</c:v>
                </c:pt>
                <c:pt idx="5135">
                  <c:v>24-08-2020</c:v>
                </c:pt>
                <c:pt idx="5136">
                  <c:v>25-08-2020</c:v>
                </c:pt>
                <c:pt idx="5137">
                  <c:v>26-08-2020</c:v>
                </c:pt>
                <c:pt idx="5138">
                  <c:v>27-08-2020</c:v>
                </c:pt>
                <c:pt idx="5139">
                  <c:v>28-08-2020</c:v>
                </c:pt>
                <c:pt idx="5140">
                  <c:v>31-08-2020</c:v>
                </c:pt>
                <c:pt idx="5141">
                  <c:v>01-09-2020</c:v>
                </c:pt>
                <c:pt idx="5142">
                  <c:v>02-09-2020</c:v>
                </c:pt>
                <c:pt idx="5143">
                  <c:v>03-09-2020</c:v>
                </c:pt>
                <c:pt idx="5144">
                  <c:v>04-09-2020</c:v>
                </c:pt>
                <c:pt idx="5145">
                  <c:v>07-09-2020</c:v>
                </c:pt>
                <c:pt idx="5146">
                  <c:v>08-09-2020</c:v>
                </c:pt>
                <c:pt idx="5147">
                  <c:v>09-09-2020</c:v>
                </c:pt>
                <c:pt idx="5148">
                  <c:v>10-09-2020</c:v>
                </c:pt>
                <c:pt idx="5149">
                  <c:v>11-09-2020</c:v>
                </c:pt>
                <c:pt idx="5150">
                  <c:v>14-09-2020</c:v>
                </c:pt>
                <c:pt idx="5151">
                  <c:v>15-09-2020</c:v>
                </c:pt>
                <c:pt idx="5152">
                  <c:v>16-09-2020</c:v>
                </c:pt>
                <c:pt idx="5153">
                  <c:v>17-09-2020</c:v>
                </c:pt>
                <c:pt idx="5154">
                  <c:v>18-09-2020</c:v>
                </c:pt>
                <c:pt idx="5155">
                  <c:v>21-09-2020</c:v>
                </c:pt>
                <c:pt idx="5156">
                  <c:v>22-09-2020</c:v>
                </c:pt>
                <c:pt idx="5157">
                  <c:v>23-09-2020</c:v>
                </c:pt>
                <c:pt idx="5158">
                  <c:v>24-09-2020</c:v>
                </c:pt>
                <c:pt idx="5159">
                  <c:v>25-09-2020</c:v>
                </c:pt>
                <c:pt idx="5160">
                  <c:v>28-09-2020</c:v>
                </c:pt>
                <c:pt idx="5161">
                  <c:v>29-09-2020</c:v>
                </c:pt>
                <c:pt idx="5162">
                  <c:v>30-09-2020</c:v>
                </c:pt>
                <c:pt idx="5163">
                  <c:v>01-10-2020</c:v>
                </c:pt>
                <c:pt idx="5164">
                  <c:v>05-10-2020</c:v>
                </c:pt>
                <c:pt idx="5165">
                  <c:v>06-10-2020</c:v>
                </c:pt>
                <c:pt idx="5166">
                  <c:v>07-10-2020</c:v>
                </c:pt>
                <c:pt idx="5167">
                  <c:v>08-10-2020</c:v>
                </c:pt>
                <c:pt idx="5168">
                  <c:v>09-10-2020</c:v>
                </c:pt>
                <c:pt idx="5169">
                  <c:v>12-10-2020</c:v>
                </c:pt>
                <c:pt idx="5170">
                  <c:v>13-10-2020</c:v>
                </c:pt>
                <c:pt idx="5171">
                  <c:v>14-10-2020</c:v>
                </c:pt>
                <c:pt idx="5172">
                  <c:v>15-10-2020</c:v>
                </c:pt>
                <c:pt idx="5173">
                  <c:v>16-10-2020</c:v>
                </c:pt>
                <c:pt idx="5174">
                  <c:v>19-10-2020</c:v>
                </c:pt>
                <c:pt idx="5175">
                  <c:v>20-10-2020</c:v>
                </c:pt>
                <c:pt idx="5176">
                  <c:v>21-10-2020</c:v>
                </c:pt>
                <c:pt idx="5177">
                  <c:v>22-10-2020</c:v>
                </c:pt>
                <c:pt idx="5178">
                  <c:v>23-10-2020</c:v>
                </c:pt>
                <c:pt idx="5179">
                  <c:v>26-10-2020</c:v>
                </c:pt>
                <c:pt idx="5180">
                  <c:v>27-10-2020</c:v>
                </c:pt>
                <c:pt idx="5181">
                  <c:v>28-10-2020</c:v>
                </c:pt>
                <c:pt idx="5182">
                  <c:v>29-10-2020</c:v>
                </c:pt>
                <c:pt idx="5183">
                  <c:v>30-10-2020</c:v>
                </c:pt>
                <c:pt idx="5184">
                  <c:v>02-11-2020</c:v>
                </c:pt>
                <c:pt idx="5185">
                  <c:v>03-11-2020</c:v>
                </c:pt>
                <c:pt idx="5186">
                  <c:v>04-11-2020</c:v>
                </c:pt>
                <c:pt idx="5187">
                  <c:v>05-11-2020</c:v>
                </c:pt>
                <c:pt idx="5188">
                  <c:v>06-11-2020</c:v>
                </c:pt>
                <c:pt idx="5189">
                  <c:v>09-11-2020</c:v>
                </c:pt>
                <c:pt idx="5190">
                  <c:v>10-11-2020</c:v>
                </c:pt>
                <c:pt idx="5191">
                  <c:v>11-11-2020</c:v>
                </c:pt>
                <c:pt idx="5192">
                  <c:v>12-11-2020</c:v>
                </c:pt>
                <c:pt idx="5193">
                  <c:v>13-11-2020</c:v>
                </c:pt>
                <c:pt idx="5194">
                  <c:v>14-11-2020</c:v>
                </c:pt>
                <c:pt idx="5195">
                  <c:v>17-11-2020</c:v>
                </c:pt>
                <c:pt idx="5196">
                  <c:v>18-11-2020</c:v>
                </c:pt>
                <c:pt idx="5197">
                  <c:v>19-11-2020</c:v>
                </c:pt>
                <c:pt idx="5198">
                  <c:v>20-11-2020</c:v>
                </c:pt>
                <c:pt idx="5199">
                  <c:v>23-11-2020</c:v>
                </c:pt>
                <c:pt idx="5200">
                  <c:v>24-11-2020</c:v>
                </c:pt>
                <c:pt idx="5201">
                  <c:v>25-11-2020</c:v>
                </c:pt>
                <c:pt idx="5202">
                  <c:v>26-11-2020</c:v>
                </c:pt>
                <c:pt idx="5203">
                  <c:v>27-11-2020</c:v>
                </c:pt>
                <c:pt idx="5204">
                  <c:v>01-12-2020</c:v>
                </c:pt>
                <c:pt idx="5205">
                  <c:v>02-12-2020</c:v>
                </c:pt>
                <c:pt idx="5206">
                  <c:v>03-12-2020</c:v>
                </c:pt>
                <c:pt idx="5207">
                  <c:v>04-12-2020</c:v>
                </c:pt>
                <c:pt idx="5208">
                  <c:v>07-12-2020</c:v>
                </c:pt>
                <c:pt idx="5209">
                  <c:v>08-12-2020</c:v>
                </c:pt>
                <c:pt idx="5210">
                  <c:v>09-12-2020</c:v>
                </c:pt>
                <c:pt idx="5211">
                  <c:v>10-12-2020</c:v>
                </c:pt>
                <c:pt idx="5212">
                  <c:v>11-12-2020</c:v>
                </c:pt>
                <c:pt idx="5213">
                  <c:v>14-12-2020</c:v>
                </c:pt>
                <c:pt idx="5214">
                  <c:v>15-12-2020</c:v>
                </c:pt>
                <c:pt idx="5215">
                  <c:v>16-12-2020</c:v>
                </c:pt>
                <c:pt idx="5216">
                  <c:v>17-12-2020</c:v>
                </c:pt>
                <c:pt idx="5217">
                  <c:v>18-12-2020</c:v>
                </c:pt>
                <c:pt idx="5218">
                  <c:v>21-12-2020</c:v>
                </c:pt>
                <c:pt idx="5219">
                  <c:v>22-12-2020</c:v>
                </c:pt>
                <c:pt idx="5220">
                  <c:v>23-12-2020</c:v>
                </c:pt>
                <c:pt idx="5221">
                  <c:v>24-12-2020</c:v>
                </c:pt>
                <c:pt idx="5222">
                  <c:v>28-12-2020</c:v>
                </c:pt>
                <c:pt idx="5223">
                  <c:v>29-12-2020</c:v>
                </c:pt>
                <c:pt idx="5224">
                  <c:v>30-12-2020</c:v>
                </c:pt>
                <c:pt idx="5225">
                  <c:v>31-12-2020</c:v>
                </c:pt>
                <c:pt idx="5226">
                  <c:v>01-01-2021</c:v>
                </c:pt>
                <c:pt idx="5227">
                  <c:v>04-01-2021</c:v>
                </c:pt>
                <c:pt idx="5228">
                  <c:v>05-01-2021</c:v>
                </c:pt>
                <c:pt idx="5229">
                  <c:v>06-01-2021</c:v>
                </c:pt>
                <c:pt idx="5230">
                  <c:v>07-01-2021</c:v>
                </c:pt>
                <c:pt idx="5231">
                  <c:v>08-01-2021</c:v>
                </c:pt>
                <c:pt idx="5232">
                  <c:v>11-01-2021</c:v>
                </c:pt>
                <c:pt idx="5233">
                  <c:v>12-01-2021</c:v>
                </c:pt>
                <c:pt idx="5234">
                  <c:v>13-01-2021</c:v>
                </c:pt>
                <c:pt idx="5235">
                  <c:v>14-01-2021</c:v>
                </c:pt>
                <c:pt idx="5236">
                  <c:v>15-01-2021</c:v>
                </c:pt>
                <c:pt idx="5237">
                  <c:v>18-01-2021</c:v>
                </c:pt>
                <c:pt idx="5238">
                  <c:v>19-01-2021</c:v>
                </c:pt>
                <c:pt idx="5239">
                  <c:v>20-01-2021</c:v>
                </c:pt>
                <c:pt idx="5240">
                  <c:v>21-01-2021</c:v>
                </c:pt>
                <c:pt idx="5241">
                  <c:v>22-01-2021</c:v>
                </c:pt>
                <c:pt idx="5242">
                  <c:v>25-01-2021</c:v>
                </c:pt>
                <c:pt idx="5243">
                  <c:v>27-01-2021</c:v>
                </c:pt>
                <c:pt idx="5244">
                  <c:v>28-01-2021</c:v>
                </c:pt>
                <c:pt idx="5245">
                  <c:v>29-01-2021</c:v>
                </c:pt>
                <c:pt idx="5246">
                  <c:v>01-02-2021</c:v>
                </c:pt>
                <c:pt idx="5247">
                  <c:v>02-02-2021</c:v>
                </c:pt>
                <c:pt idx="5248">
                  <c:v>03-02-2021</c:v>
                </c:pt>
                <c:pt idx="5249">
                  <c:v>04-02-2021</c:v>
                </c:pt>
                <c:pt idx="5250">
                  <c:v>05-02-2021</c:v>
                </c:pt>
                <c:pt idx="5251">
                  <c:v>08-02-2021</c:v>
                </c:pt>
                <c:pt idx="5252">
                  <c:v>09-02-2021</c:v>
                </c:pt>
                <c:pt idx="5253">
                  <c:v>10-02-2021</c:v>
                </c:pt>
                <c:pt idx="5254">
                  <c:v>11-02-2021</c:v>
                </c:pt>
                <c:pt idx="5255">
                  <c:v>12-02-2021</c:v>
                </c:pt>
                <c:pt idx="5256">
                  <c:v>15-02-2021</c:v>
                </c:pt>
                <c:pt idx="5257">
                  <c:v>16-02-2021</c:v>
                </c:pt>
                <c:pt idx="5258">
                  <c:v>17-02-2021</c:v>
                </c:pt>
                <c:pt idx="5259">
                  <c:v>18-02-2021</c:v>
                </c:pt>
                <c:pt idx="5260">
                  <c:v>19-02-2021</c:v>
                </c:pt>
                <c:pt idx="5261">
                  <c:v>22-02-2021</c:v>
                </c:pt>
                <c:pt idx="5262">
                  <c:v>23-02-2021</c:v>
                </c:pt>
                <c:pt idx="5263">
                  <c:v>24-02-2021</c:v>
                </c:pt>
                <c:pt idx="5264">
                  <c:v>25-02-2021</c:v>
                </c:pt>
                <c:pt idx="5265">
                  <c:v>26-02-2021</c:v>
                </c:pt>
                <c:pt idx="5266">
                  <c:v>01-03-2021</c:v>
                </c:pt>
                <c:pt idx="5267">
                  <c:v>02-03-2021</c:v>
                </c:pt>
                <c:pt idx="5268">
                  <c:v>03-03-2021</c:v>
                </c:pt>
                <c:pt idx="5269">
                  <c:v>04-03-2021</c:v>
                </c:pt>
                <c:pt idx="5270">
                  <c:v>05-03-2021</c:v>
                </c:pt>
                <c:pt idx="5271">
                  <c:v>08-03-2021</c:v>
                </c:pt>
                <c:pt idx="5272">
                  <c:v>09-03-2021</c:v>
                </c:pt>
                <c:pt idx="5273">
                  <c:v>10-03-2021</c:v>
                </c:pt>
                <c:pt idx="5274">
                  <c:v>12-03-2021</c:v>
                </c:pt>
                <c:pt idx="5275">
                  <c:v>15-03-2021</c:v>
                </c:pt>
                <c:pt idx="5276">
                  <c:v>16-03-2021</c:v>
                </c:pt>
                <c:pt idx="5277">
                  <c:v>17-03-2021</c:v>
                </c:pt>
                <c:pt idx="5278">
                  <c:v>18-03-2021</c:v>
                </c:pt>
                <c:pt idx="5279">
                  <c:v>19-03-2021</c:v>
                </c:pt>
                <c:pt idx="5280">
                  <c:v>22-03-2021</c:v>
                </c:pt>
                <c:pt idx="5281">
                  <c:v>23-03-2021</c:v>
                </c:pt>
                <c:pt idx="5282">
                  <c:v>24-03-2021</c:v>
                </c:pt>
                <c:pt idx="5283">
                  <c:v>25-03-2021</c:v>
                </c:pt>
                <c:pt idx="5284">
                  <c:v>26-03-2021</c:v>
                </c:pt>
                <c:pt idx="5285">
                  <c:v>30-03-2021</c:v>
                </c:pt>
                <c:pt idx="5286">
                  <c:v>31-03-2021</c:v>
                </c:pt>
                <c:pt idx="5287">
                  <c:v>01-04-2021</c:v>
                </c:pt>
                <c:pt idx="5288">
                  <c:v>05-04-2021</c:v>
                </c:pt>
                <c:pt idx="5289">
                  <c:v>06-04-2021</c:v>
                </c:pt>
                <c:pt idx="5290">
                  <c:v>07-04-2021</c:v>
                </c:pt>
                <c:pt idx="5291">
                  <c:v>08-04-2021</c:v>
                </c:pt>
                <c:pt idx="5292">
                  <c:v>09-04-2021</c:v>
                </c:pt>
                <c:pt idx="5293">
                  <c:v>12-04-2021</c:v>
                </c:pt>
                <c:pt idx="5294">
                  <c:v>13-04-2021</c:v>
                </c:pt>
                <c:pt idx="5295">
                  <c:v>15-04-2021</c:v>
                </c:pt>
                <c:pt idx="5296">
                  <c:v>16-04-2021</c:v>
                </c:pt>
                <c:pt idx="5297">
                  <c:v>19-04-2021</c:v>
                </c:pt>
                <c:pt idx="5298">
                  <c:v>20-04-2021</c:v>
                </c:pt>
                <c:pt idx="5299">
                  <c:v>22-04-2021</c:v>
                </c:pt>
                <c:pt idx="5300">
                  <c:v>23-04-2021</c:v>
                </c:pt>
                <c:pt idx="5301">
                  <c:v>26-04-2021</c:v>
                </c:pt>
                <c:pt idx="5302">
                  <c:v>27-04-2021</c:v>
                </c:pt>
                <c:pt idx="5303">
                  <c:v>28-04-2021</c:v>
                </c:pt>
                <c:pt idx="5304">
                  <c:v>29-04-2021</c:v>
                </c:pt>
                <c:pt idx="5305">
                  <c:v>30-04-2021</c:v>
                </c:pt>
              </c:strCache>
            </c:strRef>
          </c:cat>
          <c:val>
            <c:numRef>
              <c:f>FINPIVOT!$C$3:$C$5309</c:f>
              <c:numCache>
                <c:formatCode>General</c:formatCode>
                <c:ptCount val="5306"/>
                <c:pt idx="0">
                  <c:v>170</c:v>
                </c:pt>
                <c:pt idx="1">
                  <c:v>173.8</c:v>
                </c:pt>
                <c:pt idx="2">
                  <c:v>166.95</c:v>
                </c:pt>
                <c:pt idx="3">
                  <c:v>168.3</c:v>
                </c:pt>
                <c:pt idx="4">
                  <c:v>168.35</c:v>
                </c:pt>
                <c:pt idx="5">
                  <c:v>165.9</c:v>
                </c:pt>
                <c:pt idx="6">
                  <c:v>163.4</c:v>
                </c:pt>
                <c:pt idx="7">
                  <c:v>165.45</c:v>
                </c:pt>
                <c:pt idx="8">
                  <c:v>165.1</c:v>
                </c:pt>
                <c:pt idx="9">
                  <c:v>165.45</c:v>
                </c:pt>
                <c:pt idx="10">
                  <c:v>178.7</c:v>
                </c:pt>
                <c:pt idx="11">
                  <c:v>165.7</c:v>
                </c:pt>
                <c:pt idx="12">
                  <c:v>179</c:v>
                </c:pt>
                <c:pt idx="13">
                  <c:v>178.6</c:v>
                </c:pt>
                <c:pt idx="14">
                  <c:v>188.15</c:v>
                </c:pt>
                <c:pt idx="15">
                  <c:v>200.55</c:v>
                </c:pt>
                <c:pt idx="16">
                  <c:v>216.6</c:v>
                </c:pt>
                <c:pt idx="17">
                  <c:v>229.7</c:v>
                </c:pt>
                <c:pt idx="18">
                  <c:v>227.9</c:v>
                </c:pt>
                <c:pt idx="19">
                  <c:v>237.75</c:v>
                </c:pt>
                <c:pt idx="20">
                  <c:v>240.95</c:v>
                </c:pt>
                <c:pt idx="21">
                  <c:v>244</c:v>
                </c:pt>
                <c:pt idx="22">
                  <c:v>225.95</c:v>
                </c:pt>
                <c:pt idx="23">
                  <c:v>228.95</c:v>
                </c:pt>
                <c:pt idx="24">
                  <c:v>246.7</c:v>
                </c:pt>
                <c:pt idx="25">
                  <c:v>250.75</c:v>
                </c:pt>
                <c:pt idx="26">
                  <c:v>252.5</c:v>
                </c:pt>
                <c:pt idx="27">
                  <c:v>251.75</c:v>
                </c:pt>
                <c:pt idx="28">
                  <c:v>232.1</c:v>
                </c:pt>
                <c:pt idx="29">
                  <c:v>233.45</c:v>
                </c:pt>
                <c:pt idx="30">
                  <c:v>227.6</c:v>
                </c:pt>
                <c:pt idx="31">
                  <c:v>245.85</c:v>
                </c:pt>
                <c:pt idx="32">
                  <c:v>250.4</c:v>
                </c:pt>
                <c:pt idx="33">
                  <c:v>242.6</c:v>
                </c:pt>
                <c:pt idx="34">
                  <c:v>236.15</c:v>
                </c:pt>
                <c:pt idx="35">
                  <c:v>217.55</c:v>
                </c:pt>
                <c:pt idx="36">
                  <c:v>219.45</c:v>
                </c:pt>
                <c:pt idx="37">
                  <c:v>227</c:v>
                </c:pt>
                <c:pt idx="38">
                  <c:v>227</c:v>
                </c:pt>
                <c:pt idx="39">
                  <c:v>227.55</c:v>
                </c:pt>
                <c:pt idx="40">
                  <c:v>216.8</c:v>
                </c:pt>
                <c:pt idx="41">
                  <c:v>234.15</c:v>
                </c:pt>
                <c:pt idx="42">
                  <c:v>252.9</c:v>
                </c:pt>
                <c:pt idx="43">
                  <c:v>273.14999999999998</c:v>
                </c:pt>
                <c:pt idx="44">
                  <c:v>266.05</c:v>
                </c:pt>
                <c:pt idx="45">
                  <c:v>258.2</c:v>
                </c:pt>
                <c:pt idx="46">
                  <c:v>272.05</c:v>
                </c:pt>
                <c:pt idx="47">
                  <c:v>269.60000000000002</c:v>
                </c:pt>
                <c:pt idx="48">
                  <c:v>254.15</c:v>
                </c:pt>
                <c:pt idx="49">
                  <c:v>269.95</c:v>
                </c:pt>
                <c:pt idx="50">
                  <c:v>265.39999999999998</c:v>
                </c:pt>
                <c:pt idx="51">
                  <c:v>259.85000000000002</c:v>
                </c:pt>
                <c:pt idx="52">
                  <c:v>256.95</c:v>
                </c:pt>
                <c:pt idx="53">
                  <c:v>255.8</c:v>
                </c:pt>
                <c:pt idx="54">
                  <c:v>261.14999999999998</c:v>
                </c:pt>
                <c:pt idx="55">
                  <c:v>280.39999999999998</c:v>
                </c:pt>
                <c:pt idx="56">
                  <c:v>273.39999999999998</c:v>
                </c:pt>
                <c:pt idx="57">
                  <c:v>271.7</c:v>
                </c:pt>
                <c:pt idx="58">
                  <c:v>275.10000000000002</c:v>
                </c:pt>
                <c:pt idx="59">
                  <c:v>265.39999999999998</c:v>
                </c:pt>
                <c:pt idx="60">
                  <c:v>262.55</c:v>
                </c:pt>
                <c:pt idx="61">
                  <c:v>257.2</c:v>
                </c:pt>
                <c:pt idx="62">
                  <c:v>247.15</c:v>
                </c:pt>
                <c:pt idx="63">
                  <c:v>227.4</c:v>
                </c:pt>
                <c:pt idx="64">
                  <c:v>209.25</c:v>
                </c:pt>
                <c:pt idx="65">
                  <c:v>192.55</c:v>
                </c:pt>
                <c:pt idx="66">
                  <c:v>207.95</c:v>
                </c:pt>
                <c:pt idx="67">
                  <c:v>224.6</c:v>
                </c:pt>
                <c:pt idx="68">
                  <c:v>226.2</c:v>
                </c:pt>
                <c:pt idx="69">
                  <c:v>233</c:v>
                </c:pt>
                <c:pt idx="70">
                  <c:v>231.45</c:v>
                </c:pt>
                <c:pt idx="71">
                  <c:v>212.95</c:v>
                </c:pt>
                <c:pt idx="72">
                  <c:v>222.1</c:v>
                </c:pt>
                <c:pt idx="73">
                  <c:v>226.45</c:v>
                </c:pt>
                <c:pt idx="74">
                  <c:v>225.7</c:v>
                </c:pt>
                <c:pt idx="75">
                  <c:v>232.1</c:v>
                </c:pt>
                <c:pt idx="76">
                  <c:v>230.95</c:v>
                </c:pt>
                <c:pt idx="77">
                  <c:v>249.25</c:v>
                </c:pt>
                <c:pt idx="78">
                  <c:v>245.5</c:v>
                </c:pt>
                <c:pt idx="79">
                  <c:v>245.15</c:v>
                </c:pt>
                <c:pt idx="80">
                  <c:v>251.2</c:v>
                </c:pt>
                <c:pt idx="81">
                  <c:v>246.2</c:v>
                </c:pt>
                <c:pt idx="82">
                  <c:v>250.8</c:v>
                </c:pt>
                <c:pt idx="83">
                  <c:v>259.85000000000002</c:v>
                </c:pt>
                <c:pt idx="84">
                  <c:v>260.45</c:v>
                </c:pt>
                <c:pt idx="85">
                  <c:v>261.39999999999998</c:v>
                </c:pt>
                <c:pt idx="86">
                  <c:v>262.64999999999998</c:v>
                </c:pt>
                <c:pt idx="87">
                  <c:v>265.8</c:v>
                </c:pt>
                <c:pt idx="88">
                  <c:v>262.10000000000002</c:v>
                </c:pt>
                <c:pt idx="89">
                  <c:v>257.10000000000002</c:v>
                </c:pt>
                <c:pt idx="90">
                  <c:v>256.25</c:v>
                </c:pt>
                <c:pt idx="91">
                  <c:v>258.05</c:v>
                </c:pt>
                <c:pt idx="92">
                  <c:v>256.05</c:v>
                </c:pt>
                <c:pt idx="93">
                  <c:v>255.75</c:v>
                </c:pt>
                <c:pt idx="94">
                  <c:v>248.85</c:v>
                </c:pt>
                <c:pt idx="95">
                  <c:v>233.75</c:v>
                </c:pt>
                <c:pt idx="96">
                  <c:v>242.1</c:v>
                </c:pt>
                <c:pt idx="97">
                  <c:v>233.6</c:v>
                </c:pt>
                <c:pt idx="98">
                  <c:v>230.25</c:v>
                </c:pt>
                <c:pt idx="99">
                  <c:v>224.65</c:v>
                </c:pt>
                <c:pt idx="100">
                  <c:v>223.8</c:v>
                </c:pt>
                <c:pt idx="101">
                  <c:v>230.3</c:v>
                </c:pt>
                <c:pt idx="102">
                  <c:v>229.25</c:v>
                </c:pt>
                <c:pt idx="103">
                  <c:v>244.5</c:v>
                </c:pt>
                <c:pt idx="104">
                  <c:v>247.05</c:v>
                </c:pt>
                <c:pt idx="105">
                  <c:v>244.6</c:v>
                </c:pt>
                <c:pt idx="106">
                  <c:v>239.5</c:v>
                </c:pt>
                <c:pt idx="107">
                  <c:v>240.35</c:v>
                </c:pt>
                <c:pt idx="108">
                  <c:v>245.25</c:v>
                </c:pt>
                <c:pt idx="109">
                  <c:v>244.35</c:v>
                </c:pt>
                <c:pt idx="110">
                  <c:v>253.6</c:v>
                </c:pt>
                <c:pt idx="111">
                  <c:v>250.3</c:v>
                </c:pt>
                <c:pt idx="112">
                  <c:v>250.9</c:v>
                </c:pt>
                <c:pt idx="113">
                  <c:v>251</c:v>
                </c:pt>
                <c:pt idx="114">
                  <c:v>251.65</c:v>
                </c:pt>
                <c:pt idx="115">
                  <c:v>254.6</c:v>
                </c:pt>
                <c:pt idx="116">
                  <c:v>256.2</c:v>
                </c:pt>
                <c:pt idx="117">
                  <c:v>257.10000000000002</c:v>
                </c:pt>
                <c:pt idx="118">
                  <c:v>257.39999999999998</c:v>
                </c:pt>
                <c:pt idx="119">
                  <c:v>255.15</c:v>
                </c:pt>
                <c:pt idx="120">
                  <c:v>251.9</c:v>
                </c:pt>
                <c:pt idx="121">
                  <c:v>250.45</c:v>
                </c:pt>
                <c:pt idx="122">
                  <c:v>257.60000000000002</c:v>
                </c:pt>
                <c:pt idx="123">
                  <c:v>252.35</c:v>
                </c:pt>
                <c:pt idx="124">
                  <c:v>268.64999999999998</c:v>
                </c:pt>
                <c:pt idx="125">
                  <c:v>278.85000000000002</c:v>
                </c:pt>
                <c:pt idx="126">
                  <c:v>278</c:v>
                </c:pt>
                <c:pt idx="127">
                  <c:v>275.95</c:v>
                </c:pt>
                <c:pt idx="128">
                  <c:v>281.8</c:v>
                </c:pt>
                <c:pt idx="129">
                  <c:v>275.7</c:v>
                </c:pt>
                <c:pt idx="130">
                  <c:v>274.85000000000002</c:v>
                </c:pt>
                <c:pt idx="131">
                  <c:v>267.89999999999998</c:v>
                </c:pt>
                <c:pt idx="132">
                  <c:v>265.85000000000002</c:v>
                </c:pt>
                <c:pt idx="133">
                  <c:v>265.8</c:v>
                </c:pt>
                <c:pt idx="134">
                  <c:v>254.35</c:v>
                </c:pt>
                <c:pt idx="135">
                  <c:v>250.25</c:v>
                </c:pt>
                <c:pt idx="136">
                  <c:v>251.25</c:v>
                </c:pt>
                <c:pt idx="137">
                  <c:v>248.35</c:v>
                </c:pt>
                <c:pt idx="138">
                  <c:v>241.6</c:v>
                </c:pt>
                <c:pt idx="139">
                  <c:v>231.2</c:v>
                </c:pt>
                <c:pt idx="140">
                  <c:v>242.65</c:v>
                </c:pt>
                <c:pt idx="141">
                  <c:v>245</c:v>
                </c:pt>
                <c:pt idx="142">
                  <c:v>244.5</c:v>
                </c:pt>
                <c:pt idx="143">
                  <c:v>235.1</c:v>
                </c:pt>
                <c:pt idx="144">
                  <c:v>232.9</c:v>
                </c:pt>
                <c:pt idx="145">
                  <c:v>227.45</c:v>
                </c:pt>
                <c:pt idx="146">
                  <c:v>224</c:v>
                </c:pt>
                <c:pt idx="147">
                  <c:v>252.45</c:v>
                </c:pt>
                <c:pt idx="148">
                  <c:v>249.75</c:v>
                </c:pt>
                <c:pt idx="149">
                  <c:v>235.2</c:v>
                </c:pt>
                <c:pt idx="150">
                  <c:v>253.05</c:v>
                </c:pt>
                <c:pt idx="151">
                  <c:v>244.05</c:v>
                </c:pt>
                <c:pt idx="152">
                  <c:v>243.65</c:v>
                </c:pt>
                <c:pt idx="153">
                  <c:v>242.2</c:v>
                </c:pt>
                <c:pt idx="154">
                  <c:v>243.5</c:v>
                </c:pt>
                <c:pt idx="155">
                  <c:v>246</c:v>
                </c:pt>
                <c:pt idx="156">
                  <c:v>246.95</c:v>
                </c:pt>
                <c:pt idx="157">
                  <c:v>239.55</c:v>
                </c:pt>
                <c:pt idx="158">
                  <c:v>235.2</c:v>
                </c:pt>
                <c:pt idx="159">
                  <c:v>230.5</c:v>
                </c:pt>
                <c:pt idx="160">
                  <c:v>232.8</c:v>
                </c:pt>
                <c:pt idx="161">
                  <c:v>231.55</c:v>
                </c:pt>
                <c:pt idx="162">
                  <c:v>238.8</c:v>
                </c:pt>
                <c:pt idx="163">
                  <c:v>235.2</c:v>
                </c:pt>
                <c:pt idx="164">
                  <c:v>234.75</c:v>
                </c:pt>
                <c:pt idx="165">
                  <c:v>235.9</c:v>
                </c:pt>
                <c:pt idx="166">
                  <c:v>239.35</c:v>
                </c:pt>
                <c:pt idx="167">
                  <c:v>238.45</c:v>
                </c:pt>
                <c:pt idx="168">
                  <c:v>239.25</c:v>
                </c:pt>
                <c:pt idx="169">
                  <c:v>242.55</c:v>
                </c:pt>
                <c:pt idx="170">
                  <c:v>240.1</c:v>
                </c:pt>
                <c:pt idx="171">
                  <c:v>238.55</c:v>
                </c:pt>
                <c:pt idx="172">
                  <c:v>240.1</c:v>
                </c:pt>
                <c:pt idx="173">
                  <c:v>236.25</c:v>
                </c:pt>
                <c:pt idx="174">
                  <c:v>235.85</c:v>
                </c:pt>
                <c:pt idx="175">
                  <c:v>232.5</c:v>
                </c:pt>
                <c:pt idx="176">
                  <c:v>227.65</c:v>
                </c:pt>
                <c:pt idx="177">
                  <c:v>209.35</c:v>
                </c:pt>
                <c:pt idx="178">
                  <c:v>230.35</c:v>
                </c:pt>
                <c:pt idx="179">
                  <c:v>225.05</c:v>
                </c:pt>
                <c:pt idx="180">
                  <c:v>224.05</c:v>
                </c:pt>
                <c:pt idx="181">
                  <c:v>216.9</c:v>
                </c:pt>
                <c:pt idx="182">
                  <c:v>223.8</c:v>
                </c:pt>
                <c:pt idx="183">
                  <c:v>222.35</c:v>
                </c:pt>
                <c:pt idx="184">
                  <c:v>226.65</c:v>
                </c:pt>
                <c:pt idx="185">
                  <c:v>223.9</c:v>
                </c:pt>
                <c:pt idx="186">
                  <c:v>234.25</c:v>
                </c:pt>
                <c:pt idx="187">
                  <c:v>239.3</c:v>
                </c:pt>
                <c:pt idx="188">
                  <c:v>236.1</c:v>
                </c:pt>
                <c:pt idx="189">
                  <c:v>234.65</c:v>
                </c:pt>
                <c:pt idx="190">
                  <c:v>244.4</c:v>
                </c:pt>
                <c:pt idx="191">
                  <c:v>243.15</c:v>
                </c:pt>
                <c:pt idx="192">
                  <c:v>239.05</c:v>
                </c:pt>
                <c:pt idx="193">
                  <c:v>236.65</c:v>
                </c:pt>
                <c:pt idx="194">
                  <c:v>236.45</c:v>
                </c:pt>
                <c:pt idx="195">
                  <c:v>236.45</c:v>
                </c:pt>
                <c:pt idx="196">
                  <c:v>236.85</c:v>
                </c:pt>
                <c:pt idx="197">
                  <c:v>237.75</c:v>
                </c:pt>
                <c:pt idx="198">
                  <c:v>238.05</c:v>
                </c:pt>
                <c:pt idx="199">
                  <c:v>241.9</c:v>
                </c:pt>
                <c:pt idx="200">
                  <c:v>244.7</c:v>
                </c:pt>
                <c:pt idx="201">
                  <c:v>243.1</c:v>
                </c:pt>
                <c:pt idx="202">
                  <c:v>243.25</c:v>
                </c:pt>
                <c:pt idx="203">
                  <c:v>241.4</c:v>
                </c:pt>
                <c:pt idx="204">
                  <c:v>241.35</c:v>
                </c:pt>
                <c:pt idx="205">
                  <c:v>240</c:v>
                </c:pt>
                <c:pt idx="206">
                  <c:v>246.9</c:v>
                </c:pt>
                <c:pt idx="207">
                  <c:v>250.55</c:v>
                </c:pt>
                <c:pt idx="208">
                  <c:v>247.15</c:v>
                </c:pt>
                <c:pt idx="209">
                  <c:v>251.95</c:v>
                </c:pt>
                <c:pt idx="210">
                  <c:v>248.1</c:v>
                </c:pt>
                <c:pt idx="211">
                  <c:v>250</c:v>
                </c:pt>
                <c:pt idx="212">
                  <c:v>248.75</c:v>
                </c:pt>
                <c:pt idx="213">
                  <c:v>243.9</c:v>
                </c:pt>
                <c:pt idx="214">
                  <c:v>244.95</c:v>
                </c:pt>
                <c:pt idx="215">
                  <c:v>245.15</c:v>
                </c:pt>
                <c:pt idx="216">
                  <c:v>240.35</c:v>
                </c:pt>
                <c:pt idx="217">
                  <c:v>235.8</c:v>
                </c:pt>
                <c:pt idx="218">
                  <c:v>240.35</c:v>
                </c:pt>
                <c:pt idx="219">
                  <c:v>232.6</c:v>
                </c:pt>
                <c:pt idx="220">
                  <c:v>229.75</c:v>
                </c:pt>
                <c:pt idx="221">
                  <c:v>228.65</c:v>
                </c:pt>
                <c:pt idx="222">
                  <c:v>224.7</c:v>
                </c:pt>
                <c:pt idx="223">
                  <c:v>224.1</c:v>
                </c:pt>
                <c:pt idx="224">
                  <c:v>216.85</c:v>
                </c:pt>
                <c:pt idx="225">
                  <c:v>223.7</c:v>
                </c:pt>
                <c:pt idx="226">
                  <c:v>225.75</c:v>
                </c:pt>
                <c:pt idx="227">
                  <c:v>221.65</c:v>
                </c:pt>
                <c:pt idx="228">
                  <c:v>222.05</c:v>
                </c:pt>
                <c:pt idx="229">
                  <c:v>221.15</c:v>
                </c:pt>
                <c:pt idx="230">
                  <c:v>216.25</c:v>
                </c:pt>
                <c:pt idx="231">
                  <c:v>216.35</c:v>
                </c:pt>
                <c:pt idx="232">
                  <c:v>214.15</c:v>
                </c:pt>
                <c:pt idx="233">
                  <c:v>219.95</c:v>
                </c:pt>
                <c:pt idx="234">
                  <c:v>218.25</c:v>
                </c:pt>
                <c:pt idx="235">
                  <c:v>219.15</c:v>
                </c:pt>
                <c:pt idx="236">
                  <c:v>222.6</c:v>
                </c:pt>
                <c:pt idx="237">
                  <c:v>228.6</c:v>
                </c:pt>
                <c:pt idx="238">
                  <c:v>234.5</c:v>
                </c:pt>
                <c:pt idx="239">
                  <c:v>229.25</c:v>
                </c:pt>
                <c:pt idx="240">
                  <c:v>219.75</c:v>
                </c:pt>
                <c:pt idx="241">
                  <c:v>217.1</c:v>
                </c:pt>
                <c:pt idx="242">
                  <c:v>215.05</c:v>
                </c:pt>
                <c:pt idx="243">
                  <c:v>219.95</c:v>
                </c:pt>
                <c:pt idx="244">
                  <c:v>217.65</c:v>
                </c:pt>
                <c:pt idx="245">
                  <c:v>216.25</c:v>
                </c:pt>
                <c:pt idx="246">
                  <c:v>215.35</c:v>
                </c:pt>
                <c:pt idx="247">
                  <c:v>218.25</c:v>
                </c:pt>
                <c:pt idx="248">
                  <c:v>220.05</c:v>
                </c:pt>
                <c:pt idx="249">
                  <c:v>222.8</c:v>
                </c:pt>
                <c:pt idx="250">
                  <c:v>222.25</c:v>
                </c:pt>
                <c:pt idx="251">
                  <c:v>224</c:v>
                </c:pt>
                <c:pt idx="252">
                  <c:v>225.85</c:v>
                </c:pt>
                <c:pt idx="253">
                  <c:v>225.35</c:v>
                </c:pt>
                <c:pt idx="254">
                  <c:v>228.6</c:v>
                </c:pt>
                <c:pt idx="255">
                  <c:v>230.15</c:v>
                </c:pt>
                <c:pt idx="256">
                  <c:v>235.75</c:v>
                </c:pt>
                <c:pt idx="257">
                  <c:v>225.4</c:v>
                </c:pt>
                <c:pt idx="258">
                  <c:v>228.9</c:v>
                </c:pt>
                <c:pt idx="259">
                  <c:v>237.3</c:v>
                </c:pt>
                <c:pt idx="260">
                  <c:v>249</c:v>
                </c:pt>
                <c:pt idx="261">
                  <c:v>250</c:v>
                </c:pt>
                <c:pt idx="262">
                  <c:v>249.15</c:v>
                </c:pt>
                <c:pt idx="263">
                  <c:v>249.9</c:v>
                </c:pt>
                <c:pt idx="264">
                  <c:v>251.75</c:v>
                </c:pt>
                <c:pt idx="265">
                  <c:v>248.05</c:v>
                </c:pt>
                <c:pt idx="266">
                  <c:v>249.65</c:v>
                </c:pt>
                <c:pt idx="267">
                  <c:v>249.4</c:v>
                </c:pt>
                <c:pt idx="268">
                  <c:v>249.6</c:v>
                </c:pt>
                <c:pt idx="269">
                  <c:v>245.3</c:v>
                </c:pt>
                <c:pt idx="270">
                  <c:v>249.4</c:v>
                </c:pt>
                <c:pt idx="271">
                  <c:v>253.9</c:v>
                </c:pt>
                <c:pt idx="272">
                  <c:v>251.2</c:v>
                </c:pt>
                <c:pt idx="273">
                  <c:v>252.25</c:v>
                </c:pt>
                <c:pt idx="274">
                  <c:v>264</c:v>
                </c:pt>
                <c:pt idx="275">
                  <c:v>259.5</c:v>
                </c:pt>
                <c:pt idx="276">
                  <c:v>251.3</c:v>
                </c:pt>
                <c:pt idx="277">
                  <c:v>258.3</c:v>
                </c:pt>
                <c:pt idx="278">
                  <c:v>272.14999999999998</c:v>
                </c:pt>
                <c:pt idx="279">
                  <c:v>262.5</c:v>
                </c:pt>
                <c:pt idx="280">
                  <c:v>259.2</c:v>
                </c:pt>
                <c:pt idx="281">
                  <c:v>264.5</c:v>
                </c:pt>
                <c:pt idx="282">
                  <c:v>261.14999999999998</c:v>
                </c:pt>
                <c:pt idx="283">
                  <c:v>253.8</c:v>
                </c:pt>
                <c:pt idx="284">
                  <c:v>256.8</c:v>
                </c:pt>
                <c:pt idx="285">
                  <c:v>250.8</c:v>
                </c:pt>
                <c:pt idx="286">
                  <c:v>250.3</c:v>
                </c:pt>
                <c:pt idx="287">
                  <c:v>251.5</c:v>
                </c:pt>
                <c:pt idx="288">
                  <c:v>247.4</c:v>
                </c:pt>
                <c:pt idx="289">
                  <c:v>250</c:v>
                </c:pt>
                <c:pt idx="290">
                  <c:v>250.4</c:v>
                </c:pt>
                <c:pt idx="291">
                  <c:v>256.55</c:v>
                </c:pt>
                <c:pt idx="292">
                  <c:v>264.95</c:v>
                </c:pt>
                <c:pt idx="293">
                  <c:v>264.60000000000002</c:v>
                </c:pt>
                <c:pt idx="294">
                  <c:v>257.25</c:v>
                </c:pt>
                <c:pt idx="295">
                  <c:v>257.39999999999998</c:v>
                </c:pt>
                <c:pt idx="296">
                  <c:v>262.25</c:v>
                </c:pt>
                <c:pt idx="297">
                  <c:v>252.65</c:v>
                </c:pt>
                <c:pt idx="298">
                  <c:v>250.2</c:v>
                </c:pt>
                <c:pt idx="299">
                  <c:v>221.15</c:v>
                </c:pt>
                <c:pt idx="300">
                  <c:v>243.9</c:v>
                </c:pt>
                <c:pt idx="301">
                  <c:v>242.35</c:v>
                </c:pt>
                <c:pt idx="302">
                  <c:v>232.5</c:v>
                </c:pt>
                <c:pt idx="303">
                  <c:v>234.85</c:v>
                </c:pt>
                <c:pt idx="304">
                  <c:v>229.45</c:v>
                </c:pt>
                <c:pt idx="305">
                  <c:v>236.15</c:v>
                </c:pt>
                <c:pt idx="306">
                  <c:v>232.8</c:v>
                </c:pt>
                <c:pt idx="307">
                  <c:v>229.55</c:v>
                </c:pt>
                <c:pt idx="308">
                  <c:v>227.45</c:v>
                </c:pt>
                <c:pt idx="309">
                  <c:v>227.2</c:v>
                </c:pt>
                <c:pt idx="310">
                  <c:v>228.65</c:v>
                </c:pt>
                <c:pt idx="311">
                  <c:v>229.5</c:v>
                </c:pt>
                <c:pt idx="312">
                  <c:v>228.35</c:v>
                </c:pt>
                <c:pt idx="313">
                  <c:v>223.15</c:v>
                </c:pt>
                <c:pt idx="314">
                  <c:v>225.05</c:v>
                </c:pt>
                <c:pt idx="315">
                  <c:v>225.95</c:v>
                </c:pt>
                <c:pt idx="316">
                  <c:v>227.9</c:v>
                </c:pt>
                <c:pt idx="317">
                  <c:v>225.4</c:v>
                </c:pt>
                <c:pt idx="318">
                  <c:v>226</c:v>
                </c:pt>
                <c:pt idx="319">
                  <c:v>230.55</c:v>
                </c:pt>
                <c:pt idx="320">
                  <c:v>231.4</c:v>
                </c:pt>
                <c:pt idx="321">
                  <c:v>235.65</c:v>
                </c:pt>
                <c:pt idx="322">
                  <c:v>245.75</c:v>
                </c:pt>
                <c:pt idx="323">
                  <c:v>245.25</c:v>
                </c:pt>
                <c:pt idx="324">
                  <c:v>239.6</c:v>
                </c:pt>
                <c:pt idx="325">
                  <c:v>243.65</c:v>
                </c:pt>
                <c:pt idx="326">
                  <c:v>243.35</c:v>
                </c:pt>
                <c:pt idx="327">
                  <c:v>237.8</c:v>
                </c:pt>
                <c:pt idx="328">
                  <c:v>237.2</c:v>
                </c:pt>
                <c:pt idx="329">
                  <c:v>237.9</c:v>
                </c:pt>
                <c:pt idx="330">
                  <c:v>232.45</c:v>
                </c:pt>
                <c:pt idx="331">
                  <c:v>230.4</c:v>
                </c:pt>
                <c:pt idx="332">
                  <c:v>236</c:v>
                </c:pt>
                <c:pt idx="333">
                  <c:v>233.35</c:v>
                </c:pt>
                <c:pt idx="334">
                  <c:v>232.2</c:v>
                </c:pt>
                <c:pt idx="335">
                  <c:v>237.45</c:v>
                </c:pt>
                <c:pt idx="336">
                  <c:v>233</c:v>
                </c:pt>
                <c:pt idx="337">
                  <c:v>237.6</c:v>
                </c:pt>
                <c:pt idx="338">
                  <c:v>236.4</c:v>
                </c:pt>
                <c:pt idx="339">
                  <c:v>233.65</c:v>
                </c:pt>
                <c:pt idx="340">
                  <c:v>237.3</c:v>
                </c:pt>
                <c:pt idx="341">
                  <c:v>240.75</c:v>
                </c:pt>
                <c:pt idx="342">
                  <c:v>235.65</c:v>
                </c:pt>
                <c:pt idx="343">
                  <c:v>234.4</c:v>
                </c:pt>
                <c:pt idx="344">
                  <c:v>235.6</c:v>
                </c:pt>
                <c:pt idx="345">
                  <c:v>237.2</c:v>
                </c:pt>
                <c:pt idx="346">
                  <c:v>235.8</c:v>
                </c:pt>
                <c:pt idx="347">
                  <c:v>237.35</c:v>
                </c:pt>
                <c:pt idx="348">
                  <c:v>236.4</c:v>
                </c:pt>
                <c:pt idx="349">
                  <c:v>230.75</c:v>
                </c:pt>
                <c:pt idx="350">
                  <c:v>234.35</c:v>
                </c:pt>
                <c:pt idx="351">
                  <c:v>235.1</c:v>
                </c:pt>
                <c:pt idx="352">
                  <c:v>230.15</c:v>
                </c:pt>
                <c:pt idx="353">
                  <c:v>229.9</c:v>
                </c:pt>
                <c:pt idx="354">
                  <c:v>230.5</c:v>
                </c:pt>
                <c:pt idx="355">
                  <c:v>232.3</c:v>
                </c:pt>
                <c:pt idx="356">
                  <c:v>231.9</c:v>
                </c:pt>
                <c:pt idx="357">
                  <c:v>234.1</c:v>
                </c:pt>
                <c:pt idx="358">
                  <c:v>230.05</c:v>
                </c:pt>
                <c:pt idx="359">
                  <c:v>231.5</c:v>
                </c:pt>
                <c:pt idx="360">
                  <c:v>230.65</c:v>
                </c:pt>
                <c:pt idx="361">
                  <c:v>227.8</c:v>
                </c:pt>
                <c:pt idx="362">
                  <c:v>227.3</c:v>
                </c:pt>
                <c:pt idx="363">
                  <c:v>217.8</c:v>
                </c:pt>
                <c:pt idx="364">
                  <c:v>214.2</c:v>
                </c:pt>
                <c:pt idx="365">
                  <c:v>198.45</c:v>
                </c:pt>
                <c:pt idx="366">
                  <c:v>204.25</c:v>
                </c:pt>
                <c:pt idx="367">
                  <c:v>213.25</c:v>
                </c:pt>
                <c:pt idx="368">
                  <c:v>220.85</c:v>
                </c:pt>
                <c:pt idx="369">
                  <c:v>218.85</c:v>
                </c:pt>
                <c:pt idx="370">
                  <c:v>210.9</c:v>
                </c:pt>
                <c:pt idx="371">
                  <c:v>215.95</c:v>
                </c:pt>
                <c:pt idx="372">
                  <c:v>213.5</c:v>
                </c:pt>
                <c:pt idx="373">
                  <c:v>215.25</c:v>
                </c:pt>
                <c:pt idx="374">
                  <c:v>209.6</c:v>
                </c:pt>
                <c:pt idx="375">
                  <c:v>212.65</c:v>
                </c:pt>
                <c:pt idx="376">
                  <c:v>207.15</c:v>
                </c:pt>
                <c:pt idx="377">
                  <c:v>202.55</c:v>
                </c:pt>
                <c:pt idx="378">
                  <c:v>203.8</c:v>
                </c:pt>
                <c:pt idx="379">
                  <c:v>204</c:v>
                </c:pt>
                <c:pt idx="380">
                  <c:v>204.75</c:v>
                </c:pt>
                <c:pt idx="381">
                  <c:v>208</c:v>
                </c:pt>
                <c:pt idx="382">
                  <c:v>211</c:v>
                </c:pt>
                <c:pt idx="383">
                  <c:v>215.45</c:v>
                </c:pt>
                <c:pt idx="384">
                  <c:v>216.6</c:v>
                </c:pt>
                <c:pt idx="385">
                  <c:v>219</c:v>
                </c:pt>
                <c:pt idx="386">
                  <c:v>221.1</c:v>
                </c:pt>
                <c:pt idx="387">
                  <c:v>227.25</c:v>
                </c:pt>
                <c:pt idx="388">
                  <c:v>224.35</c:v>
                </c:pt>
                <c:pt idx="389">
                  <c:v>225</c:v>
                </c:pt>
                <c:pt idx="390">
                  <c:v>219.15</c:v>
                </c:pt>
                <c:pt idx="391">
                  <c:v>226.9</c:v>
                </c:pt>
                <c:pt idx="392">
                  <c:v>231.8</c:v>
                </c:pt>
                <c:pt idx="393">
                  <c:v>229.35</c:v>
                </c:pt>
                <c:pt idx="394">
                  <c:v>232.4</c:v>
                </c:pt>
                <c:pt idx="395">
                  <c:v>232.3</c:v>
                </c:pt>
                <c:pt idx="396">
                  <c:v>234.2</c:v>
                </c:pt>
                <c:pt idx="397">
                  <c:v>236.35</c:v>
                </c:pt>
                <c:pt idx="398">
                  <c:v>233.5</c:v>
                </c:pt>
                <c:pt idx="399">
                  <c:v>231.5</c:v>
                </c:pt>
                <c:pt idx="400">
                  <c:v>233.85</c:v>
                </c:pt>
                <c:pt idx="401">
                  <c:v>232</c:v>
                </c:pt>
                <c:pt idx="402">
                  <c:v>235.1</c:v>
                </c:pt>
                <c:pt idx="403">
                  <c:v>227.9</c:v>
                </c:pt>
                <c:pt idx="404">
                  <c:v>230</c:v>
                </c:pt>
                <c:pt idx="405">
                  <c:v>230.75</c:v>
                </c:pt>
                <c:pt idx="406">
                  <c:v>231.75</c:v>
                </c:pt>
                <c:pt idx="407">
                  <c:v>233</c:v>
                </c:pt>
                <c:pt idx="408">
                  <c:v>239.3</c:v>
                </c:pt>
                <c:pt idx="409">
                  <c:v>235.2</c:v>
                </c:pt>
                <c:pt idx="410">
                  <c:v>235.1</c:v>
                </c:pt>
                <c:pt idx="411">
                  <c:v>235.1</c:v>
                </c:pt>
                <c:pt idx="412">
                  <c:v>235.85</c:v>
                </c:pt>
                <c:pt idx="413">
                  <c:v>234.9</c:v>
                </c:pt>
                <c:pt idx="414">
                  <c:v>235</c:v>
                </c:pt>
                <c:pt idx="415">
                  <c:v>235.45</c:v>
                </c:pt>
                <c:pt idx="416">
                  <c:v>234.85</c:v>
                </c:pt>
                <c:pt idx="417">
                  <c:v>236.55</c:v>
                </c:pt>
                <c:pt idx="418">
                  <c:v>234.95</c:v>
                </c:pt>
                <c:pt idx="419">
                  <c:v>232.05</c:v>
                </c:pt>
                <c:pt idx="420">
                  <c:v>235</c:v>
                </c:pt>
                <c:pt idx="421">
                  <c:v>235</c:v>
                </c:pt>
                <c:pt idx="422">
                  <c:v>232.1</c:v>
                </c:pt>
                <c:pt idx="423">
                  <c:v>233.05</c:v>
                </c:pt>
                <c:pt idx="424">
                  <c:v>234.55</c:v>
                </c:pt>
                <c:pt idx="425">
                  <c:v>220.05</c:v>
                </c:pt>
                <c:pt idx="426">
                  <c:v>219.55</c:v>
                </c:pt>
                <c:pt idx="427">
                  <c:v>203.85</c:v>
                </c:pt>
                <c:pt idx="428">
                  <c:v>192.8</c:v>
                </c:pt>
                <c:pt idx="429">
                  <c:v>206.1</c:v>
                </c:pt>
                <c:pt idx="430">
                  <c:v>213.45</c:v>
                </c:pt>
                <c:pt idx="431">
                  <c:v>216.6</c:v>
                </c:pt>
                <c:pt idx="432">
                  <c:v>212.8</c:v>
                </c:pt>
                <c:pt idx="433">
                  <c:v>202.4</c:v>
                </c:pt>
                <c:pt idx="434">
                  <c:v>208.35</c:v>
                </c:pt>
                <c:pt idx="435">
                  <c:v>214.75</c:v>
                </c:pt>
                <c:pt idx="436">
                  <c:v>214.65</c:v>
                </c:pt>
                <c:pt idx="437">
                  <c:v>217.1</c:v>
                </c:pt>
                <c:pt idx="438">
                  <c:v>209.75</c:v>
                </c:pt>
                <c:pt idx="439">
                  <c:v>210.85</c:v>
                </c:pt>
                <c:pt idx="440">
                  <c:v>212.1</c:v>
                </c:pt>
                <c:pt idx="441">
                  <c:v>214.15</c:v>
                </c:pt>
                <c:pt idx="442">
                  <c:v>214.5</c:v>
                </c:pt>
                <c:pt idx="443">
                  <c:v>213.95</c:v>
                </c:pt>
                <c:pt idx="444">
                  <c:v>215.95</c:v>
                </c:pt>
                <c:pt idx="445">
                  <c:v>220.5</c:v>
                </c:pt>
                <c:pt idx="446">
                  <c:v>233.25</c:v>
                </c:pt>
                <c:pt idx="447">
                  <c:v>227.9</c:v>
                </c:pt>
                <c:pt idx="448">
                  <c:v>227.15</c:v>
                </c:pt>
                <c:pt idx="449">
                  <c:v>225.25</c:v>
                </c:pt>
                <c:pt idx="450">
                  <c:v>224.25</c:v>
                </c:pt>
                <c:pt idx="451">
                  <c:v>224.25</c:v>
                </c:pt>
                <c:pt idx="452">
                  <c:v>223.2</c:v>
                </c:pt>
                <c:pt idx="453">
                  <c:v>224.8</c:v>
                </c:pt>
                <c:pt idx="454">
                  <c:v>225.25</c:v>
                </c:pt>
                <c:pt idx="455">
                  <c:v>221.75</c:v>
                </c:pt>
                <c:pt idx="456">
                  <c:v>219</c:v>
                </c:pt>
                <c:pt idx="457">
                  <c:v>218</c:v>
                </c:pt>
                <c:pt idx="458">
                  <c:v>217.7</c:v>
                </c:pt>
                <c:pt idx="459">
                  <c:v>217.85</c:v>
                </c:pt>
                <c:pt idx="460">
                  <c:v>222.15</c:v>
                </c:pt>
                <c:pt idx="461">
                  <c:v>221.25</c:v>
                </c:pt>
                <c:pt idx="462">
                  <c:v>217.75</c:v>
                </c:pt>
                <c:pt idx="463">
                  <c:v>219.45</c:v>
                </c:pt>
                <c:pt idx="464">
                  <c:v>218.3</c:v>
                </c:pt>
                <c:pt idx="465">
                  <c:v>219.3</c:v>
                </c:pt>
                <c:pt idx="466">
                  <c:v>219.65</c:v>
                </c:pt>
                <c:pt idx="467">
                  <c:v>219.45</c:v>
                </c:pt>
                <c:pt idx="468">
                  <c:v>221.6</c:v>
                </c:pt>
                <c:pt idx="469">
                  <c:v>220.7</c:v>
                </c:pt>
                <c:pt idx="470">
                  <c:v>222.1</c:v>
                </c:pt>
                <c:pt idx="471">
                  <c:v>224.8</c:v>
                </c:pt>
                <c:pt idx="472">
                  <c:v>224.65</c:v>
                </c:pt>
                <c:pt idx="473">
                  <c:v>223</c:v>
                </c:pt>
                <c:pt idx="474">
                  <c:v>225.15</c:v>
                </c:pt>
                <c:pt idx="475">
                  <c:v>227</c:v>
                </c:pt>
                <c:pt idx="476">
                  <c:v>228.05</c:v>
                </c:pt>
                <c:pt idx="477">
                  <c:v>224.55</c:v>
                </c:pt>
                <c:pt idx="478">
                  <c:v>222.15</c:v>
                </c:pt>
                <c:pt idx="479">
                  <c:v>224.5</c:v>
                </c:pt>
                <c:pt idx="480">
                  <c:v>223.45</c:v>
                </c:pt>
                <c:pt idx="481">
                  <c:v>222.8</c:v>
                </c:pt>
                <c:pt idx="482">
                  <c:v>226.95</c:v>
                </c:pt>
                <c:pt idx="483">
                  <c:v>234.15</c:v>
                </c:pt>
                <c:pt idx="484">
                  <c:v>232.15</c:v>
                </c:pt>
                <c:pt idx="485">
                  <c:v>224.8</c:v>
                </c:pt>
                <c:pt idx="486">
                  <c:v>224.7</c:v>
                </c:pt>
                <c:pt idx="487">
                  <c:v>230.75</c:v>
                </c:pt>
                <c:pt idx="488">
                  <c:v>224.8</c:v>
                </c:pt>
                <c:pt idx="489">
                  <c:v>221.25</c:v>
                </c:pt>
                <c:pt idx="490">
                  <c:v>219.85</c:v>
                </c:pt>
                <c:pt idx="491">
                  <c:v>222.45</c:v>
                </c:pt>
                <c:pt idx="492">
                  <c:v>223.75</c:v>
                </c:pt>
                <c:pt idx="493">
                  <c:v>219.8</c:v>
                </c:pt>
                <c:pt idx="494">
                  <c:v>220.55</c:v>
                </c:pt>
                <c:pt idx="495">
                  <c:v>221.25</c:v>
                </c:pt>
                <c:pt idx="496">
                  <c:v>220.9</c:v>
                </c:pt>
                <c:pt idx="497">
                  <c:v>225.6</c:v>
                </c:pt>
                <c:pt idx="498">
                  <c:v>225.05</c:v>
                </c:pt>
                <c:pt idx="499">
                  <c:v>225</c:v>
                </c:pt>
                <c:pt idx="500">
                  <c:v>226.25</c:v>
                </c:pt>
                <c:pt idx="501">
                  <c:v>223.95</c:v>
                </c:pt>
                <c:pt idx="502">
                  <c:v>223.95</c:v>
                </c:pt>
                <c:pt idx="503">
                  <c:v>222.75</c:v>
                </c:pt>
                <c:pt idx="504">
                  <c:v>224.35</c:v>
                </c:pt>
                <c:pt idx="505">
                  <c:v>225.55</c:v>
                </c:pt>
                <c:pt idx="506">
                  <c:v>226.35</c:v>
                </c:pt>
                <c:pt idx="507">
                  <c:v>233.7</c:v>
                </c:pt>
                <c:pt idx="508">
                  <c:v>239.85</c:v>
                </c:pt>
                <c:pt idx="509">
                  <c:v>230.9</c:v>
                </c:pt>
                <c:pt idx="510">
                  <c:v>233.05</c:v>
                </c:pt>
                <c:pt idx="511">
                  <c:v>237.3</c:v>
                </c:pt>
                <c:pt idx="512">
                  <c:v>238.95</c:v>
                </c:pt>
                <c:pt idx="513">
                  <c:v>240.7</c:v>
                </c:pt>
                <c:pt idx="514">
                  <c:v>242.5</c:v>
                </c:pt>
                <c:pt idx="515">
                  <c:v>234.95</c:v>
                </c:pt>
                <c:pt idx="516">
                  <c:v>229.15</c:v>
                </c:pt>
                <c:pt idx="517">
                  <c:v>229.8</c:v>
                </c:pt>
                <c:pt idx="518">
                  <c:v>226.6</c:v>
                </c:pt>
                <c:pt idx="519">
                  <c:v>224.8</c:v>
                </c:pt>
                <c:pt idx="520">
                  <c:v>224.7</c:v>
                </c:pt>
                <c:pt idx="521">
                  <c:v>224.8</c:v>
                </c:pt>
                <c:pt idx="522">
                  <c:v>225.15</c:v>
                </c:pt>
                <c:pt idx="523">
                  <c:v>222.7</c:v>
                </c:pt>
                <c:pt idx="524">
                  <c:v>225.2</c:v>
                </c:pt>
                <c:pt idx="525">
                  <c:v>226.65</c:v>
                </c:pt>
                <c:pt idx="526">
                  <c:v>225.05</c:v>
                </c:pt>
                <c:pt idx="527">
                  <c:v>228.75</c:v>
                </c:pt>
                <c:pt idx="528">
                  <c:v>230.9</c:v>
                </c:pt>
                <c:pt idx="529">
                  <c:v>229.9</c:v>
                </c:pt>
                <c:pt idx="530">
                  <c:v>228.35</c:v>
                </c:pt>
                <c:pt idx="531">
                  <c:v>233.55</c:v>
                </c:pt>
                <c:pt idx="532">
                  <c:v>248.45</c:v>
                </c:pt>
                <c:pt idx="533">
                  <c:v>235.2</c:v>
                </c:pt>
                <c:pt idx="534">
                  <c:v>236.3</c:v>
                </c:pt>
                <c:pt idx="535">
                  <c:v>236.65</c:v>
                </c:pt>
                <c:pt idx="536">
                  <c:v>246.9</c:v>
                </c:pt>
                <c:pt idx="537">
                  <c:v>242.55</c:v>
                </c:pt>
                <c:pt idx="538">
                  <c:v>236.2</c:v>
                </c:pt>
                <c:pt idx="539">
                  <c:v>236.9</c:v>
                </c:pt>
                <c:pt idx="540">
                  <c:v>233.6</c:v>
                </c:pt>
                <c:pt idx="541">
                  <c:v>236.5</c:v>
                </c:pt>
                <c:pt idx="542">
                  <c:v>236.2</c:v>
                </c:pt>
                <c:pt idx="543">
                  <c:v>237.05</c:v>
                </c:pt>
                <c:pt idx="544">
                  <c:v>235.15</c:v>
                </c:pt>
                <c:pt idx="545">
                  <c:v>236.65</c:v>
                </c:pt>
                <c:pt idx="546">
                  <c:v>234.45</c:v>
                </c:pt>
                <c:pt idx="547">
                  <c:v>232.75</c:v>
                </c:pt>
                <c:pt idx="548">
                  <c:v>230.75</c:v>
                </c:pt>
                <c:pt idx="549">
                  <c:v>234.75</c:v>
                </c:pt>
                <c:pt idx="550">
                  <c:v>234.85</c:v>
                </c:pt>
                <c:pt idx="551">
                  <c:v>234.95</c:v>
                </c:pt>
                <c:pt idx="552">
                  <c:v>239.3</c:v>
                </c:pt>
                <c:pt idx="553">
                  <c:v>235.4</c:v>
                </c:pt>
                <c:pt idx="554">
                  <c:v>235.05</c:v>
                </c:pt>
                <c:pt idx="555">
                  <c:v>233.8</c:v>
                </c:pt>
                <c:pt idx="556">
                  <c:v>233.8</c:v>
                </c:pt>
                <c:pt idx="557">
                  <c:v>230.35</c:v>
                </c:pt>
                <c:pt idx="558">
                  <c:v>238.5</c:v>
                </c:pt>
                <c:pt idx="559">
                  <c:v>236.6</c:v>
                </c:pt>
                <c:pt idx="560">
                  <c:v>233.65</c:v>
                </c:pt>
                <c:pt idx="561">
                  <c:v>234.85</c:v>
                </c:pt>
                <c:pt idx="562">
                  <c:v>228.45</c:v>
                </c:pt>
                <c:pt idx="563">
                  <c:v>225.1</c:v>
                </c:pt>
                <c:pt idx="564">
                  <c:v>224.85</c:v>
                </c:pt>
                <c:pt idx="565">
                  <c:v>225.1</c:v>
                </c:pt>
                <c:pt idx="566">
                  <c:v>226.05</c:v>
                </c:pt>
                <c:pt idx="567">
                  <c:v>226.95</c:v>
                </c:pt>
                <c:pt idx="568">
                  <c:v>223.95</c:v>
                </c:pt>
                <c:pt idx="569">
                  <c:v>223.2</c:v>
                </c:pt>
                <c:pt idx="570">
                  <c:v>221.5</c:v>
                </c:pt>
                <c:pt idx="571">
                  <c:v>223.95</c:v>
                </c:pt>
                <c:pt idx="572">
                  <c:v>225.05</c:v>
                </c:pt>
                <c:pt idx="573">
                  <c:v>227.25</c:v>
                </c:pt>
                <c:pt idx="574">
                  <c:v>226.45</c:v>
                </c:pt>
                <c:pt idx="575">
                  <c:v>221.75</c:v>
                </c:pt>
                <c:pt idx="576">
                  <c:v>224.75</c:v>
                </c:pt>
                <c:pt idx="577">
                  <c:v>224.95</c:v>
                </c:pt>
                <c:pt idx="578">
                  <c:v>222.3</c:v>
                </c:pt>
                <c:pt idx="579">
                  <c:v>224.25</c:v>
                </c:pt>
                <c:pt idx="580">
                  <c:v>219.8</c:v>
                </c:pt>
                <c:pt idx="581">
                  <c:v>219.6</c:v>
                </c:pt>
                <c:pt idx="582">
                  <c:v>218.3</c:v>
                </c:pt>
                <c:pt idx="583">
                  <c:v>216.5</c:v>
                </c:pt>
                <c:pt idx="584">
                  <c:v>217.7</c:v>
                </c:pt>
                <c:pt idx="585">
                  <c:v>220.35</c:v>
                </c:pt>
                <c:pt idx="586">
                  <c:v>221.15</c:v>
                </c:pt>
                <c:pt idx="587">
                  <c:v>221.9</c:v>
                </c:pt>
                <c:pt idx="588">
                  <c:v>221.85</c:v>
                </c:pt>
                <c:pt idx="589">
                  <c:v>219.4</c:v>
                </c:pt>
                <c:pt idx="590">
                  <c:v>220.3</c:v>
                </c:pt>
                <c:pt idx="591">
                  <c:v>221.85</c:v>
                </c:pt>
                <c:pt idx="592">
                  <c:v>216.55</c:v>
                </c:pt>
                <c:pt idx="593">
                  <c:v>219.05</c:v>
                </c:pt>
                <c:pt idx="594">
                  <c:v>216.9</c:v>
                </c:pt>
                <c:pt idx="595">
                  <c:v>223.6</c:v>
                </c:pt>
                <c:pt idx="596">
                  <c:v>218.35</c:v>
                </c:pt>
                <c:pt idx="597">
                  <c:v>214.2</c:v>
                </c:pt>
                <c:pt idx="598">
                  <c:v>218</c:v>
                </c:pt>
                <c:pt idx="599">
                  <c:v>219.8</c:v>
                </c:pt>
                <c:pt idx="600">
                  <c:v>222.15</c:v>
                </c:pt>
                <c:pt idx="601">
                  <c:v>221.4</c:v>
                </c:pt>
                <c:pt idx="602">
                  <c:v>222.5</c:v>
                </c:pt>
                <c:pt idx="603">
                  <c:v>229.4</c:v>
                </c:pt>
                <c:pt idx="604">
                  <c:v>228.45</c:v>
                </c:pt>
                <c:pt idx="605">
                  <c:v>224.85</c:v>
                </c:pt>
                <c:pt idx="606">
                  <c:v>223.4</c:v>
                </c:pt>
                <c:pt idx="607">
                  <c:v>222.2</c:v>
                </c:pt>
                <c:pt idx="608">
                  <c:v>217.15</c:v>
                </c:pt>
                <c:pt idx="609">
                  <c:v>219.9</c:v>
                </c:pt>
                <c:pt idx="610">
                  <c:v>220.65</c:v>
                </c:pt>
                <c:pt idx="611">
                  <c:v>219.9</c:v>
                </c:pt>
                <c:pt idx="612">
                  <c:v>219.9</c:v>
                </c:pt>
                <c:pt idx="613">
                  <c:v>219.85</c:v>
                </c:pt>
                <c:pt idx="614">
                  <c:v>219</c:v>
                </c:pt>
                <c:pt idx="615">
                  <c:v>218.55</c:v>
                </c:pt>
                <c:pt idx="616">
                  <c:v>218.7</c:v>
                </c:pt>
                <c:pt idx="617">
                  <c:v>218.4</c:v>
                </c:pt>
                <c:pt idx="618">
                  <c:v>219.5</c:v>
                </c:pt>
                <c:pt idx="619">
                  <c:v>214.6</c:v>
                </c:pt>
                <c:pt idx="620">
                  <c:v>213.3</c:v>
                </c:pt>
                <c:pt idx="621">
                  <c:v>214.35</c:v>
                </c:pt>
                <c:pt idx="622">
                  <c:v>206.55</c:v>
                </c:pt>
                <c:pt idx="623">
                  <c:v>201.55</c:v>
                </c:pt>
                <c:pt idx="624">
                  <c:v>211.8</c:v>
                </c:pt>
                <c:pt idx="625">
                  <c:v>209.65</c:v>
                </c:pt>
                <c:pt idx="626">
                  <c:v>209.85</c:v>
                </c:pt>
                <c:pt idx="627">
                  <c:v>217.35</c:v>
                </c:pt>
                <c:pt idx="628">
                  <c:v>213.4</c:v>
                </c:pt>
                <c:pt idx="629">
                  <c:v>209.7</c:v>
                </c:pt>
                <c:pt idx="630">
                  <c:v>209.7</c:v>
                </c:pt>
                <c:pt idx="631">
                  <c:v>210.3</c:v>
                </c:pt>
                <c:pt idx="632">
                  <c:v>210.15</c:v>
                </c:pt>
                <c:pt idx="633">
                  <c:v>209.95</c:v>
                </c:pt>
                <c:pt idx="634">
                  <c:v>210.05</c:v>
                </c:pt>
                <c:pt idx="635">
                  <c:v>210.7</c:v>
                </c:pt>
                <c:pt idx="636">
                  <c:v>209.9</c:v>
                </c:pt>
                <c:pt idx="637">
                  <c:v>210.7</c:v>
                </c:pt>
                <c:pt idx="638">
                  <c:v>214.15</c:v>
                </c:pt>
                <c:pt idx="639">
                  <c:v>214.85</c:v>
                </c:pt>
                <c:pt idx="640">
                  <c:v>214.8</c:v>
                </c:pt>
                <c:pt idx="641">
                  <c:v>211.05</c:v>
                </c:pt>
                <c:pt idx="642">
                  <c:v>212.75</c:v>
                </c:pt>
                <c:pt idx="643">
                  <c:v>211</c:v>
                </c:pt>
                <c:pt idx="644">
                  <c:v>212.3</c:v>
                </c:pt>
                <c:pt idx="645">
                  <c:v>210.15</c:v>
                </c:pt>
                <c:pt idx="646">
                  <c:v>212.75</c:v>
                </c:pt>
                <c:pt idx="647">
                  <c:v>210.85</c:v>
                </c:pt>
                <c:pt idx="648">
                  <c:v>210</c:v>
                </c:pt>
                <c:pt idx="649">
                  <c:v>210</c:v>
                </c:pt>
                <c:pt idx="650">
                  <c:v>210.9</c:v>
                </c:pt>
                <c:pt idx="651">
                  <c:v>210.25</c:v>
                </c:pt>
                <c:pt idx="652">
                  <c:v>209.4</c:v>
                </c:pt>
                <c:pt idx="653">
                  <c:v>210</c:v>
                </c:pt>
                <c:pt idx="654">
                  <c:v>209.8</c:v>
                </c:pt>
                <c:pt idx="655">
                  <c:v>211.5</c:v>
                </c:pt>
                <c:pt idx="656">
                  <c:v>208.3</c:v>
                </c:pt>
                <c:pt idx="657">
                  <c:v>210.3</c:v>
                </c:pt>
                <c:pt idx="658">
                  <c:v>211</c:v>
                </c:pt>
                <c:pt idx="659">
                  <c:v>211.55</c:v>
                </c:pt>
                <c:pt idx="660">
                  <c:v>209.4</c:v>
                </c:pt>
                <c:pt idx="661">
                  <c:v>208.95</c:v>
                </c:pt>
                <c:pt idx="662">
                  <c:v>209.5</c:v>
                </c:pt>
                <c:pt idx="663">
                  <c:v>210.4</c:v>
                </c:pt>
                <c:pt idx="664">
                  <c:v>209.85</c:v>
                </c:pt>
                <c:pt idx="665">
                  <c:v>209.85</c:v>
                </c:pt>
                <c:pt idx="666">
                  <c:v>210.6</c:v>
                </c:pt>
                <c:pt idx="667">
                  <c:v>209.55</c:v>
                </c:pt>
                <c:pt idx="668">
                  <c:v>209.9</c:v>
                </c:pt>
                <c:pt idx="669">
                  <c:v>210</c:v>
                </c:pt>
                <c:pt idx="670">
                  <c:v>212.85</c:v>
                </c:pt>
                <c:pt idx="671">
                  <c:v>211.9</c:v>
                </c:pt>
                <c:pt idx="672">
                  <c:v>210.65</c:v>
                </c:pt>
                <c:pt idx="673">
                  <c:v>210.05</c:v>
                </c:pt>
                <c:pt idx="674">
                  <c:v>212.6</c:v>
                </c:pt>
                <c:pt idx="675">
                  <c:v>213.4</c:v>
                </c:pt>
                <c:pt idx="676">
                  <c:v>214.75</c:v>
                </c:pt>
                <c:pt idx="677">
                  <c:v>215.9</c:v>
                </c:pt>
                <c:pt idx="678">
                  <c:v>222.65</c:v>
                </c:pt>
                <c:pt idx="679">
                  <c:v>224.85</c:v>
                </c:pt>
                <c:pt idx="680">
                  <c:v>220.1</c:v>
                </c:pt>
                <c:pt idx="681">
                  <c:v>220.1</c:v>
                </c:pt>
                <c:pt idx="682">
                  <c:v>219.9</c:v>
                </c:pt>
                <c:pt idx="683">
                  <c:v>216.75</c:v>
                </c:pt>
                <c:pt idx="684">
                  <c:v>209.9</c:v>
                </c:pt>
                <c:pt idx="685">
                  <c:v>209.5</c:v>
                </c:pt>
                <c:pt idx="686">
                  <c:v>220.8</c:v>
                </c:pt>
                <c:pt idx="687">
                  <c:v>218.6</c:v>
                </c:pt>
                <c:pt idx="688">
                  <c:v>211.65</c:v>
                </c:pt>
                <c:pt idx="689">
                  <c:v>209.75</c:v>
                </c:pt>
                <c:pt idx="690">
                  <c:v>210.1</c:v>
                </c:pt>
                <c:pt idx="691">
                  <c:v>209.1</c:v>
                </c:pt>
                <c:pt idx="692">
                  <c:v>209.1</c:v>
                </c:pt>
                <c:pt idx="693">
                  <c:v>208.25</c:v>
                </c:pt>
                <c:pt idx="694">
                  <c:v>206.35</c:v>
                </c:pt>
                <c:pt idx="695">
                  <c:v>206.7</c:v>
                </c:pt>
                <c:pt idx="696">
                  <c:v>207.95</c:v>
                </c:pt>
                <c:pt idx="697">
                  <c:v>204.3</c:v>
                </c:pt>
                <c:pt idx="698">
                  <c:v>199.65</c:v>
                </c:pt>
                <c:pt idx="699">
                  <c:v>196.1</c:v>
                </c:pt>
                <c:pt idx="700">
                  <c:v>197.4</c:v>
                </c:pt>
                <c:pt idx="701">
                  <c:v>196.45</c:v>
                </c:pt>
                <c:pt idx="702">
                  <c:v>195.2</c:v>
                </c:pt>
                <c:pt idx="703">
                  <c:v>194</c:v>
                </c:pt>
                <c:pt idx="704">
                  <c:v>192.4</c:v>
                </c:pt>
                <c:pt idx="705">
                  <c:v>193.7</c:v>
                </c:pt>
                <c:pt idx="706">
                  <c:v>194.85</c:v>
                </c:pt>
                <c:pt idx="707">
                  <c:v>189.05</c:v>
                </c:pt>
                <c:pt idx="708">
                  <c:v>189.9</c:v>
                </c:pt>
                <c:pt idx="709">
                  <c:v>189.85</c:v>
                </c:pt>
                <c:pt idx="710">
                  <c:v>192.2</c:v>
                </c:pt>
                <c:pt idx="711">
                  <c:v>194.75</c:v>
                </c:pt>
                <c:pt idx="712">
                  <c:v>194.9</c:v>
                </c:pt>
                <c:pt idx="713">
                  <c:v>195.1</c:v>
                </c:pt>
                <c:pt idx="714">
                  <c:v>195.9</c:v>
                </c:pt>
                <c:pt idx="715">
                  <c:v>198.15</c:v>
                </c:pt>
                <c:pt idx="716">
                  <c:v>193.75</c:v>
                </c:pt>
                <c:pt idx="717">
                  <c:v>192.75</c:v>
                </c:pt>
                <c:pt idx="718">
                  <c:v>192.75</c:v>
                </c:pt>
                <c:pt idx="719">
                  <c:v>193.75</c:v>
                </c:pt>
                <c:pt idx="720">
                  <c:v>194.5</c:v>
                </c:pt>
                <c:pt idx="721">
                  <c:v>193.5</c:v>
                </c:pt>
                <c:pt idx="722">
                  <c:v>195.5</c:v>
                </c:pt>
                <c:pt idx="723">
                  <c:v>195.45</c:v>
                </c:pt>
                <c:pt idx="724">
                  <c:v>195.75</c:v>
                </c:pt>
                <c:pt idx="725">
                  <c:v>195.75</c:v>
                </c:pt>
                <c:pt idx="726">
                  <c:v>195.4</c:v>
                </c:pt>
                <c:pt idx="727">
                  <c:v>195.05</c:v>
                </c:pt>
                <c:pt idx="728">
                  <c:v>194.9</c:v>
                </c:pt>
                <c:pt idx="729">
                  <c:v>195.1</c:v>
                </c:pt>
                <c:pt idx="730">
                  <c:v>195.8</c:v>
                </c:pt>
                <c:pt idx="731">
                  <c:v>197.85</c:v>
                </c:pt>
                <c:pt idx="732">
                  <c:v>198.3</c:v>
                </c:pt>
                <c:pt idx="733">
                  <c:v>196.3</c:v>
                </c:pt>
                <c:pt idx="734">
                  <c:v>190</c:v>
                </c:pt>
                <c:pt idx="735">
                  <c:v>188</c:v>
                </c:pt>
                <c:pt idx="736">
                  <c:v>194.05</c:v>
                </c:pt>
                <c:pt idx="737">
                  <c:v>202.85</c:v>
                </c:pt>
                <c:pt idx="738">
                  <c:v>209.5</c:v>
                </c:pt>
                <c:pt idx="739">
                  <c:v>215.05</c:v>
                </c:pt>
                <c:pt idx="740">
                  <c:v>217.85</c:v>
                </c:pt>
                <c:pt idx="741">
                  <c:v>218.05</c:v>
                </c:pt>
                <c:pt idx="742">
                  <c:v>220.45</c:v>
                </c:pt>
                <c:pt idx="743">
                  <c:v>219.75</c:v>
                </c:pt>
                <c:pt idx="744">
                  <c:v>218.45</c:v>
                </c:pt>
                <c:pt idx="745">
                  <c:v>218</c:v>
                </c:pt>
                <c:pt idx="746">
                  <c:v>218.55</c:v>
                </c:pt>
                <c:pt idx="747">
                  <c:v>214.2</c:v>
                </c:pt>
                <c:pt idx="748">
                  <c:v>216.05</c:v>
                </c:pt>
                <c:pt idx="749">
                  <c:v>215.6</c:v>
                </c:pt>
                <c:pt idx="750">
                  <c:v>218.35</c:v>
                </c:pt>
                <c:pt idx="751">
                  <c:v>215.45</c:v>
                </c:pt>
                <c:pt idx="752">
                  <c:v>214.85</c:v>
                </c:pt>
                <c:pt idx="753">
                  <c:v>217.65</c:v>
                </c:pt>
                <c:pt idx="754">
                  <c:v>214.95</c:v>
                </c:pt>
                <c:pt idx="755">
                  <c:v>213.95</c:v>
                </c:pt>
                <c:pt idx="756">
                  <c:v>214.9</c:v>
                </c:pt>
                <c:pt idx="757">
                  <c:v>217.2</c:v>
                </c:pt>
                <c:pt idx="758">
                  <c:v>218.05</c:v>
                </c:pt>
                <c:pt idx="759">
                  <c:v>217.45</c:v>
                </c:pt>
                <c:pt idx="760">
                  <c:v>219.1</c:v>
                </c:pt>
                <c:pt idx="761">
                  <c:v>223.7</c:v>
                </c:pt>
                <c:pt idx="762">
                  <c:v>223.9</c:v>
                </c:pt>
                <c:pt idx="763">
                  <c:v>226.25</c:v>
                </c:pt>
                <c:pt idx="764">
                  <c:v>240.15</c:v>
                </c:pt>
                <c:pt idx="765">
                  <c:v>236.3</c:v>
                </c:pt>
                <c:pt idx="766">
                  <c:v>237.5</c:v>
                </c:pt>
                <c:pt idx="767">
                  <c:v>238.05</c:v>
                </c:pt>
                <c:pt idx="768">
                  <c:v>232.05</c:v>
                </c:pt>
                <c:pt idx="769">
                  <c:v>229.4</c:v>
                </c:pt>
                <c:pt idx="770">
                  <c:v>226.95</c:v>
                </c:pt>
                <c:pt idx="771">
                  <c:v>237.1</c:v>
                </c:pt>
                <c:pt idx="772">
                  <c:v>238.25</c:v>
                </c:pt>
                <c:pt idx="773">
                  <c:v>240.1</c:v>
                </c:pt>
                <c:pt idx="774">
                  <c:v>240.1</c:v>
                </c:pt>
                <c:pt idx="775">
                  <c:v>242.4</c:v>
                </c:pt>
                <c:pt idx="776">
                  <c:v>246.8</c:v>
                </c:pt>
                <c:pt idx="777">
                  <c:v>246.35</c:v>
                </c:pt>
                <c:pt idx="778">
                  <c:v>245.6</c:v>
                </c:pt>
                <c:pt idx="779">
                  <c:v>248.7</c:v>
                </c:pt>
                <c:pt idx="780">
                  <c:v>248.25</c:v>
                </c:pt>
                <c:pt idx="781">
                  <c:v>248.25</c:v>
                </c:pt>
                <c:pt idx="782">
                  <c:v>246.15</c:v>
                </c:pt>
                <c:pt idx="783">
                  <c:v>251.75</c:v>
                </c:pt>
                <c:pt idx="784">
                  <c:v>250.35</c:v>
                </c:pt>
                <c:pt idx="785">
                  <c:v>250.2</c:v>
                </c:pt>
                <c:pt idx="786">
                  <c:v>247.6</c:v>
                </c:pt>
                <c:pt idx="787">
                  <c:v>245.5</c:v>
                </c:pt>
                <c:pt idx="788">
                  <c:v>248.6</c:v>
                </c:pt>
                <c:pt idx="789">
                  <c:v>248.35</c:v>
                </c:pt>
                <c:pt idx="790">
                  <c:v>249.85</c:v>
                </c:pt>
                <c:pt idx="791">
                  <c:v>242.85</c:v>
                </c:pt>
                <c:pt idx="792">
                  <c:v>242.9</c:v>
                </c:pt>
                <c:pt idx="793">
                  <c:v>241.15</c:v>
                </c:pt>
                <c:pt idx="794">
                  <c:v>240.9</c:v>
                </c:pt>
                <c:pt idx="795">
                  <c:v>238</c:v>
                </c:pt>
                <c:pt idx="796">
                  <c:v>240.2</c:v>
                </c:pt>
                <c:pt idx="797">
                  <c:v>238.4</c:v>
                </c:pt>
                <c:pt idx="798">
                  <c:v>238.15</c:v>
                </c:pt>
                <c:pt idx="799">
                  <c:v>239.25</c:v>
                </c:pt>
                <c:pt idx="800">
                  <c:v>239.45</c:v>
                </c:pt>
                <c:pt idx="801">
                  <c:v>240.8</c:v>
                </c:pt>
                <c:pt idx="802">
                  <c:v>244.95</c:v>
                </c:pt>
                <c:pt idx="803">
                  <c:v>242.5</c:v>
                </c:pt>
                <c:pt idx="804">
                  <c:v>238.05</c:v>
                </c:pt>
                <c:pt idx="805">
                  <c:v>235.9</c:v>
                </c:pt>
                <c:pt idx="806">
                  <c:v>232.9</c:v>
                </c:pt>
                <c:pt idx="807">
                  <c:v>237.8</c:v>
                </c:pt>
                <c:pt idx="808">
                  <c:v>227.3</c:v>
                </c:pt>
                <c:pt idx="809">
                  <c:v>236.25</c:v>
                </c:pt>
                <c:pt idx="810">
                  <c:v>234.55</c:v>
                </c:pt>
                <c:pt idx="811">
                  <c:v>234.3</c:v>
                </c:pt>
                <c:pt idx="812">
                  <c:v>233.15</c:v>
                </c:pt>
                <c:pt idx="813">
                  <c:v>236.55</c:v>
                </c:pt>
                <c:pt idx="814">
                  <c:v>239.35</c:v>
                </c:pt>
                <c:pt idx="815">
                  <c:v>246</c:v>
                </c:pt>
                <c:pt idx="816">
                  <c:v>239.65</c:v>
                </c:pt>
                <c:pt idx="817">
                  <c:v>234.6</c:v>
                </c:pt>
                <c:pt idx="818">
                  <c:v>235.6</c:v>
                </c:pt>
                <c:pt idx="819">
                  <c:v>239.65</c:v>
                </c:pt>
                <c:pt idx="820">
                  <c:v>241.05</c:v>
                </c:pt>
                <c:pt idx="821">
                  <c:v>243.65</c:v>
                </c:pt>
                <c:pt idx="822">
                  <c:v>247.1</c:v>
                </c:pt>
                <c:pt idx="823">
                  <c:v>245.1</c:v>
                </c:pt>
                <c:pt idx="824">
                  <c:v>244</c:v>
                </c:pt>
                <c:pt idx="825">
                  <c:v>237.1</c:v>
                </c:pt>
                <c:pt idx="826">
                  <c:v>239.75</c:v>
                </c:pt>
                <c:pt idx="827">
                  <c:v>244.5</c:v>
                </c:pt>
                <c:pt idx="828">
                  <c:v>243.95</c:v>
                </c:pt>
                <c:pt idx="829">
                  <c:v>245.05</c:v>
                </c:pt>
                <c:pt idx="830">
                  <c:v>247</c:v>
                </c:pt>
                <c:pt idx="831">
                  <c:v>252.6</c:v>
                </c:pt>
                <c:pt idx="832">
                  <c:v>250.2</c:v>
                </c:pt>
                <c:pt idx="833">
                  <c:v>247.5</c:v>
                </c:pt>
                <c:pt idx="834">
                  <c:v>245.8</c:v>
                </c:pt>
                <c:pt idx="835">
                  <c:v>243.45</c:v>
                </c:pt>
                <c:pt idx="836">
                  <c:v>245.75</c:v>
                </c:pt>
                <c:pt idx="837">
                  <c:v>243.35</c:v>
                </c:pt>
                <c:pt idx="838">
                  <c:v>244.75</c:v>
                </c:pt>
                <c:pt idx="839">
                  <c:v>244.1</c:v>
                </c:pt>
                <c:pt idx="840">
                  <c:v>249</c:v>
                </c:pt>
                <c:pt idx="841">
                  <c:v>251.15</c:v>
                </c:pt>
                <c:pt idx="842">
                  <c:v>248.5</c:v>
                </c:pt>
                <c:pt idx="843">
                  <c:v>245.45</c:v>
                </c:pt>
                <c:pt idx="844">
                  <c:v>246.75</c:v>
                </c:pt>
                <c:pt idx="845">
                  <c:v>241.1</c:v>
                </c:pt>
                <c:pt idx="846">
                  <c:v>243</c:v>
                </c:pt>
                <c:pt idx="847">
                  <c:v>250.2</c:v>
                </c:pt>
                <c:pt idx="848">
                  <c:v>245.35</c:v>
                </c:pt>
                <c:pt idx="849">
                  <c:v>242.95</c:v>
                </c:pt>
                <c:pt idx="850">
                  <c:v>246.95</c:v>
                </c:pt>
                <c:pt idx="851">
                  <c:v>245.1</c:v>
                </c:pt>
                <c:pt idx="852">
                  <c:v>243.5</c:v>
                </c:pt>
                <c:pt idx="853">
                  <c:v>249.35</c:v>
                </c:pt>
                <c:pt idx="854">
                  <c:v>251.9</c:v>
                </c:pt>
                <c:pt idx="855">
                  <c:v>252.1</c:v>
                </c:pt>
                <c:pt idx="856">
                  <c:v>259.39999999999998</c:v>
                </c:pt>
                <c:pt idx="857">
                  <c:v>261.7</c:v>
                </c:pt>
                <c:pt idx="858">
                  <c:v>252.65</c:v>
                </c:pt>
                <c:pt idx="859">
                  <c:v>258.10000000000002</c:v>
                </c:pt>
                <c:pt idx="860">
                  <c:v>251.65</c:v>
                </c:pt>
                <c:pt idx="861">
                  <c:v>251.75</c:v>
                </c:pt>
                <c:pt idx="862">
                  <c:v>252.85</c:v>
                </c:pt>
                <c:pt idx="863">
                  <c:v>252.95</c:v>
                </c:pt>
                <c:pt idx="864">
                  <c:v>251.65</c:v>
                </c:pt>
                <c:pt idx="865">
                  <c:v>249.25</c:v>
                </c:pt>
                <c:pt idx="866">
                  <c:v>248.2</c:v>
                </c:pt>
                <c:pt idx="867">
                  <c:v>243.1</c:v>
                </c:pt>
                <c:pt idx="868">
                  <c:v>241.2</c:v>
                </c:pt>
                <c:pt idx="869">
                  <c:v>241.95</c:v>
                </c:pt>
                <c:pt idx="870">
                  <c:v>244.8</c:v>
                </c:pt>
                <c:pt idx="871">
                  <c:v>248.3</c:v>
                </c:pt>
                <c:pt idx="872">
                  <c:v>258.05</c:v>
                </c:pt>
                <c:pt idx="873">
                  <c:v>261.2</c:v>
                </c:pt>
                <c:pt idx="874">
                  <c:v>263.39999999999998</c:v>
                </c:pt>
                <c:pt idx="875">
                  <c:v>289.85000000000002</c:v>
                </c:pt>
                <c:pt idx="876">
                  <c:v>276.75</c:v>
                </c:pt>
                <c:pt idx="877">
                  <c:v>277.75</c:v>
                </c:pt>
                <c:pt idx="878">
                  <c:v>284.39999999999998</c:v>
                </c:pt>
                <c:pt idx="879">
                  <c:v>282.7</c:v>
                </c:pt>
                <c:pt idx="880">
                  <c:v>284.2</c:v>
                </c:pt>
                <c:pt idx="881">
                  <c:v>289.8</c:v>
                </c:pt>
                <c:pt idx="882">
                  <c:v>285.05</c:v>
                </c:pt>
                <c:pt idx="883">
                  <c:v>276.89999999999998</c:v>
                </c:pt>
                <c:pt idx="884">
                  <c:v>283.2</c:v>
                </c:pt>
                <c:pt idx="885">
                  <c:v>272.75</c:v>
                </c:pt>
                <c:pt idx="886">
                  <c:v>276.60000000000002</c:v>
                </c:pt>
                <c:pt idx="887">
                  <c:v>276.95</c:v>
                </c:pt>
                <c:pt idx="888">
                  <c:v>269.75</c:v>
                </c:pt>
                <c:pt idx="889">
                  <c:v>255.9</c:v>
                </c:pt>
                <c:pt idx="890">
                  <c:v>258.5</c:v>
                </c:pt>
                <c:pt idx="891">
                  <c:v>264.85000000000002</c:v>
                </c:pt>
                <c:pt idx="892">
                  <c:v>266.3</c:v>
                </c:pt>
                <c:pt idx="893">
                  <c:v>265.55</c:v>
                </c:pt>
                <c:pt idx="894">
                  <c:v>271.25</c:v>
                </c:pt>
                <c:pt idx="895">
                  <c:v>265.35000000000002</c:v>
                </c:pt>
                <c:pt idx="896">
                  <c:v>266.39999999999998</c:v>
                </c:pt>
                <c:pt idx="897">
                  <c:v>269.05</c:v>
                </c:pt>
                <c:pt idx="898">
                  <c:v>279.64999999999998</c:v>
                </c:pt>
                <c:pt idx="899">
                  <c:v>276.60000000000002</c:v>
                </c:pt>
                <c:pt idx="900">
                  <c:v>272.05</c:v>
                </c:pt>
                <c:pt idx="901">
                  <c:v>275.25</c:v>
                </c:pt>
                <c:pt idx="902">
                  <c:v>274.8</c:v>
                </c:pt>
                <c:pt idx="903">
                  <c:v>273.35000000000002</c:v>
                </c:pt>
                <c:pt idx="904">
                  <c:v>272.5</c:v>
                </c:pt>
                <c:pt idx="905">
                  <c:v>267.3</c:v>
                </c:pt>
                <c:pt idx="906">
                  <c:v>277.89999999999998</c:v>
                </c:pt>
                <c:pt idx="907">
                  <c:v>281.3</c:v>
                </c:pt>
                <c:pt idx="908">
                  <c:v>284.64999999999998</c:v>
                </c:pt>
                <c:pt idx="909">
                  <c:v>287.85000000000002</c:v>
                </c:pt>
                <c:pt idx="910">
                  <c:v>289</c:v>
                </c:pt>
                <c:pt idx="911">
                  <c:v>281</c:v>
                </c:pt>
                <c:pt idx="912">
                  <c:v>279.14999999999998</c:v>
                </c:pt>
                <c:pt idx="913">
                  <c:v>283.25</c:v>
                </c:pt>
                <c:pt idx="914">
                  <c:v>280.85000000000002</c:v>
                </c:pt>
                <c:pt idx="915">
                  <c:v>275.7</c:v>
                </c:pt>
                <c:pt idx="916">
                  <c:v>278.45</c:v>
                </c:pt>
                <c:pt idx="917">
                  <c:v>281.95</c:v>
                </c:pt>
                <c:pt idx="918">
                  <c:v>280.35000000000002</c:v>
                </c:pt>
                <c:pt idx="919">
                  <c:v>280.35000000000002</c:v>
                </c:pt>
                <c:pt idx="920">
                  <c:v>279.7</c:v>
                </c:pt>
                <c:pt idx="921">
                  <c:v>278.35000000000002</c:v>
                </c:pt>
                <c:pt idx="922">
                  <c:v>280.10000000000002</c:v>
                </c:pt>
                <c:pt idx="923">
                  <c:v>277.10000000000002</c:v>
                </c:pt>
                <c:pt idx="924">
                  <c:v>278.5</c:v>
                </c:pt>
                <c:pt idx="925">
                  <c:v>279.35000000000002</c:v>
                </c:pt>
                <c:pt idx="926">
                  <c:v>275.64999999999998</c:v>
                </c:pt>
                <c:pt idx="927">
                  <c:v>277.45</c:v>
                </c:pt>
                <c:pt idx="928">
                  <c:v>273.45</c:v>
                </c:pt>
                <c:pt idx="929">
                  <c:v>265.05</c:v>
                </c:pt>
                <c:pt idx="930">
                  <c:v>271.75</c:v>
                </c:pt>
                <c:pt idx="931">
                  <c:v>264.64999999999998</c:v>
                </c:pt>
                <c:pt idx="932">
                  <c:v>266.85000000000002</c:v>
                </c:pt>
                <c:pt idx="933">
                  <c:v>274.14999999999998</c:v>
                </c:pt>
                <c:pt idx="934">
                  <c:v>267.85000000000002</c:v>
                </c:pt>
                <c:pt idx="935">
                  <c:v>271.45</c:v>
                </c:pt>
                <c:pt idx="936">
                  <c:v>269.75</c:v>
                </c:pt>
                <c:pt idx="937">
                  <c:v>275</c:v>
                </c:pt>
                <c:pt idx="938">
                  <c:v>283.25</c:v>
                </c:pt>
                <c:pt idx="939">
                  <c:v>294.45</c:v>
                </c:pt>
                <c:pt idx="940">
                  <c:v>313.8</c:v>
                </c:pt>
                <c:pt idx="941">
                  <c:v>309.45</c:v>
                </c:pt>
                <c:pt idx="942">
                  <c:v>310.25</c:v>
                </c:pt>
                <c:pt idx="943">
                  <c:v>314.3</c:v>
                </c:pt>
                <c:pt idx="944">
                  <c:v>305.39999999999998</c:v>
                </c:pt>
                <c:pt idx="945">
                  <c:v>308.64999999999998</c:v>
                </c:pt>
                <c:pt idx="946">
                  <c:v>309.75</c:v>
                </c:pt>
                <c:pt idx="947">
                  <c:v>310.89999999999998</c:v>
                </c:pt>
                <c:pt idx="948">
                  <c:v>313.75</c:v>
                </c:pt>
                <c:pt idx="949">
                  <c:v>316.5</c:v>
                </c:pt>
                <c:pt idx="950">
                  <c:v>314.89999999999998</c:v>
                </c:pt>
                <c:pt idx="951">
                  <c:v>311.10000000000002</c:v>
                </c:pt>
                <c:pt idx="952">
                  <c:v>300.89999999999998</c:v>
                </c:pt>
                <c:pt idx="953">
                  <c:v>299.75</c:v>
                </c:pt>
                <c:pt idx="954">
                  <c:v>307.89999999999998</c:v>
                </c:pt>
                <c:pt idx="955">
                  <c:v>306.45</c:v>
                </c:pt>
                <c:pt idx="956">
                  <c:v>301</c:v>
                </c:pt>
                <c:pt idx="957">
                  <c:v>311.89999999999998</c:v>
                </c:pt>
                <c:pt idx="958">
                  <c:v>316.7</c:v>
                </c:pt>
                <c:pt idx="959">
                  <c:v>317.60000000000002</c:v>
                </c:pt>
                <c:pt idx="960">
                  <c:v>316.05</c:v>
                </c:pt>
                <c:pt idx="961">
                  <c:v>319.5</c:v>
                </c:pt>
                <c:pt idx="962">
                  <c:v>309.85000000000002</c:v>
                </c:pt>
                <c:pt idx="963">
                  <c:v>309.39999999999998</c:v>
                </c:pt>
                <c:pt idx="964">
                  <c:v>307.85000000000002</c:v>
                </c:pt>
                <c:pt idx="965">
                  <c:v>305.25</c:v>
                </c:pt>
                <c:pt idx="966">
                  <c:v>308.89999999999998</c:v>
                </c:pt>
                <c:pt idx="967">
                  <c:v>306.55</c:v>
                </c:pt>
                <c:pt idx="968">
                  <c:v>298.95</c:v>
                </c:pt>
                <c:pt idx="969">
                  <c:v>299.39999999999998</c:v>
                </c:pt>
                <c:pt idx="970">
                  <c:v>297.45</c:v>
                </c:pt>
                <c:pt idx="971">
                  <c:v>299.25</c:v>
                </c:pt>
                <c:pt idx="972">
                  <c:v>304.10000000000002</c:v>
                </c:pt>
                <c:pt idx="973">
                  <c:v>302.85000000000002</c:v>
                </c:pt>
                <c:pt idx="974">
                  <c:v>299.7</c:v>
                </c:pt>
                <c:pt idx="975">
                  <c:v>298.35000000000002</c:v>
                </c:pt>
                <c:pt idx="976">
                  <c:v>302.95</c:v>
                </c:pt>
                <c:pt idx="977">
                  <c:v>302.85000000000002</c:v>
                </c:pt>
                <c:pt idx="978">
                  <c:v>302.60000000000002</c:v>
                </c:pt>
                <c:pt idx="979">
                  <c:v>301.64999999999998</c:v>
                </c:pt>
                <c:pt idx="980">
                  <c:v>302.60000000000002</c:v>
                </c:pt>
                <c:pt idx="981">
                  <c:v>311.25</c:v>
                </c:pt>
                <c:pt idx="982">
                  <c:v>318.05</c:v>
                </c:pt>
                <c:pt idx="983">
                  <c:v>328.9</c:v>
                </c:pt>
                <c:pt idx="984">
                  <c:v>334.45</c:v>
                </c:pt>
                <c:pt idx="985">
                  <c:v>328.3</c:v>
                </c:pt>
                <c:pt idx="986">
                  <c:v>326.75</c:v>
                </c:pt>
                <c:pt idx="987">
                  <c:v>332.5</c:v>
                </c:pt>
                <c:pt idx="988">
                  <c:v>340.4</c:v>
                </c:pt>
                <c:pt idx="989">
                  <c:v>350.45</c:v>
                </c:pt>
                <c:pt idx="990">
                  <c:v>362.65</c:v>
                </c:pt>
                <c:pt idx="991">
                  <c:v>353.65</c:v>
                </c:pt>
                <c:pt idx="992">
                  <c:v>359.8</c:v>
                </c:pt>
                <c:pt idx="993">
                  <c:v>359.35</c:v>
                </c:pt>
                <c:pt idx="994">
                  <c:v>355.2</c:v>
                </c:pt>
                <c:pt idx="995">
                  <c:v>358.3</c:v>
                </c:pt>
                <c:pt idx="996">
                  <c:v>359.5</c:v>
                </c:pt>
                <c:pt idx="997">
                  <c:v>352.45</c:v>
                </c:pt>
                <c:pt idx="998">
                  <c:v>360.05</c:v>
                </c:pt>
                <c:pt idx="999">
                  <c:v>358.6</c:v>
                </c:pt>
                <c:pt idx="1000">
                  <c:v>379.8</c:v>
                </c:pt>
                <c:pt idx="1001">
                  <c:v>368.05</c:v>
                </c:pt>
                <c:pt idx="1002">
                  <c:v>365.1</c:v>
                </c:pt>
                <c:pt idx="1003">
                  <c:v>366.65</c:v>
                </c:pt>
                <c:pt idx="1004">
                  <c:v>362.85</c:v>
                </c:pt>
                <c:pt idx="1005">
                  <c:v>365.2</c:v>
                </c:pt>
                <c:pt idx="1006">
                  <c:v>361.5</c:v>
                </c:pt>
                <c:pt idx="1007">
                  <c:v>360.9</c:v>
                </c:pt>
                <c:pt idx="1008">
                  <c:v>361.65</c:v>
                </c:pt>
                <c:pt idx="1009">
                  <c:v>368.45</c:v>
                </c:pt>
                <c:pt idx="1010">
                  <c:v>364.9</c:v>
                </c:pt>
                <c:pt idx="1011">
                  <c:v>364.9</c:v>
                </c:pt>
                <c:pt idx="1012">
                  <c:v>367.75</c:v>
                </c:pt>
                <c:pt idx="1013">
                  <c:v>385.05</c:v>
                </c:pt>
                <c:pt idx="1014">
                  <c:v>381.65</c:v>
                </c:pt>
                <c:pt idx="1015">
                  <c:v>369.85</c:v>
                </c:pt>
                <c:pt idx="1016">
                  <c:v>369.85</c:v>
                </c:pt>
                <c:pt idx="1017">
                  <c:v>369.15</c:v>
                </c:pt>
                <c:pt idx="1018">
                  <c:v>366.8</c:v>
                </c:pt>
                <c:pt idx="1019">
                  <c:v>364.85</c:v>
                </c:pt>
                <c:pt idx="1020">
                  <c:v>365.6</c:v>
                </c:pt>
                <c:pt idx="1021">
                  <c:v>360.2</c:v>
                </c:pt>
                <c:pt idx="1022">
                  <c:v>356</c:v>
                </c:pt>
                <c:pt idx="1023">
                  <c:v>344.95</c:v>
                </c:pt>
                <c:pt idx="1024">
                  <c:v>336.7</c:v>
                </c:pt>
                <c:pt idx="1025">
                  <c:v>349.95</c:v>
                </c:pt>
                <c:pt idx="1026">
                  <c:v>356.75</c:v>
                </c:pt>
                <c:pt idx="1027">
                  <c:v>354.75</c:v>
                </c:pt>
                <c:pt idx="1028">
                  <c:v>364.25</c:v>
                </c:pt>
                <c:pt idx="1029">
                  <c:v>372.85</c:v>
                </c:pt>
                <c:pt idx="1030">
                  <c:v>374.55</c:v>
                </c:pt>
                <c:pt idx="1031">
                  <c:v>374.55</c:v>
                </c:pt>
                <c:pt idx="1032">
                  <c:v>374.8</c:v>
                </c:pt>
                <c:pt idx="1033">
                  <c:v>378.2</c:v>
                </c:pt>
                <c:pt idx="1034">
                  <c:v>380.7</c:v>
                </c:pt>
                <c:pt idx="1035">
                  <c:v>379.35</c:v>
                </c:pt>
                <c:pt idx="1036">
                  <c:v>374.8</c:v>
                </c:pt>
                <c:pt idx="1037">
                  <c:v>364.9</c:v>
                </c:pt>
                <c:pt idx="1038">
                  <c:v>367.2</c:v>
                </c:pt>
                <c:pt idx="1039">
                  <c:v>371.55</c:v>
                </c:pt>
                <c:pt idx="1040">
                  <c:v>365.2</c:v>
                </c:pt>
                <c:pt idx="1041">
                  <c:v>369.05</c:v>
                </c:pt>
                <c:pt idx="1042">
                  <c:v>374.65</c:v>
                </c:pt>
                <c:pt idx="1043">
                  <c:v>378.55</c:v>
                </c:pt>
                <c:pt idx="1044">
                  <c:v>392</c:v>
                </c:pt>
                <c:pt idx="1045">
                  <c:v>383.2</c:v>
                </c:pt>
                <c:pt idx="1046">
                  <c:v>382.45</c:v>
                </c:pt>
                <c:pt idx="1047">
                  <c:v>379.9</c:v>
                </c:pt>
                <c:pt idx="1048">
                  <c:v>375.05</c:v>
                </c:pt>
                <c:pt idx="1049">
                  <c:v>378.3</c:v>
                </c:pt>
                <c:pt idx="1050">
                  <c:v>376</c:v>
                </c:pt>
                <c:pt idx="1051">
                  <c:v>366.85</c:v>
                </c:pt>
                <c:pt idx="1052">
                  <c:v>361.7</c:v>
                </c:pt>
                <c:pt idx="1053">
                  <c:v>359.35</c:v>
                </c:pt>
                <c:pt idx="1054">
                  <c:v>359.3</c:v>
                </c:pt>
                <c:pt idx="1055">
                  <c:v>355.35</c:v>
                </c:pt>
                <c:pt idx="1056">
                  <c:v>353.75</c:v>
                </c:pt>
                <c:pt idx="1057">
                  <c:v>338.85</c:v>
                </c:pt>
                <c:pt idx="1058">
                  <c:v>345</c:v>
                </c:pt>
                <c:pt idx="1059">
                  <c:v>357.65</c:v>
                </c:pt>
                <c:pt idx="1060">
                  <c:v>362.9</c:v>
                </c:pt>
                <c:pt idx="1061">
                  <c:v>374.1</c:v>
                </c:pt>
                <c:pt idx="1062">
                  <c:v>378.05</c:v>
                </c:pt>
                <c:pt idx="1063">
                  <c:v>369.15</c:v>
                </c:pt>
                <c:pt idx="1064">
                  <c:v>378.75</c:v>
                </c:pt>
                <c:pt idx="1065">
                  <c:v>384.35</c:v>
                </c:pt>
                <c:pt idx="1066">
                  <c:v>388.9</c:v>
                </c:pt>
                <c:pt idx="1067">
                  <c:v>386.7</c:v>
                </c:pt>
                <c:pt idx="1068">
                  <c:v>382.1</c:v>
                </c:pt>
                <c:pt idx="1069">
                  <c:v>380.75</c:v>
                </c:pt>
                <c:pt idx="1070">
                  <c:v>380.5</c:v>
                </c:pt>
                <c:pt idx="1071">
                  <c:v>375.4</c:v>
                </c:pt>
                <c:pt idx="1072">
                  <c:v>382.55</c:v>
                </c:pt>
                <c:pt idx="1073">
                  <c:v>381</c:v>
                </c:pt>
                <c:pt idx="1074">
                  <c:v>378.5</c:v>
                </c:pt>
                <c:pt idx="1075">
                  <c:v>376.65</c:v>
                </c:pt>
                <c:pt idx="1076">
                  <c:v>378.35</c:v>
                </c:pt>
                <c:pt idx="1077">
                  <c:v>374.8</c:v>
                </c:pt>
                <c:pt idx="1078">
                  <c:v>372.95</c:v>
                </c:pt>
                <c:pt idx="1079">
                  <c:v>375.15</c:v>
                </c:pt>
                <c:pt idx="1080">
                  <c:v>379.85</c:v>
                </c:pt>
                <c:pt idx="1081">
                  <c:v>380.8</c:v>
                </c:pt>
                <c:pt idx="1082">
                  <c:v>379.85</c:v>
                </c:pt>
                <c:pt idx="1083">
                  <c:v>381.6</c:v>
                </c:pt>
                <c:pt idx="1084">
                  <c:v>378.05</c:v>
                </c:pt>
                <c:pt idx="1085">
                  <c:v>377.75</c:v>
                </c:pt>
                <c:pt idx="1086">
                  <c:v>376.4</c:v>
                </c:pt>
                <c:pt idx="1087">
                  <c:v>382.5</c:v>
                </c:pt>
                <c:pt idx="1088">
                  <c:v>382.85</c:v>
                </c:pt>
                <c:pt idx="1089">
                  <c:v>375.4</c:v>
                </c:pt>
                <c:pt idx="1090">
                  <c:v>381.8</c:v>
                </c:pt>
                <c:pt idx="1091">
                  <c:v>371.95</c:v>
                </c:pt>
                <c:pt idx="1092">
                  <c:v>367.45</c:v>
                </c:pt>
                <c:pt idx="1093">
                  <c:v>368.9</c:v>
                </c:pt>
                <c:pt idx="1094">
                  <c:v>352.65</c:v>
                </c:pt>
                <c:pt idx="1095">
                  <c:v>279.85000000000002</c:v>
                </c:pt>
                <c:pt idx="1096">
                  <c:v>352.1</c:v>
                </c:pt>
                <c:pt idx="1097">
                  <c:v>353.15</c:v>
                </c:pt>
                <c:pt idx="1098">
                  <c:v>354.4</c:v>
                </c:pt>
                <c:pt idx="1099">
                  <c:v>362.3</c:v>
                </c:pt>
                <c:pt idx="1100">
                  <c:v>368.9</c:v>
                </c:pt>
                <c:pt idx="1101">
                  <c:v>369.3</c:v>
                </c:pt>
                <c:pt idx="1102">
                  <c:v>369.2</c:v>
                </c:pt>
                <c:pt idx="1103">
                  <c:v>374</c:v>
                </c:pt>
                <c:pt idx="1104">
                  <c:v>368.9</c:v>
                </c:pt>
                <c:pt idx="1105">
                  <c:v>351.25</c:v>
                </c:pt>
                <c:pt idx="1106">
                  <c:v>351.45</c:v>
                </c:pt>
                <c:pt idx="1107">
                  <c:v>356.85</c:v>
                </c:pt>
                <c:pt idx="1108">
                  <c:v>350.85</c:v>
                </c:pt>
                <c:pt idx="1109">
                  <c:v>355.95</c:v>
                </c:pt>
                <c:pt idx="1110">
                  <c:v>359.25</c:v>
                </c:pt>
                <c:pt idx="1111">
                  <c:v>364.45</c:v>
                </c:pt>
                <c:pt idx="1112">
                  <c:v>370.3</c:v>
                </c:pt>
                <c:pt idx="1113">
                  <c:v>379</c:v>
                </c:pt>
                <c:pt idx="1114">
                  <c:v>360</c:v>
                </c:pt>
                <c:pt idx="1115">
                  <c:v>360.75</c:v>
                </c:pt>
                <c:pt idx="1116">
                  <c:v>365.2</c:v>
                </c:pt>
                <c:pt idx="1117">
                  <c:v>368.65</c:v>
                </c:pt>
                <c:pt idx="1118">
                  <c:v>375.05</c:v>
                </c:pt>
                <c:pt idx="1119">
                  <c:v>374.9</c:v>
                </c:pt>
                <c:pt idx="1120">
                  <c:v>377.65</c:v>
                </c:pt>
                <c:pt idx="1121">
                  <c:v>375.8</c:v>
                </c:pt>
                <c:pt idx="1122">
                  <c:v>364.95</c:v>
                </c:pt>
                <c:pt idx="1123">
                  <c:v>381.35</c:v>
                </c:pt>
                <c:pt idx="1124">
                  <c:v>367.4</c:v>
                </c:pt>
                <c:pt idx="1125">
                  <c:v>368.45</c:v>
                </c:pt>
                <c:pt idx="1126">
                  <c:v>369.55</c:v>
                </c:pt>
                <c:pt idx="1127">
                  <c:v>369.7</c:v>
                </c:pt>
                <c:pt idx="1128">
                  <c:v>371.6</c:v>
                </c:pt>
                <c:pt idx="1129">
                  <c:v>364.5</c:v>
                </c:pt>
                <c:pt idx="1130">
                  <c:v>361.55</c:v>
                </c:pt>
                <c:pt idx="1131">
                  <c:v>366.9</c:v>
                </c:pt>
                <c:pt idx="1132">
                  <c:v>370.3</c:v>
                </c:pt>
                <c:pt idx="1133">
                  <c:v>364.25</c:v>
                </c:pt>
                <c:pt idx="1134">
                  <c:v>368.75</c:v>
                </c:pt>
                <c:pt idx="1135">
                  <c:v>368.3</c:v>
                </c:pt>
                <c:pt idx="1136">
                  <c:v>365.3</c:v>
                </c:pt>
                <c:pt idx="1137">
                  <c:v>364.95</c:v>
                </c:pt>
                <c:pt idx="1138">
                  <c:v>364.95</c:v>
                </c:pt>
                <c:pt idx="1139">
                  <c:v>366.1</c:v>
                </c:pt>
                <c:pt idx="1140">
                  <c:v>366.3</c:v>
                </c:pt>
                <c:pt idx="1141">
                  <c:v>370.05</c:v>
                </c:pt>
                <c:pt idx="1142">
                  <c:v>370.2</c:v>
                </c:pt>
                <c:pt idx="1143">
                  <c:v>369.5</c:v>
                </c:pt>
                <c:pt idx="1144">
                  <c:v>369.6</c:v>
                </c:pt>
                <c:pt idx="1145">
                  <c:v>374.55</c:v>
                </c:pt>
                <c:pt idx="1146">
                  <c:v>373.75</c:v>
                </c:pt>
                <c:pt idx="1147">
                  <c:v>372.1</c:v>
                </c:pt>
                <c:pt idx="1148">
                  <c:v>375.75</c:v>
                </c:pt>
                <c:pt idx="1149">
                  <c:v>375.2</c:v>
                </c:pt>
                <c:pt idx="1150">
                  <c:v>371.9</c:v>
                </c:pt>
                <c:pt idx="1151">
                  <c:v>365</c:v>
                </c:pt>
                <c:pt idx="1152">
                  <c:v>365.15</c:v>
                </c:pt>
                <c:pt idx="1153">
                  <c:v>371.95</c:v>
                </c:pt>
                <c:pt idx="1154">
                  <c:v>367.6</c:v>
                </c:pt>
                <c:pt idx="1155">
                  <c:v>369.7</c:v>
                </c:pt>
                <c:pt idx="1156">
                  <c:v>374.1</c:v>
                </c:pt>
                <c:pt idx="1157">
                  <c:v>374.4</c:v>
                </c:pt>
                <c:pt idx="1158">
                  <c:v>370.8</c:v>
                </c:pt>
                <c:pt idx="1159">
                  <c:v>365</c:v>
                </c:pt>
                <c:pt idx="1160">
                  <c:v>361.95</c:v>
                </c:pt>
                <c:pt idx="1161">
                  <c:v>363.65</c:v>
                </c:pt>
                <c:pt idx="1162">
                  <c:v>361.5</c:v>
                </c:pt>
                <c:pt idx="1163">
                  <c:v>361.3</c:v>
                </c:pt>
                <c:pt idx="1164">
                  <c:v>356.9</c:v>
                </c:pt>
                <c:pt idx="1165">
                  <c:v>364.2</c:v>
                </c:pt>
                <c:pt idx="1166">
                  <c:v>374.75</c:v>
                </c:pt>
                <c:pt idx="1167">
                  <c:v>374.75</c:v>
                </c:pt>
                <c:pt idx="1168">
                  <c:v>379.45</c:v>
                </c:pt>
                <c:pt idx="1169">
                  <c:v>369.5</c:v>
                </c:pt>
                <c:pt idx="1170">
                  <c:v>371.25</c:v>
                </c:pt>
                <c:pt idx="1171">
                  <c:v>367.65</c:v>
                </c:pt>
                <c:pt idx="1172">
                  <c:v>368.55</c:v>
                </c:pt>
                <c:pt idx="1173">
                  <c:v>370.9</c:v>
                </c:pt>
                <c:pt idx="1174">
                  <c:v>370.2</c:v>
                </c:pt>
                <c:pt idx="1175">
                  <c:v>377.15</c:v>
                </c:pt>
                <c:pt idx="1176">
                  <c:v>381.8</c:v>
                </c:pt>
                <c:pt idx="1177">
                  <c:v>394.05</c:v>
                </c:pt>
                <c:pt idx="1178">
                  <c:v>381.9</c:v>
                </c:pt>
                <c:pt idx="1179">
                  <c:v>389.6</c:v>
                </c:pt>
                <c:pt idx="1180">
                  <c:v>388.4</c:v>
                </c:pt>
                <c:pt idx="1181">
                  <c:v>391.3</c:v>
                </c:pt>
                <c:pt idx="1182">
                  <c:v>395.15</c:v>
                </c:pt>
                <c:pt idx="1183">
                  <c:v>395.45</c:v>
                </c:pt>
                <c:pt idx="1184">
                  <c:v>402.9</c:v>
                </c:pt>
                <c:pt idx="1185">
                  <c:v>405.05</c:v>
                </c:pt>
                <c:pt idx="1186">
                  <c:v>406.2</c:v>
                </c:pt>
                <c:pt idx="1187">
                  <c:v>412.2</c:v>
                </c:pt>
                <c:pt idx="1188">
                  <c:v>410.4</c:v>
                </c:pt>
                <c:pt idx="1189">
                  <c:v>404.65</c:v>
                </c:pt>
                <c:pt idx="1190">
                  <c:v>398.45</c:v>
                </c:pt>
                <c:pt idx="1191">
                  <c:v>405.1</c:v>
                </c:pt>
                <c:pt idx="1192">
                  <c:v>404.1</c:v>
                </c:pt>
                <c:pt idx="1193">
                  <c:v>402</c:v>
                </c:pt>
                <c:pt idx="1194">
                  <c:v>410.75</c:v>
                </c:pt>
                <c:pt idx="1195">
                  <c:v>416.1</c:v>
                </c:pt>
                <c:pt idx="1196">
                  <c:v>416.25</c:v>
                </c:pt>
                <c:pt idx="1197">
                  <c:v>412.1</c:v>
                </c:pt>
                <c:pt idx="1198">
                  <c:v>410.15</c:v>
                </c:pt>
                <c:pt idx="1199">
                  <c:v>409.75</c:v>
                </c:pt>
                <c:pt idx="1200">
                  <c:v>407.5</c:v>
                </c:pt>
                <c:pt idx="1201">
                  <c:v>408.9</c:v>
                </c:pt>
                <c:pt idx="1202">
                  <c:v>403.3</c:v>
                </c:pt>
                <c:pt idx="1203">
                  <c:v>400.3</c:v>
                </c:pt>
                <c:pt idx="1204">
                  <c:v>406.2</c:v>
                </c:pt>
                <c:pt idx="1205">
                  <c:v>408.95</c:v>
                </c:pt>
                <c:pt idx="1206">
                  <c:v>414.7</c:v>
                </c:pt>
                <c:pt idx="1207">
                  <c:v>410.9</c:v>
                </c:pt>
                <c:pt idx="1208">
                  <c:v>403.7</c:v>
                </c:pt>
                <c:pt idx="1209">
                  <c:v>409.75</c:v>
                </c:pt>
                <c:pt idx="1210">
                  <c:v>409</c:v>
                </c:pt>
                <c:pt idx="1211">
                  <c:v>417.3</c:v>
                </c:pt>
                <c:pt idx="1212">
                  <c:v>415.95</c:v>
                </c:pt>
                <c:pt idx="1213">
                  <c:v>415.1</c:v>
                </c:pt>
                <c:pt idx="1214">
                  <c:v>421.5</c:v>
                </c:pt>
                <c:pt idx="1215">
                  <c:v>420.75</c:v>
                </c:pt>
                <c:pt idx="1216">
                  <c:v>427.95</c:v>
                </c:pt>
                <c:pt idx="1217">
                  <c:v>425.05</c:v>
                </c:pt>
                <c:pt idx="1218">
                  <c:v>432.55</c:v>
                </c:pt>
                <c:pt idx="1219">
                  <c:v>452.15</c:v>
                </c:pt>
                <c:pt idx="1220">
                  <c:v>457.2</c:v>
                </c:pt>
                <c:pt idx="1221">
                  <c:v>473.4</c:v>
                </c:pt>
                <c:pt idx="1222">
                  <c:v>467.8</c:v>
                </c:pt>
                <c:pt idx="1223">
                  <c:v>467.95</c:v>
                </c:pt>
                <c:pt idx="1224">
                  <c:v>484.05</c:v>
                </c:pt>
                <c:pt idx="1225">
                  <c:v>482.7</c:v>
                </c:pt>
                <c:pt idx="1226">
                  <c:v>478.15</c:v>
                </c:pt>
                <c:pt idx="1227">
                  <c:v>482.85</c:v>
                </c:pt>
                <c:pt idx="1228">
                  <c:v>483.2</c:v>
                </c:pt>
                <c:pt idx="1229">
                  <c:v>487.3</c:v>
                </c:pt>
                <c:pt idx="1230">
                  <c:v>483.6</c:v>
                </c:pt>
                <c:pt idx="1231">
                  <c:v>499.1</c:v>
                </c:pt>
                <c:pt idx="1232">
                  <c:v>498.9</c:v>
                </c:pt>
                <c:pt idx="1233">
                  <c:v>496.7</c:v>
                </c:pt>
                <c:pt idx="1234">
                  <c:v>484.05</c:v>
                </c:pt>
                <c:pt idx="1235">
                  <c:v>488.4</c:v>
                </c:pt>
                <c:pt idx="1236">
                  <c:v>482.75</c:v>
                </c:pt>
                <c:pt idx="1237">
                  <c:v>476.6</c:v>
                </c:pt>
                <c:pt idx="1238">
                  <c:v>481</c:v>
                </c:pt>
                <c:pt idx="1239">
                  <c:v>471.4</c:v>
                </c:pt>
                <c:pt idx="1240">
                  <c:v>477.1</c:v>
                </c:pt>
                <c:pt idx="1241">
                  <c:v>466.9</c:v>
                </c:pt>
                <c:pt idx="1242">
                  <c:v>473.25</c:v>
                </c:pt>
                <c:pt idx="1243">
                  <c:v>475.15</c:v>
                </c:pt>
                <c:pt idx="1244">
                  <c:v>474.15</c:v>
                </c:pt>
                <c:pt idx="1245">
                  <c:v>481.8</c:v>
                </c:pt>
                <c:pt idx="1246">
                  <c:v>481.75</c:v>
                </c:pt>
                <c:pt idx="1247">
                  <c:v>492.45</c:v>
                </c:pt>
                <c:pt idx="1248">
                  <c:v>496.2</c:v>
                </c:pt>
                <c:pt idx="1249">
                  <c:v>493.2</c:v>
                </c:pt>
                <c:pt idx="1250">
                  <c:v>494.1</c:v>
                </c:pt>
                <c:pt idx="1251">
                  <c:v>502.45</c:v>
                </c:pt>
                <c:pt idx="1252">
                  <c:v>504.9</c:v>
                </c:pt>
                <c:pt idx="1253">
                  <c:v>518.70000000000005</c:v>
                </c:pt>
                <c:pt idx="1254">
                  <c:v>515.1</c:v>
                </c:pt>
                <c:pt idx="1255">
                  <c:v>524.25</c:v>
                </c:pt>
                <c:pt idx="1256">
                  <c:v>520.35</c:v>
                </c:pt>
                <c:pt idx="1257">
                  <c:v>525.25</c:v>
                </c:pt>
                <c:pt idx="1258">
                  <c:v>519.45000000000005</c:v>
                </c:pt>
                <c:pt idx="1259">
                  <c:v>500.05</c:v>
                </c:pt>
                <c:pt idx="1260">
                  <c:v>485.15</c:v>
                </c:pt>
                <c:pt idx="1261">
                  <c:v>490.25</c:v>
                </c:pt>
                <c:pt idx="1262">
                  <c:v>489.75</c:v>
                </c:pt>
                <c:pt idx="1263">
                  <c:v>483.4</c:v>
                </c:pt>
                <c:pt idx="1264">
                  <c:v>480.95</c:v>
                </c:pt>
                <c:pt idx="1265">
                  <c:v>498.9</c:v>
                </c:pt>
                <c:pt idx="1266">
                  <c:v>514.95000000000005</c:v>
                </c:pt>
                <c:pt idx="1267">
                  <c:v>520.04999999999995</c:v>
                </c:pt>
                <c:pt idx="1268">
                  <c:v>513.54999999999995</c:v>
                </c:pt>
                <c:pt idx="1269">
                  <c:v>518.9</c:v>
                </c:pt>
                <c:pt idx="1270">
                  <c:v>511.35</c:v>
                </c:pt>
                <c:pt idx="1271">
                  <c:v>491.35</c:v>
                </c:pt>
                <c:pt idx="1272">
                  <c:v>520.6</c:v>
                </c:pt>
                <c:pt idx="1273">
                  <c:v>537.65</c:v>
                </c:pt>
                <c:pt idx="1274">
                  <c:v>539.85</c:v>
                </c:pt>
                <c:pt idx="1275">
                  <c:v>564.6</c:v>
                </c:pt>
                <c:pt idx="1276">
                  <c:v>560.15</c:v>
                </c:pt>
                <c:pt idx="1277">
                  <c:v>558.6</c:v>
                </c:pt>
                <c:pt idx="1278">
                  <c:v>573.5</c:v>
                </c:pt>
                <c:pt idx="1279">
                  <c:v>567.15</c:v>
                </c:pt>
                <c:pt idx="1280">
                  <c:v>561.75</c:v>
                </c:pt>
                <c:pt idx="1281">
                  <c:v>570.45000000000005</c:v>
                </c:pt>
                <c:pt idx="1282">
                  <c:v>588.1</c:v>
                </c:pt>
                <c:pt idx="1283">
                  <c:v>579.5</c:v>
                </c:pt>
                <c:pt idx="1284">
                  <c:v>575</c:v>
                </c:pt>
                <c:pt idx="1285">
                  <c:v>568.65</c:v>
                </c:pt>
                <c:pt idx="1286">
                  <c:v>562.5</c:v>
                </c:pt>
                <c:pt idx="1287">
                  <c:v>562</c:v>
                </c:pt>
                <c:pt idx="1288">
                  <c:v>558.29999999999995</c:v>
                </c:pt>
                <c:pt idx="1289">
                  <c:v>564.20000000000005</c:v>
                </c:pt>
                <c:pt idx="1290">
                  <c:v>560.5</c:v>
                </c:pt>
                <c:pt idx="1291">
                  <c:v>560.6</c:v>
                </c:pt>
                <c:pt idx="1292">
                  <c:v>558.1</c:v>
                </c:pt>
                <c:pt idx="1293">
                  <c:v>576</c:v>
                </c:pt>
                <c:pt idx="1294">
                  <c:v>570.15</c:v>
                </c:pt>
                <c:pt idx="1295">
                  <c:v>587.29999999999995</c:v>
                </c:pt>
                <c:pt idx="1296">
                  <c:v>577.54999999999995</c:v>
                </c:pt>
                <c:pt idx="1297">
                  <c:v>576.75</c:v>
                </c:pt>
                <c:pt idx="1298">
                  <c:v>576.1</c:v>
                </c:pt>
                <c:pt idx="1299">
                  <c:v>585.9</c:v>
                </c:pt>
                <c:pt idx="1300">
                  <c:v>601.15</c:v>
                </c:pt>
                <c:pt idx="1301">
                  <c:v>614.20000000000005</c:v>
                </c:pt>
                <c:pt idx="1302">
                  <c:v>624.15</c:v>
                </c:pt>
                <c:pt idx="1303">
                  <c:v>615.4</c:v>
                </c:pt>
                <c:pt idx="1304">
                  <c:v>609.70000000000005</c:v>
                </c:pt>
                <c:pt idx="1305">
                  <c:v>602.70000000000005</c:v>
                </c:pt>
                <c:pt idx="1306">
                  <c:v>593.9</c:v>
                </c:pt>
                <c:pt idx="1307">
                  <c:v>594.15</c:v>
                </c:pt>
                <c:pt idx="1308">
                  <c:v>572.4</c:v>
                </c:pt>
                <c:pt idx="1309">
                  <c:v>565.9</c:v>
                </c:pt>
                <c:pt idx="1310">
                  <c:v>559.20000000000005</c:v>
                </c:pt>
                <c:pt idx="1311">
                  <c:v>551.75</c:v>
                </c:pt>
                <c:pt idx="1312">
                  <c:v>531.65</c:v>
                </c:pt>
                <c:pt idx="1313">
                  <c:v>519.45000000000005</c:v>
                </c:pt>
                <c:pt idx="1314">
                  <c:v>532.95000000000005</c:v>
                </c:pt>
                <c:pt idx="1315">
                  <c:v>536.95000000000005</c:v>
                </c:pt>
                <c:pt idx="1316">
                  <c:v>533.25</c:v>
                </c:pt>
                <c:pt idx="1317">
                  <c:v>544.85</c:v>
                </c:pt>
                <c:pt idx="1318">
                  <c:v>551.54999999999995</c:v>
                </c:pt>
                <c:pt idx="1319">
                  <c:v>552.20000000000005</c:v>
                </c:pt>
                <c:pt idx="1320">
                  <c:v>539.95000000000005</c:v>
                </c:pt>
                <c:pt idx="1321">
                  <c:v>553.35</c:v>
                </c:pt>
                <c:pt idx="1322">
                  <c:v>563.15</c:v>
                </c:pt>
                <c:pt idx="1323">
                  <c:v>546.65</c:v>
                </c:pt>
                <c:pt idx="1324">
                  <c:v>557.04999999999995</c:v>
                </c:pt>
                <c:pt idx="1325">
                  <c:v>558.5</c:v>
                </c:pt>
                <c:pt idx="1326">
                  <c:v>561.45000000000005</c:v>
                </c:pt>
                <c:pt idx="1327">
                  <c:v>538.54999999999995</c:v>
                </c:pt>
                <c:pt idx="1328">
                  <c:v>520.35</c:v>
                </c:pt>
                <c:pt idx="1329">
                  <c:v>531.29999999999995</c:v>
                </c:pt>
                <c:pt idx="1330">
                  <c:v>540.75</c:v>
                </c:pt>
                <c:pt idx="1331">
                  <c:v>545.75</c:v>
                </c:pt>
                <c:pt idx="1332">
                  <c:v>540.20000000000005</c:v>
                </c:pt>
                <c:pt idx="1333">
                  <c:v>540</c:v>
                </c:pt>
                <c:pt idx="1334">
                  <c:v>538.65</c:v>
                </c:pt>
                <c:pt idx="1335">
                  <c:v>537.45000000000005</c:v>
                </c:pt>
                <c:pt idx="1336">
                  <c:v>539.85</c:v>
                </c:pt>
                <c:pt idx="1337">
                  <c:v>535</c:v>
                </c:pt>
                <c:pt idx="1338">
                  <c:v>539.75</c:v>
                </c:pt>
                <c:pt idx="1339">
                  <c:v>540.29999999999995</c:v>
                </c:pt>
                <c:pt idx="1340">
                  <c:v>539.15</c:v>
                </c:pt>
                <c:pt idx="1341">
                  <c:v>546.54999999999995</c:v>
                </c:pt>
                <c:pt idx="1342">
                  <c:v>540.95000000000005</c:v>
                </c:pt>
                <c:pt idx="1343">
                  <c:v>540.25</c:v>
                </c:pt>
                <c:pt idx="1344">
                  <c:v>540.75</c:v>
                </c:pt>
                <c:pt idx="1345">
                  <c:v>535</c:v>
                </c:pt>
                <c:pt idx="1346">
                  <c:v>529.35</c:v>
                </c:pt>
                <c:pt idx="1347">
                  <c:v>533</c:v>
                </c:pt>
                <c:pt idx="1348">
                  <c:v>539.6</c:v>
                </c:pt>
                <c:pt idx="1349">
                  <c:v>536.79999999999995</c:v>
                </c:pt>
                <c:pt idx="1350">
                  <c:v>534.95000000000005</c:v>
                </c:pt>
                <c:pt idx="1351">
                  <c:v>543.1</c:v>
                </c:pt>
                <c:pt idx="1352">
                  <c:v>537.65</c:v>
                </c:pt>
                <c:pt idx="1353">
                  <c:v>549.95000000000005</c:v>
                </c:pt>
                <c:pt idx="1354">
                  <c:v>546.5</c:v>
                </c:pt>
                <c:pt idx="1355">
                  <c:v>540.25</c:v>
                </c:pt>
                <c:pt idx="1356">
                  <c:v>537.95000000000005</c:v>
                </c:pt>
                <c:pt idx="1357">
                  <c:v>540.65</c:v>
                </c:pt>
                <c:pt idx="1358">
                  <c:v>540.20000000000005</c:v>
                </c:pt>
                <c:pt idx="1359">
                  <c:v>539.54999999999995</c:v>
                </c:pt>
                <c:pt idx="1360">
                  <c:v>535.95000000000005</c:v>
                </c:pt>
                <c:pt idx="1361">
                  <c:v>539.75</c:v>
                </c:pt>
                <c:pt idx="1362">
                  <c:v>545.79999999999995</c:v>
                </c:pt>
                <c:pt idx="1363">
                  <c:v>539.1</c:v>
                </c:pt>
                <c:pt idx="1364">
                  <c:v>553.25</c:v>
                </c:pt>
                <c:pt idx="1365">
                  <c:v>588.35</c:v>
                </c:pt>
                <c:pt idx="1366">
                  <c:v>585.85</c:v>
                </c:pt>
                <c:pt idx="1367">
                  <c:v>579.1</c:v>
                </c:pt>
                <c:pt idx="1368">
                  <c:v>576.29999999999995</c:v>
                </c:pt>
                <c:pt idx="1369">
                  <c:v>582.29999999999995</c:v>
                </c:pt>
                <c:pt idx="1370">
                  <c:v>593.5</c:v>
                </c:pt>
                <c:pt idx="1371">
                  <c:v>591.15</c:v>
                </c:pt>
                <c:pt idx="1372">
                  <c:v>595.45000000000005</c:v>
                </c:pt>
                <c:pt idx="1373">
                  <c:v>597.15</c:v>
                </c:pt>
                <c:pt idx="1374">
                  <c:v>598.6</c:v>
                </c:pt>
                <c:pt idx="1375">
                  <c:v>602.6</c:v>
                </c:pt>
                <c:pt idx="1376">
                  <c:v>590.04999999999995</c:v>
                </c:pt>
                <c:pt idx="1377">
                  <c:v>580.54999999999995</c:v>
                </c:pt>
                <c:pt idx="1378">
                  <c:v>582.45000000000005</c:v>
                </c:pt>
                <c:pt idx="1379">
                  <c:v>599.65</c:v>
                </c:pt>
                <c:pt idx="1380">
                  <c:v>590</c:v>
                </c:pt>
                <c:pt idx="1381">
                  <c:v>601.6</c:v>
                </c:pt>
                <c:pt idx="1382">
                  <c:v>636.04999999999995</c:v>
                </c:pt>
                <c:pt idx="1383">
                  <c:v>618.04999999999995</c:v>
                </c:pt>
                <c:pt idx="1384">
                  <c:v>631.95000000000005</c:v>
                </c:pt>
                <c:pt idx="1385">
                  <c:v>633.1</c:v>
                </c:pt>
                <c:pt idx="1386">
                  <c:v>646.54999999999995</c:v>
                </c:pt>
                <c:pt idx="1387">
                  <c:v>640.54999999999995</c:v>
                </c:pt>
                <c:pt idx="1388">
                  <c:v>651.79999999999995</c:v>
                </c:pt>
                <c:pt idx="1389">
                  <c:v>663.95</c:v>
                </c:pt>
                <c:pt idx="1390">
                  <c:v>658.05</c:v>
                </c:pt>
                <c:pt idx="1391">
                  <c:v>642.85</c:v>
                </c:pt>
                <c:pt idx="1392">
                  <c:v>645.20000000000005</c:v>
                </c:pt>
                <c:pt idx="1393">
                  <c:v>630.6</c:v>
                </c:pt>
                <c:pt idx="1394">
                  <c:v>627.75</c:v>
                </c:pt>
                <c:pt idx="1395">
                  <c:v>639.75</c:v>
                </c:pt>
                <c:pt idx="1396">
                  <c:v>641.4</c:v>
                </c:pt>
                <c:pt idx="1397">
                  <c:v>641.6</c:v>
                </c:pt>
                <c:pt idx="1398">
                  <c:v>648.5</c:v>
                </c:pt>
                <c:pt idx="1399">
                  <c:v>674.65</c:v>
                </c:pt>
                <c:pt idx="1400">
                  <c:v>678.25</c:v>
                </c:pt>
                <c:pt idx="1401">
                  <c:v>705.2</c:v>
                </c:pt>
                <c:pt idx="1402">
                  <c:v>699.45</c:v>
                </c:pt>
                <c:pt idx="1403">
                  <c:v>676.5</c:v>
                </c:pt>
                <c:pt idx="1404">
                  <c:v>669</c:v>
                </c:pt>
                <c:pt idx="1405">
                  <c:v>676.75</c:v>
                </c:pt>
                <c:pt idx="1406">
                  <c:v>684.5</c:v>
                </c:pt>
                <c:pt idx="1407">
                  <c:v>674.15</c:v>
                </c:pt>
                <c:pt idx="1408">
                  <c:v>657.75</c:v>
                </c:pt>
                <c:pt idx="1409">
                  <c:v>654.29999999999995</c:v>
                </c:pt>
                <c:pt idx="1410">
                  <c:v>660.25</c:v>
                </c:pt>
                <c:pt idx="1411">
                  <c:v>661.15</c:v>
                </c:pt>
                <c:pt idx="1412">
                  <c:v>660.2</c:v>
                </c:pt>
                <c:pt idx="1413">
                  <c:v>647.20000000000005</c:v>
                </c:pt>
                <c:pt idx="1414">
                  <c:v>656.1</c:v>
                </c:pt>
                <c:pt idx="1415">
                  <c:v>663</c:v>
                </c:pt>
                <c:pt idx="1416">
                  <c:v>658.85</c:v>
                </c:pt>
                <c:pt idx="1417">
                  <c:v>657.6</c:v>
                </c:pt>
                <c:pt idx="1418">
                  <c:v>648.6</c:v>
                </c:pt>
                <c:pt idx="1419">
                  <c:v>651.6</c:v>
                </c:pt>
                <c:pt idx="1420">
                  <c:v>649.45000000000005</c:v>
                </c:pt>
                <c:pt idx="1421">
                  <c:v>634.70000000000005</c:v>
                </c:pt>
                <c:pt idx="1422">
                  <c:v>638.79999999999995</c:v>
                </c:pt>
                <c:pt idx="1423">
                  <c:v>646.6</c:v>
                </c:pt>
                <c:pt idx="1424">
                  <c:v>640.25</c:v>
                </c:pt>
                <c:pt idx="1425">
                  <c:v>631.85</c:v>
                </c:pt>
                <c:pt idx="1426">
                  <c:v>636.29999999999995</c:v>
                </c:pt>
                <c:pt idx="1427">
                  <c:v>640.20000000000005</c:v>
                </c:pt>
                <c:pt idx="1428">
                  <c:v>642.5</c:v>
                </c:pt>
                <c:pt idx="1429">
                  <c:v>655.85</c:v>
                </c:pt>
                <c:pt idx="1430">
                  <c:v>676.05</c:v>
                </c:pt>
                <c:pt idx="1431">
                  <c:v>677.35</c:v>
                </c:pt>
                <c:pt idx="1432">
                  <c:v>687.25</c:v>
                </c:pt>
                <c:pt idx="1433">
                  <c:v>687.95</c:v>
                </c:pt>
                <c:pt idx="1434">
                  <c:v>692.25</c:v>
                </c:pt>
                <c:pt idx="1435">
                  <c:v>692.35</c:v>
                </c:pt>
                <c:pt idx="1436">
                  <c:v>708.4</c:v>
                </c:pt>
                <c:pt idx="1437">
                  <c:v>732.35</c:v>
                </c:pt>
                <c:pt idx="1438">
                  <c:v>724.6</c:v>
                </c:pt>
                <c:pt idx="1439">
                  <c:v>691.8</c:v>
                </c:pt>
                <c:pt idx="1440">
                  <c:v>669.95</c:v>
                </c:pt>
                <c:pt idx="1441">
                  <c:v>679.2</c:v>
                </c:pt>
                <c:pt idx="1442">
                  <c:v>682.25</c:v>
                </c:pt>
                <c:pt idx="1443">
                  <c:v>696</c:v>
                </c:pt>
                <c:pt idx="1444">
                  <c:v>696</c:v>
                </c:pt>
                <c:pt idx="1445">
                  <c:v>685.15</c:v>
                </c:pt>
                <c:pt idx="1446">
                  <c:v>676.65</c:v>
                </c:pt>
                <c:pt idx="1447">
                  <c:v>709.9</c:v>
                </c:pt>
                <c:pt idx="1448">
                  <c:v>702.65</c:v>
                </c:pt>
                <c:pt idx="1449">
                  <c:v>682.05</c:v>
                </c:pt>
                <c:pt idx="1450">
                  <c:v>678.55</c:v>
                </c:pt>
                <c:pt idx="1451">
                  <c:v>688.25</c:v>
                </c:pt>
                <c:pt idx="1452">
                  <c:v>689.8</c:v>
                </c:pt>
                <c:pt idx="1453">
                  <c:v>677.9</c:v>
                </c:pt>
                <c:pt idx="1454">
                  <c:v>659.4</c:v>
                </c:pt>
                <c:pt idx="1455">
                  <c:v>654.4</c:v>
                </c:pt>
                <c:pt idx="1456">
                  <c:v>657.75</c:v>
                </c:pt>
                <c:pt idx="1457">
                  <c:v>647.65</c:v>
                </c:pt>
                <c:pt idx="1458">
                  <c:v>643.9</c:v>
                </c:pt>
                <c:pt idx="1459">
                  <c:v>647.65</c:v>
                </c:pt>
                <c:pt idx="1460">
                  <c:v>635.5</c:v>
                </c:pt>
                <c:pt idx="1461">
                  <c:v>630.65</c:v>
                </c:pt>
                <c:pt idx="1462">
                  <c:v>630.1</c:v>
                </c:pt>
                <c:pt idx="1463">
                  <c:v>624.6</c:v>
                </c:pt>
                <c:pt idx="1464">
                  <c:v>610.95000000000005</c:v>
                </c:pt>
                <c:pt idx="1465">
                  <c:v>606.65</c:v>
                </c:pt>
                <c:pt idx="1466">
                  <c:v>629.45000000000005</c:v>
                </c:pt>
                <c:pt idx="1467">
                  <c:v>620.70000000000005</c:v>
                </c:pt>
                <c:pt idx="1468">
                  <c:v>625.25</c:v>
                </c:pt>
                <c:pt idx="1469">
                  <c:v>638</c:v>
                </c:pt>
                <c:pt idx="1470">
                  <c:v>631.9</c:v>
                </c:pt>
                <c:pt idx="1471">
                  <c:v>630.85</c:v>
                </c:pt>
                <c:pt idx="1472">
                  <c:v>635.20000000000005</c:v>
                </c:pt>
                <c:pt idx="1473">
                  <c:v>675.75</c:v>
                </c:pt>
                <c:pt idx="1474">
                  <c:v>689.95</c:v>
                </c:pt>
                <c:pt idx="1475">
                  <c:v>698.85</c:v>
                </c:pt>
                <c:pt idx="1476">
                  <c:v>699.35</c:v>
                </c:pt>
                <c:pt idx="1477">
                  <c:v>679.65</c:v>
                </c:pt>
                <c:pt idx="1478">
                  <c:v>677.5</c:v>
                </c:pt>
                <c:pt idx="1479">
                  <c:v>689.5</c:v>
                </c:pt>
                <c:pt idx="1480">
                  <c:v>691.1</c:v>
                </c:pt>
                <c:pt idx="1481">
                  <c:v>697.65</c:v>
                </c:pt>
                <c:pt idx="1482">
                  <c:v>691.55</c:v>
                </c:pt>
                <c:pt idx="1483">
                  <c:v>695.7</c:v>
                </c:pt>
                <c:pt idx="1484">
                  <c:v>684.9</c:v>
                </c:pt>
                <c:pt idx="1485">
                  <c:v>686.9</c:v>
                </c:pt>
                <c:pt idx="1486">
                  <c:v>696.75</c:v>
                </c:pt>
                <c:pt idx="1487">
                  <c:v>698.7</c:v>
                </c:pt>
                <c:pt idx="1488">
                  <c:v>687.4</c:v>
                </c:pt>
                <c:pt idx="1489">
                  <c:v>680.95</c:v>
                </c:pt>
                <c:pt idx="1490">
                  <c:v>694</c:v>
                </c:pt>
                <c:pt idx="1491">
                  <c:v>688.25</c:v>
                </c:pt>
                <c:pt idx="1492">
                  <c:v>688</c:v>
                </c:pt>
                <c:pt idx="1493">
                  <c:v>687.55</c:v>
                </c:pt>
                <c:pt idx="1494">
                  <c:v>694.8</c:v>
                </c:pt>
                <c:pt idx="1495">
                  <c:v>718.6</c:v>
                </c:pt>
                <c:pt idx="1496">
                  <c:v>703.9</c:v>
                </c:pt>
                <c:pt idx="1497">
                  <c:v>700.85</c:v>
                </c:pt>
                <c:pt idx="1498">
                  <c:v>711.6</c:v>
                </c:pt>
                <c:pt idx="1499">
                  <c:v>735.45</c:v>
                </c:pt>
                <c:pt idx="1500">
                  <c:v>726.95</c:v>
                </c:pt>
                <c:pt idx="1501">
                  <c:v>742.15</c:v>
                </c:pt>
                <c:pt idx="1502">
                  <c:v>720.3</c:v>
                </c:pt>
                <c:pt idx="1503">
                  <c:v>708.4</c:v>
                </c:pt>
                <c:pt idx="1504">
                  <c:v>708.4</c:v>
                </c:pt>
                <c:pt idx="1505">
                  <c:v>702.65</c:v>
                </c:pt>
                <c:pt idx="1506">
                  <c:v>706.45</c:v>
                </c:pt>
                <c:pt idx="1507">
                  <c:v>708.75</c:v>
                </c:pt>
                <c:pt idx="1508">
                  <c:v>713.45</c:v>
                </c:pt>
                <c:pt idx="1509">
                  <c:v>713.3</c:v>
                </c:pt>
                <c:pt idx="1510">
                  <c:v>732.05</c:v>
                </c:pt>
                <c:pt idx="1511">
                  <c:v>739.5</c:v>
                </c:pt>
                <c:pt idx="1512">
                  <c:v>768.95</c:v>
                </c:pt>
                <c:pt idx="1513">
                  <c:v>764.85</c:v>
                </c:pt>
                <c:pt idx="1514">
                  <c:v>748.35</c:v>
                </c:pt>
                <c:pt idx="1515">
                  <c:v>746.65</c:v>
                </c:pt>
                <c:pt idx="1516">
                  <c:v>729.9</c:v>
                </c:pt>
                <c:pt idx="1517">
                  <c:v>741.4</c:v>
                </c:pt>
                <c:pt idx="1518">
                  <c:v>749</c:v>
                </c:pt>
                <c:pt idx="1519">
                  <c:v>744.7</c:v>
                </c:pt>
                <c:pt idx="1520">
                  <c:v>728.45</c:v>
                </c:pt>
                <c:pt idx="1521">
                  <c:v>725.15</c:v>
                </c:pt>
                <c:pt idx="1522">
                  <c:v>719.5</c:v>
                </c:pt>
                <c:pt idx="1523">
                  <c:v>715.9</c:v>
                </c:pt>
                <c:pt idx="1524">
                  <c:v>718.9</c:v>
                </c:pt>
                <c:pt idx="1525">
                  <c:v>737.1</c:v>
                </c:pt>
                <c:pt idx="1526">
                  <c:v>743.55</c:v>
                </c:pt>
                <c:pt idx="1527">
                  <c:v>762.45</c:v>
                </c:pt>
                <c:pt idx="1528">
                  <c:v>738.8</c:v>
                </c:pt>
                <c:pt idx="1529">
                  <c:v>739.5</c:v>
                </c:pt>
                <c:pt idx="1530">
                  <c:v>731.85</c:v>
                </c:pt>
                <c:pt idx="1531">
                  <c:v>744.8</c:v>
                </c:pt>
                <c:pt idx="1532">
                  <c:v>770.75</c:v>
                </c:pt>
                <c:pt idx="1533">
                  <c:v>762.45</c:v>
                </c:pt>
                <c:pt idx="1534">
                  <c:v>762.05</c:v>
                </c:pt>
                <c:pt idx="1535">
                  <c:v>746.45</c:v>
                </c:pt>
                <c:pt idx="1536">
                  <c:v>747.9</c:v>
                </c:pt>
                <c:pt idx="1537">
                  <c:v>743.75</c:v>
                </c:pt>
                <c:pt idx="1538">
                  <c:v>760</c:v>
                </c:pt>
                <c:pt idx="1539">
                  <c:v>742.35</c:v>
                </c:pt>
                <c:pt idx="1540">
                  <c:v>722.2</c:v>
                </c:pt>
                <c:pt idx="1541">
                  <c:v>724.8</c:v>
                </c:pt>
                <c:pt idx="1542">
                  <c:v>726.65</c:v>
                </c:pt>
                <c:pt idx="1543">
                  <c:v>721.95</c:v>
                </c:pt>
                <c:pt idx="1544">
                  <c:v>711.45</c:v>
                </c:pt>
                <c:pt idx="1545">
                  <c:v>728.15</c:v>
                </c:pt>
                <c:pt idx="1546">
                  <c:v>737.15</c:v>
                </c:pt>
                <c:pt idx="1547">
                  <c:v>746.85</c:v>
                </c:pt>
                <c:pt idx="1548">
                  <c:v>758.25</c:v>
                </c:pt>
                <c:pt idx="1549">
                  <c:v>759.7</c:v>
                </c:pt>
                <c:pt idx="1550">
                  <c:v>760.1</c:v>
                </c:pt>
                <c:pt idx="1551">
                  <c:v>757.75</c:v>
                </c:pt>
                <c:pt idx="1552">
                  <c:v>760.05</c:v>
                </c:pt>
                <c:pt idx="1553">
                  <c:v>750.2</c:v>
                </c:pt>
                <c:pt idx="1554">
                  <c:v>749</c:v>
                </c:pt>
                <c:pt idx="1555">
                  <c:v>769.25</c:v>
                </c:pt>
                <c:pt idx="1556">
                  <c:v>762</c:v>
                </c:pt>
                <c:pt idx="1557">
                  <c:v>767.6</c:v>
                </c:pt>
                <c:pt idx="1558">
                  <c:v>764.25</c:v>
                </c:pt>
                <c:pt idx="1559">
                  <c:v>765.55</c:v>
                </c:pt>
                <c:pt idx="1560">
                  <c:v>754.8</c:v>
                </c:pt>
                <c:pt idx="1561">
                  <c:v>757.35</c:v>
                </c:pt>
                <c:pt idx="1562">
                  <c:v>741.95</c:v>
                </c:pt>
                <c:pt idx="1563">
                  <c:v>734.85</c:v>
                </c:pt>
                <c:pt idx="1564">
                  <c:v>738.25</c:v>
                </c:pt>
                <c:pt idx="1565">
                  <c:v>742.7</c:v>
                </c:pt>
                <c:pt idx="1566">
                  <c:v>746.25</c:v>
                </c:pt>
                <c:pt idx="1567">
                  <c:v>779.5</c:v>
                </c:pt>
                <c:pt idx="1568">
                  <c:v>774.25</c:v>
                </c:pt>
                <c:pt idx="1569">
                  <c:v>773.85</c:v>
                </c:pt>
                <c:pt idx="1570">
                  <c:v>832.85</c:v>
                </c:pt>
                <c:pt idx="1571">
                  <c:v>841</c:v>
                </c:pt>
                <c:pt idx="1572">
                  <c:v>817.7</c:v>
                </c:pt>
                <c:pt idx="1573">
                  <c:v>825.3</c:v>
                </c:pt>
                <c:pt idx="1574">
                  <c:v>809</c:v>
                </c:pt>
                <c:pt idx="1575">
                  <c:v>803.95</c:v>
                </c:pt>
                <c:pt idx="1576">
                  <c:v>814.6</c:v>
                </c:pt>
                <c:pt idx="1577">
                  <c:v>834.45</c:v>
                </c:pt>
                <c:pt idx="1578">
                  <c:v>848.5</c:v>
                </c:pt>
                <c:pt idx="1579">
                  <c:v>850</c:v>
                </c:pt>
                <c:pt idx="1580">
                  <c:v>848.65</c:v>
                </c:pt>
                <c:pt idx="1581">
                  <c:v>822.4</c:v>
                </c:pt>
                <c:pt idx="1582">
                  <c:v>824.65</c:v>
                </c:pt>
                <c:pt idx="1583">
                  <c:v>837.05</c:v>
                </c:pt>
                <c:pt idx="1584">
                  <c:v>824.2</c:v>
                </c:pt>
                <c:pt idx="1585">
                  <c:v>817.35</c:v>
                </c:pt>
                <c:pt idx="1586">
                  <c:v>825.8</c:v>
                </c:pt>
                <c:pt idx="1587">
                  <c:v>851.3</c:v>
                </c:pt>
                <c:pt idx="1588">
                  <c:v>863.2</c:v>
                </c:pt>
                <c:pt idx="1589">
                  <c:v>883.75</c:v>
                </c:pt>
                <c:pt idx="1590">
                  <c:v>878.65</c:v>
                </c:pt>
                <c:pt idx="1591">
                  <c:v>876.1</c:v>
                </c:pt>
                <c:pt idx="1592">
                  <c:v>852.65</c:v>
                </c:pt>
                <c:pt idx="1593">
                  <c:v>871.05</c:v>
                </c:pt>
                <c:pt idx="1594">
                  <c:v>870.5</c:v>
                </c:pt>
                <c:pt idx="1595">
                  <c:v>875.3</c:v>
                </c:pt>
                <c:pt idx="1596">
                  <c:v>843.55</c:v>
                </c:pt>
                <c:pt idx="1597">
                  <c:v>847.7</c:v>
                </c:pt>
                <c:pt idx="1598">
                  <c:v>844.3</c:v>
                </c:pt>
                <c:pt idx="1599">
                  <c:v>819.65</c:v>
                </c:pt>
                <c:pt idx="1600">
                  <c:v>809.65</c:v>
                </c:pt>
                <c:pt idx="1601">
                  <c:v>786.95</c:v>
                </c:pt>
                <c:pt idx="1602">
                  <c:v>781.2</c:v>
                </c:pt>
                <c:pt idx="1603">
                  <c:v>768.6</c:v>
                </c:pt>
                <c:pt idx="1604">
                  <c:v>758.15</c:v>
                </c:pt>
                <c:pt idx="1605">
                  <c:v>773.95</c:v>
                </c:pt>
                <c:pt idx="1606">
                  <c:v>764.3</c:v>
                </c:pt>
                <c:pt idx="1607">
                  <c:v>750.1</c:v>
                </c:pt>
                <c:pt idx="1608">
                  <c:v>745.2</c:v>
                </c:pt>
                <c:pt idx="1609">
                  <c:v>738.65</c:v>
                </c:pt>
                <c:pt idx="1610">
                  <c:v>765.05</c:v>
                </c:pt>
                <c:pt idx="1611">
                  <c:v>739.4</c:v>
                </c:pt>
                <c:pt idx="1612">
                  <c:v>722.6</c:v>
                </c:pt>
                <c:pt idx="1613">
                  <c:v>720.75</c:v>
                </c:pt>
                <c:pt idx="1614">
                  <c:v>692.65</c:v>
                </c:pt>
                <c:pt idx="1615">
                  <c:v>712.7</c:v>
                </c:pt>
                <c:pt idx="1616">
                  <c:v>692.25</c:v>
                </c:pt>
                <c:pt idx="1617">
                  <c:v>651.65</c:v>
                </c:pt>
                <c:pt idx="1618">
                  <c:v>638.95000000000005</c:v>
                </c:pt>
                <c:pt idx="1619">
                  <c:v>697.7</c:v>
                </c:pt>
                <c:pt idx="1620">
                  <c:v>734.5</c:v>
                </c:pt>
                <c:pt idx="1621">
                  <c:v>736.3</c:v>
                </c:pt>
                <c:pt idx="1622">
                  <c:v>708.95</c:v>
                </c:pt>
                <c:pt idx="1623">
                  <c:v>709.05</c:v>
                </c:pt>
                <c:pt idx="1624">
                  <c:v>730.95</c:v>
                </c:pt>
                <c:pt idx="1625">
                  <c:v>749.4</c:v>
                </c:pt>
                <c:pt idx="1626">
                  <c:v>741.45</c:v>
                </c:pt>
                <c:pt idx="1627">
                  <c:v>761.6</c:v>
                </c:pt>
                <c:pt idx="1628">
                  <c:v>741.05</c:v>
                </c:pt>
                <c:pt idx="1629">
                  <c:v>726.65</c:v>
                </c:pt>
                <c:pt idx="1630">
                  <c:v>749.35</c:v>
                </c:pt>
                <c:pt idx="1631">
                  <c:v>795.95</c:v>
                </c:pt>
                <c:pt idx="1632">
                  <c:v>778.5</c:v>
                </c:pt>
                <c:pt idx="1633">
                  <c:v>787.25</c:v>
                </c:pt>
                <c:pt idx="1634">
                  <c:v>807.4</c:v>
                </c:pt>
                <c:pt idx="1635">
                  <c:v>800</c:v>
                </c:pt>
                <c:pt idx="1636">
                  <c:v>779.3</c:v>
                </c:pt>
                <c:pt idx="1637">
                  <c:v>778.6</c:v>
                </c:pt>
                <c:pt idx="1638">
                  <c:v>761.55</c:v>
                </c:pt>
                <c:pt idx="1639">
                  <c:v>761.2</c:v>
                </c:pt>
                <c:pt idx="1640">
                  <c:v>746.35</c:v>
                </c:pt>
                <c:pt idx="1641">
                  <c:v>729.3</c:v>
                </c:pt>
                <c:pt idx="1642">
                  <c:v>707.45</c:v>
                </c:pt>
                <c:pt idx="1643">
                  <c:v>710.25</c:v>
                </c:pt>
                <c:pt idx="1644">
                  <c:v>697.2</c:v>
                </c:pt>
                <c:pt idx="1645">
                  <c:v>726.45</c:v>
                </c:pt>
                <c:pt idx="1646">
                  <c:v>709.85</c:v>
                </c:pt>
                <c:pt idx="1647">
                  <c:v>729.5</c:v>
                </c:pt>
                <c:pt idx="1648">
                  <c:v>766</c:v>
                </c:pt>
                <c:pt idx="1649">
                  <c:v>781.1</c:v>
                </c:pt>
                <c:pt idx="1650">
                  <c:v>788.15</c:v>
                </c:pt>
                <c:pt idx="1651">
                  <c:v>795.5</c:v>
                </c:pt>
                <c:pt idx="1652">
                  <c:v>795</c:v>
                </c:pt>
                <c:pt idx="1653">
                  <c:v>781.15</c:v>
                </c:pt>
                <c:pt idx="1654">
                  <c:v>779.75</c:v>
                </c:pt>
                <c:pt idx="1655">
                  <c:v>797.85</c:v>
                </c:pt>
                <c:pt idx="1656">
                  <c:v>800.4</c:v>
                </c:pt>
                <c:pt idx="1657">
                  <c:v>803.5</c:v>
                </c:pt>
                <c:pt idx="1658">
                  <c:v>813.55</c:v>
                </c:pt>
                <c:pt idx="1659">
                  <c:v>808.85</c:v>
                </c:pt>
                <c:pt idx="1660">
                  <c:v>805.45</c:v>
                </c:pt>
                <c:pt idx="1661">
                  <c:v>810.65</c:v>
                </c:pt>
                <c:pt idx="1662">
                  <c:v>807.45</c:v>
                </c:pt>
                <c:pt idx="1663">
                  <c:v>846.15</c:v>
                </c:pt>
                <c:pt idx="1664">
                  <c:v>848.65</c:v>
                </c:pt>
                <c:pt idx="1665">
                  <c:v>841.1</c:v>
                </c:pt>
                <c:pt idx="1666">
                  <c:v>837.55</c:v>
                </c:pt>
                <c:pt idx="1667">
                  <c:v>858.7</c:v>
                </c:pt>
                <c:pt idx="1668">
                  <c:v>852.95</c:v>
                </c:pt>
                <c:pt idx="1669">
                  <c:v>853.35</c:v>
                </c:pt>
                <c:pt idx="1670">
                  <c:v>850</c:v>
                </c:pt>
                <c:pt idx="1671">
                  <c:v>845.45</c:v>
                </c:pt>
                <c:pt idx="1672">
                  <c:v>845.45</c:v>
                </c:pt>
                <c:pt idx="1673">
                  <c:v>840</c:v>
                </c:pt>
                <c:pt idx="1674">
                  <c:v>852.05</c:v>
                </c:pt>
                <c:pt idx="1675">
                  <c:v>876.25</c:v>
                </c:pt>
                <c:pt idx="1676">
                  <c:v>880.3</c:v>
                </c:pt>
                <c:pt idx="1677">
                  <c:v>874.7</c:v>
                </c:pt>
                <c:pt idx="1678">
                  <c:v>864</c:v>
                </c:pt>
                <c:pt idx="1679">
                  <c:v>848.75</c:v>
                </c:pt>
                <c:pt idx="1680">
                  <c:v>849.2</c:v>
                </c:pt>
                <c:pt idx="1681">
                  <c:v>822.8</c:v>
                </c:pt>
                <c:pt idx="1682">
                  <c:v>840.55</c:v>
                </c:pt>
                <c:pt idx="1683">
                  <c:v>873.8</c:v>
                </c:pt>
                <c:pt idx="1684">
                  <c:v>865.5</c:v>
                </c:pt>
                <c:pt idx="1685">
                  <c:v>877.9</c:v>
                </c:pt>
                <c:pt idx="1686">
                  <c:v>883.05</c:v>
                </c:pt>
                <c:pt idx="1687">
                  <c:v>881.05</c:v>
                </c:pt>
                <c:pt idx="1688">
                  <c:v>875.7</c:v>
                </c:pt>
                <c:pt idx="1689">
                  <c:v>883.45</c:v>
                </c:pt>
                <c:pt idx="1690">
                  <c:v>875.85</c:v>
                </c:pt>
                <c:pt idx="1691">
                  <c:v>878.3</c:v>
                </c:pt>
                <c:pt idx="1692">
                  <c:v>888.65</c:v>
                </c:pt>
                <c:pt idx="1693">
                  <c:v>899.25</c:v>
                </c:pt>
                <c:pt idx="1694">
                  <c:v>929.1</c:v>
                </c:pt>
                <c:pt idx="1695">
                  <c:v>925.35</c:v>
                </c:pt>
                <c:pt idx="1696">
                  <c:v>919.75</c:v>
                </c:pt>
                <c:pt idx="1697">
                  <c:v>890.15</c:v>
                </c:pt>
                <c:pt idx="1698">
                  <c:v>931</c:v>
                </c:pt>
                <c:pt idx="1699">
                  <c:v>933.75</c:v>
                </c:pt>
                <c:pt idx="1700">
                  <c:v>929.9</c:v>
                </c:pt>
                <c:pt idx="1701">
                  <c:v>938</c:v>
                </c:pt>
                <c:pt idx="1702">
                  <c:v>965.85</c:v>
                </c:pt>
                <c:pt idx="1703">
                  <c:v>959.15</c:v>
                </c:pt>
                <c:pt idx="1704">
                  <c:v>987.75</c:v>
                </c:pt>
                <c:pt idx="1705">
                  <c:v>1048.8</c:v>
                </c:pt>
                <c:pt idx="1706">
                  <c:v>1007.8</c:v>
                </c:pt>
                <c:pt idx="1707">
                  <c:v>979.85</c:v>
                </c:pt>
                <c:pt idx="1708">
                  <c:v>963.5</c:v>
                </c:pt>
                <c:pt idx="1709">
                  <c:v>960.15</c:v>
                </c:pt>
                <c:pt idx="1710">
                  <c:v>960.95</c:v>
                </c:pt>
                <c:pt idx="1711">
                  <c:v>969.5</c:v>
                </c:pt>
                <c:pt idx="1712">
                  <c:v>999.8</c:v>
                </c:pt>
                <c:pt idx="1713">
                  <c:v>999.3</c:v>
                </c:pt>
                <c:pt idx="1714">
                  <c:v>1029.3499999999999</c:v>
                </c:pt>
                <c:pt idx="1715">
                  <c:v>1004.6</c:v>
                </c:pt>
                <c:pt idx="1716">
                  <c:v>998.95</c:v>
                </c:pt>
                <c:pt idx="1717">
                  <c:v>1010.55</c:v>
                </c:pt>
                <c:pt idx="1718">
                  <c:v>1001.55</c:v>
                </c:pt>
                <c:pt idx="1719">
                  <c:v>998.9</c:v>
                </c:pt>
                <c:pt idx="1720">
                  <c:v>994.85</c:v>
                </c:pt>
                <c:pt idx="1721">
                  <c:v>1002.6</c:v>
                </c:pt>
                <c:pt idx="1722">
                  <c:v>1017.8</c:v>
                </c:pt>
                <c:pt idx="1723">
                  <c:v>1044.5</c:v>
                </c:pt>
                <c:pt idx="1724">
                  <c:v>1055.8</c:v>
                </c:pt>
                <c:pt idx="1725">
                  <c:v>1065.6500000000001</c:v>
                </c:pt>
                <c:pt idx="1726">
                  <c:v>1076.45</c:v>
                </c:pt>
                <c:pt idx="1727">
                  <c:v>1144.3499999999999</c:v>
                </c:pt>
                <c:pt idx="1728">
                  <c:v>1126.55</c:v>
                </c:pt>
                <c:pt idx="1729">
                  <c:v>1086.5</c:v>
                </c:pt>
                <c:pt idx="1730">
                  <c:v>1092.4000000000001</c:v>
                </c:pt>
                <c:pt idx="1731">
                  <c:v>1077.5</c:v>
                </c:pt>
                <c:pt idx="1732">
                  <c:v>1113.05</c:v>
                </c:pt>
                <c:pt idx="1733">
                  <c:v>1106</c:v>
                </c:pt>
                <c:pt idx="1734">
                  <c:v>1110.95</c:v>
                </c:pt>
                <c:pt idx="1735">
                  <c:v>1087.2</c:v>
                </c:pt>
                <c:pt idx="1736">
                  <c:v>1087.3499999999999</c:v>
                </c:pt>
                <c:pt idx="1737">
                  <c:v>1121.8</c:v>
                </c:pt>
                <c:pt idx="1738">
                  <c:v>1123.7</c:v>
                </c:pt>
                <c:pt idx="1739">
                  <c:v>1100.3499999999999</c:v>
                </c:pt>
                <c:pt idx="1740">
                  <c:v>1085.7</c:v>
                </c:pt>
                <c:pt idx="1741">
                  <c:v>1087.25</c:v>
                </c:pt>
                <c:pt idx="1742">
                  <c:v>1106.1500000000001</c:v>
                </c:pt>
                <c:pt idx="1743">
                  <c:v>1085.8499999999999</c:v>
                </c:pt>
                <c:pt idx="1744">
                  <c:v>1032.7</c:v>
                </c:pt>
                <c:pt idx="1745">
                  <c:v>1028.1500000000001</c:v>
                </c:pt>
                <c:pt idx="1746">
                  <c:v>1039.0999999999999</c:v>
                </c:pt>
                <c:pt idx="1747">
                  <c:v>1045.75</c:v>
                </c:pt>
                <c:pt idx="1748">
                  <c:v>1056.4000000000001</c:v>
                </c:pt>
                <c:pt idx="1749">
                  <c:v>1066.7</c:v>
                </c:pt>
                <c:pt idx="1750">
                  <c:v>1038.75</c:v>
                </c:pt>
                <c:pt idx="1751">
                  <c:v>1020.7</c:v>
                </c:pt>
                <c:pt idx="1752">
                  <c:v>1009.3</c:v>
                </c:pt>
                <c:pt idx="1753">
                  <c:v>1005.8</c:v>
                </c:pt>
                <c:pt idx="1754">
                  <c:v>1030.8499999999999</c:v>
                </c:pt>
                <c:pt idx="1755">
                  <c:v>1059.7</c:v>
                </c:pt>
                <c:pt idx="1756">
                  <c:v>1080.05</c:v>
                </c:pt>
                <c:pt idx="1757">
                  <c:v>1067.95</c:v>
                </c:pt>
                <c:pt idx="1758">
                  <c:v>1070</c:v>
                </c:pt>
                <c:pt idx="1759">
                  <c:v>1065.3</c:v>
                </c:pt>
                <c:pt idx="1760">
                  <c:v>1050.05</c:v>
                </c:pt>
                <c:pt idx="1761">
                  <c:v>1056.9000000000001</c:v>
                </c:pt>
                <c:pt idx="1762">
                  <c:v>1024.95</c:v>
                </c:pt>
                <c:pt idx="1763">
                  <c:v>1013.9</c:v>
                </c:pt>
                <c:pt idx="1764">
                  <c:v>998.65</c:v>
                </c:pt>
                <c:pt idx="1765">
                  <c:v>996.15</c:v>
                </c:pt>
                <c:pt idx="1766">
                  <c:v>1061.5999999999999</c:v>
                </c:pt>
                <c:pt idx="1767">
                  <c:v>1094</c:v>
                </c:pt>
                <c:pt idx="1768">
                  <c:v>1096.0999999999999</c:v>
                </c:pt>
                <c:pt idx="1769">
                  <c:v>1061.1500000000001</c:v>
                </c:pt>
                <c:pt idx="1770">
                  <c:v>1061.05</c:v>
                </c:pt>
                <c:pt idx="1771">
                  <c:v>1068.4000000000001</c:v>
                </c:pt>
                <c:pt idx="1772">
                  <c:v>1056.3</c:v>
                </c:pt>
                <c:pt idx="1773">
                  <c:v>1032.9000000000001</c:v>
                </c:pt>
                <c:pt idx="1774">
                  <c:v>1058.45</c:v>
                </c:pt>
                <c:pt idx="1775">
                  <c:v>1066.0999999999999</c:v>
                </c:pt>
                <c:pt idx="1776">
                  <c:v>1062.4000000000001</c:v>
                </c:pt>
                <c:pt idx="1777">
                  <c:v>1078.5999999999999</c:v>
                </c:pt>
                <c:pt idx="1778">
                  <c:v>1103.95</c:v>
                </c:pt>
                <c:pt idx="1779">
                  <c:v>1106.0999999999999</c:v>
                </c:pt>
                <c:pt idx="1780">
                  <c:v>1103.3499999999999</c:v>
                </c:pt>
                <c:pt idx="1781">
                  <c:v>1089.3</c:v>
                </c:pt>
                <c:pt idx="1782">
                  <c:v>1101.95</c:v>
                </c:pt>
                <c:pt idx="1783">
                  <c:v>1109.8</c:v>
                </c:pt>
                <c:pt idx="1784">
                  <c:v>1113.8</c:v>
                </c:pt>
                <c:pt idx="1785">
                  <c:v>1096.05</c:v>
                </c:pt>
                <c:pt idx="1786">
                  <c:v>1068.7</c:v>
                </c:pt>
                <c:pt idx="1787">
                  <c:v>1017.25</c:v>
                </c:pt>
                <c:pt idx="1788">
                  <c:v>1041.8</c:v>
                </c:pt>
                <c:pt idx="1789">
                  <c:v>1033.25</c:v>
                </c:pt>
                <c:pt idx="1790">
                  <c:v>1031.5999999999999</c:v>
                </c:pt>
                <c:pt idx="1791">
                  <c:v>1016</c:v>
                </c:pt>
                <c:pt idx="1792">
                  <c:v>987.3</c:v>
                </c:pt>
                <c:pt idx="1793">
                  <c:v>958.2</c:v>
                </c:pt>
                <c:pt idx="1794">
                  <c:v>951.75</c:v>
                </c:pt>
                <c:pt idx="1795">
                  <c:v>975.9</c:v>
                </c:pt>
                <c:pt idx="1796">
                  <c:v>935</c:v>
                </c:pt>
                <c:pt idx="1797">
                  <c:v>980.3</c:v>
                </c:pt>
                <c:pt idx="1798">
                  <c:v>937.6</c:v>
                </c:pt>
                <c:pt idx="1799">
                  <c:v>928.05</c:v>
                </c:pt>
                <c:pt idx="1800">
                  <c:v>927.95</c:v>
                </c:pt>
                <c:pt idx="1801">
                  <c:v>915.55</c:v>
                </c:pt>
                <c:pt idx="1802">
                  <c:v>974.15</c:v>
                </c:pt>
                <c:pt idx="1803">
                  <c:v>976.9</c:v>
                </c:pt>
                <c:pt idx="1804">
                  <c:v>950.05</c:v>
                </c:pt>
                <c:pt idx="1805">
                  <c:v>960.15</c:v>
                </c:pt>
                <c:pt idx="1806">
                  <c:v>932.95</c:v>
                </c:pt>
                <c:pt idx="1807">
                  <c:v>918.4</c:v>
                </c:pt>
                <c:pt idx="1808">
                  <c:v>903.5</c:v>
                </c:pt>
                <c:pt idx="1809">
                  <c:v>924.65</c:v>
                </c:pt>
                <c:pt idx="1810">
                  <c:v>955.25</c:v>
                </c:pt>
                <c:pt idx="1811">
                  <c:v>965.6</c:v>
                </c:pt>
                <c:pt idx="1812">
                  <c:v>1025.9000000000001</c:v>
                </c:pt>
                <c:pt idx="1813">
                  <c:v>1011.15</c:v>
                </c:pt>
                <c:pt idx="1814">
                  <c:v>973.2</c:v>
                </c:pt>
                <c:pt idx="1815">
                  <c:v>958.45</c:v>
                </c:pt>
                <c:pt idx="1816">
                  <c:v>933.75</c:v>
                </c:pt>
                <c:pt idx="1817">
                  <c:v>954.15</c:v>
                </c:pt>
                <c:pt idx="1818">
                  <c:v>901.35</c:v>
                </c:pt>
                <c:pt idx="1819">
                  <c:v>914.2</c:v>
                </c:pt>
                <c:pt idx="1820">
                  <c:v>925.05</c:v>
                </c:pt>
                <c:pt idx="1821">
                  <c:v>942.6</c:v>
                </c:pt>
                <c:pt idx="1822">
                  <c:v>971.15</c:v>
                </c:pt>
                <c:pt idx="1823">
                  <c:v>991.95</c:v>
                </c:pt>
                <c:pt idx="1824">
                  <c:v>979.35</c:v>
                </c:pt>
                <c:pt idx="1825">
                  <c:v>958.35</c:v>
                </c:pt>
                <c:pt idx="1826">
                  <c:v>981.2</c:v>
                </c:pt>
                <c:pt idx="1827">
                  <c:v>974.95</c:v>
                </c:pt>
                <c:pt idx="1828">
                  <c:v>978.05</c:v>
                </c:pt>
                <c:pt idx="1829">
                  <c:v>980.4</c:v>
                </c:pt>
                <c:pt idx="1830">
                  <c:v>982.45</c:v>
                </c:pt>
                <c:pt idx="1831">
                  <c:v>994.6</c:v>
                </c:pt>
                <c:pt idx="1832">
                  <c:v>986.8</c:v>
                </c:pt>
                <c:pt idx="1833">
                  <c:v>1013.75</c:v>
                </c:pt>
                <c:pt idx="1834">
                  <c:v>1031</c:v>
                </c:pt>
                <c:pt idx="1835">
                  <c:v>1034.45</c:v>
                </c:pt>
                <c:pt idx="1836">
                  <c:v>1014.6</c:v>
                </c:pt>
                <c:pt idx="1837">
                  <c:v>1024.1500000000001</c:v>
                </c:pt>
                <c:pt idx="1838">
                  <c:v>1004.6</c:v>
                </c:pt>
                <c:pt idx="1839">
                  <c:v>1007.75</c:v>
                </c:pt>
                <c:pt idx="1840">
                  <c:v>1000.05</c:v>
                </c:pt>
                <c:pt idx="1841">
                  <c:v>991.3</c:v>
                </c:pt>
                <c:pt idx="1842">
                  <c:v>994.7</c:v>
                </c:pt>
                <c:pt idx="1843">
                  <c:v>1011.8</c:v>
                </c:pt>
                <c:pt idx="1844">
                  <c:v>992.6</c:v>
                </c:pt>
                <c:pt idx="1845">
                  <c:v>995.9</c:v>
                </c:pt>
                <c:pt idx="1846">
                  <c:v>1011.05</c:v>
                </c:pt>
                <c:pt idx="1847">
                  <c:v>1035.45</c:v>
                </c:pt>
                <c:pt idx="1848">
                  <c:v>1042.05</c:v>
                </c:pt>
                <c:pt idx="1849">
                  <c:v>1070.3</c:v>
                </c:pt>
                <c:pt idx="1850">
                  <c:v>1106.8</c:v>
                </c:pt>
                <c:pt idx="1851">
                  <c:v>1115.0999999999999</c:v>
                </c:pt>
                <c:pt idx="1852">
                  <c:v>1114.6500000000001</c:v>
                </c:pt>
                <c:pt idx="1853">
                  <c:v>1091.1500000000001</c:v>
                </c:pt>
                <c:pt idx="1854">
                  <c:v>1069.2</c:v>
                </c:pt>
                <c:pt idx="1855">
                  <c:v>1127.1500000000001</c:v>
                </c:pt>
                <c:pt idx="1856">
                  <c:v>1144.4000000000001</c:v>
                </c:pt>
                <c:pt idx="1857">
                  <c:v>1104.05</c:v>
                </c:pt>
                <c:pt idx="1858">
                  <c:v>1147.5999999999999</c:v>
                </c:pt>
                <c:pt idx="1859">
                  <c:v>1153.45</c:v>
                </c:pt>
                <c:pt idx="1860">
                  <c:v>1168.4000000000001</c:v>
                </c:pt>
                <c:pt idx="1861">
                  <c:v>1159.5999999999999</c:v>
                </c:pt>
                <c:pt idx="1862">
                  <c:v>1127.2</c:v>
                </c:pt>
                <c:pt idx="1863">
                  <c:v>1105.55</c:v>
                </c:pt>
                <c:pt idx="1864">
                  <c:v>1090.95</c:v>
                </c:pt>
                <c:pt idx="1865">
                  <c:v>1097.3499999999999</c:v>
                </c:pt>
                <c:pt idx="1866">
                  <c:v>1088.1500000000001</c:v>
                </c:pt>
                <c:pt idx="1867">
                  <c:v>1082.9000000000001</c:v>
                </c:pt>
                <c:pt idx="1868">
                  <c:v>1096.4000000000001</c:v>
                </c:pt>
                <c:pt idx="1869">
                  <c:v>1110.3499999999999</c:v>
                </c:pt>
                <c:pt idx="1870">
                  <c:v>1088.45</c:v>
                </c:pt>
                <c:pt idx="1871">
                  <c:v>1099.95</c:v>
                </c:pt>
                <c:pt idx="1872">
                  <c:v>1100.05</c:v>
                </c:pt>
                <c:pt idx="1873">
                  <c:v>1101.8</c:v>
                </c:pt>
                <c:pt idx="1874">
                  <c:v>1103</c:v>
                </c:pt>
                <c:pt idx="1875">
                  <c:v>1099.8</c:v>
                </c:pt>
                <c:pt idx="1876">
                  <c:v>1098.7</c:v>
                </c:pt>
                <c:pt idx="1877">
                  <c:v>1090.3499999999999</c:v>
                </c:pt>
                <c:pt idx="1878">
                  <c:v>1097.3</c:v>
                </c:pt>
                <c:pt idx="1879">
                  <c:v>1146.75</c:v>
                </c:pt>
                <c:pt idx="1880">
                  <c:v>1147.55</c:v>
                </c:pt>
                <c:pt idx="1881">
                  <c:v>1150.5</c:v>
                </c:pt>
                <c:pt idx="1882">
                  <c:v>1150.75</c:v>
                </c:pt>
                <c:pt idx="1883">
                  <c:v>1129.0999999999999</c:v>
                </c:pt>
                <c:pt idx="1884">
                  <c:v>1158.3</c:v>
                </c:pt>
                <c:pt idx="1885">
                  <c:v>1167.5999999999999</c:v>
                </c:pt>
                <c:pt idx="1886">
                  <c:v>1149.3</c:v>
                </c:pt>
                <c:pt idx="1887">
                  <c:v>1148.75</c:v>
                </c:pt>
                <c:pt idx="1888">
                  <c:v>1201.45</c:v>
                </c:pt>
                <c:pt idx="1889">
                  <c:v>1226.4000000000001</c:v>
                </c:pt>
                <c:pt idx="1890">
                  <c:v>1217.6500000000001</c:v>
                </c:pt>
                <c:pt idx="1891">
                  <c:v>1199.3</c:v>
                </c:pt>
                <c:pt idx="1892">
                  <c:v>1200.05</c:v>
                </c:pt>
                <c:pt idx="1893">
                  <c:v>1209.25</c:v>
                </c:pt>
                <c:pt idx="1894">
                  <c:v>1200.9000000000001</c:v>
                </c:pt>
                <c:pt idx="1895">
                  <c:v>1230.3</c:v>
                </c:pt>
                <c:pt idx="1896">
                  <c:v>1248.9000000000001</c:v>
                </c:pt>
                <c:pt idx="1897">
                  <c:v>1239.05</c:v>
                </c:pt>
                <c:pt idx="1898">
                  <c:v>1217.25</c:v>
                </c:pt>
                <c:pt idx="1899">
                  <c:v>1169.3499999999999</c:v>
                </c:pt>
                <c:pt idx="1900">
                  <c:v>1168.8499999999999</c:v>
                </c:pt>
                <c:pt idx="1901">
                  <c:v>1200.5999999999999</c:v>
                </c:pt>
                <c:pt idx="1902">
                  <c:v>1161.3499999999999</c:v>
                </c:pt>
                <c:pt idx="1903">
                  <c:v>1152.4000000000001</c:v>
                </c:pt>
                <c:pt idx="1904">
                  <c:v>1155</c:v>
                </c:pt>
                <c:pt idx="1905">
                  <c:v>1132.5</c:v>
                </c:pt>
                <c:pt idx="1906">
                  <c:v>1141.4000000000001</c:v>
                </c:pt>
                <c:pt idx="1907">
                  <c:v>1171.75</c:v>
                </c:pt>
                <c:pt idx="1908">
                  <c:v>1155.6500000000001</c:v>
                </c:pt>
                <c:pt idx="1909">
                  <c:v>1130.5</c:v>
                </c:pt>
                <c:pt idx="1910">
                  <c:v>1135.6500000000001</c:v>
                </c:pt>
                <c:pt idx="1911">
                  <c:v>1147.6500000000001</c:v>
                </c:pt>
                <c:pt idx="1912">
                  <c:v>1094</c:v>
                </c:pt>
                <c:pt idx="1913">
                  <c:v>1068.0999999999999</c:v>
                </c:pt>
                <c:pt idx="1914">
                  <c:v>1110.9000000000001</c:v>
                </c:pt>
                <c:pt idx="1915">
                  <c:v>1103.95</c:v>
                </c:pt>
                <c:pt idx="1916">
                  <c:v>1117.4000000000001</c:v>
                </c:pt>
                <c:pt idx="1917">
                  <c:v>1100.1500000000001</c:v>
                </c:pt>
                <c:pt idx="1918">
                  <c:v>1097.7</c:v>
                </c:pt>
                <c:pt idx="1919">
                  <c:v>1119.5999999999999</c:v>
                </c:pt>
                <c:pt idx="1920">
                  <c:v>1150.5999999999999</c:v>
                </c:pt>
                <c:pt idx="1921">
                  <c:v>1162.55</c:v>
                </c:pt>
                <c:pt idx="1922">
                  <c:v>1180.5999999999999</c:v>
                </c:pt>
                <c:pt idx="1923">
                  <c:v>1171.7</c:v>
                </c:pt>
                <c:pt idx="1924">
                  <c:v>1176.4000000000001</c:v>
                </c:pt>
                <c:pt idx="1925">
                  <c:v>1176.45</c:v>
                </c:pt>
                <c:pt idx="1926">
                  <c:v>1172.45</c:v>
                </c:pt>
                <c:pt idx="1927">
                  <c:v>1184.5999999999999</c:v>
                </c:pt>
                <c:pt idx="1928">
                  <c:v>1196.55</c:v>
                </c:pt>
                <c:pt idx="1929">
                  <c:v>1196.0999999999999</c:v>
                </c:pt>
                <c:pt idx="1930">
                  <c:v>1187.8</c:v>
                </c:pt>
                <c:pt idx="1931">
                  <c:v>1182.1500000000001</c:v>
                </c:pt>
                <c:pt idx="1932">
                  <c:v>1213.5</c:v>
                </c:pt>
                <c:pt idx="1933">
                  <c:v>1232.7</c:v>
                </c:pt>
                <c:pt idx="1934">
                  <c:v>1226.1500000000001</c:v>
                </c:pt>
                <c:pt idx="1935">
                  <c:v>1231.1500000000001</c:v>
                </c:pt>
                <c:pt idx="1936">
                  <c:v>1324.3</c:v>
                </c:pt>
                <c:pt idx="1937">
                  <c:v>1326.2</c:v>
                </c:pt>
                <c:pt idx="1938">
                  <c:v>1318.45</c:v>
                </c:pt>
                <c:pt idx="1939">
                  <c:v>1346.5</c:v>
                </c:pt>
                <c:pt idx="1940">
                  <c:v>1396.35</c:v>
                </c:pt>
                <c:pt idx="1941">
                  <c:v>1375.7</c:v>
                </c:pt>
                <c:pt idx="1942">
                  <c:v>1433</c:v>
                </c:pt>
                <c:pt idx="1943">
                  <c:v>1435.6</c:v>
                </c:pt>
                <c:pt idx="1944">
                  <c:v>1411.65</c:v>
                </c:pt>
                <c:pt idx="1945">
                  <c:v>1424.8</c:v>
                </c:pt>
                <c:pt idx="1946">
                  <c:v>1409.7</c:v>
                </c:pt>
                <c:pt idx="1947">
                  <c:v>1403.15</c:v>
                </c:pt>
                <c:pt idx="1948">
                  <c:v>1407.35</c:v>
                </c:pt>
                <c:pt idx="1949">
                  <c:v>1421.15</c:v>
                </c:pt>
                <c:pt idx="1950">
                  <c:v>1416.95</c:v>
                </c:pt>
                <c:pt idx="1951">
                  <c:v>1460.7</c:v>
                </c:pt>
                <c:pt idx="1952">
                  <c:v>1432.7</c:v>
                </c:pt>
                <c:pt idx="1953">
                  <c:v>1499.2</c:v>
                </c:pt>
                <c:pt idx="1954">
                  <c:v>1507.75</c:v>
                </c:pt>
                <c:pt idx="1955">
                  <c:v>1462.75</c:v>
                </c:pt>
                <c:pt idx="1956">
                  <c:v>1388.2</c:v>
                </c:pt>
                <c:pt idx="1957">
                  <c:v>1366.35</c:v>
                </c:pt>
                <c:pt idx="1958">
                  <c:v>1371.9</c:v>
                </c:pt>
                <c:pt idx="1959">
                  <c:v>1488.2</c:v>
                </c:pt>
                <c:pt idx="1960">
                  <c:v>1513.95</c:v>
                </c:pt>
                <c:pt idx="1961">
                  <c:v>1554</c:v>
                </c:pt>
                <c:pt idx="1962">
                  <c:v>1546.5</c:v>
                </c:pt>
                <c:pt idx="1963">
                  <c:v>1646.95</c:v>
                </c:pt>
                <c:pt idx="1964">
                  <c:v>1620.55</c:v>
                </c:pt>
                <c:pt idx="1965">
                  <c:v>1653.4</c:v>
                </c:pt>
                <c:pt idx="1966">
                  <c:v>1690.2</c:v>
                </c:pt>
                <c:pt idx="1967">
                  <c:v>1770.5</c:v>
                </c:pt>
                <c:pt idx="1968">
                  <c:v>1716.05</c:v>
                </c:pt>
                <c:pt idx="1969">
                  <c:v>1708.2</c:v>
                </c:pt>
                <c:pt idx="1970">
                  <c:v>1616.85</c:v>
                </c:pt>
                <c:pt idx="1971">
                  <c:v>1555.35</c:v>
                </c:pt>
                <c:pt idx="1972">
                  <c:v>1536.25</c:v>
                </c:pt>
                <c:pt idx="1973">
                  <c:v>1477.35</c:v>
                </c:pt>
                <c:pt idx="1974">
                  <c:v>1574.2</c:v>
                </c:pt>
                <c:pt idx="1975">
                  <c:v>1752.3</c:v>
                </c:pt>
                <c:pt idx="1976">
                  <c:v>1700.45</c:v>
                </c:pt>
                <c:pt idx="1977">
                  <c:v>1687.1</c:v>
                </c:pt>
                <c:pt idx="1978">
                  <c:v>1654.55</c:v>
                </c:pt>
                <c:pt idx="1979">
                  <c:v>1630.3</c:v>
                </c:pt>
                <c:pt idx="1980">
                  <c:v>1580.9</c:v>
                </c:pt>
                <c:pt idx="1981">
                  <c:v>1591.7</c:v>
                </c:pt>
                <c:pt idx="1982">
                  <c:v>1562.7</c:v>
                </c:pt>
                <c:pt idx="1983">
                  <c:v>1643.35</c:v>
                </c:pt>
                <c:pt idx="1984">
                  <c:v>1632.65</c:v>
                </c:pt>
                <c:pt idx="1985">
                  <c:v>1606.35</c:v>
                </c:pt>
                <c:pt idx="1986">
                  <c:v>1674.4</c:v>
                </c:pt>
                <c:pt idx="1987">
                  <c:v>1716.15</c:v>
                </c:pt>
                <c:pt idx="1988">
                  <c:v>1696.1</c:v>
                </c:pt>
                <c:pt idx="1989">
                  <c:v>1701.65</c:v>
                </c:pt>
                <c:pt idx="1990">
                  <c:v>1723.8</c:v>
                </c:pt>
                <c:pt idx="1991">
                  <c:v>1689.95</c:v>
                </c:pt>
                <c:pt idx="1992">
                  <c:v>1719.8</c:v>
                </c:pt>
                <c:pt idx="1993">
                  <c:v>1687.95</c:v>
                </c:pt>
                <c:pt idx="1994">
                  <c:v>1780.55</c:v>
                </c:pt>
                <c:pt idx="1995">
                  <c:v>1784.05</c:v>
                </c:pt>
                <c:pt idx="1996">
                  <c:v>1756.35</c:v>
                </c:pt>
                <c:pt idx="1997">
                  <c:v>1724.45</c:v>
                </c:pt>
                <c:pt idx="1998">
                  <c:v>1683.55</c:v>
                </c:pt>
                <c:pt idx="1999">
                  <c:v>1661.75</c:v>
                </c:pt>
                <c:pt idx="2000">
                  <c:v>1653.05</c:v>
                </c:pt>
                <c:pt idx="2001">
                  <c:v>1642.7</c:v>
                </c:pt>
                <c:pt idx="2002">
                  <c:v>1698.15</c:v>
                </c:pt>
                <c:pt idx="2003">
                  <c:v>1706.75</c:v>
                </c:pt>
                <c:pt idx="2004">
                  <c:v>1745.5</c:v>
                </c:pt>
                <c:pt idx="2005">
                  <c:v>1730.3</c:v>
                </c:pt>
                <c:pt idx="2006">
                  <c:v>1729.1</c:v>
                </c:pt>
                <c:pt idx="2007">
                  <c:v>1729.5</c:v>
                </c:pt>
                <c:pt idx="2008">
                  <c:v>1715.3</c:v>
                </c:pt>
                <c:pt idx="2009">
                  <c:v>1694.4</c:v>
                </c:pt>
                <c:pt idx="2010">
                  <c:v>1696.4</c:v>
                </c:pt>
                <c:pt idx="2011">
                  <c:v>1655.4</c:v>
                </c:pt>
                <c:pt idx="2012">
                  <c:v>1715.75</c:v>
                </c:pt>
                <c:pt idx="2013">
                  <c:v>1744.6</c:v>
                </c:pt>
                <c:pt idx="2014">
                  <c:v>1722</c:v>
                </c:pt>
                <c:pt idx="2015">
                  <c:v>1764.55</c:v>
                </c:pt>
                <c:pt idx="2016">
                  <c:v>1783.15</c:v>
                </c:pt>
                <c:pt idx="2017">
                  <c:v>1788.95</c:v>
                </c:pt>
                <c:pt idx="2018">
                  <c:v>1673.75</c:v>
                </c:pt>
                <c:pt idx="2019">
                  <c:v>1643.6</c:v>
                </c:pt>
                <c:pt idx="2020">
                  <c:v>1571</c:v>
                </c:pt>
                <c:pt idx="2021">
                  <c:v>1507.1</c:v>
                </c:pt>
                <c:pt idx="2022">
                  <c:v>1426.4</c:v>
                </c:pt>
                <c:pt idx="2023">
                  <c:v>1534.3</c:v>
                </c:pt>
                <c:pt idx="2024">
                  <c:v>1510.4</c:v>
                </c:pt>
                <c:pt idx="2025">
                  <c:v>1608.45</c:v>
                </c:pt>
                <c:pt idx="2026">
                  <c:v>1590.2</c:v>
                </c:pt>
                <c:pt idx="2027">
                  <c:v>1537.35</c:v>
                </c:pt>
                <c:pt idx="2028">
                  <c:v>1532.95</c:v>
                </c:pt>
                <c:pt idx="2029">
                  <c:v>1569.55</c:v>
                </c:pt>
                <c:pt idx="2030">
                  <c:v>1571</c:v>
                </c:pt>
                <c:pt idx="2031">
                  <c:v>1547.4</c:v>
                </c:pt>
                <c:pt idx="2032">
                  <c:v>1512.25</c:v>
                </c:pt>
                <c:pt idx="2033">
                  <c:v>1500.1</c:v>
                </c:pt>
                <c:pt idx="2034">
                  <c:v>1491.8</c:v>
                </c:pt>
                <c:pt idx="2035">
                  <c:v>1441.95</c:v>
                </c:pt>
                <c:pt idx="2036">
                  <c:v>1410.75</c:v>
                </c:pt>
                <c:pt idx="2037">
                  <c:v>1407.65</c:v>
                </c:pt>
                <c:pt idx="2038">
                  <c:v>1468.5</c:v>
                </c:pt>
                <c:pt idx="2039">
                  <c:v>1536.45</c:v>
                </c:pt>
                <c:pt idx="2040">
                  <c:v>1562.25</c:v>
                </c:pt>
                <c:pt idx="2041">
                  <c:v>1556.85</c:v>
                </c:pt>
                <c:pt idx="2042">
                  <c:v>1571.9</c:v>
                </c:pt>
                <c:pt idx="2043">
                  <c:v>1537.2</c:v>
                </c:pt>
                <c:pt idx="2044">
                  <c:v>1540.85</c:v>
                </c:pt>
                <c:pt idx="2045">
                  <c:v>1474.3</c:v>
                </c:pt>
                <c:pt idx="2046">
                  <c:v>1421.75</c:v>
                </c:pt>
                <c:pt idx="2047">
                  <c:v>1454.9</c:v>
                </c:pt>
                <c:pt idx="2048">
                  <c:v>1452.3</c:v>
                </c:pt>
                <c:pt idx="2049">
                  <c:v>1472.55</c:v>
                </c:pt>
                <c:pt idx="2050">
                  <c:v>1456.75</c:v>
                </c:pt>
                <c:pt idx="2051">
                  <c:v>1389.9</c:v>
                </c:pt>
                <c:pt idx="2052">
                  <c:v>1351.75</c:v>
                </c:pt>
                <c:pt idx="2053">
                  <c:v>1332.75</c:v>
                </c:pt>
                <c:pt idx="2054">
                  <c:v>1282.25</c:v>
                </c:pt>
                <c:pt idx="2055">
                  <c:v>1311.5</c:v>
                </c:pt>
                <c:pt idx="2056">
                  <c:v>1333.2</c:v>
                </c:pt>
                <c:pt idx="2057">
                  <c:v>1370.55</c:v>
                </c:pt>
                <c:pt idx="2058">
                  <c:v>1299.1500000000001</c:v>
                </c:pt>
                <c:pt idx="2059">
                  <c:v>1315.45</c:v>
                </c:pt>
                <c:pt idx="2060">
                  <c:v>1226</c:v>
                </c:pt>
                <c:pt idx="2061">
                  <c:v>1230.95</c:v>
                </c:pt>
                <c:pt idx="2062">
                  <c:v>1272.5999999999999</c:v>
                </c:pt>
                <c:pt idx="2063">
                  <c:v>1341.9</c:v>
                </c:pt>
                <c:pt idx="2064">
                  <c:v>1414</c:v>
                </c:pt>
                <c:pt idx="2065">
                  <c:v>1439.2</c:v>
                </c:pt>
                <c:pt idx="2066">
                  <c:v>1433.2</c:v>
                </c:pt>
                <c:pt idx="2067">
                  <c:v>1407</c:v>
                </c:pt>
                <c:pt idx="2068">
                  <c:v>1331.25</c:v>
                </c:pt>
                <c:pt idx="2069">
                  <c:v>1309.55</c:v>
                </c:pt>
                <c:pt idx="2070">
                  <c:v>1328</c:v>
                </c:pt>
                <c:pt idx="2071">
                  <c:v>1331.15</c:v>
                </c:pt>
                <c:pt idx="2072">
                  <c:v>1293.8499999999999</c:v>
                </c:pt>
                <c:pt idx="2073">
                  <c:v>1303.4000000000001</c:v>
                </c:pt>
                <c:pt idx="2074">
                  <c:v>1308.55</c:v>
                </c:pt>
                <c:pt idx="2075">
                  <c:v>1379.85</c:v>
                </c:pt>
                <c:pt idx="2076">
                  <c:v>1326.55</c:v>
                </c:pt>
                <c:pt idx="2077">
                  <c:v>1330.05</c:v>
                </c:pt>
                <c:pt idx="2078">
                  <c:v>1303.3</c:v>
                </c:pt>
                <c:pt idx="2079">
                  <c:v>1308.3</c:v>
                </c:pt>
                <c:pt idx="2080">
                  <c:v>1401.2</c:v>
                </c:pt>
                <c:pt idx="2081">
                  <c:v>1460.75</c:v>
                </c:pt>
                <c:pt idx="2082">
                  <c:v>1508.25</c:v>
                </c:pt>
                <c:pt idx="2083">
                  <c:v>1445.35</c:v>
                </c:pt>
                <c:pt idx="2084">
                  <c:v>1442.6</c:v>
                </c:pt>
                <c:pt idx="2085">
                  <c:v>1500.4</c:v>
                </c:pt>
                <c:pt idx="2086">
                  <c:v>1523.35</c:v>
                </c:pt>
                <c:pt idx="2087">
                  <c:v>1547.8</c:v>
                </c:pt>
                <c:pt idx="2088">
                  <c:v>1524.15</c:v>
                </c:pt>
                <c:pt idx="2089">
                  <c:v>1540.4</c:v>
                </c:pt>
                <c:pt idx="2090">
                  <c:v>1528.55</c:v>
                </c:pt>
                <c:pt idx="2091">
                  <c:v>1542.85</c:v>
                </c:pt>
                <c:pt idx="2092">
                  <c:v>1541.9</c:v>
                </c:pt>
                <c:pt idx="2093">
                  <c:v>1508.35</c:v>
                </c:pt>
                <c:pt idx="2094">
                  <c:v>1452.5</c:v>
                </c:pt>
                <c:pt idx="2095">
                  <c:v>1468.05</c:v>
                </c:pt>
                <c:pt idx="2096">
                  <c:v>1480.25</c:v>
                </c:pt>
                <c:pt idx="2097">
                  <c:v>1464.8</c:v>
                </c:pt>
                <c:pt idx="2098">
                  <c:v>1478.5</c:v>
                </c:pt>
                <c:pt idx="2099">
                  <c:v>1500.4</c:v>
                </c:pt>
                <c:pt idx="2100">
                  <c:v>1461.2</c:v>
                </c:pt>
                <c:pt idx="2101">
                  <c:v>1410.05</c:v>
                </c:pt>
                <c:pt idx="2102">
                  <c:v>1383.75</c:v>
                </c:pt>
                <c:pt idx="2103">
                  <c:v>1381.5</c:v>
                </c:pt>
                <c:pt idx="2104">
                  <c:v>1347.6</c:v>
                </c:pt>
                <c:pt idx="2105">
                  <c:v>1332.7</c:v>
                </c:pt>
                <c:pt idx="2106">
                  <c:v>1351.35</c:v>
                </c:pt>
                <c:pt idx="2107">
                  <c:v>1319.55</c:v>
                </c:pt>
                <c:pt idx="2108">
                  <c:v>1368.7</c:v>
                </c:pt>
                <c:pt idx="2109">
                  <c:v>1310.5</c:v>
                </c:pt>
                <c:pt idx="2110">
                  <c:v>1266.4000000000001</c:v>
                </c:pt>
                <c:pt idx="2111">
                  <c:v>1215</c:v>
                </c:pt>
                <c:pt idx="2112">
                  <c:v>1248.1500000000001</c:v>
                </c:pt>
                <c:pt idx="2113">
                  <c:v>1232.45</c:v>
                </c:pt>
                <c:pt idx="2114">
                  <c:v>1183.5999999999999</c:v>
                </c:pt>
                <c:pt idx="2115">
                  <c:v>1132.3499999999999</c:v>
                </c:pt>
                <c:pt idx="2116">
                  <c:v>1196.3499999999999</c:v>
                </c:pt>
                <c:pt idx="2117">
                  <c:v>1161.55</c:v>
                </c:pt>
                <c:pt idx="2118">
                  <c:v>1122.1500000000001</c:v>
                </c:pt>
                <c:pt idx="2119">
                  <c:v>1149.25</c:v>
                </c:pt>
                <c:pt idx="2120">
                  <c:v>1213.6500000000001</c:v>
                </c:pt>
                <c:pt idx="2121">
                  <c:v>1168.4000000000001</c:v>
                </c:pt>
                <c:pt idx="2122">
                  <c:v>1122.95</c:v>
                </c:pt>
                <c:pt idx="2123">
                  <c:v>1098.25</c:v>
                </c:pt>
                <c:pt idx="2124">
                  <c:v>1095.55</c:v>
                </c:pt>
                <c:pt idx="2125">
                  <c:v>1059.6500000000001</c:v>
                </c:pt>
                <c:pt idx="2126">
                  <c:v>1074.3499999999999</c:v>
                </c:pt>
                <c:pt idx="2127">
                  <c:v>1060.5</c:v>
                </c:pt>
                <c:pt idx="2128">
                  <c:v>1021.6</c:v>
                </c:pt>
                <c:pt idx="2129">
                  <c:v>1007.4</c:v>
                </c:pt>
                <c:pt idx="2130">
                  <c:v>965.25</c:v>
                </c:pt>
                <c:pt idx="2131">
                  <c:v>1027.5999999999999</c:v>
                </c:pt>
                <c:pt idx="2132">
                  <c:v>984.45</c:v>
                </c:pt>
                <c:pt idx="2133">
                  <c:v>1000.3</c:v>
                </c:pt>
                <c:pt idx="2134">
                  <c:v>1005.4</c:v>
                </c:pt>
                <c:pt idx="2135">
                  <c:v>1001.75</c:v>
                </c:pt>
                <c:pt idx="2136">
                  <c:v>1058.25</c:v>
                </c:pt>
                <c:pt idx="2137">
                  <c:v>1054.2</c:v>
                </c:pt>
                <c:pt idx="2138">
                  <c:v>1067.8</c:v>
                </c:pt>
                <c:pt idx="2139">
                  <c:v>1031.6500000000001</c:v>
                </c:pt>
                <c:pt idx="2140">
                  <c:v>918.15</c:v>
                </c:pt>
                <c:pt idx="2141">
                  <c:v>903.6</c:v>
                </c:pt>
                <c:pt idx="2142">
                  <c:v>958.65</c:v>
                </c:pt>
                <c:pt idx="2143">
                  <c:v>1034.5</c:v>
                </c:pt>
                <c:pt idx="2144">
                  <c:v>1083.7</c:v>
                </c:pt>
                <c:pt idx="2145">
                  <c:v>1101.3</c:v>
                </c:pt>
                <c:pt idx="2146">
                  <c:v>1204.5999999999999</c:v>
                </c:pt>
                <c:pt idx="2147">
                  <c:v>1213.9000000000001</c:v>
                </c:pt>
                <c:pt idx="2148">
                  <c:v>1126.45</c:v>
                </c:pt>
                <c:pt idx="2149">
                  <c:v>1127.2</c:v>
                </c:pt>
                <c:pt idx="2150">
                  <c:v>1029.3</c:v>
                </c:pt>
                <c:pt idx="2151">
                  <c:v>1094.05</c:v>
                </c:pt>
                <c:pt idx="2152">
                  <c:v>1098.1500000000001</c:v>
                </c:pt>
                <c:pt idx="2153">
                  <c:v>1108.3</c:v>
                </c:pt>
                <c:pt idx="2154">
                  <c:v>1108.75</c:v>
                </c:pt>
                <c:pt idx="2155">
                  <c:v>1184.5</c:v>
                </c:pt>
                <c:pt idx="2156">
                  <c:v>1216.4000000000001</c:v>
                </c:pt>
                <c:pt idx="2157">
                  <c:v>1252.6500000000001</c:v>
                </c:pt>
                <c:pt idx="2158">
                  <c:v>1283.0999999999999</c:v>
                </c:pt>
                <c:pt idx="2159">
                  <c:v>1311.5</c:v>
                </c:pt>
                <c:pt idx="2160">
                  <c:v>1265.05</c:v>
                </c:pt>
                <c:pt idx="2161">
                  <c:v>1217.3499999999999</c:v>
                </c:pt>
                <c:pt idx="2162">
                  <c:v>1174.8</c:v>
                </c:pt>
                <c:pt idx="2163">
                  <c:v>1203.55</c:v>
                </c:pt>
                <c:pt idx="2164">
                  <c:v>1206.8499999999999</c:v>
                </c:pt>
                <c:pt idx="2165">
                  <c:v>1238.2</c:v>
                </c:pt>
                <c:pt idx="2166">
                  <c:v>1166.3499999999999</c:v>
                </c:pt>
                <c:pt idx="2167">
                  <c:v>1194</c:v>
                </c:pt>
                <c:pt idx="2168">
                  <c:v>1207.7</c:v>
                </c:pt>
                <c:pt idx="2169">
                  <c:v>1251.3</c:v>
                </c:pt>
                <c:pt idx="2170">
                  <c:v>1234</c:v>
                </c:pt>
                <c:pt idx="2171">
                  <c:v>1213.0999999999999</c:v>
                </c:pt>
                <c:pt idx="2172">
                  <c:v>1276.7</c:v>
                </c:pt>
                <c:pt idx="2173">
                  <c:v>1298.3</c:v>
                </c:pt>
                <c:pt idx="2174">
                  <c:v>1339.65</c:v>
                </c:pt>
                <c:pt idx="2175">
                  <c:v>1303.05</c:v>
                </c:pt>
                <c:pt idx="2176">
                  <c:v>1248.5</c:v>
                </c:pt>
                <c:pt idx="2177">
                  <c:v>1301.0999999999999</c:v>
                </c:pt>
                <c:pt idx="2178">
                  <c:v>1293.5999999999999</c:v>
                </c:pt>
                <c:pt idx="2179">
                  <c:v>1275.7</c:v>
                </c:pt>
                <c:pt idx="2180">
                  <c:v>1253</c:v>
                </c:pt>
                <c:pt idx="2181">
                  <c:v>1244.7</c:v>
                </c:pt>
                <c:pt idx="2182">
                  <c:v>1203.4000000000001</c:v>
                </c:pt>
                <c:pt idx="2183">
                  <c:v>1230.3499999999999</c:v>
                </c:pt>
                <c:pt idx="2184">
                  <c:v>1187.3499999999999</c:v>
                </c:pt>
                <c:pt idx="2185">
                  <c:v>1223.75</c:v>
                </c:pt>
                <c:pt idx="2186">
                  <c:v>1299.55</c:v>
                </c:pt>
                <c:pt idx="2187">
                  <c:v>1300.7</c:v>
                </c:pt>
                <c:pt idx="2188">
                  <c:v>1233.75</c:v>
                </c:pt>
                <c:pt idx="2189">
                  <c:v>1280.5999999999999</c:v>
                </c:pt>
                <c:pt idx="2190">
                  <c:v>1300.6500000000001</c:v>
                </c:pt>
                <c:pt idx="2191">
                  <c:v>1244.5999999999999</c:v>
                </c:pt>
                <c:pt idx="2192">
                  <c:v>1200.3499999999999</c:v>
                </c:pt>
                <c:pt idx="2193">
                  <c:v>1229.7</c:v>
                </c:pt>
                <c:pt idx="2194">
                  <c:v>1295.25</c:v>
                </c:pt>
                <c:pt idx="2195">
                  <c:v>1275.75</c:v>
                </c:pt>
                <c:pt idx="2196">
                  <c:v>1202.75</c:v>
                </c:pt>
                <c:pt idx="2197">
                  <c:v>1128.8499999999999</c:v>
                </c:pt>
                <c:pt idx="2198">
                  <c:v>1106.05</c:v>
                </c:pt>
                <c:pt idx="2199">
                  <c:v>1047.75</c:v>
                </c:pt>
                <c:pt idx="2200">
                  <c:v>1173.05</c:v>
                </c:pt>
                <c:pt idx="2201">
                  <c:v>1141</c:v>
                </c:pt>
                <c:pt idx="2202">
                  <c:v>1136.75</c:v>
                </c:pt>
                <c:pt idx="2203">
                  <c:v>1093.3</c:v>
                </c:pt>
                <c:pt idx="2204">
                  <c:v>1026.3499999999999</c:v>
                </c:pt>
                <c:pt idx="2205">
                  <c:v>1080.3499999999999</c:v>
                </c:pt>
                <c:pt idx="2206">
                  <c:v>1089.55</c:v>
                </c:pt>
                <c:pt idx="2207">
                  <c:v>1048.5</c:v>
                </c:pt>
                <c:pt idx="2208">
                  <c:v>1074.25</c:v>
                </c:pt>
                <c:pt idx="2209">
                  <c:v>972.9</c:v>
                </c:pt>
                <c:pt idx="2210">
                  <c:v>932.3</c:v>
                </c:pt>
                <c:pt idx="2211">
                  <c:v>966.85</c:v>
                </c:pt>
                <c:pt idx="2212">
                  <c:v>950.95</c:v>
                </c:pt>
                <c:pt idx="2213">
                  <c:v>1022.6</c:v>
                </c:pt>
                <c:pt idx="2214">
                  <c:v>1070.55</c:v>
                </c:pt>
                <c:pt idx="2215">
                  <c:v>1112.6500000000001</c:v>
                </c:pt>
                <c:pt idx="2216">
                  <c:v>1098.3499999999999</c:v>
                </c:pt>
                <c:pt idx="2217">
                  <c:v>1062.25</c:v>
                </c:pt>
                <c:pt idx="2218">
                  <c:v>1089.8</c:v>
                </c:pt>
                <c:pt idx="2219">
                  <c:v>1100.7</c:v>
                </c:pt>
                <c:pt idx="2220">
                  <c:v>1023.35</c:v>
                </c:pt>
                <c:pt idx="2221">
                  <c:v>1006.65</c:v>
                </c:pt>
                <c:pt idx="2222">
                  <c:v>1008.95</c:v>
                </c:pt>
                <c:pt idx="2223">
                  <c:v>936.45</c:v>
                </c:pt>
                <c:pt idx="2224">
                  <c:v>915.1</c:v>
                </c:pt>
                <c:pt idx="2225">
                  <c:v>884.55</c:v>
                </c:pt>
                <c:pt idx="2226">
                  <c:v>821.2</c:v>
                </c:pt>
                <c:pt idx="2227">
                  <c:v>856.45</c:v>
                </c:pt>
                <c:pt idx="2228">
                  <c:v>829.1</c:v>
                </c:pt>
                <c:pt idx="2229">
                  <c:v>835.4</c:v>
                </c:pt>
                <c:pt idx="2230">
                  <c:v>906.05</c:v>
                </c:pt>
                <c:pt idx="2231">
                  <c:v>922.75</c:v>
                </c:pt>
                <c:pt idx="2232">
                  <c:v>898.85</c:v>
                </c:pt>
                <c:pt idx="2233">
                  <c:v>885.9</c:v>
                </c:pt>
                <c:pt idx="2234">
                  <c:v>880.4</c:v>
                </c:pt>
                <c:pt idx="2235">
                  <c:v>911.95</c:v>
                </c:pt>
                <c:pt idx="2236">
                  <c:v>890.3</c:v>
                </c:pt>
                <c:pt idx="2237">
                  <c:v>898</c:v>
                </c:pt>
                <c:pt idx="2238">
                  <c:v>923.75</c:v>
                </c:pt>
                <c:pt idx="2239">
                  <c:v>918.55</c:v>
                </c:pt>
                <c:pt idx="2240">
                  <c:v>919.95</c:v>
                </c:pt>
                <c:pt idx="2241">
                  <c:v>944.25</c:v>
                </c:pt>
                <c:pt idx="2242">
                  <c:v>984.95</c:v>
                </c:pt>
                <c:pt idx="2243">
                  <c:v>1002.2</c:v>
                </c:pt>
                <c:pt idx="2244">
                  <c:v>1058.6500000000001</c:v>
                </c:pt>
                <c:pt idx="2245">
                  <c:v>1052.0999999999999</c:v>
                </c:pt>
                <c:pt idx="2246">
                  <c:v>1018.5</c:v>
                </c:pt>
                <c:pt idx="2247">
                  <c:v>979.8</c:v>
                </c:pt>
                <c:pt idx="2248">
                  <c:v>984.2</c:v>
                </c:pt>
                <c:pt idx="2249">
                  <c:v>972.8</c:v>
                </c:pt>
                <c:pt idx="2250">
                  <c:v>1002.35</c:v>
                </c:pt>
                <c:pt idx="2251">
                  <c:v>1019</c:v>
                </c:pt>
                <c:pt idx="2252">
                  <c:v>998.35</c:v>
                </c:pt>
                <c:pt idx="2253">
                  <c:v>1013.75</c:v>
                </c:pt>
                <c:pt idx="2254">
                  <c:v>1015.65</c:v>
                </c:pt>
                <c:pt idx="2255">
                  <c:v>1044.0999999999999</c:v>
                </c:pt>
                <c:pt idx="2256">
                  <c:v>1100.4000000000001</c:v>
                </c:pt>
                <c:pt idx="2257">
                  <c:v>1009.25</c:v>
                </c:pt>
                <c:pt idx="2258">
                  <c:v>1017.5</c:v>
                </c:pt>
                <c:pt idx="2259">
                  <c:v>1003.7</c:v>
                </c:pt>
                <c:pt idx="2260">
                  <c:v>988.85</c:v>
                </c:pt>
                <c:pt idx="2261">
                  <c:v>977.55</c:v>
                </c:pt>
                <c:pt idx="2262">
                  <c:v>924.8</c:v>
                </c:pt>
                <c:pt idx="2263">
                  <c:v>937.55</c:v>
                </c:pt>
                <c:pt idx="2264">
                  <c:v>941.1</c:v>
                </c:pt>
                <c:pt idx="2265">
                  <c:v>912.45</c:v>
                </c:pt>
                <c:pt idx="2266">
                  <c:v>889.45</c:v>
                </c:pt>
                <c:pt idx="2267">
                  <c:v>900.5</c:v>
                </c:pt>
                <c:pt idx="2268">
                  <c:v>872.45</c:v>
                </c:pt>
                <c:pt idx="2269">
                  <c:v>889.45</c:v>
                </c:pt>
                <c:pt idx="2270">
                  <c:v>911.75</c:v>
                </c:pt>
                <c:pt idx="2271">
                  <c:v>923.45</c:v>
                </c:pt>
                <c:pt idx="2272">
                  <c:v>925.6</c:v>
                </c:pt>
                <c:pt idx="2273">
                  <c:v>888.7</c:v>
                </c:pt>
                <c:pt idx="2274">
                  <c:v>898.2</c:v>
                </c:pt>
                <c:pt idx="2275">
                  <c:v>885.85</c:v>
                </c:pt>
                <c:pt idx="2276">
                  <c:v>884.25</c:v>
                </c:pt>
                <c:pt idx="2277">
                  <c:v>898.4</c:v>
                </c:pt>
                <c:pt idx="2278">
                  <c:v>919.45</c:v>
                </c:pt>
                <c:pt idx="2279">
                  <c:v>947</c:v>
                </c:pt>
                <c:pt idx="2280">
                  <c:v>934.5</c:v>
                </c:pt>
                <c:pt idx="2281">
                  <c:v>933.85</c:v>
                </c:pt>
                <c:pt idx="2282">
                  <c:v>944.15</c:v>
                </c:pt>
                <c:pt idx="2283">
                  <c:v>913.95</c:v>
                </c:pt>
                <c:pt idx="2284">
                  <c:v>880.3</c:v>
                </c:pt>
                <c:pt idx="2285">
                  <c:v>876.4</c:v>
                </c:pt>
                <c:pt idx="2286">
                  <c:v>884.55</c:v>
                </c:pt>
                <c:pt idx="2287">
                  <c:v>866.5</c:v>
                </c:pt>
                <c:pt idx="2288">
                  <c:v>854.5</c:v>
                </c:pt>
                <c:pt idx="2289">
                  <c:v>864.3</c:v>
                </c:pt>
                <c:pt idx="2290">
                  <c:v>874.8</c:v>
                </c:pt>
                <c:pt idx="2291">
                  <c:v>889.5</c:v>
                </c:pt>
                <c:pt idx="2292">
                  <c:v>845.7</c:v>
                </c:pt>
                <c:pt idx="2293">
                  <c:v>831.5</c:v>
                </c:pt>
                <c:pt idx="2294">
                  <c:v>839</c:v>
                </c:pt>
                <c:pt idx="2295">
                  <c:v>801.4</c:v>
                </c:pt>
                <c:pt idx="2296">
                  <c:v>801.8</c:v>
                </c:pt>
                <c:pt idx="2297">
                  <c:v>798.75</c:v>
                </c:pt>
                <c:pt idx="2298">
                  <c:v>798.65</c:v>
                </c:pt>
                <c:pt idx="2299">
                  <c:v>834.25</c:v>
                </c:pt>
                <c:pt idx="2300">
                  <c:v>844.85</c:v>
                </c:pt>
                <c:pt idx="2301">
                  <c:v>828.15</c:v>
                </c:pt>
                <c:pt idx="2302">
                  <c:v>843</c:v>
                </c:pt>
                <c:pt idx="2303">
                  <c:v>832.4</c:v>
                </c:pt>
                <c:pt idx="2304">
                  <c:v>839.3</c:v>
                </c:pt>
                <c:pt idx="2305">
                  <c:v>885</c:v>
                </c:pt>
                <c:pt idx="2306">
                  <c:v>941.7</c:v>
                </c:pt>
                <c:pt idx="2307">
                  <c:v>972.15</c:v>
                </c:pt>
                <c:pt idx="2308">
                  <c:v>993.4</c:v>
                </c:pt>
                <c:pt idx="2309">
                  <c:v>1001.45</c:v>
                </c:pt>
                <c:pt idx="2310">
                  <c:v>945.5</c:v>
                </c:pt>
                <c:pt idx="2311">
                  <c:v>973.4</c:v>
                </c:pt>
                <c:pt idx="2312">
                  <c:v>1000</c:v>
                </c:pt>
                <c:pt idx="2313">
                  <c:v>1036.55</c:v>
                </c:pt>
                <c:pt idx="2314">
                  <c:v>1064.1500000000001</c:v>
                </c:pt>
                <c:pt idx="2315">
                  <c:v>1046.75</c:v>
                </c:pt>
                <c:pt idx="2316">
                  <c:v>1044.4000000000001</c:v>
                </c:pt>
                <c:pt idx="2317">
                  <c:v>1098.3499999999999</c:v>
                </c:pt>
                <c:pt idx="2318">
                  <c:v>1082.75</c:v>
                </c:pt>
                <c:pt idx="2319">
                  <c:v>1066.0999999999999</c:v>
                </c:pt>
                <c:pt idx="2320">
                  <c:v>1071.9000000000001</c:v>
                </c:pt>
                <c:pt idx="2321">
                  <c:v>1067.0999999999999</c:v>
                </c:pt>
                <c:pt idx="2322">
                  <c:v>1087.0999999999999</c:v>
                </c:pt>
                <c:pt idx="2323">
                  <c:v>1089.3499999999999</c:v>
                </c:pt>
                <c:pt idx="2324">
                  <c:v>1092.5</c:v>
                </c:pt>
                <c:pt idx="2325">
                  <c:v>1110.25</c:v>
                </c:pt>
                <c:pt idx="2326">
                  <c:v>1115.4000000000001</c:v>
                </c:pt>
                <c:pt idx="2327">
                  <c:v>1071.8499999999999</c:v>
                </c:pt>
                <c:pt idx="2328">
                  <c:v>1100.3499999999999</c:v>
                </c:pt>
                <c:pt idx="2329">
                  <c:v>1199.4000000000001</c:v>
                </c:pt>
                <c:pt idx="2330">
                  <c:v>1193.25</c:v>
                </c:pt>
                <c:pt idx="2331">
                  <c:v>1171.95</c:v>
                </c:pt>
                <c:pt idx="2332">
                  <c:v>1176.3499999999999</c:v>
                </c:pt>
                <c:pt idx="2333">
                  <c:v>1144.05</c:v>
                </c:pt>
                <c:pt idx="2334">
                  <c:v>1147</c:v>
                </c:pt>
                <c:pt idx="2335">
                  <c:v>1195.3</c:v>
                </c:pt>
                <c:pt idx="2336">
                  <c:v>1164.3</c:v>
                </c:pt>
                <c:pt idx="2337">
                  <c:v>1163.6500000000001</c:v>
                </c:pt>
                <c:pt idx="2338">
                  <c:v>1184.95</c:v>
                </c:pt>
                <c:pt idx="2339">
                  <c:v>1378.1</c:v>
                </c:pt>
                <c:pt idx="2340">
                  <c:v>1411.8</c:v>
                </c:pt>
                <c:pt idx="2341">
                  <c:v>1380.6</c:v>
                </c:pt>
                <c:pt idx="2342">
                  <c:v>1371</c:v>
                </c:pt>
                <c:pt idx="2343">
                  <c:v>1369.85</c:v>
                </c:pt>
                <c:pt idx="2344">
                  <c:v>1363.6</c:v>
                </c:pt>
                <c:pt idx="2345">
                  <c:v>1336</c:v>
                </c:pt>
                <c:pt idx="2346">
                  <c:v>1409.1</c:v>
                </c:pt>
                <c:pt idx="2347">
                  <c:v>1439.95</c:v>
                </c:pt>
                <c:pt idx="2348">
                  <c:v>1444.5</c:v>
                </c:pt>
                <c:pt idx="2349">
                  <c:v>1433.65</c:v>
                </c:pt>
                <c:pt idx="2350">
                  <c:v>1397.8</c:v>
                </c:pt>
                <c:pt idx="2351">
                  <c:v>1370.75</c:v>
                </c:pt>
                <c:pt idx="2352">
                  <c:v>1388.8</c:v>
                </c:pt>
                <c:pt idx="2353">
                  <c:v>1418.6</c:v>
                </c:pt>
                <c:pt idx="2354">
                  <c:v>1400.05</c:v>
                </c:pt>
                <c:pt idx="2355">
                  <c:v>1420.25</c:v>
                </c:pt>
                <c:pt idx="2356">
                  <c:v>1501.25</c:v>
                </c:pt>
                <c:pt idx="2357">
                  <c:v>1556.5</c:v>
                </c:pt>
                <c:pt idx="2358">
                  <c:v>1528.15</c:v>
                </c:pt>
                <c:pt idx="2359">
                  <c:v>1533.05</c:v>
                </c:pt>
                <c:pt idx="2360">
                  <c:v>1546.2</c:v>
                </c:pt>
                <c:pt idx="2361">
                  <c:v>1544.75</c:v>
                </c:pt>
                <c:pt idx="2362">
                  <c:v>1524.85</c:v>
                </c:pt>
                <c:pt idx="2363">
                  <c:v>1558.85</c:v>
                </c:pt>
                <c:pt idx="2364">
                  <c:v>1543.1</c:v>
                </c:pt>
                <c:pt idx="2365">
                  <c:v>1485.45</c:v>
                </c:pt>
                <c:pt idx="2366">
                  <c:v>1457.7</c:v>
                </c:pt>
                <c:pt idx="2367">
                  <c:v>1464.5</c:v>
                </c:pt>
                <c:pt idx="2368">
                  <c:v>1498.3</c:v>
                </c:pt>
                <c:pt idx="2369">
                  <c:v>1507.8</c:v>
                </c:pt>
                <c:pt idx="2370">
                  <c:v>1493.15</c:v>
                </c:pt>
                <c:pt idx="2371">
                  <c:v>1502.5</c:v>
                </c:pt>
                <c:pt idx="2372">
                  <c:v>1500.5</c:v>
                </c:pt>
                <c:pt idx="2373">
                  <c:v>1515.75</c:v>
                </c:pt>
                <c:pt idx="2374">
                  <c:v>1423.95</c:v>
                </c:pt>
                <c:pt idx="2375">
                  <c:v>1427.3</c:v>
                </c:pt>
                <c:pt idx="2376">
                  <c:v>1375.3</c:v>
                </c:pt>
                <c:pt idx="2377">
                  <c:v>1399.9</c:v>
                </c:pt>
                <c:pt idx="2378">
                  <c:v>1378.85</c:v>
                </c:pt>
                <c:pt idx="2379">
                  <c:v>1373.8</c:v>
                </c:pt>
                <c:pt idx="2380">
                  <c:v>1362.55</c:v>
                </c:pt>
                <c:pt idx="2381">
                  <c:v>1381.75</c:v>
                </c:pt>
                <c:pt idx="2382">
                  <c:v>1390.45</c:v>
                </c:pt>
                <c:pt idx="2383">
                  <c:v>1436.65</c:v>
                </c:pt>
                <c:pt idx="2384">
                  <c:v>1473.75</c:v>
                </c:pt>
                <c:pt idx="2385">
                  <c:v>1460.9</c:v>
                </c:pt>
                <c:pt idx="2386">
                  <c:v>1445.15</c:v>
                </c:pt>
                <c:pt idx="2387">
                  <c:v>1459.05</c:v>
                </c:pt>
                <c:pt idx="2388">
                  <c:v>1449.95</c:v>
                </c:pt>
                <c:pt idx="2389">
                  <c:v>1433.4</c:v>
                </c:pt>
                <c:pt idx="2390">
                  <c:v>1424.45</c:v>
                </c:pt>
                <c:pt idx="2391">
                  <c:v>1418.7</c:v>
                </c:pt>
                <c:pt idx="2392">
                  <c:v>1464.35</c:v>
                </c:pt>
                <c:pt idx="2393">
                  <c:v>1499.1</c:v>
                </c:pt>
                <c:pt idx="2394">
                  <c:v>1493.45</c:v>
                </c:pt>
                <c:pt idx="2395">
                  <c:v>1469.05</c:v>
                </c:pt>
                <c:pt idx="2396">
                  <c:v>1447.85</c:v>
                </c:pt>
                <c:pt idx="2397">
                  <c:v>1413.6</c:v>
                </c:pt>
                <c:pt idx="2398">
                  <c:v>1390.2</c:v>
                </c:pt>
                <c:pt idx="2399">
                  <c:v>1375.35</c:v>
                </c:pt>
                <c:pt idx="2400">
                  <c:v>1379.15</c:v>
                </c:pt>
                <c:pt idx="2401">
                  <c:v>1406.25</c:v>
                </c:pt>
                <c:pt idx="2402">
                  <c:v>1424.55</c:v>
                </c:pt>
                <c:pt idx="2403">
                  <c:v>1427.3</c:v>
                </c:pt>
                <c:pt idx="2404">
                  <c:v>1406.2</c:v>
                </c:pt>
                <c:pt idx="2405">
                  <c:v>1440.9</c:v>
                </c:pt>
                <c:pt idx="2406">
                  <c:v>1449.75</c:v>
                </c:pt>
                <c:pt idx="2407">
                  <c:v>1480.05</c:v>
                </c:pt>
                <c:pt idx="2408">
                  <c:v>1465.95</c:v>
                </c:pt>
                <c:pt idx="2409">
                  <c:v>1484.65</c:v>
                </c:pt>
                <c:pt idx="2410">
                  <c:v>1486.95</c:v>
                </c:pt>
                <c:pt idx="2411">
                  <c:v>1460.6</c:v>
                </c:pt>
                <c:pt idx="2412">
                  <c:v>1457</c:v>
                </c:pt>
                <c:pt idx="2413">
                  <c:v>1457.75</c:v>
                </c:pt>
                <c:pt idx="2414">
                  <c:v>1471</c:v>
                </c:pt>
                <c:pt idx="2415">
                  <c:v>1446.1</c:v>
                </c:pt>
                <c:pt idx="2416">
                  <c:v>1438.75</c:v>
                </c:pt>
                <c:pt idx="2417">
                  <c:v>1435.4</c:v>
                </c:pt>
                <c:pt idx="2418">
                  <c:v>1454.25</c:v>
                </c:pt>
                <c:pt idx="2419">
                  <c:v>1467.4</c:v>
                </c:pt>
                <c:pt idx="2420">
                  <c:v>1456.85</c:v>
                </c:pt>
                <c:pt idx="2421">
                  <c:v>1475.45</c:v>
                </c:pt>
                <c:pt idx="2422">
                  <c:v>1485.55</c:v>
                </c:pt>
                <c:pt idx="2423">
                  <c:v>1491.25</c:v>
                </c:pt>
                <c:pt idx="2424">
                  <c:v>1493.8</c:v>
                </c:pt>
                <c:pt idx="2425">
                  <c:v>1514.25</c:v>
                </c:pt>
                <c:pt idx="2426">
                  <c:v>1516.8</c:v>
                </c:pt>
                <c:pt idx="2427">
                  <c:v>1534.9</c:v>
                </c:pt>
                <c:pt idx="2428">
                  <c:v>1524.45</c:v>
                </c:pt>
                <c:pt idx="2429">
                  <c:v>1546.35</c:v>
                </c:pt>
                <c:pt idx="2430">
                  <c:v>1569.6</c:v>
                </c:pt>
                <c:pt idx="2431">
                  <c:v>1623.8</c:v>
                </c:pt>
                <c:pt idx="2432">
                  <c:v>1608.55</c:v>
                </c:pt>
                <c:pt idx="2433">
                  <c:v>1611.35</c:v>
                </c:pt>
                <c:pt idx="2434">
                  <c:v>1650.5</c:v>
                </c:pt>
                <c:pt idx="2435">
                  <c:v>1644.3</c:v>
                </c:pt>
                <c:pt idx="2436">
                  <c:v>1634.05</c:v>
                </c:pt>
                <c:pt idx="2437">
                  <c:v>1659.65</c:v>
                </c:pt>
                <c:pt idx="2438">
                  <c:v>1677.7</c:v>
                </c:pt>
                <c:pt idx="2439">
                  <c:v>1687.35</c:v>
                </c:pt>
                <c:pt idx="2440">
                  <c:v>1675.65</c:v>
                </c:pt>
                <c:pt idx="2441">
                  <c:v>1702.25</c:v>
                </c:pt>
                <c:pt idx="2442">
                  <c:v>1702.2</c:v>
                </c:pt>
                <c:pt idx="2443">
                  <c:v>1722.3</c:v>
                </c:pt>
                <c:pt idx="2444">
                  <c:v>1719.65</c:v>
                </c:pt>
                <c:pt idx="2445">
                  <c:v>1703.15</c:v>
                </c:pt>
                <c:pt idx="2446">
                  <c:v>1691.3</c:v>
                </c:pt>
                <c:pt idx="2447">
                  <c:v>1661.1</c:v>
                </c:pt>
                <c:pt idx="2448">
                  <c:v>1666</c:v>
                </c:pt>
                <c:pt idx="2449">
                  <c:v>1691.9</c:v>
                </c:pt>
                <c:pt idx="2450">
                  <c:v>1692.9</c:v>
                </c:pt>
                <c:pt idx="2451">
                  <c:v>1670.1</c:v>
                </c:pt>
                <c:pt idx="2452">
                  <c:v>1619.55</c:v>
                </c:pt>
                <c:pt idx="2453">
                  <c:v>1613.2</c:v>
                </c:pt>
                <c:pt idx="2454">
                  <c:v>1620.7</c:v>
                </c:pt>
                <c:pt idx="2455">
                  <c:v>1600.5</c:v>
                </c:pt>
                <c:pt idx="2456">
                  <c:v>1623.95</c:v>
                </c:pt>
                <c:pt idx="2457">
                  <c:v>1623.35</c:v>
                </c:pt>
                <c:pt idx="2458">
                  <c:v>1640</c:v>
                </c:pt>
                <c:pt idx="2459">
                  <c:v>1707.45</c:v>
                </c:pt>
                <c:pt idx="2460">
                  <c:v>1703.45</c:v>
                </c:pt>
                <c:pt idx="2461">
                  <c:v>1735.85</c:v>
                </c:pt>
                <c:pt idx="2462">
                  <c:v>1716.55</c:v>
                </c:pt>
                <c:pt idx="2463">
                  <c:v>1722.25</c:v>
                </c:pt>
                <c:pt idx="2464">
                  <c:v>1723.6</c:v>
                </c:pt>
                <c:pt idx="2465">
                  <c:v>1749.65</c:v>
                </c:pt>
                <c:pt idx="2466">
                  <c:v>1749.6</c:v>
                </c:pt>
                <c:pt idx="2467">
                  <c:v>1719.55</c:v>
                </c:pt>
                <c:pt idx="2468">
                  <c:v>1754</c:v>
                </c:pt>
                <c:pt idx="2469">
                  <c:v>1765.45</c:v>
                </c:pt>
                <c:pt idx="2470">
                  <c:v>1776.9</c:v>
                </c:pt>
                <c:pt idx="2471">
                  <c:v>1802.7</c:v>
                </c:pt>
                <c:pt idx="2472">
                  <c:v>1761.2</c:v>
                </c:pt>
                <c:pt idx="2473">
                  <c:v>1750.35</c:v>
                </c:pt>
                <c:pt idx="2474">
                  <c:v>1766.25</c:v>
                </c:pt>
                <c:pt idx="2475">
                  <c:v>1789.7</c:v>
                </c:pt>
                <c:pt idx="2476">
                  <c:v>1807.1</c:v>
                </c:pt>
                <c:pt idx="2477">
                  <c:v>1806.95</c:v>
                </c:pt>
                <c:pt idx="2478">
                  <c:v>1789.55</c:v>
                </c:pt>
                <c:pt idx="2479">
                  <c:v>1797.35</c:v>
                </c:pt>
                <c:pt idx="2480">
                  <c:v>1833.25</c:v>
                </c:pt>
                <c:pt idx="2481">
                  <c:v>1804.35</c:v>
                </c:pt>
                <c:pt idx="2482">
                  <c:v>1785.1</c:v>
                </c:pt>
                <c:pt idx="2483">
                  <c:v>1785.15</c:v>
                </c:pt>
                <c:pt idx="2484">
                  <c:v>1757.3</c:v>
                </c:pt>
                <c:pt idx="2485">
                  <c:v>1700.8</c:v>
                </c:pt>
                <c:pt idx="2486">
                  <c:v>1693.35</c:v>
                </c:pt>
                <c:pt idx="2487">
                  <c:v>1671.5</c:v>
                </c:pt>
                <c:pt idx="2488">
                  <c:v>1664.1</c:v>
                </c:pt>
                <c:pt idx="2489">
                  <c:v>1652.75</c:v>
                </c:pt>
                <c:pt idx="2490">
                  <c:v>1646.55</c:v>
                </c:pt>
                <c:pt idx="2491">
                  <c:v>1690.35</c:v>
                </c:pt>
                <c:pt idx="2492">
                  <c:v>1710.65</c:v>
                </c:pt>
                <c:pt idx="2493">
                  <c:v>1696.95</c:v>
                </c:pt>
                <c:pt idx="2494">
                  <c:v>1692.5</c:v>
                </c:pt>
                <c:pt idx="2495">
                  <c:v>1702.25</c:v>
                </c:pt>
                <c:pt idx="2496">
                  <c:v>1705.7</c:v>
                </c:pt>
                <c:pt idx="2497">
                  <c:v>1707.2</c:v>
                </c:pt>
                <c:pt idx="2498">
                  <c:v>1708.35</c:v>
                </c:pt>
                <c:pt idx="2499">
                  <c:v>1712.8</c:v>
                </c:pt>
                <c:pt idx="2500">
                  <c:v>1715.05</c:v>
                </c:pt>
                <c:pt idx="2501">
                  <c:v>1708.15</c:v>
                </c:pt>
                <c:pt idx="2502">
                  <c:v>1695.2</c:v>
                </c:pt>
                <c:pt idx="2503">
                  <c:v>1689.3</c:v>
                </c:pt>
                <c:pt idx="2504">
                  <c:v>1683.8</c:v>
                </c:pt>
                <c:pt idx="2505">
                  <c:v>1694.15</c:v>
                </c:pt>
                <c:pt idx="2506">
                  <c:v>1766.65</c:v>
                </c:pt>
                <c:pt idx="2507">
                  <c:v>1779.2</c:v>
                </c:pt>
                <c:pt idx="2508">
                  <c:v>1756.1</c:v>
                </c:pt>
                <c:pt idx="2509">
                  <c:v>1711.65</c:v>
                </c:pt>
                <c:pt idx="2510">
                  <c:v>1677.1</c:v>
                </c:pt>
                <c:pt idx="2511">
                  <c:v>1656.7</c:v>
                </c:pt>
                <c:pt idx="2512">
                  <c:v>1597.2</c:v>
                </c:pt>
                <c:pt idx="2513">
                  <c:v>1593.25</c:v>
                </c:pt>
                <c:pt idx="2514">
                  <c:v>1631.05</c:v>
                </c:pt>
                <c:pt idx="2515">
                  <c:v>1599.75</c:v>
                </c:pt>
                <c:pt idx="2516">
                  <c:v>1579.1</c:v>
                </c:pt>
                <c:pt idx="2517">
                  <c:v>1622.75</c:v>
                </c:pt>
                <c:pt idx="2518">
                  <c:v>1616.75</c:v>
                </c:pt>
                <c:pt idx="2519">
                  <c:v>1573.35</c:v>
                </c:pt>
                <c:pt idx="2520">
                  <c:v>1575.8</c:v>
                </c:pt>
                <c:pt idx="2521">
                  <c:v>1567.4</c:v>
                </c:pt>
                <c:pt idx="2522">
                  <c:v>1571.65</c:v>
                </c:pt>
                <c:pt idx="2523">
                  <c:v>1593.55</c:v>
                </c:pt>
                <c:pt idx="2524">
                  <c:v>1598</c:v>
                </c:pt>
                <c:pt idx="2525">
                  <c:v>1613.8</c:v>
                </c:pt>
                <c:pt idx="2526">
                  <c:v>1606.4</c:v>
                </c:pt>
                <c:pt idx="2527">
                  <c:v>1655.95</c:v>
                </c:pt>
                <c:pt idx="2528">
                  <c:v>1683.75</c:v>
                </c:pt>
                <c:pt idx="2529">
                  <c:v>1693.9</c:v>
                </c:pt>
                <c:pt idx="2530">
                  <c:v>1696.6</c:v>
                </c:pt>
                <c:pt idx="2531">
                  <c:v>1701</c:v>
                </c:pt>
                <c:pt idx="2532">
                  <c:v>1700.5</c:v>
                </c:pt>
                <c:pt idx="2533">
                  <c:v>1691.05</c:v>
                </c:pt>
                <c:pt idx="2534">
                  <c:v>1704.8</c:v>
                </c:pt>
                <c:pt idx="2535">
                  <c:v>1744.95</c:v>
                </c:pt>
                <c:pt idx="2536">
                  <c:v>1776.65</c:v>
                </c:pt>
                <c:pt idx="2537">
                  <c:v>1781.15</c:v>
                </c:pt>
                <c:pt idx="2538">
                  <c:v>1784</c:v>
                </c:pt>
                <c:pt idx="2539">
                  <c:v>1784.2</c:v>
                </c:pt>
                <c:pt idx="2540">
                  <c:v>1811.2</c:v>
                </c:pt>
                <c:pt idx="2541">
                  <c:v>1814.45</c:v>
                </c:pt>
                <c:pt idx="2542">
                  <c:v>1826.95</c:v>
                </c:pt>
                <c:pt idx="2543">
                  <c:v>1801.25</c:v>
                </c:pt>
                <c:pt idx="2544">
                  <c:v>1812.55</c:v>
                </c:pt>
                <c:pt idx="2545">
                  <c:v>1804.6</c:v>
                </c:pt>
                <c:pt idx="2546">
                  <c:v>1807.7</c:v>
                </c:pt>
                <c:pt idx="2547">
                  <c:v>1800.9</c:v>
                </c:pt>
                <c:pt idx="2548">
                  <c:v>1819.85</c:v>
                </c:pt>
                <c:pt idx="2549">
                  <c:v>1837.1</c:v>
                </c:pt>
                <c:pt idx="2550">
                  <c:v>1884</c:v>
                </c:pt>
                <c:pt idx="2551">
                  <c:v>1926.15</c:v>
                </c:pt>
                <c:pt idx="2552">
                  <c:v>1951.45</c:v>
                </c:pt>
                <c:pt idx="2553">
                  <c:v>1965.05</c:v>
                </c:pt>
                <c:pt idx="2554">
                  <c:v>1906.85</c:v>
                </c:pt>
                <c:pt idx="2555">
                  <c:v>1933.5</c:v>
                </c:pt>
                <c:pt idx="2556">
                  <c:v>1939.25</c:v>
                </c:pt>
                <c:pt idx="2557">
                  <c:v>1948.5</c:v>
                </c:pt>
                <c:pt idx="2558">
                  <c:v>1932.9</c:v>
                </c:pt>
                <c:pt idx="2559">
                  <c:v>1931.75</c:v>
                </c:pt>
                <c:pt idx="2560">
                  <c:v>1902.8</c:v>
                </c:pt>
                <c:pt idx="2561">
                  <c:v>1949.35</c:v>
                </c:pt>
                <c:pt idx="2562">
                  <c:v>1954.2</c:v>
                </c:pt>
                <c:pt idx="2563">
                  <c:v>1951.7</c:v>
                </c:pt>
                <c:pt idx="2564">
                  <c:v>1957.05</c:v>
                </c:pt>
                <c:pt idx="2565">
                  <c:v>1964.25</c:v>
                </c:pt>
                <c:pt idx="2566">
                  <c:v>1934.1</c:v>
                </c:pt>
                <c:pt idx="2567">
                  <c:v>1944.55</c:v>
                </c:pt>
                <c:pt idx="2568">
                  <c:v>1941</c:v>
                </c:pt>
                <c:pt idx="2569">
                  <c:v>1934.15</c:v>
                </c:pt>
                <c:pt idx="2570">
                  <c:v>1951.8</c:v>
                </c:pt>
                <c:pt idx="2571">
                  <c:v>1989.6</c:v>
                </c:pt>
                <c:pt idx="2572">
                  <c:v>1979.55</c:v>
                </c:pt>
                <c:pt idx="2573">
                  <c:v>1968.15</c:v>
                </c:pt>
                <c:pt idx="2574">
                  <c:v>1985.75</c:v>
                </c:pt>
                <c:pt idx="2575">
                  <c:v>2000.45</c:v>
                </c:pt>
                <c:pt idx="2576">
                  <c:v>1969.8</c:v>
                </c:pt>
                <c:pt idx="2577">
                  <c:v>1937</c:v>
                </c:pt>
                <c:pt idx="2578">
                  <c:v>1916.35</c:v>
                </c:pt>
                <c:pt idx="2579">
                  <c:v>1895.5</c:v>
                </c:pt>
                <c:pt idx="2580">
                  <c:v>1848.05</c:v>
                </c:pt>
                <c:pt idx="2581">
                  <c:v>1934.2</c:v>
                </c:pt>
                <c:pt idx="2582">
                  <c:v>1948.3</c:v>
                </c:pt>
                <c:pt idx="2583">
                  <c:v>1974.9</c:v>
                </c:pt>
                <c:pt idx="2584">
                  <c:v>1965.35</c:v>
                </c:pt>
                <c:pt idx="2585">
                  <c:v>1951.75</c:v>
                </c:pt>
                <c:pt idx="2586">
                  <c:v>1928.85</c:v>
                </c:pt>
                <c:pt idx="2587">
                  <c:v>1895.8</c:v>
                </c:pt>
                <c:pt idx="2588">
                  <c:v>1868.55</c:v>
                </c:pt>
                <c:pt idx="2589">
                  <c:v>1850.95</c:v>
                </c:pt>
                <c:pt idx="2590">
                  <c:v>1826.55</c:v>
                </c:pt>
                <c:pt idx="2591">
                  <c:v>1824.55</c:v>
                </c:pt>
                <c:pt idx="2592">
                  <c:v>1803.75</c:v>
                </c:pt>
                <c:pt idx="2593">
                  <c:v>1827.75</c:v>
                </c:pt>
                <c:pt idx="2594">
                  <c:v>1896.6</c:v>
                </c:pt>
                <c:pt idx="2595">
                  <c:v>1896.8</c:v>
                </c:pt>
                <c:pt idx="2596">
                  <c:v>1888.45</c:v>
                </c:pt>
                <c:pt idx="2597">
                  <c:v>1855.1</c:v>
                </c:pt>
                <c:pt idx="2598">
                  <c:v>1853.05</c:v>
                </c:pt>
                <c:pt idx="2599">
                  <c:v>1905.6</c:v>
                </c:pt>
                <c:pt idx="2600">
                  <c:v>1885.7</c:v>
                </c:pt>
                <c:pt idx="2601">
                  <c:v>1876.65</c:v>
                </c:pt>
                <c:pt idx="2602">
                  <c:v>1862.7</c:v>
                </c:pt>
                <c:pt idx="2603">
                  <c:v>1880.9</c:v>
                </c:pt>
                <c:pt idx="2604">
                  <c:v>1916.15</c:v>
                </c:pt>
                <c:pt idx="2605">
                  <c:v>1946.3</c:v>
                </c:pt>
                <c:pt idx="2606">
                  <c:v>1973.15</c:v>
                </c:pt>
                <c:pt idx="2607">
                  <c:v>1963.9</c:v>
                </c:pt>
                <c:pt idx="2608">
                  <c:v>1976.05</c:v>
                </c:pt>
                <c:pt idx="2609">
                  <c:v>1996.1</c:v>
                </c:pt>
                <c:pt idx="2610">
                  <c:v>1991.7</c:v>
                </c:pt>
                <c:pt idx="2611">
                  <c:v>1998.85</c:v>
                </c:pt>
                <c:pt idx="2612">
                  <c:v>1987.05</c:v>
                </c:pt>
                <c:pt idx="2613">
                  <c:v>1998.75</c:v>
                </c:pt>
                <c:pt idx="2614">
                  <c:v>2001.6</c:v>
                </c:pt>
                <c:pt idx="2615">
                  <c:v>1947.65</c:v>
                </c:pt>
                <c:pt idx="2616">
                  <c:v>1950.7</c:v>
                </c:pt>
                <c:pt idx="2617">
                  <c:v>1904.4</c:v>
                </c:pt>
                <c:pt idx="2618">
                  <c:v>1919</c:v>
                </c:pt>
                <c:pt idx="2619">
                  <c:v>1907.4</c:v>
                </c:pt>
                <c:pt idx="2620">
                  <c:v>1912.85</c:v>
                </c:pt>
                <c:pt idx="2621">
                  <c:v>1915.2</c:v>
                </c:pt>
                <c:pt idx="2622">
                  <c:v>1964</c:v>
                </c:pt>
                <c:pt idx="2623">
                  <c:v>1937.3</c:v>
                </c:pt>
                <c:pt idx="2624">
                  <c:v>1945.7</c:v>
                </c:pt>
                <c:pt idx="2625">
                  <c:v>2002.75</c:v>
                </c:pt>
                <c:pt idx="2626">
                  <c:v>2049.4499999999998</c:v>
                </c:pt>
                <c:pt idx="2627">
                  <c:v>2072.5500000000002</c:v>
                </c:pt>
                <c:pt idx="2628">
                  <c:v>2086.3000000000002</c:v>
                </c:pt>
                <c:pt idx="2629">
                  <c:v>2062.6</c:v>
                </c:pt>
                <c:pt idx="2630">
                  <c:v>2038.95</c:v>
                </c:pt>
                <c:pt idx="2631">
                  <c:v>2047.85</c:v>
                </c:pt>
                <c:pt idx="2632">
                  <c:v>2044.4</c:v>
                </c:pt>
                <c:pt idx="2633">
                  <c:v>2033.05</c:v>
                </c:pt>
                <c:pt idx="2634">
                  <c:v>2057.25</c:v>
                </c:pt>
                <c:pt idx="2635">
                  <c:v>2038.6</c:v>
                </c:pt>
                <c:pt idx="2636">
                  <c:v>2051.9</c:v>
                </c:pt>
                <c:pt idx="2637">
                  <c:v>2066.8000000000002</c:v>
                </c:pt>
                <c:pt idx="2638">
                  <c:v>2086.1</c:v>
                </c:pt>
                <c:pt idx="2639">
                  <c:v>2100.6</c:v>
                </c:pt>
                <c:pt idx="2640">
                  <c:v>2126.9</c:v>
                </c:pt>
                <c:pt idx="2641">
                  <c:v>2136.35</c:v>
                </c:pt>
                <c:pt idx="2642">
                  <c:v>2122.4499999999998</c:v>
                </c:pt>
                <c:pt idx="2643">
                  <c:v>2114.8000000000002</c:v>
                </c:pt>
                <c:pt idx="2644">
                  <c:v>2100.25</c:v>
                </c:pt>
                <c:pt idx="2645">
                  <c:v>2090.6999999999998</c:v>
                </c:pt>
                <c:pt idx="2646">
                  <c:v>2082</c:v>
                </c:pt>
                <c:pt idx="2647">
                  <c:v>2095.15</c:v>
                </c:pt>
                <c:pt idx="2648">
                  <c:v>2089.5</c:v>
                </c:pt>
                <c:pt idx="2649">
                  <c:v>2073.15</c:v>
                </c:pt>
                <c:pt idx="2650">
                  <c:v>2087.5500000000002</c:v>
                </c:pt>
                <c:pt idx="2651">
                  <c:v>2084</c:v>
                </c:pt>
                <c:pt idx="2652">
                  <c:v>2121.0500000000002</c:v>
                </c:pt>
                <c:pt idx="2653">
                  <c:v>2191.9499999999998</c:v>
                </c:pt>
                <c:pt idx="2654">
                  <c:v>2230.15</c:v>
                </c:pt>
                <c:pt idx="2655">
                  <c:v>2231.3000000000002</c:v>
                </c:pt>
                <c:pt idx="2656">
                  <c:v>2196.6</c:v>
                </c:pt>
                <c:pt idx="2657">
                  <c:v>2208.65</c:v>
                </c:pt>
                <c:pt idx="2658">
                  <c:v>2192.25</c:v>
                </c:pt>
                <c:pt idx="2659">
                  <c:v>2178.35</c:v>
                </c:pt>
                <c:pt idx="2660">
                  <c:v>2139.15</c:v>
                </c:pt>
                <c:pt idx="2661">
                  <c:v>2131.6999999999998</c:v>
                </c:pt>
                <c:pt idx="2662">
                  <c:v>2134.25</c:v>
                </c:pt>
                <c:pt idx="2663">
                  <c:v>2149.25</c:v>
                </c:pt>
                <c:pt idx="2664">
                  <c:v>2187.4499999999998</c:v>
                </c:pt>
                <c:pt idx="2665">
                  <c:v>2193.9499999999998</c:v>
                </c:pt>
                <c:pt idx="2666">
                  <c:v>2204.3000000000002</c:v>
                </c:pt>
                <c:pt idx="2667">
                  <c:v>2199.1</c:v>
                </c:pt>
                <c:pt idx="2668">
                  <c:v>2179.6</c:v>
                </c:pt>
                <c:pt idx="2669">
                  <c:v>2244.85</c:v>
                </c:pt>
                <c:pt idx="2670">
                  <c:v>2282.4499999999998</c:v>
                </c:pt>
                <c:pt idx="2671">
                  <c:v>2334.1999999999998</c:v>
                </c:pt>
                <c:pt idx="2672">
                  <c:v>2375.4499999999998</c:v>
                </c:pt>
                <c:pt idx="2673">
                  <c:v>2395.3000000000002</c:v>
                </c:pt>
                <c:pt idx="2674">
                  <c:v>2400.6</c:v>
                </c:pt>
                <c:pt idx="2675">
                  <c:v>2446.1999999999998</c:v>
                </c:pt>
                <c:pt idx="2676">
                  <c:v>2470.75</c:v>
                </c:pt>
                <c:pt idx="2677">
                  <c:v>2481.65</c:v>
                </c:pt>
                <c:pt idx="2678">
                  <c:v>2463.85</c:v>
                </c:pt>
                <c:pt idx="2679">
                  <c:v>2495.25</c:v>
                </c:pt>
                <c:pt idx="2680">
                  <c:v>2438.4499999999998</c:v>
                </c:pt>
                <c:pt idx="2681">
                  <c:v>2450.4</c:v>
                </c:pt>
                <c:pt idx="2682">
                  <c:v>2442.85</c:v>
                </c:pt>
                <c:pt idx="2683">
                  <c:v>2489.35</c:v>
                </c:pt>
                <c:pt idx="2684">
                  <c:v>2500.75</c:v>
                </c:pt>
                <c:pt idx="2685">
                  <c:v>2494</c:v>
                </c:pt>
                <c:pt idx="2686">
                  <c:v>2447.8000000000002</c:v>
                </c:pt>
                <c:pt idx="2687">
                  <c:v>2456.75</c:v>
                </c:pt>
                <c:pt idx="2688">
                  <c:v>2433.5500000000002</c:v>
                </c:pt>
                <c:pt idx="2689">
                  <c:v>2405.75</c:v>
                </c:pt>
                <c:pt idx="2690">
                  <c:v>2388.5</c:v>
                </c:pt>
                <c:pt idx="2691">
                  <c:v>2380.3000000000002</c:v>
                </c:pt>
                <c:pt idx="2692">
                  <c:v>2441.25</c:v>
                </c:pt>
                <c:pt idx="2693">
                  <c:v>2424.35</c:v>
                </c:pt>
                <c:pt idx="2694">
                  <c:v>2386.25</c:v>
                </c:pt>
                <c:pt idx="2695">
                  <c:v>2398.4499999999998</c:v>
                </c:pt>
                <c:pt idx="2696">
                  <c:v>2368.85</c:v>
                </c:pt>
                <c:pt idx="2697">
                  <c:v>2335.5500000000002</c:v>
                </c:pt>
                <c:pt idx="2698">
                  <c:v>2365.1</c:v>
                </c:pt>
                <c:pt idx="2699">
                  <c:v>2326.65</c:v>
                </c:pt>
                <c:pt idx="2700">
                  <c:v>2304.6999999999998</c:v>
                </c:pt>
                <c:pt idx="2701">
                  <c:v>2301.4</c:v>
                </c:pt>
                <c:pt idx="2702">
                  <c:v>2254.3000000000002</c:v>
                </c:pt>
                <c:pt idx="2703">
                  <c:v>2266.6999999999998</c:v>
                </c:pt>
                <c:pt idx="2704">
                  <c:v>2279.9</c:v>
                </c:pt>
                <c:pt idx="2705">
                  <c:v>2349.1999999999998</c:v>
                </c:pt>
                <c:pt idx="2706">
                  <c:v>2350.35</c:v>
                </c:pt>
                <c:pt idx="2707">
                  <c:v>2362.25</c:v>
                </c:pt>
                <c:pt idx="2708">
                  <c:v>2389.1999999999998</c:v>
                </c:pt>
                <c:pt idx="2709">
                  <c:v>2393.4</c:v>
                </c:pt>
                <c:pt idx="2710">
                  <c:v>2335.4</c:v>
                </c:pt>
                <c:pt idx="2711">
                  <c:v>2398.5</c:v>
                </c:pt>
                <c:pt idx="2712">
                  <c:v>2395.85</c:v>
                </c:pt>
                <c:pt idx="2713">
                  <c:v>2353.3000000000002</c:v>
                </c:pt>
                <c:pt idx="2714">
                  <c:v>2314.9</c:v>
                </c:pt>
                <c:pt idx="2715">
                  <c:v>2385.85</c:v>
                </c:pt>
                <c:pt idx="2716">
                  <c:v>2372.6</c:v>
                </c:pt>
                <c:pt idx="2717">
                  <c:v>2340.35</c:v>
                </c:pt>
                <c:pt idx="2718">
                  <c:v>2303.6</c:v>
                </c:pt>
                <c:pt idx="2719">
                  <c:v>2379.9</c:v>
                </c:pt>
                <c:pt idx="2720">
                  <c:v>2371.8000000000002</c:v>
                </c:pt>
                <c:pt idx="2721">
                  <c:v>2311.4</c:v>
                </c:pt>
                <c:pt idx="2722">
                  <c:v>2323.0500000000002</c:v>
                </c:pt>
                <c:pt idx="2723">
                  <c:v>2297.9</c:v>
                </c:pt>
                <c:pt idx="2724">
                  <c:v>2297.9</c:v>
                </c:pt>
                <c:pt idx="2725">
                  <c:v>2285.4</c:v>
                </c:pt>
                <c:pt idx="2726">
                  <c:v>2367.0500000000002</c:v>
                </c:pt>
                <c:pt idx="2727">
                  <c:v>2391.75</c:v>
                </c:pt>
                <c:pt idx="2728">
                  <c:v>2395.65</c:v>
                </c:pt>
                <c:pt idx="2729">
                  <c:v>2383.25</c:v>
                </c:pt>
                <c:pt idx="2730">
                  <c:v>2351.65</c:v>
                </c:pt>
                <c:pt idx="2731">
                  <c:v>2280.4499999999998</c:v>
                </c:pt>
                <c:pt idx="2732">
                  <c:v>2232</c:v>
                </c:pt>
                <c:pt idx="2733">
                  <c:v>2222.35</c:v>
                </c:pt>
                <c:pt idx="2734">
                  <c:v>2239</c:v>
                </c:pt>
                <c:pt idx="2735">
                  <c:v>2238.25</c:v>
                </c:pt>
                <c:pt idx="2736">
                  <c:v>2162.9</c:v>
                </c:pt>
                <c:pt idx="2737">
                  <c:v>2200.8000000000002</c:v>
                </c:pt>
                <c:pt idx="2738">
                  <c:v>2172.5</c:v>
                </c:pt>
                <c:pt idx="2739">
                  <c:v>2214.1</c:v>
                </c:pt>
                <c:pt idx="2740">
                  <c:v>2178.8000000000002</c:v>
                </c:pt>
                <c:pt idx="2741">
                  <c:v>2190.9499999999998</c:v>
                </c:pt>
                <c:pt idx="2742">
                  <c:v>2218.4</c:v>
                </c:pt>
                <c:pt idx="2743">
                  <c:v>2213.6999999999998</c:v>
                </c:pt>
                <c:pt idx="2744">
                  <c:v>2256.15</c:v>
                </c:pt>
                <c:pt idx="2745">
                  <c:v>2327.8000000000002</c:v>
                </c:pt>
                <c:pt idx="2746">
                  <c:v>2305.5</c:v>
                </c:pt>
                <c:pt idx="2747">
                  <c:v>2346.35</c:v>
                </c:pt>
                <c:pt idx="2748">
                  <c:v>2390.5</c:v>
                </c:pt>
                <c:pt idx="2749">
                  <c:v>2345.5500000000002</c:v>
                </c:pt>
                <c:pt idx="2750">
                  <c:v>2308.1999999999998</c:v>
                </c:pt>
                <c:pt idx="2751">
                  <c:v>2327.75</c:v>
                </c:pt>
                <c:pt idx="2752">
                  <c:v>2269.4499999999998</c:v>
                </c:pt>
                <c:pt idx="2753">
                  <c:v>2152.25</c:v>
                </c:pt>
                <c:pt idx="2754">
                  <c:v>2146.6</c:v>
                </c:pt>
                <c:pt idx="2755">
                  <c:v>2205.3000000000002</c:v>
                </c:pt>
                <c:pt idx="2756">
                  <c:v>2143</c:v>
                </c:pt>
                <c:pt idx="2757">
                  <c:v>2049.5500000000002</c:v>
                </c:pt>
                <c:pt idx="2758">
                  <c:v>2068.1</c:v>
                </c:pt>
                <c:pt idx="2759">
                  <c:v>2109.35</c:v>
                </c:pt>
                <c:pt idx="2760">
                  <c:v>2075.4499999999998</c:v>
                </c:pt>
                <c:pt idx="2761">
                  <c:v>2117.5500000000002</c:v>
                </c:pt>
                <c:pt idx="2762">
                  <c:v>2094.15</c:v>
                </c:pt>
                <c:pt idx="2763">
                  <c:v>2148.6</c:v>
                </c:pt>
                <c:pt idx="2764">
                  <c:v>2084.3000000000002</c:v>
                </c:pt>
                <c:pt idx="2765">
                  <c:v>2050.9</c:v>
                </c:pt>
                <c:pt idx="2766">
                  <c:v>2054.25</c:v>
                </c:pt>
                <c:pt idx="2767">
                  <c:v>2047.3</c:v>
                </c:pt>
                <c:pt idx="2768">
                  <c:v>2039.6</c:v>
                </c:pt>
                <c:pt idx="2769">
                  <c:v>2019.9</c:v>
                </c:pt>
                <c:pt idx="2770">
                  <c:v>2060.9499999999998</c:v>
                </c:pt>
                <c:pt idx="2771">
                  <c:v>2017.75</c:v>
                </c:pt>
                <c:pt idx="2772">
                  <c:v>2038.85</c:v>
                </c:pt>
                <c:pt idx="2773">
                  <c:v>2002.85</c:v>
                </c:pt>
                <c:pt idx="2774">
                  <c:v>2022.3</c:v>
                </c:pt>
                <c:pt idx="2775">
                  <c:v>2015.85</c:v>
                </c:pt>
                <c:pt idx="2776">
                  <c:v>2059.3000000000002</c:v>
                </c:pt>
                <c:pt idx="2777">
                  <c:v>2105.4499999999998</c:v>
                </c:pt>
                <c:pt idx="2778">
                  <c:v>2107</c:v>
                </c:pt>
                <c:pt idx="2779">
                  <c:v>2094.85</c:v>
                </c:pt>
                <c:pt idx="2780">
                  <c:v>2185.6</c:v>
                </c:pt>
                <c:pt idx="2781">
                  <c:v>2176.1</c:v>
                </c:pt>
                <c:pt idx="2782">
                  <c:v>2201.6999999999998</c:v>
                </c:pt>
                <c:pt idx="2783">
                  <c:v>2138.4499999999998</c:v>
                </c:pt>
                <c:pt idx="2784">
                  <c:v>2114.1</c:v>
                </c:pt>
                <c:pt idx="2785">
                  <c:v>2059.1</c:v>
                </c:pt>
                <c:pt idx="2786">
                  <c:v>2042.15</c:v>
                </c:pt>
                <c:pt idx="2787">
                  <c:v>2052.25</c:v>
                </c:pt>
                <c:pt idx="2788">
                  <c:v>2139</c:v>
                </c:pt>
                <c:pt idx="2789">
                  <c:v>2193.15</c:v>
                </c:pt>
                <c:pt idx="2790">
                  <c:v>2218.25</c:v>
                </c:pt>
                <c:pt idx="2791">
                  <c:v>2173.15</c:v>
                </c:pt>
                <c:pt idx="2792">
                  <c:v>2206.5</c:v>
                </c:pt>
                <c:pt idx="2793">
                  <c:v>2206.0500000000002</c:v>
                </c:pt>
                <c:pt idx="2794">
                  <c:v>2208.4</c:v>
                </c:pt>
                <c:pt idx="2795">
                  <c:v>2186.35</c:v>
                </c:pt>
                <c:pt idx="2796">
                  <c:v>2214.75</c:v>
                </c:pt>
                <c:pt idx="2797">
                  <c:v>2184.65</c:v>
                </c:pt>
                <c:pt idx="2798">
                  <c:v>2183.75</c:v>
                </c:pt>
                <c:pt idx="2799">
                  <c:v>2181.5</c:v>
                </c:pt>
                <c:pt idx="2800">
                  <c:v>2149.3000000000002</c:v>
                </c:pt>
                <c:pt idx="2801">
                  <c:v>2154.4499999999998</c:v>
                </c:pt>
                <c:pt idx="2802">
                  <c:v>2151.6</c:v>
                </c:pt>
                <c:pt idx="2803">
                  <c:v>2164.1999999999998</c:v>
                </c:pt>
                <c:pt idx="2804">
                  <c:v>2192.8000000000002</c:v>
                </c:pt>
                <c:pt idx="2805">
                  <c:v>2265.0500000000002</c:v>
                </c:pt>
                <c:pt idx="2806">
                  <c:v>2296.75</c:v>
                </c:pt>
                <c:pt idx="2807">
                  <c:v>2305.15</c:v>
                </c:pt>
                <c:pt idx="2808">
                  <c:v>2341.5</c:v>
                </c:pt>
                <c:pt idx="2809">
                  <c:v>2345.85</c:v>
                </c:pt>
                <c:pt idx="2810">
                  <c:v>2333.75</c:v>
                </c:pt>
                <c:pt idx="2811">
                  <c:v>2400.8000000000002</c:v>
                </c:pt>
                <c:pt idx="2812">
                  <c:v>2395.75</c:v>
                </c:pt>
                <c:pt idx="2813">
                  <c:v>2375.9499999999998</c:v>
                </c:pt>
                <c:pt idx="2814">
                  <c:v>2354.75</c:v>
                </c:pt>
                <c:pt idx="2815">
                  <c:v>2352.4</c:v>
                </c:pt>
                <c:pt idx="2816">
                  <c:v>2296.0500000000002</c:v>
                </c:pt>
                <c:pt idx="2817">
                  <c:v>2368.9499999999998</c:v>
                </c:pt>
                <c:pt idx="2818">
                  <c:v>2363.1</c:v>
                </c:pt>
                <c:pt idx="2819">
                  <c:v>2311.8000000000002</c:v>
                </c:pt>
                <c:pt idx="2820">
                  <c:v>2347.5</c:v>
                </c:pt>
                <c:pt idx="2821">
                  <c:v>2371.9499999999998</c:v>
                </c:pt>
                <c:pt idx="2822">
                  <c:v>2410.65</c:v>
                </c:pt>
                <c:pt idx="2823">
                  <c:v>2391</c:v>
                </c:pt>
                <c:pt idx="2824">
                  <c:v>2359.85</c:v>
                </c:pt>
                <c:pt idx="2825">
                  <c:v>2353.25</c:v>
                </c:pt>
                <c:pt idx="2826">
                  <c:v>2337.75</c:v>
                </c:pt>
                <c:pt idx="2827">
                  <c:v>2295.5500000000002</c:v>
                </c:pt>
                <c:pt idx="2828">
                  <c:v>2290.15</c:v>
                </c:pt>
                <c:pt idx="2829">
                  <c:v>2235.65</c:v>
                </c:pt>
                <c:pt idx="2830">
                  <c:v>2261.4499999999998</c:v>
                </c:pt>
                <c:pt idx="2831">
                  <c:v>2220.4499999999998</c:v>
                </c:pt>
                <c:pt idx="2832">
                  <c:v>2297.25</c:v>
                </c:pt>
                <c:pt idx="2833">
                  <c:v>2278.85</c:v>
                </c:pt>
                <c:pt idx="2834">
                  <c:v>2246.4</c:v>
                </c:pt>
                <c:pt idx="2835">
                  <c:v>2261.0500000000002</c:v>
                </c:pt>
                <c:pt idx="2836">
                  <c:v>2240.1999999999998</c:v>
                </c:pt>
                <c:pt idx="2837">
                  <c:v>2251.0500000000002</c:v>
                </c:pt>
                <c:pt idx="2838">
                  <c:v>2253.0500000000002</c:v>
                </c:pt>
                <c:pt idx="2839">
                  <c:v>2252.4499999999998</c:v>
                </c:pt>
                <c:pt idx="2840">
                  <c:v>2267.35</c:v>
                </c:pt>
                <c:pt idx="2841">
                  <c:v>2273.8000000000002</c:v>
                </c:pt>
                <c:pt idx="2842">
                  <c:v>2315.6999999999998</c:v>
                </c:pt>
                <c:pt idx="2843">
                  <c:v>2264.6999999999998</c:v>
                </c:pt>
                <c:pt idx="2844">
                  <c:v>2255.3000000000002</c:v>
                </c:pt>
                <c:pt idx="2845">
                  <c:v>2254.75</c:v>
                </c:pt>
                <c:pt idx="2846">
                  <c:v>2264.1999999999998</c:v>
                </c:pt>
                <c:pt idx="2847">
                  <c:v>2303.65</c:v>
                </c:pt>
                <c:pt idx="2848">
                  <c:v>2307.6</c:v>
                </c:pt>
                <c:pt idx="2849">
                  <c:v>2399.5500000000002</c:v>
                </c:pt>
                <c:pt idx="2850">
                  <c:v>2398.1999999999998</c:v>
                </c:pt>
                <c:pt idx="2851">
                  <c:v>2360.3000000000002</c:v>
                </c:pt>
                <c:pt idx="2852">
                  <c:v>2356.75</c:v>
                </c:pt>
                <c:pt idx="2853">
                  <c:v>2381.25</c:v>
                </c:pt>
                <c:pt idx="2854">
                  <c:v>2376.5</c:v>
                </c:pt>
                <c:pt idx="2855">
                  <c:v>2355.25</c:v>
                </c:pt>
                <c:pt idx="2856">
                  <c:v>2362.8000000000002</c:v>
                </c:pt>
                <c:pt idx="2857">
                  <c:v>2362.4499999999998</c:v>
                </c:pt>
                <c:pt idx="2858">
                  <c:v>2372.6</c:v>
                </c:pt>
                <c:pt idx="2859">
                  <c:v>2382.5</c:v>
                </c:pt>
                <c:pt idx="2860">
                  <c:v>2372.8000000000002</c:v>
                </c:pt>
                <c:pt idx="2861">
                  <c:v>2343</c:v>
                </c:pt>
                <c:pt idx="2862">
                  <c:v>2349.3000000000002</c:v>
                </c:pt>
                <c:pt idx="2863">
                  <c:v>2299</c:v>
                </c:pt>
                <c:pt idx="2864">
                  <c:v>2325.5500000000002</c:v>
                </c:pt>
                <c:pt idx="2865">
                  <c:v>2322.6999999999998</c:v>
                </c:pt>
                <c:pt idx="2866">
                  <c:v>2333.75</c:v>
                </c:pt>
                <c:pt idx="2867">
                  <c:v>2383.15</c:v>
                </c:pt>
                <c:pt idx="2868">
                  <c:v>2416.15</c:v>
                </c:pt>
                <c:pt idx="2869">
                  <c:v>2423.0500000000002</c:v>
                </c:pt>
                <c:pt idx="2870">
                  <c:v>2489.1</c:v>
                </c:pt>
                <c:pt idx="2871">
                  <c:v>2515.5500000000002</c:v>
                </c:pt>
                <c:pt idx="2872">
                  <c:v>2501.25</c:v>
                </c:pt>
                <c:pt idx="2873">
                  <c:v>2532.1999999999998</c:v>
                </c:pt>
                <c:pt idx="2874">
                  <c:v>2541.15</c:v>
                </c:pt>
                <c:pt idx="2875">
                  <c:v>2545.3000000000002</c:v>
                </c:pt>
                <c:pt idx="2876">
                  <c:v>2565.8000000000002</c:v>
                </c:pt>
                <c:pt idx="2877">
                  <c:v>2559.15</c:v>
                </c:pt>
                <c:pt idx="2878">
                  <c:v>2524.35</c:v>
                </c:pt>
                <c:pt idx="2879">
                  <c:v>2479.75</c:v>
                </c:pt>
                <c:pt idx="2880">
                  <c:v>2519.6999999999998</c:v>
                </c:pt>
                <c:pt idx="2881">
                  <c:v>505.95</c:v>
                </c:pt>
                <c:pt idx="2882">
                  <c:v>508.95</c:v>
                </c:pt>
                <c:pt idx="2883">
                  <c:v>515.04999999999995</c:v>
                </c:pt>
                <c:pt idx="2884">
                  <c:v>510.85</c:v>
                </c:pt>
                <c:pt idx="2885">
                  <c:v>503.1</c:v>
                </c:pt>
                <c:pt idx="2886">
                  <c:v>496.3</c:v>
                </c:pt>
                <c:pt idx="2887">
                  <c:v>501.55</c:v>
                </c:pt>
                <c:pt idx="2888">
                  <c:v>505.2</c:v>
                </c:pt>
                <c:pt idx="2889">
                  <c:v>498.15</c:v>
                </c:pt>
                <c:pt idx="2890">
                  <c:v>502.05</c:v>
                </c:pt>
                <c:pt idx="2891">
                  <c:v>487.3</c:v>
                </c:pt>
                <c:pt idx="2892">
                  <c:v>486.8</c:v>
                </c:pt>
                <c:pt idx="2893">
                  <c:v>488</c:v>
                </c:pt>
                <c:pt idx="2894">
                  <c:v>482.85</c:v>
                </c:pt>
                <c:pt idx="2895">
                  <c:v>482.05</c:v>
                </c:pt>
                <c:pt idx="2896">
                  <c:v>476.45</c:v>
                </c:pt>
                <c:pt idx="2897">
                  <c:v>473.05</c:v>
                </c:pt>
                <c:pt idx="2898">
                  <c:v>462.1</c:v>
                </c:pt>
                <c:pt idx="2899">
                  <c:v>464.45</c:v>
                </c:pt>
                <c:pt idx="2900">
                  <c:v>479.9</c:v>
                </c:pt>
                <c:pt idx="2901">
                  <c:v>479.95</c:v>
                </c:pt>
                <c:pt idx="2902">
                  <c:v>468.05</c:v>
                </c:pt>
                <c:pt idx="2903">
                  <c:v>456.45</c:v>
                </c:pt>
                <c:pt idx="2904">
                  <c:v>467.5</c:v>
                </c:pt>
                <c:pt idx="2905">
                  <c:v>462.4</c:v>
                </c:pt>
                <c:pt idx="2906">
                  <c:v>460.85</c:v>
                </c:pt>
                <c:pt idx="2907">
                  <c:v>453.05</c:v>
                </c:pt>
                <c:pt idx="2908">
                  <c:v>459.4</c:v>
                </c:pt>
                <c:pt idx="2909">
                  <c:v>456</c:v>
                </c:pt>
                <c:pt idx="2910">
                  <c:v>443.65</c:v>
                </c:pt>
                <c:pt idx="2911">
                  <c:v>438.95</c:v>
                </c:pt>
                <c:pt idx="2912">
                  <c:v>456.45</c:v>
                </c:pt>
                <c:pt idx="2913">
                  <c:v>471.95</c:v>
                </c:pt>
                <c:pt idx="2914">
                  <c:v>472.8</c:v>
                </c:pt>
                <c:pt idx="2915">
                  <c:v>470.25</c:v>
                </c:pt>
                <c:pt idx="2916">
                  <c:v>472.8</c:v>
                </c:pt>
                <c:pt idx="2917">
                  <c:v>488.1</c:v>
                </c:pt>
                <c:pt idx="2918">
                  <c:v>483.7</c:v>
                </c:pt>
                <c:pt idx="2919">
                  <c:v>473.25</c:v>
                </c:pt>
                <c:pt idx="2920">
                  <c:v>469.35</c:v>
                </c:pt>
                <c:pt idx="2921">
                  <c:v>467.7</c:v>
                </c:pt>
                <c:pt idx="2922">
                  <c:v>478.9</c:v>
                </c:pt>
                <c:pt idx="2923">
                  <c:v>484.65</c:v>
                </c:pt>
                <c:pt idx="2924">
                  <c:v>483.7</c:v>
                </c:pt>
                <c:pt idx="2925">
                  <c:v>484.75</c:v>
                </c:pt>
                <c:pt idx="2926">
                  <c:v>491.35</c:v>
                </c:pt>
                <c:pt idx="2927">
                  <c:v>494.5</c:v>
                </c:pt>
                <c:pt idx="2928">
                  <c:v>472.3</c:v>
                </c:pt>
                <c:pt idx="2929">
                  <c:v>456.4</c:v>
                </c:pt>
                <c:pt idx="2930">
                  <c:v>450.1</c:v>
                </c:pt>
                <c:pt idx="2931">
                  <c:v>457.45</c:v>
                </c:pt>
                <c:pt idx="2932">
                  <c:v>458</c:v>
                </c:pt>
                <c:pt idx="2933">
                  <c:v>470.6</c:v>
                </c:pt>
                <c:pt idx="2934">
                  <c:v>467.65</c:v>
                </c:pt>
                <c:pt idx="2935">
                  <c:v>456.05</c:v>
                </c:pt>
                <c:pt idx="2936">
                  <c:v>448.9</c:v>
                </c:pt>
                <c:pt idx="2937">
                  <c:v>438.7</c:v>
                </c:pt>
                <c:pt idx="2938">
                  <c:v>450</c:v>
                </c:pt>
                <c:pt idx="2939">
                  <c:v>454.7</c:v>
                </c:pt>
                <c:pt idx="2940">
                  <c:v>457.5</c:v>
                </c:pt>
                <c:pt idx="2941">
                  <c:v>467.15</c:v>
                </c:pt>
                <c:pt idx="2942">
                  <c:v>470.65</c:v>
                </c:pt>
                <c:pt idx="2943">
                  <c:v>473.9</c:v>
                </c:pt>
                <c:pt idx="2944">
                  <c:v>478.05</c:v>
                </c:pt>
                <c:pt idx="2945">
                  <c:v>478.15</c:v>
                </c:pt>
                <c:pt idx="2946">
                  <c:v>491.85</c:v>
                </c:pt>
                <c:pt idx="2947">
                  <c:v>489.55</c:v>
                </c:pt>
                <c:pt idx="2948">
                  <c:v>487</c:v>
                </c:pt>
                <c:pt idx="2949">
                  <c:v>484.35</c:v>
                </c:pt>
                <c:pt idx="2950">
                  <c:v>468</c:v>
                </c:pt>
                <c:pt idx="2951">
                  <c:v>472</c:v>
                </c:pt>
                <c:pt idx="2952">
                  <c:v>482.65</c:v>
                </c:pt>
                <c:pt idx="2953">
                  <c:v>490</c:v>
                </c:pt>
                <c:pt idx="2954">
                  <c:v>482.3</c:v>
                </c:pt>
                <c:pt idx="2955">
                  <c:v>483.1</c:v>
                </c:pt>
                <c:pt idx="2956">
                  <c:v>481.85</c:v>
                </c:pt>
                <c:pt idx="2957">
                  <c:v>483</c:v>
                </c:pt>
                <c:pt idx="2958">
                  <c:v>484.25</c:v>
                </c:pt>
                <c:pt idx="2959">
                  <c:v>477.25</c:v>
                </c:pt>
                <c:pt idx="2960">
                  <c:v>464.05</c:v>
                </c:pt>
                <c:pt idx="2961">
                  <c:v>471.4</c:v>
                </c:pt>
                <c:pt idx="2962">
                  <c:v>472.25</c:v>
                </c:pt>
                <c:pt idx="2963">
                  <c:v>465.7</c:v>
                </c:pt>
                <c:pt idx="2964">
                  <c:v>459.35</c:v>
                </c:pt>
                <c:pt idx="2965">
                  <c:v>458.3</c:v>
                </c:pt>
                <c:pt idx="2966">
                  <c:v>444.65</c:v>
                </c:pt>
                <c:pt idx="2967">
                  <c:v>444.05</c:v>
                </c:pt>
                <c:pt idx="2968">
                  <c:v>426.1</c:v>
                </c:pt>
                <c:pt idx="2969">
                  <c:v>429.65</c:v>
                </c:pt>
                <c:pt idx="2970">
                  <c:v>430.9</c:v>
                </c:pt>
                <c:pt idx="2971">
                  <c:v>440.85</c:v>
                </c:pt>
                <c:pt idx="2972">
                  <c:v>435.2</c:v>
                </c:pt>
                <c:pt idx="2973">
                  <c:v>442.5</c:v>
                </c:pt>
                <c:pt idx="2974">
                  <c:v>453.5</c:v>
                </c:pt>
                <c:pt idx="2975">
                  <c:v>466</c:v>
                </c:pt>
                <c:pt idx="2976">
                  <c:v>462.35</c:v>
                </c:pt>
                <c:pt idx="2977">
                  <c:v>467.1</c:v>
                </c:pt>
                <c:pt idx="2978">
                  <c:v>453.75</c:v>
                </c:pt>
                <c:pt idx="2979">
                  <c:v>443.75</c:v>
                </c:pt>
                <c:pt idx="2980">
                  <c:v>432.05</c:v>
                </c:pt>
                <c:pt idx="2981">
                  <c:v>438.4</c:v>
                </c:pt>
                <c:pt idx="2982">
                  <c:v>434.35</c:v>
                </c:pt>
                <c:pt idx="2983">
                  <c:v>431.35</c:v>
                </c:pt>
                <c:pt idx="2984">
                  <c:v>415.3</c:v>
                </c:pt>
                <c:pt idx="2985">
                  <c:v>406</c:v>
                </c:pt>
                <c:pt idx="2986">
                  <c:v>414.2</c:v>
                </c:pt>
                <c:pt idx="2987">
                  <c:v>435.45</c:v>
                </c:pt>
                <c:pt idx="2988">
                  <c:v>442.85</c:v>
                </c:pt>
                <c:pt idx="2989">
                  <c:v>437.55</c:v>
                </c:pt>
                <c:pt idx="2990">
                  <c:v>443.7</c:v>
                </c:pt>
                <c:pt idx="2991">
                  <c:v>439.7</c:v>
                </c:pt>
                <c:pt idx="2992">
                  <c:v>439.8</c:v>
                </c:pt>
                <c:pt idx="2993">
                  <c:v>429.6</c:v>
                </c:pt>
                <c:pt idx="2994">
                  <c:v>426.85</c:v>
                </c:pt>
                <c:pt idx="2995">
                  <c:v>426.85</c:v>
                </c:pt>
                <c:pt idx="2996">
                  <c:v>439.15</c:v>
                </c:pt>
                <c:pt idx="2997">
                  <c:v>443.3</c:v>
                </c:pt>
                <c:pt idx="2998">
                  <c:v>443.65</c:v>
                </c:pt>
                <c:pt idx="2999">
                  <c:v>453.3</c:v>
                </c:pt>
                <c:pt idx="3000">
                  <c:v>450.95</c:v>
                </c:pt>
                <c:pt idx="3001">
                  <c:v>455.7</c:v>
                </c:pt>
                <c:pt idx="3002">
                  <c:v>459.7</c:v>
                </c:pt>
                <c:pt idx="3003">
                  <c:v>462.65</c:v>
                </c:pt>
                <c:pt idx="3004">
                  <c:v>466.65</c:v>
                </c:pt>
                <c:pt idx="3005">
                  <c:v>469.6</c:v>
                </c:pt>
                <c:pt idx="3006">
                  <c:v>460.5</c:v>
                </c:pt>
                <c:pt idx="3007">
                  <c:v>468.4</c:v>
                </c:pt>
                <c:pt idx="3008">
                  <c:v>481.9</c:v>
                </c:pt>
                <c:pt idx="3009">
                  <c:v>486.8</c:v>
                </c:pt>
                <c:pt idx="3010">
                  <c:v>490.55</c:v>
                </c:pt>
                <c:pt idx="3011">
                  <c:v>484</c:v>
                </c:pt>
                <c:pt idx="3012">
                  <c:v>488.8</c:v>
                </c:pt>
                <c:pt idx="3013">
                  <c:v>490.2</c:v>
                </c:pt>
                <c:pt idx="3014">
                  <c:v>484.2</c:v>
                </c:pt>
                <c:pt idx="3015">
                  <c:v>479.05</c:v>
                </c:pt>
                <c:pt idx="3016">
                  <c:v>492.1</c:v>
                </c:pt>
                <c:pt idx="3017">
                  <c:v>497.15</c:v>
                </c:pt>
                <c:pt idx="3018">
                  <c:v>497.9</c:v>
                </c:pt>
                <c:pt idx="3019">
                  <c:v>506.25</c:v>
                </c:pt>
                <c:pt idx="3020">
                  <c:v>507.7</c:v>
                </c:pt>
                <c:pt idx="3021">
                  <c:v>509.3</c:v>
                </c:pt>
                <c:pt idx="3022">
                  <c:v>508.45</c:v>
                </c:pt>
                <c:pt idx="3023">
                  <c:v>522.54999999999995</c:v>
                </c:pt>
                <c:pt idx="3024">
                  <c:v>517.5</c:v>
                </c:pt>
                <c:pt idx="3025">
                  <c:v>521.95000000000005</c:v>
                </c:pt>
                <c:pt idx="3026">
                  <c:v>517.9</c:v>
                </c:pt>
                <c:pt idx="3027">
                  <c:v>533.04999999999995</c:v>
                </c:pt>
                <c:pt idx="3028">
                  <c:v>526.45000000000005</c:v>
                </c:pt>
                <c:pt idx="3029">
                  <c:v>528.29999999999995</c:v>
                </c:pt>
                <c:pt idx="3030">
                  <c:v>532.04999999999995</c:v>
                </c:pt>
                <c:pt idx="3031">
                  <c:v>531.45000000000005</c:v>
                </c:pt>
                <c:pt idx="3032">
                  <c:v>533.15</c:v>
                </c:pt>
                <c:pt idx="3033">
                  <c:v>524.65</c:v>
                </c:pt>
                <c:pt idx="3034">
                  <c:v>515.6</c:v>
                </c:pt>
                <c:pt idx="3035">
                  <c:v>530.5</c:v>
                </c:pt>
                <c:pt idx="3036">
                  <c:v>517.1</c:v>
                </c:pt>
                <c:pt idx="3037">
                  <c:v>514</c:v>
                </c:pt>
                <c:pt idx="3038">
                  <c:v>518.75</c:v>
                </c:pt>
                <c:pt idx="3039">
                  <c:v>519.29999999999995</c:v>
                </c:pt>
                <c:pt idx="3040">
                  <c:v>510.95</c:v>
                </c:pt>
                <c:pt idx="3041">
                  <c:v>507.4</c:v>
                </c:pt>
                <c:pt idx="3042">
                  <c:v>515.65</c:v>
                </c:pt>
                <c:pt idx="3043">
                  <c:v>523.20000000000005</c:v>
                </c:pt>
                <c:pt idx="3044">
                  <c:v>518.95000000000005</c:v>
                </c:pt>
                <c:pt idx="3045">
                  <c:v>524.4</c:v>
                </c:pt>
                <c:pt idx="3046">
                  <c:v>528.20000000000005</c:v>
                </c:pt>
                <c:pt idx="3047">
                  <c:v>510.8</c:v>
                </c:pt>
                <c:pt idx="3048">
                  <c:v>507.85</c:v>
                </c:pt>
                <c:pt idx="3049">
                  <c:v>498.85</c:v>
                </c:pt>
                <c:pt idx="3050">
                  <c:v>505.4</c:v>
                </c:pt>
                <c:pt idx="3051">
                  <c:v>515.65</c:v>
                </c:pt>
                <c:pt idx="3052">
                  <c:v>504.25</c:v>
                </c:pt>
                <c:pt idx="3053">
                  <c:v>513.95000000000005</c:v>
                </c:pt>
                <c:pt idx="3054">
                  <c:v>511.65</c:v>
                </c:pt>
                <c:pt idx="3055">
                  <c:v>518.85</c:v>
                </c:pt>
                <c:pt idx="3056">
                  <c:v>513.45000000000005</c:v>
                </c:pt>
                <c:pt idx="3057">
                  <c:v>510.1</c:v>
                </c:pt>
                <c:pt idx="3058">
                  <c:v>519.85</c:v>
                </c:pt>
                <c:pt idx="3059">
                  <c:v>528.35</c:v>
                </c:pt>
                <c:pt idx="3060">
                  <c:v>530.20000000000005</c:v>
                </c:pt>
                <c:pt idx="3061">
                  <c:v>526.54999999999995</c:v>
                </c:pt>
                <c:pt idx="3062">
                  <c:v>521.75</c:v>
                </c:pt>
                <c:pt idx="3063">
                  <c:v>524.85</c:v>
                </c:pt>
                <c:pt idx="3064">
                  <c:v>526.45000000000005</c:v>
                </c:pt>
                <c:pt idx="3065">
                  <c:v>530.4</c:v>
                </c:pt>
                <c:pt idx="3066">
                  <c:v>529.35</c:v>
                </c:pt>
                <c:pt idx="3067">
                  <c:v>529.75</c:v>
                </c:pt>
                <c:pt idx="3068">
                  <c:v>530.25</c:v>
                </c:pt>
                <c:pt idx="3069">
                  <c:v>537.65</c:v>
                </c:pt>
                <c:pt idx="3070">
                  <c:v>554.04999999999995</c:v>
                </c:pt>
                <c:pt idx="3071">
                  <c:v>551.1</c:v>
                </c:pt>
                <c:pt idx="3072">
                  <c:v>545.35</c:v>
                </c:pt>
                <c:pt idx="3073">
                  <c:v>541.85</c:v>
                </c:pt>
                <c:pt idx="3074">
                  <c:v>546.65</c:v>
                </c:pt>
                <c:pt idx="3075">
                  <c:v>540.5</c:v>
                </c:pt>
                <c:pt idx="3076">
                  <c:v>541.15</c:v>
                </c:pt>
                <c:pt idx="3077">
                  <c:v>543.54999999999995</c:v>
                </c:pt>
                <c:pt idx="3078">
                  <c:v>542.5</c:v>
                </c:pt>
                <c:pt idx="3079">
                  <c:v>549.9</c:v>
                </c:pt>
                <c:pt idx="3080">
                  <c:v>554.04999999999995</c:v>
                </c:pt>
                <c:pt idx="3081">
                  <c:v>537.5</c:v>
                </c:pt>
                <c:pt idx="3082">
                  <c:v>532.25</c:v>
                </c:pt>
                <c:pt idx="3083">
                  <c:v>515.35</c:v>
                </c:pt>
                <c:pt idx="3084">
                  <c:v>512.65</c:v>
                </c:pt>
                <c:pt idx="3085">
                  <c:v>517.5</c:v>
                </c:pt>
                <c:pt idx="3086">
                  <c:v>510.55</c:v>
                </c:pt>
                <c:pt idx="3087">
                  <c:v>500.55</c:v>
                </c:pt>
                <c:pt idx="3088">
                  <c:v>499.1</c:v>
                </c:pt>
                <c:pt idx="3089">
                  <c:v>495.2</c:v>
                </c:pt>
                <c:pt idx="3090">
                  <c:v>497.8</c:v>
                </c:pt>
                <c:pt idx="3091">
                  <c:v>500.55</c:v>
                </c:pt>
                <c:pt idx="3092">
                  <c:v>497.45</c:v>
                </c:pt>
                <c:pt idx="3093">
                  <c:v>489.25</c:v>
                </c:pt>
                <c:pt idx="3094">
                  <c:v>487.2</c:v>
                </c:pt>
                <c:pt idx="3095">
                  <c:v>499.7</c:v>
                </c:pt>
                <c:pt idx="3096">
                  <c:v>500</c:v>
                </c:pt>
                <c:pt idx="3097">
                  <c:v>508.75</c:v>
                </c:pt>
                <c:pt idx="3098">
                  <c:v>504.95</c:v>
                </c:pt>
                <c:pt idx="3099">
                  <c:v>500.65</c:v>
                </c:pt>
                <c:pt idx="3100">
                  <c:v>506.2</c:v>
                </c:pt>
                <c:pt idx="3101">
                  <c:v>490.4</c:v>
                </c:pt>
                <c:pt idx="3102">
                  <c:v>495.65</c:v>
                </c:pt>
                <c:pt idx="3103">
                  <c:v>501.5</c:v>
                </c:pt>
                <c:pt idx="3104">
                  <c:v>519.9</c:v>
                </c:pt>
                <c:pt idx="3105">
                  <c:v>537.79999999999995</c:v>
                </c:pt>
                <c:pt idx="3106">
                  <c:v>539.1</c:v>
                </c:pt>
                <c:pt idx="3107">
                  <c:v>541.95000000000005</c:v>
                </c:pt>
                <c:pt idx="3108">
                  <c:v>549.6</c:v>
                </c:pt>
                <c:pt idx="3109">
                  <c:v>541.75</c:v>
                </c:pt>
                <c:pt idx="3110">
                  <c:v>534.4</c:v>
                </c:pt>
                <c:pt idx="3111">
                  <c:v>547.54999999999995</c:v>
                </c:pt>
                <c:pt idx="3112">
                  <c:v>534.95000000000005</c:v>
                </c:pt>
                <c:pt idx="3113">
                  <c:v>536.45000000000005</c:v>
                </c:pt>
                <c:pt idx="3114">
                  <c:v>534.20000000000005</c:v>
                </c:pt>
                <c:pt idx="3115">
                  <c:v>542.9</c:v>
                </c:pt>
                <c:pt idx="3116">
                  <c:v>544.35</c:v>
                </c:pt>
                <c:pt idx="3117">
                  <c:v>536.70000000000005</c:v>
                </c:pt>
                <c:pt idx="3118">
                  <c:v>543.45000000000005</c:v>
                </c:pt>
                <c:pt idx="3119">
                  <c:v>549</c:v>
                </c:pt>
                <c:pt idx="3120">
                  <c:v>548.5</c:v>
                </c:pt>
                <c:pt idx="3121">
                  <c:v>563.54999999999995</c:v>
                </c:pt>
                <c:pt idx="3122">
                  <c:v>573.95000000000005</c:v>
                </c:pt>
                <c:pt idx="3123">
                  <c:v>575.85</c:v>
                </c:pt>
                <c:pt idx="3124">
                  <c:v>578</c:v>
                </c:pt>
                <c:pt idx="3125">
                  <c:v>584.1</c:v>
                </c:pt>
                <c:pt idx="3126">
                  <c:v>581.5</c:v>
                </c:pt>
                <c:pt idx="3127">
                  <c:v>578.15</c:v>
                </c:pt>
                <c:pt idx="3128">
                  <c:v>588.65</c:v>
                </c:pt>
                <c:pt idx="3129">
                  <c:v>587</c:v>
                </c:pt>
                <c:pt idx="3130">
                  <c:v>580.1</c:v>
                </c:pt>
                <c:pt idx="3131">
                  <c:v>587.04999999999995</c:v>
                </c:pt>
                <c:pt idx="3132">
                  <c:v>582.65</c:v>
                </c:pt>
                <c:pt idx="3133">
                  <c:v>583.25</c:v>
                </c:pt>
                <c:pt idx="3134">
                  <c:v>587</c:v>
                </c:pt>
                <c:pt idx="3135">
                  <c:v>589.4</c:v>
                </c:pt>
                <c:pt idx="3136">
                  <c:v>582.6</c:v>
                </c:pt>
                <c:pt idx="3137">
                  <c:v>573</c:v>
                </c:pt>
                <c:pt idx="3138">
                  <c:v>574.04999999999995</c:v>
                </c:pt>
                <c:pt idx="3139">
                  <c:v>576.04999999999995</c:v>
                </c:pt>
                <c:pt idx="3140">
                  <c:v>565.79999999999995</c:v>
                </c:pt>
                <c:pt idx="3141">
                  <c:v>584.6</c:v>
                </c:pt>
                <c:pt idx="3142">
                  <c:v>587.25</c:v>
                </c:pt>
                <c:pt idx="3143">
                  <c:v>587.75</c:v>
                </c:pt>
                <c:pt idx="3144">
                  <c:v>586.5</c:v>
                </c:pt>
                <c:pt idx="3145">
                  <c:v>582.5</c:v>
                </c:pt>
                <c:pt idx="3146">
                  <c:v>588.20000000000005</c:v>
                </c:pt>
                <c:pt idx="3147">
                  <c:v>600.25</c:v>
                </c:pt>
                <c:pt idx="3148">
                  <c:v>600.1</c:v>
                </c:pt>
                <c:pt idx="3149">
                  <c:v>598.9</c:v>
                </c:pt>
                <c:pt idx="3150">
                  <c:v>604.65</c:v>
                </c:pt>
                <c:pt idx="3151">
                  <c:v>602.15</c:v>
                </c:pt>
                <c:pt idx="3152">
                  <c:v>607.45000000000005</c:v>
                </c:pt>
                <c:pt idx="3153">
                  <c:v>608.15</c:v>
                </c:pt>
                <c:pt idx="3154">
                  <c:v>600.04999999999995</c:v>
                </c:pt>
                <c:pt idx="3155">
                  <c:v>595.1</c:v>
                </c:pt>
                <c:pt idx="3156">
                  <c:v>596.4</c:v>
                </c:pt>
                <c:pt idx="3157">
                  <c:v>596.9</c:v>
                </c:pt>
                <c:pt idx="3158">
                  <c:v>597.70000000000005</c:v>
                </c:pt>
                <c:pt idx="3159">
                  <c:v>596.29999999999995</c:v>
                </c:pt>
                <c:pt idx="3160">
                  <c:v>594.35</c:v>
                </c:pt>
                <c:pt idx="3161">
                  <c:v>589.35</c:v>
                </c:pt>
                <c:pt idx="3162">
                  <c:v>588.54999999999995</c:v>
                </c:pt>
                <c:pt idx="3163">
                  <c:v>595.9</c:v>
                </c:pt>
                <c:pt idx="3164">
                  <c:v>595.35</c:v>
                </c:pt>
                <c:pt idx="3165">
                  <c:v>590.45000000000005</c:v>
                </c:pt>
                <c:pt idx="3166">
                  <c:v>590.1</c:v>
                </c:pt>
                <c:pt idx="3167">
                  <c:v>592.1</c:v>
                </c:pt>
                <c:pt idx="3168">
                  <c:v>588.15</c:v>
                </c:pt>
                <c:pt idx="3169">
                  <c:v>590.4</c:v>
                </c:pt>
                <c:pt idx="3170">
                  <c:v>591.04999999999995</c:v>
                </c:pt>
                <c:pt idx="3171">
                  <c:v>591.15</c:v>
                </c:pt>
                <c:pt idx="3172">
                  <c:v>594.4</c:v>
                </c:pt>
                <c:pt idx="3173">
                  <c:v>599.20000000000005</c:v>
                </c:pt>
                <c:pt idx="3174">
                  <c:v>599.20000000000005</c:v>
                </c:pt>
                <c:pt idx="3175">
                  <c:v>612.75</c:v>
                </c:pt>
                <c:pt idx="3176">
                  <c:v>608.29999999999995</c:v>
                </c:pt>
                <c:pt idx="3177">
                  <c:v>605.45000000000005</c:v>
                </c:pt>
                <c:pt idx="3178">
                  <c:v>606.9</c:v>
                </c:pt>
                <c:pt idx="3179">
                  <c:v>625.15</c:v>
                </c:pt>
                <c:pt idx="3180">
                  <c:v>635</c:v>
                </c:pt>
                <c:pt idx="3181">
                  <c:v>636.9</c:v>
                </c:pt>
                <c:pt idx="3182">
                  <c:v>630.75</c:v>
                </c:pt>
                <c:pt idx="3183">
                  <c:v>630.79999999999995</c:v>
                </c:pt>
                <c:pt idx="3184">
                  <c:v>629.15</c:v>
                </c:pt>
                <c:pt idx="3185">
                  <c:v>622.85</c:v>
                </c:pt>
                <c:pt idx="3186">
                  <c:v>619.45000000000005</c:v>
                </c:pt>
                <c:pt idx="3187">
                  <c:v>631.29999999999995</c:v>
                </c:pt>
                <c:pt idx="3188">
                  <c:v>622.4</c:v>
                </c:pt>
                <c:pt idx="3189">
                  <c:v>620.70000000000005</c:v>
                </c:pt>
                <c:pt idx="3190">
                  <c:v>625.75</c:v>
                </c:pt>
                <c:pt idx="3191">
                  <c:v>617.95000000000005</c:v>
                </c:pt>
                <c:pt idx="3192">
                  <c:v>624.85</c:v>
                </c:pt>
                <c:pt idx="3193">
                  <c:v>631.15</c:v>
                </c:pt>
                <c:pt idx="3194">
                  <c:v>634.15</c:v>
                </c:pt>
                <c:pt idx="3195">
                  <c:v>630.4</c:v>
                </c:pt>
                <c:pt idx="3196">
                  <c:v>628.1</c:v>
                </c:pt>
                <c:pt idx="3197">
                  <c:v>636.20000000000005</c:v>
                </c:pt>
                <c:pt idx="3198">
                  <c:v>628.5</c:v>
                </c:pt>
                <c:pt idx="3199">
                  <c:v>639</c:v>
                </c:pt>
                <c:pt idx="3200">
                  <c:v>634.1</c:v>
                </c:pt>
                <c:pt idx="3201">
                  <c:v>637.35</c:v>
                </c:pt>
                <c:pt idx="3202">
                  <c:v>637.15</c:v>
                </c:pt>
                <c:pt idx="3203">
                  <c:v>640.6</c:v>
                </c:pt>
                <c:pt idx="3204">
                  <c:v>633.65</c:v>
                </c:pt>
                <c:pt idx="3205">
                  <c:v>634.20000000000005</c:v>
                </c:pt>
                <c:pt idx="3206">
                  <c:v>628.6</c:v>
                </c:pt>
                <c:pt idx="3207">
                  <c:v>630.29999999999995</c:v>
                </c:pt>
                <c:pt idx="3208">
                  <c:v>635</c:v>
                </c:pt>
                <c:pt idx="3209">
                  <c:v>639.54999999999995</c:v>
                </c:pt>
                <c:pt idx="3210">
                  <c:v>640.04999999999995</c:v>
                </c:pt>
                <c:pt idx="3211">
                  <c:v>639</c:v>
                </c:pt>
                <c:pt idx="3212">
                  <c:v>639.35</c:v>
                </c:pt>
                <c:pt idx="3213">
                  <c:v>651.29999999999995</c:v>
                </c:pt>
                <c:pt idx="3214">
                  <c:v>647.04999999999995</c:v>
                </c:pt>
                <c:pt idx="3215">
                  <c:v>646.25</c:v>
                </c:pt>
                <c:pt idx="3216">
                  <c:v>642.25</c:v>
                </c:pt>
                <c:pt idx="3217">
                  <c:v>646.75</c:v>
                </c:pt>
                <c:pt idx="3218">
                  <c:v>653.85</c:v>
                </c:pt>
                <c:pt idx="3219">
                  <c:v>663.7</c:v>
                </c:pt>
                <c:pt idx="3220">
                  <c:v>669.1</c:v>
                </c:pt>
                <c:pt idx="3221">
                  <c:v>669.75</c:v>
                </c:pt>
                <c:pt idx="3222">
                  <c:v>661.9</c:v>
                </c:pt>
                <c:pt idx="3223">
                  <c:v>680.5</c:v>
                </c:pt>
                <c:pt idx="3224">
                  <c:v>699.85</c:v>
                </c:pt>
                <c:pt idx="3225">
                  <c:v>703.95</c:v>
                </c:pt>
                <c:pt idx="3226">
                  <c:v>686.95</c:v>
                </c:pt>
                <c:pt idx="3227">
                  <c:v>685.15</c:v>
                </c:pt>
                <c:pt idx="3228">
                  <c:v>692.6</c:v>
                </c:pt>
                <c:pt idx="3229">
                  <c:v>694.75</c:v>
                </c:pt>
                <c:pt idx="3230">
                  <c:v>693.1</c:v>
                </c:pt>
                <c:pt idx="3231">
                  <c:v>693</c:v>
                </c:pt>
                <c:pt idx="3232">
                  <c:v>690.85</c:v>
                </c:pt>
                <c:pt idx="3233">
                  <c:v>693.85</c:v>
                </c:pt>
                <c:pt idx="3234">
                  <c:v>691.05</c:v>
                </c:pt>
                <c:pt idx="3235">
                  <c:v>688.75</c:v>
                </c:pt>
                <c:pt idx="3236">
                  <c:v>676.5</c:v>
                </c:pt>
                <c:pt idx="3237">
                  <c:v>675.95</c:v>
                </c:pt>
                <c:pt idx="3238">
                  <c:v>688</c:v>
                </c:pt>
                <c:pt idx="3239">
                  <c:v>683.4</c:v>
                </c:pt>
                <c:pt idx="3240">
                  <c:v>676</c:v>
                </c:pt>
                <c:pt idx="3241">
                  <c:v>676.1</c:v>
                </c:pt>
                <c:pt idx="3242">
                  <c:v>680.3</c:v>
                </c:pt>
                <c:pt idx="3243">
                  <c:v>680.1</c:v>
                </c:pt>
                <c:pt idx="3244">
                  <c:v>677.65</c:v>
                </c:pt>
                <c:pt idx="3245">
                  <c:v>678.6</c:v>
                </c:pt>
                <c:pt idx="3246">
                  <c:v>684.5</c:v>
                </c:pt>
                <c:pt idx="3247">
                  <c:v>687.35</c:v>
                </c:pt>
                <c:pt idx="3248">
                  <c:v>683.35</c:v>
                </c:pt>
                <c:pt idx="3249">
                  <c:v>679.35</c:v>
                </c:pt>
                <c:pt idx="3250">
                  <c:v>668.2</c:v>
                </c:pt>
                <c:pt idx="3251">
                  <c:v>670.25</c:v>
                </c:pt>
                <c:pt idx="3252">
                  <c:v>667.5</c:v>
                </c:pt>
                <c:pt idx="3253">
                  <c:v>675.8</c:v>
                </c:pt>
                <c:pt idx="3254">
                  <c:v>669.3</c:v>
                </c:pt>
                <c:pt idx="3255">
                  <c:v>669.3</c:v>
                </c:pt>
                <c:pt idx="3256">
                  <c:v>668.3</c:v>
                </c:pt>
                <c:pt idx="3257">
                  <c:v>660.5</c:v>
                </c:pt>
                <c:pt idx="3258">
                  <c:v>666.8</c:v>
                </c:pt>
                <c:pt idx="3259">
                  <c:v>662.85</c:v>
                </c:pt>
                <c:pt idx="3260">
                  <c:v>658.55</c:v>
                </c:pt>
                <c:pt idx="3261">
                  <c:v>653.75</c:v>
                </c:pt>
                <c:pt idx="3262">
                  <c:v>656.6</c:v>
                </c:pt>
                <c:pt idx="3263">
                  <c:v>660.3</c:v>
                </c:pt>
                <c:pt idx="3264">
                  <c:v>665.05</c:v>
                </c:pt>
                <c:pt idx="3265">
                  <c:v>670.35</c:v>
                </c:pt>
                <c:pt idx="3266">
                  <c:v>652.45000000000005</c:v>
                </c:pt>
                <c:pt idx="3267">
                  <c:v>656.65</c:v>
                </c:pt>
                <c:pt idx="3268">
                  <c:v>643.04999999999995</c:v>
                </c:pt>
                <c:pt idx="3269">
                  <c:v>640.15</c:v>
                </c:pt>
                <c:pt idx="3270">
                  <c:v>646.9</c:v>
                </c:pt>
                <c:pt idx="3271">
                  <c:v>644.15</c:v>
                </c:pt>
                <c:pt idx="3272">
                  <c:v>639.5</c:v>
                </c:pt>
                <c:pt idx="3273">
                  <c:v>641.5</c:v>
                </c:pt>
                <c:pt idx="3274">
                  <c:v>650.04999999999995</c:v>
                </c:pt>
                <c:pt idx="3275">
                  <c:v>656.95</c:v>
                </c:pt>
                <c:pt idx="3276">
                  <c:v>665.2</c:v>
                </c:pt>
                <c:pt idx="3277">
                  <c:v>664.2</c:v>
                </c:pt>
                <c:pt idx="3278">
                  <c:v>674.8</c:v>
                </c:pt>
                <c:pt idx="3279">
                  <c:v>676.75</c:v>
                </c:pt>
                <c:pt idx="3280">
                  <c:v>676</c:v>
                </c:pt>
                <c:pt idx="3281">
                  <c:v>674.8</c:v>
                </c:pt>
                <c:pt idx="3282">
                  <c:v>676.95</c:v>
                </c:pt>
                <c:pt idx="3283">
                  <c:v>666.25</c:v>
                </c:pt>
                <c:pt idx="3284">
                  <c:v>659.3</c:v>
                </c:pt>
                <c:pt idx="3285">
                  <c:v>656.45</c:v>
                </c:pt>
                <c:pt idx="3286">
                  <c:v>651.25</c:v>
                </c:pt>
                <c:pt idx="3287">
                  <c:v>642.75</c:v>
                </c:pt>
                <c:pt idx="3288">
                  <c:v>625.35</c:v>
                </c:pt>
                <c:pt idx="3289">
                  <c:v>622.5</c:v>
                </c:pt>
                <c:pt idx="3290">
                  <c:v>627.65</c:v>
                </c:pt>
                <c:pt idx="3291">
                  <c:v>632.95000000000005</c:v>
                </c:pt>
                <c:pt idx="3292">
                  <c:v>630.5</c:v>
                </c:pt>
                <c:pt idx="3293">
                  <c:v>641.79999999999995</c:v>
                </c:pt>
                <c:pt idx="3294">
                  <c:v>657.3</c:v>
                </c:pt>
                <c:pt idx="3295">
                  <c:v>655.25</c:v>
                </c:pt>
                <c:pt idx="3296">
                  <c:v>644</c:v>
                </c:pt>
                <c:pt idx="3297">
                  <c:v>634.9</c:v>
                </c:pt>
                <c:pt idx="3298">
                  <c:v>649.25</c:v>
                </c:pt>
                <c:pt idx="3299">
                  <c:v>639.4</c:v>
                </c:pt>
                <c:pt idx="3300">
                  <c:v>643.29999999999995</c:v>
                </c:pt>
                <c:pt idx="3301">
                  <c:v>631.54999999999995</c:v>
                </c:pt>
                <c:pt idx="3302">
                  <c:v>625.5</c:v>
                </c:pt>
                <c:pt idx="3303">
                  <c:v>607</c:v>
                </c:pt>
                <c:pt idx="3304">
                  <c:v>605.25</c:v>
                </c:pt>
                <c:pt idx="3305">
                  <c:v>609.4</c:v>
                </c:pt>
                <c:pt idx="3306">
                  <c:v>614.5</c:v>
                </c:pt>
                <c:pt idx="3307">
                  <c:v>625.35</c:v>
                </c:pt>
                <c:pt idx="3308">
                  <c:v>623.85</c:v>
                </c:pt>
                <c:pt idx="3309">
                  <c:v>629.9</c:v>
                </c:pt>
                <c:pt idx="3310">
                  <c:v>623.65</c:v>
                </c:pt>
                <c:pt idx="3311">
                  <c:v>616.15</c:v>
                </c:pt>
                <c:pt idx="3312">
                  <c:v>620.95000000000005</c:v>
                </c:pt>
                <c:pt idx="3313">
                  <c:v>624.45000000000005</c:v>
                </c:pt>
                <c:pt idx="3314">
                  <c:v>620.6</c:v>
                </c:pt>
                <c:pt idx="3315">
                  <c:v>632</c:v>
                </c:pt>
                <c:pt idx="3316">
                  <c:v>639.25</c:v>
                </c:pt>
                <c:pt idx="3317">
                  <c:v>643.70000000000005</c:v>
                </c:pt>
                <c:pt idx="3318">
                  <c:v>641.54999999999995</c:v>
                </c:pt>
                <c:pt idx="3319">
                  <c:v>663.35</c:v>
                </c:pt>
                <c:pt idx="3320">
                  <c:v>660.1</c:v>
                </c:pt>
                <c:pt idx="3321">
                  <c:v>673.6</c:v>
                </c:pt>
                <c:pt idx="3322">
                  <c:v>698.3</c:v>
                </c:pt>
                <c:pt idx="3323">
                  <c:v>689</c:v>
                </c:pt>
                <c:pt idx="3324">
                  <c:v>689.55</c:v>
                </c:pt>
                <c:pt idx="3325">
                  <c:v>689.1</c:v>
                </c:pt>
                <c:pt idx="3326">
                  <c:v>695.15</c:v>
                </c:pt>
                <c:pt idx="3327">
                  <c:v>682.3</c:v>
                </c:pt>
                <c:pt idx="3328">
                  <c:v>692.5</c:v>
                </c:pt>
                <c:pt idx="3329">
                  <c:v>680.95</c:v>
                </c:pt>
                <c:pt idx="3330">
                  <c:v>675.5</c:v>
                </c:pt>
                <c:pt idx="3331">
                  <c:v>688.05</c:v>
                </c:pt>
                <c:pt idx="3332">
                  <c:v>697.15</c:v>
                </c:pt>
                <c:pt idx="3333">
                  <c:v>690.05</c:v>
                </c:pt>
                <c:pt idx="3334">
                  <c:v>703.35</c:v>
                </c:pt>
                <c:pt idx="3335">
                  <c:v>702.8</c:v>
                </c:pt>
                <c:pt idx="3336">
                  <c:v>692.75</c:v>
                </c:pt>
                <c:pt idx="3337">
                  <c:v>689.05</c:v>
                </c:pt>
                <c:pt idx="3338">
                  <c:v>714.85</c:v>
                </c:pt>
                <c:pt idx="3339">
                  <c:v>722.8</c:v>
                </c:pt>
                <c:pt idx="3340">
                  <c:v>718.9</c:v>
                </c:pt>
                <c:pt idx="3341">
                  <c:v>714.5</c:v>
                </c:pt>
                <c:pt idx="3342">
                  <c:v>707.8</c:v>
                </c:pt>
                <c:pt idx="3343">
                  <c:v>703.45</c:v>
                </c:pt>
                <c:pt idx="3344">
                  <c:v>698.6</c:v>
                </c:pt>
                <c:pt idx="3345">
                  <c:v>701.35</c:v>
                </c:pt>
                <c:pt idx="3346">
                  <c:v>715.05</c:v>
                </c:pt>
                <c:pt idx="3347">
                  <c:v>713.3</c:v>
                </c:pt>
                <c:pt idx="3348">
                  <c:v>715.95</c:v>
                </c:pt>
                <c:pt idx="3349">
                  <c:v>725.15</c:v>
                </c:pt>
                <c:pt idx="3350">
                  <c:v>700.5</c:v>
                </c:pt>
                <c:pt idx="3351">
                  <c:v>689.15</c:v>
                </c:pt>
                <c:pt idx="3352">
                  <c:v>683.05</c:v>
                </c:pt>
                <c:pt idx="3353">
                  <c:v>687.95</c:v>
                </c:pt>
                <c:pt idx="3354">
                  <c:v>682.2</c:v>
                </c:pt>
                <c:pt idx="3355">
                  <c:v>676.15</c:v>
                </c:pt>
                <c:pt idx="3356">
                  <c:v>676.35</c:v>
                </c:pt>
                <c:pt idx="3357">
                  <c:v>664.9</c:v>
                </c:pt>
                <c:pt idx="3358">
                  <c:v>663.95</c:v>
                </c:pt>
                <c:pt idx="3359">
                  <c:v>655.1</c:v>
                </c:pt>
                <c:pt idx="3360">
                  <c:v>665.05</c:v>
                </c:pt>
                <c:pt idx="3361">
                  <c:v>667.35</c:v>
                </c:pt>
                <c:pt idx="3362">
                  <c:v>657.45</c:v>
                </c:pt>
                <c:pt idx="3363">
                  <c:v>665.2</c:v>
                </c:pt>
                <c:pt idx="3364">
                  <c:v>636.6</c:v>
                </c:pt>
                <c:pt idx="3365">
                  <c:v>635.25</c:v>
                </c:pt>
                <c:pt idx="3366">
                  <c:v>625.35</c:v>
                </c:pt>
                <c:pt idx="3367">
                  <c:v>634</c:v>
                </c:pt>
                <c:pt idx="3368">
                  <c:v>622.85</c:v>
                </c:pt>
                <c:pt idx="3369">
                  <c:v>646.5</c:v>
                </c:pt>
                <c:pt idx="3370">
                  <c:v>669.5</c:v>
                </c:pt>
                <c:pt idx="3371">
                  <c:v>668.75</c:v>
                </c:pt>
                <c:pt idx="3372">
                  <c:v>656.55</c:v>
                </c:pt>
                <c:pt idx="3373">
                  <c:v>650.65</c:v>
                </c:pt>
                <c:pt idx="3374">
                  <c:v>655.15</c:v>
                </c:pt>
                <c:pt idx="3375">
                  <c:v>667.75</c:v>
                </c:pt>
                <c:pt idx="3376">
                  <c:v>660.45</c:v>
                </c:pt>
                <c:pt idx="3377">
                  <c:v>670.3</c:v>
                </c:pt>
                <c:pt idx="3378">
                  <c:v>659.3</c:v>
                </c:pt>
                <c:pt idx="3379">
                  <c:v>683.25</c:v>
                </c:pt>
                <c:pt idx="3380">
                  <c:v>695.75</c:v>
                </c:pt>
                <c:pt idx="3381">
                  <c:v>695.45</c:v>
                </c:pt>
                <c:pt idx="3382">
                  <c:v>678.7</c:v>
                </c:pt>
                <c:pt idx="3383">
                  <c:v>662.9</c:v>
                </c:pt>
                <c:pt idx="3384">
                  <c:v>684.1</c:v>
                </c:pt>
                <c:pt idx="3385">
                  <c:v>680</c:v>
                </c:pt>
                <c:pt idx="3386">
                  <c:v>682.05</c:v>
                </c:pt>
                <c:pt idx="3387">
                  <c:v>683.6</c:v>
                </c:pt>
                <c:pt idx="3388">
                  <c:v>659.95</c:v>
                </c:pt>
                <c:pt idx="3389">
                  <c:v>653.85</c:v>
                </c:pt>
                <c:pt idx="3390">
                  <c:v>644.1</c:v>
                </c:pt>
                <c:pt idx="3391">
                  <c:v>632.5</c:v>
                </c:pt>
                <c:pt idx="3392">
                  <c:v>625.35</c:v>
                </c:pt>
                <c:pt idx="3393">
                  <c:v>609.75</c:v>
                </c:pt>
                <c:pt idx="3394">
                  <c:v>632.20000000000005</c:v>
                </c:pt>
                <c:pt idx="3395">
                  <c:v>631.25</c:v>
                </c:pt>
                <c:pt idx="3396">
                  <c:v>632.70000000000005</c:v>
                </c:pt>
                <c:pt idx="3397">
                  <c:v>608.65</c:v>
                </c:pt>
                <c:pt idx="3398">
                  <c:v>601.20000000000005</c:v>
                </c:pt>
                <c:pt idx="3399">
                  <c:v>610.5</c:v>
                </c:pt>
                <c:pt idx="3400">
                  <c:v>602.20000000000005</c:v>
                </c:pt>
                <c:pt idx="3401">
                  <c:v>620.5</c:v>
                </c:pt>
                <c:pt idx="3402">
                  <c:v>621.35</c:v>
                </c:pt>
                <c:pt idx="3403">
                  <c:v>587.9</c:v>
                </c:pt>
                <c:pt idx="3404">
                  <c:v>584.70000000000005</c:v>
                </c:pt>
                <c:pt idx="3405">
                  <c:v>584.75</c:v>
                </c:pt>
                <c:pt idx="3406">
                  <c:v>593.35</c:v>
                </c:pt>
                <c:pt idx="3407">
                  <c:v>588.70000000000005</c:v>
                </c:pt>
                <c:pt idx="3408">
                  <c:v>607.54999999999995</c:v>
                </c:pt>
                <c:pt idx="3409">
                  <c:v>611.29999999999995</c:v>
                </c:pt>
                <c:pt idx="3410">
                  <c:v>561.9</c:v>
                </c:pt>
                <c:pt idx="3411">
                  <c:v>561.95000000000005</c:v>
                </c:pt>
                <c:pt idx="3412">
                  <c:v>572.04999999999995</c:v>
                </c:pt>
                <c:pt idx="3413">
                  <c:v>594</c:v>
                </c:pt>
                <c:pt idx="3414">
                  <c:v>589.5</c:v>
                </c:pt>
                <c:pt idx="3415">
                  <c:v>562.54999999999995</c:v>
                </c:pt>
                <c:pt idx="3416">
                  <c:v>564.04999999999995</c:v>
                </c:pt>
                <c:pt idx="3417">
                  <c:v>609.5</c:v>
                </c:pt>
                <c:pt idx="3418">
                  <c:v>616.20000000000005</c:v>
                </c:pt>
                <c:pt idx="3419">
                  <c:v>638</c:v>
                </c:pt>
                <c:pt idx="3420">
                  <c:v>647.25</c:v>
                </c:pt>
                <c:pt idx="3421">
                  <c:v>633.95000000000005</c:v>
                </c:pt>
                <c:pt idx="3422">
                  <c:v>629.20000000000005</c:v>
                </c:pt>
                <c:pt idx="3423">
                  <c:v>642.79999999999995</c:v>
                </c:pt>
                <c:pt idx="3424">
                  <c:v>642.25</c:v>
                </c:pt>
                <c:pt idx="3425">
                  <c:v>650.5</c:v>
                </c:pt>
                <c:pt idx="3426">
                  <c:v>683.2</c:v>
                </c:pt>
                <c:pt idx="3427">
                  <c:v>659.05</c:v>
                </c:pt>
                <c:pt idx="3428">
                  <c:v>641.95000000000005</c:v>
                </c:pt>
                <c:pt idx="3429">
                  <c:v>638.45000000000005</c:v>
                </c:pt>
                <c:pt idx="3430">
                  <c:v>620.6</c:v>
                </c:pt>
                <c:pt idx="3431">
                  <c:v>621.15</c:v>
                </c:pt>
                <c:pt idx="3432">
                  <c:v>608.9</c:v>
                </c:pt>
                <c:pt idx="3433">
                  <c:v>593.04999999999995</c:v>
                </c:pt>
                <c:pt idx="3434">
                  <c:v>611.65</c:v>
                </c:pt>
                <c:pt idx="3435">
                  <c:v>636.20000000000005</c:v>
                </c:pt>
                <c:pt idx="3436">
                  <c:v>640.45000000000005</c:v>
                </c:pt>
                <c:pt idx="3437">
                  <c:v>634.29999999999995</c:v>
                </c:pt>
                <c:pt idx="3438">
                  <c:v>632.65</c:v>
                </c:pt>
                <c:pt idx="3439">
                  <c:v>649.15</c:v>
                </c:pt>
                <c:pt idx="3440">
                  <c:v>641.04999999999995</c:v>
                </c:pt>
                <c:pt idx="3441">
                  <c:v>661.3</c:v>
                </c:pt>
                <c:pt idx="3442">
                  <c:v>667.5</c:v>
                </c:pt>
                <c:pt idx="3443">
                  <c:v>652.45000000000005</c:v>
                </c:pt>
                <c:pt idx="3444">
                  <c:v>654.20000000000005</c:v>
                </c:pt>
                <c:pt idx="3445">
                  <c:v>676.6</c:v>
                </c:pt>
                <c:pt idx="3446">
                  <c:v>671.25</c:v>
                </c:pt>
                <c:pt idx="3447">
                  <c:v>669</c:v>
                </c:pt>
                <c:pt idx="3448">
                  <c:v>660.2</c:v>
                </c:pt>
                <c:pt idx="3449">
                  <c:v>669.3</c:v>
                </c:pt>
                <c:pt idx="3450">
                  <c:v>672.55</c:v>
                </c:pt>
                <c:pt idx="3451">
                  <c:v>667.9</c:v>
                </c:pt>
                <c:pt idx="3452">
                  <c:v>686.5</c:v>
                </c:pt>
                <c:pt idx="3453">
                  <c:v>679.35</c:v>
                </c:pt>
                <c:pt idx="3454">
                  <c:v>680.8</c:v>
                </c:pt>
                <c:pt idx="3455">
                  <c:v>683.8</c:v>
                </c:pt>
                <c:pt idx="3456">
                  <c:v>680.45</c:v>
                </c:pt>
                <c:pt idx="3457">
                  <c:v>676.25</c:v>
                </c:pt>
                <c:pt idx="3458">
                  <c:v>668.9</c:v>
                </c:pt>
                <c:pt idx="3459">
                  <c:v>665.4</c:v>
                </c:pt>
                <c:pt idx="3460">
                  <c:v>652.5</c:v>
                </c:pt>
                <c:pt idx="3461">
                  <c:v>654.25</c:v>
                </c:pt>
                <c:pt idx="3462">
                  <c:v>645.95000000000005</c:v>
                </c:pt>
                <c:pt idx="3463">
                  <c:v>633.70000000000005</c:v>
                </c:pt>
                <c:pt idx="3464">
                  <c:v>642.20000000000005</c:v>
                </c:pt>
                <c:pt idx="3465">
                  <c:v>668.8</c:v>
                </c:pt>
                <c:pt idx="3466">
                  <c:v>660.05</c:v>
                </c:pt>
                <c:pt idx="3467">
                  <c:v>649.54999999999995</c:v>
                </c:pt>
                <c:pt idx="3468">
                  <c:v>637.65</c:v>
                </c:pt>
                <c:pt idx="3469">
                  <c:v>642.15</c:v>
                </c:pt>
                <c:pt idx="3470">
                  <c:v>659.75</c:v>
                </c:pt>
                <c:pt idx="3471">
                  <c:v>652.95000000000005</c:v>
                </c:pt>
                <c:pt idx="3472">
                  <c:v>653.54999999999995</c:v>
                </c:pt>
                <c:pt idx="3473">
                  <c:v>653.4</c:v>
                </c:pt>
                <c:pt idx="3474">
                  <c:v>661.3</c:v>
                </c:pt>
                <c:pt idx="3475">
                  <c:v>661.3</c:v>
                </c:pt>
                <c:pt idx="3476">
                  <c:v>655.75</c:v>
                </c:pt>
                <c:pt idx="3477">
                  <c:v>657.6</c:v>
                </c:pt>
                <c:pt idx="3478">
                  <c:v>688.1</c:v>
                </c:pt>
                <c:pt idx="3479">
                  <c:v>682.7</c:v>
                </c:pt>
                <c:pt idx="3480">
                  <c:v>696.65</c:v>
                </c:pt>
                <c:pt idx="3481">
                  <c:v>696.7</c:v>
                </c:pt>
                <c:pt idx="3482">
                  <c:v>695.55</c:v>
                </c:pt>
                <c:pt idx="3483">
                  <c:v>695.2</c:v>
                </c:pt>
                <c:pt idx="3484">
                  <c:v>689.95</c:v>
                </c:pt>
                <c:pt idx="3485">
                  <c:v>684.35</c:v>
                </c:pt>
                <c:pt idx="3486">
                  <c:v>657.6</c:v>
                </c:pt>
                <c:pt idx="3487">
                  <c:v>666.25</c:v>
                </c:pt>
                <c:pt idx="3488">
                  <c:v>652.54999999999995</c:v>
                </c:pt>
                <c:pt idx="3489">
                  <c:v>664.6</c:v>
                </c:pt>
                <c:pt idx="3490">
                  <c:v>664.45</c:v>
                </c:pt>
                <c:pt idx="3491">
                  <c:v>657.3</c:v>
                </c:pt>
                <c:pt idx="3492">
                  <c:v>669.05</c:v>
                </c:pt>
                <c:pt idx="3493">
                  <c:v>669.65</c:v>
                </c:pt>
                <c:pt idx="3494">
                  <c:v>669.5</c:v>
                </c:pt>
                <c:pt idx="3495">
                  <c:v>665.85</c:v>
                </c:pt>
                <c:pt idx="3496">
                  <c:v>665.15</c:v>
                </c:pt>
                <c:pt idx="3497">
                  <c:v>657</c:v>
                </c:pt>
                <c:pt idx="3498">
                  <c:v>663.1</c:v>
                </c:pt>
                <c:pt idx="3499">
                  <c:v>661.7</c:v>
                </c:pt>
                <c:pt idx="3500">
                  <c:v>664.4</c:v>
                </c:pt>
                <c:pt idx="3501">
                  <c:v>664.7</c:v>
                </c:pt>
                <c:pt idx="3502">
                  <c:v>662.95</c:v>
                </c:pt>
                <c:pt idx="3503">
                  <c:v>662.05</c:v>
                </c:pt>
                <c:pt idx="3504">
                  <c:v>672.85</c:v>
                </c:pt>
                <c:pt idx="3505">
                  <c:v>672.3</c:v>
                </c:pt>
                <c:pt idx="3506">
                  <c:v>680.55</c:v>
                </c:pt>
                <c:pt idx="3507">
                  <c:v>673.05</c:v>
                </c:pt>
                <c:pt idx="3508">
                  <c:v>665</c:v>
                </c:pt>
                <c:pt idx="3509">
                  <c:v>670.05</c:v>
                </c:pt>
                <c:pt idx="3510">
                  <c:v>676.1</c:v>
                </c:pt>
                <c:pt idx="3511">
                  <c:v>677.1</c:v>
                </c:pt>
                <c:pt idx="3512">
                  <c:v>679.5</c:v>
                </c:pt>
                <c:pt idx="3513">
                  <c:v>673.4</c:v>
                </c:pt>
                <c:pt idx="3514">
                  <c:v>649.20000000000005</c:v>
                </c:pt>
                <c:pt idx="3515">
                  <c:v>644.45000000000005</c:v>
                </c:pt>
                <c:pt idx="3516">
                  <c:v>645.45000000000005</c:v>
                </c:pt>
                <c:pt idx="3517">
                  <c:v>631.79999999999995</c:v>
                </c:pt>
                <c:pt idx="3518">
                  <c:v>628.5</c:v>
                </c:pt>
                <c:pt idx="3519">
                  <c:v>626.5</c:v>
                </c:pt>
                <c:pt idx="3520">
                  <c:v>630.6</c:v>
                </c:pt>
                <c:pt idx="3521">
                  <c:v>637.45000000000005</c:v>
                </c:pt>
                <c:pt idx="3522">
                  <c:v>647</c:v>
                </c:pt>
                <c:pt idx="3523">
                  <c:v>647.75</c:v>
                </c:pt>
                <c:pt idx="3524">
                  <c:v>643.9</c:v>
                </c:pt>
                <c:pt idx="3525">
                  <c:v>644.79999999999995</c:v>
                </c:pt>
                <c:pt idx="3526">
                  <c:v>645.45000000000005</c:v>
                </c:pt>
                <c:pt idx="3527">
                  <c:v>632.5</c:v>
                </c:pt>
                <c:pt idx="3528">
                  <c:v>641.79999999999995</c:v>
                </c:pt>
                <c:pt idx="3529">
                  <c:v>650.4</c:v>
                </c:pt>
                <c:pt idx="3530">
                  <c:v>660.4</c:v>
                </c:pt>
                <c:pt idx="3531">
                  <c:v>670.05</c:v>
                </c:pt>
                <c:pt idx="3532">
                  <c:v>662.75</c:v>
                </c:pt>
                <c:pt idx="3533">
                  <c:v>664.4</c:v>
                </c:pt>
                <c:pt idx="3534">
                  <c:v>671</c:v>
                </c:pt>
                <c:pt idx="3535">
                  <c:v>671.1</c:v>
                </c:pt>
                <c:pt idx="3536">
                  <c:v>677.4</c:v>
                </c:pt>
                <c:pt idx="3537">
                  <c:v>669.6</c:v>
                </c:pt>
                <c:pt idx="3538">
                  <c:v>666.2</c:v>
                </c:pt>
                <c:pt idx="3539">
                  <c:v>671.7</c:v>
                </c:pt>
                <c:pt idx="3540">
                  <c:v>669.75</c:v>
                </c:pt>
                <c:pt idx="3541">
                  <c:v>675.6</c:v>
                </c:pt>
                <c:pt idx="3542">
                  <c:v>711.45</c:v>
                </c:pt>
                <c:pt idx="3543">
                  <c:v>734.45</c:v>
                </c:pt>
                <c:pt idx="3544">
                  <c:v>725.15</c:v>
                </c:pt>
                <c:pt idx="3545">
                  <c:v>725.55</c:v>
                </c:pt>
                <c:pt idx="3546">
                  <c:v>742.35</c:v>
                </c:pt>
                <c:pt idx="3547">
                  <c:v>732.15</c:v>
                </c:pt>
                <c:pt idx="3548">
                  <c:v>734</c:v>
                </c:pt>
                <c:pt idx="3549">
                  <c:v>738.45</c:v>
                </c:pt>
                <c:pt idx="3550">
                  <c:v>730.2</c:v>
                </c:pt>
                <c:pt idx="3551">
                  <c:v>733.85</c:v>
                </c:pt>
                <c:pt idx="3552">
                  <c:v>732.4</c:v>
                </c:pt>
                <c:pt idx="3553">
                  <c:v>750.65</c:v>
                </c:pt>
                <c:pt idx="3554">
                  <c:v>750.15</c:v>
                </c:pt>
                <c:pt idx="3555">
                  <c:v>746.05</c:v>
                </c:pt>
                <c:pt idx="3556">
                  <c:v>746.75</c:v>
                </c:pt>
                <c:pt idx="3557">
                  <c:v>744.95</c:v>
                </c:pt>
                <c:pt idx="3558">
                  <c:v>748.8</c:v>
                </c:pt>
                <c:pt idx="3559">
                  <c:v>738.1</c:v>
                </c:pt>
                <c:pt idx="3560">
                  <c:v>731.9</c:v>
                </c:pt>
                <c:pt idx="3561">
                  <c:v>728.8</c:v>
                </c:pt>
                <c:pt idx="3562">
                  <c:v>725.45</c:v>
                </c:pt>
                <c:pt idx="3563">
                  <c:v>725.35</c:v>
                </c:pt>
                <c:pt idx="3564">
                  <c:v>741.85</c:v>
                </c:pt>
                <c:pt idx="3565">
                  <c:v>739.4</c:v>
                </c:pt>
                <c:pt idx="3566">
                  <c:v>738.15</c:v>
                </c:pt>
                <c:pt idx="3567">
                  <c:v>723.95</c:v>
                </c:pt>
                <c:pt idx="3568">
                  <c:v>725.95</c:v>
                </c:pt>
                <c:pt idx="3569">
                  <c:v>718.7</c:v>
                </c:pt>
                <c:pt idx="3570">
                  <c:v>716.45</c:v>
                </c:pt>
                <c:pt idx="3571">
                  <c:v>727.55</c:v>
                </c:pt>
                <c:pt idx="3572">
                  <c:v>733</c:v>
                </c:pt>
                <c:pt idx="3573">
                  <c:v>726.4</c:v>
                </c:pt>
                <c:pt idx="3574">
                  <c:v>725.2</c:v>
                </c:pt>
                <c:pt idx="3575">
                  <c:v>715.8</c:v>
                </c:pt>
                <c:pt idx="3576">
                  <c:v>721.3</c:v>
                </c:pt>
                <c:pt idx="3577">
                  <c:v>717.1</c:v>
                </c:pt>
                <c:pt idx="3578">
                  <c:v>716.7</c:v>
                </c:pt>
                <c:pt idx="3579">
                  <c:v>720.2</c:v>
                </c:pt>
                <c:pt idx="3580">
                  <c:v>715.6</c:v>
                </c:pt>
                <c:pt idx="3581">
                  <c:v>718.3</c:v>
                </c:pt>
                <c:pt idx="3582">
                  <c:v>756.8</c:v>
                </c:pt>
                <c:pt idx="3583">
                  <c:v>792.15</c:v>
                </c:pt>
                <c:pt idx="3584">
                  <c:v>788.15</c:v>
                </c:pt>
                <c:pt idx="3585">
                  <c:v>775.45</c:v>
                </c:pt>
                <c:pt idx="3586">
                  <c:v>788.35</c:v>
                </c:pt>
                <c:pt idx="3587">
                  <c:v>804.7</c:v>
                </c:pt>
                <c:pt idx="3588">
                  <c:v>811.9</c:v>
                </c:pt>
                <c:pt idx="3589">
                  <c:v>816.05</c:v>
                </c:pt>
                <c:pt idx="3590">
                  <c:v>809.5</c:v>
                </c:pt>
                <c:pt idx="3591">
                  <c:v>802.6</c:v>
                </c:pt>
                <c:pt idx="3592">
                  <c:v>789.65</c:v>
                </c:pt>
                <c:pt idx="3593">
                  <c:v>797.15</c:v>
                </c:pt>
                <c:pt idx="3594">
                  <c:v>804.9</c:v>
                </c:pt>
                <c:pt idx="3595">
                  <c:v>823.45</c:v>
                </c:pt>
                <c:pt idx="3596">
                  <c:v>810.25</c:v>
                </c:pt>
                <c:pt idx="3597">
                  <c:v>792.75</c:v>
                </c:pt>
                <c:pt idx="3598">
                  <c:v>819.4</c:v>
                </c:pt>
                <c:pt idx="3599">
                  <c:v>824.35</c:v>
                </c:pt>
                <c:pt idx="3600">
                  <c:v>816.7</c:v>
                </c:pt>
                <c:pt idx="3601">
                  <c:v>805.45</c:v>
                </c:pt>
                <c:pt idx="3602">
                  <c:v>815.25</c:v>
                </c:pt>
                <c:pt idx="3603">
                  <c:v>819.45</c:v>
                </c:pt>
                <c:pt idx="3604">
                  <c:v>816.65</c:v>
                </c:pt>
                <c:pt idx="3605">
                  <c:v>820.5</c:v>
                </c:pt>
                <c:pt idx="3606">
                  <c:v>839.85</c:v>
                </c:pt>
                <c:pt idx="3607">
                  <c:v>835.4</c:v>
                </c:pt>
                <c:pt idx="3608">
                  <c:v>839</c:v>
                </c:pt>
                <c:pt idx="3609">
                  <c:v>846.55</c:v>
                </c:pt>
                <c:pt idx="3610">
                  <c:v>834.85</c:v>
                </c:pt>
                <c:pt idx="3611">
                  <c:v>825.75</c:v>
                </c:pt>
                <c:pt idx="3612">
                  <c:v>821.95</c:v>
                </c:pt>
                <c:pt idx="3613">
                  <c:v>821.45</c:v>
                </c:pt>
                <c:pt idx="3614">
                  <c:v>829</c:v>
                </c:pt>
                <c:pt idx="3615">
                  <c:v>824.1</c:v>
                </c:pt>
                <c:pt idx="3616">
                  <c:v>812.4</c:v>
                </c:pt>
                <c:pt idx="3617">
                  <c:v>816.2</c:v>
                </c:pt>
                <c:pt idx="3618">
                  <c:v>821.55</c:v>
                </c:pt>
                <c:pt idx="3619">
                  <c:v>823.3</c:v>
                </c:pt>
                <c:pt idx="3620">
                  <c:v>839.9</c:v>
                </c:pt>
                <c:pt idx="3621">
                  <c:v>836.8</c:v>
                </c:pt>
                <c:pt idx="3622">
                  <c:v>856.65</c:v>
                </c:pt>
                <c:pt idx="3623">
                  <c:v>840.45</c:v>
                </c:pt>
                <c:pt idx="3624">
                  <c:v>829.25</c:v>
                </c:pt>
                <c:pt idx="3625">
                  <c:v>830.3</c:v>
                </c:pt>
                <c:pt idx="3626">
                  <c:v>823.35</c:v>
                </c:pt>
                <c:pt idx="3627">
                  <c:v>811.8</c:v>
                </c:pt>
                <c:pt idx="3628">
                  <c:v>817.45</c:v>
                </c:pt>
                <c:pt idx="3629">
                  <c:v>826.8</c:v>
                </c:pt>
                <c:pt idx="3630">
                  <c:v>835.75</c:v>
                </c:pt>
                <c:pt idx="3631">
                  <c:v>831.8</c:v>
                </c:pt>
                <c:pt idx="3632">
                  <c:v>832.45</c:v>
                </c:pt>
                <c:pt idx="3633">
                  <c:v>827.45</c:v>
                </c:pt>
                <c:pt idx="3634">
                  <c:v>839.85</c:v>
                </c:pt>
                <c:pt idx="3635">
                  <c:v>836.3</c:v>
                </c:pt>
                <c:pt idx="3636">
                  <c:v>842.25</c:v>
                </c:pt>
                <c:pt idx="3637">
                  <c:v>835.5</c:v>
                </c:pt>
                <c:pt idx="3638">
                  <c:v>829.55</c:v>
                </c:pt>
                <c:pt idx="3639">
                  <c:v>838.8</c:v>
                </c:pt>
                <c:pt idx="3640">
                  <c:v>834</c:v>
                </c:pt>
                <c:pt idx="3641">
                  <c:v>815.45</c:v>
                </c:pt>
                <c:pt idx="3642">
                  <c:v>813</c:v>
                </c:pt>
                <c:pt idx="3643">
                  <c:v>820.2</c:v>
                </c:pt>
                <c:pt idx="3644">
                  <c:v>810</c:v>
                </c:pt>
                <c:pt idx="3645">
                  <c:v>811.5</c:v>
                </c:pt>
                <c:pt idx="3646">
                  <c:v>796.15</c:v>
                </c:pt>
                <c:pt idx="3647">
                  <c:v>792.95</c:v>
                </c:pt>
                <c:pt idx="3648">
                  <c:v>807.2</c:v>
                </c:pt>
                <c:pt idx="3649">
                  <c:v>812.4</c:v>
                </c:pt>
                <c:pt idx="3650">
                  <c:v>826.7</c:v>
                </c:pt>
                <c:pt idx="3651">
                  <c:v>832.35</c:v>
                </c:pt>
                <c:pt idx="3652">
                  <c:v>823.85</c:v>
                </c:pt>
                <c:pt idx="3653">
                  <c:v>820.55</c:v>
                </c:pt>
                <c:pt idx="3654">
                  <c:v>832.5</c:v>
                </c:pt>
                <c:pt idx="3655">
                  <c:v>846.75</c:v>
                </c:pt>
                <c:pt idx="3656">
                  <c:v>843.45</c:v>
                </c:pt>
                <c:pt idx="3657">
                  <c:v>842.5</c:v>
                </c:pt>
                <c:pt idx="3658">
                  <c:v>836.6</c:v>
                </c:pt>
                <c:pt idx="3659">
                  <c:v>843.55</c:v>
                </c:pt>
                <c:pt idx="3660">
                  <c:v>841.2</c:v>
                </c:pt>
                <c:pt idx="3661">
                  <c:v>859.2</c:v>
                </c:pt>
                <c:pt idx="3662">
                  <c:v>856.65</c:v>
                </c:pt>
                <c:pt idx="3663">
                  <c:v>851.85</c:v>
                </c:pt>
                <c:pt idx="3664">
                  <c:v>848.45</c:v>
                </c:pt>
                <c:pt idx="3665">
                  <c:v>864.75</c:v>
                </c:pt>
                <c:pt idx="3666">
                  <c:v>865.6</c:v>
                </c:pt>
                <c:pt idx="3667">
                  <c:v>857.3</c:v>
                </c:pt>
                <c:pt idx="3668">
                  <c:v>854.35</c:v>
                </c:pt>
                <c:pt idx="3669">
                  <c:v>855.7</c:v>
                </c:pt>
                <c:pt idx="3670">
                  <c:v>860.35</c:v>
                </c:pt>
                <c:pt idx="3671">
                  <c:v>851</c:v>
                </c:pt>
                <c:pt idx="3672">
                  <c:v>846.4</c:v>
                </c:pt>
                <c:pt idx="3673">
                  <c:v>858.15</c:v>
                </c:pt>
                <c:pt idx="3674">
                  <c:v>860.25</c:v>
                </c:pt>
                <c:pt idx="3675">
                  <c:v>856.85</c:v>
                </c:pt>
                <c:pt idx="3676">
                  <c:v>848.85</c:v>
                </c:pt>
                <c:pt idx="3677">
                  <c:v>855.45</c:v>
                </c:pt>
                <c:pt idx="3678">
                  <c:v>849.95</c:v>
                </c:pt>
                <c:pt idx="3679">
                  <c:v>871.65</c:v>
                </c:pt>
                <c:pt idx="3680">
                  <c:v>865.1</c:v>
                </c:pt>
                <c:pt idx="3681">
                  <c:v>872.65</c:v>
                </c:pt>
                <c:pt idx="3682">
                  <c:v>868</c:v>
                </c:pt>
                <c:pt idx="3683">
                  <c:v>862.45</c:v>
                </c:pt>
                <c:pt idx="3684">
                  <c:v>867.6</c:v>
                </c:pt>
                <c:pt idx="3685">
                  <c:v>887.6</c:v>
                </c:pt>
                <c:pt idx="3686">
                  <c:v>867.3</c:v>
                </c:pt>
                <c:pt idx="3687">
                  <c:v>876.8</c:v>
                </c:pt>
                <c:pt idx="3688">
                  <c:v>868.35</c:v>
                </c:pt>
                <c:pt idx="3689">
                  <c:v>858.85</c:v>
                </c:pt>
                <c:pt idx="3690">
                  <c:v>885.25</c:v>
                </c:pt>
                <c:pt idx="3691">
                  <c:v>893.8</c:v>
                </c:pt>
                <c:pt idx="3692">
                  <c:v>895.55</c:v>
                </c:pt>
                <c:pt idx="3693">
                  <c:v>893.65</c:v>
                </c:pt>
                <c:pt idx="3694">
                  <c:v>896.45</c:v>
                </c:pt>
                <c:pt idx="3695">
                  <c:v>897.25</c:v>
                </c:pt>
                <c:pt idx="3696">
                  <c:v>895.3</c:v>
                </c:pt>
                <c:pt idx="3697">
                  <c:v>891.55</c:v>
                </c:pt>
                <c:pt idx="3698">
                  <c:v>896.65</c:v>
                </c:pt>
                <c:pt idx="3699">
                  <c:v>911.85</c:v>
                </c:pt>
                <c:pt idx="3700">
                  <c:v>910.7</c:v>
                </c:pt>
                <c:pt idx="3701">
                  <c:v>912.8</c:v>
                </c:pt>
                <c:pt idx="3702">
                  <c:v>899.45</c:v>
                </c:pt>
                <c:pt idx="3703">
                  <c:v>904.65</c:v>
                </c:pt>
                <c:pt idx="3704">
                  <c:v>907.9</c:v>
                </c:pt>
                <c:pt idx="3705">
                  <c:v>911.75</c:v>
                </c:pt>
                <c:pt idx="3706">
                  <c:v>915.95</c:v>
                </c:pt>
                <c:pt idx="3707">
                  <c:v>930.1</c:v>
                </c:pt>
                <c:pt idx="3708">
                  <c:v>918.95</c:v>
                </c:pt>
                <c:pt idx="3709">
                  <c:v>932.2</c:v>
                </c:pt>
                <c:pt idx="3710">
                  <c:v>926.55</c:v>
                </c:pt>
                <c:pt idx="3711">
                  <c:v>918.2</c:v>
                </c:pt>
                <c:pt idx="3712">
                  <c:v>932.85</c:v>
                </c:pt>
                <c:pt idx="3713">
                  <c:v>945.2</c:v>
                </c:pt>
                <c:pt idx="3714">
                  <c:v>953.55</c:v>
                </c:pt>
                <c:pt idx="3715">
                  <c:v>951.3</c:v>
                </c:pt>
                <c:pt idx="3716">
                  <c:v>948.15</c:v>
                </c:pt>
                <c:pt idx="3717">
                  <c:v>957.15</c:v>
                </c:pt>
                <c:pt idx="3718">
                  <c:v>950</c:v>
                </c:pt>
                <c:pt idx="3719">
                  <c:v>943.3</c:v>
                </c:pt>
                <c:pt idx="3720">
                  <c:v>933.1</c:v>
                </c:pt>
                <c:pt idx="3721">
                  <c:v>941.4</c:v>
                </c:pt>
                <c:pt idx="3722">
                  <c:v>942.75</c:v>
                </c:pt>
                <c:pt idx="3723">
                  <c:v>927.15</c:v>
                </c:pt>
                <c:pt idx="3724">
                  <c:v>926.75</c:v>
                </c:pt>
                <c:pt idx="3725">
                  <c:v>931.4</c:v>
                </c:pt>
                <c:pt idx="3726">
                  <c:v>933.6</c:v>
                </c:pt>
                <c:pt idx="3727">
                  <c:v>931.5</c:v>
                </c:pt>
                <c:pt idx="3728">
                  <c:v>941.5</c:v>
                </c:pt>
                <c:pt idx="3729">
                  <c:v>925.75</c:v>
                </c:pt>
                <c:pt idx="3730">
                  <c:v>921.85</c:v>
                </c:pt>
                <c:pt idx="3731">
                  <c:v>934.05</c:v>
                </c:pt>
                <c:pt idx="3732">
                  <c:v>941.45</c:v>
                </c:pt>
                <c:pt idx="3733">
                  <c:v>963.7</c:v>
                </c:pt>
                <c:pt idx="3734">
                  <c:v>959.75</c:v>
                </c:pt>
                <c:pt idx="3735">
                  <c:v>945.25</c:v>
                </c:pt>
                <c:pt idx="3736">
                  <c:v>948.65</c:v>
                </c:pt>
                <c:pt idx="3737">
                  <c:v>951.7</c:v>
                </c:pt>
                <c:pt idx="3738">
                  <c:v>956.45</c:v>
                </c:pt>
                <c:pt idx="3739">
                  <c:v>951.6</c:v>
                </c:pt>
                <c:pt idx="3740">
                  <c:v>952.05</c:v>
                </c:pt>
                <c:pt idx="3741">
                  <c:v>965.3</c:v>
                </c:pt>
                <c:pt idx="3742">
                  <c:v>957.15</c:v>
                </c:pt>
                <c:pt idx="3743">
                  <c:v>942.25</c:v>
                </c:pt>
                <c:pt idx="3744">
                  <c:v>945</c:v>
                </c:pt>
                <c:pt idx="3745">
                  <c:v>964.85</c:v>
                </c:pt>
                <c:pt idx="3746">
                  <c:v>975.65</c:v>
                </c:pt>
                <c:pt idx="3747">
                  <c:v>967.05</c:v>
                </c:pt>
                <c:pt idx="3748">
                  <c:v>963.35</c:v>
                </c:pt>
                <c:pt idx="3749">
                  <c:v>963.9</c:v>
                </c:pt>
                <c:pt idx="3750">
                  <c:v>993.15</c:v>
                </c:pt>
                <c:pt idx="3751">
                  <c:v>1001.35</c:v>
                </c:pt>
                <c:pt idx="3752">
                  <c:v>1004.55</c:v>
                </c:pt>
                <c:pt idx="3753">
                  <c:v>1020.95</c:v>
                </c:pt>
                <c:pt idx="3754">
                  <c:v>1019.95</c:v>
                </c:pt>
                <c:pt idx="3755">
                  <c:v>1021.25</c:v>
                </c:pt>
                <c:pt idx="3756">
                  <c:v>1042.8</c:v>
                </c:pt>
                <c:pt idx="3757">
                  <c:v>1074.05</c:v>
                </c:pt>
                <c:pt idx="3758">
                  <c:v>1058.3499999999999</c:v>
                </c:pt>
                <c:pt idx="3759">
                  <c:v>1095</c:v>
                </c:pt>
                <c:pt idx="3760">
                  <c:v>1077.3499999999999</c:v>
                </c:pt>
                <c:pt idx="3761">
                  <c:v>1081.5999999999999</c:v>
                </c:pt>
                <c:pt idx="3762">
                  <c:v>1064.0999999999999</c:v>
                </c:pt>
                <c:pt idx="3763">
                  <c:v>1067.7</c:v>
                </c:pt>
                <c:pt idx="3764">
                  <c:v>1076.5</c:v>
                </c:pt>
                <c:pt idx="3765">
                  <c:v>1053.5</c:v>
                </c:pt>
                <c:pt idx="3766">
                  <c:v>1040.0999999999999</c:v>
                </c:pt>
                <c:pt idx="3767">
                  <c:v>1054.45</c:v>
                </c:pt>
                <c:pt idx="3768">
                  <c:v>1058.4000000000001</c:v>
                </c:pt>
                <c:pt idx="3769">
                  <c:v>1076</c:v>
                </c:pt>
                <c:pt idx="3770">
                  <c:v>1065.8</c:v>
                </c:pt>
                <c:pt idx="3771">
                  <c:v>1067.55</c:v>
                </c:pt>
                <c:pt idx="3772">
                  <c:v>1074.8</c:v>
                </c:pt>
                <c:pt idx="3773">
                  <c:v>1079.8</c:v>
                </c:pt>
                <c:pt idx="3774">
                  <c:v>1073.05</c:v>
                </c:pt>
                <c:pt idx="3775">
                  <c:v>1067.5</c:v>
                </c:pt>
                <c:pt idx="3776">
                  <c:v>1067.6500000000001</c:v>
                </c:pt>
                <c:pt idx="3777">
                  <c:v>1052.45</c:v>
                </c:pt>
                <c:pt idx="3778">
                  <c:v>1038.1500000000001</c:v>
                </c:pt>
                <c:pt idx="3779">
                  <c:v>1054</c:v>
                </c:pt>
                <c:pt idx="3780">
                  <c:v>1071.2</c:v>
                </c:pt>
                <c:pt idx="3781">
                  <c:v>1082.55</c:v>
                </c:pt>
                <c:pt idx="3782">
                  <c:v>1083.3499999999999</c:v>
                </c:pt>
                <c:pt idx="3783">
                  <c:v>1065.3</c:v>
                </c:pt>
                <c:pt idx="3784">
                  <c:v>1085.0999999999999</c:v>
                </c:pt>
                <c:pt idx="3785">
                  <c:v>1059</c:v>
                </c:pt>
                <c:pt idx="3786">
                  <c:v>1052.55</c:v>
                </c:pt>
                <c:pt idx="3787">
                  <c:v>1056.45</c:v>
                </c:pt>
                <c:pt idx="3788">
                  <c:v>1054.5999999999999</c:v>
                </c:pt>
                <c:pt idx="3789">
                  <c:v>1042.6500000000001</c:v>
                </c:pt>
                <c:pt idx="3790">
                  <c:v>1051.55</c:v>
                </c:pt>
                <c:pt idx="3791">
                  <c:v>1058.05</c:v>
                </c:pt>
                <c:pt idx="3792">
                  <c:v>1063.55</c:v>
                </c:pt>
                <c:pt idx="3793">
                  <c:v>1052.2</c:v>
                </c:pt>
                <c:pt idx="3794">
                  <c:v>1055.9000000000001</c:v>
                </c:pt>
                <c:pt idx="3795">
                  <c:v>1047.75</c:v>
                </c:pt>
                <c:pt idx="3796">
                  <c:v>1037.95</c:v>
                </c:pt>
                <c:pt idx="3797">
                  <c:v>1034.25</c:v>
                </c:pt>
                <c:pt idx="3798">
                  <c:v>1006.95</c:v>
                </c:pt>
                <c:pt idx="3799">
                  <c:v>1014.65</c:v>
                </c:pt>
                <c:pt idx="3800">
                  <c:v>1036.9000000000001</c:v>
                </c:pt>
                <c:pt idx="3801">
                  <c:v>1022.7</c:v>
                </c:pt>
                <c:pt idx="3802">
                  <c:v>1033.25</c:v>
                </c:pt>
                <c:pt idx="3803">
                  <c:v>1031.95</c:v>
                </c:pt>
                <c:pt idx="3804">
                  <c:v>1032.75</c:v>
                </c:pt>
                <c:pt idx="3805">
                  <c:v>1035.55</c:v>
                </c:pt>
                <c:pt idx="3806">
                  <c:v>1056.0999999999999</c:v>
                </c:pt>
                <c:pt idx="3807">
                  <c:v>1042.6500000000001</c:v>
                </c:pt>
                <c:pt idx="3808">
                  <c:v>1038.8</c:v>
                </c:pt>
                <c:pt idx="3809">
                  <c:v>1031.6500000000001</c:v>
                </c:pt>
                <c:pt idx="3810">
                  <c:v>1029.6500000000001</c:v>
                </c:pt>
                <c:pt idx="3811">
                  <c:v>1018.25</c:v>
                </c:pt>
                <c:pt idx="3812">
                  <c:v>1005.1</c:v>
                </c:pt>
                <c:pt idx="3813">
                  <c:v>1003</c:v>
                </c:pt>
                <c:pt idx="3814">
                  <c:v>1013.1</c:v>
                </c:pt>
                <c:pt idx="3815">
                  <c:v>1013.5</c:v>
                </c:pt>
                <c:pt idx="3816">
                  <c:v>1006.45</c:v>
                </c:pt>
                <c:pt idx="3817">
                  <c:v>1005.45</c:v>
                </c:pt>
                <c:pt idx="3818">
                  <c:v>1004.55</c:v>
                </c:pt>
                <c:pt idx="3819">
                  <c:v>993.15</c:v>
                </c:pt>
                <c:pt idx="3820">
                  <c:v>988.8</c:v>
                </c:pt>
                <c:pt idx="3821">
                  <c:v>1000.95</c:v>
                </c:pt>
                <c:pt idx="3822">
                  <c:v>987.65</c:v>
                </c:pt>
                <c:pt idx="3823">
                  <c:v>970.6</c:v>
                </c:pt>
                <c:pt idx="3824">
                  <c:v>951.3</c:v>
                </c:pt>
                <c:pt idx="3825">
                  <c:v>982</c:v>
                </c:pt>
                <c:pt idx="3826">
                  <c:v>990.3</c:v>
                </c:pt>
                <c:pt idx="3827">
                  <c:v>971.95</c:v>
                </c:pt>
                <c:pt idx="3828">
                  <c:v>990.25</c:v>
                </c:pt>
                <c:pt idx="3829">
                  <c:v>991.05</c:v>
                </c:pt>
                <c:pt idx="3830">
                  <c:v>990.1</c:v>
                </c:pt>
                <c:pt idx="3831">
                  <c:v>1009.85</c:v>
                </c:pt>
                <c:pt idx="3832">
                  <c:v>1007.55</c:v>
                </c:pt>
                <c:pt idx="3833">
                  <c:v>1024.05</c:v>
                </c:pt>
                <c:pt idx="3834">
                  <c:v>1024.7</c:v>
                </c:pt>
                <c:pt idx="3835">
                  <c:v>1024.3</c:v>
                </c:pt>
                <c:pt idx="3836">
                  <c:v>1023.55</c:v>
                </c:pt>
                <c:pt idx="3837">
                  <c:v>1027.4000000000001</c:v>
                </c:pt>
                <c:pt idx="3838">
                  <c:v>1038.1500000000001</c:v>
                </c:pt>
                <c:pt idx="3839">
                  <c:v>1029.4000000000001</c:v>
                </c:pt>
                <c:pt idx="3840">
                  <c:v>1050.55</c:v>
                </c:pt>
                <c:pt idx="3841">
                  <c:v>1036.2</c:v>
                </c:pt>
                <c:pt idx="3842">
                  <c:v>1008.8</c:v>
                </c:pt>
                <c:pt idx="3843">
                  <c:v>1005.55</c:v>
                </c:pt>
                <c:pt idx="3844">
                  <c:v>1014.95</c:v>
                </c:pt>
                <c:pt idx="3845">
                  <c:v>1011.75</c:v>
                </c:pt>
                <c:pt idx="3846">
                  <c:v>1003.45</c:v>
                </c:pt>
                <c:pt idx="3847">
                  <c:v>1001.85</c:v>
                </c:pt>
                <c:pt idx="3848">
                  <c:v>1015.6</c:v>
                </c:pt>
                <c:pt idx="3849">
                  <c:v>1000.2</c:v>
                </c:pt>
                <c:pt idx="3850">
                  <c:v>1009.15</c:v>
                </c:pt>
                <c:pt idx="3851">
                  <c:v>1005.2</c:v>
                </c:pt>
                <c:pt idx="3852">
                  <c:v>1008.4</c:v>
                </c:pt>
                <c:pt idx="3853">
                  <c:v>1004.7</c:v>
                </c:pt>
                <c:pt idx="3854">
                  <c:v>1019.6</c:v>
                </c:pt>
                <c:pt idx="3855">
                  <c:v>1030.5</c:v>
                </c:pt>
                <c:pt idx="3856">
                  <c:v>1047.1500000000001</c:v>
                </c:pt>
                <c:pt idx="3857">
                  <c:v>1052.0999999999999</c:v>
                </c:pt>
                <c:pt idx="3858">
                  <c:v>1045.8</c:v>
                </c:pt>
                <c:pt idx="3859">
                  <c:v>1065</c:v>
                </c:pt>
                <c:pt idx="3860">
                  <c:v>1062.8499999999999</c:v>
                </c:pt>
                <c:pt idx="3861">
                  <c:v>1056.6500000000001</c:v>
                </c:pt>
                <c:pt idx="3862">
                  <c:v>1067.1500000000001</c:v>
                </c:pt>
                <c:pt idx="3863">
                  <c:v>1072.3499999999999</c:v>
                </c:pt>
                <c:pt idx="3864">
                  <c:v>1058.2</c:v>
                </c:pt>
                <c:pt idx="3865">
                  <c:v>1074.25</c:v>
                </c:pt>
                <c:pt idx="3866">
                  <c:v>1083.5</c:v>
                </c:pt>
                <c:pt idx="3867">
                  <c:v>1086.8499999999999</c:v>
                </c:pt>
                <c:pt idx="3868">
                  <c:v>1068.8499999999999</c:v>
                </c:pt>
                <c:pt idx="3869">
                  <c:v>1074.05</c:v>
                </c:pt>
                <c:pt idx="3870">
                  <c:v>1090.75</c:v>
                </c:pt>
                <c:pt idx="3871">
                  <c:v>1096.1500000000001</c:v>
                </c:pt>
                <c:pt idx="3872">
                  <c:v>1091.8499999999999</c:v>
                </c:pt>
                <c:pt idx="3873">
                  <c:v>1096.7</c:v>
                </c:pt>
                <c:pt idx="3874">
                  <c:v>1114.7</c:v>
                </c:pt>
                <c:pt idx="3875">
                  <c:v>1110.55</c:v>
                </c:pt>
                <c:pt idx="3876">
                  <c:v>1115.25</c:v>
                </c:pt>
                <c:pt idx="3877">
                  <c:v>1098.05</c:v>
                </c:pt>
                <c:pt idx="3878">
                  <c:v>1114.4000000000001</c:v>
                </c:pt>
                <c:pt idx="3879">
                  <c:v>1107.9000000000001</c:v>
                </c:pt>
                <c:pt idx="3880">
                  <c:v>1107.8499999999999</c:v>
                </c:pt>
                <c:pt idx="3881">
                  <c:v>1095.8499999999999</c:v>
                </c:pt>
                <c:pt idx="3882">
                  <c:v>1108.5</c:v>
                </c:pt>
                <c:pt idx="3883">
                  <c:v>1108.3499999999999</c:v>
                </c:pt>
                <c:pt idx="3884">
                  <c:v>1110.55</c:v>
                </c:pt>
                <c:pt idx="3885">
                  <c:v>1111.6500000000001</c:v>
                </c:pt>
                <c:pt idx="3886">
                  <c:v>1095.4000000000001</c:v>
                </c:pt>
                <c:pt idx="3887">
                  <c:v>1086.45</c:v>
                </c:pt>
                <c:pt idx="3888">
                  <c:v>1092.2</c:v>
                </c:pt>
                <c:pt idx="3889">
                  <c:v>1095.95</c:v>
                </c:pt>
                <c:pt idx="3890">
                  <c:v>1092.6500000000001</c:v>
                </c:pt>
                <c:pt idx="3891">
                  <c:v>1094.6500000000001</c:v>
                </c:pt>
                <c:pt idx="3892">
                  <c:v>1094.7</c:v>
                </c:pt>
                <c:pt idx="3893">
                  <c:v>1070.45</c:v>
                </c:pt>
                <c:pt idx="3894">
                  <c:v>1077.55</c:v>
                </c:pt>
                <c:pt idx="3895">
                  <c:v>1101.8</c:v>
                </c:pt>
                <c:pt idx="3896">
                  <c:v>1091.5</c:v>
                </c:pt>
                <c:pt idx="3897">
                  <c:v>1086.3499999999999</c:v>
                </c:pt>
                <c:pt idx="3898">
                  <c:v>1081.8499999999999</c:v>
                </c:pt>
                <c:pt idx="3899">
                  <c:v>1074.7</c:v>
                </c:pt>
                <c:pt idx="3900">
                  <c:v>1061.3</c:v>
                </c:pt>
                <c:pt idx="3901">
                  <c:v>1019.05</c:v>
                </c:pt>
                <c:pt idx="3902">
                  <c:v>1018.45</c:v>
                </c:pt>
                <c:pt idx="3903">
                  <c:v>1013.5</c:v>
                </c:pt>
                <c:pt idx="3904">
                  <c:v>1022.1</c:v>
                </c:pt>
                <c:pt idx="3905">
                  <c:v>1027.95</c:v>
                </c:pt>
                <c:pt idx="3906">
                  <c:v>1027.45</c:v>
                </c:pt>
                <c:pt idx="3907">
                  <c:v>1000.1</c:v>
                </c:pt>
                <c:pt idx="3908">
                  <c:v>995.15</c:v>
                </c:pt>
                <c:pt idx="3909">
                  <c:v>1010.3</c:v>
                </c:pt>
                <c:pt idx="3910">
                  <c:v>996.05</c:v>
                </c:pt>
                <c:pt idx="3911">
                  <c:v>984.45</c:v>
                </c:pt>
                <c:pt idx="3912">
                  <c:v>1004.05</c:v>
                </c:pt>
                <c:pt idx="3913">
                  <c:v>1016.3</c:v>
                </c:pt>
                <c:pt idx="3914">
                  <c:v>1011</c:v>
                </c:pt>
                <c:pt idx="3915">
                  <c:v>1010.5</c:v>
                </c:pt>
                <c:pt idx="3916">
                  <c:v>1019.7</c:v>
                </c:pt>
                <c:pt idx="3917">
                  <c:v>1013.15</c:v>
                </c:pt>
                <c:pt idx="3918">
                  <c:v>1023.35</c:v>
                </c:pt>
                <c:pt idx="3919">
                  <c:v>1049.75</c:v>
                </c:pt>
                <c:pt idx="3920">
                  <c:v>1052.95</c:v>
                </c:pt>
                <c:pt idx="3921">
                  <c:v>1030.6500000000001</c:v>
                </c:pt>
                <c:pt idx="3922">
                  <c:v>1049.2</c:v>
                </c:pt>
                <c:pt idx="3923">
                  <c:v>1051.4000000000001</c:v>
                </c:pt>
                <c:pt idx="3924">
                  <c:v>1046.4000000000001</c:v>
                </c:pt>
                <c:pt idx="3925">
                  <c:v>1064.8</c:v>
                </c:pt>
                <c:pt idx="3926">
                  <c:v>1068.8</c:v>
                </c:pt>
                <c:pt idx="3927">
                  <c:v>1067.6500000000001</c:v>
                </c:pt>
                <c:pt idx="3928">
                  <c:v>1098.3499999999999</c:v>
                </c:pt>
                <c:pt idx="3929">
                  <c:v>1085.95</c:v>
                </c:pt>
                <c:pt idx="3930">
                  <c:v>1087.75</c:v>
                </c:pt>
                <c:pt idx="3931">
                  <c:v>1083.0999999999999</c:v>
                </c:pt>
                <c:pt idx="3932">
                  <c:v>1086.1500000000001</c:v>
                </c:pt>
                <c:pt idx="3933">
                  <c:v>1080.55</c:v>
                </c:pt>
                <c:pt idx="3934">
                  <c:v>1076.3499999999999</c:v>
                </c:pt>
                <c:pt idx="3935">
                  <c:v>1084.75</c:v>
                </c:pt>
                <c:pt idx="3936">
                  <c:v>1084.1500000000001</c:v>
                </c:pt>
                <c:pt idx="3937">
                  <c:v>1100.05</c:v>
                </c:pt>
                <c:pt idx="3938">
                  <c:v>1097.8</c:v>
                </c:pt>
                <c:pt idx="3939">
                  <c:v>1094.9000000000001</c:v>
                </c:pt>
                <c:pt idx="3940">
                  <c:v>1095</c:v>
                </c:pt>
                <c:pt idx="3941">
                  <c:v>1108.5</c:v>
                </c:pt>
                <c:pt idx="3942">
                  <c:v>1101.5</c:v>
                </c:pt>
                <c:pt idx="3943">
                  <c:v>1110.9000000000001</c:v>
                </c:pt>
                <c:pt idx="3944">
                  <c:v>1111.5</c:v>
                </c:pt>
                <c:pt idx="3945">
                  <c:v>1103.55</c:v>
                </c:pt>
                <c:pt idx="3946">
                  <c:v>1099.5999999999999</c:v>
                </c:pt>
                <c:pt idx="3947">
                  <c:v>1083.0999999999999</c:v>
                </c:pt>
                <c:pt idx="3948">
                  <c:v>1084.9000000000001</c:v>
                </c:pt>
                <c:pt idx="3949">
                  <c:v>1081.7</c:v>
                </c:pt>
                <c:pt idx="3950">
                  <c:v>1079.8499999999999</c:v>
                </c:pt>
                <c:pt idx="3951">
                  <c:v>1080.9000000000001</c:v>
                </c:pt>
                <c:pt idx="3952">
                  <c:v>1064.8</c:v>
                </c:pt>
                <c:pt idx="3953">
                  <c:v>1054.5999999999999</c:v>
                </c:pt>
                <c:pt idx="3954">
                  <c:v>1054.4000000000001</c:v>
                </c:pt>
                <c:pt idx="3955">
                  <c:v>1052.05</c:v>
                </c:pt>
                <c:pt idx="3956">
                  <c:v>1060.95</c:v>
                </c:pt>
                <c:pt idx="3957">
                  <c:v>1060.8</c:v>
                </c:pt>
                <c:pt idx="3958">
                  <c:v>1048.5999999999999</c:v>
                </c:pt>
                <c:pt idx="3959">
                  <c:v>1068.9000000000001</c:v>
                </c:pt>
                <c:pt idx="3960">
                  <c:v>1070.8499999999999</c:v>
                </c:pt>
                <c:pt idx="3961">
                  <c:v>1066.05</c:v>
                </c:pt>
                <c:pt idx="3962">
                  <c:v>1064.3499999999999</c:v>
                </c:pt>
                <c:pt idx="3963">
                  <c:v>1063.95</c:v>
                </c:pt>
                <c:pt idx="3964">
                  <c:v>1079.4000000000001</c:v>
                </c:pt>
                <c:pt idx="3965">
                  <c:v>1077.75</c:v>
                </c:pt>
                <c:pt idx="3966">
                  <c:v>1083</c:v>
                </c:pt>
                <c:pt idx="3967">
                  <c:v>1077.8</c:v>
                </c:pt>
                <c:pt idx="3968">
                  <c:v>1076.75</c:v>
                </c:pt>
                <c:pt idx="3969">
                  <c:v>1058.9000000000001</c:v>
                </c:pt>
                <c:pt idx="3970">
                  <c:v>1061.95</c:v>
                </c:pt>
                <c:pt idx="3971">
                  <c:v>1049.25</c:v>
                </c:pt>
                <c:pt idx="3972">
                  <c:v>1047.45</c:v>
                </c:pt>
                <c:pt idx="3973">
                  <c:v>1060.5999999999999</c:v>
                </c:pt>
                <c:pt idx="3974">
                  <c:v>1046.3499999999999</c:v>
                </c:pt>
                <c:pt idx="3975">
                  <c:v>1055.05</c:v>
                </c:pt>
                <c:pt idx="3976">
                  <c:v>1059.45</c:v>
                </c:pt>
                <c:pt idx="3977">
                  <c:v>1067.3</c:v>
                </c:pt>
                <c:pt idx="3978">
                  <c:v>1080.25</c:v>
                </c:pt>
                <c:pt idx="3979">
                  <c:v>1073</c:v>
                </c:pt>
                <c:pt idx="3980">
                  <c:v>1075.4000000000001</c:v>
                </c:pt>
                <c:pt idx="3981">
                  <c:v>1066.45</c:v>
                </c:pt>
                <c:pt idx="3982">
                  <c:v>1074.0999999999999</c:v>
                </c:pt>
                <c:pt idx="3983">
                  <c:v>1074</c:v>
                </c:pt>
                <c:pt idx="3984">
                  <c:v>1077.25</c:v>
                </c:pt>
                <c:pt idx="3985">
                  <c:v>1077.95</c:v>
                </c:pt>
                <c:pt idx="3986">
                  <c:v>1074.3</c:v>
                </c:pt>
                <c:pt idx="3987">
                  <c:v>1082.1500000000001</c:v>
                </c:pt>
                <c:pt idx="3988">
                  <c:v>1088.75</c:v>
                </c:pt>
                <c:pt idx="3989">
                  <c:v>1070.5</c:v>
                </c:pt>
                <c:pt idx="3990">
                  <c:v>1062.4000000000001</c:v>
                </c:pt>
                <c:pt idx="3991">
                  <c:v>1067.0999999999999</c:v>
                </c:pt>
                <c:pt idx="3992">
                  <c:v>1056.2</c:v>
                </c:pt>
                <c:pt idx="3993">
                  <c:v>1062.3499999999999</c:v>
                </c:pt>
                <c:pt idx="3994">
                  <c:v>1058.5999999999999</c:v>
                </c:pt>
                <c:pt idx="3995">
                  <c:v>1046.95</c:v>
                </c:pt>
                <c:pt idx="3996">
                  <c:v>1060.1500000000001</c:v>
                </c:pt>
                <c:pt idx="3997">
                  <c:v>1049.75</c:v>
                </c:pt>
                <c:pt idx="3998">
                  <c:v>1042.1500000000001</c:v>
                </c:pt>
                <c:pt idx="3999">
                  <c:v>1025.8499999999999</c:v>
                </c:pt>
                <c:pt idx="4000">
                  <c:v>1035.8</c:v>
                </c:pt>
                <c:pt idx="4001">
                  <c:v>1018.3</c:v>
                </c:pt>
                <c:pt idx="4002">
                  <c:v>1023</c:v>
                </c:pt>
                <c:pt idx="4003">
                  <c:v>1030.3</c:v>
                </c:pt>
                <c:pt idx="4004">
                  <c:v>1041.1500000000001</c:v>
                </c:pt>
                <c:pt idx="4005">
                  <c:v>1035.6500000000001</c:v>
                </c:pt>
                <c:pt idx="4006">
                  <c:v>1031.7</c:v>
                </c:pt>
                <c:pt idx="4007">
                  <c:v>1049.8499999999999</c:v>
                </c:pt>
                <c:pt idx="4008">
                  <c:v>1059.75</c:v>
                </c:pt>
                <c:pt idx="4009">
                  <c:v>1053.8</c:v>
                </c:pt>
                <c:pt idx="4010">
                  <c:v>1043.8499999999999</c:v>
                </c:pt>
                <c:pt idx="4011">
                  <c:v>1049.2</c:v>
                </c:pt>
                <c:pt idx="4012">
                  <c:v>1055.25</c:v>
                </c:pt>
                <c:pt idx="4013">
                  <c:v>1035.8499999999999</c:v>
                </c:pt>
                <c:pt idx="4014">
                  <c:v>1026.05</c:v>
                </c:pt>
                <c:pt idx="4015">
                  <c:v>1012.95</c:v>
                </c:pt>
                <c:pt idx="4016">
                  <c:v>975.3</c:v>
                </c:pt>
                <c:pt idx="4017">
                  <c:v>971.4</c:v>
                </c:pt>
                <c:pt idx="4018">
                  <c:v>973.6</c:v>
                </c:pt>
                <c:pt idx="4019">
                  <c:v>973.45</c:v>
                </c:pt>
                <c:pt idx="4020">
                  <c:v>974.9</c:v>
                </c:pt>
                <c:pt idx="4021">
                  <c:v>989.45</c:v>
                </c:pt>
                <c:pt idx="4022">
                  <c:v>989.3</c:v>
                </c:pt>
                <c:pt idx="4023">
                  <c:v>988.75</c:v>
                </c:pt>
                <c:pt idx="4024">
                  <c:v>970.05</c:v>
                </c:pt>
                <c:pt idx="4025">
                  <c:v>949.6</c:v>
                </c:pt>
                <c:pt idx="4026">
                  <c:v>942.65</c:v>
                </c:pt>
                <c:pt idx="4027">
                  <c:v>961</c:v>
                </c:pt>
                <c:pt idx="4028">
                  <c:v>971.85</c:v>
                </c:pt>
                <c:pt idx="4029">
                  <c:v>984.15</c:v>
                </c:pt>
                <c:pt idx="4030">
                  <c:v>1007.2</c:v>
                </c:pt>
                <c:pt idx="4031">
                  <c:v>1015.85</c:v>
                </c:pt>
                <c:pt idx="4032">
                  <c:v>1020.55</c:v>
                </c:pt>
                <c:pt idx="4033">
                  <c:v>1014.15</c:v>
                </c:pt>
                <c:pt idx="4034">
                  <c:v>1024.8</c:v>
                </c:pt>
                <c:pt idx="4035">
                  <c:v>1021.25</c:v>
                </c:pt>
                <c:pt idx="4036">
                  <c:v>1028.7</c:v>
                </c:pt>
                <c:pt idx="4037">
                  <c:v>1027.55</c:v>
                </c:pt>
                <c:pt idx="4038">
                  <c:v>1026.7</c:v>
                </c:pt>
                <c:pt idx="4039">
                  <c:v>1030.45</c:v>
                </c:pt>
                <c:pt idx="4040">
                  <c:v>1018.4</c:v>
                </c:pt>
                <c:pt idx="4041">
                  <c:v>1028.4000000000001</c:v>
                </c:pt>
                <c:pt idx="4042">
                  <c:v>1045.5999999999999</c:v>
                </c:pt>
                <c:pt idx="4043">
                  <c:v>1053.8499999999999</c:v>
                </c:pt>
                <c:pt idx="4044">
                  <c:v>1049.3499999999999</c:v>
                </c:pt>
                <c:pt idx="4045">
                  <c:v>1047.5</c:v>
                </c:pt>
                <c:pt idx="4046">
                  <c:v>1053.8</c:v>
                </c:pt>
                <c:pt idx="4047">
                  <c:v>1064.95</c:v>
                </c:pt>
                <c:pt idx="4048">
                  <c:v>1071.1500000000001</c:v>
                </c:pt>
                <c:pt idx="4049">
                  <c:v>1064.45</c:v>
                </c:pt>
                <c:pt idx="4050">
                  <c:v>1069.05</c:v>
                </c:pt>
                <c:pt idx="4051">
                  <c:v>1057.45</c:v>
                </c:pt>
                <c:pt idx="4052">
                  <c:v>1061.5</c:v>
                </c:pt>
                <c:pt idx="4053">
                  <c:v>1055.5</c:v>
                </c:pt>
                <c:pt idx="4054">
                  <c:v>1059.3499999999999</c:v>
                </c:pt>
                <c:pt idx="4055">
                  <c:v>1070.95</c:v>
                </c:pt>
                <c:pt idx="4056">
                  <c:v>1063</c:v>
                </c:pt>
                <c:pt idx="4057">
                  <c:v>1081.75</c:v>
                </c:pt>
                <c:pt idx="4058">
                  <c:v>1087.8</c:v>
                </c:pt>
                <c:pt idx="4059">
                  <c:v>1097.8499999999999</c:v>
                </c:pt>
                <c:pt idx="4060">
                  <c:v>1091.1500000000001</c:v>
                </c:pt>
                <c:pt idx="4061">
                  <c:v>1092.1500000000001</c:v>
                </c:pt>
                <c:pt idx="4062">
                  <c:v>1093.25</c:v>
                </c:pt>
                <c:pt idx="4063">
                  <c:v>1113.8499999999999</c:v>
                </c:pt>
                <c:pt idx="4064">
                  <c:v>1124.2</c:v>
                </c:pt>
                <c:pt idx="4065">
                  <c:v>1113.95</c:v>
                </c:pt>
                <c:pt idx="4066">
                  <c:v>1132.3499999999999</c:v>
                </c:pt>
                <c:pt idx="4067">
                  <c:v>1117.6500000000001</c:v>
                </c:pt>
                <c:pt idx="4068">
                  <c:v>1118</c:v>
                </c:pt>
                <c:pt idx="4069">
                  <c:v>1127.3499999999999</c:v>
                </c:pt>
                <c:pt idx="4070">
                  <c:v>1132.3</c:v>
                </c:pt>
                <c:pt idx="4071">
                  <c:v>1119.6500000000001</c:v>
                </c:pt>
                <c:pt idx="4072">
                  <c:v>1141.4000000000001</c:v>
                </c:pt>
                <c:pt idx="4073">
                  <c:v>1144.9000000000001</c:v>
                </c:pt>
                <c:pt idx="4074">
                  <c:v>1138.8</c:v>
                </c:pt>
                <c:pt idx="4075">
                  <c:v>1149.0999999999999</c:v>
                </c:pt>
                <c:pt idx="4076">
                  <c:v>1140.9000000000001</c:v>
                </c:pt>
                <c:pt idx="4077">
                  <c:v>1162.8</c:v>
                </c:pt>
                <c:pt idx="4078">
                  <c:v>1153.45</c:v>
                </c:pt>
                <c:pt idx="4079">
                  <c:v>1140.6500000000001</c:v>
                </c:pt>
                <c:pt idx="4080">
                  <c:v>1139.3</c:v>
                </c:pt>
                <c:pt idx="4081">
                  <c:v>1140.9000000000001</c:v>
                </c:pt>
                <c:pt idx="4082">
                  <c:v>1136.75</c:v>
                </c:pt>
                <c:pt idx="4083">
                  <c:v>1139.95</c:v>
                </c:pt>
                <c:pt idx="4084">
                  <c:v>1173.3</c:v>
                </c:pt>
                <c:pt idx="4085">
                  <c:v>1183.25</c:v>
                </c:pt>
                <c:pt idx="4086">
                  <c:v>1186.8</c:v>
                </c:pt>
                <c:pt idx="4087">
                  <c:v>1179.75</c:v>
                </c:pt>
                <c:pt idx="4088">
                  <c:v>1181.9000000000001</c:v>
                </c:pt>
                <c:pt idx="4089">
                  <c:v>1175.1500000000001</c:v>
                </c:pt>
                <c:pt idx="4090">
                  <c:v>1174.95</c:v>
                </c:pt>
                <c:pt idx="4091">
                  <c:v>1171.75</c:v>
                </c:pt>
                <c:pt idx="4092">
                  <c:v>1171.0999999999999</c:v>
                </c:pt>
                <c:pt idx="4093">
                  <c:v>1173.7</c:v>
                </c:pt>
                <c:pt idx="4094">
                  <c:v>1162.5999999999999</c:v>
                </c:pt>
                <c:pt idx="4095">
                  <c:v>1159.4000000000001</c:v>
                </c:pt>
                <c:pt idx="4096">
                  <c:v>1161.3499999999999</c:v>
                </c:pt>
                <c:pt idx="4097">
                  <c:v>1152.9000000000001</c:v>
                </c:pt>
                <c:pt idx="4098">
                  <c:v>1151.8499999999999</c:v>
                </c:pt>
                <c:pt idx="4099">
                  <c:v>1169.55</c:v>
                </c:pt>
                <c:pt idx="4100">
                  <c:v>1162.1500000000001</c:v>
                </c:pt>
                <c:pt idx="4101">
                  <c:v>1170</c:v>
                </c:pt>
                <c:pt idx="4102">
                  <c:v>1172.05</c:v>
                </c:pt>
                <c:pt idx="4103">
                  <c:v>1166.6500000000001</c:v>
                </c:pt>
                <c:pt idx="4104">
                  <c:v>1171.5</c:v>
                </c:pt>
                <c:pt idx="4105">
                  <c:v>1190.0999999999999</c:v>
                </c:pt>
                <c:pt idx="4106">
                  <c:v>1161.9000000000001</c:v>
                </c:pt>
                <c:pt idx="4107">
                  <c:v>1159.95</c:v>
                </c:pt>
                <c:pt idx="4108">
                  <c:v>1166.95</c:v>
                </c:pt>
                <c:pt idx="4109">
                  <c:v>1168.3</c:v>
                </c:pt>
                <c:pt idx="4110">
                  <c:v>1176.45</c:v>
                </c:pt>
                <c:pt idx="4111">
                  <c:v>1174.5</c:v>
                </c:pt>
                <c:pt idx="4112">
                  <c:v>1172.8</c:v>
                </c:pt>
                <c:pt idx="4113">
                  <c:v>1165.5999999999999</c:v>
                </c:pt>
                <c:pt idx="4114">
                  <c:v>1185.6500000000001</c:v>
                </c:pt>
                <c:pt idx="4115">
                  <c:v>1174.8499999999999</c:v>
                </c:pt>
                <c:pt idx="4116">
                  <c:v>1199.75</c:v>
                </c:pt>
                <c:pt idx="4117">
                  <c:v>1202.1500000000001</c:v>
                </c:pt>
                <c:pt idx="4118">
                  <c:v>1197.75</c:v>
                </c:pt>
                <c:pt idx="4119">
                  <c:v>1200.3499999999999</c:v>
                </c:pt>
                <c:pt idx="4120">
                  <c:v>1223.7</c:v>
                </c:pt>
                <c:pt idx="4121">
                  <c:v>1227.45</c:v>
                </c:pt>
                <c:pt idx="4122">
                  <c:v>1218.3499999999999</c:v>
                </c:pt>
                <c:pt idx="4123">
                  <c:v>1232.2</c:v>
                </c:pt>
                <c:pt idx="4124">
                  <c:v>1228.5999999999999</c:v>
                </c:pt>
                <c:pt idx="4125">
                  <c:v>1230.8</c:v>
                </c:pt>
                <c:pt idx="4126">
                  <c:v>1246.95</c:v>
                </c:pt>
                <c:pt idx="4127">
                  <c:v>1238.8</c:v>
                </c:pt>
                <c:pt idx="4128">
                  <c:v>1236.95</c:v>
                </c:pt>
                <c:pt idx="4129">
                  <c:v>1248.45</c:v>
                </c:pt>
                <c:pt idx="4130">
                  <c:v>1246.2</c:v>
                </c:pt>
                <c:pt idx="4131">
                  <c:v>1242.3</c:v>
                </c:pt>
                <c:pt idx="4132">
                  <c:v>1243.3</c:v>
                </c:pt>
                <c:pt idx="4133">
                  <c:v>1240.45</c:v>
                </c:pt>
                <c:pt idx="4134">
                  <c:v>1241</c:v>
                </c:pt>
                <c:pt idx="4135">
                  <c:v>1249.25</c:v>
                </c:pt>
                <c:pt idx="4136">
                  <c:v>1249.5999999999999</c:v>
                </c:pt>
                <c:pt idx="4137">
                  <c:v>1247.2</c:v>
                </c:pt>
                <c:pt idx="4138">
                  <c:v>1226.9000000000001</c:v>
                </c:pt>
                <c:pt idx="4139">
                  <c:v>1228.25</c:v>
                </c:pt>
                <c:pt idx="4140">
                  <c:v>1228.7</c:v>
                </c:pt>
                <c:pt idx="4141">
                  <c:v>1227.3</c:v>
                </c:pt>
                <c:pt idx="4142">
                  <c:v>1234.9000000000001</c:v>
                </c:pt>
                <c:pt idx="4143">
                  <c:v>1252.5</c:v>
                </c:pt>
                <c:pt idx="4144">
                  <c:v>1247.0999999999999</c:v>
                </c:pt>
                <c:pt idx="4145">
                  <c:v>1250.3</c:v>
                </c:pt>
                <c:pt idx="4146">
                  <c:v>1251.45</c:v>
                </c:pt>
                <c:pt idx="4147">
                  <c:v>1261.8</c:v>
                </c:pt>
                <c:pt idx="4148">
                  <c:v>1258.55</c:v>
                </c:pt>
                <c:pt idx="4149">
                  <c:v>1257.0999999999999</c:v>
                </c:pt>
                <c:pt idx="4150">
                  <c:v>1238.0999999999999</c:v>
                </c:pt>
                <c:pt idx="4151">
                  <c:v>1268.6500000000001</c:v>
                </c:pt>
                <c:pt idx="4152">
                  <c:v>1291.2</c:v>
                </c:pt>
                <c:pt idx="4153">
                  <c:v>1283.7</c:v>
                </c:pt>
                <c:pt idx="4154">
                  <c:v>1285.0999999999999</c:v>
                </c:pt>
                <c:pt idx="4155">
                  <c:v>1300.4000000000001</c:v>
                </c:pt>
                <c:pt idx="4156">
                  <c:v>1286.75</c:v>
                </c:pt>
                <c:pt idx="4157">
                  <c:v>1289.4000000000001</c:v>
                </c:pt>
                <c:pt idx="4158">
                  <c:v>1290.4000000000001</c:v>
                </c:pt>
                <c:pt idx="4159">
                  <c:v>1279.9000000000001</c:v>
                </c:pt>
                <c:pt idx="4160">
                  <c:v>1269.45</c:v>
                </c:pt>
                <c:pt idx="4161">
                  <c:v>1279.5999999999999</c:v>
                </c:pt>
                <c:pt idx="4162">
                  <c:v>1297.8499999999999</c:v>
                </c:pt>
                <c:pt idx="4163">
                  <c:v>1290.1500000000001</c:v>
                </c:pt>
                <c:pt idx="4164">
                  <c:v>1288.45</c:v>
                </c:pt>
                <c:pt idx="4165">
                  <c:v>1293</c:v>
                </c:pt>
                <c:pt idx="4166">
                  <c:v>1306.9000000000001</c:v>
                </c:pt>
                <c:pt idx="4167">
                  <c:v>1312.7</c:v>
                </c:pt>
                <c:pt idx="4168">
                  <c:v>1296.1500000000001</c:v>
                </c:pt>
                <c:pt idx="4169">
                  <c:v>1298.05</c:v>
                </c:pt>
                <c:pt idx="4170">
                  <c:v>1295.25</c:v>
                </c:pt>
                <c:pt idx="4171">
                  <c:v>1277.5</c:v>
                </c:pt>
                <c:pt idx="4172">
                  <c:v>1272.8499999999999</c:v>
                </c:pt>
                <c:pt idx="4173">
                  <c:v>1287.2</c:v>
                </c:pt>
                <c:pt idx="4174">
                  <c:v>1289.55</c:v>
                </c:pt>
                <c:pt idx="4175">
                  <c:v>1286.0999999999999</c:v>
                </c:pt>
                <c:pt idx="4176">
                  <c:v>1281.95</c:v>
                </c:pt>
                <c:pt idx="4177">
                  <c:v>1280.5999999999999</c:v>
                </c:pt>
                <c:pt idx="4178">
                  <c:v>1284.3499999999999</c:v>
                </c:pt>
                <c:pt idx="4179">
                  <c:v>1262.75</c:v>
                </c:pt>
                <c:pt idx="4180">
                  <c:v>1261.8</c:v>
                </c:pt>
                <c:pt idx="4181">
                  <c:v>1237.7</c:v>
                </c:pt>
                <c:pt idx="4182">
                  <c:v>1257.8499999999999</c:v>
                </c:pt>
                <c:pt idx="4183">
                  <c:v>1258.3499999999999</c:v>
                </c:pt>
                <c:pt idx="4184">
                  <c:v>1255.5</c:v>
                </c:pt>
                <c:pt idx="4185">
                  <c:v>1270.7</c:v>
                </c:pt>
                <c:pt idx="4186">
                  <c:v>1263.55</c:v>
                </c:pt>
                <c:pt idx="4187">
                  <c:v>1250.3</c:v>
                </c:pt>
                <c:pt idx="4188">
                  <c:v>1239.3</c:v>
                </c:pt>
                <c:pt idx="4189">
                  <c:v>1252.0999999999999</c:v>
                </c:pt>
                <c:pt idx="4190">
                  <c:v>1259.05</c:v>
                </c:pt>
                <c:pt idx="4191">
                  <c:v>1253.3</c:v>
                </c:pt>
                <c:pt idx="4192">
                  <c:v>1259.8</c:v>
                </c:pt>
                <c:pt idx="4193">
                  <c:v>1246.1500000000001</c:v>
                </c:pt>
                <c:pt idx="4194">
                  <c:v>1254.95</c:v>
                </c:pt>
                <c:pt idx="4195">
                  <c:v>1243.7</c:v>
                </c:pt>
                <c:pt idx="4196">
                  <c:v>1249.45</c:v>
                </c:pt>
                <c:pt idx="4197">
                  <c:v>1254.3</c:v>
                </c:pt>
                <c:pt idx="4198">
                  <c:v>1251.25</c:v>
                </c:pt>
                <c:pt idx="4199">
                  <c:v>1278.55</c:v>
                </c:pt>
                <c:pt idx="4200">
                  <c:v>1275.8</c:v>
                </c:pt>
                <c:pt idx="4201">
                  <c:v>1254.75</c:v>
                </c:pt>
                <c:pt idx="4202">
                  <c:v>1244.3499999999999</c:v>
                </c:pt>
                <c:pt idx="4203">
                  <c:v>1230.2</c:v>
                </c:pt>
                <c:pt idx="4204">
                  <c:v>1211.4000000000001</c:v>
                </c:pt>
                <c:pt idx="4205">
                  <c:v>1198.7</c:v>
                </c:pt>
                <c:pt idx="4206">
                  <c:v>1198.05</c:v>
                </c:pt>
                <c:pt idx="4207">
                  <c:v>1184.75</c:v>
                </c:pt>
                <c:pt idx="4208">
                  <c:v>1165.5</c:v>
                </c:pt>
                <c:pt idx="4209">
                  <c:v>1189.3</c:v>
                </c:pt>
                <c:pt idx="4210">
                  <c:v>1184.45</c:v>
                </c:pt>
                <c:pt idx="4211">
                  <c:v>1178.75</c:v>
                </c:pt>
                <c:pt idx="4212">
                  <c:v>1199.5999999999999</c:v>
                </c:pt>
                <c:pt idx="4213">
                  <c:v>1197.25</c:v>
                </c:pt>
                <c:pt idx="4214">
                  <c:v>1189.0999999999999</c:v>
                </c:pt>
                <c:pt idx="4215">
                  <c:v>1196.3499999999999</c:v>
                </c:pt>
                <c:pt idx="4216">
                  <c:v>1194.45</c:v>
                </c:pt>
                <c:pt idx="4217">
                  <c:v>1181.5999999999999</c:v>
                </c:pt>
                <c:pt idx="4218">
                  <c:v>1199.5</c:v>
                </c:pt>
                <c:pt idx="4219">
                  <c:v>1198.3</c:v>
                </c:pt>
                <c:pt idx="4220">
                  <c:v>1184.45</c:v>
                </c:pt>
                <c:pt idx="4221">
                  <c:v>1186.25</c:v>
                </c:pt>
                <c:pt idx="4222">
                  <c:v>1175.7</c:v>
                </c:pt>
                <c:pt idx="4223">
                  <c:v>1176.5999999999999</c:v>
                </c:pt>
                <c:pt idx="4224">
                  <c:v>1182.3</c:v>
                </c:pt>
                <c:pt idx="4225">
                  <c:v>1176.75</c:v>
                </c:pt>
                <c:pt idx="4226">
                  <c:v>1181.9000000000001</c:v>
                </c:pt>
                <c:pt idx="4227">
                  <c:v>1180</c:v>
                </c:pt>
                <c:pt idx="4228">
                  <c:v>1173.0999999999999</c:v>
                </c:pt>
                <c:pt idx="4229">
                  <c:v>1186.25</c:v>
                </c:pt>
                <c:pt idx="4230">
                  <c:v>1175</c:v>
                </c:pt>
                <c:pt idx="4231">
                  <c:v>1185.2</c:v>
                </c:pt>
                <c:pt idx="4232">
                  <c:v>1186.75</c:v>
                </c:pt>
                <c:pt idx="4233">
                  <c:v>1205.2</c:v>
                </c:pt>
                <c:pt idx="4234">
                  <c:v>1206.2</c:v>
                </c:pt>
                <c:pt idx="4235">
                  <c:v>1197.0999999999999</c:v>
                </c:pt>
                <c:pt idx="4236">
                  <c:v>1189.9000000000001</c:v>
                </c:pt>
                <c:pt idx="4237">
                  <c:v>1185.5</c:v>
                </c:pt>
                <c:pt idx="4238">
                  <c:v>1186.2</c:v>
                </c:pt>
                <c:pt idx="4239">
                  <c:v>1193.6500000000001</c:v>
                </c:pt>
                <c:pt idx="4240">
                  <c:v>1195.2</c:v>
                </c:pt>
                <c:pt idx="4241">
                  <c:v>1214.3499999999999</c:v>
                </c:pt>
                <c:pt idx="4242">
                  <c:v>1234</c:v>
                </c:pt>
                <c:pt idx="4243">
                  <c:v>1235</c:v>
                </c:pt>
                <c:pt idx="4244">
                  <c:v>1232.5</c:v>
                </c:pt>
                <c:pt idx="4245">
                  <c:v>1247.6500000000001</c:v>
                </c:pt>
                <c:pt idx="4246">
                  <c:v>1238.5</c:v>
                </c:pt>
                <c:pt idx="4247">
                  <c:v>1242.5999999999999</c:v>
                </c:pt>
                <c:pt idx="4248">
                  <c:v>1236.3</c:v>
                </c:pt>
                <c:pt idx="4249">
                  <c:v>1236.3499999999999</c:v>
                </c:pt>
                <c:pt idx="4250">
                  <c:v>1244.6500000000001</c:v>
                </c:pt>
                <c:pt idx="4251">
                  <c:v>1267.55</c:v>
                </c:pt>
                <c:pt idx="4252">
                  <c:v>1290.5999999999999</c:v>
                </c:pt>
                <c:pt idx="4253">
                  <c:v>1291.9000000000001</c:v>
                </c:pt>
                <c:pt idx="4254">
                  <c:v>1284.95</c:v>
                </c:pt>
                <c:pt idx="4255">
                  <c:v>1286.6500000000001</c:v>
                </c:pt>
                <c:pt idx="4256">
                  <c:v>1305.7</c:v>
                </c:pt>
                <c:pt idx="4257">
                  <c:v>1298.7</c:v>
                </c:pt>
                <c:pt idx="4258">
                  <c:v>1311.05</c:v>
                </c:pt>
                <c:pt idx="4259">
                  <c:v>1314.1</c:v>
                </c:pt>
                <c:pt idx="4260">
                  <c:v>1307.1500000000001</c:v>
                </c:pt>
                <c:pt idx="4261">
                  <c:v>1305.6500000000001</c:v>
                </c:pt>
                <c:pt idx="4262">
                  <c:v>1297.6500000000001</c:v>
                </c:pt>
                <c:pt idx="4263">
                  <c:v>1303.5999999999999</c:v>
                </c:pt>
                <c:pt idx="4264">
                  <c:v>1310.2</c:v>
                </c:pt>
                <c:pt idx="4265">
                  <c:v>1311.1</c:v>
                </c:pt>
                <c:pt idx="4266">
                  <c:v>1322.2</c:v>
                </c:pt>
                <c:pt idx="4267">
                  <c:v>1327.9</c:v>
                </c:pt>
                <c:pt idx="4268">
                  <c:v>1377.05</c:v>
                </c:pt>
                <c:pt idx="4269">
                  <c:v>1409.1</c:v>
                </c:pt>
                <c:pt idx="4270">
                  <c:v>1415.55</c:v>
                </c:pt>
                <c:pt idx="4271">
                  <c:v>1399.15</c:v>
                </c:pt>
                <c:pt idx="4272">
                  <c:v>1394.3</c:v>
                </c:pt>
                <c:pt idx="4273">
                  <c:v>1393.6</c:v>
                </c:pt>
                <c:pt idx="4274">
                  <c:v>1390.1</c:v>
                </c:pt>
                <c:pt idx="4275">
                  <c:v>1391.65</c:v>
                </c:pt>
                <c:pt idx="4276">
                  <c:v>1380.1</c:v>
                </c:pt>
                <c:pt idx="4277">
                  <c:v>1377</c:v>
                </c:pt>
                <c:pt idx="4278">
                  <c:v>1380.75</c:v>
                </c:pt>
                <c:pt idx="4279">
                  <c:v>1386.2</c:v>
                </c:pt>
                <c:pt idx="4280">
                  <c:v>1392.2</c:v>
                </c:pt>
                <c:pt idx="4281">
                  <c:v>1394.2</c:v>
                </c:pt>
                <c:pt idx="4282">
                  <c:v>1400.1</c:v>
                </c:pt>
                <c:pt idx="4283">
                  <c:v>1410.7</c:v>
                </c:pt>
                <c:pt idx="4284">
                  <c:v>1416.6</c:v>
                </c:pt>
                <c:pt idx="4285">
                  <c:v>1417.35</c:v>
                </c:pt>
                <c:pt idx="4286">
                  <c:v>1425.85</c:v>
                </c:pt>
                <c:pt idx="4287">
                  <c:v>1436.1</c:v>
                </c:pt>
                <c:pt idx="4288">
                  <c:v>1440.95</c:v>
                </c:pt>
                <c:pt idx="4289">
                  <c:v>1430.9</c:v>
                </c:pt>
                <c:pt idx="4290">
                  <c:v>1430.9</c:v>
                </c:pt>
                <c:pt idx="4291">
                  <c:v>1424.35</c:v>
                </c:pt>
                <c:pt idx="4292">
                  <c:v>1409.85</c:v>
                </c:pt>
                <c:pt idx="4293">
                  <c:v>1420.2</c:v>
                </c:pt>
                <c:pt idx="4294">
                  <c:v>1428.6</c:v>
                </c:pt>
                <c:pt idx="4295">
                  <c:v>1466.2</c:v>
                </c:pt>
                <c:pt idx="4296">
                  <c:v>1442.55</c:v>
                </c:pt>
                <c:pt idx="4297">
                  <c:v>1433.2</c:v>
                </c:pt>
                <c:pt idx="4298">
                  <c:v>1432.35</c:v>
                </c:pt>
                <c:pt idx="4299">
                  <c:v>1438.5</c:v>
                </c:pt>
                <c:pt idx="4300">
                  <c:v>1438.85</c:v>
                </c:pt>
                <c:pt idx="4301">
                  <c:v>1434.15</c:v>
                </c:pt>
                <c:pt idx="4302">
                  <c:v>1439.5</c:v>
                </c:pt>
                <c:pt idx="4303">
                  <c:v>1443.7</c:v>
                </c:pt>
                <c:pt idx="4304">
                  <c:v>1440.3</c:v>
                </c:pt>
                <c:pt idx="4305">
                  <c:v>1436.8</c:v>
                </c:pt>
                <c:pt idx="4306">
                  <c:v>1447.3</c:v>
                </c:pt>
                <c:pt idx="4307">
                  <c:v>1449</c:v>
                </c:pt>
                <c:pt idx="4308">
                  <c:v>1462.15</c:v>
                </c:pt>
                <c:pt idx="4309">
                  <c:v>1496.6</c:v>
                </c:pt>
                <c:pt idx="4310">
                  <c:v>1533.05</c:v>
                </c:pt>
                <c:pt idx="4311">
                  <c:v>1537.05</c:v>
                </c:pt>
                <c:pt idx="4312">
                  <c:v>1550.65</c:v>
                </c:pt>
                <c:pt idx="4313">
                  <c:v>1568.6</c:v>
                </c:pt>
                <c:pt idx="4314">
                  <c:v>1546.5</c:v>
                </c:pt>
                <c:pt idx="4315">
                  <c:v>1540.6</c:v>
                </c:pt>
                <c:pt idx="4316">
                  <c:v>1544.3</c:v>
                </c:pt>
                <c:pt idx="4317">
                  <c:v>1534.8</c:v>
                </c:pt>
                <c:pt idx="4318">
                  <c:v>1532.2</c:v>
                </c:pt>
                <c:pt idx="4319">
                  <c:v>1534.8</c:v>
                </c:pt>
                <c:pt idx="4320">
                  <c:v>1535.75</c:v>
                </c:pt>
                <c:pt idx="4321">
                  <c:v>1551.8</c:v>
                </c:pt>
                <c:pt idx="4322">
                  <c:v>1546.4</c:v>
                </c:pt>
                <c:pt idx="4323">
                  <c:v>1551.65</c:v>
                </c:pt>
                <c:pt idx="4324">
                  <c:v>1553.4</c:v>
                </c:pt>
                <c:pt idx="4325">
                  <c:v>1559.65</c:v>
                </c:pt>
                <c:pt idx="4326">
                  <c:v>1557.15</c:v>
                </c:pt>
                <c:pt idx="4327">
                  <c:v>1557.1</c:v>
                </c:pt>
                <c:pt idx="4328">
                  <c:v>1561.25</c:v>
                </c:pt>
                <c:pt idx="4329">
                  <c:v>1576</c:v>
                </c:pt>
                <c:pt idx="4330">
                  <c:v>1569.1</c:v>
                </c:pt>
                <c:pt idx="4331">
                  <c:v>1566.75</c:v>
                </c:pt>
                <c:pt idx="4332">
                  <c:v>1617.15</c:v>
                </c:pt>
                <c:pt idx="4333">
                  <c:v>1626</c:v>
                </c:pt>
                <c:pt idx="4334">
                  <c:v>1631.9</c:v>
                </c:pt>
                <c:pt idx="4335">
                  <c:v>1629.05</c:v>
                </c:pt>
                <c:pt idx="4336">
                  <c:v>1636.2</c:v>
                </c:pt>
                <c:pt idx="4337">
                  <c:v>1628.6</c:v>
                </c:pt>
                <c:pt idx="4338">
                  <c:v>1634.25</c:v>
                </c:pt>
                <c:pt idx="4339">
                  <c:v>1635.55</c:v>
                </c:pt>
                <c:pt idx="4340">
                  <c:v>1638.95</c:v>
                </c:pt>
                <c:pt idx="4341">
                  <c:v>1640.8</c:v>
                </c:pt>
                <c:pt idx="4342">
                  <c:v>1644.75</c:v>
                </c:pt>
                <c:pt idx="4343">
                  <c:v>1666.8</c:v>
                </c:pt>
                <c:pt idx="4344">
                  <c:v>1668.75</c:v>
                </c:pt>
                <c:pt idx="4345">
                  <c:v>1676.7</c:v>
                </c:pt>
                <c:pt idx="4346">
                  <c:v>1671.2</c:v>
                </c:pt>
                <c:pt idx="4347">
                  <c:v>1664.35</c:v>
                </c:pt>
                <c:pt idx="4348">
                  <c:v>1669.25</c:v>
                </c:pt>
                <c:pt idx="4349">
                  <c:v>1692.9</c:v>
                </c:pt>
                <c:pt idx="4350">
                  <c:v>1686.55</c:v>
                </c:pt>
                <c:pt idx="4351">
                  <c:v>1698.7</c:v>
                </c:pt>
                <c:pt idx="4352">
                  <c:v>1698</c:v>
                </c:pt>
                <c:pt idx="4353">
                  <c:v>1678.65</c:v>
                </c:pt>
                <c:pt idx="4354">
                  <c:v>1667.65</c:v>
                </c:pt>
                <c:pt idx="4355">
                  <c:v>1666.45</c:v>
                </c:pt>
                <c:pt idx="4356">
                  <c:v>1663.05</c:v>
                </c:pt>
                <c:pt idx="4357">
                  <c:v>1652.05</c:v>
                </c:pt>
                <c:pt idx="4358">
                  <c:v>1658.6</c:v>
                </c:pt>
                <c:pt idx="4359">
                  <c:v>1653.35</c:v>
                </c:pt>
                <c:pt idx="4360">
                  <c:v>1648.75</c:v>
                </c:pt>
                <c:pt idx="4361">
                  <c:v>1658.15</c:v>
                </c:pt>
                <c:pt idx="4362">
                  <c:v>1667.2</c:v>
                </c:pt>
                <c:pt idx="4363">
                  <c:v>1676.35</c:v>
                </c:pt>
                <c:pt idx="4364">
                  <c:v>1680.4</c:v>
                </c:pt>
                <c:pt idx="4365">
                  <c:v>1681.25</c:v>
                </c:pt>
                <c:pt idx="4366">
                  <c:v>1683.55</c:v>
                </c:pt>
                <c:pt idx="4367">
                  <c:v>1679.95</c:v>
                </c:pt>
                <c:pt idx="4368">
                  <c:v>1682.35</c:v>
                </c:pt>
                <c:pt idx="4369">
                  <c:v>1683.55</c:v>
                </c:pt>
                <c:pt idx="4370">
                  <c:v>1692.3</c:v>
                </c:pt>
                <c:pt idx="4371">
                  <c:v>1710.9</c:v>
                </c:pt>
                <c:pt idx="4372">
                  <c:v>1703.05</c:v>
                </c:pt>
                <c:pt idx="4373">
                  <c:v>1735.1</c:v>
                </c:pt>
                <c:pt idx="4374">
                  <c:v>1739.65</c:v>
                </c:pt>
                <c:pt idx="4375">
                  <c:v>1747.55</c:v>
                </c:pt>
                <c:pt idx="4376">
                  <c:v>1789.65</c:v>
                </c:pt>
                <c:pt idx="4377">
                  <c:v>1778.5</c:v>
                </c:pt>
                <c:pt idx="4378">
                  <c:v>1784.4</c:v>
                </c:pt>
                <c:pt idx="4379">
                  <c:v>1797.2</c:v>
                </c:pt>
                <c:pt idx="4380">
                  <c:v>1791.65</c:v>
                </c:pt>
                <c:pt idx="4381">
                  <c:v>1779.95</c:v>
                </c:pt>
                <c:pt idx="4382">
                  <c:v>1790.25</c:v>
                </c:pt>
                <c:pt idx="4383">
                  <c:v>1788.55</c:v>
                </c:pt>
                <c:pt idx="4384">
                  <c:v>1777.9</c:v>
                </c:pt>
                <c:pt idx="4385">
                  <c:v>1764.45</c:v>
                </c:pt>
                <c:pt idx="4386">
                  <c:v>1760.45</c:v>
                </c:pt>
                <c:pt idx="4387">
                  <c:v>1749.05</c:v>
                </c:pt>
                <c:pt idx="4388">
                  <c:v>1757.2</c:v>
                </c:pt>
                <c:pt idx="4389">
                  <c:v>1781.25</c:v>
                </c:pt>
                <c:pt idx="4390">
                  <c:v>1765.4</c:v>
                </c:pt>
                <c:pt idx="4391">
                  <c:v>1752.15</c:v>
                </c:pt>
                <c:pt idx="4392">
                  <c:v>1743.2</c:v>
                </c:pt>
                <c:pt idx="4393">
                  <c:v>1747</c:v>
                </c:pt>
                <c:pt idx="4394">
                  <c:v>1772.45</c:v>
                </c:pt>
                <c:pt idx="4395">
                  <c:v>1762.5</c:v>
                </c:pt>
                <c:pt idx="4396">
                  <c:v>1762.25</c:v>
                </c:pt>
                <c:pt idx="4397">
                  <c:v>1746.15</c:v>
                </c:pt>
                <c:pt idx="4398">
                  <c:v>1768.55</c:v>
                </c:pt>
                <c:pt idx="4399">
                  <c:v>1776.45</c:v>
                </c:pt>
                <c:pt idx="4400">
                  <c:v>1767.6</c:v>
                </c:pt>
                <c:pt idx="4401">
                  <c:v>1750.9</c:v>
                </c:pt>
                <c:pt idx="4402">
                  <c:v>1755.35</c:v>
                </c:pt>
                <c:pt idx="4403">
                  <c:v>1759.9</c:v>
                </c:pt>
                <c:pt idx="4404">
                  <c:v>1766.55</c:v>
                </c:pt>
                <c:pt idx="4405">
                  <c:v>1787.65</c:v>
                </c:pt>
                <c:pt idx="4406">
                  <c:v>1823.35</c:v>
                </c:pt>
                <c:pt idx="4407">
                  <c:v>1835.2</c:v>
                </c:pt>
                <c:pt idx="4408">
                  <c:v>1841.85</c:v>
                </c:pt>
                <c:pt idx="4409">
                  <c:v>1839.4</c:v>
                </c:pt>
                <c:pt idx="4410">
                  <c:v>1848.95</c:v>
                </c:pt>
                <c:pt idx="4411">
                  <c:v>1860.45</c:v>
                </c:pt>
                <c:pt idx="4412">
                  <c:v>1849.7</c:v>
                </c:pt>
                <c:pt idx="4413">
                  <c:v>1848.85</c:v>
                </c:pt>
                <c:pt idx="4414">
                  <c:v>1839.1</c:v>
                </c:pt>
                <c:pt idx="4415">
                  <c:v>1824.1</c:v>
                </c:pt>
                <c:pt idx="4416">
                  <c:v>1799.75</c:v>
                </c:pt>
                <c:pt idx="4417">
                  <c:v>1792.3</c:v>
                </c:pt>
                <c:pt idx="4418">
                  <c:v>1776.5</c:v>
                </c:pt>
                <c:pt idx="4419">
                  <c:v>1795.3</c:v>
                </c:pt>
                <c:pt idx="4420">
                  <c:v>1805.7</c:v>
                </c:pt>
                <c:pt idx="4421">
                  <c:v>1808.85</c:v>
                </c:pt>
                <c:pt idx="4422">
                  <c:v>1797</c:v>
                </c:pt>
                <c:pt idx="4423">
                  <c:v>1798.6</c:v>
                </c:pt>
                <c:pt idx="4424">
                  <c:v>1800.1</c:v>
                </c:pt>
                <c:pt idx="4425">
                  <c:v>1795.5</c:v>
                </c:pt>
                <c:pt idx="4426">
                  <c:v>1802.7</c:v>
                </c:pt>
                <c:pt idx="4427">
                  <c:v>1790.15</c:v>
                </c:pt>
                <c:pt idx="4428">
                  <c:v>1818.8</c:v>
                </c:pt>
                <c:pt idx="4429">
                  <c:v>1850.8</c:v>
                </c:pt>
                <c:pt idx="4430">
                  <c:v>1857.15</c:v>
                </c:pt>
                <c:pt idx="4431">
                  <c:v>1851.25</c:v>
                </c:pt>
                <c:pt idx="4432">
                  <c:v>1868.5</c:v>
                </c:pt>
                <c:pt idx="4433">
                  <c:v>1848.4</c:v>
                </c:pt>
                <c:pt idx="4434">
                  <c:v>1863.3</c:v>
                </c:pt>
                <c:pt idx="4435">
                  <c:v>1867.1</c:v>
                </c:pt>
                <c:pt idx="4436">
                  <c:v>1795.1</c:v>
                </c:pt>
                <c:pt idx="4437">
                  <c:v>1795.35</c:v>
                </c:pt>
                <c:pt idx="4438">
                  <c:v>1791.05</c:v>
                </c:pt>
                <c:pt idx="4439">
                  <c:v>1815</c:v>
                </c:pt>
                <c:pt idx="4440">
                  <c:v>1808.5</c:v>
                </c:pt>
                <c:pt idx="4441">
                  <c:v>1821.2</c:v>
                </c:pt>
                <c:pt idx="4442">
                  <c:v>1822.1</c:v>
                </c:pt>
                <c:pt idx="4443">
                  <c:v>1830.7</c:v>
                </c:pt>
                <c:pt idx="4444">
                  <c:v>1828.6</c:v>
                </c:pt>
                <c:pt idx="4445">
                  <c:v>1823.7</c:v>
                </c:pt>
                <c:pt idx="4446">
                  <c:v>1825.95</c:v>
                </c:pt>
                <c:pt idx="4447">
                  <c:v>1827.85</c:v>
                </c:pt>
                <c:pt idx="4448">
                  <c:v>1822</c:v>
                </c:pt>
                <c:pt idx="4449">
                  <c:v>1813.55</c:v>
                </c:pt>
                <c:pt idx="4450">
                  <c:v>1802.35</c:v>
                </c:pt>
                <c:pt idx="4451">
                  <c:v>1800.25</c:v>
                </c:pt>
                <c:pt idx="4452">
                  <c:v>1807.7</c:v>
                </c:pt>
                <c:pt idx="4453">
                  <c:v>1825.55</c:v>
                </c:pt>
                <c:pt idx="4454">
                  <c:v>1838.15</c:v>
                </c:pt>
                <c:pt idx="4455">
                  <c:v>1846.25</c:v>
                </c:pt>
                <c:pt idx="4456">
                  <c:v>1855.25</c:v>
                </c:pt>
                <c:pt idx="4457">
                  <c:v>1842.85</c:v>
                </c:pt>
                <c:pt idx="4458">
                  <c:v>1851.4</c:v>
                </c:pt>
                <c:pt idx="4459">
                  <c:v>1857.55</c:v>
                </c:pt>
                <c:pt idx="4460">
                  <c:v>1865.35</c:v>
                </c:pt>
                <c:pt idx="4461">
                  <c:v>1873.3</c:v>
                </c:pt>
                <c:pt idx="4462">
                  <c:v>1853.7</c:v>
                </c:pt>
                <c:pt idx="4463">
                  <c:v>1848.2</c:v>
                </c:pt>
                <c:pt idx="4464">
                  <c:v>1834.1</c:v>
                </c:pt>
                <c:pt idx="4465">
                  <c:v>1820.45</c:v>
                </c:pt>
                <c:pt idx="4466">
                  <c:v>1803.3</c:v>
                </c:pt>
                <c:pt idx="4467">
                  <c:v>1809.65</c:v>
                </c:pt>
                <c:pt idx="4468">
                  <c:v>1840.4</c:v>
                </c:pt>
                <c:pt idx="4469">
                  <c:v>1846.4</c:v>
                </c:pt>
                <c:pt idx="4470">
                  <c:v>1819.9</c:v>
                </c:pt>
                <c:pt idx="4471">
                  <c:v>1821.35</c:v>
                </c:pt>
                <c:pt idx="4472">
                  <c:v>1838.05</c:v>
                </c:pt>
                <c:pt idx="4473">
                  <c:v>1873.45</c:v>
                </c:pt>
                <c:pt idx="4474">
                  <c:v>1878.95</c:v>
                </c:pt>
                <c:pt idx="4475">
                  <c:v>1884.5</c:v>
                </c:pt>
                <c:pt idx="4476">
                  <c:v>1868.15</c:v>
                </c:pt>
                <c:pt idx="4477">
                  <c:v>1868.3</c:v>
                </c:pt>
                <c:pt idx="4478">
                  <c:v>1876.65</c:v>
                </c:pt>
                <c:pt idx="4479">
                  <c:v>1868.35</c:v>
                </c:pt>
                <c:pt idx="4480">
                  <c:v>1856.75</c:v>
                </c:pt>
                <c:pt idx="4481">
                  <c:v>1878.05</c:v>
                </c:pt>
                <c:pt idx="4482">
                  <c:v>1872.4</c:v>
                </c:pt>
                <c:pt idx="4483">
                  <c:v>1854.5</c:v>
                </c:pt>
                <c:pt idx="4484">
                  <c:v>1872.35</c:v>
                </c:pt>
                <c:pt idx="4485">
                  <c:v>1852.65</c:v>
                </c:pt>
                <c:pt idx="4486">
                  <c:v>1859.9</c:v>
                </c:pt>
                <c:pt idx="4487">
                  <c:v>1863.6</c:v>
                </c:pt>
                <c:pt idx="4488">
                  <c:v>1860.6</c:v>
                </c:pt>
                <c:pt idx="4489">
                  <c:v>1863.7</c:v>
                </c:pt>
                <c:pt idx="4490">
                  <c:v>1864.2</c:v>
                </c:pt>
                <c:pt idx="4491">
                  <c:v>1872.55</c:v>
                </c:pt>
                <c:pt idx="4492">
                  <c:v>1865.3</c:v>
                </c:pt>
                <c:pt idx="4493">
                  <c:v>1897.75</c:v>
                </c:pt>
                <c:pt idx="4494">
                  <c:v>1900.15</c:v>
                </c:pt>
                <c:pt idx="4495">
                  <c:v>1890.5</c:v>
                </c:pt>
                <c:pt idx="4496">
                  <c:v>1934.3</c:v>
                </c:pt>
                <c:pt idx="4497">
                  <c:v>1952.2</c:v>
                </c:pt>
                <c:pt idx="4498">
                  <c:v>1963.35</c:v>
                </c:pt>
                <c:pt idx="4499">
                  <c:v>1951.3</c:v>
                </c:pt>
                <c:pt idx="4500">
                  <c:v>1957.65</c:v>
                </c:pt>
                <c:pt idx="4501">
                  <c:v>1974.95</c:v>
                </c:pt>
                <c:pt idx="4502">
                  <c:v>1999.65</c:v>
                </c:pt>
                <c:pt idx="4503">
                  <c:v>1995.5</c:v>
                </c:pt>
                <c:pt idx="4504">
                  <c:v>2005.7</c:v>
                </c:pt>
                <c:pt idx="4505">
                  <c:v>1991.15</c:v>
                </c:pt>
                <c:pt idx="4506">
                  <c:v>1948</c:v>
                </c:pt>
                <c:pt idx="4507">
                  <c:v>1913.85</c:v>
                </c:pt>
                <c:pt idx="4508">
                  <c:v>1896.8</c:v>
                </c:pt>
                <c:pt idx="4509">
                  <c:v>1872.8</c:v>
                </c:pt>
                <c:pt idx="4510">
                  <c:v>1880.95</c:v>
                </c:pt>
                <c:pt idx="4511">
                  <c:v>1849.5</c:v>
                </c:pt>
                <c:pt idx="4512">
                  <c:v>1876.65</c:v>
                </c:pt>
                <c:pt idx="4513">
                  <c:v>1883.15</c:v>
                </c:pt>
                <c:pt idx="4514">
                  <c:v>1881.9</c:v>
                </c:pt>
                <c:pt idx="4515">
                  <c:v>1878.6</c:v>
                </c:pt>
                <c:pt idx="4516">
                  <c:v>1878.2</c:v>
                </c:pt>
                <c:pt idx="4517">
                  <c:v>1863.2</c:v>
                </c:pt>
                <c:pt idx="4518">
                  <c:v>1857.4</c:v>
                </c:pt>
                <c:pt idx="4519">
                  <c:v>1853.2</c:v>
                </c:pt>
                <c:pt idx="4520">
                  <c:v>1880.55</c:v>
                </c:pt>
                <c:pt idx="4521">
                  <c:v>1911.55</c:v>
                </c:pt>
                <c:pt idx="4522">
                  <c:v>1902.55</c:v>
                </c:pt>
                <c:pt idx="4523">
                  <c:v>1884.2</c:v>
                </c:pt>
                <c:pt idx="4524">
                  <c:v>1874.35</c:v>
                </c:pt>
                <c:pt idx="4525">
                  <c:v>1869.95</c:v>
                </c:pt>
                <c:pt idx="4526">
                  <c:v>1846.25</c:v>
                </c:pt>
                <c:pt idx="4527">
                  <c:v>1832.6</c:v>
                </c:pt>
                <c:pt idx="4528">
                  <c:v>1852.85</c:v>
                </c:pt>
                <c:pt idx="4529">
                  <c:v>1851.05</c:v>
                </c:pt>
                <c:pt idx="4530">
                  <c:v>1867.25</c:v>
                </c:pt>
                <c:pt idx="4531">
                  <c:v>1860.25</c:v>
                </c:pt>
                <c:pt idx="4532">
                  <c:v>1864.5</c:v>
                </c:pt>
                <c:pt idx="4533">
                  <c:v>1880.8</c:v>
                </c:pt>
                <c:pt idx="4534">
                  <c:v>1853</c:v>
                </c:pt>
                <c:pt idx="4535">
                  <c:v>1847.25</c:v>
                </c:pt>
                <c:pt idx="4536">
                  <c:v>1839.5</c:v>
                </c:pt>
                <c:pt idx="4537">
                  <c:v>1858.9</c:v>
                </c:pt>
                <c:pt idx="4538">
                  <c:v>1867.75</c:v>
                </c:pt>
                <c:pt idx="4539">
                  <c:v>1841.55</c:v>
                </c:pt>
                <c:pt idx="4540">
                  <c:v>1893.45</c:v>
                </c:pt>
                <c:pt idx="4541">
                  <c:v>1892.6</c:v>
                </c:pt>
                <c:pt idx="4542">
                  <c:v>1886.1</c:v>
                </c:pt>
                <c:pt idx="4543">
                  <c:v>1931.2</c:v>
                </c:pt>
                <c:pt idx="4544">
                  <c:v>1915.9</c:v>
                </c:pt>
                <c:pt idx="4545">
                  <c:v>1883.25</c:v>
                </c:pt>
                <c:pt idx="4546">
                  <c:v>1908.9</c:v>
                </c:pt>
                <c:pt idx="4547">
                  <c:v>1923.4</c:v>
                </c:pt>
                <c:pt idx="4548">
                  <c:v>1939.05</c:v>
                </c:pt>
                <c:pt idx="4549">
                  <c:v>1920.85</c:v>
                </c:pt>
                <c:pt idx="4550">
                  <c:v>1918.85</c:v>
                </c:pt>
                <c:pt idx="4551">
                  <c:v>1928.8</c:v>
                </c:pt>
                <c:pt idx="4552">
                  <c:v>1925</c:v>
                </c:pt>
                <c:pt idx="4553">
                  <c:v>1942.1</c:v>
                </c:pt>
                <c:pt idx="4554">
                  <c:v>1948.5</c:v>
                </c:pt>
                <c:pt idx="4555">
                  <c:v>1932.6</c:v>
                </c:pt>
                <c:pt idx="4556">
                  <c:v>1939</c:v>
                </c:pt>
                <c:pt idx="4557">
                  <c:v>1955.9</c:v>
                </c:pt>
                <c:pt idx="4558">
                  <c:v>1935.75</c:v>
                </c:pt>
                <c:pt idx="4559">
                  <c:v>1935</c:v>
                </c:pt>
                <c:pt idx="4560">
                  <c:v>1920.75</c:v>
                </c:pt>
                <c:pt idx="4561">
                  <c:v>1930.25</c:v>
                </c:pt>
                <c:pt idx="4562">
                  <c:v>1923.4</c:v>
                </c:pt>
                <c:pt idx="4563">
                  <c:v>1944.3</c:v>
                </c:pt>
                <c:pt idx="4564">
                  <c:v>1969.5</c:v>
                </c:pt>
                <c:pt idx="4565">
                  <c:v>1967.9</c:v>
                </c:pt>
                <c:pt idx="4566">
                  <c:v>1988.5</c:v>
                </c:pt>
                <c:pt idx="4567">
                  <c:v>1977.4</c:v>
                </c:pt>
                <c:pt idx="4568">
                  <c:v>1967.05</c:v>
                </c:pt>
                <c:pt idx="4569">
                  <c:v>1978.4</c:v>
                </c:pt>
                <c:pt idx="4570">
                  <c:v>1992.7</c:v>
                </c:pt>
                <c:pt idx="4571">
                  <c:v>2011.75</c:v>
                </c:pt>
                <c:pt idx="4572">
                  <c:v>2021.75</c:v>
                </c:pt>
                <c:pt idx="4573">
                  <c:v>2037.8</c:v>
                </c:pt>
                <c:pt idx="4574">
                  <c:v>2023.35</c:v>
                </c:pt>
                <c:pt idx="4575">
                  <c:v>2027.75</c:v>
                </c:pt>
                <c:pt idx="4576">
                  <c:v>2012.15</c:v>
                </c:pt>
                <c:pt idx="4577">
                  <c:v>1993.05</c:v>
                </c:pt>
                <c:pt idx="4578">
                  <c:v>1989.9</c:v>
                </c:pt>
                <c:pt idx="4579">
                  <c:v>1967.5</c:v>
                </c:pt>
                <c:pt idx="4580">
                  <c:v>1986</c:v>
                </c:pt>
                <c:pt idx="4581">
                  <c:v>2008.7</c:v>
                </c:pt>
                <c:pt idx="4582">
                  <c:v>2042.2</c:v>
                </c:pt>
                <c:pt idx="4583">
                  <c:v>2032.6</c:v>
                </c:pt>
                <c:pt idx="4584">
                  <c:v>2048.35</c:v>
                </c:pt>
                <c:pt idx="4585">
                  <c:v>2139.4499999999998</c:v>
                </c:pt>
                <c:pt idx="4586">
                  <c:v>2110.6</c:v>
                </c:pt>
                <c:pt idx="4587">
                  <c:v>2046.2</c:v>
                </c:pt>
                <c:pt idx="4588">
                  <c:v>2063.6</c:v>
                </c:pt>
                <c:pt idx="4589">
                  <c:v>2057.35</c:v>
                </c:pt>
                <c:pt idx="4590">
                  <c:v>2062.1999999999998</c:v>
                </c:pt>
                <c:pt idx="4591">
                  <c:v>2049.35</c:v>
                </c:pt>
                <c:pt idx="4592">
                  <c:v>2042.3</c:v>
                </c:pt>
                <c:pt idx="4593">
                  <c:v>2043.85</c:v>
                </c:pt>
                <c:pt idx="4594">
                  <c:v>2031.45</c:v>
                </c:pt>
                <c:pt idx="4595">
                  <c:v>2037.4</c:v>
                </c:pt>
                <c:pt idx="4596">
                  <c:v>2029.6</c:v>
                </c:pt>
                <c:pt idx="4597">
                  <c:v>2019.15</c:v>
                </c:pt>
                <c:pt idx="4598">
                  <c:v>2023.5</c:v>
                </c:pt>
                <c:pt idx="4599">
                  <c:v>2056.15</c:v>
                </c:pt>
                <c:pt idx="4600">
                  <c:v>2057.6</c:v>
                </c:pt>
                <c:pt idx="4601">
                  <c:v>2083.35</c:v>
                </c:pt>
                <c:pt idx="4602">
                  <c:v>2094.9499999999998</c:v>
                </c:pt>
                <c:pt idx="4603">
                  <c:v>2093.6999999999998</c:v>
                </c:pt>
                <c:pt idx="4604">
                  <c:v>2112.6</c:v>
                </c:pt>
                <c:pt idx="4605">
                  <c:v>2130.85</c:v>
                </c:pt>
                <c:pt idx="4606">
                  <c:v>2108.4499999999998</c:v>
                </c:pt>
                <c:pt idx="4607">
                  <c:v>2073.25</c:v>
                </c:pt>
                <c:pt idx="4608">
                  <c:v>2070.1999999999998</c:v>
                </c:pt>
                <c:pt idx="4609">
                  <c:v>2103.5500000000002</c:v>
                </c:pt>
                <c:pt idx="4610">
                  <c:v>2123.75</c:v>
                </c:pt>
                <c:pt idx="4611">
                  <c:v>2115.15</c:v>
                </c:pt>
                <c:pt idx="4612">
                  <c:v>2125.65</c:v>
                </c:pt>
                <c:pt idx="4613">
                  <c:v>2146.4</c:v>
                </c:pt>
                <c:pt idx="4614">
                  <c:v>2148.25</c:v>
                </c:pt>
                <c:pt idx="4615">
                  <c:v>2165.9499999999998</c:v>
                </c:pt>
                <c:pt idx="4616">
                  <c:v>2180.9</c:v>
                </c:pt>
                <c:pt idx="4617">
                  <c:v>2168.85</c:v>
                </c:pt>
                <c:pt idx="4618">
                  <c:v>2176.75</c:v>
                </c:pt>
                <c:pt idx="4619">
                  <c:v>2176.1999999999998</c:v>
                </c:pt>
                <c:pt idx="4620">
                  <c:v>2186.1</c:v>
                </c:pt>
                <c:pt idx="4621">
                  <c:v>2189.0500000000002</c:v>
                </c:pt>
                <c:pt idx="4622">
                  <c:v>2156.4499999999998</c:v>
                </c:pt>
                <c:pt idx="4623">
                  <c:v>2159.75</c:v>
                </c:pt>
                <c:pt idx="4624">
                  <c:v>2170.35</c:v>
                </c:pt>
                <c:pt idx="4625">
                  <c:v>2192.6</c:v>
                </c:pt>
                <c:pt idx="4626">
                  <c:v>2202.15</c:v>
                </c:pt>
                <c:pt idx="4627">
                  <c:v>2169.9</c:v>
                </c:pt>
                <c:pt idx="4628">
                  <c:v>2179.5</c:v>
                </c:pt>
                <c:pt idx="4629">
                  <c:v>2158.6999999999998</c:v>
                </c:pt>
                <c:pt idx="4630">
                  <c:v>2130.1999999999998</c:v>
                </c:pt>
                <c:pt idx="4631">
                  <c:v>2121.65</c:v>
                </c:pt>
                <c:pt idx="4632">
                  <c:v>2114.3000000000002</c:v>
                </c:pt>
                <c:pt idx="4633">
                  <c:v>2130.9</c:v>
                </c:pt>
                <c:pt idx="4634">
                  <c:v>2136.35</c:v>
                </c:pt>
                <c:pt idx="4635">
                  <c:v>2118.5</c:v>
                </c:pt>
                <c:pt idx="4636">
                  <c:v>2114.4499999999998</c:v>
                </c:pt>
                <c:pt idx="4637">
                  <c:v>2091.65</c:v>
                </c:pt>
                <c:pt idx="4638">
                  <c:v>2089.1</c:v>
                </c:pt>
                <c:pt idx="4639">
                  <c:v>2075.6999999999998</c:v>
                </c:pt>
                <c:pt idx="4640">
                  <c:v>2077.35</c:v>
                </c:pt>
                <c:pt idx="4641">
                  <c:v>2096.1999999999998</c:v>
                </c:pt>
                <c:pt idx="4642">
                  <c:v>2096.0500000000002</c:v>
                </c:pt>
                <c:pt idx="4643">
                  <c:v>2079.9</c:v>
                </c:pt>
                <c:pt idx="4644">
                  <c:v>2069.85</c:v>
                </c:pt>
                <c:pt idx="4645">
                  <c:v>2080.4499999999998</c:v>
                </c:pt>
                <c:pt idx="4646">
                  <c:v>2094.85</c:v>
                </c:pt>
                <c:pt idx="4647">
                  <c:v>2078.5</c:v>
                </c:pt>
                <c:pt idx="4648">
                  <c:v>2066.1</c:v>
                </c:pt>
                <c:pt idx="4649">
                  <c:v>2061.1999999999998</c:v>
                </c:pt>
                <c:pt idx="4650">
                  <c:v>2075.0500000000002</c:v>
                </c:pt>
                <c:pt idx="4651">
                  <c:v>2051.8000000000002</c:v>
                </c:pt>
                <c:pt idx="4652">
                  <c:v>2045.85</c:v>
                </c:pt>
                <c:pt idx="4653">
                  <c:v>2052.1999999999998</c:v>
                </c:pt>
                <c:pt idx="4654">
                  <c:v>2056.9499999999998</c:v>
                </c:pt>
                <c:pt idx="4655">
                  <c:v>2041.15</c:v>
                </c:pt>
                <c:pt idx="4656">
                  <c:v>2000.4</c:v>
                </c:pt>
                <c:pt idx="4657">
                  <c:v>2011.85</c:v>
                </c:pt>
                <c:pt idx="4658">
                  <c:v>2029.6</c:v>
                </c:pt>
                <c:pt idx="4659">
                  <c:v>1992.2</c:v>
                </c:pt>
                <c:pt idx="4660">
                  <c:v>1989.2</c:v>
                </c:pt>
                <c:pt idx="4661">
                  <c:v>1961.35</c:v>
                </c:pt>
                <c:pt idx="4662">
                  <c:v>1970.25</c:v>
                </c:pt>
                <c:pt idx="4663">
                  <c:v>1925.7</c:v>
                </c:pt>
                <c:pt idx="4664">
                  <c:v>1952.4</c:v>
                </c:pt>
                <c:pt idx="4665">
                  <c:v>1968.2</c:v>
                </c:pt>
                <c:pt idx="4666">
                  <c:v>1976.15</c:v>
                </c:pt>
                <c:pt idx="4667">
                  <c:v>2006.05</c:v>
                </c:pt>
                <c:pt idx="4668">
                  <c:v>2035.45</c:v>
                </c:pt>
                <c:pt idx="4669">
                  <c:v>2031.15</c:v>
                </c:pt>
                <c:pt idx="4670">
                  <c:v>1957.75</c:v>
                </c:pt>
                <c:pt idx="4671">
                  <c:v>1965.3</c:v>
                </c:pt>
                <c:pt idx="4672">
                  <c:v>1945</c:v>
                </c:pt>
                <c:pt idx="4673">
                  <c:v>1940.6</c:v>
                </c:pt>
                <c:pt idx="4674">
                  <c:v>1967.15</c:v>
                </c:pt>
                <c:pt idx="4675">
                  <c:v>1937.55</c:v>
                </c:pt>
                <c:pt idx="4676">
                  <c:v>1981.85</c:v>
                </c:pt>
                <c:pt idx="4677">
                  <c:v>2008.05</c:v>
                </c:pt>
                <c:pt idx="4678">
                  <c:v>1992.75</c:v>
                </c:pt>
                <c:pt idx="4679">
                  <c:v>1974.6</c:v>
                </c:pt>
                <c:pt idx="4680">
                  <c:v>1967.75</c:v>
                </c:pt>
                <c:pt idx="4681">
                  <c:v>1998.9</c:v>
                </c:pt>
                <c:pt idx="4682">
                  <c:v>1984.85</c:v>
                </c:pt>
                <c:pt idx="4683">
                  <c:v>1992.25</c:v>
                </c:pt>
                <c:pt idx="4684">
                  <c:v>1968.8</c:v>
                </c:pt>
                <c:pt idx="4685">
                  <c:v>1961.2</c:v>
                </c:pt>
                <c:pt idx="4686">
                  <c:v>1926.3</c:v>
                </c:pt>
                <c:pt idx="4687">
                  <c:v>1912.75</c:v>
                </c:pt>
                <c:pt idx="4688">
                  <c:v>1911.75</c:v>
                </c:pt>
                <c:pt idx="4689">
                  <c:v>1912.2</c:v>
                </c:pt>
                <c:pt idx="4690">
                  <c:v>1949.45</c:v>
                </c:pt>
                <c:pt idx="4691">
                  <c:v>1956</c:v>
                </c:pt>
                <c:pt idx="4692">
                  <c:v>1946.55</c:v>
                </c:pt>
                <c:pt idx="4693">
                  <c:v>1957.95</c:v>
                </c:pt>
                <c:pt idx="4694">
                  <c:v>1945.4</c:v>
                </c:pt>
                <c:pt idx="4695">
                  <c:v>1921.05</c:v>
                </c:pt>
                <c:pt idx="4696">
                  <c:v>1927.75</c:v>
                </c:pt>
                <c:pt idx="4697">
                  <c:v>1957.75</c:v>
                </c:pt>
                <c:pt idx="4698">
                  <c:v>1975.15</c:v>
                </c:pt>
                <c:pt idx="4699">
                  <c:v>2004.3</c:v>
                </c:pt>
                <c:pt idx="4700">
                  <c:v>2013.9</c:v>
                </c:pt>
                <c:pt idx="4701">
                  <c:v>2012.45</c:v>
                </c:pt>
                <c:pt idx="4702">
                  <c:v>2018.75</c:v>
                </c:pt>
                <c:pt idx="4703">
                  <c:v>2005.5</c:v>
                </c:pt>
                <c:pt idx="4704">
                  <c:v>2049.8000000000002</c:v>
                </c:pt>
                <c:pt idx="4705">
                  <c:v>2064</c:v>
                </c:pt>
                <c:pt idx="4706">
                  <c:v>2089.25</c:v>
                </c:pt>
                <c:pt idx="4707">
                  <c:v>2131.0500000000002</c:v>
                </c:pt>
                <c:pt idx="4708">
                  <c:v>2128.4499999999998</c:v>
                </c:pt>
                <c:pt idx="4709">
                  <c:v>2113.3000000000002</c:v>
                </c:pt>
                <c:pt idx="4710">
                  <c:v>2085.5500000000002</c:v>
                </c:pt>
                <c:pt idx="4711">
                  <c:v>2099.1999999999998</c:v>
                </c:pt>
                <c:pt idx="4712">
                  <c:v>2097.0500000000002</c:v>
                </c:pt>
                <c:pt idx="4713">
                  <c:v>2107.6</c:v>
                </c:pt>
                <c:pt idx="4714">
                  <c:v>2088.75</c:v>
                </c:pt>
                <c:pt idx="4715">
                  <c:v>2059.5500000000002</c:v>
                </c:pt>
                <c:pt idx="4716">
                  <c:v>2085.3000000000002</c:v>
                </c:pt>
                <c:pt idx="4717">
                  <c:v>2101.3000000000002</c:v>
                </c:pt>
                <c:pt idx="4718">
                  <c:v>2095.6999999999998</c:v>
                </c:pt>
                <c:pt idx="4719">
                  <c:v>2130.1999999999998</c:v>
                </c:pt>
                <c:pt idx="4720">
                  <c:v>2135.4499999999998</c:v>
                </c:pt>
                <c:pt idx="4721">
                  <c:v>2123.4499999999998</c:v>
                </c:pt>
                <c:pt idx="4722">
                  <c:v>2137.4499999999998</c:v>
                </c:pt>
                <c:pt idx="4723">
                  <c:v>2111.15</c:v>
                </c:pt>
                <c:pt idx="4724">
                  <c:v>2080.65</c:v>
                </c:pt>
                <c:pt idx="4725">
                  <c:v>2122.35</c:v>
                </c:pt>
                <c:pt idx="4726">
                  <c:v>2105.0500000000002</c:v>
                </c:pt>
                <c:pt idx="4727">
                  <c:v>2122.9</c:v>
                </c:pt>
                <c:pt idx="4728">
                  <c:v>2121.6999999999998</c:v>
                </c:pt>
                <c:pt idx="4729">
                  <c:v>2148.1</c:v>
                </c:pt>
                <c:pt idx="4730">
                  <c:v>2128.5</c:v>
                </c:pt>
                <c:pt idx="4731">
                  <c:v>2111.8000000000002</c:v>
                </c:pt>
                <c:pt idx="4732">
                  <c:v>2117.4499999999998</c:v>
                </c:pt>
                <c:pt idx="4733">
                  <c:v>2120.65</c:v>
                </c:pt>
                <c:pt idx="4734">
                  <c:v>2103</c:v>
                </c:pt>
                <c:pt idx="4735">
                  <c:v>2116.8000000000002</c:v>
                </c:pt>
                <c:pt idx="4736">
                  <c:v>2108.5</c:v>
                </c:pt>
                <c:pt idx="4737">
                  <c:v>2111.9</c:v>
                </c:pt>
                <c:pt idx="4738">
                  <c:v>2101.65</c:v>
                </c:pt>
                <c:pt idx="4739">
                  <c:v>2121.9</c:v>
                </c:pt>
                <c:pt idx="4740">
                  <c:v>2120.1999999999998</c:v>
                </c:pt>
                <c:pt idx="4741">
                  <c:v>2132.3000000000002</c:v>
                </c:pt>
                <c:pt idx="4742">
                  <c:v>2130.25</c:v>
                </c:pt>
                <c:pt idx="4743">
                  <c:v>2148.15</c:v>
                </c:pt>
                <c:pt idx="4744">
                  <c:v>2135.85</c:v>
                </c:pt>
                <c:pt idx="4745">
                  <c:v>2105.4</c:v>
                </c:pt>
                <c:pt idx="4746">
                  <c:v>2102.25</c:v>
                </c:pt>
                <c:pt idx="4747">
                  <c:v>2096</c:v>
                </c:pt>
                <c:pt idx="4748">
                  <c:v>2084.15</c:v>
                </c:pt>
                <c:pt idx="4749">
                  <c:v>2057.6</c:v>
                </c:pt>
                <c:pt idx="4750">
                  <c:v>2034.7</c:v>
                </c:pt>
                <c:pt idx="4751">
                  <c:v>2079.9499999999998</c:v>
                </c:pt>
                <c:pt idx="4752">
                  <c:v>2090.4499999999998</c:v>
                </c:pt>
                <c:pt idx="4753">
                  <c:v>2104.9</c:v>
                </c:pt>
                <c:pt idx="4754">
                  <c:v>2114.0500000000002</c:v>
                </c:pt>
                <c:pt idx="4755">
                  <c:v>2122.65</c:v>
                </c:pt>
                <c:pt idx="4756">
                  <c:v>2117.25</c:v>
                </c:pt>
                <c:pt idx="4757">
                  <c:v>2122.65</c:v>
                </c:pt>
                <c:pt idx="4758">
                  <c:v>2139.65</c:v>
                </c:pt>
                <c:pt idx="4759">
                  <c:v>2129.6999999999998</c:v>
                </c:pt>
                <c:pt idx="4760">
                  <c:v>2143.4499999999998</c:v>
                </c:pt>
                <c:pt idx="4761">
                  <c:v>2110.1999999999998</c:v>
                </c:pt>
                <c:pt idx="4762">
                  <c:v>2100.65</c:v>
                </c:pt>
                <c:pt idx="4763">
                  <c:v>2089.9</c:v>
                </c:pt>
                <c:pt idx="4764">
                  <c:v>2084.0500000000002</c:v>
                </c:pt>
                <c:pt idx="4765">
                  <c:v>2108.35</c:v>
                </c:pt>
                <c:pt idx="4766">
                  <c:v>2115.9</c:v>
                </c:pt>
                <c:pt idx="4767">
                  <c:v>2091.4499999999998</c:v>
                </c:pt>
                <c:pt idx="4768">
                  <c:v>2125.4</c:v>
                </c:pt>
                <c:pt idx="4769">
                  <c:v>2110.65</c:v>
                </c:pt>
                <c:pt idx="4770">
                  <c:v>2092.25</c:v>
                </c:pt>
                <c:pt idx="4771">
                  <c:v>2077.5500000000002</c:v>
                </c:pt>
                <c:pt idx="4772">
                  <c:v>2083.35</c:v>
                </c:pt>
                <c:pt idx="4773">
                  <c:v>2107.1</c:v>
                </c:pt>
                <c:pt idx="4774">
                  <c:v>2104.25</c:v>
                </c:pt>
                <c:pt idx="4775">
                  <c:v>2126.5</c:v>
                </c:pt>
                <c:pt idx="4776">
                  <c:v>2128.1999999999998</c:v>
                </c:pt>
                <c:pt idx="4777">
                  <c:v>2128.4499999999998</c:v>
                </c:pt>
                <c:pt idx="4778">
                  <c:v>2171</c:v>
                </c:pt>
                <c:pt idx="4779">
                  <c:v>2226.5500000000002</c:v>
                </c:pt>
                <c:pt idx="4780">
                  <c:v>2224.75</c:v>
                </c:pt>
                <c:pt idx="4781">
                  <c:v>2253</c:v>
                </c:pt>
                <c:pt idx="4782">
                  <c:v>2261.4499999999998</c:v>
                </c:pt>
                <c:pt idx="4783">
                  <c:v>2267.75</c:v>
                </c:pt>
                <c:pt idx="4784">
                  <c:v>2299</c:v>
                </c:pt>
                <c:pt idx="4785">
                  <c:v>2276.15</c:v>
                </c:pt>
                <c:pt idx="4786">
                  <c:v>2281.3000000000002</c:v>
                </c:pt>
                <c:pt idx="4787">
                  <c:v>2311.35</c:v>
                </c:pt>
                <c:pt idx="4788">
                  <c:v>2299.4499999999998</c:v>
                </c:pt>
                <c:pt idx="4789">
                  <c:v>2302.8000000000002</c:v>
                </c:pt>
                <c:pt idx="4790">
                  <c:v>2318.9</c:v>
                </c:pt>
                <c:pt idx="4791">
                  <c:v>2311.8000000000002</c:v>
                </c:pt>
                <c:pt idx="4792">
                  <c:v>2294.85</c:v>
                </c:pt>
                <c:pt idx="4793">
                  <c:v>2292.75</c:v>
                </c:pt>
                <c:pt idx="4794">
                  <c:v>2283.9499999999998</c:v>
                </c:pt>
                <c:pt idx="4795">
                  <c:v>2305.6</c:v>
                </c:pt>
                <c:pt idx="4796">
                  <c:v>2289.4</c:v>
                </c:pt>
                <c:pt idx="4797">
                  <c:v>2287.25</c:v>
                </c:pt>
                <c:pt idx="4798">
                  <c:v>2237.35</c:v>
                </c:pt>
                <c:pt idx="4799">
                  <c:v>2257.5</c:v>
                </c:pt>
                <c:pt idx="4800">
                  <c:v>2265.25</c:v>
                </c:pt>
                <c:pt idx="4801">
                  <c:v>2288.8000000000002</c:v>
                </c:pt>
                <c:pt idx="4802">
                  <c:v>2305.0500000000002</c:v>
                </c:pt>
                <c:pt idx="4803">
                  <c:v>2293.65</c:v>
                </c:pt>
                <c:pt idx="4804">
                  <c:v>2268.6999999999998</c:v>
                </c:pt>
                <c:pt idx="4805">
                  <c:v>2245.3000000000002</c:v>
                </c:pt>
                <c:pt idx="4806">
                  <c:v>2279.75</c:v>
                </c:pt>
                <c:pt idx="4807">
                  <c:v>2263.4499999999998</c:v>
                </c:pt>
                <c:pt idx="4808">
                  <c:v>2280.9499999999998</c:v>
                </c:pt>
                <c:pt idx="4809">
                  <c:v>2317.4499999999998</c:v>
                </c:pt>
                <c:pt idx="4810">
                  <c:v>2355.8000000000002</c:v>
                </c:pt>
                <c:pt idx="4811">
                  <c:v>2367.9499999999998</c:v>
                </c:pt>
                <c:pt idx="4812">
                  <c:v>2328.4499999999998</c:v>
                </c:pt>
                <c:pt idx="4813">
                  <c:v>2322.35</c:v>
                </c:pt>
                <c:pt idx="4814">
                  <c:v>2307.25</c:v>
                </c:pt>
                <c:pt idx="4815">
                  <c:v>2290.9</c:v>
                </c:pt>
                <c:pt idx="4816">
                  <c:v>2296.5</c:v>
                </c:pt>
                <c:pt idx="4817">
                  <c:v>2287.1999999999998</c:v>
                </c:pt>
                <c:pt idx="4818">
                  <c:v>2287.9</c:v>
                </c:pt>
                <c:pt idx="4819">
                  <c:v>2286.6999999999998</c:v>
                </c:pt>
                <c:pt idx="4820">
                  <c:v>2310.65</c:v>
                </c:pt>
                <c:pt idx="4821">
                  <c:v>2362.1</c:v>
                </c:pt>
                <c:pt idx="4822">
                  <c:v>2432.35</c:v>
                </c:pt>
                <c:pt idx="4823">
                  <c:v>2403.6999999999998</c:v>
                </c:pt>
                <c:pt idx="4824">
                  <c:v>2405.75</c:v>
                </c:pt>
                <c:pt idx="4825">
                  <c:v>2332.1</c:v>
                </c:pt>
                <c:pt idx="4826">
                  <c:v>2373.35</c:v>
                </c:pt>
                <c:pt idx="4827">
                  <c:v>2408.35</c:v>
                </c:pt>
                <c:pt idx="4828">
                  <c:v>2416.1999999999998</c:v>
                </c:pt>
                <c:pt idx="4829">
                  <c:v>2416.9</c:v>
                </c:pt>
                <c:pt idx="4830">
                  <c:v>2439.5500000000002</c:v>
                </c:pt>
                <c:pt idx="4831">
                  <c:v>2425.35</c:v>
                </c:pt>
                <c:pt idx="4832">
                  <c:v>2457.1</c:v>
                </c:pt>
                <c:pt idx="4833">
                  <c:v>2452.3000000000002</c:v>
                </c:pt>
                <c:pt idx="4834">
                  <c:v>2423.35</c:v>
                </c:pt>
                <c:pt idx="4835">
                  <c:v>2447.65</c:v>
                </c:pt>
                <c:pt idx="4836">
                  <c:v>2440.1999999999998</c:v>
                </c:pt>
                <c:pt idx="4837">
                  <c:v>2448.4</c:v>
                </c:pt>
                <c:pt idx="4838">
                  <c:v>2427.0500000000002</c:v>
                </c:pt>
                <c:pt idx="4839">
                  <c:v>2444.6999999999998</c:v>
                </c:pt>
                <c:pt idx="4840">
                  <c:v>2435.1</c:v>
                </c:pt>
                <c:pt idx="4841">
                  <c:v>2422</c:v>
                </c:pt>
                <c:pt idx="4842">
                  <c:v>2417.25</c:v>
                </c:pt>
                <c:pt idx="4843">
                  <c:v>2428.35</c:v>
                </c:pt>
                <c:pt idx="4844">
                  <c:v>2426.35</c:v>
                </c:pt>
                <c:pt idx="4845">
                  <c:v>2414.1999999999998</c:v>
                </c:pt>
                <c:pt idx="4846">
                  <c:v>2417.9499999999998</c:v>
                </c:pt>
                <c:pt idx="4847">
                  <c:v>2428.6999999999998</c:v>
                </c:pt>
                <c:pt idx="4848">
                  <c:v>2467.9</c:v>
                </c:pt>
                <c:pt idx="4849">
                  <c:v>2462.3000000000002</c:v>
                </c:pt>
                <c:pt idx="4850">
                  <c:v>2443.75</c:v>
                </c:pt>
                <c:pt idx="4851">
                  <c:v>2485.5500000000002</c:v>
                </c:pt>
                <c:pt idx="4852">
                  <c:v>2495</c:v>
                </c:pt>
                <c:pt idx="4853">
                  <c:v>2489.65</c:v>
                </c:pt>
                <c:pt idx="4854">
                  <c:v>2483.8000000000002</c:v>
                </c:pt>
                <c:pt idx="4855">
                  <c:v>2472.4</c:v>
                </c:pt>
                <c:pt idx="4856">
                  <c:v>2409.6</c:v>
                </c:pt>
                <c:pt idx="4857">
                  <c:v>2379.15</c:v>
                </c:pt>
                <c:pt idx="4858">
                  <c:v>2388.75</c:v>
                </c:pt>
                <c:pt idx="4859">
                  <c:v>2407.15</c:v>
                </c:pt>
                <c:pt idx="4860">
                  <c:v>2393.9</c:v>
                </c:pt>
                <c:pt idx="4861">
                  <c:v>2394.75</c:v>
                </c:pt>
                <c:pt idx="4862">
                  <c:v>2391.1999999999998</c:v>
                </c:pt>
                <c:pt idx="4863">
                  <c:v>2397.4499999999998</c:v>
                </c:pt>
                <c:pt idx="4864">
                  <c:v>2411.9</c:v>
                </c:pt>
                <c:pt idx="4865">
                  <c:v>2375.65</c:v>
                </c:pt>
                <c:pt idx="4866">
                  <c:v>2297.25</c:v>
                </c:pt>
                <c:pt idx="4867">
                  <c:v>2263.5</c:v>
                </c:pt>
                <c:pt idx="4868">
                  <c:v>2280.9</c:v>
                </c:pt>
                <c:pt idx="4869">
                  <c:v>2286.0500000000002</c:v>
                </c:pt>
                <c:pt idx="4870">
                  <c:v>2277.3000000000002</c:v>
                </c:pt>
                <c:pt idx="4871">
                  <c:v>2244.3000000000002</c:v>
                </c:pt>
                <c:pt idx="4872">
                  <c:v>2252.25</c:v>
                </c:pt>
                <c:pt idx="4873">
                  <c:v>2251.65</c:v>
                </c:pt>
                <c:pt idx="4874">
                  <c:v>2221.8000000000002</c:v>
                </c:pt>
                <c:pt idx="4875">
                  <c:v>2214.35</c:v>
                </c:pt>
                <c:pt idx="4876">
                  <c:v>2179.25</c:v>
                </c:pt>
                <c:pt idx="4877">
                  <c:v>2189.1</c:v>
                </c:pt>
                <c:pt idx="4878">
                  <c:v>2184</c:v>
                </c:pt>
                <c:pt idx="4879">
                  <c:v>2233.15</c:v>
                </c:pt>
                <c:pt idx="4880">
                  <c:v>2282</c:v>
                </c:pt>
                <c:pt idx="4881">
                  <c:v>2220.35</c:v>
                </c:pt>
                <c:pt idx="4882">
                  <c:v>2229.4499999999998</c:v>
                </c:pt>
                <c:pt idx="4883">
                  <c:v>2227.6999999999998</c:v>
                </c:pt>
                <c:pt idx="4884">
                  <c:v>2206.85</c:v>
                </c:pt>
                <c:pt idx="4885">
                  <c:v>2220.6</c:v>
                </c:pt>
                <c:pt idx="4886">
                  <c:v>2225.85</c:v>
                </c:pt>
                <c:pt idx="4887">
                  <c:v>2174.1</c:v>
                </c:pt>
                <c:pt idx="4888">
                  <c:v>2162.6999999999998</c:v>
                </c:pt>
                <c:pt idx="4889">
                  <c:v>2256.15</c:v>
                </c:pt>
                <c:pt idx="4890">
                  <c:v>2259.9499999999998</c:v>
                </c:pt>
                <c:pt idx="4891">
                  <c:v>2247.5</c:v>
                </c:pt>
                <c:pt idx="4892">
                  <c:v>2226.9499999999998</c:v>
                </c:pt>
                <c:pt idx="4893">
                  <c:v>2227.9499999999998</c:v>
                </c:pt>
                <c:pt idx="4894">
                  <c:v>2210.9499999999998</c:v>
                </c:pt>
                <c:pt idx="4895">
                  <c:v>2247.75</c:v>
                </c:pt>
                <c:pt idx="4896">
                  <c:v>2235.15</c:v>
                </c:pt>
                <c:pt idx="4897">
                  <c:v>2245.9</c:v>
                </c:pt>
                <c:pt idx="4898">
                  <c:v>2249.6</c:v>
                </c:pt>
                <c:pt idx="4899">
                  <c:v>2251.3000000000002</c:v>
                </c:pt>
                <c:pt idx="4900">
                  <c:v>2270.85</c:v>
                </c:pt>
                <c:pt idx="4901">
                  <c:v>2257.4499999999998</c:v>
                </c:pt>
                <c:pt idx="4902">
                  <c:v>2244.15</c:v>
                </c:pt>
                <c:pt idx="4903">
                  <c:v>2211.35</c:v>
                </c:pt>
                <c:pt idx="4904">
                  <c:v>2187.75</c:v>
                </c:pt>
                <c:pt idx="4905">
                  <c:v>1101.05</c:v>
                </c:pt>
                <c:pt idx="4906">
                  <c:v>1199.5999999999999</c:v>
                </c:pt>
                <c:pt idx="4907">
                  <c:v>1257.25</c:v>
                </c:pt>
                <c:pt idx="4908">
                  <c:v>1253.8</c:v>
                </c:pt>
                <c:pt idx="4909">
                  <c:v>1239.7</c:v>
                </c:pt>
                <c:pt idx="4910">
                  <c:v>1242.5</c:v>
                </c:pt>
                <c:pt idx="4911">
                  <c:v>1244.2</c:v>
                </c:pt>
                <c:pt idx="4912">
                  <c:v>1227.45</c:v>
                </c:pt>
                <c:pt idx="4913">
                  <c:v>1248.8</c:v>
                </c:pt>
                <c:pt idx="4914">
                  <c:v>1223.55</c:v>
                </c:pt>
                <c:pt idx="4915">
                  <c:v>1189.7</c:v>
                </c:pt>
                <c:pt idx="4916">
                  <c:v>1186.9000000000001</c:v>
                </c:pt>
                <c:pt idx="4917">
                  <c:v>1228.1500000000001</c:v>
                </c:pt>
                <c:pt idx="4918">
                  <c:v>1200.55</c:v>
                </c:pt>
                <c:pt idx="4919">
                  <c:v>1198.8</c:v>
                </c:pt>
                <c:pt idx="4920">
                  <c:v>1204.4000000000001</c:v>
                </c:pt>
                <c:pt idx="4921">
                  <c:v>1223.05</c:v>
                </c:pt>
                <c:pt idx="4922">
                  <c:v>1221.0999999999999</c:v>
                </c:pt>
                <c:pt idx="4923">
                  <c:v>1220</c:v>
                </c:pt>
                <c:pt idx="4924">
                  <c:v>1229</c:v>
                </c:pt>
                <c:pt idx="4925">
                  <c:v>1239.3</c:v>
                </c:pt>
                <c:pt idx="4926">
                  <c:v>1241.5999999999999</c:v>
                </c:pt>
                <c:pt idx="4927">
                  <c:v>1236.0999999999999</c:v>
                </c:pt>
                <c:pt idx="4928">
                  <c:v>1229</c:v>
                </c:pt>
                <c:pt idx="4929">
                  <c:v>1237.7</c:v>
                </c:pt>
                <c:pt idx="4930">
                  <c:v>1242.5</c:v>
                </c:pt>
                <c:pt idx="4931">
                  <c:v>1248.3499999999999</c:v>
                </c:pt>
                <c:pt idx="4932">
                  <c:v>1230.3499999999999</c:v>
                </c:pt>
                <c:pt idx="4933">
                  <c:v>1240.05</c:v>
                </c:pt>
                <c:pt idx="4934">
                  <c:v>1236.8499999999999</c:v>
                </c:pt>
                <c:pt idx="4935">
                  <c:v>1239.5</c:v>
                </c:pt>
                <c:pt idx="4936">
                  <c:v>1256.6500000000001</c:v>
                </c:pt>
                <c:pt idx="4937">
                  <c:v>1263.7</c:v>
                </c:pt>
                <c:pt idx="4938">
                  <c:v>1255.5999999999999</c:v>
                </c:pt>
                <c:pt idx="4939">
                  <c:v>1264.75</c:v>
                </c:pt>
                <c:pt idx="4940">
                  <c:v>1257.55</c:v>
                </c:pt>
                <c:pt idx="4941">
                  <c:v>1273.9000000000001</c:v>
                </c:pt>
                <c:pt idx="4942">
                  <c:v>1277.9000000000001</c:v>
                </c:pt>
                <c:pt idx="4943">
                  <c:v>1262.05</c:v>
                </c:pt>
                <c:pt idx="4944">
                  <c:v>1271.9000000000001</c:v>
                </c:pt>
                <c:pt idx="4945">
                  <c:v>1273.3499999999999</c:v>
                </c:pt>
                <c:pt idx="4946">
                  <c:v>1283.3499999999999</c:v>
                </c:pt>
                <c:pt idx="4947">
                  <c:v>1264.75</c:v>
                </c:pt>
                <c:pt idx="4948">
                  <c:v>1271.0999999999999</c:v>
                </c:pt>
                <c:pt idx="4949">
                  <c:v>1275.05</c:v>
                </c:pt>
                <c:pt idx="4950">
                  <c:v>1278.4000000000001</c:v>
                </c:pt>
                <c:pt idx="4951">
                  <c:v>1265.3</c:v>
                </c:pt>
                <c:pt idx="4952">
                  <c:v>1274.95</c:v>
                </c:pt>
                <c:pt idx="4953">
                  <c:v>1265.75</c:v>
                </c:pt>
                <c:pt idx="4954">
                  <c:v>1255.4000000000001</c:v>
                </c:pt>
                <c:pt idx="4955">
                  <c:v>1251.6500000000001</c:v>
                </c:pt>
                <c:pt idx="4956">
                  <c:v>1245.5999999999999</c:v>
                </c:pt>
                <c:pt idx="4957">
                  <c:v>1246.05</c:v>
                </c:pt>
                <c:pt idx="4958">
                  <c:v>1242.95</c:v>
                </c:pt>
                <c:pt idx="4959">
                  <c:v>1249.5</c:v>
                </c:pt>
                <c:pt idx="4960">
                  <c:v>1248.75</c:v>
                </c:pt>
                <c:pt idx="4961">
                  <c:v>1263.5999999999999</c:v>
                </c:pt>
                <c:pt idx="4962">
                  <c:v>1263.8499999999999</c:v>
                </c:pt>
                <c:pt idx="4963">
                  <c:v>1257.3499999999999</c:v>
                </c:pt>
                <c:pt idx="4964">
                  <c:v>1271.0999999999999</c:v>
                </c:pt>
                <c:pt idx="4965">
                  <c:v>1292.3499999999999</c:v>
                </c:pt>
                <c:pt idx="4966">
                  <c:v>1288.8</c:v>
                </c:pt>
                <c:pt idx="4967">
                  <c:v>1296.7</c:v>
                </c:pt>
                <c:pt idx="4968">
                  <c:v>1302.4000000000001</c:v>
                </c:pt>
                <c:pt idx="4969">
                  <c:v>1289.1500000000001</c:v>
                </c:pt>
                <c:pt idx="4970">
                  <c:v>1270.45</c:v>
                </c:pt>
                <c:pt idx="4971">
                  <c:v>1275</c:v>
                </c:pt>
                <c:pt idx="4972">
                  <c:v>1282.1500000000001</c:v>
                </c:pt>
                <c:pt idx="4973">
                  <c:v>1272.0999999999999</c:v>
                </c:pt>
                <c:pt idx="4974">
                  <c:v>1278.5999999999999</c:v>
                </c:pt>
                <c:pt idx="4975">
                  <c:v>1286.75</c:v>
                </c:pt>
                <c:pt idx="4976">
                  <c:v>1268.4000000000001</c:v>
                </c:pt>
                <c:pt idx="4977">
                  <c:v>1240.95</c:v>
                </c:pt>
                <c:pt idx="4978">
                  <c:v>1260.5999999999999</c:v>
                </c:pt>
                <c:pt idx="4979">
                  <c:v>1257.3</c:v>
                </c:pt>
                <c:pt idx="4980">
                  <c:v>1271.4000000000001</c:v>
                </c:pt>
                <c:pt idx="4981">
                  <c:v>1282.7</c:v>
                </c:pt>
                <c:pt idx="4982">
                  <c:v>1286</c:v>
                </c:pt>
                <c:pt idx="4983">
                  <c:v>1289.5</c:v>
                </c:pt>
                <c:pt idx="4984">
                  <c:v>1284.25</c:v>
                </c:pt>
                <c:pt idx="4985">
                  <c:v>1287.6500000000001</c:v>
                </c:pt>
                <c:pt idx="4986">
                  <c:v>1278.1500000000001</c:v>
                </c:pt>
                <c:pt idx="4987">
                  <c:v>1254.9000000000001</c:v>
                </c:pt>
                <c:pt idx="4988">
                  <c:v>1244.3499999999999</c:v>
                </c:pt>
                <c:pt idx="4989">
                  <c:v>1240.8499999999999</c:v>
                </c:pt>
                <c:pt idx="4990">
                  <c:v>1244.8499999999999</c:v>
                </c:pt>
                <c:pt idx="4991">
                  <c:v>1244.55</c:v>
                </c:pt>
                <c:pt idx="4992">
                  <c:v>1213.2</c:v>
                </c:pt>
                <c:pt idx="4993">
                  <c:v>1223.2</c:v>
                </c:pt>
                <c:pt idx="4994">
                  <c:v>1235.8499999999999</c:v>
                </c:pt>
                <c:pt idx="4995">
                  <c:v>1226.05</c:v>
                </c:pt>
                <c:pt idx="4996">
                  <c:v>1226.3</c:v>
                </c:pt>
                <c:pt idx="4997">
                  <c:v>1198.7</c:v>
                </c:pt>
                <c:pt idx="4998">
                  <c:v>1192.8</c:v>
                </c:pt>
                <c:pt idx="4999">
                  <c:v>1229.8</c:v>
                </c:pt>
                <c:pt idx="5000">
                  <c:v>1244.6500000000001</c:v>
                </c:pt>
                <c:pt idx="5001">
                  <c:v>1239.8</c:v>
                </c:pt>
                <c:pt idx="5002">
                  <c:v>1242.2</c:v>
                </c:pt>
                <c:pt idx="5003">
                  <c:v>1240.3</c:v>
                </c:pt>
                <c:pt idx="5004">
                  <c:v>1240.5999999999999</c:v>
                </c:pt>
                <c:pt idx="5005">
                  <c:v>1249</c:v>
                </c:pt>
                <c:pt idx="5006">
                  <c:v>1241.4000000000001</c:v>
                </c:pt>
                <c:pt idx="5007">
                  <c:v>1219.3499999999999</c:v>
                </c:pt>
                <c:pt idx="5008">
                  <c:v>1217.1500000000001</c:v>
                </c:pt>
                <c:pt idx="5009">
                  <c:v>1213.25</c:v>
                </c:pt>
                <c:pt idx="5010">
                  <c:v>1227.2</c:v>
                </c:pt>
                <c:pt idx="5011">
                  <c:v>1217.0999999999999</c:v>
                </c:pt>
                <c:pt idx="5012">
                  <c:v>1209.95</c:v>
                </c:pt>
                <c:pt idx="5013">
                  <c:v>1200.3</c:v>
                </c:pt>
                <c:pt idx="5014">
                  <c:v>1199.25</c:v>
                </c:pt>
                <c:pt idx="5015">
                  <c:v>1199.45</c:v>
                </c:pt>
                <c:pt idx="5016">
                  <c:v>1177.6500000000001</c:v>
                </c:pt>
                <c:pt idx="5017">
                  <c:v>1179.5999999999999</c:v>
                </c:pt>
                <c:pt idx="5018">
                  <c:v>1181.8</c:v>
                </c:pt>
                <c:pt idx="5019">
                  <c:v>1148.8499999999999</c:v>
                </c:pt>
                <c:pt idx="5020">
                  <c:v>1151.3499999999999</c:v>
                </c:pt>
                <c:pt idx="5021">
                  <c:v>1134.9000000000001</c:v>
                </c:pt>
                <c:pt idx="5022">
                  <c:v>1107.3</c:v>
                </c:pt>
                <c:pt idx="5023">
                  <c:v>1113.8</c:v>
                </c:pt>
                <c:pt idx="5024">
                  <c:v>1021.3</c:v>
                </c:pt>
                <c:pt idx="5025">
                  <c:v>1069.8</c:v>
                </c:pt>
                <c:pt idx="5026">
                  <c:v>999.5</c:v>
                </c:pt>
                <c:pt idx="5027">
                  <c:v>975.1</c:v>
                </c:pt>
                <c:pt idx="5028">
                  <c:v>876.9</c:v>
                </c:pt>
                <c:pt idx="5029">
                  <c:v>895.55</c:v>
                </c:pt>
                <c:pt idx="5030">
                  <c:v>882.85</c:v>
                </c:pt>
                <c:pt idx="5031">
                  <c:v>771.55</c:v>
                </c:pt>
                <c:pt idx="5032">
                  <c:v>767.7</c:v>
                </c:pt>
                <c:pt idx="5033">
                  <c:v>856.75</c:v>
                </c:pt>
                <c:pt idx="5034">
                  <c:v>901.1</c:v>
                </c:pt>
                <c:pt idx="5035">
                  <c:v>904.45</c:v>
                </c:pt>
                <c:pt idx="5036">
                  <c:v>831.65</c:v>
                </c:pt>
                <c:pt idx="5037">
                  <c:v>861.9</c:v>
                </c:pt>
                <c:pt idx="5038">
                  <c:v>829.65</c:v>
                </c:pt>
                <c:pt idx="5039">
                  <c:v>813.85</c:v>
                </c:pt>
                <c:pt idx="5040">
                  <c:v>896.1</c:v>
                </c:pt>
                <c:pt idx="5041">
                  <c:v>888.9</c:v>
                </c:pt>
                <c:pt idx="5042">
                  <c:v>925.05</c:v>
                </c:pt>
                <c:pt idx="5043">
                  <c:v>895.35</c:v>
                </c:pt>
                <c:pt idx="5044">
                  <c:v>863.3</c:v>
                </c:pt>
                <c:pt idx="5045">
                  <c:v>879.75</c:v>
                </c:pt>
                <c:pt idx="5046">
                  <c:v>910.3</c:v>
                </c:pt>
                <c:pt idx="5047">
                  <c:v>944.85</c:v>
                </c:pt>
                <c:pt idx="5048">
                  <c:v>921.65</c:v>
                </c:pt>
                <c:pt idx="5049">
                  <c:v>928.6</c:v>
                </c:pt>
                <c:pt idx="5050">
                  <c:v>954.95</c:v>
                </c:pt>
                <c:pt idx="5051">
                  <c:v>938.05</c:v>
                </c:pt>
                <c:pt idx="5052">
                  <c:v>929.7</c:v>
                </c:pt>
                <c:pt idx="5053">
                  <c:v>931.4</c:v>
                </c:pt>
                <c:pt idx="5054">
                  <c:v>977.1</c:v>
                </c:pt>
                <c:pt idx="5055">
                  <c:v>1001.8</c:v>
                </c:pt>
                <c:pt idx="5056">
                  <c:v>923</c:v>
                </c:pt>
                <c:pt idx="5057">
                  <c:v>911.45</c:v>
                </c:pt>
                <c:pt idx="5058">
                  <c:v>946.4</c:v>
                </c:pt>
                <c:pt idx="5059">
                  <c:v>925</c:v>
                </c:pt>
                <c:pt idx="5060">
                  <c:v>929.05</c:v>
                </c:pt>
                <c:pt idx="5061">
                  <c:v>915.8</c:v>
                </c:pt>
                <c:pt idx="5062">
                  <c:v>901.55</c:v>
                </c:pt>
                <c:pt idx="5063">
                  <c:v>927.65</c:v>
                </c:pt>
                <c:pt idx="5064">
                  <c:v>893.7</c:v>
                </c:pt>
                <c:pt idx="5065">
                  <c:v>888.15</c:v>
                </c:pt>
                <c:pt idx="5066">
                  <c:v>836.65</c:v>
                </c:pt>
                <c:pt idx="5067">
                  <c:v>830.65</c:v>
                </c:pt>
                <c:pt idx="5068">
                  <c:v>857.1</c:v>
                </c:pt>
                <c:pt idx="5069">
                  <c:v>859.55</c:v>
                </c:pt>
                <c:pt idx="5070">
                  <c:v>838.85</c:v>
                </c:pt>
                <c:pt idx="5071">
                  <c:v>852.4</c:v>
                </c:pt>
                <c:pt idx="5072">
                  <c:v>903.65</c:v>
                </c:pt>
                <c:pt idx="5073">
                  <c:v>945.25</c:v>
                </c:pt>
                <c:pt idx="5074">
                  <c:v>951.65</c:v>
                </c:pt>
                <c:pt idx="5075">
                  <c:v>987.65</c:v>
                </c:pt>
                <c:pt idx="5076">
                  <c:v>1001</c:v>
                </c:pt>
                <c:pt idx="5077">
                  <c:v>1022.25</c:v>
                </c:pt>
                <c:pt idx="5078">
                  <c:v>1001.7</c:v>
                </c:pt>
                <c:pt idx="5079">
                  <c:v>1033.3499999999999</c:v>
                </c:pt>
                <c:pt idx="5080">
                  <c:v>1015.9</c:v>
                </c:pt>
                <c:pt idx="5081">
                  <c:v>987.3</c:v>
                </c:pt>
                <c:pt idx="5082">
                  <c:v>991.85</c:v>
                </c:pt>
                <c:pt idx="5083">
                  <c:v>968.6</c:v>
                </c:pt>
                <c:pt idx="5084">
                  <c:v>982.75</c:v>
                </c:pt>
                <c:pt idx="5085">
                  <c:v>949.85</c:v>
                </c:pt>
                <c:pt idx="5086">
                  <c:v>990.4</c:v>
                </c:pt>
                <c:pt idx="5087">
                  <c:v>979.25</c:v>
                </c:pt>
                <c:pt idx="5088">
                  <c:v>1019.95</c:v>
                </c:pt>
                <c:pt idx="5089">
                  <c:v>1033.3499999999999</c:v>
                </c:pt>
                <c:pt idx="5090">
                  <c:v>1028.75</c:v>
                </c:pt>
                <c:pt idx="5091">
                  <c:v>1042.3</c:v>
                </c:pt>
                <c:pt idx="5092">
                  <c:v>1032.5</c:v>
                </c:pt>
                <c:pt idx="5093">
                  <c:v>1028.75</c:v>
                </c:pt>
                <c:pt idx="5094">
                  <c:v>1056.45</c:v>
                </c:pt>
                <c:pt idx="5095">
                  <c:v>1076.05</c:v>
                </c:pt>
                <c:pt idx="5096">
                  <c:v>1065.8499999999999</c:v>
                </c:pt>
                <c:pt idx="5097">
                  <c:v>1084.5999999999999</c:v>
                </c:pt>
                <c:pt idx="5098">
                  <c:v>1089.4000000000001</c:v>
                </c:pt>
                <c:pt idx="5099">
                  <c:v>1073.95</c:v>
                </c:pt>
                <c:pt idx="5100">
                  <c:v>1103</c:v>
                </c:pt>
                <c:pt idx="5101">
                  <c:v>1105.1500000000001</c:v>
                </c:pt>
                <c:pt idx="5102">
                  <c:v>1110.3499999999999</c:v>
                </c:pt>
                <c:pt idx="5103">
                  <c:v>1124.95</c:v>
                </c:pt>
                <c:pt idx="5104">
                  <c:v>1105.0999999999999</c:v>
                </c:pt>
                <c:pt idx="5105">
                  <c:v>1080.25</c:v>
                </c:pt>
                <c:pt idx="5106">
                  <c:v>1058.8499999999999</c:v>
                </c:pt>
                <c:pt idx="5107">
                  <c:v>1053.1500000000001</c:v>
                </c:pt>
                <c:pt idx="5108">
                  <c:v>1062.55</c:v>
                </c:pt>
                <c:pt idx="5109">
                  <c:v>1098.45</c:v>
                </c:pt>
                <c:pt idx="5110">
                  <c:v>1133.05</c:v>
                </c:pt>
                <c:pt idx="5111">
                  <c:v>1138.55</c:v>
                </c:pt>
                <c:pt idx="5112">
                  <c:v>1126.3499999999999</c:v>
                </c:pt>
                <c:pt idx="5113">
                  <c:v>1130.4000000000001</c:v>
                </c:pt>
                <c:pt idx="5114">
                  <c:v>1119.0999999999999</c:v>
                </c:pt>
                <c:pt idx="5115">
                  <c:v>1079.5</c:v>
                </c:pt>
                <c:pt idx="5116">
                  <c:v>1086.6500000000001</c:v>
                </c:pt>
                <c:pt idx="5117">
                  <c:v>1064.5999999999999</c:v>
                </c:pt>
                <c:pt idx="5118">
                  <c:v>1050.6500000000001</c:v>
                </c:pt>
                <c:pt idx="5119">
                  <c:v>1032.8</c:v>
                </c:pt>
                <c:pt idx="5120">
                  <c:v>1002</c:v>
                </c:pt>
                <c:pt idx="5121">
                  <c:v>1041.6500000000001</c:v>
                </c:pt>
                <c:pt idx="5122">
                  <c:v>1027.55</c:v>
                </c:pt>
                <c:pt idx="5123">
                  <c:v>1040.7</c:v>
                </c:pt>
                <c:pt idx="5124">
                  <c:v>1043.8499999999999</c:v>
                </c:pt>
                <c:pt idx="5125">
                  <c:v>1050.6500000000001</c:v>
                </c:pt>
                <c:pt idx="5126">
                  <c:v>1066.6500000000001</c:v>
                </c:pt>
                <c:pt idx="5127">
                  <c:v>1063.7</c:v>
                </c:pt>
                <c:pt idx="5128">
                  <c:v>1059.05</c:v>
                </c:pt>
                <c:pt idx="5129">
                  <c:v>1034.45</c:v>
                </c:pt>
                <c:pt idx="5130">
                  <c:v>1032.75</c:v>
                </c:pt>
                <c:pt idx="5131">
                  <c:v>1056.5</c:v>
                </c:pt>
                <c:pt idx="5132">
                  <c:v>1066.5999999999999</c:v>
                </c:pt>
                <c:pt idx="5133">
                  <c:v>1059</c:v>
                </c:pt>
                <c:pt idx="5134">
                  <c:v>1085.6500000000001</c:v>
                </c:pt>
                <c:pt idx="5135">
                  <c:v>1117.05</c:v>
                </c:pt>
                <c:pt idx="5136">
                  <c:v>1119.7</c:v>
                </c:pt>
                <c:pt idx="5137">
                  <c:v>1118.45</c:v>
                </c:pt>
                <c:pt idx="5138">
                  <c:v>1112.0999999999999</c:v>
                </c:pt>
                <c:pt idx="5139">
                  <c:v>1114.5</c:v>
                </c:pt>
                <c:pt idx="5140">
                  <c:v>1115.8499999999999</c:v>
                </c:pt>
                <c:pt idx="5141">
                  <c:v>1127.3</c:v>
                </c:pt>
                <c:pt idx="5142">
                  <c:v>1134.1500000000001</c:v>
                </c:pt>
                <c:pt idx="5143">
                  <c:v>1130.9000000000001</c:v>
                </c:pt>
                <c:pt idx="5144">
                  <c:v>1119.3</c:v>
                </c:pt>
                <c:pt idx="5145">
                  <c:v>1110.5</c:v>
                </c:pt>
                <c:pt idx="5146">
                  <c:v>1112.45</c:v>
                </c:pt>
                <c:pt idx="5147">
                  <c:v>1096.5</c:v>
                </c:pt>
                <c:pt idx="5148">
                  <c:v>1090.55</c:v>
                </c:pt>
                <c:pt idx="5149">
                  <c:v>1078.6500000000001</c:v>
                </c:pt>
                <c:pt idx="5150">
                  <c:v>1057.95</c:v>
                </c:pt>
                <c:pt idx="5151">
                  <c:v>1070.5</c:v>
                </c:pt>
                <c:pt idx="5152">
                  <c:v>1093.6500000000001</c:v>
                </c:pt>
                <c:pt idx="5153">
                  <c:v>1083.5999999999999</c:v>
                </c:pt>
                <c:pt idx="5154">
                  <c:v>1057.3</c:v>
                </c:pt>
                <c:pt idx="5155">
                  <c:v>1049.3</c:v>
                </c:pt>
                <c:pt idx="5156">
                  <c:v>1035.4000000000001</c:v>
                </c:pt>
                <c:pt idx="5157">
                  <c:v>1047.25</c:v>
                </c:pt>
                <c:pt idx="5158">
                  <c:v>1030.4000000000001</c:v>
                </c:pt>
                <c:pt idx="5159">
                  <c:v>1044</c:v>
                </c:pt>
                <c:pt idx="5160">
                  <c:v>1054.2</c:v>
                </c:pt>
                <c:pt idx="5161">
                  <c:v>1062.55</c:v>
                </c:pt>
                <c:pt idx="5162">
                  <c:v>1078.5999999999999</c:v>
                </c:pt>
                <c:pt idx="5163">
                  <c:v>1106.95</c:v>
                </c:pt>
                <c:pt idx="5164">
                  <c:v>1114.3499999999999</c:v>
                </c:pt>
                <c:pt idx="5165">
                  <c:v>1144.0999999999999</c:v>
                </c:pt>
                <c:pt idx="5166">
                  <c:v>1162.25</c:v>
                </c:pt>
                <c:pt idx="5167">
                  <c:v>1191.8</c:v>
                </c:pt>
                <c:pt idx="5168">
                  <c:v>1233.55</c:v>
                </c:pt>
                <c:pt idx="5169">
                  <c:v>1213.6500000000001</c:v>
                </c:pt>
                <c:pt idx="5170">
                  <c:v>1198.45</c:v>
                </c:pt>
                <c:pt idx="5171">
                  <c:v>1211.5</c:v>
                </c:pt>
                <c:pt idx="5172">
                  <c:v>1169.25</c:v>
                </c:pt>
                <c:pt idx="5173">
                  <c:v>1199.3499999999999</c:v>
                </c:pt>
                <c:pt idx="5174">
                  <c:v>1203.55</c:v>
                </c:pt>
                <c:pt idx="5175">
                  <c:v>1223.95</c:v>
                </c:pt>
                <c:pt idx="5176">
                  <c:v>1246.7</c:v>
                </c:pt>
                <c:pt idx="5177">
                  <c:v>1233.3</c:v>
                </c:pt>
                <c:pt idx="5178">
                  <c:v>1235.8</c:v>
                </c:pt>
                <c:pt idx="5179">
                  <c:v>1210.9000000000001</c:v>
                </c:pt>
                <c:pt idx="5180">
                  <c:v>1233.0999999999999</c:v>
                </c:pt>
                <c:pt idx="5181">
                  <c:v>1209.5999999999999</c:v>
                </c:pt>
                <c:pt idx="5182">
                  <c:v>1187.2</c:v>
                </c:pt>
                <c:pt idx="5183">
                  <c:v>1183.55</c:v>
                </c:pt>
                <c:pt idx="5184">
                  <c:v>1215.25</c:v>
                </c:pt>
                <c:pt idx="5185">
                  <c:v>1247.95</c:v>
                </c:pt>
                <c:pt idx="5186">
                  <c:v>1257.4000000000001</c:v>
                </c:pt>
                <c:pt idx="5187">
                  <c:v>1269.2</c:v>
                </c:pt>
                <c:pt idx="5188">
                  <c:v>1307.6500000000001</c:v>
                </c:pt>
                <c:pt idx="5189">
                  <c:v>1340.55</c:v>
                </c:pt>
                <c:pt idx="5190">
                  <c:v>1393.65</c:v>
                </c:pt>
                <c:pt idx="5191">
                  <c:v>1389.95</c:v>
                </c:pt>
                <c:pt idx="5192">
                  <c:v>1371.7</c:v>
                </c:pt>
                <c:pt idx="5193">
                  <c:v>1358.8</c:v>
                </c:pt>
                <c:pt idx="5194">
                  <c:v>1369.7</c:v>
                </c:pt>
                <c:pt idx="5195">
                  <c:v>1408.45</c:v>
                </c:pt>
                <c:pt idx="5196">
                  <c:v>1408.7</c:v>
                </c:pt>
                <c:pt idx="5197">
                  <c:v>1374.35</c:v>
                </c:pt>
                <c:pt idx="5198">
                  <c:v>1403.65</c:v>
                </c:pt>
                <c:pt idx="5199">
                  <c:v>1394.6</c:v>
                </c:pt>
                <c:pt idx="5200">
                  <c:v>1438.2</c:v>
                </c:pt>
                <c:pt idx="5201">
                  <c:v>1402.8</c:v>
                </c:pt>
                <c:pt idx="5202">
                  <c:v>1426.65</c:v>
                </c:pt>
                <c:pt idx="5203">
                  <c:v>1440.85</c:v>
                </c:pt>
                <c:pt idx="5204">
                  <c:v>1433.3</c:v>
                </c:pt>
                <c:pt idx="5205">
                  <c:v>1406.95</c:v>
                </c:pt>
                <c:pt idx="5206">
                  <c:v>1377.2</c:v>
                </c:pt>
                <c:pt idx="5207">
                  <c:v>1385.6</c:v>
                </c:pt>
                <c:pt idx="5208">
                  <c:v>1372.25</c:v>
                </c:pt>
                <c:pt idx="5209">
                  <c:v>1376.3</c:v>
                </c:pt>
                <c:pt idx="5210">
                  <c:v>1407.2</c:v>
                </c:pt>
                <c:pt idx="5211">
                  <c:v>1385.85</c:v>
                </c:pt>
                <c:pt idx="5212">
                  <c:v>1382.8</c:v>
                </c:pt>
                <c:pt idx="5213">
                  <c:v>1372.15</c:v>
                </c:pt>
                <c:pt idx="5214">
                  <c:v>1391.3</c:v>
                </c:pt>
                <c:pt idx="5215">
                  <c:v>1410.7</c:v>
                </c:pt>
                <c:pt idx="5216">
                  <c:v>1441.8</c:v>
                </c:pt>
                <c:pt idx="5217">
                  <c:v>1411.35</c:v>
                </c:pt>
                <c:pt idx="5218">
                  <c:v>1372.65</c:v>
                </c:pt>
                <c:pt idx="5219">
                  <c:v>1373.1</c:v>
                </c:pt>
                <c:pt idx="5220">
                  <c:v>1375.65</c:v>
                </c:pt>
                <c:pt idx="5221">
                  <c:v>1397.1</c:v>
                </c:pt>
                <c:pt idx="5222">
                  <c:v>1412.85</c:v>
                </c:pt>
                <c:pt idx="5223">
                  <c:v>1427.2</c:v>
                </c:pt>
                <c:pt idx="5224">
                  <c:v>1432.5</c:v>
                </c:pt>
                <c:pt idx="5225">
                  <c:v>1436.3</c:v>
                </c:pt>
                <c:pt idx="5226">
                  <c:v>1425.05</c:v>
                </c:pt>
                <c:pt idx="5227">
                  <c:v>1416</c:v>
                </c:pt>
                <c:pt idx="5228">
                  <c:v>1426.7</c:v>
                </c:pt>
                <c:pt idx="5229">
                  <c:v>1420.55</c:v>
                </c:pt>
                <c:pt idx="5230">
                  <c:v>1416.25</c:v>
                </c:pt>
                <c:pt idx="5231">
                  <c:v>1431.65</c:v>
                </c:pt>
                <c:pt idx="5232">
                  <c:v>1451.45</c:v>
                </c:pt>
                <c:pt idx="5233">
                  <c:v>1481</c:v>
                </c:pt>
                <c:pt idx="5234">
                  <c:v>1470.65</c:v>
                </c:pt>
                <c:pt idx="5235">
                  <c:v>1468.75</c:v>
                </c:pt>
                <c:pt idx="5236">
                  <c:v>1466.65</c:v>
                </c:pt>
                <c:pt idx="5237">
                  <c:v>1483.1</c:v>
                </c:pt>
                <c:pt idx="5238">
                  <c:v>1503.85</c:v>
                </c:pt>
                <c:pt idx="5239">
                  <c:v>1492</c:v>
                </c:pt>
                <c:pt idx="5240">
                  <c:v>1474.8</c:v>
                </c:pt>
                <c:pt idx="5241">
                  <c:v>1443.55</c:v>
                </c:pt>
                <c:pt idx="5242">
                  <c:v>1462.85</c:v>
                </c:pt>
                <c:pt idx="5243">
                  <c:v>1409.6</c:v>
                </c:pt>
                <c:pt idx="5244">
                  <c:v>1371.45</c:v>
                </c:pt>
                <c:pt idx="5245">
                  <c:v>1390.5</c:v>
                </c:pt>
                <c:pt idx="5246">
                  <c:v>1476.75</c:v>
                </c:pt>
                <c:pt idx="5247">
                  <c:v>1560.55</c:v>
                </c:pt>
                <c:pt idx="5248">
                  <c:v>1574.8</c:v>
                </c:pt>
                <c:pt idx="5249">
                  <c:v>1579.1</c:v>
                </c:pt>
                <c:pt idx="5250">
                  <c:v>1597.6</c:v>
                </c:pt>
                <c:pt idx="5251">
                  <c:v>1605.25</c:v>
                </c:pt>
                <c:pt idx="5252">
                  <c:v>1611.85</c:v>
                </c:pt>
                <c:pt idx="5253">
                  <c:v>1581.75</c:v>
                </c:pt>
                <c:pt idx="5254">
                  <c:v>1572.35</c:v>
                </c:pt>
                <c:pt idx="5255">
                  <c:v>1581.95</c:v>
                </c:pt>
                <c:pt idx="5256">
                  <c:v>1616.6</c:v>
                </c:pt>
                <c:pt idx="5257">
                  <c:v>1626.65</c:v>
                </c:pt>
                <c:pt idx="5258">
                  <c:v>1586.5</c:v>
                </c:pt>
                <c:pt idx="5259">
                  <c:v>1554.3</c:v>
                </c:pt>
                <c:pt idx="5260">
                  <c:v>1539.1</c:v>
                </c:pt>
                <c:pt idx="5261">
                  <c:v>1548</c:v>
                </c:pt>
                <c:pt idx="5262">
                  <c:v>1529.15</c:v>
                </c:pt>
                <c:pt idx="5263">
                  <c:v>1606.45</c:v>
                </c:pt>
                <c:pt idx="5264">
                  <c:v>1606.4</c:v>
                </c:pt>
                <c:pt idx="5265">
                  <c:v>1534.4</c:v>
                </c:pt>
                <c:pt idx="5266">
                  <c:v>1558.9</c:v>
                </c:pt>
                <c:pt idx="5267">
                  <c:v>1568.2</c:v>
                </c:pt>
                <c:pt idx="5268">
                  <c:v>1586.85</c:v>
                </c:pt>
                <c:pt idx="5269">
                  <c:v>1552.05</c:v>
                </c:pt>
                <c:pt idx="5270">
                  <c:v>1530</c:v>
                </c:pt>
                <c:pt idx="5271">
                  <c:v>1519.5</c:v>
                </c:pt>
                <c:pt idx="5272">
                  <c:v>1562.5</c:v>
                </c:pt>
                <c:pt idx="5273">
                  <c:v>1555.75</c:v>
                </c:pt>
                <c:pt idx="5274">
                  <c:v>1551.95</c:v>
                </c:pt>
                <c:pt idx="5275">
                  <c:v>1528.65</c:v>
                </c:pt>
                <c:pt idx="5276">
                  <c:v>1512.15</c:v>
                </c:pt>
                <c:pt idx="5277">
                  <c:v>1495.35</c:v>
                </c:pt>
                <c:pt idx="5278">
                  <c:v>1491</c:v>
                </c:pt>
                <c:pt idx="5279">
                  <c:v>1497.5</c:v>
                </c:pt>
                <c:pt idx="5280">
                  <c:v>1469.15</c:v>
                </c:pt>
                <c:pt idx="5281">
                  <c:v>1500.15</c:v>
                </c:pt>
                <c:pt idx="5282">
                  <c:v>1478.8</c:v>
                </c:pt>
                <c:pt idx="5283">
                  <c:v>1463.35</c:v>
                </c:pt>
                <c:pt idx="5284">
                  <c:v>1491.3</c:v>
                </c:pt>
                <c:pt idx="5285">
                  <c:v>1553.7</c:v>
                </c:pt>
                <c:pt idx="5286">
                  <c:v>1493.65</c:v>
                </c:pt>
                <c:pt idx="5287">
                  <c:v>1486.75</c:v>
                </c:pt>
                <c:pt idx="5288">
                  <c:v>1449.6</c:v>
                </c:pt>
                <c:pt idx="5289">
                  <c:v>1440.25</c:v>
                </c:pt>
                <c:pt idx="5290">
                  <c:v>1447.2</c:v>
                </c:pt>
                <c:pt idx="5291">
                  <c:v>1432.8</c:v>
                </c:pt>
                <c:pt idx="5292">
                  <c:v>1421.75</c:v>
                </c:pt>
                <c:pt idx="5293">
                  <c:v>1367.05</c:v>
                </c:pt>
                <c:pt idx="5294">
                  <c:v>1400.35</c:v>
                </c:pt>
                <c:pt idx="5295">
                  <c:v>1430.1</c:v>
                </c:pt>
                <c:pt idx="5296">
                  <c:v>1428.65</c:v>
                </c:pt>
                <c:pt idx="5297">
                  <c:v>1412.4</c:v>
                </c:pt>
                <c:pt idx="5298">
                  <c:v>1391.4</c:v>
                </c:pt>
                <c:pt idx="5299">
                  <c:v>1422.5</c:v>
                </c:pt>
                <c:pt idx="5300">
                  <c:v>1414.15</c:v>
                </c:pt>
                <c:pt idx="5301">
                  <c:v>1404.8</c:v>
                </c:pt>
                <c:pt idx="5302">
                  <c:v>1438.7</c:v>
                </c:pt>
                <c:pt idx="5303">
                  <c:v>1476.8</c:v>
                </c:pt>
                <c:pt idx="5304">
                  <c:v>1472.5</c:v>
                </c:pt>
                <c:pt idx="5305">
                  <c:v>1412.3</c:v>
                </c:pt>
              </c:numCache>
            </c:numRef>
          </c:val>
          <c:smooth val="0"/>
          <c:extLst>
            <c:ext xmlns:c16="http://schemas.microsoft.com/office/drawing/2014/chart" uri="{C3380CC4-5D6E-409C-BE32-E72D297353CC}">
              <c16:uniqueId val="{00000001-D6BE-4A4F-804C-A2EFF6C5F19B}"/>
            </c:ext>
          </c:extLst>
        </c:ser>
        <c:ser>
          <c:idx val="2"/>
          <c:order val="2"/>
          <c:tx>
            <c:strRef>
              <c:f>FINPIVOT!$D$1:$D$2</c:f>
              <c:strCache>
                <c:ptCount val="1"/>
                <c:pt idx="0">
                  <c:v>ICICIBANK</c:v>
                </c:pt>
              </c:strCache>
            </c:strRef>
          </c:tx>
          <c:spPr>
            <a:ln w="28575" cap="rnd">
              <a:solidFill>
                <a:schemeClr val="accent5"/>
              </a:solidFill>
              <a:round/>
            </a:ln>
            <a:effectLst/>
          </c:spPr>
          <c:marker>
            <c:symbol val="none"/>
          </c:marker>
          <c:cat>
            <c:strRef>
              <c:f>FINPIVOT!$A$3:$A$5309</c:f>
              <c:strCache>
                <c:ptCount val="5306"/>
                <c:pt idx="0">
                  <c:v>03-01-2000</c:v>
                </c:pt>
                <c:pt idx="1">
                  <c:v>04-01-2000</c:v>
                </c:pt>
                <c:pt idx="2">
                  <c:v>05-01-2000</c:v>
                </c:pt>
                <c:pt idx="3">
                  <c:v>06-01-2000</c:v>
                </c:pt>
                <c:pt idx="4">
                  <c:v>07-01-2000</c:v>
                </c:pt>
                <c:pt idx="5">
                  <c:v>10-01-2000</c:v>
                </c:pt>
                <c:pt idx="6">
                  <c:v>11-01-2000</c:v>
                </c:pt>
                <c:pt idx="7">
                  <c:v>12-01-2000</c:v>
                </c:pt>
                <c:pt idx="8">
                  <c:v>13-01-2000</c:v>
                </c:pt>
                <c:pt idx="9">
                  <c:v>14-01-2000</c:v>
                </c:pt>
                <c:pt idx="10">
                  <c:v>17-01-2000</c:v>
                </c:pt>
                <c:pt idx="11">
                  <c:v>18-01-2000</c:v>
                </c:pt>
                <c:pt idx="12">
                  <c:v>19-01-2000</c:v>
                </c:pt>
                <c:pt idx="13">
                  <c:v>20-01-2000</c:v>
                </c:pt>
                <c:pt idx="14">
                  <c:v>21-01-2000</c:v>
                </c:pt>
                <c:pt idx="15">
                  <c:v>24-01-2000</c:v>
                </c:pt>
                <c:pt idx="16">
                  <c:v>25-01-2000</c:v>
                </c:pt>
                <c:pt idx="17">
                  <c:v>27-01-2000</c:v>
                </c:pt>
                <c:pt idx="18">
                  <c:v>28-01-2000</c:v>
                </c:pt>
                <c:pt idx="19">
                  <c:v>31-01-2000</c:v>
                </c:pt>
                <c:pt idx="20">
                  <c:v>01-02-2000</c:v>
                </c:pt>
                <c:pt idx="21">
                  <c:v>02-02-2000</c:v>
                </c:pt>
                <c:pt idx="22">
                  <c:v>03-02-2000</c:v>
                </c:pt>
                <c:pt idx="23">
                  <c:v>04-02-2000</c:v>
                </c:pt>
                <c:pt idx="24">
                  <c:v>07-02-2000</c:v>
                </c:pt>
                <c:pt idx="25">
                  <c:v>08-02-2000</c:v>
                </c:pt>
                <c:pt idx="26">
                  <c:v>09-02-2000</c:v>
                </c:pt>
                <c:pt idx="27">
                  <c:v>10-02-2000</c:v>
                </c:pt>
                <c:pt idx="28">
                  <c:v>11-02-2000</c:v>
                </c:pt>
                <c:pt idx="29">
                  <c:v>14-02-2000</c:v>
                </c:pt>
                <c:pt idx="30">
                  <c:v>15-02-2000</c:v>
                </c:pt>
                <c:pt idx="31">
                  <c:v>16-02-2000</c:v>
                </c:pt>
                <c:pt idx="32">
                  <c:v>17-02-2000</c:v>
                </c:pt>
                <c:pt idx="33">
                  <c:v>18-02-2000</c:v>
                </c:pt>
                <c:pt idx="34">
                  <c:v>21-02-2000</c:v>
                </c:pt>
                <c:pt idx="35">
                  <c:v>22-02-2000</c:v>
                </c:pt>
                <c:pt idx="36">
                  <c:v>23-02-2000</c:v>
                </c:pt>
                <c:pt idx="37">
                  <c:v>24-02-2000</c:v>
                </c:pt>
                <c:pt idx="38">
                  <c:v>25-02-2000</c:v>
                </c:pt>
                <c:pt idx="39">
                  <c:v>28-02-2000</c:v>
                </c:pt>
                <c:pt idx="40">
                  <c:v>29-02-2000</c:v>
                </c:pt>
                <c:pt idx="41">
                  <c:v>01-03-2000</c:v>
                </c:pt>
                <c:pt idx="42">
                  <c:v>02-03-2000</c:v>
                </c:pt>
                <c:pt idx="43">
                  <c:v>03-03-2000</c:v>
                </c:pt>
                <c:pt idx="44">
                  <c:v>06-03-2000</c:v>
                </c:pt>
                <c:pt idx="45">
                  <c:v>07-03-2000</c:v>
                </c:pt>
                <c:pt idx="46">
                  <c:v>08-03-2000</c:v>
                </c:pt>
                <c:pt idx="47">
                  <c:v>09-03-2000</c:v>
                </c:pt>
                <c:pt idx="48">
                  <c:v>10-03-2000</c:v>
                </c:pt>
                <c:pt idx="49">
                  <c:v>13-03-2000</c:v>
                </c:pt>
                <c:pt idx="50">
                  <c:v>14-03-2000</c:v>
                </c:pt>
                <c:pt idx="51">
                  <c:v>15-03-2000</c:v>
                </c:pt>
                <c:pt idx="52">
                  <c:v>16-03-2000</c:v>
                </c:pt>
                <c:pt idx="53">
                  <c:v>21-03-2000</c:v>
                </c:pt>
                <c:pt idx="54">
                  <c:v>22-03-2000</c:v>
                </c:pt>
                <c:pt idx="55">
                  <c:v>23-03-2000</c:v>
                </c:pt>
                <c:pt idx="56">
                  <c:v>24-03-2000</c:v>
                </c:pt>
                <c:pt idx="57">
                  <c:v>27-03-2000</c:v>
                </c:pt>
                <c:pt idx="58">
                  <c:v>28-03-2000</c:v>
                </c:pt>
                <c:pt idx="59">
                  <c:v>29-03-2000</c:v>
                </c:pt>
                <c:pt idx="60">
                  <c:v>30-03-2000</c:v>
                </c:pt>
                <c:pt idx="61">
                  <c:v>31-03-2000</c:v>
                </c:pt>
                <c:pt idx="62">
                  <c:v>03-04-2000</c:v>
                </c:pt>
                <c:pt idx="63">
                  <c:v>04-04-2000</c:v>
                </c:pt>
                <c:pt idx="64">
                  <c:v>05-04-2000</c:v>
                </c:pt>
                <c:pt idx="65">
                  <c:v>06-04-2000</c:v>
                </c:pt>
                <c:pt idx="66">
                  <c:v>07-04-2000</c:v>
                </c:pt>
                <c:pt idx="67">
                  <c:v>10-04-2000</c:v>
                </c:pt>
                <c:pt idx="68">
                  <c:v>11-04-2000</c:v>
                </c:pt>
                <c:pt idx="69">
                  <c:v>12-04-2000</c:v>
                </c:pt>
                <c:pt idx="70">
                  <c:v>13-04-2000</c:v>
                </c:pt>
                <c:pt idx="71">
                  <c:v>17-04-2000</c:v>
                </c:pt>
                <c:pt idx="72">
                  <c:v>18-04-2000</c:v>
                </c:pt>
                <c:pt idx="73">
                  <c:v>19-04-2000</c:v>
                </c:pt>
                <c:pt idx="74">
                  <c:v>20-04-2000</c:v>
                </c:pt>
                <c:pt idx="75">
                  <c:v>24-04-2000</c:v>
                </c:pt>
                <c:pt idx="76">
                  <c:v>25-04-2000</c:v>
                </c:pt>
                <c:pt idx="77">
                  <c:v>26-04-2000</c:v>
                </c:pt>
                <c:pt idx="78">
                  <c:v>27-04-2000</c:v>
                </c:pt>
                <c:pt idx="79">
                  <c:v>28-04-2000</c:v>
                </c:pt>
                <c:pt idx="80">
                  <c:v>02-05-2000</c:v>
                </c:pt>
                <c:pt idx="81">
                  <c:v>03-05-2000</c:v>
                </c:pt>
                <c:pt idx="82">
                  <c:v>04-05-2000</c:v>
                </c:pt>
                <c:pt idx="83">
                  <c:v>05-05-2000</c:v>
                </c:pt>
                <c:pt idx="84">
                  <c:v>08-05-2000</c:v>
                </c:pt>
                <c:pt idx="85">
                  <c:v>09-05-2000</c:v>
                </c:pt>
                <c:pt idx="86">
                  <c:v>10-05-2000</c:v>
                </c:pt>
                <c:pt idx="87">
                  <c:v>11-05-2000</c:v>
                </c:pt>
                <c:pt idx="88">
                  <c:v>12-05-2000</c:v>
                </c:pt>
                <c:pt idx="89">
                  <c:v>15-05-2000</c:v>
                </c:pt>
                <c:pt idx="90">
                  <c:v>16-05-2000</c:v>
                </c:pt>
                <c:pt idx="91">
                  <c:v>17-05-2000</c:v>
                </c:pt>
                <c:pt idx="92">
                  <c:v>18-05-2000</c:v>
                </c:pt>
                <c:pt idx="93">
                  <c:v>19-05-2000</c:v>
                </c:pt>
                <c:pt idx="94">
                  <c:v>22-05-2000</c:v>
                </c:pt>
                <c:pt idx="95">
                  <c:v>23-05-2000</c:v>
                </c:pt>
                <c:pt idx="96">
                  <c:v>24-05-2000</c:v>
                </c:pt>
                <c:pt idx="97">
                  <c:v>25-05-2000</c:v>
                </c:pt>
                <c:pt idx="98">
                  <c:v>26-05-2000</c:v>
                </c:pt>
                <c:pt idx="99">
                  <c:v>29-05-2000</c:v>
                </c:pt>
                <c:pt idx="100">
                  <c:v>30-05-2000</c:v>
                </c:pt>
                <c:pt idx="101">
                  <c:v>31-05-2000</c:v>
                </c:pt>
                <c:pt idx="102">
                  <c:v>01-06-2000</c:v>
                </c:pt>
                <c:pt idx="103">
                  <c:v>02-06-2000</c:v>
                </c:pt>
                <c:pt idx="104">
                  <c:v>05-06-2000</c:v>
                </c:pt>
                <c:pt idx="105">
                  <c:v>06-06-2000</c:v>
                </c:pt>
                <c:pt idx="106">
                  <c:v>07-06-2000</c:v>
                </c:pt>
                <c:pt idx="107">
                  <c:v>08-06-2000</c:v>
                </c:pt>
                <c:pt idx="108">
                  <c:v>09-06-2000</c:v>
                </c:pt>
                <c:pt idx="109">
                  <c:v>12-06-2000</c:v>
                </c:pt>
                <c:pt idx="110">
                  <c:v>13-06-2000</c:v>
                </c:pt>
                <c:pt idx="111">
                  <c:v>14-06-2000</c:v>
                </c:pt>
                <c:pt idx="112">
                  <c:v>15-06-2000</c:v>
                </c:pt>
                <c:pt idx="113">
                  <c:v>16-06-2000</c:v>
                </c:pt>
                <c:pt idx="114">
                  <c:v>19-06-2000</c:v>
                </c:pt>
                <c:pt idx="115">
                  <c:v>20-06-2000</c:v>
                </c:pt>
                <c:pt idx="116">
                  <c:v>21-06-2000</c:v>
                </c:pt>
                <c:pt idx="117">
                  <c:v>22-06-2000</c:v>
                </c:pt>
                <c:pt idx="118">
                  <c:v>23-06-2000</c:v>
                </c:pt>
                <c:pt idx="119">
                  <c:v>26-06-2000</c:v>
                </c:pt>
                <c:pt idx="120">
                  <c:v>27-06-2000</c:v>
                </c:pt>
                <c:pt idx="121">
                  <c:v>28-06-2000</c:v>
                </c:pt>
                <c:pt idx="122">
                  <c:v>29-06-2000</c:v>
                </c:pt>
                <c:pt idx="123">
                  <c:v>30-06-2000</c:v>
                </c:pt>
                <c:pt idx="124">
                  <c:v>03-07-2000</c:v>
                </c:pt>
                <c:pt idx="125">
                  <c:v>04-07-2000</c:v>
                </c:pt>
                <c:pt idx="126">
                  <c:v>05-07-2000</c:v>
                </c:pt>
                <c:pt idx="127">
                  <c:v>06-07-2000</c:v>
                </c:pt>
                <c:pt idx="128">
                  <c:v>07-07-2000</c:v>
                </c:pt>
                <c:pt idx="129">
                  <c:v>10-07-2000</c:v>
                </c:pt>
                <c:pt idx="130">
                  <c:v>11-07-2000</c:v>
                </c:pt>
                <c:pt idx="131">
                  <c:v>12-07-2000</c:v>
                </c:pt>
                <c:pt idx="132">
                  <c:v>13-07-2000</c:v>
                </c:pt>
                <c:pt idx="133">
                  <c:v>14-07-2000</c:v>
                </c:pt>
                <c:pt idx="134">
                  <c:v>17-07-2000</c:v>
                </c:pt>
                <c:pt idx="135">
                  <c:v>18-07-2000</c:v>
                </c:pt>
                <c:pt idx="136">
                  <c:v>19-07-2000</c:v>
                </c:pt>
                <c:pt idx="137">
                  <c:v>20-07-2000</c:v>
                </c:pt>
                <c:pt idx="138">
                  <c:v>21-07-2000</c:v>
                </c:pt>
                <c:pt idx="139">
                  <c:v>24-07-2000</c:v>
                </c:pt>
                <c:pt idx="140">
                  <c:v>25-07-2000</c:v>
                </c:pt>
                <c:pt idx="141">
                  <c:v>26-07-2000</c:v>
                </c:pt>
                <c:pt idx="142">
                  <c:v>27-07-2000</c:v>
                </c:pt>
                <c:pt idx="143">
                  <c:v>28-07-2000</c:v>
                </c:pt>
                <c:pt idx="144">
                  <c:v>31-07-2000</c:v>
                </c:pt>
                <c:pt idx="145">
                  <c:v>01-08-2000</c:v>
                </c:pt>
                <c:pt idx="146">
                  <c:v>02-08-2000</c:v>
                </c:pt>
                <c:pt idx="147">
                  <c:v>03-08-2000</c:v>
                </c:pt>
                <c:pt idx="148">
                  <c:v>04-08-2000</c:v>
                </c:pt>
                <c:pt idx="149">
                  <c:v>07-08-2000</c:v>
                </c:pt>
                <c:pt idx="150">
                  <c:v>08-08-2000</c:v>
                </c:pt>
                <c:pt idx="151">
                  <c:v>09-08-2000</c:v>
                </c:pt>
                <c:pt idx="152">
                  <c:v>10-08-2000</c:v>
                </c:pt>
                <c:pt idx="153">
                  <c:v>11-08-2000</c:v>
                </c:pt>
                <c:pt idx="154">
                  <c:v>14-08-2000</c:v>
                </c:pt>
                <c:pt idx="155">
                  <c:v>16-08-2000</c:v>
                </c:pt>
                <c:pt idx="156">
                  <c:v>17-08-2000</c:v>
                </c:pt>
                <c:pt idx="157">
                  <c:v>18-08-2000</c:v>
                </c:pt>
                <c:pt idx="158">
                  <c:v>21-08-2000</c:v>
                </c:pt>
                <c:pt idx="159">
                  <c:v>22-08-2000</c:v>
                </c:pt>
                <c:pt idx="160">
                  <c:v>23-08-2000</c:v>
                </c:pt>
                <c:pt idx="161">
                  <c:v>24-08-2000</c:v>
                </c:pt>
                <c:pt idx="162">
                  <c:v>25-08-2000</c:v>
                </c:pt>
                <c:pt idx="163">
                  <c:v>28-08-2000</c:v>
                </c:pt>
                <c:pt idx="164">
                  <c:v>29-08-2000</c:v>
                </c:pt>
                <c:pt idx="165">
                  <c:v>30-08-2000</c:v>
                </c:pt>
                <c:pt idx="166">
                  <c:v>31-08-2000</c:v>
                </c:pt>
                <c:pt idx="167">
                  <c:v>04-09-2000</c:v>
                </c:pt>
                <c:pt idx="168">
                  <c:v>05-09-2000</c:v>
                </c:pt>
                <c:pt idx="169">
                  <c:v>06-09-2000</c:v>
                </c:pt>
                <c:pt idx="170">
                  <c:v>07-09-2000</c:v>
                </c:pt>
                <c:pt idx="171">
                  <c:v>08-09-2000</c:v>
                </c:pt>
                <c:pt idx="172">
                  <c:v>11-09-2000</c:v>
                </c:pt>
                <c:pt idx="173">
                  <c:v>12-09-2000</c:v>
                </c:pt>
                <c:pt idx="174">
                  <c:v>13-09-2000</c:v>
                </c:pt>
                <c:pt idx="175">
                  <c:v>14-09-2000</c:v>
                </c:pt>
                <c:pt idx="176">
                  <c:v>15-09-2000</c:v>
                </c:pt>
                <c:pt idx="177">
                  <c:v>18-09-2000</c:v>
                </c:pt>
                <c:pt idx="178">
                  <c:v>19-09-2000</c:v>
                </c:pt>
                <c:pt idx="179">
                  <c:v>20-09-2000</c:v>
                </c:pt>
                <c:pt idx="180">
                  <c:v>21-09-2000</c:v>
                </c:pt>
                <c:pt idx="181">
                  <c:v>22-09-2000</c:v>
                </c:pt>
                <c:pt idx="182">
                  <c:v>25-09-2000</c:v>
                </c:pt>
                <c:pt idx="183">
                  <c:v>26-09-2000</c:v>
                </c:pt>
                <c:pt idx="184">
                  <c:v>27-09-2000</c:v>
                </c:pt>
                <c:pt idx="185">
                  <c:v>28-09-2000</c:v>
                </c:pt>
                <c:pt idx="186">
                  <c:v>29-09-2000</c:v>
                </c:pt>
                <c:pt idx="187">
                  <c:v>03-10-2000</c:v>
                </c:pt>
                <c:pt idx="188">
                  <c:v>04-10-2000</c:v>
                </c:pt>
                <c:pt idx="189">
                  <c:v>05-10-2000</c:v>
                </c:pt>
                <c:pt idx="190">
                  <c:v>06-10-2000</c:v>
                </c:pt>
                <c:pt idx="191">
                  <c:v>09-10-2000</c:v>
                </c:pt>
                <c:pt idx="192">
                  <c:v>10-10-2000</c:v>
                </c:pt>
                <c:pt idx="193">
                  <c:v>11-10-2000</c:v>
                </c:pt>
                <c:pt idx="194">
                  <c:v>12-10-2000</c:v>
                </c:pt>
                <c:pt idx="195">
                  <c:v>13-10-2000</c:v>
                </c:pt>
                <c:pt idx="196">
                  <c:v>16-10-2000</c:v>
                </c:pt>
                <c:pt idx="197">
                  <c:v>17-10-2000</c:v>
                </c:pt>
                <c:pt idx="198">
                  <c:v>18-10-2000</c:v>
                </c:pt>
                <c:pt idx="199">
                  <c:v>19-10-2000</c:v>
                </c:pt>
                <c:pt idx="200">
                  <c:v>20-10-2000</c:v>
                </c:pt>
                <c:pt idx="201">
                  <c:v>23-10-2000</c:v>
                </c:pt>
                <c:pt idx="202">
                  <c:v>24-10-2000</c:v>
                </c:pt>
                <c:pt idx="203">
                  <c:v>25-10-2000</c:v>
                </c:pt>
                <c:pt idx="204">
                  <c:v>26-10-2000</c:v>
                </c:pt>
                <c:pt idx="205">
                  <c:v>27-10-2000</c:v>
                </c:pt>
                <c:pt idx="206">
                  <c:v>30-10-2000</c:v>
                </c:pt>
                <c:pt idx="207">
                  <c:v>31-10-2000</c:v>
                </c:pt>
                <c:pt idx="208">
                  <c:v>01-11-2000</c:v>
                </c:pt>
                <c:pt idx="209">
                  <c:v>02-11-2000</c:v>
                </c:pt>
                <c:pt idx="210">
                  <c:v>03-11-2000</c:v>
                </c:pt>
                <c:pt idx="211">
                  <c:v>06-11-2000</c:v>
                </c:pt>
                <c:pt idx="212">
                  <c:v>07-11-2000</c:v>
                </c:pt>
                <c:pt idx="213">
                  <c:v>08-11-2000</c:v>
                </c:pt>
                <c:pt idx="214">
                  <c:v>09-11-2000</c:v>
                </c:pt>
                <c:pt idx="215">
                  <c:v>10-11-2000</c:v>
                </c:pt>
                <c:pt idx="216">
                  <c:v>13-11-2000</c:v>
                </c:pt>
                <c:pt idx="217">
                  <c:v>14-11-2000</c:v>
                </c:pt>
                <c:pt idx="218">
                  <c:v>15-11-2000</c:v>
                </c:pt>
                <c:pt idx="219">
                  <c:v>16-11-2000</c:v>
                </c:pt>
                <c:pt idx="220">
                  <c:v>17-11-2000</c:v>
                </c:pt>
                <c:pt idx="221">
                  <c:v>20-11-2000</c:v>
                </c:pt>
                <c:pt idx="222">
                  <c:v>21-11-2000</c:v>
                </c:pt>
                <c:pt idx="223">
                  <c:v>22-11-2000</c:v>
                </c:pt>
                <c:pt idx="224">
                  <c:v>23-11-2000</c:v>
                </c:pt>
                <c:pt idx="225">
                  <c:v>24-11-2000</c:v>
                </c:pt>
                <c:pt idx="226">
                  <c:v>27-11-2000</c:v>
                </c:pt>
                <c:pt idx="227">
                  <c:v>28-11-2000</c:v>
                </c:pt>
                <c:pt idx="228">
                  <c:v>29-11-2000</c:v>
                </c:pt>
                <c:pt idx="229">
                  <c:v>30-11-2000</c:v>
                </c:pt>
                <c:pt idx="230">
                  <c:v>01-12-2000</c:v>
                </c:pt>
                <c:pt idx="231">
                  <c:v>04-12-2000</c:v>
                </c:pt>
                <c:pt idx="232">
                  <c:v>05-12-2000</c:v>
                </c:pt>
                <c:pt idx="233">
                  <c:v>06-12-2000</c:v>
                </c:pt>
                <c:pt idx="234">
                  <c:v>07-12-2000</c:v>
                </c:pt>
                <c:pt idx="235">
                  <c:v>08-12-2000</c:v>
                </c:pt>
                <c:pt idx="236">
                  <c:v>11-12-2000</c:v>
                </c:pt>
                <c:pt idx="237">
                  <c:v>12-12-2000</c:v>
                </c:pt>
                <c:pt idx="238">
                  <c:v>13-12-2000</c:v>
                </c:pt>
                <c:pt idx="239">
                  <c:v>14-12-2000</c:v>
                </c:pt>
                <c:pt idx="240">
                  <c:v>15-12-2000</c:v>
                </c:pt>
                <c:pt idx="241">
                  <c:v>18-12-2000</c:v>
                </c:pt>
                <c:pt idx="242">
                  <c:v>19-12-2000</c:v>
                </c:pt>
                <c:pt idx="243">
                  <c:v>20-12-2000</c:v>
                </c:pt>
                <c:pt idx="244">
                  <c:v>21-12-2000</c:v>
                </c:pt>
                <c:pt idx="245">
                  <c:v>22-12-2000</c:v>
                </c:pt>
                <c:pt idx="246">
                  <c:v>26-12-2000</c:v>
                </c:pt>
                <c:pt idx="247">
                  <c:v>27-12-2000</c:v>
                </c:pt>
                <c:pt idx="248">
                  <c:v>28-12-2000</c:v>
                </c:pt>
                <c:pt idx="249">
                  <c:v>29-12-2000</c:v>
                </c:pt>
                <c:pt idx="250">
                  <c:v>01-01-2001</c:v>
                </c:pt>
                <c:pt idx="251">
                  <c:v>02-01-2001</c:v>
                </c:pt>
                <c:pt idx="252">
                  <c:v>03-01-2001</c:v>
                </c:pt>
                <c:pt idx="253">
                  <c:v>04-01-2001</c:v>
                </c:pt>
                <c:pt idx="254">
                  <c:v>05-01-2001</c:v>
                </c:pt>
                <c:pt idx="255">
                  <c:v>08-01-2001</c:v>
                </c:pt>
                <c:pt idx="256">
                  <c:v>09-01-2001</c:v>
                </c:pt>
                <c:pt idx="257">
                  <c:v>10-01-2001</c:v>
                </c:pt>
                <c:pt idx="258">
                  <c:v>11-01-2001</c:v>
                </c:pt>
                <c:pt idx="259">
                  <c:v>12-01-2001</c:v>
                </c:pt>
                <c:pt idx="260">
                  <c:v>15-01-2001</c:v>
                </c:pt>
                <c:pt idx="261">
                  <c:v>16-01-2001</c:v>
                </c:pt>
                <c:pt idx="262">
                  <c:v>17-01-2001</c:v>
                </c:pt>
                <c:pt idx="263">
                  <c:v>18-01-2001</c:v>
                </c:pt>
                <c:pt idx="264">
                  <c:v>19-01-2001</c:v>
                </c:pt>
                <c:pt idx="265">
                  <c:v>22-01-2001</c:v>
                </c:pt>
                <c:pt idx="266">
                  <c:v>23-01-2001</c:v>
                </c:pt>
                <c:pt idx="267">
                  <c:v>24-01-2001</c:v>
                </c:pt>
                <c:pt idx="268">
                  <c:v>25-01-2001</c:v>
                </c:pt>
                <c:pt idx="269">
                  <c:v>29-01-2001</c:v>
                </c:pt>
                <c:pt idx="270">
                  <c:v>30-01-2001</c:v>
                </c:pt>
                <c:pt idx="271">
                  <c:v>31-01-2001</c:v>
                </c:pt>
                <c:pt idx="272">
                  <c:v>01-02-2001</c:v>
                </c:pt>
                <c:pt idx="273">
                  <c:v>02-02-2001</c:v>
                </c:pt>
                <c:pt idx="274">
                  <c:v>05-02-2001</c:v>
                </c:pt>
                <c:pt idx="275">
                  <c:v>06-02-2001</c:v>
                </c:pt>
                <c:pt idx="276">
                  <c:v>07-02-2001</c:v>
                </c:pt>
                <c:pt idx="277">
                  <c:v>08-02-2001</c:v>
                </c:pt>
                <c:pt idx="278">
                  <c:v>09-02-2001</c:v>
                </c:pt>
                <c:pt idx="279">
                  <c:v>12-02-2001</c:v>
                </c:pt>
                <c:pt idx="280">
                  <c:v>13-02-2001</c:v>
                </c:pt>
                <c:pt idx="281">
                  <c:v>14-02-2001</c:v>
                </c:pt>
                <c:pt idx="282">
                  <c:v>15-02-2001</c:v>
                </c:pt>
                <c:pt idx="283">
                  <c:v>16-02-2001</c:v>
                </c:pt>
                <c:pt idx="284">
                  <c:v>19-02-2001</c:v>
                </c:pt>
                <c:pt idx="285">
                  <c:v>20-02-2001</c:v>
                </c:pt>
                <c:pt idx="286">
                  <c:v>21-02-2001</c:v>
                </c:pt>
                <c:pt idx="287">
                  <c:v>22-02-2001</c:v>
                </c:pt>
                <c:pt idx="288">
                  <c:v>23-02-2001</c:v>
                </c:pt>
                <c:pt idx="289">
                  <c:v>26-02-2001</c:v>
                </c:pt>
                <c:pt idx="290">
                  <c:v>27-02-2001</c:v>
                </c:pt>
                <c:pt idx="291">
                  <c:v>28-02-2001</c:v>
                </c:pt>
                <c:pt idx="292">
                  <c:v>01-03-2001</c:v>
                </c:pt>
                <c:pt idx="293">
                  <c:v>02-03-2001</c:v>
                </c:pt>
                <c:pt idx="294">
                  <c:v>05-03-2001</c:v>
                </c:pt>
                <c:pt idx="295">
                  <c:v>07-03-2001</c:v>
                </c:pt>
                <c:pt idx="296">
                  <c:v>08-03-2001</c:v>
                </c:pt>
                <c:pt idx="297">
                  <c:v>09-03-2001</c:v>
                </c:pt>
                <c:pt idx="298">
                  <c:v>12-03-2001</c:v>
                </c:pt>
                <c:pt idx="299">
                  <c:v>13-03-2001</c:v>
                </c:pt>
                <c:pt idx="300">
                  <c:v>14-03-2001</c:v>
                </c:pt>
                <c:pt idx="301">
                  <c:v>15-03-2001</c:v>
                </c:pt>
                <c:pt idx="302">
                  <c:v>16-03-2001</c:v>
                </c:pt>
                <c:pt idx="303">
                  <c:v>19-03-2001</c:v>
                </c:pt>
                <c:pt idx="304">
                  <c:v>20-03-2001</c:v>
                </c:pt>
                <c:pt idx="305">
                  <c:v>21-03-2001</c:v>
                </c:pt>
                <c:pt idx="306">
                  <c:v>22-03-2001</c:v>
                </c:pt>
                <c:pt idx="307">
                  <c:v>23-03-2001</c:v>
                </c:pt>
                <c:pt idx="308">
                  <c:v>26-03-2001</c:v>
                </c:pt>
                <c:pt idx="309">
                  <c:v>27-03-2001</c:v>
                </c:pt>
                <c:pt idx="310">
                  <c:v>28-03-2001</c:v>
                </c:pt>
                <c:pt idx="311">
                  <c:v>29-03-2001</c:v>
                </c:pt>
                <c:pt idx="312">
                  <c:v>30-03-2001</c:v>
                </c:pt>
                <c:pt idx="313">
                  <c:v>02-04-2001</c:v>
                </c:pt>
                <c:pt idx="314">
                  <c:v>03-04-2001</c:v>
                </c:pt>
                <c:pt idx="315">
                  <c:v>04-04-2001</c:v>
                </c:pt>
                <c:pt idx="316">
                  <c:v>06-04-2001</c:v>
                </c:pt>
                <c:pt idx="317">
                  <c:v>09-04-2001</c:v>
                </c:pt>
                <c:pt idx="318">
                  <c:v>10-04-2001</c:v>
                </c:pt>
                <c:pt idx="319">
                  <c:v>11-04-2001</c:v>
                </c:pt>
                <c:pt idx="320">
                  <c:v>12-04-2001</c:v>
                </c:pt>
                <c:pt idx="321">
                  <c:v>16-04-2001</c:v>
                </c:pt>
                <c:pt idx="322">
                  <c:v>17-04-2001</c:v>
                </c:pt>
                <c:pt idx="323">
                  <c:v>18-04-2001</c:v>
                </c:pt>
                <c:pt idx="324">
                  <c:v>19-04-2001</c:v>
                </c:pt>
                <c:pt idx="325">
                  <c:v>20-04-2001</c:v>
                </c:pt>
                <c:pt idx="326">
                  <c:v>23-04-2001</c:v>
                </c:pt>
                <c:pt idx="327">
                  <c:v>24-04-2001</c:v>
                </c:pt>
                <c:pt idx="328">
                  <c:v>25-04-2001</c:v>
                </c:pt>
                <c:pt idx="329">
                  <c:v>26-04-2001</c:v>
                </c:pt>
                <c:pt idx="330">
                  <c:v>27-04-2001</c:v>
                </c:pt>
                <c:pt idx="331">
                  <c:v>30-04-2001</c:v>
                </c:pt>
                <c:pt idx="332">
                  <c:v>02-05-2001</c:v>
                </c:pt>
                <c:pt idx="333">
                  <c:v>03-05-2001</c:v>
                </c:pt>
                <c:pt idx="334">
                  <c:v>04-05-2001</c:v>
                </c:pt>
                <c:pt idx="335">
                  <c:v>07-05-2001</c:v>
                </c:pt>
                <c:pt idx="336">
                  <c:v>08-05-2001</c:v>
                </c:pt>
                <c:pt idx="337">
                  <c:v>09-05-2001</c:v>
                </c:pt>
                <c:pt idx="338">
                  <c:v>10-05-2001</c:v>
                </c:pt>
                <c:pt idx="339">
                  <c:v>11-05-2001</c:v>
                </c:pt>
                <c:pt idx="340">
                  <c:v>14-05-2001</c:v>
                </c:pt>
                <c:pt idx="341">
                  <c:v>15-05-2001</c:v>
                </c:pt>
                <c:pt idx="342">
                  <c:v>16-05-2001</c:v>
                </c:pt>
                <c:pt idx="343">
                  <c:v>17-05-2001</c:v>
                </c:pt>
                <c:pt idx="344">
                  <c:v>18-05-2001</c:v>
                </c:pt>
                <c:pt idx="345">
                  <c:v>21-05-2001</c:v>
                </c:pt>
                <c:pt idx="346">
                  <c:v>22-05-2001</c:v>
                </c:pt>
                <c:pt idx="347">
                  <c:v>23-05-2001</c:v>
                </c:pt>
                <c:pt idx="348">
                  <c:v>24-05-2001</c:v>
                </c:pt>
                <c:pt idx="349">
                  <c:v>25-05-2001</c:v>
                </c:pt>
                <c:pt idx="350">
                  <c:v>28-05-2001</c:v>
                </c:pt>
                <c:pt idx="351">
                  <c:v>29-05-2001</c:v>
                </c:pt>
                <c:pt idx="352">
                  <c:v>30-05-2001</c:v>
                </c:pt>
                <c:pt idx="353">
                  <c:v>31-05-2001</c:v>
                </c:pt>
                <c:pt idx="354">
                  <c:v>01-06-2001</c:v>
                </c:pt>
                <c:pt idx="355">
                  <c:v>04-06-2001</c:v>
                </c:pt>
                <c:pt idx="356">
                  <c:v>05-06-2001</c:v>
                </c:pt>
                <c:pt idx="357">
                  <c:v>06-06-2001</c:v>
                </c:pt>
                <c:pt idx="358">
                  <c:v>07-06-2001</c:v>
                </c:pt>
                <c:pt idx="359">
                  <c:v>08-06-2001</c:v>
                </c:pt>
                <c:pt idx="360">
                  <c:v>11-06-2001</c:v>
                </c:pt>
                <c:pt idx="361">
                  <c:v>12-06-2001</c:v>
                </c:pt>
                <c:pt idx="362">
                  <c:v>13-06-2001</c:v>
                </c:pt>
                <c:pt idx="363">
                  <c:v>14-06-2001</c:v>
                </c:pt>
                <c:pt idx="364">
                  <c:v>15-06-2001</c:v>
                </c:pt>
                <c:pt idx="365">
                  <c:v>18-06-2001</c:v>
                </c:pt>
                <c:pt idx="366">
                  <c:v>19-06-2001</c:v>
                </c:pt>
                <c:pt idx="367">
                  <c:v>20-06-2001</c:v>
                </c:pt>
                <c:pt idx="368">
                  <c:v>21-06-2001</c:v>
                </c:pt>
                <c:pt idx="369">
                  <c:v>22-06-2001</c:v>
                </c:pt>
                <c:pt idx="370">
                  <c:v>25-06-2001</c:v>
                </c:pt>
                <c:pt idx="371">
                  <c:v>26-06-2001</c:v>
                </c:pt>
                <c:pt idx="372">
                  <c:v>27-06-2001</c:v>
                </c:pt>
                <c:pt idx="373">
                  <c:v>28-06-2001</c:v>
                </c:pt>
                <c:pt idx="374">
                  <c:v>29-06-2001</c:v>
                </c:pt>
                <c:pt idx="375">
                  <c:v>02-07-2001</c:v>
                </c:pt>
                <c:pt idx="376">
                  <c:v>03-07-2001</c:v>
                </c:pt>
                <c:pt idx="377">
                  <c:v>04-07-2001</c:v>
                </c:pt>
                <c:pt idx="378">
                  <c:v>05-07-2001</c:v>
                </c:pt>
                <c:pt idx="379">
                  <c:v>06-07-2001</c:v>
                </c:pt>
                <c:pt idx="380">
                  <c:v>09-07-2001</c:v>
                </c:pt>
                <c:pt idx="381">
                  <c:v>10-07-2001</c:v>
                </c:pt>
                <c:pt idx="382">
                  <c:v>11-07-2001</c:v>
                </c:pt>
                <c:pt idx="383">
                  <c:v>12-07-2001</c:v>
                </c:pt>
                <c:pt idx="384">
                  <c:v>13-07-2001</c:v>
                </c:pt>
                <c:pt idx="385">
                  <c:v>16-07-2001</c:v>
                </c:pt>
                <c:pt idx="386">
                  <c:v>17-07-2001</c:v>
                </c:pt>
                <c:pt idx="387">
                  <c:v>18-07-2001</c:v>
                </c:pt>
                <c:pt idx="388">
                  <c:v>19-07-2001</c:v>
                </c:pt>
                <c:pt idx="389">
                  <c:v>20-07-2001</c:v>
                </c:pt>
                <c:pt idx="390">
                  <c:v>23-07-2001</c:v>
                </c:pt>
                <c:pt idx="391">
                  <c:v>24-07-2001</c:v>
                </c:pt>
                <c:pt idx="392">
                  <c:v>25-07-2001</c:v>
                </c:pt>
                <c:pt idx="393">
                  <c:v>26-07-2001</c:v>
                </c:pt>
                <c:pt idx="394">
                  <c:v>27-07-2001</c:v>
                </c:pt>
                <c:pt idx="395">
                  <c:v>30-07-2001</c:v>
                </c:pt>
                <c:pt idx="396">
                  <c:v>31-07-2001</c:v>
                </c:pt>
                <c:pt idx="397">
                  <c:v>01-08-2001</c:v>
                </c:pt>
                <c:pt idx="398">
                  <c:v>02-08-2001</c:v>
                </c:pt>
                <c:pt idx="399">
                  <c:v>03-08-2001</c:v>
                </c:pt>
                <c:pt idx="400">
                  <c:v>06-08-2001</c:v>
                </c:pt>
                <c:pt idx="401">
                  <c:v>07-08-2001</c:v>
                </c:pt>
                <c:pt idx="402">
                  <c:v>08-08-2001</c:v>
                </c:pt>
                <c:pt idx="403">
                  <c:v>09-08-2001</c:v>
                </c:pt>
                <c:pt idx="404">
                  <c:v>10-08-2001</c:v>
                </c:pt>
                <c:pt idx="405">
                  <c:v>13-08-2001</c:v>
                </c:pt>
                <c:pt idx="406">
                  <c:v>14-08-2001</c:v>
                </c:pt>
                <c:pt idx="407">
                  <c:v>16-08-2001</c:v>
                </c:pt>
                <c:pt idx="408">
                  <c:v>17-08-2001</c:v>
                </c:pt>
                <c:pt idx="409">
                  <c:v>20-08-2001</c:v>
                </c:pt>
                <c:pt idx="410">
                  <c:v>21-08-2001</c:v>
                </c:pt>
                <c:pt idx="411">
                  <c:v>23-08-2001</c:v>
                </c:pt>
                <c:pt idx="412">
                  <c:v>24-08-2001</c:v>
                </c:pt>
                <c:pt idx="413">
                  <c:v>27-08-2001</c:v>
                </c:pt>
                <c:pt idx="414">
                  <c:v>28-08-2001</c:v>
                </c:pt>
                <c:pt idx="415">
                  <c:v>29-08-2001</c:v>
                </c:pt>
                <c:pt idx="416">
                  <c:v>30-08-2001</c:v>
                </c:pt>
                <c:pt idx="417">
                  <c:v>31-08-2001</c:v>
                </c:pt>
                <c:pt idx="418">
                  <c:v>03-09-2001</c:v>
                </c:pt>
                <c:pt idx="419">
                  <c:v>04-09-2001</c:v>
                </c:pt>
                <c:pt idx="420">
                  <c:v>05-09-2001</c:v>
                </c:pt>
                <c:pt idx="421">
                  <c:v>06-09-2001</c:v>
                </c:pt>
                <c:pt idx="422">
                  <c:v>07-09-2001</c:v>
                </c:pt>
                <c:pt idx="423">
                  <c:v>10-09-2001</c:v>
                </c:pt>
                <c:pt idx="424">
                  <c:v>11-09-2001</c:v>
                </c:pt>
                <c:pt idx="425">
                  <c:v>12-09-2001</c:v>
                </c:pt>
                <c:pt idx="426">
                  <c:v>13-09-2001</c:v>
                </c:pt>
                <c:pt idx="427">
                  <c:v>14-09-2001</c:v>
                </c:pt>
                <c:pt idx="428">
                  <c:v>17-09-2001</c:v>
                </c:pt>
                <c:pt idx="429">
                  <c:v>18-09-2001</c:v>
                </c:pt>
                <c:pt idx="430">
                  <c:v>19-09-2001</c:v>
                </c:pt>
                <c:pt idx="431">
                  <c:v>20-09-2001</c:v>
                </c:pt>
                <c:pt idx="432">
                  <c:v>21-09-2001</c:v>
                </c:pt>
                <c:pt idx="433">
                  <c:v>24-09-2001</c:v>
                </c:pt>
                <c:pt idx="434">
                  <c:v>25-09-2001</c:v>
                </c:pt>
                <c:pt idx="435">
                  <c:v>26-09-2001</c:v>
                </c:pt>
                <c:pt idx="436">
                  <c:v>27-09-2001</c:v>
                </c:pt>
                <c:pt idx="437">
                  <c:v>28-09-2001</c:v>
                </c:pt>
                <c:pt idx="438">
                  <c:v>01-10-2001</c:v>
                </c:pt>
                <c:pt idx="439">
                  <c:v>03-10-2001</c:v>
                </c:pt>
                <c:pt idx="440">
                  <c:v>04-10-2001</c:v>
                </c:pt>
                <c:pt idx="441">
                  <c:v>05-10-2001</c:v>
                </c:pt>
                <c:pt idx="442">
                  <c:v>08-10-2001</c:v>
                </c:pt>
                <c:pt idx="443">
                  <c:v>09-10-2001</c:v>
                </c:pt>
                <c:pt idx="444">
                  <c:v>10-10-2001</c:v>
                </c:pt>
                <c:pt idx="445">
                  <c:v>11-10-2001</c:v>
                </c:pt>
                <c:pt idx="446">
                  <c:v>12-10-2001</c:v>
                </c:pt>
                <c:pt idx="447">
                  <c:v>15-10-2001</c:v>
                </c:pt>
                <c:pt idx="448">
                  <c:v>16-10-2001</c:v>
                </c:pt>
                <c:pt idx="449">
                  <c:v>17-10-2001</c:v>
                </c:pt>
                <c:pt idx="450">
                  <c:v>18-10-2001</c:v>
                </c:pt>
                <c:pt idx="451">
                  <c:v>19-10-2001</c:v>
                </c:pt>
                <c:pt idx="452">
                  <c:v>22-10-2001</c:v>
                </c:pt>
                <c:pt idx="453">
                  <c:v>23-10-2001</c:v>
                </c:pt>
                <c:pt idx="454">
                  <c:v>24-10-2001</c:v>
                </c:pt>
                <c:pt idx="455">
                  <c:v>25-10-2001</c:v>
                </c:pt>
                <c:pt idx="456">
                  <c:v>29-10-2001</c:v>
                </c:pt>
                <c:pt idx="457">
                  <c:v>30-10-2001</c:v>
                </c:pt>
                <c:pt idx="458">
                  <c:v>31-10-2001</c:v>
                </c:pt>
                <c:pt idx="459">
                  <c:v>01-11-2001</c:v>
                </c:pt>
                <c:pt idx="460">
                  <c:v>02-11-2001</c:v>
                </c:pt>
                <c:pt idx="461">
                  <c:v>05-11-2001</c:v>
                </c:pt>
                <c:pt idx="462">
                  <c:v>06-11-2001</c:v>
                </c:pt>
                <c:pt idx="463">
                  <c:v>07-11-2001</c:v>
                </c:pt>
                <c:pt idx="464">
                  <c:v>08-11-2001</c:v>
                </c:pt>
                <c:pt idx="465">
                  <c:v>09-11-2001</c:v>
                </c:pt>
                <c:pt idx="466">
                  <c:v>12-11-2001</c:v>
                </c:pt>
                <c:pt idx="467">
                  <c:v>13-11-2001</c:v>
                </c:pt>
                <c:pt idx="468">
                  <c:v>14-11-2001</c:v>
                </c:pt>
                <c:pt idx="469">
                  <c:v>15-11-2001</c:v>
                </c:pt>
                <c:pt idx="470">
                  <c:v>19-11-2001</c:v>
                </c:pt>
                <c:pt idx="471">
                  <c:v>20-11-2001</c:v>
                </c:pt>
                <c:pt idx="472">
                  <c:v>21-11-2001</c:v>
                </c:pt>
                <c:pt idx="473">
                  <c:v>22-11-2001</c:v>
                </c:pt>
                <c:pt idx="474">
                  <c:v>23-11-2001</c:v>
                </c:pt>
                <c:pt idx="475">
                  <c:v>26-11-2001</c:v>
                </c:pt>
                <c:pt idx="476">
                  <c:v>27-11-2001</c:v>
                </c:pt>
                <c:pt idx="477">
                  <c:v>28-11-2001</c:v>
                </c:pt>
                <c:pt idx="478">
                  <c:v>29-11-2001</c:v>
                </c:pt>
                <c:pt idx="479">
                  <c:v>03-12-2001</c:v>
                </c:pt>
                <c:pt idx="480">
                  <c:v>04-12-2001</c:v>
                </c:pt>
                <c:pt idx="481">
                  <c:v>05-12-2001</c:v>
                </c:pt>
                <c:pt idx="482">
                  <c:v>06-12-2001</c:v>
                </c:pt>
                <c:pt idx="483">
                  <c:v>07-12-2001</c:v>
                </c:pt>
                <c:pt idx="484">
                  <c:v>10-12-2001</c:v>
                </c:pt>
                <c:pt idx="485">
                  <c:v>11-12-2001</c:v>
                </c:pt>
                <c:pt idx="486">
                  <c:v>12-12-2001</c:v>
                </c:pt>
                <c:pt idx="487">
                  <c:v>13-12-2001</c:v>
                </c:pt>
                <c:pt idx="488">
                  <c:v>14-12-2001</c:v>
                </c:pt>
                <c:pt idx="489">
                  <c:v>18-12-2001</c:v>
                </c:pt>
                <c:pt idx="490">
                  <c:v>19-12-2001</c:v>
                </c:pt>
                <c:pt idx="491">
                  <c:v>20-12-2001</c:v>
                </c:pt>
                <c:pt idx="492">
                  <c:v>21-12-2001</c:v>
                </c:pt>
                <c:pt idx="493">
                  <c:v>24-12-2001</c:v>
                </c:pt>
                <c:pt idx="494">
                  <c:v>26-12-2001</c:v>
                </c:pt>
                <c:pt idx="495">
                  <c:v>27-12-2001</c:v>
                </c:pt>
                <c:pt idx="496">
                  <c:v>28-12-2001</c:v>
                </c:pt>
                <c:pt idx="497">
                  <c:v>31-12-2001</c:v>
                </c:pt>
                <c:pt idx="498">
                  <c:v>01-01-2002</c:v>
                </c:pt>
                <c:pt idx="499">
                  <c:v>02-01-2002</c:v>
                </c:pt>
                <c:pt idx="500">
                  <c:v>03-01-2002</c:v>
                </c:pt>
                <c:pt idx="501">
                  <c:v>04-01-2002</c:v>
                </c:pt>
                <c:pt idx="502">
                  <c:v>07-01-2002</c:v>
                </c:pt>
                <c:pt idx="503">
                  <c:v>08-01-2002</c:v>
                </c:pt>
                <c:pt idx="504">
                  <c:v>09-01-2002</c:v>
                </c:pt>
                <c:pt idx="505">
                  <c:v>10-01-2002</c:v>
                </c:pt>
                <c:pt idx="506">
                  <c:v>11-01-2002</c:v>
                </c:pt>
                <c:pt idx="507">
                  <c:v>14-01-2002</c:v>
                </c:pt>
                <c:pt idx="508">
                  <c:v>15-01-2002</c:v>
                </c:pt>
                <c:pt idx="509">
                  <c:v>16-01-2002</c:v>
                </c:pt>
                <c:pt idx="510">
                  <c:v>17-01-2002</c:v>
                </c:pt>
                <c:pt idx="511">
                  <c:v>18-01-2002</c:v>
                </c:pt>
                <c:pt idx="512">
                  <c:v>21-01-2002</c:v>
                </c:pt>
                <c:pt idx="513">
                  <c:v>22-01-2002</c:v>
                </c:pt>
                <c:pt idx="514">
                  <c:v>23-01-2002</c:v>
                </c:pt>
                <c:pt idx="515">
                  <c:v>24-01-2002</c:v>
                </c:pt>
                <c:pt idx="516">
                  <c:v>25-01-2002</c:v>
                </c:pt>
                <c:pt idx="517">
                  <c:v>28-01-2002</c:v>
                </c:pt>
                <c:pt idx="518">
                  <c:v>29-01-2002</c:v>
                </c:pt>
                <c:pt idx="519">
                  <c:v>30-01-2002</c:v>
                </c:pt>
                <c:pt idx="520">
                  <c:v>31-01-2002</c:v>
                </c:pt>
                <c:pt idx="521">
                  <c:v>01-02-2002</c:v>
                </c:pt>
                <c:pt idx="522">
                  <c:v>04-02-2002</c:v>
                </c:pt>
                <c:pt idx="523">
                  <c:v>05-02-2002</c:v>
                </c:pt>
                <c:pt idx="524">
                  <c:v>06-02-2002</c:v>
                </c:pt>
                <c:pt idx="525">
                  <c:v>07-02-2002</c:v>
                </c:pt>
                <c:pt idx="526">
                  <c:v>08-02-2002</c:v>
                </c:pt>
                <c:pt idx="527">
                  <c:v>11-02-2002</c:v>
                </c:pt>
                <c:pt idx="528">
                  <c:v>12-02-2002</c:v>
                </c:pt>
                <c:pt idx="529">
                  <c:v>13-02-2002</c:v>
                </c:pt>
                <c:pt idx="530">
                  <c:v>14-02-2002</c:v>
                </c:pt>
                <c:pt idx="531">
                  <c:v>15-02-2002</c:v>
                </c:pt>
                <c:pt idx="532">
                  <c:v>18-02-2002</c:v>
                </c:pt>
                <c:pt idx="533">
                  <c:v>19-02-2002</c:v>
                </c:pt>
                <c:pt idx="534">
                  <c:v>20-02-2002</c:v>
                </c:pt>
                <c:pt idx="535">
                  <c:v>21-02-2002</c:v>
                </c:pt>
                <c:pt idx="536">
                  <c:v>22-02-2002</c:v>
                </c:pt>
                <c:pt idx="537">
                  <c:v>25-02-2002</c:v>
                </c:pt>
                <c:pt idx="538">
                  <c:v>26-02-2002</c:v>
                </c:pt>
                <c:pt idx="539">
                  <c:v>27-02-2002</c:v>
                </c:pt>
                <c:pt idx="540">
                  <c:v>28-02-2002</c:v>
                </c:pt>
                <c:pt idx="541">
                  <c:v>01-03-2002</c:v>
                </c:pt>
                <c:pt idx="542">
                  <c:v>04-03-2002</c:v>
                </c:pt>
                <c:pt idx="543">
                  <c:v>05-03-2002</c:v>
                </c:pt>
                <c:pt idx="544">
                  <c:v>06-03-2002</c:v>
                </c:pt>
                <c:pt idx="545">
                  <c:v>07-03-2002</c:v>
                </c:pt>
                <c:pt idx="546">
                  <c:v>08-03-2002</c:v>
                </c:pt>
                <c:pt idx="547">
                  <c:v>11-03-2002</c:v>
                </c:pt>
                <c:pt idx="548">
                  <c:v>12-03-2002</c:v>
                </c:pt>
                <c:pt idx="549">
                  <c:v>13-03-2002</c:v>
                </c:pt>
                <c:pt idx="550">
                  <c:v>14-03-2002</c:v>
                </c:pt>
                <c:pt idx="551">
                  <c:v>15-03-2002</c:v>
                </c:pt>
                <c:pt idx="552">
                  <c:v>18-03-2002</c:v>
                </c:pt>
                <c:pt idx="553">
                  <c:v>19-03-2002</c:v>
                </c:pt>
                <c:pt idx="554">
                  <c:v>20-03-2002</c:v>
                </c:pt>
                <c:pt idx="555">
                  <c:v>21-03-2002</c:v>
                </c:pt>
                <c:pt idx="556">
                  <c:v>22-03-2002</c:v>
                </c:pt>
                <c:pt idx="557">
                  <c:v>26-03-2002</c:v>
                </c:pt>
                <c:pt idx="558">
                  <c:v>27-03-2002</c:v>
                </c:pt>
                <c:pt idx="559">
                  <c:v>28-03-2002</c:v>
                </c:pt>
                <c:pt idx="560">
                  <c:v>01-04-2002</c:v>
                </c:pt>
                <c:pt idx="561">
                  <c:v>02-04-2002</c:v>
                </c:pt>
                <c:pt idx="562">
                  <c:v>03-04-2002</c:v>
                </c:pt>
                <c:pt idx="563">
                  <c:v>04-04-2002</c:v>
                </c:pt>
                <c:pt idx="564">
                  <c:v>05-04-2002</c:v>
                </c:pt>
                <c:pt idx="565">
                  <c:v>08-04-2002</c:v>
                </c:pt>
                <c:pt idx="566">
                  <c:v>09-04-2002</c:v>
                </c:pt>
                <c:pt idx="567">
                  <c:v>10-04-2002</c:v>
                </c:pt>
                <c:pt idx="568">
                  <c:v>11-04-2002</c:v>
                </c:pt>
                <c:pt idx="569">
                  <c:v>12-04-2002</c:v>
                </c:pt>
                <c:pt idx="570">
                  <c:v>15-04-2002</c:v>
                </c:pt>
                <c:pt idx="571">
                  <c:v>16-04-2002</c:v>
                </c:pt>
                <c:pt idx="572">
                  <c:v>17-04-2002</c:v>
                </c:pt>
                <c:pt idx="573">
                  <c:v>18-04-2002</c:v>
                </c:pt>
                <c:pt idx="574">
                  <c:v>19-04-2002</c:v>
                </c:pt>
                <c:pt idx="575">
                  <c:v>22-04-2002</c:v>
                </c:pt>
                <c:pt idx="576">
                  <c:v>23-04-2002</c:v>
                </c:pt>
                <c:pt idx="577">
                  <c:v>24-04-2002</c:v>
                </c:pt>
                <c:pt idx="578">
                  <c:v>25-04-2002</c:v>
                </c:pt>
                <c:pt idx="579">
                  <c:v>26-04-2002</c:v>
                </c:pt>
                <c:pt idx="580">
                  <c:v>29-04-2002</c:v>
                </c:pt>
                <c:pt idx="581">
                  <c:v>30-04-2002</c:v>
                </c:pt>
                <c:pt idx="582">
                  <c:v>02-05-2002</c:v>
                </c:pt>
                <c:pt idx="583">
                  <c:v>03-05-2002</c:v>
                </c:pt>
                <c:pt idx="584">
                  <c:v>06-05-2002</c:v>
                </c:pt>
                <c:pt idx="585">
                  <c:v>07-05-2002</c:v>
                </c:pt>
                <c:pt idx="586">
                  <c:v>08-05-2002</c:v>
                </c:pt>
                <c:pt idx="587">
                  <c:v>09-05-2002</c:v>
                </c:pt>
                <c:pt idx="588">
                  <c:v>10-05-2002</c:v>
                </c:pt>
                <c:pt idx="589">
                  <c:v>13-05-2002</c:v>
                </c:pt>
                <c:pt idx="590">
                  <c:v>14-05-2002</c:v>
                </c:pt>
                <c:pt idx="591">
                  <c:v>15-05-2002</c:v>
                </c:pt>
                <c:pt idx="592">
                  <c:v>16-05-2002</c:v>
                </c:pt>
                <c:pt idx="593">
                  <c:v>17-05-2002</c:v>
                </c:pt>
                <c:pt idx="594">
                  <c:v>20-05-2002</c:v>
                </c:pt>
                <c:pt idx="595">
                  <c:v>21-05-2002</c:v>
                </c:pt>
                <c:pt idx="596">
                  <c:v>22-05-2002</c:v>
                </c:pt>
                <c:pt idx="597">
                  <c:v>23-05-2002</c:v>
                </c:pt>
                <c:pt idx="598">
                  <c:v>24-05-2002</c:v>
                </c:pt>
                <c:pt idx="599">
                  <c:v>27-05-2002</c:v>
                </c:pt>
                <c:pt idx="600">
                  <c:v>28-05-2002</c:v>
                </c:pt>
                <c:pt idx="601">
                  <c:v>29-05-2002</c:v>
                </c:pt>
                <c:pt idx="602">
                  <c:v>30-05-2002</c:v>
                </c:pt>
                <c:pt idx="603">
                  <c:v>31-05-2002</c:v>
                </c:pt>
                <c:pt idx="604">
                  <c:v>03-06-2002</c:v>
                </c:pt>
                <c:pt idx="605">
                  <c:v>04-06-2002</c:v>
                </c:pt>
                <c:pt idx="606">
                  <c:v>05-06-2002</c:v>
                </c:pt>
                <c:pt idx="607">
                  <c:v>06-06-2002</c:v>
                </c:pt>
                <c:pt idx="608">
                  <c:v>07-06-2002</c:v>
                </c:pt>
                <c:pt idx="609">
                  <c:v>10-06-2002</c:v>
                </c:pt>
                <c:pt idx="610">
                  <c:v>11-06-2002</c:v>
                </c:pt>
                <c:pt idx="611">
                  <c:v>12-06-2002</c:v>
                </c:pt>
                <c:pt idx="612">
                  <c:v>13-06-2002</c:v>
                </c:pt>
                <c:pt idx="613">
                  <c:v>14-06-2002</c:v>
                </c:pt>
                <c:pt idx="614">
                  <c:v>17-06-2002</c:v>
                </c:pt>
                <c:pt idx="615">
                  <c:v>18-06-2002</c:v>
                </c:pt>
                <c:pt idx="616">
                  <c:v>19-06-2002</c:v>
                </c:pt>
                <c:pt idx="617">
                  <c:v>20-06-2002</c:v>
                </c:pt>
                <c:pt idx="618">
                  <c:v>21-06-2002</c:v>
                </c:pt>
                <c:pt idx="619">
                  <c:v>24-06-2002</c:v>
                </c:pt>
                <c:pt idx="620">
                  <c:v>25-06-2002</c:v>
                </c:pt>
                <c:pt idx="621">
                  <c:v>26-06-2002</c:v>
                </c:pt>
                <c:pt idx="622">
                  <c:v>27-06-2002</c:v>
                </c:pt>
                <c:pt idx="623">
                  <c:v>28-06-2002</c:v>
                </c:pt>
                <c:pt idx="624">
                  <c:v>01-07-2002</c:v>
                </c:pt>
                <c:pt idx="625">
                  <c:v>02-07-2002</c:v>
                </c:pt>
                <c:pt idx="626">
                  <c:v>03-07-2002</c:v>
                </c:pt>
                <c:pt idx="627">
                  <c:v>04-07-2002</c:v>
                </c:pt>
                <c:pt idx="628">
                  <c:v>05-07-2002</c:v>
                </c:pt>
                <c:pt idx="629">
                  <c:v>08-07-2002</c:v>
                </c:pt>
                <c:pt idx="630">
                  <c:v>09-07-2002</c:v>
                </c:pt>
                <c:pt idx="631">
                  <c:v>10-07-2002</c:v>
                </c:pt>
                <c:pt idx="632">
                  <c:v>11-07-2002</c:v>
                </c:pt>
                <c:pt idx="633">
                  <c:v>12-07-2002</c:v>
                </c:pt>
                <c:pt idx="634">
                  <c:v>15-07-2002</c:v>
                </c:pt>
                <c:pt idx="635">
                  <c:v>16-07-2002</c:v>
                </c:pt>
                <c:pt idx="636">
                  <c:v>17-07-2002</c:v>
                </c:pt>
                <c:pt idx="637">
                  <c:v>18-07-2002</c:v>
                </c:pt>
                <c:pt idx="638">
                  <c:v>19-07-2002</c:v>
                </c:pt>
                <c:pt idx="639">
                  <c:v>22-07-2002</c:v>
                </c:pt>
                <c:pt idx="640">
                  <c:v>23-07-2002</c:v>
                </c:pt>
                <c:pt idx="641">
                  <c:v>24-07-2002</c:v>
                </c:pt>
                <c:pt idx="642">
                  <c:v>25-07-2002</c:v>
                </c:pt>
                <c:pt idx="643">
                  <c:v>26-07-2002</c:v>
                </c:pt>
                <c:pt idx="644">
                  <c:v>29-07-2002</c:v>
                </c:pt>
                <c:pt idx="645">
                  <c:v>30-07-2002</c:v>
                </c:pt>
                <c:pt idx="646">
                  <c:v>31-07-2002</c:v>
                </c:pt>
                <c:pt idx="647">
                  <c:v>01-08-2002</c:v>
                </c:pt>
                <c:pt idx="648">
                  <c:v>02-08-2002</c:v>
                </c:pt>
                <c:pt idx="649">
                  <c:v>05-08-2002</c:v>
                </c:pt>
                <c:pt idx="650">
                  <c:v>06-08-2002</c:v>
                </c:pt>
                <c:pt idx="651">
                  <c:v>07-08-2002</c:v>
                </c:pt>
                <c:pt idx="652">
                  <c:v>08-08-2002</c:v>
                </c:pt>
                <c:pt idx="653">
                  <c:v>09-08-2002</c:v>
                </c:pt>
                <c:pt idx="654">
                  <c:v>12-08-2002</c:v>
                </c:pt>
                <c:pt idx="655">
                  <c:v>13-08-2002</c:v>
                </c:pt>
                <c:pt idx="656">
                  <c:v>14-08-2002</c:v>
                </c:pt>
                <c:pt idx="657">
                  <c:v>16-08-2002</c:v>
                </c:pt>
                <c:pt idx="658">
                  <c:v>19-08-2002</c:v>
                </c:pt>
                <c:pt idx="659">
                  <c:v>20-08-2002</c:v>
                </c:pt>
                <c:pt idx="660">
                  <c:v>21-08-2002</c:v>
                </c:pt>
                <c:pt idx="661">
                  <c:v>22-08-2002</c:v>
                </c:pt>
                <c:pt idx="662">
                  <c:v>23-08-2002</c:v>
                </c:pt>
                <c:pt idx="663">
                  <c:v>26-08-2002</c:v>
                </c:pt>
                <c:pt idx="664">
                  <c:v>27-08-2002</c:v>
                </c:pt>
                <c:pt idx="665">
                  <c:v>28-08-2002</c:v>
                </c:pt>
                <c:pt idx="666">
                  <c:v>29-08-2002</c:v>
                </c:pt>
                <c:pt idx="667">
                  <c:v>30-08-2002</c:v>
                </c:pt>
                <c:pt idx="668">
                  <c:v>02-09-2002</c:v>
                </c:pt>
                <c:pt idx="669">
                  <c:v>03-09-2002</c:v>
                </c:pt>
                <c:pt idx="670">
                  <c:v>04-09-2002</c:v>
                </c:pt>
                <c:pt idx="671">
                  <c:v>05-09-2002</c:v>
                </c:pt>
                <c:pt idx="672">
                  <c:v>06-09-2002</c:v>
                </c:pt>
                <c:pt idx="673">
                  <c:v>09-09-2002</c:v>
                </c:pt>
                <c:pt idx="674">
                  <c:v>11-09-2002</c:v>
                </c:pt>
                <c:pt idx="675">
                  <c:v>12-09-2002</c:v>
                </c:pt>
                <c:pt idx="676">
                  <c:v>13-09-2002</c:v>
                </c:pt>
                <c:pt idx="677">
                  <c:v>16-09-2002</c:v>
                </c:pt>
                <c:pt idx="678">
                  <c:v>17-09-2002</c:v>
                </c:pt>
                <c:pt idx="679">
                  <c:v>18-09-2002</c:v>
                </c:pt>
                <c:pt idx="680">
                  <c:v>19-09-2002</c:v>
                </c:pt>
                <c:pt idx="681">
                  <c:v>20-09-2002</c:v>
                </c:pt>
                <c:pt idx="682">
                  <c:v>23-09-2002</c:v>
                </c:pt>
                <c:pt idx="683">
                  <c:v>24-09-2002</c:v>
                </c:pt>
                <c:pt idx="684">
                  <c:v>25-09-2002</c:v>
                </c:pt>
                <c:pt idx="685">
                  <c:v>26-09-2002</c:v>
                </c:pt>
                <c:pt idx="686">
                  <c:v>27-09-2002</c:v>
                </c:pt>
                <c:pt idx="687">
                  <c:v>30-09-2002</c:v>
                </c:pt>
                <c:pt idx="688">
                  <c:v>01-10-2002</c:v>
                </c:pt>
                <c:pt idx="689">
                  <c:v>03-10-2002</c:v>
                </c:pt>
                <c:pt idx="690">
                  <c:v>04-10-2002</c:v>
                </c:pt>
                <c:pt idx="691">
                  <c:v>07-10-2002</c:v>
                </c:pt>
                <c:pt idx="692">
                  <c:v>08-10-2002</c:v>
                </c:pt>
                <c:pt idx="693">
                  <c:v>09-10-2002</c:v>
                </c:pt>
                <c:pt idx="694">
                  <c:v>10-10-2002</c:v>
                </c:pt>
                <c:pt idx="695">
                  <c:v>11-10-2002</c:v>
                </c:pt>
                <c:pt idx="696">
                  <c:v>14-10-2002</c:v>
                </c:pt>
                <c:pt idx="697">
                  <c:v>16-10-2002</c:v>
                </c:pt>
                <c:pt idx="698">
                  <c:v>17-10-2002</c:v>
                </c:pt>
                <c:pt idx="699">
                  <c:v>18-10-2002</c:v>
                </c:pt>
                <c:pt idx="700">
                  <c:v>21-10-2002</c:v>
                </c:pt>
                <c:pt idx="701">
                  <c:v>22-10-2002</c:v>
                </c:pt>
                <c:pt idx="702">
                  <c:v>23-10-2002</c:v>
                </c:pt>
                <c:pt idx="703">
                  <c:v>24-10-2002</c:v>
                </c:pt>
                <c:pt idx="704">
                  <c:v>25-10-2002</c:v>
                </c:pt>
                <c:pt idx="705">
                  <c:v>28-10-2002</c:v>
                </c:pt>
                <c:pt idx="706">
                  <c:v>29-10-2002</c:v>
                </c:pt>
                <c:pt idx="707">
                  <c:v>30-10-2002</c:v>
                </c:pt>
                <c:pt idx="708">
                  <c:v>31-10-2002</c:v>
                </c:pt>
                <c:pt idx="709">
                  <c:v>01-11-2002</c:v>
                </c:pt>
                <c:pt idx="710">
                  <c:v>04-11-2002</c:v>
                </c:pt>
                <c:pt idx="711">
                  <c:v>05-11-2002</c:v>
                </c:pt>
                <c:pt idx="712">
                  <c:v>07-11-2002</c:v>
                </c:pt>
                <c:pt idx="713">
                  <c:v>08-11-2002</c:v>
                </c:pt>
                <c:pt idx="714">
                  <c:v>11-11-2002</c:v>
                </c:pt>
                <c:pt idx="715">
                  <c:v>12-11-2002</c:v>
                </c:pt>
                <c:pt idx="716">
                  <c:v>13-11-2002</c:v>
                </c:pt>
                <c:pt idx="717">
                  <c:v>14-11-2002</c:v>
                </c:pt>
                <c:pt idx="718">
                  <c:v>15-11-2002</c:v>
                </c:pt>
                <c:pt idx="719">
                  <c:v>18-11-2002</c:v>
                </c:pt>
                <c:pt idx="720">
                  <c:v>20-11-2002</c:v>
                </c:pt>
                <c:pt idx="721">
                  <c:v>21-11-2002</c:v>
                </c:pt>
                <c:pt idx="722">
                  <c:v>22-11-2002</c:v>
                </c:pt>
                <c:pt idx="723">
                  <c:v>25-11-2002</c:v>
                </c:pt>
                <c:pt idx="724">
                  <c:v>26-11-2002</c:v>
                </c:pt>
                <c:pt idx="725">
                  <c:v>27-11-2002</c:v>
                </c:pt>
                <c:pt idx="726">
                  <c:v>28-11-2002</c:v>
                </c:pt>
                <c:pt idx="727">
                  <c:v>29-11-2002</c:v>
                </c:pt>
                <c:pt idx="728">
                  <c:v>02-12-2002</c:v>
                </c:pt>
                <c:pt idx="729">
                  <c:v>03-12-2002</c:v>
                </c:pt>
                <c:pt idx="730">
                  <c:v>04-12-2002</c:v>
                </c:pt>
                <c:pt idx="731">
                  <c:v>05-12-2002</c:v>
                </c:pt>
                <c:pt idx="732">
                  <c:v>06-12-2002</c:v>
                </c:pt>
                <c:pt idx="733">
                  <c:v>09-12-2002</c:v>
                </c:pt>
                <c:pt idx="734">
                  <c:v>10-12-2002</c:v>
                </c:pt>
                <c:pt idx="735">
                  <c:v>11-12-2002</c:v>
                </c:pt>
                <c:pt idx="736">
                  <c:v>12-12-2002</c:v>
                </c:pt>
                <c:pt idx="737">
                  <c:v>13-12-2002</c:v>
                </c:pt>
                <c:pt idx="738">
                  <c:v>16-12-2002</c:v>
                </c:pt>
                <c:pt idx="739">
                  <c:v>17-12-2002</c:v>
                </c:pt>
                <c:pt idx="740">
                  <c:v>18-12-2002</c:v>
                </c:pt>
                <c:pt idx="741">
                  <c:v>19-12-2002</c:v>
                </c:pt>
                <c:pt idx="742">
                  <c:v>20-12-2002</c:v>
                </c:pt>
                <c:pt idx="743">
                  <c:v>23-12-2002</c:v>
                </c:pt>
                <c:pt idx="744">
                  <c:v>24-12-2002</c:v>
                </c:pt>
                <c:pt idx="745">
                  <c:v>26-12-2002</c:v>
                </c:pt>
                <c:pt idx="746">
                  <c:v>27-12-2002</c:v>
                </c:pt>
                <c:pt idx="747">
                  <c:v>30-12-2002</c:v>
                </c:pt>
                <c:pt idx="748">
                  <c:v>31-12-2002</c:v>
                </c:pt>
                <c:pt idx="749">
                  <c:v>01-01-2003</c:v>
                </c:pt>
                <c:pt idx="750">
                  <c:v>02-01-2003</c:v>
                </c:pt>
                <c:pt idx="751">
                  <c:v>03-01-2003</c:v>
                </c:pt>
                <c:pt idx="752">
                  <c:v>06-01-2003</c:v>
                </c:pt>
                <c:pt idx="753">
                  <c:v>07-01-2003</c:v>
                </c:pt>
                <c:pt idx="754">
                  <c:v>08-01-2003</c:v>
                </c:pt>
                <c:pt idx="755">
                  <c:v>09-01-2003</c:v>
                </c:pt>
                <c:pt idx="756">
                  <c:v>10-01-2003</c:v>
                </c:pt>
                <c:pt idx="757">
                  <c:v>13-01-2003</c:v>
                </c:pt>
                <c:pt idx="758">
                  <c:v>14-01-2003</c:v>
                </c:pt>
                <c:pt idx="759">
                  <c:v>15-01-2003</c:v>
                </c:pt>
                <c:pt idx="760">
                  <c:v>16-01-2003</c:v>
                </c:pt>
                <c:pt idx="761">
                  <c:v>17-01-2003</c:v>
                </c:pt>
                <c:pt idx="762">
                  <c:v>20-01-2003</c:v>
                </c:pt>
                <c:pt idx="763">
                  <c:v>21-01-2003</c:v>
                </c:pt>
                <c:pt idx="764">
                  <c:v>22-01-2003</c:v>
                </c:pt>
                <c:pt idx="765">
                  <c:v>23-01-2003</c:v>
                </c:pt>
                <c:pt idx="766">
                  <c:v>24-01-2003</c:v>
                </c:pt>
                <c:pt idx="767">
                  <c:v>27-01-2003</c:v>
                </c:pt>
                <c:pt idx="768">
                  <c:v>28-01-2003</c:v>
                </c:pt>
                <c:pt idx="769">
                  <c:v>29-01-2003</c:v>
                </c:pt>
                <c:pt idx="770">
                  <c:v>30-01-2003</c:v>
                </c:pt>
                <c:pt idx="771">
                  <c:v>31-01-2003</c:v>
                </c:pt>
                <c:pt idx="772">
                  <c:v>03-02-2003</c:v>
                </c:pt>
                <c:pt idx="773">
                  <c:v>04-02-2003</c:v>
                </c:pt>
                <c:pt idx="774">
                  <c:v>05-02-2003</c:v>
                </c:pt>
                <c:pt idx="775">
                  <c:v>06-02-2003</c:v>
                </c:pt>
                <c:pt idx="776">
                  <c:v>07-02-2003</c:v>
                </c:pt>
                <c:pt idx="777">
                  <c:v>10-02-2003</c:v>
                </c:pt>
                <c:pt idx="778">
                  <c:v>11-02-2003</c:v>
                </c:pt>
                <c:pt idx="779">
                  <c:v>12-02-2003</c:v>
                </c:pt>
                <c:pt idx="780">
                  <c:v>14-02-2003</c:v>
                </c:pt>
                <c:pt idx="781">
                  <c:v>17-02-2003</c:v>
                </c:pt>
                <c:pt idx="782">
                  <c:v>18-02-2003</c:v>
                </c:pt>
                <c:pt idx="783">
                  <c:v>19-02-2003</c:v>
                </c:pt>
                <c:pt idx="784">
                  <c:v>20-02-2003</c:v>
                </c:pt>
                <c:pt idx="785">
                  <c:v>21-02-2003</c:v>
                </c:pt>
                <c:pt idx="786">
                  <c:v>24-02-2003</c:v>
                </c:pt>
                <c:pt idx="787">
                  <c:v>25-02-2003</c:v>
                </c:pt>
                <c:pt idx="788">
                  <c:v>26-02-2003</c:v>
                </c:pt>
                <c:pt idx="789">
                  <c:v>27-02-2003</c:v>
                </c:pt>
                <c:pt idx="790">
                  <c:v>28-02-2003</c:v>
                </c:pt>
                <c:pt idx="791">
                  <c:v>03-03-2003</c:v>
                </c:pt>
                <c:pt idx="792">
                  <c:v>04-03-2003</c:v>
                </c:pt>
                <c:pt idx="793">
                  <c:v>05-03-2003</c:v>
                </c:pt>
                <c:pt idx="794">
                  <c:v>06-03-2003</c:v>
                </c:pt>
                <c:pt idx="795">
                  <c:v>07-03-2003</c:v>
                </c:pt>
                <c:pt idx="796">
                  <c:v>10-03-2003</c:v>
                </c:pt>
                <c:pt idx="797">
                  <c:v>11-03-2003</c:v>
                </c:pt>
                <c:pt idx="798">
                  <c:v>12-03-2003</c:v>
                </c:pt>
                <c:pt idx="799">
                  <c:v>13-03-2003</c:v>
                </c:pt>
                <c:pt idx="800">
                  <c:v>17-03-2003</c:v>
                </c:pt>
                <c:pt idx="801">
                  <c:v>19-03-2003</c:v>
                </c:pt>
                <c:pt idx="802">
                  <c:v>20-03-2003</c:v>
                </c:pt>
                <c:pt idx="803">
                  <c:v>21-03-2003</c:v>
                </c:pt>
                <c:pt idx="804">
                  <c:v>22-03-2003</c:v>
                </c:pt>
                <c:pt idx="805">
                  <c:v>24-03-2003</c:v>
                </c:pt>
                <c:pt idx="806">
                  <c:v>25-03-2003</c:v>
                </c:pt>
                <c:pt idx="807">
                  <c:v>26-03-2003</c:v>
                </c:pt>
                <c:pt idx="808">
                  <c:v>27-03-2003</c:v>
                </c:pt>
                <c:pt idx="809">
                  <c:v>28-03-2003</c:v>
                </c:pt>
                <c:pt idx="810">
                  <c:v>31-03-2003</c:v>
                </c:pt>
                <c:pt idx="811">
                  <c:v>01-04-2003</c:v>
                </c:pt>
                <c:pt idx="812">
                  <c:v>02-04-2003</c:v>
                </c:pt>
                <c:pt idx="813">
                  <c:v>03-04-2003</c:v>
                </c:pt>
                <c:pt idx="814">
                  <c:v>04-04-2003</c:v>
                </c:pt>
                <c:pt idx="815">
                  <c:v>07-04-2003</c:v>
                </c:pt>
                <c:pt idx="816">
                  <c:v>08-04-2003</c:v>
                </c:pt>
                <c:pt idx="817">
                  <c:v>09-04-2003</c:v>
                </c:pt>
                <c:pt idx="818">
                  <c:v>10-04-2003</c:v>
                </c:pt>
                <c:pt idx="819">
                  <c:v>11-04-2003</c:v>
                </c:pt>
                <c:pt idx="820">
                  <c:v>15-04-2003</c:v>
                </c:pt>
                <c:pt idx="821">
                  <c:v>16-04-2003</c:v>
                </c:pt>
                <c:pt idx="822">
                  <c:v>17-04-2003</c:v>
                </c:pt>
                <c:pt idx="823">
                  <c:v>21-04-2003</c:v>
                </c:pt>
                <c:pt idx="824">
                  <c:v>22-04-2003</c:v>
                </c:pt>
                <c:pt idx="825">
                  <c:v>23-04-2003</c:v>
                </c:pt>
                <c:pt idx="826">
                  <c:v>24-04-2003</c:v>
                </c:pt>
                <c:pt idx="827">
                  <c:v>25-04-2003</c:v>
                </c:pt>
                <c:pt idx="828">
                  <c:v>28-04-2003</c:v>
                </c:pt>
                <c:pt idx="829">
                  <c:v>29-04-2003</c:v>
                </c:pt>
                <c:pt idx="830">
                  <c:v>30-04-2003</c:v>
                </c:pt>
                <c:pt idx="831">
                  <c:v>02-05-2003</c:v>
                </c:pt>
                <c:pt idx="832">
                  <c:v>05-05-2003</c:v>
                </c:pt>
                <c:pt idx="833">
                  <c:v>06-05-2003</c:v>
                </c:pt>
                <c:pt idx="834">
                  <c:v>07-05-2003</c:v>
                </c:pt>
                <c:pt idx="835">
                  <c:v>08-05-2003</c:v>
                </c:pt>
                <c:pt idx="836">
                  <c:v>09-05-2003</c:v>
                </c:pt>
                <c:pt idx="837">
                  <c:v>12-05-2003</c:v>
                </c:pt>
                <c:pt idx="838">
                  <c:v>13-05-2003</c:v>
                </c:pt>
                <c:pt idx="839">
                  <c:v>14-05-2003</c:v>
                </c:pt>
                <c:pt idx="840">
                  <c:v>15-05-2003</c:v>
                </c:pt>
                <c:pt idx="841">
                  <c:v>16-05-2003</c:v>
                </c:pt>
                <c:pt idx="842">
                  <c:v>19-05-2003</c:v>
                </c:pt>
                <c:pt idx="843">
                  <c:v>20-05-2003</c:v>
                </c:pt>
                <c:pt idx="844">
                  <c:v>21-05-2003</c:v>
                </c:pt>
                <c:pt idx="845">
                  <c:v>22-05-2003</c:v>
                </c:pt>
                <c:pt idx="846">
                  <c:v>23-05-2003</c:v>
                </c:pt>
                <c:pt idx="847">
                  <c:v>26-05-2003</c:v>
                </c:pt>
                <c:pt idx="848">
                  <c:v>27-05-2003</c:v>
                </c:pt>
                <c:pt idx="849">
                  <c:v>28-05-2003</c:v>
                </c:pt>
                <c:pt idx="850">
                  <c:v>29-05-2003</c:v>
                </c:pt>
                <c:pt idx="851">
                  <c:v>30-05-2003</c:v>
                </c:pt>
                <c:pt idx="852">
                  <c:v>02-06-2003</c:v>
                </c:pt>
                <c:pt idx="853">
                  <c:v>03-06-2003</c:v>
                </c:pt>
                <c:pt idx="854">
                  <c:v>04-06-2003</c:v>
                </c:pt>
                <c:pt idx="855">
                  <c:v>05-06-2003</c:v>
                </c:pt>
                <c:pt idx="856">
                  <c:v>06-06-2003</c:v>
                </c:pt>
                <c:pt idx="857">
                  <c:v>09-06-2003</c:v>
                </c:pt>
                <c:pt idx="858">
                  <c:v>10-06-2003</c:v>
                </c:pt>
                <c:pt idx="859">
                  <c:v>11-06-2003</c:v>
                </c:pt>
                <c:pt idx="860">
                  <c:v>12-06-2003</c:v>
                </c:pt>
                <c:pt idx="861">
                  <c:v>13-06-2003</c:v>
                </c:pt>
                <c:pt idx="862">
                  <c:v>16-06-2003</c:v>
                </c:pt>
                <c:pt idx="863">
                  <c:v>17-06-2003</c:v>
                </c:pt>
                <c:pt idx="864">
                  <c:v>18-06-2003</c:v>
                </c:pt>
                <c:pt idx="865">
                  <c:v>19-06-2003</c:v>
                </c:pt>
                <c:pt idx="866">
                  <c:v>20-06-2003</c:v>
                </c:pt>
                <c:pt idx="867">
                  <c:v>23-06-2003</c:v>
                </c:pt>
                <c:pt idx="868">
                  <c:v>24-06-2003</c:v>
                </c:pt>
                <c:pt idx="869">
                  <c:v>25-06-2003</c:v>
                </c:pt>
                <c:pt idx="870">
                  <c:v>26-06-2003</c:v>
                </c:pt>
                <c:pt idx="871">
                  <c:v>27-06-2003</c:v>
                </c:pt>
                <c:pt idx="872">
                  <c:v>30-06-2003</c:v>
                </c:pt>
                <c:pt idx="873">
                  <c:v>01-07-2003</c:v>
                </c:pt>
                <c:pt idx="874">
                  <c:v>02-07-2003</c:v>
                </c:pt>
                <c:pt idx="875">
                  <c:v>03-07-2003</c:v>
                </c:pt>
                <c:pt idx="876">
                  <c:v>04-07-2003</c:v>
                </c:pt>
                <c:pt idx="877">
                  <c:v>07-07-2003</c:v>
                </c:pt>
                <c:pt idx="878">
                  <c:v>08-07-2003</c:v>
                </c:pt>
                <c:pt idx="879">
                  <c:v>09-07-2003</c:v>
                </c:pt>
                <c:pt idx="880">
                  <c:v>10-07-2003</c:v>
                </c:pt>
                <c:pt idx="881">
                  <c:v>11-07-2003</c:v>
                </c:pt>
                <c:pt idx="882">
                  <c:v>14-07-2003</c:v>
                </c:pt>
                <c:pt idx="883">
                  <c:v>15-07-2003</c:v>
                </c:pt>
                <c:pt idx="884">
                  <c:v>16-07-2003</c:v>
                </c:pt>
                <c:pt idx="885">
                  <c:v>17-07-2003</c:v>
                </c:pt>
                <c:pt idx="886">
                  <c:v>18-07-2003</c:v>
                </c:pt>
                <c:pt idx="887">
                  <c:v>21-07-2003</c:v>
                </c:pt>
                <c:pt idx="888">
                  <c:v>22-07-2003</c:v>
                </c:pt>
                <c:pt idx="889">
                  <c:v>23-07-2003</c:v>
                </c:pt>
                <c:pt idx="890">
                  <c:v>24-07-2003</c:v>
                </c:pt>
                <c:pt idx="891">
                  <c:v>25-07-2003</c:v>
                </c:pt>
                <c:pt idx="892">
                  <c:v>28-07-2003</c:v>
                </c:pt>
                <c:pt idx="893">
                  <c:v>29-07-2003</c:v>
                </c:pt>
                <c:pt idx="894">
                  <c:v>30-07-2003</c:v>
                </c:pt>
                <c:pt idx="895">
                  <c:v>31-07-2003</c:v>
                </c:pt>
                <c:pt idx="896">
                  <c:v>01-08-2003</c:v>
                </c:pt>
                <c:pt idx="897">
                  <c:v>04-08-2003</c:v>
                </c:pt>
                <c:pt idx="898">
                  <c:v>05-08-2003</c:v>
                </c:pt>
                <c:pt idx="899">
                  <c:v>06-08-2003</c:v>
                </c:pt>
                <c:pt idx="900">
                  <c:v>07-08-2003</c:v>
                </c:pt>
                <c:pt idx="901">
                  <c:v>08-08-2003</c:v>
                </c:pt>
                <c:pt idx="902">
                  <c:v>11-08-2003</c:v>
                </c:pt>
                <c:pt idx="903">
                  <c:v>12-08-2003</c:v>
                </c:pt>
                <c:pt idx="904">
                  <c:v>13-08-2003</c:v>
                </c:pt>
                <c:pt idx="905">
                  <c:v>14-08-2003</c:v>
                </c:pt>
                <c:pt idx="906">
                  <c:v>18-08-2003</c:v>
                </c:pt>
                <c:pt idx="907">
                  <c:v>19-08-2003</c:v>
                </c:pt>
                <c:pt idx="908">
                  <c:v>20-08-2003</c:v>
                </c:pt>
                <c:pt idx="909">
                  <c:v>21-08-2003</c:v>
                </c:pt>
                <c:pt idx="910">
                  <c:v>22-08-2003</c:v>
                </c:pt>
                <c:pt idx="911">
                  <c:v>25-08-2003</c:v>
                </c:pt>
                <c:pt idx="912">
                  <c:v>26-08-2003</c:v>
                </c:pt>
                <c:pt idx="913">
                  <c:v>27-08-2003</c:v>
                </c:pt>
                <c:pt idx="914">
                  <c:v>28-08-2003</c:v>
                </c:pt>
                <c:pt idx="915">
                  <c:v>29-08-2003</c:v>
                </c:pt>
                <c:pt idx="916">
                  <c:v>01-09-2003</c:v>
                </c:pt>
                <c:pt idx="917">
                  <c:v>02-09-2003</c:v>
                </c:pt>
                <c:pt idx="918">
                  <c:v>03-09-2003</c:v>
                </c:pt>
                <c:pt idx="919">
                  <c:v>04-09-2003</c:v>
                </c:pt>
                <c:pt idx="920">
                  <c:v>05-09-2003</c:v>
                </c:pt>
                <c:pt idx="921">
                  <c:v>08-09-2003</c:v>
                </c:pt>
                <c:pt idx="922">
                  <c:v>09-09-2003</c:v>
                </c:pt>
                <c:pt idx="923">
                  <c:v>10-09-2003</c:v>
                </c:pt>
                <c:pt idx="924">
                  <c:v>11-09-2003</c:v>
                </c:pt>
                <c:pt idx="925">
                  <c:v>12-09-2003</c:v>
                </c:pt>
                <c:pt idx="926">
                  <c:v>15-09-2003</c:v>
                </c:pt>
                <c:pt idx="927">
                  <c:v>16-09-2003</c:v>
                </c:pt>
                <c:pt idx="928">
                  <c:v>17-09-2003</c:v>
                </c:pt>
                <c:pt idx="929">
                  <c:v>18-09-2003</c:v>
                </c:pt>
                <c:pt idx="930">
                  <c:v>19-09-2003</c:v>
                </c:pt>
                <c:pt idx="931">
                  <c:v>22-09-2003</c:v>
                </c:pt>
                <c:pt idx="932">
                  <c:v>23-09-2003</c:v>
                </c:pt>
                <c:pt idx="933">
                  <c:v>24-09-2003</c:v>
                </c:pt>
                <c:pt idx="934">
                  <c:v>25-09-2003</c:v>
                </c:pt>
                <c:pt idx="935">
                  <c:v>26-09-2003</c:v>
                </c:pt>
                <c:pt idx="936">
                  <c:v>29-09-2003</c:v>
                </c:pt>
                <c:pt idx="937">
                  <c:v>30-09-2003</c:v>
                </c:pt>
                <c:pt idx="938">
                  <c:v>01-10-2003</c:v>
                </c:pt>
                <c:pt idx="939">
                  <c:v>03-10-2003</c:v>
                </c:pt>
                <c:pt idx="940">
                  <c:v>06-10-2003</c:v>
                </c:pt>
                <c:pt idx="941">
                  <c:v>07-10-2003</c:v>
                </c:pt>
                <c:pt idx="942">
                  <c:v>08-10-2003</c:v>
                </c:pt>
                <c:pt idx="943">
                  <c:v>09-10-2003</c:v>
                </c:pt>
                <c:pt idx="944">
                  <c:v>10-10-2003</c:v>
                </c:pt>
                <c:pt idx="945">
                  <c:v>13-10-2003</c:v>
                </c:pt>
                <c:pt idx="946">
                  <c:v>14-10-2003</c:v>
                </c:pt>
                <c:pt idx="947">
                  <c:v>15-10-2003</c:v>
                </c:pt>
                <c:pt idx="948">
                  <c:v>16-10-2003</c:v>
                </c:pt>
                <c:pt idx="949">
                  <c:v>17-10-2003</c:v>
                </c:pt>
                <c:pt idx="950">
                  <c:v>20-10-2003</c:v>
                </c:pt>
                <c:pt idx="951">
                  <c:v>21-10-2003</c:v>
                </c:pt>
                <c:pt idx="952">
                  <c:v>22-10-2003</c:v>
                </c:pt>
                <c:pt idx="953">
                  <c:v>23-10-2003</c:v>
                </c:pt>
                <c:pt idx="954">
                  <c:v>24-10-2003</c:v>
                </c:pt>
                <c:pt idx="955">
                  <c:v>25-10-2003</c:v>
                </c:pt>
                <c:pt idx="956">
                  <c:v>27-10-2003</c:v>
                </c:pt>
                <c:pt idx="957">
                  <c:v>28-10-2003</c:v>
                </c:pt>
                <c:pt idx="958">
                  <c:v>29-10-2003</c:v>
                </c:pt>
                <c:pt idx="959">
                  <c:v>30-10-2003</c:v>
                </c:pt>
                <c:pt idx="960">
                  <c:v>31-10-2003</c:v>
                </c:pt>
                <c:pt idx="961">
                  <c:v>03-11-2003</c:v>
                </c:pt>
                <c:pt idx="962">
                  <c:v>04-11-2003</c:v>
                </c:pt>
                <c:pt idx="963">
                  <c:v>05-11-2003</c:v>
                </c:pt>
                <c:pt idx="964">
                  <c:v>06-11-2003</c:v>
                </c:pt>
                <c:pt idx="965">
                  <c:v>07-11-2003</c:v>
                </c:pt>
                <c:pt idx="966">
                  <c:v>10-11-2003</c:v>
                </c:pt>
                <c:pt idx="967">
                  <c:v>11-11-2003</c:v>
                </c:pt>
                <c:pt idx="968">
                  <c:v>12-11-2003</c:v>
                </c:pt>
                <c:pt idx="969">
                  <c:v>13-11-2003</c:v>
                </c:pt>
                <c:pt idx="970">
                  <c:v>14-11-2003</c:v>
                </c:pt>
                <c:pt idx="971">
                  <c:v>15-11-2003</c:v>
                </c:pt>
                <c:pt idx="972">
                  <c:v>17-11-2003</c:v>
                </c:pt>
                <c:pt idx="973">
                  <c:v>18-11-2003</c:v>
                </c:pt>
                <c:pt idx="974">
                  <c:v>19-11-2003</c:v>
                </c:pt>
                <c:pt idx="975">
                  <c:v>20-11-2003</c:v>
                </c:pt>
                <c:pt idx="976">
                  <c:v>21-11-2003</c:v>
                </c:pt>
                <c:pt idx="977">
                  <c:v>24-11-2003</c:v>
                </c:pt>
                <c:pt idx="978">
                  <c:v>25-11-2003</c:v>
                </c:pt>
                <c:pt idx="979">
                  <c:v>27-11-2003</c:v>
                </c:pt>
                <c:pt idx="980">
                  <c:v>28-11-2003</c:v>
                </c:pt>
                <c:pt idx="981">
                  <c:v>01-12-2003</c:v>
                </c:pt>
                <c:pt idx="982">
                  <c:v>02-12-2003</c:v>
                </c:pt>
                <c:pt idx="983">
                  <c:v>03-12-2003</c:v>
                </c:pt>
                <c:pt idx="984">
                  <c:v>04-12-2003</c:v>
                </c:pt>
                <c:pt idx="985">
                  <c:v>05-12-2003</c:v>
                </c:pt>
                <c:pt idx="986">
                  <c:v>08-12-2003</c:v>
                </c:pt>
                <c:pt idx="987">
                  <c:v>09-12-2003</c:v>
                </c:pt>
                <c:pt idx="988">
                  <c:v>10-12-2003</c:v>
                </c:pt>
                <c:pt idx="989">
                  <c:v>11-12-2003</c:v>
                </c:pt>
                <c:pt idx="990">
                  <c:v>12-12-2003</c:v>
                </c:pt>
                <c:pt idx="991">
                  <c:v>15-12-2003</c:v>
                </c:pt>
                <c:pt idx="992">
                  <c:v>16-12-2003</c:v>
                </c:pt>
                <c:pt idx="993">
                  <c:v>17-12-2003</c:v>
                </c:pt>
                <c:pt idx="994">
                  <c:v>18-12-2003</c:v>
                </c:pt>
                <c:pt idx="995">
                  <c:v>19-12-2003</c:v>
                </c:pt>
                <c:pt idx="996">
                  <c:v>22-12-2003</c:v>
                </c:pt>
                <c:pt idx="997">
                  <c:v>23-12-2003</c:v>
                </c:pt>
                <c:pt idx="998">
                  <c:v>24-12-2003</c:v>
                </c:pt>
                <c:pt idx="999">
                  <c:v>26-12-2003</c:v>
                </c:pt>
                <c:pt idx="1000">
                  <c:v>29-12-2003</c:v>
                </c:pt>
                <c:pt idx="1001">
                  <c:v>30-12-2003</c:v>
                </c:pt>
                <c:pt idx="1002">
                  <c:v>31-12-2003</c:v>
                </c:pt>
                <c:pt idx="1003">
                  <c:v>01-01-2004</c:v>
                </c:pt>
                <c:pt idx="1004">
                  <c:v>02-01-2004</c:v>
                </c:pt>
                <c:pt idx="1005">
                  <c:v>05-01-2004</c:v>
                </c:pt>
                <c:pt idx="1006">
                  <c:v>06-01-2004</c:v>
                </c:pt>
                <c:pt idx="1007">
                  <c:v>07-01-2004</c:v>
                </c:pt>
                <c:pt idx="1008">
                  <c:v>08-01-2004</c:v>
                </c:pt>
                <c:pt idx="1009">
                  <c:v>09-01-2004</c:v>
                </c:pt>
                <c:pt idx="1010">
                  <c:v>12-01-2004</c:v>
                </c:pt>
                <c:pt idx="1011">
                  <c:v>13-01-2004</c:v>
                </c:pt>
                <c:pt idx="1012">
                  <c:v>14-01-2004</c:v>
                </c:pt>
                <c:pt idx="1013">
                  <c:v>15-01-2004</c:v>
                </c:pt>
                <c:pt idx="1014">
                  <c:v>16-01-2004</c:v>
                </c:pt>
                <c:pt idx="1015">
                  <c:v>19-01-2004</c:v>
                </c:pt>
                <c:pt idx="1016">
                  <c:v>20-01-2004</c:v>
                </c:pt>
                <c:pt idx="1017">
                  <c:v>21-01-2004</c:v>
                </c:pt>
                <c:pt idx="1018">
                  <c:v>22-01-2004</c:v>
                </c:pt>
                <c:pt idx="1019">
                  <c:v>23-01-2004</c:v>
                </c:pt>
                <c:pt idx="1020">
                  <c:v>27-01-2004</c:v>
                </c:pt>
                <c:pt idx="1021">
                  <c:v>28-01-2004</c:v>
                </c:pt>
                <c:pt idx="1022">
                  <c:v>29-01-2004</c:v>
                </c:pt>
                <c:pt idx="1023">
                  <c:v>30-01-2004</c:v>
                </c:pt>
                <c:pt idx="1024">
                  <c:v>03-02-2004</c:v>
                </c:pt>
                <c:pt idx="1025">
                  <c:v>04-02-2004</c:v>
                </c:pt>
                <c:pt idx="1026">
                  <c:v>05-02-2004</c:v>
                </c:pt>
                <c:pt idx="1027">
                  <c:v>06-02-2004</c:v>
                </c:pt>
                <c:pt idx="1028">
                  <c:v>09-02-2004</c:v>
                </c:pt>
                <c:pt idx="1029">
                  <c:v>10-02-2004</c:v>
                </c:pt>
                <c:pt idx="1030">
                  <c:v>11-02-2004</c:v>
                </c:pt>
                <c:pt idx="1031">
                  <c:v>12-02-2004</c:v>
                </c:pt>
                <c:pt idx="1032">
                  <c:v>13-02-2004</c:v>
                </c:pt>
                <c:pt idx="1033">
                  <c:v>16-02-2004</c:v>
                </c:pt>
                <c:pt idx="1034">
                  <c:v>17-02-2004</c:v>
                </c:pt>
                <c:pt idx="1035">
                  <c:v>18-02-2004</c:v>
                </c:pt>
                <c:pt idx="1036">
                  <c:v>19-02-2004</c:v>
                </c:pt>
                <c:pt idx="1037">
                  <c:v>20-02-2004</c:v>
                </c:pt>
                <c:pt idx="1038">
                  <c:v>23-02-2004</c:v>
                </c:pt>
                <c:pt idx="1039">
                  <c:v>24-02-2004</c:v>
                </c:pt>
                <c:pt idx="1040">
                  <c:v>25-02-2004</c:v>
                </c:pt>
                <c:pt idx="1041">
                  <c:v>26-02-2004</c:v>
                </c:pt>
                <c:pt idx="1042">
                  <c:v>27-02-2004</c:v>
                </c:pt>
                <c:pt idx="1043">
                  <c:v>01-03-2004</c:v>
                </c:pt>
                <c:pt idx="1044">
                  <c:v>03-03-2004</c:v>
                </c:pt>
                <c:pt idx="1045">
                  <c:v>04-03-2004</c:v>
                </c:pt>
                <c:pt idx="1046">
                  <c:v>05-03-2004</c:v>
                </c:pt>
                <c:pt idx="1047">
                  <c:v>08-03-2004</c:v>
                </c:pt>
                <c:pt idx="1048">
                  <c:v>09-03-2004</c:v>
                </c:pt>
                <c:pt idx="1049">
                  <c:v>10-03-2004</c:v>
                </c:pt>
                <c:pt idx="1050">
                  <c:v>11-03-2004</c:v>
                </c:pt>
                <c:pt idx="1051">
                  <c:v>12-03-2004</c:v>
                </c:pt>
                <c:pt idx="1052">
                  <c:v>15-03-2004</c:v>
                </c:pt>
                <c:pt idx="1053">
                  <c:v>16-03-2004</c:v>
                </c:pt>
                <c:pt idx="1054">
                  <c:v>17-03-2004</c:v>
                </c:pt>
                <c:pt idx="1055">
                  <c:v>18-03-2004</c:v>
                </c:pt>
                <c:pt idx="1056">
                  <c:v>19-03-2004</c:v>
                </c:pt>
                <c:pt idx="1057">
                  <c:v>22-03-2004</c:v>
                </c:pt>
                <c:pt idx="1058">
                  <c:v>23-03-2004</c:v>
                </c:pt>
                <c:pt idx="1059">
                  <c:v>24-03-2004</c:v>
                </c:pt>
                <c:pt idx="1060">
                  <c:v>25-03-2004</c:v>
                </c:pt>
                <c:pt idx="1061">
                  <c:v>26-03-2004</c:v>
                </c:pt>
                <c:pt idx="1062">
                  <c:v>29-03-2004</c:v>
                </c:pt>
                <c:pt idx="1063">
                  <c:v>30-03-2004</c:v>
                </c:pt>
                <c:pt idx="1064">
                  <c:v>31-03-2004</c:v>
                </c:pt>
                <c:pt idx="1065">
                  <c:v>01-04-2004</c:v>
                </c:pt>
                <c:pt idx="1066">
                  <c:v>02-04-2004</c:v>
                </c:pt>
                <c:pt idx="1067">
                  <c:v>05-04-2004</c:v>
                </c:pt>
                <c:pt idx="1068">
                  <c:v>06-04-2004</c:v>
                </c:pt>
                <c:pt idx="1069">
                  <c:v>07-04-2004</c:v>
                </c:pt>
                <c:pt idx="1070">
                  <c:v>08-04-2004</c:v>
                </c:pt>
                <c:pt idx="1071">
                  <c:v>12-04-2004</c:v>
                </c:pt>
                <c:pt idx="1072">
                  <c:v>13-04-2004</c:v>
                </c:pt>
                <c:pt idx="1073">
                  <c:v>15-04-2004</c:v>
                </c:pt>
                <c:pt idx="1074">
                  <c:v>16-04-2004</c:v>
                </c:pt>
                <c:pt idx="1075">
                  <c:v>17-04-2004</c:v>
                </c:pt>
                <c:pt idx="1076">
                  <c:v>19-04-2004</c:v>
                </c:pt>
                <c:pt idx="1077">
                  <c:v>20-04-2004</c:v>
                </c:pt>
                <c:pt idx="1078">
                  <c:v>21-04-2004</c:v>
                </c:pt>
                <c:pt idx="1079">
                  <c:v>22-04-2004</c:v>
                </c:pt>
                <c:pt idx="1080">
                  <c:v>23-04-2004</c:v>
                </c:pt>
                <c:pt idx="1081">
                  <c:v>27-04-2004</c:v>
                </c:pt>
                <c:pt idx="1082">
                  <c:v>28-04-2004</c:v>
                </c:pt>
                <c:pt idx="1083">
                  <c:v>29-04-2004</c:v>
                </c:pt>
                <c:pt idx="1084">
                  <c:v>30-04-2004</c:v>
                </c:pt>
                <c:pt idx="1085">
                  <c:v>03-05-2004</c:v>
                </c:pt>
                <c:pt idx="1086">
                  <c:v>04-05-2004</c:v>
                </c:pt>
                <c:pt idx="1087">
                  <c:v>05-05-2004</c:v>
                </c:pt>
                <c:pt idx="1088">
                  <c:v>06-05-2004</c:v>
                </c:pt>
                <c:pt idx="1089">
                  <c:v>07-05-2004</c:v>
                </c:pt>
                <c:pt idx="1090">
                  <c:v>10-05-2004</c:v>
                </c:pt>
                <c:pt idx="1091">
                  <c:v>11-05-2004</c:v>
                </c:pt>
                <c:pt idx="1092">
                  <c:v>12-05-2004</c:v>
                </c:pt>
                <c:pt idx="1093">
                  <c:v>13-05-2004</c:v>
                </c:pt>
                <c:pt idx="1094">
                  <c:v>14-05-2004</c:v>
                </c:pt>
                <c:pt idx="1095">
                  <c:v>17-05-2004</c:v>
                </c:pt>
                <c:pt idx="1096">
                  <c:v>18-05-2004</c:v>
                </c:pt>
                <c:pt idx="1097">
                  <c:v>19-05-2004</c:v>
                </c:pt>
                <c:pt idx="1098">
                  <c:v>20-05-2004</c:v>
                </c:pt>
                <c:pt idx="1099">
                  <c:v>21-05-2004</c:v>
                </c:pt>
                <c:pt idx="1100">
                  <c:v>24-05-2004</c:v>
                </c:pt>
                <c:pt idx="1101">
                  <c:v>25-05-2004</c:v>
                </c:pt>
                <c:pt idx="1102">
                  <c:v>26-05-2004</c:v>
                </c:pt>
                <c:pt idx="1103">
                  <c:v>27-05-2004</c:v>
                </c:pt>
                <c:pt idx="1104">
                  <c:v>28-05-2004</c:v>
                </c:pt>
                <c:pt idx="1105">
                  <c:v>31-05-2004</c:v>
                </c:pt>
                <c:pt idx="1106">
                  <c:v>01-06-2004</c:v>
                </c:pt>
                <c:pt idx="1107">
                  <c:v>02-06-2004</c:v>
                </c:pt>
                <c:pt idx="1108">
                  <c:v>03-06-2004</c:v>
                </c:pt>
                <c:pt idx="1109">
                  <c:v>04-06-2004</c:v>
                </c:pt>
                <c:pt idx="1110">
                  <c:v>07-06-2004</c:v>
                </c:pt>
                <c:pt idx="1111">
                  <c:v>08-06-2004</c:v>
                </c:pt>
                <c:pt idx="1112">
                  <c:v>09-06-2004</c:v>
                </c:pt>
                <c:pt idx="1113">
                  <c:v>10-06-2004</c:v>
                </c:pt>
                <c:pt idx="1114">
                  <c:v>11-06-2004</c:v>
                </c:pt>
                <c:pt idx="1115">
                  <c:v>14-06-2004</c:v>
                </c:pt>
                <c:pt idx="1116">
                  <c:v>15-06-2004</c:v>
                </c:pt>
                <c:pt idx="1117">
                  <c:v>16-06-2004</c:v>
                </c:pt>
                <c:pt idx="1118">
                  <c:v>17-06-2004</c:v>
                </c:pt>
                <c:pt idx="1119">
                  <c:v>18-06-2004</c:v>
                </c:pt>
                <c:pt idx="1120">
                  <c:v>21-06-2004</c:v>
                </c:pt>
                <c:pt idx="1121">
                  <c:v>22-06-2004</c:v>
                </c:pt>
                <c:pt idx="1122">
                  <c:v>23-06-2004</c:v>
                </c:pt>
                <c:pt idx="1123">
                  <c:v>24-06-2004</c:v>
                </c:pt>
                <c:pt idx="1124">
                  <c:v>25-06-2004</c:v>
                </c:pt>
                <c:pt idx="1125">
                  <c:v>28-06-2004</c:v>
                </c:pt>
                <c:pt idx="1126">
                  <c:v>29-06-2004</c:v>
                </c:pt>
                <c:pt idx="1127">
                  <c:v>30-06-2004</c:v>
                </c:pt>
                <c:pt idx="1128">
                  <c:v>01-07-2004</c:v>
                </c:pt>
                <c:pt idx="1129">
                  <c:v>02-07-2004</c:v>
                </c:pt>
                <c:pt idx="1130">
                  <c:v>05-07-2004</c:v>
                </c:pt>
                <c:pt idx="1131">
                  <c:v>06-07-2004</c:v>
                </c:pt>
                <c:pt idx="1132">
                  <c:v>07-07-2004</c:v>
                </c:pt>
                <c:pt idx="1133">
                  <c:v>08-07-2004</c:v>
                </c:pt>
                <c:pt idx="1134">
                  <c:v>09-07-2004</c:v>
                </c:pt>
                <c:pt idx="1135">
                  <c:v>12-07-2004</c:v>
                </c:pt>
                <c:pt idx="1136">
                  <c:v>13-07-2004</c:v>
                </c:pt>
                <c:pt idx="1137">
                  <c:v>14-07-2004</c:v>
                </c:pt>
                <c:pt idx="1138">
                  <c:v>15-07-2004</c:v>
                </c:pt>
                <c:pt idx="1139">
                  <c:v>16-07-2004</c:v>
                </c:pt>
                <c:pt idx="1140">
                  <c:v>19-07-2004</c:v>
                </c:pt>
                <c:pt idx="1141">
                  <c:v>20-07-2004</c:v>
                </c:pt>
                <c:pt idx="1142">
                  <c:v>21-07-2004</c:v>
                </c:pt>
                <c:pt idx="1143">
                  <c:v>22-07-2004</c:v>
                </c:pt>
                <c:pt idx="1144">
                  <c:v>23-07-2004</c:v>
                </c:pt>
                <c:pt idx="1145">
                  <c:v>26-07-2004</c:v>
                </c:pt>
                <c:pt idx="1146">
                  <c:v>27-07-2004</c:v>
                </c:pt>
                <c:pt idx="1147">
                  <c:v>28-07-2004</c:v>
                </c:pt>
                <c:pt idx="1148">
                  <c:v>29-07-2004</c:v>
                </c:pt>
                <c:pt idx="1149">
                  <c:v>30-07-2004</c:v>
                </c:pt>
                <c:pt idx="1150">
                  <c:v>02-08-2004</c:v>
                </c:pt>
                <c:pt idx="1151">
                  <c:v>03-08-2004</c:v>
                </c:pt>
                <c:pt idx="1152">
                  <c:v>04-08-2004</c:v>
                </c:pt>
                <c:pt idx="1153">
                  <c:v>05-08-2004</c:v>
                </c:pt>
                <c:pt idx="1154">
                  <c:v>06-08-2004</c:v>
                </c:pt>
                <c:pt idx="1155">
                  <c:v>09-08-2004</c:v>
                </c:pt>
                <c:pt idx="1156">
                  <c:v>10-08-2004</c:v>
                </c:pt>
                <c:pt idx="1157">
                  <c:v>11-08-2004</c:v>
                </c:pt>
                <c:pt idx="1158">
                  <c:v>12-08-2004</c:v>
                </c:pt>
                <c:pt idx="1159">
                  <c:v>13-08-2004</c:v>
                </c:pt>
                <c:pt idx="1160">
                  <c:v>16-08-2004</c:v>
                </c:pt>
                <c:pt idx="1161">
                  <c:v>17-08-2004</c:v>
                </c:pt>
                <c:pt idx="1162">
                  <c:v>18-08-2004</c:v>
                </c:pt>
                <c:pt idx="1163">
                  <c:v>19-08-2004</c:v>
                </c:pt>
                <c:pt idx="1164">
                  <c:v>20-08-2004</c:v>
                </c:pt>
                <c:pt idx="1165">
                  <c:v>23-08-2004</c:v>
                </c:pt>
                <c:pt idx="1166">
                  <c:v>24-08-2004</c:v>
                </c:pt>
                <c:pt idx="1167">
                  <c:v>25-08-2004</c:v>
                </c:pt>
                <c:pt idx="1168">
                  <c:v>26-08-2004</c:v>
                </c:pt>
                <c:pt idx="1169">
                  <c:v>27-08-2004</c:v>
                </c:pt>
                <c:pt idx="1170">
                  <c:v>30-08-2004</c:v>
                </c:pt>
                <c:pt idx="1171">
                  <c:v>31-08-2004</c:v>
                </c:pt>
                <c:pt idx="1172">
                  <c:v>01-09-2004</c:v>
                </c:pt>
                <c:pt idx="1173">
                  <c:v>02-09-2004</c:v>
                </c:pt>
                <c:pt idx="1174">
                  <c:v>03-09-2004</c:v>
                </c:pt>
                <c:pt idx="1175">
                  <c:v>06-09-2004</c:v>
                </c:pt>
                <c:pt idx="1176">
                  <c:v>07-09-2004</c:v>
                </c:pt>
                <c:pt idx="1177">
                  <c:v>08-09-2004</c:v>
                </c:pt>
                <c:pt idx="1178">
                  <c:v>09-09-2004</c:v>
                </c:pt>
                <c:pt idx="1179">
                  <c:v>10-09-2004</c:v>
                </c:pt>
                <c:pt idx="1180">
                  <c:v>13-09-2004</c:v>
                </c:pt>
                <c:pt idx="1181">
                  <c:v>14-09-2004</c:v>
                </c:pt>
                <c:pt idx="1182">
                  <c:v>15-09-2004</c:v>
                </c:pt>
                <c:pt idx="1183">
                  <c:v>16-09-2004</c:v>
                </c:pt>
                <c:pt idx="1184">
                  <c:v>17-09-2004</c:v>
                </c:pt>
                <c:pt idx="1185">
                  <c:v>20-09-2004</c:v>
                </c:pt>
                <c:pt idx="1186">
                  <c:v>21-09-2004</c:v>
                </c:pt>
                <c:pt idx="1187">
                  <c:v>22-09-2004</c:v>
                </c:pt>
                <c:pt idx="1188">
                  <c:v>23-09-2004</c:v>
                </c:pt>
                <c:pt idx="1189">
                  <c:v>24-09-2004</c:v>
                </c:pt>
                <c:pt idx="1190">
                  <c:v>27-09-2004</c:v>
                </c:pt>
                <c:pt idx="1191">
                  <c:v>28-09-2004</c:v>
                </c:pt>
                <c:pt idx="1192">
                  <c:v>29-09-2004</c:v>
                </c:pt>
                <c:pt idx="1193">
                  <c:v>30-09-2004</c:v>
                </c:pt>
                <c:pt idx="1194">
                  <c:v>01-10-2004</c:v>
                </c:pt>
                <c:pt idx="1195">
                  <c:v>04-10-2004</c:v>
                </c:pt>
                <c:pt idx="1196">
                  <c:v>05-10-2004</c:v>
                </c:pt>
                <c:pt idx="1197">
                  <c:v>06-10-2004</c:v>
                </c:pt>
                <c:pt idx="1198">
                  <c:v>07-10-2004</c:v>
                </c:pt>
                <c:pt idx="1199">
                  <c:v>08-10-2004</c:v>
                </c:pt>
                <c:pt idx="1200">
                  <c:v>09-10-2004</c:v>
                </c:pt>
                <c:pt idx="1201">
                  <c:v>11-10-2004</c:v>
                </c:pt>
                <c:pt idx="1202">
                  <c:v>12-10-2004</c:v>
                </c:pt>
                <c:pt idx="1203">
                  <c:v>14-10-2004</c:v>
                </c:pt>
                <c:pt idx="1204">
                  <c:v>15-10-2004</c:v>
                </c:pt>
                <c:pt idx="1205">
                  <c:v>18-10-2004</c:v>
                </c:pt>
                <c:pt idx="1206">
                  <c:v>19-10-2004</c:v>
                </c:pt>
                <c:pt idx="1207">
                  <c:v>20-10-2004</c:v>
                </c:pt>
                <c:pt idx="1208">
                  <c:v>21-10-2004</c:v>
                </c:pt>
                <c:pt idx="1209">
                  <c:v>25-10-2004</c:v>
                </c:pt>
                <c:pt idx="1210">
                  <c:v>26-10-2004</c:v>
                </c:pt>
                <c:pt idx="1211">
                  <c:v>27-10-2004</c:v>
                </c:pt>
                <c:pt idx="1212">
                  <c:v>28-10-2004</c:v>
                </c:pt>
                <c:pt idx="1213">
                  <c:v>29-10-2004</c:v>
                </c:pt>
                <c:pt idx="1214">
                  <c:v>01-11-2004</c:v>
                </c:pt>
                <c:pt idx="1215">
                  <c:v>02-11-2004</c:v>
                </c:pt>
                <c:pt idx="1216">
                  <c:v>03-11-2004</c:v>
                </c:pt>
                <c:pt idx="1217">
                  <c:v>04-11-2004</c:v>
                </c:pt>
                <c:pt idx="1218">
                  <c:v>05-11-2004</c:v>
                </c:pt>
                <c:pt idx="1219">
                  <c:v>08-11-2004</c:v>
                </c:pt>
                <c:pt idx="1220">
                  <c:v>09-11-2004</c:v>
                </c:pt>
                <c:pt idx="1221">
                  <c:v>10-11-2004</c:v>
                </c:pt>
                <c:pt idx="1222">
                  <c:v>11-11-2004</c:v>
                </c:pt>
                <c:pt idx="1223">
                  <c:v>12-11-2004</c:v>
                </c:pt>
                <c:pt idx="1224">
                  <c:v>16-11-2004</c:v>
                </c:pt>
                <c:pt idx="1225">
                  <c:v>17-11-2004</c:v>
                </c:pt>
                <c:pt idx="1226">
                  <c:v>18-11-2004</c:v>
                </c:pt>
                <c:pt idx="1227">
                  <c:v>19-11-2004</c:v>
                </c:pt>
                <c:pt idx="1228">
                  <c:v>22-11-2004</c:v>
                </c:pt>
                <c:pt idx="1229">
                  <c:v>23-11-2004</c:v>
                </c:pt>
                <c:pt idx="1230">
                  <c:v>24-11-2004</c:v>
                </c:pt>
                <c:pt idx="1231">
                  <c:v>25-11-2004</c:v>
                </c:pt>
                <c:pt idx="1232">
                  <c:v>29-11-2004</c:v>
                </c:pt>
                <c:pt idx="1233">
                  <c:v>30-11-2004</c:v>
                </c:pt>
                <c:pt idx="1234">
                  <c:v>01-12-2004</c:v>
                </c:pt>
                <c:pt idx="1235">
                  <c:v>02-12-2004</c:v>
                </c:pt>
                <c:pt idx="1236">
                  <c:v>03-12-2004</c:v>
                </c:pt>
                <c:pt idx="1237">
                  <c:v>06-12-2004</c:v>
                </c:pt>
                <c:pt idx="1238">
                  <c:v>07-12-2004</c:v>
                </c:pt>
                <c:pt idx="1239">
                  <c:v>08-12-2004</c:v>
                </c:pt>
                <c:pt idx="1240">
                  <c:v>09-12-2004</c:v>
                </c:pt>
                <c:pt idx="1241">
                  <c:v>10-12-2004</c:v>
                </c:pt>
                <c:pt idx="1242">
                  <c:v>13-12-2004</c:v>
                </c:pt>
                <c:pt idx="1243">
                  <c:v>14-12-2004</c:v>
                </c:pt>
                <c:pt idx="1244">
                  <c:v>15-12-2004</c:v>
                </c:pt>
                <c:pt idx="1245">
                  <c:v>16-12-2004</c:v>
                </c:pt>
                <c:pt idx="1246">
                  <c:v>17-12-2004</c:v>
                </c:pt>
                <c:pt idx="1247">
                  <c:v>20-12-2004</c:v>
                </c:pt>
                <c:pt idx="1248">
                  <c:v>21-12-2004</c:v>
                </c:pt>
                <c:pt idx="1249">
                  <c:v>22-12-2004</c:v>
                </c:pt>
                <c:pt idx="1250">
                  <c:v>23-12-2004</c:v>
                </c:pt>
                <c:pt idx="1251">
                  <c:v>24-12-2004</c:v>
                </c:pt>
                <c:pt idx="1252">
                  <c:v>27-12-2004</c:v>
                </c:pt>
                <c:pt idx="1253">
                  <c:v>28-12-2004</c:v>
                </c:pt>
                <c:pt idx="1254">
                  <c:v>29-12-2004</c:v>
                </c:pt>
                <c:pt idx="1255">
                  <c:v>30-12-2004</c:v>
                </c:pt>
                <c:pt idx="1256">
                  <c:v>31-12-2004</c:v>
                </c:pt>
                <c:pt idx="1257">
                  <c:v>03-01-2005</c:v>
                </c:pt>
                <c:pt idx="1258">
                  <c:v>04-01-2005</c:v>
                </c:pt>
                <c:pt idx="1259">
                  <c:v>05-01-2005</c:v>
                </c:pt>
                <c:pt idx="1260">
                  <c:v>06-01-2005</c:v>
                </c:pt>
                <c:pt idx="1261">
                  <c:v>07-01-2005</c:v>
                </c:pt>
                <c:pt idx="1262">
                  <c:v>10-01-2005</c:v>
                </c:pt>
                <c:pt idx="1263">
                  <c:v>11-01-2005</c:v>
                </c:pt>
                <c:pt idx="1264">
                  <c:v>12-01-2005</c:v>
                </c:pt>
                <c:pt idx="1265">
                  <c:v>13-01-2005</c:v>
                </c:pt>
                <c:pt idx="1266">
                  <c:v>14-01-2005</c:v>
                </c:pt>
                <c:pt idx="1267">
                  <c:v>17-01-2005</c:v>
                </c:pt>
                <c:pt idx="1268">
                  <c:v>18-01-2005</c:v>
                </c:pt>
                <c:pt idx="1269">
                  <c:v>19-01-2005</c:v>
                </c:pt>
                <c:pt idx="1270">
                  <c:v>20-01-2005</c:v>
                </c:pt>
                <c:pt idx="1271">
                  <c:v>24-01-2005</c:v>
                </c:pt>
                <c:pt idx="1272">
                  <c:v>25-01-2005</c:v>
                </c:pt>
                <c:pt idx="1273">
                  <c:v>27-01-2005</c:v>
                </c:pt>
                <c:pt idx="1274">
                  <c:v>28-01-2005</c:v>
                </c:pt>
                <c:pt idx="1275">
                  <c:v>31-01-2005</c:v>
                </c:pt>
                <c:pt idx="1276">
                  <c:v>01-02-2005</c:v>
                </c:pt>
                <c:pt idx="1277">
                  <c:v>02-02-2005</c:v>
                </c:pt>
                <c:pt idx="1278">
                  <c:v>03-02-2005</c:v>
                </c:pt>
                <c:pt idx="1279">
                  <c:v>04-02-2005</c:v>
                </c:pt>
                <c:pt idx="1280">
                  <c:v>07-02-2005</c:v>
                </c:pt>
                <c:pt idx="1281">
                  <c:v>08-02-2005</c:v>
                </c:pt>
                <c:pt idx="1282">
                  <c:v>09-02-2005</c:v>
                </c:pt>
                <c:pt idx="1283">
                  <c:v>10-02-2005</c:v>
                </c:pt>
                <c:pt idx="1284">
                  <c:v>11-02-2005</c:v>
                </c:pt>
                <c:pt idx="1285">
                  <c:v>14-02-2005</c:v>
                </c:pt>
                <c:pt idx="1286">
                  <c:v>15-02-2005</c:v>
                </c:pt>
                <c:pt idx="1287">
                  <c:v>16-02-2005</c:v>
                </c:pt>
                <c:pt idx="1288">
                  <c:v>17-02-2005</c:v>
                </c:pt>
                <c:pt idx="1289">
                  <c:v>18-02-2005</c:v>
                </c:pt>
                <c:pt idx="1290">
                  <c:v>21-02-2005</c:v>
                </c:pt>
                <c:pt idx="1291">
                  <c:v>22-02-2005</c:v>
                </c:pt>
                <c:pt idx="1292">
                  <c:v>23-02-2005</c:v>
                </c:pt>
                <c:pt idx="1293">
                  <c:v>24-02-2005</c:v>
                </c:pt>
                <c:pt idx="1294">
                  <c:v>25-02-2005</c:v>
                </c:pt>
                <c:pt idx="1295">
                  <c:v>28-02-2005</c:v>
                </c:pt>
                <c:pt idx="1296">
                  <c:v>01-03-2005</c:v>
                </c:pt>
                <c:pt idx="1297">
                  <c:v>02-03-2005</c:v>
                </c:pt>
                <c:pt idx="1298">
                  <c:v>03-03-2005</c:v>
                </c:pt>
                <c:pt idx="1299">
                  <c:v>04-03-2005</c:v>
                </c:pt>
                <c:pt idx="1300">
                  <c:v>07-03-2005</c:v>
                </c:pt>
                <c:pt idx="1301">
                  <c:v>08-03-2005</c:v>
                </c:pt>
                <c:pt idx="1302">
                  <c:v>09-03-2005</c:v>
                </c:pt>
                <c:pt idx="1303">
                  <c:v>10-03-2005</c:v>
                </c:pt>
                <c:pt idx="1304">
                  <c:v>11-03-2005</c:v>
                </c:pt>
                <c:pt idx="1305">
                  <c:v>14-03-2005</c:v>
                </c:pt>
                <c:pt idx="1306">
                  <c:v>15-03-2005</c:v>
                </c:pt>
                <c:pt idx="1307">
                  <c:v>16-03-2005</c:v>
                </c:pt>
                <c:pt idx="1308">
                  <c:v>17-03-2005</c:v>
                </c:pt>
                <c:pt idx="1309">
                  <c:v>18-03-2005</c:v>
                </c:pt>
                <c:pt idx="1310">
                  <c:v>21-03-2005</c:v>
                </c:pt>
                <c:pt idx="1311">
                  <c:v>22-03-2005</c:v>
                </c:pt>
                <c:pt idx="1312">
                  <c:v>23-03-2005</c:v>
                </c:pt>
                <c:pt idx="1313">
                  <c:v>24-03-2005</c:v>
                </c:pt>
                <c:pt idx="1314">
                  <c:v>28-03-2005</c:v>
                </c:pt>
                <c:pt idx="1315">
                  <c:v>29-03-2005</c:v>
                </c:pt>
                <c:pt idx="1316">
                  <c:v>30-03-2005</c:v>
                </c:pt>
                <c:pt idx="1317">
                  <c:v>31-03-2005</c:v>
                </c:pt>
                <c:pt idx="1318">
                  <c:v>01-04-2005</c:v>
                </c:pt>
                <c:pt idx="1319">
                  <c:v>04-04-2005</c:v>
                </c:pt>
                <c:pt idx="1320">
                  <c:v>05-04-2005</c:v>
                </c:pt>
                <c:pt idx="1321">
                  <c:v>06-04-2005</c:v>
                </c:pt>
                <c:pt idx="1322">
                  <c:v>07-04-2005</c:v>
                </c:pt>
                <c:pt idx="1323">
                  <c:v>08-04-2005</c:v>
                </c:pt>
                <c:pt idx="1324">
                  <c:v>11-04-2005</c:v>
                </c:pt>
                <c:pt idx="1325">
                  <c:v>12-04-2005</c:v>
                </c:pt>
                <c:pt idx="1326">
                  <c:v>13-04-2005</c:v>
                </c:pt>
                <c:pt idx="1327">
                  <c:v>15-04-2005</c:v>
                </c:pt>
                <c:pt idx="1328">
                  <c:v>18-04-2005</c:v>
                </c:pt>
                <c:pt idx="1329">
                  <c:v>19-04-2005</c:v>
                </c:pt>
                <c:pt idx="1330">
                  <c:v>20-04-2005</c:v>
                </c:pt>
                <c:pt idx="1331">
                  <c:v>21-04-2005</c:v>
                </c:pt>
                <c:pt idx="1332">
                  <c:v>22-04-2005</c:v>
                </c:pt>
                <c:pt idx="1333">
                  <c:v>25-04-2005</c:v>
                </c:pt>
                <c:pt idx="1334">
                  <c:v>26-04-2005</c:v>
                </c:pt>
                <c:pt idx="1335">
                  <c:v>27-04-2005</c:v>
                </c:pt>
                <c:pt idx="1336">
                  <c:v>28-04-2005</c:v>
                </c:pt>
                <c:pt idx="1337">
                  <c:v>29-04-2005</c:v>
                </c:pt>
                <c:pt idx="1338">
                  <c:v>02-05-2005</c:v>
                </c:pt>
                <c:pt idx="1339">
                  <c:v>03-05-2005</c:v>
                </c:pt>
                <c:pt idx="1340">
                  <c:v>04-05-2005</c:v>
                </c:pt>
                <c:pt idx="1341">
                  <c:v>05-05-2005</c:v>
                </c:pt>
                <c:pt idx="1342">
                  <c:v>06-05-2005</c:v>
                </c:pt>
                <c:pt idx="1343">
                  <c:v>09-05-2005</c:v>
                </c:pt>
                <c:pt idx="1344">
                  <c:v>10-05-2005</c:v>
                </c:pt>
                <c:pt idx="1345">
                  <c:v>11-05-2005</c:v>
                </c:pt>
                <c:pt idx="1346">
                  <c:v>12-05-2005</c:v>
                </c:pt>
                <c:pt idx="1347">
                  <c:v>13-05-2005</c:v>
                </c:pt>
                <c:pt idx="1348">
                  <c:v>16-05-2005</c:v>
                </c:pt>
                <c:pt idx="1349">
                  <c:v>17-05-2005</c:v>
                </c:pt>
                <c:pt idx="1350">
                  <c:v>18-05-2005</c:v>
                </c:pt>
                <c:pt idx="1351">
                  <c:v>19-05-2005</c:v>
                </c:pt>
                <c:pt idx="1352">
                  <c:v>20-05-2005</c:v>
                </c:pt>
                <c:pt idx="1353">
                  <c:v>23-05-2005</c:v>
                </c:pt>
                <c:pt idx="1354">
                  <c:v>24-05-2005</c:v>
                </c:pt>
                <c:pt idx="1355">
                  <c:v>25-05-2005</c:v>
                </c:pt>
                <c:pt idx="1356">
                  <c:v>26-05-2005</c:v>
                </c:pt>
                <c:pt idx="1357">
                  <c:v>27-05-2005</c:v>
                </c:pt>
                <c:pt idx="1358">
                  <c:v>30-05-2005</c:v>
                </c:pt>
                <c:pt idx="1359">
                  <c:v>31-05-2005</c:v>
                </c:pt>
                <c:pt idx="1360">
                  <c:v>01-06-2005</c:v>
                </c:pt>
                <c:pt idx="1361">
                  <c:v>02-06-2005</c:v>
                </c:pt>
                <c:pt idx="1362">
                  <c:v>03-06-2005</c:v>
                </c:pt>
                <c:pt idx="1363">
                  <c:v>04-06-2005</c:v>
                </c:pt>
                <c:pt idx="1364">
                  <c:v>06-06-2005</c:v>
                </c:pt>
                <c:pt idx="1365">
                  <c:v>07-06-2005</c:v>
                </c:pt>
                <c:pt idx="1366">
                  <c:v>08-06-2005</c:v>
                </c:pt>
                <c:pt idx="1367">
                  <c:v>09-06-2005</c:v>
                </c:pt>
                <c:pt idx="1368">
                  <c:v>10-06-2005</c:v>
                </c:pt>
                <c:pt idx="1369">
                  <c:v>13-06-2005</c:v>
                </c:pt>
                <c:pt idx="1370">
                  <c:v>14-06-2005</c:v>
                </c:pt>
                <c:pt idx="1371">
                  <c:v>15-06-2005</c:v>
                </c:pt>
                <c:pt idx="1372">
                  <c:v>16-06-2005</c:v>
                </c:pt>
                <c:pt idx="1373">
                  <c:v>17-06-2005</c:v>
                </c:pt>
                <c:pt idx="1374">
                  <c:v>20-06-2005</c:v>
                </c:pt>
                <c:pt idx="1375">
                  <c:v>21-06-2005</c:v>
                </c:pt>
                <c:pt idx="1376">
                  <c:v>22-06-2005</c:v>
                </c:pt>
                <c:pt idx="1377">
                  <c:v>23-06-2005</c:v>
                </c:pt>
                <c:pt idx="1378">
                  <c:v>24-06-2005</c:v>
                </c:pt>
                <c:pt idx="1379">
                  <c:v>27-06-2005</c:v>
                </c:pt>
                <c:pt idx="1380">
                  <c:v>28-06-2005</c:v>
                </c:pt>
                <c:pt idx="1381">
                  <c:v>29-06-2005</c:v>
                </c:pt>
                <c:pt idx="1382">
                  <c:v>30-06-2005</c:v>
                </c:pt>
                <c:pt idx="1383">
                  <c:v>01-07-2005</c:v>
                </c:pt>
                <c:pt idx="1384">
                  <c:v>04-07-2005</c:v>
                </c:pt>
                <c:pt idx="1385">
                  <c:v>05-07-2005</c:v>
                </c:pt>
                <c:pt idx="1386">
                  <c:v>06-07-2005</c:v>
                </c:pt>
                <c:pt idx="1387">
                  <c:v>07-07-2005</c:v>
                </c:pt>
                <c:pt idx="1388">
                  <c:v>08-07-2005</c:v>
                </c:pt>
                <c:pt idx="1389">
                  <c:v>11-07-2005</c:v>
                </c:pt>
                <c:pt idx="1390">
                  <c:v>12-07-2005</c:v>
                </c:pt>
                <c:pt idx="1391">
                  <c:v>13-07-2005</c:v>
                </c:pt>
                <c:pt idx="1392">
                  <c:v>14-07-2005</c:v>
                </c:pt>
                <c:pt idx="1393">
                  <c:v>15-07-2005</c:v>
                </c:pt>
                <c:pt idx="1394">
                  <c:v>18-07-2005</c:v>
                </c:pt>
                <c:pt idx="1395">
                  <c:v>19-07-2005</c:v>
                </c:pt>
                <c:pt idx="1396">
                  <c:v>20-07-2005</c:v>
                </c:pt>
                <c:pt idx="1397">
                  <c:v>21-07-2005</c:v>
                </c:pt>
                <c:pt idx="1398">
                  <c:v>22-07-2005</c:v>
                </c:pt>
                <c:pt idx="1399">
                  <c:v>25-07-2005</c:v>
                </c:pt>
                <c:pt idx="1400">
                  <c:v>26-07-2005</c:v>
                </c:pt>
                <c:pt idx="1401">
                  <c:v>27-07-2005</c:v>
                </c:pt>
                <c:pt idx="1402">
                  <c:v>29-07-2005</c:v>
                </c:pt>
                <c:pt idx="1403">
                  <c:v>01-08-2005</c:v>
                </c:pt>
                <c:pt idx="1404">
                  <c:v>02-08-2005</c:v>
                </c:pt>
                <c:pt idx="1405">
                  <c:v>03-08-2005</c:v>
                </c:pt>
                <c:pt idx="1406">
                  <c:v>04-08-2005</c:v>
                </c:pt>
                <c:pt idx="1407">
                  <c:v>05-08-2005</c:v>
                </c:pt>
                <c:pt idx="1408">
                  <c:v>08-08-2005</c:v>
                </c:pt>
                <c:pt idx="1409">
                  <c:v>09-08-2005</c:v>
                </c:pt>
                <c:pt idx="1410">
                  <c:v>10-08-2005</c:v>
                </c:pt>
                <c:pt idx="1411">
                  <c:v>11-08-2005</c:v>
                </c:pt>
                <c:pt idx="1412">
                  <c:v>12-08-2005</c:v>
                </c:pt>
                <c:pt idx="1413">
                  <c:v>16-08-2005</c:v>
                </c:pt>
                <c:pt idx="1414">
                  <c:v>17-08-2005</c:v>
                </c:pt>
                <c:pt idx="1415">
                  <c:v>18-08-2005</c:v>
                </c:pt>
                <c:pt idx="1416">
                  <c:v>19-08-2005</c:v>
                </c:pt>
                <c:pt idx="1417">
                  <c:v>22-08-2005</c:v>
                </c:pt>
                <c:pt idx="1418">
                  <c:v>23-08-2005</c:v>
                </c:pt>
                <c:pt idx="1419">
                  <c:v>24-08-2005</c:v>
                </c:pt>
                <c:pt idx="1420">
                  <c:v>25-08-2005</c:v>
                </c:pt>
                <c:pt idx="1421">
                  <c:v>26-08-2005</c:v>
                </c:pt>
                <c:pt idx="1422">
                  <c:v>29-08-2005</c:v>
                </c:pt>
                <c:pt idx="1423">
                  <c:v>30-08-2005</c:v>
                </c:pt>
                <c:pt idx="1424">
                  <c:v>31-08-2005</c:v>
                </c:pt>
                <c:pt idx="1425">
                  <c:v>01-09-2005</c:v>
                </c:pt>
                <c:pt idx="1426">
                  <c:v>02-09-2005</c:v>
                </c:pt>
                <c:pt idx="1427">
                  <c:v>05-09-2005</c:v>
                </c:pt>
                <c:pt idx="1428">
                  <c:v>06-09-2005</c:v>
                </c:pt>
                <c:pt idx="1429">
                  <c:v>08-09-2005</c:v>
                </c:pt>
                <c:pt idx="1430">
                  <c:v>09-09-2005</c:v>
                </c:pt>
                <c:pt idx="1431">
                  <c:v>12-09-2005</c:v>
                </c:pt>
                <c:pt idx="1432">
                  <c:v>13-09-2005</c:v>
                </c:pt>
                <c:pt idx="1433">
                  <c:v>14-09-2005</c:v>
                </c:pt>
                <c:pt idx="1434">
                  <c:v>15-09-2005</c:v>
                </c:pt>
                <c:pt idx="1435">
                  <c:v>16-09-2005</c:v>
                </c:pt>
                <c:pt idx="1436">
                  <c:v>19-09-2005</c:v>
                </c:pt>
                <c:pt idx="1437">
                  <c:v>20-09-2005</c:v>
                </c:pt>
                <c:pt idx="1438">
                  <c:v>21-09-2005</c:v>
                </c:pt>
                <c:pt idx="1439">
                  <c:v>22-09-2005</c:v>
                </c:pt>
                <c:pt idx="1440">
                  <c:v>23-09-2005</c:v>
                </c:pt>
                <c:pt idx="1441">
                  <c:v>26-09-2005</c:v>
                </c:pt>
                <c:pt idx="1442">
                  <c:v>27-09-2005</c:v>
                </c:pt>
                <c:pt idx="1443">
                  <c:v>28-09-2005</c:v>
                </c:pt>
                <c:pt idx="1444">
                  <c:v>29-09-2005</c:v>
                </c:pt>
                <c:pt idx="1445">
                  <c:v>30-09-2005</c:v>
                </c:pt>
                <c:pt idx="1446">
                  <c:v>03-10-2005</c:v>
                </c:pt>
                <c:pt idx="1447">
                  <c:v>04-10-2005</c:v>
                </c:pt>
                <c:pt idx="1448">
                  <c:v>05-10-2005</c:v>
                </c:pt>
                <c:pt idx="1449">
                  <c:v>06-10-2005</c:v>
                </c:pt>
                <c:pt idx="1450">
                  <c:v>07-10-2005</c:v>
                </c:pt>
                <c:pt idx="1451">
                  <c:v>10-10-2005</c:v>
                </c:pt>
                <c:pt idx="1452">
                  <c:v>11-10-2005</c:v>
                </c:pt>
                <c:pt idx="1453">
                  <c:v>13-10-2005</c:v>
                </c:pt>
                <c:pt idx="1454">
                  <c:v>14-10-2005</c:v>
                </c:pt>
                <c:pt idx="1455">
                  <c:v>17-10-2005</c:v>
                </c:pt>
                <c:pt idx="1456">
                  <c:v>18-10-2005</c:v>
                </c:pt>
                <c:pt idx="1457">
                  <c:v>19-10-2005</c:v>
                </c:pt>
                <c:pt idx="1458">
                  <c:v>20-10-2005</c:v>
                </c:pt>
                <c:pt idx="1459">
                  <c:v>21-10-2005</c:v>
                </c:pt>
                <c:pt idx="1460">
                  <c:v>24-10-2005</c:v>
                </c:pt>
                <c:pt idx="1461">
                  <c:v>25-10-2005</c:v>
                </c:pt>
                <c:pt idx="1462">
                  <c:v>26-10-2005</c:v>
                </c:pt>
                <c:pt idx="1463">
                  <c:v>27-10-2005</c:v>
                </c:pt>
                <c:pt idx="1464">
                  <c:v>28-10-2005</c:v>
                </c:pt>
                <c:pt idx="1465">
                  <c:v>31-10-2005</c:v>
                </c:pt>
                <c:pt idx="1466">
                  <c:v>01-11-2005</c:v>
                </c:pt>
                <c:pt idx="1467">
                  <c:v>02-11-2005</c:v>
                </c:pt>
                <c:pt idx="1468">
                  <c:v>07-11-2005</c:v>
                </c:pt>
                <c:pt idx="1469">
                  <c:v>08-11-2005</c:v>
                </c:pt>
                <c:pt idx="1470">
                  <c:v>09-11-2005</c:v>
                </c:pt>
                <c:pt idx="1471">
                  <c:v>10-11-2005</c:v>
                </c:pt>
                <c:pt idx="1472">
                  <c:v>11-11-2005</c:v>
                </c:pt>
                <c:pt idx="1473">
                  <c:v>14-11-2005</c:v>
                </c:pt>
                <c:pt idx="1474">
                  <c:v>16-11-2005</c:v>
                </c:pt>
                <c:pt idx="1475">
                  <c:v>17-11-2005</c:v>
                </c:pt>
                <c:pt idx="1476">
                  <c:v>18-11-2005</c:v>
                </c:pt>
                <c:pt idx="1477">
                  <c:v>21-11-2005</c:v>
                </c:pt>
                <c:pt idx="1478">
                  <c:v>22-11-2005</c:v>
                </c:pt>
                <c:pt idx="1479">
                  <c:v>23-11-2005</c:v>
                </c:pt>
                <c:pt idx="1480">
                  <c:v>24-11-2005</c:v>
                </c:pt>
                <c:pt idx="1481">
                  <c:v>25-11-2005</c:v>
                </c:pt>
                <c:pt idx="1482">
                  <c:v>26-11-2005</c:v>
                </c:pt>
                <c:pt idx="1483">
                  <c:v>28-11-2005</c:v>
                </c:pt>
                <c:pt idx="1484">
                  <c:v>29-11-2005</c:v>
                </c:pt>
                <c:pt idx="1485">
                  <c:v>30-11-2005</c:v>
                </c:pt>
                <c:pt idx="1486">
                  <c:v>01-12-2005</c:v>
                </c:pt>
                <c:pt idx="1487">
                  <c:v>02-12-2005</c:v>
                </c:pt>
                <c:pt idx="1488">
                  <c:v>05-12-2005</c:v>
                </c:pt>
                <c:pt idx="1489">
                  <c:v>06-12-2005</c:v>
                </c:pt>
                <c:pt idx="1490">
                  <c:v>07-12-2005</c:v>
                </c:pt>
                <c:pt idx="1491">
                  <c:v>08-12-2005</c:v>
                </c:pt>
                <c:pt idx="1492">
                  <c:v>09-12-2005</c:v>
                </c:pt>
                <c:pt idx="1493">
                  <c:v>12-12-2005</c:v>
                </c:pt>
                <c:pt idx="1494">
                  <c:v>13-12-2005</c:v>
                </c:pt>
                <c:pt idx="1495">
                  <c:v>14-12-2005</c:v>
                </c:pt>
                <c:pt idx="1496">
                  <c:v>15-12-2005</c:v>
                </c:pt>
                <c:pt idx="1497">
                  <c:v>16-12-2005</c:v>
                </c:pt>
                <c:pt idx="1498">
                  <c:v>19-12-2005</c:v>
                </c:pt>
                <c:pt idx="1499">
                  <c:v>20-12-2005</c:v>
                </c:pt>
                <c:pt idx="1500">
                  <c:v>21-12-2005</c:v>
                </c:pt>
                <c:pt idx="1501">
                  <c:v>22-12-2005</c:v>
                </c:pt>
                <c:pt idx="1502">
                  <c:v>23-12-2005</c:v>
                </c:pt>
                <c:pt idx="1503">
                  <c:v>26-12-2005</c:v>
                </c:pt>
                <c:pt idx="1504">
                  <c:v>27-12-2005</c:v>
                </c:pt>
                <c:pt idx="1505">
                  <c:v>28-12-2005</c:v>
                </c:pt>
                <c:pt idx="1506">
                  <c:v>29-12-2005</c:v>
                </c:pt>
                <c:pt idx="1507">
                  <c:v>30-12-2005</c:v>
                </c:pt>
                <c:pt idx="1508">
                  <c:v>02-01-2006</c:v>
                </c:pt>
                <c:pt idx="1509">
                  <c:v>03-01-2006</c:v>
                </c:pt>
                <c:pt idx="1510">
                  <c:v>04-01-2006</c:v>
                </c:pt>
                <c:pt idx="1511">
                  <c:v>05-01-2006</c:v>
                </c:pt>
                <c:pt idx="1512">
                  <c:v>06-01-2006</c:v>
                </c:pt>
                <c:pt idx="1513">
                  <c:v>09-01-2006</c:v>
                </c:pt>
                <c:pt idx="1514">
                  <c:v>10-01-2006</c:v>
                </c:pt>
                <c:pt idx="1515">
                  <c:v>12-01-2006</c:v>
                </c:pt>
                <c:pt idx="1516">
                  <c:v>13-01-2006</c:v>
                </c:pt>
                <c:pt idx="1517">
                  <c:v>16-01-2006</c:v>
                </c:pt>
                <c:pt idx="1518">
                  <c:v>17-01-2006</c:v>
                </c:pt>
                <c:pt idx="1519">
                  <c:v>18-01-2006</c:v>
                </c:pt>
                <c:pt idx="1520">
                  <c:v>19-01-2006</c:v>
                </c:pt>
                <c:pt idx="1521">
                  <c:v>20-01-2006</c:v>
                </c:pt>
                <c:pt idx="1522">
                  <c:v>23-01-2006</c:v>
                </c:pt>
                <c:pt idx="1523">
                  <c:v>24-01-2006</c:v>
                </c:pt>
                <c:pt idx="1524">
                  <c:v>25-01-2006</c:v>
                </c:pt>
                <c:pt idx="1525">
                  <c:v>27-01-2006</c:v>
                </c:pt>
                <c:pt idx="1526">
                  <c:v>30-01-2006</c:v>
                </c:pt>
                <c:pt idx="1527">
                  <c:v>31-01-2006</c:v>
                </c:pt>
                <c:pt idx="1528">
                  <c:v>01-02-2006</c:v>
                </c:pt>
                <c:pt idx="1529">
                  <c:v>02-02-2006</c:v>
                </c:pt>
                <c:pt idx="1530">
                  <c:v>03-02-2006</c:v>
                </c:pt>
                <c:pt idx="1531">
                  <c:v>06-02-2006</c:v>
                </c:pt>
                <c:pt idx="1532">
                  <c:v>07-02-2006</c:v>
                </c:pt>
                <c:pt idx="1533">
                  <c:v>08-02-2006</c:v>
                </c:pt>
                <c:pt idx="1534">
                  <c:v>10-02-2006</c:v>
                </c:pt>
                <c:pt idx="1535">
                  <c:v>13-02-2006</c:v>
                </c:pt>
                <c:pt idx="1536">
                  <c:v>14-02-2006</c:v>
                </c:pt>
                <c:pt idx="1537">
                  <c:v>15-02-2006</c:v>
                </c:pt>
                <c:pt idx="1538">
                  <c:v>16-02-2006</c:v>
                </c:pt>
                <c:pt idx="1539">
                  <c:v>17-02-2006</c:v>
                </c:pt>
                <c:pt idx="1540">
                  <c:v>20-02-2006</c:v>
                </c:pt>
                <c:pt idx="1541">
                  <c:v>21-02-2006</c:v>
                </c:pt>
                <c:pt idx="1542">
                  <c:v>22-02-2006</c:v>
                </c:pt>
                <c:pt idx="1543">
                  <c:v>23-02-2006</c:v>
                </c:pt>
                <c:pt idx="1544">
                  <c:v>24-02-2006</c:v>
                </c:pt>
                <c:pt idx="1545">
                  <c:v>27-02-2006</c:v>
                </c:pt>
                <c:pt idx="1546">
                  <c:v>28-02-2006</c:v>
                </c:pt>
                <c:pt idx="1547">
                  <c:v>01-03-2006</c:v>
                </c:pt>
                <c:pt idx="1548">
                  <c:v>02-03-2006</c:v>
                </c:pt>
                <c:pt idx="1549">
                  <c:v>03-03-2006</c:v>
                </c:pt>
                <c:pt idx="1550">
                  <c:v>06-03-2006</c:v>
                </c:pt>
                <c:pt idx="1551">
                  <c:v>07-03-2006</c:v>
                </c:pt>
                <c:pt idx="1552">
                  <c:v>08-03-2006</c:v>
                </c:pt>
                <c:pt idx="1553">
                  <c:v>09-03-2006</c:v>
                </c:pt>
                <c:pt idx="1554">
                  <c:v>10-03-2006</c:v>
                </c:pt>
                <c:pt idx="1555">
                  <c:v>13-03-2006</c:v>
                </c:pt>
                <c:pt idx="1556">
                  <c:v>14-03-2006</c:v>
                </c:pt>
                <c:pt idx="1557">
                  <c:v>16-03-2006</c:v>
                </c:pt>
                <c:pt idx="1558">
                  <c:v>17-03-2006</c:v>
                </c:pt>
                <c:pt idx="1559">
                  <c:v>20-03-2006</c:v>
                </c:pt>
                <c:pt idx="1560">
                  <c:v>21-03-2006</c:v>
                </c:pt>
                <c:pt idx="1561">
                  <c:v>22-03-2006</c:v>
                </c:pt>
                <c:pt idx="1562">
                  <c:v>23-03-2006</c:v>
                </c:pt>
                <c:pt idx="1563">
                  <c:v>24-03-2006</c:v>
                </c:pt>
                <c:pt idx="1564">
                  <c:v>27-03-2006</c:v>
                </c:pt>
                <c:pt idx="1565">
                  <c:v>28-03-2006</c:v>
                </c:pt>
                <c:pt idx="1566">
                  <c:v>29-03-2006</c:v>
                </c:pt>
                <c:pt idx="1567">
                  <c:v>30-03-2006</c:v>
                </c:pt>
                <c:pt idx="1568">
                  <c:v>31-03-2006</c:v>
                </c:pt>
                <c:pt idx="1569">
                  <c:v>03-04-2006</c:v>
                </c:pt>
                <c:pt idx="1570">
                  <c:v>04-04-2006</c:v>
                </c:pt>
                <c:pt idx="1571">
                  <c:v>05-04-2006</c:v>
                </c:pt>
                <c:pt idx="1572">
                  <c:v>07-04-2006</c:v>
                </c:pt>
                <c:pt idx="1573">
                  <c:v>10-04-2006</c:v>
                </c:pt>
                <c:pt idx="1574">
                  <c:v>12-04-2006</c:v>
                </c:pt>
                <c:pt idx="1575">
                  <c:v>13-04-2006</c:v>
                </c:pt>
                <c:pt idx="1576">
                  <c:v>17-04-2006</c:v>
                </c:pt>
                <c:pt idx="1577">
                  <c:v>18-04-2006</c:v>
                </c:pt>
                <c:pt idx="1578">
                  <c:v>19-04-2006</c:v>
                </c:pt>
                <c:pt idx="1579">
                  <c:v>20-04-2006</c:v>
                </c:pt>
                <c:pt idx="1580">
                  <c:v>21-04-2006</c:v>
                </c:pt>
                <c:pt idx="1581">
                  <c:v>24-04-2006</c:v>
                </c:pt>
                <c:pt idx="1582">
                  <c:v>25-04-2006</c:v>
                </c:pt>
                <c:pt idx="1583">
                  <c:v>26-04-2006</c:v>
                </c:pt>
                <c:pt idx="1584">
                  <c:v>27-04-2006</c:v>
                </c:pt>
                <c:pt idx="1585">
                  <c:v>28-04-2006</c:v>
                </c:pt>
                <c:pt idx="1586">
                  <c:v>29-04-2006</c:v>
                </c:pt>
                <c:pt idx="1587">
                  <c:v>02-05-2006</c:v>
                </c:pt>
                <c:pt idx="1588">
                  <c:v>03-05-2006</c:v>
                </c:pt>
                <c:pt idx="1589">
                  <c:v>04-05-2006</c:v>
                </c:pt>
                <c:pt idx="1590">
                  <c:v>05-05-2006</c:v>
                </c:pt>
                <c:pt idx="1591">
                  <c:v>08-05-2006</c:v>
                </c:pt>
                <c:pt idx="1592">
                  <c:v>09-05-2006</c:v>
                </c:pt>
                <c:pt idx="1593">
                  <c:v>10-05-2006</c:v>
                </c:pt>
                <c:pt idx="1594">
                  <c:v>11-05-2006</c:v>
                </c:pt>
                <c:pt idx="1595">
                  <c:v>12-05-2006</c:v>
                </c:pt>
                <c:pt idx="1596">
                  <c:v>15-05-2006</c:v>
                </c:pt>
                <c:pt idx="1597">
                  <c:v>16-05-2006</c:v>
                </c:pt>
                <c:pt idx="1598">
                  <c:v>17-05-2006</c:v>
                </c:pt>
                <c:pt idx="1599">
                  <c:v>18-05-2006</c:v>
                </c:pt>
                <c:pt idx="1600">
                  <c:v>19-05-2006</c:v>
                </c:pt>
                <c:pt idx="1601">
                  <c:v>22-05-2006</c:v>
                </c:pt>
                <c:pt idx="1602">
                  <c:v>23-05-2006</c:v>
                </c:pt>
                <c:pt idx="1603">
                  <c:v>24-05-2006</c:v>
                </c:pt>
                <c:pt idx="1604">
                  <c:v>25-05-2006</c:v>
                </c:pt>
                <c:pt idx="1605">
                  <c:v>26-05-2006</c:v>
                </c:pt>
                <c:pt idx="1606">
                  <c:v>29-05-2006</c:v>
                </c:pt>
                <c:pt idx="1607">
                  <c:v>30-05-2006</c:v>
                </c:pt>
                <c:pt idx="1608">
                  <c:v>31-05-2006</c:v>
                </c:pt>
                <c:pt idx="1609">
                  <c:v>01-06-2006</c:v>
                </c:pt>
                <c:pt idx="1610">
                  <c:v>02-06-2006</c:v>
                </c:pt>
                <c:pt idx="1611">
                  <c:v>05-06-2006</c:v>
                </c:pt>
                <c:pt idx="1612">
                  <c:v>06-06-2006</c:v>
                </c:pt>
                <c:pt idx="1613">
                  <c:v>07-06-2006</c:v>
                </c:pt>
                <c:pt idx="1614">
                  <c:v>08-06-2006</c:v>
                </c:pt>
                <c:pt idx="1615">
                  <c:v>09-06-2006</c:v>
                </c:pt>
                <c:pt idx="1616">
                  <c:v>12-06-2006</c:v>
                </c:pt>
                <c:pt idx="1617">
                  <c:v>13-06-2006</c:v>
                </c:pt>
                <c:pt idx="1618">
                  <c:v>14-06-2006</c:v>
                </c:pt>
                <c:pt idx="1619">
                  <c:v>15-06-2006</c:v>
                </c:pt>
                <c:pt idx="1620">
                  <c:v>16-06-2006</c:v>
                </c:pt>
                <c:pt idx="1621">
                  <c:v>19-06-2006</c:v>
                </c:pt>
                <c:pt idx="1622">
                  <c:v>20-06-2006</c:v>
                </c:pt>
                <c:pt idx="1623">
                  <c:v>21-06-2006</c:v>
                </c:pt>
                <c:pt idx="1624">
                  <c:v>22-06-2006</c:v>
                </c:pt>
                <c:pt idx="1625">
                  <c:v>23-06-2006</c:v>
                </c:pt>
                <c:pt idx="1626">
                  <c:v>25-06-2006</c:v>
                </c:pt>
                <c:pt idx="1627">
                  <c:v>26-06-2006</c:v>
                </c:pt>
                <c:pt idx="1628">
                  <c:v>27-06-2006</c:v>
                </c:pt>
                <c:pt idx="1629">
                  <c:v>28-06-2006</c:v>
                </c:pt>
                <c:pt idx="1630">
                  <c:v>29-06-2006</c:v>
                </c:pt>
                <c:pt idx="1631">
                  <c:v>30-06-2006</c:v>
                </c:pt>
                <c:pt idx="1632">
                  <c:v>03-07-2006</c:v>
                </c:pt>
                <c:pt idx="1633">
                  <c:v>04-07-2006</c:v>
                </c:pt>
                <c:pt idx="1634">
                  <c:v>05-07-2006</c:v>
                </c:pt>
                <c:pt idx="1635">
                  <c:v>06-07-2006</c:v>
                </c:pt>
                <c:pt idx="1636">
                  <c:v>07-07-2006</c:v>
                </c:pt>
                <c:pt idx="1637">
                  <c:v>10-07-2006</c:v>
                </c:pt>
                <c:pt idx="1638">
                  <c:v>11-07-2006</c:v>
                </c:pt>
                <c:pt idx="1639">
                  <c:v>12-07-2006</c:v>
                </c:pt>
                <c:pt idx="1640">
                  <c:v>13-07-2006</c:v>
                </c:pt>
                <c:pt idx="1641">
                  <c:v>14-07-2006</c:v>
                </c:pt>
                <c:pt idx="1642">
                  <c:v>17-07-2006</c:v>
                </c:pt>
                <c:pt idx="1643">
                  <c:v>18-07-2006</c:v>
                </c:pt>
                <c:pt idx="1644">
                  <c:v>19-07-2006</c:v>
                </c:pt>
                <c:pt idx="1645">
                  <c:v>20-07-2006</c:v>
                </c:pt>
                <c:pt idx="1646">
                  <c:v>21-07-2006</c:v>
                </c:pt>
                <c:pt idx="1647">
                  <c:v>24-07-2006</c:v>
                </c:pt>
                <c:pt idx="1648">
                  <c:v>25-07-2006</c:v>
                </c:pt>
                <c:pt idx="1649">
                  <c:v>26-07-2006</c:v>
                </c:pt>
                <c:pt idx="1650">
                  <c:v>27-07-2006</c:v>
                </c:pt>
                <c:pt idx="1651">
                  <c:v>28-07-2006</c:v>
                </c:pt>
                <c:pt idx="1652">
                  <c:v>31-07-2006</c:v>
                </c:pt>
                <c:pt idx="1653">
                  <c:v>01-08-2006</c:v>
                </c:pt>
                <c:pt idx="1654">
                  <c:v>02-08-2006</c:v>
                </c:pt>
                <c:pt idx="1655">
                  <c:v>03-08-2006</c:v>
                </c:pt>
                <c:pt idx="1656">
                  <c:v>04-08-2006</c:v>
                </c:pt>
                <c:pt idx="1657">
                  <c:v>07-08-2006</c:v>
                </c:pt>
                <c:pt idx="1658">
                  <c:v>08-08-2006</c:v>
                </c:pt>
                <c:pt idx="1659">
                  <c:v>09-08-2006</c:v>
                </c:pt>
                <c:pt idx="1660">
                  <c:v>10-08-2006</c:v>
                </c:pt>
                <c:pt idx="1661">
                  <c:v>11-08-2006</c:v>
                </c:pt>
                <c:pt idx="1662">
                  <c:v>14-08-2006</c:v>
                </c:pt>
                <c:pt idx="1663">
                  <c:v>16-08-2006</c:v>
                </c:pt>
                <c:pt idx="1664">
                  <c:v>17-08-2006</c:v>
                </c:pt>
                <c:pt idx="1665">
                  <c:v>18-08-2006</c:v>
                </c:pt>
                <c:pt idx="1666">
                  <c:v>21-08-2006</c:v>
                </c:pt>
                <c:pt idx="1667">
                  <c:v>22-08-2006</c:v>
                </c:pt>
                <c:pt idx="1668">
                  <c:v>23-08-2006</c:v>
                </c:pt>
                <c:pt idx="1669">
                  <c:v>24-08-2006</c:v>
                </c:pt>
                <c:pt idx="1670">
                  <c:v>25-08-2006</c:v>
                </c:pt>
                <c:pt idx="1671">
                  <c:v>28-08-2006</c:v>
                </c:pt>
                <c:pt idx="1672">
                  <c:v>29-08-2006</c:v>
                </c:pt>
                <c:pt idx="1673">
                  <c:v>30-08-2006</c:v>
                </c:pt>
                <c:pt idx="1674">
                  <c:v>31-08-2006</c:v>
                </c:pt>
                <c:pt idx="1675">
                  <c:v>01-09-2006</c:v>
                </c:pt>
                <c:pt idx="1676">
                  <c:v>04-09-2006</c:v>
                </c:pt>
                <c:pt idx="1677">
                  <c:v>05-09-2006</c:v>
                </c:pt>
                <c:pt idx="1678">
                  <c:v>06-09-2006</c:v>
                </c:pt>
                <c:pt idx="1679">
                  <c:v>07-09-2006</c:v>
                </c:pt>
                <c:pt idx="1680">
                  <c:v>08-09-2006</c:v>
                </c:pt>
                <c:pt idx="1681">
                  <c:v>11-09-2006</c:v>
                </c:pt>
                <c:pt idx="1682">
                  <c:v>12-09-2006</c:v>
                </c:pt>
                <c:pt idx="1683">
                  <c:v>13-09-2006</c:v>
                </c:pt>
                <c:pt idx="1684">
                  <c:v>14-09-2006</c:v>
                </c:pt>
                <c:pt idx="1685">
                  <c:v>15-09-2006</c:v>
                </c:pt>
                <c:pt idx="1686">
                  <c:v>18-09-2006</c:v>
                </c:pt>
                <c:pt idx="1687">
                  <c:v>19-09-2006</c:v>
                </c:pt>
                <c:pt idx="1688">
                  <c:v>20-09-2006</c:v>
                </c:pt>
                <c:pt idx="1689">
                  <c:v>21-09-2006</c:v>
                </c:pt>
                <c:pt idx="1690">
                  <c:v>22-09-2006</c:v>
                </c:pt>
                <c:pt idx="1691">
                  <c:v>25-09-2006</c:v>
                </c:pt>
                <c:pt idx="1692">
                  <c:v>26-09-2006</c:v>
                </c:pt>
                <c:pt idx="1693">
                  <c:v>27-09-2006</c:v>
                </c:pt>
                <c:pt idx="1694">
                  <c:v>28-09-2006</c:v>
                </c:pt>
                <c:pt idx="1695">
                  <c:v>29-09-2006</c:v>
                </c:pt>
                <c:pt idx="1696">
                  <c:v>03-10-2006</c:v>
                </c:pt>
                <c:pt idx="1697">
                  <c:v>04-10-2006</c:v>
                </c:pt>
                <c:pt idx="1698">
                  <c:v>05-10-2006</c:v>
                </c:pt>
                <c:pt idx="1699">
                  <c:v>06-10-2006</c:v>
                </c:pt>
                <c:pt idx="1700">
                  <c:v>09-10-2006</c:v>
                </c:pt>
                <c:pt idx="1701">
                  <c:v>10-10-2006</c:v>
                </c:pt>
                <c:pt idx="1702">
                  <c:v>11-10-2006</c:v>
                </c:pt>
                <c:pt idx="1703">
                  <c:v>12-10-2006</c:v>
                </c:pt>
                <c:pt idx="1704">
                  <c:v>13-10-2006</c:v>
                </c:pt>
                <c:pt idx="1705">
                  <c:v>16-10-2006</c:v>
                </c:pt>
                <c:pt idx="1706">
                  <c:v>17-10-2006</c:v>
                </c:pt>
                <c:pt idx="1707">
                  <c:v>18-10-2006</c:v>
                </c:pt>
                <c:pt idx="1708">
                  <c:v>19-10-2006</c:v>
                </c:pt>
                <c:pt idx="1709">
                  <c:v>20-10-2006</c:v>
                </c:pt>
                <c:pt idx="1710">
                  <c:v>21-10-2006</c:v>
                </c:pt>
                <c:pt idx="1711">
                  <c:v>23-10-2006</c:v>
                </c:pt>
                <c:pt idx="1712">
                  <c:v>26-10-2006</c:v>
                </c:pt>
                <c:pt idx="1713">
                  <c:v>27-10-2006</c:v>
                </c:pt>
                <c:pt idx="1714">
                  <c:v>30-10-2006</c:v>
                </c:pt>
                <c:pt idx="1715">
                  <c:v>31-10-2006</c:v>
                </c:pt>
                <c:pt idx="1716">
                  <c:v>01-11-2006</c:v>
                </c:pt>
                <c:pt idx="1717">
                  <c:v>02-11-2006</c:v>
                </c:pt>
                <c:pt idx="1718">
                  <c:v>03-11-2006</c:v>
                </c:pt>
                <c:pt idx="1719">
                  <c:v>06-11-2006</c:v>
                </c:pt>
                <c:pt idx="1720">
                  <c:v>07-11-2006</c:v>
                </c:pt>
                <c:pt idx="1721">
                  <c:v>08-11-2006</c:v>
                </c:pt>
                <c:pt idx="1722">
                  <c:v>09-11-2006</c:v>
                </c:pt>
                <c:pt idx="1723">
                  <c:v>10-11-2006</c:v>
                </c:pt>
                <c:pt idx="1724">
                  <c:v>13-11-2006</c:v>
                </c:pt>
                <c:pt idx="1725">
                  <c:v>14-11-2006</c:v>
                </c:pt>
                <c:pt idx="1726">
                  <c:v>15-11-2006</c:v>
                </c:pt>
                <c:pt idx="1727">
                  <c:v>16-11-2006</c:v>
                </c:pt>
                <c:pt idx="1728">
                  <c:v>17-11-2006</c:v>
                </c:pt>
                <c:pt idx="1729">
                  <c:v>20-11-2006</c:v>
                </c:pt>
                <c:pt idx="1730">
                  <c:v>21-11-2006</c:v>
                </c:pt>
                <c:pt idx="1731">
                  <c:v>22-11-2006</c:v>
                </c:pt>
                <c:pt idx="1732">
                  <c:v>23-11-2006</c:v>
                </c:pt>
                <c:pt idx="1733">
                  <c:v>24-11-2006</c:v>
                </c:pt>
                <c:pt idx="1734">
                  <c:v>27-11-2006</c:v>
                </c:pt>
                <c:pt idx="1735">
                  <c:v>28-11-2006</c:v>
                </c:pt>
                <c:pt idx="1736">
                  <c:v>29-11-2006</c:v>
                </c:pt>
                <c:pt idx="1737">
                  <c:v>30-11-2006</c:v>
                </c:pt>
                <c:pt idx="1738">
                  <c:v>01-12-2006</c:v>
                </c:pt>
                <c:pt idx="1739">
                  <c:v>04-12-2006</c:v>
                </c:pt>
                <c:pt idx="1740">
                  <c:v>05-12-2006</c:v>
                </c:pt>
                <c:pt idx="1741">
                  <c:v>06-12-2006</c:v>
                </c:pt>
                <c:pt idx="1742">
                  <c:v>07-12-2006</c:v>
                </c:pt>
                <c:pt idx="1743">
                  <c:v>08-12-2006</c:v>
                </c:pt>
                <c:pt idx="1744">
                  <c:v>11-12-2006</c:v>
                </c:pt>
                <c:pt idx="1745">
                  <c:v>12-12-2006</c:v>
                </c:pt>
                <c:pt idx="1746">
                  <c:v>13-12-2006</c:v>
                </c:pt>
                <c:pt idx="1747">
                  <c:v>14-12-2006</c:v>
                </c:pt>
                <c:pt idx="1748">
                  <c:v>15-12-2006</c:v>
                </c:pt>
                <c:pt idx="1749">
                  <c:v>18-12-2006</c:v>
                </c:pt>
                <c:pt idx="1750">
                  <c:v>19-12-2006</c:v>
                </c:pt>
                <c:pt idx="1751">
                  <c:v>20-12-2006</c:v>
                </c:pt>
                <c:pt idx="1752">
                  <c:v>21-12-2006</c:v>
                </c:pt>
                <c:pt idx="1753">
                  <c:v>22-12-2006</c:v>
                </c:pt>
                <c:pt idx="1754">
                  <c:v>26-12-2006</c:v>
                </c:pt>
                <c:pt idx="1755">
                  <c:v>27-12-2006</c:v>
                </c:pt>
                <c:pt idx="1756">
                  <c:v>28-12-2006</c:v>
                </c:pt>
                <c:pt idx="1757">
                  <c:v>29-12-2006</c:v>
                </c:pt>
                <c:pt idx="1758">
                  <c:v>02-01-2007</c:v>
                </c:pt>
                <c:pt idx="1759">
                  <c:v>03-01-2007</c:v>
                </c:pt>
                <c:pt idx="1760">
                  <c:v>04-01-2007</c:v>
                </c:pt>
                <c:pt idx="1761">
                  <c:v>05-01-2007</c:v>
                </c:pt>
                <c:pt idx="1762">
                  <c:v>08-01-2007</c:v>
                </c:pt>
                <c:pt idx="1763">
                  <c:v>09-01-2007</c:v>
                </c:pt>
                <c:pt idx="1764">
                  <c:v>10-01-2007</c:v>
                </c:pt>
                <c:pt idx="1765">
                  <c:v>11-01-2007</c:v>
                </c:pt>
                <c:pt idx="1766">
                  <c:v>12-01-2007</c:v>
                </c:pt>
                <c:pt idx="1767">
                  <c:v>15-01-2007</c:v>
                </c:pt>
                <c:pt idx="1768">
                  <c:v>16-01-2007</c:v>
                </c:pt>
                <c:pt idx="1769">
                  <c:v>17-01-2007</c:v>
                </c:pt>
                <c:pt idx="1770">
                  <c:v>18-01-2007</c:v>
                </c:pt>
                <c:pt idx="1771">
                  <c:v>19-01-2007</c:v>
                </c:pt>
                <c:pt idx="1772">
                  <c:v>22-01-2007</c:v>
                </c:pt>
                <c:pt idx="1773">
                  <c:v>23-01-2007</c:v>
                </c:pt>
                <c:pt idx="1774">
                  <c:v>24-01-2007</c:v>
                </c:pt>
                <c:pt idx="1775">
                  <c:v>25-01-2007</c:v>
                </c:pt>
                <c:pt idx="1776">
                  <c:v>29-01-2007</c:v>
                </c:pt>
                <c:pt idx="1777">
                  <c:v>31-01-2007</c:v>
                </c:pt>
                <c:pt idx="1778">
                  <c:v>01-02-2007</c:v>
                </c:pt>
                <c:pt idx="1779">
                  <c:v>02-02-2007</c:v>
                </c:pt>
                <c:pt idx="1780">
                  <c:v>05-02-2007</c:v>
                </c:pt>
                <c:pt idx="1781">
                  <c:v>06-02-2007</c:v>
                </c:pt>
                <c:pt idx="1782">
                  <c:v>07-02-2007</c:v>
                </c:pt>
                <c:pt idx="1783">
                  <c:v>08-02-2007</c:v>
                </c:pt>
                <c:pt idx="1784">
                  <c:v>09-02-2007</c:v>
                </c:pt>
                <c:pt idx="1785">
                  <c:v>12-02-2007</c:v>
                </c:pt>
                <c:pt idx="1786">
                  <c:v>13-02-2007</c:v>
                </c:pt>
                <c:pt idx="1787">
                  <c:v>14-02-2007</c:v>
                </c:pt>
                <c:pt idx="1788">
                  <c:v>15-02-2007</c:v>
                </c:pt>
                <c:pt idx="1789">
                  <c:v>19-02-2007</c:v>
                </c:pt>
                <c:pt idx="1790">
                  <c:v>20-02-2007</c:v>
                </c:pt>
                <c:pt idx="1791">
                  <c:v>21-02-2007</c:v>
                </c:pt>
                <c:pt idx="1792">
                  <c:v>22-02-2007</c:v>
                </c:pt>
                <c:pt idx="1793">
                  <c:v>23-02-2007</c:v>
                </c:pt>
                <c:pt idx="1794">
                  <c:v>26-02-2007</c:v>
                </c:pt>
                <c:pt idx="1795">
                  <c:v>27-02-2007</c:v>
                </c:pt>
                <c:pt idx="1796">
                  <c:v>28-02-2007</c:v>
                </c:pt>
                <c:pt idx="1797">
                  <c:v>01-03-2007</c:v>
                </c:pt>
                <c:pt idx="1798">
                  <c:v>02-03-2007</c:v>
                </c:pt>
                <c:pt idx="1799">
                  <c:v>05-03-2007</c:v>
                </c:pt>
                <c:pt idx="1800">
                  <c:v>06-03-2007</c:v>
                </c:pt>
                <c:pt idx="1801">
                  <c:v>07-03-2007</c:v>
                </c:pt>
                <c:pt idx="1802">
                  <c:v>08-03-2007</c:v>
                </c:pt>
                <c:pt idx="1803">
                  <c:v>09-03-2007</c:v>
                </c:pt>
                <c:pt idx="1804">
                  <c:v>12-03-2007</c:v>
                </c:pt>
                <c:pt idx="1805">
                  <c:v>13-03-2007</c:v>
                </c:pt>
                <c:pt idx="1806">
                  <c:v>14-03-2007</c:v>
                </c:pt>
                <c:pt idx="1807">
                  <c:v>15-03-2007</c:v>
                </c:pt>
                <c:pt idx="1808">
                  <c:v>16-03-2007</c:v>
                </c:pt>
                <c:pt idx="1809">
                  <c:v>19-03-2007</c:v>
                </c:pt>
                <c:pt idx="1810">
                  <c:v>20-03-2007</c:v>
                </c:pt>
                <c:pt idx="1811">
                  <c:v>21-03-2007</c:v>
                </c:pt>
                <c:pt idx="1812">
                  <c:v>22-03-2007</c:v>
                </c:pt>
                <c:pt idx="1813">
                  <c:v>23-03-2007</c:v>
                </c:pt>
                <c:pt idx="1814">
                  <c:v>26-03-2007</c:v>
                </c:pt>
                <c:pt idx="1815">
                  <c:v>28-03-2007</c:v>
                </c:pt>
                <c:pt idx="1816">
                  <c:v>29-03-2007</c:v>
                </c:pt>
                <c:pt idx="1817">
                  <c:v>30-03-2007</c:v>
                </c:pt>
                <c:pt idx="1818">
                  <c:v>02-04-2007</c:v>
                </c:pt>
                <c:pt idx="1819">
                  <c:v>03-04-2007</c:v>
                </c:pt>
                <c:pt idx="1820">
                  <c:v>04-04-2007</c:v>
                </c:pt>
                <c:pt idx="1821">
                  <c:v>05-04-2007</c:v>
                </c:pt>
                <c:pt idx="1822">
                  <c:v>09-04-2007</c:v>
                </c:pt>
                <c:pt idx="1823">
                  <c:v>10-04-2007</c:v>
                </c:pt>
                <c:pt idx="1824">
                  <c:v>11-04-2007</c:v>
                </c:pt>
                <c:pt idx="1825">
                  <c:v>12-04-2007</c:v>
                </c:pt>
                <c:pt idx="1826">
                  <c:v>13-04-2007</c:v>
                </c:pt>
                <c:pt idx="1827">
                  <c:v>16-04-2007</c:v>
                </c:pt>
                <c:pt idx="1828">
                  <c:v>17-04-2007</c:v>
                </c:pt>
                <c:pt idx="1829">
                  <c:v>18-04-2007</c:v>
                </c:pt>
                <c:pt idx="1830">
                  <c:v>19-04-2007</c:v>
                </c:pt>
                <c:pt idx="1831">
                  <c:v>20-04-2007</c:v>
                </c:pt>
                <c:pt idx="1832">
                  <c:v>23-04-2007</c:v>
                </c:pt>
                <c:pt idx="1833">
                  <c:v>24-04-2007</c:v>
                </c:pt>
                <c:pt idx="1834">
                  <c:v>25-04-2007</c:v>
                </c:pt>
                <c:pt idx="1835">
                  <c:v>26-04-2007</c:v>
                </c:pt>
                <c:pt idx="1836">
                  <c:v>27-04-2007</c:v>
                </c:pt>
                <c:pt idx="1837">
                  <c:v>30-04-2007</c:v>
                </c:pt>
                <c:pt idx="1838">
                  <c:v>03-05-2007</c:v>
                </c:pt>
                <c:pt idx="1839">
                  <c:v>04-05-2007</c:v>
                </c:pt>
                <c:pt idx="1840">
                  <c:v>07-05-2007</c:v>
                </c:pt>
                <c:pt idx="1841">
                  <c:v>08-05-2007</c:v>
                </c:pt>
                <c:pt idx="1842">
                  <c:v>09-05-2007</c:v>
                </c:pt>
                <c:pt idx="1843">
                  <c:v>10-05-2007</c:v>
                </c:pt>
                <c:pt idx="1844">
                  <c:v>11-05-2007</c:v>
                </c:pt>
                <c:pt idx="1845">
                  <c:v>14-05-2007</c:v>
                </c:pt>
                <c:pt idx="1846">
                  <c:v>15-05-2007</c:v>
                </c:pt>
                <c:pt idx="1847">
                  <c:v>16-05-2007</c:v>
                </c:pt>
                <c:pt idx="1848">
                  <c:v>17-05-2007</c:v>
                </c:pt>
                <c:pt idx="1849">
                  <c:v>18-05-2007</c:v>
                </c:pt>
                <c:pt idx="1850">
                  <c:v>21-05-2007</c:v>
                </c:pt>
                <c:pt idx="1851">
                  <c:v>22-05-2007</c:v>
                </c:pt>
                <c:pt idx="1852">
                  <c:v>23-05-2007</c:v>
                </c:pt>
                <c:pt idx="1853">
                  <c:v>24-05-2007</c:v>
                </c:pt>
                <c:pt idx="1854">
                  <c:v>25-05-2007</c:v>
                </c:pt>
                <c:pt idx="1855">
                  <c:v>28-05-2007</c:v>
                </c:pt>
                <c:pt idx="1856">
                  <c:v>29-05-2007</c:v>
                </c:pt>
                <c:pt idx="1857">
                  <c:v>30-05-2007</c:v>
                </c:pt>
                <c:pt idx="1858">
                  <c:v>31-05-2007</c:v>
                </c:pt>
                <c:pt idx="1859">
                  <c:v>01-06-2007</c:v>
                </c:pt>
                <c:pt idx="1860">
                  <c:v>04-06-2007</c:v>
                </c:pt>
                <c:pt idx="1861">
                  <c:v>05-06-2007</c:v>
                </c:pt>
                <c:pt idx="1862">
                  <c:v>06-06-2007</c:v>
                </c:pt>
                <c:pt idx="1863">
                  <c:v>07-06-2007</c:v>
                </c:pt>
                <c:pt idx="1864">
                  <c:v>08-06-2007</c:v>
                </c:pt>
                <c:pt idx="1865">
                  <c:v>11-06-2007</c:v>
                </c:pt>
                <c:pt idx="1866">
                  <c:v>12-06-2007</c:v>
                </c:pt>
                <c:pt idx="1867">
                  <c:v>13-06-2007</c:v>
                </c:pt>
                <c:pt idx="1868">
                  <c:v>14-06-2007</c:v>
                </c:pt>
                <c:pt idx="1869">
                  <c:v>15-06-2007</c:v>
                </c:pt>
                <c:pt idx="1870">
                  <c:v>18-06-2007</c:v>
                </c:pt>
                <c:pt idx="1871">
                  <c:v>19-06-2007</c:v>
                </c:pt>
                <c:pt idx="1872">
                  <c:v>20-06-2007</c:v>
                </c:pt>
                <c:pt idx="1873">
                  <c:v>21-06-2007</c:v>
                </c:pt>
                <c:pt idx="1874">
                  <c:v>22-06-2007</c:v>
                </c:pt>
                <c:pt idx="1875">
                  <c:v>25-06-2007</c:v>
                </c:pt>
                <c:pt idx="1876">
                  <c:v>26-06-2007</c:v>
                </c:pt>
                <c:pt idx="1877">
                  <c:v>27-06-2007</c:v>
                </c:pt>
                <c:pt idx="1878">
                  <c:v>28-06-2007</c:v>
                </c:pt>
                <c:pt idx="1879">
                  <c:v>29-06-2007</c:v>
                </c:pt>
                <c:pt idx="1880">
                  <c:v>02-07-2007</c:v>
                </c:pt>
                <c:pt idx="1881">
                  <c:v>03-07-2007</c:v>
                </c:pt>
                <c:pt idx="1882">
                  <c:v>04-07-2007</c:v>
                </c:pt>
                <c:pt idx="1883">
                  <c:v>05-07-2007</c:v>
                </c:pt>
                <c:pt idx="1884">
                  <c:v>06-07-2007</c:v>
                </c:pt>
                <c:pt idx="1885">
                  <c:v>09-07-2007</c:v>
                </c:pt>
                <c:pt idx="1886">
                  <c:v>10-07-2007</c:v>
                </c:pt>
                <c:pt idx="1887">
                  <c:v>11-07-2007</c:v>
                </c:pt>
                <c:pt idx="1888">
                  <c:v>12-07-2007</c:v>
                </c:pt>
                <c:pt idx="1889">
                  <c:v>13-07-2007</c:v>
                </c:pt>
                <c:pt idx="1890">
                  <c:v>16-07-2007</c:v>
                </c:pt>
                <c:pt idx="1891">
                  <c:v>17-07-2007</c:v>
                </c:pt>
                <c:pt idx="1892">
                  <c:v>18-07-2007</c:v>
                </c:pt>
                <c:pt idx="1893">
                  <c:v>19-07-2007</c:v>
                </c:pt>
                <c:pt idx="1894">
                  <c:v>20-07-2007</c:v>
                </c:pt>
                <c:pt idx="1895">
                  <c:v>23-07-2007</c:v>
                </c:pt>
                <c:pt idx="1896">
                  <c:v>24-07-2007</c:v>
                </c:pt>
                <c:pt idx="1897">
                  <c:v>25-07-2007</c:v>
                </c:pt>
                <c:pt idx="1898">
                  <c:v>26-07-2007</c:v>
                </c:pt>
                <c:pt idx="1899">
                  <c:v>27-07-2007</c:v>
                </c:pt>
                <c:pt idx="1900">
                  <c:v>30-07-2007</c:v>
                </c:pt>
                <c:pt idx="1901">
                  <c:v>31-07-2007</c:v>
                </c:pt>
                <c:pt idx="1902">
                  <c:v>01-08-2007</c:v>
                </c:pt>
                <c:pt idx="1903">
                  <c:v>02-08-2007</c:v>
                </c:pt>
                <c:pt idx="1904">
                  <c:v>03-08-2007</c:v>
                </c:pt>
                <c:pt idx="1905">
                  <c:v>06-08-2007</c:v>
                </c:pt>
                <c:pt idx="1906">
                  <c:v>07-08-2007</c:v>
                </c:pt>
                <c:pt idx="1907">
                  <c:v>08-08-2007</c:v>
                </c:pt>
                <c:pt idx="1908">
                  <c:v>09-08-2007</c:v>
                </c:pt>
                <c:pt idx="1909">
                  <c:v>10-08-2007</c:v>
                </c:pt>
                <c:pt idx="1910">
                  <c:v>13-08-2007</c:v>
                </c:pt>
                <c:pt idx="1911">
                  <c:v>14-08-2007</c:v>
                </c:pt>
                <c:pt idx="1912">
                  <c:v>16-08-2007</c:v>
                </c:pt>
                <c:pt idx="1913">
                  <c:v>17-08-2007</c:v>
                </c:pt>
                <c:pt idx="1914">
                  <c:v>20-08-2007</c:v>
                </c:pt>
                <c:pt idx="1915">
                  <c:v>21-08-2007</c:v>
                </c:pt>
                <c:pt idx="1916">
                  <c:v>22-08-2007</c:v>
                </c:pt>
                <c:pt idx="1917">
                  <c:v>23-08-2007</c:v>
                </c:pt>
                <c:pt idx="1918">
                  <c:v>24-08-2007</c:v>
                </c:pt>
                <c:pt idx="1919">
                  <c:v>27-08-2007</c:v>
                </c:pt>
                <c:pt idx="1920">
                  <c:v>28-08-2007</c:v>
                </c:pt>
                <c:pt idx="1921">
                  <c:v>29-08-2007</c:v>
                </c:pt>
                <c:pt idx="1922">
                  <c:v>30-08-2007</c:v>
                </c:pt>
                <c:pt idx="1923">
                  <c:v>31-08-2007</c:v>
                </c:pt>
                <c:pt idx="1924">
                  <c:v>03-09-2007</c:v>
                </c:pt>
                <c:pt idx="1925">
                  <c:v>04-09-2007</c:v>
                </c:pt>
                <c:pt idx="1926">
                  <c:v>05-09-2007</c:v>
                </c:pt>
                <c:pt idx="1927">
                  <c:v>06-09-2007</c:v>
                </c:pt>
                <c:pt idx="1928">
                  <c:v>07-09-2007</c:v>
                </c:pt>
                <c:pt idx="1929">
                  <c:v>10-09-2007</c:v>
                </c:pt>
                <c:pt idx="1930">
                  <c:v>11-09-2007</c:v>
                </c:pt>
                <c:pt idx="1931">
                  <c:v>12-09-2007</c:v>
                </c:pt>
                <c:pt idx="1932">
                  <c:v>13-09-2007</c:v>
                </c:pt>
                <c:pt idx="1933">
                  <c:v>14-09-2007</c:v>
                </c:pt>
                <c:pt idx="1934">
                  <c:v>17-09-2007</c:v>
                </c:pt>
                <c:pt idx="1935">
                  <c:v>18-09-2007</c:v>
                </c:pt>
                <c:pt idx="1936">
                  <c:v>19-09-2007</c:v>
                </c:pt>
                <c:pt idx="1937">
                  <c:v>20-09-2007</c:v>
                </c:pt>
                <c:pt idx="1938">
                  <c:v>21-09-2007</c:v>
                </c:pt>
                <c:pt idx="1939">
                  <c:v>24-09-2007</c:v>
                </c:pt>
                <c:pt idx="1940">
                  <c:v>25-09-2007</c:v>
                </c:pt>
                <c:pt idx="1941">
                  <c:v>26-09-2007</c:v>
                </c:pt>
                <c:pt idx="1942">
                  <c:v>27-09-2007</c:v>
                </c:pt>
                <c:pt idx="1943">
                  <c:v>28-09-2007</c:v>
                </c:pt>
                <c:pt idx="1944">
                  <c:v>01-10-2007</c:v>
                </c:pt>
                <c:pt idx="1945">
                  <c:v>03-10-2007</c:v>
                </c:pt>
                <c:pt idx="1946">
                  <c:v>04-10-2007</c:v>
                </c:pt>
                <c:pt idx="1947">
                  <c:v>05-10-2007</c:v>
                </c:pt>
                <c:pt idx="1948">
                  <c:v>08-10-2007</c:v>
                </c:pt>
                <c:pt idx="1949">
                  <c:v>09-10-2007</c:v>
                </c:pt>
                <c:pt idx="1950">
                  <c:v>10-10-2007</c:v>
                </c:pt>
                <c:pt idx="1951">
                  <c:v>11-10-2007</c:v>
                </c:pt>
                <c:pt idx="1952">
                  <c:v>12-10-2007</c:v>
                </c:pt>
                <c:pt idx="1953">
                  <c:v>15-10-2007</c:v>
                </c:pt>
                <c:pt idx="1954">
                  <c:v>16-10-2007</c:v>
                </c:pt>
                <c:pt idx="1955">
                  <c:v>17-10-2007</c:v>
                </c:pt>
                <c:pt idx="1956">
                  <c:v>18-10-2007</c:v>
                </c:pt>
                <c:pt idx="1957">
                  <c:v>19-10-2007</c:v>
                </c:pt>
                <c:pt idx="1958">
                  <c:v>22-10-2007</c:v>
                </c:pt>
                <c:pt idx="1959">
                  <c:v>23-10-2007</c:v>
                </c:pt>
                <c:pt idx="1960">
                  <c:v>24-10-2007</c:v>
                </c:pt>
                <c:pt idx="1961">
                  <c:v>25-10-2007</c:v>
                </c:pt>
                <c:pt idx="1962">
                  <c:v>26-10-2007</c:v>
                </c:pt>
                <c:pt idx="1963">
                  <c:v>29-10-2007</c:v>
                </c:pt>
                <c:pt idx="1964">
                  <c:v>30-10-2007</c:v>
                </c:pt>
                <c:pt idx="1965">
                  <c:v>31-10-2007</c:v>
                </c:pt>
                <c:pt idx="1966">
                  <c:v>01-11-2007</c:v>
                </c:pt>
                <c:pt idx="1967">
                  <c:v>02-11-2007</c:v>
                </c:pt>
                <c:pt idx="1968">
                  <c:v>05-11-2007</c:v>
                </c:pt>
                <c:pt idx="1969">
                  <c:v>06-11-2007</c:v>
                </c:pt>
                <c:pt idx="1970">
                  <c:v>07-11-2007</c:v>
                </c:pt>
                <c:pt idx="1971">
                  <c:v>08-11-2007</c:v>
                </c:pt>
                <c:pt idx="1972">
                  <c:v>09-11-2007</c:v>
                </c:pt>
                <c:pt idx="1973">
                  <c:v>12-11-2007</c:v>
                </c:pt>
                <c:pt idx="1974">
                  <c:v>13-11-2007</c:v>
                </c:pt>
                <c:pt idx="1975">
                  <c:v>14-11-2007</c:v>
                </c:pt>
                <c:pt idx="1976">
                  <c:v>15-11-2007</c:v>
                </c:pt>
                <c:pt idx="1977">
                  <c:v>16-11-2007</c:v>
                </c:pt>
                <c:pt idx="1978">
                  <c:v>19-11-2007</c:v>
                </c:pt>
                <c:pt idx="1979">
                  <c:v>20-11-2007</c:v>
                </c:pt>
                <c:pt idx="1980">
                  <c:v>21-11-2007</c:v>
                </c:pt>
                <c:pt idx="1981">
                  <c:v>22-11-2007</c:v>
                </c:pt>
                <c:pt idx="1982">
                  <c:v>23-11-2007</c:v>
                </c:pt>
                <c:pt idx="1983">
                  <c:v>26-11-2007</c:v>
                </c:pt>
                <c:pt idx="1984">
                  <c:v>27-11-2007</c:v>
                </c:pt>
                <c:pt idx="1985">
                  <c:v>28-11-2007</c:v>
                </c:pt>
                <c:pt idx="1986">
                  <c:v>29-11-2007</c:v>
                </c:pt>
                <c:pt idx="1987">
                  <c:v>30-11-2007</c:v>
                </c:pt>
                <c:pt idx="1988">
                  <c:v>03-12-2007</c:v>
                </c:pt>
                <c:pt idx="1989">
                  <c:v>04-12-2007</c:v>
                </c:pt>
                <c:pt idx="1990">
                  <c:v>05-12-2007</c:v>
                </c:pt>
                <c:pt idx="1991">
                  <c:v>06-12-2007</c:v>
                </c:pt>
                <c:pt idx="1992">
                  <c:v>07-12-2007</c:v>
                </c:pt>
                <c:pt idx="1993">
                  <c:v>10-12-2007</c:v>
                </c:pt>
                <c:pt idx="1994">
                  <c:v>11-12-2007</c:v>
                </c:pt>
                <c:pt idx="1995">
                  <c:v>12-12-2007</c:v>
                </c:pt>
                <c:pt idx="1996">
                  <c:v>13-12-2007</c:v>
                </c:pt>
                <c:pt idx="1997">
                  <c:v>14-12-2007</c:v>
                </c:pt>
                <c:pt idx="1998">
                  <c:v>17-12-2007</c:v>
                </c:pt>
                <c:pt idx="1999">
                  <c:v>18-12-2007</c:v>
                </c:pt>
                <c:pt idx="2000">
                  <c:v>19-12-2007</c:v>
                </c:pt>
                <c:pt idx="2001">
                  <c:v>20-12-2007</c:v>
                </c:pt>
                <c:pt idx="2002">
                  <c:v>24-12-2007</c:v>
                </c:pt>
                <c:pt idx="2003">
                  <c:v>26-12-2007</c:v>
                </c:pt>
                <c:pt idx="2004">
                  <c:v>27-12-2007</c:v>
                </c:pt>
                <c:pt idx="2005">
                  <c:v>28-12-2007</c:v>
                </c:pt>
                <c:pt idx="2006">
                  <c:v>31-12-2007</c:v>
                </c:pt>
                <c:pt idx="2007">
                  <c:v>01-01-2008</c:v>
                </c:pt>
                <c:pt idx="2008">
                  <c:v>02-01-2008</c:v>
                </c:pt>
                <c:pt idx="2009">
                  <c:v>03-01-2008</c:v>
                </c:pt>
                <c:pt idx="2010">
                  <c:v>04-01-2008</c:v>
                </c:pt>
                <c:pt idx="2011">
                  <c:v>07-01-2008</c:v>
                </c:pt>
                <c:pt idx="2012">
                  <c:v>08-01-2008</c:v>
                </c:pt>
                <c:pt idx="2013">
                  <c:v>09-01-2008</c:v>
                </c:pt>
                <c:pt idx="2014">
                  <c:v>10-01-2008</c:v>
                </c:pt>
                <c:pt idx="2015">
                  <c:v>11-01-2008</c:v>
                </c:pt>
                <c:pt idx="2016">
                  <c:v>14-01-2008</c:v>
                </c:pt>
                <c:pt idx="2017">
                  <c:v>15-01-2008</c:v>
                </c:pt>
                <c:pt idx="2018">
                  <c:v>16-01-2008</c:v>
                </c:pt>
                <c:pt idx="2019">
                  <c:v>17-01-2008</c:v>
                </c:pt>
                <c:pt idx="2020">
                  <c:v>18-01-2008</c:v>
                </c:pt>
                <c:pt idx="2021">
                  <c:v>21-01-2008</c:v>
                </c:pt>
                <c:pt idx="2022">
                  <c:v>22-01-2008</c:v>
                </c:pt>
                <c:pt idx="2023">
                  <c:v>23-01-2008</c:v>
                </c:pt>
                <c:pt idx="2024">
                  <c:v>24-01-2008</c:v>
                </c:pt>
                <c:pt idx="2025">
                  <c:v>25-01-2008</c:v>
                </c:pt>
                <c:pt idx="2026">
                  <c:v>28-01-2008</c:v>
                </c:pt>
                <c:pt idx="2027">
                  <c:v>29-01-2008</c:v>
                </c:pt>
                <c:pt idx="2028">
                  <c:v>30-01-2008</c:v>
                </c:pt>
                <c:pt idx="2029">
                  <c:v>31-01-2008</c:v>
                </c:pt>
                <c:pt idx="2030">
                  <c:v>01-02-2008</c:v>
                </c:pt>
                <c:pt idx="2031">
                  <c:v>04-02-2008</c:v>
                </c:pt>
                <c:pt idx="2032">
                  <c:v>05-02-2008</c:v>
                </c:pt>
                <c:pt idx="2033">
                  <c:v>06-02-2008</c:v>
                </c:pt>
                <c:pt idx="2034">
                  <c:v>07-02-2008</c:v>
                </c:pt>
                <c:pt idx="2035">
                  <c:v>08-02-2008</c:v>
                </c:pt>
                <c:pt idx="2036">
                  <c:v>11-02-2008</c:v>
                </c:pt>
                <c:pt idx="2037">
                  <c:v>12-02-2008</c:v>
                </c:pt>
                <c:pt idx="2038">
                  <c:v>13-02-2008</c:v>
                </c:pt>
                <c:pt idx="2039">
                  <c:v>14-02-2008</c:v>
                </c:pt>
                <c:pt idx="2040">
                  <c:v>15-02-2008</c:v>
                </c:pt>
                <c:pt idx="2041">
                  <c:v>18-02-2008</c:v>
                </c:pt>
                <c:pt idx="2042">
                  <c:v>19-02-2008</c:v>
                </c:pt>
                <c:pt idx="2043">
                  <c:v>20-02-2008</c:v>
                </c:pt>
                <c:pt idx="2044">
                  <c:v>21-02-2008</c:v>
                </c:pt>
                <c:pt idx="2045">
                  <c:v>22-02-2008</c:v>
                </c:pt>
                <c:pt idx="2046">
                  <c:v>25-02-2008</c:v>
                </c:pt>
                <c:pt idx="2047">
                  <c:v>26-02-2008</c:v>
                </c:pt>
                <c:pt idx="2048">
                  <c:v>27-02-2008</c:v>
                </c:pt>
                <c:pt idx="2049">
                  <c:v>28-02-2008</c:v>
                </c:pt>
                <c:pt idx="2050">
                  <c:v>29-02-2008</c:v>
                </c:pt>
                <c:pt idx="2051">
                  <c:v>03-03-2008</c:v>
                </c:pt>
                <c:pt idx="2052">
                  <c:v>04-03-2008</c:v>
                </c:pt>
                <c:pt idx="2053">
                  <c:v>05-03-2008</c:v>
                </c:pt>
                <c:pt idx="2054">
                  <c:v>07-03-2008</c:v>
                </c:pt>
                <c:pt idx="2055">
                  <c:v>10-03-2008</c:v>
                </c:pt>
                <c:pt idx="2056">
                  <c:v>11-03-2008</c:v>
                </c:pt>
                <c:pt idx="2057">
                  <c:v>12-03-2008</c:v>
                </c:pt>
                <c:pt idx="2058">
                  <c:v>13-03-2008</c:v>
                </c:pt>
                <c:pt idx="2059">
                  <c:v>14-03-2008</c:v>
                </c:pt>
                <c:pt idx="2060">
                  <c:v>17-03-2008</c:v>
                </c:pt>
                <c:pt idx="2061">
                  <c:v>18-03-2008</c:v>
                </c:pt>
                <c:pt idx="2062">
                  <c:v>19-03-2008</c:v>
                </c:pt>
                <c:pt idx="2063">
                  <c:v>24-03-2008</c:v>
                </c:pt>
                <c:pt idx="2064">
                  <c:v>25-03-2008</c:v>
                </c:pt>
                <c:pt idx="2065">
                  <c:v>26-03-2008</c:v>
                </c:pt>
                <c:pt idx="2066">
                  <c:v>27-03-2008</c:v>
                </c:pt>
                <c:pt idx="2067">
                  <c:v>28-03-2008</c:v>
                </c:pt>
                <c:pt idx="2068">
                  <c:v>31-03-2008</c:v>
                </c:pt>
                <c:pt idx="2069">
                  <c:v>01-04-2008</c:v>
                </c:pt>
                <c:pt idx="2070">
                  <c:v>02-04-2008</c:v>
                </c:pt>
                <c:pt idx="2071">
                  <c:v>03-04-2008</c:v>
                </c:pt>
                <c:pt idx="2072">
                  <c:v>04-04-2008</c:v>
                </c:pt>
                <c:pt idx="2073">
                  <c:v>07-04-2008</c:v>
                </c:pt>
                <c:pt idx="2074">
                  <c:v>08-04-2008</c:v>
                </c:pt>
                <c:pt idx="2075">
                  <c:v>09-04-2008</c:v>
                </c:pt>
                <c:pt idx="2076">
                  <c:v>10-04-2008</c:v>
                </c:pt>
                <c:pt idx="2077">
                  <c:v>11-04-2008</c:v>
                </c:pt>
                <c:pt idx="2078">
                  <c:v>15-04-2008</c:v>
                </c:pt>
                <c:pt idx="2079">
                  <c:v>16-04-2008</c:v>
                </c:pt>
                <c:pt idx="2080">
                  <c:v>17-04-2008</c:v>
                </c:pt>
                <c:pt idx="2081">
                  <c:v>21-04-2008</c:v>
                </c:pt>
                <c:pt idx="2082">
                  <c:v>22-04-2008</c:v>
                </c:pt>
                <c:pt idx="2083">
                  <c:v>23-04-2008</c:v>
                </c:pt>
                <c:pt idx="2084">
                  <c:v>24-04-2008</c:v>
                </c:pt>
                <c:pt idx="2085">
                  <c:v>25-04-2008</c:v>
                </c:pt>
                <c:pt idx="2086">
                  <c:v>28-04-2008</c:v>
                </c:pt>
                <c:pt idx="2087">
                  <c:v>29-04-2008</c:v>
                </c:pt>
                <c:pt idx="2088">
                  <c:v>30-04-2008</c:v>
                </c:pt>
                <c:pt idx="2089">
                  <c:v>02-05-2008</c:v>
                </c:pt>
                <c:pt idx="2090">
                  <c:v>05-05-2008</c:v>
                </c:pt>
                <c:pt idx="2091">
                  <c:v>06-05-2008</c:v>
                </c:pt>
                <c:pt idx="2092">
                  <c:v>07-05-2008</c:v>
                </c:pt>
                <c:pt idx="2093">
                  <c:v>08-05-2008</c:v>
                </c:pt>
                <c:pt idx="2094">
                  <c:v>09-05-2008</c:v>
                </c:pt>
                <c:pt idx="2095">
                  <c:v>12-05-2008</c:v>
                </c:pt>
                <c:pt idx="2096">
                  <c:v>13-05-2008</c:v>
                </c:pt>
                <c:pt idx="2097">
                  <c:v>14-05-2008</c:v>
                </c:pt>
                <c:pt idx="2098">
                  <c:v>15-05-2008</c:v>
                </c:pt>
                <c:pt idx="2099">
                  <c:v>16-05-2008</c:v>
                </c:pt>
                <c:pt idx="2100">
                  <c:v>20-05-2008</c:v>
                </c:pt>
                <c:pt idx="2101">
                  <c:v>21-05-2008</c:v>
                </c:pt>
                <c:pt idx="2102">
                  <c:v>22-05-2008</c:v>
                </c:pt>
                <c:pt idx="2103">
                  <c:v>23-05-2008</c:v>
                </c:pt>
                <c:pt idx="2104">
                  <c:v>26-05-2008</c:v>
                </c:pt>
                <c:pt idx="2105">
                  <c:v>27-05-2008</c:v>
                </c:pt>
                <c:pt idx="2106">
                  <c:v>28-05-2008</c:v>
                </c:pt>
                <c:pt idx="2107">
                  <c:v>29-05-2008</c:v>
                </c:pt>
                <c:pt idx="2108">
                  <c:v>30-05-2008</c:v>
                </c:pt>
                <c:pt idx="2109">
                  <c:v>02-06-2008</c:v>
                </c:pt>
                <c:pt idx="2110">
                  <c:v>03-06-2008</c:v>
                </c:pt>
                <c:pt idx="2111">
                  <c:v>04-06-2008</c:v>
                </c:pt>
                <c:pt idx="2112">
                  <c:v>05-06-2008</c:v>
                </c:pt>
                <c:pt idx="2113">
                  <c:v>06-06-2008</c:v>
                </c:pt>
                <c:pt idx="2114">
                  <c:v>09-06-2008</c:v>
                </c:pt>
                <c:pt idx="2115">
                  <c:v>10-06-2008</c:v>
                </c:pt>
                <c:pt idx="2116">
                  <c:v>11-06-2008</c:v>
                </c:pt>
                <c:pt idx="2117">
                  <c:v>12-06-2008</c:v>
                </c:pt>
                <c:pt idx="2118">
                  <c:v>13-06-2008</c:v>
                </c:pt>
                <c:pt idx="2119">
                  <c:v>16-06-2008</c:v>
                </c:pt>
                <c:pt idx="2120">
                  <c:v>17-06-2008</c:v>
                </c:pt>
                <c:pt idx="2121">
                  <c:v>18-06-2008</c:v>
                </c:pt>
                <c:pt idx="2122">
                  <c:v>19-06-2008</c:v>
                </c:pt>
                <c:pt idx="2123">
                  <c:v>20-06-2008</c:v>
                </c:pt>
                <c:pt idx="2124">
                  <c:v>23-06-2008</c:v>
                </c:pt>
                <c:pt idx="2125">
                  <c:v>24-06-2008</c:v>
                </c:pt>
                <c:pt idx="2126">
                  <c:v>25-06-2008</c:v>
                </c:pt>
                <c:pt idx="2127">
                  <c:v>26-06-2008</c:v>
                </c:pt>
                <c:pt idx="2128">
                  <c:v>27-06-2008</c:v>
                </c:pt>
                <c:pt idx="2129">
                  <c:v>30-06-2008</c:v>
                </c:pt>
                <c:pt idx="2130">
                  <c:v>01-07-2008</c:v>
                </c:pt>
                <c:pt idx="2131">
                  <c:v>02-07-2008</c:v>
                </c:pt>
                <c:pt idx="2132">
                  <c:v>03-07-2008</c:v>
                </c:pt>
                <c:pt idx="2133">
                  <c:v>04-07-2008</c:v>
                </c:pt>
                <c:pt idx="2134">
                  <c:v>07-07-2008</c:v>
                </c:pt>
                <c:pt idx="2135">
                  <c:v>08-07-2008</c:v>
                </c:pt>
                <c:pt idx="2136">
                  <c:v>09-07-2008</c:v>
                </c:pt>
                <c:pt idx="2137">
                  <c:v>10-07-2008</c:v>
                </c:pt>
                <c:pt idx="2138">
                  <c:v>11-07-2008</c:v>
                </c:pt>
                <c:pt idx="2139">
                  <c:v>14-07-2008</c:v>
                </c:pt>
                <c:pt idx="2140">
                  <c:v>15-07-2008</c:v>
                </c:pt>
                <c:pt idx="2141">
                  <c:v>16-07-2008</c:v>
                </c:pt>
                <c:pt idx="2142">
                  <c:v>17-07-2008</c:v>
                </c:pt>
                <c:pt idx="2143">
                  <c:v>18-07-2008</c:v>
                </c:pt>
                <c:pt idx="2144">
                  <c:v>21-07-2008</c:v>
                </c:pt>
                <c:pt idx="2145">
                  <c:v>22-07-2008</c:v>
                </c:pt>
                <c:pt idx="2146">
                  <c:v>23-07-2008</c:v>
                </c:pt>
                <c:pt idx="2147">
                  <c:v>24-07-2008</c:v>
                </c:pt>
                <c:pt idx="2148">
                  <c:v>25-07-2008</c:v>
                </c:pt>
                <c:pt idx="2149">
                  <c:v>28-07-2008</c:v>
                </c:pt>
                <c:pt idx="2150">
                  <c:v>29-07-2008</c:v>
                </c:pt>
                <c:pt idx="2151">
                  <c:v>30-07-2008</c:v>
                </c:pt>
                <c:pt idx="2152">
                  <c:v>31-07-2008</c:v>
                </c:pt>
                <c:pt idx="2153">
                  <c:v>01-08-2008</c:v>
                </c:pt>
                <c:pt idx="2154">
                  <c:v>04-08-2008</c:v>
                </c:pt>
                <c:pt idx="2155">
                  <c:v>05-08-2008</c:v>
                </c:pt>
                <c:pt idx="2156">
                  <c:v>06-08-2008</c:v>
                </c:pt>
                <c:pt idx="2157">
                  <c:v>07-08-2008</c:v>
                </c:pt>
                <c:pt idx="2158">
                  <c:v>08-08-2008</c:v>
                </c:pt>
                <c:pt idx="2159">
                  <c:v>11-08-2008</c:v>
                </c:pt>
                <c:pt idx="2160">
                  <c:v>12-08-2008</c:v>
                </c:pt>
                <c:pt idx="2161">
                  <c:v>13-08-2008</c:v>
                </c:pt>
                <c:pt idx="2162">
                  <c:v>14-08-2008</c:v>
                </c:pt>
                <c:pt idx="2163">
                  <c:v>18-08-2008</c:v>
                </c:pt>
                <c:pt idx="2164">
                  <c:v>19-08-2008</c:v>
                </c:pt>
                <c:pt idx="2165">
                  <c:v>20-08-2008</c:v>
                </c:pt>
                <c:pt idx="2166">
                  <c:v>21-08-2008</c:v>
                </c:pt>
                <c:pt idx="2167">
                  <c:v>22-08-2008</c:v>
                </c:pt>
                <c:pt idx="2168">
                  <c:v>25-08-2008</c:v>
                </c:pt>
                <c:pt idx="2169">
                  <c:v>26-08-2008</c:v>
                </c:pt>
                <c:pt idx="2170">
                  <c:v>27-08-2008</c:v>
                </c:pt>
                <c:pt idx="2171">
                  <c:v>28-08-2008</c:v>
                </c:pt>
                <c:pt idx="2172">
                  <c:v>29-08-2008</c:v>
                </c:pt>
                <c:pt idx="2173">
                  <c:v>01-09-2008</c:v>
                </c:pt>
                <c:pt idx="2174">
                  <c:v>02-09-2008</c:v>
                </c:pt>
                <c:pt idx="2175">
                  <c:v>04-09-2008</c:v>
                </c:pt>
                <c:pt idx="2176">
                  <c:v>05-09-2008</c:v>
                </c:pt>
                <c:pt idx="2177">
                  <c:v>08-09-2008</c:v>
                </c:pt>
                <c:pt idx="2178">
                  <c:v>09-09-2008</c:v>
                </c:pt>
                <c:pt idx="2179">
                  <c:v>10-09-2008</c:v>
                </c:pt>
                <c:pt idx="2180">
                  <c:v>11-09-2008</c:v>
                </c:pt>
                <c:pt idx="2181">
                  <c:v>12-09-2008</c:v>
                </c:pt>
                <c:pt idx="2182">
                  <c:v>15-09-2008</c:v>
                </c:pt>
                <c:pt idx="2183">
                  <c:v>16-09-2008</c:v>
                </c:pt>
                <c:pt idx="2184">
                  <c:v>17-09-2008</c:v>
                </c:pt>
                <c:pt idx="2185">
                  <c:v>18-09-2008</c:v>
                </c:pt>
                <c:pt idx="2186">
                  <c:v>19-09-2008</c:v>
                </c:pt>
                <c:pt idx="2187">
                  <c:v>22-09-2008</c:v>
                </c:pt>
                <c:pt idx="2188">
                  <c:v>23-09-2008</c:v>
                </c:pt>
                <c:pt idx="2189">
                  <c:v>24-09-2008</c:v>
                </c:pt>
                <c:pt idx="2190">
                  <c:v>25-09-2008</c:v>
                </c:pt>
                <c:pt idx="2191">
                  <c:v>26-09-2008</c:v>
                </c:pt>
                <c:pt idx="2192">
                  <c:v>29-09-2008</c:v>
                </c:pt>
                <c:pt idx="2193">
                  <c:v>30-09-2008</c:v>
                </c:pt>
                <c:pt idx="2194">
                  <c:v>01-10-2008</c:v>
                </c:pt>
                <c:pt idx="2195">
                  <c:v>03-10-2008</c:v>
                </c:pt>
                <c:pt idx="2196">
                  <c:v>06-10-2008</c:v>
                </c:pt>
                <c:pt idx="2197">
                  <c:v>07-10-2008</c:v>
                </c:pt>
                <c:pt idx="2198">
                  <c:v>08-10-2008</c:v>
                </c:pt>
                <c:pt idx="2199">
                  <c:v>10-10-2008</c:v>
                </c:pt>
                <c:pt idx="2200">
                  <c:v>13-10-2008</c:v>
                </c:pt>
                <c:pt idx="2201">
                  <c:v>14-10-2008</c:v>
                </c:pt>
                <c:pt idx="2202">
                  <c:v>15-10-2008</c:v>
                </c:pt>
                <c:pt idx="2203">
                  <c:v>16-10-2008</c:v>
                </c:pt>
                <c:pt idx="2204">
                  <c:v>17-10-2008</c:v>
                </c:pt>
                <c:pt idx="2205">
                  <c:v>20-10-2008</c:v>
                </c:pt>
                <c:pt idx="2206">
                  <c:v>21-10-2008</c:v>
                </c:pt>
                <c:pt idx="2207">
                  <c:v>22-10-2008</c:v>
                </c:pt>
                <c:pt idx="2208">
                  <c:v>23-10-2008</c:v>
                </c:pt>
                <c:pt idx="2209">
                  <c:v>24-10-2008</c:v>
                </c:pt>
                <c:pt idx="2210">
                  <c:v>27-10-2008</c:v>
                </c:pt>
                <c:pt idx="2211">
                  <c:v>28-10-2008</c:v>
                </c:pt>
                <c:pt idx="2212">
                  <c:v>29-10-2008</c:v>
                </c:pt>
                <c:pt idx="2213">
                  <c:v>31-10-2008</c:v>
                </c:pt>
                <c:pt idx="2214">
                  <c:v>03-11-2008</c:v>
                </c:pt>
                <c:pt idx="2215">
                  <c:v>04-11-2008</c:v>
                </c:pt>
                <c:pt idx="2216">
                  <c:v>05-11-2008</c:v>
                </c:pt>
                <c:pt idx="2217">
                  <c:v>06-11-2008</c:v>
                </c:pt>
                <c:pt idx="2218">
                  <c:v>07-11-2008</c:v>
                </c:pt>
                <c:pt idx="2219">
                  <c:v>10-11-2008</c:v>
                </c:pt>
                <c:pt idx="2220">
                  <c:v>11-11-2008</c:v>
                </c:pt>
                <c:pt idx="2221">
                  <c:v>12-11-2008</c:v>
                </c:pt>
                <c:pt idx="2222">
                  <c:v>14-11-2008</c:v>
                </c:pt>
                <c:pt idx="2223">
                  <c:v>17-11-2008</c:v>
                </c:pt>
                <c:pt idx="2224">
                  <c:v>18-11-2008</c:v>
                </c:pt>
                <c:pt idx="2225">
                  <c:v>19-11-2008</c:v>
                </c:pt>
                <c:pt idx="2226">
                  <c:v>20-11-2008</c:v>
                </c:pt>
                <c:pt idx="2227">
                  <c:v>21-11-2008</c:v>
                </c:pt>
                <c:pt idx="2228">
                  <c:v>24-11-2008</c:v>
                </c:pt>
                <c:pt idx="2229">
                  <c:v>25-11-2008</c:v>
                </c:pt>
                <c:pt idx="2230">
                  <c:v>26-11-2008</c:v>
                </c:pt>
                <c:pt idx="2231">
                  <c:v>28-11-2008</c:v>
                </c:pt>
                <c:pt idx="2232">
                  <c:v>01-12-2008</c:v>
                </c:pt>
                <c:pt idx="2233">
                  <c:v>02-12-2008</c:v>
                </c:pt>
                <c:pt idx="2234">
                  <c:v>03-12-2008</c:v>
                </c:pt>
                <c:pt idx="2235">
                  <c:v>04-12-2008</c:v>
                </c:pt>
                <c:pt idx="2236">
                  <c:v>05-12-2008</c:v>
                </c:pt>
                <c:pt idx="2237">
                  <c:v>08-12-2008</c:v>
                </c:pt>
                <c:pt idx="2238">
                  <c:v>10-12-2008</c:v>
                </c:pt>
                <c:pt idx="2239">
                  <c:v>11-12-2008</c:v>
                </c:pt>
                <c:pt idx="2240">
                  <c:v>12-12-2008</c:v>
                </c:pt>
                <c:pt idx="2241">
                  <c:v>15-12-2008</c:v>
                </c:pt>
                <c:pt idx="2242">
                  <c:v>16-12-2008</c:v>
                </c:pt>
                <c:pt idx="2243">
                  <c:v>17-12-2008</c:v>
                </c:pt>
                <c:pt idx="2244">
                  <c:v>18-12-2008</c:v>
                </c:pt>
                <c:pt idx="2245">
                  <c:v>19-12-2008</c:v>
                </c:pt>
                <c:pt idx="2246">
                  <c:v>22-12-2008</c:v>
                </c:pt>
                <c:pt idx="2247">
                  <c:v>23-12-2008</c:v>
                </c:pt>
                <c:pt idx="2248">
                  <c:v>24-12-2008</c:v>
                </c:pt>
                <c:pt idx="2249">
                  <c:v>26-12-2008</c:v>
                </c:pt>
                <c:pt idx="2250">
                  <c:v>29-12-2008</c:v>
                </c:pt>
                <c:pt idx="2251">
                  <c:v>30-12-2008</c:v>
                </c:pt>
                <c:pt idx="2252">
                  <c:v>31-12-2008</c:v>
                </c:pt>
                <c:pt idx="2253">
                  <c:v>01-01-2009</c:v>
                </c:pt>
                <c:pt idx="2254">
                  <c:v>02-01-2009</c:v>
                </c:pt>
                <c:pt idx="2255">
                  <c:v>05-01-2009</c:v>
                </c:pt>
                <c:pt idx="2256">
                  <c:v>06-01-2009</c:v>
                </c:pt>
                <c:pt idx="2257">
                  <c:v>07-01-2009</c:v>
                </c:pt>
                <c:pt idx="2258">
                  <c:v>09-01-2009</c:v>
                </c:pt>
                <c:pt idx="2259">
                  <c:v>12-01-2009</c:v>
                </c:pt>
                <c:pt idx="2260">
                  <c:v>13-01-2009</c:v>
                </c:pt>
                <c:pt idx="2261">
                  <c:v>14-01-2009</c:v>
                </c:pt>
                <c:pt idx="2262">
                  <c:v>15-01-2009</c:v>
                </c:pt>
                <c:pt idx="2263">
                  <c:v>16-01-2009</c:v>
                </c:pt>
                <c:pt idx="2264">
                  <c:v>19-01-2009</c:v>
                </c:pt>
                <c:pt idx="2265">
                  <c:v>20-01-2009</c:v>
                </c:pt>
                <c:pt idx="2266">
                  <c:v>21-01-2009</c:v>
                </c:pt>
                <c:pt idx="2267">
                  <c:v>22-01-2009</c:v>
                </c:pt>
                <c:pt idx="2268">
                  <c:v>23-01-2009</c:v>
                </c:pt>
                <c:pt idx="2269">
                  <c:v>27-01-2009</c:v>
                </c:pt>
                <c:pt idx="2270">
                  <c:v>28-01-2009</c:v>
                </c:pt>
                <c:pt idx="2271">
                  <c:v>29-01-2009</c:v>
                </c:pt>
                <c:pt idx="2272">
                  <c:v>30-01-2009</c:v>
                </c:pt>
                <c:pt idx="2273">
                  <c:v>02-02-2009</c:v>
                </c:pt>
                <c:pt idx="2274">
                  <c:v>03-02-2009</c:v>
                </c:pt>
                <c:pt idx="2275">
                  <c:v>04-02-2009</c:v>
                </c:pt>
                <c:pt idx="2276">
                  <c:v>05-02-2009</c:v>
                </c:pt>
                <c:pt idx="2277">
                  <c:v>06-02-2009</c:v>
                </c:pt>
                <c:pt idx="2278">
                  <c:v>09-02-2009</c:v>
                </c:pt>
                <c:pt idx="2279">
                  <c:v>10-02-2009</c:v>
                </c:pt>
                <c:pt idx="2280">
                  <c:v>11-02-2009</c:v>
                </c:pt>
                <c:pt idx="2281">
                  <c:v>12-02-2009</c:v>
                </c:pt>
                <c:pt idx="2282">
                  <c:v>13-02-2009</c:v>
                </c:pt>
                <c:pt idx="2283">
                  <c:v>16-02-2009</c:v>
                </c:pt>
                <c:pt idx="2284">
                  <c:v>17-02-2009</c:v>
                </c:pt>
                <c:pt idx="2285">
                  <c:v>18-02-2009</c:v>
                </c:pt>
                <c:pt idx="2286">
                  <c:v>19-02-2009</c:v>
                </c:pt>
                <c:pt idx="2287">
                  <c:v>20-02-2009</c:v>
                </c:pt>
                <c:pt idx="2288">
                  <c:v>24-02-2009</c:v>
                </c:pt>
                <c:pt idx="2289">
                  <c:v>25-02-2009</c:v>
                </c:pt>
                <c:pt idx="2290">
                  <c:v>26-02-2009</c:v>
                </c:pt>
                <c:pt idx="2291">
                  <c:v>27-02-2009</c:v>
                </c:pt>
                <c:pt idx="2292">
                  <c:v>02-03-2009</c:v>
                </c:pt>
                <c:pt idx="2293">
                  <c:v>03-03-2009</c:v>
                </c:pt>
                <c:pt idx="2294">
                  <c:v>04-03-2009</c:v>
                </c:pt>
                <c:pt idx="2295">
                  <c:v>05-03-2009</c:v>
                </c:pt>
                <c:pt idx="2296">
                  <c:v>06-03-2009</c:v>
                </c:pt>
                <c:pt idx="2297">
                  <c:v>09-03-2009</c:v>
                </c:pt>
                <c:pt idx="2298">
                  <c:v>12-03-2009</c:v>
                </c:pt>
                <c:pt idx="2299">
                  <c:v>13-03-2009</c:v>
                </c:pt>
                <c:pt idx="2300">
                  <c:v>16-03-2009</c:v>
                </c:pt>
                <c:pt idx="2301">
                  <c:v>17-03-2009</c:v>
                </c:pt>
                <c:pt idx="2302">
                  <c:v>18-03-2009</c:v>
                </c:pt>
                <c:pt idx="2303">
                  <c:v>19-03-2009</c:v>
                </c:pt>
                <c:pt idx="2304">
                  <c:v>20-03-2009</c:v>
                </c:pt>
                <c:pt idx="2305">
                  <c:v>23-03-2009</c:v>
                </c:pt>
                <c:pt idx="2306">
                  <c:v>24-03-2009</c:v>
                </c:pt>
                <c:pt idx="2307">
                  <c:v>25-03-2009</c:v>
                </c:pt>
                <c:pt idx="2308">
                  <c:v>26-03-2009</c:v>
                </c:pt>
                <c:pt idx="2309">
                  <c:v>27-03-2009</c:v>
                </c:pt>
                <c:pt idx="2310">
                  <c:v>30-03-2009</c:v>
                </c:pt>
                <c:pt idx="2311">
                  <c:v>31-03-2009</c:v>
                </c:pt>
                <c:pt idx="2312">
                  <c:v>01-04-2009</c:v>
                </c:pt>
                <c:pt idx="2313">
                  <c:v>02-04-2009</c:v>
                </c:pt>
                <c:pt idx="2314">
                  <c:v>06-04-2009</c:v>
                </c:pt>
                <c:pt idx="2315">
                  <c:v>08-04-2009</c:v>
                </c:pt>
                <c:pt idx="2316">
                  <c:v>09-04-2009</c:v>
                </c:pt>
                <c:pt idx="2317">
                  <c:v>13-04-2009</c:v>
                </c:pt>
                <c:pt idx="2318">
                  <c:v>15-04-2009</c:v>
                </c:pt>
                <c:pt idx="2319">
                  <c:v>16-04-2009</c:v>
                </c:pt>
                <c:pt idx="2320">
                  <c:v>17-04-2009</c:v>
                </c:pt>
                <c:pt idx="2321">
                  <c:v>20-04-2009</c:v>
                </c:pt>
                <c:pt idx="2322">
                  <c:v>21-04-2009</c:v>
                </c:pt>
                <c:pt idx="2323">
                  <c:v>22-04-2009</c:v>
                </c:pt>
                <c:pt idx="2324">
                  <c:v>23-04-2009</c:v>
                </c:pt>
                <c:pt idx="2325">
                  <c:v>24-04-2009</c:v>
                </c:pt>
                <c:pt idx="2326">
                  <c:v>27-04-2009</c:v>
                </c:pt>
                <c:pt idx="2327">
                  <c:v>28-04-2009</c:v>
                </c:pt>
                <c:pt idx="2328">
                  <c:v>29-04-2009</c:v>
                </c:pt>
                <c:pt idx="2329">
                  <c:v>04-05-2009</c:v>
                </c:pt>
                <c:pt idx="2330">
                  <c:v>05-05-2009</c:v>
                </c:pt>
                <c:pt idx="2331">
                  <c:v>06-05-2009</c:v>
                </c:pt>
                <c:pt idx="2332">
                  <c:v>07-05-2009</c:v>
                </c:pt>
                <c:pt idx="2333">
                  <c:v>08-05-2009</c:v>
                </c:pt>
                <c:pt idx="2334">
                  <c:v>11-05-2009</c:v>
                </c:pt>
                <c:pt idx="2335">
                  <c:v>12-05-2009</c:v>
                </c:pt>
                <c:pt idx="2336">
                  <c:v>13-05-2009</c:v>
                </c:pt>
                <c:pt idx="2337">
                  <c:v>14-05-2009</c:v>
                </c:pt>
                <c:pt idx="2338">
                  <c:v>15-05-2009</c:v>
                </c:pt>
                <c:pt idx="2339">
                  <c:v>18-05-2009</c:v>
                </c:pt>
                <c:pt idx="2340">
                  <c:v>19-05-2009</c:v>
                </c:pt>
                <c:pt idx="2341">
                  <c:v>20-05-2009</c:v>
                </c:pt>
                <c:pt idx="2342">
                  <c:v>21-05-2009</c:v>
                </c:pt>
                <c:pt idx="2343">
                  <c:v>22-05-2009</c:v>
                </c:pt>
                <c:pt idx="2344">
                  <c:v>25-05-2009</c:v>
                </c:pt>
                <c:pt idx="2345">
                  <c:v>26-05-2009</c:v>
                </c:pt>
                <c:pt idx="2346">
                  <c:v>27-05-2009</c:v>
                </c:pt>
                <c:pt idx="2347">
                  <c:v>28-05-2009</c:v>
                </c:pt>
                <c:pt idx="2348">
                  <c:v>29-05-2009</c:v>
                </c:pt>
                <c:pt idx="2349">
                  <c:v>01-06-2009</c:v>
                </c:pt>
                <c:pt idx="2350">
                  <c:v>02-06-2009</c:v>
                </c:pt>
                <c:pt idx="2351">
                  <c:v>03-06-2009</c:v>
                </c:pt>
                <c:pt idx="2352">
                  <c:v>04-06-2009</c:v>
                </c:pt>
                <c:pt idx="2353">
                  <c:v>05-06-2009</c:v>
                </c:pt>
                <c:pt idx="2354">
                  <c:v>08-06-2009</c:v>
                </c:pt>
                <c:pt idx="2355">
                  <c:v>09-06-2009</c:v>
                </c:pt>
                <c:pt idx="2356">
                  <c:v>10-06-2009</c:v>
                </c:pt>
                <c:pt idx="2357">
                  <c:v>11-06-2009</c:v>
                </c:pt>
                <c:pt idx="2358">
                  <c:v>12-06-2009</c:v>
                </c:pt>
                <c:pt idx="2359">
                  <c:v>15-06-2009</c:v>
                </c:pt>
                <c:pt idx="2360">
                  <c:v>16-06-2009</c:v>
                </c:pt>
                <c:pt idx="2361">
                  <c:v>17-06-2009</c:v>
                </c:pt>
                <c:pt idx="2362">
                  <c:v>18-06-2009</c:v>
                </c:pt>
                <c:pt idx="2363">
                  <c:v>19-06-2009</c:v>
                </c:pt>
                <c:pt idx="2364">
                  <c:v>22-06-2009</c:v>
                </c:pt>
                <c:pt idx="2365">
                  <c:v>23-06-2009</c:v>
                </c:pt>
                <c:pt idx="2366">
                  <c:v>24-06-2009</c:v>
                </c:pt>
                <c:pt idx="2367">
                  <c:v>25-06-2009</c:v>
                </c:pt>
                <c:pt idx="2368">
                  <c:v>26-06-2009</c:v>
                </c:pt>
                <c:pt idx="2369">
                  <c:v>29-06-2009</c:v>
                </c:pt>
                <c:pt idx="2370">
                  <c:v>30-06-2009</c:v>
                </c:pt>
                <c:pt idx="2371">
                  <c:v>01-07-2009</c:v>
                </c:pt>
                <c:pt idx="2372">
                  <c:v>02-07-2009</c:v>
                </c:pt>
                <c:pt idx="2373">
                  <c:v>03-07-2009</c:v>
                </c:pt>
                <c:pt idx="2374">
                  <c:v>06-07-2009</c:v>
                </c:pt>
                <c:pt idx="2375">
                  <c:v>07-07-2009</c:v>
                </c:pt>
                <c:pt idx="2376">
                  <c:v>08-07-2009</c:v>
                </c:pt>
                <c:pt idx="2377">
                  <c:v>09-07-2009</c:v>
                </c:pt>
                <c:pt idx="2378">
                  <c:v>10-07-2009</c:v>
                </c:pt>
                <c:pt idx="2379">
                  <c:v>13-07-2009</c:v>
                </c:pt>
                <c:pt idx="2380">
                  <c:v>14-07-2009</c:v>
                </c:pt>
                <c:pt idx="2381">
                  <c:v>15-07-2009</c:v>
                </c:pt>
                <c:pt idx="2382">
                  <c:v>16-07-2009</c:v>
                </c:pt>
                <c:pt idx="2383">
                  <c:v>17-07-2009</c:v>
                </c:pt>
                <c:pt idx="2384">
                  <c:v>20-07-2009</c:v>
                </c:pt>
                <c:pt idx="2385">
                  <c:v>21-07-2009</c:v>
                </c:pt>
                <c:pt idx="2386">
                  <c:v>22-07-2009</c:v>
                </c:pt>
                <c:pt idx="2387">
                  <c:v>23-07-2009</c:v>
                </c:pt>
                <c:pt idx="2388">
                  <c:v>24-07-2009</c:v>
                </c:pt>
                <c:pt idx="2389">
                  <c:v>27-07-2009</c:v>
                </c:pt>
                <c:pt idx="2390">
                  <c:v>28-07-2009</c:v>
                </c:pt>
                <c:pt idx="2391">
                  <c:v>29-07-2009</c:v>
                </c:pt>
                <c:pt idx="2392">
                  <c:v>30-07-2009</c:v>
                </c:pt>
                <c:pt idx="2393">
                  <c:v>31-07-2009</c:v>
                </c:pt>
                <c:pt idx="2394">
                  <c:v>03-08-2009</c:v>
                </c:pt>
                <c:pt idx="2395">
                  <c:v>04-08-2009</c:v>
                </c:pt>
                <c:pt idx="2396">
                  <c:v>05-08-2009</c:v>
                </c:pt>
                <c:pt idx="2397">
                  <c:v>06-08-2009</c:v>
                </c:pt>
                <c:pt idx="2398">
                  <c:v>07-08-2009</c:v>
                </c:pt>
                <c:pt idx="2399">
                  <c:v>10-08-2009</c:v>
                </c:pt>
                <c:pt idx="2400">
                  <c:v>11-08-2009</c:v>
                </c:pt>
                <c:pt idx="2401">
                  <c:v>12-08-2009</c:v>
                </c:pt>
                <c:pt idx="2402">
                  <c:v>13-08-2009</c:v>
                </c:pt>
                <c:pt idx="2403">
                  <c:v>14-08-2009</c:v>
                </c:pt>
                <c:pt idx="2404">
                  <c:v>17-08-2009</c:v>
                </c:pt>
                <c:pt idx="2405">
                  <c:v>18-08-2009</c:v>
                </c:pt>
                <c:pt idx="2406">
                  <c:v>19-08-2009</c:v>
                </c:pt>
                <c:pt idx="2407">
                  <c:v>20-08-2009</c:v>
                </c:pt>
                <c:pt idx="2408">
                  <c:v>21-08-2009</c:v>
                </c:pt>
                <c:pt idx="2409">
                  <c:v>24-08-2009</c:v>
                </c:pt>
                <c:pt idx="2410">
                  <c:v>25-08-2009</c:v>
                </c:pt>
                <c:pt idx="2411">
                  <c:v>26-08-2009</c:v>
                </c:pt>
                <c:pt idx="2412">
                  <c:v>27-08-2009</c:v>
                </c:pt>
                <c:pt idx="2413">
                  <c:v>28-08-2009</c:v>
                </c:pt>
                <c:pt idx="2414">
                  <c:v>31-08-2009</c:v>
                </c:pt>
                <c:pt idx="2415">
                  <c:v>01-09-2009</c:v>
                </c:pt>
                <c:pt idx="2416">
                  <c:v>02-09-2009</c:v>
                </c:pt>
                <c:pt idx="2417">
                  <c:v>03-09-2009</c:v>
                </c:pt>
                <c:pt idx="2418">
                  <c:v>04-09-2009</c:v>
                </c:pt>
                <c:pt idx="2419">
                  <c:v>07-09-2009</c:v>
                </c:pt>
                <c:pt idx="2420">
                  <c:v>08-09-2009</c:v>
                </c:pt>
                <c:pt idx="2421">
                  <c:v>09-09-2009</c:v>
                </c:pt>
                <c:pt idx="2422">
                  <c:v>10-09-2009</c:v>
                </c:pt>
                <c:pt idx="2423">
                  <c:v>11-09-2009</c:v>
                </c:pt>
                <c:pt idx="2424">
                  <c:v>14-09-2009</c:v>
                </c:pt>
                <c:pt idx="2425">
                  <c:v>15-09-2009</c:v>
                </c:pt>
                <c:pt idx="2426">
                  <c:v>16-09-2009</c:v>
                </c:pt>
                <c:pt idx="2427">
                  <c:v>17-09-2009</c:v>
                </c:pt>
                <c:pt idx="2428">
                  <c:v>18-09-2009</c:v>
                </c:pt>
                <c:pt idx="2429">
                  <c:v>22-09-2009</c:v>
                </c:pt>
                <c:pt idx="2430">
                  <c:v>23-09-2009</c:v>
                </c:pt>
                <c:pt idx="2431">
                  <c:v>24-09-2009</c:v>
                </c:pt>
                <c:pt idx="2432">
                  <c:v>25-09-2009</c:v>
                </c:pt>
                <c:pt idx="2433">
                  <c:v>29-09-2009</c:v>
                </c:pt>
                <c:pt idx="2434">
                  <c:v>30-09-2009</c:v>
                </c:pt>
                <c:pt idx="2435">
                  <c:v>01-10-2009</c:v>
                </c:pt>
                <c:pt idx="2436">
                  <c:v>05-10-2009</c:v>
                </c:pt>
                <c:pt idx="2437">
                  <c:v>06-10-2009</c:v>
                </c:pt>
                <c:pt idx="2438">
                  <c:v>07-10-2009</c:v>
                </c:pt>
                <c:pt idx="2439">
                  <c:v>08-10-2009</c:v>
                </c:pt>
                <c:pt idx="2440">
                  <c:v>09-10-2009</c:v>
                </c:pt>
                <c:pt idx="2441">
                  <c:v>12-10-2009</c:v>
                </c:pt>
                <c:pt idx="2442">
                  <c:v>14-10-2009</c:v>
                </c:pt>
                <c:pt idx="2443">
                  <c:v>15-10-2009</c:v>
                </c:pt>
                <c:pt idx="2444">
                  <c:v>16-10-2009</c:v>
                </c:pt>
                <c:pt idx="2445">
                  <c:v>17-10-2009</c:v>
                </c:pt>
                <c:pt idx="2446">
                  <c:v>20-10-2009</c:v>
                </c:pt>
                <c:pt idx="2447">
                  <c:v>21-10-2009</c:v>
                </c:pt>
                <c:pt idx="2448">
                  <c:v>22-10-2009</c:v>
                </c:pt>
                <c:pt idx="2449">
                  <c:v>23-10-2009</c:v>
                </c:pt>
                <c:pt idx="2450">
                  <c:v>26-10-2009</c:v>
                </c:pt>
                <c:pt idx="2451">
                  <c:v>27-10-2009</c:v>
                </c:pt>
                <c:pt idx="2452">
                  <c:v>28-10-2009</c:v>
                </c:pt>
                <c:pt idx="2453">
                  <c:v>29-10-2009</c:v>
                </c:pt>
                <c:pt idx="2454">
                  <c:v>30-10-2009</c:v>
                </c:pt>
                <c:pt idx="2455">
                  <c:v>03-11-2009</c:v>
                </c:pt>
                <c:pt idx="2456">
                  <c:v>04-11-2009</c:v>
                </c:pt>
                <c:pt idx="2457">
                  <c:v>05-11-2009</c:v>
                </c:pt>
                <c:pt idx="2458">
                  <c:v>06-11-2009</c:v>
                </c:pt>
                <c:pt idx="2459">
                  <c:v>09-11-2009</c:v>
                </c:pt>
                <c:pt idx="2460">
                  <c:v>10-11-2009</c:v>
                </c:pt>
                <c:pt idx="2461">
                  <c:v>11-11-2009</c:v>
                </c:pt>
                <c:pt idx="2462">
                  <c:v>12-11-2009</c:v>
                </c:pt>
                <c:pt idx="2463">
                  <c:v>13-11-2009</c:v>
                </c:pt>
                <c:pt idx="2464">
                  <c:v>16-11-2009</c:v>
                </c:pt>
                <c:pt idx="2465">
                  <c:v>17-11-2009</c:v>
                </c:pt>
                <c:pt idx="2466">
                  <c:v>18-11-2009</c:v>
                </c:pt>
                <c:pt idx="2467">
                  <c:v>19-11-2009</c:v>
                </c:pt>
                <c:pt idx="2468">
                  <c:v>20-11-2009</c:v>
                </c:pt>
                <c:pt idx="2469">
                  <c:v>23-11-2009</c:v>
                </c:pt>
                <c:pt idx="2470">
                  <c:v>24-11-2009</c:v>
                </c:pt>
                <c:pt idx="2471">
                  <c:v>25-11-2009</c:v>
                </c:pt>
                <c:pt idx="2472">
                  <c:v>26-11-2009</c:v>
                </c:pt>
                <c:pt idx="2473">
                  <c:v>27-11-2009</c:v>
                </c:pt>
                <c:pt idx="2474">
                  <c:v>30-11-2009</c:v>
                </c:pt>
                <c:pt idx="2475">
                  <c:v>01-12-2009</c:v>
                </c:pt>
                <c:pt idx="2476">
                  <c:v>02-12-2009</c:v>
                </c:pt>
                <c:pt idx="2477">
                  <c:v>03-12-2009</c:v>
                </c:pt>
                <c:pt idx="2478">
                  <c:v>04-12-2009</c:v>
                </c:pt>
                <c:pt idx="2479">
                  <c:v>07-12-2009</c:v>
                </c:pt>
                <c:pt idx="2480">
                  <c:v>08-12-2009</c:v>
                </c:pt>
                <c:pt idx="2481">
                  <c:v>09-12-2009</c:v>
                </c:pt>
                <c:pt idx="2482">
                  <c:v>10-12-2009</c:v>
                </c:pt>
                <c:pt idx="2483">
                  <c:v>11-12-2009</c:v>
                </c:pt>
                <c:pt idx="2484">
                  <c:v>14-12-2009</c:v>
                </c:pt>
                <c:pt idx="2485">
                  <c:v>15-12-2009</c:v>
                </c:pt>
                <c:pt idx="2486">
                  <c:v>16-12-2009</c:v>
                </c:pt>
                <c:pt idx="2487">
                  <c:v>17-12-2009</c:v>
                </c:pt>
                <c:pt idx="2488">
                  <c:v>18-12-2009</c:v>
                </c:pt>
                <c:pt idx="2489">
                  <c:v>21-12-2009</c:v>
                </c:pt>
                <c:pt idx="2490">
                  <c:v>22-12-2009</c:v>
                </c:pt>
                <c:pt idx="2491">
                  <c:v>23-12-2009</c:v>
                </c:pt>
                <c:pt idx="2492">
                  <c:v>24-12-2009</c:v>
                </c:pt>
                <c:pt idx="2493">
                  <c:v>29-12-2009</c:v>
                </c:pt>
                <c:pt idx="2494">
                  <c:v>30-12-2009</c:v>
                </c:pt>
                <c:pt idx="2495">
                  <c:v>31-12-2009</c:v>
                </c:pt>
                <c:pt idx="2496">
                  <c:v>04-01-2010</c:v>
                </c:pt>
                <c:pt idx="2497">
                  <c:v>05-01-2010</c:v>
                </c:pt>
                <c:pt idx="2498">
                  <c:v>06-01-2010</c:v>
                </c:pt>
                <c:pt idx="2499">
                  <c:v>07-01-2010</c:v>
                </c:pt>
                <c:pt idx="2500">
                  <c:v>08-01-2010</c:v>
                </c:pt>
                <c:pt idx="2501">
                  <c:v>11-01-2010</c:v>
                </c:pt>
                <c:pt idx="2502">
                  <c:v>12-01-2010</c:v>
                </c:pt>
                <c:pt idx="2503">
                  <c:v>13-01-2010</c:v>
                </c:pt>
                <c:pt idx="2504">
                  <c:v>14-01-2010</c:v>
                </c:pt>
                <c:pt idx="2505">
                  <c:v>15-01-2010</c:v>
                </c:pt>
                <c:pt idx="2506">
                  <c:v>18-01-2010</c:v>
                </c:pt>
                <c:pt idx="2507">
                  <c:v>19-01-2010</c:v>
                </c:pt>
                <c:pt idx="2508">
                  <c:v>20-01-2010</c:v>
                </c:pt>
                <c:pt idx="2509">
                  <c:v>21-01-2010</c:v>
                </c:pt>
                <c:pt idx="2510">
                  <c:v>22-01-2010</c:v>
                </c:pt>
                <c:pt idx="2511">
                  <c:v>25-01-2010</c:v>
                </c:pt>
                <c:pt idx="2512">
                  <c:v>27-01-2010</c:v>
                </c:pt>
                <c:pt idx="2513">
                  <c:v>28-01-2010</c:v>
                </c:pt>
                <c:pt idx="2514">
                  <c:v>29-01-2010</c:v>
                </c:pt>
                <c:pt idx="2515">
                  <c:v>01-02-2010</c:v>
                </c:pt>
                <c:pt idx="2516">
                  <c:v>02-02-2010</c:v>
                </c:pt>
                <c:pt idx="2517">
                  <c:v>03-02-2010</c:v>
                </c:pt>
                <c:pt idx="2518">
                  <c:v>04-02-2010</c:v>
                </c:pt>
                <c:pt idx="2519">
                  <c:v>05-02-2010</c:v>
                </c:pt>
                <c:pt idx="2520">
                  <c:v>06-02-2010</c:v>
                </c:pt>
                <c:pt idx="2521">
                  <c:v>08-02-2010</c:v>
                </c:pt>
                <c:pt idx="2522">
                  <c:v>09-02-2010</c:v>
                </c:pt>
                <c:pt idx="2523">
                  <c:v>10-02-2010</c:v>
                </c:pt>
                <c:pt idx="2524">
                  <c:v>11-02-2010</c:v>
                </c:pt>
                <c:pt idx="2525">
                  <c:v>15-02-2010</c:v>
                </c:pt>
                <c:pt idx="2526">
                  <c:v>16-02-2010</c:v>
                </c:pt>
                <c:pt idx="2527">
                  <c:v>17-02-2010</c:v>
                </c:pt>
                <c:pt idx="2528">
                  <c:v>18-02-2010</c:v>
                </c:pt>
                <c:pt idx="2529">
                  <c:v>19-02-2010</c:v>
                </c:pt>
                <c:pt idx="2530">
                  <c:v>22-02-2010</c:v>
                </c:pt>
                <c:pt idx="2531">
                  <c:v>23-02-2010</c:v>
                </c:pt>
                <c:pt idx="2532">
                  <c:v>24-02-2010</c:v>
                </c:pt>
                <c:pt idx="2533">
                  <c:v>25-02-2010</c:v>
                </c:pt>
                <c:pt idx="2534">
                  <c:v>26-02-2010</c:v>
                </c:pt>
                <c:pt idx="2535">
                  <c:v>02-03-2010</c:v>
                </c:pt>
                <c:pt idx="2536">
                  <c:v>03-03-2010</c:v>
                </c:pt>
                <c:pt idx="2537">
                  <c:v>04-03-2010</c:v>
                </c:pt>
                <c:pt idx="2538">
                  <c:v>05-03-2010</c:v>
                </c:pt>
                <c:pt idx="2539">
                  <c:v>08-03-2010</c:v>
                </c:pt>
                <c:pt idx="2540">
                  <c:v>09-03-2010</c:v>
                </c:pt>
                <c:pt idx="2541">
                  <c:v>10-03-2010</c:v>
                </c:pt>
                <c:pt idx="2542">
                  <c:v>11-03-2010</c:v>
                </c:pt>
                <c:pt idx="2543">
                  <c:v>12-03-2010</c:v>
                </c:pt>
                <c:pt idx="2544">
                  <c:v>15-03-2010</c:v>
                </c:pt>
                <c:pt idx="2545">
                  <c:v>16-03-2010</c:v>
                </c:pt>
                <c:pt idx="2546">
                  <c:v>17-03-2010</c:v>
                </c:pt>
                <c:pt idx="2547">
                  <c:v>18-03-2010</c:v>
                </c:pt>
                <c:pt idx="2548">
                  <c:v>19-03-2010</c:v>
                </c:pt>
                <c:pt idx="2549">
                  <c:v>22-03-2010</c:v>
                </c:pt>
                <c:pt idx="2550">
                  <c:v>23-03-2010</c:v>
                </c:pt>
                <c:pt idx="2551">
                  <c:v>25-03-2010</c:v>
                </c:pt>
                <c:pt idx="2552">
                  <c:v>26-03-2010</c:v>
                </c:pt>
                <c:pt idx="2553">
                  <c:v>29-03-2010</c:v>
                </c:pt>
                <c:pt idx="2554">
                  <c:v>30-03-2010</c:v>
                </c:pt>
                <c:pt idx="2555">
                  <c:v>31-03-2010</c:v>
                </c:pt>
                <c:pt idx="2556">
                  <c:v>01-04-2010</c:v>
                </c:pt>
                <c:pt idx="2557">
                  <c:v>05-04-2010</c:v>
                </c:pt>
                <c:pt idx="2558">
                  <c:v>06-04-2010</c:v>
                </c:pt>
                <c:pt idx="2559">
                  <c:v>07-04-2010</c:v>
                </c:pt>
                <c:pt idx="2560">
                  <c:v>08-04-2010</c:v>
                </c:pt>
                <c:pt idx="2561">
                  <c:v>09-04-2010</c:v>
                </c:pt>
                <c:pt idx="2562">
                  <c:v>12-04-2010</c:v>
                </c:pt>
                <c:pt idx="2563">
                  <c:v>13-04-2010</c:v>
                </c:pt>
                <c:pt idx="2564">
                  <c:v>15-04-2010</c:v>
                </c:pt>
                <c:pt idx="2565">
                  <c:v>16-04-2010</c:v>
                </c:pt>
                <c:pt idx="2566">
                  <c:v>19-04-2010</c:v>
                </c:pt>
                <c:pt idx="2567">
                  <c:v>20-04-2010</c:v>
                </c:pt>
                <c:pt idx="2568">
                  <c:v>21-04-2010</c:v>
                </c:pt>
                <c:pt idx="2569">
                  <c:v>22-04-2010</c:v>
                </c:pt>
                <c:pt idx="2570">
                  <c:v>23-04-2010</c:v>
                </c:pt>
                <c:pt idx="2571">
                  <c:v>26-04-2010</c:v>
                </c:pt>
                <c:pt idx="2572">
                  <c:v>27-04-2010</c:v>
                </c:pt>
                <c:pt idx="2573">
                  <c:v>28-04-2010</c:v>
                </c:pt>
                <c:pt idx="2574">
                  <c:v>29-04-2010</c:v>
                </c:pt>
                <c:pt idx="2575">
                  <c:v>30-04-2010</c:v>
                </c:pt>
                <c:pt idx="2576">
                  <c:v>03-05-2010</c:v>
                </c:pt>
                <c:pt idx="2577">
                  <c:v>04-05-2010</c:v>
                </c:pt>
                <c:pt idx="2578">
                  <c:v>05-05-2010</c:v>
                </c:pt>
                <c:pt idx="2579">
                  <c:v>06-05-2010</c:v>
                </c:pt>
                <c:pt idx="2580">
                  <c:v>07-05-2010</c:v>
                </c:pt>
                <c:pt idx="2581">
                  <c:v>10-05-2010</c:v>
                </c:pt>
                <c:pt idx="2582">
                  <c:v>11-05-2010</c:v>
                </c:pt>
                <c:pt idx="2583">
                  <c:v>12-05-2010</c:v>
                </c:pt>
                <c:pt idx="2584">
                  <c:v>13-05-2010</c:v>
                </c:pt>
                <c:pt idx="2585">
                  <c:v>14-05-2010</c:v>
                </c:pt>
                <c:pt idx="2586">
                  <c:v>17-05-2010</c:v>
                </c:pt>
                <c:pt idx="2587">
                  <c:v>18-05-2010</c:v>
                </c:pt>
                <c:pt idx="2588">
                  <c:v>19-05-2010</c:v>
                </c:pt>
                <c:pt idx="2589">
                  <c:v>20-05-2010</c:v>
                </c:pt>
                <c:pt idx="2590">
                  <c:v>21-05-2010</c:v>
                </c:pt>
                <c:pt idx="2591">
                  <c:v>24-05-2010</c:v>
                </c:pt>
                <c:pt idx="2592">
                  <c:v>25-05-2010</c:v>
                </c:pt>
                <c:pt idx="2593">
                  <c:v>26-05-2010</c:v>
                </c:pt>
                <c:pt idx="2594">
                  <c:v>27-05-2010</c:v>
                </c:pt>
                <c:pt idx="2595">
                  <c:v>28-05-2010</c:v>
                </c:pt>
                <c:pt idx="2596">
                  <c:v>31-05-2010</c:v>
                </c:pt>
                <c:pt idx="2597">
                  <c:v>01-06-2010</c:v>
                </c:pt>
                <c:pt idx="2598">
                  <c:v>02-06-2010</c:v>
                </c:pt>
                <c:pt idx="2599">
                  <c:v>03-06-2010</c:v>
                </c:pt>
                <c:pt idx="2600">
                  <c:v>04-06-2010</c:v>
                </c:pt>
                <c:pt idx="2601">
                  <c:v>07-06-2010</c:v>
                </c:pt>
                <c:pt idx="2602">
                  <c:v>08-06-2010</c:v>
                </c:pt>
                <c:pt idx="2603">
                  <c:v>09-06-2010</c:v>
                </c:pt>
                <c:pt idx="2604">
                  <c:v>10-06-2010</c:v>
                </c:pt>
                <c:pt idx="2605">
                  <c:v>11-06-2010</c:v>
                </c:pt>
                <c:pt idx="2606">
                  <c:v>14-06-2010</c:v>
                </c:pt>
                <c:pt idx="2607">
                  <c:v>15-06-2010</c:v>
                </c:pt>
                <c:pt idx="2608">
                  <c:v>16-06-2010</c:v>
                </c:pt>
                <c:pt idx="2609">
                  <c:v>17-06-2010</c:v>
                </c:pt>
                <c:pt idx="2610">
                  <c:v>18-06-2010</c:v>
                </c:pt>
                <c:pt idx="2611">
                  <c:v>21-06-2010</c:v>
                </c:pt>
                <c:pt idx="2612">
                  <c:v>22-06-2010</c:v>
                </c:pt>
                <c:pt idx="2613">
                  <c:v>23-06-2010</c:v>
                </c:pt>
                <c:pt idx="2614">
                  <c:v>24-06-2010</c:v>
                </c:pt>
                <c:pt idx="2615">
                  <c:v>25-06-2010</c:v>
                </c:pt>
                <c:pt idx="2616">
                  <c:v>28-06-2010</c:v>
                </c:pt>
                <c:pt idx="2617">
                  <c:v>29-06-2010</c:v>
                </c:pt>
                <c:pt idx="2618">
                  <c:v>30-06-2010</c:v>
                </c:pt>
                <c:pt idx="2619">
                  <c:v>01-07-2010</c:v>
                </c:pt>
                <c:pt idx="2620">
                  <c:v>02-07-2010</c:v>
                </c:pt>
                <c:pt idx="2621">
                  <c:v>05-07-2010</c:v>
                </c:pt>
                <c:pt idx="2622">
                  <c:v>06-07-2010</c:v>
                </c:pt>
                <c:pt idx="2623">
                  <c:v>07-07-2010</c:v>
                </c:pt>
                <c:pt idx="2624">
                  <c:v>08-07-2010</c:v>
                </c:pt>
                <c:pt idx="2625">
                  <c:v>09-07-2010</c:v>
                </c:pt>
                <c:pt idx="2626">
                  <c:v>12-07-2010</c:v>
                </c:pt>
                <c:pt idx="2627">
                  <c:v>13-07-2010</c:v>
                </c:pt>
                <c:pt idx="2628">
                  <c:v>14-07-2010</c:v>
                </c:pt>
                <c:pt idx="2629">
                  <c:v>15-07-2010</c:v>
                </c:pt>
                <c:pt idx="2630">
                  <c:v>16-07-2010</c:v>
                </c:pt>
                <c:pt idx="2631">
                  <c:v>19-07-2010</c:v>
                </c:pt>
                <c:pt idx="2632">
                  <c:v>20-07-2010</c:v>
                </c:pt>
                <c:pt idx="2633">
                  <c:v>21-07-2010</c:v>
                </c:pt>
                <c:pt idx="2634">
                  <c:v>22-07-2010</c:v>
                </c:pt>
                <c:pt idx="2635">
                  <c:v>23-07-2010</c:v>
                </c:pt>
                <c:pt idx="2636">
                  <c:v>26-07-2010</c:v>
                </c:pt>
                <c:pt idx="2637">
                  <c:v>27-07-2010</c:v>
                </c:pt>
                <c:pt idx="2638">
                  <c:v>28-07-2010</c:v>
                </c:pt>
                <c:pt idx="2639">
                  <c:v>29-07-2010</c:v>
                </c:pt>
                <c:pt idx="2640">
                  <c:v>30-07-2010</c:v>
                </c:pt>
                <c:pt idx="2641">
                  <c:v>02-08-2010</c:v>
                </c:pt>
                <c:pt idx="2642">
                  <c:v>03-08-2010</c:v>
                </c:pt>
                <c:pt idx="2643">
                  <c:v>04-08-2010</c:v>
                </c:pt>
                <c:pt idx="2644">
                  <c:v>05-08-2010</c:v>
                </c:pt>
                <c:pt idx="2645">
                  <c:v>06-08-2010</c:v>
                </c:pt>
                <c:pt idx="2646">
                  <c:v>09-08-2010</c:v>
                </c:pt>
                <c:pt idx="2647">
                  <c:v>10-08-2010</c:v>
                </c:pt>
                <c:pt idx="2648">
                  <c:v>11-08-2010</c:v>
                </c:pt>
                <c:pt idx="2649">
                  <c:v>12-08-2010</c:v>
                </c:pt>
                <c:pt idx="2650">
                  <c:v>13-08-2010</c:v>
                </c:pt>
                <c:pt idx="2651">
                  <c:v>16-08-2010</c:v>
                </c:pt>
                <c:pt idx="2652">
                  <c:v>17-08-2010</c:v>
                </c:pt>
                <c:pt idx="2653">
                  <c:v>18-08-2010</c:v>
                </c:pt>
                <c:pt idx="2654">
                  <c:v>19-08-2010</c:v>
                </c:pt>
                <c:pt idx="2655">
                  <c:v>20-08-2010</c:v>
                </c:pt>
                <c:pt idx="2656">
                  <c:v>23-08-2010</c:v>
                </c:pt>
                <c:pt idx="2657">
                  <c:v>24-08-2010</c:v>
                </c:pt>
                <c:pt idx="2658">
                  <c:v>25-08-2010</c:v>
                </c:pt>
                <c:pt idx="2659">
                  <c:v>26-08-2010</c:v>
                </c:pt>
                <c:pt idx="2660">
                  <c:v>27-08-2010</c:v>
                </c:pt>
                <c:pt idx="2661">
                  <c:v>30-08-2010</c:v>
                </c:pt>
                <c:pt idx="2662">
                  <c:v>31-08-2010</c:v>
                </c:pt>
                <c:pt idx="2663">
                  <c:v>01-09-2010</c:v>
                </c:pt>
                <c:pt idx="2664">
                  <c:v>02-09-2010</c:v>
                </c:pt>
                <c:pt idx="2665">
                  <c:v>03-09-2010</c:v>
                </c:pt>
                <c:pt idx="2666">
                  <c:v>06-09-2010</c:v>
                </c:pt>
                <c:pt idx="2667">
                  <c:v>07-09-2010</c:v>
                </c:pt>
                <c:pt idx="2668">
                  <c:v>08-09-2010</c:v>
                </c:pt>
                <c:pt idx="2669">
                  <c:v>09-09-2010</c:v>
                </c:pt>
                <c:pt idx="2670">
                  <c:v>13-09-2010</c:v>
                </c:pt>
                <c:pt idx="2671">
                  <c:v>14-09-2010</c:v>
                </c:pt>
                <c:pt idx="2672">
                  <c:v>15-09-2010</c:v>
                </c:pt>
                <c:pt idx="2673">
                  <c:v>16-09-2010</c:v>
                </c:pt>
                <c:pt idx="2674">
                  <c:v>17-09-2010</c:v>
                </c:pt>
                <c:pt idx="2675">
                  <c:v>20-09-2010</c:v>
                </c:pt>
                <c:pt idx="2676">
                  <c:v>21-09-2010</c:v>
                </c:pt>
                <c:pt idx="2677">
                  <c:v>22-09-2010</c:v>
                </c:pt>
                <c:pt idx="2678">
                  <c:v>23-09-2010</c:v>
                </c:pt>
                <c:pt idx="2679">
                  <c:v>24-09-2010</c:v>
                </c:pt>
                <c:pt idx="2680">
                  <c:v>27-09-2010</c:v>
                </c:pt>
                <c:pt idx="2681">
                  <c:v>28-09-2010</c:v>
                </c:pt>
                <c:pt idx="2682">
                  <c:v>29-09-2010</c:v>
                </c:pt>
                <c:pt idx="2683">
                  <c:v>30-09-2010</c:v>
                </c:pt>
                <c:pt idx="2684">
                  <c:v>01-10-2010</c:v>
                </c:pt>
                <c:pt idx="2685">
                  <c:v>04-10-2010</c:v>
                </c:pt>
                <c:pt idx="2686">
                  <c:v>05-10-2010</c:v>
                </c:pt>
                <c:pt idx="2687">
                  <c:v>06-10-2010</c:v>
                </c:pt>
                <c:pt idx="2688">
                  <c:v>07-10-2010</c:v>
                </c:pt>
                <c:pt idx="2689">
                  <c:v>08-10-2010</c:v>
                </c:pt>
                <c:pt idx="2690">
                  <c:v>11-10-2010</c:v>
                </c:pt>
                <c:pt idx="2691">
                  <c:v>12-10-2010</c:v>
                </c:pt>
                <c:pt idx="2692">
                  <c:v>13-10-2010</c:v>
                </c:pt>
                <c:pt idx="2693">
                  <c:v>14-10-2010</c:v>
                </c:pt>
                <c:pt idx="2694">
                  <c:v>15-10-2010</c:v>
                </c:pt>
                <c:pt idx="2695">
                  <c:v>18-10-2010</c:v>
                </c:pt>
                <c:pt idx="2696">
                  <c:v>19-10-2010</c:v>
                </c:pt>
                <c:pt idx="2697">
                  <c:v>20-10-2010</c:v>
                </c:pt>
                <c:pt idx="2698">
                  <c:v>21-10-2010</c:v>
                </c:pt>
                <c:pt idx="2699">
                  <c:v>22-10-2010</c:v>
                </c:pt>
                <c:pt idx="2700">
                  <c:v>25-10-2010</c:v>
                </c:pt>
                <c:pt idx="2701">
                  <c:v>26-10-2010</c:v>
                </c:pt>
                <c:pt idx="2702">
                  <c:v>27-10-2010</c:v>
                </c:pt>
                <c:pt idx="2703">
                  <c:v>28-10-2010</c:v>
                </c:pt>
                <c:pt idx="2704">
                  <c:v>29-10-2010</c:v>
                </c:pt>
                <c:pt idx="2705">
                  <c:v>01-11-2010</c:v>
                </c:pt>
                <c:pt idx="2706">
                  <c:v>02-11-2010</c:v>
                </c:pt>
                <c:pt idx="2707">
                  <c:v>03-11-2010</c:v>
                </c:pt>
                <c:pt idx="2708">
                  <c:v>04-11-2010</c:v>
                </c:pt>
                <c:pt idx="2709">
                  <c:v>05-11-2010</c:v>
                </c:pt>
                <c:pt idx="2710">
                  <c:v>08-11-2010</c:v>
                </c:pt>
                <c:pt idx="2711">
                  <c:v>09-11-2010</c:v>
                </c:pt>
                <c:pt idx="2712">
                  <c:v>10-11-2010</c:v>
                </c:pt>
                <c:pt idx="2713">
                  <c:v>11-11-2010</c:v>
                </c:pt>
                <c:pt idx="2714">
                  <c:v>12-11-2010</c:v>
                </c:pt>
                <c:pt idx="2715">
                  <c:v>15-11-2010</c:v>
                </c:pt>
                <c:pt idx="2716">
                  <c:v>16-11-2010</c:v>
                </c:pt>
                <c:pt idx="2717">
                  <c:v>18-11-2010</c:v>
                </c:pt>
                <c:pt idx="2718">
                  <c:v>19-11-2010</c:v>
                </c:pt>
                <c:pt idx="2719">
                  <c:v>22-11-2010</c:v>
                </c:pt>
                <c:pt idx="2720">
                  <c:v>23-11-2010</c:v>
                </c:pt>
                <c:pt idx="2721">
                  <c:v>24-11-2010</c:v>
                </c:pt>
                <c:pt idx="2722">
                  <c:v>25-11-2010</c:v>
                </c:pt>
                <c:pt idx="2723">
                  <c:v>26-11-2010</c:v>
                </c:pt>
                <c:pt idx="2724">
                  <c:v>29-11-2010</c:v>
                </c:pt>
                <c:pt idx="2725">
                  <c:v>30-11-2010</c:v>
                </c:pt>
                <c:pt idx="2726">
                  <c:v>01-12-2010</c:v>
                </c:pt>
                <c:pt idx="2727">
                  <c:v>02-12-2010</c:v>
                </c:pt>
                <c:pt idx="2728">
                  <c:v>03-12-2010</c:v>
                </c:pt>
                <c:pt idx="2729">
                  <c:v>06-12-2010</c:v>
                </c:pt>
                <c:pt idx="2730">
                  <c:v>07-12-2010</c:v>
                </c:pt>
                <c:pt idx="2731">
                  <c:v>08-12-2010</c:v>
                </c:pt>
                <c:pt idx="2732">
                  <c:v>09-12-2010</c:v>
                </c:pt>
                <c:pt idx="2733">
                  <c:v>10-12-2010</c:v>
                </c:pt>
                <c:pt idx="2734">
                  <c:v>13-12-2010</c:v>
                </c:pt>
                <c:pt idx="2735">
                  <c:v>14-12-2010</c:v>
                </c:pt>
                <c:pt idx="2736">
                  <c:v>15-12-2010</c:v>
                </c:pt>
                <c:pt idx="2737">
                  <c:v>16-12-2010</c:v>
                </c:pt>
                <c:pt idx="2738">
                  <c:v>20-12-2010</c:v>
                </c:pt>
                <c:pt idx="2739">
                  <c:v>21-12-2010</c:v>
                </c:pt>
                <c:pt idx="2740">
                  <c:v>22-12-2010</c:v>
                </c:pt>
                <c:pt idx="2741">
                  <c:v>23-12-2010</c:v>
                </c:pt>
                <c:pt idx="2742">
                  <c:v>24-12-2010</c:v>
                </c:pt>
                <c:pt idx="2743">
                  <c:v>27-12-2010</c:v>
                </c:pt>
                <c:pt idx="2744">
                  <c:v>28-12-2010</c:v>
                </c:pt>
                <c:pt idx="2745">
                  <c:v>29-12-2010</c:v>
                </c:pt>
                <c:pt idx="2746">
                  <c:v>30-12-2010</c:v>
                </c:pt>
                <c:pt idx="2747">
                  <c:v>31-12-2010</c:v>
                </c:pt>
                <c:pt idx="2748">
                  <c:v>03-01-2011</c:v>
                </c:pt>
                <c:pt idx="2749">
                  <c:v>04-01-2011</c:v>
                </c:pt>
                <c:pt idx="2750">
                  <c:v>05-01-2011</c:v>
                </c:pt>
                <c:pt idx="2751">
                  <c:v>06-01-2011</c:v>
                </c:pt>
                <c:pt idx="2752">
                  <c:v>07-01-2011</c:v>
                </c:pt>
                <c:pt idx="2753">
                  <c:v>10-01-2011</c:v>
                </c:pt>
                <c:pt idx="2754">
                  <c:v>11-01-2011</c:v>
                </c:pt>
                <c:pt idx="2755">
                  <c:v>12-01-2011</c:v>
                </c:pt>
                <c:pt idx="2756">
                  <c:v>13-01-2011</c:v>
                </c:pt>
                <c:pt idx="2757">
                  <c:v>14-01-2011</c:v>
                </c:pt>
                <c:pt idx="2758">
                  <c:v>17-01-2011</c:v>
                </c:pt>
                <c:pt idx="2759">
                  <c:v>18-01-2011</c:v>
                </c:pt>
                <c:pt idx="2760">
                  <c:v>19-01-2011</c:v>
                </c:pt>
                <c:pt idx="2761">
                  <c:v>20-01-2011</c:v>
                </c:pt>
                <c:pt idx="2762">
                  <c:v>21-01-2011</c:v>
                </c:pt>
                <c:pt idx="2763">
                  <c:v>24-01-2011</c:v>
                </c:pt>
                <c:pt idx="2764">
                  <c:v>25-01-2011</c:v>
                </c:pt>
                <c:pt idx="2765">
                  <c:v>27-01-2011</c:v>
                </c:pt>
                <c:pt idx="2766">
                  <c:v>28-01-2011</c:v>
                </c:pt>
                <c:pt idx="2767">
                  <c:v>31-01-2011</c:v>
                </c:pt>
                <c:pt idx="2768">
                  <c:v>01-02-2011</c:v>
                </c:pt>
                <c:pt idx="2769">
                  <c:v>02-02-2011</c:v>
                </c:pt>
                <c:pt idx="2770">
                  <c:v>03-02-2011</c:v>
                </c:pt>
                <c:pt idx="2771">
                  <c:v>04-02-2011</c:v>
                </c:pt>
                <c:pt idx="2772">
                  <c:v>07-02-2011</c:v>
                </c:pt>
                <c:pt idx="2773">
                  <c:v>08-02-2011</c:v>
                </c:pt>
                <c:pt idx="2774">
                  <c:v>09-02-2011</c:v>
                </c:pt>
                <c:pt idx="2775">
                  <c:v>10-02-2011</c:v>
                </c:pt>
                <c:pt idx="2776">
                  <c:v>11-02-2011</c:v>
                </c:pt>
                <c:pt idx="2777">
                  <c:v>14-02-2011</c:v>
                </c:pt>
                <c:pt idx="2778">
                  <c:v>15-02-2011</c:v>
                </c:pt>
                <c:pt idx="2779">
                  <c:v>16-02-2011</c:v>
                </c:pt>
                <c:pt idx="2780">
                  <c:v>17-02-2011</c:v>
                </c:pt>
                <c:pt idx="2781">
                  <c:v>18-02-2011</c:v>
                </c:pt>
                <c:pt idx="2782">
                  <c:v>21-02-2011</c:v>
                </c:pt>
                <c:pt idx="2783">
                  <c:v>22-02-2011</c:v>
                </c:pt>
                <c:pt idx="2784">
                  <c:v>23-02-2011</c:v>
                </c:pt>
                <c:pt idx="2785">
                  <c:v>24-02-2011</c:v>
                </c:pt>
                <c:pt idx="2786">
                  <c:v>25-02-2011</c:v>
                </c:pt>
                <c:pt idx="2787">
                  <c:v>28-02-2011</c:v>
                </c:pt>
                <c:pt idx="2788">
                  <c:v>01-03-2011</c:v>
                </c:pt>
                <c:pt idx="2789">
                  <c:v>03-03-2011</c:v>
                </c:pt>
                <c:pt idx="2790">
                  <c:v>04-03-2011</c:v>
                </c:pt>
                <c:pt idx="2791">
                  <c:v>07-03-2011</c:v>
                </c:pt>
                <c:pt idx="2792">
                  <c:v>08-03-2011</c:v>
                </c:pt>
                <c:pt idx="2793">
                  <c:v>09-03-2011</c:v>
                </c:pt>
                <c:pt idx="2794">
                  <c:v>10-03-2011</c:v>
                </c:pt>
                <c:pt idx="2795">
                  <c:v>11-03-2011</c:v>
                </c:pt>
                <c:pt idx="2796">
                  <c:v>14-03-2011</c:v>
                </c:pt>
                <c:pt idx="2797">
                  <c:v>15-03-2011</c:v>
                </c:pt>
                <c:pt idx="2798">
                  <c:v>16-03-2011</c:v>
                </c:pt>
                <c:pt idx="2799">
                  <c:v>17-03-2011</c:v>
                </c:pt>
                <c:pt idx="2800">
                  <c:v>18-03-2011</c:v>
                </c:pt>
                <c:pt idx="2801">
                  <c:v>21-03-2011</c:v>
                </c:pt>
                <c:pt idx="2802">
                  <c:v>22-03-2011</c:v>
                </c:pt>
                <c:pt idx="2803">
                  <c:v>23-03-2011</c:v>
                </c:pt>
                <c:pt idx="2804">
                  <c:v>24-03-2011</c:v>
                </c:pt>
                <c:pt idx="2805">
                  <c:v>25-03-2011</c:v>
                </c:pt>
                <c:pt idx="2806">
                  <c:v>28-03-2011</c:v>
                </c:pt>
                <c:pt idx="2807">
                  <c:v>29-03-2011</c:v>
                </c:pt>
                <c:pt idx="2808">
                  <c:v>30-03-2011</c:v>
                </c:pt>
                <c:pt idx="2809">
                  <c:v>31-03-2011</c:v>
                </c:pt>
                <c:pt idx="2810">
                  <c:v>01-04-2011</c:v>
                </c:pt>
                <c:pt idx="2811">
                  <c:v>04-04-2011</c:v>
                </c:pt>
                <c:pt idx="2812">
                  <c:v>05-04-2011</c:v>
                </c:pt>
                <c:pt idx="2813">
                  <c:v>06-04-2011</c:v>
                </c:pt>
                <c:pt idx="2814">
                  <c:v>07-04-2011</c:v>
                </c:pt>
                <c:pt idx="2815">
                  <c:v>08-04-2011</c:v>
                </c:pt>
                <c:pt idx="2816">
                  <c:v>11-04-2011</c:v>
                </c:pt>
                <c:pt idx="2817">
                  <c:v>13-04-2011</c:v>
                </c:pt>
                <c:pt idx="2818">
                  <c:v>15-04-2011</c:v>
                </c:pt>
                <c:pt idx="2819">
                  <c:v>18-04-2011</c:v>
                </c:pt>
                <c:pt idx="2820">
                  <c:v>19-04-2011</c:v>
                </c:pt>
                <c:pt idx="2821">
                  <c:v>20-04-2011</c:v>
                </c:pt>
                <c:pt idx="2822">
                  <c:v>21-04-2011</c:v>
                </c:pt>
                <c:pt idx="2823">
                  <c:v>25-04-2011</c:v>
                </c:pt>
                <c:pt idx="2824">
                  <c:v>26-04-2011</c:v>
                </c:pt>
                <c:pt idx="2825">
                  <c:v>27-04-2011</c:v>
                </c:pt>
                <c:pt idx="2826">
                  <c:v>28-04-2011</c:v>
                </c:pt>
                <c:pt idx="2827">
                  <c:v>29-04-2011</c:v>
                </c:pt>
                <c:pt idx="2828">
                  <c:v>02-05-2011</c:v>
                </c:pt>
                <c:pt idx="2829">
                  <c:v>03-05-2011</c:v>
                </c:pt>
                <c:pt idx="2830">
                  <c:v>04-05-2011</c:v>
                </c:pt>
                <c:pt idx="2831">
                  <c:v>05-05-2011</c:v>
                </c:pt>
                <c:pt idx="2832">
                  <c:v>06-05-2011</c:v>
                </c:pt>
                <c:pt idx="2833">
                  <c:v>09-05-2011</c:v>
                </c:pt>
                <c:pt idx="2834">
                  <c:v>10-05-2011</c:v>
                </c:pt>
                <c:pt idx="2835">
                  <c:v>11-05-2011</c:v>
                </c:pt>
                <c:pt idx="2836">
                  <c:v>12-05-2011</c:v>
                </c:pt>
                <c:pt idx="2837">
                  <c:v>13-05-2011</c:v>
                </c:pt>
                <c:pt idx="2838">
                  <c:v>16-05-2011</c:v>
                </c:pt>
                <c:pt idx="2839">
                  <c:v>17-05-2011</c:v>
                </c:pt>
                <c:pt idx="2840">
                  <c:v>18-05-2011</c:v>
                </c:pt>
                <c:pt idx="2841">
                  <c:v>19-05-2011</c:v>
                </c:pt>
                <c:pt idx="2842">
                  <c:v>20-05-2011</c:v>
                </c:pt>
                <c:pt idx="2843">
                  <c:v>23-05-2011</c:v>
                </c:pt>
                <c:pt idx="2844">
                  <c:v>24-05-2011</c:v>
                </c:pt>
                <c:pt idx="2845">
                  <c:v>25-05-2011</c:v>
                </c:pt>
                <c:pt idx="2846">
                  <c:v>26-05-2011</c:v>
                </c:pt>
                <c:pt idx="2847">
                  <c:v>27-05-2011</c:v>
                </c:pt>
                <c:pt idx="2848">
                  <c:v>30-05-2011</c:v>
                </c:pt>
                <c:pt idx="2849">
                  <c:v>31-05-2011</c:v>
                </c:pt>
                <c:pt idx="2850">
                  <c:v>01-06-2011</c:v>
                </c:pt>
                <c:pt idx="2851">
                  <c:v>02-06-2011</c:v>
                </c:pt>
                <c:pt idx="2852">
                  <c:v>03-06-2011</c:v>
                </c:pt>
                <c:pt idx="2853">
                  <c:v>06-06-2011</c:v>
                </c:pt>
                <c:pt idx="2854">
                  <c:v>07-06-2011</c:v>
                </c:pt>
                <c:pt idx="2855">
                  <c:v>08-06-2011</c:v>
                </c:pt>
                <c:pt idx="2856">
                  <c:v>09-06-2011</c:v>
                </c:pt>
                <c:pt idx="2857">
                  <c:v>10-06-2011</c:v>
                </c:pt>
                <c:pt idx="2858">
                  <c:v>13-06-2011</c:v>
                </c:pt>
                <c:pt idx="2859">
                  <c:v>14-06-2011</c:v>
                </c:pt>
                <c:pt idx="2860">
                  <c:v>15-06-2011</c:v>
                </c:pt>
                <c:pt idx="2861">
                  <c:v>16-06-2011</c:v>
                </c:pt>
                <c:pt idx="2862">
                  <c:v>17-06-2011</c:v>
                </c:pt>
                <c:pt idx="2863">
                  <c:v>20-06-2011</c:v>
                </c:pt>
                <c:pt idx="2864">
                  <c:v>21-06-2011</c:v>
                </c:pt>
                <c:pt idx="2865">
                  <c:v>22-06-2011</c:v>
                </c:pt>
                <c:pt idx="2866">
                  <c:v>23-06-2011</c:v>
                </c:pt>
                <c:pt idx="2867">
                  <c:v>24-06-2011</c:v>
                </c:pt>
                <c:pt idx="2868">
                  <c:v>27-06-2011</c:v>
                </c:pt>
                <c:pt idx="2869">
                  <c:v>28-06-2011</c:v>
                </c:pt>
                <c:pt idx="2870">
                  <c:v>29-06-2011</c:v>
                </c:pt>
                <c:pt idx="2871">
                  <c:v>30-06-2011</c:v>
                </c:pt>
                <c:pt idx="2872">
                  <c:v>01-07-2011</c:v>
                </c:pt>
                <c:pt idx="2873">
                  <c:v>04-07-2011</c:v>
                </c:pt>
                <c:pt idx="2874">
                  <c:v>05-07-2011</c:v>
                </c:pt>
                <c:pt idx="2875">
                  <c:v>06-07-2011</c:v>
                </c:pt>
                <c:pt idx="2876">
                  <c:v>07-07-2011</c:v>
                </c:pt>
                <c:pt idx="2877">
                  <c:v>08-07-2011</c:v>
                </c:pt>
                <c:pt idx="2878">
                  <c:v>11-07-2011</c:v>
                </c:pt>
                <c:pt idx="2879">
                  <c:v>12-07-2011</c:v>
                </c:pt>
                <c:pt idx="2880">
                  <c:v>13-07-2011</c:v>
                </c:pt>
                <c:pt idx="2881">
                  <c:v>14-07-2011</c:v>
                </c:pt>
                <c:pt idx="2882">
                  <c:v>15-07-2011</c:v>
                </c:pt>
                <c:pt idx="2883">
                  <c:v>18-07-2011</c:v>
                </c:pt>
                <c:pt idx="2884">
                  <c:v>19-07-2011</c:v>
                </c:pt>
                <c:pt idx="2885">
                  <c:v>20-07-2011</c:v>
                </c:pt>
                <c:pt idx="2886">
                  <c:v>21-07-2011</c:v>
                </c:pt>
                <c:pt idx="2887">
                  <c:v>22-07-2011</c:v>
                </c:pt>
                <c:pt idx="2888">
                  <c:v>25-07-2011</c:v>
                </c:pt>
                <c:pt idx="2889">
                  <c:v>26-07-2011</c:v>
                </c:pt>
                <c:pt idx="2890">
                  <c:v>27-07-2011</c:v>
                </c:pt>
                <c:pt idx="2891">
                  <c:v>28-07-2011</c:v>
                </c:pt>
                <c:pt idx="2892">
                  <c:v>29-07-2011</c:v>
                </c:pt>
                <c:pt idx="2893">
                  <c:v>01-08-2011</c:v>
                </c:pt>
                <c:pt idx="2894">
                  <c:v>02-08-2011</c:v>
                </c:pt>
                <c:pt idx="2895">
                  <c:v>03-08-2011</c:v>
                </c:pt>
                <c:pt idx="2896">
                  <c:v>04-08-2011</c:v>
                </c:pt>
                <c:pt idx="2897">
                  <c:v>05-08-2011</c:v>
                </c:pt>
                <c:pt idx="2898">
                  <c:v>08-08-2011</c:v>
                </c:pt>
                <c:pt idx="2899">
                  <c:v>09-08-2011</c:v>
                </c:pt>
                <c:pt idx="2900">
                  <c:v>10-08-2011</c:v>
                </c:pt>
                <c:pt idx="2901">
                  <c:v>11-08-2011</c:v>
                </c:pt>
                <c:pt idx="2902">
                  <c:v>12-08-2011</c:v>
                </c:pt>
                <c:pt idx="2903">
                  <c:v>16-08-2011</c:v>
                </c:pt>
                <c:pt idx="2904">
                  <c:v>17-08-2011</c:v>
                </c:pt>
                <c:pt idx="2905">
                  <c:v>18-08-2011</c:v>
                </c:pt>
                <c:pt idx="2906">
                  <c:v>19-08-2011</c:v>
                </c:pt>
                <c:pt idx="2907">
                  <c:v>22-08-2011</c:v>
                </c:pt>
                <c:pt idx="2908">
                  <c:v>23-08-2011</c:v>
                </c:pt>
                <c:pt idx="2909">
                  <c:v>24-08-2011</c:v>
                </c:pt>
                <c:pt idx="2910">
                  <c:v>25-08-2011</c:v>
                </c:pt>
                <c:pt idx="2911">
                  <c:v>26-08-2011</c:v>
                </c:pt>
                <c:pt idx="2912">
                  <c:v>29-08-2011</c:v>
                </c:pt>
                <c:pt idx="2913">
                  <c:v>30-08-2011</c:v>
                </c:pt>
                <c:pt idx="2914">
                  <c:v>02-09-2011</c:v>
                </c:pt>
                <c:pt idx="2915">
                  <c:v>05-09-2011</c:v>
                </c:pt>
                <c:pt idx="2916">
                  <c:v>06-09-2011</c:v>
                </c:pt>
                <c:pt idx="2917">
                  <c:v>07-09-2011</c:v>
                </c:pt>
                <c:pt idx="2918">
                  <c:v>08-09-2011</c:v>
                </c:pt>
                <c:pt idx="2919">
                  <c:v>09-09-2011</c:v>
                </c:pt>
                <c:pt idx="2920">
                  <c:v>12-09-2011</c:v>
                </c:pt>
                <c:pt idx="2921">
                  <c:v>13-09-2011</c:v>
                </c:pt>
                <c:pt idx="2922">
                  <c:v>14-09-2011</c:v>
                </c:pt>
                <c:pt idx="2923">
                  <c:v>15-09-2011</c:v>
                </c:pt>
                <c:pt idx="2924">
                  <c:v>16-09-2011</c:v>
                </c:pt>
                <c:pt idx="2925">
                  <c:v>19-09-2011</c:v>
                </c:pt>
                <c:pt idx="2926">
                  <c:v>20-09-2011</c:v>
                </c:pt>
                <c:pt idx="2927">
                  <c:v>21-09-2011</c:v>
                </c:pt>
                <c:pt idx="2928">
                  <c:v>22-09-2011</c:v>
                </c:pt>
                <c:pt idx="2929">
                  <c:v>23-09-2011</c:v>
                </c:pt>
                <c:pt idx="2930">
                  <c:v>26-09-2011</c:v>
                </c:pt>
                <c:pt idx="2931">
                  <c:v>27-09-2011</c:v>
                </c:pt>
                <c:pt idx="2932">
                  <c:v>28-09-2011</c:v>
                </c:pt>
                <c:pt idx="2933">
                  <c:v>29-09-2011</c:v>
                </c:pt>
                <c:pt idx="2934">
                  <c:v>30-09-2011</c:v>
                </c:pt>
                <c:pt idx="2935">
                  <c:v>03-10-2011</c:v>
                </c:pt>
                <c:pt idx="2936">
                  <c:v>04-10-2011</c:v>
                </c:pt>
                <c:pt idx="2937">
                  <c:v>05-10-2011</c:v>
                </c:pt>
                <c:pt idx="2938">
                  <c:v>07-10-2011</c:v>
                </c:pt>
                <c:pt idx="2939">
                  <c:v>10-10-2011</c:v>
                </c:pt>
                <c:pt idx="2940">
                  <c:v>11-10-2011</c:v>
                </c:pt>
                <c:pt idx="2941">
                  <c:v>12-10-2011</c:v>
                </c:pt>
                <c:pt idx="2942">
                  <c:v>13-10-2011</c:v>
                </c:pt>
                <c:pt idx="2943">
                  <c:v>14-10-2011</c:v>
                </c:pt>
                <c:pt idx="2944">
                  <c:v>17-10-2011</c:v>
                </c:pt>
                <c:pt idx="2945">
                  <c:v>18-10-2011</c:v>
                </c:pt>
                <c:pt idx="2946">
                  <c:v>19-10-2011</c:v>
                </c:pt>
                <c:pt idx="2947">
                  <c:v>20-10-2011</c:v>
                </c:pt>
                <c:pt idx="2948">
                  <c:v>21-10-2011</c:v>
                </c:pt>
                <c:pt idx="2949">
                  <c:v>24-10-2011</c:v>
                </c:pt>
                <c:pt idx="2950">
                  <c:v>25-10-2011</c:v>
                </c:pt>
                <c:pt idx="2951">
                  <c:v>26-10-2011</c:v>
                </c:pt>
                <c:pt idx="2952">
                  <c:v>28-10-2011</c:v>
                </c:pt>
                <c:pt idx="2953">
                  <c:v>31-10-2011</c:v>
                </c:pt>
                <c:pt idx="2954">
                  <c:v>01-11-2011</c:v>
                </c:pt>
                <c:pt idx="2955">
                  <c:v>02-11-2011</c:v>
                </c:pt>
                <c:pt idx="2956">
                  <c:v>03-11-2011</c:v>
                </c:pt>
                <c:pt idx="2957">
                  <c:v>04-11-2011</c:v>
                </c:pt>
                <c:pt idx="2958">
                  <c:v>08-11-2011</c:v>
                </c:pt>
                <c:pt idx="2959">
                  <c:v>09-11-2011</c:v>
                </c:pt>
                <c:pt idx="2960">
                  <c:v>11-11-2011</c:v>
                </c:pt>
                <c:pt idx="2961">
                  <c:v>14-11-2011</c:v>
                </c:pt>
                <c:pt idx="2962">
                  <c:v>15-11-2011</c:v>
                </c:pt>
                <c:pt idx="2963">
                  <c:v>16-11-2011</c:v>
                </c:pt>
                <c:pt idx="2964">
                  <c:v>17-11-2011</c:v>
                </c:pt>
                <c:pt idx="2965">
                  <c:v>18-11-2011</c:v>
                </c:pt>
                <c:pt idx="2966">
                  <c:v>21-11-2011</c:v>
                </c:pt>
                <c:pt idx="2967">
                  <c:v>22-11-2011</c:v>
                </c:pt>
                <c:pt idx="2968">
                  <c:v>23-11-2011</c:v>
                </c:pt>
                <c:pt idx="2969">
                  <c:v>24-11-2011</c:v>
                </c:pt>
                <c:pt idx="2970">
                  <c:v>25-11-2011</c:v>
                </c:pt>
                <c:pt idx="2971">
                  <c:v>28-11-2011</c:v>
                </c:pt>
                <c:pt idx="2972">
                  <c:v>29-11-2011</c:v>
                </c:pt>
                <c:pt idx="2973">
                  <c:v>30-11-2011</c:v>
                </c:pt>
                <c:pt idx="2974">
                  <c:v>01-12-2011</c:v>
                </c:pt>
                <c:pt idx="2975">
                  <c:v>02-12-2011</c:v>
                </c:pt>
                <c:pt idx="2976">
                  <c:v>05-12-2011</c:v>
                </c:pt>
                <c:pt idx="2977">
                  <c:v>07-12-2011</c:v>
                </c:pt>
                <c:pt idx="2978">
                  <c:v>08-12-2011</c:v>
                </c:pt>
                <c:pt idx="2979">
                  <c:v>09-12-2011</c:v>
                </c:pt>
                <c:pt idx="2980">
                  <c:v>12-12-2011</c:v>
                </c:pt>
                <c:pt idx="2981">
                  <c:v>13-12-2011</c:v>
                </c:pt>
                <c:pt idx="2982">
                  <c:v>14-12-2011</c:v>
                </c:pt>
                <c:pt idx="2983">
                  <c:v>15-12-2011</c:v>
                </c:pt>
                <c:pt idx="2984">
                  <c:v>16-12-2011</c:v>
                </c:pt>
                <c:pt idx="2985">
                  <c:v>19-12-2011</c:v>
                </c:pt>
                <c:pt idx="2986">
                  <c:v>20-12-2011</c:v>
                </c:pt>
                <c:pt idx="2987">
                  <c:v>21-12-2011</c:v>
                </c:pt>
                <c:pt idx="2988">
                  <c:v>22-12-2011</c:v>
                </c:pt>
                <c:pt idx="2989">
                  <c:v>23-12-2011</c:v>
                </c:pt>
                <c:pt idx="2990">
                  <c:v>26-12-2011</c:v>
                </c:pt>
                <c:pt idx="2991">
                  <c:v>27-12-2011</c:v>
                </c:pt>
                <c:pt idx="2992">
                  <c:v>28-12-2011</c:v>
                </c:pt>
                <c:pt idx="2993">
                  <c:v>29-12-2011</c:v>
                </c:pt>
                <c:pt idx="2994">
                  <c:v>30-12-2011</c:v>
                </c:pt>
                <c:pt idx="2995">
                  <c:v>02-01-2012</c:v>
                </c:pt>
                <c:pt idx="2996">
                  <c:v>03-01-2012</c:v>
                </c:pt>
                <c:pt idx="2997">
                  <c:v>04-01-2012</c:v>
                </c:pt>
                <c:pt idx="2998">
                  <c:v>05-01-2012</c:v>
                </c:pt>
                <c:pt idx="2999">
                  <c:v>06-01-2012</c:v>
                </c:pt>
                <c:pt idx="3000">
                  <c:v>07-01-2012</c:v>
                </c:pt>
                <c:pt idx="3001">
                  <c:v>09-01-2012</c:v>
                </c:pt>
                <c:pt idx="3002">
                  <c:v>10-01-2012</c:v>
                </c:pt>
                <c:pt idx="3003">
                  <c:v>11-01-2012</c:v>
                </c:pt>
                <c:pt idx="3004">
                  <c:v>12-01-2012</c:v>
                </c:pt>
                <c:pt idx="3005">
                  <c:v>13-01-2012</c:v>
                </c:pt>
                <c:pt idx="3006">
                  <c:v>16-01-2012</c:v>
                </c:pt>
                <c:pt idx="3007">
                  <c:v>17-01-2012</c:v>
                </c:pt>
                <c:pt idx="3008">
                  <c:v>18-01-2012</c:v>
                </c:pt>
                <c:pt idx="3009">
                  <c:v>19-01-2012</c:v>
                </c:pt>
                <c:pt idx="3010">
                  <c:v>20-01-2012</c:v>
                </c:pt>
                <c:pt idx="3011">
                  <c:v>23-01-2012</c:v>
                </c:pt>
                <c:pt idx="3012">
                  <c:v>24-01-2012</c:v>
                </c:pt>
                <c:pt idx="3013">
                  <c:v>25-01-2012</c:v>
                </c:pt>
                <c:pt idx="3014">
                  <c:v>27-01-2012</c:v>
                </c:pt>
                <c:pt idx="3015">
                  <c:v>30-01-2012</c:v>
                </c:pt>
                <c:pt idx="3016">
                  <c:v>31-01-2012</c:v>
                </c:pt>
                <c:pt idx="3017">
                  <c:v>01-02-2012</c:v>
                </c:pt>
                <c:pt idx="3018">
                  <c:v>02-02-2012</c:v>
                </c:pt>
                <c:pt idx="3019">
                  <c:v>03-02-2012</c:v>
                </c:pt>
                <c:pt idx="3020">
                  <c:v>06-02-2012</c:v>
                </c:pt>
                <c:pt idx="3021">
                  <c:v>07-02-2012</c:v>
                </c:pt>
                <c:pt idx="3022">
                  <c:v>08-02-2012</c:v>
                </c:pt>
                <c:pt idx="3023">
                  <c:v>09-02-2012</c:v>
                </c:pt>
                <c:pt idx="3024">
                  <c:v>10-02-2012</c:v>
                </c:pt>
                <c:pt idx="3025">
                  <c:v>13-02-2012</c:v>
                </c:pt>
                <c:pt idx="3026">
                  <c:v>14-02-2012</c:v>
                </c:pt>
                <c:pt idx="3027">
                  <c:v>15-02-2012</c:v>
                </c:pt>
                <c:pt idx="3028">
                  <c:v>16-02-2012</c:v>
                </c:pt>
                <c:pt idx="3029">
                  <c:v>17-02-2012</c:v>
                </c:pt>
                <c:pt idx="3030">
                  <c:v>21-02-2012</c:v>
                </c:pt>
                <c:pt idx="3031">
                  <c:v>22-02-2012</c:v>
                </c:pt>
                <c:pt idx="3032">
                  <c:v>23-02-2012</c:v>
                </c:pt>
                <c:pt idx="3033">
                  <c:v>24-02-2012</c:v>
                </c:pt>
                <c:pt idx="3034">
                  <c:v>27-02-2012</c:v>
                </c:pt>
                <c:pt idx="3035">
                  <c:v>28-02-2012</c:v>
                </c:pt>
                <c:pt idx="3036">
                  <c:v>29-02-2012</c:v>
                </c:pt>
                <c:pt idx="3037">
                  <c:v>01-03-2012</c:v>
                </c:pt>
                <c:pt idx="3038">
                  <c:v>02-03-2012</c:v>
                </c:pt>
                <c:pt idx="3039">
                  <c:v>03-03-2012</c:v>
                </c:pt>
                <c:pt idx="3040">
                  <c:v>05-03-2012</c:v>
                </c:pt>
                <c:pt idx="3041">
                  <c:v>06-03-2012</c:v>
                </c:pt>
                <c:pt idx="3042">
                  <c:v>07-03-2012</c:v>
                </c:pt>
                <c:pt idx="3043">
                  <c:v>09-03-2012</c:v>
                </c:pt>
                <c:pt idx="3044">
                  <c:v>12-03-2012</c:v>
                </c:pt>
                <c:pt idx="3045">
                  <c:v>13-03-2012</c:v>
                </c:pt>
                <c:pt idx="3046">
                  <c:v>14-03-2012</c:v>
                </c:pt>
                <c:pt idx="3047">
                  <c:v>15-03-2012</c:v>
                </c:pt>
                <c:pt idx="3048">
                  <c:v>16-03-2012</c:v>
                </c:pt>
                <c:pt idx="3049">
                  <c:v>19-03-2012</c:v>
                </c:pt>
                <c:pt idx="3050">
                  <c:v>20-03-2012</c:v>
                </c:pt>
                <c:pt idx="3051">
                  <c:v>21-03-2012</c:v>
                </c:pt>
                <c:pt idx="3052">
                  <c:v>22-03-2012</c:v>
                </c:pt>
                <c:pt idx="3053">
                  <c:v>23-03-2012</c:v>
                </c:pt>
                <c:pt idx="3054">
                  <c:v>26-03-2012</c:v>
                </c:pt>
                <c:pt idx="3055">
                  <c:v>27-03-2012</c:v>
                </c:pt>
                <c:pt idx="3056">
                  <c:v>28-03-2012</c:v>
                </c:pt>
                <c:pt idx="3057">
                  <c:v>29-03-2012</c:v>
                </c:pt>
                <c:pt idx="3058">
                  <c:v>30-03-2012</c:v>
                </c:pt>
                <c:pt idx="3059">
                  <c:v>02-04-2012</c:v>
                </c:pt>
                <c:pt idx="3060">
                  <c:v>03-04-2012</c:v>
                </c:pt>
                <c:pt idx="3061">
                  <c:v>04-04-2012</c:v>
                </c:pt>
                <c:pt idx="3062">
                  <c:v>09-04-2012</c:v>
                </c:pt>
                <c:pt idx="3063">
                  <c:v>10-04-2012</c:v>
                </c:pt>
                <c:pt idx="3064">
                  <c:v>11-04-2012</c:v>
                </c:pt>
                <c:pt idx="3065">
                  <c:v>12-04-2012</c:v>
                </c:pt>
                <c:pt idx="3066">
                  <c:v>13-04-2012</c:v>
                </c:pt>
                <c:pt idx="3067">
                  <c:v>16-04-2012</c:v>
                </c:pt>
                <c:pt idx="3068">
                  <c:v>17-04-2012</c:v>
                </c:pt>
                <c:pt idx="3069">
                  <c:v>18-04-2012</c:v>
                </c:pt>
                <c:pt idx="3070">
                  <c:v>19-04-2012</c:v>
                </c:pt>
                <c:pt idx="3071">
                  <c:v>20-04-2012</c:v>
                </c:pt>
                <c:pt idx="3072">
                  <c:v>23-04-2012</c:v>
                </c:pt>
                <c:pt idx="3073">
                  <c:v>24-04-2012</c:v>
                </c:pt>
                <c:pt idx="3074">
                  <c:v>25-04-2012</c:v>
                </c:pt>
                <c:pt idx="3075">
                  <c:v>26-04-2012</c:v>
                </c:pt>
                <c:pt idx="3076">
                  <c:v>27-04-2012</c:v>
                </c:pt>
                <c:pt idx="3077">
                  <c:v>28-04-2012</c:v>
                </c:pt>
                <c:pt idx="3078">
                  <c:v>30-04-2012</c:v>
                </c:pt>
                <c:pt idx="3079">
                  <c:v>02-05-2012</c:v>
                </c:pt>
                <c:pt idx="3080">
                  <c:v>03-05-2012</c:v>
                </c:pt>
                <c:pt idx="3081">
                  <c:v>04-05-2012</c:v>
                </c:pt>
                <c:pt idx="3082">
                  <c:v>07-05-2012</c:v>
                </c:pt>
                <c:pt idx="3083">
                  <c:v>08-05-2012</c:v>
                </c:pt>
                <c:pt idx="3084">
                  <c:v>09-05-2012</c:v>
                </c:pt>
                <c:pt idx="3085">
                  <c:v>10-05-2012</c:v>
                </c:pt>
                <c:pt idx="3086">
                  <c:v>11-05-2012</c:v>
                </c:pt>
                <c:pt idx="3087">
                  <c:v>14-05-2012</c:v>
                </c:pt>
                <c:pt idx="3088">
                  <c:v>15-05-2012</c:v>
                </c:pt>
                <c:pt idx="3089">
                  <c:v>16-05-2012</c:v>
                </c:pt>
                <c:pt idx="3090">
                  <c:v>17-05-2012</c:v>
                </c:pt>
                <c:pt idx="3091">
                  <c:v>18-05-2012</c:v>
                </c:pt>
                <c:pt idx="3092">
                  <c:v>21-05-2012</c:v>
                </c:pt>
                <c:pt idx="3093">
                  <c:v>22-05-2012</c:v>
                </c:pt>
                <c:pt idx="3094">
                  <c:v>23-05-2012</c:v>
                </c:pt>
                <c:pt idx="3095">
                  <c:v>24-05-2012</c:v>
                </c:pt>
                <c:pt idx="3096">
                  <c:v>25-05-2012</c:v>
                </c:pt>
                <c:pt idx="3097">
                  <c:v>28-05-2012</c:v>
                </c:pt>
                <c:pt idx="3098">
                  <c:v>29-05-2012</c:v>
                </c:pt>
                <c:pt idx="3099">
                  <c:v>30-05-2012</c:v>
                </c:pt>
                <c:pt idx="3100">
                  <c:v>31-05-2012</c:v>
                </c:pt>
                <c:pt idx="3101">
                  <c:v>01-06-2012</c:v>
                </c:pt>
                <c:pt idx="3102">
                  <c:v>04-06-2012</c:v>
                </c:pt>
                <c:pt idx="3103">
                  <c:v>05-06-2012</c:v>
                </c:pt>
                <c:pt idx="3104">
                  <c:v>06-06-2012</c:v>
                </c:pt>
                <c:pt idx="3105">
                  <c:v>07-06-2012</c:v>
                </c:pt>
                <c:pt idx="3106">
                  <c:v>08-06-2012</c:v>
                </c:pt>
                <c:pt idx="3107">
                  <c:v>11-06-2012</c:v>
                </c:pt>
                <c:pt idx="3108">
                  <c:v>12-06-2012</c:v>
                </c:pt>
                <c:pt idx="3109">
                  <c:v>13-06-2012</c:v>
                </c:pt>
                <c:pt idx="3110">
                  <c:v>14-06-2012</c:v>
                </c:pt>
                <c:pt idx="3111">
                  <c:v>15-06-2012</c:v>
                </c:pt>
                <c:pt idx="3112">
                  <c:v>18-06-2012</c:v>
                </c:pt>
                <c:pt idx="3113">
                  <c:v>19-06-2012</c:v>
                </c:pt>
                <c:pt idx="3114">
                  <c:v>20-06-2012</c:v>
                </c:pt>
                <c:pt idx="3115">
                  <c:v>21-06-2012</c:v>
                </c:pt>
                <c:pt idx="3116">
                  <c:v>22-06-2012</c:v>
                </c:pt>
                <c:pt idx="3117">
                  <c:v>25-06-2012</c:v>
                </c:pt>
                <c:pt idx="3118">
                  <c:v>26-06-2012</c:v>
                </c:pt>
                <c:pt idx="3119">
                  <c:v>27-06-2012</c:v>
                </c:pt>
                <c:pt idx="3120">
                  <c:v>28-06-2012</c:v>
                </c:pt>
                <c:pt idx="3121">
                  <c:v>29-06-2012</c:v>
                </c:pt>
                <c:pt idx="3122">
                  <c:v>02-07-2012</c:v>
                </c:pt>
                <c:pt idx="3123">
                  <c:v>03-07-2012</c:v>
                </c:pt>
                <c:pt idx="3124">
                  <c:v>04-07-2012</c:v>
                </c:pt>
                <c:pt idx="3125">
                  <c:v>05-07-2012</c:v>
                </c:pt>
                <c:pt idx="3126">
                  <c:v>06-07-2012</c:v>
                </c:pt>
                <c:pt idx="3127">
                  <c:v>09-07-2012</c:v>
                </c:pt>
                <c:pt idx="3128">
                  <c:v>10-07-2012</c:v>
                </c:pt>
                <c:pt idx="3129">
                  <c:v>11-07-2012</c:v>
                </c:pt>
                <c:pt idx="3130">
                  <c:v>12-07-2012</c:v>
                </c:pt>
                <c:pt idx="3131">
                  <c:v>13-07-2012</c:v>
                </c:pt>
                <c:pt idx="3132">
                  <c:v>16-07-2012</c:v>
                </c:pt>
                <c:pt idx="3133">
                  <c:v>17-07-2012</c:v>
                </c:pt>
                <c:pt idx="3134">
                  <c:v>18-07-2012</c:v>
                </c:pt>
                <c:pt idx="3135">
                  <c:v>19-07-2012</c:v>
                </c:pt>
                <c:pt idx="3136">
                  <c:v>20-07-2012</c:v>
                </c:pt>
                <c:pt idx="3137">
                  <c:v>23-07-2012</c:v>
                </c:pt>
                <c:pt idx="3138">
                  <c:v>24-07-2012</c:v>
                </c:pt>
                <c:pt idx="3139">
                  <c:v>25-07-2012</c:v>
                </c:pt>
                <c:pt idx="3140">
                  <c:v>26-07-2012</c:v>
                </c:pt>
                <c:pt idx="3141">
                  <c:v>27-07-2012</c:v>
                </c:pt>
                <c:pt idx="3142">
                  <c:v>30-07-2012</c:v>
                </c:pt>
                <c:pt idx="3143">
                  <c:v>31-07-2012</c:v>
                </c:pt>
                <c:pt idx="3144">
                  <c:v>01-08-2012</c:v>
                </c:pt>
                <c:pt idx="3145">
                  <c:v>02-08-2012</c:v>
                </c:pt>
                <c:pt idx="3146">
                  <c:v>03-08-2012</c:v>
                </c:pt>
                <c:pt idx="3147">
                  <c:v>06-08-2012</c:v>
                </c:pt>
                <c:pt idx="3148">
                  <c:v>07-08-2012</c:v>
                </c:pt>
                <c:pt idx="3149">
                  <c:v>08-08-2012</c:v>
                </c:pt>
                <c:pt idx="3150">
                  <c:v>09-08-2012</c:v>
                </c:pt>
                <c:pt idx="3151">
                  <c:v>10-08-2012</c:v>
                </c:pt>
                <c:pt idx="3152">
                  <c:v>13-08-2012</c:v>
                </c:pt>
                <c:pt idx="3153">
                  <c:v>14-08-2012</c:v>
                </c:pt>
                <c:pt idx="3154">
                  <c:v>16-08-2012</c:v>
                </c:pt>
                <c:pt idx="3155">
                  <c:v>17-08-2012</c:v>
                </c:pt>
                <c:pt idx="3156">
                  <c:v>21-08-2012</c:v>
                </c:pt>
                <c:pt idx="3157">
                  <c:v>22-08-2012</c:v>
                </c:pt>
                <c:pt idx="3158">
                  <c:v>23-08-2012</c:v>
                </c:pt>
                <c:pt idx="3159">
                  <c:v>24-08-2012</c:v>
                </c:pt>
                <c:pt idx="3160">
                  <c:v>27-08-2012</c:v>
                </c:pt>
                <c:pt idx="3161">
                  <c:v>28-08-2012</c:v>
                </c:pt>
                <c:pt idx="3162">
                  <c:v>29-08-2012</c:v>
                </c:pt>
                <c:pt idx="3163">
                  <c:v>30-08-2012</c:v>
                </c:pt>
                <c:pt idx="3164">
                  <c:v>31-08-2012</c:v>
                </c:pt>
                <c:pt idx="3165">
                  <c:v>03-09-2012</c:v>
                </c:pt>
                <c:pt idx="3166">
                  <c:v>04-09-2012</c:v>
                </c:pt>
                <c:pt idx="3167">
                  <c:v>05-09-2012</c:v>
                </c:pt>
                <c:pt idx="3168">
                  <c:v>06-09-2012</c:v>
                </c:pt>
                <c:pt idx="3169">
                  <c:v>07-09-2012</c:v>
                </c:pt>
                <c:pt idx="3170">
                  <c:v>08-09-2012</c:v>
                </c:pt>
                <c:pt idx="3171">
                  <c:v>10-09-2012</c:v>
                </c:pt>
                <c:pt idx="3172">
                  <c:v>11-09-2012</c:v>
                </c:pt>
                <c:pt idx="3173">
                  <c:v>12-09-2012</c:v>
                </c:pt>
                <c:pt idx="3174">
                  <c:v>13-09-2012</c:v>
                </c:pt>
                <c:pt idx="3175">
                  <c:v>14-09-2012</c:v>
                </c:pt>
                <c:pt idx="3176">
                  <c:v>17-09-2012</c:v>
                </c:pt>
                <c:pt idx="3177">
                  <c:v>18-09-2012</c:v>
                </c:pt>
                <c:pt idx="3178">
                  <c:v>20-09-2012</c:v>
                </c:pt>
                <c:pt idx="3179">
                  <c:v>21-09-2012</c:v>
                </c:pt>
                <c:pt idx="3180">
                  <c:v>24-09-2012</c:v>
                </c:pt>
                <c:pt idx="3181">
                  <c:v>25-09-2012</c:v>
                </c:pt>
                <c:pt idx="3182">
                  <c:v>26-09-2012</c:v>
                </c:pt>
                <c:pt idx="3183">
                  <c:v>27-09-2012</c:v>
                </c:pt>
                <c:pt idx="3184">
                  <c:v>28-09-2012</c:v>
                </c:pt>
                <c:pt idx="3185">
                  <c:v>01-10-2012</c:v>
                </c:pt>
                <c:pt idx="3186">
                  <c:v>03-10-2012</c:v>
                </c:pt>
                <c:pt idx="3187">
                  <c:v>04-10-2012</c:v>
                </c:pt>
                <c:pt idx="3188">
                  <c:v>05-10-2012</c:v>
                </c:pt>
                <c:pt idx="3189">
                  <c:v>08-10-2012</c:v>
                </c:pt>
                <c:pt idx="3190">
                  <c:v>09-10-2012</c:v>
                </c:pt>
                <c:pt idx="3191">
                  <c:v>10-10-2012</c:v>
                </c:pt>
                <c:pt idx="3192">
                  <c:v>11-10-2012</c:v>
                </c:pt>
                <c:pt idx="3193">
                  <c:v>12-10-2012</c:v>
                </c:pt>
                <c:pt idx="3194">
                  <c:v>15-10-2012</c:v>
                </c:pt>
                <c:pt idx="3195">
                  <c:v>16-10-2012</c:v>
                </c:pt>
                <c:pt idx="3196">
                  <c:v>17-10-2012</c:v>
                </c:pt>
                <c:pt idx="3197">
                  <c:v>18-10-2012</c:v>
                </c:pt>
                <c:pt idx="3198">
                  <c:v>19-10-2012</c:v>
                </c:pt>
                <c:pt idx="3199">
                  <c:v>22-10-2012</c:v>
                </c:pt>
                <c:pt idx="3200">
                  <c:v>23-10-2012</c:v>
                </c:pt>
                <c:pt idx="3201">
                  <c:v>25-10-2012</c:v>
                </c:pt>
                <c:pt idx="3202">
                  <c:v>26-10-2012</c:v>
                </c:pt>
                <c:pt idx="3203">
                  <c:v>29-10-2012</c:v>
                </c:pt>
                <c:pt idx="3204">
                  <c:v>30-10-2012</c:v>
                </c:pt>
                <c:pt idx="3205">
                  <c:v>31-10-2012</c:v>
                </c:pt>
                <c:pt idx="3206">
                  <c:v>01-11-2012</c:v>
                </c:pt>
                <c:pt idx="3207">
                  <c:v>02-11-2012</c:v>
                </c:pt>
                <c:pt idx="3208">
                  <c:v>05-11-2012</c:v>
                </c:pt>
                <c:pt idx="3209">
                  <c:v>06-11-2012</c:v>
                </c:pt>
                <c:pt idx="3210">
                  <c:v>07-11-2012</c:v>
                </c:pt>
                <c:pt idx="3211">
                  <c:v>08-11-2012</c:v>
                </c:pt>
                <c:pt idx="3212">
                  <c:v>09-11-2012</c:v>
                </c:pt>
                <c:pt idx="3213">
                  <c:v>12-11-2012</c:v>
                </c:pt>
                <c:pt idx="3214">
                  <c:v>13-11-2012</c:v>
                </c:pt>
                <c:pt idx="3215">
                  <c:v>15-11-2012</c:v>
                </c:pt>
                <c:pt idx="3216">
                  <c:v>16-11-2012</c:v>
                </c:pt>
                <c:pt idx="3217">
                  <c:v>19-11-2012</c:v>
                </c:pt>
                <c:pt idx="3218">
                  <c:v>20-11-2012</c:v>
                </c:pt>
                <c:pt idx="3219">
                  <c:v>21-11-2012</c:v>
                </c:pt>
                <c:pt idx="3220">
                  <c:v>22-11-2012</c:v>
                </c:pt>
                <c:pt idx="3221">
                  <c:v>23-11-2012</c:v>
                </c:pt>
                <c:pt idx="3222">
                  <c:v>26-11-2012</c:v>
                </c:pt>
                <c:pt idx="3223">
                  <c:v>27-11-2012</c:v>
                </c:pt>
                <c:pt idx="3224">
                  <c:v>29-11-2012</c:v>
                </c:pt>
                <c:pt idx="3225">
                  <c:v>30-11-2012</c:v>
                </c:pt>
                <c:pt idx="3226">
                  <c:v>03-12-2012</c:v>
                </c:pt>
                <c:pt idx="3227">
                  <c:v>04-12-2012</c:v>
                </c:pt>
                <c:pt idx="3228">
                  <c:v>05-12-2012</c:v>
                </c:pt>
                <c:pt idx="3229">
                  <c:v>06-12-2012</c:v>
                </c:pt>
                <c:pt idx="3230">
                  <c:v>07-12-2012</c:v>
                </c:pt>
                <c:pt idx="3231">
                  <c:v>10-12-2012</c:v>
                </c:pt>
                <c:pt idx="3232">
                  <c:v>11-12-2012</c:v>
                </c:pt>
                <c:pt idx="3233">
                  <c:v>12-12-2012</c:v>
                </c:pt>
                <c:pt idx="3234">
                  <c:v>13-12-2012</c:v>
                </c:pt>
                <c:pt idx="3235">
                  <c:v>14-12-2012</c:v>
                </c:pt>
                <c:pt idx="3236">
                  <c:v>17-12-2012</c:v>
                </c:pt>
                <c:pt idx="3237">
                  <c:v>18-12-2012</c:v>
                </c:pt>
                <c:pt idx="3238">
                  <c:v>19-12-2012</c:v>
                </c:pt>
                <c:pt idx="3239">
                  <c:v>20-12-2012</c:v>
                </c:pt>
                <c:pt idx="3240">
                  <c:v>21-12-2012</c:v>
                </c:pt>
                <c:pt idx="3241">
                  <c:v>24-12-2012</c:v>
                </c:pt>
                <c:pt idx="3242">
                  <c:v>26-12-2012</c:v>
                </c:pt>
                <c:pt idx="3243">
                  <c:v>27-12-2012</c:v>
                </c:pt>
                <c:pt idx="3244">
                  <c:v>28-12-2012</c:v>
                </c:pt>
                <c:pt idx="3245">
                  <c:v>31-12-2012</c:v>
                </c:pt>
                <c:pt idx="3246">
                  <c:v>01-01-2013</c:v>
                </c:pt>
                <c:pt idx="3247">
                  <c:v>02-01-2013</c:v>
                </c:pt>
                <c:pt idx="3248">
                  <c:v>03-01-2013</c:v>
                </c:pt>
                <c:pt idx="3249">
                  <c:v>04-01-2013</c:v>
                </c:pt>
                <c:pt idx="3250">
                  <c:v>07-01-2013</c:v>
                </c:pt>
                <c:pt idx="3251">
                  <c:v>08-01-2013</c:v>
                </c:pt>
                <c:pt idx="3252">
                  <c:v>09-01-2013</c:v>
                </c:pt>
                <c:pt idx="3253">
                  <c:v>10-01-2013</c:v>
                </c:pt>
                <c:pt idx="3254">
                  <c:v>11-01-2013</c:v>
                </c:pt>
                <c:pt idx="3255">
                  <c:v>14-01-2013</c:v>
                </c:pt>
                <c:pt idx="3256">
                  <c:v>15-01-2013</c:v>
                </c:pt>
                <c:pt idx="3257">
                  <c:v>16-01-2013</c:v>
                </c:pt>
                <c:pt idx="3258">
                  <c:v>17-01-2013</c:v>
                </c:pt>
                <c:pt idx="3259">
                  <c:v>18-01-2013</c:v>
                </c:pt>
                <c:pt idx="3260">
                  <c:v>21-01-2013</c:v>
                </c:pt>
                <c:pt idx="3261">
                  <c:v>22-01-2013</c:v>
                </c:pt>
                <c:pt idx="3262">
                  <c:v>23-01-2013</c:v>
                </c:pt>
                <c:pt idx="3263">
                  <c:v>24-01-2013</c:v>
                </c:pt>
                <c:pt idx="3264">
                  <c:v>25-01-2013</c:v>
                </c:pt>
                <c:pt idx="3265">
                  <c:v>28-01-2013</c:v>
                </c:pt>
                <c:pt idx="3266">
                  <c:v>29-01-2013</c:v>
                </c:pt>
                <c:pt idx="3267">
                  <c:v>30-01-2013</c:v>
                </c:pt>
                <c:pt idx="3268">
                  <c:v>31-01-2013</c:v>
                </c:pt>
                <c:pt idx="3269">
                  <c:v>01-02-2013</c:v>
                </c:pt>
                <c:pt idx="3270">
                  <c:v>04-02-2013</c:v>
                </c:pt>
                <c:pt idx="3271">
                  <c:v>05-02-2013</c:v>
                </c:pt>
                <c:pt idx="3272">
                  <c:v>06-02-2013</c:v>
                </c:pt>
                <c:pt idx="3273">
                  <c:v>07-02-2013</c:v>
                </c:pt>
                <c:pt idx="3274">
                  <c:v>08-02-2013</c:v>
                </c:pt>
                <c:pt idx="3275">
                  <c:v>11-02-2013</c:v>
                </c:pt>
                <c:pt idx="3276">
                  <c:v>12-02-2013</c:v>
                </c:pt>
                <c:pt idx="3277">
                  <c:v>13-02-2013</c:v>
                </c:pt>
                <c:pt idx="3278">
                  <c:v>14-02-2013</c:v>
                </c:pt>
                <c:pt idx="3279">
                  <c:v>15-02-2013</c:v>
                </c:pt>
                <c:pt idx="3280">
                  <c:v>18-02-2013</c:v>
                </c:pt>
                <c:pt idx="3281">
                  <c:v>19-02-2013</c:v>
                </c:pt>
                <c:pt idx="3282">
                  <c:v>20-02-2013</c:v>
                </c:pt>
                <c:pt idx="3283">
                  <c:v>21-02-2013</c:v>
                </c:pt>
                <c:pt idx="3284">
                  <c:v>22-02-2013</c:v>
                </c:pt>
                <c:pt idx="3285">
                  <c:v>25-02-2013</c:v>
                </c:pt>
                <c:pt idx="3286">
                  <c:v>26-02-2013</c:v>
                </c:pt>
                <c:pt idx="3287">
                  <c:v>27-02-2013</c:v>
                </c:pt>
                <c:pt idx="3288">
                  <c:v>28-02-2013</c:v>
                </c:pt>
                <c:pt idx="3289">
                  <c:v>01-03-2013</c:v>
                </c:pt>
                <c:pt idx="3290">
                  <c:v>04-03-2013</c:v>
                </c:pt>
                <c:pt idx="3291">
                  <c:v>05-03-2013</c:v>
                </c:pt>
                <c:pt idx="3292">
                  <c:v>06-03-2013</c:v>
                </c:pt>
                <c:pt idx="3293">
                  <c:v>07-03-2013</c:v>
                </c:pt>
                <c:pt idx="3294">
                  <c:v>08-03-2013</c:v>
                </c:pt>
                <c:pt idx="3295">
                  <c:v>11-03-2013</c:v>
                </c:pt>
                <c:pt idx="3296">
                  <c:v>12-03-2013</c:v>
                </c:pt>
                <c:pt idx="3297">
                  <c:v>13-03-2013</c:v>
                </c:pt>
                <c:pt idx="3298">
                  <c:v>14-03-2013</c:v>
                </c:pt>
                <c:pt idx="3299">
                  <c:v>15-03-2013</c:v>
                </c:pt>
                <c:pt idx="3300">
                  <c:v>18-03-2013</c:v>
                </c:pt>
                <c:pt idx="3301">
                  <c:v>19-03-2013</c:v>
                </c:pt>
                <c:pt idx="3302">
                  <c:v>20-03-2013</c:v>
                </c:pt>
                <c:pt idx="3303">
                  <c:v>21-03-2013</c:v>
                </c:pt>
                <c:pt idx="3304">
                  <c:v>22-03-2013</c:v>
                </c:pt>
                <c:pt idx="3305">
                  <c:v>25-03-2013</c:v>
                </c:pt>
                <c:pt idx="3306">
                  <c:v>26-03-2013</c:v>
                </c:pt>
                <c:pt idx="3307">
                  <c:v>28-03-2013</c:v>
                </c:pt>
                <c:pt idx="3308">
                  <c:v>01-04-2013</c:v>
                </c:pt>
                <c:pt idx="3309">
                  <c:v>02-04-2013</c:v>
                </c:pt>
                <c:pt idx="3310">
                  <c:v>03-04-2013</c:v>
                </c:pt>
                <c:pt idx="3311">
                  <c:v>04-04-2013</c:v>
                </c:pt>
                <c:pt idx="3312">
                  <c:v>05-04-2013</c:v>
                </c:pt>
                <c:pt idx="3313">
                  <c:v>08-04-2013</c:v>
                </c:pt>
                <c:pt idx="3314">
                  <c:v>09-04-2013</c:v>
                </c:pt>
                <c:pt idx="3315">
                  <c:v>10-04-2013</c:v>
                </c:pt>
                <c:pt idx="3316">
                  <c:v>11-04-2013</c:v>
                </c:pt>
                <c:pt idx="3317">
                  <c:v>12-04-2013</c:v>
                </c:pt>
                <c:pt idx="3318">
                  <c:v>15-04-2013</c:v>
                </c:pt>
                <c:pt idx="3319">
                  <c:v>16-04-2013</c:v>
                </c:pt>
                <c:pt idx="3320">
                  <c:v>17-04-2013</c:v>
                </c:pt>
                <c:pt idx="3321">
                  <c:v>18-04-2013</c:v>
                </c:pt>
                <c:pt idx="3322">
                  <c:v>22-04-2013</c:v>
                </c:pt>
                <c:pt idx="3323">
                  <c:v>23-04-2013</c:v>
                </c:pt>
                <c:pt idx="3324">
                  <c:v>25-04-2013</c:v>
                </c:pt>
                <c:pt idx="3325">
                  <c:v>26-04-2013</c:v>
                </c:pt>
                <c:pt idx="3326">
                  <c:v>29-04-2013</c:v>
                </c:pt>
                <c:pt idx="3327">
                  <c:v>30-04-2013</c:v>
                </c:pt>
                <c:pt idx="3328">
                  <c:v>02-05-2013</c:v>
                </c:pt>
                <c:pt idx="3329">
                  <c:v>03-05-2013</c:v>
                </c:pt>
                <c:pt idx="3330">
                  <c:v>06-05-2013</c:v>
                </c:pt>
                <c:pt idx="3331">
                  <c:v>07-05-2013</c:v>
                </c:pt>
                <c:pt idx="3332">
                  <c:v>08-05-2013</c:v>
                </c:pt>
                <c:pt idx="3333">
                  <c:v>09-05-2013</c:v>
                </c:pt>
                <c:pt idx="3334">
                  <c:v>10-05-2013</c:v>
                </c:pt>
                <c:pt idx="3335">
                  <c:v>11-05-2013</c:v>
                </c:pt>
                <c:pt idx="3336">
                  <c:v>13-05-2013</c:v>
                </c:pt>
                <c:pt idx="3337">
                  <c:v>14-05-2013</c:v>
                </c:pt>
                <c:pt idx="3338">
                  <c:v>15-05-2013</c:v>
                </c:pt>
                <c:pt idx="3339">
                  <c:v>16-05-2013</c:v>
                </c:pt>
                <c:pt idx="3340">
                  <c:v>17-05-2013</c:v>
                </c:pt>
                <c:pt idx="3341">
                  <c:v>20-05-2013</c:v>
                </c:pt>
                <c:pt idx="3342">
                  <c:v>21-05-2013</c:v>
                </c:pt>
                <c:pt idx="3343">
                  <c:v>22-05-2013</c:v>
                </c:pt>
                <c:pt idx="3344">
                  <c:v>23-05-2013</c:v>
                </c:pt>
                <c:pt idx="3345">
                  <c:v>24-05-2013</c:v>
                </c:pt>
                <c:pt idx="3346">
                  <c:v>27-05-2013</c:v>
                </c:pt>
                <c:pt idx="3347">
                  <c:v>28-05-2013</c:v>
                </c:pt>
                <c:pt idx="3348">
                  <c:v>29-05-2013</c:v>
                </c:pt>
                <c:pt idx="3349">
                  <c:v>30-05-2013</c:v>
                </c:pt>
                <c:pt idx="3350">
                  <c:v>31-05-2013</c:v>
                </c:pt>
                <c:pt idx="3351">
                  <c:v>03-06-2013</c:v>
                </c:pt>
                <c:pt idx="3352">
                  <c:v>04-06-2013</c:v>
                </c:pt>
                <c:pt idx="3353">
                  <c:v>05-06-2013</c:v>
                </c:pt>
                <c:pt idx="3354">
                  <c:v>06-06-2013</c:v>
                </c:pt>
                <c:pt idx="3355">
                  <c:v>07-06-2013</c:v>
                </c:pt>
                <c:pt idx="3356">
                  <c:v>10-06-2013</c:v>
                </c:pt>
                <c:pt idx="3357">
                  <c:v>11-06-2013</c:v>
                </c:pt>
                <c:pt idx="3358">
                  <c:v>12-06-2013</c:v>
                </c:pt>
                <c:pt idx="3359">
                  <c:v>13-06-2013</c:v>
                </c:pt>
                <c:pt idx="3360">
                  <c:v>14-06-2013</c:v>
                </c:pt>
                <c:pt idx="3361">
                  <c:v>17-06-2013</c:v>
                </c:pt>
                <c:pt idx="3362">
                  <c:v>18-06-2013</c:v>
                </c:pt>
                <c:pt idx="3363">
                  <c:v>19-06-2013</c:v>
                </c:pt>
                <c:pt idx="3364">
                  <c:v>20-06-2013</c:v>
                </c:pt>
                <c:pt idx="3365">
                  <c:v>21-06-2013</c:v>
                </c:pt>
                <c:pt idx="3366">
                  <c:v>24-06-2013</c:v>
                </c:pt>
                <c:pt idx="3367">
                  <c:v>25-06-2013</c:v>
                </c:pt>
                <c:pt idx="3368">
                  <c:v>26-06-2013</c:v>
                </c:pt>
                <c:pt idx="3369">
                  <c:v>27-06-2013</c:v>
                </c:pt>
                <c:pt idx="3370">
                  <c:v>28-06-2013</c:v>
                </c:pt>
                <c:pt idx="3371">
                  <c:v>01-07-2013</c:v>
                </c:pt>
                <c:pt idx="3372">
                  <c:v>02-07-2013</c:v>
                </c:pt>
                <c:pt idx="3373">
                  <c:v>03-07-2013</c:v>
                </c:pt>
                <c:pt idx="3374">
                  <c:v>04-07-2013</c:v>
                </c:pt>
                <c:pt idx="3375">
                  <c:v>05-07-2013</c:v>
                </c:pt>
                <c:pt idx="3376">
                  <c:v>08-07-2013</c:v>
                </c:pt>
                <c:pt idx="3377">
                  <c:v>09-07-2013</c:v>
                </c:pt>
                <c:pt idx="3378">
                  <c:v>10-07-2013</c:v>
                </c:pt>
                <c:pt idx="3379">
                  <c:v>11-07-2013</c:v>
                </c:pt>
                <c:pt idx="3380">
                  <c:v>12-07-2013</c:v>
                </c:pt>
                <c:pt idx="3381">
                  <c:v>15-07-2013</c:v>
                </c:pt>
                <c:pt idx="3382">
                  <c:v>16-07-2013</c:v>
                </c:pt>
                <c:pt idx="3383">
                  <c:v>17-07-2013</c:v>
                </c:pt>
                <c:pt idx="3384">
                  <c:v>18-07-2013</c:v>
                </c:pt>
                <c:pt idx="3385">
                  <c:v>19-07-2013</c:v>
                </c:pt>
                <c:pt idx="3386">
                  <c:v>22-07-2013</c:v>
                </c:pt>
                <c:pt idx="3387">
                  <c:v>23-07-2013</c:v>
                </c:pt>
                <c:pt idx="3388">
                  <c:v>24-07-2013</c:v>
                </c:pt>
                <c:pt idx="3389">
                  <c:v>25-07-2013</c:v>
                </c:pt>
                <c:pt idx="3390">
                  <c:v>26-07-2013</c:v>
                </c:pt>
                <c:pt idx="3391">
                  <c:v>29-07-2013</c:v>
                </c:pt>
                <c:pt idx="3392">
                  <c:v>30-07-2013</c:v>
                </c:pt>
                <c:pt idx="3393">
                  <c:v>31-07-2013</c:v>
                </c:pt>
                <c:pt idx="3394">
                  <c:v>01-08-2013</c:v>
                </c:pt>
                <c:pt idx="3395">
                  <c:v>02-08-2013</c:v>
                </c:pt>
                <c:pt idx="3396">
                  <c:v>05-08-2013</c:v>
                </c:pt>
                <c:pt idx="3397">
                  <c:v>06-08-2013</c:v>
                </c:pt>
                <c:pt idx="3398">
                  <c:v>07-08-2013</c:v>
                </c:pt>
                <c:pt idx="3399">
                  <c:v>08-08-2013</c:v>
                </c:pt>
                <c:pt idx="3400">
                  <c:v>12-08-2013</c:v>
                </c:pt>
                <c:pt idx="3401">
                  <c:v>13-08-2013</c:v>
                </c:pt>
                <c:pt idx="3402">
                  <c:v>14-08-2013</c:v>
                </c:pt>
                <c:pt idx="3403">
                  <c:v>16-08-2013</c:v>
                </c:pt>
                <c:pt idx="3404">
                  <c:v>19-08-2013</c:v>
                </c:pt>
                <c:pt idx="3405">
                  <c:v>20-08-2013</c:v>
                </c:pt>
                <c:pt idx="3406">
                  <c:v>21-08-2013</c:v>
                </c:pt>
                <c:pt idx="3407">
                  <c:v>22-08-2013</c:v>
                </c:pt>
                <c:pt idx="3408">
                  <c:v>23-08-2013</c:v>
                </c:pt>
                <c:pt idx="3409">
                  <c:v>26-08-2013</c:v>
                </c:pt>
                <c:pt idx="3410">
                  <c:v>27-08-2013</c:v>
                </c:pt>
                <c:pt idx="3411">
                  <c:v>28-08-2013</c:v>
                </c:pt>
                <c:pt idx="3412">
                  <c:v>29-08-2013</c:v>
                </c:pt>
                <c:pt idx="3413">
                  <c:v>30-08-2013</c:v>
                </c:pt>
                <c:pt idx="3414">
                  <c:v>02-09-2013</c:v>
                </c:pt>
                <c:pt idx="3415">
                  <c:v>03-09-2013</c:v>
                </c:pt>
                <c:pt idx="3416">
                  <c:v>04-09-2013</c:v>
                </c:pt>
                <c:pt idx="3417">
                  <c:v>05-09-2013</c:v>
                </c:pt>
                <c:pt idx="3418">
                  <c:v>06-09-2013</c:v>
                </c:pt>
                <c:pt idx="3419">
                  <c:v>10-09-2013</c:v>
                </c:pt>
                <c:pt idx="3420">
                  <c:v>11-09-2013</c:v>
                </c:pt>
                <c:pt idx="3421">
                  <c:v>12-09-2013</c:v>
                </c:pt>
                <c:pt idx="3422">
                  <c:v>13-09-2013</c:v>
                </c:pt>
                <c:pt idx="3423">
                  <c:v>16-09-2013</c:v>
                </c:pt>
                <c:pt idx="3424">
                  <c:v>17-09-2013</c:v>
                </c:pt>
                <c:pt idx="3425">
                  <c:v>18-09-2013</c:v>
                </c:pt>
                <c:pt idx="3426">
                  <c:v>19-09-2013</c:v>
                </c:pt>
                <c:pt idx="3427">
                  <c:v>20-09-2013</c:v>
                </c:pt>
                <c:pt idx="3428">
                  <c:v>23-09-2013</c:v>
                </c:pt>
                <c:pt idx="3429">
                  <c:v>24-09-2013</c:v>
                </c:pt>
                <c:pt idx="3430">
                  <c:v>25-09-2013</c:v>
                </c:pt>
                <c:pt idx="3431">
                  <c:v>26-09-2013</c:v>
                </c:pt>
                <c:pt idx="3432">
                  <c:v>27-09-2013</c:v>
                </c:pt>
                <c:pt idx="3433">
                  <c:v>30-09-2013</c:v>
                </c:pt>
                <c:pt idx="3434">
                  <c:v>01-10-2013</c:v>
                </c:pt>
                <c:pt idx="3435">
                  <c:v>03-10-2013</c:v>
                </c:pt>
                <c:pt idx="3436">
                  <c:v>04-10-2013</c:v>
                </c:pt>
                <c:pt idx="3437">
                  <c:v>07-10-2013</c:v>
                </c:pt>
                <c:pt idx="3438">
                  <c:v>08-10-2013</c:v>
                </c:pt>
                <c:pt idx="3439">
                  <c:v>09-10-2013</c:v>
                </c:pt>
                <c:pt idx="3440">
                  <c:v>10-10-2013</c:v>
                </c:pt>
                <c:pt idx="3441">
                  <c:v>11-10-2013</c:v>
                </c:pt>
                <c:pt idx="3442">
                  <c:v>14-10-2013</c:v>
                </c:pt>
                <c:pt idx="3443">
                  <c:v>15-10-2013</c:v>
                </c:pt>
                <c:pt idx="3444">
                  <c:v>17-10-2013</c:v>
                </c:pt>
                <c:pt idx="3445">
                  <c:v>18-10-2013</c:v>
                </c:pt>
                <c:pt idx="3446">
                  <c:v>21-10-2013</c:v>
                </c:pt>
                <c:pt idx="3447">
                  <c:v>22-10-2013</c:v>
                </c:pt>
                <c:pt idx="3448">
                  <c:v>23-10-2013</c:v>
                </c:pt>
                <c:pt idx="3449">
                  <c:v>24-10-2013</c:v>
                </c:pt>
                <c:pt idx="3450">
                  <c:v>25-10-2013</c:v>
                </c:pt>
                <c:pt idx="3451">
                  <c:v>28-10-2013</c:v>
                </c:pt>
                <c:pt idx="3452">
                  <c:v>29-10-2013</c:v>
                </c:pt>
                <c:pt idx="3453">
                  <c:v>30-10-2013</c:v>
                </c:pt>
                <c:pt idx="3454">
                  <c:v>31-10-2013</c:v>
                </c:pt>
                <c:pt idx="3455">
                  <c:v>01-11-2013</c:v>
                </c:pt>
                <c:pt idx="3456">
                  <c:v>03-11-2013</c:v>
                </c:pt>
                <c:pt idx="3457">
                  <c:v>05-11-2013</c:v>
                </c:pt>
                <c:pt idx="3458">
                  <c:v>06-11-2013</c:v>
                </c:pt>
                <c:pt idx="3459">
                  <c:v>07-11-2013</c:v>
                </c:pt>
                <c:pt idx="3460">
                  <c:v>08-11-2013</c:v>
                </c:pt>
                <c:pt idx="3461">
                  <c:v>11-11-2013</c:v>
                </c:pt>
                <c:pt idx="3462">
                  <c:v>12-11-2013</c:v>
                </c:pt>
                <c:pt idx="3463">
                  <c:v>13-11-2013</c:v>
                </c:pt>
                <c:pt idx="3464">
                  <c:v>14-11-2013</c:v>
                </c:pt>
                <c:pt idx="3465">
                  <c:v>18-11-2013</c:v>
                </c:pt>
                <c:pt idx="3466">
                  <c:v>19-11-2013</c:v>
                </c:pt>
                <c:pt idx="3467">
                  <c:v>20-11-2013</c:v>
                </c:pt>
                <c:pt idx="3468">
                  <c:v>21-11-2013</c:v>
                </c:pt>
                <c:pt idx="3469">
                  <c:v>22-11-2013</c:v>
                </c:pt>
                <c:pt idx="3470">
                  <c:v>25-11-2013</c:v>
                </c:pt>
                <c:pt idx="3471">
                  <c:v>26-11-2013</c:v>
                </c:pt>
                <c:pt idx="3472">
                  <c:v>27-11-2013</c:v>
                </c:pt>
                <c:pt idx="3473">
                  <c:v>28-11-2013</c:v>
                </c:pt>
                <c:pt idx="3474">
                  <c:v>29-11-2013</c:v>
                </c:pt>
                <c:pt idx="3475">
                  <c:v>02-12-2013</c:v>
                </c:pt>
                <c:pt idx="3476">
                  <c:v>03-12-2013</c:v>
                </c:pt>
                <c:pt idx="3477">
                  <c:v>04-12-2013</c:v>
                </c:pt>
                <c:pt idx="3478">
                  <c:v>05-12-2013</c:v>
                </c:pt>
                <c:pt idx="3479">
                  <c:v>06-12-2013</c:v>
                </c:pt>
                <c:pt idx="3480">
                  <c:v>09-12-2013</c:v>
                </c:pt>
                <c:pt idx="3481">
                  <c:v>10-12-2013</c:v>
                </c:pt>
                <c:pt idx="3482">
                  <c:v>11-12-2013</c:v>
                </c:pt>
                <c:pt idx="3483">
                  <c:v>12-12-2013</c:v>
                </c:pt>
                <c:pt idx="3484">
                  <c:v>13-12-2013</c:v>
                </c:pt>
                <c:pt idx="3485">
                  <c:v>16-12-2013</c:v>
                </c:pt>
                <c:pt idx="3486">
                  <c:v>17-12-2013</c:v>
                </c:pt>
                <c:pt idx="3487">
                  <c:v>18-12-2013</c:v>
                </c:pt>
                <c:pt idx="3488">
                  <c:v>19-12-2013</c:v>
                </c:pt>
                <c:pt idx="3489">
                  <c:v>20-12-2013</c:v>
                </c:pt>
                <c:pt idx="3490">
                  <c:v>23-12-2013</c:v>
                </c:pt>
                <c:pt idx="3491">
                  <c:v>24-12-2013</c:v>
                </c:pt>
                <c:pt idx="3492">
                  <c:v>26-12-2013</c:v>
                </c:pt>
                <c:pt idx="3493">
                  <c:v>27-12-2013</c:v>
                </c:pt>
                <c:pt idx="3494">
                  <c:v>30-12-2013</c:v>
                </c:pt>
                <c:pt idx="3495">
                  <c:v>31-12-2013</c:v>
                </c:pt>
                <c:pt idx="3496">
                  <c:v>01-01-2014</c:v>
                </c:pt>
                <c:pt idx="3497">
                  <c:v>02-01-2014</c:v>
                </c:pt>
                <c:pt idx="3498">
                  <c:v>03-01-2014</c:v>
                </c:pt>
                <c:pt idx="3499">
                  <c:v>06-01-2014</c:v>
                </c:pt>
                <c:pt idx="3500">
                  <c:v>07-01-2014</c:v>
                </c:pt>
                <c:pt idx="3501">
                  <c:v>08-01-2014</c:v>
                </c:pt>
                <c:pt idx="3502">
                  <c:v>09-01-2014</c:v>
                </c:pt>
                <c:pt idx="3503">
                  <c:v>10-01-2014</c:v>
                </c:pt>
                <c:pt idx="3504">
                  <c:v>13-01-2014</c:v>
                </c:pt>
                <c:pt idx="3505">
                  <c:v>14-01-2014</c:v>
                </c:pt>
                <c:pt idx="3506">
                  <c:v>15-01-2014</c:v>
                </c:pt>
                <c:pt idx="3507">
                  <c:v>16-01-2014</c:v>
                </c:pt>
                <c:pt idx="3508">
                  <c:v>17-01-2014</c:v>
                </c:pt>
                <c:pt idx="3509">
                  <c:v>20-01-2014</c:v>
                </c:pt>
                <c:pt idx="3510">
                  <c:v>21-01-2014</c:v>
                </c:pt>
                <c:pt idx="3511">
                  <c:v>22-01-2014</c:v>
                </c:pt>
                <c:pt idx="3512">
                  <c:v>23-01-2014</c:v>
                </c:pt>
                <c:pt idx="3513">
                  <c:v>24-01-2014</c:v>
                </c:pt>
                <c:pt idx="3514">
                  <c:v>27-01-2014</c:v>
                </c:pt>
                <c:pt idx="3515">
                  <c:v>28-01-2014</c:v>
                </c:pt>
                <c:pt idx="3516">
                  <c:v>29-01-2014</c:v>
                </c:pt>
                <c:pt idx="3517">
                  <c:v>30-01-2014</c:v>
                </c:pt>
                <c:pt idx="3518">
                  <c:v>31-01-2014</c:v>
                </c:pt>
                <c:pt idx="3519">
                  <c:v>03-02-2014</c:v>
                </c:pt>
                <c:pt idx="3520">
                  <c:v>04-02-2014</c:v>
                </c:pt>
                <c:pt idx="3521">
                  <c:v>05-02-2014</c:v>
                </c:pt>
                <c:pt idx="3522">
                  <c:v>06-02-2014</c:v>
                </c:pt>
                <c:pt idx="3523">
                  <c:v>07-02-2014</c:v>
                </c:pt>
                <c:pt idx="3524">
                  <c:v>10-02-2014</c:v>
                </c:pt>
                <c:pt idx="3525">
                  <c:v>11-02-2014</c:v>
                </c:pt>
                <c:pt idx="3526">
                  <c:v>12-02-2014</c:v>
                </c:pt>
                <c:pt idx="3527">
                  <c:v>13-02-2014</c:v>
                </c:pt>
                <c:pt idx="3528">
                  <c:v>14-02-2014</c:v>
                </c:pt>
                <c:pt idx="3529">
                  <c:v>17-02-2014</c:v>
                </c:pt>
                <c:pt idx="3530">
                  <c:v>18-02-2014</c:v>
                </c:pt>
                <c:pt idx="3531">
                  <c:v>19-02-2014</c:v>
                </c:pt>
                <c:pt idx="3532">
                  <c:v>20-02-2014</c:v>
                </c:pt>
                <c:pt idx="3533">
                  <c:v>21-02-2014</c:v>
                </c:pt>
                <c:pt idx="3534">
                  <c:v>24-02-2014</c:v>
                </c:pt>
                <c:pt idx="3535">
                  <c:v>25-02-2014</c:v>
                </c:pt>
                <c:pt idx="3536">
                  <c:v>26-02-2014</c:v>
                </c:pt>
                <c:pt idx="3537">
                  <c:v>28-02-2014</c:v>
                </c:pt>
                <c:pt idx="3538">
                  <c:v>03-03-2014</c:v>
                </c:pt>
                <c:pt idx="3539">
                  <c:v>04-03-2014</c:v>
                </c:pt>
                <c:pt idx="3540">
                  <c:v>05-03-2014</c:v>
                </c:pt>
                <c:pt idx="3541">
                  <c:v>06-03-2014</c:v>
                </c:pt>
                <c:pt idx="3542">
                  <c:v>07-03-2014</c:v>
                </c:pt>
                <c:pt idx="3543">
                  <c:v>10-03-2014</c:v>
                </c:pt>
                <c:pt idx="3544">
                  <c:v>11-03-2014</c:v>
                </c:pt>
                <c:pt idx="3545">
                  <c:v>12-03-2014</c:v>
                </c:pt>
                <c:pt idx="3546">
                  <c:v>13-03-2014</c:v>
                </c:pt>
                <c:pt idx="3547">
                  <c:v>14-03-2014</c:v>
                </c:pt>
                <c:pt idx="3548">
                  <c:v>18-03-2014</c:v>
                </c:pt>
                <c:pt idx="3549">
                  <c:v>19-03-2014</c:v>
                </c:pt>
                <c:pt idx="3550">
                  <c:v>20-03-2014</c:v>
                </c:pt>
                <c:pt idx="3551">
                  <c:v>21-03-2014</c:v>
                </c:pt>
                <c:pt idx="3552">
                  <c:v>22-03-2014</c:v>
                </c:pt>
                <c:pt idx="3553">
                  <c:v>24-03-2014</c:v>
                </c:pt>
                <c:pt idx="3554">
                  <c:v>25-03-2014</c:v>
                </c:pt>
                <c:pt idx="3555">
                  <c:v>26-03-2014</c:v>
                </c:pt>
                <c:pt idx="3556">
                  <c:v>27-03-2014</c:v>
                </c:pt>
                <c:pt idx="3557">
                  <c:v>28-03-2014</c:v>
                </c:pt>
                <c:pt idx="3558">
                  <c:v>31-03-2014</c:v>
                </c:pt>
                <c:pt idx="3559">
                  <c:v>01-04-2014</c:v>
                </c:pt>
                <c:pt idx="3560">
                  <c:v>02-04-2014</c:v>
                </c:pt>
                <c:pt idx="3561">
                  <c:v>03-04-2014</c:v>
                </c:pt>
                <c:pt idx="3562">
                  <c:v>04-04-2014</c:v>
                </c:pt>
                <c:pt idx="3563">
                  <c:v>07-04-2014</c:v>
                </c:pt>
                <c:pt idx="3564">
                  <c:v>09-04-2014</c:v>
                </c:pt>
                <c:pt idx="3565">
                  <c:v>10-04-2014</c:v>
                </c:pt>
                <c:pt idx="3566">
                  <c:v>11-04-2014</c:v>
                </c:pt>
                <c:pt idx="3567">
                  <c:v>15-04-2014</c:v>
                </c:pt>
                <c:pt idx="3568">
                  <c:v>16-04-2014</c:v>
                </c:pt>
                <c:pt idx="3569">
                  <c:v>17-04-2014</c:v>
                </c:pt>
                <c:pt idx="3570">
                  <c:v>21-04-2014</c:v>
                </c:pt>
                <c:pt idx="3571">
                  <c:v>22-04-2014</c:v>
                </c:pt>
                <c:pt idx="3572">
                  <c:v>23-04-2014</c:v>
                </c:pt>
                <c:pt idx="3573">
                  <c:v>25-04-2014</c:v>
                </c:pt>
                <c:pt idx="3574">
                  <c:v>28-04-2014</c:v>
                </c:pt>
                <c:pt idx="3575">
                  <c:v>29-04-2014</c:v>
                </c:pt>
                <c:pt idx="3576">
                  <c:v>30-04-2014</c:v>
                </c:pt>
                <c:pt idx="3577">
                  <c:v>02-05-2014</c:v>
                </c:pt>
                <c:pt idx="3578">
                  <c:v>05-05-2014</c:v>
                </c:pt>
                <c:pt idx="3579">
                  <c:v>06-05-2014</c:v>
                </c:pt>
                <c:pt idx="3580">
                  <c:v>07-05-2014</c:v>
                </c:pt>
                <c:pt idx="3581">
                  <c:v>08-05-2014</c:v>
                </c:pt>
                <c:pt idx="3582">
                  <c:v>09-05-2014</c:v>
                </c:pt>
                <c:pt idx="3583">
                  <c:v>12-05-2014</c:v>
                </c:pt>
                <c:pt idx="3584">
                  <c:v>13-05-2014</c:v>
                </c:pt>
                <c:pt idx="3585">
                  <c:v>14-05-2014</c:v>
                </c:pt>
                <c:pt idx="3586">
                  <c:v>15-05-2014</c:v>
                </c:pt>
                <c:pt idx="3587">
                  <c:v>16-05-2014</c:v>
                </c:pt>
                <c:pt idx="3588">
                  <c:v>19-05-2014</c:v>
                </c:pt>
                <c:pt idx="3589">
                  <c:v>20-05-2014</c:v>
                </c:pt>
                <c:pt idx="3590">
                  <c:v>21-05-2014</c:v>
                </c:pt>
                <c:pt idx="3591">
                  <c:v>22-05-2014</c:v>
                </c:pt>
                <c:pt idx="3592">
                  <c:v>23-05-2014</c:v>
                </c:pt>
                <c:pt idx="3593">
                  <c:v>26-05-2014</c:v>
                </c:pt>
                <c:pt idx="3594">
                  <c:v>27-05-2014</c:v>
                </c:pt>
                <c:pt idx="3595">
                  <c:v>28-05-2014</c:v>
                </c:pt>
                <c:pt idx="3596">
                  <c:v>29-05-2014</c:v>
                </c:pt>
                <c:pt idx="3597">
                  <c:v>30-05-2014</c:v>
                </c:pt>
                <c:pt idx="3598">
                  <c:v>02-06-2014</c:v>
                </c:pt>
                <c:pt idx="3599">
                  <c:v>03-06-2014</c:v>
                </c:pt>
                <c:pt idx="3600">
                  <c:v>04-06-2014</c:v>
                </c:pt>
                <c:pt idx="3601">
                  <c:v>05-06-2014</c:v>
                </c:pt>
                <c:pt idx="3602">
                  <c:v>06-06-2014</c:v>
                </c:pt>
                <c:pt idx="3603">
                  <c:v>09-06-2014</c:v>
                </c:pt>
                <c:pt idx="3604">
                  <c:v>10-06-2014</c:v>
                </c:pt>
                <c:pt idx="3605">
                  <c:v>11-06-2014</c:v>
                </c:pt>
                <c:pt idx="3606">
                  <c:v>12-06-2014</c:v>
                </c:pt>
                <c:pt idx="3607">
                  <c:v>13-06-2014</c:v>
                </c:pt>
                <c:pt idx="3608">
                  <c:v>16-06-2014</c:v>
                </c:pt>
                <c:pt idx="3609">
                  <c:v>17-06-2014</c:v>
                </c:pt>
                <c:pt idx="3610">
                  <c:v>18-06-2014</c:v>
                </c:pt>
                <c:pt idx="3611">
                  <c:v>19-06-2014</c:v>
                </c:pt>
                <c:pt idx="3612">
                  <c:v>20-06-2014</c:v>
                </c:pt>
                <c:pt idx="3613">
                  <c:v>23-06-2014</c:v>
                </c:pt>
                <c:pt idx="3614">
                  <c:v>24-06-2014</c:v>
                </c:pt>
                <c:pt idx="3615">
                  <c:v>25-06-2014</c:v>
                </c:pt>
                <c:pt idx="3616">
                  <c:v>26-06-2014</c:v>
                </c:pt>
                <c:pt idx="3617">
                  <c:v>27-06-2014</c:v>
                </c:pt>
                <c:pt idx="3618">
                  <c:v>30-06-2014</c:v>
                </c:pt>
                <c:pt idx="3619">
                  <c:v>01-07-2014</c:v>
                </c:pt>
                <c:pt idx="3620">
                  <c:v>02-07-2014</c:v>
                </c:pt>
                <c:pt idx="3621">
                  <c:v>03-07-2014</c:v>
                </c:pt>
                <c:pt idx="3622">
                  <c:v>04-07-2014</c:v>
                </c:pt>
                <c:pt idx="3623">
                  <c:v>07-07-2014</c:v>
                </c:pt>
                <c:pt idx="3624">
                  <c:v>08-07-2014</c:v>
                </c:pt>
                <c:pt idx="3625">
                  <c:v>09-07-2014</c:v>
                </c:pt>
                <c:pt idx="3626">
                  <c:v>10-07-2014</c:v>
                </c:pt>
                <c:pt idx="3627">
                  <c:v>11-07-2014</c:v>
                </c:pt>
                <c:pt idx="3628">
                  <c:v>14-07-2014</c:v>
                </c:pt>
                <c:pt idx="3629">
                  <c:v>15-07-2014</c:v>
                </c:pt>
                <c:pt idx="3630">
                  <c:v>16-07-2014</c:v>
                </c:pt>
                <c:pt idx="3631">
                  <c:v>17-07-2014</c:v>
                </c:pt>
                <c:pt idx="3632">
                  <c:v>18-07-2014</c:v>
                </c:pt>
                <c:pt idx="3633">
                  <c:v>21-07-2014</c:v>
                </c:pt>
                <c:pt idx="3634">
                  <c:v>22-07-2014</c:v>
                </c:pt>
                <c:pt idx="3635">
                  <c:v>23-07-2014</c:v>
                </c:pt>
                <c:pt idx="3636">
                  <c:v>24-07-2014</c:v>
                </c:pt>
                <c:pt idx="3637">
                  <c:v>25-07-2014</c:v>
                </c:pt>
                <c:pt idx="3638">
                  <c:v>28-07-2014</c:v>
                </c:pt>
                <c:pt idx="3639">
                  <c:v>30-07-2014</c:v>
                </c:pt>
                <c:pt idx="3640">
                  <c:v>31-07-2014</c:v>
                </c:pt>
                <c:pt idx="3641">
                  <c:v>01-08-2014</c:v>
                </c:pt>
                <c:pt idx="3642">
                  <c:v>04-08-2014</c:v>
                </c:pt>
                <c:pt idx="3643">
                  <c:v>05-08-2014</c:v>
                </c:pt>
                <c:pt idx="3644">
                  <c:v>06-08-2014</c:v>
                </c:pt>
                <c:pt idx="3645">
                  <c:v>07-08-2014</c:v>
                </c:pt>
                <c:pt idx="3646">
                  <c:v>08-08-2014</c:v>
                </c:pt>
                <c:pt idx="3647">
                  <c:v>11-08-2014</c:v>
                </c:pt>
                <c:pt idx="3648">
                  <c:v>12-08-2014</c:v>
                </c:pt>
                <c:pt idx="3649">
                  <c:v>13-08-2014</c:v>
                </c:pt>
                <c:pt idx="3650">
                  <c:v>14-08-2014</c:v>
                </c:pt>
                <c:pt idx="3651">
                  <c:v>18-08-2014</c:v>
                </c:pt>
                <c:pt idx="3652">
                  <c:v>19-08-2014</c:v>
                </c:pt>
                <c:pt idx="3653">
                  <c:v>20-08-2014</c:v>
                </c:pt>
                <c:pt idx="3654">
                  <c:v>21-08-2014</c:v>
                </c:pt>
                <c:pt idx="3655">
                  <c:v>22-08-2014</c:v>
                </c:pt>
                <c:pt idx="3656">
                  <c:v>25-08-2014</c:v>
                </c:pt>
                <c:pt idx="3657">
                  <c:v>26-08-2014</c:v>
                </c:pt>
                <c:pt idx="3658">
                  <c:v>27-08-2014</c:v>
                </c:pt>
                <c:pt idx="3659">
                  <c:v>28-08-2014</c:v>
                </c:pt>
                <c:pt idx="3660">
                  <c:v>01-09-2014</c:v>
                </c:pt>
                <c:pt idx="3661">
                  <c:v>02-09-2014</c:v>
                </c:pt>
                <c:pt idx="3662">
                  <c:v>03-09-2014</c:v>
                </c:pt>
                <c:pt idx="3663">
                  <c:v>04-09-2014</c:v>
                </c:pt>
                <c:pt idx="3664">
                  <c:v>05-09-2014</c:v>
                </c:pt>
                <c:pt idx="3665">
                  <c:v>08-09-2014</c:v>
                </c:pt>
                <c:pt idx="3666">
                  <c:v>09-09-2014</c:v>
                </c:pt>
                <c:pt idx="3667">
                  <c:v>10-09-2014</c:v>
                </c:pt>
                <c:pt idx="3668">
                  <c:v>11-09-2014</c:v>
                </c:pt>
                <c:pt idx="3669">
                  <c:v>12-09-2014</c:v>
                </c:pt>
                <c:pt idx="3670">
                  <c:v>15-09-2014</c:v>
                </c:pt>
                <c:pt idx="3671">
                  <c:v>16-09-2014</c:v>
                </c:pt>
                <c:pt idx="3672">
                  <c:v>17-09-2014</c:v>
                </c:pt>
                <c:pt idx="3673">
                  <c:v>18-09-2014</c:v>
                </c:pt>
                <c:pt idx="3674">
                  <c:v>19-09-2014</c:v>
                </c:pt>
                <c:pt idx="3675">
                  <c:v>22-09-2014</c:v>
                </c:pt>
                <c:pt idx="3676">
                  <c:v>23-09-2014</c:v>
                </c:pt>
                <c:pt idx="3677">
                  <c:v>24-09-2014</c:v>
                </c:pt>
                <c:pt idx="3678">
                  <c:v>25-09-2014</c:v>
                </c:pt>
                <c:pt idx="3679">
                  <c:v>26-09-2014</c:v>
                </c:pt>
                <c:pt idx="3680">
                  <c:v>29-09-2014</c:v>
                </c:pt>
                <c:pt idx="3681">
                  <c:v>30-09-2014</c:v>
                </c:pt>
                <c:pt idx="3682">
                  <c:v>01-10-2014</c:v>
                </c:pt>
                <c:pt idx="3683">
                  <c:v>07-10-2014</c:v>
                </c:pt>
                <c:pt idx="3684">
                  <c:v>08-10-2014</c:v>
                </c:pt>
                <c:pt idx="3685">
                  <c:v>09-10-2014</c:v>
                </c:pt>
                <c:pt idx="3686">
                  <c:v>10-10-2014</c:v>
                </c:pt>
                <c:pt idx="3687">
                  <c:v>13-10-2014</c:v>
                </c:pt>
                <c:pt idx="3688">
                  <c:v>14-10-2014</c:v>
                </c:pt>
                <c:pt idx="3689">
                  <c:v>16-10-2014</c:v>
                </c:pt>
                <c:pt idx="3690">
                  <c:v>17-10-2014</c:v>
                </c:pt>
                <c:pt idx="3691">
                  <c:v>20-10-2014</c:v>
                </c:pt>
                <c:pt idx="3692">
                  <c:v>21-10-2014</c:v>
                </c:pt>
                <c:pt idx="3693">
                  <c:v>22-10-2014</c:v>
                </c:pt>
                <c:pt idx="3694">
                  <c:v>23-10-2014</c:v>
                </c:pt>
                <c:pt idx="3695">
                  <c:v>27-10-2014</c:v>
                </c:pt>
                <c:pt idx="3696">
                  <c:v>28-10-2014</c:v>
                </c:pt>
                <c:pt idx="3697">
                  <c:v>29-10-2014</c:v>
                </c:pt>
                <c:pt idx="3698">
                  <c:v>30-10-2014</c:v>
                </c:pt>
                <c:pt idx="3699">
                  <c:v>31-10-2014</c:v>
                </c:pt>
                <c:pt idx="3700">
                  <c:v>03-11-2014</c:v>
                </c:pt>
                <c:pt idx="3701">
                  <c:v>05-11-2014</c:v>
                </c:pt>
                <c:pt idx="3702">
                  <c:v>07-11-2014</c:v>
                </c:pt>
                <c:pt idx="3703">
                  <c:v>10-11-2014</c:v>
                </c:pt>
                <c:pt idx="3704">
                  <c:v>11-11-2014</c:v>
                </c:pt>
                <c:pt idx="3705">
                  <c:v>12-11-2014</c:v>
                </c:pt>
                <c:pt idx="3706">
                  <c:v>13-11-2014</c:v>
                </c:pt>
                <c:pt idx="3707">
                  <c:v>14-11-2014</c:v>
                </c:pt>
                <c:pt idx="3708">
                  <c:v>17-11-2014</c:v>
                </c:pt>
                <c:pt idx="3709">
                  <c:v>18-11-2014</c:v>
                </c:pt>
                <c:pt idx="3710">
                  <c:v>19-11-2014</c:v>
                </c:pt>
                <c:pt idx="3711">
                  <c:v>20-11-2014</c:v>
                </c:pt>
                <c:pt idx="3712">
                  <c:v>21-11-2014</c:v>
                </c:pt>
                <c:pt idx="3713">
                  <c:v>24-11-2014</c:v>
                </c:pt>
                <c:pt idx="3714">
                  <c:v>25-11-2014</c:v>
                </c:pt>
                <c:pt idx="3715">
                  <c:v>26-11-2014</c:v>
                </c:pt>
                <c:pt idx="3716">
                  <c:v>27-11-2014</c:v>
                </c:pt>
                <c:pt idx="3717">
                  <c:v>28-11-2014</c:v>
                </c:pt>
                <c:pt idx="3718">
                  <c:v>01-12-2014</c:v>
                </c:pt>
                <c:pt idx="3719">
                  <c:v>02-12-2014</c:v>
                </c:pt>
                <c:pt idx="3720">
                  <c:v>03-12-2014</c:v>
                </c:pt>
                <c:pt idx="3721">
                  <c:v>04-12-2014</c:v>
                </c:pt>
                <c:pt idx="3722">
                  <c:v>05-12-2014</c:v>
                </c:pt>
                <c:pt idx="3723">
                  <c:v>08-12-2014</c:v>
                </c:pt>
                <c:pt idx="3724">
                  <c:v>09-12-2014</c:v>
                </c:pt>
                <c:pt idx="3725">
                  <c:v>10-12-2014</c:v>
                </c:pt>
                <c:pt idx="3726">
                  <c:v>11-12-2014</c:v>
                </c:pt>
                <c:pt idx="3727">
                  <c:v>12-12-2014</c:v>
                </c:pt>
                <c:pt idx="3728">
                  <c:v>15-12-2014</c:v>
                </c:pt>
                <c:pt idx="3729">
                  <c:v>16-12-2014</c:v>
                </c:pt>
                <c:pt idx="3730">
                  <c:v>17-12-2014</c:v>
                </c:pt>
                <c:pt idx="3731">
                  <c:v>18-12-2014</c:v>
                </c:pt>
                <c:pt idx="3732">
                  <c:v>19-12-2014</c:v>
                </c:pt>
                <c:pt idx="3733">
                  <c:v>22-12-2014</c:v>
                </c:pt>
                <c:pt idx="3734">
                  <c:v>23-12-2014</c:v>
                </c:pt>
                <c:pt idx="3735">
                  <c:v>24-12-2014</c:v>
                </c:pt>
                <c:pt idx="3736">
                  <c:v>26-12-2014</c:v>
                </c:pt>
                <c:pt idx="3737">
                  <c:v>29-12-2014</c:v>
                </c:pt>
                <c:pt idx="3738">
                  <c:v>30-12-2014</c:v>
                </c:pt>
                <c:pt idx="3739">
                  <c:v>31-12-2014</c:v>
                </c:pt>
                <c:pt idx="3740">
                  <c:v>01-01-2015</c:v>
                </c:pt>
                <c:pt idx="3741">
                  <c:v>02-01-2015</c:v>
                </c:pt>
                <c:pt idx="3742">
                  <c:v>05-01-2015</c:v>
                </c:pt>
                <c:pt idx="3743">
                  <c:v>06-01-2015</c:v>
                </c:pt>
                <c:pt idx="3744">
                  <c:v>07-01-2015</c:v>
                </c:pt>
                <c:pt idx="3745">
                  <c:v>08-01-2015</c:v>
                </c:pt>
                <c:pt idx="3746">
                  <c:v>09-01-2015</c:v>
                </c:pt>
                <c:pt idx="3747">
                  <c:v>12-01-2015</c:v>
                </c:pt>
                <c:pt idx="3748">
                  <c:v>13-01-2015</c:v>
                </c:pt>
                <c:pt idx="3749">
                  <c:v>14-01-2015</c:v>
                </c:pt>
                <c:pt idx="3750">
                  <c:v>15-01-2015</c:v>
                </c:pt>
                <c:pt idx="3751">
                  <c:v>16-01-2015</c:v>
                </c:pt>
                <c:pt idx="3752">
                  <c:v>19-01-2015</c:v>
                </c:pt>
                <c:pt idx="3753">
                  <c:v>20-01-2015</c:v>
                </c:pt>
                <c:pt idx="3754">
                  <c:v>21-01-2015</c:v>
                </c:pt>
                <c:pt idx="3755">
                  <c:v>22-01-2015</c:v>
                </c:pt>
                <c:pt idx="3756">
                  <c:v>23-01-2015</c:v>
                </c:pt>
                <c:pt idx="3757">
                  <c:v>27-01-2015</c:v>
                </c:pt>
                <c:pt idx="3758">
                  <c:v>28-01-2015</c:v>
                </c:pt>
                <c:pt idx="3759">
                  <c:v>29-01-2015</c:v>
                </c:pt>
                <c:pt idx="3760">
                  <c:v>30-01-2015</c:v>
                </c:pt>
                <c:pt idx="3761">
                  <c:v>02-02-2015</c:v>
                </c:pt>
                <c:pt idx="3762">
                  <c:v>03-02-2015</c:v>
                </c:pt>
                <c:pt idx="3763">
                  <c:v>04-02-2015</c:v>
                </c:pt>
                <c:pt idx="3764">
                  <c:v>05-02-2015</c:v>
                </c:pt>
                <c:pt idx="3765">
                  <c:v>06-02-2015</c:v>
                </c:pt>
                <c:pt idx="3766">
                  <c:v>09-02-2015</c:v>
                </c:pt>
                <c:pt idx="3767">
                  <c:v>10-02-2015</c:v>
                </c:pt>
                <c:pt idx="3768">
                  <c:v>11-02-2015</c:v>
                </c:pt>
                <c:pt idx="3769">
                  <c:v>12-02-2015</c:v>
                </c:pt>
                <c:pt idx="3770">
                  <c:v>13-02-2015</c:v>
                </c:pt>
                <c:pt idx="3771">
                  <c:v>16-02-2015</c:v>
                </c:pt>
                <c:pt idx="3772">
                  <c:v>18-02-2015</c:v>
                </c:pt>
                <c:pt idx="3773">
                  <c:v>19-02-2015</c:v>
                </c:pt>
                <c:pt idx="3774">
                  <c:v>20-02-2015</c:v>
                </c:pt>
                <c:pt idx="3775">
                  <c:v>23-02-2015</c:v>
                </c:pt>
                <c:pt idx="3776">
                  <c:v>24-02-2015</c:v>
                </c:pt>
                <c:pt idx="3777">
                  <c:v>25-02-2015</c:v>
                </c:pt>
                <c:pt idx="3778">
                  <c:v>26-02-2015</c:v>
                </c:pt>
                <c:pt idx="3779">
                  <c:v>27-02-2015</c:v>
                </c:pt>
                <c:pt idx="3780">
                  <c:v>28-02-2015</c:v>
                </c:pt>
                <c:pt idx="3781">
                  <c:v>02-03-2015</c:v>
                </c:pt>
                <c:pt idx="3782">
                  <c:v>03-03-2015</c:v>
                </c:pt>
                <c:pt idx="3783">
                  <c:v>04-03-2015</c:v>
                </c:pt>
                <c:pt idx="3784">
                  <c:v>05-03-2015</c:v>
                </c:pt>
                <c:pt idx="3785">
                  <c:v>09-03-2015</c:v>
                </c:pt>
                <c:pt idx="3786">
                  <c:v>10-03-2015</c:v>
                </c:pt>
                <c:pt idx="3787">
                  <c:v>11-03-2015</c:v>
                </c:pt>
                <c:pt idx="3788">
                  <c:v>12-03-2015</c:v>
                </c:pt>
                <c:pt idx="3789">
                  <c:v>13-03-2015</c:v>
                </c:pt>
                <c:pt idx="3790">
                  <c:v>16-03-2015</c:v>
                </c:pt>
                <c:pt idx="3791">
                  <c:v>17-03-2015</c:v>
                </c:pt>
                <c:pt idx="3792">
                  <c:v>18-03-2015</c:v>
                </c:pt>
                <c:pt idx="3793">
                  <c:v>19-03-2015</c:v>
                </c:pt>
                <c:pt idx="3794">
                  <c:v>20-03-2015</c:v>
                </c:pt>
                <c:pt idx="3795">
                  <c:v>23-03-2015</c:v>
                </c:pt>
                <c:pt idx="3796">
                  <c:v>24-03-2015</c:v>
                </c:pt>
                <c:pt idx="3797">
                  <c:v>25-03-2015</c:v>
                </c:pt>
                <c:pt idx="3798">
                  <c:v>26-03-2015</c:v>
                </c:pt>
                <c:pt idx="3799">
                  <c:v>27-03-2015</c:v>
                </c:pt>
                <c:pt idx="3800">
                  <c:v>30-03-2015</c:v>
                </c:pt>
                <c:pt idx="3801">
                  <c:v>31-03-2015</c:v>
                </c:pt>
                <c:pt idx="3802">
                  <c:v>01-04-2015</c:v>
                </c:pt>
                <c:pt idx="3803">
                  <c:v>06-04-2015</c:v>
                </c:pt>
                <c:pt idx="3804">
                  <c:v>07-04-2015</c:v>
                </c:pt>
                <c:pt idx="3805">
                  <c:v>08-04-2015</c:v>
                </c:pt>
                <c:pt idx="3806">
                  <c:v>09-04-2015</c:v>
                </c:pt>
                <c:pt idx="3807">
                  <c:v>10-04-2015</c:v>
                </c:pt>
                <c:pt idx="3808">
                  <c:v>13-04-2015</c:v>
                </c:pt>
                <c:pt idx="3809">
                  <c:v>15-04-2015</c:v>
                </c:pt>
                <c:pt idx="3810">
                  <c:v>16-04-2015</c:v>
                </c:pt>
                <c:pt idx="3811">
                  <c:v>17-04-2015</c:v>
                </c:pt>
                <c:pt idx="3812">
                  <c:v>20-04-2015</c:v>
                </c:pt>
                <c:pt idx="3813">
                  <c:v>21-04-2015</c:v>
                </c:pt>
                <c:pt idx="3814">
                  <c:v>22-04-2015</c:v>
                </c:pt>
                <c:pt idx="3815">
                  <c:v>23-04-2015</c:v>
                </c:pt>
                <c:pt idx="3816">
                  <c:v>24-04-2015</c:v>
                </c:pt>
                <c:pt idx="3817">
                  <c:v>27-04-2015</c:v>
                </c:pt>
                <c:pt idx="3818">
                  <c:v>28-04-2015</c:v>
                </c:pt>
                <c:pt idx="3819">
                  <c:v>29-04-2015</c:v>
                </c:pt>
                <c:pt idx="3820">
                  <c:v>30-04-2015</c:v>
                </c:pt>
                <c:pt idx="3821">
                  <c:v>04-05-2015</c:v>
                </c:pt>
                <c:pt idx="3822">
                  <c:v>05-05-2015</c:v>
                </c:pt>
                <c:pt idx="3823">
                  <c:v>06-05-2015</c:v>
                </c:pt>
                <c:pt idx="3824">
                  <c:v>07-05-2015</c:v>
                </c:pt>
                <c:pt idx="3825">
                  <c:v>08-05-2015</c:v>
                </c:pt>
                <c:pt idx="3826">
                  <c:v>11-05-2015</c:v>
                </c:pt>
                <c:pt idx="3827">
                  <c:v>12-05-2015</c:v>
                </c:pt>
                <c:pt idx="3828">
                  <c:v>13-05-2015</c:v>
                </c:pt>
                <c:pt idx="3829">
                  <c:v>14-05-2015</c:v>
                </c:pt>
                <c:pt idx="3830">
                  <c:v>15-05-2015</c:v>
                </c:pt>
                <c:pt idx="3831">
                  <c:v>18-05-2015</c:v>
                </c:pt>
                <c:pt idx="3832">
                  <c:v>19-05-2015</c:v>
                </c:pt>
                <c:pt idx="3833">
                  <c:v>20-05-2015</c:v>
                </c:pt>
                <c:pt idx="3834">
                  <c:v>21-05-2015</c:v>
                </c:pt>
                <c:pt idx="3835">
                  <c:v>22-05-2015</c:v>
                </c:pt>
                <c:pt idx="3836">
                  <c:v>25-05-2015</c:v>
                </c:pt>
                <c:pt idx="3837">
                  <c:v>26-05-2015</c:v>
                </c:pt>
                <c:pt idx="3838">
                  <c:v>27-05-2015</c:v>
                </c:pt>
                <c:pt idx="3839">
                  <c:v>28-05-2015</c:v>
                </c:pt>
                <c:pt idx="3840">
                  <c:v>29-05-2015</c:v>
                </c:pt>
                <c:pt idx="3841">
                  <c:v>01-06-2015</c:v>
                </c:pt>
                <c:pt idx="3842">
                  <c:v>02-06-2015</c:v>
                </c:pt>
                <c:pt idx="3843">
                  <c:v>03-06-2015</c:v>
                </c:pt>
                <c:pt idx="3844">
                  <c:v>04-06-2015</c:v>
                </c:pt>
                <c:pt idx="3845">
                  <c:v>05-06-2015</c:v>
                </c:pt>
                <c:pt idx="3846">
                  <c:v>08-06-2015</c:v>
                </c:pt>
                <c:pt idx="3847">
                  <c:v>09-06-2015</c:v>
                </c:pt>
                <c:pt idx="3848">
                  <c:v>10-06-2015</c:v>
                </c:pt>
                <c:pt idx="3849">
                  <c:v>11-06-2015</c:v>
                </c:pt>
                <c:pt idx="3850">
                  <c:v>12-06-2015</c:v>
                </c:pt>
                <c:pt idx="3851">
                  <c:v>15-06-2015</c:v>
                </c:pt>
                <c:pt idx="3852">
                  <c:v>16-06-2015</c:v>
                </c:pt>
                <c:pt idx="3853">
                  <c:v>17-06-2015</c:v>
                </c:pt>
                <c:pt idx="3854">
                  <c:v>18-06-2015</c:v>
                </c:pt>
                <c:pt idx="3855">
                  <c:v>19-06-2015</c:v>
                </c:pt>
                <c:pt idx="3856">
                  <c:v>22-06-2015</c:v>
                </c:pt>
                <c:pt idx="3857">
                  <c:v>23-06-2015</c:v>
                </c:pt>
                <c:pt idx="3858">
                  <c:v>24-06-2015</c:v>
                </c:pt>
                <c:pt idx="3859">
                  <c:v>25-06-2015</c:v>
                </c:pt>
                <c:pt idx="3860">
                  <c:v>26-06-2015</c:v>
                </c:pt>
                <c:pt idx="3861">
                  <c:v>29-06-2015</c:v>
                </c:pt>
                <c:pt idx="3862">
                  <c:v>30-06-2015</c:v>
                </c:pt>
                <c:pt idx="3863">
                  <c:v>01-07-2015</c:v>
                </c:pt>
                <c:pt idx="3864">
                  <c:v>02-07-2015</c:v>
                </c:pt>
                <c:pt idx="3865">
                  <c:v>03-07-2015</c:v>
                </c:pt>
                <c:pt idx="3866">
                  <c:v>06-07-2015</c:v>
                </c:pt>
                <c:pt idx="3867">
                  <c:v>07-07-2015</c:v>
                </c:pt>
                <c:pt idx="3868">
                  <c:v>08-07-2015</c:v>
                </c:pt>
                <c:pt idx="3869">
                  <c:v>09-07-2015</c:v>
                </c:pt>
                <c:pt idx="3870">
                  <c:v>10-07-2015</c:v>
                </c:pt>
                <c:pt idx="3871">
                  <c:v>13-07-2015</c:v>
                </c:pt>
                <c:pt idx="3872">
                  <c:v>14-07-2015</c:v>
                </c:pt>
                <c:pt idx="3873">
                  <c:v>15-07-2015</c:v>
                </c:pt>
                <c:pt idx="3874">
                  <c:v>16-07-2015</c:v>
                </c:pt>
                <c:pt idx="3875">
                  <c:v>17-07-2015</c:v>
                </c:pt>
                <c:pt idx="3876">
                  <c:v>20-07-2015</c:v>
                </c:pt>
                <c:pt idx="3877">
                  <c:v>21-07-2015</c:v>
                </c:pt>
                <c:pt idx="3878">
                  <c:v>22-07-2015</c:v>
                </c:pt>
                <c:pt idx="3879">
                  <c:v>23-07-2015</c:v>
                </c:pt>
                <c:pt idx="3880">
                  <c:v>24-07-2015</c:v>
                </c:pt>
                <c:pt idx="3881">
                  <c:v>27-07-2015</c:v>
                </c:pt>
                <c:pt idx="3882">
                  <c:v>28-07-2015</c:v>
                </c:pt>
                <c:pt idx="3883">
                  <c:v>29-07-2015</c:v>
                </c:pt>
                <c:pt idx="3884">
                  <c:v>30-07-2015</c:v>
                </c:pt>
                <c:pt idx="3885">
                  <c:v>31-07-2015</c:v>
                </c:pt>
                <c:pt idx="3886">
                  <c:v>03-08-2015</c:v>
                </c:pt>
                <c:pt idx="3887">
                  <c:v>04-08-2015</c:v>
                </c:pt>
                <c:pt idx="3888">
                  <c:v>05-08-2015</c:v>
                </c:pt>
                <c:pt idx="3889">
                  <c:v>06-08-2015</c:v>
                </c:pt>
                <c:pt idx="3890">
                  <c:v>07-08-2015</c:v>
                </c:pt>
                <c:pt idx="3891">
                  <c:v>10-08-2015</c:v>
                </c:pt>
                <c:pt idx="3892">
                  <c:v>11-08-2015</c:v>
                </c:pt>
                <c:pt idx="3893">
                  <c:v>12-08-2015</c:v>
                </c:pt>
                <c:pt idx="3894">
                  <c:v>13-08-2015</c:v>
                </c:pt>
                <c:pt idx="3895">
                  <c:v>14-08-2015</c:v>
                </c:pt>
                <c:pt idx="3896">
                  <c:v>17-08-2015</c:v>
                </c:pt>
                <c:pt idx="3897">
                  <c:v>18-08-2015</c:v>
                </c:pt>
                <c:pt idx="3898">
                  <c:v>19-08-2015</c:v>
                </c:pt>
                <c:pt idx="3899">
                  <c:v>20-08-2015</c:v>
                </c:pt>
                <c:pt idx="3900">
                  <c:v>21-08-2015</c:v>
                </c:pt>
                <c:pt idx="3901">
                  <c:v>24-08-2015</c:v>
                </c:pt>
                <c:pt idx="3902">
                  <c:v>25-08-2015</c:v>
                </c:pt>
                <c:pt idx="3903">
                  <c:v>26-08-2015</c:v>
                </c:pt>
                <c:pt idx="3904">
                  <c:v>27-08-2015</c:v>
                </c:pt>
                <c:pt idx="3905">
                  <c:v>28-08-2015</c:v>
                </c:pt>
                <c:pt idx="3906">
                  <c:v>31-08-2015</c:v>
                </c:pt>
                <c:pt idx="3907">
                  <c:v>01-09-2015</c:v>
                </c:pt>
                <c:pt idx="3908">
                  <c:v>02-09-2015</c:v>
                </c:pt>
                <c:pt idx="3909">
                  <c:v>03-09-2015</c:v>
                </c:pt>
                <c:pt idx="3910">
                  <c:v>04-09-2015</c:v>
                </c:pt>
                <c:pt idx="3911">
                  <c:v>07-09-2015</c:v>
                </c:pt>
                <c:pt idx="3912">
                  <c:v>08-09-2015</c:v>
                </c:pt>
                <c:pt idx="3913">
                  <c:v>09-09-2015</c:v>
                </c:pt>
                <c:pt idx="3914">
                  <c:v>10-09-2015</c:v>
                </c:pt>
                <c:pt idx="3915">
                  <c:v>11-09-2015</c:v>
                </c:pt>
                <c:pt idx="3916">
                  <c:v>14-09-2015</c:v>
                </c:pt>
                <c:pt idx="3917">
                  <c:v>15-09-2015</c:v>
                </c:pt>
                <c:pt idx="3918">
                  <c:v>16-09-2015</c:v>
                </c:pt>
                <c:pt idx="3919">
                  <c:v>18-09-2015</c:v>
                </c:pt>
                <c:pt idx="3920">
                  <c:v>21-09-2015</c:v>
                </c:pt>
                <c:pt idx="3921">
                  <c:v>22-09-2015</c:v>
                </c:pt>
                <c:pt idx="3922">
                  <c:v>23-09-2015</c:v>
                </c:pt>
                <c:pt idx="3923">
                  <c:v>24-09-2015</c:v>
                </c:pt>
                <c:pt idx="3924">
                  <c:v>28-09-2015</c:v>
                </c:pt>
                <c:pt idx="3925">
                  <c:v>29-09-2015</c:v>
                </c:pt>
                <c:pt idx="3926">
                  <c:v>30-09-2015</c:v>
                </c:pt>
                <c:pt idx="3927">
                  <c:v>01-10-2015</c:v>
                </c:pt>
                <c:pt idx="3928">
                  <c:v>05-10-2015</c:v>
                </c:pt>
                <c:pt idx="3929">
                  <c:v>06-10-2015</c:v>
                </c:pt>
                <c:pt idx="3930">
                  <c:v>07-10-2015</c:v>
                </c:pt>
                <c:pt idx="3931">
                  <c:v>08-10-2015</c:v>
                </c:pt>
                <c:pt idx="3932">
                  <c:v>09-10-2015</c:v>
                </c:pt>
                <c:pt idx="3933">
                  <c:v>12-10-2015</c:v>
                </c:pt>
                <c:pt idx="3934">
                  <c:v>13-10-2015</c:v>
                </c:pt>
                <c:pt idx="3935">
                  <c:v>14-10-2015</c:v>
                </c:pt>
                <c:pt idx="3936">
                  <c:v>15-10-2015</c:v>
                </c:pt>
                <c:pt idx="3937">
                  <c:v>16-10-2015</c:v>
                </c:pt>
                <c:pt idx="3938">
                  <c:v>19-10-2015</c:v>
                </c:pt>
                <c:pt idx="3939">
                  <c:v>20-10-2015</c:v>
                </c:pt>
                <c:pt idx="3940">
                  <c:v>21-10-2015</c:v>
                </c:pt>
                <c:pt idx="3941">
                  <c:v>23-10-2015</c:v>
                </c:pt>
                <c:pt idx="3942">
                  <c:v>26-10-2015</c:v>
                </c:pt>
                <c:pt idx="3943">
                  <c:v>27-10-2015</c:v>
                </c:pt>
                <c:pt idx="3944">
                  <c:v>28-10-2015</c:v>
                </c:pt>
                <c:pt idx="3945">
                  <c:v>29-10-2015</c:v>
                </c:pt>
                <c:pt idx="3946">
                  <c:v>30-10-2015</c:v>
                </c:pt>
                <c:pt idx="3947">
                  <c:v>02-11-2015</c:v>
                </c:pt>
                <c:pt idx="3948">
                  <c:v>03-11-2015</c:v>
                </c:pt>
                <c:pt idx="3949">
                  <c:v>04-11-2015</c:v>
                </c:pt>
                <c:pt idx="3950">
                  <c:v>05-11-2015</c:v>
                </c:pt>
                <c:pt idx="3951">
                  <c:v>06-11-2015</c:v>
                </c:pt>
                <c:pt idx="3952">
                  <c:v>09-11-2015</c:v>
                </c:pt>
                <c:pt idx="3953">
                  <c:v>10-11-2015</c:v>
                </c:pt>
                <c:pt idx="3954">
                  <c:v>11-11-2015</c:v>
                </c:pt>
                <c:pt idx="3955">
                  <c:v>13-11-2015</c:v>
                </c:pt>
                <c:pt idx="3956">
                  <c:v>16-11-2015</c:v>
                </c:pt>
                <c:pt idx="3957">
                  <c:v>17-11-2015</c:v>
                </c:pt>
                <c:pt idx="3958">
                  <c:v>18-11-2015</c:v>
                </c:pt>
                <c:pt idx="3959">
                  <c:v>19-11-2015</c:v>
                </c:pt>
                <c:pt idx="3960">
                  <c:v>20-11-2015</c:v>
                </c:pt>
                <c:pt idx="3961">
                  <c:v>23-11-2015</c:v>
                </c:pt>
                <c:pt idx="3962">
                  <c:v>24-11-2015</c:v>
                </c:pt>
                <c:pt idx="3963">
                  <c:v>26-11-2015</c:v>
                </c:pt>
                <c:pt idx="3964">
                  <c:v>27-11-2015</c:v>
                </c:pt>
                <c:pt idx="3965">
                  <c:v>30-11-2015</c:v>
                </c:pt>
                <c:pt idx="3966">
                  <c:v>01-12-2015</c:v>
                </c:pt>
                <c:pt idx="3967">
                  <c:v>02-12-2015</c:v>
                </c:pt>
                <c:pt idx="3968">
                  <c:v>03-12-2015</c:v>
                </c:pt>
                <c:pt idx="3969">
                  <c:v>04-12-2015</c:v>
                </c:pt>
                <c:pt idx="3970">
                  <c:v>07-12-2015</c:v>
                </c:pt>
                <c:pt idx="3971">
                  <c:v>08-12-2015</c:v>
                </c:pt>
                <c:pt idx="3972">
                  <c:v>09-12-2015</c:v>
                </c:pt>
                <c:pt idx="3973">
                  <c:v>10-12-2015</c:v>
                </c:pt>
                <c:pt idx="3974">
                  <c:v>11-12-2015</c:v>
                </c:pt>
                <c:pt idx="3975">
                  <c:v>14-12-2015</c:v>
                </c:pt>
                <c:pt idx="3976">
                  <c:v>15-12-2015</c:v>
                </c:pt>
                <c:pt idx="3977">
                  <c:v>16-12-2015</c:v>
                </c:pt>
                <c:pt idx="3978">
                  <c:v>17-12-2015</c:v>
                </c:pt>
                <c:pt idx="3979">
                  <c:v>18-12-2015</c:v>
                </c:pt>
                <c:pt idx="3980">
                  <c:v>21-12-2015</c:v>
                </c:pt>
                <c:pt idx="3981">
                  <c:v>22-12-2015</c:v>
                </c:pt>
                <c:pt idx="3982">
                  <c:v>23-12-2015</c:v>
                </c:pt>
                <c:pt idx="3983">
                  <c:v>24-12-2015</c:v>
                </c:pt>
                <c:pt idx="3984">
                  <c:v>28-12-2015</c:v>
                </c:pt>
                <c:pt idx="3985">
                  <c:v>29-12-2015</c:v>
                </c:pt>
                <c:pt idx="3986">
                  <c:v>30-12-2015</c:v>
                </c:pt>
                <c:pt idx="3987">
                  <c:v>31-12-2015</c:v>
                </c:pt>
                <c:pt idx="3988">
                  <c:v>01-01-2016</c:v>
                </c:pt>
                <c:pt idx="3989">
                  <c:v>04-01-2016</c:v>
                </c:pt>
                <c:pt idx="3990">
                  <c:v>05-01-2016</c:v>
                </c:pt>
                <c:pt idx="3991">
                  <c:v>06-01-2016</c:v>
                </c:pt>
                <c:pt idx="3992">
                  <c:v>07-01-2016</c:v>
                </c:pt>
                <c:pt idx="3993">
                  <c:v>08-01-2016</c:v>
                </c:pt>
                <c:pt idx="3994">
                  <c:v>11-01-2016</c:v>
                </c:pt>
                <c:pt idx="3995">
                  <c:v>12-01-2016</c:v>
                </c:pt>
                <c:pt idx="3996">
                  <c:v>13-01-2016</c:v>
                </c:pt>
                <c:pt idx="3997">
                  <c:v>14-01-2016</c:v>
                </c:pt>
                <c:pt idx="3998">
                  <c:v>15-01-2016</c:v>
                </c:pt>
                <c:pt idx="3999">
                  <c:v>18-01-2016</c:v>
                </c:pt>
                <c:pt idx="4000">
                  <c:v>19-01-2016</c:v>
                </c:pt>
                <c:pt idx="4001">
                  <c:v>20-01-2016</c:v>
                </c:pt>
                <c:pt idx="4002">
                  <c:v>21-01-2016</c:v>
                </c:pt>
                <c:pt idx="4003">
                  <c:v>22-01-2016</c:v>
                </c:pt>
                <c:pt idx="4004">
                  <c:v>25-01-2016</c:v>
                </c:pt>
                <c:pt idx="4005">
                  <c:v>27-01-2016</c:v>
                </c:pt>
                <c:pt idx="4006">
                  <c:v>28-01-2016</c:v>
                </c:pt>
                <c:pt idx="4007">
                  <c:v>29-01-2016</c:v>
                </c:pt>
                <c:pt idx="4008">
                  <c:v>01-02-2016</c:v>
                </c:pt>
                <c:pt idx="4009">
                  <c:v>02-02-2016</c:v>
                </c:pt>
                <c:pt idx="4010">
                  <c:v>03-02-2016</c:v>
                </c:pt>
                <c:pt idx="4011">
                  <c:v>04-02-2016</c:v>
                </c:pt>
                <c:pt idx="4012">
                  <c:v>05-02-2016</c:v>
                </c:pt>
                <c:pt idx="4013">
                  <c:v>08-02-2016</c:v>
                </c:pt>
                <c:pt idx="4014">
                  <c:v>09-02-2016</c:v>
                </c:pt>
                <c:pt idx="4015">
                  <c:v>10-02-2016</c:v>
                </c:pt>
                <c:pt idx="4016">
                  <c:v>11-02-2016</c:v>
                </c:pt>
                <c:pt idx="4017">
                  <c:v>12-02-2016</c:v>
                </c:pt>
                <c:pt idx="4018">
                  <c:v>15-02-2016</c:v>
                </c:pt>
                <c:pt idx="4019">
                  <c:v>16-02-2016</c:v>
                </c:pt>
                <c:pt idx="4020">
                  <c:v>17-02-2016</c:v>
                </c:pt>
                <c:pt idx="4021">
                  <c:v>18-02-2016</c:v>
                </c:pt>
                <c:pt idx="4022">
                  <c:v>19-02-2016</c:v>
                </c:pt>
                <c:pt idx="4023">
                  <c:v>22-02-2016</c:v>
                </c:pt>
                <c:pt idx="4024">
                  <c:v>23-02-2016</c:v>
                </c:pt>
                <c:pt idx="4025">
                  <c:v>24-02-2016</c:v>
                </c:pt>
                <c:pt idx="4026">
                  <c:v>25-02-2016</c:v>
                </c:pt>
                <c:pt idx="4027">
                  <c:v>26-02-2016</c:v>
                </c:pt>
                <c:pt idx="4028">
                  <c:v>29-02-2016</c:v>
                </c:pt>
                <c:pt idx="4029">
                  <c:v>01-03-2016</c:v>
                </c:pt>
                <c:pt idx="4030">
                  <c:v>02-03-2016</c:v>
                </c:pt>
                <c:pt idx="4031">
                  <c:v>03-03-2016</c:v>
                </c:pt>
                <c:pt idx="4032">
                  <c:v>04-03-2016</c:v>
                </c:pt>
                <c:pt idx="4033">
                  <c:v>08-03-2016</c:v>
                </c:pt>
                <c:pt idx="4034">
                  <c:v>09-03-2016</c:v>
                </c:pt>
                <c:pt idx="4035">
                  <c:v>10-03-2016</c:v>
                </c:pt>
                <c:pt idx="4036">
                  <c:v>11-03-2016</c:v>
                </c:pt>
                <c:pt idx="4037">
                  <c:v>14-03-2016</c:v>
                </c:pt>
                <c:pt idx="4038">
                  <c:v>15-03-2016</c:v>
                </c:pt>
                <c:pt idx="4039">
                  <c:v>16-03-2016</c:v>
                </c:pt>
                <c:pt idx="4040">
                  <c:v>17-03-2016</c:v>
                </c:pt>
                <c:pt idx="4041">
                  <c:v>18-03-2016</c:v>
                </c:pt>
                <c:pt idx="4042">
                  <c:v>21-03-2016</c:v>
                </c:pt>
                <c:pt idx="4043">
                  <c:v>22-03-2016</c:v>
                </c:pt>
                <c:pt idx="4044">
                  <c:v>23-03-2016</c:v>
                </c:pt>
                <c:pt idx="4045">
                  <c:v>28-03-2016</c:v>
                </c:pt>
                <c:pt idx="4046">
                  <c:v>29-03-2016</c:v>
                </c:pt>
                <c:pt idx="4047">
                  <c:v>30-03-2016</c:v>
                </c:pt>
                <c:pt idx="4048">
                  <c:v>31-03-2016</c:v>
                </c:pt>
                <c:pt idx="4049">
                  <c:v>01-04-2016</c:v>
                </c:pt>
                <c:pt idx="4050">
                  <c:v>04-04-2016</c:v>
                </c:pt>
                <c:pt idx="4051">
                  <c:v>05-04-2016</c:v>
                </c:pt>
                <c:pt idx="4052">
                  <c:v>06-04-2016</c:v>
                </c:pt>
                <c:pt idx="4053">
                  <c:v>07-04-2016</c:v>
                </c:pt>
                <c:pt idx="4054">
                  <c:v>08-04-2016</c:v>
                </c:pt>
                <c:pt idx="4055">
                  <c:v>11-04-2016</c:v>
                </c:pt>
                <c:pt idx="4056">
                  <c:v>12-04-2016</c:v>
                </c:pt>
                <c:pt idx="4057">
                  <c:v>13-04-2016</c:v>
                </c:pt>
                <c:pt idx="4058">
                  <c:v>18-04-2016</c:v>
                </c:pt>
                <c:pt idx="4059">
                  <c:v>20-04-2016</c:v>
                </c:pt>
                <c:pt idx="4060">
                  <c:v>21-04-2016</c:v>
                </c:pt>
                <c:pt idx="4061">
                  <c:v>22-04-2016</c:v>
                </c:pt>
                <c:pt idx="4062">
                  <c:v>25-04-2016</c:v>
                </c:pt>
                <c:pt idx="4063">
                  <c:v>26-04-2016</c:v>
                </c:pt>
                <c:pt idx="4064">
                  <c:v>27-04-2016</c:v>
                </c:pt>
                <c:pt idx="4065">
                  <c:v>28-04-2016</c:v>
                </c:pt>
                <c:pt idx="4066">
                  <c:v>29-04-2016</c:v>
                </c:pt>
                <c:pt idx="4067">
                  <c:v>02-05-2016</c:v>
                </c:pt>
                <c:pt idx="4068">
                  <c:v>03-05-2016</c:v>
                </c:pt>
                <c:pt idx="4069">
                  <c:v>04-05-2016</c:v>
                </c:pt>
                <c:pt idx="4070">
                  <c:v>05-05-2016</c:v>
                </c:pt>
                <c:pt idx="4071">
                  <c:v>06-05-2016</c:v>
                </c:pt>
                <c:pt idx="4072">
                  <c:v>09-05-2016</c:v>
                </c:pt>
                <c:pt idx="4073">
                  <c:v>10-05-2016</c:v>
                </c:pt>
                <c:pt idx="4074">
                  <c:v>11-05-2016</c:v>
                </c:pt>
                <c:pt idx="4075">
                  <c:v>12-05-2016</c:v>
                </c:pt>
                <c:pt idx="4076">
                  <c:v>13-05-2016</c:v>
                </c:pt>
                <c:pt idx="4077">
                  <c:v>16-05-2016</c:v>
                </c:pt>
                <c:pt idx="4078">
                  <c:v>17-05-2016</c:v>
                </c:pt>
                <c:pt idx="4079">
                  <c:v>18-05-2016</c:v>
                </c:pt>
                <c:pt idx="4080">
                  <c:v>19-05-2016</c:v>
                </c:pt>
                <c:pt idx="4081">
                  <c:v>20-05-2016</c:v>
                </c:pt>
                <c:pt idx="4082">
                  <c:v>23-05-2016</c:v>
                </c:pt>
                <c:pt idx="4083">
                  <c:v>24-05-2016</c:v>
                </c:pt>
                <c:pt idx="4084">
                  <c:v>25-05-2016</c:v>
                </c:pt>
                <c:pt idx="4085">
                  <c:v>26-05-2016</c:v>
                </c:pt>
                <c:pt idx="4086">
                  <c:v>27-05-2016</c:v>
                </c:pt>
                <c:pt idx="4087">
                  <c:v>30-05-2016</c:v>
                </c:pt>
                <c:pt idx="4088">
                  <c:v>31-05-2016</c:v>
                </c:pt>
                <c:pt idx="4089">
                  <c:v>01-06-2016</c:v>
                </c:pt>
                <c:pt idx="4090">
                  <c:v>02-06-2016</c:v>
                </c:pt>
                <c:pt idx="4091">
                  <c:v>03-06-2016</c:v>
                </c:pt>
                <c:pt idx="4092">
                  <c:v>06-06-2016</c:v>
                </c:pt>
                <c:pt idx="4093">
                  <c:v>07-06-2016</c:v>
                </c:pt>
                <c:pt idx="4094">
                  <c:v>08-06-2016</c:v>
                </c:pt>
                <c:pt idx="4095">
                  <c:v>09-06-2016</c:v>
                </c:pt>
                <c:pt idx="4096">
                  <c:v>10-06-2016</c:v>
                </c:pt>
                <c:pt idx="4097">
                  <c:v>13-06-2016</c:v>
                </c:pt>
                <c:pt idx="4098">
                  <c:v>14-06-2016</c:v>
                </c:pt>
                <c:pt idx="4099">
                  <c:v>15-06-2016</c:v>
                </c:pt>
                <c:pt idx="4100">
                  <c:v>16-06-2016</c:v>
                </c:pt>
                <c:pt idx="4101">
                  <c:v>17-06-2016</c:v>
                </c:pt>
                <c:pt idx="4102">
                  <c:v>20-06-2016</c:v>
                </c:pt>
                <c:pt idx="4103">
                  <c:v>21-06-2016</c:v>
                </c:pt>
                <c:pt idx="4104">
                  <c:v>22-06-2016</c:v>
                </c:pt>
                <c:pt idx="4105">
                  <c:v>23-06-2016</c:v>
                </c:pt>
                <c:pt idx="4106">
                  <c:v>24-06-2016</c:v>
                </c:pt>
                <c:pt idx="4107">
                  <c:v>27-06-2016</c:v>
                </c:pt>
                <c:pt idx="4108">
                  <c:v>28-06-2016</c:v>
                </c:pt>
                <c:pt idx="4109">
                  <c:v>29-06-2016</c:v>
                </c:pt>
                <c:pt idx="4110">
                  <c:v>30-06-2016</c:v>
                </c:pt>
                <c:pt idx="4111">
                  <c:v>01-07-2016</c:v>
                </c:pt>
                <c:pt idx="4112">
                  <c:v>04-07-2016</c:v>
                </c:pt>
                <c:pt idx="4113">
                  <c:v>05-07-2016</c:v>
                </c:pt>
                <c:pt idx="4114">
                  <c:v>07-07-2016</c:v>
                </c:pt>
                <c:pt idx="4115">
                  <c:v>08-07-2016</c:v>
                </c:pt>
                <c:pt idx="4116">
                  <c:v>11-07-2016</c:v>
                </c:pt>
                <c:pt idx="4117">
                  <c:v>12-07-2016</c:v>
                </c:pt>
                <c:pt idx="4118">
                  <c:v>13-07-2016</c:v>
                </c:pt>
                <c:pt idx="4119">
                  <c:v>14-07-2016</c:v>
                </c:pt>
                <c:pt idx="4120">
                  <c:v>15-07-2016</c:v>
                </c:pt>
                <c:pt idx="4121">
                  <c:v>18-07-2016</c:v>
                </c:pt>
                <c:pt idx="4122">
                  <c:v>19-07-2016</c:v>
                </c:pt>
                <c:pt idx="4123">
                  <c:v>20-07-2016</c:v>
                </c:pt>
                <c:pt idx="4124">
                  <c:v>21-07-2016</c:v>
                </c:pt>
                <c:pt idx="4125">
                  <c:v>22-07-2016</c:v>
                </c:pt>
                <c:pt idx="4126">
                  <c:v>25-07-2016</c:v>
                </c:pt>
                <c:pt idx="4127">
                  <c:v>26-07-2016</c:v>
                </c:pt>
                <c:pt idx="4128">
                  <c:v>27-07-2016</c:v>
                </c:pt>
                <c:pt idx="4129">
                  <c:v>28-07-2016</c:v>
                </c:pt>
                <c:pt idx="4130">
                  <c:v>29-07-2016</c:v>
                </c:pt>
                <c:pt idx="4131">
                  <c:v>01-08-2016</c:v>
                </c:pt>
                <c:pt idx="4132">
                  <c:v>02-08-2016</c:v>
                </c:pt>
                <c:pt idx="4133">
                  <c:v>03-08-2016</c:v>
                </c:pt>
                <c:pt idx="4134">
                  <c:v>04-08-2016</c:v>
                </c:pt>
                <c:pt idx="4135">
                  <c:v>05-08-2016</c:v>
                </c:pt>
                <c:pt idx="4136">
                  <c:v>08-08-2016</c:v>
                </c:pt>
                <c:pt idx="4137">
                  <c:v>09-08-2016</c:v>
                </c:pt>
                <c:pt idx="4138">
                  <c:v>10-08-2016</c:v>
                </c:pt>
                <c:pt idx="4139">
                  <c:v>11-08-2016</c:v>
                </c:pt>
                <c:pt idx="4140">
                  <c:v>12-08-2016</c:v>
                </c:pt>
                <c:pt idx="4141">
                  <c:v>16-08-2016</c:v>
                </c:pt>
                <c:pt idx="4142">
                  <c:v>17-08-2016</c:v>
                </c:pt>
                <c:pt idx="4143">
                  <c:v>18-08-2016</c:v>
                </c:pt>
                <c:pt idx="4144">
                  <c:v>19-08-2016</c:v>
                </c:pt>
                <c:pt idx="4145">
                  <c:v>22-08-2016</c:v>
                </c:pt>
                <c:pt idx="4146">
                  <c:v>23-08-2016</c:v>
                </c:pt>
                <c:pt idx="4147">
                  <c:v>24-08-2016</c:v>
                </c:pt>
                <c:pt idx="4148">
                  <c:v>25-08-2016</c:v>
                </c:pt>
                <c:pt idx="4149">
                  <c:v>26-08-2016</c:v>
                </c:pt>
                <c:pt idx="4150">
                  <c:v>29-08-2016</c:v>
                </c:pt>
                <c:pt idx="4151">
                  <c:v>30-08-2016</c:v>
                </c:pt>
                <c:pt idx="4152">
                  <c:v>31-08-2016</c:v>
                </c:pt>
                <c:pt idx="4153">
                  <c:v>01-09-2016</c:v>
                </c:pt>
                <c:pt idx="4154">
                  <c:v>02-09-2016</c:v>
                </c:pt>
                <c:pt idx="4155">
                  <c:v>06-09-2016</c:v>
                </c:pt>
                <c:pt idx="4156">
                  <c:v>07-09-2016</c:v>
                </c:pt>
                <c:pt idx="4157">
                  <c:v>08-09-2016</c:v>
                </c:pt>
                <c:pt idx="4158">
                  <c:v>09-09-2016</c:v>
                </c:pt>
                <c:pt idx="4159">
                  <c:v>12-09-2016</c:v>
                </c:pt>
                <c:pt idx="4160">
                  <c:v>14-09-2016</c:v>
                </c:pt>
                <c:pt idx="4161">
                  <c:v>15-09-2016</c:v>
                </c:pt>
                <c:pt idx="4162">
                  <c:v>16-09-2016</c:v>
                </c:pt>
                <c:pt idx="4163">
                  <c:v>19-09-2016</c:v>
                </c:pt>
                <c:pt idx="4164">
                  <c:v>20-09-2016</c:v>
                </c:pt>
                <c:pt idx="4165">
                  <c:v>21-09-2016</c:v>
                </c:pt>
                <c:pt idx="4166">
                  <c:v>22-09-2016</c:v>
                </c:pt>
                <c:pt idx="4167">
                  <c:v>23-09-2016</c:v>
                </c:pt>
                <c:pt idx="4168">
                  <c:v>26-09-2016</c:v>
                </c:pt>
                <c:pt idx="4169">
                  <c:v>27-09-2016</c:v>
                </c:pt>
                <c:pt idx="4170">
                  <c:v>28-09-2016</c:v>
                </c:pt>
                <c:pt idx="4171">
                  <c:v>29-09-2016</c:v>
                </c:pt>
                <c:pt idx="4172">
                  <c:v>30-09-2016</c:v>
                </c:pt>
                <c:pt idx="4173">
                  <c:v>03-10-2016</c:v>
                </c:pt>
                <c:pt idx="4174">
                  <c:v>04-10-2016</c:v>
                </c:pt>
                <c:pt idx="4175">
                  <c:v>05-10-2016</c:v>
                </c:pt>
                <c:pt idx="4176">
                  <c:v>06-10-2016</c:v>
                </c:pt>
                <c:pt idx="4177">
                  <c:v>07-10-2016</c:v>
                </c:pt>
                <c:pt idx="4178">
                  <c:v>10-10-2016</c:v>
                </c:pt>
                <c:pt idx="4179">
                  <c:v>13-10-2016</c:v>
                </c:pt>
                <c:pt idx="4180">
                  <c:v>14-10-2016</c:v>
                </c:pt>
                <c:pt idx="4181">
                  <c:v>17-10-2016</c:v>
                </c:pt>
                <c:pt idx="4182">
                  <c:v>18-10-2016</c:v>
                </c:pt>
                <c:pt idx="4183">
                  <c:v>19-10-2016</c:v>
                </c:pt>
                <c:pt idx="4184">
                  <c:v>20-10-2016</c:v>
                </c:pt>
                <c:pt idx="4185">
                  <c:v>21-10-2016</c:v>
                </c:pt>
                <c:pt idx="4186">
                  <c:v>24-10-2016</c:v>
                </c:pt>
                <c:pt idx="4187">
                  <c:v>25-10-2016</c:v>
                </c:pt>
                <c:pt idx="4188">
                  <c:v>26-10-2016</c:v>
                </c:pt>
                <c:pt idx="4189">
                  <c:v>27-10-2016</c:v>
                </c:pt>
                <c:pt idx="4190">
                  <c:v>28-10-2016</c:v>
                </c:pt>
                <c:pt idx="4191">
                  <c:v>30-10-2016</c:v>
                </c:pt>
                <c:pt idx="4192">
                  <c:v>01-11-2016</c:v>
                </c:pt>
                <c:pt idx="4193">
                  <c:v>02-11-2016</c:v>
                </c:pt>
                <c:pt idx="4194">
                  <c:v>03-11-2016</c:v>
                </c:pt>
                <c:pt idx="4195">
                  <c:v>04-11-2016</c:v>
                </c:pt>
                <c:pt idx="4196">
                  <c:v>07-11-2016</c:v>
                </c:pt>
                <c:pt idx="4197">
                  <c:v>08-11-2016</c:v>
                </c:pt>
                <c:pt idx="4198">
                  <c:v>09-11-2016</c:v>
                </c:pt>
                <c:pt idx="4199">
                  <c:v>10-11-2016</c:v>
                </c:pt>
                <c:pt idx="4200">
                  <c:v>11-11-2016</c:v>
                </c:pt>
                <c:pt idx="4201">
                  <c:v>15-11-2016</c:v>
                </c:pt>
                <c:pt idx="4202">
                  <c:v>16-11-2016</c:v>
                </c:pt>
                <c:pt idx="4203">
                  <c:v>17-11-2016</c:v>
                </c:pt>
                <c:pt idx="4204">
                  <c:v>18-11-2016</c:v>
                </c:pt>
                <c:pt idx="4205">
                  <c:v>21-11-2016</c:v>
                </c:pt>
                <c:pt idx="4206">
                  <c:v>22-11-2016</c:v>
                </c:pt>
                <c:pt idx="4207">
                  <c:v>23-11-2016</c:v>
                </c:pt>
                <c:pt idx="4208">
                  <c:v>24-11-2016</c:v>
                </c:pt>
                <c:pt idx="4209">
                  <c:v>25-11-2016</c:v>
                </c:pt>
                <c:pt idx="4210">
                  <c:v>28-11-2016</c:v>
                </c:pt>
                <c:pt idx="4211">
                  <c:v>29-11-2016</c:v>
                </c:pt>
                <c:pt idx="4212">
                  <c:v>30-11-2016</c:v>
                </c:pt>
                <c:pt idx="4213">
                  <c:v>01-12-2016</c:v>
                </c:pt>
                <c:pt idx="4214">
                  <c:v>02-12-2016</c:v>
                </c:pt>
                <c:pt idx="4215">
                  <c:v>05-12-2016</c:v>
                </c:pt>
                <c:pt idx="4216">
                  <c:v>06-12-2016</c:v>
                </c:pt>
                <c:pt idx="4217">
                  <c:v>07-12-2016</c:v>
                </c:pt>
                <c:pt idx="4218">
                  <c:v>08-12-2016</c:v>
                </c:pt>
                <c:pt idx="4219">
                  <c:v>09-12-2016</c:v>
                </c:pt>
                <c:pt idx="4220">
                  <c:v>12-12-2016</c:v>
                </c:pt>
                <c:pt idx="4221">
                  <c:v>13-12-2016</c:v>
                </c:pt>
                <c:pt idx="4222">
                  <c:v>14-12-2016</c:v>
                </c:pt>
                <c:pt idx="4223">
                  <c:v>15-12-2016</c:v>
                </c:pt>
                <c:pt idx="4224">
                  <c:v>16-12-2016</c:v>
                </c:pt>
                <c:pt idx="4225">
                  <c:v>19-12-2016</c:v>
                </c:pt>
                <c:pt idx="4226">
                  <c:v>20-12-2016</c:v>
                </c:pt>
                <c:pt idx="4227">
                  <c:v>21-12-2016</c:v>
                </c:pt>
                <c:pt idx="4228">
                  <c:v>22-12-2016</c:v>
                </c:pt>
                <c:pt idx="4229">
                  <c:v>23-12-2016</c:v>
                </c:pt>
                <c:pt idx="4230">
                  <c:v>26-12-2016</c:v>
                </c:pt>
                <c:pt idx="4231">
                  <c:v>27-12-2016</c:v>
                </c:pt>
                <c:pt idx="4232">
                  <c:v>28-12-2016</c:v>
                </c:pt>
                <c:pt idx="4233">
                  <c:v>29-12-2016</c:v>
                </c:pt>
                <c:pt idx="4234">
                  <c:v>30-12-2016</c:v>
                </c:pt>
                <c:pt idx="4235">
                  <c:v>02-01-2017</c:v>
                </c:pt>
                <c:pt idx="4236">
                  <c:v>03-01-2017</c:v>
                </c:pt>
                <c:pt idx="4237">
                  <c:v>04-01-2017</c:v>
                </c:pt>
                <c:pt idx="4238">
                  <c:v>05-01-2017</c:v>
                </c:pt>
                <c:pt idx="4239">
                  <c:v>06-01-2017</c:v>
                </c:pt>
                <c:pt idx="4240">
                  <c:v>09-01-2017</c:v>
                </c:pt>
                <c:pt idx="4241">
                  <c:v>10-01-2017</c:v>
                </c:pt>
                <c:pt idx="4242">
                  <c:v>11-01-2017</c:v>
                </c:pt>
                <c:pt idx="4243">
                  <c:v>12-01-2017</c:v>
                </c:pt>
                <c:pt idx="4244">
                  <c:v>13-01-2017</c:v>
                </c:pt>
                <c:pt idx="4245">
                  <c:v>16-01-2017</c:v>
                </c:pt>
                <c:pt idx="4246">
                  <c:v>17-01-2017</c:v>
                </c:pt>
                <c:pt idx="4247">
                  <c:v>18-01-2017</c:v>
                </c:pt>
                <c:pt idx="4248">
                  <c:v>19-01-2017</c:v>
                </c:pt>
                <c:pt idx="4249">
                  <c:v>20-01-2017</c:v>
                </c:pt>
                <c:pt idx="4250">
                  <c:v>23-01-2017</c:v>
                </c:pt>
                <c:pt idx="4251">
                  <c:v>24-01-2017</c:v>
                </c:pt>
                <c:pt idx="4252">
                  <c:v>25-01-2017</c:v>
                </c:pt>
                <c:pt idx="4253">
                  <c:v>27-01-2017</c:v>
                </c:pt>
                <c:pt idx="4254">
                  <c:v>30-01-2017</c:v>
                </c:pt>
                <c:pt idx="4255">
                  <c:v>31-01-2017</c:v>
                </c:pt>
                <c:pt idx="4256">
                  <c:v>01-02-2017</c:v>
                </c:pt>
                <c:pt idx="4257">
                  <c:v>02-02-2017</c:v>
                </c:pt>
                <c:pt idx="4258">
                  <c:v>03-02-2017</c:v>
                </c:pt>
                <c:pt idx="4259">
                  <c:v>06-02-2017</c:v>
                </c:pt>
                <c:pt idx="4260">
                  <c:v>07-02-2017</c:v>
                </c:pt>
                <c:pt idx="4261">
                  <c:v>08-02-2017</c:v>
                </c:pt>
                <c:pt idx="4262">
                  <c:v>09-02-2017</c:v>
                </c:pt>
                <c:pt idx="4263">
                  <c:v>10-02-2017</c:v>
                </c:pt>
                <c:pt idx="4264">
                  <c:v>13-02-2017</c:v>
                </c:pt>
                <c:pt idx="4265">
                  <c:v>14-02-2017</c:v>
                </c:pt>
                <c:pt idx="4266">
                  <c:v>15-02-2017</c:v>
                </c:pt>
                <c:pt idx="4267">
                  <c:v>16-02-2017</c:v>
                </c:pt>
                <c:pt idx="4268">
                  <c:v>17-02-2017</c:v>
                </c:pt>
                <c:pt idx="4269">
                  <c:v>20-02-2017</c:v>
                </c:pt>
                <c:pt idx="4270">
                  <c:v>21-02-2017</c:v>
                </c:pt>
                <c:pt idx="4271">
                  <c:v>22-02-2017</c:v>
                </c:pt>
                <c:pt idx="4272">
                  <c:v>23-02-2017</c:v>
                </c:pt>
                <c:pt idx="4273">
                  <c:v>27-02-2017</c:v>
                </c:pt>
                <c:pt idx="4274">
                  <c:v>28-02-2017</c:v>
                </c:pt>
                <c:pt idx="4275">
                  <c:v>01-03-2017</c:v>
                </c:pt>
                <c:pt idx="4276">
                  <c:v>02-03-2017</c:v>
                </c:pt>
                <c:pt idx="4277">
                  <c:v>03-03-2017</c:v>
                </c:pt>
                <c:pt idx="4278">
                  <c:v>06-03-2017</c:v>
                </c:pt>
                <c:pt idx="4279">
                  <c:v>07-03-2017</c:v>
                </c:pt>
                <c:pt idx="4280">
                  <c:v>08-03-2017</c:v>
                </c:pt>
                <c:pt idx="4281">
                  <c:v>09-03-2017</c:v>
                </c:pt>
                <c:pt idx="4282">
                  <c:v>10-03-2017</c:v>
                </c:pt>
                <c:pt idx="4283">
                  <c:v>14-03-2017</c:v>
                </c:pt>
                <c:pt idx="4284">
                  <c:v>15-03-2017</c:v>
                </c:pt>
                <c:pt idx="4285">
                  <c:v>16-03-2017</c:v>
                </c:pt>
                <c:pt idx="4286">
                  <c:v>17-03-2017</c:v>
                </c:pt>
                <c:pt idx="4287">
                  <c:v>20-03-2017</c:v>
                </c:pt>
                <c:pt idx="4288">
                  <c:v>21-03-2017</c:v>
                </c:pt>
                <c:pt idx="4289">
                  <c:v>22-03-2017</c:v>
                </c:pt>
                <c:pt idx="4290">
                  <c:v>23-03-2017</c:v>
                </c:pt>
                <c:pt idx="4291">
                  <c:v>24-03-2017</c:v>
                </c:pt>
                <c:pt idx="4292">
                  <c:v>27-03-2017</c:v>
                </c:pt>
                <c:pt idx="4293">
                  <c:v>28-03-2017</c:v>
                </c:pt>
                <c:pt idx="4294">
                  <c:v>29-03-2017</c:v>
                </c:pt>
                <c:pt idx="4295">
                  <c:v>30-03-2017</c:v>
                </c:pt>
                <c:pt idx="4296">
                  <c:v>31-03-2017</c:v>
                </c:pt>
                <c:pt idx="4297">
                  <c:v>03-04-2017</c:v>
                </c:pt>
                <c:pt idx="4298">
                  <c:v>05-04-2017</c:v>
                </c:pt>
                <c:pt idx="4299">
                  <c:v>06-04-2017</c:v>
                </c:pt>
                <c:pt idx="4300">
                  <c:v>07-04-2017</c:v>
                </c:pt>
                <c:pt idx="4301">
                  <c:v>10-04-2017</c:v>
                </c:pt>
                <c:pt idx="4302">
                  <c:v>11-04-2017</c:v>
                </c:pt>
                <c:pt idx="4303">
                  <c:v>12-04-2017</c:v>
                </c:pt>
                <c:pt idx="4304">
                  <c:v>13-04-2017</c:v>
                </c:pt>
                <c:pt idx="4305">
                  <c:v>17-04-2017</c:v>
                </c:pt>
                <c:pt idx="4306">
                  <c:v>18-04-2017</c:v>
                </c:pt>
                <c:pt idx="4307">
                  <c:v>19-04-2017</c:v>
                </c:pt>
                <c:pt idx="4308">
                  <c:v>20-04-2017</c:v>
                </c:pt>
                <c:pt idx="4309">
                  <c:v>21-04-2017</c:v>
                </c:pt>
                <c:pt idx="4310">
                  <c:v>24-04-2017</c:v>
                </c:pt>
                <c:pt idx="4311">
                  <c:v>25-04-2017</c:v>
                </c:pt>
                <c:pt idx="4312">
                  <c:v>26-04-2017</c:v>
                </c:pt>
                <c:pt idx="4313">
                  <c:v>27-04-2017</c:v>
                </c:pt>
                <c:pt idx="4314">
                  <c:v>28-04-2017</c:v>
                </c:pt>
                <c:pt idx="4315">
                  <c:v>02-05-2017</c:v>
                </c:pt>
                <c:pt idx="4316">
                  <c:v>03-05-2017</c:v>
                </c:pt>
                <c:pt idx="4317">
                  <c:v>04-05-2017</c:v>
                </c:pt>
                <c:pt idx="4318">
                  <c:v>05-05-2017</c:v>
                </c:pt>
                <c:pt idx="4319">
                  <c:v>08-05-2017</c:v>
                </c:pt>
                <c:pt idx="4320">
                  <c:v>09-05-2017</c:v>
                </c:pt>
                <c:pt idx="4321">
                  <c:v>10-05-2017</c:v>
                </c:pt>
                <c:pt idx="4322">
                  <c:v>11-05-2017</c:v>
                </c:pt>
                <c:pt idx="4323">
                  <c:v>12-05-2017</c:v>
                </c:pt>
                <c:pt idx="4324">
                  <c:v>15-05-2017</c:v>
                </c:pt>
                <c:pt idx="4325">
                  <c:v>16-05-2017</c:v>
                </c:pt>
                <c:pt idx="4326">
                  <c:v>17-05-2017</c:v>
                </c:pt>
                <c:pt idx="4327">
                  <c:v>18-05-2017</c:v>
                </c:pt>
                <c:pt idx="4328">
                  <c:v>19-05-2017</c:v>
                </c:pt>
                <c:pt idx="4329">
                  <c:v>22-05-2017</c:v>
                </c:pt>
                <c:pt idx="4330">
                  <c:v>23-05-2017</c:v>
                </c:pt>
                <c:pt idx="4331">
                  <c:v>24-05-2017</c:v>
                </c:pt>
                <c:pt idx="4332">
                  <c:v>25-05-2017</c:v>
                </c:pt>
                <c:pt idx="4333">
                  <c:v>26-05-2017</c:v>
                </c:pt>
                <c:pt idx="4334">
                  <c:v>29-05-2017</c:v>
                </c:pt>
                <c:pt idx="4335">
                  <c:v>30-05-2017</c:v>
                </c:pt>
                <c:pt idx="4336">
                  <c:v>31-05-2017</c:v>
                </c:pt>
                <c:pt idx="4337">
                  <c:v>01-06-2017</c:v>
                </c:pt>
                <c:pt idx="4338">
                  <c:v>02-06-2017</c:v>
                </c:pt>
                <c:pt idx="4339">
                  <c:v>05-06-2017</c:v>
                </c:pt>
                <c:pt idx="4340">
                  <c:v>06-06-2017</c:v>
                </c:pt>
                <c:pt idx="4341">
                  <c:v>07-06-2017</c:v>
                </c:pt>
                <c:pt idx="4342">
                  <c:v>08-06-2017</c:v>
                </c:pt>
                <c:pt idx="4343">
                  <c:v>09-06-2017</c:v>
                </c:pt>
                <c:pt idx="4344">
                  <c:v>12-06-2017</c:v>
                </c:pt>
                <c:pt idx="4345">
                  <c:v>13-06-2017</c:v>
                </c:pt>
                <c:pt idx="4346">
                  <c:v>14-06-2017</c:v>
                </c:pt>
                <c:pt idx="4347">
                  <c:v>15-06-2017</c:v>
                </c:pt>
                <c:pt idx="4348">
                  <c:v>16-06-2017</c:v>
                </c:pt>
                <c:pt idx="4349">
                  <c:v>19-06-2017</c:v>
                </c:pt>
                <c:pt idx="4350">
                  <c:v>20-06-2017</c:v>
                </c:pt>
                <c:pt idx="4351">
                  <c:v>21-06-2017</c:v>
                </c:pt>
                <c:pt idx="4352">
                  <c:v>22-06-2017</c:v>
                </c:pt>
                <c:pt idx="4353">
                  <c:v>23-06-2017</c:v>
                </c:pt>
                <c:pt idx="4354">
                  <c:v>27-06-2017</c:v>
                </c:pt>
                <c:pt idx="4355">
                  <c:v>28-06-2017</c:v>
                </c:pt>
                <c:pt idx="4356">
                  <c:v>29-06-2017</c:v>
                </c:pt>
                <c:pt idx="4357">
                  <c:v>30-06-2017</c:v>
                </c:pt>
                <c:pt idx="4358">
                  <c:v>03-07-2017</c:v>
                </c:pt>
                <c:pt idx="4359">
                  <c:v>04-07-2017</c:v>
                </c:pt>
                <c:pt idx="4360">
                  <c:v>05-07-2017</c:v>
                </c:pt>
                <c:pt idx="4361">
                  <c:v>06-07-2017</c:v>
                </c:pt>
                <c:pt idx="4362">
                  <c:v>07-07-2017</c:v>
                </c:pt>
                <c:pt idx="4363">
                  <c:v>10-07-2017</c:v>
                </c:pt>
                <c:pt idx="4364">
                  <c:v>11-07-2017</c:v>
                </c:pt>
                <c:pt idx="4365">
                  <c:v>12-07-2017</c:v>
                </c:pt>
                <c:pt idx="4366">
                  <c:v>13-07-2017</c:v>
                </c:pt>
                <c:pt idx="4367">
                  <c:v>14-07-2017</c:v>
                </c:pt>
                <c:pt idx="4368">
                  <c:v>17-07-2017</c:v>
                </c:pt>
                <c:pt idx="4369">
                  <c:v>18-07-2017</c:v>
                </c:pt>
                <c:pt idx="4370">
                  <c:v>19-07-2017</c:v>
                </c:pt>
                <c:pt idx="4371">
                  <c:v>20-07-2017</c:v>
                </c:pt>
                <c:pt idx="4372">
                  <c:v>21-07-2017</c:v>
                </c:pt>
                <c:pt idx="4373">
                  <c:v>24-07-2017</c:v>
                </c:pt>
                <c:pt idx="4374">
                  <c:v>25-07-2017</c:v>
                </c:pt>
                <c:pt idx="4375">
                  <c:v>26-07-2017</c:v>
                </c:pt>
                <c:pt idx="4376">
                  <c:v>27-07-2017</c:v>
                </c:pt>
                <c:pt idx="4377">
                  <c:v>28-07-2017</c:v>
                </c:pt>
                <c:pt idx="4378">
                  <c:v>31-07-2017</c:v>
                </c:pt>
                <c:pt idx="4379">
                  <c:v>01-08-2017</c:v>
                </c:pt>
                <c:pt idx="4380">
                  <c:v>02-08-2017</c:v>
                </c:pt>
                <c:pt idx="4381">
                  <c:v>03-08-2017</c:v>
                </c:pt>
                <c:pt idx="4382">
                  <c:v>04-08-2017</c:v>
                </c:pt>
                <c:pt idx="4383">
                  <c:v>07-08-2017</c:v>
                </c:pt>
                <c:pt idx="4384">
                  <c:v>08-08-2017</c:v>
                </c:pt>
                <c:pt idx="4385">
                  <c:v>09-08-2017</c:v>
                </c:pt>
                <c:pt idx="4386">
                  <c:v>10-08-2017</c:v>
                </c:pt>
                <c:pt idx="4387">
                  <c:v>11-08-2017</c:v>
                </c:pt>
                <c:pt idx="4388">
                  <c:v>14-08-2017</c:v>
                </c:pt>
                <c:pt idx="4389">
                  <c:v>16-08-2017</c:v>
                </c:pt>
                <c:pt idx="4390">
                  <c:v>17-08-2017</c:v>
                </c:pt>
                <c:pt idx="4391">
                  <c:v>18-08-2017</c:v>
                </c:pt>
                <c:pt idx="4392">
                  <c:v>21-08-2017</c:v>
                </c:pt>
                <c:pt idx="4393">
                  <c:v>22-08-2017</c:v>
                </c:pt>
                <c:pt idx="4394">
                  <c:v>23-08-2017</c:v>
                </c:pt>
                <c:pt idx="4395">
                  <c:v>24-08-2017</c:v>
                </c:pt>
                <c:pt idx="4396">
                  <c:v>28-08-2017</c:v>
                </c:pt>
                <c:pt idx="4397">
                  <c:v>29-08-2017</c:v>
                </c:pt>
                <c:pt idx="4398">
                  <c:v>30-08-2017</c:v>
                </c:pt>
                <c:pt idx="4399">
                  <c:v>31-08-2017</c:v>
                </c:pt>
                <c:pt idx="4400">
                  <c:v>01-09-2017</c:v>
                </c:pt>
                <c:pt idx="4401">
                  <c:v>04-09-2017</c:v>
                </c:pt>
                <c:pt idx="4402">
                  <c:v>05-09-2017</c:v>
                </c:pt>
                <c:pt idx="4403">
                  <c:v>06-09-2017</c:v>
                </c:pt>
                <c:pt idx="4404">
                  <c:v>07-09-2017</c:v>
                </c:pt>
                <c:pt idx="4405">
                  <c:v>08-09-2017</c:v>
                </c:pt>
                <c:pt idx="4406">
                  <c:v>11-09-2017</c:v>
                </c:pt>
                <c:pt idx="4407">
                  <c:v>12-09-2017</c:v>
                </c:pt>
                <c:pt idx="4408">
                  <c:v>13-09-2017</c:v>
                </c:pt>
                <c:pt idx="4409">
                  <c:v>14-09-2017</c:v>
                </c:pt>
                <c:pt idx="4410">
                  <c:v>15-09-2017</c:v>
                </c:pt>
                <c:pt idx="4411">
                  <c:v>18-09-2017</c:v>
                </c:pt>
                <c:pt idx="4412">
                  <c:v>19-09-2017</c:v>
                </c:pt>
                <c:pt idx="4413">
                  <c:v>20-09-2017</c:v>
                </c:pt>
                <c:pt idx="4414">
                  <c:v>21-09-2017</c:v>
                </c:pt>
                <c:pt idx="4415">
                  <c:v>22-09-2017</c:v>
                </c:pt>
                <c:pt idx="4416">
                  <c:v>25-09-2017</c:v>
                </c:pt>
                <c:pt idx="4417">
                  <c:v>26-09-2017</c:v>
                </c:pt>
                <c:pt idx="4418">
                  <c:v>27-09-2017</c:v>
                </c:pt>
                <c:pt idx="4419">
                  <c:v>28-09-2017</c:v>
                </c:pt>
                <c:pt idx="4420">
                  <c:v>29-09-2017</c:v>
                </c:pt>
                <c:pt idx="4421">
                  <c:v>03-10-2017</c:v>
                </c:pt>
                <c:pt idx="4422">
                  <c:v>04-10-2017</c:v>
                </c:pt>
                <c:pt idx="4423">
                  <c:v>05-10-2017</c:v>
                </c:pt>
                <c:pt idx="4424">
                  <c:v>06-10-2017</c:v>
                </c:pt>
                <c:pt idx="4425">
                  <c:v>09-10-2017</c:v>
                </c:pt>
                <c:pt idx="4426">
                  <c:v>10-10-2017</c:v>
                </c:pt>
                <c:pt idx="4427">
                  <c:v>11-10-2017</c:v>
                </c:pt>
                <c:pt idx="4428">
                  <c:v>12-10-2017</c:v>
                </c:pt>
                <c:pt idx="4429">
                  <c:v>13-10-2017</c:v>
                </c:pt>
                <c:pt idx="4430">
                  <c:v>16-10-2017</c:v>
                </c:pt>
                <c:pt idx="4431">
                  <c:v>17-10-2017</c:v>
                </c:pt>
                <c:pt idx="4432">
                  <c:v>18-10-2017</c:v>
                </c:pt>
                <c:pt idx="4433">
                  <c:v>19-10-2017</c:v>
                </c:pt>
                <c:pt idx="4434">
                  <c:v>23-10-2017</c:v>
                </c:pt>
                <c:pt idx="4435">
                  <c:v>24-10-2017</c:v>
                </c:pt>
                <c:pt idx="4436">
                  <c:v>25-10-2017</c:v>
                </c:pt>
                <c:pt idx="4437">
                  <c:v>26-10-2017</c:v>
                </c:pt>
                <c:pt idx="4438">
                  <c:v>27-10-2017</c:v>
                </c:pt>
                <c:pt idx="4439">
                  <c:v>30-10-2017</c:v>
                </c:pt>
                <c:pt idx="4440">
                  <c:v>31-10-2017</c:v>
                </c:pt>
                <c:pt idx="4441">
                  <c:v>01-11-2017</c:v>
                </c:pt>
                <c:pt idx="4442">
                  <c:v>02-11-2017</c:v>
                </c:pt>
                <c:pt idx="4443">
                  <c:v>03-11-2017</c:v>
                </c:pt>
                <c:pt idx="4444">
                  <c:v>06-11-2017</c:v>
                </c:pt>
                <c:pt idx="4445">
                  <c:v>07-11-2017</c:v>
                </c:pt>
                <c:pt idx="4446">
                  <c:v>08-11-2017</c:v>
                </c:pt>
                <c:pt idx="4447">
                  <c:v>09-11-2017</c:v>
                </c:pt>
                <c:pt idx="4448">
                  <c:v>10-11-2017</c:v>
                </c:pt>
                <c:pt idx="4449">
                  <c:v>13-11-2017</c:v>
                </c:pt>
                <c:pt idx="4450">
                  <c:v>14-11-2017</c:v>
                </c:pt>
                <c:pt idx="4451">
                  <c:v>15-11-2017</c:v>
                </c:pt>
                <c:pt idx="4452">
                  <c:v>16-11-2017</c:v>
                </c:pt>
                <c:pt idx="4453">
                  <c:v>17-11-2017</c:v>
                </c:pt>
                <c:pt idx="4454">
                  <c:v>20-11-2017</c:v>
                </c:pt>
                <c:pt idx="4455">
                  <c:v>21-11-2017</c:v>
                </c:pt>
                <c:pt idx="4456">
                  <c:v>22-11-2017</c:v>
                </c:pt>
                <c:pt idx="4457">
                  <c:v>23-11-2017</c:v>
                </c:pt>
                <c:pt idx="4458">
                  <c:v>24-11-2017</c:v>
                </c:pt>
                <c:pt idx="4459">
                  <c:v>27-11-2017</c:v>
                </c:pt>
                <c:pt idx="4460">
                  <c:v>28-11-2017</c:v>
                </c:pt>
                <c:pt idx="4461">
                  <c:v>29-11-2017</c:v>
                </c:pt>
                <c:pt idx="4462">
                  <c:v>30-11-2017</c:v>
                </c:pt>
                <c:pt idx="4463">
                  <c:v>01-12-2017</c:v>
                </c:pt>
                <c:pt idx="4464">
                  <c:v>04-12-2017</c:v>
                </c:pt>
                <c:pt idx="4465">
                  <c:v>05-12-2017</c:v>
                </c:pt>
                <c:pt idx="4466">
                  <c:v>06-12-2017</c:v>
                </c:pt>
                <c:pt idx="4467">
                  <c:v>07-12-2017</c:v>
                </c:pt>
                <c:pt idx="4468">
                  <c:v>08-12-2017</c:v>
                </c:pt>
                <c:pt idx="4469">
                  <c:v>11-12-2017</c:v>
                </c:pt>
                <c:pt idx="4470">
                  <c:v>12-12-2017</c:v>
                </c:pt>
                <c:pt idx="4471">
                  <c:v>13-12-2017</c:v>
                </c:pt>
                <c:pt idx="4472">
                  <c:v>14-12-2017</c:v>
                </c:pt>
                <c:pt idx="4473">
                  <c:v>15-12-2017</c:v>
                </c:pt>
                <c:pt idx="4474">
                  <c:v>18-12-2017</c:v>
                </c:pt>
                <c:pt idx="4475">
                  <c:v>19-12-2017</c:v>
                </c:pt>
                <c:pt idx="4476">
                  <c:v>20-12-2017</c:v>
                </c:pt>
                <c:pt idx="4477">
                  <c:v>21-12-2017</c:v>
                </c:pt>
                <c:pt idx="4478">
                  <c:v>22-12-2017</c:v>
                </c:pt>
                <c:pt idx="4479">
                  <c:v>26-12-2017</c:v>
                </c:pt>
                <c:pt idx="4480">
                  <c:v>27-12-2017</c:v>
                </c:pt>
                <c:pt idx="4481">
                  <c:v>28-12-2017</c:v>
                </c:pt>
                <c:pt idx="4482">
                  <c:v>29-12-2017</c:v>
                </c:pt>
                <c:pt idx="4483">
                  <c:v>01-01-2018</c:v>
                </c:pt>
                <c:pt idx="4484">
                  <c:v>02-01-2018</c:v>
                </c:pt>
                <c:pt idx="4485">
                  <c:v>03-01-2018</c:v>
                </c:pt>
                <c:pt idx="4486">
                  <c:v>04-01-2018</c:v>
                </c:pt>
                <c:pt idx="4487">
                  <c:v>05-01-2018</c:v>
                </c:pt>
                <c:pt idx="4488">
                  <c:v>08-01-2018</c:v>
                </c:pt>
                <c:pt idx="4489">
                  <c:v>09-01-2018</c:v>
                </c:pt>
                <c:pt idx="4490">
                  <c:v>10-01-2018</c:v>
                </c:pt>
                <c:pt idx="4491">
                  <c:v>11-01-2018</c:v>
                </c:pt>
                <c:pt idx="4492">
                  <c:v>12-01-2018</c:v>
                </c:pt>
                <c:pt idx="4493">
                  <c:v>15-01-2018</c:v>
                </c:pt>
                <c:pt idx="4494">
                  <c:v>16-01-2018</c:v>
                </c:pt>
                <c:pt idx="4495">
                  <c:v>17-01-2018</c:v>
                </c:pt>
                <c:pt idx="4496">
                  <c:v>18-01-2018</c:v>
                </c:pt>
                <c:pt idx="4497">
                  <c:v>19-01-2018</c:v>
                </c:pt>
                <c:pt idx="4498">
                  <c:v>22-01-2018</c:v>
                </c:pt>
                <c:pt idx="4499">
                  <c:v>23-01-2018</c:v>
                </c:pt>
                <c:pt idx="4500">
                  <c:v>24-01-2018</c:v>
                </c:pt>
                <c:pt idx="4501">
                  <c:v>25-01-2018</c:v>
                </c:pt>
                <c:pt idx="4502">
                  <c:v>29-01-2018</c:v>
                </c:pt>
                <c:pt idx="4503">
                  <c:v>30-01-2018</c:v>
                </c:pt>
                <c:pt idx="4504">
                  <c:v>31-01-2018</c:v>
                </c:pt>
                <c:pt idx="4505">
                  <c:v>01-02-2018</c:v>
                </c:pt>
                <c:pt idx="4506">
                  <c:v>02-02-2018</c:v>
                </c:pt>
                <c:pt idx="4507">
                  <c:v>05-02-2018</c:v>
                </c:pt>
                <c:pt idx="4508">
                  <c:v>06-02-2018</c:v>
                </c:pt>
                <c:pt idx="4509">
                  <c:v>07-02-2018</c:v>
                </c:pt>
                <c:pt idx="4510">
                  <c:v>08-02-2018</c:v>
                </c:pt>
                <c:pt idx="4511">
                  <c:v>09-02-2018</c:v>
                </c:pt>
                <c:pt idx="4512">
                  <c:v>12-02-2018</c:v>
                </c:pt>
                <c:pt idx="4513">
                  <c:v>14-02-2018</c:v>
                </c:pt>
                <c:pt idx="4514">
                  <c:v>15-02-2018</c:v>
                </c:pt>
                <c:pt idx="4515">
                  <c:v>16-02-2018</c:v>
                </c:pt>
                <c:pt idx="4516">
                  <c:v>19-02-2018</c:v>
                </c:pt>
                <c:pt idx="4517">
                  <c:v>20-02-2018</c:v>
                </c:pt>
                <c:pt idx="4518">
                  <c:v>21-02-2018</c:v>
                </c:pt>
                <c:pt idx="4519">
                  <c:v>22-02-2018</c:v>
                </c:pt>
                <c:pt idx="4520">
                  <c:v>23-02-2018</c:v>
                </c:pt>
                <c:pt idx="4521">
                  <c:v>26-02-2018</c:v>
                </c:pt>
                <c:pt idx="4522">
                  <c:v>27-02-2018</c:v>
                </c:pt>
                <c:pt idx="4523">
                  <c:v>28-02-2018</c:v>
                </c:pt>
                <c:pt idx="4524">
                  <c:v>01-03-2018</c:v>
                </c:pt>
                <c:pt idx="4525">
                  <c:v>05-03-2018</c:v>
                </c:pt>
                <c:pt idx="4526">
                  <c:v>06-03-2018</c:v>
                </c:pt>
                <c:pt idx="4527">
                  <c:v>07-03-2018</c:v>
                </c:pt>
                <c:pt idx="4528">
                  <c:v>08-03-2018</c:v>
                </c:pt>
                <c:pt idx="4529">
                  <c:v>09-03-2018</c:v>
                </c:pt>
                <c:pt idx="4530">
                  <c:v>12-03-2018</c:v>
                </c:pt>
                <c:pt idx="4531">
                  <c:v>13-03-2018</c:v>
                </c:pt>
                <c:pt idx="4532">
                  <c:v>14-03-2018</c:v>
                </c:pt>
                <c:pt idx="4533">
                  <c:v>15-03-2018</c:v>
                </c:pt>
                <c:pt idx="4534">
                  <c:v>16-03-2018</c:v>
                </c:pt>
                <c:pt idx="4535">
                  <c:v>19-03-2018</c:v>
                </c:pt>
                <c:pt idx="4536">
                  <c:v>20-03-2018</c:v>
                </c:pt>
                <c:pt idx="4537">
                  <c:v>21-03-2018</c:v>
                </c:pt>
                <c:pt idx="4538">
                  <c:v>22-03-2018</c:v>
                </c:pt>
                <c:pt idx="4539">
                  <c:v>23-03-2018</c:v>
                </c:pt>
                <c:pt idx="4540">
                  <c:v>26-03-2018</c:v>
                </c:pt>
                <c:pt idx="4541">
                  <c:v>27-03-2018</c:v>
                </c:pt>
                <c:pt idx="4542">
                  <c:v>28-03-2018</c:v>
                </c:pt>
                <c:pt idx="4543">
                  <c:v>02-04-2018</c:v>
                </c:pt>
                <c:pt idx="4544">
                  <c:v>03-04-2018</c:v>
                </c:pt>
                <c:pt idx="4545">
                  <c:v>04-04-2018</c:v>
                </c:pt>
                <c:pt idx="4546">
                  <c:v>05-04-2018</c:v>
                </c:pt>
                <c:pt idx="4547">
                  <c:v>06-04-2018</c:v>
                </c:pt>
                <c:pt idx="4548">
                  <c:v>09-04-2018</c:v>
                </c:pt>
                <c:pt idx="4549">
                  <c:v>10-04-2018</c:v>
                </c:pt>
                <c:pt idx="4550">
                  <c:v>11-04-2018</c:v>
                </c:pt>
                <c:pt idx="4551">
                  <c:v>12-04-2018</c:v>
                </c:pt>
                <c:pt idx="4552">
                  <c:v>13-04-2018</c:v>
                </c:pt>
                <c:pt idx="4553">
                  <c:v>16-04-2018</c:v>
                </c:pt>
                <c:pt idx="4554">
                  <c:v>17-04-2018</c:v>
                </c:pt>
                <c:pt idx="4555">
                  <c:v>18-04-2018</c:v>
                </c:pt>
                <c:pt idx="4556">
                  <c:v>19-04-2018</c:v>
                </c:pt>
                <c:pt idx="4557">
                  <c:v>20-04-2018</c:v>
                </c:pt>
                <c:pt idx="4558">
                  <c:v>23-04-2018</c:v>
                </c:pt>
                <c:pt idx="4559">
                  <c:v>24-04-2018</c:v>
                </c:pt>
                <c:pt idx="4560">
                  <c:v>25-04-2018</c:v>
                </c:pt>
                <c:pt idx="4561">
                  <c:v>26-04-2018</c:v>
                </c:pt>
                <c:pt idx="4562">
                  <c:v>27-04-2018</c:v>
                </c:pt>
                <c:pt idx="4563">
                  <c:v>30-04-2018</c:v>
                </c:pt>
                <c:pt idx="4564">
                  <c:v>02-05-2018</c:v>
                </c:pt>
                <c:pt idx="4565">
                  <c:v>03-05-2018</c:v>
                </c:pt>
                <c:pt idx="4566">
                  <c:v>04-05-2018</c:v>
                </c:pt>
                <c:pt idx="4567">
                  <c:v>07-05-2018</c:v>
                </c:pt>
                <c:pt idx="4568">
                  <c:v>08-05-2018</c:v>
                </c:pt>
                <c:pt idx="4569">
                  <c:v>09-05-2018</c:v>
                </c:pt>
                <c:pt idx="4570">
                  <c:v>10-05-2018</c:v>
                </c:pt>
                <c:pt idx="4571">
                  <c:v>11-05-2018</c:v>
                </c:pt>
                <c:pt idx="4572">
                  <c:v>14-05-2018</c:v>
                </c:pt>
                <c:pt idx="4573">
                  <c:v>15-05-2018</c:v>
                </c:pt>
                <c:pt idx="4574">
                  <c:v>16-05-2018</c:v>
                </c:pt>
                <c:pt idx="4575">
                  <c:v>17-05-2018</c:v>
                </c:pt>
                <c:pt idx="4576">
                  <c:v>18-05-2018</c:v>
                </c:pt>
                <c:pt idx="4577">
                  <c:v>21-05-2018</c:v>
                </c:pt>
                <c:pt idx="4578">
                  <c:v>22-05-2018</c:v>
                </c:pt>
                <c:pt idx="4579">
                  <c:v>23-05-2018</c:v>
                </c:pt>
                <c:pt idx="4580">
                  <c:v>24-05-2018</c:v>
                </c:pt>
                <c:pt idx="4581">
                  <c:v>25-05-2018</c:v>
                </c:pt>
                <c:pt idx="4582">
                  <c:v>28-05-2018</c:v>
                </c:pt>
                <c:pt idx="4583">
                  <c:v>29-05-2018</c:v>
                </c:pt>
                <c:pt idx="4584">
                  <c:v>30-05-2018</c:v>
                </c:pt>
                <c:pt idx="4585">
                  <c:v>31-05-2018</c:v>
                </c:pt>
                <c:pt idx="4586">
                  <c:v>01-06-2018</c:v>
                </c:pt>
                <c:pt idx="4587">
                  <c:v>04-06-2018</c:v>
                </c:pt>
                <c:pt idx="4588">
                  <c:v>05-06-2018</c:v>
                </c:pt>
                <c:pt idx="4589">
                  <c:v>06-06-2018</c:v>
                </c:pt>
                <c:pt idx="4590">
                  <c:v>07-06-2018</c:v>
                </c:pt>
                <c:pt idx="4591">
                  <c:v>08-06-2018</c:v>
                </c:pt>
                <c:pt idx="4592">
                  <c:v>11-06-2018</c:v>
                </c:pt>
                <c:pt idx="4593">
                  <c:v>12-06-2018</c:v>
                </c:pt>
                <c:pt idx="4594">
                  <c:v>13-06-2018</c:v>
                </c:pt>
                <c:pt idx="4595">
                  <c:v>14-06-2018</c:v>
                </c:pt>
                <c:pt idx="4596">
                  <c:v>15-06-2018</c:v>
                </c:pt>
                <c:pt idx="4597">
                  <c:v>18-06-2018</c:v>
                </c:pt>
                <c:pt idx="4598">
                  <c:v>19-06-2018</c:v>
                </c:pt>
                <c:pt idx="4599">
                  <c:v>20-06-2018</c:v>
                </c:pt>
                <c:pt idx="4600">
                  <c:v>21-06-2018</c:v>
                </c:pt>
                <c:pt idx="4601">
                  <c:v>22-06-2018</c:v>
                </c:pt>
                <c:pt idx="4602">
                  <c:v>25-06-2018</c:v>
                </c:pt>
                <c:pt idx="4603">
                  <c:v>26-06-2018</c:v>
                </c:pt>
                <c:pt idx="4604">
                  <c:v>27-06-2018</c:v>
                </c:pt>
                <c:pt idx="4605">
                  <c:v>28-06-2018</c:v>
                </c:pt>
                <c:pt idx="4606">
                  <c:v>29-06-2018</c:v>
                </c:pt>
                <c:pt idx="4607">
                  <c:v>02-07-2018</c:v>
                </c:pt>
                <c:pt idx="4608">
                  <c:v>03-07-2018</c:v>
                </c:pt>
                <c:pt idx="4609">
                  <c:v>04-07-2018</c:v>
                </c:pt>
                <c:pt idx="4610">
                  <c:v>05-07-2018</c:v>
                </c:pt>
                <c:pt idx="4611">
                  <c:v>06-07-2018</c:v>
                </c:pt>
                <c:pt idx="4612">
                  <c:v>09-07-2018</c:v>
                </c:pt>
                <c:pt idx="4613">
                  <c:v>10-07-2018</c:v>
                </c:pt>
                <c:pt idx="4614">
                  <c:v>11-07-2018</c:v>
                </c:pt>
                <c:pt idx="4615">
                  <c:v>12-07-2018</c:v>
                </c:pt>
                <c:pt idx="4616">
                  <c:v>13-07-2018</c:v>
                </c:pt>
                <c:pt idx="4617">
                  <c:v>16-07-2018</c:v>
                </c:pt>
                <c:pt idx="4618">
                  <c:v>17-07-2018</c:v>
                </c:pt>
                <c:pt idx="4619">
                  <c:v>18-07-2018</c:v>
                </c:pt>
                <c:pt idx="4620">
                  <c:v>19-07-2018</c:v>
                </c:pt>
                <c:pt idx="4621">
                  <c:v>20-07-2018</c:v>
                </c:pt>
                <c:pt idx="4622">
                  <c:v>23-07-2018</c:v>
                </c:pt>
                <c:pt idx="4623">
                  <c:v>24-07-2018</c:v>
                </c:pt>
                <c:pt idx="4624">
                  <c:v>25-07-2018</c:v>
                </c:pt>
                <c:pt idx="4625">
                  <c:v>26-07-2018</c:v>
                </c:pt>
                <c:pt idx="4626">
                  <c:v>27-07-2018</c:v>
                </c:pt>
                <c:pt idx="4627">
                  <c:v>30-07-2018</c:v>
                </c:pt>
                <c:pt idx="4628">
                  <c:v>31-07-2018</c:v>
                </c:pt>
                <c:pt idx="4629">
                  <c:v>01-08-2018</c:v>
                </c:pt>
                <c:pt idx="4630">
                  <c:v>02-08-2018</c:v>
                </c:pt>
                <c:pt idx="4631">
                  <c:v>03-08-2018</c:v>
                </c:pt>
                <c:pt idx="4632">
                  <c:v>06-08-2018</c:v>
                </c:pt>
                <c:pt idx="4633">
                  <c:v>07-08-2018</c:v>
                </c:pt>
                <c:pt idx="4634">
                  <c:v>08-08-2018</c:v>
                </c:pt>
                <c:pt idx="4635">
                  <c:v>09-08-2018</c:v>
                </c:pt>
                <c:pt idx="4636">
                  <c:v>10-08-2018</c:v>
                </c:pt>
                <c:pt idx="4637">
                  <c:v>13-08-2018</c:v>
                </c:pt>
                <c:pt idx="4638">
                  <c:v>14-08-2018</c:v>
                </c:pt>
                <c:pt idx="4639">
                  <c:v>16-08-2018</c:v>
                </c:pt>
                <c:pt idx="4640">
                  <c:v>17-08-2018</c:v>
                </c:pt>
                <c:pt idx="4641">
                  <c:v>20-08-2018</c:v>
                </c:pt>
                <c:pt idx="4642">
                  <c:v>21-08-2018</c:v>
                </c:pt>
                <c:pt idx="4643">
                  <c:v>23-08-2018</c:v>
                </c:pt>
                <c:pt idx="4644">
                  <c:v>24-08-2018</c:v>
                </c:pt>
                <c:pt idx="4645">
                  <c:v>27-08-2018</c:v>
                </c:pt>
                <c:pt idx="4646">
                  <c:v>28-08-2018</c:v>
                </c:pt>
                <c:pt idx="4647">
                  <c:v>29-08-2018</c:v>
                </c:pt>
                <c:pt idx="4648">
                  <c:v>30-08-2018</c:v>
                </c:pt>
                <c:pt idx="4649">
                  <c:v>31-08-2018</c:v>
                </c:pt>
                <c:pt idx="4650">
                  <c:v>03-09-2018</c:v>
                </c:pt>
                <c:pt idx="4651">
                  <c:v>04-09-2018</c:v>
                </c:pt>
                <c:pt idx="4652">
                  <c:v>05-09-2018</c:v>
                </c:pt>
                <c:pt idx="4653">
                  <c:v>06-09-2018</c:v>
                </c:pt>
                <c:pt idx="4654">
                  <c:v>07-09-2018</c:v>
                </c:pt>
                <c:pt idx="4655">
                  <c:v>10-09-2018</c:v>
                </c:pt>
                <c:pt idx="4656">
                  <c:v>11-09-2018</c:v>
                </c:pt>
                <c:pt idx="4657">
                  <c:v>12-09-2018</c:v>
                </c:pt>
                <c:pt idx="4658">
                  <c:v>14-09-2018</c:v>
                </c:pt>
                <c:pt idx="4659">
                  <c:v>17-09-2018</c:v>
                </c:pt>
                <c:pt idx="4660">
                  <c:v>18-09-2018</c:v>
                </c:pt>
                <c:pt idx="4661">
                  <c:v>19-09-2018</c:v>
                </c:pt>
                <c:pt idx="4662">
                  <c:v>21-09-2018</c:v>
                </c:pt>
                <c:pt idx="4663">
                  <c:v>24-09-2018</c:v>
                </c:pt>
                <c:pt idx="4664">
                  <c:v>25-09-2018</c:v>
                </c:pt>
                <c:pt idx="4665">
                  <c:v>26-09-2018</c:v>
                </c:pt>
                <c:pt idx="4666">
                  <c:v>27-09-2018</c:v>
                </c:pt>
                <c:pt idx="4667">
                  <c:v>28-09-2018</c:v>
                </c:pt>
                <c:pt idx="4668">
                  <c:v>01-10-2018</c:v>
                </c:pt>
                <c:pt idx="4669">
                  <c:v>03-10-2018</c:v>
                </c:pt>
                <c:pt idx="4670">
                  <c:v>04-10-2018</c:v>
                </c:pt>
                <c:pt idx="4671">
                  <c:v>05-10-2018</c:v>
                </c:pt>
                <c:pt idx="4672">
                  <c:v>08-10-2018</c:v>
                </c:pt>
                <c:pt idx="4673">
                  <c:v>09-10-2018</c:v>
                </c:pt>
                <c:pt idx="4674">
                  <c:v>10-10-2018</c:v>
                </c:pt>
                <c:pt idx="4675">
                  <c:v>11-10-2018</c:v>
                </c:pt>
                <c:pt idx="4676">
                  <c:v>12-10-2018</c:v>
                </c:pt>
                <c:pt idx="4677">
                  <c:v>15-10-2018</c:v>
                </c:pt>
                <c:pt idx="4678">
                  <c:v>16-10-2018</c:v>
                </c:pt>
                <c:pt idx="4679">
                  <c:v>17-10-2018</c:v>
                </c:pt>
                <c:pt idx="4680">
                  <c:v>19-10-2018</c:v>
                </c:pt>
                <c:pt idx="4681">
                  <c:v>22-10-2018</c:v>
                </c:pt>
                <c:pt idx="4682">
                  <c:v>23-10-2018</c:v>
                </c:pt>
                <c:pt idx="4683">
                  <c:v>24-10-2018</c:v>
                </c:pt>
                <c:pt idx="4684">
                  <c:v>25-10-2018</c:v>
                </c:pt>
                <c:pt idx="4685">
                  <c:v>26-10-2018</c:v>
                </c:pt>
                <c:pt idx="4686">
                  <c:v>29-10-2018</c:v>
                </c:pt>
                <c:pt idx="4687">
                  <c:v>30-10-2018</c:v>
                </c:pt>
                <c:pt idx="4688">
                  <c:v>31-10-2018</c:v>
                </c:pt>
                <c:pt idx="4689">
                  <c:v>01-11-2018</c:v>
                </c:pt>
                <c:pt idx="4690">
                  <c:v>02-11-2018</c:v>
                </c:pt>
                <c:pt idx="4691">
                  <c:v>05-11-2018</c:v>
                </c:pt>
                <c:pt idx="4692">
                  <c:v>06-11-2018</c:v>
                </c:pt>
                <c:pt idx="4693">
                  <c:v>07-11-2018</c:v>
                </c:pt>
                <c:pt idx="4694">
                  <c:v>09-11-2018</c:v>
                </c:pt>
                <c:pt idx="4695">
                  <c:v>12-11-2018</c:v>
                </c:pt>
                <c:pt idx="4696">
                  <c:v>13-11-2018</c:v>
                </c:pt>
                <c:pt idx="4697">
                  <c:v>14-11-2018</c:v>
                </c:pt>
                <c:pt idx="4698">
                  <c:v>15-11-2018</c:v>
                </c:pt>
                <c:pt idx="4699">
                  <c:v>16-11-2018</c:v>
                </c:pt>
                <c:pt idx="4700">
                  <c:v>19-11-2018</c:v>
                </c:pt>
                <c:pt idx="4701">
                  <c:v>20-11-2018</c:v>
                </c:pt>
                <c:pt idx="4702">
                  <c:v>21-11-2018</c:v>
                </c:pt>
                <c:pt idx="4703">
                  <c:v>22-11-2018</c:v>
                </c:pt>
                <c:pt idx="4704">
                  <c:v>26-11-2018</c:v>
                </c:pt>
                <c:pt idx="4705">
                  <c:v>27-11-2018</c:v>
                </c:pt>
                <c:pt idx="4706">
                  <c:v>28-11-2018</c:v>
                </c:pt>
                <c:pt idx="4707">
                  <c:v>29-11-2018</c:v>
                </c:pt>
                <c:pt idx="4708">
                  <c:v>30-11-2018</c:v>
                </c:pt>
                <c:pt idx="4709">
                  <c:v>03-12-2018</c:v>
                </c:pt>
                <c:pt idx="4710">
                  <c:v>04-12-2018</c:v>
                </c:pt>
                <c:pt idx="4711">
                  <c:v>05-12-2018</c:v>
                </c:pt>
                <c:pt idx="4712">
                  <c:v>06-12-2018</c:v>
                </c:pt>
                <c:pt idx="4713">
                  <c:v>07-12-2018</c:v>
                </c:pt>
                <c:pt idx="4714">
                  <c:v>10-12-2018</c:v>
                </c:pt>
                <c:pt idx="4715">
                  <c:v>11-12-2018</c:v>
                </c:pt>
                <c:pt idx="4716">
                  <c:v>12-12-2018</c:v>
                </c:pt>
                <c:pt idx="4717">
                  <c:v>13-12-2018</c:v>
                </c:pt>
                <c:pt idx="4718">
                  <c:v>14-12-2018</c:v>
                </c:pt>
                <c:pt idx="4719">
                  <c:v>17-12-2018</c:v>
                </c:pt>
                <c:pt idx="4720">
                  <c:v>18-12-2018</c:v>
                </c:pt>
                <c:pt idx="4721">
                  <c:v>19-12-2018</c:v>
                </c:pt>
                <c:pt idx="4722">
                  <c:v>20-12-2018</c:v>
                </c:pt>
                <c:pt idx="4723">
                  <c:v>21-12-2018</c:v>
                </c:pt>
                <c:pt idx="4724">
                  <c:v>24-12-2018</c:v>
                </c:pt>
                <c:pt idx="4725">
                  <c:v>26-12-2018</c:v>
                </c:pt>
                <c:pt idx="4726">
                  <c:v>27-12-2018</c:v>
                </c:pt>
                <c:pt idx="4727">
                  <c:v>28-12-2018</c:v>
                </c:pt>
                <c:pt idx="4728">
                  <c:v>31-12-2018</c:v>
                </c:pt>
                <c:pt idx="4729">
                  <c:v>01-01-2019</c:v>
                </c:pt>
                <c:pt idx="4730">
                  <c:v>02-01-2019</c:v>
                </c:pt>
                <c:pt idx="4731">
                  <c:v>03-01-2019</c:v>
                </c:pt>
                <c:pt idx="4732">
                  <c:v>04-01-2019</c:v>
                </c:pt>
                <c:pt idx="4733">
                  <c:v>07-01-2019</c:v>
                </c:pt>
                <c:pt idx="4734">
                  <c:v>08-01-2019</c:v>
                </c:pt>
                <c:pt idx="4735">
                  <c:v>09-01-2019</c:v>
                </c:pt>
                <c:pt idx="4736">
                  <c:v>10-01-2019</c:v>
                </c:pt>
                <c:pt idx="4737">
                  <c:v>11-01-2019</c:v>
                </c:pt>
                <c:pt idx="4738">
                  <c:v>14-01-2019</c:v>
                </c:pt>
                <c:pt idx="4739">
                  <c:v>15-01-2019</c:v>
                </c:pt>
                <c:pt idx="4740">
                  <c:v>16-01-2019</c:v>
                </c:pt>
                <c:pt idx="4741">
                  <c:v>17-01-2019</c:v>
                </c:pt>
                <c:pt idx="4742">
                  <c:v>18-01-2019</c:v>
                </c:pt>
                <c:pt idx="4743">
                  <c:v>21-01-2019</c:v>
                </c:pt>
                <c:pt idx="4744">
                  <c:v>22-01-2019</c:v>
                </c:pt>
                <c:pt idx="4745">
                  <c:v>23-01-2019</c:v>
                </c:pt>
                <c:pt idx="4746">
                  <c:v>24-01-2019</c:v>
                </c:pt>
                <c:pt idx="4747">
                  <c:v>25-01-2019</c:v>
                </c:pt>
                <c:pt idx="4748">
                  <c:v>28-01-2019</c:v>
                </c:pt>
                <c:pt idx="4749">
                  <c:v>29-01-2019</c:v>
                </c:pt>
                <c:pt idx="4750">
                  <c:v>30-01-2019</c:v>
                </c:pt>
                <c:pt idx="4751">
                  <c:v>31-01-2019</c:v>
                </c:pt>
                <c:pt idx="4752">
                  <c:v>01-02-2019</c:v>
                </c:pt>
                <c:pt idx="4753">
                  <c:v>04-02-2019</c:v>
                </c:pt>
                <c:pt idx="4754">
                  <c:v>05-02-2019</c:v>
                </c:pt>
                <c:pt idx="4755">
                  <c:v>06-02-2019</c:v>
                </c:pt>
                <c:pt idx="4756">
                  <c:v>07-02-2019</c:v>
                </c:pt>
                <c:pt idx="4757">
                  <c:v>08-02-2019</c:v>
                </c:pt>
                <c:pt idx="4758">
                  <c:v>11-02-2019</c:v>
                </c:pt>
                <c:pt idx="4759">
                  <c:v>12-02-2019</c:v>
                </c:pt>
                <c:pt idx="4760">
                  <c:v>13-02-2019</c:v>
                </c:pt>
                <c:pt idx="4761">
                  <c:v>14-02-2019</c:v>
                </c:pt>
                <c:pt idx="4762">
                  <c:v>15-02-2019</c:v>
                </c:pt>
                <c:pt idx="4763">
                  <c:v>18-02-2019</c:v>
                </c:pt>
                <c:pt idx="4764">
                  <c:v>19-02-2019</c:v>
                </c:pt>
                <c:pt idx="4765">
                  <c:v>20-02-2019</c:v>
                </c:pt>
                <c:pt idx="4766">
                  <c:v>21-02-2019</c:v>
                </c:pt>
                <c:pt idx="4767">
                  <c:v>22-02-2019</c:v>
                </c:pt>
                <c:pt idx="4768">
                  <c:v>25-02-2019</c:v>
                </c:pt>
                <c:pt idx="4769">
                  <c:v>26-02-2019</c:v>
                </c:pt>
                <c:pt idx="4770">
                  <c:v>27-02-2019</c:v>
                </c:pt>
                <c:pt idx="4771">
                  <c:v>28-02-2019</c:v>
                </c:pt>
                <c:pt idx="4772">
                  <c:v>01-03-2019</c:v>
                </c:pt>
                <c:pt idx="4773">
                  <c:v>05-03-2019</c:v>
                </c:pt>
                <c:pt idx="4774">
                  <c:v>06-03-2019</c:v>
                </c:pt>
                <c:pt idx="4775">
                  <c:v>07-03-2019</c:v>
                </c:pt>
                <c:pt idx="4776">
                  <c:v>08-03-2019</c:v>
                </c:pt>
                <c:pt idx="4777">
                  <c:v>11-03-2019</c:v>
                </c:pt>
                <c:pt idx="4778">
                  <c:v>12-03-2019</c:v>
                </c:pt>
                <c:pt idx="4779">
                  <c:v>13-03-2019</c:v>
                </c:pt>
                <c:pt idx="4780">
                  <c:v>14-03-2019</c:v>
                </c:pt>
                <c:pt idx="4781">
                  <c:v>15-03-2019</c:v>
                </c:pt>
                <c:pt idx="4782">
                  <c:v>18-03-2019</c:v>
                </c:pt>
                <c:pt idx="4783">
                  <c:v>19-03-2019</c:v>
                </c:pt>
                <c:pt idx="4784">
                  <c:v>20-03-2019</c:v>
                </c:pt>
                <c:pt idx="4785">
                  <c:v>22-03-2019</c:v>
                </c:pt>
                <c:pt idx="4786">
                  <c:v>25-03-2019</c:v>
                </c:pt>
                <c:pt idx="4787">
                  <c:v>26-03-2019</c:v>
                </c:pt>
                <c:pt idx="4788">
                  <c:v>27-03-2019</c:v>
                </c:pt>
                <c:pt idx="4789">
                  <c:v>28-03-2019</c:v>
                </c:pt>
                <c:pt idx="4790">
                  <c:v>29-03-2019</c:v>
                </c:pt>
                <c:pt idx="4791">
                  <c:v>01-04-2019</c:v>
                </c:pt>
                <c:pt idx="4792">
                  <c:v>02-04-2019</c:v>
                </c:pt>
                <c:pt idx="4793">
                  <c:v>03-04-2019</c:v>
                </c:pt>
                <c:pt idx="4794">
                  <c:v>04-04-2019</c:v>
                </c:pt>
                <c:pt idx="4795">
                  <c:v>05-04-2019</c:v>
                </c:pt>
                <c:pt idx="4796">
                  <c:v>08-04-2019</c:v>
                </c:pt>
                <c:pt idx="4797">
                  <c:v>09-04-2019</c:v>
                </c:pt>
                <c:pt idx="4798">
                  <c:v>10-04-2019</c:v>
                </c:pt>
                <c:pt idx="4799">
                  <c:v>11-04-2019</c:v>
                </c:pt>
                <c:pt idx="4800">
                  <c:v>12-04-2019</c:v>
                </c:pt>
                <c:pt idx="4801">
                  <c:v>15-04-2019</c:v>
                </c:pt>
                <c:pt idx="4802">
                  <c:v>16-04-2019</c:v>
                </c:pt>
                <c:pt idx="4803">
                  <c:v>18-04-2019</c:v>
                </c:pt>
                <c:pt idx="4804">
                  <c:v>22-04-2019</c:v>
                </c:pt>
                <c:pt idx="4805">
                  <c:v>23-04-2019</c:v>
                </c:pt>
                <c:pt idx="4806">
                  <c:v>24-04-2019</c:v>
                </c:pt>
                <c:pt idx="4807">
                  <c:v>25-04-2019</c:v>
                </c:pt>
                <c:pt idx="4808">
                  <c:v>26-04-2019</c:v>
                </c:pt>
                <c:pt idx="4809">
                  <c:v>30-04-2019</c:v>
                </c:pt>
                <c:pt idx="4810">
                  <c:v>02-05-2019</c:v>
                </c:pt>
                <c:pt idx="4811">
                  <c:v>03-05-2019</c:v>
                </c:pt>
                <c:pt idx="4812">
                  <c:v>06-05-2019</c:v>
                </c:pt>
                <c:pt idx="4813">
                  <c:v>07-05-2019</c:v>
                </c:pt>
                <c:pt idx="4814">
                  <c:v>08-05-2019</c:v>
                </c:pt>
                <c:pt idx="4815">
                  <c:v>09-05-2019</c:v>
                </c:pt>
                <c:pt idx="4816">
                  <c:v>10-05-2019</c:v>
                </c:pt>
                <c:pt idx="4817">
                  <c:v>13-05-2019</c:v>
                </c:pt>
                <c:pt idx="4818">
                  <c:v>14-05-2019</c:v>
                </c:pt>
                <c:pt idx="4819">
                  <c:v>15-05-2019</c:v>
                </c:pt>
                <c:pt idx="4820">
                  <c:v>16-05-2019</c:v>
                </c:pt>
                <c:pt idx="4821">
                  <c:v>17-05-2019</c:v>
                </c:pt>
                <c:pt idx="4822">
                  <c:v>20-05-2019</c:v>
                </c:pt>
                <c:pt idx="4823">
                  <c:v>21-05-2019</c:v>
                </c:pt>
                <c:pt idx="4824">
                  <c:v>22-05-2019</c:v>
                </c:pt>
                <c:pt idx="4825">
                  <c:v>23-05-2019</c:v>
                </c:pt>
                <c:pt idx="4826">
                  <c:v>24-05-2019</c:v>
                </c:pt>
                <c:pt idx="4827">
                  <c:v>27-05-2019</c:v>
                </c:pt>
                <c:pt idx="4828">
                  <c:v>28-05-2019</c:v>
                </c:pt>
                <c:pt idx="4829">
                  <c:v>29-05-2019</c:v>
                </c:pt>
                <c:pt idx="4830">
                  <c:v>30-05-2019</c:v>
                </c:pt>
                <c:pt idx="4831">
                  <c:v>31-05-2019</c:v>
                </c:pt>
                <c:pt idx="4832">
                  <c:v>03-06-2019</c:v>
                </c:pt>
                <c:pt idx="4833">
                  <c:v>04-06-2019</c:v>
                </c:pt>
                <c:pt idx="4834">
                  <c:v>06-06-2019</c:v>
                </c:pt>
                <c:pt idx="4835">
                  <c:v>07-06-2019</c:v>
                </c:pt>
                <c:pt idx="4836">
                  <c:v>10-06-2019</c:v>
                </c:pt>
                <c:pt idx="4837">
                  <c:v>11-06-2019</c:v>
                </c:pt>
                <c:pt idx="4838">
                  <c:v>12-06-2019</c:v>
                </c:pt>
                <c:pt idx="4839">
                  <c:v>13-06-2019</c:v>
                </c:pt>
                <c:pt idx="4840">
                  <c:v>14-06-2019</c:v>
                </c:pt>
                <c:pt idx="4841">
                  <c:v>17-06-2019</c:v>
                </c:pt>
                <c:pt idx="4842">
                  <c:v>18-06-2019</c:v>
                </c:pt>
                <c:pt idx="4843">
                  <c:v>19-06-2019</c:v>
                </c:pt>
                <c:pt idx="4844">
                  <c:v>20-06-2019</c:v>
                </c:pt>
                <c:pt idx="4845">
                  <c:v>21-06-2019</c:v>
                </c:pt>
                <c:pt idx="4846">
                  <c:v>24-06-2019</c:v>
                </c:pt>
                <c:pt idx="4847">
                  <c:v>25-06-2019</c:v>
                </c:pt>
                <c:pt idx="4848">
                  <c:v>26-06-2019</c:v>
                </c:pt>
                <c:pt idx="4849">
                  <c:v>27-06-2019</c:v>
                </c:pt>
                <c:pt idx="4850">
                  <c:v>28-06-2019</c:v>
                </c:pt>
                <c:pt idx="4851">
                  <c:v>01-07-2019</c:v>
                </c:pt>
                <c:pt idx="4852">
                  <c:v>02-07-2019</c:v>
                </c:pt>
                <c:pt idx="4853">
                  <c:v>03-07-2019</c:v>
                </c:pt>
                <c:pt idx="4854">
                  <c:v>04-07-2019</c:v>
                </c:pt>
                <c:pt idx="4855">
                  <c:v>05-07-2019</c:v>
                </c:pt>
                <c:pt idx="4856">
                  <c:v>08-07-2019</c:v>
                </c:pt>
                <c:pt idx="4857">
                  <c:v>09-07-2019</c:v>
                </c:pt>
                <c:pt idx="4858">
                  <c:v>10-07-2019</c:v>
                </c:pt>
                <c:pt idx="4859">
                  <c:v>11-07-2019</c:v>
                </c:pt>
                <c:pt idx="4860">
                  <c:v>12-07-2019</c:v>
                </c:pt>
                <c:pt idx="4861">
                  <c:v>15-07-2019</c:v>
                </c:pt>
                <c:pt idx="4862">
                  <c:v>16-07-2019</c:v>
                </c:pt>
                <c:pt idx="4863">
                  <c:v>17-07-2019</c:v>
                </c:pt>
                <c:pt idx="4864">
                  <c:v>18-07-2019</c:v>
                </c:pt>
                <c:pt idx="4865">
                  <c:v>19-07-2019</c:v>
                </c:pt>
                <c:pt idx="4866">
                  <c:v>22-07-2019</c:v>
                </c:pt>
                <c:pt idx="4867">
                  <c:v>23-07-2019</c:v>
                </c:pt>
                <c:pt idx="4868">
                  <c:v>24-07-2019</c:v>
                </c:pt>
                <c:pt idx="4869">
                  <c:v>25-07-2019</c:v>
                </c:pt>
                <c:pt idx="4870">
                  <c:v>26-07-2019</c:v>
                </c:pt>
                <c:pt idx="4871">
                  <c:v>29-07-2019</c:v>
                </c:pt>
                <c:pt idx="4872">
                  <c:v>30-07-2019</c:v>
                </c:pt>
                <c:pt idx="4873">
                  <c:v>31-07-2019</c:v>
                </c:pt>
                <c:pt idx="4874">
                  <c:v>01-08-2019</c:v>
                </c:pt>
                <c:pt idx="4875">
                  <c:v>02-08-2019</c:v>
                </c:pt>
                <c:pt idx="4876">
                  <c:v>05-08-2019</c:v>
                </c:pt>
                <c:pt idx="4877">
                  <c:v>06-08-2019</c:v>
                </c:pt>
                <c:pt idx="4878">
                  <c:v>07-08-2019</c:v>
                </c:pt>
                <c:pt idx="4879">
                  <c:v>08-08-2019</c:v>
                </c:pt>
                <c:pt idx="4880">
                  <c:v>09-08-2019</c:v>
                </c:pt>
                <c:pt idx="4881">
                  <c:v>13-08-2019</c:v>
                </c:pt>
                <c:pt idx="4882">
                  <c:v>14-08-2019</c:v>
                </c:pt>
                <c:pt idx="4883">
                  <c:v>16-08-2019</c:v>
                </c:pt>
                <c:pt idx="4884">
                  <c:v>19-08-2019</c:v>
                </c:pt>
                <c:pt idx="4885">
                  <c:v>20-08-2019</c:v>
                </c:pt>
                <c:pt idx="4886">
                  <c:v>21-08-2019</c:v>
                </c:pt>
                <c:pt idx="4887">
                  <c:v>22-08-2019</c:v>
                </c:pt>
                <c:pt idx="4888">
                  <c:v>23-08-2019</c:v>
                </c:pt>
                <c:pt idx="4889">
                  <c:v>26-08-2019</c:v>
                </c:pt>
                <c:pt idx="4890">
                  <c:v>27-08-2019</c:v>
                </c:pt>
                <c:pt idx="4891">
                  <c:v>28-08-2019</c:v>
                </c:pt>
                <c:pt idx="4892">
                  <c:v>29-08-2019</c:v>
                </c:pt>
                <c:pt idx="4893">
                  <c:v>30-08-2019</c:v>
                </c:pt>
                <c:pt idx="4894">
                  <c:v>03-09-2019</c:v>
                </c:pt>
                <c:pt idx="4895">
                  <c:v>04-09-2019</c:v>
                </c:pt>
                <c:pt idx="4896">
                  <c:v>05-09-2019</c:v>
                </c:pt>
                <c:pt idx="4897">
                  <c:v>06-09-2019</c:v>
                </c:pt>
                <c:pt idx="4898">
                  <c:v>09-09-2019</c:v>
                </c:pt>
                <c:pt idx="4899">
                  <c:v>11-09-2019</c:v>
                </c:pt>
                <c:pt idx="4900">
                  <c:v>12-09-2019</c:v>
                </c:pt>
                <c:pt idx="4901">
                  <c:v>13-09-2019</c:v>
                </c:pt>
                <c:pt idx="4902">
                  <c:v>16-09-2019</c:v>
                </c:pt>
                <c:pt idx="4903">
                  <c:v>17-09-2019</c:v>
                </c:pt>
                <c:pt idx="4904">
                  <c:v>18-09-2019</c:v>
                </c:pt>
                <c:pt idx="4905">
                  <c:v>19-09-2019</c:v>
                </c:pt>
                <c:pt idx="4906">
                  <c:v>20-09-2019</c:v>
                </c:pt>
                <c:pt idx="4907">
                  <c:v>23-09-2019</c:v>
                </c:pt>
                <c:pt idx="4908">
                  <c:v>24-09-2019</c:v>
                </c:pt>
                <c:pt idx="4909">
                  <c:v>25-09-2019</c:v>
                </c:pt>
                <c:pt idx="4910">
                  <c:v>26-09-2019</c:v>
                </c:pt>
                <c:pt idx="4911">
                  <c:v>27-09-2019</c:v>
                </c:pt>
                <c:pt idx="4912">
                  <c:v>30-09-2019</c:v>
                </c:pt>
                <c:pt idx="4913">
                  <c:v>01-10-2019</c:v>
                </c:pt>
                <c:pt idx="4914">
                  <c:v>03-10-2019</c:v>
                </c:pt>
                <c:pt idx="4915">
                  <c:v>04-10-2019</c:v>
                </c:pt>
                <c:pt idx="4916">
                  <c:v>07-10-2019</c:v>
                </c:pt>
                <c:pt idx="4917">
                  <c:v>09-10-2019</c:v>
                </c:pt>
                <c:pt idx="4918">
                  <c:v>10-10-2019</c:v>
                </c:pt>
                <c:pt idx="4919">
                  <c:v>11-10-2019</c:v>
                </c:pt>
                <c:pt idx="4920">
                  <c:v>14-10-2019</c:v>
                </c:pt>
                <c:pt idx="4921">
                  <c:v>15-10-2019</c:v>
                </c:pt>
                <c:pt idx="4922">
                  <c:v>16-10-2019</c:v>
                </c:pt>
                <c:pt idx="4923">
                  <c:v>17-10-2019</c:v>
                </c:pt>
                <c:pt idx="4924">
                  <c:v>18-10-2019</c:v>
                </c:pt>
                <c:pt idx="4925">
                  <c:v>22-10-2019</c:v>
                </c:pt>
                <c:pt idx="4926">
                  <c:v>23-10-2019</c:v>
                </c:pt>
                <c:pt idx="4927">
                  <c:v>24-10-2019</c:v>
                </c:pt>
                <c:pt idx="4928">
                  <c:v>25-10-2019</c:v>
                </c:pt>
                <c:pt idx="4929">
                  <c:v>27-10-2019</c:v>
                </c:pt>
                <c:pt idx="4930">
                  <c:v>29-10-2019</c:v>
                </c:pt>
                <c:pt idx="4931">
                  <c:v>30-10-2019</c:v>
                </c:pt>
                <c:pt idx="4932">
                  <c:v>31-10-2019</c:v>
                </c:pt>
                <c:pt idx="4933">
                  <c:v>01-11-2019</c:v>
                </c:pt>
                <c:pt idx="4934">
                  <c:v>04-11-2019</c:v>
                </c:pt>
                <c:pt idx="4935">
                  <c:v>05-11-2019</c:v>
                </c:pt>
                <c:pt idx="4936">
                  <c:v>06-11-2019</c:v>
                </c:pt>
                <c:pt idx="4937">
                  <c:v>07-11-2019</c:v>
                </c:pt>
                <c:pt idx="4938">
                  <c:v>08-11-2019</c:v>
                </c:pt>
                <c:pt idx="4939">
                  <c:v>11-11-2019</c:v>
                </c:pt>
                <c:pt idx="4940">
                  <c:v>13-11-2019</c:v>
                </c:pt>
                <c:pt idx="4941">
                  <c:v>14-11-2019</c:v>
                </c:pt>
                <c:pt idx="4942">
                  <c:v>15-11-2019</c:v>
                </c:pt>
                <c:pt idx="4943">
                  <c:v>18-11-2019</c:v>
                </c:pt>
                <c:pt idx="4944">
                  <c:v>19-11-2019</c:v>
                </c:pt>
                <c:pt idx="4945">
                  <c:v>20-11-2019</c:v>
                </c:pt>
                <c:pt idx="4946">
                  <c:v>21-11-2019</c:v>
                </c:pt>
                <c:pt idx="4947">
                  <c:v>22-11-2019</c:v>
                </c:pt>
                <c:pt idx="4948">
                  <c:v>25-11-2019</c:v>
                </c:pt>
                <c:pt idx="4949">
                  <c:v>26-11-2019</c:v>
                </c:pt>
                <c:pt idx="4950">
                  <c:v>27-11-2019</c:v>
                </c:pt>
                <c:pt idx="4951">
                  <c:v>28-11-2019</c:v>
                </c:pt>
                <c:pt idx="4952">
                  <c:v>29-11-2019</c:v>
                </c:pt>
                <c:pt idx="4953">
                  <c:v>02-12-2019</c:v>
                </c:pt>
                <c:pt idx="4954">
                  <c:v>03-12-2019</c:v>
                </c:pt>
                <c:pt idx="4955">
                  <c:v>04-12-2019</c:v>
                </c:pt>
                <c:pt idx="4956">
                  <c:v>05-12-2019</c:v>
                </c:pt>
                <c:pt idx="4957">
                  <c:v>06-12-2019</c:v>
                </c:pt>
                <c:pt idx="4958">
                  <c:v>09-12-2019</c:v>
                </c:pt>
                <c:pt idx="4959">
                  <c:v>10-12-2019</c:v>
                </c:pt>
                <c:pt idx="4960">
                  <c:v>11-12-2019</c:v>
                </c:pt>
                <c:pt idx="4961">
                  <c:v>12-12-2019</c:v>
                </c:pt>
                <c:pt idx="4962">
                  <c:v>13-12-2019</c:v>
                </c:pt>
                <c:pt idx="4963">
                  <c:v>16-12-2019</c:v>
                </c:pt>
                <c:pt idx="4964">
                  <c:v>17-12-2019</c:v>
                </c:pt>
                <c:pt idx="4965">
                  <c:v>18-12-2019</c:v>
                </c:pt>
                <c:pt idx="4966">
                  <c:v>19-12-2019</c:v>
                </c:pt>
                <c:pt idx="4967">
                  <c:v>20-12-2019</c:v>
                </c:pt>
                <c:pt idx="4968">
                  <c:v>23-12-2019</c:v>
                </c:pt>
                <c:pt idx="4969">
                  <c:v>24-12-2019</c:v>
                </c:pt>
                <c:pt idx="4970">
                  <c:v>26-12-2019</c:v>
                </c:pt>
                <c:pt idx="4971">
                  <c:v>27-12-2019</c:v>
                </c:pt>
                <c:pt idx="4972">
                  <c:v>30-12-2019</c:v>
                </c:pt>
                <c:pt idx="4973">
                  <c:v>31-12-2019</c:v>
                </c:pt>
                <c:pt idx="4974">
                  <c:v>01-01-2020</c:v>
                </c:pt>
                <c:pt idx="4975">
                  <c:v>02-01-2020</c:v>
                </c:pt>
                <c:pt idx="4976">
                  <c:v>03-01-2020</c:v>
                </c:pt>
                <c:pt idx="4977">
                  <c:v>06-01-2020</c:v>
                </c:pt>
                <c:pt idx="4978">
                  <c:v>07-01-2020</c:v>
                </c:pt>
                <c:pt idx="4979">
                  <c:v>08-01-2020</c:v>
                </c:pt>
                <c:pt idx="4980">
                  <c:v>09-01-2020</c:v>
                </c:pt>
                <c:pt idx="4981">
                  <c:v>10-01-2020</c:v>
                </c:pt>
                <c:pt idx="4982">
                  <c:v>13-01-2020</c:v>
                </c:pt>
                <c:pt idx="4983">
                  <c:v>14-01-2020</c:v>
                </c:pt>
                <c:pt idx="4984">
                  <c:v>15-01-2020</c:v>
                </c:pt>
                <c:pt idx="4985">
                  <c:v>16-01-2020</c:v>
                </c:pt>
                <c:pt idx="4986">
                  <c:v>17-01-2020</c:v>
                </c:pt>
                <c:pt idx="4987">
                  <c:v>20-01-2020</c:v>
                </c:pt>
                <c:pt idx="4988">
                  <c:v>21-01-2020</c:v>
                </c:pt>
                <c:pt idx="4989">
                  <c:v>22-01-2020</c:v>
                </c:pt>
                <c:pt idx="4990">
                  <c:v>23-01-2020</c:v>
                </c:pt>
                <c:pt idx="4991">
                  <c:v>24-01-2020</c:v>
                </c:pt>
                <c:pt idx="4992">
                  <c:v>27-01-2020</c:v>
                </c:pt>
                <c:pt idx="4993">
                  <c:v>28-01-2020</c:v>
                </c:pt>
                <c:pt idx="4994">
                  <c:v>29-01-2020</c:v>
                </c:pt>
                <c:pt idx="4995">
                  <c:v>30-01-2020</c:v>
                </c:pt>
                <c:pt idx="4996">
                  <c:v>31-01-2020</c:v>
                </c:pt>
                <c:pt idx="4997">
                  <c:v>01-02-2020</c:v>
                </c:pt>
                <c:pt idx="4998">
                  <c:v>03-02-2020</c:v>
                </c:pt>
                <c:pt idx="4999">
                  <c:v>04-02-2020</c:v>
                </c:pt>
                <c:pt idx="5000">
                  <c:v>05-02-2020</c:v>
                </c:pt>
                <c:pt idx="5001">
                  <c:v>06-02-2020</c:v>
                </c:pt>
                <c:pt idx="5002">
                  <c:v>07-02-2020</c:v>
                </c:pt>
                <c:pt idx="5003">
                  <c:v>10-02-2020</c:v>
                </c:pt>
                <c:pt idx="5004">
                  <c:v>11-02-2020</c:v>
                </c:pt>
                <c:pt idx="5005">
                  <c:v>12-02-2020</c:v>
                </c:pt>
                <c:pt idx="5006">
                  <c:v>13-02-2020</c:v>
                </c:pt>
                <c:pt idx="5007">
                  <c:v>14-02-2020</c:v>
                </c:pt>
                <c:pt idx="5008">
                  <c:v>17-02-2020</c:v>
                </c:pt>
                <c:pt idx="5009">
                  <c:v>18-02-2020</c:v>
                </c:pt>
                <c:pt idx="5010">
                  <c:v>19-02-2020</c:v>
                </c:pt>
                <c:pt idx="5011">
                  <c:v>20-02-2020</c:v>
                </c:pt>
                <c:pt idx="5012">
                  <c:v>24-02-2020</c:v>
                </c:pt>
                <c:pt idx="5013">
                  <c:v>25-02-2020</c:v>
                </c:pt>
                <c:pt idx="5014">
                  <c:v>26-02-2020</c:v>
                </c:pt>
                <c:pt idx="5015">
                  <c:v>27-02-2020</c:v>
                </c:pt>
                <c:pt idx="5016">
                  <c:v>28-02-2020</c:v>
                </c:pt>
                <c:pt idx="5017">
                  <c:v>02-03-2020</c:v>
                </c:pt>
                <c:pt idx="5018">
                  <c:v>03-03-2020</c:v>
                </c:pt>
                <c:pt idx="5019">
                  <c:v>04-03-2020</c:v>
                </c:pt>
                <c:pt idx="5020">
                  <c:v>05-03-2020</c:v>
                </c:pt>
                <c:pt idx="5021">
                  <c:v>06-03-2020</c:v>
                </c:pt>
                <c:pt idx="5022">
                  <c:v>09-03-2020</c:v>
                </c:pt>
                <c:pt idx="5023">
                  <c:v>11-03-2020</c:v>
                </c:pt>
                <c:pt idx="5024">
                  <c:v>12-03-2020</c:v>
                </c:pt>
                <c:pt idx="5025">
                  <c:v>13-03-2020</c:v>
                </c:pt>
                <c:pt idx="5026">
                  <c:v>16-03-2020</c:v>
                </c:pt>
                <c:pt idx="5027">
                  <c:v>17-03-2020</c:v>
                </c:pt>
                <c:pt idx="5028">
                  <c:v>18-03-2020</c:v>
                </c:pt>
                <c:pt idx="5029">
                  <c:v>19-03-2020</c:v>
                </c:pt>
                <c:pt idx="5030">
                  <c:v>20-03-2020</c:v>
                </c:pt>
                <c:pt idx="5031">
                  <c:v>23-03-2020</c:v>
                </c:pt>
                <c:pt idx="5032">
                  <c:v>24-03-2020</c:v>
                </c:pt>
                <c:pt idx="5033">
                  <c:v>25-03-2020</c:v>
                </c:pt>
                <c:pt idx="5034">
                  <c:v>26-03-2020</c:v>
                </c:pt>
                <c:pt idx="5035">
                  <c:v>27-03-2020</c:v>
                </c:pt>
                <c:pt idx="5036">
                  <c:v>30-03-2020</c:v>
                </c:pt>
                <c:pt idx="5037">
                  <c:v>31-03-2020</c:v>
                </c:pt>
                <c:pt idx="5038">
                  <c:v>01-04-2020</c:v>
                </c:pt>
                <c:pt idx="5039">
                  <c:v>03-04-2020</c:v>
                </c:pt>
                <c:pt idx="5040">
                  <c:v>07-04-2020</c:v>
                </c:pt>
                <c:pt idx="5041">
                  <c:v>08-04-2020</c:v>
                </c:pt>
                <c:pt idx="5042">
                  <c:v>09-04-2020</c:v>
                </c:pt>
                <c:pt idx="5043">
                  <c:v>13-04-2020</c:v>
                </c:pt>
                <c:pt idx="5044">
                  <c:v>15-04-2020</c:v>
                </c:pt>
                <c:pt idx="5045">
                  <c:v>16-04-2020</c:v>
                </c:pt>
                <c:pt idx="5046">
                  <c:v>17-04-2020</c:v>
                </c:pt>
                <c:pt idx="5047">
                  <c:v>20-04-2020</c:v>
                </c:pt>
                <c:pt idx="5048">
                  <c:v>21-04-2020</c:v>
                </c:pt>
                <c:pt idx="5049">
                  <c:v>22-04-2020</c:v>
                </c:pt>
                <c:pt idx="5050">
                  <c:v>23-04-2020</c:v>
                </c:pt>
                <c:pt idx="5051">
                  <c:v>24-04-2020</c:v>
                </c:pt>
                <c:pt idx="5052">
                  <c:v>27-04-2020</c:v>
                </c:pt>
                <c:pt idx="5053">
                  <c:v>28-04-2020</c:v>
                </c:pt>
                <c:pt idx="5054">
                  <c:v>29-04-2020</c:v>
                </c:pt>
                <c:pt idx="5055">
                  <c:v>30-04-2020</c:v>
                </c:pt>
                <c:pt idx="5056">
                  <c:v>04-05-2020</c:v>
                </c:pt>
                <c:pt idx="5057">
                  <c:v>05-05-2020</c:v>
                </c:pt>
                <c:pt idx="5058">
                  <c:v>06-05-2020</c:v>
                </c:pt>
                <c:pt idx="5059">
                  <c:v>07-05-2020</c:v>
                </c:pt>
                <c:pt idx="5060">
                  <c:v>08-05-2020</c:v>
                </c:pt>
                <c:pt idx="5061">
                  <c:v>11-05-2020</c:v>
                </c:pt>
                <c:pt idx="5062">
                  <c:v>12-05-2020</c:v>
                </c:pt>
                <c:pt idx="5063">
                  <c:v>13-05-2020</c:v>
                </c:pt>
                <c:pt idx="5064">
                  <c:v>14-05-2020</c:v>
                </c:pt>
                <c:pt idx="5065">
                  <c:v>15-05-2020</c:v>
                </c:pt>
                <c:pt idx="5066">
                  <c:v>18-05-2020</c:v>
                </c:pt>
                <c:pt idx="5067">
                  <c:v>19-05-2020</c:v>
                </c:pt>
                <c:pt idx="5068">
                  <c:v>20-05-2020</c:v>
                </c:pt>
                <c:pt idx="5069">
                  <c:v>21-05-2020</c:v>
                </c:pt>
                <c:pt idx="5070">
                  <c:v>22-05-2020</c:v>
                </c:pt>
                <c:pt idx="5071">
                  <c:v>26-05-2020</c:v>
                </c:pt>
                <c:pt idx="5072">
                  <c:v>27-05-2020</c:v>
                </c:pt>
                <c:pt idx="5073">
                  <c:v>28-05-2020</c:v>
                </c:pt>
                <c:pt idx="5074">
                  <c:v>29-05-2020</c:v>
                </c:pt>
                <c:pt idx="5075">
                  <c:v>01-06-2020</c:v>
                </c:pt>
                <c:pt idx="5076">
                  <c:v>02-06-2020</c:v>
                </c:pt>
                <c:pt idx="5077">
                  <c:v>03-06-2020</c:v>
                </c:pt>
                <c:pt idx="5078">
                  <c:v>04-06-2020</c:v>
                </c:pt>
                <c:pt idx="5079">
                  <c:v>05-06-2020</c:v>
                </c:pt>
                <c:pt idx="5080">
                  <c:v>08-06-2020</c:v>
                </c:pt>
                <c:pt idx="5081">
                  <c:v>09-06-2020</c:v>
                </c:pt>
                <c:pt idx="5082">
                  <c:v>10-06-2020</c:v>
                </c:pt>
                <c:pt idx="5083">
                  <c:v>11-06-2020</c:v>
                </c:pt>
                <c:pt idx="5084">
                  <c:v>12-06-2020</c:v>
                </c:pt>
                <c:pt idx="5085">
                  <c:v>15-06-2020</c:v>
                </c:pt>
                <c:pt idx="5086">
                  <c:v>16-06-2020</c:v>
                </c:pt>
                <c:pt idx="5087">
                  <c:v>17-06-2020</c:v>
                </c:pt>
                <c:pt idx="5088">
                  <c:v>18-06-2020</c:v>
                </c:pt>
                <c:pt idx="5089">
                  <c:v>19-06-2020</c:v>
                </c:pt>
                <c:pt idx="5090">
                  <c:v>22-06-2020</c:v>
                </c:pt>
                <c:pt idx="5091">
                  <c:v>23-06-2020</c:v>
                </c:pt>
                <c:pt idx="5092">
                  <c:v>24-06-2020</c:v>
                </c:pt>
                <c:pt idx="5093">
                  <c:v>25-06-2020</c:v>
                </c:pt>
                <c:pt idx="5094">
                  <c:v>26-06-2020</c:v>
                </c:pt>
                <c:pt idx="5095">
                  <c:v>29-06-2020</c:v>
                </c:pt>
                <c:pt idx="5096">
                  <c:v>30-06-2020</c:v>
                </c:pt>
                <c:pt idx="5097">
                  <c:v>01-07-2020</c:v>
                </c:pt>
                <c:pt idx="5098">
                  <c:v>02-07-2020</c:v>
                </c:pt>
                <c:pt idx="5099">
                  <c:v>03-07-2020</c:v>
                </c:pt>
                <c:pt idx="5100">
                  <c:v>06-07-2020</c:v>
                </c:pt>
                <c:pt idx="5101">
                  <c:v>07-07-2020</c:v>
                </c:pt>
                <c:pt idx="5102">
                  <c:v>08-07-2020</c:v>
                </c:pt>
                <c:pt idx="5103">
                  <c:v>09-07-2020</c:v>
                </c:pt>
                <c:pt idx="5104">
                  <c:v>10-07-2020</c:v>
                </c:pt>
                <c:pt idx="5105">
                  <c:v>13-07-2020</c:v>
                </c:pt>
                <c:pt idx="5106">
                  <c:v>14-07-2020</c:v>
                </c:pt>
                <c:pt idx="5107">
                  <c:v>15-07-2020</c:v>
                </c:pt>
                <c:pt idx="5108">
                  <c:v>16-07-2020</c:v>
                </c:pt>
                <c:pt idx="5109">
                  <c:v>17-07-2020</c:v>
                </c:pt>
                <c:pt idx="5110">
                  <c:v>20-07-2020</c:v>
                </c:pt>
                <c:pt idx="5111">
                  <c:v>21-07-2020</c:v>
                </c:pt>
                <c:pt idx="5112">
                  <c:v>22-07-2020</c:v>
                </c:pt>
                <c:pt idx="5113">
                  <c:v>23-07-2020</c:v>
                </c:pt>
                <c:pt idx="5114">
                  <c:v>24-07-2020</c:v>
                </c:pt>
                <c:pt idx="5115">
                  <c:v>27-07-2020</c:v>
                </c:pt>
                <c:pt idx="5116">
                  <c:v>28-07-2020</c:v>
                </c:pt>
                <c:pt idx="5117">
                  <c:v>29-07-2020</c:v>
                </c:pt>
                <c:pt idx="5118">
                  <c:v>30-07-2020</c:v>
                </c:pt>
                <c:pt idx="5119">
                  <c:v>31-07-2020</c:v>
                </c:pt>
                <c:pt idx="5120">
                  <c:v>03-08-2020</c:v>
                </c:pt>
                <c:pt idx="5121">
                  <c:v>04-08-2020</c:v>
                </c:pt>
                <c:pt idx="5122">
                  <c:v>05-08-2020</c:v>
                </c:pt>
                <c:pt idx="5123">
                  <c:v>06-08-2020</c:v>
                </c:pt>
                <c:pt idx="5124">
                  <c:v>07-08-2020</c:v>
                </c:pt>
                <c:pt idx="5125">
                  <c:v>10-08-2020</c:v>
                </c:pt>
                <c:pt idx="5126">
                  <c:v>11-08-2020</c:v>
                </c:pt>
                <c:pt idx="5127">
                  <c:v>12-08-2020</c:v>
                </c:pt>
                <c:pt idx="5128">
                  <c:v>13-08-2020</c:v>
                </c:pt>
                <c:pt idx="5129">
                  <c:v>14-08-2020</c:v>
                </c:pt>
                <c:pt idx="5130">
                  <c:v>17-08-2020</c:v>
                </c:pt>
                <c:pt idx="5131">
                  <c:v>18-08-2020</c:v>
                </c:pt>
                <c:pt idx="5132">
                  <c:v>19-08-2020</c:v>
                </c:pt>
                <c:pt idx="5133">
                  <c:v>20-08-2020</c:v>
                </c:pt>
                <c:pt idx="5134">
                  <c:v>21-08-2020</c:v>
                </c:pt>
                <c:pt idx="5135">
                  <c:v>24-08-2020</c:v>
                </c:pt>
                <c:pt idx="5136">
                  <c:v>25-08-2020</c:v>
                </c:pt>
                <c:pt idx="5137">
                  <c:v>26-08-2020</c:v>
                </c:pt>
                <c:pt idx="5138">
                  <c:v>27-08-2020</c:v>
                </c:pt>
                <c:pt idx="5139">
                  <c:v>28-08-2020</c:v>
                </c:pt>
                <c:pt idx="5140">
                  <c:v>31-08-2020</c:v>
                </c:pt>
                <c:pt idx="5141">
                  <c:v>01-09-2020</c:v>
                </c:pt>
                <c:pt idx="5142">
                  <c:v>02-09-2020</c:v>
                </c:pt>
                <c:pt idx="5143">
                  <c:v>03-09-2020</c:v>
                </c:pt>
                <c:pt idx="5144">
                  <c:v>04-09-2020</c:v>
                </c:pt>
                <c:pt idx="5145">
                  <c:v>07-09-2020</c:v>
                </c:pt>
                <c:pt idx="5146">
                  <c:v>08-09-2020</c:v>
                </c:pt>
                <c:pt idx="5147">
                  <c:v>09-09-2020</c:v>
                </c:pt>
                <c:pt idx="5148">
                  <c:v>10-09-2020</c:v>
                </c:pt>
                <c:pt idx="5149">
                  <c:v>11-09-2020</c:v>
                </c:pt>
                <c:pt idx="5150">
                  <c:v>14-09-2020</c:v>
                </c:pt>
                <c:pt idx="5151">
                  <c:v>15-09-2020</c:v>
                </c:pt>
                <c:pt idx="5152">
                  <c:v>16-09-2020</c:v>
                </c:pt>
                <c:pt idx="5153">
                  <c:v>17-09-2020</c:v>
                </c:pt>
                <c:pt idx="5154">
                  <c:v>18-09-2020</c:v>
                </c:pt>
                <c:pt idx="5155">
                  <c:v>21-09-2020</c:v>
                </c:pt>
                <c:pt idx="5156">
                  <c:v>22-09-2020</c:v>
                </c:pt>
                <c:pt idx="5157">
                  <c:v>23-09-2020</c:v>
                </c:pt>
                <c:pt idx="5158">
                  <c:v>24-09-2020</c:v>
                </c:pt>
                <c:pt idx="5159">
                  <c:v>25-09-2020</c:v>
                </c:pt>
                <c:pt idx="5160">
                  <c:v>28-09-2020</c:v>
                </c:pt>
                <c:pt idx="5161">
                  <c:v>29-09-2020</c:v>
                </c:pt>
                <c:pt idx="5162">
                  <c:v>30-09-2020</c:v>
                </c:pt>
                <c:pt idx="5163">
                  <c:v>01-10-2020</c:v>
                </c:pt>
                <c:pt idx="5164">
                  <c:v>05-10-2020</c:v>
                </c:pt>
                <c:pt idx="5165">
                  <c:v>06-10-2020</c:v>
                </c:pt>
                <c:pt idx="5166">
                  <c:v>07-10-2020</c:v>
                </c:pt>
                <c:pt idx="5167">
                  <c:v>08-10-2020</c:v>
                </c:pt>
                <c:pt idx="5168">
                  <c:v>09-10-2020</c:v>
                </c:pt>
                <c:pt idx="5169">
                  <c:v>12-10-2020</c:v>
                </c:pt>
                <c:pt idx="5170">
                  <c:v>13-10-2020</c:v>
                </c:pt>
                <c:pt idx="5171">
                  <c:v>14-10-2020</c:v>
                </c:pt>
                <c:pt idx="5172">
                  <c:v>15-10-2020</c:v>
                </c:pt>
                <c:pt idx="5173">
                  <c:v>16-10-2020</c:v>
                </c:pt>
                <c:pt idx="5174">
                  <c:v>19-10-2020</c:v>
                </c:pt>
                <c:pt idx="5175">
                  <c:v>20-10-2020</c:v>
                </c:pt>
                <c:pt idx="5176">
                  <c:v>21-10-2020</c:v>
                </c:pt>
                <c:pt idx="5177">
                  <c:v>22-10-2020</c:v>
                </c:pt>
                <c:pt idx="5178">
                  <c:v>23-10-2020</c:v>
                </c:pt>
                <c:pt idx="5179">
                  <c:v>26-10-2020</c:v>
                </c:pt>
                <c:pt idx="5180">
                  <c:v>27-10-2020</c:v>
                </c:pt>
                <c:pt idx="5181">
                  <c:v>28-10-2020</c:v>
                </c:pt>
                <c:pt idx="5182">
                  <c:v>29-10-2020</c:v>
                </c:pt>
                <c:pt idx="5183">
                  <c:v>30-10-2020</c:v>
                </c:pt>
                <c:pt idx="5184">
                  <c:v>02-11-2020</c:v>
                </c:pt>
                <c:pt idx="5185">
                  <c:v>03-11-2020</c:v>
                </c:pt>
                <c:pt idx="5186">
                  <c:v>04-11-2020</c:v>
                </c:pt>
                <c:pt idx="5187">
                  <c:v>05-11-2020</c:v>
                </c:pt>
                <c:pt idx="5188">
                  <c:v>06-11-2020</c:v>
                </c:pt>
                <c:pt idx="5189">
                  <c:v>09-11-2020</c:v>
                </c:pt>
                <c:pt idx="5190">
                  <c:v>10-11-2020</c:v>
                </c:pt>
                <c:pt idx="5191">
                  <c:v>11-11-2020</c:v>
                </c:pt>
                <c:pt idx="5192">
                  <c:v>12-11-2020</c:v>
                </c:pt>
                <c:pt idx="5193">
                  <c:v>13-11-2020</c:v>
                </c:pt>
                <c:pt idx="5194">
                  <c:v>14-11-2020</c:v>
                </c:pt>
                <c:pt idx="5195">
                  <c:v>17-11-2020</c:v>
                </c:pt>
                <c:pt idx="5196">
                  <c:v>18-11-2020</c:v>
                </c:pt>
                <c:pt idx="5197">
                  <c:v>19-11-2020</c:v>
                </c:pt>
                <c:pt idx="5198">
                  <c:v>20-11-2020</c:v>
                </c:pt>
                <c:pt idx="5199">
                  <c:v>23-11-2020</c:v>
                </c:pt>
                <c:pt idx="5200">
                  <c:v>24-11-2020</c:v>
                </c:pt>
                <c:pt idx="5201">
                  <c:v>25-11-2020</c:v>
                </c:pt>
                <c:pt idx="5202">
                  <c:v>26-11-2020</c:v>
                </c:pt>
                <c:pt idx="5203">
                  <c:v>27-11-2020</c:v>
                </c:pt>
                <c:pt idx="5204">
                  <c:v>01-12-2020</c:v>
                </c:pt>
                <c:pt idx="5205">
                  <c:v>02-12-2020</c:v>
                </c:pt>
                <c:pt idx="5206">
                  <c:v>03-12-2020</c:v>
                </c:pt>
                <c:pt idx="5207">
                  <c:v>04-12-2020</c:v>
                </c:pt>
                <c:pt idx="5208">
                  <c:v>07-12-2020</c:v>
                </c:pt>
                <c:pt idx="5209">
                  <c:v>08-12-2020</c:v>
                </c:pt>
                <c:pt idx="5210">
                  <c:v>09-12-2020</c:v>
                </c:pt>
                <c:pt idx="5211">
                  <c:v>10-12-2020</c:v>
                </c:pt>
                <c:pt idx="5212">
                  <c:v>11-12-2020</c:v>
                </c:pt>
                <c:pt idx="5213">
                  <c:v>14-12-2020</c:v>
                </c:pt>
                <c:pt idx="5214">
                  <c:v>15-12-2020</c:v>
                </c:pt>
                <c:pt idx="5215">
                  <c:v>16-12-2020</c:v>
                </c:pt>
                <c:pt idx="5216">
                  <c:v>17-12-2020</c:v>
                </c:pt>
                <c:pt idx="5217">
                  <c:v>18-12-2020</c:v>
                </c:pt>
                <c:pt idx="5218">
                  <c:v>21-12-2020</c:v>
                </c:pt>
                <c:pt idx="5219">
                  <c:v>22-12-2020</c:v>
                </c:pt>
                <c:pt idx="5220">
                  <c:v>23-12-2020</c:v>
                </c:pt>
                <c:pt idx="5221">
                  <c:v>24-12-2020</c:v>
                </c:pt>
                <c:pt idx="5222">
                  <c:v>28-12-2020</c:v>
                </c:pt>
                <c:pt idx="5223">
                  <c:v>29-12-2020</c:v>
                </c:pt>
                <c:pt idx="5224">
                  <c:v>30-12-2020</c:v>
                </c:pt>
                <c:pt idx="5225">
                  <c:v>31-12-2020</c:v>
                </c:pt>
                <c:pt idx="5226">
                  <c:v>01-01-2021</c:v>
                </c:pt>
                <c:pt idx="5227">
                  <c:v>04-01-2021</c:v>
                </c:pt>
                <c:pt idx="5228">
                  <c:v>05-01-2021</c:v>
                </c:pt>
                <c:pt idx="5229">
                  <c:v>06-01-2021</c:v>
                </c:pt>
                <c:pt idx="5230">
                  <c:v>07-01-2021</c:v>
                </c:pt>
                <c:pt idx="5231">
                  <c:v>08-01-2021</c:v>
                </c:pt>
                <c:pt idx="5232">
                  <c:v>11-01-2021</c:v>
                </c:pt>
                <c:pt idx="5233">
                  <c:v>12-01-2021</c:v>
                </c:pt>
                <c:pt idx="5234">
                  <c:v>13-01-2021</c:v>
                </c:pt>
                <c:pt idx="5235">
                  <c:v>14-01-2021</c:v>
                </c:pt>
                <c:pt idx="5236">
                  <c:v>15-01-2021</c:v>
                </c:pt>
                <c:pt idx="5237">
                  <c:v>18-01-2021</c:v>
                </c:pt>
                <c:pt idx="5238">
                  <c:v>19-01-2021</c:v>
                </c:pt>
                <c:pt idx="5239">
                  <c:v>20-01-2021</c:v>
                </c:pt>
                <c:pt idx="5240">
                  <c:v>21-01-2021</c:v>
                </c:pt>
                <c:pt idx="5241">
                  <c:v>22-01-2021</c:v>
                </c:pt>
                <c:pt idx="5242">
                  <c:v>25-01-2021</c:v>
                </c:pt>
                <c:pt idx="5243">
                  <c:v>27-01-2021</c:v>
                </c:pt>
                <c:pt idx="5244">
                  <c:v>28-01-2021</c:v>
                </c:pt>
                <c:pt idx="5245">
                  <c:v>29-01-2021</c:v>
                </c:pt>
                <c:pt idx="5246">
                  <c:v>01-02-2021</c:v>
                </c:pt>
                <c:pt idx="5247">
                  <c:v>02-02-2021</c:v>
                </c:pt>
                <c:pt idx="5248">
                  <c:v>03-02-2021</c:v>
                </c:pt>
                <c:pt idx="5249">
                  <c:v>04-02-2021</c:v>
                </c:pt>
                <c:pt idx="5250">
                  <c:v>05-02-2021</c:v>
                </c:pt>
                <c:pt idx="5251">
                  <c:v>08-02-2021</c:v>
                </c:pt>
                <c:pt idx="5252">
                  <c:v>09-02-2021</c:v>
                </c:pt>
                <c:pt idx="5253">
                  <c:v>10-02-2021</c:v>
                </c:pt>
                <c:pt idx="5254">
                  <c:v>11-02-2021</c:v>
                </c:pt>
                <c:pt idx="5255">
                  <c:v>12-02-2021</c:v>
                </c:pt>
                <c:pt idx="5256">
                  <c:v>15-02-2021</c:v>
                </c:pt>
                <c:pt idx="5257">
                  <c:v>16-02-2021</c:v>
                </c:pt>
                <c:pt idx="5258">
                  <c:v>17-02-2021</c:v>
                </c:pt>
                <c:pt idx="5259">
                  <c:v>18-02-2021</c:v>
                </c:pt>
                <c:pt idx="5260">
                  <c:v>19-02-2021</c:v>
                </c:pt>
                <c:pt idx="5261">
                  <c:v>22-02-2021</c:v>
                </c:pt>
                <c:pt idx="5262">
                  <c:v>23-02-2021</c:v>
                </c:pt>
                <c:pt idx="5263">
                  <c:v>24-02-2021</c:v>
                </c:pt>
                <c:pt idx="5264">
                  <c:v>25-02-2021</c:v>
                </c:pt>
                <c:pt idx="5265">
                  <c:v>26-02-2021</c:v>
                </c:pt>
                <c:pt idx="5266">
                  <c:v>01-03-2021</c:v>
                </c:pt>
                <c:pt idx="5267">
                  <c:v>02-03-2021</c:v>
                </c:pt>
                <c:pt idx="5268">
                  <c:v>03-03-2021</c:v>
                </c:pt>
                <c:pt idx="5269">
                  <c:v>04-03-2021</c:v>
                </c:pt>
                <c:pt idx="5270">
                  <c:v>05-03-2021</c:v>
                </c:pt>
                <c:pt idx="5271">
                  <c:v>08-03-2021</c:v>
                </c:pt>
                <c:pt idx="5272">
                  <c:v>09-03-2021</c:v>
                </c:pt>
                <c:pt idx="5273">
                  <c:v>10-03-2021</c:v>
                </c:pt>
                <c:pt idx="5274">
                  <c:v>12-03-2021</c:v>
                </c:pt>
                <c:pt idx="5275">
                  <c:v>15-03-2021</c:v>
                </c:pt>
                <c:pt idx="5276">
                  <c:v>16-03-2021</c:v>
                </c:pt>
                <c:pt idx="5277">
                  <c:v>17-03-2021</c:v>
                </c:pt>
                <c:pt idx="5278">
                  <c:v>18-03-2021</c:v>
                </c:pt>
                <c:pt idx="5279">
                  <c:v>19-03-2021</c:v>
                </c:pt>
                <c:pt idx="5280">
                  <c:v>22-03-2021</c:v>
                </c:pt>
                <c:pt idx="5281">
                  <c:v>23-03-2021</c:v>
                </c:pt>
                <c:pt idx="5282">
                  <c:v>24-03-2021</c:v>
                </c:pt>
                <c:pt idx="5283">
                  <c:v>25-03-2021</c:v>
                </c:pt>
                <c:pt idx="5284">
                  <c:v>26-03-2021</c:v>
                </c:pt>
                <c:pt idx="5285">
                  <c:v>30-03-2021</c:v>
                </c:pt>
                <c:pt idx="5286">
                  <c:v>31-03-2021</c:v>
                </c:pt>
                <c:pt idx="5287">
                  <c:v>01-04-2021</c:v>
                </c:pt>
                <c:pt idx="5288">
                  <c:v>05-04-2021</c:v>
                </c:pt>
                <c:pt idx="5289">
                  <c:v>06-04-2021</c:v>
                </c:pt>
                <c:pt idx="5290">
                  <c:v>07-04-2021</c:v>
                </c:pt>
                <c:pt idx="5291">
                  <c:v>08-04-2021</c:v>
                </c:pt>
                <c:pt idx="5292">
                  <c:v>09-04-2021</c:v>
                </c:pt>
                <c:pt idx="5293">
                  <c:v>12-04-2021</c:v>
                </c:pt>
                <c:pt idx="5294">
                  <c:v>13-04-2021</c:v>
                </c:pt>
                <c:pt idx="5295">
                  <c:v>15-04-2021</c:v>
                </c:pt>
                <c:pt idx="5296">
                  <c:v>16-04-2021</c:v>
                </c:pt>
                <c:pt idx="5297">
                  <c:v>19-04-2021</c:v>
                </c:pt>
                <c:pt idx="5298">
                  <c:v>20-04-2021</c:v>
                </c:pt>
                <c:pt idx="5299">
                  <c:v>22-04-2021</c:v>
                </c:pt>
                <c:pt idx="5300">
                  <c:v>23-04-2021</c:v>
                </c:pt>
                <c:pt idx="5301">
                  <c:v>26-04-2021</c:v>
                </c:pt>
                <c:pt idx="5302">
                  <c:v>27-04-2021</c:v>
                </c:pt>
                <c:pt idx="5303">
                  <c:v>28-04-2021</c:v>
                </c:pt>
                <c:pt idx="5304">
                  <c:v>29-04-2021</c:v>
                </c:pt>
                <c:pt idx="5305">
                  <c:v>30-04-2021</c:v>
                </c:pt>
              </c:strCache>
            </c:strRef>
          </c:cat>
          <c:val>
            <c:numRef>
              <c:f>FINPIVOT!$D$3:$D$5309</c:f>
              <c:numCache>
                <c:formatCode>General</c:formatCode>
                <c:ptCount val="5306"/>
                <c:pt idx="0">
                  <c:v>74.75</c:v>
                </c:pt>
                <c:pt idx="1">
                  <c:v>73.05</c:v>
                </c:pt>
                <c:pt idx="2">
                  <c:v>69.5</c:v>
                </c:pt>
                <c:pt idx="3">
                  <c:v>70.05</c:v>
                </c:pt>
                <c:pt idx="4">
                  <c:v>67.400000000000006</c:v>
                </c:pt>
                <c:pt idx="5">
                  <c:v>69.900000000000006</c:v>
                </c:pt>
                <c:pt idx="6">
                  <c:v>69.349999999999994</c:v>
                </c:pt>
                <c:pt idx="7">
                  <c:v>74.900000000000006</c:v>
                </c:pt>
                <c:pt idx="8">
                  <c:v>79.349999999999994</c:v>
                </c:pt>
                <c:pt idx="9">
                  <c:v>79</c:v>
                </c:pt>
                <c:pt idx="10">
                  <c:v>85.35</c:v>
                </c:pt>
                <c:pt idx="11">
                  <c:v>84.8</c:v>
                </c:pt>
                <c:pt idx="12">
                  <c:v>91.6</c:v>
                </c:pt>
                <c:pt idx="13">
                  <c:v>96.35</c:v>
                </c:pt>
                <c:pt idx="14">
                  <c:v>99.35</c:v>
                </c:pt>
                <c:pt idx="15">
                  <c:v>107.3</c:v>
                </c:pt>
                <c:pt idx="16">
                  <c:v>115.9</c:v>
                </c:pt>
                <c:pt idx="17">
                  <c:v>125.2</c:v>
                </c:pt>
                <c:pt idx="18">
                  <c:v>135.25</c:v>
                </c:pt>
                <c:pt idx="19">
                  <c:v>146.1</c:v>
                </c:pt>
                <c:pt idx="20">
                  <c:v>157.80000000000001</c:v>
                </c:pt>
                <c:pt idx="21">
                  <c:v>170.45</c:v>
                </c:pt>
                <c:pt idx="22">
                  <c:v>156.85</c:v>
                </c:pt>
                <c:pt idx="23">
                  <c:v>144.4</c:v>
                </c:pt>
                <c:pt idx="24">
                  <c:v>155.6</c:v>
                </c:pt>
                <c:pt idx="25">
                  <c:v>151.55000000000001</c:v>
                </c:pt>
                <c:pt idx="26">
                  <c:v>156.55000000000001</c:v>
                </c:pt>
                <c:pt idx="27">
                  <c:v>169.1</c:v>
                </c:pt>
                <c:pt idx="28">
                  <c:v>160.30000000000001</c:v>
                </c:pt>
                <c:pt idx="29">
                  <c:v>171.7</c:v>
                </c:pt>
                <c:pt idx="30">
                  <c:v>164.2</c:v>
                </c:pt>
                <c:pt idx="31">
                  <c:v>177.05</c:v>
                </c:pt>
                <c:pt idx="32">
                  <c:v>179.75</c:v>
                </c:pt>
                <c:pt idx="33">
                  <c:v>174.35</c:v>
                </c:pt>
                <c:pt idx="34">
                  <c:v>170.2</c:v>
                </c:pt>
                <c:pt idx="35">
                  <c:v>158.9</c:v>
                </c:pt>
                <c:pt idx="36">
                  <c:v>156.9</c:v>
                </c:pt>
                <c:pt idx="37">
                  <c:v>148.80000000000001</c:v>
                </c:pt>
                <c:pt idx="38">
                  <c:v>160.30000000000001</c:v>
                </c:pt>
                <c:pt idx="39">
                  <c:v>173.15</c:v>
                </c:pt>
                <c:pt idx="40">
                  <c:v>171.3</c:v>
                </c:pt>
                <c:pt idx="41">
                  <c:v>185</c:v>
                </c:pt>
                <c:pt idx="42">
                  <c:v>199.8</c:v>
                </c:pt>
                <c:pt idx="43">
                  <c:v>215.8</c:v>
                </c:pt>
                <c:pt idx="44">
                  <c:v>233.1</c:v>
                </c:pt>
                <c:pt idx="45">
                  <c:v>238.15</c:v>
                </c:pt>
                <c:pt idx="46">
                  <c:v>219.35</c:v>
                </c:pt>
                <c:pt idx="47">
                  <c:v>201.8</c:v>
                </c:pt>
                <c:pt idx="48">
                  <c:v>211.65</c:v>
                </c:pt>
                <c:pt idx="49">
                  <c:v>201.1</c:v>
                </c:pt>
                <c:pt idx="50">
                  <c:v>201.2</c:v>
                </c:pt>
                <c:pt idx="51">
                  <c:v>210.35</c:v>
                </c:pt>
                <c:pt idx="52">
                  <c:v>203.95</c:v>
                </c:pt>
                <c:pt idx="53">
                  <c:v>191.75</c:v>
                </c:pt>
                <c:pt idx="54">
                  <c:v>200.35</c:v>
                </c:pt>
                <c:pt idx="55">
                  <c:v>216.4</c:v>
                </c:pt>
                <c:pt idx="56">
                  <c:v>233.75</c:v>
                </c:pt>
                <c:pt idx="57">
                  <c:v>237.65</c:v>
                </c:pt>
                <c:pt idx="58">
                  <c:v>221.95</c:v>
                </c:pt>
                <c:pt idx="59">
                  <c:v>239.75</c:v>
                </c:pt>
                <c:pt idx="60">
                  <c:v>258.95</c:v>
                </c:pt>
                <c:pt idx="61">
                  <c:v>267.05</c:v>
                </c:pt>
                <c:pt idx="62">
                  <c:v>247.45</c:v>
                </c:pt>
                <c:pt idx="63">
                  <c:v>229.25</c:v>
                </c:pt>
                <c:pt idx="64">
                  <c:v>210.95</c:v>
                </c:pt>
                <c:pt idx="65">
                  <c:v>202.85</c:v>
                </c:pt>
                <c:pt idx="66">
                  <c:v>219.1</c:v>
                </c:pt>
                <c:pt idx="67">
                  <c:v>236.65</c:v>
                </c:pt>
                <c:pt idx="68">
                  <c:v>242.8</c:v>
                </c:pt>
                <c:pt idx="69">
                  <c:v>236.95</c:v>
                </c:pt>
                <c:pt idx="70">
                  <c:v>224.5</c:v>
                </c:pt>
                <c:pt idx="71">
                  <c:v>209.25</c:v>
                </c:pt>
                <c:pt idx="72">
                  <c:v>219.9</c:v>
                </c:pt>
                <c:pt idx="73">
                  <c:v>217.55</c:v>
                </c:pt>
                <c:pt idx="74">
                  <c:v>215.45</c:v>
                </c:pt>
                <c:pt idx="75">
                  <c:v>206.15</c:v>
                </c:pt>
                <c:pt idx="76">
                  <c:v>202.7</c:v>
                </c:pt>
                <c:pt idx="77">
                  <c:v>218.95</c:v>
                </c:pt>
                <c:pt idx="78">
                  <c:v>229.2</c:v>
                </c:pt>
                <c:pt idx="79">
                  <c:v>235.5</c:v>
                </c:pt>
                <c:pt idx="80">
                  <c:v>220.25</c:v>
                </c:pt>
                <c:pt idx="81">
                  <c:v>223</c:v>
                </c:pt>
                <c:pt idx="82">
                  <c:v>211.45</c:v>
                </c:pt>
                <c:pt idx="83">
                  <c:v>215.8</c:v>
                </c:pt>
                <c:pt idx="84">
                  <c:v>210.1</c:v>
                </c:pt>
                <c:pt idx="85">
                  <c:v>219</c:v>
                </c:pt>
                <c:pt idx="86">
                  <c:v>215.25</c:v>
                </c:pt>
                <c:pt idx="87">
                  <c:v>204.25</c:v>
                </c:pt>
                <c:pt idx="88">
                  <c:v>208.25</c:v>
                </c:pt>
                <c:pt idx="89">
                  <c:v>209.25</c:v>
                </c:pt>
                <c:pt idx="90">
                  <c:v>207.95</c:v>
                </c:pt>
                <c:pt idx="91">
                  <c:v>209.7</c:v>
                </c:pt>
                <c:pt idx="92">
                  <c:v>210.05</c:v>
                </c:pt>
                <c:pt idx="93">
                  <c:v>210.1</c:v>
                </c:pt>
                <c:pt idx="94">
                  <c:v>205.6</c:v>
                </c:pt>
                <c:pt idx="95">
                  <c:v>208.95</c:v>
                </c:pt>
                <c:pt idx="96">
                  <c:v>206.65</c:v>
                </c:pt>
                <c:pt idx="97">
                  <c:v>207.7</c:v>
                </c:pt>
                <c:pt idx="98">
                  <c:v>207.65</c:v>
                </c:pt>
                <c:pt idx="99">
                  <c:v>209.75</c:v>
                </c:pt>
                <c:pt idx="100">
                  <c:v>210.45</c:v>
                </c:pt>
                <c:pt idx="101">
                  <c:v>211.4</c:v>
                </c:pt>
                <c:pt idx="102">
                  <c:v>208.5</c:v>
                </c:pt>
                <c:pt idx="103">
                  <c:v>207</c:v>
                </c:pt>
                <c:pt idx="104">
                  <c:v>231.65</c:v>
                </c:pt>
                <c:pt idx="105">
                  <c:v>230.1</c:v>
                </c:pt>
                <c:pt idx="106">
                  <c:v>217</c:v>
                </c:pt>
                <c:pt idx="107">
                  <c:v>212.95</c:v>
                </c:pt>
                <c:pt idx="108">
                  <c:v>214.15</c:v>
                </c:pt>
                <c:pt idx="109">
                  <c:v>210.6</c:v>
                </c:pt>
                <c:pt idx="110">
                  <c:v>210.2</c:v>
                </c:pt>
                <c:pt idx="111">
                  <c:v>209.45</c:v>
                </c:pt>
                <c:pt idx="112">
                  <c:v>209.3</c:v>
                </c:pt>
                <c:pt idx="113">
                  <c:v>209.55</c:v>
                </c:pt>
                <c:pt idx="114">
                  <c:v>207.55</c:v>
                </c:pt>
                <c:pt idx="115">
                  <c:v>213.85</c:v>
                </c:pt>
                <c:pt idx="116">
                  <c:v>212.9</c:v>
                </c:pt>
                <c:pt idx="117">
                  <c:v>215</c:v>
                </c:pt>
                <c:pt idx="118">
                  <c:v>214.7</c:v>
                </c:pt>
                <c:pt idx="119">
                  <c:v>210.6</c:v>
                </c:pt>
                <c:pt idx="120">
                  <c:v>211.85</c:v>
                </c:pt>
                <c:pt idx="121">
                  <c:v>211.1</c:v>
                </c:pt>
                <c:pt idx="122">
                  <c:v>212.8</c:v>
                </c:pt>
                <c:pt idx="123">
                  <c:v>211.5</c:v>
                </c:pt>
                <c:pt idx="124">
                  <c:v>222.6</c:v>
                </c:pt>
                <c:pt idx="125">
                  <c:v>225.75</c:v>
                </c:pt>
                <c:pt idx="126">
                  <c:v>225.2</c:v>
                </c:pt>
                <c:pt idx="127">
                  <c:v>224.3</c:v>
                </c:pt>
                <c:pt idx="128">
                  <c:v>214.65</c:v>
                </c:pt>
                <c:pt idx="129">
                  <c:v>211.3</c:v>
                </c:pt>
                <c:pt idx="130">
                  <c:v>206.9</c:v>
                </c:pt>
                <c:pt idx="131">
                  <c:v>208.6</c:v>
                </c:pt>
                <c:pt idx="132">
                  <c:v>207.25</c:v>
                </c:pt>
                <c:pt idx="133">
                  <c:v>207.45</c:v>
                </c:pt>
                <c:pt idx="134">
                  <c:v>208</c:v>
                </c:pt>
                <c:pt idx="135">
                  <c:v>209.5</c:v>
                </c:pt>
                <c:pt idx="136">
                  <c:v>206.65</c:v>
                </c:pt>
                <c:pt idx="137">
                  <c:v>197.8</c:v>
                </c:pt>
                <c:pt idx="138">
                  <c:v>201.95</c:v>
                </c:pt>
                <c:pt idx="139">
                  <c:v>200.2</c:v>
                </c:pt>
                <c:pt idx="140">
                  <c:v>200.15</c:v>
                </c:pt>
                <c:pt idx="141">
                  <c:v>200.15</c:v>
                </c:pt>
                <c:pt idx="142">
                  <c:v>200.65</c:v>
                </c:pt>
                <c:pt idx="143">
                  <c:v>201.05</c:v>
                </c:pt>
                <c:pt idx="144">
                  <c:v>199.45</c:v>
                </c:pt>
                <c:pt idx="145">
                  <c:v>199.85</c:v>
                </c:pt>
                <c:pt idx="146">
                  <c:v>199.35</c:v>
                </c:pt>
                <c:pt idx="147">
                  <c:v>206.25</c:v>
                </c:pt>
                <c:pt idx="148">
                  <c:v>205.9</c:v>
                </c:pt>
                <c:pt idx="149">
                  <c:v>206.75</c:v>
                </c:pt>
                <c:pt idx="150">
                  <c:v>210.25</c:v>
                </c:pt>
                <c:pt idx="151">
                  <c:v>208.7</c:v>
                </c:pt>
                <c:pt idx="152">
                  <c:v>206.45</c:v>
                </c:pt>
                <c:pt idx="153">
                  <c:v>203.1</c:v>
                </c:pt>
                <c:pt idx="154">
                  <c:v>202.25</c:v>
                </c:pt>
                <c:pt idx="155">
                  <c:v>209.3</c:v>
                </c:pt>
                <c:pt idx="156">
                  <c:v>207.6</c:v>
                </c:pt>
                <c:pt idx="157">
                  <c:v>207.2</c:v>
                </c:pt>
                <c:pt idx="158">
                  <c:v>200.25</c:v>
                </c:pt>
                <c:pt idx="159">
                  <c:v>199.9</c:v>
                </c:pt>
                <c:pt idx="160">
                  <c:v>200</c:v>
                </c:pt>
                <c:pt idx="161">
                  <c:v>197.7</c:v>
                </c:pt>
                <c:pt idx="162">
                  <c:v>194.85</c:v>
                </c:pt>
                <c:pt idx="163">
                  <c:v>199.1</c:v>
                </c:pt>
                <c:pt idx="164">
                  <c:v>193.8</c:v>
                </c:pt>
                <c:pt idx="165">
                  <c:v>197.25</c:v>
                </c:pt>
                <c:pt idx="166">
                  <c:v>194.9</c:v>
                </c:pt>
                <c:pt idx="167">
                  <c:v>196.5</c:v>
                </c:pt>
                <c:pt idx="168">
                  <c:v>203.25</c:v>
                </c:pt>
                <c:pt idx="169">
                  <c:v>198.7</c:v>
                </c:pt>
                <c:pt idx="170">
                  <c:v>196.8</c:v>
                </c:pt>
                <c:pt idx="171">
                  <c:v>194.8</c:v>
                </c:pt>
                <c:pt idx="172">
                  <c:v>193.05</c:v>
                </c:pt>
                <c:pt idx="173">
                  <c:v>187.7</c:v>
                </c:pt>
                <c:pt idx="174">
                  <c:v>175.8</c:v>
                </c:pt>
                <c:pt idx="175">
                  <c:v>170.35</c:v>
                </c:pt>
                <c:pt idx="176">
                  <c:v>157.19999999999999</c:v>
                </c:pt>
                <c:pt idx="177">
                  <c:v>143.44999999999999</c:v>
                </c:pt>
                <c:pt idx="178">
                  <c:v>166.25</c:v>
                </c:pt>
                <c:pt idx="179">
                  <c:v>164.05</c:v>
                </c:pt>
                <c:pt idx="180">
                  <c:v>162.1</c:v>
                </c:pt>
                <c:pt idx="181">
                  <c:v>157.4</c:v>
                </c:pt>
                <c:pt idx="182">
                  <c:v>162.80000000000001</c:v>
                </c:pt>
                <c:pt idx="183">
                  <c:v>168.25</c:v>
                </c:pt>
                <c:pt idx="184">
                  <c:v>162.4</c:v>
                </c:pt>
                <c:pt idx="185">
                  <c:v>158.5</c:v>
                </c:pt>
                <c:pt idx="186">
                  <c:v>152.69999999999999</c:v>
                </c:pt>
                <c:pt idx="187">
                  <c:v>146.44999999999999</c:v>
                </c:pt>
                <c:pt idx="188">
                  <c:v>140.35</c:v>
                </c:pt>
                <c:pt idx="189">
                  <c:v>122.7</c:v>
                </c:pt>
                <c:pt idx="190">
                  <c:v>111.5</c:v>
                </c:pt>
                <c:pt idx="191">
                  <c:v>119.75</c:v>
                </c:pt>
                <c:pt idx="192">
                  <c:v>109.5</c:v>
                </c:pt>
                <c:pt idx="193">
                  <c:v>115</c:v>
                </c:pt>
                <c:pt idx="194">
                  <c:v>121.85</c:v>
                </c:pt>
                <c:pt idx="195">
                  <c:v>125.65</c:v>
                </c:pt>
                <c:pt idx="196">
                  <c:v>128.05000000000001</c:v>
                </c:pt>
                <c:pt idx="197">
                  <c:v>128.85</c:v>
                </c:pt>
                <c:pt idx="198">
                  <c:v>128.75</c:v>
                </c:pt>
                <c:pt idx="199">
                  <c:v>137</c:v>
                </c:pt>
                <c:pt idx="200">
                  <c:v>126.3</c:v>
                </c:pt>
                <c:pt idx="201">
                  <c:v>110.95</c:v>
                </c:pt>
                <c:pt idx="202">
                  <c:v>109.2</c:v>
                </c:pt>
                <c:pt idx="203">
                  <c:v>117.3</c:v>
                </c:pt>
                <c:pt idx="204">
                  <c:v>118.55</c:v>
                </c:pt>
                <c:pt idx="205">
                  <c:v>115</c:v>
                </c:pt>
                <c:pt idx="206">
                  <c:v>111.85</c:v>
                </c:pt>
                <c:pt idx="207">
                  <c:v>109.35</c:v>
                </c:pt>
                <c:pt idx="208">
                  <c:v>113.95</c:v>
                </c:pt>
                <c:pt idx="209">
                  <c:v>121.7</c:v>
                </c:pt>
                <c:pt idx="210">
                  <c:v>125.8</c:v>
                </c:pt>
                <c:pt idx="211">
                  <c:v>122.75</c:v>
                </c:pt>
                <c:pt idx="212">
                  <c:v>123.45</c:v>
                </c:pt>
                <c:pt idx="213">
                  <c:v>125.35</c:v>
                </c:pt>
                <c:pt idx="214">
                  <c:v>125.6</c:v>
                </c:pt>
                <c:pt idx="215">
                  <c:v>123.5</c:v>
                </c:pt>
                <c:pt idx="216">
                  <c:v>121.45</c:v>
                </c:pt>
                <c:pt idx="217">
                  <c:v>122.65</c:v>
                </c:pt>
                <c:pt idx="218">
                  <c:v>142.30000000000001</c:v>
                </c:pt>
                <c:pt idx="219">
                  <c:v>151.15</c:v>
                </c:pt>
                <c:pt idx="220">
                  <c:v>147.19999999999999</c:v>
                </c:pt>
                <c:pt idx="221">
                  <c:v>141.25</c:v>
                </c:pt>
                <c:pt idx="222">
                  <c:v>142.35</c:v>
                </c:pt>
                <c:pt idx="223">
                  <c:v>145.65</c:v>
                </c:pt>
                <c:pt idx="224">
                  <c:v>141.65</c:v>
                </c:pt>
                <c:pt idx="225">
                  <c:v>143.15</c:v>
                </c:pt>
                <c:pt idx="226">
                  <c:v>150.35</c:v>
                </c:pt>
                <c:pt idx="227">
                  <c:v>156.1</c:v>
                </c:pt>
                <c:pt idx="228">
                  <c:v>152.15</c:v>
                </c:pt>
                <c:pt idx="229">
                  <c:v>147.94999999999999</c:v>
                </c:pt>
                <c:pt idx="230">
                  <c:v>142</c:v>
                </c:pt>
                <c:pt idx="231">
                  <c:v>144.75</c:v>
                </c:pt>
                <c:pt idx="232">
                  <c:v>144.44999999999999</c:v>
                </c:pt>
                <c:pt idx="233">
                  <c:v>150.1</c:v>
                </c:pt>
                <c:pt idx="234">
                  <c:v>152.94999999999999</c:v>
                </c:pt>
                <c:pt idx="235">
                  <c:v>168.95</c:v>
                </c:pt>
                <c:pt idx="236">
                  <c:v>165.3</c:v>
                </c:pt>
                <c:pt idx="237">
                  <c:v>160.05000000000001</c:v>
                </c:pt>
                <c:pt idx="238">
                  <c:v>159.1</c:v>
                </c:pt>
                <c:pt idx="239">
                  <c:v>157.6</c:v>
                </c:pt>
                <c:pt idx="240">
                  <c:v>157.19999999999999</c:v>
                </c:pt>
                <c:pt idx="241">
                  <c:v>157.05000000000001</c:v>
                </c:pt>
                <c:pt idx="242">
                  <c:v>158</c:v>
                </c:pt>
                <c:pt idx="243">
                  <c:v>157.05000000000001</c:v>
                </c:pt>
                <c:pt idx="244">
                  <c:v>153.75</c:v>
                </c:pt>
                <c:pt idx="245">
                  <c:v>155.25</c:v>
                </c:pt>
                <c:pt idx="246">
                  <c:v>143.35</c:v>
                </c:pt>
                <c:pt idx="247">
                  <c:v>141.1</c:v>
                </c:pt>
                <c:pt idx="248">
                  <c:v>150.30000000000001</c:v>
                </c:pt>
                <c:pt idx="249">
                  <c:v>150.5</c:v>
                </c:pt>
                <c:pt idx="250">
                  <c:v>148.75</c:v>
                </c:pt>
                <c:pt idx="251">
                  <c:v>153.85</c:v>
                </c:pt>
                <c:pt idx="252">
                  <c:v>148.5</c:v>
                </c:pt>
                <c:pt idx="253">
                  <c:v>157.65</c:v>
                </c:pt>
                <c:pt idx="254">
                  <c:v>165.65</c:v>
                </c:pt>
                <c:pt idx="255">
                  <c:v>158.9</c:v>
                </c:pt>
                <c:pt idx="256">
                  <c:v>159.05000000000001</c:v>
                </c:pt>
                <c:pt idx="257">
                  <c:v>154.19999999999999</c:v>
                </c:pt>
                <c:pt idx="258">
                  <c:v>149.30000000000001</c:v>
                </c:pt>
                <c:pt idx="259">
                  <c:v>148.9</c:v>
                </c:pt>
                <c:pt idx="260">
                  <c:v>147.65</c:v>
                </c:pt>
                <c:pt idx="261">
                  <c:v>157.05000000000001</c:v>
                </c:pt>
                <c:pt idx="262">
                  <c:v>153.75</c:v>
                </c:pt>
                <c:pt idx="263">
                  <c:v>152.35</c:v>
                </c:pt>
                <c:pt idx="264">
                  <c:v>153.25</c:v>
                </c:pt>
                <c:pt idx="265">
                  <c:v>164.85</c:v>
                </c:pt>
                <c:pt idx="266">
                  <c:v>169.05</c:v>
                </c:pt>
                <c:pt idx="267">
                  <c:v>162.44999999999999</c:v>
                </c:pt>
                <c:pt idx="268">
                  <c:v>159.15</c:v>
                </c:pt>
                <c:pt idx="269">
                  <c:v>151.55000000000001</c:v>
                </c:pt>
                <c:pt idx="270">
                  <c:v>154.80000000000001</c:v>
                </c:pt>
                <c:pt idx="271">
                  <c:v>151.9</c:v>
                </c:pt>
                <c:pt idx="272">
                  <c:v>152.19999999999999</c:v>
                </c:pt>
                <c:pt idx="273">
                  <c:v>154.9</c:v>
                </c:pt>
                <c:pt idx="274">
                  <c:v>157.69999999999999</c:v>
                </c:pt>
                <c:pt idx="275">
                  <c:v>166.15</c:v>
                </c:pt>
                <c:pt idx="276">
                  <c:v>171.3</c:v>
                </c:pt>
                <c:pt idx="277">
                  <c:v>175.75</c:v>
                </c:pt>
                <c:pt idx="278">
                  <c:v>191.2</c:v>
                </c:pt>
                <c:pt idx="279">
                  <c:v>193.5</c:v>
                </c:pt>
                <c:pt idx="280">
                  <c:v>189.9</c:v>
                </c:pt>
                <c:pt idx="281">
                  <c:v>187.05</c:v>
                </c:pt>
                <c:pt idx="282">
                  <c:v>183.1</c:v>
                </c:pt>
                <c:pt idx="283">
                  <c:v>159.1</c:v>
                </c:pt>
                <c:pt idx="284">
                  <c:v>160.85</c:v>
                </c:pt>
                <c:pt idx="285">
                  <c:v>165.65</c:v>
                </c:pt>
                <c:pt idx="286">
                  <c:v>163.80000000000001</c:v>
                </c:pt>
                <c:pt idx="287">
                  <c:v>159.15</c:v>
                </c:pt>
                <c:pt idx="288">
                  <c:v>158.19999999999999</c:v>
                </c:pt>
                <c:pt idx="289">
                  <c:v>155.15</c:v>
                </c:pt>
                <c:pt idx="290">
                  <c:v>153.85</c:v>
                </c:pt>
                <c:pt idx="291">
                  <c:v>176.15</c:v>
                </c:pt>
                <c:pt idx="292">
                  <c:v>204.3</c:v>
                </c:pt>
                <c:pt idx="293">
                  <c:v>186.7</c:v>
                </c:pt>
                <c:pt idx="294">
                  <c:v>198.7</c:v>
                </c:pt>
                <c:pt idx="295">
                  <c:v>185.2</c:v>
                </c:pt>
                <c:pt idx="296">
                  <c:v>191.2</c:v>
                </c:pt>
                <c:pt idx="297">
                  <c:v>188.75</c:v>
                </c:pt>
                <c:pt idx="298">
                  <c:v>174.7</c:v>
                </c:pt>
                <c:pt idx="299">
                  <c:v>149.55000000000001</c:v>
                </c:pt>
                <c:pt idx="300">
                  <c:v>166.65</c:v>
                </c:pt>
                <c:pt idx="301">
                  <c:v>186.8</c:v>
                </c:pt>
                <c:pt idx="302">
                  <c:v>166.6</c:v>
                </c:pt>
                <c:pt idx="303">
                  <c:v>166.6</c:v>
                </c:pt>
                <c:pt idx="304">
                  <c:v>166.3</c:v>
                </c:pt>
                <c:pt idx="305">
                  <c:v>158.1</c:v>
                </c:pt>
                <c:pt idx="306">
                  <c:v>162.94999999999999</c:v>
                </c:pt>
                <c:pt idx="307">
                  <c:v>165.05</c:v>
                </c:pt>
                <c:pt idx="308">
                  <c:v>177.4</c:v>
                </c:pt>
                <c:pt idx="309">
                  <c:v>179.55</c:v>
                </c:pt>
                <c:pt idx="310">
                  <c:v>177.45</c:v>
                </c:pt>
                <c:pt idx="311">
                  <c:v>177.95</c:v>
                </c:pt>
                <c:pt idx="312">
                  <c:v>165.5</c:v>
                </c:pt>
                <c:pt idx="313">
                  <c:v>170.05</c:v>
                </c:pt>
                <c:pt idx="314">
                  <c:v>175.1</c:v>
                </c:pt>
                <c:pt idx="315">
                  <c:v>170.1</c:v>
                </c:pt>
                <c:pt idx="316">
                  <c:v>169</c:v>
                </c:pt>
                <c:pt idx="317">
                  <c:v>170.6</c:v>
                </c:pt>
                <c:pt idx="318">
                  <c:v>166.9</c:v>
                </c:pt>
                <c:pt idx="319">
                  <c:v>170.85</c:v>
                </c:pt>
                <c:pt idx="320">
                  <c:v>175.25</c:v>
                </c:pt>
                <c:pt idx="321">
                  <c:v>176.8</c:v>
                </c:pt>
                <c:pt idx="322">
                  <c:v>188.35</c:v>
                </c:pt>
                <c:pt idx="323">
                  <c:v>180.9</c:v>
                </c:pt>
                <c:pt idx="324">
                  <c:v>182</c:v>
                </c:pt>
                <c:pt idx="325">
                  <c:v>184.2</c:v>
                </c:pt>
                <c:pt idx="326">
                  <c:v>177.1</c:v>
                </c:pt>
                <c:pt idx="327">
                  <c:v>178.7</c:v>
                </c:pt>
                <c:pt idx="328">
                  <c:v>172.3</c:v>
                </c:pt>
                <c:pt idx="329">
                  <c:v>169.5</c:v>
                </c:pt>
                <c:pt idx="330">
                  <c:v>164.15</c:v>
                </c:pt>
                <c:pt idx="331">
                  <c:v>158.75</c:v>
                </c:pt>
                <c:pt idx="332">
                  <c:v>158.05000000000001</c:v>
                </c:pt>
                <c:pt idx="333">
                  <c:v>149.69999999999999</c:v>
                </c:pt>
                <c:pt idx="334">
                  <c:v>142.5</c:v>
                </c:pt>
                <c:pt idx="335">
                  <c:v>150.44999999999999</c:v>
                </c:pt>
                <c:pt idx="336">
                  <c:v>150.05000000000001</c:v>
                </c:pt>
                <c:pt idx="337">
                  <c:v>148.05000000000001</c:v>
                </c:pt>
                <c:pt idx="338">
                  <c:v>150.35</c:v>
                </c:pt>
                <c:pt idx="339">
                  <c:v>149.55000000000001</c:v>
                </c:pt>
                <c:pt idx="340">
                  <c:v>150.1</c:v>
                </c:pt>
                <c:pt idx="341">
                  <c:v>147.9</c:v>
                </c:pt>
                <c:pt idx="342">
                  <c:v>148.30000000000001</c:v>
                </c:pt>
                <c:pt idx="343">
                  <c:v>148.15</c:v>
                </c:pt>
                <c:pt idx="344">
                  <c:v>145.1</c:v>
                </c:pt>
                <c:pt idx="345">
                  <c:v>142.19999999999999</c:v>
                </c:pt>
                <c:pt idx="346">
                  <c:v>140.44999999999999</c:v>
                </c:pt>
                <c:pt idx="347">
                  <c:v>143.05000000000001</c:v>
                </c:pt>
                <c:pt idx="348">
                  <c:v>145.9</c:v>
                </c:pt>
                <c:pt idx="349">
                  <c:v>144.15</c:v>
                </c:pt>
                <c:pt idx="350">
                  <c:v>144.4</c:v>
                </c:pt>
                <c:pt idx="351">
                  <c:v>147.55000000000001</c:v>
                </c:pt>
                <c:pt idx="352">
                  <c:v>145.15</c:v>
                </c:pt>
                <c:pt idx="353">
                  <c:v>145.35</c:v>
                </c:pt>
                <c:pt idx="354">
                  <c:v>144.94999999999999</c:v>
                </c:pt>
                <c:pt idx="355">
                  <c:v>142.4</c:v>
                </c:pt>
                <c:pt idx="356">
                  <c:v>138.6</c:v>
                </c:pt>
                <c:pt idx="357">
                  <c:v>138.1</c:v>
                </c:pt>
                <c:pt idx="358">
                  <c:v>141.94999999999999</c:v>
                </c:pt>
                <c:pt idx="359">
                  <c:v>145.1</c:v>
                </c:pt>
                <c:pt idx="360">
                  <c:v>147.94999999999999</c:v>
                </c:pt>
                <c:pt idx="361">
                  <c:v>147.9</c:v>
                </c:pt>
                <c:pt idx="362">
                  <c:v>147.1</c:v>
                </c:pt>
                <c:pt idx="363">
                  <c:v>146.69999999999999</c:v>
                </c:pt>
                <c:pt idx="364">
                  <c:v>142.85</c:v>
                </c:pt>
                <c:pt idx="365">
                  <c:v>139.30000000000001</c:v>
                </c:pt>
                <c:pt idx="366">
                  <c:v>142.30000000000001</c:v>
                </c:pt>
                <c:pt idx="367">
                  <c:v>144.80000000000001</c:v>
                </c:pt>
                <c:pt idx="368">
                  <c:v>139.65</c:v>
                </c:pt>
                <c:pt idx="369">
                  <c:v>134.15</c:v>
                </c:pt>
                <c:pt idx="370">
                  <c:v>130.85</c:v>
                </c:pt>
                <c:pt idx="371">
                  <c:v>131</c:v>
                </c:pt>
                <c:pt idx="372">
                  <c:v>131.75</c:v>
                </c:pt>
                <c:pt idx="373">
                  <c:v>130.85</c:v>
                </c:pt>
                <c:pt idx="374">
                  <c:v>127.75</c:v>
                </c:pt>
                <c:pt idx="375">
                  <c:v>129.80000000000001</c:v>
                </c:pt>
                <c:pt idx="376">
                  <c:v>124.9</c:v>
                </c:pt>
                <c:pt idx="377">
                  <c:v>120.6</c:v>
                </c:pt>
                <c:pt idx="378">
                  <c:v>121.65</c:v>
                </c:pt>
                <c:pt idx="379">
                  <c:v>119.95</c:v>
                </c:pt>
                <c:pt idx="380">
                  <c:v>116.8</c:v>
                </c:pt>
                <c:pt idx="381">
                  <c:v>110.05</c:v>
                </c:pt>
                <c:pt idx="382">
                  <c:v>115.45</c:v>
                </c:pt>
                <c:pt idx="383">
                  <c:v>128.1</c:v>
                </c:pt>
                <c:pt idx="384">
                  <c:v>125.2</c:v>
                </c:pt>
                <c:pt idx="385">
                  <c:v>120.4</c:v>
                </c:pt>
                <c:pt idx="386">
                  <c:v>128.44999999999999</c:v>
                </c:pt>
                <c:pt idx="387">
                  <c:v>131.15</c:v>
                </c:pt>
                <c:pt idx="388">
                  <c:v>138.44999999999999</c:v>
                </c:pt>
                <c:pt idx="389">
                  <c:v>132.6</c:v>
                </c:pt>
                <c:pt idx="390">
                  <c:v>130.35</c:v>
                </c:pt>
                <c:pt idx="391">
                  <c:v>125.1</c:v>
                </c:pt>
                <c:pt idx="392">
                  <c:v>120.25</c:v>
                </c:pt>
                <c:pt idx="393">
                  <c:v>120.8</c:v>
                </c:pt>
                <c:pt idx="394">
                  <c:v>125</c:v>
                </c:pt>
                <c:pt idx="395">
                  <c:v>130.5</c:v>
                </c:pt>
                <c:pt idx="396">
                  <c:v>125.95</c:v>
                </c:pt>
                <c:pt idx="397">
                  <c:v>122.85</c:v>
                </c:pt>
                <c:pt idx="398">
                  <c:v>125.9</c:v>
                </c:pt>
                <c:pt idx="399">
                  <c:v>125.1</c:v>
                </c:pt>
                <c:pt idx="400">
                  <c:v>123.7</c:v>
                </c:pt>
                <c:pt idx="401">
                  <c:v>119.95</c:v>
                </c:pt>
                <c:pt idx="402">
                  <c:v>112.9</c:v>
                </c:pt>
                <c:pt idx="403">
                  <c:v>112.1</c:v>
                </c:pt>
                <c:pt idx="404">
                  <c:v>112.55</c:v>
                </c:pt>
                <c:pt idx="405">
                  <c:v>116.2</c:v>
                </c:pt>
                <c:pt idx="406">
                  <c:v>117.2</c:v>
                </c:pt>
                <c:pt idx="407">
                  <c:v>119.7</c:v>
                </c:pt>
                <c:pt idx="408">
                  <c:v>119.05</c:v>
                </c:pt>
                <c:pt idx="409">
                  <c:v>118.3</c:v>
                </c:pt>
                <c:pt idx="410">
                  <c:v>118</c:v>
                </c:pt>
                <c:pt idx="411">
                  <c:v>113.7</c:v>
                </c:pt>
                <c:pt idx="412">
                  <c:v>113.95</c:v>
                </c:pt>
                <c:pt idx="413">
                  <c:v>115.8</c:v>
                </c:pt>
                <c:pt idx="414">
                  <c:v>109.4</c:v>
                </c:pt>
                <c:pt idx="415">
                  <c:v>109.5</c:v>
                </c:pt>
                <c:pt idx="416">
                  <c:v>105.75</c:v>
                </c:pt>
                <c:pt idx="417">
                  <c:v>106.05</c:v>
                </c:pt>
                <c:pt idx="418">
                  <c:v>108.8</c:v>
                </c:pt>
                <c:pt idx="419">
                  <c:v>108</c:v>
                </c:pt>
                <c:pt idx="420">
                  <c:v>108</c:v>
                </c:pt>
                <c:pt idx="421">
                  <c:v>108.1</c:v>
                </c:pt>
                <c:pt idx="422">
                  <c:v>105.85</c:v>
                </c:pt>
                <c:pt idx="423">
                  <c:v>104.95</c:v>
                </c:pt>
                <c:pt idx="424">
                  <c:v>103.3</c:v>
                </c:pt>
                <c:pt idx="425">
                  <c:v>100.2</c:v>
                </c:pt>
                <c:pt idx="426">
                  <c:v>100.05</c:v>
                </c:pt>
                <c:pt idx="427">
                  <c:v>89.6</c:v>
                </c:pt>
                <c:pt idx="428">
                  <c:v>75.150000000000006</c:v>
                </c:pt>
                <c:pt idx="429">
                  <c:v>83.55</c:v>
                </c:pt>
                <c:pt idx="430">
                  <c:v>83.4</c:v>
                </c:pt>
                <c:pt idx="431">
                  <c:v>79.95</c:v>
                </c:pt>
                <c:pt idx="432">
                  <c:v>74.849999999999994</c:v>
                </c:pt>
                <c:pt idx="433">
                  <c:v>75.650000000000006</c:v>
                </c:pt>
                <c:pt idx="434">
                  <c:v>70.849999999999994</c:v>
                </c:pt>
                <c:pt idx="435">
                  <c:v>71.650000000000006</c:v>
                </c:pt>
                <c:pt idx="436">
                  <c:v>67.95</c:v>
                </c:pt>
                <c:pt idx="437">
                  <c:v>71.7</c:v>
                </c:pt>
                <c:pt idx="438">
                  <c:v>72.2</c:v>
                </c:pt>
                <c:pt idx="439">
                  <c:v>73.349999999999994</c:v>
                </c:pt>
                <c:pt idx="440">
                  <c:v>75.55</c:v>
                </c:pt>
                <c:pt idx="441">
                  <c:v>76.099999999999994</c:v>
                </c:pt>
                <c:pt idx="442">
                  <c:v>74.849999999999994</c:v>
                </c:pt>
                <c:pt idx="443">
                  <c:v>76.3</c:v>
                </c:pt>
                <c:pt idx="444">
                  <c:v>77.5</c:v>
                </c:pt>
                <c:pt idx="445">
                  <c:v>78.2</c:v>
                </c:pt>
                <c:pt idx="446">
                  <c:v>81.7</c:v>
                </c:pt>
                <c:pt idx="447">
                  <c:v>82.1</c:v>
                </c:pt>
                <c:pt idx="448">
                  <c:v>81.150000000000006</c:v>
                </c:pt>
                <c:pt idx="449">
                  <c:v>84.1</c:v>
                </c:pt>
                <c:pt idx="450">
                  <c:v>82.8</c:v>
                </c:pt>
                <c:pt idx="451">
                  <c:v>84</c:v>
                </c:pt>
                <c:pt idx="452">
                  <c:v>88.65</c:v>
                </c:pt>
                <c:pt idx="453">
                  <c:v>94.95</c:v>
                </c:pt>
                <c:pt idx="454">
                  <c:v>97.75</c:v>
                </c:pt>
                <c:pt idx="455">
                  <c:v>104.8</c:v>
                </c:pt>
                <c:pt idx="456">
                  <c:v>106.45</c:v>
                </c:pt>
                <c:pt idx="457">
                  <c:v>100.2</c:v>
                </c:pt>
                <c:pt idx="458">
                  <c:v>101.6</c:v>
                </c:pt>
                <c:pt idx="459">
                  <c:v>102.55</c:v>
                </c:pt>
                <c:pt idx="460">
                  <c:v>104.55</c:v>
                </c:pt>
                <c:pt idx="461">
                  <c:v>106.55</c:v>
                </c:pt>
                <c:pt idx="462">
                  <c:v>109</c:v>
                </c:pt>
                <c:pt idx="463">
                  <c:v>107.05</c:v>
                </c:pt>
                <c:pt idx="464">
                  <c:v>103.9</c:v>
                </c:pt>
                <c:pt idx="465">
                  <c:v>103.35</c:v>
                </c:pt>
                <c:pt idx="466">
                  <c:v>103.8</c:v>
                </c:pt>
                <c:pt idx="467">
                  <c:v>103.55</c:v>
                </c:pt>
                <c:pt idx="468">
                  <c:v>102.15</c:v>
                </c:pt>
                <c:pt idx="469">
                  <c:v>101.5</c:v>
                </c:pt>
                <c:pt idx="470">
                  <c:v>102.9</c:v>
                </c:pt>
                <c:pt idx="471">
                  <c:v>100.9</c:v>
                </c:pt>
                <c:pt idx="472">
                  <c:v>101.25</c:v>
                </c:pt>
                <c:pt idx="473">
                  <c:v>103.2</c:v>
                </c:pt>
                <c:pt idx="474">
                  <c:v>103.2</c:v>
                </c:pt>
                <c:pt idx="475">
                  <c:v>104.85</c:v>
                </c:pt>
                <c:pt idx="476">
                  <c:v>102.7</c:v>
                </c:pt>
                <c:pt idx="477">
                  <c:v>102</c:v>
                </c:pt>
                <c:pt idx="478">
                  <c:v>101.1</c:v>
                </c:pt>
                <c:pt idx="479">
                  <c:v>99.35</c:v>
                </c:pt>
                <c:pt idx="480">
                  <c:v>96.45</c:v>
                </c:pt>
                <c:pt idx="481">
                  <c:v>97</c:v>
                </c:pt>
                <c:pt idx="482">
                  <c:v>95.5</c:v>
                </c:pt>
                <c:pt idx="483">
                  <c:v>94.45</c:v>
                </c:pt>
                <c:pt idx="484">
                  <c:v>97.05</c:v>
                </c:pt>
                <c:pt idx="485">
                  <c:v>97.05</c:v>
                </c:pt>
                <c:pt idx="486">
                  <c:v>96.85</c:v>
                </c:pt>
                <c:pt idx="487">
                  <c:v>94.4</c:v>
                </c:pt>
                <c:pt idx="488">
                  <c:v>93.15</c:v>
                </c:pt>
                <c:pt idx="489">
                  <c:v>93.05</c:v>
                </c:pt>
                <c:pt idx="490">
                  <c:v>93</c:v>
                </c:pt>
                <c:pt idx="491">
                  <c:v>91.9</c:v>
                </c:pt>
                <c:pt idx="492">
                  <c:v>89.85</c:v>
                </c:pt>
                <c:pt idx="493">
                  <c:v>84.65</c:v>
                </c:pt>
                <c:pt idx="494">
                  <c:v>84.55</c:v>
                </c:pt>
                <c:pt idx="495">
                  <c:v>80.3</c:v>
                </c:pt>
                <c:pt idx="496">
                  <c:v>83</c:v>
                </c:pt>
                <c:pt idx="497">
                  <c:v>88.7</c:v>
                </c:pt>
                <c:pt idx="498">
                  <c:v>88.5</c:v>
                </c:pt>
                <c:pt idx="499">
                  <c:v>88.4</c:v>
                </c:pt>
                <c:pt idx="500">
                  <c:v>92</c:v>
                </c:pt>
                <c:pt idx="501">
                  <c:v>91.1</c:v>
                </c:pt>
                <c:pt idx="502">
                  <c:v>90.15</c:v>
                </c:pt>
                <c:pt idx="503">
                  <c:v>90.5</c:v>
                </c:pt>
                <c:pt idx="504">
                  <c:v>91.65</c:v>
                </c:pt>
                <c:pt idx="505">
                  <c:v>92</c:v>
                </c:pt>
                <c:pt idx="506">
                  <c:v>90.15</c:v>
                </c:pt>
                <c:pt idx="507">
                  <c:v>89.65</c:v>
                </c:pt>
                <c:pt idx="508">
                  <c:v>92.2</c:v>
                </c:pt>
                <c:pt idx="509">
                  <c:v>94.65</c:v>
                </c:pt>
                <c:pt idx="510">
                  <c:v>94.9</c:v>
                </c:pt>
                <c:pt idx="511">
                  <c:v>93.45</c:v>
                </c:pt>
                <c:pt idx="512">
                  <c:v>91.2</c:v>
                </c:pt>
                <c:pt idx="513">
                  <c:v>91.55</c:v>
                </c:pt>
                <c:pt idx="514">
                  <c:v>92.9</c:v>
                </c:pt>
                <c:pt idx="515">
                  <c:v>93.1</c:v>
                </c:pt>
                <c:pt idx="516">
                  <c:v>94.2</c:v>
                </c:pt>
                <c:pt idx="517">
                  <c:v>93.7</c:v>
                </c:pt>
                <c:pt idx="518">
                  <c:v>88.95</c:v>
                </c:pt>
                <c:pt idx="519">
                  <c:v>89.3</c:v>
                </c:pt>
                <c:pt idx="520">
                  <c:v>90.4</c:v>
                </c:pt>
                <c:pt idx="521">
                  <c:v>91.1</c:v>
                </c:pt>
                <c:pt idx="522">
                  <c:v>89.8</c:v>
                </c:pt>
                <c:pt idx="523">
                  <c:v>89.95</c:v>
                </c:pt>
                <c:pt idx="524">
                  <c:v>91.3</c:v>
                </c:pt>
                <c:pt idx="525">
                  <c:v>91.1</c:v>
                </c:pt>
                <c:pt idx="526">
                  <c:v>92.15</c:v>
                </c:pt>
                <c:pt idx="527">
                  <c:v>99.35</c:v>
                </c:pt>
                <c:pt idx="528">
                  <c:v>97.7</c:v>
                </c:pt>
                <c:pt idx="529">
                  <c:v>104.4</c:v>
                </c:pt>
                <c:pt idx="530">
                  <c:v>114.85</c:v>
                </c:pt>
                <c:pt idx="531">
                  <c:v>126.35</c:v>
                </c:pt>
                <c:pt idx="532">
                  <c:v>129.05000000000001</c:v>
                </c:pt>
                <c:pt idx="533">
                  <c:v>125.25</c:v>
                </c:pt>
                <c:pt idx="534">
                  <c:v>124.05</c:v>
                </c:pt>
                <c:pt idx="535">
                  <c:v>128.30000000000001</c:v>
                </c:pt>
                <c:pt idx="536">
                  <c:v>141.15</c:v>
                </c:pt>
                <c:pt idx="537">
                  <c:v>140.5</c:v>
                </c:pt>
                <c:pt idx="538">
                  <c:v>134.9</c:v>
                </c:pt>
                <c:pt idx="539">
                  <c:v>131.75</c:v>
                </c:pt>
                <c:pt idx="540">
                  <c:v>125</c:v>
                </c:pt>
                <c:pt idx="541">
                  <c:v>135.6</c:v>
                </c:pt>
                <c:pt idx="542">
                  <c:v>134</c:v>
                </c:pt>
                <c:pt idx="543">
                  <c:v>132.55000000000001</c:v>
                </c:pt>
                <c:pt idx="544">
                  <c:v>135</c:v>
                </c:pt>
                <c:pt idx="545">
                  <c:v>132.5</c:v>
                </c:pt>
                <c:pt idx="546">
                  <c:v>131.75</c:v>
                </c:pt>
                <c:pt idx="547">
                  <c:v>129.6</c:v>
                </c:pt>
                <c:pt idx="548">
                  <c:v>126.5</c:v>
                </c:pt>
                <c:pt idx="549">
                  <c:v>125.2</c:v>
                </c:pt>
                <c:pt idx="550">
                  <c:v>124.9</c:v>
                </c:pt>
                <c:pt idx="551">
                  <c:v>128.35</c:v>
                </c:pt>
                <c:pt idx="552">
                  <c:v>124.65</c:v>
                </c:pt>
                <c:pt idx="553">
                  <c:v>126.1</c:v>
                </c:pt>
                <c:pt idx="554">
                  <c:v>124.1</c:v>
                </c:pt>
                <c:pt idx="555">
                  <c:v>123.3</c:v>
                </c:pt>
                <c:pt idx="556">
                  <c:v>124.95</c:v>
                </c:pt>
                <c:pt idx="557">
                  <c:v>122.45</c:v>
                </c:pt>
                <c:pt idx="558">
                  <c:v>120.35</c:v>
                </c:pt>
                <c:pt idx="559">
                  <c:v>123.9</c:v>
                </c:pt>
                <c:pt idx="560">
                  <c:v>127</c:v>
                </c:pt>
                <c:pt idx="561">
                  <c:v>127.6</c:v>
                </c:pt>
                <c:pt idx="562">
                  <c:v>127.8</c:v>
                </c:pt>
                <c:pt idx="563">
                  <c:v>125.9</c:v>
                </c:pt>
                <c:pt idx="564">
                  <c:v>124.25</c:v>
                </c:pt>
                <c:pt idx="565">
                  <c:v>123.6</c:v>
                </c:pt>
                <c:pt idx="566">
                  <c:v>123.4</c:v>
                </c:pt>
                <c:pt idx="567">
                  <c:v>123.9</c:v>
                </c:pt>
                <c:pt idx="568">
                  <c:v>125.1</c:v>
                </c:pt>
                <c:pt idx="569">
                  <c:v>124.05</c:v>
                </c:pt>
                <c:pt idx="570">
                  <c:v>123.25</c:v>
                </c:pt>
                <c:pt idx="571">
                  <c:v>122.9</c:v>
                </c:pt>
                <c:pt idx="572">
                  <c:v>122.45</c:v>
                </c:pt>
                <c:pt idx="573">
                  <c:v>119.5</c:v>
                </c:pt>
                <c:pt idx="574">
                  <c:v>115.8</c:v>
                </c:pt>
                <c:pt idx="575">
                  <c:v>116.4</c:v>
                </c:pt>
                <c:pt idx="576">
                  <c:v>114</c:v>
                </c:pt>
                <c:pt idx="577">
                  <c:v>115.4</c:v>
                </c:pt>
                <c:pt idx="578">
                  <c:v>112.2</c:v>
                </c:pt>
                <c:pt idx="579">
                  <c:v>114.1</c:v>
                </c:pt>
                <c:pt idx="580">
                  <c:v>111.7</c:v>
                </c:pt>
                <c:pt idx="581">
                  <c:v>112.65</c:v>
                </c:pt>
                <c:pt idx="582">
                  <c:v>112</c:v>
                </c:pt>
                <c:pt idx="583">
                  <c:v>114.85</c:v>
                </c:pt>
                <c:pt idx="584">
                  <c:v>115.55</c:v>
                </c:pt>
                <c:pt idx="585">
                  <c:v>124.15</c:v>
                </c:pt>
                <c:pt idx="586">
                  <c:v>130.19999999999999</c:v>
                </c:pt>
                <c:pt idx="587">
                  <c:v>134.05000000000001</c:v>
                </c:pt>
                <c:pt idx="588">
                  <c:v>136.9</c:v>
                </c:pt>
                <c:pt idx="589">
                  <c:v>139.30000000000001</c:v>
                </c:pt>
                <c:pt idx="590">
                  <c:v>144</c:v>
                </c:pt>
                <c:pt idx="591">
                  <c:v>143.94999999999999</c:v>
                </c:pt>
                <c:pt idx="592">
                  <c:v>140.85</c:v>
                </c:pt>
                <c:pt idx="593">
                  <c:v>140.5</c:v>
                </c:pt>
                <c:pt idx="594">
                  <c:v>139.15</c:v>
                </c:pt>
                <c:pt idx="595">
                  <c:v>139.05000000000001</c:v>
                </c:pt>
                <c:pt idx="596">
                  <c:v>132.9</c:v>
                </c:pt>
                <c:pt idx="597">
                  <c:v>129.94999999999999</c:v>
                </c:pt>
                <c:pt idx="598">
                  <c:v>133.15</c:v>
                </c:pt>
                <c:pt idx="599">
                  <c:v>130.85</c:v>
                </c:pt>
                <c:pt idx="600">
                  <c:v>129.25</c:v>
                </c:pt>
                <c:pt idx="601">
                  <c:v>128.85</c:v>
                </c:pt>
                <c:pt idx="602">
                  <c:v>130.5</c:v>
                </c:pt>
                <c:pt idx="603">
                  <c:v>138.25</c:v>
                </c:pt>
                <c:pt idx="604">
                  <c:v>137.6</c:v>
                </c:pt>
                <c:pt idx="605">
                  <c:v>134.5</c:v>
                </c:pt>
                <c:pt idx="606">
                  <c:v>142.4</c:v>
                </c:pt>
                <c:pt idx="607">
                  <c:v>151.5</c:v>
                </c:pt>
                <c:pt idx="608">
                  <c:v>151.1</c:v>
                </c:pt>
                <c:pt idx="609">
                  <c:v>153.80000000000001</c:v>
                </c:pt>
                <c:pt idx="610">
                  <c:v>161.75</c:v>
                </c:pt>
                <c:pt idx="611">
                  <c:v>159.25</c:v>
                </c:pt>
                <c:pt idx="612">
                  <c:v>151.4</c:v>
                </c:pt>
                <c:pt idx="613">
                  <c:v>144.30000000000001</c:v>
                </c:pt>
                <c:pt idx="614">
                  <c:v>147.5</c:v>
                </c:pt>
                <c:pt idx="615">
                  <c:v>147.55000000000001</c:v>
                </c:pt>
                <c:pt idx="616">
                  <c:v>143.25</c:v>
                </c:pt>
                <c:pt idx="617">
                  <c:v>145.6</c:v>
                </c:pt>
                <c:pt idx="618">
                  <c:v>139.65</c:v>
                </c:pt>
                <c:pt idx="619">
                  <c:v>141</c:v>
                </c:pt>
                <c:pt idx="620">
                  <c:v>139.55000000000001</c:v>
                </c:pt>
                <c:pt idx="621">
                  <c:v>137.80000000000001</c:v>
                </c:pt>
                <c:pt idx="622">
                  <c:v>133.9</c:v>
                </c:pt>
                <c:pt idx="623">
                  <c:v>137.69999999999999</c:v>
                </c:pt>
                <c:pt idx="624">
                  <c:v>138.19999999999999</c:v>
                </c:pt>
                <c:pt idx="625">
                  <c:v>147.1</c:v>
                </c:pt>
                <c:pt idx="626">
                  <c:v>154.5</c:v>
                </c:pt>
                <c:pt idx="627">
                  <c:v>150.65</c:v>
                </c:pt>
                <c:pt idx="628">
                  <c:v>152.19999999999999</c:v>
                </c:pt>
                <c:pt idx="629">
                  <c:v>149.85</c:v>
                </c:pt>
                <c:pt idx="630">
                  <c:v>149</c:v>
                </c:pt>
                <c:pt idx="631">
                  <c:v>148.44999999999999</c:v>
                </c:pt>
                <c:pt idx="632">
                  <c:v>147.35</c:v>
                </c:pt>
                <c:pt idx="633">
                  <c:v>147.35</c:v>
                </c:pt>
                <c:pt idx="634">
                  <c:v>145.05000000000001</c:v>
                </c:pt>
                <c:pt idx="635">
                  <c:v>143.80000000000001</c:v>
                </c:pt>
                <c:pt idx="636">
                  <c:v>144.80000000000001</c:v>
                </c:pt>
                <c:pt idx="637">
                  <c:v>144.94999999999999</c:v>
                </c:pt>
                <c:pt idx="638">
                  <c:v>145.55000000000001</c:v>
                </c:pt>
                <c:pt idx="639">
                  <c:v>144.5</c:v>
                </c:pt>
                <c:pt idx="640">
                  <c:v>145.19999999999999</c:v>
                </c:pt>
                <c:pt idx="641">
                  <c:v>141.6</c:v>
                </c:pt>
                <c:pt idx="642">
                  <c:v>139.75</c:v>
                </c:pt>
                <c:pt idx="643">
                  <c:v>137.30000000000001</c:v>
                </c:pt>
                <c:pt idx="644">
                  <c:v>141.80000000000001</c:v>
                </c:pt>
                <c:pt idx="645">
                  <c:v>137.94999999999999</c:v>
                </c:pt>
                <c:pt idx="646">
                  <c:v>140.6</c:v>
                </c:pt>
                <c:pt idx="647">
                  <c:v>144.75</c:v>
                </c:pt>
                <c:pt idx="648">
                  <c:v>140.65</c:v>
                </c:pt>
                <c:pt idx="649">
                  <c:v>137.1</c:v>
                </c:pt>
                <c:pt idx="650">
                  <c:v>136.35</c:v>
                </c:pt>
                <c:pt idx="651">
                  <c:v>136.80000000000001</c:v>
                </c:pt>
                <c:pt idx="652">
                  <c:v>135.75</c:v>
                </c:pt>
                <c:pt idx="653">
                  <c:v>135.65</c:v>
                </c:pt>
                <c:pt idx="654">
                  <c:v>134.35</c:v>
                </c:pt>
                <c:pt idx="655">
                  <c:v>134.30000000000001</c:v>
                </c:pt>
                <c:pt idx="656">
                  <c:v>132.30000000000001</c:v>
                </c:pt>
                <c:pt idx="657">
                  <c:v>134.19999999999999</c:v>
                </c:pt>
                <c:pt idx="658">
                  <c:v>135.9</c:v>
                </c:pt>
                <c:pt idx="659">
                  <c:v>135</c:v>
                </c:pt>
                <c:pt idx="660">
                  <c:v>135.30000000000001</c:v>
                </c:pt>
                <c:pt idx="661">
                  <c:v>134.4</c:v>
                </c:pt>
                <c:pt idx="662">
                  <c:v>139.35</c:v>
                </c:pt>
                <c:pt idx="663">
                  <c:v>139.35</c:v>
                </c:pt>
                <c:pt idx="664">
                  <c:v>139.75</c:v>
                </c:pt>
                <c:pt idx="665">
                  <c:v>139.25</c:v>
                </c:pt>
                <c:pt idx="666">
                  <c:v>138.9</c:v>
                </c:pt>
                <c:pt idx="667">
                  <c:v>143.6</c:v>
                </c:pt>
                <c:pt idx="668">
                  <c:v>142.25</c:v>
                </c:pt>
                <c:pt idx="669">
                  <c:v>140.4</c:v>
                </c:pt>
                <c:pt idx="670">
                  <c:v>139.4</c:v>
                </c:pt>
                <c:pt idx="671">
                  <c:v>140.15</c:v>
                </c:pt>
                <c:pt idx="672">
                  <c:v>142.9</c:v>
                </c:pt>
                <c:pt idx="673">
                  <c:v>141.35</c:v>
                </c:pt>
                <c:pt idx="674">
                  <c:v>144</c:v>
                </c:pt>
                <c:pt idx="675">
                  <c:v>144</c:v>
                </c:pt>
                <c:pt idx="676">
                  <c:v>143.30000000000001</c:v>
                </c:pt>
                <c:pt idx="677">
                  <c:v>142.75</c:v>
                </c:pt>
                <c:pt idx="678">
                  <c:v>143.75</c:v>
                </c:pt>
                <c:pt idx="679">
                  <c:v>144.35</c:v>
                </c:pt>
                <c:pt idx="680">
                  <c:v>146.15</c:v>
                </c:pt>
                <c:pt idx="681">
                  <c:v>140.85</c:v>
                </c:pt>
                <c:pt idx="682">
                  <c:v>138</c:v>
                </c:pt>
                <c:pt idx="683">
                  <c:v>138.80000000000001</c:v>
                </c:pt>
                <c:pt idx="684">
                  <c:v>137</c:v>
                </c:pt>
                <c:pt idx="685">
                  <c:v>135.35</c:v>
                </c:pt>
                <c:pt idx="686">
                  <c:v>138</c:v>
                </c:pt>
                <c:pt idx="687">
                  <c:v>140.30000000000001</c:v>
                </c:pt>
                <c:pt idx="688">
                  <c:v>144.85</c:v>
                </c:pt>
                <c:pt idx="689">
                  <c:v>142.1</c:v>
                </c:pt>
                <c:pt idx="690">
                  <c:v>143.35</c:v>
                </c:pt>
                <c:pt idx="691">
                  <c:v>143.19999999999999</c:v>
                </c:pt>
                <c:pt idx="692">
                  <c:v>138.5</c:v>
                </c:pt>
                <c:pt idx="693">
                  <c:v>136.69999999999999</c:v>
                </c:pt>
                <c:pt idx="694">
                  <c:v>135.1</c:v>
                </c:pt>
                <c:pt idx="695">
                  <c:v>137.9</c:v>
                </c:pt>
                <c:pt idx="696">
                  <c:v>138.6</c:v>
                </c:pt>
                <c:pt idx="697">
                  <c:v>137.69999999999999</c:v>
                </c:pt>
                <c:pt idx="698">
                  <c:v>136.69999999999999</c:v>
                </c:pt>
                <c:pt idx="699">
                  <c:v>129.55000000000001</c:v>
                </c:pt>
                <c:pt idx="700">
                  <c:v>131</c:v>
                </c:pt>
                <c:pt idx="701">
                  <c:v>127.05</c:v>
                </c:pt>
                <c:pt idx="702">
                  <c:v>130</c:v>
                </c:pt>
                <c:pt idx="703">
                  <c:v>123.55</c:v>
                </c:pt>
                <c:pt idx="704">
                  <c:v>126.5</c:v>
                </c:pt>
                <c:pt idx="705">
                  <c:v>131.55000000000001</c:v>
                </c:pt>
                <c:pt idx="706">
                  <c:v>135</c:v>
                </c:pt>
                <c:pt idx="707">
                  <c:v>132.4</c:v>
                </c:pt>
                <c:pt idx="708">
                  <c:v>134.9</c:v>
                </c:pt>
                <c:pt idx="709">
                  <c:v>131.44999999999999</c:v>
                </c:pt>
                <c:pt idx="710">
                  <c:v>131.5</c:v>
                </c:pt>
                <c:pt idx="711">
                  <c:v>130.15</c:v>
                </c:pt>
                <c:pt idx="712">
                  <c:v>124.5</c:v>
                </c:pt>
                <c:pt idx="713">
                  <c:v>120.95</c:v>
                </c:pt>
                <c:pt idx="714">
                  <c:v>121</c:v>
                </c:pt>
                <c:pt idx="715">
                  <c:v>117.1</c:v>
                </c:pt>
                <c:pt idx="716">
                  <c:v>110.55</c:v>
                </c:pt>
                <c:pt idx="717">
                  <c:v>118.45</c:v>
                </c:pt>
                <c:pt idx="718">
                  <c:v>120.05</c:v>
                </c:pt>
                <c:pt idx="719">
                  <c:v>122.8</c:v>
                </c:pt>
                <c:pt idx="720">
                  <c:v>120.4</c:v>
                </c:pt>
                <c:pt idx="721">
                  <c:v>120.7</c:v>
                </c:pt>
                <c:pt idx="722">
                  <c:v>129.35</c:v>
                </c:pt>
                <c:pt idx="723">
                  <c:v>137.69999999999999</c:v>
                </c:pt>
                <c:pt idx="724">
                  <c:v>136.5</c:v>
                </c:pt>
                <c:pt idx="725">
                  <c:v>134.85</c:v>
                </c:pt>
                <c:pt idx="726">
                  <c:v>133.30000000000001</c:v>
                </c:pt>
                <c:pt idx="727">
                  <c:v>133.15</c:v>
                </c:pt>
                <c:pt idx="728">
                  <c:v>133.80000000000001</c:v>
                </c:pt>
                <c:pt idx="729">
                  <c:v>131.1</c:v>
                </c:pt>
                <c:pt idx="730">
                  <c:v>131.9</c:v>
                </c:pt>
                <c:pt idx="731">
                  <c:v>134.9</c:v>
                </c:pt>
                <c:pt idx="732">
                  <c:v>134.69999999999999</c:v>
                </c:pt>
                <c:pt idx="733">
                  <c:v>135.94999999999999</c:v>
                </c:pt>
                <c:pt idx="734">
                  <c:v>133.69999999999999</c:v>
                </c:pt>
                <c:pt idx="735">
                  <c:v>137.1</c:v>
                </c:pt>
                <c:pt idx="736">
                  <c:v>141.75</c:v>
                </c:pt>
                <c:pt idx="737">
                  <c:v>149.5</c:v>
                </c:pt>
                <c:pt idx="738">
                  <c:v>147.25</c:v>
                </c:pt>
                <c:pt idx="739">
                  <c:v>143.19999999999999</c:v>
                </c:pt>
                <c:pt idx="740">
                  <c:v>142.55000000000001</c:v>
                </c:pt>
                <c:pt idx="741">
                  <c:v>140.75</c:v>
                </c:pt>
                <c:pt idx="742">
                  <c:v>139.9</c:v>
                </c:pt>
                <c:pt idx="743">
                  <c:v>142.35</c:v>
                </c:pt>
                <c:pt idx="744">
                  <c:v>142.25</c:v>
                </c:pt>
                <c:pt idx="745">
                  <c:v>140.4</c:v>
                </c:pt>
                <c:pt idx="746">
                  <c:v>143.4</c:v>
                </c:pt>
                <c:pt idx="747">
                  <c:v>143.05000000000001</c:v>
                </c:pt>
                <c:pt idx="748">
                  <c:v>140.5</c:v>
                </c:pt>
                <c:pt idx="749">
                  <c:v>140.4</c:v>
                </c:pt>
                <c:pt idx="750">
                  <c:v>138.94999999999999</c:v>
                </c:pt>
                <c:pt idx="751">
                  <c:v>136.75</c:v>
                </c:pt>
                <c:pt idx="752">
                  <c:v>133.19999999999999</c:v>
                </c:pt>
                <c:pt idx="753">
                  <c:v>132.65</c:v>
                </c:pt>
                <c:pt idx="754">
                  <c:v>133.1</c:v>
                </c:pt>
                <c:pt idx="755">
                  <c:v>134</c:v>
                </c:pt>
                <c:pt idx="756">
                  <c:v>138.85</c:v>
                </c:pt>
                <c:pt idx="757">
                  <c:v>141.55000000000001</c:v>
                </c:pt>
                <c:pt idx="758">
                  <c:v>140.55000000000001</c:v>
                </c:pt>
                <c:pt idx="759">
                  <c:v>142.1</c:v>
                </c:pt>
                <c:pt idx="760">
                  <c:v>144.25</c:v>
                </c:pt>
                <c:pt idx="761">
                  <c:v>144.55000000000001</c:v>
                </c:pt>
                <c:pt idx="762">
                  <c:v>143.69999999999999</c:v>
                </c:pt>
                <c:pt idx="763">
                  <c:v>149.69999999999999</c:v>
                </c:pt>
                <c:pt idx="764">
                  <c:v>149.94999999999999</c:v>
                </c:pt>
                <c:pt idx="765">
                  <c:v>143.69999999999999</c:v>
                </c:pt>
                <c:pt idx="766">
                  <c:v>147.85</c:v>
                </c:pt>
                <c:pt idx="767">
                  <c:v>146.44999999999999</c:v>
                </c:pt>
                <c:pt idx="768">
                  <c:v>148.75</c:v>
                </c:pt>
                <c:pt idx="769">
                  <c:v>149.35</c:v>
                </c:pt>
                <c:pt idx="770">
                  <c:v>149.94999999999999</c:v>
                </c:pt>
                <c:pt idx="771">
                  <c:v>149.9</c:v>
                </c:pt>
                <c:pt idx="772">
                  <c:v>147.55000000000001</c:v>
                </c:pt>
                <c:pt idx="773">
                  <c:v>147.80000000000001</c:v>
                </c:pt>
                <c:pt idx="774">
                  <c:v>144.35</c:v>
                </c:pt>
                <c:pt idx="775">
                  <c:v>147.15</c:v>
                </c:pt>
                <c:pt idx="776">
                  <c:v>143.65</c:v>
                </c:pt>
                <c:pt idx="777">
                  <c:v>141.55000000000001</c:v>
                </c:pt>
                <c:pt idx="778">
                  <c:v>143.65</c:v>
                </c:pt>
                <c:pt idx="779">
                  <c:v>145.75</c:v>
                </c:pt>
                <c:pt idx="780">
                  <c:v>147.6</c:v>
                </c:pt>
                <c:pt idx="781">
                  <c:v>146.94999999999999</c:v>
                </c:pt>
                <c:pt idx="782">
                  <c:v>147.85</c:v>
                </c:pt>
                <c:pt idx="783">
                  <c:v>149.94999999999999</c:v>
                </c:pt>
                <c:pt idx="784">
                  <c:v>149.4</c:v>
                </c:pt>
                <c:pt idx="785">
                  <c:v>149.75</c:v>
                </c:pt>
                <c:pt idx="786">
                  <c:v>149.65</c:v>
                </c:pt>
                <c:pt idx="787">
                  <c:v>148.85</c:v>
                </c:pt>
                <c:pt idx="788">
                  <c:v>149</c:v>
                </c:pt>
                <c:pt idx="789">
                  <c:v>149.94999999999999</c:v>
                </c:pt>
                <c:pt idx="790">
                  <c:v>149.30000000000001</c:v>
                </c:pt>
                <c:pt idx="791">
                  <c:v>149.75</c:v>
                </c:pt>
                <c:pt idx="792">
                  <c:v>149.85</c:v>
                </c:pt>
                <c:pt idx="793">
                  <c:v>146.4</c:v>
                </c:pt>
                <c:pt idx="794">
                  <c:v>143.30000000000001</c:v>
                </c:pt>
                <c:pt idx="795">
                  <c:v>141.05000000000001</c:v>
                </c:pt>
                <c:pt idx="796">
                  <c:v>141.85</c:v>
                </c:pt>
                <c:pt idx="797">
                  <c:v>142.30000000000001</c:v>
                </c:pt>
                <c:pt idx="798">
                  <c:v>141.19999999999999</c:v>
                </c:pt>
                <c:pt idx="799">
                  <c:v>138.25</c:v>
                </c:pt>
                <c:pt idx="800">
                  <c:v>135</c:v>
                </c:pt>
                <c:pt idx="801">
                  <c:v>137.6</c:v>
                </c:pt>
                <c:pt idx="802">
                  <c:v>139.30000000000001</c:v>
                </c:pt>
                <c:pt idx="803">
                  <c:v>139.6</c:v>
                </c:pt>
                <c:pt idx="804">
                  <c:v>140.85</c:v>
                </c:pt>
                <c:pt idx="805">
                  <c:v>136.9</c:v>
                </c:pt>
                <c:pt idx="806">
                  <c:v>135.75</c:v>
                </c:pt>
                <c:pt idx="807">
                  <c:v>135.15</c:v>
                </c:pt>
                <c:pt idx="808">
                  <c:v>132.9</c:v>
                </c:pt>
                <c:pt idx="809">
                  <c:v>134.30000000000001</c:v>
                </c:pt>
                <c:pt idx="810">
                  <c:v>133.75</c:v>
                </c:pt>
                <c:pt idx="811">
                  <c:v>134.44999999999999</c:v>
                </c:pt>
                <c:pt idx="812">
                  <c:v>133.4</c:v>
                </c:pt>
                <c:pt idx="813">
                  <c:v>134.85</c:v>
                </c:pt>
                <c:pt idx="814">
                  <c:v>136.35</c:v>
                </c:pt>
                <c:pt idx="815">
                  <c:v>138.9</c:v>
                </c:pt>
                <c:pt idx="816">
                  <c:v>136.94999999999999</c:v>
                </c:pt>
                <c:pt idx="817">
                  <c:v>132.35</c:v>
                </c:pt>
                <c:pt idx="818">
                  <c:v>134.44999999999999</c:v>
                </c:pt>
                <c:pt idx="819">
                  <c:v>131.05000000000001</c:v>
                </c:pt>
                <c:pt idx="820">
                  <c:v>133.94999999999999</c:v>
                </c:pt>
                <c:pt idx="821">
                  <c:v>134.6</c:v>
                </c:pt>
                <c:pt idx="822">
                  <c:v>133.4</c:v>
                </c:pt>
                <c:pt idx="823">
                  <c:v>132.65</c:v>
                </c:pt>
                <c:pt idx="824">
                  <c:v>132.4</c:v>
                </c:pt>
                <c:pt idx="825">
                  <c:v>130.44999999999999</c:v>
                </c:pt>
                <c:pt idx="826">
                  <c:v>130.19999999999999</c:v>
                </c:pt>
                <c:pt idx="827">
                  <c:v>132.05000000000001</c:v>
                </c:pt>
                <c:pt idx="828">
                  <c:v>130.1</c:v>
                </c:pt>
                <c:pt idx="829">
                  <c:v>130</c:v>
                </c:pt>
                <c:pt idx="830">
                  <c:v>121.15</c:v>
                </c:pt>
                <c:pt idx="831">
                  <c:v>121.7</c:v>
                </c:pt>
                <c:pt idx="832">
                  <c:v>120.8</c:v>
                </c:pt>
                <c:pt idx="833">
                  <c:v>120.8</c:v>
                </c:pt>
                <c:pt idx="834">
                  <c:v>121.15</c:v>
                </c:pt>
                <c:pt idx="835">
                  <c:v>125.05</c:v>
                </c:pt>
                <c:pt idx="836">
                  <c:v>124.85</c:v>
                </c:pt>
                <c:pt idx="837">
                  <c:v>127.3</c:v>
                </c:pt>
                <c:pt idx="838">
                  <c:v>126.15</c:v>
                </c:pt>
                <c:pt idx="839">
                  <c:v>127.35</c:v>
                </c:pt>
                <c:pt idx="840">
                  <c:v>131</c:v>
                </c:pt>
                <c:pt idx="841">
                  <c:v>135.4</c:v>
                </c:pt>
                <c:pt idx="842">
                  <c:v>138.05000000000001</c:v>
                </c:pt>
                <c:pt idx="843">
                  <c:v>136.35</c:v>
                </c:pt>
                <c:pt idx="844">
                  <c:v>138.80000000000001</c:v>
                </c:pt>
                <c:pt idx="845">
                  <c:v>131.5</c:v>
                </c:pt>
                <c:pt idx="846">
                  <c:v>131.5</c:v>
                </c:pt>
                <c:pt idx="847">
                  <c:v>137.80000000000001</c:v>
                </c:pt>
                <c:pt idx="848">
                  <c:v>136.1</c:v>
                </c:pt>
                <c:pt idx="849">
                  <c:v>137.44999999999999</c:v>
                </c:pt>
                <c:pt idx="850">
                  <c:v>136.69999999999999</c:v>
                </c:pt>
                <c:pt idx="851">
                  <c:v>137.94999999999999</c:v>
                </c:pt>
                <c:pt idx="852">
                  <c:v>137.69999999999999</c:v>
                </c:pt>
                <c:pt idx="853">
                  <c:v>137.4</c:v>
                </c:pt>
                <c:pt idx="854">
                  <c:v>141.55000000000001</c:v>
                </c:pt>
                <c:pt idx="855">
                  <c:v>141.35</c:v>
                </c:pt>
                <c:pt idx="856">
                  <c:v>141.75</c:v>
                </c:pt>
                <c:pt idx="857">
                  <c:v>140.44999999999999</c:v>
                </c:pt>
                <c:pt idx="858">
                  <c:v>136.75</c:v>
                </c:pt>
                <c:pt idx="859">
                  <c:v>137.44999999999999</c:v>
                </c:pt>
                <c:pt idx="860">
                  <c:v>137.9</c:v>
                </c:pt>
                <c:pt idx="861">
                  <c:v>142.75</c:v>
                </c:pt>
                <c:pt idx="862">
                  <c:v>141.44999999999999</c:v>
                </c:pt>
                <c:pt idx="863">
                  <c:v>143.94999999999999</c:v>
                </c:pt>
                <c:pt idx="864">
                  <c:v>142.9</c:v>
                </c:pt>
                <c:pt idx="865">
                  <c:v>143.65</c:v>
                </c:pt>
                <c:pt idx="866">
                  <c:v>142.35</c:v>
                </c:pt>
                <c:pt idx="867">
                  <c:v>140.65</c:v>
                </c:pt>
                <c:pt idx="868">
                  <c:v>140.35</c:v>
                </c:pt>
                <c:pt idx="869">
                  <c:v>141.44999999999999</c:v>
                </c:pt>
                <c:pt idx="870">
                  <c:v>141.55000000000001</c:v>
                </c:pt>
                <c:pt idx="871">
                  <c:v>147.25</c:v>
                </c:pt>
                <c:pt idx="872">
                  <c:v>150.15</c:v>
                </c:pt>
                <c:pt idx="873">
                  <c:v>148.30000000000001</c:v>
                </c:pt>
                <c:pt idx="874">
                  <c:v>145.1</c:v>
                </c:pt>
                <c:pt idx="875">
                  <c:v>145.75</c:v>
                </c:pt>
                <c:pt idx="876">
                  <c:v>148.69999999999999</c:v>
                </c:pt>
                <c:pt idx="877">
                  <c:v>150.1</c:v>
                </c:pt>
                <c:pt idx="878">
                  <c:v>148.05000000000001</c:v>
                </c:pt>
                <c:pt idx="879">
                  <c:v>150.5</c:v>
                </c:pt>
                <c:pt idx="880">
                  <c:v>150.1</c:v>
                </c:pt>
                <c:pt idx="881">
                  <c:v>154.5</c:v>
                </c:pt>
                <c:pt idx="882">
                  <c:v>160.1</c:v>
                </c:pt>
                <c:pt idx="883">
                  <c:v>159.80000000000001</c:v>
                </c:pt>
                <c:pt idx="884">
                  <c:v>163.19999999999999</c:v>
                </c:pt>
                <c:pt idx="885">
                  <c:v>159.94999999999999</c:v>
                </c:pt>
                <c:pt idx="886">
                  <c:v>158.15</c:v>
                </c:pt>
                <c:pt idx="887">
                  <c:v>153.80000000000001</c:v>
                </c:pt>
                <c:pt idx="888">
                  <c:v>150.15</c:v>
                </c:pt>
                <c:pt idx="889">
                  <c:v>150</c:v>
                </c:pt>
                <c:pt idx="890">
                  <c:v>154.75</c:v>
                </c:pt>
                <c:pt idx="891">
                  <c:v>159.65</c:v>
                </c:pt>
                <c:pt idx="892">
                  <c:v>159.05000000000001</c:v>
                </c:pt>
                <c:pt idx="893">
                  <c:v>159.35</c:v>
                </c:pt>
                <c:pt idx="894">
                  <c:v>162</c:v>
                </c:pt>
                <c:pt idx="895">
                  <c:v>159.15</c:v>
                </c:pt>
                <c:pt idx="896">
                  <c:v>162.6</c:v>
                </c:pt>
                <c:pt idx="897">
                  <c:v>155</c:v>
                </c:pt>
                <c:pt idx="898">
                  <c:v>151.75</c:v>
                </c:pt>
                <c:pt idx="899">
                  <c:v>147.15</c:v>
                </c:pt>
                <c:pt idx="900">
                  <c:v>149.69999999999999</c:v>
                </c:pt>
                <c:pt idx="901">
                  <c:v>153.55000000000001</c:v>
                </c:pt>
                <c:pt idx="902">
                  <c:v>154.05000000000001</c:v>
                </c:pt>
                <c:pt idx="903">
                  <c:v>159</c:v>
                </c:pt>
                <c:pt idx="904">
                  <c:v>158.80000000000001</c:v>
                </c:pt>
                <c:pt idx="905">
                  <c:v>155.65</c:v>
                </c:pt>
                <c:pt idx="906">
                  <c:v>157.5</c:v>
                </c:pt>
                <c:pt idx="907">
                  <c:v>157.4</c:v>
                </c:pt>
                <c:pt idx="908">
                  <c:v>156.65</c:v>
                </c:pt>
                <c:pt idx="909">
                  <c:v>178.35</c:v>
                </c:pt>
                <c:pt idx="910">
                  <c:v>179.9</c:v>
                </c:pt>
                <c:pt idx="911">
                  <c:v>174.05</c:v>
                </c:pt>
                <c:pt idx="912">
                  <c:v>181.95</c:v>
                </c:pt>
                <c:pt idx="913">
                  <c:v>183.3</c:v>
                </c:pt>
                <c:pt idx="914">
                  <c:v>183.7</c:v>
                </c:pt>
                <c:pt idx="915">
                  <c:v>179.7</c:v>
                </c:pt>
                <c:pt idx="916">
                  <c:v>184.35</c:v>
                </c:pt>
                <c:pt idx="917">
                  <c:v>187.6</c:v>
                </c:pt>
                <c:pt idx="918">
                  <c:v>183.65</c:v>
                </c:pt>
                <c:pt idx="919">
                  <c:v>181.6</c:v>
                </c:pt>
                <c:pt idx="920">
                  <c:v>182.9</c:v>
                </c:pt>
                <c:pt idx="921">
                  <c:v>182.05</c:v>
                </c:pt>
                <c:pt idx="922">
                  <c:v>181.3</c:v>
                </c:pt>
                <c:pt idx="923">
                  <c:v>182.95</c:v>
                </c:pt>
                <c:pt idx="924">
                  <c:v>185.25</c:v>
                </c:pt>
                <c:pt idx="925">
                  <c:v>184.15</c:v>
                </c:pt>
                <c:pt idx="926">
                  <c:v>183.1</c:v>
                </c:pt>
                <c:pt idx="927">
                  <c:v>183.25</c:v>
                </c:pt>
                <c:pt idx="928">
                  <c:v>187.4</c:v>
                </c:pt>
                <c:pt idx="929">
                  <c:v>184.15</c:v>
                </c:pt>
                <c:pt idx="930">
                  <c:v>186.75</c:v>
                </c:pt>
                <c:pt idx="931">
                  <c:v>186.45</c:v>
                </c:pt>
                <c:pt idx="932">
                  <c:v>192.3</c:v>
                </c:pt>
                <c:pt idx="933">
                  <c:v>196</c:v>
                </c:pt>
                <c:pt idx="934">
                  <c:v>190.9</c:v>
                </c:pt>
                <c:pt idx="935">
                  <c:v>204.15</c:v>
                </c:pt>
                <c:pt idx="936">
                  <c:v>202.9</c:v>
                </c:pt>
                <c:pt idx="937">
                  <c:v>204.5</c:v>
                </c:pt>
                <c:pt idx="938">
                  <c:v>204.4</c:v>
                </c:pt>
                <c:pt idx="939">
                  <c:v>210</c:v>
                </c:pt>
                <c:pt idx="940">
                  <c:v>212.85</c:v>
                </c:pt>
                <c:pt idx="941">
                  <c:v>226.65</c:v>
                </c:pt>
                <c:pt idx="942">
                  <c:v>223</c:v>
                </c:pt>
                <c:pt idx="943">
                  <c:v>227.25</c:v>
                </c:pt>
                <c:pt idx="944">
                  <c:v>223.5</c:v>
                </c:pt>
                <c:pt idx="945">
                  <c:v>228.05</c:v>
                </c:pt>
                <c:pt idx="946">
                  <c:v>227.1</c:v>
                </c:pt>
                <c:pt idx="947">
                  <c:v>224.4</c:v>
                </c:pt>
                <c:pt idx="948">
                  <c:v>225.25</c:v>
                </c:pt>
                <c:pt idx="949">
                  <c:v>220.95</c:v>
                </c:pt>
                <c:pt idx="950">
                  <c:v>217.55</c:v>
                </c:pt>
                <c:pt idx="951">
                  <c:v>212</c:v>
                </c:pt>
                <c:pt idx="952">
                  <c:v>216.85</c:v>
                </c:pt>
                <c:pt idx="953">
                  <c:v>218.45</c:v>
                </c:pt>
                <c:pt idx="954">
                  <c:v>224.15</c:v>
                </c:pt>
                <c:pt idx="955">
                  <c:v>226.4</c:v>
                </c:pt>
                <c:pt idx="956">
                  <c:v>230.8</c:v>
                </c:pt>
                <c:pt idx="957">
                  <c:v>227.65</c:v>
                </c:pt>
                <c:pt idx="958">
                  <c:v>227.15</c:v>
                </c:pt>
                <c:pt idx="959">
                  <c:v>229.6</c:v>
                </c:pt>
                <c:pt idx="960">
                  <c:v>247</c:v>
                </c:pt>
                <c:pt idx="961">
                  <c:v>259.64999999999998</c:v>
                </c:pt>
                <c:pt idx="962">
                  <c:v>258</c:v>
                </c:pt>
                <c:pt idx="963">
                  <c:v>244.8</c:v>
                </c:pt>
                <c:pt idx="964">
                  <c:v>240.45</c:v>
                </c:pt>
                <c:pt idx="965">
                  <c:v>243</c:v>
                </c:pt>
                <c:pt idx="966">
                  <c:v>240.5</c:v>
                </c:pt>
                <c:pt idx="967">
                  <c:v>248.25</c:v>
                </c:pt>
                <c:pt idx="968">
                  <c:v>249.05</c:v>
                </c:pt>
                <c:pt idx="969">
                  <c:v>248.75</c:v>
                </c:pt>
                <c:pt idx="970">
                  <c:v>245.6</c:v>
                </c:pt>
                <c:pt idx="971">
                  <c:v>243.1</c:v>
                </c:pt>
                <c:pt idx="972">
                  <c:v>243.2</c:v>
                </c:pt>
                <c:pt idx="973">
                  <c:v>236.4</c:v>
                </c:pt>
                <c:pt idx="974">
                  <c:v>227.7</c:v>
                </c:pt>
                <c:pt idx="975">
                  <c:v>227.35</c:v>
                </c:pt>
                <c:pt idx="976">
                  <c:v>232</c:v>
                </c:pt>
                <c:pt idx="977">
                  <c:v>236.4</c:v>
                </c:pt>
                <c:pt idx="978">
                  <c:v>241.25</c:v>
                </c:pt>
                <c:pt idx="979">
                  <c:v>251.45</c:v>
                </c:pt>
                <c:pt idx="980">
                  <c:v>250.1</c:v>
                </c:pt>
                <c:pt idx="981">
                  <c:v>255.5</c:v>
                </c:pt>
                <c:pt idx="982">
                  <c:v>264.39999999999998</c:v>
                </c:pt>
                <c:pt idx="983">
                  <c:v>287.7</c:v>
                </c:pt>
                <c:pt idx="984">
                  <c:v>269.2</c:v>
                </c:pt>
                <c:pt idx="985">
                  <c:v>260.2</c:v>
                </c:pt>
                <c:pt idx="986">
                  <c:v>260.85000000000002</c:v>
                </c:pt>
                <c:pt idx="987">
                  <c:v>267.39999999999998</c:v>
                </c:pt>
                <c:pt idx="988">
                  <c:v>273.55</c:v>
                </c:pt>
                <c:pt idx="989">
                  <c:v>284.45</c:v>
                </c:pt>
                <c:pt idx="990">
                  <c:v>280.55</c:v>
                </c:pt>
                <c:pt idx="991">
                  <c:v>275.64999999999998</c:v>
                </c:pt>
                <c:pt idx="992">
                  <c:v>282.64999999999998</c:v>
                </c:pt>
                <c:pt idx="993">
                  <c:v>282.7</c:v>
                </c:pt>
                <c:pt idx="994">
                  <c:v>279.85000000000002</c:v>
                </c:pt>
                <c:pt idx="995">
                  <c:v>279.64999999999998</c:v>
                </c:pt>
                <c:pt idx="996">
                  <c:v>281.60000000000002</c:v>
                </c:pt>
                <c:pt idx="997">
                  <c:v>281.25</c:v>
                </c:pt>
                <c:pt idx="998">
                  <c:v>283.75</c:v>
                </c:pt>
                <c:pt idx="999">
                  <c:v>286.2</c:v>
                </c:pt>
                <c:pt idx="1000">
                  <c:v>302.2</c:v>
                </c:pt>
                <c:pt idx="1001">
                  <c:v>298.8</c:v>
                </c:pt>
                <c:pt idx="1002">
                  <c:v>295.45</c:v>
                </c:pt>
                <c:pt idx="1003">
                  <c:v>302.75</c:v>
                </c:pt>
                <c:pt idx="1004">
                  <c:v>306.55</c:v>
                </c:pt>
                <c:pt idx="1005">
                  <c:v>313.2</c:v>
                </c:pt>
                <c:pt idx="1006">
                  <c:v>312.39999999999998</c:v>
                </c:pt>
                <c:pt idx="1007">
                  <c:v>304.05</c:v>
                </c:pt>
                <c:pt idx="1008">
                  <c:v>302.39999999999998</c:v>
                </c:pt>
                <c:pt idx="1009">
                  <c:v>304.10000000000002</c:v>
                </c:pt>
                <c:pt idx="1010">
                  <c:v>305.05</c:v>
                </c:pt>
                <c:pt idx="1011">
                  <c:v>309.39999999999998</c:v>
                </c:pt>
                <c:pt idx="1012">
                  <c:v>308.05</c:v>
                </c:pt>
                <c:pt idx="1013">
                  <c:v>299.75</c:v>
                </c:pt>
                <c:pt idx="1014">
                  <c:v>283.3</c:v>
                </c:pt>
                <c:pt idx="1015">
                  <c:v>300.10000000000002</c:v>
                </c:pt>
                <c:pt idx="1016">
                  <c:v>296</c:v>
                </c:pt>
                <c:pt idx="1017">
                  <c:v>294.8</c:v>
                </c:pt>
                <c:pt idx="1018">
                  <c:v>289.89999999999998</c:v>
                </c:pt>
                <c:pt idx="1019">
                  <c:v>293.7</c:v>
                </c:pt>
                <c:pt idx="1020">
                  <c:v>305.5</c:v>
                </c:pt>
                <c:pt idx="1021">
                  <c:v>293.64999999999998</c:v>
                </c:pt>
                <c:pt idx="1022">
                  <c:v>287.64999999999998</c:v>
                </c:pt>
                <c:pt idx="1023">
                  <c:v>295.05</c:v>
                </c:pt>
                <c:pt idx="1024">
                  <c:v>295.3</c:v>
                </c:pt>
                <c:pt idx="1025">
                  <c:v>302.39999999999998</c:v>
                </c:pt>
                <c:pt idx="1026">
                  <c:v>306.55</c:v>
                </c:pt>
                <c:pt idx="1027">
                  <c:v>321.3</c:v>
                </c:pt>
                <c:pt idx="1028">
                  <c:v>332</c:v>
                </c:pt>
                <c:pt idx="1029">
                  <c:v>348.25</c:v>
                </c:pt>
                <c:pt idx="1030">
                  <c:v>318.10000000000002</c:v>
                </c:pt>
                <c:pt idx="1031">
                  <c:v>318.85000000000002</c:v>
                </c:pt>
                <c:pt idx="1032">
                  <c:v>311.39999999999998</c:v>
                </c:pt>
                <c:pt idx="1033">
                  <c:v>309.55</c:v>
                </c:pt>
                <c:pt idx="1034">
                  <c:v>315.8</c:v>
                </c:pt>
                <c:pt idx="1035">
                  <c:v>317.35000000000002</c:v>
                </c:pt>
                <c:pt idx="1036">
                  <c:v>310.75</c:v>
                </c:pt>
                <c:pt idx="1037">
                  <c:v>296.7</c:v>
                </c:pt>
                <c:pt idx="1038">
                  <c:v>282</c:v>
                </c:pt>
                <c:pt idx="1039">
                  <c:v>274.8</c:v>
                </c:pt>
                <c:pt idx="1040">
                  <c:v>274.45</c:v>
                </c:pt>
                <c:pt idx="1041">
                  <c:v>267.75</c:v>
                </c:pt>
                <c:pt idx="1042">
                  <c:v>270.95</c:v>
                </c:pt>
                <c:pt idx="1043">
                  <c:v>281.7</c:v>
                </c:pt>
                <c:pt idx="1044">
                  <c:v>277.25</c:v>
                </c:pt>
                <c:pt idx="1045">
                  <c:v>288.89999999999998</c:v>
                </c:pt>
                <c:pt idx="1046">
                  <c:v>292.2</c:v>
                </c:pt>
                <c:pt idx="1047">
                  <c:v>304.3</c:v>
                </c:pt>
                <c:pt idx="1048">
                  <c:v>302.2</c:v>
                </c:pt>
                <c:pt idx="1049">
                  <c:v>289.25</c:v>
                </c:pt>
                <c:pt idx="1050">
                  <c:v>280.10000000000002</c:v>
                </c:pt>
                <c:pt idx="1051">
                  <c:v>282</c:v>
                </c:pt>
                <c:pt idx="1052">
                  <c:v>278.25</c:v>
                </c:pt>
                <c:pt idx="1053">
                  <c:v>282.95</c:v>
                </c:pt>
                <c:pt idx="1054">
                  <c:v>287.75</c:v>
                </c:pt>
                <c:pt idx="1055">
                  <c:v>281.95</c:v>
                </c:pt>
                <c:pt idx="1056">
                  <c:v>277.64999999999998</c:v>
                </c:pt>
                <c:pt idx="1057">
                  <c:v>276.5</c:v>
                </c:pt>
                <c:pt idx="1058">
                  <c:v>273.14999999999998</c:v>
                </c:pt>
                <c:pt idx="1059">
                  <c:v>276.5</c:v>
                </c:pt>
                <c:pt idx="1060">
                  <c:v>269.55</c:v>
                </c:pt>
                <c:pt idx="1061">
                  <c:v>285.05</c:v>
                </c:pt>
                <c:pt idx="1062">
                  <c:v>299.85000000000002</c:v>
                </c:pt>
                <c:pt idx="1063">
                  <c:v>297.5</c:v>
                </c:pt>
                <c:pt idx="1064">
                  <c:v>296.3</c:v>
                </c:pt>
                <c:pt idx="1065">
                  <c:v>300.95</c:v>
                </c:pt>
                <c:pt idx="1066">
                  <c:v>298.85000000000002</c:v>
                </c:pt>
                <c:pt idx="1067">
                  <c:v>295.85000000000002</c:v>
                </c:pt>
                <c:pt idx="1068">
                  <c:v>291.39999999999998</c:v>
                </c:pt>
                <c:pt idx="1069">
                  <c:v>289.45</c:v>
                </c:pt>
                <c:pt idx="1070">
                  <c:v>292.39999999999998</c:v>
                </c:pt>
                <c:pt idx="1071">
                  <c:v>291.64999999999998</c:v>
                </c:pt>
                <c:pt idx="1072">
                  <c:v>291.64999999999998</c:v>
                </c:pt>
                <c:pt idx="1073">
                  <c:v>289.05</c:v>
                </c:pt>
                <c:pt idx="1074">
                  <c:v>287.64999999999998</c:v>
                </c:pt>
                <c:pt idx="1075">
                  <c:v>291.95</c:v>
                </c:pt>
                <c:pt idx="1076">
                  <c:v>299.75</c:v>
                </c:pt>
                <c:pt idx="1077">
                  <c:v>307.25</c:v>
                </c:pt>
                <c:pt idx="1078">
                  <c:v>297.45</c:v>
                </c:pt>
                <c:pt idx="1079">
                  <c:v>299</c:v>
                </c:pt>
                <c:pt idx="1080">
                  <c:v>319.35000000000002</c:v>
                </c:pt>
                <c:pt idx="1081">
                  <c:v>312.3</c:v>
                </c:pt>
                <c:pt idx="1082">
                  <c:v>317.60000000000002</c:v>
                </c:pt>
                <c:pt idx="1083">
                  <c:v>318.75</c:v>
                </c:pt>
                <c:pt idx="1084">
                  <c:v>315</c:v>
                </c:pt>
                <c:pt idx="1085">
                  <c:v>314.8</c:v>
                </c:pt>
                <c:pt idx="1086">
                  <c:v>306.89999999999998</c:v>
                </c:pt>
                <c:pt idx="1087">
                  <c:v>301.89999999999998</c:v>
                </c:pt>
                <c:pt idx="1088">
                  <c:v>303.85000000000002</c:v>
                </c:pt>
                <c:pt idx="1089">
                  <c:v>302.8</c:v>
                </c:pt>
                <c:pt idx="1090">
                  <c:v>298.85000000000002</c:v>
                </c:pt>
                <c:pt idx="1091">
                  <c:v>283</c:v>
                </c:pt>
                <c:pt idx="1092">
                  <c:v>284.60000000000002</c:v>
                </c:pt>
                <c:pt idx="1093">
                  <c:v>284.75</c:v>
                </c:pt>
                <c:pt idx="1094">
                  <c:v>264.7</c:v>
                </c:pt>
                <c:pt idx="1095">
                  <c:v>236.75</c:v>
                </c:pt>
                <c:pt idx="1096">
                  <c:v>256.35000000000002</c:v>
                </c:pt>
                <c:pt idx="1097">
                  <c:v>264.2</c:v>
                </c:pt>
                <c:pt idx="1098">
                  <c:v>262.8</c:v>
                </c:pt>
                <c:pt idx="1099">
                  <c:v>267.14999999999998</c:v>
                </c:pt>
                <c:pt idx="1100">
                  <c:v>267.3</c:v>
                </c:pt>
                <c:pt idx="1101">
                  <c:v>258.55</c:v>
                </c:pt>
                <c:pt idx="1102">
                  <c:v>262.5</c:v>
                </c:pt>
                <c:pt idx="1103">
                  <c:v>264.95</c:v>
                </c:pt>
                <c:pt idx="1104">
                  <c:v>246.05</c:v>
                </c:pt>
                <c:pt idx="1105">
                  <c:v>230.4</c:v>
                </c:pt>
                <c:pt idx="1106">
                  <c:v>236.75</c:v>
                </c:pt>
                <c:pt idx="1107">
                  <c:v>261.55</c:v>
                </c:pt>
                <c:pt idx="1108">
                  <c:v>265.3</c:v>
                </c:pt>
                <c:pt idx="1109">
                  <c:v>268.35000000000002</c:v>
                </c:pt>
                <c:pt idx="1110">
                  <c:v>268.35000000000002</c:v>
                </c:pt>
                <c:pt idx="1111">
                  <c:v>270.2</c:v>
                </c:pt>
                <c:pt idx="1112">
                  <c:v>272.3</c:v>
                </c:pt>
                <c:pt idx="1113">
                  <c:v>267.55</c:v>
                </c:pt>
                <c:pt idx="1114">
                  <c:v>259.64999999999998</c:v>
                </c:pt>
                <c:pt idx="1115">
                  <c:v>251.35</c:v>
                </c:pt>
                <c:pt idx="1116">
                  <c:v>252.6</c:v>
                </c:pt>
                <c:pt idx="1117">
                  <c:v>257.3</c:v>
                </c:pt>
                <c:pt idx="1118">
                  <c:v>262.8</c:v>
                </c:pt>
                <c:pt idx="1119">
                  <c:v>258.64999999999998</c:v>
                </c:pt>
                <c:pt idx="1120">
                  <c:v>256.05</c:v>
                </c:pt>
                <c:pt idx="1121">
                  <c:v>252.35</c:v>
                </c:pt>
                <c:pt idx="1122">
                  <c:v>253.55</c:v>
                </c:pt>
                <c:pt idx="1123">
                  <c:v>254.15</c:v>
                </c:pt>
                <c:pt idx="1124">
                  <c:v>250.6</c:v>
                </c:pt>
                <c:pt idx="1125">
                  <c:v>252.9</c:v>
                </c:pt>
                <c:pt idx="1126">
                  <c:v>248.8</c:v>
                </c:pt>
                <c:pt idx="1127">
                  <c:v>244.5</c:v>
                </c:pt>
                <c:pt idx="1128">
                  <c:v>247.8</c:v>
                </c:pt>
                <c:pt idx="1129">
                  <c:v>244.85</c:v>
                </c:pt>
                <c:pt idx="1130">
                  <c:v>235.35</c:v>
                </c:pt>
                <c:pt idx="1131">
                  <c:v>241.55</c:v>
                </c:pt>
                <c:pt idx="1132">
                  <c:v>245.75</c:v>
                </c:pt>
                <c:pt idx="1133">
                  <c:v>238.45</c:v>
                </c:pt>
                <c:pt idx="1134">
                  <c:v>244.35</c:v>
                </c:pt>
                <c:pt idx="1135">
                  <c:v>241.3</c:v>
                </c:pt>
                <c:pt idx="1136">
                  <c:v>236.85</c:v>
                </c:pt>
                <c:pt idx="1137">
                  <c:v>234.4</c:v>
                </c:pt>
                <c:pt idx="1138">
                  <c:v>238.45</c:v>
                </c:pt>
                <c:pt idx="1139">
                  <c:v>245.2</c:v>
                </c:pt>
                <c:pt idx="1140">
                  <c:v>253</c:v>
                </c:pt>
                <c:pt idx="1141">
                  <c:v>261.60000000000002</c:v>
                </c:pt>
                <c:pt idx="1142">
                  <c:v>262.7</c:v>
                </c:pt>
                <c:pt idx="1143">
                  <c:v>262.5</c:v>
                </c:pt>
                <c:pt idx="1144">
                  <c:v>261.35000000000002</c:v>
                </c:pt>
                <c:pt idx="1145">
                  <c:v>257.35000000000002</c:v>
                </c:pt>
                <c:pt idx="1146">
                  <c:v>258.7</c:v>
                </c:pt>
                <c:pt idx="1147">
                  <c:v>258.5</c:v>
                </c:pt>
                <c:pt idx="1148">
                  <c:v>264.60000000000002</c:v>
                </c:pt>
                <c:pt idx="1149">
                  <c:v>267.5</c:v>
                </c:pt>
                <c:pt idx="1150">
                  <c:v>275.89999999999998</c:v>
                </c:pt>
                <c:pt idx="1151">
                  <c:v>273.5</c:v>
                </c:pt>
                <c:pt idx="1152">
                  <c:v>271</c:v>
                </c:pt>
                <c:pt idx="1153">
                  <c:v>279.10000000000002</c:v>
                </c:pt>
                <c:pt idx="1154">
                  <c:v>272.55</c:v>
                </c:pt>
                <c:pt idx="1155">
                  <c:v>277.10000000000002</c:v>
                </c:pt>
                <c:pt idx="1156">
                  <c:v>275.2</c:v>
                </c:pt>
                <c:pt idx="1157">
                  <c:v>277.39999999999998</c:v>
                </c:pt>
                <c:pt idx="1158">
                  <c:v>277</c:v>
                </c:pt>
                <c:pt idx="1159">
                  <c:v>275.14999999999998</c:v>
                </c:pt>
                <c:pt idx="1160">
                  <c:v>275.39999999999998</c:v>
                </c:pt>
                <c:pt idx="1161">
                  <c:v>277.10000000000002</c:v>
                </c:pt>
                <c:pt idx="1162">
                  <c:v>272.64999999999998</c:v>
                </c:pt>
                <c:pt idx="1163">
                  <c:v>273.8</c:v>
                </c:pt>
                <c:pt idx="1164">
                  <c:v>267.85000000000002</c:v>
                </c:pt>
                <c:pt idx="1165">
                  <c:v>267.39999999999998</c:v>
                </c:pt>
                <c:pt idx="1166">
                  <c:v>265</c:v>
                </c:pt>
                <c:pt idx="1167">
                  <c:v>266.8</c:v>
                </c:pt>
                <c:pt idx="1168">
                  <c:v>273.95</c:v>
                </c:pt>
                <c:pt idx="1169">
                  <c:v>268.75</c:v>
                </c:pt>
                <c:pt idx="1170">
                  <c:v>271.8</c:v>
                </c:pt>
                <c:pt idx="1171">
                  <c:v>269.8</c:v>
                </c:pt>
                <c:pt idx="1172">
                  <c:v>270.89999999999998</c:v>
                </c:pt>
                <c:pt idx="1173">
                  <c:v>262.45</c:v>
                </c:pt>
                <c:pt idx="1174">
                  <c:v>262.95</c:v>
                </c:pt>
                <c:pt idx="1175">
                  <c:v>264.5</c:v>
                </c:pt>
                <c:pt idx="1176">
                  <c:v>263</c:v>
                </c:pt>
                <c:pt idx="1177">
                  <c:v>265.39999999999998</c:v>
                </c:pt>
                <c:pt idx="1178">
                  <c:v>267.25</c:v>
                </c:pt>
                <c:pt idx="1179">
                  <c:v>268.95</c:v>
                </c:pt>
                <c:pt idx="1180">
                  <c:v>265.25</c:v>
                </c:pt>
                <c:pt idx="1181">
                  <c:v>267.8</c:v>
                </c:pt>
                <c:pt idx="1182">
                  <c:v>264.8</c:v>
                </c:pt>
                <c:pt idx="1183">
                  <c:v>266.05</c:v>
                </c:pt>
                <c:pt idx="1184">
                  <c:v>275.2</c:v>
                </c:pt>
                <c:pt idx="1185">
                  <c:v>279</c:v>
                </c:pt>
                <c:pt idx="1186">
                  <c:v>288.95</c:v>
                </c:pt>
                <c:pt idx="1187">
                  <c:v>295.35000000000002</c:v>
                </c:pt>
                <c:pt idx="1188">
                  <c:v>288.7</c:v>
                </c:pt>
                <c:pt idx="1189">
                  <c:v>292.25</c:v>
                </c:pt>
                <c:pt idx="1190">
                  <c:v>295.3</c:v>
                </c:pt>
                <c:pt idx="1191">
                  <c:v>291.60000000000002</c:v>
                </c:pt>
                <c:pt idx="1192">
                  <c:v>288.89999999999998</c:v>
                </c:pt>
                <c:pt idx="1193">
                  <c:v>286.25</c:v>
                </c:pt>
                <c:pt idx="1194">
                  <c:v>289.3</c:v>
                </c:pt>
                <c:pt idx="1195">
                  <c:v>291.45</c:v>
                </c:pt>
                <c:pt idx="1196">
                  <c:v>298</c:v>
                </c:pt>
                <c:pt idx="1197">
                  <c:v>295.85000000000002</c:v>
                </c:pt>
                <c:pt idx="1198">
                  <c:v>294.64999999999998</c:v>
                </c:pt>
                <c:pt idx="1199">
                  <c:v>296.35000000000002</c:v>
                </c:pt>
                <c:pt idx="1200">
                  <c:v>292.45</c:v>
                </c:pt>
                <c:pt idx="1201">
                  <c:v>286.2</c:v>
                </c:pt>
                <c:pt idx="1202">
                  <c:v>289.3</c:v>
                </c:pt>
                <c:pt idx="1203">
                  <c:v>289.3</c:v>
                </c:pt>
                <c:pt idx="1204">
                  <c:v>287.45</c:v>
                </c:pt>
                <c:pt idx="1205">
                  <c:v>294.3</c:v>
                </c:pt>
                <c:pt idx="1206">
                  <c:v>296.7</c:v>
                </c:pt>
                <c:pt idx="1207">
                  <c:v>290.2</c:v>
                </c:pt>
                <c:pt idx="1208">
                  <c:v>290.60000000000002</c:v>
                </c:pt>
                <c:pt idx="1209">
                  <c:v>285.35000000000002</c:v>
                </c:pt>
                <c:pt idx="1210">
                  <c:v>286.89999999999998</c:v>
                </c:pt>
                <c:pt idx="1211">
                  <c:v>290.10000000000002</c:v>
                </c:pt>
                <c:pt idx="1212">
                  <c:v>294.95</c:v>
                </c:pt>
                <c:pt idx="1213">
                  <c:v>299.05</c:v>
                </c:pt>
                <c:pt idx="1214">
                  <c:v>296.3</c:v>
                </c:pt>
                <c:pt idx="1215">
                  <c:v>296.75</c:v>
                </c:pt>
                <c:pt idx="1216">
                  <c:v>307.75</c:v>
                </c:pt>
                <c:pt idx="1217">
                  <c:v>309.10000000000002</c:v>
                </c:pt>
                <c:pt idx="1218">
                  <c:v>318.89999999999998</c:v>
                </c:pt>
                <c:pt idx="1219">
                  <c:v>316.35000000000002</c:v>
                </c:pt>
                <c:pt idx="1220">
                  <c:v>317.45</c:v>
                </c:pt>
                <c:pt idx="1221">
                  <c:v>317.05</c:v>
                </c:pt>
                <c:pt idx="1222">
                  <c:v>315.75</c:v>
                </c:pt>
                <c:pt idx="1223">
                  <c:v>315</c:v>
                </c:pt>
                <c:pt idx="1224">
                  <c:v>319.64999999999998</c:v>
                </c:pt>
                <c:pt idx="1225">
                  <c:v>334.75</c:v>
                </c:pt>
                <c:pt idx="1226">
                  <c:v>330.7</c:v>
                </c:pt>
                <c:pt idx="1227">
                  <c:v>325.75</c:v>
                </c:pt>
                <c:pt idx="1228">
                  <c:v>322.85000000000002</c:v>
                </c:pt>
                <c:pt idx="1229">
                  <c:v>325.25</c:v>
                </c:pt>
                <c:pt idx="1230">
                  <c:v>326.60000000000002</c:v>
                </c:pt>
                <c:pt idx="1231">
                  <c:v>318.2</c:v>
                </c:pt>
                <c:pt idx="1232">
                  <c:v>336.1</c:v>
                </c:pt>
                <c:pt idx="1233">
                  <c:v>339.75</c:v>
                </c:pt>
                <c:pt idx="1234">
                  <c:v>339.75</c:v>
                </c:pt>
                <c:pt idx="1235">
                  <c:v>344.25</c:v>
                </c:pt>
                <c:pt idx="1236">
                  <c:v>353.95</c:v>
                </c:pt>
                <c:pt idx="1237">
                  <c:v>357.25</c:v>
                </c:pt>
                <c:pt idx="1238">
                  <c:v>364.9</c:v>
                </c:pt>
                <c:pt idx="1239">
                  <c:v>358.1</c:v>
                </c:pt>
                <c:pt idx="1240">
                  <c:v>364.1</c:v>
                </c:pt>
                <c:pt idx="1241">
                  <c:v>359.75</c:v>
                </c:pt>
                <c:pt idx="1242">
                  <c:v>360.55</c:v>
                </c:pt>
                <c:pt idx="1243">
                  <c:v>363.2</c:v>
                </c:pt>
                <c:pt idx="1244">
                  <c:v>364.85</c:v>
                </c:pt>
                <c:pt idx="1245">
                  <c:v>366</c:v>
                </c:pt>
                <c:pt idx="1246">
                  <c:v>359.95</c:v>
                </c:pt>
                <c:pt idx="1247">
                  <c:v>363.9</c:v>
                </c:pt>
                <c:pt idx="1248">
                  <c:v>366</c:v>
                </c:pt>
                <c:pt idx="1249">
                  <c:v>360.95</c:v>
                </c:pt>
                <c:pt idx="1250">
                  <c:v>364.4</c:v>
                </c:pt>
                <c:pt idx="1251">
                  <c:v>371.3</c:v>
                </c:pt>
                <c:pt idx="1252">
                  <c:v>374</c:v>
                </c:pt>
                <c:pt idx="1253">
                  <c:v>373.3</c:v>
                </c:pt>
                <c:pt idx="1254">
                  <c:v>370.8</c:v>
                </c:pt>
                <c:pt idx="1255">
                  <c:v>363.25</c:v>
                </c:pt>
                <c:pt idx="1256">
                  <c:v>371.35</c:v>
                </c:pt>
                <c:pt idx="1257">
                  <c:v>371.35</c:v>
                </c:pt>
                <c:pt idx="1258">
                  <c:v>373.9</c:v>
                </c:pt>
                <c:pt idx="1259">
                  <c:v>361.75</c:v>
                </c:pt>
                <c:pt idx="1260">
                  <c:v>353.4</c:v>
                </c:pt>
                <c:pt idx="1261">
                  <c:v>358.7</c:v>
                </c:pt>
                <c:pt idx="1262">
                  <c:v>348.9</c:v>
                </c:pt>
                <c:pt idx="1263">
                  <c:v>350.75</c:v>
                </c:pt>
                <c:pt idx="1264">
                  <c:v>345.1</c:v>
                </c:pt>
                <c:pt idx="1265">
                  <c:v>354.05</c:v>
                </c:pt>
                <c:pt idx="1266">
                  <c:v>351.15</c:v>
                </c:pt>
                <c:pt idx="1267">
                  <c:v>352.1</c:v>
                </c:pt>
                <c:pt idx="1268">
                  <c:v>351</c:v>
                </c:pt>
                <c:pt idx="1269">
                  <c:v>351.6</c:v>
                </c:pt>
                <c:pt idx="1270">
                  <c:v>346.2</c:v>
                </c:pt>
                <c:pt idx="1271">
                  <c:v>338.55</c:v>
                </c:pt>
                <c:pt idx="1272">
                  <c:v>343.55</c:v>
                </c:pt>
                <c:pt idx="1273">
                  <c:v>337.5</c:v>
                </c:pt>
                <c:pt idx="1274">
                  <c:v>348.05</c:v>
                </c:pt>
                <c:pt idx="1275">
                  <c:v>360.9</c:v>
                </c:pt>
                <c:pt idx="1276">
                  <c:v>361.8</c:v>
                </c:pt>
                <c:pt idx="1277">
                  <c:v>366.05</c:v>
                </c:pt>
                <c:pt idx="1278">
                  <c:v>369.65</c:v>
                </c:pt>
                <c:pt idx="1279">
                  <c:v>365.7</c:v>
                </c:pt>
                <c:pt idx="1280">
                  <c:v>361.1</c:v>
                </c:pt>
                <c:pt idx="1281">
                  <c:v>362.8</c:v>
                </c:pt>
                <c:pt idx="1282">
                  <c:v>366.45</c:v>
                </c:pt>
                <c:pt idx="1283">
                  <c:v>374.7</c:v>
                </c:pt>
                <c:pt idx="1284">
                  <c:v>374.9</c:v>
                </c:pt>
                <c:pt idx="1285">
                  <c:v>380.8</c:v>
                </c:pt>
                <c:pt idx="1286">
                  <c:v>383.15</c:v>
                </c:pt>
                <c:pt idx="1287">
                  <c:v>375.6</c:v>
                </c:pt>
                <c:pt idx="1288">
                  <c:v>376.1</c:v>
                </c:pt>
                <c:pt idx="1289">
                  <c:v>381.75</c:v>
                </c:pt>
                <c:pt idx="1290">
                  <c:v>376.45</c:v>
                </c:pt>
                <c:pt idx="1291">
                  <c:v>374.65</c:v>
                </c:pt>
                <c:pt idx="1292">
                  <c:v>373.75</c:v>
                </c:pt>
                <c:pt idx="1293">
                  <c:v>369.4</c:v>
                </c:pt>
                <c:pt idx="1294">
                  <c:v>367.65</c:v>
                </c:pt>
                <c:pt idx="1295">
                  <c:v>380.9</c:v>
                </c:pt>
                <c:pt idx="1296">
                  <c:v>372.25</c:v>
                </c:pt>
                <c:pt idx="1297">
                  <c:v>389.5</c:v>
                </c:pt>
                <c:pt idx="1298">
                  <c:v>397</c:v>
                </c:pt>
                <c:pt idx="1299">
                  <c:v>397.7</c:v>
                </c:pt>
                <c:pt idx="1300">
                  <c:v>399.3</c:v>
                </c:pt>
                <c:pt idx="1301">
                  <c:v>398.95</c:v>
                </c:pt>
                <c:pt idx="1302">
                  <c:v>390.5</c:v>
                </c:pt>
                <c:pt idx="1303">
                  <c:v>392.05</c:v>
                </c:pt>
                <c:pt idx="1304">
                  <c:v>390.5</c:v>
                </c:pt>
                <c:pt idx="1305">
                  <c:v>384.2</c:v>
                </c:pt>
                <c:pt idx="1306">
                  <c:v>382.6</c:v>
                </c:pt>
                <c:pt idx="1307">
                  <c:v>400.95</c:v>
                </c:pt>
                <c:pt idx="1308">
                  <c:v>401.4</c:v>
                </c:pt>
                <c:pt idx="1309">
                  <c:v>413.05</c:v>
                </c:pt>
                <c:pt idx="1310">
                  <c:v>408.45</c:v>
                </c:pt>
                <c:pt idx="1311">
                  <c:v>395.25</c:v>
                </c:pt>
                <c:pt idx="1312">
                  <c:v>390.25</c:v>
                </c:pt>
                <c:pt idx="1313">
                  <c:v>390.35</c:v>
                </c:pt>
                <c:pt idx="1314">
                  <c:v>397.85</c:v>
                </c:pt>
                <c:pt idx="1315">
                  <c:v>389.85</c:v>
                </c:pt>
                <c:pt idx="1316">
                  <c:v>383</c:v>
                </c:pt>
                <c:pt idx="1317">
                  <c:v>392.8</c:v>
                </c:pt>
                <c:pt idx="1318">
                  <c:v>406.05</c:v>
                </c:pt>
                <c:pt idx="1319">
                  <c:v>418.35</c:v>
                </c:pt>
                <c:pt idx="1320">
                  <c:v>425.45</c:v>
                </c:pt>
                <c:pt idx="1321">
                  <c:v>425.25</c:v>
                </c:pt>
                <c:pt idx="1322">
                  <c:v>408.7</c:v>
                </c:pt>
                <c:pt idx="1323">
                  <c:v>403.95</c:v>
                </c:pt>
                <c:pt idx="1324">
                  <c:v>394.55</c:v>
                </c:pt>
                <c:pt idx="1325">
                  <c:v>408.4</c:v>
                </c:pt>
                <c:pt idx="1326">
                  <c:v>412</c:v>
                </c:pt>
                <c:pt idx="1327">
                  <c:v>403.1</c:v>
                </c:pt>
                <c:pt idx="1328">
                  <c:v>386.8</c:v>
                </c:pt>
                <c:pt idx="1329">
                  <c:v>383.8</c:v>
                </c:pt>
                <c:pt idx="1330">
                  <c:v>378.3</c:v>
                </c:pt>
                <c:pt idx="1331">
                  <c:v>383.45</c:v>
                </c:pt>
                <c:pt idx="1332">
                  <c:v>396.45</c:v>
                </c:pt>
                <c:pt idx="1333">
                  <c:v>408.1</c:v>
                </c:pt>
                <c:pt idx="1334">
                  <c:v>404.7</c:v>
                </c:pt>
                <c:pt idx="1335">
                  <c:v>383.9</c:v>
                </c:pt>
                <c:pt idx="1336">
                  <c:v>379.15</c:v>
                </c:pt>
                <c:pt idx="1337">
                  <c:v>359.95</c:v>
                </c:pt>
                <c:pt idx="1338">
                  <c:v>360.35</c:v>
                </c:pt>
                <c:pt idx="1339">
                  <c:v>362.45</c:v>
                </c:pt>
                <c:pt idx="1340">
                  <c:v>367.3</c:v>
                </c:pt>
                <c:pt idx="1341">
                  <c:v>376.7</c:v>
                </c:pt>
                <c:pt idx="1342">
                  <c:v>377.7</c:v>
                </c:pt>
                <c:pt idx="1343">
                  <c:v>382.3</c:v>
                </c:pt>
                <c:pt idx="1344">
                  <c:v>392.05</c:v>
                </c:pt>
                <c:pt idx="1345">
                  <c:v>393.2</c:v>
                </c:pt>
                <c:pt idx="1346">
                  <c:v>391.7</c:v>
                </c:pt>
                <c:pt idx="1347">
                  <c:v>392.2</c:v>
                </c:pt>
                <c:pt idx="1348">
                  <c:v>398.1</c:v>
                </c:pt>
                <c:pt idx="1349">
                  <c:v>396.5</c:v>
                </c:pt>
                <c:pt idx="1350">
                  <c:v>390.65</c:v>
                </c:pt>
                <c:pt idx="1351">
                  <c:v>393.7</c:v>
                </c:pt>
                <c:pt idx="1352">
                  <c:v>397.45</c:v>
                </c:pt>
                <c:pt idx="1353">
                  <c:v>402.55</c:v>
                </c:pt>
                <c:pt idx="1354">
                  <c:v>399.3</c:v>
                </c:pt>
                <c:pt idx="1355">
                  <c:v>397.4</c:v>
                </c:pt>
                <c:pt idx="1356">
                  <c:v>400</c:v>
                </c:pt>
                <c:pt idx="1357">
                  <c:v>399.05</c:v>
                </c:pt>
                <c:pt idx="1358">
                  <c:v>389.7</c:v>
                </c:pt>
                <c:pt idx="1359">
                  <c:v>392.05</c:v>
                </c:pt>
                <c:pt idx="1360">
                  <c:v>399.4</c:v>
                </c:pt>
                <c:pt idx="1361">
                  <c:v>392.15</c:v>
                </c:pt>
                <c:pt idx="1362">
                  <c:v>393</c:v>
                </c:pt>
                <c:pt idx="1363">
                  <c:v>397.25</c:v>
                </c:pt>
                <c:pt idx="1364">
                  <c:v>393.7</c:v>
                </c:pt>
                <c:pt idx="1365">
                  <c:v>405.35</c:v>
                </c:pt>
                <c:pt idx="1366">
                  <c:v>419.6</c:v>
                </c:pt>
                <c:pt idx="1367">
                  <c:v>413.65</c:v>
                </c:pt>
                <c:pt idx="1368">
                  <c:v>408.6</c:v>
                </c:pt>
                <c:pt idx="1369">
                  <c:v>423.75</c:v>
                </c:pt>
                <c:pt idx="1370">
                  <c:v>433.95</c:v>
                </c:pt>
                <c:pt idx="1371">
                  <c:v>433.45</c:v>
                </c:pt>
                <c:pt idx="1372">
                  <c:v>417.05</c:v>
                </c:pt>
                <c:pt idx="1373">
                  <c:v>416</c:v>
                </c:pt>
                <c:pt idx="1374">
                  <c:v>405.15</c:v>
                </c:pt>
                <c:pt idx="1375">
                  <c:v>418.2</c:v>
                </c:pt>
                <c:pt idx="1376">
                  <c:v>420.7</c:v>
                </c:pt>
                <c:pt idx="1377">
                  <c:v>418.4</c:v>
                </c:pt>
                <c:pt idx="1378">
                  <c:v>418.35</c:v>
                </c:pt>
                <c:pt idx="1379">
                  <c:v>417.75</c:v>
                </c:pt>
                <c:pt idx="1380">
                  <c:v>417.85</c:v>
                </c:pt>
                <c:pt idx="1381">
                  <c:v>416.95</c:v>
                </c:pt>
                <c:pt idx="1382">
                  <c:v>425.75</c:v>
                </c:pt>
                <c:pt idx="1383">
                  <c:v>421.25</c:v>
                </c:pt>
                <c:pt idx="1384">
                  <c:v>429.25</c:v>
                </c:pt>
                <c:pt idx="1385">
                  <c:v>432.05</c:v>
                </c:pt>
                <c:pt idx="1386">
                  <c:v>431.95</c:v>
                </c:pt>
                <c:pt idx="1387">
                  <c:v>422</c:v>
                </c:pt>
                <c:pt idx="1388">
                  <c:v>424.25</c:v>
                </c:pt>
                <c:pt idx="1389">
                  <c:v>452.35</c:v>
                </c:pt>
                <c:pt idx="1390">
                  <c:v>468.05</c:v>
                </c:pt>
                <c:pt idx="1391">
                  <c:v>463.8</c:v>
                </c:pt>
                <c:pt idx="1392">
                  <c:v>446</c:v>
                </c:pt>
                <c:pt idx="1393">
                  <c:v>441.3</c:v>
                </c:pt>
                <c:pt idx="1394">
                  <c:v>443.65</c:v>
                </c:pt>
                <c:pt idx="1395">
                  <c:v>440.7</c:v>
                </c:pt>
                <c:pt idx="1396">
                  <c:v>440.6</c:v>
                </c:pt>
                <c:pt idx="1397">
                  <c:v>438.8</c:v>
                </c:pt>
                <c:pt idx="1398">
                  <c:v>454.8</c:v>
                </c:pt>
                <c:pt idx="1399">
                  <c:v>493.4</c:v>
                </c:pt>
                <c:pt idx="1400">
                  <c:v>509.25</c:v>
                </c:pt>
                <c:pt idx="1401">
                  <c:v>528.20000000000005</c:v>
                </c:pt>
                <c:pt idx="1402">
                  <c:v>534.45000000000005</c:v>
                </c:pt>
                <c:pt idx="1403">
                  <c:v>538.4</c:v>
                </c:pt>
                <c:pt idx="1404">
                  <c:v>520.4</c:v>
                </c:pt>
                <c:pt idx="1405">
                  <c:v>522.65</c:v>
                </c:pt>
                <c:pt idx="1406">
                  <c:v>513.29999999999995</c:v>
                </c:pt>
                <c:pt idx="1407">
                  <c:v>500.15</c:v>
                </c:pt>
                <c:pt idx="1408">
                  <c:v>478.1</c:v>
                </c:pt>
                <c:pt idx="1409">
                  <c:v>482.6</c:v>
                </c:pt>
                <c:pt idx="1410">
                  <c:v>494.05</c:v>
                </c:pt>
                <c:pt idx="1411">
                  <c:v>506.95</c:v>
                </c:pt>
                <c:pt idx="1412">
                  <c:v>512.75</c:v>
                </c:pt>
                <c:pt idx="1413">
                  <c:v>504.75</c:v>
                </c:pt>
                <c:pt idx="1414">
                  <c:v>503.9</c:v>
                </c:pt>
                <c:pt idx="1415">
                  <c:v>507.6</c:v>
                </c:pt>
                <c:pt idx="1416">
                  <c:v>498.2</c:v>
                </c:pt>
                <c:pt idx="1417">
                  <c:v>491.55</c:v>
                </c:pt>
                <c:pt idx="1418">
                  <c:v>480.45</c:v>
                </c:pt>
                <c:pt idx="1419">
                  <c:v>488.25</c:v>
                </c:pt>
                <c:pt idx="1420">
                  <c:v>484.5</c:v>
                </c:pt>
                <c:pt idx="1421">
                  <c:v>481.6</c:v>
                </c:pt>
                <c:pt idx="1422">
                  <c:v>467.95</c:v>
                </c:pt>
                <c:pt idx="1423">
                  <c:v>477.1</c:v>
                </c:pt>
                <c:pt idx="1424">
                  <c:v>481.8</c:v>
                </c:pt>
                <c:pt idx="1425">
                  <c:v>483.85</c:v>
                </c:pt>
                <c:pt idx="1426">
                  <c:v>481.5</c:v>
                </c:pt>
                <c:pt idx="1427">
                  <c:v>484.5</c:v>
                </c:pt>
                <c:pt idx="1428">
                  <c:v>488</c:v>
                </c:pt>
                <c:pt idx="1429">
                  <c:v>505.25</c:v>
                </c:pt>
                <c:pt idx="1430">
                  <c:v>513.54999999999995</c:v>
                </c:pt>
                <c:pt idx="1431">
                  <c:v>516.45000000000005</c:v>
                </c:pt>
                <c:pt idx="1432">
                  <c:v>518.5</c:v>
                </c:pt>
                <c:pt idx="1433">
                  <c:v>527.25</c:v>
                </c:pt>
                <c:pt idx="1434">
                  <c:v>533.15</c:v>
                </c:pt>
                <c:pt idx="1435">
                  <c:v>546.15</c:v>
                </c:pt>
                <c:pt idx="1436">
                  <c:v>555.4</c:v>
                </c:pt>
                <c:pt idx="1437">
                  <c:v>582.29999999999995</c:v>
                </c:pt>
                <c:pt idx="1438">
                  <c:v>576.5</c:v>
                </c:pt>
                <c:pt idx="1439">
                  <c:v>573.15</c:v>
                </c:pt>
                <c:pt idx="1440">
                  <c:v>574.54999999999995</c:v>
                </c:pt>
                <c:pt idx="1441">
                  <c:v>575.85</c:v>
                </c:pt>
                <c:pt idx="1442">
                  <c:v>590.35</c:v>
                </c:pt>
                <c:pt idx="1443">
                  <c:v>599.4</c:v>
                </c:pt>
                <c:pt idx="1444">
                  <c:v>598.95000000000005</c:v>
                </c:pt>
                <c:pt idx="1445">
                  <c:v>601.70000000000005</c:v>
                </c:pt>
                <c:pt idx="1446">
                  <c:v>593.4</c:v>
                </c:pt>
                <c:pt idx="1447">
                  <c:v>590.35</c:v>
                </c:pt>
                <c:pt idx="1448">
                  <c:v>562.1</c:v>
                </c:pt>
                <c:pt idx="1449">
                  <c:v>534.5</c:v>
                </c:pt>
                <c:pt idx="1450">
                  <c:v>529.95000000000005</c:v>
                </c:pt>
                <c:pt idx="1451">
                  <c:v>531.4</c:v>
                </c:pt>
                <c:pt idx="1452">
                  <c:v>538.54999999999995</c:v>
                </c:pt>
                <c:pt idx="1453">
                  <c:v>525.65</c:v>
                </c:pt>
                <c:pt idx="1454">
                  <c:v>506.25</c:v>
                </c:pt>
                <c:pt idx="1455">
                  <c:v>500.35</c:v>
                </c:pt>
                <c:pt idx="1456">
                  <c:v>496.65</c:v>
                </c:pt>
                <c:pt idx="1457">
                  <c:v>497.6</c:v>
                </c:pt>
                <c:pt idx="1458">
                  <c:v>496.9</c:v>
                </c:pt>
                <c:pt idx="1459">
                  <c:v>506.55</c:v>
                </c:pt>
                <c:pt idx="1460">
                  <c:v>497.6</c:v>
                </c:pt>
                <c:pt idx="1461">
                  <c:v>503.95</c:v>
                </c:pt>
                <c:pt idx="1462">
                  <c:v>510.8</c:v>
                </c:pt>
                <c:pt idx="1463">
                  <c:v>479.9</c:v>
                </c:pt>
                <c:pt idx="1464">
                  <c:v>485.5</c:v>
                </c:pt>
                <c:pt idx="1465">
                  <c:v>498.6</c:v>
                </c:pt>
                <c:pt idx="1466">
                  <c:v>498.65</c:v>
                </c:pt>
                <c:pt idx="1467">
                  <c:v>499.45</c:v>
                </c:pt>
                <c:pt idx="1468">
                  <c:v>499.55</c:v>
                </c:pt>
                <c:pt idx="1469">
                  <c:v>504.7</c:v>
                </c:pt>
                <c:pt idx="1470">
                  <c:v>505.5</c:v>
                </c:pt>
                <c:pt idx="1471">
                  <c:v>503.65</c:v>
                </c:pt>
                <c:pt idx="1472">
                  <c:v>515.1</c:v>
                </c:pt>
                <c:pt idx="1473">
                  <c:v>526.9</c:v>
                </c:pt>
                <c:pt idx="1474">
                  <c:v>533.1</c:v>
                </c:pt>
                <c:pt idx="1475">
                  <c:v>545.4</c:v>
                </c:pt>
                <c:pt idx="1476">
                  <c:v>538.65</c:v>
                </c:pt>
                <c:pt idx="1477">
                  <c:v>522.4</c:v>
                </c:pt>
                <c:pt idx="1478">
                  <c:v>519.95000000000005</c:v>
                </c:pt>
                <c:pt idx="1479">
                  <c:v>527.9</c:v>
                </c:pt>
                <c:pt idx="1480">
                  <c:v>538.85</c:v>
                </c:pt>
                <c:pt idx="1481">
                  <c:v>544.70000000000005</c:v>
                </c:pt>
                <c:pt idx="1482">
                  <c:v>540.65</c:v>
                </c:pt>
                <c:pt idx="1483">
                  <c:v>539</c:v>
                </c:pt>
                <c:pt idx="1484">
                  <c:v>536.9</c:v>
                </c:pt>
                <c:pt idx="1485">
                  <c:v>538.04999999999995</c:v>
                </c:pt>
                <c:pt idx="1486">
                  <c:v>540.54999999999995</c:v>
                </c:pt>
                <c:pt idx="1487">
                  <c:v>544.20000000000005</c:v>
                </c:pt>
                <c:pt idx="1488">
                  <c:v>532.75</c:v>
                </c:pt>
                <c:pt idx="1489">
                  <c:v>529.9</c:v>
                </c:pt>
                <c:pt idx="1490">
                  <c:v>542.45000000000005</c:v>
                </c:pt>
                <c:pt idx="1491">
                  <c:v>540.20000000000005</c:v>
                </c:pt>
                <c:pt idx="1492">
                  <c:v>549.29999999999995</c:v>
                </c:pt>
                <c:pt idx="1493">
                  <c:v>561.65</c:v>
                </c:pt>
                <c:pt idx="1494">
                  <c:v>562.4</c:v>
                </c:pt>
                <c:pt idx="1495">
                  <c:v>571.6</c:v>
                </c:pt>
                <c:pt idx="1496">
                  <c:v>562.45000000000005</c:v>
                </c:pt>
                <c:pt idx="1497">
                  <c:v>586.54999999999995</c:v>
                </c:pt>
                <c:pt idx="1498">
                  <c:v>584.85</c:v>
                </c:pt>
                <c:pt idx="1499">
                  <c:v>575.04999999999995</c:v>
                </c:pt>
                <c:pt idx="1500">
                  <c:v>575.1</c:v>
                </c:pt>
                <c:pt idx="1501">
                  <c:v>573.54999999999995</c:v>
                </c:pt>
                <c:pt idx="1502">
                  <c:v>581.04999999999995</c:v>
                </c:pt>
                <c:pt idx="1503">
                  <c:v>559.54999999999995</c:v>
                </c:pt>
                <c:pt idx="1504">
                  <c:v>578.20000000000005</c:v>
                </c:pt>
                <c:pt idx="1505">
                  <c:v>576.45000000000005</c:v>
                </c:pt>
                <c:pt idx="1506">
                  <c:v>573.85</c:v>
                </c:pt>
                <c:pt idx="1507">
                  <c:v>585.04999999999995</c:v>
                </c:pt>
                <c:pt idx="1508">
                  <c:v>597</c:v>
                </c:pt>
                <c:pt idx="1509">
                  <c:v>606.5</c:v>
                </c:pt>
                <c:pt idx="1510">
                  <c:v>613.70000000000005</c:v>
                </c:pt>
                <c:pt idx="1511">
                  <c:v>604.54999999999995</c:v>
                </c:pt>
                <c:pt idx="1512">
                  <c:v>600.15</c:v>
                </c:pt>
                <c:pt idx="1513">
                  <c:v>591.20000000000005</c:v>
                </c:pt>
                <c:pt idx="1514">
                  <c:v>585.25</c:v>
                </c:pt>
                <c:pt idx="1515">
                  <c:v>577.79999999999995</c:v>
                </c:pt>
                <c:pt idx="1516">
                  <c:v>584</c:v>
                </c:pt>
                <c:pt idx="1517">
                  <c:v>573.29999999999995</c:v>
                </c:pt>
                <c:pt idx="1518">
                  <c:v>564.4</c:v>
                </c:pt>
                <c:pt idx="1519">
                  <c:v>559.15</c:v>
                </c:pt>
                <c:pt idx="1520">
                  <c:v>569.54999999999995</c:v>
                </c:pt>
                <c:pt idx="1521">
                  <c:v>579.5</c:v>
                </c:pt>
                <c:pt idx="1522">
                  <c:v>570.70000000000005</c:v>
                </c:pt>
                <c:pt idx="1523">
                  <c:v>573.1</c:v>
                </c:pt>
                <c:pt idx="1524">
                  <c:v>597.04999999999995</c:v>
                </c:pt>
                <c:pt idx="1525">
                  <c:v>619.54999999999995</c:v>
                </c:pt>
                <c:pt idx="1526">
                  <c:v>614.65</c:v>
                </c:pt>
                <c:pt idx="1527">
                  <c:v>609.25</c:v>
                </c:pt>
                <c:pt idx="1528">
                  <c:v>590.20000000000005</c:v>
                </c:pt>
                <c:pt idx="1529">
                  <c:v>579.95000000000005</c:v>
                </c:pt>
                <c:pt idx="1530">
                  <c:v>570.95000000000005</c:v>
                </c:pt>
                <c:pt idx="1531">
                  <c:v>608.25</c:v>
                </c:pt>
                <c:pt idx="1532">
                  <c:v>628.75</c:v>
                </c:pt>
                <c:pt idx="1533">
                  <c:v>619.1</c:v>
                </c:pt>
                <c:pt idx="1534">
                  <c:v>603.79999999999995</c:v>
                </c:pt>
                <c:pt idx="1535">
                  <c:v>609.5</c:v>
                </c:pt>
                <c:pt idx="1536">
                  <c:v>596.5</c:v>
                </c:pt>
                <c:pt idx="1537">
                  <c:v>598.29999999999995</c:v>
                </c:pt>
                <c:pt idx="1538">
                  <c:v>597.79999999999995</c:v>
                </c:pt>
                <c:pt idx="1539">
                  <c:v>586.9</c:v>
                </c:pt>
                <c:pt idx="1540">
                  <c:v>591.75</c:v>
                </c:pt>
                <c:pt idx="1541">
                  <c:v>593.35</c:v>
                </c:pt>
                <c:pt idx="1542">
                  <c:v>594.29999999999995</c:v>
                </c:pt>
                <c:pt idx="1543">
                  <c:v>588.4</c:v>
                </c:pt>
                <c:pt idx="1544">
                  <c:v>593.79999999999995</c:v>
                </c:pt>
                <c:pt idx="1545">
                  <c:v>596.6</c:v>
                </c:pt>
                <c:pt idx="1546">
                  <c:v>615.25</c:v>
                </c:pt>
                <c:pt idx="1547">
                  <c:v>616.54999999999995</c:v>
                </c:pt>
                <c:pt idx="1548">
                  <c:v>620.4</c:v>
                </c:pt>
                <c:pt idx="1549">
                  <c:v>611.79999999999995</c:v>
                </c:pt>
                <c:pt idx="1550">
                  <c:v>613.35</c:v>
                </c:pt>
                <c:pt idx="1551">
                  <c:v>600.9</c:v>
                </c:pt>
                <c:pt idx="1552">
                  <c:v>591.54999999999995</c:v>
                </c:pt>
                <c:pt idx="1553">
                  <c:v>601.75</c:v>
                </c:pt>
                <c:pt idx="1554">
                  <c:v>614.35</c:v>
                </c:pt>
                <c:pt idx="1555">
                  <c:v>605.20000000000005</c:v>
                </c:pt>
                <c:pt idx="1556">
                  <c:v>606.9</c:v>
                </c:pt>
                <c:pt idx="1557">
                  <c:v>610.79999999999995</c:v>
                </c:pt>
                <c:pt idx="1558">
                  <c:v>606.15</c:v>
                </c:pt>
                <c:pt idx="1559">
                  <c:v>606.25</c:v>
                </c:pt>
                <c:pt idx="1560">
                  <c:v>598.20000000000005</c:v>
                </c:pt>
                <c:pt idx="1561">
                  <c:v>592.75</c:v>
                </c:pt>
                <c:pt idx="1562">
                  <c:v>592.5</c:v>
                </c:pt>
                <c:pt idx="1563">
                  <c:v>598.65</c:v>
                </c:pt>
                <c:pt idx="1564">
                  <c:v>598.95000000000005</c:v>
                </c:pt>
                <c:pt idx="1565">
                  <c:v>592.6</c:v>
                </c:pt>
                <c:pt idx="1566">
                  <c:v>598.5</c:v>
                </c:pt>
                <c:pt idx="1567">
                  <c:v>588.70000000000005</c:v>
                </c:pt>
                <c:pt idx="1568">
                  <c:v>589.04999999999995</c:v>
                </c:pt>
                <c:pt idx="1569">
                  <c:v>604</c:v>
                </c:pt>
                <c:pt idx="1570">
                  <c:v>613.75</c:v>
                </c:pt>
                <c:pt idx="1571">
                  <c:v>621.9</c:v>
                </c:pt>
                <c:pt idx="1572">
                  <c:v>599.70000000000005</c:v>
                </c:pt>
                <c:pt idx="1573">
                  <c:v>597.45000000000005</c:v>
                </c:pt>
                <c:pt idx="1574">
                  <c:v>582.54999999999995</c:v>
                </c:pt>
                <c:pt idx="1575">
                  <c:v>563.35</c:v>
                </c:pt>
                <c:pt idx="1576">
                  <c:v>580.70000000000005</c:v>
                </c:pt>
                <c:pt idx="1577">
                  <c:v>586.5</c:v>
                </c:pt>
                <c:pt idx="1578">
                  <c:v>588.04999999999995</c:v>
                </c:pt>
                <c:pt idx="1579">
                  <c:v>588.65</c:v>
                </c:pt>
                <c:pt idx="1580">
                  <c:v>591.6</c:v>
                </c:pt>
                <c:pt idx="1581">
                  <c:v>569.04999999999995</c:v>
                </c:pt>
                <c:pt idx="1582">
                  <c:v>559.79999999999995</c:v>
                </c:pt>
                <c:pt idx="1583">
                  <c:v>567.5</c:v>
                </c:pt>
                <c:pt idx="1584">
                  <c:v>566.15</c:v>
                </c:pt>
                <c:pt idx="1585">
                  <c:v>576.79999999999995</c:v>
                </c:pt>
                <c:pt idx="1586">
                  <c:v>591.75</c:v>
                </c:pt>
                <c:pt idx="1587">
                  <c:v>621.95000000000005</c:v>
                </c:pt>
                <c:pt idx="1588">
                  <c:v>649.1</c:v>
                </c:pt>
                <c:pt idx="1589">
                  <c:v>659.9</c:v>
                </c:pt>
                <c:pt idx="1590">
                  <c:v>638.20000000000005</c:v>
                </c:pt>
                <c:pt idx="1591">
                  <c:v>634.54999999999995</c:v>
                </c:pt>
                <c:pt idx="1592">
                  <c:v>639.15</c:v>
                </c:pt>
                <c:pt idx="1593">
                  <c:v>660.75</c:v>
                </c:pt>
                <c:pt idx="1594">
                  <c:v>662.55</c:v>
                </c:pt>
                <c:pt idx="1595">
                  <c:v>636.04999999999995</c:v>
                </c:pt>
                <c:pt idx="1596">
                  <c:v>619.29999999999995</c:v>
                </c:pt>
                <c:pt idx="1597">
                  <c:v>618.6</c:v>
                </c:pt>
                <c:pt idx="1598">
                  <c:v>626.04999999999995</c:v>
                </c:pt>
                <c:pt idx="1599">
                  <c:v>593.75</c:v>
                </c:pt>
                <c:pt idx="1600">
                  <c:v>555.45000000000005</c:v>
                </c:pt>
                <c:pt idx="1601">
                  <c:v>553.15</c:v>
                </c:pt>
                <c:pt idx="1602">
                  <c:v>577.35</c:v>
                </c:pt>
                <c:pt idx="1603">
                  <c:v>568.9</c:v>
                </c:pt>
                <c:pt idx="1604">
                  <c:v>558.95000000000005</c:v>
                </c:pt>
                <c:pt idx="1605">
                  <c:v>563.75</c:v>
                </c:pt>
                <c:pt idx="1606">
                  <c:v>569.29999999999995</c:v>
                </c:pt>
                <c:pt idx="1607">
                  <c:v>569.9</c:v>
                </c:pt>
                <c:pt idx="1608">
                  <c:v>537.5</c:v>
                </c:pt>
                <c:pt idx="1609">
                  <c:v>534.29999999999995</c:v>
                </c:pt>
                <c:pt idx="1610">
                  <c:v>551.95000000000005</c:v>
                </c:pt>
                <c:pt idx="1611">
                  <c:v>538.1</c:v>
                </c:pt>
                <c:pt idx="1612">
                  <c:v>542.70000000000005</c:v>
                </c:pt>
                <c:pt idx="1613">
                  <c:v>533.25</c:v>
                </c:pt>
                <c:pt idx="1614">
                  <c:v>498.85</c:v>
                </c:pt>
                <c:pt idx="1615">
                  <c:v>500.35</c:v>
                </c:pt>
                <c:pt idx="1616">
                  <c:v>474.2</c:v>
                </c:pt>
                <c:pt idx="1617">
                  <c:v>459.65</c:v>
                </c:pt>
                <c:pt idx="1618">
                  <c:v>451.2</c:v>
                </c:pt>
                <c:pt idx="1619">
                  <c:v>482.55</c:v>
                </c:pt>
                <c:pt idx="1620">
                  <c:v>506.7</c:v>
                </c:pt>
                <c:pt idx="1621">
                  <c:v>501</c:v>
                </c:pt>
                <c:pt idx="1622">
                  <c:v>490.45</c:v>
                </c:pt>
                <c:pt idx="1623">
                  <c:v>494.4</c:v>
                </c:pt>
                <c:pt idx="1624">
                  <c:v>512.25</c:v>
                </c:pt>
                <c:pt idx="1625">
                  <c:v>508.05</c:v>
                </c:pt>
                <c:pt idx="1626">
                  <c:v>507.2</c:v>
                </c:pt>
                <c:pt idx="1627">
                  <c:v>490.75</c:v>
                </c:pt>
                <c:pt idx="1628">
                  <c:v>498.6</c:v>
                </c:pt>
                <c:pt idx="1629">
                  <c:v>488.9</c:v>
                </c:pt>
                <c:pt idx="1630">
                  <c:v>479.05</c:v>
                </c:pt>
                <c:pt idx="1631">
                  <c:v>487.9</c:v>
                </c:pt>
                <c:pt idx="1632">
                  <c:v>489.1</c:v>
                </c:pt>
                <c:pt idx="1633">
                  <c:v>490.35</c:v>
                </c:pt>
                <c:pt idx="1634">
                  <c:v>499.9</c:v>
                </c:pt>
                <c:pt idx="1635">
                  <c:v>485.55</c:v>
                </c:pt>
                <c:pt idx="1636">
                  <c:v>498.95</c:v>
                </c:pt>
                <c:pt idx="1637">
                  <c:v>493</c:v>
                </c:pt>
                <c:pt idx="1638">
                  <c:v>487.95</c:v>
                </c:pt>
                <c:pt idx="1639">
                  <c:v>488.3</c:v>
                </c:pt>
                <c:pt idx="1640">
                  <c:v>495.75</c:v>
                </c:pt>
                <c:pt idx="1641">
                  <c:v>485.9</c:v>
                </c:pt>
                <c:pt idx="1642">
                  <c:v>477.25</c:v>
                </c:pt>
                <c:pt idx="1643">
                  <c:v>472.6</c:v>
                </c:pt>
                <c:pt idx="1644">
                  <c:v>467.75</c:v>
                </c:pt>
                <c:pt idx="1645">
                  <c:v>492.05</c:v>
                </c:pt>
                <c:pt idx="1646">
                  <c:v>484.75</c:v>
                </c:pt>
                <c:pt idx="1647">
                  <c:v>514.85</c:v>
                </c:pt>
                <c:pt idx="1648">
                  <c:v>542.4</c:v>
                </c:pt>
                <c:pt idx="1649">
                  <c:v>540.5</c:v>
                </c:pt>
                <c:pt idx="1650">
                  <c:v>543.6</c:v>
                </c:pt>
                <c:pt idx="1651">
                  <c:v>542.54999999999995</c:v>
                </c:pt>
                <c:pt idx="1652">
                  <c:v>553.85</c:v>
                </c:pt>
                <c:pt idx="1653">
                  <c:v>549.65</c:v>
                </c:pt>
                <c:pt idx="1654">
                  <c:v>548</c:v>
                </c:pt>
                <c:pt idx="1655">
                  <c:v>557.6</c:v>
                </c:pt>
                <c:pt idx="1656">
                  <c:v>547</c:v>
                </c:pt>
                <c:pt idx="1657">
                  <c:v>567.85</c:v>
                </c:pt>
                <c:pt idx="1658">
                  <c:v>595.54999999999995</c:v>
                </c:pt>
                <c:pt idx="1659">
                  <c:v>590.29999999999995</c:v>
                </c:pt>
                <c:pt idx="1660">
                  <c:v>599.25</c:v>
                </c:pt>
                <c:pt idx="1661">
                  <c:v>584.5</c:v>
                </c:pt>
                <c:pt idx="1662">
                  <c:v>576.75</c:v>
                </c:pt>
                <c:pt idx="1663">
                  <c:v>590.70000000000005</c:v>
                </c:pt>
                <c:pt idx="1664">
                  <c:v>591.5</c:v>
                </c:pt>
                <c:pt idx="1665">
                  <c:v>588.35</c:v>
                </c:pt>
                <c:pt idx="1666">
                  <c:v>594.65</c:v>
                </c:pt>
                <c:pt idx="1667">
                  <c:v>595.15</c:v>
                </c:pt>
                <c:pt idx="1668">
                  <c:v>590.6</c:v>
                </c:pt>
                <c:pt idx="1669">
                  <c:v>589.15</c:v>
                </c:pt>
                <c:pt idx="1670">
                  <c:v>588.95000000000005</c:v>
                </c:pt>
                <c:pt idx="1671">
                  <c:v>587.75</c:v>
                </c:pt>
                <c:pt idx="1672">
                  <c:v>595.29999999999995</c:v>
                </c:pt>
                <c:pt idx="1673">
                  <c:v>593.9</c:v>
                </c:pt>
                <c:pt idx="1674">
                  <c:v>597.45000000000005</c:v>
                </c:pt>
                <c:pt idx="1675">
                  <c:v>609.6</c:v>
                </c:pt>
                <c:pt idx="1676">
                  <c:v>622.75</c:v>
                </c:pt>
                <c:pt idx="1677">
                  <c:v>613.15</c:v>
                </c:pt>
                <c:pt idx="1678">
                  <c:v>610.45000000000005</c:v>
                </c:pt>
                <c:pt idx="1679">
                  <c:v>607.1</c:v>
                </c:pt>
                <c:pt idx="1680">
                  <c:v>606.4</c:v>
                </c:pt>
                <c:pt idx="1681">
                  <c:v>596.75</c:v>
                </c:pt>
                <c:pt idx="1682">
                  <c:v>604.75</c:v>
                </c:pt>
                <c:pt idx="1683">
                  <c:v>631.75</c:v>
                </c:pt>
                <c:pt idx="1684">
                  <c:v>650.35</c:v>
                </c:pt>
                <c:pt idx="1685">
                  <c:v>646.6</c:v>
                </c:pt>
                <c:pt idx="1686">
                  <c:v>643.65</c:v>
                </c:pt>
                <c:pt idx="1687">
                  <c:v>646.75</c:v>
                </c:pt>
                <c:pt idx="1688">
                  <c:v>651.20000000000005</c:v>
                </c:pt>
                <c:pt idx="1689">
                  <c:v>663.4</c:v>
                </c:pt>
                <c:pt idx="1690">
                  <c:v>654.9</c:v>
                </c:pt>
                <c:pt idx="1691">
                  <c:v>658.65</c:v>
                </c:pt>
                <c:pt idx="1692">
                  <c:v>678.25</c:v>
                </c:pt>
                <c:pt idx="1693">
                  <c:v>688.25</c:v>
                </c:pt>
                <c:pt idx="1694">
                  <c:v>708.8</c:v>
                </c:pt>
                <c:pt idx="1695">
                  <c:v>699.6</c:v>
                </c:pt>
                <c:pt idx="1696">
                  <c:v>697.75</c:v>
                </c:pt>
                <c:pt idx="1697">
                  <c:v>695.05</c:v>
                </c:pt>
                <c:pt idx="1698">
                  <c:v>705.85</c:v>
                </c:pt>
                <c:pt idx="1699">
                  <c:v>702.45</c:v>
                </c:pt>
                <c:pt idx="1700">
                  <c:v>698.6</c:v>
                </c:pt>
                <c:pt idx="1701">
                  <c:v>695.5</c:v>
                </c:pt>
                <c:pt idx="1702">
                  <c:v>687</c:v>
                </c:pt>
                <c:pt idx="1703">
                  <c:v>690.4</c:v>
                </c:pt>
                <c:pt idx="1704">
                  <c:v>694.9</c:v>
                </c:pt>
                <c:pt idx="1705">
                  <c:v>720.3</c:v>
                </c:pt>
                <c:pt idx="1706">
                  <c:v>726.3</c:v>
                </c:pt>
                <c:pt idx="1707">
                  <c:v>744.55</c:v>
                </c:pt>
                <c:pt idx="1708">
                  <c:v>741.75</c:v>
                </c:pt>
                <c:pt idx="1709">
                  <c:v>741.5</c:v>
                </c:pt>
                <c:pt idx="1710">
                  <c:v>739.3</c:v>
                </c:pt>
                <c:pt idx="1711">
                  <c:v>720.55</c:v>
                </c:pt>
                <c:pt idx="1712">
                  <c:v>759.35</c:v>
                </c:pt>
                <c:pt idx="1713">
                  <c:v>758.55</c:v>
                </c:pt>
                <c:pt idx="1714">
                  <c:v>787.9</c:v>
                </c:pt>
                <c:pt idx="1715">
                  <c:v>777.15</c:v>
                </c:pt>
                <c:pt idx="1716">
                  <c:v>778.15</c:v>
                </c:pt>
                <c:pt idx="1717">
                  <c:v>779.6</c:v>
                </c:pt>
                <c:pt idx="1718">
                  <c:v>772.75</c:v>
                </c:pt>
                <c:pt idx="1719">
                  <c:v>767.65</c:v>
                </c:pt>
                <c:pt idx="1720">
                  <c:v>770.75</c:v>
                </c:pt>
                <c:pt idx="1721">
                  <c:v>785.05</c:v>
                </c:pt>
                <c:pt idx="1722">
                  <c:v>800.35</c:v>
                </c:pt>
                <c:pt idx="1723">
                  <c:v>830.95</c:v>
                </c:pt>
                <c:pt idx="1724">
                  <c:v>841</c:v>
                </c:pt>
                <c:pt idx="1725">
                  <c:v>856.9</c:v>
                </c:pt>
                <c:pt idx="1726">
                  <c:v>880.5</c:v>
                </c:pt>
                <c:pt idx="1727">
                  <c:v>887.35</c:v>
                </c:pt>
                <c:pt idx="1728">
                  <c:v>876.55</c:v>
                </c:pt>
                <c:pt idx="1729">
                  <c:v>859.2</c:v>
                </c:pt>
                <c:pt idx="1730">
                  <c:v>872.35</c:v>
                </c:pt>
                <c:pt idx="1731">
                  <c:v>880.05</c:v>
                </c:pt>
                <c:pt idx="1732">
                  <c:v>876</c:v>
                </c:pt>
                <c:pt idx="1733">
                  <c:v>872.85</c:v>
                </c:pt>
                <c:pt idx="1734">
                  <c:v>883.05</c:v>
                </c:pt>
                <c:pt idx="1735">
                  <c:v>861.3</c:v>
                </c:pt>
                <c:pt idx="1736">
                  <c:v>858.65</c:v>
                </c:pt>
                <c:pt idx="1737">
                  <c:v>872.45</c:v>
                </c:pt>
                <c:pt idx="1738">
                  <c:v>878.15</c:v>
                </c:pt>
                <c:pt idx="1739">
                  <c:v>870.7</c:v>
                </c:pt>
                <c:pt idx="1740">
                  <c:v>863.55</c:v>
                </c:pt>
                <c:pt idx="1741">
                  <c:v>868.45</c:v>
                </c:pt>
                <c:pt idx="1742">
                  <c:v>879.15</c:v>
                </c:pt>
                <c:pt idx="1743">
                  <c:v>880.35</c:v>
                </c:pt>
                <c:pt idx="1744">
                  <c:v>820.85</c:v>
                </c:pt>
                <c:pt idx="1745">
                  <c:v>803.95</c:v>
                </c:pt>
                <c:pt idx="1746">
                  <c:v>830.9</c:v>
                </c:pt>
                <c:pt idx="1747">
                  <c:v>870.35</c:v>
                </c:pt>
                <c:pt idx="1748">
                  <c:v>870.8</c:v>
                </c:pt>
                <c:pt idx="1749">
                  <c:v>887.15</c:v>
                </c:pt>
                <c:pt idx="1750">
                  <c:v>868.2</c:v>
                </c:pt>
                <c:pt idx="1751">
                  <c:v>854.4</c:v>
                </c:pt>
                <c:pt idx="1752">
                  <c:v>854.25</c:v>
                </c:pt>
                <c:pt idx="1753">
                  <c:v>857</c:v>
                </c:pt>
                <c:pt idx="1754">
                  <c:v>873</c:v>
                </c:pt>
                <c:pt idx="1755">
                  <c:v>894.25</c:v>
                </c:pt>
                <c:pt idx="1756">
                  <c:v>903.2</c:v>
                </c:pt>
                <c:pt idx="1757">
                  <c:v>891.5</c:v>
                </c:pt>
                <c:pt idx="1758">
                  <c:v>897.45</c:v>
                </c:pt>
                <c:pt idx="1759">
                  <c:v>894.55</c:v>
                </c:pt>
                <c:pt idx="1760">
                  <c:v>890.5</c:v>
                </c:pt>
                <c:pt idx="1761">
                  <c:v>910.1</c:v>
                </c:pt>
                <c:pt idx="1762">
                  <c:v>906.3</c:v>
                </c:pt>
                <c:pt idx="1763">
                  <c:v>912.35</c:v>
                </c:pt>
                <c:pt idx="1764">
                  <c:v>883.85</c:v>
                </c:pt>
                <c:pt idx="1765">
                  <c:v>892.35</c:v>
                </c:pt>
                <c:pt idx="1766">
                  <c:v>972.3</c:v>
                </c:pt>
                <c:pt idx="1767">
                  <c:v>957.85</c:v>
                </c:pt>
                <c:pt idx="1768">
                  <c:v>960.05</c:v>
                </c:pt>
                <c:pt idx="1769">
                  <c:v>986.85</c:v>
                </c:pt>
                <c:pt idx="1770">
                  <c:v>971.25</c:v>
                </c:pt>
                <c:pt idx="1771">
                  <c:v>985.4</c:v>
                </c:pt>
                <c:pt idx="1772">
                  <c:v>977.2</c:v>
                </c:pt>
                <c:pt idx="1773">
                  <c:v>964.3</c:v>
                </c:pt>
                <c:pt idx="1774">
                  <c:v>974.55</c:v>
                </c:pt>
                <c:pt idx="1775">
                  <c:v>991.45</c:v>
                </c:pt>
                <c:pt idx="1776">
                  <c:v>955.95</c:v>
                </c:pt>
                <c:pt idx="1777">
                  <c:v>941.1</c:v>
                </c:pt>
                <c:pt idx="1778">
                  <c:v>952.55</c:v>
                </c:pt>
                <c:pt idx="1779">
                  <c:v>944.9</c:v>
                </c:pt>
                <c:pt idx="1780">
                  <c:v>946.8</c:v>
                </c:pt>
                <c:pt idx="1781">
                  <c:v>957.9</c:v>
                </c:pt>
                <c:pt idx="1782">
                  <c:v>983.15</c:v>
                </c:pt>
                <c:pt idx="1783">
                  <c:v>999.7</c:v>
                </c:pt>
                <c:pt idx="1784">
                  <c:v>996.15</c:v>
                </c:pt>
                <c:pt idx="1785">
                  <c:v>966.15</c:v>
                </c:pt>
                <c:pt idx="1786">
                  <c:v>955.9</c:v>
                </c:pt>
                <c:pt idx="1787">
                  <c:v>914.4</c:v>
                </c:pt>
                <c:pt idx="1788">
                  <c:v>949.6</c:v>
                </c:pt>
                <c:pt idx="1789">
                  <c:v>980.2</c:v>
                </c:pt>
                <c:pt idx="1790">
                  <c:v>969.45</c:v>
                </c:pt>
                <c:pt idx="1791">
                  <c:v>969.3</c:v>
                </c:pt>
                <c:pt idx="1792">
                  <c:v>946.2</c:v>
                </c:pt>
                <c:pt idx="1793">
                  <c:v>907</c:v>
                </c:pt>
                <c:pt idx="1794">
                  <c:v>904</c:v>
                </c:pt>
                <c:pt idx="1795">
                  <c:v>875.8</c:v>
                </c:pt>
                <c:pt idx="1796">
                  <c:v>829.5</c:v>
                </c:pt>
                <c:pt idx="1797">
                  <c:v>855.35</c:v>
                </c:pt>
                <c:pt idx="1798">
                  <c:v>842.9</c:v>
                </c:pt>
                <c:pt idx="1799">
                  <c:v>821.55</c:v>
                </c:pt>
                <c:pt idx="1800">
                  <c:v>847.9</c:v>
                </c:pt>
                <c:pt idx="1801">
                  <c:v>828.65</c:v>
                </c:pt>
                <c:pt idx="1802">
                  <c:v>863</c:v>
                </c:pt>
                <c:pt idx="1803">
                  <c:v>858.6</c:v>
                </c:pt>
                <c:pt idx="1804">
                  <c:v>868.7</c:v>
                </c:pt>
                <c:pt idx="1805">
                  <c:v>877.6</c:v>
                </c:pt>
                <c:pt idx="1806">
                  <c:v>829.4</c:v>
                </c:pt>
                <c:pt idx="1807">
                  <c:v>823.9</c:v>
                </c:pt>
                <c:pt idx="1808">
                  <c:v>810</c:v>
                </c:pt>
                <c:pt idx="1809">
                  <c:v>822.55</c:v>
                </c:pt>
                <c:pt idx="1810">
                  <c:v>824</c:v>
                </c:pt>
                <c:pt idx="1811">
                  <c:v>870.55</c:v>
                </c:pt>
                <c:pt idx="1812">
                  <c:v>899.6</c:v>
                </c:pt>
                <c:pt idx="1813">
                  <c:v>891.6</c:v>
                </c:pt>
                <c:pt idx="1814">
                  <c:v>875.7</c:v>
                </c:pt>
                <c:pt idx="1815">
                  <c:v>857.85</c:v>
                </c:pt>
                <c:pt idx="1816">
                  <c:v>855.3</c:v>
                </c:pt>
                <c:pt idx="1817">
                  <c:v>853.35</c:v>
                </c:pt>
                <c:pt idx="1818">
                  <c:v>803.95</c:v>
                </c:pt>
                <c:pt idx="1819">
                  <c:v>807.9</c:v>
                </c:pt>
                <c:pt idx="1820">
                  <c:v>820.95</c:v>
                </c:pt>
                <c:pt idx="1821">
                  <c:v>838.65</c:v>
                </c:pt>
                <c:pt idx="1822">
                  <c:v>858.25</c:v>
                </c:pt>
                <c:pt idx="1823">
                  <c:v>857.75</c:v>
                </c:pt>
                <c:pt idx="1824">
                  <c:v>859.5</c:v>
                </c:pt>
                <c:pt idx="1825">
                  <c:v>849.25</c:v>
                </c:pt>
                <c:pt idx="1826">
                  <c:v>873.45</c:v>
                </c:pt>
                <c:pt idx="1827">
                  <c:v>888.25</c:v>
                </c:pt>
                <c:pt idx="1828">
                  <c:v>894</c:v>
                </c:pt>
                <c:pt idx="1829">
                  <c:v>898.95</c:v>
                </c:pt>
                <c:pt idx="1830">
                  <c:v>905.15</c:v>
                </c:pt>
                <c:pt idx="1831">
                  <c:v>916.7</c:v>
                </c:pt>
                <c:pt idx="1832">
                  <c:v>917.55</c:v>
                </c:pt>
                <c:pt idx="1833">
                  <c:v>950.1</c:v>
                </c:pt>
                <c:pt idx="1834">
                  <c:v>962.9</c:v>
                </c:pt>
                <c:pt idx="1835">
                  <c:v>961.45</c:v>
                </c:pt>
                <c:pt idx="1836">
                  <c:v>935.15</c:v>
                </c:pt>
                <c:pt idx="1837">
                  <c:v>865.85</c:v>
                </c:pt>
                <c:pt idx="1838">
                  <c:v>869.9</c:v>
                </c:pt>
                <c:pt idx="1839">
                  <c:v>855.85</c:v>
                </c:pt>
                <c:pt idx="1840">
                  <c:v>843.75</c:v>
                </c:pt>
                <c:pt idx="1841">
                  <c:v>839.8</c:v>
                </c:pt>
                <c:pt idx="1842">
                  <c:v>849.35</c:v>
                </c:pt>
                <c:pt idx="1843">
                  <c:v>842.95</c:v>
                </c:pt>
                <c:pt idx="1844">
                  <c:v>848.45</c:v>
                </c:pt>
                <c:pt idx="1845">
                  <c:v>870.4</c:v>
                </c:pt>
                <c:pt idx="1846">
                  <c:v>886.85</c:v>
                </c:pt>
                <c:pt idx="1847">
                  <c:v>918.6</c:v>
                </c:pt>
                <c:pt idx="1848">
                  <c:v>938.05</c:v>
                </c:pt>
                <c:pt idx="1849">
                  <c:v>951.15</c:v>
                </c:pt>
                <c:pt idx="1850">
                  <c:v>943</c:v>
                </c:pt>
                <c:pt idx="1851">
                  <c:v>928.55</c:v>
                </c:pt>
                <c:pt idx="1852">
                  <c:v>917.85</c:v>
                </c:pt>
                <c:pt idx="1853">
                  <c:v>911.3</c:v>
                </c:pt>
                <c:pt idx="1854">
                  <c:v>912.7</c:v>
                </c:pt>
                <c:pt idx="1855">
                  <c:v>922.8</c:v>
                </c:pt>
                <c:pt idx="1856">
                  <c:v>920.6</c:v>
                </c:pt>
                <c:pt idx="1857">
                  <c:v>913.65</c:v>
                </c:pt>
                <c:pt idx="1858">
                  <c:v>919.15</c:v>
                </c:pt>
                <c:pt idx="1859">
                  <c:v>930.45</c:v>
                </c:pt>
                <c:pt idx="1860">
                  <c:v>933.35</c:v>
                </c:pt>
                <c:pt idx="1861">
                  <c:v>939.05</c:v>
                </c:pt>
                <c:pt idx="1862">
                  <c:v>911.2</c:v>
                </c:pt>
                <c:pt idx="1863">
                  <c:v>909.1</c:v>
                </c:pt>
                <c:pt idx="1864">
                  <c:v>903.45</c:v>
                </c:pt>
                <c:pt idx="1865">
                  <c:v>901.95</c:v>
                </c:pt>
                <c:pt idx="1866">
                  <c:v>919.35</c:v>
                </c:pt>
                <c:pt idx="1867">
                  <c:v>913.95</c:v>
                </c:pt>
                <c:pt idx="1868">
                  <c:v>905.85</c:v>
                </c:pt>
                <c:pt idx="1869">
                  <c:v>908.7</c:v>
                </c:pt>
                <c:pt idx="1870">
                  <c:v>918.75</c:v>
                </c:pt>
                <c:pt idx="1871">
                  <c:v>945.15</c:v>
                </c:pt>
                <c:pt idx="1872">
                  <c:v>948.15</c:v>
                </c:pt>
                <c:pt idx="1873">
                  <c:v>949.95</c:v>
                </c:pt>
                <c:pt idx="1874">
                  <c:v>954.55</c:v>
                </c:pt>
                <c:pt idx="1875">
                  <c:v>952.6</c:v>
                </c:pt>
                <c:pt idx="1876">
                  <c:v>945.9</c:v>
                </c:pt>
                <c:pt idx="1877">
                  <c:v>938.05</c:v>
                </c:pt>
                <c:pt idx="1878">
                  <c:v>942.85</c:v>
                </c:pt>
                <c:pt idx="1879">
                  <c:v>955.45</c:v>
                </c:pt>
                <c:pt idx="1880">
                  <c:v>950.2</c:v>
                </c:pt>
                <c:pt idx="1881">
                  <c:v>966.7</c:v>
                </c:pt>
                <c:pt idx="1882">
                  <c:v>985.95</c:v>
                </c:pt>
                <c:pt idx="1883">
                  <c:v>1003.65</c:v>
                </c:pt>
                <c:pt idx="1884">
                  <c:v>981.5</c:v>
                </c:pt>
                <c:pt idx="1885">
                  <c:v>970.7</c:v>
                </c:pt>
                <c:pt idx="1886">
                  <c:v>963.95</c:v>
                </c:pt>
                <c:pt idx="1887">
                  <c:v>953.55</c:v>
                </c:pt>
                <c:pt idx="1888">
                  <c:v>967.65</c:v>
                </c:pt>
                <c:pt idx="1889">
                  <c:v>972.5</c:v>
                </c:pt>
                <c:pt idx="1890">
                  <c:v>970.9</c:v>
                </c:pt>
                <c:pt idx="1891">
                  <c:v>973.7</c:v>
                </c:pt>
                <c:pt idx="1892">
                  <c:v>983.35</c:v>
                </c:pt>
                <c:pt idx="1893">
                  <c:v>989.6</c:v>
                </c:pt>
                <c:pt idx="1894">
                  <c:v>985.85</c:v>
                </c:pt>
                <c:pt idx="1895">
                  <c:v>970.1</c:v>
                </c:pt>
                <c:pt idx="1896">
                  <c:v>969.65</c:v>
                </c:pt>
                <c:pt idx="1897">
                  <c:v>958.4</c:v>
                </c:pt>
                <c:pt idx="1898">
                  <c:v>944.55</c:v>
                </c:pt>
                <c:pt idx="1899">
                  <c:v>914.4</c:v>
                </c:pt>
                <c:pt idx="1900">
                  <c:v>923</c:v>
                </c:pt>
                <c:pt idx="1901">
                  <c:v>927.45</c:v>
                </c:pt>
                <c:pt idx="1902">
                  <c:v>891</c:v>
                </c:pt>
                <c:pt idx="1903">
                  <c:v>901.4</c:v>
                </c:pt>
                <c:pt idx="1904">
                  <c:v>915.5</c:v>
                </c:pt>
                <c:pt idx="1905">
                  <c:v>886.9</c:v>
                </c:pt>
                <c:pt idx="1906">
                  <c:v>869.9</c:v>
                </c:pt>
                <c:pt idx="1907">
                  <c:v>884</c:v>
                </c:pt>
                <c:pt idx="1908">
                  <c:v>889.7</c:v>
                </c:pt>
                <c:pt idx="1909">
                  <c:v>864.1</c:v>
                </c:pt>
                <c:pt idx="1910">
                  <c:v>873.85</c:v>
                </c:pt>
                <c:pt idx="1911">
                  <c:v>878.65</c:v>
                </c:pt>
                <c:pt idx="1912">
                  <c:v>832.15</c:v>
                </c:pt>
                <c:pt idx="1913">
                  <c:v>824.7</c:v>
                </c:pt>
                <c:pt idx="1914">
                  <c:v>872.35</c:v>
                </c:pt>
                <c:pt idx="1915">
                  <c:v>829.05</c:v>
                </c:pt>
                <c:pt idx="1916">
                  <c:v>846.1</c:v>
                </c:pt>
                <c:pt idx="1917">
                  <c:v>824.95</c:v>
                </c:pt>
                <c:pt idx="1918">
                  <c:v>833.8</c:v>
                </c:pt>
                <c:pt idx="1919">
                  <c:v>883.55</c:v>
                </c:pt>
                <c:pt idx="1920">
                  <c:v>862.9</c:v>
                </c:pt>
                <c:pt idx="1921">
                  <c:v>857.1</c:v>
                </c:pt>
                <c:pt idx="1922">
                  <c:v>873.05</c:v>
                </c:pt>
                <c:pt idx="1923">
                  <c:v>888.4</c:v>
                </c:pt>
                <c:pt idx="1924">
                  <c:v>907.9</c:v>
                </c:pt>
                <c:pt idx="1925">
                  <c:v>908.6</c:v>
                </c:pt>
                <c:pt idx="1926">
                  <c:v>915.4</c:v>
                </c:pt>
                <c:pt idx="1927">
                  <c:v>920.9</c:v>
                </c:pt>
                <c:pt idx="1928">
                  <c:v>920.05</c:v>
                </c:pt>
                <c:pt idx="1929">
                  <c:v>910.9</c:v>
                </c:pt>
                <c:pt idx="1930">
                  <c:v>901.55</c:v>
                </c:pt>
                <c:pt idx="1931">
                  <c:v>885.35</c:v>
                </c:pt>
                <c:pt idx="1932">
                  <c:v>884.05</c:v>
                </c:pt>
                <c:pt idx="1933">
                  <c:v>906.3</c:v>
                </c:pt>
                <c:pt idx="1934">
                  <c:v>895.15</c:v>
                </c:pt>
                <c:pt idx="1935">
                  <c:v>924.55</c:v>
                </c:pt>
                <c:pt idx="1936">
                  <c:v>973.55</c:v>
                </c:pt>
                <c:pt idx="1937">
                  <c:v>967.1</c:v>
                </c:pt>
                <c:pt idx="1938">
                  <c:v>966.05</c:v>
                </c:pt>
                <c:pt idx="1939">
                  <c:v>996.3</c:v>
                </c:pt>
                <c:pt idx="1940">
                  <c:v>993.05</c:v>
                </c:pt>
                <c:pt idx="1941">
                  <c:v>1020</c:v>
                </c:pt>
                <c:pt idx="1942">
                  <c:v>1028.25</c:v>
                </c:pt>
                <c:pt idx="1943">
                  <c:v>1062.4000000000001</c:v>
                </c:pt>
                <c:pt idx="1944">
                  <c:v>1057.8</c:v>
                </c:pt>
                <c:pt idx="1945">
                  <c:v>1086.55</c:v>
                </c:pt>
                <c:pt idx="1946">
                  <c:v>1068</c:v>
                </c:pt>
                <c:pt idx="1947">
                  <c:v>1036.4000000000001</c:v>
                </c:pt>
                <c:pt idx="1948">
                  <c:v>1021.2</c:v>
                </c:pt>
                <c:pt idx="1949">
                  <c:v>1045.6500000000001</c:v>
                </c:pt>
                <c:pt idx="1950">
                  <c:v>1070.55</c:v>
                </c:pt>
                <c:pt idx="1951">
                  <c:v>1091.25</c:v>
                </c:pt>
                <c:pt idx="1952">
                  <c:v>1055</c:v>
                </c:pt>
                <c:pt idx="1953">
                  <c:v>1097.45</c:v>
                </c:pt>
                <c:pt idx="1954">
                  <c:v>1159.6500000000001</c:v>
                </c:pt>
                <c:pt idx="1955">
                  <c:v>1117.0999999999999</c:v>
                </c:pt>
                <c:pt idx="1956">
                  <c:v>1036.5</c:v>
                </c:pt>
                <c:pt idx="1957">
                  <c:v>1022.8</c:v>
                </c:pt>
                <c:pt idx="1958">
                  <c:v>1061.3499999999999</c:v>
                </c:pt>
                <c:pt idx="1959">
                  <c:v>1102</c:v>
                </c:pt>
                <c:pt idx="1960">
                  <c:v>1099.9000000000001</c:v>
                </c:pt>
                <c:pt idx="1961">
                  <c:v>1144.6500000000001</c:v>
                </c:pt>
                <c:pt idx="1962">
                  <c:v>1187.5</c:v>
                </c:pt>
                <c:pt idx="1963">
                  <c:v>1240.6500000000001</c:v>
                </c:pt>
                <c:pt idx="1964">
                  <c:v>1240.2</c:v>
                </c:pt>
                <c:pt idx="1965">
                  <c:v>1254.05</c:v>
                </c:pt>
                <c:pt idx="1966">
                  <c:v>1298.3</c:v>
                </c:pt>
                <c:pt idx="1967">
                  <c:v>1333.4</c:v>
                </c:pt>
                <c:pt idx="1968">
                  <c:v>1269.8499999999999</c:v>
                </c:pt>
                <c:pt idx="1969">
                  <c:v>1241.8</c:v>
                </c:pt>
                <c:pt idx="1970">
                  <c:v>1200.8</c:v>
                </c:pt>
                <c:pt idx="1971">
                  <c:v>1169.05</c:v>
                </c:pt>
                <c:pt idx="1972">
                  <c:v>1144.45</c:v>
                </c:pt>
                <c:pt idx="1973">
                  <c:v>1145.3499999999999</c:v>
                </c:pt>
                <c:pt idx="1974">
                  <c:v>1173.7</c:v>
                </c:pt>
                <c:pt idx="1975">
                  <c:v>1278.55</c:v>
                </c:pt>
                <c:pt idx="1976">
                  <c:v>1241.6500000000001</c:v>
                </c:pt>
                <c:pt idx="1977">
                  <c:v>1220.05</c:v>
                </c:pt>
                <c:pt idx="1978">
                  <c:v>1187.7</c:v>
                </c:pt>
                <c:pt idx="1979">
                  <c:v>1160.45</c:v>
                </c:pt>
                <c:pt idx="1980">
                  <c:v>1106.45</c:v>
                </c:pt>
                <c:pt idx="1981">
                  <c:v>1145.3499999999999</c:v>
                </c:pt>
                <c:pt idx="1982">
                  <c:v>1139.4000000000001</c:v>
                </c:pt>
                <c:pt idx="1983">
                  <c:v>1156.8</c:v>
                </c:pt>
                <c:pt idx="1984">
                  <c:v>1132.3</c:v>
                </c:pt>
                <c:pt idx="1985">
                  <c:v>1122.9000000000001</c:v>
                </c:pt>
                <c:pt idx="1986">
                  <c:v>1161.75</c:v>
                </c:pt>
                <c:pt idx="1987">
                  <c:v>1178.4000000000001</c:v>
                </c:pt>
                <c:pt idx="1988">
                  <c:v>1162</c:v>
                </c:pt>
                <c:pt idx="1989">
                  <c:v>1139.7</c:v>
                </c:pt>
                <c:pt idx="1990">
                  <c:v>1164.05</c:v>
                </c:pt>
                <c:pt idx="1991">
                  <c:v>1200.7</c:v>
                </c:pt>
                <c:pt idx="1992">
                  <c:v>1247.5999999999999</c:v>
                </c:pt>
                <c:pt idx="1993">
                  <c:v>1271.45</c:v>
                </c:pt>
                <c:pt idx="1994">
                  <c:v>1314.3</c:v>
                </c:pt>
                <c:pt idx="1995">
                  <c:v>1289.9000000000001</c:v>
                </c:pt>
                <c:pt idx="1996">
                  <c:v>1242.8499999999999</c:v>
                </c:pt>
                <c:pt idx="1997">
                  <c:v>1206.95</c:v>
                </c:pt>
                <c:pt idx="1998">
                  <c:v>1166.25</c:v>
                </c:pt>
                <c:pt idx="1999">
                  <c:v>1137.7</c:v>
                </c:pt>
                <c:pt idx="2000">
                  <c:v>1163.4000000000001</c:v>
                </c:pt>
                <c:pt idx="2001">
                  <c:v>1157.5</c:v>
                </c:pt>
                <c:pt idx="2002">
                  <c:v>1205.95</c:v>
                </c:pt>
                <c:pt idx="2003">
                  <c:v>1218.9000000000001</c:v>
                </c:pt>
                <c:pt idx="2004">
                  <c:v>1247.25</c:v>
                </c:pt>
                <c:pt idx="2005">
                  <c:v>1226.7</c:v>
                </c:pt>
                <c:pt idx="2006">
                  <c:v>1238.7</c:v>
                </c:pt>
                <c:pt idx="2007">
                  <c:v>1228.75</c:v>
                </c:pt>
                <c:pt idx="2008">
                  <c:v>1267.25</c:v>
                </c:pt>
                <c:pt idx="2009">
                  <c:v>1228.95</c:v>
                </c:pt>
                <c:pt idx="2010">
                  <c:v>1286.3</c:v>
                </c:pt>
                <c:pt idx="2011">
                  <c:v>1362.55</c:v>
                </c:pt>
                <c:pt idx="2012">
                  <c:v>1339.95</c:v>
                </c:pt>
                <c:pt idx="2013">
                  <c:v>1307.95</c:v>
                </c:pt>
                <c:pt idx="2014">
                  <c:v>1356.15</c:v>
                </c:pt>
                <c:pt idx="2015">
                  <c:v>1435</c:v>
                </c:pt>
                <c:pt idx="2016">
                  <c:v>1410</c:v>
                </c:pt>
                <c:pt idx="2017">
                  <c:v>1352.2</c:v>
                </c:pt>
                <c:pt idx="2018">
                  <c:v>1368.3</c:v>
                </c:pt>
                <c:pt idx="2019">
                  <c:v>1322.1</c:v>
                </c:pt>
                <c:pt idx="2020">
                  <c:v>1248.8499999999999</c:v>
                </c:pt>
                <c:pt idx="2021">
                  <c:v>1173.2</c:v>
                </c:pt>
                <c:pt idx="2022">
                  <c:v>1124.95</c:v>
                </c:pt>
                <c:pt idx="2023">
                  <c:v>1151.45</c:v>
                </c:pt>
                <c:pt idx="2024">
                  <c:v>1131.8499999999999</c:v>
                </c:pt>
                <c:pt idx="2025">
                  <c:v>1261.3</c:v>
                </c:pt>
                <c:pt idx="2026">
                  <c:v>1273.95</c:v>
                </c:pt>
                <c:pt idx="2027">
                  <c:v>1220.45</c:v>
                </c:pt>
                <c:pt idx="2028">
                  <c:v>1187.4000000000001</c:v>
                </c:pt>
                <c:pt idx="2029">
                  <c:v>1147</c:v>
                </c:pt>
                <c:pt idx="2030">
                  <c:v>1198.1500000000001</c:v>
                </c:pt>
                <c:pt idx="2031">
                  <c:v>1212.25</c:v>
                </c:pt>
                <c:pt idx="2032">
                  <c:v>1191.3</c:v>
                </c:pt>
                <c:pt idx="2033">
                  <c:v>1152.05</c:v>
                </c:pt>
                <c:pt idx="2034">
                  <c:v>1106.0999999999999</c:v>
                </c:pt>
                <c:pt idx="2035">
                  <c:v>1073.9000000000001</c:v>
                </c:pt>
                <c:pt idx="2036">
                  <c:v>1033.8499999999999</c:v>
                </c:pt>
                <c:pt idx="2037">
                  <c:v>1067.25</c:v>
                </c:pt>
                <c:pt idx="2038">
                  <c:v>1101.8</c:v>
                </c:pt>
                <c:pt idx="2039">
                  <c:v>1161.8499999999999</c:v>
                </c:pt>
                <c:pt idx="2040">
                  <c:v>1190.9000000000001</c:v>
                </c:pt>
                <c:pt idx="2041">
                  <c:v>1209.8</c:v>
                </c:pt>
                <c:pt idx="2042">
                  <c:v>1220.2</c:v>
                </c:pt>
                <c:pt idx="2043">
                  <c:v>1168.3</c:v>
                </c:pt>
                <c:pt idx="2044">
                  <c:v>1141.3</c:v>
                </c:pt>
                <c:pt idx="2045">
                  <c:v>1099.8</c:v>
                </c:pt>
                <c:pt idx="2046">
                  <c:v>1107.0999999999999</c:v>
                </c:pt>
                <c:pt idx="2047">
                  <c:v>1117.8499999999999</c:v>
                </c:pt>
                <c:pt idx="2048">
                  <c:v>1116.95</c:v>
                </c:pt>
                <c:pt idx="2049">
                  <c:v>1105.8499999999999</c:v>
                </c:pt>
                <c:pt idx="2050">
                  <c:v>1088.5</c:v>
                </c:pt>
                <c:pt idx="2051">
                  <c:v>1024.5999999999999</c:v>
                </c:pt>
                <c:pt idx="2052">
                  <c:v>971.1</c:v>
                </c:pt>
                <c:pt idx="2053">
                  <c:v>960.15</c:v>
                </c:pt>
                <c:pt idx="2054">
                  <c:v>893.4</c:v>
                </c:pt>
                <c:pt idx="2055">
                  <c:v>871.85</c:v>
                </c:pt>
                <c:pt idx="2056">
                  <c:v>856.65</c:v>
                </c:pt>
                <c:pt idx="2057">
                  <c:v>880.3</c:v>
                </c:pt>
                <c:pt idx="2058">
                  <c:v>837.55</c:v>
                </c:pt>
                <c:pt idx="2059">
                  <c:v>876.95</c:v>
                </c:pt>
                <c:pt idx="2060">
                  <c:v>759.95</c:v>
                </c:pt>
                <c:pt idx="2061">
                  <c:v>768.2</c:v>
                </c:pt>
                <c:pt idx="2062">
                  <c:v>768.2</c:v>
                </c:pt>
                <c:pt idx="2063">
                  <c:v>802.2</c:v>
                </c:pt>
                <c:pt idx="2064">
                  <c:v>878.85</c:v>
                </c:pt>
                <c:pt idx="2065">
                  <c:v>843.95</c:v>
                </c:pt>
                <c:pt idx="2066">
                  <c:v>834.55</c:v>
                </c:pt>
                <c:pt idx="2067">
                  <c:v>835.5</c:v>
                </c:pt>
                <c:pt idx="2068">
                  <c:v>769.4</c:v>
                </c:pt>
                <c:pt idx="2069">
                  <c:v>757.75</c:v>
                </c:pt>
                <c:pt idx="2070">
                  <c:v>784.55</c:v>
                </c:pt>
                <c:pt idx="2071">
                  <c:v>786.75</c:v>
                </c:pt>
                <c:pt idx="2072">
                  <c:v>764.55</c:v>
                </c:pt>
                <c:pt idx="2073">
                  <c:v>811.3</c:v>
                </c:pt>
                <c:pt idx="2074">
                  <c:v>814</c:v>
                </c:pt>
                <c:pt idx="2075">
                  <c:v>836.6</c:v>
                </c:pt>
                <c:pt idx="2076">
                  <c:v>800.95</c:v>
                </c:pt>
                <c:pt idx="2077">
                  <c:v>788.05</c:v>
                </c:pt>
                <c:pt idx="2078">
                  <c:v>807.75</c:v>
                </c:pt>
                <c:pt idx="2079">
                  <c:v>816.15</c:v>
                </c:pt>
                <c:pt idx="2080">
                  <c:v>836.75</c:v>
                </c:pt>
                <c:pt idx="2081">
                  <c:v>864.25</c:v>
                </c:pt>
                <c:pt idx="2082">
                  <c:v>882.3</c:v>
                </c:pt>
                <c:pt idx="2083">
                  <c:v>864.75</c:v>
                </c:pt>
                <c:pt idx="2084">
                  <c:v>878.8</c:v>
                </c:pt>
                <c:pt idx="2085">
                  <c:v>915.65</c:v>
                </c:pt>
                <c:pt idx="2086">
                  <c:v>895.85</c:v>
                </c:pt>
                <c:pt idx="2087">
                  <c:v>902.5</c:v>
                </c:pt>
                <c:pt idx="2088">
                  <c:v>879.6</c:v>
                </c:pt>
                <c:pt idx="2089">
                  <c:v>937.15</c:v>
                </c:pt>
                <c:pt idx="2090">
                  <c:v>933.85</c:v>
                </c:pt>
                <c:pt idx="2091">
                  <c:v>928.8</c:v>
                </c:pt>
                <c:pt idx="2092">
                  <c:v>919</c:v>
                </c:pt>
                <c:pt idx="2093">
                  <c:v>892.85</c:v>
                </c:pt>
                <c:pt idx="2094">
                  <c:v>873.85</c:v>
                </c:pt>
                <c:pt idx="2095">
                  <c:v>880.55</c:v>
                </c:pt>
                <c:pt idx="2096">
                  <c:v>888.6</c:v>
                </c:pt>
                <c:pt idx="2097">
                  <c:v>896.45</c:v>
                </c:pt>
                <c:pt idx="2098">
                  <c:v>928.35</c:v>
                </c:pt>
                <c:pt idx="2099">
                  <c:v>942.85</c:v>
                </c:pt>
                <c:pt idx="2100">
                  <c:v>927.2</c:v>
                </c:pt>
                <c:pt idx="2101">
                  <c:v>911.55</c:v>
                </c:pt>
                <c:pt idx="2102">
                  <c:v>880.55</c:v>
                </c:pt>
                <c:pt idx="2103">
                  <c:v>862.05</c:v>
                </c:pt>
                <c:pt idx="2104">
                  <c:v>820.3</c:v>
                </c:pt>
                <c:pt idx="2105">
                  <c:v>810.35</c:v>
                </c:pt>
                <c:pt idx="2106">
                  <c:v>820.45</c:v>
                </c:pt>
                <c:pt idx="2107">
                  <c:v>796.25</c:v>
                </c:pt>
                <c:pt idx="2108">
                  <c:v>788.6</c:v>
                </c:pt>
                <c:pt idx="2109">
                  <c:v>765.05</c:v>
                </c:pt>
                <c:pt idx="2110">
                  <c:v>760.55</c:v>
                </c:pt>
                <c:pt idx="2111">
                  <c:v>757.55</c:v>
                </c:pt>
                <c:pt idx="2112">
                  <c:v>778.2</c:v>
                </c:pt>
                <c:pt idx="2113">
                  <c:v>769.4</c:v>
                </c:pt>
                <c:pt idx="2114">
                  <c:v>750.3</c:v>
                </c:pt>
                <c:pt idx="2115">
                  <c:v>730.95</c:v>
                </c:pt>
                <c:pt idx="2116">
                  <c:v>741.2</c:v>
                </c:pt>
                <c:pt idx="2117">
                  <c:v>743.25</c:v>
                </c:pt>
                <c:pt idx="2118">
                  <c:v>765.3</c:v>
                </c:pt>
                <c:pt idx="2119">
                  <c:v>797.45</c:v>
                </c:pt>
                <c:pt idx="2120">
                  <c:v>820.65</c:v>
                </c:pt>
                <c:pt idx="2121">
                  <c:v>786.95</c:v>
                </c:pt>
                <c:pt idx="2122">
                  <c:v>753.6</c:v>
                </c:pt>
                <c:pt idx="2123">
                  <c:v>732.95</c:v>
                </c:pt>
                <c:pt idx="2124">
                  <c:v>720.7</c:v>
                </c:pt>
                <c:pt idx="2125">
                  <c:v>703.15</c:v>
                </c:pt>
                <c:pt idx="2126">
                  <c:v>698.2</c:v>
                </c:pt>
                <c:pt idx="2127">
                  <c:v>697.55</c:v>
                </c:pt>
                <c:pt idx="2128">
                  <c:v>652.15</c:v>
                </c:pt>
                <c:pt idx="2129">
                  <c:v>630.20000000000005</c:v>
                </c:pt>
                <c:pt idx="2130">
                  <c:v>589.1</c:v>
                </c:pt>
                <c:pt idx="2131">
                  <c:v>621.04999999999995</c:v>
                </c:pt>
                <c:pt idx="2132">
                  <c:v>571.9</c:v>
                </c:pt>
                <c:pt idx="2133">
                  <c:v>603.6</c:v>
                </c:pt>
                <c:pt idx="2134">
                  <c:v>605.15</c:v>
                </c:pt>
                <c:pt idx="2135">
                  <c:v>594.35</c:v>
                </c:pt>
                <c:pt idx="2136">
                  <c:v>621.70000000000005</c:v>
                </c:pt>
                <c:pt idx="2137">
                  <c:v>616.9</c:v>
                </c:pt>
                <c:pt idx="2138">
                  <c:v>591.6</c:v>
                </c:pt>
                <c:pt idx="2139">
                  <c:v>578.9</c:v>
                </c:pt>
                <c:pt idx="2140">
                  <c:v>529.15</c:v>
                </c:pt>
                <c:pt idx="2141">
                  <c:v>519.75</c:v>
                </c:pt>
                <c:pt idx="2142">
                  <c:v>551.85</c:v>
                </c:pt>
                <c:pt idx="2143">
                  <c:v>617.45000000000005</c:v>
                </c:pt>
                <c:pt idx="2144">
                  <c:v>642.95000000000005</c:v>
                </c:pt>
                <c:pt idx="2145">
                  <c:v>661.7</c:v>
                </c:pt>
                <c:pt idx="2146">
                  <c:v>738.7</c:v>
                </c:pt>
                <c:pt idx="2147">
                  <c:v>730.2</c:v>
                </c:pt>
                <c:pt idx="2148">
                  <c:v>656.75</c:v>
                </c:pt>
                <c:pt idx="2149">
                  <c:v>663.4</c:v>
                </c:pt>
                <c:pt idx="2150">
                  <c:v>607.70000000000005</c:v>
                </c:pt>
                <c:pt idx="2151">
                  <c:v>636.1</c:v>
                </c:pt>
                <c:pt idx="2152">
                  <c:v>637.29999999999995</c:v>
                </c:pt>
                <c:pt idx="2153">
                  <c:v>642.4</c:v>
                </c:pt>
                <c:pt idx="2154">
                  <c:v>640.45000000000005</c:v>
                </c:pt>
                <c:pt idx="2155">
                  <c:v>694.1</c:v>
                </c:pt>
                <c:pt idx="2156">
                  <c:v>706.65</c:v>
                </c:pt>
                <c:pt idx="2157">
                  <c:v>707.95</c:v>
                </c:pt>
                <c:pt idx="2158">
                  <c:v>731.6</c:v>
                </c:pt>
                <c:pt idx="2159">
                  <c:v>771.15</c:v>
                </c:pt>
                <c:pt idx="2160">
                  <c:v>740.65</c:v>
                </c:pt>
                <c:pt idx="2161">
                  <c:v>710.7</c:v>
                </c:pt>
                <c:pt idx="2162">
                  <c:v>673.45</c:v>
                </c:pt>
                <c:pt idx="2163">
                  <c:v>665</c:v>
                </c:pt>
                <c:pt idx="2164">
                  <c:v>677.7</c:v>
                </c:pt>
                <c:pt idx="2165">
                  <c:v>678.8</c:v>
                </c:pt>
                <c:pt idx="2166">
                  <c:v>643.70000000000005</c:v>
                </c:pt>
                <c:pt idx="2167">
                  <c:v>644.54999999999995</c:v>
                </c:pt>
                <c:pt idx="2168">
                  <c:v>657.15</c:v>
                </c:pt>
                <c:pt idx="2169">
                  <c:v>666.55</c:v>
                </c:pt>
                <c:pt idx="2170">
                  <c:v>649.95000000000005</c:v>
                </c:pt>
                <c:pt idx="2171">
                  <c:v>632.54999999999995</c:v>
                </c:pt>
                <c:pt idx="2172">
                  <c:v>671.9</c:v>
                </c:pt>
                <c:pt idx="2173">
                  <c:v>665</c:v>
                </c:pt>
                <c:pt idx="2174">
                  <c:v>714.05</c:v>
                </c:pt>
                <c:pt idx="2175">
                  <c:v>716.65</c:v>
                </c:pt>
                <c:pt idx="2176">
                  <c:v>686.75</c:v>
                </c:pt>
                <c:pt idx="2177">
                  <c:v>720.45</c:v>
                </c:pt>
                <c:pt idx="2178">
                  <c:v>712.1</c:v>
                </c:pt>
                <c:pt idx="2179">
                  <c:v>701</c:v>
                </c:pt>
                <c:pt idx="2180">
                  <c:v>686.6</c:v>
                </c:pt>
                <c:pt idx="2181">
                  <c:v>652.79999999999995</c:v>
                </c:pt>
                <c:pt idx="2182">
                  <c:v>627.5</c:v>
                </c:pt>
                <c:pt idx="2183">
                  <c:v>591.65</c:v>
                </c:pt>
                <c:pt idx="2184">
                  <c:v>560.04999999999995</c:v>
                </c:pt>
                <c:pt idx="2185">
                  <c:v>577.15</c:v>
                </c:pt>
                <c:pt idx="2186">
                  <c:v>627.5</c:v>
                </c:pt>
                <c:pt idx="2187">
                  <c:v>635.75</c:v>
                </c:pt>
                <c:pt idx="2188">
                  <c:v>599.15</c:v>
                </c:pt>
                <c:pt idx="2189">
                  <c:v>600.1</c:v>
                </c:pt>
                <c:pt idx="2190">
                  <c:v>596.20000000000005</c:v>
                </c:pt>
                <c:pt idx="2191">
                  <c:v>560.4</c:v>
                </c:pt>
                <c:pt idx="2192">
                  <c:v>493.3</c:v>
                </c:pt>
                <c:pt idx="2193">
                  <c:v>535.54999999999995</c:v>
                </c:pt>
                <c:pt idx="2194">
                  <c:v>550.9</c:v>
                </c:pt>
                <c:pt idx="2195">
                  <c:v>504.35</c:v>
                </c:pt>
                <c:pt idx="2196">
                  <c:v>490.05</c:v>
                </c:pt>
                <c:pt idx="2197">
                  <c:v>485.05</c:v>
                </c:pt>
                <c:pt idx="2198">
                  <c:v>453.75</c:v>
                </c:pt>
                <c:pt idx="2199">
                  <c:v>363.65</c:v>
                </c:pt>
                <c:pt idx="2200">
                  <c:v>425.15</c:v>
                </c:pt>
                <c:pt idx="2201">
                  <c:v>449.55</c:v>
                </c:pt>
                <c:pt idx="2202">
                  <c:v>414.15</c:v>
                </c:pt>
                <c:pt idx="2203">
                  <c:v>416.15</c:v>
                </c:pt>
                <c:pt idx="2204">
                  <c:v>391.25</c:v>
                </c:pt>
                <c:pt idx="2205">
                  <c:v>411.35</c:v>
                </c:pt>
                <c:pt idx="2206">
                  <c:v>431.05</c:v>
                </c:pt>
                <c:pt idx="2207">
                  <c:v>396.7</c:v>
                </c:pt>
                <c:pt idx="2208">
                  <c:v>365.8</c:v>
                </c:pt>
                <c:pt idx="2209">
                  <c:v>308.5</c:v>
                </c:pt>
                <c:pt idx="2210">
                  <c:v>316.10000000000002</c:v>
                </c:pt>
                <c:pt idx="2211">
                  <c:v>335.5</c:v>
                </c:pt>
                <c:pt idx="2212">
                  <c:v>345.35</c:v>
                </c:pt>
                <c:pt idx="2213">
                  <c:v>398.75</c:v>
                </c:pt>
                <c:pt idx="2214">
                  <c:v>430.7</c:v>
                </c:pt>
                <c:pt idx="2215">
                  <c:v>457.8</c:v>
                </c:pt>
                <c:pt idx="2216">
                  <c:v>450.85</c:v>
                </c:pt>
                <c:pt idx="2217">
                  <c:v>433.4</c:v>
                </c:pt>
                <c:pt idx="2218">
                  <c:v>432.3</c:v>
                </c:pt>
                <c:pt idx="2219">
                  <c:v>471.85</c:v>
                </c:pt>
                <c:pt idx="2220">
                  <c:v>434.35</c:v>
                </c:pt>
                <c:pt idx="2221">
                  <c:v>397.3</c:v>
                </c:pt>
                <c:pt idx="2222">
                  <c:v>395.9</c:v>
                </c:pt>
                <c:pt idx="2223">
                  <c:v>386.45</c:v>
                </c:pt>
                <c:pt idx="2224">
                  <c:v>360.2</c:v>
                </c:pt>
                <c:pt idx="2225">
                  <c:v>348.25</c:v>
                </c:pt>
                <c:pt idx="2226">
                  <c:v>319.5</c:v>
                </c:pt>
                <c:pt idx="2227">
                  <c:v>334.05</c:v>
                </c:pt>
                <c:pt idx="2228">
                  <c:v>322.55</c:v>
                </c:pt>
                <c:pt idx="2229">
                  <c:v>321.10000000000002</c:v>
                </c:pt>
                <c:pt idx="2230">
                  <c:v>350.85</c:v>
                </c:pt>
                <c:pt idx="2231">
                  <c:v>351.65</c:v>
                </c:pt>
                <c:pt idx="2232">
                  <c:v>325.55</c:v>
                </c:pt>
                <c:pt idx="2233">
                  <c:v>323.39999999999998</c:v>
                </c:pt>
                <c:pt idx="2234">
                  <c:v>334.8</c:v>
                </c:pt>
                <c:pt idx="2235">
                  <c:v>364</c:v>
                </c:pt>
                <c:pt idx="2236">
                  <c:v>358.4</c:v>
                </c:pt>
                <c:pt idx="2237">
                  <c:v>370</c:v>
                </c:pt>
                <c:pt idx="2238">
                  <c:v>400.05</c:v>
                </c:pt>
                <c:pt idx="2239">
                  <c:v>406.1</c:v>
                </c:pt>
                <c:pt idx="2240">
                  <c:v>411</c:v>
                </c:pt>
                <c:pt idx="2241">
                  <c:v>418.7</c:v>
                </c:pt>
                <c:pt idx="2242">
                  <c:v>421</c:v>
                </c:pt>
                <c:pt idx="2243">
                  <c:v>431.8</c:v>
                </c:pt>
                <c:pt idx="2244">
                  <c:v>472</c:v>
                </c:pt>
                <c:pt idx="2245">
                  <c:v>472.8</c:v>
                </c:pt>
                <c:pt idx="2246">
                  <c:v>445.7</c:v>
                </c:pt>
                <c:pt idx="2247">
                  <c:v>426.85</c:v>
                </c:pt>
                <c:pt idx="2248">
                  <c:v>440.95</c:v>
                </c:pt>
                <c:pt idx="2249">
                  <c:v>417.35</c:v>
                </c:pt>
                <c:pt idx="2250">
                  <c:v>445</c:v>
                </c:pt>
                <c:pt idx="2251">
                  <c:v>458.6</c:v>
                </c:pt>
                <c:pt idx="2252">
                  <c:v>448.1</c:v>
                </c:pt>
                <c:pt idx="2253">
                  <c:v>464.15</c:v>
                </c:pt>
                <c:pt idx="2254">
                  <c:v>471.25</c:v>
                </c:pt>
                <c:pt idx="2255">
                  <c:v>499.9</c:v>
                </c:pt>
                <c:pt idx="2256">
                  <c:v>523.45000000000005</c:v>
                </c:pt>
                <c:pt idx="2257">
                  <c:v>467.85</c:v>
                </c:pt>
                <c:pt idx="2258">
                  <c:v>456.6</c:v>
                </c:pt>
                <c:pt idx="2259">
                  <c:v>438</c:v>
                </c:pt>
                <c:pt idx="2260">
                  <c:v>425.45</c:v>
                </c:pt>
                <c:pt idx="2261">
                  <c:v>441.1</c:v>
                </c:pt>
                <c:pt idx="2262">
                  <c:v>408.65</c:v>
                </c:pt>
                <c:pt idx="2263">
                  <c:v>423.75</c:v>
                </c:pt>
                <c:pt idx="2264">
                  <c:v>412.6</c:v>
                </c:pt>
                <c:pt idx="2265">
                  <c:v>396.3</c:v>
                </c:pt>
                <c:pt idx="2266">
                  <c:v>369.35</c:v>
                </c:pt>
                <c:pt idx="2267">
                  <c:v>378.05</c:v>
                </c:pt>
                <c:pt idx="2268">
                  <c:v>363.85</c:v>
                </c:pt>
                <c:pt idx="2269">
                  <c:v>381.1</c:v>
                </c:pt>
                <c:pt idx="2270">
                  <c:v>408.05</c:v>
                </c:pt>
                <c:pt idx="2271">
                  <c:v>410.1</c:v>
                </c:pt>
                <c:pt idx="2272">
                  <c:v>416.25</c:v>
                </c:pt>
                <c:pt idx="2273">
                  <c:v>385.1</c:v>
                </c:pt>
                <c:pt idx="2274">
                  <c:v>392</c:v>
                </c:pt>
                <c:pt idx="2275">
                  <c:v>389.7</c:v>
                </c:pt>
                <c:pt idx="2276">
                  <c:v>390.55</c:v>
                </c:pt>
                <c:pt idx="2277">
                  <c:v>407.1</c:v>
                </c:pt>
                <c:pt idx="2278">
                  <c:v>428.35</c:v>
                </c:pt>
                <c:pt idx="2279">
                  <c:v>428.7</c:v>
                </c:pt>
                <c:pt idx="2280">
                  <c:v>435.2</c:v>
                </c:pt>
                <c:pt idx="2281">
                  <c:v>421.4</c:v>
                </c:pt>
                <c:pt idx="2282">
                  <c:v>434.4</c:v>
                </c:pt>
                <c:pt idx="2283">
                  <c:v>409</c:v>
                </c:pt>
                <c:pt idx="2284">
                  <c:v>385.7</c:v>
                </c:pt>
                <c:pt idx="2285">
                  <c:v>369.5</c:v>
                </c:pt>
                <c:pt idx="2286">
                  <c:v>361.5</c:v>
                </c:pt>
                <c:pt idx="2287">
                  <c:v>335.85</c:v>
                </c:pt>
                <c:pt idx="2288">
                  <c:v>335.95</c:v>
                </c:pt>
                <c:pt idx="2289">
                  <c:v>340.6</c:v>
                </c:pt>
                <c:pt idx="2290">
                  <c:v>324.85000000000002</c:v>
                </c:pt>
                <c:pt idx="2291">
                  <c:v>327.55</c:v>
                </c:pt>
                <c:pt idx="2292">
                  <c:v>304.39999999999998</c:v>
                </c:pt>
                <c:pt idx="2293">
                  <c:v>295.60000000000002</c:v>
                </c:pt>
                <c:pt idx="2294">
                  <c:v>284.89999999999998</c:v>
                </c:pt>
                <c:pt idx="2295">
                  <c:v>270.05</c:v>
                </c:pt>
                <c:pt idx="2296">
                  <c:v>269.14999999999998</c:v>
                </c:pt>
                <c:pt idx="2297">
                  <c:v>262.95</c:v>
                </c:pt>
                <c:pt idx="2298">
                  <c:v>284.14999999999998</c:v>
                </c:pt>
                <c:pt idx="2299">
                  <c:v>308.64999999999998</c:v>
                </c:pt>
                <c:pt idx="2300">
                  <c:v>322.8</c:v>
                </c:pt>
                <c:pt idx="2301">
                  <c:v>323.39999999999998</c:v>
                </c:pt>
                <c:pt idx="2302">
                  <c:v>334.65</c:v>
                </c:pt>
                <c:pt idx="2303">
                  <c:v>337.9</c:v>
                </c:pt>
                <c:pt idx="2304">
                  <c:v>323.05</c:v>
                </c:pt>
                <c:pt idx="2305">
                  <c:v>346.8</c:v>
                </c:pt>
                <c:pt idx="2306">
                  <c:v>355.45</c:v>
                </c:pt>
                <c:pt idx="2307">
                  <c:v>365.55</c:v>
                </c:pt>
                <c:pt idx="2308">
                  <c:v>375.05</c:v>
                </c:pt>
                <c:pt idx="2309">
                  <c:v>385.2</c:v>
                </c:pt>
                <c:pt idx="2310">
                  <c:v>338.1</c:v>
                </c:pt>
                <c:pt idx="2311">
                  <c:v>332.8</c:v>
                </c:pt>
                <c:pt idx="2312">
                  <c:v>349.35</c:v>
                </c:pt>
                <c:pt idx="2313">
                  <c:v>360.7</c:v>
                </c:pt>
                <c:pt idx="2314">
                  <c:v>374.8</c:v>
                </c:pt>
                <c:pt idx="2315">
                  <c:v>376.4</c:v>
                </c:pt>
                <c:pt idx="2316">
                  <c:v>397.8</c:v>
                </c:pt>
                <c:pt idx="2317">
                  <c:v>416.6</c:v>
                </c:pt>
                <c:pt idx="2318">
                  <c:v>442.9</c:v>
                </c:pt>
                <c:pt idx="2319">
                  <c:v>427.55</c:v>
                </c:pt>
                <c:pt idx="2320">
                  <c:v>440.85</c:v>
                </c:pt>
                <c:pt idx="2321">
                  <c:v>426.65</c:v>
                </c:pt>
                <c:pt idx="2322">
                  <c:v>398.75</c:v>
                </c:pt>
                <c:pt idx="2323">
                  <c:v>400.05</c:v>
                </c:pt>
                <c:pt idx="2324">
                  <c:v>424.4</c:v>
                </c:pt>
                <c:pt idx="2325">
                  <c:v>434.1</c:v>
                </c:pt>
                <c:pt idx="2326">
                  <c:v>467.55</c:v>
                </c:pt>
                <c:pt idx="2327">
                  <c:v>439.2</c:v>
                </c:pt>
                <c:pt idx="2328">
                  <c:v>479.2</c:v>
                </c:pt>
                <c:pt idx="2329">
                  <c:v>529.9</c:v>
                </c:pt>
                <c:pt idx="2330">
                  <c:v>569.1</c:v>
                </c:pt>
                <c:pt idx="2331">
                  <c:v>539.6</c:v>
                </c:pt>
                <c:pt idx="2332">
                  <c:v>549.29999999999995</c:v>
                </c:pt>
                <c:pt idx="2333">
                  <c:v>520.75</c:v>
                </c:pt>
                <c:pt idx="2334">
                  <c:v>523.35</c:v>
                </c:pt>
                <c:pt idx="2335">
                  <c:v>558.1</c:v>
                </c:pt>
                <c:pt idx="2336">
                  <c:v>551.15</c:v>
                </c:pt>
                <c:pt idx="2337">
                  <c:v>536.25</c:v>
                </c:pt>
                <c:pt idx="2338">
                  <c:v>574.70000000000005</c:v>
                </c:pt>
                <c:pt idx="2339">
                  <c:v>707.1</c:v>
                </c:pt>
                <c:pt idx="2340">
                  <c:v>756.15</c:v>
                </c:pt>
                <c:pt idx="2341">
                  <c:v>708.9</c:v>
                </c:pt>
                <c:pt idx="2342">
                  <c:v>673.05</c:v>
                </c:pt>
                <c:pt idx="2343">
                  <c:v>702.65</c:v>
                </c:pt>
                <c:pt idx="2344">
                  <c:v>704.65</c:v>
                </c:pt>
                <c:pt idx="2345">
                  <c:v>666</c:v>
                </c:pt>
                <c:pt idx="2346">
                  <c:v>710.25</c:v>
                </c:pt>
                <c:pt idx="2347">
                  <c:v>730.3</c:v>
                </c:pt>
                <c:pt idx="2348">
                  <c:v>740.15</c:v>
                </c:pt>
                <c:pt idx="2349">
                  <c:v>722.55</c:v>
                </c:pt>
                <c:pt idx="2350">
                  <c:v>732.3</c:v>
                </c:pt>
                <c:pt idx="2351">
                  <c:v>719.45</c:v>
                </c:pt>
                <c:pt idx="2352">
                  <c:v>733.5</c:v>
                </c:pt>
                <c:pt idx="2353">
                  <c:v>754.75</c:v>
                </c:pt>
                <c:pt idx="2354">
                  <c:v>724.65</c:v>
                </c:pt>
                <c:pt idx="2355">
                  <c:v>737.85</c:v>
                </c:pt>
                <c:pt idx="2356">
                  <c:v>747.7</c:v>
                </c:pt>
                <c:pt idx="2357">
                  <c:v>750.3</c:v>
                </c:pt>
                <c:pt idx="2358">
                  <c:v>742.45</c:v>
                </c:pt>
                <c:pt idx="2359">
                  <c:v>734.75</c:v>
                </c:pt>
                <c:pt idx="2360">
                  <c:v>734.4</c:v>
                </c:pt>
                <c:pt idx="2361">
                  <c:v>722.45</c:v>
                </c:pt>
                <c:pt idx="2362">
                  <c:v>703.25</c:v>
                </c:pt>
                <c:pt idx="2363">
                  <c:v>714.05</c:v>
                </c:pt>
                <c:pt idx="2364">
                  <c:v>731</c:v>
                </c:pt>
                <c:pt idx="2365">
                  <c:v>697.2</c:v>
                </c:pt>
                <c:pt idx="2366">
                  <c:v>689.4</c:v>
                </c:pt>
                <c:pt idx="2367">
                  <c:v>700</c:v>
                </c:pt>
                <c:pt idx="2368">
                  <c:v>756.15</c:v>
                </c:pt>
                <c:pt idx="2369">
                  <c:v>748.7</c:v>
                </c:pt>
                <c:pt idx="2370">
                  <c:v>722.2</c:v>
                </c:pt>
                <c:pt idx="2371">
                  <c:v>729.85</c:v>
                </c:pt>
                <c:pt idx="2372">
                  <c:v>733.5</c:v>
                </c:pt>
                <c:pt idx="2373">
                  <c:v>754.95</c:v>
                </c:pt>
                <c:pt idx="2374">
                  <c:v>679.7</c:v>
                </c:pt>
                <c:pt idx="2375">
                  <c:v>694.85</c:v>
                </c:pt>
                <c:pt idx="2376">
                  <c:v>653.1</c:v>
                </c:pt>
                <c:pt idx="2377">
                  <c:v>635.4</c:v>
                </c:pt>
                <c:pt idx="2378">
                  <c:v>628.85</c:v>
                </c:pt>
                <c:pt idx="2379">
                  <c:v>632.95000000000005</c:v>
                </c:pt>
                <c:pt idx="2380">
                  <c:v>679.5</c:v>
                </c:pt>
                <c:pt idx="2381">
                  <c:v>696.4</c:v>
                </c:pt>
                <c:pt idx="2382">
                  <c:v>693.85</c:v>
                </c:pt>
                <c:pt idx="2383">
                  <c:v>742.85</c:v>
                </c:pt>
                <c:pt idx="2384">
                  <c:v>784.75</c:v>
                </c:pt>
                <c:pt idx="2385">
                  <c:v>772.7</c:v>
                </c:pt>
                <c:pt idx="2386">
                  <c:v>759.55</c:v>
                </c:pt>
                <c:pt idx="2387">
                  <c:v>775.75</c:v>
                </c:pt>
                <c:pt idx="2388">
                  <c:v>767.55</c:v>
                </c:pt>
                <c:pt idx="2389">
                  <c:v>757.9</c:v>
                </c:pt>
                <c:pt idx="2390">
                  <c:v>740.35</c:v>
                </c:pt>
                <c:pt idx="2391">
                  <c:v>732.75</c:v>
                </c:pt>
                <c:pt idx="2392">
                  <c:v>757.2</c:v>
                </c:pt>
                <c:pt idx="2393">
                  <c:v>758.5</c:v>
                </c:pt>
                <c:pt idx="2394">
                  <c:v>773.75</c:v>
                </c:pt>
                <c:pt idx="2395">
                  <c:v>763.55</c:v>
                </c:pt>
                <c:pt idx="2396">
                  <c:v>773.4</c:v>
                </c:pt>
                <c:pt idx="2397">
                  <c:v>766.15</c:v>
                </c:pt>
                <c:pt idx="2398">
                  <c:v>738.1</c:v>
                </c:pt>
                <c:pt idx="2399">
                  <c:v>718.7</c:v>
                </c:pt>
                <c:pt idx="2400">
                  <c:v>717.1</c:v>
                </c:pt>
                <c:pt idx="2401">
                  <c:v>710.15</c:v>
                </c:pt>
                <c:pt idx="2402">
                  <c:v>757.2</c:v>
                </c:pt>
                <c:pt idx="2403">
                  <c:v>744.85</c:v>
                </c:pt>
                <c:pt idx="2404">
                  <c:v>704.95</c:v>
                </c:pt>
                <c:pt idx="2405">
                  <c:v>720.05</c:v>
                </c:pt>
                <c:pt idx="2406">
                  <c:v>716.55</c:v>
                </c:pt>
                <c:pt idx="2407">
                  <c:v>719.55</c:v>
                </c:pt>
                <c:pt idx="2408">
                  <c:v>745.4</c:v>
                </c:pt>
                <c:pt idx="2409">
                  <c:v>767.95</c:v>
                </c:pt>
                <c:pt idx="2410">
                  <c:v>759.2</c:v>
                </c:pt>
                <c:pt idx="2411">
                  <c:v>761.9</c:v>
                </c:pt>
                <c:pt idx="2412">
                  <c:v>750.55</c:v>
                </c:pt>
                <c:pt idx="2413">
                  <c:v>763.6</c:v>
                </c:pt>
                <c:pt idx="2414">
                  <c:v>751.15</c:v>
                </c:pt>
                <c:pt idx="2415">
                  <c:v>744.8</c:v>
                </c:pt>
                <c:pt idx="2416">
                  <c:v>736.1</c:v>
                </c:pt>
                <c:pt idx="2417">
                  <c:v>735.95</c:v>
                </c:pt>
                <c:pt idx="2418">
                  <c:v>743.9</c:v>
                </c:pt>
                <c:pt idx="2419">
                  <c:v>788.85</c:v>
                </c:pt>
                <c:pt idx="2420">
                  <c:v>789.95</c:v>
                </c:pt>
                <c:pt idx="2421">
                  <c:v>792.9</c:v>
                </c:pt>
                <c:pt idx="2422">
                  <c:v>816.6</c:v>
                </c:pt>
                <c:pt idx="2423">
                  <c:v>835.15</c:v>
                </c:pt>
                <c:pt idx="2424">
                  <c:v>824.6</c:v>
                </c:pt>
                <c:pt idx="2425">
                  <c:v>844.4</c:v>
                </c:pt>
                <c:pt idx="2426">
                  <c:v>864.5</c:v>
                </c:pt>
                <c:pt idx="2427">
                  <c:v>872.3</c:v>
                </c:pt>
                <c:pt idx="2428">
                  <c:v>841.2</c:v>
                </c:pt>
                <c:pt idx="2429">
                  <c:v>852.5</c:v>
                </c:pt>
                <c:pt idx="2430">
                  <c:v>845.2</c:v>
                </c:pt>
                <c:pt idx="2431">
                  <c:v>860.45</c:v>
                </c:pt>
                <c:pt idx="2432">
                  <c:v>839</c:v>
                </c:pt>
                <c:pt idx="2433">
                  <c:v>866.35</c:v>
                </c:pt>
                <c:pt idx="2434">
                  <c:v>907.6</c:v>
                </c:pt>
                <c:pt idx="2435">
                  <c:v>926.6</c:v>
                </c:pt>
                <c:pt idx="2436">
                  <c:v>912.4</c:v>
                </c:pt>
                <c:pt idx="2437">
                  <c:v>938.2</c:v>
                </c:pt>
                <c:pt idx="2438">
                  <c:v>918.4</c:v>
                </c:pt>
                <c:pt idx="2439">
                  <c:v>922.95</c:v>
                </c:pt>
                <c:pt idx="2440">
                  <c:v>901.8</c:v>
                </c:pt>
                <c:pt idx="2441">
                  <c:v>920.2</c:v>
                </c:pt>
                <c:pt idx="2442">
                  <c:v>921</c:v>
                </c:pt>
                <c:pt idx="2443">
                  <c:v>935.95</c:v>
                </c:pt>
                <c:pt idx="2444">
                  <c:v>959.1</c:v>
                </c:pt>
                <c:pt idx="2445">
                  <c:v>948.15</c:v>
                </c:pt>
                <c:pt idx="2446">
                  <c:v>944.45</c:v>
                </c:pt>
                <c:pt idx="2447">
                  <c:v>929.1</c:v>
                </c:pt>
                <c:pt idx="2448">
                  <c:v>891.4</c:v>
                </c:pt>
                <c:pt idx="2449">
                  <c:v>903.7</c:v>
                </c:pt>
                <c:pt idx="2450">
                  <c:v>890.85</c:v>
                </c:pt>
                <c:pt idx="2451">
                  <c:v>834.45</c:v>
                </c:pt>
                <c:pt idx="2452">
                  <c:v>809.45</c:v>
                </c:pt>
                <c:pt idx="2453">
                  <c:v>771.75</c:v>
                </c:pt>
                <c:pt idx="2454">
                  <c:v>790.8</c:v>
                </c:pt>
                <c:pt idx="2455">
                  <c:v>786.3</c:v>
                </c:pt>
                <c:pt idx="2456">
                  <c:v>827.75</c:v>
                </c:pt>
                <c:pt idx="2457">
                  <c:v>844.65</c:v>
                </c:pt>
                <c:pt idx="2458">
                  <c:v>848.55</c:v>
                </c:pt>
                <c:pt idx="2459">
                  <c:v>888.5</c:v>
                </c:pt>
                <c:pt idx="2460">
                  <c:v>896.55</c:v>
                </c:pt>
                <c:pt idx="2461">
                  <c:v>924.5</c:v>
                </c:pt>
                <c:pt idx="2462">
                  <c:v>892.6</c:v>
                </c:pt>
                <c:pt idx="2463">
                  <c:v>908.95</c:v>
                </c:pt>
                <c:pt idx="2464">
                  <c:v>919.3</c:v>
                </c:pt>
                <c:pt idx="2465">
                  <c:v>920.55</c:v>
                </c:pt>
                <c:pt idx="2466">
                  <c:v>905.5</c:v>
                </c:pt>
                <c:pt idx="2467">
                  <c:v>886.45</c:v>
                </c:pt>
                <c:pt idx="2468">
                  <c:v>897</c:v>
                </c:pt>
                <c:pt idx="2469">
                  <c:v>917.25</c:v>
                </c:pt>
                <c:pt idx="2470">
                  <c:v>909.35</c:v>
                </c:pt>
                <c:pt idx="2471">
                  <c:v>901.85</c:v>
                </c:pt>
                <c:pt idx="2472">
                  <c:v>865.5</c:v>
                </c:pt>
                <c:pt idx="2473">
                  <c:v>850.9</c:v>
                </c:pt>
                <c:pt idx="2474">
                  <c:v>867.85</c:v>
                </c:pt>
                <c:pt idx="2475">
                  <c:v>887.2</c:v>
                </c:pt>
                <c:pt idx="2476">
                  <c:v>893.55</c:v>
                </c:pt>
                <c:pt idx="2477">
                  <c:v>884.25</c:v>
                </c:pt>
                <c:pt idx="2478">
                  <c:v>871.45</c:v>
                </c:pt>
                <c:pt idx="2479">
                  <c:v>860.7</c:v>
                </c:pt>
                <c:pt idx="2480">
                  <c:v>872.45</c:v>
                </c:pt>
                <c:pt idx="2481">
                  <c:v>855.3</c:v>
                </c:pt>
                <c:pt idx="2482">
                  <c:v>875.95</c:v>
                </c:pt>
                <c:pt idx="2483">
                  <c:v>864.5</c:v>
                </c:pt>
                <c:pt idx="2484">
                  <c:v>850.7</c:v>
                </c:pt>
                <c:pt idx="2485">
                  <c:v>825.65</c:v>
                </c:pt>
                <c:pt idx="2486">
                  <c:v>822.6</c:v>
                </c:pt>
                <c:pt idx="2487">
                  <c:v>825.8</c:v>
                </c:pt>
                <c:pt idx="2488">
                  <c:v>809.35</c:v>
                </c:pt>
                <c:pt idx="2489">
                  <c:v>810.9</c:v>
                </c:pt>
                <c:pt idx="2490">
                  <c:v>825.7</c:v>
                </c:pt>
                <c:pt idx="2491">
                  <c:v>862.6</c:v>
                </c:pt>
                <c:pt idx="2492">
                  <c:v>864.9</c:v>
                </c:pt>
                <c:pt idx="2493">
                  <c:v>880.2</c:v>
                </c:pt>
                <c:pt idx="2494">
                  <c:v>879.8</c:v>
                </c:pt>
                <c:pt idx="2495">
                  <c:v>877</c:v>
                </c:pt>
                <c:pt idx="2496">
                  <c:v>879.7</c:v>
                </c:pt>
                <c:pt idx="2497">
                  <c:v>888.05</c:v>
                </c:pt>
                <c:pt idx="2498">
                  <c:v>894.85</c:v>
                </c:pt>
                <c:pt idx="2499">
                  <c:v>886.4</c:v>
                </c:pt>
                <c:pt idx="2500">
                  <c:v>873.95</c:v>
                </c:pt>
                <c:pt idx="2501">
                  <c:v>869.4</c:v>
                </c:pt>
                <c:pt idx="2502">
                  <c:v>842.75</c:v>
                </c:pt>
                <c:pt idx="2503">
                  <c:v>840.65</c:v>
                </c:pt>
                <c:pt idx="2504">
                  <c:v>835.3</c:v>
                </c:pt>
                <c:pt idx="2505">
                  <c:v>842.45</c:v>
                </c:pt>
                <c:pt idx="2506">
                  <c:v>863.35</c:v>
                </c:pt>
                <c:pt idx="2507">
                  <c:v>865.5</c:v>
                </c:pt>
                <c:pt idx="2508">
                  <c:v>877.95</c:v>
                </c:pt>
                <c:pt idx="2509">
                  <c:v>852.7</c:v>
                </c:pt>
                <c:pt idx="2510">
                  <c:v>840.7</c:v>
                </c:pt>
                <c:pt idx="2511">
                  <c:v>830.8</c:v>
                </c:pt>
                <c:pt idx="2512">
                  <c:v>787.3</c:v>
                </c:pt>
                <c:pt idx="2513">
                  <c:v>788.05</c:v>
                </c:pt>
                <c:pt idx="2514">
                  <c:v>830.35</c:v>
                </c:pt>
                <c:pt idx="2515">
                  <c:v>835.8</c:v>
                </c:pt>
                <c:pt idx="2516">
                  <c:v>819</c:v>
                </c:pt>
                <c:pt idx="2517">
                  <c:v>839.45</c:v>
                </c:pt>
                <c:pt idx="2518">
                  <c:v>828.8</c:v>
                </c:pt>
                <c:pt idx="2519">
                  <c:v>798.15</c:v>
                </c:pt>
                <c:pt idx="2520">
                  <c:v>801.3</c:v>
                </c:pt>
                <c:pt idx="2521">
                  <c:v>805.35</c:v>
                </c:pt>
                <c:pt idx="2522">
                  <c:v>812.4</c:v>
                </c:pt>
                <c:pt idx="2523">
                  <c:v>799.8</c:v>
                </c:pt>
                <c:pt idx="2524">
                  <c:v>826.05</c:v>
                </c:pt>
                <c:pt idx="2525">
                  <c:v>817.35</c:v>
                </c:pt>
                <c:pt idx="2526">
                  <c:v>832.45</c:v>
                </c:pt>
                <c:pt idx="2527">
                  <c:v>840.95</c:v>
                </c:pt>
                <c:pt idx="2528">
                  <c:v>840.05</c:v>
                </c:pt>
                <c:pt idx="2529">
                  <c:v>833.55</c:v>
                </c:pt>
                <c:pt idx="2530">
                  <c:v>831.6</c:v>
                </c:pt>
                <c:pt idx="2531">
                  <c:v>847.75</c:v>
                </c:pt>
                <c:pt idx="2532">
                  <c:v>841.15</c:v>
                </c:pt>
                <c:pt idx="2533">
                  <c:v>851.6</c:v>
                </c:pt>
                <c:pt idx="2534">
                  <c:v>872.15</c:v>
                </c:pt>
                <c:pt idx="2535">
                  <c:v>897.15</c:v>
                </c:pt>
                <c:pt idx="2536">
                  <c:v>908.35</c:v>
                </c:pt>
                <c:pt idx="2537">
                  <c:v>898.4</c:v>
                </c:pt>
                <c:pt idx="2538">
                  <c:v>901.75</c:v>
                </c:pt>
                <c:pt idx="2539">
                  <c:v>923.75</c:v>
                </c:pt>
                <c:pt idx="2540">
                  <c:v>925.15</c:v>
                </c:pt>
                <c:pt idx="2541">
                  <c:v>917.8</c:v>
                </c:pt>
                <c:pt idx="2542">
                  <c:v>930.85</c:v>
                </c:pt>
                <c:pt idx="2543">
                  <c:v>936.65</c:v>
                </c:pt>
                <c:pt idx="2544">
                  <c:v>923.75</c:v>
                </c:pt>
                <c:pt idx="2545">
                  <c:v>930.5</c:v>
                </c:pt>
                <c:pt idx="2546">
                  <c:v>948.55</c:v>
                </c:pt>
                <c:pt idx="2547">
                  <c:v>963.65</c:v>
                </c:pt>
                <c:pt idx="2548">
                  <c:v>956.55</c:v>
                </c:pt>
                <c:pt idx="2549">
                  <c:v>935.25</c:v>
                </c:pt>
                <c:pt idx="2550">
                  <c:v>925.5</c:v>
                </c:pt>
                <c:pt idx="2551">
                  <c:v>933.85</c:v>
                </c:pt>
                <c:pt idx="2552">
                  <c:v>947.5</c:v>
                </c:pt>
                <c:pt idx="2553">
                  <c:v>952.6</c:v>
                </c:pt>
                <c:pt idx="2554">
                  <c:v>959.8</c:v>
                </c:pt>
                <c:pt idx="2555">
                  <c:v>952.5</c:v>
                </c:pt>
                <c:pt idx="2556">
                  <c:v>952.65</c:v>
                </c:pt>
                <c:pt idx="2557">
                  <c:v>985.35</c:v>
                </c:pt>
                <c:pt idx="2558">
                  <c:v>997.8</c:v>
                </c:pt>
                <c:pt idx="2559">
                  <c:v>987.35</c:v>
                </c:pt>
                <c:pt idx="2560">
                  <c:v>961.1</c:v>
                </c:pt>
                <c:pt idx="2561">
                  <c:v>978.3</c:v>
                </c:pt>
                <c:pt idx="2562">
                  <c:v>964.65</c:v>
                </c:pt>
                <c:pt idx="2563">
                  <c:v>942.2</c:v>
                </c:pt>
                <c:pt idx="2564">
                  <c:v>918</c:v>
                </c:pt>
                <c:pt idx="2565">
                  <c:v>922.45</c:v>
                </c:pt>
                <c:pt idx="2566">
                  <c:v>919.8</c:v>
                </c:pt>
                <c:pt idx="2567">
                  <c:v>933</c:v>
                </c:pt>
                <c:pt idx="2568">
                  <c:v>951.9</c:v>
                </c:pt>
                <c:pt idx="2569">
                  <c:v>943.85</c:v>
                </c:pt>
                <c:pt idx="2570">
                  <c:v>977.7</c:v>
                </c:pt>
                <c:pt idx="2571">
                  <c:v>960.15</c:v>
                </c:pt>
                <c:pt idx="2572">
                  <c:v>946.95</c:v>
                </c:pt>
                <c:pt idx="2573">
                  <c:v>919.45</c:v>
                </c:pt>
                <c:pt idx="2574">
                  <c:v>947.05</c:v>
                </c:pt>
                <c:pt idx="2575">
                  <c:v>951.95</c:v>
                </c:pt>
                <c:pt idx="2576">
                  <c:v>936.9</c:v>
                </c:pt>
                <c:pt idx="2577">
                  <c:v>915.2</c:v>
                </c:pt>
                <c:pt idx="2578">
                  <c:v>903.65</c:v>
                </c:pt>
                <c:pt idx="2579">
                  <c:v>902.85</c:v>
                </c:pt>
                <c:pt idx="2580">
                  <c:v>876.6</c:v>
                </c:pt>
                <c:pt idx="2581">
                  <c:v>922.1</c:v>
                </c:pt>
                <c:pt idx="2582">
                  <c:v>916.6</c:v>
                </c:pt>
                <c:pt idx="2583">
                  <c:v>914.75</c:v>
                </c:pt>
                <c:pt idx="2584">
                  <c:v>927</c:v>
                </c:pt>
                <c:pt idx="2585">
                  <c:v>911.05</c:v>
                </c:pt>
                <c:pt idx="2586">
                  <c:v>901.1</c:v>
                </c:pt>
                <c:pt idx="2587">
                  <c:v>889.2</c:v>
                </c:pt>
                <c:pt idx="2588">
                  <c:v>824.45</c:v>
                </c:pt>
                <c:pt idx="2589">
                  <c:v>831.65</c:v>
                </c:pt>
                <c:pt idx="2590">
                  <c:v>834.8</c:v>
                </c:pt>
                <c:pt idx="2591">
                  <c:v>832.1</c:v>
                </c:pt>
                <c:pt idx="2592">
                  <c:v>809.35</c:v>
                </c:pt>
                <c:pt idx="2593">
                  <c:v>847.75</c:v>
                </c:pt>
                <c:pt idx="2594">
                  <c:v>856.8</c:v>
                </c:pt>
                <c:pt idx="2595">
                  <c:v>864.75</c:v>
                </c:pt>
                <c:pt idx="2596">
                  <c:v>868.3</c:v>
                </c:pt>
                <c:pt idx="2597">
                  <c:v>837.95</c:v>
                </c:pt>
                <c:pt idx="2598">
                  <c:v>842.3</c:v>
                </c:pt>
                <c:pt idx="2599">
                  <c:v>854.1</c:v>
                </c:pt>
                <c:pt idx="2600">
                  <c:v>865.85</c:v>
                </c:pt>
                <c:pt idx="2601">
                  <c:v>841.95</c:v>
                </c:pt>
                <c:pt idx="2602">
                  <c:v>817.5</c:v>
                </c:pt>
                <c:pt idx="2603">
                  <c:v>824.55</c:v>
                </c:pt>
                <c:pt idx="2604">
                  <c:v>829.05</c:v>
                </c:pt>
                <c:pt idx="2605">
                  <c:v>846</c:v>
                </c:pt>
                <c:pt idx="2606">
                  <c:v>853.65</c:v>
                </c:pt>
                <c:pt idx="2607">
                  <c:v>860.1</c:v>
                </c:pt>
                <c:pt idx="2608">
                  <c:v>876.75</c:v>
                </c:pt>
                <c:pt idx="2609">
                  <c:v>883.85</c:v>
                </c:pt>
                <c:pt idx="2610">
                  <c:v>869.3</c:v>
                </c:pt>
                <c:pt idx="2611">
                  <c:v>899.8</c:v>
                </c:pt>
                <c:pt idx="2612">
                  <c:v>891.6</c:v>
                </c:pt>
                <c:pt idx="2613">
                  <c:v>900.4</c:v>
                </c:pt>
                <c:pt idx="2614">
                  <c:v>885.7</c:v>
                </c:pt>
                <c:pt idx="2615">
                  <c:v>856.55</c:v>
                </c:pt>
                <c:pt idx="2616">
                  <c:v>870.15</c:v>
                </c:pt>
                <c:pt idx="2617">
                  <c:v>848.3</c:v>
                </c:pt>
                <c:pt idx="2618">
                  <c:v>861.7</c:v>
                </c:pt>
                <c:pt idx="2619">
                  <c:v>841.45</c:v>
                </c:pt>
                <c:pt idx="2620">
                  <c:v>840.05</c:v>
                </c:pt>
                <c:pt idx="2621">
                  <c:v>840.6</c:v>
                </c:pt>
                <c:pt idx="2622">
                  <c:v>858.8</c:v>
                </c:pt>
                <c:pt idx="2623">
                  <c:v>846.2</c:v>
                </c:pt>
                <c:pt idx="2624">
                  <c:v>862.3</c:v>
                </c:pt>
                <c:pt idx="2625">
                  <c:v>875.9</c:v>
                </c:pt>
                <c:pt idx="2626">
                  <c:v>893.45</c:v>
                </c:pt>
                <c:pt idx="2627">
                  <c:v>899.45</c:v>
                </c:pt>
                <c:pt idx="2628">
                  <c:v>891.25</c:v>
                </c:pt>
                <c:pt idx="2629">
                  <c:v>881.85</c:v>
                </c:pt>
                <c:pt idx="2630">
                  <c:v>902.4</c:v>
                </c:pt>
                <c:pt idx="2631">
                  <c:v>900.05</c:v>
                </c:pt>
                <c:pt idx="2632">
                  <c:v>886.85</c:v>
                </c:pt>
                <c:pt idx="2633">
                  <c:v>902.6</c:v>
                </c:pt>
                <c:pt idx="2634">
                  <c:v>908.7</c:v>
                </c:pt>
                <c:pt idx="2635">
                  <c:v>912.85</c:v>
                </c:pt>
                <c:pt idx="2636">
                  <c:v>916.7</c:v>
                </c:pt>
                <c:pt idx="2637">
                  <c:v>924.2</c:v>
                </c:pt>
                <c:pt idx="2638">
                  <c:v>908.85</c:v>
                </c:pt>
                <c:pt idx="2639">
                  <c:v>928.7</c:v>
                </c:pt>
                <c:pt idx="2640">
                  <c:v>904.9</c:v>
                </c:pt>
                <c:pt idx="2641">
                  <c:v>939.55</c:v>
                </c:pt>
                <c:pt idx="2642">
                  <c:v>962</c:v>
                </c:pt>
                <c:pt idx="2643">
                  <c:v>969.25</c:v>
                </c:pt>
                <c:pt idx="2644">
                  <c:v>955.4</c:v>
                </c:pt>
                <c:pt idx="2645">
                  <c:v>949.8</c:v>
                </c:pt>
                <c:pt idx="2646">
                  <c:v>980.1</c:v>
                </c:pt>
                <c:pt idx="2647">
                  <c:v>988.9</c:v>
                </c:pt>
                <c:pt idx="2648">
                  <c:v>971.85</c:v>
                </c:pt>
                <c:pt idx="2649">
                  <c:v>963.3</c:v>
                </c:pt>
                <c:pt idx="2650">
                  <c:v>976.4</c:v>
                </c:pt>
                <c:pt idx="2651">
                  <c:v>957.1</c:v>
                </c:pt>
                <c:pt idx="2652">
                  <c:v>958.9</c:v>
                </c:pt>
                <c:pt idx="2653">
                  <c:v>967.9</c:v>
                </c:pt>
                <c:pt idx="2654">
                  <c:v>1013</c:v>
                </c:pt>
                <c:pt idx="2655">
                  <c:v>994</c:v>
                </c:pt>
                <c:pt idx="2656">
                  <c:v>1011.5</c:v>
                </c:pt>
                <c:pt idx="2657">
                  <c:v>1001.7</c:v>
                </c:pt>
                <c:pt idx="2658">
                  <c:v>984.3</c:v>
                </c:pt>
                <c:pt idx="2659">
                  <c:v>983.55</c:v>
                </c:pt>
                <c:pt idx="2660">
                  <c:v>957.45</c:v>
                </c:pt>
                <c:pt idx="2661">
                  <c:v>967.9</c:v>
                </c:pt>
                <c:pt idx="2662">
                  <c:v>977.7</c:v>
                </c:pt>
                <c:pt idx="2663">
                  <c:v>995</c:v>
                </c:pt>
                <c:pt idx="2664">
                  <c:v>1003.9</c:v>
                </c:pt>
                <c:pt idx="2665">
                  <c:v>1001</c:v>
                </c:pt>
                <c:pt idx="2666">
                  <c:v>1039.45</c:v>
                </c:pt>
                <c:pt idx="2667">
                  <c:v>1038.5999999999999</c:v>
                </c:pt>
                <c:pt idx="2668">
                  <c:v>1027.5999999999999</c:v>
                </c:pt>
                <c:pt idx="2669">
                  <c:v>1050.2</c:v>
                </c:pt>
                <c:pt idx="2670">
                  <c:v>1098</c:v>
                </c:pt>
                <c:pt idx="2671">
                  <c:v>1100.1500000000001</c:v>
                </c:pt>
                <c:pt idx="2672">
                  <c:v>1103.9000000000001</c:v>
                </c:pt>
                <c:pt idx="2673">
                  <c:v>1103.55</c:v>
                </c:pt>
                <c:pt idx="2674">
                  <c:v>1114.2</c:v>
                </c:pt>
                <c:pt idx="2675">
                  <c:v>1127.75</c:v>
                </c:pt>
                <c:pt idx="2676">
                  <c:v>1127.1500000000001</c:v>
                </c:pt>
                <c:pt idx="2677">
                  <c:v>1126.0999999999999</c:v>
                </c:pt>
                <c:pt idx="2678">
                  <c:v>1100.25</c:v>
                </c:pt>
                <c:pt idx="2679">
                  <c:v>1114.0999999999999</c:v>
                </c:pt>
                <c:pt idx="2680">
                  <c:v>1115.0999999999999</c:v>
                </c:pt>
                <c:pt idx="2681">
                  <c:v>1110.7</c:v>
                </c:pt>
                <c:pt idx="2682">
                  <c:v>1101.95</c:v>
                </c:pt>
                <c:pt idx="2683">
                  <c:v>1112.95</c:v>
                </c:pt>
                <c:pt idx="2684">
                  <c:v>1135.2</c:v>
                </c:pt>
                <c:pt idx="2685">
                  <c:v>1156.1500000000001</c:v>
                </c:pt>
                <c:pt idx="2686">
                  <c:v>1147.7</c:v>
                </c:pt>
                <c:pt idx="2687">
                  <c:v>1149.1500000000001</c:v>
                </c:pt>
                <c:pt idx="2688">
                  <c:v>1137.5999999999999</c:v>
                </c:pt>
                <c:pt idx="2689">
                  <c:v>1126.2</c:v>
                </c:pt>
                <c:pt idx="2690">
                  <c:v>1132.5999999999999</c:v>
                </c:pt>
                <c:pt idx="2691">
                  <c:v>1138.7</c:v>
                </c:pt>
                <c:pt idx="2692">
                  <c:v>1158.7</c:v>
                </c:pt>
                <c:pt idx="2693">
                  <c:v>1139.7</c:v>
                </c:pt>
                <c:pt idx="2694">
                  <c:v>1124.6500000000001</c:v>
                </c:pt>
                <c:pt idx="2695">
                  <c:v>1116.1500000000001</c:v>
                </c:pt>
                <c:pt idx="2696">
                  <c:v>1119.55</c:v>
                </c:pt>
                <c:pt idx="2697">
                  <c:v>1113.9000000000001</c:v>
                </c:pt>
                <c:pt idx="2698">
                  <c:v>1129.5999999999999</c:v>
                </c:pt>
                <c:pt idx="2699">
                  <c:v>1131.8499999999999</c:v>
                </c:pt>
                <c:pt idx="2700">
                  <c:v>1142.0999999999999</c:v>
                </c:pt>
                <c:pt idx="2701">
                  <c:v>1131.1500000000001</c:v>
                </c:pt>
                <c:pt idx="2702">
                  <c:v>1106.75</c:v>
                </c:pt>
                <c:pt idx="2703">
                  <c:v>1089.05</c:v>
                </c:pt>
                <c:pt idx="2704">
                  <c:v>1163</c:v>
                </c:pt>
                <c:pt idx="2705">
                  <c:v>1232</c:v>
                </c:pt>
                <c:pt idx="2706">
                  <c:v>1231.3499999999999</c:v>
                </c:pt>
                <c:pt idx="2707">
                  <c:v>1238.6500000000001</c:v>
                </c:pt>
                <c:pt idx="2708">
                  <c:v>1266.05</c:v>
                </c:pt>
                <c:pt idx="2709">
                  <c:v>1273.3499999999999</c:v>
                </c:pt>
                <c:pt idx="2710">
                  <c:v>1255.3</c:v>
                </c:pt>
                <c:pt idx="2711">
                  <c:v>1269.1500000000001</c:v>
                </c:pt>
                <c:pt idx="2712">
                  <c:v>1255.2</c:v>
                </c:pt>
                <c:pt idx="2713">
                  <c:v>1237.0999999999999</c:v>
                </c:pt>
                <c:pt idx="2714">
                  <c:v>1200.45</c:v>
                </c:pt>
                <c:pt idx="2715">
                  <c:v>1223.2</c:v>
                </c:pt>
                <c:pt idx="2716">
                  <c:v>1202.3</c:v>
                </c:pt>
                <c:pt idx="2717">
                  <c:v>1164.4000000000001</c:v>
                </c:pt>
                <c:pt idx="2718">
                  <c:v>1148.7</c:v>
                </c:pt>
                <c:pt idx="2719">
                  <c:v>1180.05</c:v>
                </c:pt>
                <c:pt idx="2720">
                  <c:v>1156.95</c:v>
                </c:pt>
                <c:pt idx="2721">
                  <c:v>1125.0999999999999</c:v>
                </c:pt>
                <c:pt idx="2722">
                  <c:v>1116.25</c:v>
                </c:pt>
                <c:pt idx="2723">
                  <c:v>1124.1500000000001</c:v>
                </c:pt>
                <c:pt idx="2724">
                  <c:v>1154.3</c:v>
                </c:pt>
                <c:pt idx="2725">
                  <c:v>1142.0999999999999</c:v>
                </c:pt>
                <c:pt idx="2726">
                  <c:v>1167.45</c:v>
                </c:pt>
                <c:pt idx="2727">
                  <c:v>1191.1500000000001</c:v>
                </c:pt>
                <c:pt idx="2728">
                  <c:v>1181.45</c:v>
                </c:pt>
                <c:pt idx="2729">
                  <c:v>1151.2</c:v>
                </c:pt>
                <c:pt idx="2730">
                  <c:v>1110.5</c:v>
                </c:pt>
                <c:pt idx="2731">
                  <c:v>1104.4000000000001</c:v>
                </c:pt>
                <c:pt idx="2732">
                  <c:v>1058.3</c:v>
                </c:pt>
                <c:pt idx="2733">
                  <c:v>1117.0999999999999</c:v>
                </c:pt>
                <c:pt idx="2734">
                  <c:v>1120.4000000000001</c:v>
                </c:pt>
                <c:pt idx="2735">
                  <c:v>1119.5</c:v>
                </c:pt>
                <c:pt idx="2736">
                  <c:v>1078.7</c:v>
                </c:pt>
                <c:pt idx="2737">
                  <c:v>1105.75</c:v>
                </c:pt>
                <c:pt idx="2738">
                  <c:v>1100.05</c:v>
                </c:pt>
                <c:pt idx="2739">
                  <c:v>1138.3499999999999</c:v>
                </c:pt>
                <c:pt idx="2740">
                  <c:v>1131.75</c:v>
                </c:pt>
                <c:pt idx="2741">
                  <c:v>1129.6500000000001</c:v>
                </c:pt>
                <c:pt idx="2742">
                  <c:v>1118.1500000000001</c:v>
                </c:pt>
                <c:pt idx="2743">
                  <c:v>1125.55</c:v>
                </c:pt>
                <c:pt idx="2744">
                  <c:v>1111.8499999999999</c:v>
                </c:pt>
                <c:pt idx="2745">
                  <c:v>1129.45</c:v>
                </c:pt>
                <c:pt idx="2746">
                  <c:v>1136.8499999999999</c:v>
                </c:pt>
                <c:pt idx="2747">
                  <c:v>1145.0999999999999</c:v>
                </c:pt>
                <c:pt idx="2748">
                  <c:v>1144.8499999999999</c:v>
                </c:pt>
                <c:pt idx="2749">
                  <c:v>1104.05</c:v>
                </c:pt>
                <c:pt idx="2750">
                  <c:v>1069.3499999999999</c:v>
                </c:pt>
                <c:pt idx="2751">
                  <c:v>1053.45</c:v>
                </c:pt>
                <c:pt idx="2752">
                  <c:v>1049.2</c:v>
                </c:pt>
                <c:pt idx="2753">
                  <c:v>1014</c:v>
                </c:pt>
                <c:pt idx="2754">
                  <c:v>1022.95</c:v>
                </c:pt>
                <c:pt idx="2755">
                  <c:v>1069.45</c:v>
                </c:pt>
                <c:pt idx="2756">
                  <c:v>1026</c:v>
                </c:pt>
                <c:pt idx="2757">
                  <c:v>1009.2</c:v>
                </c:pt>
                <c:pt idx="2758">
                  <c:v>1001.15</c:v>
                </c:pt>
                <c:pt idx="2759">
                  <c:v>1011.45</c:v>
                </c:pt>
                <c:pt idx="2760">
                  <c:v>1023.25</c:v>
                </c:pt>
                <c:pt idx="2761">
                  <c:v>1050.55</c:v>
                </c:pt>
                <c:pt idx="2762">
                  <c:v>1065.55</c:v>
                </c:pt>
                <c:pt idx="2763">
                  <c:v>1083.9000000000001</c:v>
                </c:pt>
                <c:pt idx="2764">
                  <c:v>1037.9000000000001</c:v>
                </c:pt>
                <c:pt idx="2765">
                  <c:v>1014.35</c:v>
                </c:pt>
                <c:pt idx="2766">
                  <c:v>1018.45</c:v>
                </c:pt>
                <c:pt idx="2767">
                  <c:v>1021.6</c:v>
                </c:pt>
                <c:pt idx="2768">
                  <c:v>994.8</c:v>
                </c:pt>
                <c:pt idx="2769">
                  <c:v>1011.4</c:v>
                </c:pt>
                <c:pt idx="2770">
                  <c:v>1027</c:v>
                </c:pt>
                <c:pt idx="2771">
                  <c:v>996</c:v>
                </c:pt>
                <c:pt idx="2772">
                  <c:v>978.75</c:v>
                </c:pt>
                <c:pt idx="2773">
                  <c:v>951.55</c:v>
                </c:pt>
                <c:pt idx="2774">
                  <c:v>957.05</c:v>
                </c:pt>
                <c:pt idx="2775">
                  <c:v>959.85</c:v>
                </c:pt>
                <c:pt idx="2776">
                  <c:v>1000.55</c:v>
                </c:pt>
                <c:pt idx="2777">
                  <c:v>1034.25</c:v>
                </c:pt>
                <c:pt idx="2778">
                  <c:v>1054.2</c:v>
                </c:pt>
                <c:pt idx="2779">
                  <c:v>1050.5999999999999</c:v>
                </c:pt>
                <c:pt idx="2780">
                  <c:v>1057</c:v>
                </c:pt>
                <c:pt idx="2781">
                  <c:v>1026.2</c:v>
                </c:pt>
                <c:pt idx="2782">
                  <c:v>1037.6500000000001</c:v>
                </c:pt>
                <c:pt idx="2783">
                  <c:v>1027.0999999999999</c:v>
                </c:pt>
                <c:pt idx="2784">
                  <c:v>1006.1</c:v>
                </c:pt>
                <c:pt idx="2785">
                  <c:v>951.35</c:v>
                </c:pt>
                <c:pt idx="2786">
                  <c:v>986.25</c:v>
                </c:pt>
                <c:pt idx="2787">
                  <c:v>970.85</c:v>
                </c:pt>
                <c:pt idx="2788">
                  <c:v>1026.2</c:v>
                </c:pt>
                <c:pt idx="2789">
                  <c:v>1019.55</c:v>
                </c:pt>
                <c:pt idx="2790">
                  <c:v>1016.35</c:v>
                </c:pt>
                <c:pt idx="2791">
                  <c:v>1010.15</c:v>
                </c:pt>
                <c:pt idx="2792">
                  <c:v>1020.6</c:v>
                </c:pt>
                <c:pt idx="2793">
                  <c:v>1035.25</c:v>
                </c:pt>
                <c:pt idx="2794">
                  <c:v>1014.55</c:v>
                </c:pt>
                <c:pt idx="2795">
                  <c:v>1006.9</c:v>
                </c:pt>
                <c:pt idx="2796">
                  <c:v>1019.1</c:v>
                </c:pt>
                <c:pt idx="2797">
                  <c:v>996.6</c:v>
                </c:pt>
                <c:pt idx="2798">
                  <c:v>1027.45</c:v>
                </c:pt>
                <c:pt idx="2799">
                  <c:v>1011.85</c:v>
                </c:pt>
                <c:pt idx="2800">
                  <c:v>1002.55</c:v>
                </c:pt>
                <c:pt idx="2801">
                  <c:v>1003.6</c:v>
                </c:pt>
                <c:pt idx="2802">
                  <c:v>1004.15</c:v>
                </c:pt>
                <c:pt idx="2803">
                  <c:v>1040.9000000000001</c:v>
                </c:pt>
                <c:pt idx="2804">
                  <c:v>1053.0999999999999</c:v>
                </c:pt>
                <c:pt idx="2805">
                  <c:v>1091.0999999999999</c:v>
                </c:pt>
                <c:pt idx="2806">
                  <c:v>1100.8</c:v>
                </c:pt>
                <c:pt idx="2807">
                  <c:v>1099.5</c:v>
                </c:pt>
                <c:pt idx="2808">
                  <c:v>1109.0999999999999</c:v>
                </c:pt>
                <c:pt idx="2809">
                  <c:v>1116.2</c:v>
                </c:pt>
                <c:pt idx="2810">
                  <c:v>1102.9000000000001</c:v>
                </c:pt>
                <c:pt idx="2811">
                  <c:v>1119.2</c:v>
                </c:pt>
                <c:pt idx="2812">
                  <c:v>1111.25</c:v>
                </c:pt>
                <c:pt idx="2813">
                  <c:v>1100.5</c:v>
                </c:pt>
                <c:pt idx="2814">
                  <c:v>1104</c:v>
                </c:pt>
                <c:pt idx="2815">
                  <c:v>1098.3</c:v>
                </c:pt>
                <c:pt idx="2816">
                  <c:v>1100.5999999999999</c:v>
                </c:pt>
                <c:pt idx="2817">
                  <c:v>1126.8499999999999</c:v>
                </c:pt>
                <c:pt idx="2818">
                  <c:v>1101.7</c:v>
                </c:pt>
                <c:pt idx="2819">
                  <c:v>1084.0999999999999</c:v>
                </c:pt>
                <c:pt idx="2820">
                  <c:v>1090.05</c:v>
                </c:pt>
                <c:pt idx="2821">
                  <c:v>1112.3499999999999</c:v>
                </c:pt>
                <c:pt idx="2822">
                  <c:v>1118.5</c:v>
                </c:pt>
                <c:pt idx="2823">
                  <c:v>1112.6500000000001</c:v>
                </c:pt>
                <c:pt idx="2824">
                  <c:v>1121.45</c:v>
                </c:pt>
                <c:pt idx="2825">
                  <c:v>1106.8499999999999</c:v>
                </c:pt>
                <c:pt idx="2826">
                  <c:v>1117.5</c:v>
                </c:pt>
                <c:pt idx="2827">
                  <c:v>1114.45</c:v>
                </c:pt>
                <c:pt idx="2828">
                  <c:v>1098.3</c:v>
                </c:pt>
                <c:pt idx="2829">
                  <c:v>1067.8</c:v>
                </c:pt>
                <c:pt idx="2830">
                  <c:v>1057.6500000000001</c:v>
                </c:pt>
                <c:pt idx="2831">
                  <c:v>1030</c:v>
                </c:pt>
                <c:pt idx="2832">
                  <c:v>1083.8</c:v>
                </c:pt>
                <c:pt idx="2833">
                  <c:v>1083</c:v>
                </c:pt>
                <c:pt idx="2834">
                  <c:v>1076.2</c:v>
                </c:pt>
                <c:pt idx="2835">
                  <c:v>1076.7</c:v>
                </c:pt>
                <c:pt idx="2836">
                  <c:v>1052.1500000000001</c:v>
                </c:pt>
                <c:pt idx="2837">
                  <c:v>1073.05</c:v>
                </c:pt>
                <c:pt idx="2838">
                  <c:v>1057.75</c:v>
                </c:pt>
                <c:pt idx="2839">
                  <c:v>1039.75</c:v>
                </c:pt>
                <c:pt idx="2840">
                  <c:v>1032.25</c:v>
                </c:pt>
                <c:pt idx="2841">
                  <c:v>1030.0999999999999</c:v>
                </c:pt>
                <c:pt idx="2842">
                  <c:v>1043.2</c:v>
                </c:pt>
                <c:pt idx="2843">
                  <c:v>1006.9</c:v>
                </c:pt>
                <c:pt idx="2844">
                  <c:v>1018.8</c:v>
                </c:pt>
                <c:pt idx="2845">
                  <c:v>1008.75</c:v>
                </c:pt>
                <c:pt idx="2846">
                  <c:v>1026.25</c:v>
                </c:pt>
                <c:pt idx="2847">
                  <c:v>1068.1500000000001</c:v>
                </c:pt>
                <c:pt idx="2848">
                  <c:v>1077.7</c:v>
                </c:pt>
                <c:pt idx="2849">
                  <c:v>1086.0999999999999</c:v>
                </c:pt>
                <c:pt idx="2850">
                  <c:v>1084.7</c:v>
                </c:pt>
                <c:pt idx="2851">
                  <c:v>1048.9000000000001</c:v>
                </c:pt>
                <c:pt idx="2852">
                  <c:v>1047.4000000000001</c:v>
                </c:pt>
                <c:pt idx="2853">
                  <c:v>1058.05</c:v>
                </c:pt>
                <c:pt idx="2854">
                  <c:v>1056.1500000000001</c:v>
                </c:pt>
                <c:pt idx="2855">
                  <c:v>1049.05</c:v>
                </c:pt>
                <c:pt idx="2856">
                  <c:v>1048</c:v>
                </c:pt>
                <c:pt idx="2857">
                  <c:v>1035.9000000000001</c:v>
                </c:pt>
                <c:pt idx="2858">
                  <c:v>1039.5999999999999</c:v>
                </c:pt>
                <c:pt idx="2859">
                  <c:v>1055.55</c:v>
                </c:pt>
                <c:pt idx="2860">
                  <c:v>1031.1500000000001</c:v>
                </c:pt>
                <c:pt idx="2861">
                  <c:v>1028.5</c:v>
                </c:pt>
                <c:pt idx="2862">
                  <c:v>1032.2</c:v>
                </c:pt>
                <c:pt idx="2863">
                  <c:v>1024.8499999999999</c:v>
                </c:pt>
                <c:pt idx="2864">
                  <c:v>1014</c:v>
                </c:pt>
                <c:pt idx="2865">
                  <c:v>1018.9</c:v>
                </c:pt>
                <c:pt idx="2866">
                  <c:v>1030.2</c:v>
                </c:pt>
                <c:pt idx="2867">
                  <c:v>1064.0999999999999</c:v>
                </c:pt>
                <c:pt idx="2868">
                  <c:v>1079.4000000000001</c:v>
                </c:pt>
                <c:pt idx="2869">
                  <c:v>1083.3</c:v>
                </c:pt>
                <c:pt idx="2870">
                  <c:v>1087.25</c:v>
                </c:pt>
                <c:pt idx="2871">
                  <c:v>1094.6500000000001</c:v>
                </c:pt>
                <c:pt idx="2872">
                  <c:v>1094.8499999999999</c:v>
                </c:pt>
                <c:pt idx="2873">
                  <c:v>1099.75</c:v>
                </c:pt>
                <c:pt idx="2874">
                  <c:v>1097.3</c:v>
                </c:pt>
                <c:pt idx="2875">
                  <c:v>1075.45</c:v>
                </c:pt>
                <c:pt idx="2876">
                  <c:v>1089.8499999999999</c:v>
                </c:pt>
                <c:pt idx="2877">
                  <c:v>1060.2</c:v>
                </c:pt>
                <c:pt idx="2878">
                  <c:v>1054</c:v>
                </c:pt>
                <c:pt idx="2879">
                  <c:v>1046.6500000000001</c:v>
                </c:pt>
                <c:pt idx="2880">
                  <c:v>1054</c:v>
                </c:pt>
                <c:pt idx="2881">
                  <c:v>1069.05</c:v>
                </c:pt>
                <c:pt idx="2882">
                  <c:v>1060.6500000000001</c:v>
                </c:pt>
                <c:pt idx="2883">
                  <c:v>1047.5999999999999</c:v>
                </c:pt>
                <c:pt idx="2884">
                  <c:v>1061.8</c:v>
                </c:pt>
                <c:pt idx="2885">
                  <c:v>1045.3499999999999</c:v>
                </c:pt>
                <c:pt idx="2886">
                  <c:v>1041</c:v>
                </c:pt>
                <c:pt idx="2887">
                  <c:v>1068.05</c:v>
                </c:pt>
                <c:pt idx="2888">
                  <c:v>1074.8499999999999</c:v>
                </c:pt>
                <c:pt idx="2889">
                  <c:v>1039.55</c:v>
                </c:pt>
                <c:pt idx="2890">
                  <c:v>1024.9000000000001</c:v>
                </c:pt>
                <c:pt idx="2891">
                  <c:v>1017.45</c:v>
                </c:pt>
                <c:pt idx="2892">
                  <c:v>1036.75</c:v>
                </c:pt>
                <c:pt idx="2893">
                  <c:v>1045.3499999999999</c:v>
                </c:pt>
                <c:pt idx="2894">
                  <c:v>1021.7</c:v>
                </c:pt>
                <c:pt idx="2895">
                  <c:v>1001.95</c:v>
                </c:pt>
                <c:pt idx="2896">
                  <c:v>993.15</c:v>
                </c:pt>
                <c:pt idx="2897">
                  <c:v>966.5</c:v>
                </c:pt>
                <c:pt idx="2898">
                  <c:v>950.9</c:v>
                </c:pt>
                <c:pt idx="2899">
                  <c:v>940.15</c:v>
                </c:pt>
                <c:pt idx="2900">
                  <c:v>963.7</c:v>
                </c:pt>
                <c:pt idx="2901">
                  <c:v>942.55</c:v>
                </c:pt>
                <c:pt idx="2902">
                  <c:v>939.95</c:v>
                </c:pt>
                <c:pt idx="2903">
                  <c:v>935.6</c:v>
                </c:pt>
                <c:pt idx="2904">
                  <c:v>909.8</c:v>
                </c:pt>
                <c:pt idx="2905">
                  <c:v>863.8</c:v>
                </c:pt>
                <c:pt idx="2906">
                  <c:v>832.15</c:v>
                </c:pt>
                <c:pt idx="2907">
                  <c:v>851</c:v>
                </c:pt>
                <c:pt idx="2908">
                  <c:v>852.15</c:v>
                </c:pt>
                <c:pt idx="2909">
                  <c:v>842.2</c:v>
                </c:pt>
                <c:pt idx="2910">
                  <c:v>833.85</c:v>
                </c:pt>
                <c:pt idx="2911">
                  <c:v>820.25</c:v>
                </c:pt>
                <c:pt idx="2912">
                  <c:v>858.05</c:v>
                </c:pt>
                <c:pt idx="2913">
                  <c:v>873.25</c:v>
                </c:pt>
                <c:pt idx="2914">
                  <c:v>887.15</c:v>
                </c:pt>
                <c:pt idx="2915">
                  <c:v>883.2</c:v>
                </c:pt>
                <c:pt idx="2916">
                  <c:v>889.25</c:v>
                </c:pt>
                <c:pt idx="2917">
                  <c:v>897.35</c:v>
                </c:pt>
                <c:pt idx="2918">
                  <c:v>918.95</c:v>
                </c:pt>
                <c:pt idx="2919">
                  <c:v>896.8</c:v>
                </c:pt>
                <c:pt idx="2920">
                  <c:v>862.35</c:v>
                </c:pt>
                <c:pt idx="2921">
                  <c:v>852.4</c:v>
                </c:pt>
                <c:pt idx="2922">
                  <c:v>864.05</c:v>
                </c:pt>
                <c:pt idx="2923">
                  <c:v>876.2</c:v>
                </c:pt>
                <c:pt idx="2924">
                  <c:v>883.9</c:v>
                </c:pt>
                <c:pt idx="2925">
                  <c:v>859.5</c:v>
                </c:pt>
                <c:pt idx="2926">
                  <c:v>882.35</c:v>
                </c:pt>
                <c:pt idx="2927">
                  <c:v>901.2</c:v>
                </c:pt>
                <c:pt idx="2928">
                  <c:v>862.35</c:v>
                </c:pt>
                <c:pt idx="2929">
                  <c:v>843.75</c:v>
                </c:pt>
                <c:pt idx="2930">
                  <c:v>858.05</c:v>
                </c:pt>
                <c:pt idx="2931">
                  <c:v>886.05</c:v>
                </c:pt>
                <c:pt idx="2932">
                  <c:v>868.75</c:v>
                </c:pt>
                <c:pt idx="2933">
                  <c:v>890.7</c:v>
                </c:pt>
                <c:pt idx="2934">
                  <c:v>875.4</c:v>
                </c:pt>
                <c:pt idx="2935">
                  <c:v>839.1</c:v>
                </c:pt>
                <c:pt idx="2936">
                  <c:v>800.95</c:v>
                </c:pt>
                <c:pt idx="2937">
                  <c:v>779.25</c:v>
                </c:pt>
                <c:pt idx="2938">
                  <c:v>824.45</c:v>
                </c:pt>
                <c:pt idx="2939">
                  <c:v>842.65</c:v>
                </c:pt>
                <c:pt idx="2940">
                  <c:v>832.5</c:v>
                </c:pt>
                <c:pt idx="2941">
                  <c:v>859.7</c:v>
                </c:pt>
                <c:pt idx="2942">
                  <c:v>879.85</c:v>
                </c:pt>
                <c:pt idx="2943">
                  <c:v>890.4</c:v>
                </c:pt>
                <c:pt idx="2944">
                  <c:v>898.85</c:v>
                </c:pt>
                <c:pt idx="2945">
                  <c:v>876.5</c:v>
                </c:pt>
                <c:pt idx="2946">
                  <c:v>904.15</c:v>
                </c:pt>
                <c:pt idx="2947">
                  <c:v>878.05</c:v>
                </c:pt>
                <c:pt idx="2948">
                  <c:v>870.55</c:v>
                </c:pt>
                <c:pt idx="2949">
                  <c:v>868.45</c:v>
                </c:pt>
                <c:pt idx="2950">
                  <c:v>878.4</c:v>
                </c:pt>
                <c:pt idx="2951">
                  <c:v>871.7</c:v>
                </c:pt>
                <c:pt idx="2952">
                  <c:v>933.35</c:v>
                </c:pt>
                <c:pt idx="2953">
                  <c:v>931.15</c:v>
                </c:pt>
                <c:pt idx="2954">
                  <c:v>895</c:v>
                </c:pt>
                <c:pt idx="2955">
                  <c:v>885</c:v>
                </c:pt>
                <c:pt idx="2956">
                  <c:v>878.05</c:v>
                </c:pt>
                <c:pt idx="2957">
                  <c:v>884.3</c:v>
                </c:pt>
                <c:pt idx="2958">
                  <c:v>881.3</c:v>
                </c:pt>
                <c:pt idx="2959">
                  <c:v>862.15</c:v>
                </c:pt>
                <c:pt idx="2960">
                  <c:v>821</c:v>
                </c:pt>
                <c:pt idx="2961">
                  <c:v>821</c:v>
                </c:pt>
                <c:pt idx="2962">
                  <c:v>789.85</c:v>
                </c:pt>
                <c:pt idx="2963">
                  <c:v>788.85</c:v>
                </c:pt>
                <c:pt idx="2964">
                  <c:v>778.2</c:v>
                </c:pt>
                <c:pt idx="2965">
                  <c:v>770.1</c:v>
                </c:pt>
                <c:pt idx="2966">
                  <c:v>731.6</c:v>
                </c:pt>
                <c:pt idx="2967">
                  <c:v>745.45</c:v>
                </c:pt>
                <c:pt idx="2968">
                  <c:v>726.7</c:v>
                </c:pt>
                <c:pt idx="2969">
                  <c:v>730.1</c:v>
                </c:pt>
                <c:pt idx="2970">
                  <c:v>718.2</c:v>
                </c:pt>
                <c:pt idx="2971">
                  <c:v>749.85</c:v>
                </c:pt>
                <c:pt idx="2972">
                  <c:v>733.95</c:v>
                </c:pt>
                <c:pt idx="2973">
                  <c:v>712.45</c:v>
                </c:pt>
                <c:pt idx="2974">
                  <c:v>762.15</c:v>
                </c:pt>
                <c:pt idx="2975">
                  <c:v>787.7</c:v>
                </c:pt>
                <c:pt idx="2976">
                  <c:v>779.55</c:v>
                </c:pt>
                <c:pt idx="2977">
                  <c:v>767.85</c:v>
                </c:pt>
                <c:pt idx="2978">
                  <c:v>744.3</c:v>
                </c:pt>
                <c:pt idx="2979">
                  <c:v>731.15</c:v>
                </c:pt>
                <c:pt idx="2980">
                  <c:v>707.1</c:v>
                </c:pt>
                <c:pt idx="2981">
                  <c:v>706.45</c:v>
                </c:pt>
                <c:pt idx="2982">
                  <c:v>704.4</c:v>
                </c:pt>
                <c:pt idx="2983">
                  <c:v>698.6</c:v>
                </c:pt>
                <c:pt idx="2984">
                  <c:v>676</c:v>
                </c:pt>
                <c:pt idx="2985">
                  <c:v>657.2</c:v>
                </c:pt>
                <c:pt idx="2986">
                  <c:v>653.4</c:v>
                </c:pt>
                <c:pt idx="2987">
                  <c:v>702.35</c:v>
                </c:pt>
                <c:pt idx="2988">
                  <c:v>728.15</c:v>
                </c:pt>
                <c:pt idx="2989">
                  <c:v>721.75</c:v>
                </c:pt>
                <c:pt idx="2990">
                  <c:v>729.6</c:v>
                </c:pt>
                <c:pt idx="2991">
                  <c:v>726.1</c:v>
                </c:pt>
                <c:pt idx="2992">
                  <c:v>697.35</c:v>
                </c:pt>
                <c:pt idx="2993">
                  <c:v>685.95</c:v>
                </c:pt>
                <c:pt idx="2994">
                  <c:v>684.65</c:v>
                </c:pt>
                <c:pt idx="2995">
                  <c:v>696.55</c:v>
                </c:pt>
                <c:pt idx="2996">
                  <c:v>725.8</c:v>
                </c:pt>
                <c:pt idx="2997">
                  <c:v>743.1</c:v>
                </c:pt>
                <c:pt idx="2998">
                  <c:v>748.1</c:v>
                </c:pt>
                <c:pt idx="2999">
                  <c:v>751.7</c:v>
                </c:pt>
                <c:pt idx="3000">
                  <c:v>745.2</c:v>
                </c:pt>
                <c:pt idx="3001">
                  <c:v>747.8</c:v>
                </c:pt>
                <c:pt idx="3002">
                  <c:v>774.5</c:v>
                </c:pt>
                <c:pt idx="3003">
                  <c:v>780.15</c:v>
                </c:pt>
                <c:pt idx="3004">
                  <c:v>781.4</c:v>
                </c:pt>
                <c:pt idx="3005">
                  <c:v>789.45</c:v>
                </c:pt>
                <c:pt idx="3006">
                  <c:v>791.6</c:v>
                </c:pt>
                <c:pt idx="3007">
                  <c:v>785.55</c:v>
                </c:pt>
                <c:pt idx="3008">
                  <c:v>769.65</c:v>
                </c:pt>
                <c:pt idx="3009">
                  <c:v>797.2</c:v>
                </c:pt>
                <c:pt idx="3010">
                  <c:v>842.45</c:v>
                </c:pt>
                <c:pt idx="3011">
                  <c:v>856.75</c:v>
                </c:pt>
                <c:pt idx="3012">
                  <c:v>888.05</c:v>
                </c:pt>
                <c:pt idx="3013">
                  <c:v>880.05</c:v>
                </c:pt>
                <c:pt idx="3014">
                  <c:v>887.95</c:v>
                </c:pt>
                <c:pt idx="3015">
                  <c:v>852.2</c:v>
                </c:pt>
                <c:pt idx="3016">
                  <c:v>902.15</c:v>
                </c:pt>
                <c:pt idx="3017">
                  <c:v>889.9</c:v>
                </c:pt>
                <c:pt idx="3018">
                  <c:v>902.35</c:v>
                </c:pt>
                <c:pt idx="3019">
                  <c:v>916.3</c:v>
                </c:pt>
                <c:pt idx="3020">
                  <c:v>928.05</c:v>
                </c:pt>
                <c:pt idx="3021">
                  <c:v>937.75</c:v>
                </c:pt>
                <c:pt idx="3022">
                  <c:v>920.45</c:v>
                </c:pt>
                <c:pt idx="3023">
                  <c:v>939.8</c:v>
                </c:pt>
                <c:pt idx="3024">
                  <c:v>930.45</c:v>
                </c:pt>
                <c:pt idx="3025">
                  <c:v>934.65</c:v>
                </c:pt>
                <c:pt idx="3026">
                  <c:v>943.7</c:v>
                </c:pt>
                <c:pt idx="3027">
                  <c:v>981.15</c:v>
                </c:pt>
                <c:pt idx="3028">
                  <c:v>968.8</c:v>
                </c:pt>
                <c:pt idx="3029">
                  <c:v>981.6</c:v>
                </c:pt>
                <c:pt idx="3030">
                  <c:v>991.3</c:v>
                </c:pt>
                <c:pt idx="3031">
                  <c:v>957.7</c:v>
                </c:pt>
                <c:pt idx="3032">
                  <c:v>943.95</c:v>
                </c:pt>
                <c:pt idx="3033">
                  <c:v>931.65</c:v>
                </c:pt>
                <c:pt idx="3034">
                  <c:v>887.45</c:v>
                </c:pt>
                <c:pt idx="3035">
                  <c:v>910.8</c:v>
                </c:pt>
                <c:pt idx="3036">
                  <c:v>906.3</c:v>
                </c:pt>
                <c:pt idx="3037">
                  <c:v>883.5</c:v>
                </c:pt>
                <c:pt idx="3038">
                  <c:v>902.7</c:v>
                </c:pt>
                <c:pt idx="3039">
                  <c:v>904.9</c:v>
                </c:pt>
                <c:pt idx="3040">
                  <c:v>870.35</c:v>
                </c:pt>
                <c:pt idx="3041">
                  <c:v>853.25</c:v>
                </c:pt>
                <c:pt idx="3042">
                  <c:v>860.15</c:v>
                </c:pt>
                <c:pt idx="3043">
                  <c:v>914.2</c:v>
                </c:pt>
                <c:pt idx="3044">
                  <c:v>928.95</c:v>
                </c:pt>
                <c:pt idx="3045">
                  <c:v>929.85</c:v>
                </c:pt>
                <c:pt idx="3046">
                  <c:v>953.9</c:v>
                </c:pt>
                <c:pt idx="3047">
                  <c:v>930.2</c:v>
                </c:pt>
                <c:pt idx="3048">
                  <c:v>917.7</c:v>
                </c:pt>
                <c:pt idx="3049">
                  <c:v>907.9</c:v>
                </c:pt>
                <c:pt idx="3050">
                  <c:v>908.6</c:v>
                </c:pt>
                <c:pt idx="3051">
                  <c:v>934.05</c:v>
                </c:pt>
                <c:pt idx="3052">
                  <c:v>899.65</c:v>
                </c:pt>
                <c:pt idx="3053">
                  <c:v>910.55</c:v>
                </c:pt>
                <c:pt idx="3054">
                  <c:v>872.5</c:v>
                </c:pt>
                <c:pt idx="3055">
                  <c:v>877.9</c:v>
                </c:pt>
                <c:pt idx="3056">
                  <c:v>859.35</c:v>
                </c:pt>
                <c:pt idx="3057">
                  <c:v>855.75</c:v>
                </c:pt>
                <c:pt idx="3058">
                  <c:v>890.2</c:v>
                </c:pt>
                <c:pt idx="3059">
                  <c:v>890.45</c:v>
                </c:pt>
                <c:pt idx="3060">
                  <c:v>908.2</c:v>
                </c:pt>
                <c:pt idx="3061">
                  <c:v>890.25</c:v>
                </c:pt>
                <c:pt idx="3062">
                  <c:v>867.05</c:v>
                </c:pt>
                <c:pt idx="3063">
                  <c:v>863.8</c:v>
                </c:pt>
                <c:pt idx="3064">
                  <c:v>864.7</c:v>
                </c:pt>
                <c:pt idx="3065">
                  <c:v>879.35</c:v>
                </c:pt>
                <c:pt idx="3066">
                  <c:v>865</c:v>
                </c:pt>
                <c:pt idx="3067">
                  <c:v>873.6</c:v>
                </c:pt>
                <c:pt idx="3068">
                  <c:v>885.45</c:v>
                </c:pt>
                <c:pt idx="3069">
                  <c:v>881.25</c:v>
                </c:pt>
                <c:pt idx="3070">
                  <c:v>877.85</c:v>
                </c:pt>
                <c:pt idx="3071">
                  <c:v>861.05</c:v>
                </c:pt>
                <c:pt idx="3072">
                  <c:v>843.9</c:v>
                </c:pt>
                <c:pt idx="3073">
                  <c:v>847.8</c:v>
                </c:pt>
                <c:pt idx="3074">
                  <c:v>838.4</c:v>
                </c:pt>
                <c:pt idx="3075">
                  <c:v>841.45</c:v>
                </c:pt>
                <c:pt idx="3076">
                  <c:v>860.85</c:v>
                </c:pt>
                <c:pt idx="3077">
                  <c:v>868.75</c:v>
                </c:pt>
                <c:pt idx="3078">
                  <c:v>882.35</c:v>
                </c:pt>
                <c:pt idx="3079">
                  <c:v>882.05</c:v>
                </c:pt>
                <c:pt idx="3080">
                  <c:v>857.55</c:v>
                </c:pt>
                <c:pt idx="3081">
                  <c:v>833.35</c:v>
                </c:pt>
                <c:pt idx="3082">
                  <c:v>848.25</c:v>
                </c:pt>
                <c:pt idx="3083">
                  <c:v>830.15</c:v>
                </c:pt>
                <c:pt idx="3084">
                  <c:v>821.95</c:v>
                </c:pt>
                <c:pt idx="3085">
                  <c:v>814.15</c:v>
                </c:pt>
                <c:pt idx="3086">
                  <c:v>813.2</c:v>
                </c:pt>
                <c:pt idx="3087">
                  <c:v>800.7</c:v>
                </c:pt>
                <c:pt idx="3088">
                  <c:v>816.85</c:v>
                </c:pt>
                <c:pt idx="3089">
                  <c:v>794.4</c:v>
                </c:pt>
                <c:pt idx="3090">
                  <c:v>787.45</c:v>
                </c:pt>
                <c:pt idx="3091">
                  <c:v>805.2</c:v>
                </c:pt>
                <c:pt idx="3092">
                  <c:v>811.1</c:v>
                </c:pt>
                <c:pt idx="3093">
                  <c:v>800.8</c:v>
                </c:pt>
                <c:pt idx="3094">
                  <c:v>793.3</c:v>
                </c:pt>
                <c:pt idx="3095">
                  <c:v>820.6</c:v>
                </c:pt>
                <c:pt idx="3096">
                  <c:v>814.6</c:v>
                </c:pt>
                <c:pt idx="3097">
                  <c:v>834.4</c:v>
                </c:pt>
                <c:pt idx="3098">
                  <c:v>838.7</c:v>
                </c:pt>
                <c:pt idx="3099">
                  <c:v>817.25</c:v>
                </c:pt>
                <c:pt idx="3100">
                  <c:v>783.25</c:v>
                </c:pt>
                <c:pt idx="3101">
                  <c:v>781.7</c:v>
                </c:pt>
                <c:pt idx="3102">
                  <c:v>788.85</c:v>
                </c:pt>
                <c:pt idx="3103">
                  <c:v>792.05</c:v>
                </c:pt>
                <c:pt idx="3104">
                  <c:v>808.4</c:v>
                </c:pt>
                <c:pt idx="3105">
                  <c:v>830.05</c:v>
                </c:pt>
                <c:pt idx="3106">
                  <c:v>829.15</c:v>
                </c:pt>
                <c:pt idx="3107">
                  <c:v>826.75</c:v>
                </c:pt>
                <c:pt idx="3108">
                  <c:v>839.05</c:v>
                </c:pt>
                <c:pt idx="3109">
                  <c:v>849.35</c:v>
                </c:pt>
                <c:pt idx="3110">
                  <c:v>818.85</c:v>
                </c:pt>
                <c:pt idx="3111">
                  <c:v>845.7</c:v>
                </c:pt>
                <c:pt idx="3112">
                  <c:v>816.55</c:v>
                </c:pt>
                <c:pt idx="3113">
                  <c:v>826.8</c:v>
                </c:pt>
                <c:pt idx="3114">
                  <c:v>833</c:v>
                </c:pt>
                <c:pt idx="3115">
                  <c:v>849.65</c:v>
                </c:pt>
                <c:pt idx="3116">
                  <c:v>851.7</c:v>
                </c:pt>
                <c:pt idx="3117">
                  <c:v>846.9</c:v>
                </c:pt>
                <c:pt idx="3118">
                  <c:v>844.1</c:v>
                </c:pt>
                <c:pt idx="3119">
                  <c:v>852.5</c:v>
                </c:pt>
                <c:pt idx="3120">
                  <c:v>856.95</c:v>
                </c:pt>
                <c:pt idx="3121">
                  <c:v>899.5</c:v>
                </c:pt>
                <c:pt idx="3122">
                  <c:v>894.4</c:v>
                </c:pt>
                <c:pt idx="3123">
                  <c:v>901.6</c:v>
                </c:pt>
                <c:pt idx="3124">
                  <c:v>902.8</c:v>
                </c:pt>
                <c:pt idx="3125">
                  <c:v>920.85</c:v>
                </c:pt>
                <c:pt idx="3126">
                  <c:v>935.1</c:v>
                </c:pt>
                <c:pt idx="3127">
                  <c:v>930</c:v>
                </c:pt>
                <c:pt idx="3128">
                  <c:v>942.9</c:v>
                </c:pt>
                <c:pt idx="3129">
                  <c:v>936.55</c:v>
                </c:pt>
                <c:pt idx="3130">
                  <c:v>927.85</c:v>
                </c:pt>
                <c:pt idx="3131">
                  <c:v>926.05</c:v>
                </c:pt>
                <c:pt idx="3132">
                  <c:v>920.1</c:v>
                </c:pt>
                <c:pt idx="3133">
                  <c:v>922.9</c:v>
                </c:pt>
                <c:pt idx="3134">
                  <c:v>939.2</c:v>
                </c:pt>
                <c:pt idx="3135">
                  <c:v>950.85</c:v>
                </c:pt>
                <c:pt idx="3136">
                  <c:v>935.15</c:v>
                </c:pt>
                <c:pt idx="3137">
                  <c:v>913</c:v>
                </c:pt>
                <c:pt idx="3138">
                  <c:v>916.35</c:v>
                </c:pt>
                <c:pt idx="3139">
                  <c:v>917.95</c:v>
                </c:pt>
                <c:pt idx="3140">
                  <c:v>906.75</c:v>
                </c:pt>
                <c:pt idx="3141">
                  <c:v>928.25</c:v>
                </c:pt>
                <c:pt idx="3142">
                  <c:v>964.5</c:v>
                </c:pt>
                <c:pt idx="3143">
                  <c:v>961.4</c:v>
                </c:pt>
                <c:pt idx="3144">
                  <c:v>959.6</c:v>
                </c:pt>
                <c:pt idx="3145">
                  <c:v>958.9</c:v>
                </c:pt>
                <c:pt idx="3146">
                  <c:v>939.95</c:v>
                </c:pt>
                <c:pt idx="3147">
                  <c:v>954</c:v>
                </c:pt>
                <c:pt idx="3148">
                  <c:v>974.3</c:v>
                </c:pt>
                <c:pt idx="3149">
                  <c:v>958.25</c:v>
                </c:pt>
                <c:pt idx="3150">
                  <c:v>952.65</c:v>
                </c:pt>
                <c:pt idx="3151">
                  <c:v>954.75</c:v>
                </c:pt>
                <c:pt idx="3152">
                  <c:v>948.95</c:v>
                </c:pt>
                <c:pt idx="3153">
                  <c:v>969.8</c:v>
                </c:pt>
                <c:pt idx="3154">
                  <c:v>956.4</c:v>
                </c:pt>
                <c:pt idx="3155">
                  <c:v>962.15</c:v>
                </c:pt>
                <c:pt idx="3156">
                  <c:v>975.2</c:v>
                </c:pt>
                <c:pt idx="3157">
                  <c:v>973.85</c:v>
                </c:pt>
                <c:pt idx="3158">
                  <c:v>973.85</c:v>
                </c:pt>
                <c:pt idx="3159">
                  <c:v>954.35</c:v>
                </c:pt>
                <c:pt idx="3160">
                  <c:v>935.25</c:v>
                </c:pt>
                <c:pt idx="3161">
                  <c:v>922.35</c:v>
                </c:pt>
                <c:pt idx="3162">
                  <c:v>916.4</c:v>
                </c:pt>
                <c:pt idx="3163">
                  <c:v>919.95</c:v>
                </c:pt>
                <c:pt idx="3164">
                  <c:v>902.15</c:v>
                </c:pt>
                <c:pt idx="3165">
                  <c:v>902.8</c:v>
                </c:pt>
                <c:pt idx="3166">
                  <c:v>912.65</c:v>
                </c:pt>
                <c:pt idx="3167">
                  <c:v>879.65</c:v>
                </c:pt>
                <c:pt idx="3168">
                  <c:v>896.45</c:v>
                </c:pt>
                <c:pt idx="3169">
                  <c:v>937.85</c:v>
                </c:pt>
                <c:pt idx="3170">
                  <c:v>941</c:v>
                </c:pt>
                <c:pt idx="3171">
                  <c:v>934.3</c:v>
                </c:pt>
                <c:pt idx="3172">
                  <c:v>945.8</c:v>
                </c:pt>
                <c:pt idx="3173">
                  <c:v>949.1</c:v>
                </c:pt>
                <c:pt idx="3174">
                  <c:v>959.45</c:v>
                </c:pt>
                <c:pt idx="3175">
                  <c:v>1008</c:v>
                </c:pt>
                <c:pt idx="3176">
                  <c:v>1060.6500000000001</c:v>
                </c:pt>
                <c:pt idx="3177">
                  <c:v>1049.05</c:v>
                </c:pt>
                <c:pt idx="3178">
                  <c:v>1022.55</c:v>
                </c:pt>
                <c:pt idx="3179">
                  <c:v>1065.5</c:v>
                </c:pt>
                <c:pt idx="3180">
                  <c:v>1070.95</c:v>
                </c:pt>
                <c:pt idx="3181">
                  <c:v>1066.9000000000001</c:v>
                </c:pt>
                <c:pt idx="3182">
                  <c:v>1065.5</c:v>
                </c:pt>
                <c:pt idx="3183">
                  <c:v>1055.3499999999999</c:v>
                </c:pt>
                <c:pt idx="3184">
                  <c:v>1058.8</c:v>
                </c:pt>
                <c:pt idx="3185">
                  <c:v>1050.6500000000001</c:v>
                </c:pt>
                <c:pt idx="3186">
                  <c:v>1053</c:v>
                </c:pt>
                <c:pt idx="3187">
                  <c:v>1083.4000000000001</c:v>
                </c:pt>
                <c:pt idx="3188">
                  <c:v>1066.7</c:v>
                </c:pt>
                <c:pt idx="3189">
                  <c:v>1052.2</c:v>
                </c:pt>
                <c:pt idx="3190">
                  <c:v>1064.1500000000001</c:v>
                </c:pt>
                <c:pt idx="3191">
                  <c:v>1054.2</c:v>
                </c:pt>
                <c:pt idx="3192">
                  <c:v>1057.95</c:v>
                </c:pt>
                <c:pt idx="3193">
                  <c:v>1044.75</c:v>
                </c:pt>
                <c:pt idx="3194">
                  <c:v>1053.4000000000001</c:v>
                </c:pt>
                <c:pt idx="3195">
                  <c:v>1043.25</c:v>
                </c:pt>
                <c:pt idx="3196">
                  <c:v>1049.55</c:v>
                </c:pt>
                <c:pt idx="3197">
                  <c:v>1064.95</c:v>
                </c:pt>
                <c:pt idx="3198">
                  <c:v>1057.3</c:v>
                </c:pt>
                <c:pt idx="3199">
                  <c:v>1075.5999999999999</c:v>
                </c:pt>
                <c:pt idx="3200">
                  <c:v>1079.45</c:v>
                </c:pt>
                <c:pt idx="3201">
                  <c:v>1087.1500000000001</c:v>
                </c:pt>
                <c:pt idx="3202">
                  <c:v>1078.3499999999999</c:v>
                </c:pt>
                <c:pt idx="3203">
                  <c:v>1068.45</c:v>
                </c:pt>
                <c:pt idx="3204">
                  <c:v>1045.1500000000001</c:v>
                </c:pt>
                <c:pt idx="3205">
                  <c:v>1050.2</c:v>
                </c:pt>
                <c:pt idx="3206">
                  <c:v>1057.3499999999999</c:v>
                </c:pt>
                <c:pt idx="3207">
                  <c:v>1079.6500000000001</c:v>
                </c:pt>
                <c:pt idx="3208">
                  <c:v>1077.6500000000001</c:v>
                </c:pt>
                <c:pt idx="3209">
                  <c:v>1080.7</c:v>
                </c:pt>
                <c:pt idx="3210">
                  <c:v>1092.95</c:v>
                </c:pt>
                <c:pt idx="3211">
                  <c:v>1076</c:v>
                </c:pt>
                <c:pt idx="3212">
                  <c:v>1059.2</c:v>
                </c:pt>
                <c:pt idx="3213">
                  <c:v>1058.4000000000001</c:v>
                </c:pt>
                <c:pt idx="3214">
                  <c:v>1059.75</c:v>
                </c:pt>
                <c:pt idx="3215">
                  <c:v>1054.6500000000001</c:v>
                </c:pt>
                <c:pt idx="3216">
                  <c:v>1027.3</c:v>
                </c:pt>
                <c:pt idx="3217">
                  <c:v>1021.15</c:v>
                </c:pt>
                <c:pt idx="3218">
                  <c:v>1024.0999999999999</c:v>
                </c:pt>
                <c:pt idx="3219">
                  <c:v>1044.45</c:v>
                </c:pt>
                <c:pt idx="3220">
                  <c:v>1032.5999999999999</c:v>
                </c:pt>
                <c:pt idx="3221">
                  <c:v>1025.0999999999999</c:v>
                </c:pt>
                <c:pt idx="3222">
                  <c:v>1018.3</c:v>
                </c:pt>
                <c:pt idx="3223">
                  <c:v>1034.0999999999999</c:v>
                </c:pt>
                <c:pt idx="3224">
                  <c:v>1081.75</c:v>
                </c:pt>
                <c:pt idx="3225">
                  <c:v>1099.8499999999999</c:v>
                </c:pt>
                <c:pt idx="3226">
                  <c:v>1102.3</c:v>
                </c:pt>
                <c:pt idx="3227">
                  <c:v>1119.3499999999999</c:v>
                </c:pt>
                <c:pt idx="3228">
                  <c:v>1119.8</c:v>
                </c:pt>
                <c:pt idx="3229">
                  <c:v>1135.7</c:v>
                </c:pt>
                <c:pt idx="3230">
                  <c:v>1131.7</c:v>
                </c:pt>
                <c:pt idx="3231">
                  <c:v>1121.45</c:v>
                </c:pt>
                <c:pt idx="3232">
                  <c:v>1122.6500000000001</c:v>
                </c:pt>
                <c:pt idx="3233">
                  <c:v>1113.2</c:v>
                </c:pt>
                <c:pt idx="3234">
                  <c:v>1121.25</c:v>
                </c:pt>
                <c:pt idx="3235">
                  <c:v>1136.05</c:v>
                </c:pt>
                <c:pt idx="3236">
                  <c:v>1144.0999999999999</c:v>
                </c:pt>
                <c:pt idx="3237">
                  <c:v>1148.95</c:v>
                </c:pt>
                <c:pt idx="3238">
                  <c:v>1138.75</c:v>
                </c:pt>
                <c:pt idx="3239">
                  <c:v>1139.6500000000001</c:v>
                </c:pt>
                <c:pt idx="3240">
                  <c:v>1123.9000000000001</c:v>
                </c:pt>
                <c:pt idx="3241">
                  <c:v>1121.5</c:v>
                </c:pt>
                <c:pt idx="3242">
                  <c:v>1148.6500000000001</c:v>
                </c:pt>
                <c:pt idx="3243">
                  <c:v>1136.45</c:v>
                </c:pt>
                <c:pt idx="3244">
                  <c:v>1141.55</c:v>
                </c:pt>
                <c:pt idx="3245">
                  <c:v>1138.25</c:v>
                </c:pt>
                <c:pt idx="3246">
                  <c:v>1158.45</c:v>
                </c:pt>
                <c:pt idx="3247">
                  <c:v>1174</c:v>
                </c:pt>
                <c:pt idx="3248">
                  <c:v>1172.05</c:v>
                </c:pt>
                <c:pt idx="3249">
                  <c:v>1182.4000000000001</c:v>
                </c:pt>
                <c:pt idx="3250">
                  <c:v>1182.1500000000001</c:v>
                </c:pt>
                <c:pt idx="3251">
                  <c:v>1179.55</c:v>
                </c:pt>
                <c:pt idx="3252">
                  <c:v>1180.45</c:v>
                </c:pt>
                <c:pt idx="3253">
                  <c:v>1179.5</c:v>
                </c:pt>
                <c:pt idx="3254">
                  <c:v>1163.55</c:v>
                </c:pt>
                <c:pt idx="3255">
                  <c:v>1185.1500000000001</c:v>
                </c:pt>
                <c:pt idx="3256">
                  <c:v>1204.3499999999999</c:v>
                </c:pt>
                <c:pt idx="3257">
                  <c:v>1179.8499999999999</c:v>
                </c:pt>
                <c:pt idx="3258">
                  <c:v>1162.5</c:v>
                </c:pt>
                <c:pt idx="3259">
                  <c:v>1176.2</c:v>
                </c:pt>
                <c:pt idx="3260">
                  <c:v>1177.55</c:v>
                </c:pt>
                <c:pt idx="3261">
                  <c:v>1170.1500000000001</c:v>
                </c:pt>
                <c:pt idx="3262">
                  <c:v>1181</c:v>
                </c:pt>
                <c:pt idx="3263">
                  <c:v>1164.5</c:v>
                </c:pt>
                <c:pt idx="3264">
                  <c:v>1172.95</c:v>
                </c:pt>
                <c:pt idx="3265">
                  <c:v>1190.25</c:v>
                </c:pt>
                <c:pt idx="3266">
                  <c:v>1201.2</c:v>
                </c:pt>
                <c:pt idx="3267">
                  <c:v>1212.7</c:v>
                </c:pt>
                <c:pt idx="3268">
                  <c:v>1191.1500000000001</c:v>
                </c:pt>
                <c:pt idx="3269">
                  <c:v>1171.1500000000001</c:v>
                </c:pt>
                <c:pt idx="3270">
                  <c:v>1181.75</c:v>
                </c:pt>
                <c:pt idx="3271">
                  <c:v>1166.05</c:v>
                </c:pt>
                <c:pt idx="3272">
                  <c:v>1155.25</c:v>
                </c:pt>
                <c:pt idx="3273">
                  <c:v>1144.8499999999999</c:v>
                </c:pt>
                <c:pt idx="3274">
                  <c:v>1130.1500000000001</c:v>
                </c:pt>
                <c:pt idx="3275">
                  <c:v>1122.7</c:v>
                </c:pt>
                <c:pt idx="3276">
                  <c:v>1128.8499999999999</c:v>
                </c:pt>
                <c:pt idx="3277">
                  <c:v>1142.5999999999999</c:v>
                </c:pt>
                <c:pt idx="3278">
                  <c:v>1126.2</c:v>
                </c:pt>
                <c:pt idx="3279">
                  <c:v>1121.8499999999999</c:v>
                </c:pt>
                <c:pt idx="3280">
                  <c:v>1122</c:v>
                </c:pt>
                <c:pt idx="3281">
                  <c:v>1131.4000000000001</c:v>
                </c:pt>
                <c:pt idx="3282">
                  <c:v>1121.55</c:v>
                </c:pt>
                <c:pt idx="3283">
                  <c:v>1079.5999999999999</c:v>
                </c:pt>
                <c:pt idx="3284">
                  <c:v>1092.55</c:v>
                </c:pt>
                <c:pt idx="3285">
                  <c:v>1093.9000000000001</c:v>
                </c:pt>
                <c:pt idx="3286">
                  <c:v>1064</c:v>
                </c:pt>
                <c:pt idx="3287">
                  <c:v>1083.1500000000001</c:v>
                </c:pt>
                <c:pt idx="3288">
                  <c:v>1040.4000000000001</c:v>
                </c:pt>
                <c:pt idx="3289">
                  <c:v>1056.3499999999999</c:v>
                </c:pt>
                <c:pt idx="3290">
                  <c:v>1058.6500000000001</c:v>
                </c:pt>
                <c:pt idx="3291">
                  <c:v>1093.5999999999999</c:v>
                </c:pt>
                <c:pt idx="3292">
                  <c:v>1108.3499999999999</c:v>
                </c:pt>
                <c:pt idx="3293">
                  <c:v>1117.1500000000001</c:v>
                </c:pt>
                <c:pt idx="3294">
                  <c:v>1139.3</c:v>
                </c:pt>
                <c:pt idx="3295">
                  <c:v>1131.95</c:v>
                </c:pt>
                <c:pt idx="3296">
                  <c:v>1123.0999999999999</c:v>
                </c:pt>
                <c:pt idx="3297">
                  <c:v>1085.7</c:v>
                </c:pt>
                <c:pt idx="3298">
                  <c:v>1110.6500000000001</c:v>
                </c:pt>
                <c:pt idx="3299">
                  <c:v>1067.5</c:v>
                </c:pt>
                <c:pt idx="3300">
                  <c:v>1051.4000000000001</c:v>
                </c:pt>
                <c:pt idx="3301">
                  <c:v>1032.5999999999999</c:v>
                </c:pt>
                <c:pt idx="3302">
                  <c:v>1001.55</c:v>
                </c:pt>
                <c:pt idx="3303">
                  <c:v>1035.3499999999999</c:v>
                </c:pt>
                <c:pt idx="3304">
                  <c:v>1028.3499999999999</c:v>
                </c:pt>
                <c:pt idx="3305">
                  <c:v>1012.6</c:v>
                </c:pt>
                <c:pt idx="3306">
                  <c:v>1020.9</c:v>
                </c:pt>
                <c:pt idx="3307">
                  <c:v>1045.2</c:v>
                </c:pt>
                <c:pt idx="3308">
                  <c:v>1051.55</c:v>
                </c:pt>
                <c:pt idx="3309">
                  <c:v>1046.9000000000001</c:v>
                </c:pt>
                <c:pt idx="3310">
                  <c:v>1031.4000000000001</c:v>
                </c:pt>
                <c:pt idx="3311">
                  <c:v>1008.8</c:v>
                </c:pt>
                <c:pt idx="3312">
                  <c:v>998.15</c:v>
                </c:pt>
                <c:pt idx="3313">
                  <c:v>989.1</c:v>
                </c:pt>
                <c:pt idx="3314">
                  <c:v>990.05</c:v>
                </c:pt>
                <c:pt idx="3315">
                  <c:v>1004.3</c:v>
                </c:pt>
                <c:pt idx="3316">
                  <c:v>1040.2</c:v>
                </c:pt>
                <c:pt idx="3317">
                  <c:v>1045.3499999999999</c:v>
                </c:pt>
                <c:pt idx="3318">
                  <c:v>1047.0999999999999</c:v>
                </c:pt>
                <c:pt idx="3319">
                  <c:v>1078.9000000000001</c:v>
                </c:pt>
                <c:pt idx="3320">
                  <c:v>1097.6500000000001</c:v>
                </c:pt>
                <c:pt idx="3321">
                  <c:v>1122.6500000000001</c:v>
                </c:pt>
                <c:pt idx="3322">
                  <c:v>1148.45</c:v>
                </c:pt>
                <c:pt idx="3323">
                  <c:v>1161.3</c:v>
                </c:pt>
                <c:pt idx="3324">
                  <c:v>1177.3499999999999</c:v>
                </c:pt>
                <c:pt idx="3325">
                  <c:v>1144.5</c:v>
                </c:pt>
                <c:pt idx="3326">
                  <c:v>1153.2</c:v>
                </c:pt>
                <c:pt idx="3327">
                  <c:v>1163.6500000000001</c:v>
                </c:pt>
                <c:pt idx="3328">
                  <c:v>1171.7</c:v>
                </c:pt>
                <c:pt idx="3329">
                  <c:v>1129.95</c:v>
                </c:pt>
                <c:pt idx="3330">
                  <c:v>1142.6500000000001</c:v>
                </c:pt>
                <c:pt idx="3331">
                  <c:v>1163.95</c:v>
                </c:pt>
                <c:pt idx="3332">
                  <c:v>1157.95</c:v>
                </c:pt>
                <c:pt idx="3333">
                  <c:v>1152.6500000000001</c:v>
                </c:pt>
                <c:pt idx="3334">
                  <c:v>1165.3499999999999</c:v>
                </c:pt>
                <c:pt idx="3335">
                  <c:v>1167.95</c:v>
                </c:pt>
                <c:pt idx="3336">
                  <c:v>1148.8</c:v>
                </c:pt>
                <c:pt idx="3337">
                  <c:v>1147.45</c:v>
                </c:pt>
                <c:pt idx="3338">
                  <c:v>1191.25</c:v>
                </c:pt>
                <c:pt idx="3339">
                  <c:v>1207.5</c:v>
                </c:pt>
                <c:pt idx="3340">
                  <c:v>1230.45</c:v>
                </c:pt>
                <c:pt idx="3341">
                  <c:v>1209.8</c:v>
                </c:pt>
                <c:pt idx="3342">
                  <c:v>1211</c:v>
                </c:pt>
                <c:pt idx="3343">
                  <c:v>1210.0999999999999</c:v>
                </c:pt>
                <c:pt idx="3344">
                  <c:v>1172.3</c:v>
                </c:pt>
                <c:pt idx="3345">
                  <c:v>1204.1500000000001</c:v>
                </c:pt>
                <c:pt idx="3346">
                  <c:v>1219.4000000000001</c:v>
                </c:pt>
                <c:pt idx="3347">
                  <c:v>1231.95</c:v>
                </c:pt>
                <c:pt idx="3348">
                  <c:v>1214.9000000000001</c:v>
                </c:pt>
                <c:pt idx="3349">
                  <c:v>1182.8</c:v>
                </c:pt>
                <c:pt idx="3350">
                  <c:v>1154.45</c:v>
                </c:pt>
                <c:pt idx="3351">
                  <c:v>1145.1500000000001</c:v>
                </c:pt>
                <c:pt idx="3352">
                  <c:v>1138.2</c:v>
                </c:pt>
                <c:pt idx="3353">
                  <c:v>1134.4000000000001</c:v>
                </c:pt>
                <c:pt idx="3354">
                  <c:v>1154.5999999999999</c:v>
                </c:pt>
                <c:pt idx="3355">
                  <c:v>1141.7</c:v>
                </c:pt>
                <c:pt idx="3356">
                  <c:v>1117.8</c:v>
                </c:pt>
                <c:pt idx="3357">
                  <c:v>1076.5</c:v>
                </c:pt>
                <c:pt idx="3358">
                  <c:v>1081.25</c:v>
                </c:pt>
                <c:pt idx="3359">
                  <c:v>1068.8499999999999</c:v>
                </c:pt>
                <c:pt idx="3360">
                  <c:v>1102.1500000000001</c:v>
                </c:pt>
                <c:pt idx="3361">
                  <c:v>1101.45</c:v>
                </c:pt>
                <c:pt idx="3362">
                  <c:v>1090.95</c:v>
                </c:pt>
                <c:pt idx="3363">
                  <c:v>1086.7</c:v>
                </c:pt>
                <c:pt idx="3364">
                  <c:v>1046.1500000000001</c:v>
                </c:pt>
                <c:pt idx="3365">
                  <c:v>1044.8499999999999</c:v>
                </c:pt>
                <c:pt idx="3366">
                  <c:v>1049.1500000000001</c:v>
                </c:pt>
                <c:pt idx="3367">
                  <c:v>1032.8499999999999</c:v>
                </c:pt>
                <c:pt idx="3368">
                  <c:v>1026.1500000000001</c:v>
                </c:pt>
                <c:pt idx="3369">
                  <c:v>1030.55</c:v>
                </c:pt>
                <c:pt idx="3370">
                  <c:v>1070.75</c:v>
                </c:pt>
                <c:pt idx="3371">
                  <c:v>1067.9000000000001</c:v>
                </c:pt>
                <c:pt idx="3372">
                  <c:v>1079.0999999999999</c:v>
                </c:pt>
                <c:pt idx="3373">
                  <c:v>1064</c:v>
                </c:pt>
                <c:pt idx="3374">
                  <c:v>1063.7</c:v>
                </c:pt>
                <c:pt idx="3375">
                  <c:v>1051.55</c:v>
                </c:pt>
                <c:pt idx="3376">
                  <c:v>1027.95</c:v>
                </c:pt>
                <c:pt idx="3377">
                  <c:v>1034.3499999999999</c:v>
                </c:pt>
                <c:pt idx="3378">
                  <c:v>1038.55</c:v>
                </c:pt>
                <c:pt idx="3379">
                  <c:v>1057.95</c:v>
                </c:pt>
                <c:pt idx="3380">
                  <c:v>1060.4000000000001</c:v>
                </c:pt>
                <c:pt idx="3381">
                  <c:v>1061.05</c:v>
                </c:pt>
                <c:pt idx="3382">
                  <c:v>1003.45</c:v>
                </c:pt>
                <c:pt idx="3383">
                  <c:v>980.25</c:v>
                </c:pt>
                <c:pt idx="3384">
                  <c:v>984.45</c:v>
                </c:pt>
                <c:pt idx="3385">
                  <c:v>959.3</c:v>
                </c:pt>
                <c:pt idx="3386">
                  <c:v>974.45</c:v>
                </c:pt>
                <c:pt idx="3387">
                  <c:v>989.65</c:v>
                </c:pt>
                <c:pt idx="3388">
                  <c:v>951.8</c:v>
                </c:pt>
                <c:pt idx="3389">
                  <c:v>934.85</c:v>
                </c:pt>
                <c:pt idx="3390">
                  <c:v>931.55</c:v>
                </c:pt>
                <c:pt idx="3391">
                  <c:v>928.6</c:v>
                </c:pt>
                <c:pt idx="3392">
                  <c:v>926.05</c:v>
                </c:pt>
                <c:pt idx="3393">
                  <c:v>909.05</c:v>
                </c:pt>
                <c:pt idx="3394">
                  <c:v>914.2</c:v>
                </c:pt>
                <c:pt idx="3395">
                  <c:v>887.1</c:v>
                </c:pt>
                <c:pt idx="3396">
                  <c:v>902.45</c:v>
                </c:pt>
                <c:pt idx="3397">
                  <c:v>866.35</c:v>
                </c:pt>
                <c:pt idx="3398">
                  <c:v>868.25</c:v>
                </c:pt>
                <c:pt idx="3399">
                  <c:v>875.05</c:v>
                </c:pt>
                <c:pt idx="3400">
                  <c:v>867.05</c:v>
                </c:pt>
                <c:pt idx="3401">
                  <c:v>892.55</c:v>
                </c:pt>
                <c:pt idx="3402">
                  <c:v>905.95</c:v>
                </c:pt>
                <c:pt idx="3403">
                  <c:v>858.6</c:v>
                </c:pt>
                <c:pt idx="3404">
                  <c:v>815.35</c:v>
                </c:pt>
                <c:pt idx="3405">
                  <c:v>830.4</c:v>
                </c:pt>
                <c:pt idx="3406">
                  <c:v>829.55</c:v>
                </c:pt>
                <c:pt idx="3407">
                  <c:v>831.1</c:v>
                </c:pt>
                <c:pt idx="3408">
                  <c:v>853.05</c:v>
                </c:pt>
                <c:pt idx="3409">
                  <c:v>830.45</c:v>
                </c:pt>
                <c:pt idx="3410">
                  <c:v>802.6</c:v>
                </c:pt>
                <c:pt idx="3411">
                  <c:v>796.35</c:v>
                </c:pt>
                <c:pt idx="3412">
                  <c:v>807.2</c:v>
                </c:pt>
                <c:pt idx="3413">
                  <c:v>803.75</c:v>
                </c:pt>
                <c:pt idx="3414">
                  <c:v>826.6</c:v>
                </c:pt>
                <c:pt idx="3415">
                  <c:v>783.55</c:v>
                </c:pt>
                <c:pt idx="3416">
                  <c:v>817.75</c:v>
                </c:pt>
                <c:pt idx="3417">
                  <c:v>893.7</c:v>
                </c:pt>
                <c:pt idx="3418">
                  <c:v>958.4</c:v>
                </c:pt>
                <c:pt idx="3419">
                  <c:v>969.6</c:v>
                </c:pt>
                <c:pt idx="3420">
                  <c:v>969.75</c:v>
                </c:pt>
                <c:pt idx="3421">
                  <c:v>951.2</c:v>
                </c:pt>
                <c:pt idx="3422">
                  <c:v>941.95</c:v>
                </c:pt>
                <c:pt idx="3423">
                  <c:v>969.95</c:v>
                </c:pt>
                <c:pt idx="3424">
                  <c:v>962.45</c:v>
                </c:pt>
                <c:pt idx="3425">
                  <c:v>973.1</c:v>
                </c:pt>
                <c:pt idx="3426">
                  <c:v>1036.25</c:v>
                </c:pt>
                <c:pt idx="3427">
                  <c:v>987.25</c:v>
                </c:pt>
                <c:pt idx="3428">
                  <c:v>943.3</c:v>
                </c:pt>
                <c:pt idx="3429">
                  <c:v>944.85</c:v>
                </c:pt>
                <c:pt idx="3430">
                  <c:v>935.2</c:v>
                </c:pt>
                <c:pt idx="3431">
                  <c:v>946.1</c:v>
                </c:pt>
                <c:pt idx="3432">
                  <c:v>923.3</c:v>
                </c:pt>
                <c:pt idx="3433">
                  <c:v>883.65</c:v>
                </c:pt>
                <c:pt idx="3434">
                  <c:v>910.75</c:v>
                </c:pt>
                <c:pt idx="3435">
                  <c:v>937.85</c:v>
                </c:pt>
                <c:pt idx="3436">
                  <c:v>930.6</c:v>
                </c:pt>
                <c:pt idx="3437">
                  <c:v>916.2</c:v>
                </c:pt>
                <c:pt idx="3438">
                  <c:v>937.1</c:v>
                </c:pt>
                <c:pt idx="3439">
                  <c:v>950.4</c:v>
                </c:pt>
                <c:pt idx="3440">
                  <c:v>948.05</c:v>
                </c:pt>
                <c:pt idx="3441">
                  <c:v>997.05</c:v>
                </c:pt>
                <c:pt idx="3442">
                  <c:v>997.15</c:v>
                </c:pt>
                <c:pt idx="3443">
                  <c:v>974.55</c:v>
                </c:pt>
                <c:pt idx="3444">
                  <c:v>964.9</c:v>
                </c:pt>
                <c:pt idx="3445">
                  <c:v>1008.85</c:v>
                </c:pt>
                <c:pt idx="3446">
                  <c:v>1010.25</c:v>
                </c:pt>
                <c:pt idx="3447">
                  <c:v>1010.15</c:v>
                </c:pt>
                <c:pt idx="3448">
                  <c:v>1025.75</c:v>
                </c:pt>
                <c:pt idx="3449">
                  <c:v>1020.9</c:v>
                </c:pt>
                <c:pt idx="3450">
                  <c:v>1022.2</c:v>
                </c:pt>
                <c:pt idx="3451">
                  <c:v>1015</c:v>
                </c:pt>
                <c:pt idx="3452">
                  <c:v>1074.6500000000001</c:v>
                </c:pt>
                <c:pt idx="3453">
                  <c:v>1099</c:v>
                </c:pt>
                <c:pt idx="3454">
                  <c:v>1120.95</c:v>
                </c:pt>
                <c:pt idx="3455">
                  <c:v>1133.45</c:v>
                </c:pt>
                <c:pt idx="3456">
                  <c:v>1131.4000000000001</c:v>
                </c:pt>
                <c:pt idx="3457">
                  <c:v>1096</c:v>
                </c:pt>
                <c:pt idx="3458">
                  <c:v>1080.4000000000001</c:v>
                </c:pt>
                <c:pt idx="3459">
                  <c:v>1051.45</c:v>
                </c:pt>
                <c:pt idx="3460">
                  <c:v>1049.9000000000001</c:v>
                </c:pt>
                <c:pt idx="3461">
                  <c:v>1037.2</c:v>
                </c:pt>
                <c:pt idx="3462">
                  <c:v>1012.75</c:v>
                </c:pt>
                <c:pt idx="3463">
                  <c:v>1014.9</c:v>
                </c:pt>
                <c:pt idx="3464">
                  <c:v>1052.0999999999999</c:v>
                </c:pt>
                <c:pt idx="3465">
                  <c:v>1073.6500000000001</c:v>
                </c:pt>
                <c:pt idx="3466">
                  <c:v>1085</c:v>
                </c:pt>
                <c:pt idx="3467">
                  <c:v>1049.1500000000001</c:v>
                </c:pt>
                <c:pt idx="3468">
                  <c:v>1030.25</c:v>
                </c:pt>
                <c:pt idx="3469">
                  <c:v>1020.55</c:v>
                </c:pt>
                <c:pt idx="3470">
                  <c:v>1074.5999999999999</c:v>
                </c:pt>
                <c:pt idx="3471">
                  <c:v>1043.75</c:v>
                </c:pt>
                <c:pt idx="3472">
                  <c:v>1042.6500000000001</c:v>
                </c:pt>
                <c:pt idx="3473">
                  <c:v>1038.0999999999999</c:v>
                </c:pt>
                <c:pt idx="3474">
                  <c:v>1068.6500000000001</c:v>
                </c:pt>
                <c:pt idx="3475">
                  <c:v>1088.3</c:v>
                </c:pt>
                <c:pt idx="3476">
                  <c:v>1085.4000000000001</c:v>
                </c:pt>
                <c:pt idx="3477">
                  <c:v>1066.25</c:v>
                </c:pt>
                <c:pt idx="3478">
                  <c:v>1135.8499999999999</c:v>
                </c:pt>
                <c:pt idx="3479">
                  <c:v>1143.9000000000001</c:v>
                </c:pt>
                <c:pt idx="3480">
                  <c:v>1201.7</c:v>
                </c:pt>
                <c:pt idx="3481">
                  <c:v>1158.3499999999999</c:v>
                </c:pt>
                <c:pt idx="3482">
                  <c:v>1158.3499999999999</c:v>
                </c:pt>
                <c:pt idx="3483">
                  <c:v>1132.5999999999999</c:v>
                </c:pt>
                <c:pt idx="3484">
                  <c:v>1085</c:v>
                </c:pt>
                <c:pt idx="3485">
                  <c:v>1097.55</c:v>
                </c:pt>
                <c:pt idx="3486">
                  <c:v>1098.3</c:v>
                </c:pt>
                <c:pt idx="3487">
                  <c:v>1095.8</c:v>
                </c:pt>
                <c:pt idx="3488">
                  <c:v>1063.5</c:v>
                </c:pt>
                <c:pt idx="3489">
                  <c:v>1087.7</c:v>
                </c:pt>
                <c:pt idx="3490">
                  <c:v>1098.05</c:v>
                </c:pt>
                <c:pt idx="3491">
                  <c:v>1098.8499999999999</c:v>
                </c:pt>
                <c:pt idx="3492">
                  <c:v>1099.6500000000001</c:v>
                </c:pt>
                <c:pt idx="3493">
                  <c:v>1110.25</c:v>
                </c:pt>
                <c:pt idx="3494">
                  <c:v>1096.7</c:v>
                </c:pt>
                <c:pt idx="3495">
                  <c:v>1098.75</c:v>
                </c:pt>
                <c:pt idx="3496">
                  <c:v>1097.7</c:v>
                </c:pt>
                <c:pt idx="3497">
                  <c:v>1075.5999999999999</c:v>
                </c:pt>
                <c:pt idx="3498">
                  <c:v>1066.8</c:v>
                </c:pt>
                <c:pt idx="3499">
                  <c:v>1040.8</c:v>
                </c:pt>
                <c:pt idx="3500">
                  <c:v>1050</c:v>
                </c:pt>
                <c:pt idx="3501">
                  <c:v>1054.3</c:v>
                </c:pt>
                <c:pt idx="3502">
                  <c:v>1050.8499999999999</c:v>
                </c:pt>
                <c:pt idx="3503">
                  <c:v>1024.5</c:v>
                </c:pt>
                <c:pt idx="3504">
                  <c:v>1054.9000000000001</c:v>
                </c:pt>
                <c:pt idx="3505">
                  <c:v>1036.45</c:v>
                </c:pt>
                <c:pt idx="3506">
                  <c:v>1058.3499999999999</c:v>
                </c:pt>
                <c:pt idx="3507">
                  <c:v>1058.9000000000001</c:v>
                </c:pt>
                <c:pt idx="3508">
                  <c:v>1034.55</c:v>
                </c:pt>
                <c:pt idx="3509">
                  <c:v>1044</c:v>
                </c:pt>
                <c:pt idx="3510">
                  <c:v>1078.05</c:v>
                </c:pt>
                <c:pt idx="3511">
                  <c:v>1087.95</c:v>
                </c:pt>
                <c:pt idx="3512">
                  <c:v>1079.45</c:v>
                </c:pt>
                <c:pt idx="3513">
                  <c:v>1058.2</c:v>
                </c:pt>
                <c:pt idx="3514">
                  <c:v>1009.8</c:v>
                </c:pt>
                <c:pt idx="3515">
                  <c:v>1018.65</c:v>
                </c:pt>
                <c:pt idx="3516">
                  <c:v>1001.4</c:v>
                </c:pt>
                <c:pt idx="3517">
                  <c:v>974.55</c:v>
                </c:pt>
                <c:pt idx="3518">
                  <c:v>987.7</c:v>
                </c:pt>
                <c:pt idx="3519">
                  <c:v>963.5</c:v>
                </c:pt>
                <c:pt idx="3520">
                  <c:v>968.65</c:v>
                </c:pt>
                <c:pt idx="3521">
                  <c:v>966.25</c:v>
                </c:pt>
                <c:pt idx="3522">
                  <c:v>958.05</c:v>
                </c:pt>
                <c:pt idx="3523">
                  <c:v>960.45</c:v>
                </c:pt>
                <c:pt idx="3524">
                  <c:v>960.55</c:v>
                </c:pt>
                <c:pt idx="3525">
                  <c:v>968.85</c:v>
                </c:pt>
                <c:pt idx="3526">
                  <c:v>999.2</c:v>
                </c:pt>
                <c:pt idx="3527">
                  <c:v>983.6</c:v>
                </c:pt>
                <c:pt idx="3528">
                  <c:v>988.45</c:v>
                </c:pt>
                <c:pt idx="3529">
                  <c:v>1009.15</c:v>
                </c:pt>
                <c:pt idx="3530">
                  <c:v>1037.8</c:v>
                </c:pt>
                <c:pt idx="3531">
                  <c:v>1030.9000000000001</c:v>
                </c:pt>
                <c:pt idx="3532">
                  <c:v>1007.85</c:v>
                </c:pt>
                <c:pt idx="3533">
                  <c:v>1025.3</c:v>
                </c:pt>
                <c:pt idx="3534">
                  <c:v>1036.2</c:v>
                </c:pt>
                <c:pt idx="3535">
                  <c:v>1031.0999999999999</c:v>
                </c:pt>
                <c:pt idx="3536">
                  <c:v>1036.45</c:v>
                </c:pt>
                <c:pt idx="3537">
                  <c:v>1043.8499999999999</c:v>
                </c:pt>
                <c:pt idx="3538">
                  <c:v>1029.8</c:v>
                </c:pt>
                <c:pt idx="3539">
                  <c:v>1069.0999999999999</c:v>
                </c:pt>
                <c:pt idx="3540">
                  <c:v>1099.4000000000001</c:v>
                </c:pt>
                <c:pt idx="3541">
                  <c:v>1133.95</c:v>
                </c:pt>
                <c:pt idx="3542">
                  <c:v>1201.9000000000001</c:v>
                </c:pt>
                <c:pt idx="3543">
                  <c:v>1193.5999999999999</c:v>
                </c:pt>
                <c:pt idx="3544">
                  <c:v>1198.1500000000001</c:v>
                </c:pt>
                <c:pt idx="3545">
                  <c:v>1211.6500000000001</c:v>
                </c:pt>
                <c:pt idx="3546">
                  <c:v>1220</c:v>
                </c:pt>
                <c:pt idx="3547">
                  <c:v>1215</c:v>
                </c:pt>
                <c:pt idx="3548">
                  <c:v>1204.5</c:v>
                </c:pt>
                <c:pt idx="3549">
                  <c:v>1209.95</c:v>
                </c:pt>
                <c:pt idx="3550">
                  <c:v>1200.75</c:v>
                </c:pt>
                <c:pt idx="3551">
                  <c:v>1199.55</c:v>
                </c:pt>
                <c:pt idx="3552">
                  <c:v>1198.0999999999999</c:v>
                </c:pt>
                <c:pt idx="3553">
                  <c:v>1242.2</c:v>
                </c:pt>
                <c:pt idx="3554">
                  <c:v>1252.55</c:v>
                </c:pt>
                <c:pt idx="3555">
                  <c:v>1256.5</c:v>
                </c:pt>
                <c:pt idx="3556">
                  <c:v>1259</c:v>
                </c:pt>
                <c:pt idx="3557">
                  <c:v>1259.2</c:v>
                </c:pt>
                <c:pt idx="3558">
                  <c:v>1245.05</c:v>
                </c:pt>
                <c:pt idx="3559">
                  <c:v>1223.95</c:v>
                </c:pt>
                <c:pt idx="3560">
                  <c:v>1243.05</c:v>
                </c:pt>
                <c:pt idx="3561">
                  <c:v>1233.75</c:v>
                </c:pt>
                <c:pt idx="3562">
                  <c:v>1230.45</c:v>
                </c:pt>
                <c:pt idx="3563">
                  <c:v>1209.1500000000001</c:v>
                </c:pt>
                <c:pt idx="3564">
                  <c:v>1259.8</c:v>
                </c:pt>
                <c:pt idx="3565">
                  <c:v>1247.3499999999999</c:v>
                </c:pt>
                <c:pt idx="3566">
                  <c:v>1236.05</c:v>
                </c:pt>
                <c:pt idx="3567">
                  <c:v>1219.45</c:v>
                </c:pt>
                <c:pt idx="3568">
                  <c:v>1222.55</c:v>
                </c:pt>
                <c:pt idx="3569">
                  <c:v>1262.8499999999999</c:v>
                </c:pt>
                <c:pt idx="3570">
                  <c:v>1282</c:v>
                </c:pt>
                <c:pt idx="3571">
                  <c:v>1289.9000000000001</c:v>
                </c:pt>
                <c:pt idx="3572">
                  <c:v>1299.55</c:v>
                </c:pt>
                <c:pt idx="3573">
                  <c:v>1270.5</c:v>
                </c:pt>
                <c:pt idx="3574">
                  <c:v>1275.5</c:v>
                </c:pt>
                <c:pt idx="3575">
                  <c:v>1262.8</c:v>
                </c:pt>
                <c:pt idx="3576">
                  <c:v>1243.4000000000001</c:v>
                </c:pt>
                <c:pt idx="3577">
                  <c:v>1252.4000000000001</c:v>
                </c:pt>
                <c:pt idx="3578">
                  <c:v>1252.45</c:v>
                </c:pt>
                <c:pt idx="3579">
                  <c:v>1275.5999999999999</c:v>
                </c:pt>
                <c:pt idx="3580">
                  <c:v>1270.6500000000001</c:v>
                </c:pt>
                <c:pt idx="3581">
                  <c:v>1289</c:v>
                </c:pt>
                <c:pt idx="3582">
                  <c:v>1378.6</c:v>
                </c:pt>
                <c:pt idx="3583">
                  <c:v>1398.7</c:v>
                </c:pt>
                <c:pt idx="3584">
                  <c:v>1400.8</c:v>
                </c:pt>
                <c:pt idx="3585">
                  <c:v>1409.4</c:v>
                </c:pt>
                <c:pt idx="3586">
                  <c:v>1395.1</c:v>
                </c:pt>
                <c:pt idx="3587">
                  <c:v>1465.3</c:v>
                </c:pt>
                <c:pt idx="3588">
                  <c:v>1468.4</c:v>
                </c:pt>
                <c:pt idx="3589">
                  <c:v>1449.9</c:v>
                </c:pt>
                <c:pt idx="3590">
                  <c:v>1440.55</c:v>
                </c:pt>
                <c:pt idx="3591">
                  <c:v>1451.5</c:v>
                </c:pt>
                <c:pt idx="3592">
                  <c:v>1460.8</c:v>
                </c:pt>
                <c:pt idx="3593">
                  <c:v>1454.55</c:v>
                </c:pt>
                <c:pt idx="3594">
                  <c:v>1447.1</c:v>
                </c:pt>
                <c:pt idx="3595">
                  <c:v>1456.2</c:v>
                </c:pt>
                <c:pt idx="3596">
                  <c:v>1436.95</c:v>
                </c:pt>
                <c:pt idx="3597">
                  <c:v>1418.05</c:v>
                </c:pt>
                <c:pt idx="3598">
                  <c:v>1464.2</c:v>
                </c:pt>
                <c:pt idx="3599">
                  <c:v>1458.35</c:v>
                </c:pt>
                <c:pt idx="3600">
                  <c:v>1469.4</c:v>
                </c:pt>
                <c:pt idx="3601">
                  <c:v>1463.15</c:v>
                </c:pt>
                <c:pt idx="3602">
                  <c:v>1486.3</c:v>
                </c:pt>
                <c:pt idx="3603">
                  <c:v>1492.2</c:v>
                </c:pt>
                <c:pt idx="3604">
                  <c:v>1481.25</c:v>
                </c:pt>
                <c:pt idx="3605">
                  <c:v>1469.9</c:v>
                </c:pt>
                <c:pt idx="3606">
                  <c:v>1459.4</c:v>
                </c:pt>
                <c:pt idx="3607">
                  <c:v>1428.35</c:v>
                </c:pt>
                <c:pt idx="3608">
                  <c:v>1413.95</c:v>
                </c:pt>
                <c:pt idx="3609">
                  <c:v>1449.5</c:v>
                </c:pt>
                <c:pt idx="3610">
                  <c:v>1421.5</c:v>
                </c:pt>
                <c:pt idx="3611">
                  <c:v>1411.75</c:v>
                </c:pt>
                <c:pt idx="3612">
                  <c:v>1396.85</c:v>
                </c:pt>
                <c:pt idx="3613">
                  <c:v>1414.2</c:v>
                </c:pt>
                <c:pt idx="3614">
                  <c:v>1439.3</c:v>
                </c:pt>
                <c:pt idx="3615">
                  <c:v>1420.5</c:v>
                </c:pt>
                <c:pt idx="3616">
                  <c:v>1402.65</c:v>
                </c:pt>
                <c:pt idx="3617">
                  <c:v>1384.65</c:v>
                </c:pt>
                <c:pt idx="3618">
                  <c:v>1418.15</c:v>
                </c:pt>
                <c:pt idx="3619">
                  <c:v>1438.05</c:v>
                </c:pt>
                <c:pt idx="3620">
                  <c:v>1452</c:v>
                </c:pt>
                <c:pt idx="3621">
                  <c:v>1454.05</c:v>
                </c:pt>
                <c:pt idx="3622">
                  <c:v>1462.85</c:v>
                </c:pt>
                <c:pt idx="3623">
                  <c:v>1451.35</c:v>
                </c:pt>
                <c:pt idx="3624">
                  <c:v>1411.2</c:v>
                </c:pt>
                <c:pt idx="3625">
                  <c:v>1403.05</c:v>
                </c:pt>
                <c:pt idx="3626">
                  <c:v>1389</c:v>
                </c:pt>
                <c:pt idx="3627">
                  <c:v>1356.6</c:v>
                </c:pt>
                <c:pt idx="3628">
                  <c:v>1344.25</c:v>
                </c:pt>
                <c:pt idx="3629">
                  <c:v>1394.6</c:v>
                </c:pt>
                <c:pt idx="3630">
                  <c:v>1460.85</c:v>
                </c:pt>
                <c:pt idx="3631">
                  <c:v>1450.6</c:v>
                </c:pt>
                <c:pt idx="3632">
                  <c:v>1480.45</c:v>
                </c:pt>
                <c:pt idx="3633">
                  <c:v>1482.6</c:v>
                </c:pt>
                <c:pt idx="3634">
                  <c:v>1483.25</c:v>
                </c:pt>
                <c:pt idx="3635">
                  <c:v>1506</c:v>
                </c:pt>
                <c:pt idx="3636">
                  <c:v>1506.4</c:v>
                </c:pt>
                <c:pt idx="3637">
                  <c:v>1475.65</c:v>
                </c:pt>
                <c:pt idx="3638">
                  <c:v>1451</c:v>
                </c:pt>
                <c:pt idx="3639">
                  <c:v>1488.45</c:v>
                </c:pt>
                <c:pt idx="3640">
                  <c:v>1471.25</c:v>
                </c:pt>
                <c:pt idx="3641">
                  <c:v>1475.65</c:v>
                </c:pt>
                <c:pt idx="3642">
                  <c:v>1491.4</c:v>
                </c:pt>
                <c:pt idx="3643">
                  <c:v>1486.55</c:v>
                </c:pt>
                <c:pt idx="3644">
                  <c:v>1447.1</c:v>
                </c:pt>
                <c:pt idx="3645">
                  <c:v>1444.85</c:v>
                </c:pt>
                <c:pt idx="3646">
                  <c:v>1437.15</c:v>
                </c:pt>
                <c:pt idx="3647">
                  <c:v>1440.9</c:v>
                </c:pt>
                <c:pt idx="3648">
                  <c:v>1463.3</c:v>
                </c:pt>
                <c:pt idx="3649">
                  <c:v>1452.2</c:v>
                </c:pt>
                <c:pt idx="3650">
                  <c:v>1479.65</c:v>
                </c:pt>
                <c:pt idx="3651">
                  <c:v>1530.7</c:v>
                </c:pt>
                <c:pt idx="3652">
                  <c:v>1542.9</c:v>
                </c:pt>
                <c:pt idx="3653">
                  <c:v>1542.75</c:v>
                </c:pt>
                <c:pt idx="3654">
                  <c:v>1544.95</c:v>
                </c:pt>
                <c:pt idx="3655">
                  <c:v>1539.55</c:v>
                </c:pt>
                <c:pt idx="3656">
                  <c:v>1514.3</c:v>
                </c:pt>
                <c:pt idx="3657">
                  <c:v>1508.05</c:v>
                </c:pt>
                <c:pt idx="3658">
                  <c:v>1540.3</c:v>
                </c:pt>
                <c:pt idx="3659">
                  <c:v>1556.8</c:v>
                </c:pt>
                <c:pt idx="3660">
                  <c:v>1598.3</c:v>
                </c:pt>
                <c:pt idx="3661">
                  <c:v>1591.1</c:v>
                </c:pt>
                <c:pt idx="3662">
                  <c:v>1580.8</c:v>
                </c:pt>
                <c:pt idx="3663">
                  <c:v>1571.65</c:v>
                </c:pt>
                <c:pt idx="3664">
                  <c:v>1547.05</c:v>
                </c:pt>
                <c:pt idx="3665">
                  <c:v>1567.8</c:v>
                </c:pt>
                <c:pt idx="3666">
                  <c:v>1545.75</c:v>
                </c:pt>
                <c:pt idx="3667">
                  <c:v>1570.1</c:v>
                </c:pt>
                <c:pt idx="3668">
                  <c:v>1565.85</c:v>
                </c:pt>
                <c:pt idx="3669">
                  <c:v>1564.4</c:v>
                </c:pt>
                <c:pt idx="3670">
                  <c:v>1553.35</c:v>
                </c:pt>
                <c:pt idx="3671">
                  <c:v>1525.75</c:v>
                </c:pt>
                <c:pt idx="3672">
                  <c:v>1529.75</c:v>
                </c:pt>
                <c:pt idx="3673">
                  <c:v>1565</c:v>
                </c:pt>
                <c:pt idx="3674">
                  <c:v>1572.2</c:v>
                </c:pt>
                <c:pt idx="3675">
                  <c:v>1578.85</c:v>
                </c:pt>
                <c:pt idx="3676">
                  <c:v>1538.5</c:v>
                </c:pt>
                <c:pt idx="3677">
                  <c:v>1516.4</c:v>
                </c:pt>
                <c:pt idx="3678">
                  <c:v>1465.3</c:v>
                </c:pt>
                <c:pt idx="3679">
                  <c:v>1477.95</c:v>
                </c:pt>
                <c:pt idx="3680">
                  <c:v>1458.5</c:v>
                </c:pt>
                <c:pt idx="3681">
                  <c:v>1433.55</c:v>
                </c:pt>
                <c:pt idx="3682">
                  <c:v>1428.85</c:v>
                </c:pt>
                <c:pt idx="3683">
                  <c:v>1429.65</c:v>
                </c:pt>
                <c:pt idx="3684">
                  <c:v>1448.55</c:v>
                </c:pt>
                <c:pt idx="3685">
                  <c:v>1488.4</c:v>
                </c:pt>
                <c:pt idx="3686">
                  <c:v>1458.95</c:v>
                </c:pt>
                <c:pt idx="3687">
                  <c:v>1477.9</c:v>
                </c:pt>
                <c:pt idx="3688">
                  <c:v>1478.05</c:v>
                </c:pt>
                <c:pt idx="3689">
                  <c:v>1460.55</c:v>
                </c:pt>
                <c:pt idx="3690">
                  <c:v>1505.2</c:v>
                </c:pt>
                <c:pt idx="3691">
                  <c:v>1536.9</c:v>
                </c:pt>
                <c:pt idx="3692">
                  <c:v>1582.1</c:v>
                </c:pt>
                <c:pt idx="3693">
                  <c:v>1571</c:v>
                </c:pt>
                <c:pt idx="3694">
                  <c:v>1575.35</c:v>
                </c:pt>
                <c:pt idx="3695">
                  <c:v>1573.05</c:v>
                </c:pt>
                <c:pt idx="3696">
                  <c:v>1601.25</c:v>
                </c:pt>
                <c:pt idx="3697">
                  <c:v>1605.85</c:v>
                </c:pt>
                <c:pt idx="3698">
                  <c:v>1614.05</c:v>
                </c:pt>
                <c:pt idx="3699">
                  <c:v>1626.65</c:v>
                </c:pt>
                <c:pt idx="3700">
                  <c:v>1645.7</c:v>
                </c:pt>
                <c:pt idx="3701">
                  <c:v>1671.35</c:v>
                </c:pt>
                <c:pt idx="3702">
                  <c:v>1684.7</c:v>
                </c:pt>
                <c:pt idx="3703">
                  <c:v>1667</c:v>
                </c:pt>
                <c:pt idx="3704">
                  <c:v>1685.55</c:v>
                </c:pt>
                <c:pt idx="3705">
                  <c:v>1707.95</c:v>
                </c:pt>
                <c:pt idx="3706">
                  <c:v>1692.5</c:v>
                </c:pt>
                <c:pt idx="3707">
                  <c:v>1692.3</c:v>
                </c:pt>
                <c:pt idx="3708">
                  <c:v>1673.85</c:v>
                </c:pt>
                <c:pt idx="3709">
                  <c:v>1681.2</c:v>
                </c:pt>
                <c:pt idx="3710">
                  <c:v>1682.9</c:v>
                </c:pt>
                <c:pt idx="3711">
                  <c:v>1687.95</c:v>
                </c:pt>
                <c:pt idx="3712">
                  <c:v>1730.7</c:v>
                </c:pt>
                <c:pt idx="3713">
                  <c:v>1773.3</c:v>
                </c:pt>
                <c:pt idx="3714">
                  <c:v>1737.25</c:v>
                </c:pt>
                <c:pt idx="3715">
                  <c:v>1710.4</c:v>
                </c:pt>
                <c:pt idx="3716">
                  <c:v>1723.2</c:v>
                </c:pt>
                <c:pt idx="3717">
                  <c:v>1754.4</c:v>
                </c:pt>
                <c:pt idx="3718">
                  <c:v>1758.15</c:v>
                </c:pt>
                <c:pt idx="3719">
                  <c:v>1770.5</c:v>
                </c:pt>
                <c:pt idx="3720">
                  <c:v>1794.1</c:v>
                </c:pt>
                <c:pt idx="3721">
                  <c:v>362.2</c:v>
                </c:pt>
                <c:pt idx="3722">
                  <c:v>359.8</c:v>
                </c:pt>
                <c:pt idx="3723">
                  <c:v>353.8</c:v>
                </c:pt>
                <c:pt idx="3724">
                  <c:v>350.4</c:v>
                </c:pt>
                <c:pt idx="3725">
                  <c:v>352.05</c:v>
                </c:pt>
                <c:pt idx="3726">
                  <c:v>347.95</c:v>
                </c:pt>
                <c:pt idx="3727">
                  <c:v>346.3</c:v>
                </c:pt>
                <c:pt idx="3728">
                  <c:v>345.25</c:v>
                </c:pt>
                <c:pt idx="3729">
                  <c:v>330.7</c:v>
                </c:pt>
                <c:pt idx="3730">
                  <c:v>332.35</c:v>
                </c:pt>
                <c:pt idx="3731">
                  <c:v>345.75</c:v>
                </c:pt>
                <c:pt idx="3732">
                  <c:v>356</c:v>
                </c:pt>
                <c:pt idx="3733">
                  <c:v>359.2</c:v>
                </c:pt>
                <c:pt idx="3734">
                  <c:v>353</c:v>
                </c:pt>
                <c:pt idx="3735">
                  <c:v>353.1</c:v>
                </c:pt>
                <c:pt idx="3736">
                  <c:v>350.95</c:v>
                </c:pt>
                <c:pt idx="3737">
                  <c:v>349.15</c:v>
                </c:pt>
                <c:pt idx="3738">
                  <c:v>350.25</c:v>
                </c:pt>
                <c:pt idx="3739">
                  <c:v>353.1</c:v>
                </c:pt>
                <c:pt idx="3740">
                  <c:v>352.3</c:v>
                </c:pt>
                <c:pt idx="3741">
                  <c:v>362.3</c:v>
                </c:pt>
                <c:pt idx="3742">
                  <c:v>363.05</c:v>
                </c:pt>
                <c:pt idx="3743">
                  <c:v>347.65</c:v>
                </c:pt>
                <c:pt idx="3744">
                  <c:v>338.25</c:v>
                </c:pt>
                <c:pt idx="3745">
                  <c:v>347.45</c:v>
                </c:pt>
                <c:pt idx="3746">
                  <c:v>341.85</c:v>
                </c:pt>
                <c:pt idx="3747">
                  <c:v>346.55</c:v>
                </c:pt>
                <c:pt idx="3748">
                  <c:v>340.9</c:v>
                </c:pt>
                <c:pt idx="3749">
                  <c:v>336.9</c:v>
                </c:pt>
                <c:pt idx="3750">
                  <c:v>352.85</c:v>
                </c:pt>
                <c:pt idx="3751">
                  <c:v>353.85</c:v>
                </c:pt>
                <c:pt idx="3752">
                  <c:v>360.8</c:v>
                </c:pt>
                <c:pt idx="3753">
                  <c:v>367.75</c:v>
                </c:pt>
                <c:pt idx="3754">
                  <c:v>368.45</c:v>
                </c:pt>
                <c:pt idx="3755">
                  <c:v>369.8</c:v>
                </c:pt>
                <c:pt idx="3756">
                  <c:v>370.7</c:v>
                </c:pt>
                <c:pt idx="3757">
                  <c:v>383.5</c:v>
                </c:pt>
                <c:pt idx="3758">
                  <c:v>384.05</c:v>
                </c:pt>
                <c:pt idx="3759">
                  <c:v>380.3</c:v>
                </c:pt>
                <c:pt idx="3760">
                  <c:v>360.7</c:v>
                </c:pt>
                <c:pt idx="3761">
                  <c:v>351.85</c:v>
                </c:pt>
                <c:pt idx="3762">
                  <c:v>346.6</c:v>
                </c:pt>
                <c:pt idx="3763">
                  <c:v>344.65</c:v>
                </c:pt>
                <c:pt idx="3764">
                  <c:v>335.6</c:v>
                </c:pt>
                <c:pt idx="3765">
                  <c:v>329.35</c:v>
                </c:pt>
                <c:pt idx="3766">
                  <c:v>320.05</c:v>
                </c:pt>
                <c:pt idx="3767">
                  <c:v>331.05</c:v>
                </c:pt>
                <c:pt idx="3768">
                  <c:v>334.7</c:v>
                </c:pt>
                <c:pt idx="3769">
                  <c:v>339.15</c:v>
                </c:pt>
                <c:pt idx="3770">
                  <c:v>343.85</c:v>
                </c:pt>
                <c:pt idx="3771">
                  <c:v>338.05</c:v>
                </c:pt>
                <c:pt idx="3772">
                  <c:v>342.4</c:v>
                </c:pt>
                <c:pt idx="3773">
                  <c:v>338.55</c:v>
                </c:pt>
                <c:pt idx="3774">
                  <c:v>330.95</c:v>
                </c:pt>
                <c:pt idx="3775">
                  <c:v>329</c:v>
                </c:pt>
                <c:pt idx="3776">
                  <c:v>326.05</c:v>
                </c:pt>
                <c:pt idx="3777">
                  <c:v>322.5</c:v>
                </c:pt>
                <c:pt idx="3778">
                  <c:v>321.3</c:v>
                </c:pt>
                <c:pt idx="3779">
                  <c:v>335.25</c:v>
                </c:pt>
                <c:pt idx="3780">
                  <c:v>346.15</c:v>
                </c:pt>
                <c:pt idx="3781">
                  <c:v>349.05</c:v>
                </c:pt>
                <c:pt idx="3782">
                  <c:v>348.65</c:v>
                </c:pt>
                <c:pt idx="3783">
                  <c:v>349.35</c:v>
                </c:pt>
                <c:pt idx="3784">
                  <c:v>347.75</c:v>
                </c:pt>
                <c:pt idx="3785">
                  <c:v>332.8</c:v>
                </c:pt>
                <c:pt idx="3786">
                  <c:v>333.65</c:v>
                </c:pt>
                <c:pt idx="3787">
                  <c:v>332.65</c:v>
                </c:pt>
                <c:pt idx="3788">
                  <c:v>338.2</c:v>
                </c:pt>
                <c:pt idx="3789">
                  <c:v>330.2</c:v>
                </c:pt>
                <c:pt idx="3790">
                  <c:v>331.45</c:v>
                </c:pt>
                <c:pt idx="3791">
                  <c:v>334.85</c:v>
                </c:pt>
                <c:pt idx="3792">
                  <c:v>334.8</c:v>
                </c:pt>
                <c:pt idx="3793">
                  <c:v>330.2</c:v>
                </c:pt>
                <c:pt idx="3794">
                  <c:v>318.60000000000002</c:v>
                </c:pt>
                <c:pt idx="3795">
                  <c:v>313.8</c:v>
                </c:pt>
                <c:pt idx="3796">
                  <c:v>311.89999999999998</c:v>
                </c:pt>
                <c:pt idx="3797">
                  <c:v>316.89999999999998</c:v>
                </c:pt>
                <c:pt idx="3798">
                  <c:v>307.95</c:v>
                </c:pt>
                <c:pt idx="3799">
                  <c:v>314.55</c:v>
                </c:pt>
                <c:pt idx="3800">
                  <c:v>318.7</c:v>
                </c:pt>
                <c:pt idx="3801">
                  <c:v>315.5</c:v>
                </c:pt>
                <c:pt idx="3802">
                  <c:v>323.14999999999998</c:v>
                </c:pt>
                <c:pt idx="3803">
                  <c:v>321.25</c:v>
                </c:pt>
                <c:pt idx="3804">
                  <c:v>317.39999999999998</c:v>
                </c:pt>
                <c:pt idx="3805">
                  <c:v>315.10000000000002</c:v>
                </c:pt>
                <c:pt idx="3806">
                  <c:v>320.60000000000002</c:v>
                </c:pt>
                <c:pt idx="3807">
                  <c:v>318.3</c:v>
                </c:pt>
                <c:pt idx="3808">
                  <c:v>316.89999999999998</c:v>
                </c:pt>
                <c:pt idx="3809">
                  <c:v>315</c:v>
                </c:pt>
                <c:pt idx="3810">
                  <c:v>312.5</c:v>
                </c:pt>
                <c:pt idx="3811">
                  <c:v>310.10000000000002</c:v>
                </c:pt>
                <c:pt idx="3812">
                  <c:v>311.14999999999998</c:v>
                </c:pt>
                <c:pt idx="3813">
                  <c:v>310.85000000000002</c:v>
                </c:pt>
                <c:pt idx="3814">
                  <c:v>312.95</c:v>
                </c:pt>
                <c:pt idx="3815">
                  <c:v>311.85000000000002</c:v>
                </c:pt>
                <c:pt idx="3816">
                  <c:v>308.25</c:v>
                </c:pt>
                <c:pt idx="3817">
                  <c:v>302.3</c:v>
                </c:pt>
                <c:pt idx="3818">
                  <c:v>326.85000000000002</c:v>
                </c:pt>
                <c:pt idx="3819">
                  <c:v>330.15</c:v>
                </c:pt>
                <c:pt idx="3820">
                  <c:v>331.15</c:v>
                </c:pt>
                <c:pt idx="3821">
                  <c:v>329.3</c:v>
                </c:pt>
                <c:pt idx="3822">
                  <c:v>328.45</c:v>
                </c:pt>
                <c:pt idx="3823">
                  <c:v>312.14999999999998</c:v>
                </c:pt>
                <c:pt idx="3824">
                  <c:v>304.60000000000002</c:v>
                </c:pt>
                <c:pt idx="3825">
                  <c:v>317</c:v>
                </c:pt>
                <c:pt idx="3826">
                  <c:v>323.5</c:v>
                </c:pt>
                <c:pt idx="3827">
                  <c:v>308.2</c:v>
                </c:pt>
                <c:pt idx="3828">
                  <c:v>317.64999999999998</c:v>
                </c:pt>
                <c:pt idx="3829">
                  <c:v>314.95</c:v>
                </c:pt>
                <c:pt idx="3830">
                  <c:v>312.35000000000002</c:v>
                </c:pt>
                <c:pt idx="3831">
                  <c:v>316.25</c:v>
                </c:pt>
                <c:pt idx="3832">
                  <c:v>315.35000000000002</c:v>
                </c:pt>
                <c:pt idx="3833">
                  <c:v>318.75</c:v>
                </c:pt>
                <c:pt idx="3834">
                  <c:v>313.55</c:v>
                </c:pt>
                <c:pt idx="3835">
                  <c:v>313.60000000000002</c:v>
                </c:pt>
                <c:pt idx="3836">
                  <c:v>312.14999999999998</c:v>
                </c:pt>
                <c:pt idx="3837">
                  <c:v>309.7</c:v>
                </c:pt>
                <c:pt idx="3838">
                  <c:v>313.14999999999998</c:v>
                </c:pt>
                <c:pt idx="3839">
                  <c:v>314.5</c:v>
                </c:pt>
                <c:pt idx="3840">
                  <c:v>317.25</c:v>
                </c:pt>
                <c:pt idx="3841">
                  <c:v>316.45</c:v>
                </c:pt>
                <c:pt idx="3842">
                  <c:v>304.5</c:v>
                </c:pt>
                <c:pt idx="3843">
                  <c:v>295.75</c:v>
                </c:pt>
                <c:pt idx="3844">
                  <c:v>290.10000000000002</c:v>
                </c:pt>
                <c:pt idx="3845">
                  <c:v>284.10000000000002</c:v>
                </c:pt>
                <c:pt idx="3846">
                  <c:v>283.14999999999998</c:v>
                </c:pt>
                <c:pt idx="3847">
                  <c:v>287.10000000000002</c:v>
                </c:pt>
                <c:pt idx="3848">
                  <c:v>292.5</c:v>
                </c:pt>
                <c:pt idx="3849">
                  <c:v>288.5</c:v>
                </c:pt>
                <c:pt idx="3850">
                  <c:v>295.95</c:v>
                </c:pt>
                <c:pt idx="3851">
                  <c:v>299.2</c:v>
                </c:pt>
                <c:pt idx="3852">
                  <c:v>302.05</c:v>
                </c:pt>
                <c:pt idx="3853">
                  <c:v>301.35000000000002</c:v>
                </c:pt>
                <c:pt idx="3854">
                  <c:v>303.35000000000002</c:v>
                </c:pt>
                <c:pt idx="3855">
                  <c:v>304.55</c:v>
                </c:pt>
                <c:pt idx="3856">
                  <c:v>315.05</c:v>
                </c:pt>
                <c:pt idx="3857">
                  <c:v>313.5</c:v>
                </c:pt>
                <c:pt idx="3858">
                  <c:v>317.75</c:v>
                </c:pt>
                <c:pt idx="3859">
                  <c:v>314.8</c:v>
                </c:pt>
                <c:pt idx="3860">
                  <c:v>311.7</c:v>
                </c:pt>
                <c:pt idx="3861">
                  <c:v>311.2</c:v>
                </c:pt>
                <c:pt idx="3862">
                  <c:v>308</c:v>
                </c:pt>
                <c:pt idx="3863">
                  <c:v>312.2</c:v>
                </c:pt>
                <c:pt idx="3864">
                  <c:v>313</c:v>
                </c:pt>
                <c:pt idx="3865">
                  <c:v>314.55</c:v>
                </c:pt>
                <c:pt idx="3866">
                  <c:v>315.14999999999998</c:v>
                </c:pt>
                <c:pt idx="3867">
                  <c:v>312.60000000000002</c:v>
                </c:pt>
                <c:pt idx="3868">
                  <c:v>307.55</c:v>
                </c:pt>
                <c:pt idx="3869">
                  <c:v>309.5</c:v>
                </c:pt>
                <c:pt idx="3870">
                  <c:v>313.14999999999998</c:v>
                </c:pt>
                <c:pt idx="3871">
                  <c:v>316.39999999999998</c:v>
                </c:pt>
                <c:pt idx="3872">
                  <c:v>313.45</c:v>
                </c:pt>
                <c:pt idx="3873">
                  <c:v>314.64999999999998</c:v>
                </c:pt>
                <c:pt idx="3874">
                  <c:v>317.10000000000002</c:v>
                </c:pt>
                <c:pt idx="3875">
                  <c:v>317.45</c:v>
                </c:pt>
                <c:pt idx="3876">
                  <c:v>315.8</c:v>
                </c:pt>
                <c:pt idx="3877">
                  <c:v>311.45</c:v>
                </c:pt>
                <c:pt idx="3878">
                  <c:v>316.8</c:v>
                </c:pt>
                <c:pt idx="3879">
                  <c:v>312.89999999999998</c:v>
                </c:pt>
                <c:pt idx="3880">
                  <c:v>300.60000000000002</c:v>
                </c:pt>
                <c:pt idx="3881">
                  <c:v>291.10000000000002</c:v>
                </c:pt>
                <c:pt idx="3882">
                  <c:v>285</c:v>
                </c:pt>
                <c:pt idx="3883">
                  <c:v>289.25</c:v>
                </c:pt>
                <c:pt idx="3884">
                  <c:v>291</c:v>
                </c:pt>
                <c:pt idx="3885">
                  <c:v>302.39999999999998</c:v>
                </c:pt>
                <c:pt idx="3886">
                  <c:v>312.89999999999998</c:v>
                </c:pt>
                <c:pt idx="3887">
                  <c:v>314.05</c:v>
                </c:pt>
                <c:pt idx="3888">
                  <c:v>311.35000000000002</c:v>
                </c:pt>
                <c:pt idx="3889">
                  <c:v>311.05</c:v>
                </c:pt>
                <c:pt idx="3890">
                  <c:v>310.14999999999998</c:v>
                </c:pt>
                <c:pt idx="3891">
                  <c:v>309.60000000000002</c:v>
                </c:pt>
                <c:pt idx="3892">
                  <c:v>302.25</c:v>
                </c:pt>
                <c:pt idx="3893">
                  <c:v>291.64999999999998</c:v>
                </c:pt>
                <c:pt idx="3894">
                  <c:v>291.89999999999998</c:v>
                </c:pt>
                <c:pt idx="3895">
                  <c:v>302.60000000000002</c:v>
                </c:pt>
                <c:pt idx="3896">
                  <c:v>302.89999999999998</c:v>
                </c:pt>
                <c:pt idx="3897">
                  <c:v>301.10000000000002</c:v>
                </c:pt>
                <c:pt idx="3898">
                  <c:v>304.5</c:v>
                </c:pt>
                <c:pt idx="3899">
                  <c:v>298.25</c:v>
                </c:pt>
                <c:pt idx="3900">
                  <c:v>296.5</c:v>
                </c:pt>
                <c:pt idx="3901">
                  <c:v>269.95</c:v>
                </c:pt>
                <c:pt idx="3902">
                  <c:v>283.5</c:v>
                </c:pt>
                <c:pt idx="3903">
                  <c:v>278.05</c:v>
                </c:pt>
                <c:pt idx="3904">
                  <c:v>282.45</c:v>
                </c:pt>
                <c:pt idx="3905">
                  <c:v>283.7</c:v>
                </c:pt>
                <c:pt idx="3906">
                  <c:v>277.89999999999998</c:v>
                </c:pt>
                <c:pt idx="3907">
                  <c:v>270.95</c:v>
                </c:pt>
                <c:pt idx="3908">
                  <c:v>264.85000000000002</c:v>
                </c:pt>
                <c:pt idx="3909">
                  <c:v>266.85000000000002</c:v>
                </c:pt>
                <c:pt idx="3910">
                  <c:v>257.75</c:v>
                </c:pt>
                <c:pt idx="3911">
                  <c:v>249.1</c:v>
                </c:pt>
                <c:pt idx="3912">
                  <c:v>260.8</c:v>
                </c:pt>
                <c:pt idx="3913">
                  <c:v>264.55</c:v>
                </c:pt>
                <c:pt idx="3914">
                  <c:v>267.39999999999998</c:v>
                </c:pt>
                <c:pt idx="3915">
                  <c:v>267.55</c:v>
                </c:pt>
                <c:pt idx="3916">
                  <c:v>272.39999999999998</c:v>
                </c:pt>
                <c:pt idx="3917">
                  <c:v>268.89999999999998</c:v>
                </c:pt>
                <c:pt idx="3918">
                  <c:v>272.85000000000002</c:v>
                </c:pt>
                <c:pt idx="3919">
                  <c:v>277.85000000000002</c:v>
                </c:pt>
                <c:pt idx="3920">
                  <c:v>279.3</c:v>
                </c:pt>
                <c:pt idx="3921">
                  <c:v>270.55</c:v>
                </c:pt>
                <c:pt idx="3922">
                  <c:v>273.35000000000002</c:v>
                </c:pt>
                <c:pt idx="3923">
                  <c:v>268.3</c:v>
                </c:pt>
                <c:pt idx="3924">
                  <c:v>268.10000000000002</c:v>
                </c:pt>
                <c:pt idx="3925">
                  <c:v>269</c:v>
                </c:pt>
                <c:pt idx="3926">
                  <c:v>270.35000000000002</c:v>
                </c:pt>
                <c:pt idx="3927">
                  <c:v>267.10000000000002</c:v>
                </c:pt>
                <c:pt idx="3928">
                  <c:v>280.95</c:v>
                </c:pt>
                <c:pt idx="3929">
                  <c:v>282.75</c:v>
                </c:pt>
                <c:pt idx="3930">
                  <c:v>283</c:v>
                </c:pt>
                <c:pt idx="3931">
                  <c:v>278.45</c:v>
                </c:pt>
                <c:pt idx="3932">
                  <c:v>286.10000000000002</c:v>
                </c:pt>
                <c:pt idx="3933">
                  <c:v>287.60000000000002</c:v>
                </c:pt>
                <c:pt idx="3934">
                  <c:v>287.45</c:v>
                </c:pt>
                <c:pt idx="3935">
                  <c:v>282.89999999999998</c:v>
                </c:pt>
                <c:pt idx="3936">
                  <c:v>286.35000000000002</c:v>
                </c:pt>
                <c:pt idx="3937">
                  <c:v>290.05</c:v>
                </c:pt>
                <c:pt idx="3938">
                  <c:v>287.2</c:v>
                </c:pt>
                <c:pt idx="3939">
                  <c:v>286.2</c:v>
                </c:pt>
                <c:pt idx="3940">
                  <c:v>282.7</c:v>
                </c:pt>
                <c:pt idx="3941">
                  <c:v>286.25</c:v>
                </c:pt>
                <c:pt idx="3942">
                  <c:v>285.35000000000002</c:v>
                </c:pt>
                <c:pt idx="3943">
                  <c:v>283.7</c:v>
                </c:pt>
                <c:pt idx="3944">
                  <c:v>271.2</c:v>
                </c:pt>
                <c:pt idx="3945">
                  <c:v>271.45</c:v>
                </c:pt>
                <c:pt idx="3946">
                  <c:v>277</c:v>
                </c:pt>
                <c:pt idx="3947">
                  <c:v>279.55</c:v>
                </c:pt>
                <c:pt idx="3948">
                  <c:v>279.45</c:v>
                </c:pt>
                <c:pt idx="3949">
                  <c:v>273.35000000000002</c:v>
                </c:pt>
                <c:pt idx="3950">
                  <c:v>270.05</c:v>
                </c:pt>
                <c:pt idx="3951">
                  <c:v>267.10000000000002</c:v>
                </c:pt>
                <c:pt idx="3952">
                  <c:v>263.14999999999998</c:v>
                </c:pt>
                <c:pt idx="3953">
                  <c:v>262.8</c:v>
                </c:pt>
                <c:pt idx="3954">
                  <c:v>263.75</c:v>
                </c:pt>
                <c:pt idx="3955">
                  <c:v>261.75</c:v>
                </c:pt>
                <c:pt idx="3956">
                  <c:v>267.25</c:v>
                </c:pt>
                <c:pt idx="3957">
                  <c:v>267.85000000000002</c:v>
                </c:pt>
                <c:pt idx="3958">
                  <c:v>260.45</c:v>
                </c:pt>
                <c:pt idx="3959">
                  <c:v>266.39999999999998</c:v>
                </c:pt>
                <c:pt idx="3960">
                  <c:v>264.95</c:v>
                </c:pt>
                <c:pt idx="3961">
                  <c:v>265.95</c:v>
                </c:pt>
                <c:pt idx="3962">
                  <c:v>263.35000000000002</c:v>
                </c:pt>
                <c:pt idx="3963">
                  <c:v>264</c:v>
                </c:pt>
                <c:pt idx="3964">
                  <c:v>270.05</c:v>
                </c:pt>
                <c:pt idx="3965">
                  <c:v>274.75</c:v>
                </c:pt>
                <c:pt idx="3966">
                  <c:v>273.89999999999998</c:v>
                </c:pt>
                <c:pt idx="3967">
                  <c:v>270.39999999999998</c:v>
                </c:pt>
                <c:pt idx="3968">
                  <c:v>265.8</c:v>
                </c:pt>
                <c:pt idx="3969">
                  <c:v>261.45</c:v>
                </c:pt>
                <c:pt idx="3970">
                  <c:v>263.05</c:v>
                </c:pt>
                <c:pt idx="3971">
                  <c:v>261.45</c:v>
                </c:pt>
                <c:pt idx="3972">
                  <c:v>259.45</c:v>
                </c:pt>
                <c:pt idx="3973">
                  <c:v>258.95</c:v>
                </c:pt>
                <c:pt idx="3974">
                  <c:v>249.3</c:v>
                </c:pt>
                <c:pt idx="3975">
                  <c:v>249</c:v>
                </c:pt>
                <c:pt idx="3976">
                  <c:v>246.4</c:v>
                </c:pt>
                <c:pt idx="3977">
                  <c:v>252.05</c:v>
                </c:pt>
                <c:pt idx="3978">
                  <c:v>253.15</c:v>
                </c:pt>
                <c:pt idx="3979">
                  <c:v>250.1</c:v>
                </c:pt>
                <c:pt idx="3980">
                  <c:v>258.2</c:v>
                </c:pt>
                <c:pt idx="3981">
                  <c:v>259.55</c:v>
                </c:pt>
                <c:pt idx="3982">
                  <c:v>261.85000000000002</c:v>
                </c:pt>
                <c:pt idx="3983">
                  <c:v>257.95</c:v>
                </c:pt>
                <c:pt idx="3984">
                  <c:v>264.05</c:v>
                </c:pt>
                <c:pt idx="3985">
                  <c:v>264.75</c:v>
                </c:pt>
                <c:pt idx="3986">
                  <c:v>262.35000000000002</c:v>
                </c:pt>
                <c:pt idx="3987">
                  <c:v>261.35000000000002</c:v>
                </c:pt>
                <c:pt idx="3988">
                  <c:v>263</c:v>
                </c:pt>
                <c:pt idx="3989">
                  <c:v>255.55</c:v>
                </c:pt>
                <c:pt idx="3990">
                  <c:v>256.7</c:v>
                </c:pt>
                <c:pt idx="3991">
                  <c:v>250.1</c:v>
                </c:pt>
                <c:pt idx="3992">
                  <c:v>246.75</c:v>
                </c:pt>
                <c:pt idx="3993">
                  <c:v>245.05</c:v>
                </c:pt>
                <c:pt idx="3994">
                  <c:v>239.45</c:v>
                </c:pt>
                <c:pt idx="3995">
                  <c:v>236.75</c:v>
                </c:pt>
                <c:pt idx="3996">
                  <c:v>239.5</c:v>
                </c:pt>
                <c:pt idx="3997">
                  <c:v>235.75</c:v>
                </c:pt>
                <c:pt idx="3998">
                  <c:v>224.45</c:v>
                </c:pt>
                <c:pt idx="3999">
                  <c:v>223.1</c:v>
                </c:pt>
                <c:pt idx="4000">
                  <c:v>228.75</c:v>
                </c:pt>
                <c:pt idx="4001">
                  <c:v>224.4</c:v>
                </c:pt>
                <c:pt idx="4002">
                  <c:v>226.3</c:v>
                </c:pt>
                <c:pt idx="4003">
                  <c:v>232.75</c:v>
                </c:pt>
                <c:pt idx="4004">
                  <c:v>236.05</c:v>
                </c:pt>
                <c:pt idx="4005">
                  <c:v>237.3</c:v>
                </c:pt>
                <c:pt idx="4006">
                  <c:v>233.2</c:v>
                </c:pt>
                <c:pt idx="4007">
                  <c:v>230.15</c:v>
                </c:pt>
                <c:pt idx="4008">
                  <c:v>217.2</c:v>
                </c:pt>
                <c:pt idx="4009">
                  <c:v>210.4</c:v>
                </c:pt>
                <c:pt idx="4010">
                  <c:v>204.05</c:v>
                </c:pt>
                <c:pt idx="4011">
                  <c:v>203.95</c:v>
                </c:pt>
                <c:pt idx="4012">
                  <c:v>209.4</c:v>
                </c:pt>
                <c:pt idx="4013">
                  <c:v>208.55</c:v>
                </c:pt>
                <c:pt idx="4014">
                  <c:v>209.4</c:v>
                </c:pt>
                <c:pt idx="4015">
                  <c:v>207.25</c:v>
                </c:pt>
                <c:pt idx="4016">
                  <c:v>199.25</c:v>
                </c:pt>
                <c:pt idx="4017">
                  <c:v>193.55</c:v>
                </c:pt>
                <c:pt idx="4018">
                  <c:v>203.5</c:v>
                </c:pt>
                <c:pt idx="4019">
                  <c:v>196.6</c:v>
                </c:pt>
                <c:pt idx="4020">
                  <c:v>190.75</c:v>
                </c:pt>
                <c:pt idx="4021">
                  <c:v>196.15</c:v>
                </c:pt>
                <c:pt idx="4022">
                  <c:v>198.8</c:v>
                </c:pt>
                <c:pt idx="4023">
                  <c:v>198.45</c:v>
                </c:pt>
                <c:pt idx="4024">
                  <c:v>192</c:v>
                </c:pt>
                <c:pt idx="4025">
                  <c:v>187</c:v>
                </c:pt>
                <c:pt idx="4026">
                  <c:v>183</c:v>
                </c:pt>
                <c:pt idx="4027">
                  <c:v>184.8</c:v>
                </c:pt>
                <c:pt idx="4028">
                  <c:v>190.05</c:v>
                </c:pt>
                <c:pt idx="4029">
                  <c:v>204.95</c:v>
                </c:pt>
                <c:pt idx="4030">
                  <c:v>220</c:v>
                </c:pt>
                <c:pt idx="4031">
                  <c:v>218</c:v>
                </c:pt>
                <c:pt idx="4032">
                  <c:v>220.5</c:v>
                </c:pt>
                <c:pt idx="4033">
                  <c:v>216.85</c:v>
                </c:pt>
                <c:pt idx="4034">
                  <c:v>216.35</c:v>
                </c:pt>
                <c:pt idx="4035">
                  <c:v>215.5</c:v>
                </c:pt>
                <c:pt idx="4036">
                  <c:v>213.85</c:v>
                </c:pt>
                <c:pt idx="4037">
                  <c:v>221.65</c:v>
                </c:pt>
                <c:pt idx="4038">
                  <c:v>221.35</c:v>
                </c:pt>
                <c:pt idx="4039">
                  <c:v>226.4</c:v>
                </c:pt>
                <c:pt idx="4040">
                  <c:v>227.75</c:v>
                </c:pt>
                <c:pt idx="4041">
                  <c:v>230.2</c:v>
                </c:pt>
                <c:pt idx="4042">
                  <c:v>234.85</c:v>
                </c:pt>
                <c:pt idx="4043">
                  <c:v>233.6</c:v>
                </c:pt>
                <c:pt idx="4044">
                  <c:v>234.2</c:v>
                </c:pt>
                <c:pt idx="4045">
                  <c:v>225.45</c:v>
                </c:pt>
                <c:pt idx="4046">
                  <c:v>223.4</c:v>
                </c:pt>
                <c:pt idx="4047">
                  <c:v>237.5</c:v>
                </c:pt>
                <c:pt idx="4048">
                  <c:v>236.65</c:v>
                </c:pt>
                <c:pt idx="4049">
                  <c:v>238.3</c:v>
                </c:pt>
                <c:pt idx="4050">
                  <c:v>238.75</c:v>
                </c:pt>
                <c:pt idx="4051">
                  <c:v>225.6</c:v>
                </c:pt>
                <c:pt idx="4052">
                  <c:v>222.55</c:v>
                </c:pt>
                <c:pt idx="4053">
                  <c:v>220.3</c:v>
                </c:pt>
                <c:pt idx="4054">
                  <c:v>221.25</c:v>
                </c:pt>
                <c:pt idx="4055">
                  <c:v>224.7</c:v>
                </c:pt>
                <c:pt idx="4056">
                  <c:v>228.75</c:v>
                </c:pt>
                <c:pt idx="4057">
                  <c:v>240.65</c:v>
                </c:pt>
                <c:pt idx="4058">
                  <c:v>237.15</c:v>
                </c:pt>
                <c:pt idx="4059">
                  <c:v>238.05</c:v>
                </c:pt>
                <c:pt idx="4060">
                  <c:v>253.05</c:v>
                </c:pt>
                <c:pt idx="4061">
                  <c:v>252</c:v>
                </c:pt>
                <c:pt idx="4062">
                  <c:v>252.95</c:v>
                </c:pt>
                <c:pt idx="4063">
                  <c:v>254.05</c:v>
                </c:pt>
                <c:pt idx="4064">
                  <c:v>244.6</c:v>
                </c:pt>
                <c:pt idx="4065">
                  <c:v>240.1</c:v>
                </c:pt>
                <c:pt idx="4066">
                  <c:v>236.95</c:v>
                </c:pt>
                <c:pt idx="4067">
                  <c:v>226.75</c:v>
                </c:pt>
                <c:pt idx="4068">
                  <c:v>221.1</c:v>
                </c:pt>
                <c:pt idx="4069">
                  <c:v>214.45</c:v>
                </c:pt>
                <c:pt idx="4070">
                  <c:v>214.65</c:v>
                </c:pt>
                <c:pt idx="4071">
                  <c:v>218.6</c:v>
                </c:pt>
                <c:pt idx="4072">
                  <c:v>225.3</c:v>
                </c:pt>
                <c:pt idx="4073">
                  <c:v>225.5</c:v>
                </c:pt>
                <c:pt idx="4074">
                  <c:v>223.95</c:v>
                </c:pt>
                <c:pt idx="4075">
                  <c:v>231.8</c:v>
                </c:pt>
                <c:pt idx="4076">
                  <c:v>226.5</c:v>
                </c:pt>
                <c:pt idx="4077">
                  <c:v>223.75</c:v>
                </c:pt>
                <c:pt idx="4078">
                  <c:v>225.95</c:v>
                </c:pt>
                <c:pt idx="4079">
                  <c:v>226.45</c:v>
                </c:pt>
                <c:pt idx="4080">
                  <c:v>225.55</c:v>
                </c:pt>
                <c:pt idx="4081">
                  <c:v>220.1</c:v>
                </c:pt>
                <c:pt idx="4082">
                  <c:v>221.1</c:v>
                </c:pt>
                <c:pt idx="4083">
                  <c:v>224.55</c:v>
                </c:pt>
                <c:pt idx="4084">
                  <c:v>235</c:v>
                </c:pt>
                <c:pt idx="4085">
                  <c:v>241.15</c:v>
                </c:pt>
                <c:pt idx="4086">
                  <c:v>243.15</c:v>
                </c:pt>
                <c:pt idx="4087">
                  <c:v>244.5</c:v>
                </c:pt>
                <c:pt idx="4088">
                  <c:v>244.65</c:v>
                </c:pt>
                <c:pt idx="4089">
                  <c:v>240.05</c:v>
                </c:pt>
                <c:pt idx="4090">
                  <c:v>241.35</c:v>
                </c:pt>
                <c:pt idx="4091">
                  <c:v>243.75</c:v>
                </c:pt>
                <c:pt idx="4092">
                  <c:v>243.5</c:v>
                </c:pt>
                <c:pt idx="4093">
                  <c:v>254.1</c:v>
                </c:pt>
                <c:pt idx="4094">
                  <c:v>257.64999999999998</c:v>
                </c:pt>
                <c:pt idx="4095">
                  <c:v>254.55</c:v>
                </c:pt>
                <c:pt idx="4096">
                  <c:v>252.6</c:v>
                </c:pt>
                <c:pt idx="4097">
                  <c:v>243.75</c:v>
                </c:pt>
                <c:pt idx="4098">
                  <c:v>244.95</c:v>
                </c:pt>
                <c:pt idx="4099">
                  <c:v>247.95</c:v>
                </c:pt>
                <c:pt idx="4100">
                  <c:v>239.05</c:v>
                </c:pt>
                <c:pt idx="4101">
                  <c:v>238.45</c:v>
                </c:pt>
                <c:pt idx="4102">
                  <c:v>238.1</c:v>
                </c:pt>
                <c:pt idx="4103">
                  <c:v>237.85</c:v>
                </c:pt>
                <c:pt idx="4104">
                  <c:v>239</c:v>
                </c:pt>
                <c:pt idx="4105">
                  <c:v>240.9</c:v>
                </c:pt>
                <c:pt idx="4106">
                  <c:v>230.95</c:v>
                </c:pt>
                <c:pt idx="4107">
                  <c:v>232.7</c:v>
                </c:pt>
                <c:pt idx="4108">
                  <c:v>233.15</c:v>
                </c:pt>
                <c:pt idx="4109">
                  <c:v>236.65</c:v>
                </c:pt>
                <c:pt idx="4110">
                  <c:v>240.55</c:v>
                </c:pt>
                <c:pt idx="4111">
                  <c:v>240.35</c:v>
                </c:pt>
                <c:pt idx="4112">
                  <c:v>248.15</c:v>
                </c:pt>
                <c:pt idx="4113">
                  <c:v>245.1</c:v>
                </c:pt>
                <c:pt idx="4114">
                  <c:v>244.85</c:v>
                </c:pt>
                <c:pt idx="4115">
                  <c:v>241.95</c:v>
                </c:pt>
                <c:pt idx="4116">
                  <c:v>249.85</c:v>
                </c:pt>
                <c:pt idx="4117">
                  <c:v>261.7</c:v>
                </c:pt>
                <c:pt idx="4118">
                  <c:v>261.14999999999998</c:v>
                </c:pt>
                <c:pt idx="4119">
                  <c:v>268.60000000000002</c:v>
                </c:pt>
                <c:pt idx="4120">
                  <c:v>265.75</c:v>
                </c:pt>
                <c:pt idx="4121">
                  <c:v>263.39999999999998</c:v>
                </c:pt>
                <c:pt idx="4122">
                  <c:v>269.14999999999998</c:v>
                </c:pt>
                <c:pt idx="4123">
                  <c:v>267.5</c:v>
                </c:pt>
                <c:pt idx="4124">
                  <c:v>261.89999999999998</c:v>
                </c:pt>
                <c:pt idx="4125">
                  <c:v>263.45</c:v>
                </c:pt>
                <c:pt idx="4126">
                  <c:v>268.64999999999998</c:v>
                </c:pt>
                <c:pt idx="4127">
                  <c:v>261.64999999999998</c:v>
                </c:pt>
                <c:pt idx="4128">
                  <c:v>270.60000000000002</c:v>
                </c:pt>
                <c:pt idx="4129">
                  <c:v>272</c:v>
                </c:pt>
                <c:pt idx="4130">
                  <c:v>262.89999999999998</c:v>
                </c:pt>
                <c:pt idx="4131">
                  <c:v>249.5</c:v>
                </c:pt>
                <c:pt idx="4132">
                  <c:v>245.3</c:v>
                </c:pt>
                <c:pt idx="4133">
                  <c:v>242.1</c:v>
                </c:pt>
                <c:pt idx="4134">
                  <c:v>240.35</c:v>
                </c:pt>
                <c:pt idx="4135">
                  <c:v>245.95</c:v>
                </c:pt>
                <c:pt idx="4136">
                  <c:v>245.25</c:v>
                </c:pt>
                <c:pt idx="4137">
                  <c:v>245.35</c:v>
                </c:pt>
                <c:pt idx="4138">
                  <c:v>239.35</c:v>
                </c:pt>
                <c:pt idx="4139">
                  <c:v>242.7</c:v>
                </c:pt>
                <c:pt idx="4140">
                  <c:v>245.95</c:v>
                </c:pt>
                <c:pt idx="4141">
                  <c:v>248.55</c:v>
                </c:pt>
                <c:pt idx="4142">
                  <c:v>247.6</c:v>
                </c:pt>
                <c:pt idx="4143">
                  <c:v>252.9</c:v>
                </c:pt>
                <c:pt idx="4144">
                  <c:v>253.9</c:v>
                </c:pt>
                <c:pt idx="4145">
                  <c:v>252.25</c:v>
                </c:pt>
                <c:pt idx="4146">
                  <c:v>250.2</c:v>
                </c:pt>
                <c:pt idx="4147">
                  <c:v>248.45</c:v>
                </c:pt>
                <c:pt idx="4148">
                  <c:v>246.95</c:v>
                </c:pt>
                <c:pt idx="4149">
                  <c:v>245.3</c:v>
                </c:pt>
                <c:pt idx="4150">
                  <c:v>250.5</c:v>
                </c:pt>
                <c:pt idx="4151">
                  <c:v>256.25</c:v>
                </c:pt>
                <c:pt idx="4152">
                  <c:v>258</c:v>
                </c:pt>
                <c:pt idx="4153">
                  <c:v>260.95</c:v>
                </c:pt>
                <c:pt idx="4154">
                  <c:v>261.3</c:v>
                </c:pt>
                <c:pt idx="4155">
                  <c:v>272.7</c:v>
                </c:pt>
                <c:pt idx="4156">
                  <c:v>278.14999999999998</c:v>
                </c:pt>
                <c:pt idx="4157">
                  <c:v>276.35000000000002</c:v>
                </c:pt>
                <c:pt idx="4158">
                  <c:v>274.10000000000002</c:v>
                </c:pt>
                <c:pt idx="4159">
                  <c:v>268.2</c:v>
                </c:pt>
                <c:pt idx="4160">
                  <c:v>271.45</c:v>
                </c:pt>
                <c:pt idx="4161">
                  <c:v>270.60000000000002</c:v>
                </c:pt>
                <c:pt idx="4162">
                  <c:v>267.35000000000002</c:v>
                </c:pt>
                <c:pt idx="4163">
                  <c:v>271.60000000000002</c:v>
                </c:pt>
                <c:pt idx="4164">
                  <c:v>272.10000000000002</c:v>
                </c:pt>
                <c:pt idx="4165">
                  <c:v>269.89999999999998</c:v>
                </c:pt>
                <c:pt idx="4166">
                  <c:v>275.5</c:v>
                </c:pt>
                <c:pt idx="4167">
                  <c:v>271.25</c:v>
                </c:pt>
                <c:pt idx="4168">
                  <c:v>262.55</c:v>
                </c:pt>
                <c:pt idx="4169">
                  <c:v>260</c:v>
                </c:pt>
                <c:pt idx="4170">
                  <c:v>260.75</c:v>
                </c:pt>
                <c:pt idx="4171">
                  <c:v>250.35</c:v>
                </c:pt>
                <c:pt idx="4172">
                  <c:v>252.15</c:v>
                </c:pt>
                <c:pt idx="4173">
                  <c:v>256.14999999999998</c:v>
                </c:pt>
                <c:pt idx="4174">
                  <c:v>258.2</c:v>
                </c:pt>
                <c:pt idx="4175">
                  <c:v>255.45</c:v>
                </c:pt>
                <c:pt idx="4176">
                  <c:v>251.25</c:v>
                </c:pt>
                <c:pt idx="4177">
                  <c:v>250.6</c:v>
                </c:pt>
                <c:pt idx="4178">
                  <c:v>250.1</c:v>
                </c:pt>
                <c:pt idx="4179">
                  <c:v>241.15</c:v>
                </c:pt>
                <c:pt idx="4180">
                  <c:v>241.75</c:v>
                </c:pt>
                <c:pt idx="4181">
                  <c:v>258.75</c:v>
                </c:pt>
                <c:pt idx="4182">
                  <c:v>270.35000000000002</c:v>
                </c:pt>
                <c:pt idx="4183">
                  <c:v>265.05</c:v>
                </c:pt>
                <c:pt idx="4184">
                  <c:v>277.60000000000002</c:v>
                </c:pt>
                <c:pt idx="4185">
                  <c:v>277.39999999999998</c:v>
                </c:pt>
                <c:pt idx="4186">
                  <c:v>284.55</c:v>
                </c:pt>
                <c:pt idx="4187">
                  <c:v>289.25</c:v>
                </c:pt>
                <c:pt idx="4188">
                  <c:v>278.39999999999998</c:v>
                </c:pt>
                <c:pt idx="4189">
                  <c:v>284.3</c:v>
                </c:pt>
                <c:pt idx="4190">
                  <c:v>276.85000000000002</c:v>
                </c:pt>
                <c:pt idx="4191">
                  <c:v>277.05</c:v>
                </c:pt>
                <c:pt idx="4192">
                  <c:v>275.35000000000002</c:v>
                </c:pt>
                <c:pt idx="4193">
                  <c:v>271.89999999999998</c:v>
                </c:pt>
                <c:pt idx="4194">
                  <c:v>269.75</c:v>
                </c:pt>
                <c:pt idx="4195">
                  <c:v>269.8</c:v>
                </c:pt>
                <c:pt idx="4196">
                  <c:v>278.7</c:v>
                </c:pt>
                <c:pt idx="4197">
                  <c:v>283.2</c:v>
                </c:pt>
                <c:pt idx="4198">
                  <c:v>281.45</c:v>
                </c:pt>
                <c:pt idx="4199">
                  <c:v>292.60000000000002</c:v>
                </c:pt>
                <c:pt idx="4200">
                  <c:v>276.39999999999998</c:v>
                </c:pt>
                <c:pt idx="4201">
                  <c:v>269.75</c:v>
                </c:pt>
                <c:pt idx="4202">
                  <c:v>266.2</c:v>
                </c:pt>
                <c:pt idx="4203">
                  <c:v>267.64999999999998</c:v>
                </c:pt>
                <c:pt idx="4204">
                  <c:v>264.60000000000002</c:v>
                </c:pt>
                <c:pt idx="4205">
                  <c:v>261.2</c:v>
                </c:pt>
                <c:pt idx="4206">
                  <c:v>262.7</c:v>
                </c:pt>
                <c:pt idx="4207">
                  <c:v>264.95</c:v>
                </c:pt>
                <c:pt idx="4208">
                  <c:v>259.3</c:v>
                </c:pt>
                <c:pt idx="4209">
                  <c:v>260.10000000000002</c:v>
                </c:pt>
                <c:pt idx="4210">
                  <c:v>255.3</c:v>
                </c:pt>
                <c:pt idx="4211">
                  <c:v>255.45</c:v>
                </c:pt>
                <c:pt idx="4212">
                  <c:v>265.55</c:v>
                </c:pt>
                <c:pt idx="4213">
                  <c:v>259.14999999999998</c:v>
                </c:pt>
                <c:pt idx="4214">
                  <c:v>259.5</c:v>
                </c:pt>
                <c:pt idx="4215">
                  <c:v>260.85000000000002</c:v>
                </c:pt>
                <c:pt idx="4216">
                  <c:v>261</c:v>
                </c:pt>
                <c:pt idx="4217">
                  <c:v>258.7</c:v>
                </c:pt>
                <c:pt idx="4218">
                  <c:v>262.75</c:v>
                </c:pt>
                <c:pt idx="4219">
                  <c:v>268.45</c:v>
                </c:pt>
                <c:pt idx="4220">
                  <c:v>264.85000000000002</c:v>
                </c:pt>
                <c:pt idx="4221">
                  <c:v>264.39999999999998</c:v>
                </c:pt>
                <c:pt idx="4222">
                  <c:v>260.55</c:v>
                </c:pt>
                <c:pt idx="4223">
                  <c:v>260.3</c:v>
                </c:pt>
                <c:pt idx="4224">
                  <c:v>255.6</c:v>
                </c:pt>
                <c:pt idx="4225">
                  <c:v>257.10000000000002</c:v>
                </c:pt>
                <c:pt idx="4226">
                  <c:v>251.6</c:v>
                </c:pt>
                <c:pt idx="4227">
                  <c:v>253.25</c:v>
                </c:pt>
                <c:pt idx="4228">
                  <c:v>252.95</c:v>
                </c:pt>
                <c:pt idx="4229">
                  <c:v>251.85</c:v>
                </c:pt>
                <c:pt idx="4230">
                  <c:v>248.15</c:v>
                </c:pt>
                <c:pt idx="4231">
                  <c:v>253.55</c:v>
                </c:pt>
                <c:pt idx="4232">
                  <c:v>251.75</c:v>
                </c:pt>
                <c:pt idx="4233">
                  <c:v>251.1</c:v>
                </c:pt>
                <c:pt idx="4234">
                  <c:v>255.3</c:v>
                </c:pt>
                <c:pt idx="4235">
                  <c:v>251.95</c:v>
                </c:pt>
                <c:pt idx="4236">
                  <c:v>254.4</c:v>
                </c:pt>
                <c:pt idx="4237">
                  <c:v>251.1</c:v>
                </c:pt>
                <c:pt idx="4238">
                  <c:v>257.25</c:v>
                </c:pt>
                <c:pt idx="4239">
                  <c:v>258.14999999999998</c:v>
                </c:pt>
                <c:pt idx="4240">
                  <c:v>258.7</c:v>
                </c:pt>
                <c:pt idx="4241">
                  <c:v>260.2</c:v>
                </c:pt>
                <c:pt idx="4242">
                  <c:v>264.7</c:v>
                </c:pt>
                <c:pt idx="4243">
                  <c:v>268.35000000000002</c:v>
                </c:pt>
                <c:pt idx="4244">
                  <c:v>268.05</c:v>
                </c:pt>
                <c:pt idx="4245">
                  <c:v>269.3</c:v>
                </c:pt>
                <c:pt idx="4246">
                  <c:v>268.39999999999998</c:v>
                </c:pt>
                <c:pt idx="4247">
                  <c:v>268.45</c:v>
                </c:pt>
                <c:pt idx="4248">
                  <c:v>269.7</c:v>
                </c:pt>
                <c:pt idx="4249">
                  <c:v>263.45</c:v>
                </c:pt>
                <c:pt idx="4250">
                  <c:v>257.55</c:v>
                </c:pt>
                <c:pt idx="4251">
                  <c:v>257.14999999999998</c:v>
                </c:pt>
                <c:pt idx="4252">
                  <c:v>259.95</c:v>
                </c:pt>
                <c:pt idx="4253">
                  <c:v>272</c:v>
                </c:pt>
                <c:pt idx="4254">
                  <c:v>270.8</c:v>
                </c:pt>
                <c:pt idx="4255">
                  <c:v>268.95</c:v>
                </c:pt>
                <c:pt idx="4256">
                  <c:v>281</c:v>
                </c:pt>
                <c:pt idx="4257">
                  <c:v>285.8</c:v>
                </c:pt>
                <c:pt idx="4258">
                  <c:v>281.55</c:v>
                </c:pt>
                <c:pt idx="4259">
                  <c:v>290.3</c:v>
                </c:pt>
                <c:pt idx="4260">
                  <c:v>288.10000000000002</c:v>
                </c:pt>
                <c:pt idx="4261">
                  <c:v>285.8</c:v>
                </c:pt>
                <c:pt idx="4262">
                  <c:v>285</c:v>
                </c:pt>
                <c:pt idx="4263">
                  <c:v>281.60000000000002</c:v>
                </c:pt>
                <c:pt idx="4264">
                  <c:v>281.64999999999998</c:v>
                </c:pt>
                <c:pt idx="4265">
                  <c:v>284.64999999999998</c:v>
                </c:pt>
                <c:pt idx="4266">
                  <c:v>280.75</c:v>
                </c:pt>
                <c:pt idx="4267">
                  <c:v>278.8</c:v>
                </c:pt>
                <c:pt idx="4268">
                  <c:v>283</c:v>
                </c:pt>
                <c:pt idx="4269">
                  <c:v>282.35000000000002</c:v>
                </c:pt>
                <c:pt idx="4270">
                  <c:v>284.8</c:v>
                </c:pt>
                <c:pt idx="4271">
                  <c:v>286.14999999999998</c:v>
                </c:pt>
                <c:pt idx="4272">
                  <c:v>284.5</c:v>
                </c:pt>
                <c:pt idx="4273">
                  <c:v>278.85000000000002</c:v>
                </c:pt>
                <c:pt idx="4274">
                  <c:v>276.35000000000002</c:v>
                </c:pt>
                <c:pt idx="4275">
                  <c:v>279.10000000000002</c:v>
                </c:pt>
                <c:pt idx="4276">
                  <c:v>278.64999999999998</c:v>
                </c:pt>
                <c:pt idx="4277">
                  <c:v>275.95</c:v>
                </c:pt>
                <c:pt idx="4278">
                  <c:v>276.75</c:v>
                </c:pt>
                <c:pt idx="4279">
                  <c:v>276</c:v>
                </c:pt>
                <c:pt idx="4280">
                  <c:v>274.39999999999998</c:v>
                </c:pt>
                <c:pt idx="4281">
                  <c:v>273.5</c:v>
                </c:pt>
                <c:pt idx="4282">
                  <c:v>270.55</c:v>
                </c:pt>
                <c:pt idx="4283">
                  <c:v>287.25</c:v>
                </c:pt>
                <c:pt idx="4284">
                  <c:v>285.14999999999998</c:v>
                </c:pt>
                <c:pt idx="4285">
                  <c:v>284.5</c:v>
                </c:pt>
                <c:pt idx="4286">
                  <c:v>280.60000000000002</c:v>
                </c:pt>
                <c:pt idx="4287">
                  <c:v>275.05</c:v>
                </c:pt>
                <c:pt idx="4288">
                  <c:v>272.05</c:v>
                </c:pt>
                <c:pt idx="4289">
                  <c:v>265</c:v>
                </c:pt>
                <c:pt idx="4290">
                  <c:v>266.95</c:v>
                </c:pt>
                <c:pt idx="4291">
                  <c:v>274.75</c:v>
                </c:pt>
                <c:pt idx="4292">
                  <c:v>273.14999999999998</c:v>
                </c:pt>
                <c:pt idx="4293">
                  <c:v>277</c:v>
                </c:pt>
                <c:pt idx="4294">
                  <c:v>282.2</c:v>
                </c:pt>
                <c:pt idx="4295">
                  <c:v>281.35000000000002</c:v>
                </c:pt>
                <c:pt idx="4296">
                  <c:v>276.85000000000002</c:v>
                </c:pt>
                <c:pt idx="4297">
                  <c:v>286.7</c:v>
                </c:pt>
                <c:pt idx="4298">
                  <c:v>284.85000000000002</c:v>
                </c:pt>
                <c:pt idx="4299">
                  <c:v>280.85000000000002</c:v>
                </c:pt>
                <c:pt idx="4300">
                  <c:v>277.35000000000002</c:v>
                </c:pt>
                <c:pt idx="4301">
                  <c:v>277.64999999999998</c:v>
                </c:pt>
                <c:pt idx="4302">
                  <c:v>283.64999999999998</c:v>
                </c:pt>
                <c:pt idx="4303">
                  <c:v>280.8</c:v>
                </c:pt>
                <c:pt idx="4304">
                  <c:v>282.8</c:v>
                </c:pt>
                <c:pt idx="4305">
                  <c:v>282.39999999999998</c:v>
                </c:pt>
                <c:pt idx="4306">
                  <c:v>283.39999999999998</c:v>
                </c:pt>
                <c:pt idx="4307">
                  <c:v>280.55</c:v>
                </c:pt>
                <c:pt idx="4308">
                  <c:v>272.75</c:v>
                </c:pt>
                <c:pt idx="4309">
                  <c:v>269.14999999999998</c:v>
                </c:pt>
                <c:pt idx="4310">
                  <c:v>268.64999999999998</c:v>
                </c:pt>
                <c:pt idx="4311">
                  <c:v>272.5</c:v>
                </c:pt>
                <c:pt idx="4312">
                  <c:v>276.89999999999998</c:v>
                </c:pt>
                <c:pt idx="4313">
                  <c:v>274.14999999999998</c:v>
                </c:pt>
                <c:pt idx="4314">
                  <c:v>278.5</c:v>
                </c:pt>
                <c:pt idx="4315">
                  <c:v>275.60000000000002</c:v>
                </c:pt>
                <c:pt idx="4316">
                  <c:v>272.75</c:v>
                </c:pt>
                <c:pt idx="4317">
                  <c:v>297.8</c:v>
                </c:pt>
                <c:pt idx="4318">
                  <c:v>298.55</c:v>
                </c:pt>
                <c:pt idx="4319">
                  <c:v>302.95</c:v>
                </c:pt>
                <c:pt idx="4320">
                  <c:v>300.60000000000002</c:v>
                </c:pt>
                <c:pt idx="4321">
                  <c:v>298.64999999999998</c:v>
                </c:pt>
                <c:pt idx="4322">
                  <c:v>300.2</c:v>
                </c:pt>
                <c:pt idx="4323">
                  <c:v>296.55</c:v>
                </c:pt>
                <c:pt idx="4324">
                  <c:v>301.8</c:v>
                </c:pt>
                <c:pt idx="4325">
                  <c:v>302.64999999999998</c:v>
                </c:pt>
                <c:pt idx="4326">
                  <c:v>309.75</c:v>
                </c:pt>
                <c:pt idx="4327">
                  <c:v>307.95</c:v>
                </c:pt>
                <c:pt idx="4328">
                  <c:v>307.05</c:v>
                </c:pt>
                <c:pt idx="4329">
                  <c:v>303.85000000000002</c:v>
                </c:pt>
                <c:pt idx="4330">
                  <c:v>306.05</c:v>
                </c:pt>
                <c:pt idx="4331">
                  <c:v>306.7</c:v>
                </c:pt>
                <c:pt idx="4332">
                  <c:v>317.7</c:v>
                </c:pt>
                <c:pt idx="4333">
                  <c:v>321.55</c:v>
                </c:pt>
                <c:pt idx="4334">
                  <c:v>314.89999999999998</c:v>
                </c:pt>
                <c:pt idx="4335">
                  <c:v>321.39999999999998</c:v>
                </c:pt>
                <c:pt idx="4336">
                  <c:v>326.45</c:v>
                </c:pt>
                <c:pt idx="4337">
                  <c:v>320.10000000000002</c:v>
                </c:pt>
                <c:pt idx="4338">
                  <c:v>318.14999999999998</c:v>
                </c:pt>
                <c:pt idx="4339">
                  <c:v>319.75</c:v>
                </c:pt>
                <c:pt idx="4340">
                  <c:v>318.95</c:v>
                </c:pt>
                <c:pt idx="4341">
                  <c:v>324.7</c:v>
                </c:pt>
                <c:pt idx="4342">
                  <c:v>320.2</c:v>
                </c:pt>
                <c:pt idx="4343">
                  <c:v>322.14999999999998</c:v>
                </c:pt>
                <c:pt idx="4344">
                  <c:v>315.75</c:v>
                </c:pt>
                <c:pt idx="4345">
                  <c:v>314.85000000000002</c:v>
                </c:pt>
                <c:pt idx="4346">
                  <c:v>319.05</c:v>
                </c:pt>
                <c:pt idx="4347">
                  <c:v>316.75</c:v>
                </c:pt>
                <c:pt idx="4348">
                  <c:v>316.5</c:v>
                </c:pt>
                <c:pt idx="4349">
                  <c:v>320.60000000000002</c:v>
                </c:pt>
                <c:pt idx="4350">
                  <c:v>292.45</c:v>
                </c:pt>
                <c:pt idx="4351">
                  <c:v>291.10000000000002</c:v>
                </c:pt>
                <c:pt idx="4352">
                  <c:v>289.60000000000002</c:v>
                </c:pt>
                <c:pt idx="4353">
                  <c:v>291.85000000000002</c:v>
                </c:pt>
                <c:pt idx="4354">
                  <c:v>287.89999999999998</c:v>
                </c:pt>
                <c:pt idx="4355">
                  <c:v>290.35000000000002</c:v>
                </c:pt>
                <c:pt idx="4356">
                  <c:v>293.25</c:v>
                </c:pt>
                <c:pt idx="4357">
                  <c:v>290.14999999999998</c:v>
                </c:pt>
                <c:pt idx="4358">
                  <c:v>290.05</c:v>
                </c:pt>
                <c:pt idx="4359">
                  <c:v>289.5</c:v>
                </c:pt>
                <c:pt idx="4360">
                  <c:v>292.85000000000002</c:v>
                </c:pt>
                <c:pt idx="4361">
                  <c:v>293.75</c:v>
                </c:pt>
                <c:pt idx="4362">
                  <c:v>289.7</c:v>
                </c:pt>
                <c:pt idx="4363">
                  <c:v>291.45</c:v>
                </c:pt>
                <c:pt idx="4364">
                  <c:v>289.64999999999998</c:v>
                </c:pt>
                <c:pt idx="4365">
                  <c:v>292.35000000000002</c:v>
                </c:pt>
                <c:pt idx="4366">
                  <c:v>297.89999999999998</c:v>
                </c:pt>
                <c:pt idx="4367">
                  <c:v>298.25</c:v>
                </c:pt>
                <c:pt idx="4368">
                  <c:v>303.5</c:v>
                </c:pt>
                <c:pt idx="4369">
                  <c:v>303.89999999999998</c:v>
                </c:pt>
                <c:pt idx="4370">
                  <c:v>302.25</c:v>
                </c:pt>
                <c:pt idx="4371">
                  <c:v>300.60000000000002</c:v>
                </c:pt>
                <c:pt idx="4372">
                  <c:v>302.05</c:v>
                </c:pt>
                <c:pt idx="4373">
                  <c:v>303.05</c:v>
                </c:pt>
                <c:pt idx="4374">
                  <c:v>304.14999999999998</c:v>
                </c:pt>
                <c:pt idx="4375">
                  <c:v>310.35000000000002</c:v>
                </c:pt>
                <c:pt idx="4376">
                  <c:v>307.2</c:v>
                </c:pt>
                <c:pt idx="4377">
                  <c:v>296.14999999999998</c:v>
                </c:pt>
                <c:pt idx="4378">
                  <c:v>302.60000000000002</c:v>
                </c:pt>
                <c:pt idx="4379">
                  <c:v>302.60000000000002</c:v>
                </c:pt>
                <c:pt idx="4380">
                  <c:v>301.85000000000002</c:v>
                </c:pt>
                <c:pt idx="4381">
                  <c:v>295.7</c:v>
                </c:pt>
                <c:pt idx="4382">
                  <c:v>296.25</c:v>
                </c:pt>
                <c:pt idx="4383">
                  <c:v>300.14999999999998</c:v>
                </c:pt>
                <c:pt idx="4384">
                  <c:v>295.5</c:v>
                </c:pt>
                <c:pt idx="4385">
                  <c:v>290.60000000000002</c:v>
                </c:pt>
                <c:pt idx="4386">
                  <c:v>288.75</c:v>
                </c:pt>
                <c:pt idx="4387">
                  <c:v>286.95</c:v>
                </c:pt>
                <c:pt idx="4388">
                  <c:v>291.8</c:v>
                </c:pt>
                <c:pt idx="4389">
                  <c:v>294.95</c:v>
                </c:pt>
                <c:pt idx="4390">
                  <c:v>293.14999999999998</c:v>
                </c:pt>
                <c:pt idx="4391">
                  <c:v>293.14999999999998</c:v>
                </c:pt>
                <c:pt idx="4392">
                  <c:v>293.5</c:v>
                </c:pt>
                <c:pt idx="4393">
                  <c:v>293.95</c:v>
                </c:pt>
                <c:pt idx="4394">
                  <c:v>298.60000000000002</c:v>
                </c:pt>
                <c:pt idx="4395">
                  <c:v>297.7</c:v>
                </c:pt>
                <c:pt idx="4396">
                  <c:v>300.89999999999998</c:v>
                </c:pt>
                <c:pt idx="4397">
                  <c:v>299.5</c:v>
                </c:pt>
                <c:pt idx="4398">
                  <c:v>300.3</c:v>
                </c:pt>
                <c:pt idx="4399">
                  <c:v>298.05</c:v>
                </c:pt>
                <c:pt idx="4400">
                  <c:v>298.3</c:v>
                </c:pt>
                <c:pt idx="4401">
                  <c:v>297.10000000000002</c:v>
                </c:pt>
                <c:pt idx="4402">
                  <c:v>297.60000000000002</c:v>
                </c:pt>
                <c:pt idx="4403">
                  <c:v>295.35000000000002</c:v>
                </c:pt>
                <c:pt idx="4404">
                  <c:v>292.64999999999998</c:v>
                </c:pt>
                <c:pt idx="4405">
                  <c:v>292</c:v>
                </c:pt>
                <c:pt idx="4406">
                  <c:v>290.8</c:v>
                </c:pt>
                <c:pt idx="4407">
                  <c:v>291.2</c:v>
                </c:pt>
                <c:pt idx="4408">
                  <c:v>292</c:v>
                </c:pt>
                <c:pt idx="4409">
                  <c:v>293.7</c:v>
                </c:pt>
                <c:pt idx="4410">
                  <c:v>291.60000000000002</c:v>
                </c:pt>
                <c:pt idx="4411">
                  <c:v>293</c:v>
                </c:pt>
                <c:pt idx="4412">
                  <c:v>294.64999999999998</c:v>
                </c:pt>
                <c:pt idx="4413">
                  <c:v>290.55</c:v>
                </c:pt>
                <c:pt idx="4414">
                  <c:v>284.95</c:v>
                </c:pt>
                <c:pt idx="4415">
                  <c:v>277.10000000000002</c:v>
                </c:pt>
                <c:pt idx="4416">
                  <c:v>279.5</c:v>
                </c:pt>
                <c:pt idx="4417">
                  <c:v>282.75</c:v>
                </c:pt>
                <c:pt idx="4418">
                  <c:v>276.39999999999998</c:v>
                </c:pt>
                <c:pt idx="4419">
                  <c:v>275.95</c:v>
                </c:pt>
                <c:pt idx="4420">
                  <c:v>276.60000000000002</c:v>
                </c:pt>
                <c:pt idx="4421">
                  <c:v>278.39999999999998</c:v>
                </c:pt>
                <c:pt idx="4422">
                  <c:v>276.10000000000002</c:v>
                </c:pt>
                <c:pt idx="4423">
                  <c:v>271.8</c:v>
                </c:pt>
                <c:pt idx="4424">
                  <c:v>271.95</c:v>
                </c:pt>
                <c:pt idx="4425">
                  <c:v>271.75</c:v>
                </c:pt>
                <c:pt idx="4426">
                  <c:v>269.8</c:v>
                </c:pt>
                <c:pt idx="4427">
                  <c:v>267.60000000000002</c:v>
                </c:pt>
                <c:pt idx="4428">
                  <c:v>267.55</c:v>
                </c:pt>
                <c:pt idx="4429">
                  <c:v>271.3</c:v>
                </c:pt>
                <c:pt idx="4430">
                  <c:v>274.25</c:v>
                </c:pt>
                <c:pt idx="4431">
                  <c:v>273.89999999999998</c:v>
                </c:pt>
                <c:pt idx="4432">
                  <c:v>263.14999999999998</c:v>
                </c:pt>
                <c:pt idx="4433">
                  <c:v>257.85000000000002</c:v>
                </c:pt>
                <c:pt idx="4434">
                  <c:v>262.55</c:v>
                </c:pt>
                <c:pt idx="4435">
                  <c:v>266.55</c:v>
                </c:pt>
                <c:pt idx="4436">
                  <c:v>305.7</c:v>
                </c:pt>
                <c:pt idx="4437">
                  <c:v>299.25</c:v>
                </c:pt>
                <c:pt idx="4438">
                  <c:v>301.14999999999998</c:v>
                </c:pt>
                <c:pt idx="4439">
                  <c:v>300.55</c:v>
                </c:pt>
                <c:pt idx="4440">
                  <c:v>300.10000000000002</c:v>
                </c:pt>
                <c:pt idx="4441">
                  <c:v>313.39999999999998</c:v>
                </c:pt>
                <c:pt idx="4442">
                  <c:v>316.64999999999998</c:v>
                </c:pt>
                <c:pt idx="4443">
                  <c:v>315.89999999999998</c:v>
                </c:pt>
                <c:pt idx="4444">
                  <c:v>316.10000000000002</c:v>
                </c:pt>
                <c:pt idx="4445">
                  <c:v>312.45</c:v>
                </c:pt>
                <c:pt idx="4446">
                  <c:v>305.5</c:v>
                </c:pt>
                <c:pt idx="4447">
                  <c:v>311.3</c:v>
                </c:pt>
                <c:pt idx="4448">
                  <c:v>318.5</c:v>
                </c:pt>
                <c:pt idx="4449">
                  <c:v>314.25</c:v>
                </c:pt>
                <c:pt idx="4450">
                  <c:v>314.10000000000002</c:v>
                </c:pt>
                <c:pt idx="4451">
                  <c:v>315.5</c:v>
                </c:pt>
                <c:pt idx="4452">
                  <c:v>318.95</c:v>
                </c:pt>
                <c:pt idx="4453">
                  <c:v>325.10000000000002</c:v>
                </c:pt>
                <c:pt idx="4454">
                  <c:v>318.55</c:v>
                </c:pt>
                <c:pt idx="4455">
                  <c:v>319.89999999999998</c:v>
                </c:pt>
                <c:pt idx="4456">
                  <c:v>318.89999999999998</c:v>
                </c:pt>
                <c:pt idx="4457">
                  <c:v>319.45</c:v>
                </c:pt>
                <c:pt idx="4458">
                  <c:v>317.2</c:v>
                </c:pt>
                <c:pt idx="4459">
                  <c:v>317</c:v>
                </c:pt>
                <c:pt idx="4460">
                  <c:v>313.2</c:v>
                </c:pt>
                <c:pt idx="4461">
                  <c:v>314.85000000000002</c:v>
                </c:pt>
                <c:pt idx="4462">
                  <c:v>307.55</c:v>
                </c:pt>
                <c:pt idx="4463">
                  <c:v>305.25</c:v>
                </c:pt>
                <c:pt idx="4464">
                  <c:v>304.25</c:v>
                </c:pt>
                <c:pt idx="4465">
                  <c:v>305.25</c:v>
                </c:pt>
                <c:pt idx="4466">
                  <c:v>299.5</c:v>
                </c:pt>
                <c:pt idx="4467">
                  <c:v>305.8</c:v>
                </c:pt>
                <c:pt idx="4468">
                  <c:v>310.75</c:v>
                </c:pt>
                <c:pt idx="4469">
                  <c:v>311.45</c:v>
                </c:pt>
                <c:pt idx="4470">
                  <c:v>307.60000000000002</c:v>
                </c:pt>
                <c:pt idx="4471">
                  <c:v>302.95</c:v>
                </c:pt>
                <c:pt idx="4472">
                  <c:v>304.35000000000002</c:v>
                </c:pt>
                <c:pt idx="4473">
                  <c:v>303.14999999999998</c:v>
                </c:pt>
                <c:pt idx="4474">
                  <c:v>308.89999999999998</c:v>
                </c:pt>
                <c:pt idx="4475">
                  <c:v>313.7</c:v>
                </c:pt>
                <c:pt idx="4476">
                  <c:v>315.8</c:v>
                </c:pt>
                <c:pt idx="4477">
                  <c:v>315.45</c:v>
                </c:pt>
                <c:pt idx="4478">
                  <c:v>316.60000000000002</c:v>
                </c:pt>
                <c:pt idx="4479">
                  <c:v>318.14999999999998</c:v>
                </c:pt>
                <c:pt idx="4480">
                  <c:v>312.8</c:v>
                </c:pt>
                <c:pt idx="4481">
                  <c:v>315.3</c:v>
                </c:pt>
                <c:pt idx="4482">
                  <c:v>314</c:v>
                </c:pt>
                <c:pt idx="4483">
                  <c:v>310.3</c:v>
                </c:pt>
                <c:pt idx="4484">
                  <c:v>309.7</c:v>
                </c:pt>
                <c:pt idx="4485">
                  <c:v>315</c:v>
                </c:pt>
                <c:pt idx="4486">
                  <c:v>314.7</c:v>
                </c:pt>
                <c:pt idx="4487">
                  <c:v>312.89999999999998</c:v>
                </c:pt>
                <c:pt idx="4488">
                  <c:v>314.14999999999998</c:v>
                </c:pt>
                <c:pt idx="4489">
                  <c:v>312.60000000000002</c:v>
                </c:pt>
                <c:pt idx="4490">
                  <c:v>312</c:v>
                </c:pt>
                <c:pt idx="4491">
                  <c:v>309.5</c:v>
                </c:pt>
                <c:pt idx="4492">
                  <c:v>317.7</c:v>
                </c:pt>
                <c:pt idx="4493">
                  <c:v>329.3</c:v>
                </c:pt>
                <c:pt idx="4494">
                  <c:v>334.1</c:v>
                </c:pt>
                <c:pt idx="4495">
                  <c:v>343.25</c:v>
                </c:pt>
                <c:pt idx="4496">
                  <c:v>346.15</c:v>
                </c:pt>
                <c:pt idx="4497">
                  <c:v>353.6</c:v>
                </c:pt>
                <c:pt idx="4498">
                  <c:v>351.5</c:v>
                </c:pt>
                <c:pt idx="4499">
                  <c:v>362.3</c:v>
                </c:pt>
                <c:pt idx="4500">
                  <c:v>352.75</c:v>
                </c:pt>
                <c:pt idx="4501">
                  <c:v>360.8</c:v>
                </c:pt>
                <c:pt idx="4502">
                  <c:v>357.65</c:v>
                </c:pt>
                <c:pt idx="4503">
                  <c:v>353.25</c:v>
                </c:pt>
                <c:pt idx="4504">
                  <c:v>352.95</c:v>
                </c:pt>
                <c:pt idx="4505">
                  <c:v>346.2</c:v>
                </c:pt>
                <c:pt idx="4506">
                  <c:v>335.1</c:v>
                </c:pt>
                <c:pt idx="4507">
                  <c:v>329.7</c:v>
                </c:pt>
                <c:pt idx="4508">
                  <c:v>330.7</c:v>
                </c:pt>
                <c:pt idx="4509">
                  <c:v>332.55</c:v>
                </c:pt>
                <c:pt idx="4510">
                  <c:v>333.85</c:v>
                </c:pt>
                <c:pt idx="4511">
                  <c:v>326.75</c:v>
                </c:pt>
                <c:pt idx="4512">
                  <c:v>326.25</c:v>
                </c:pt>
                <c:pt idx="4513">
                  <c:v>318.95</c:v>
                </c:pt>
                <c:pt idx="4514">
                  <c:v>328.65</c:v>
                </c:pt>
                <c:pt idx="4515">
                  <c:v>321.05</c:v>
                </c:pt>
                <c:pt idx="4516">
                  <c:v>319.75</c:v>
                </c:pt>
                <c:pt idx="4517">
                  <c:v>317.25</c:v>
                </c:pt>
                <c:pt idx="4518">
                  <c:v>319.2</c:v>
                </c:pt>
                <c:pt idx="4519">
                  <c:v>318.35000000000002</c:v>
                </c:pt>
                <c:pt idx="4520">
                  <c:v>322.75</c:v>
                </c:pt>
                <c:pt idx="4521">
                  <c:v>327.05</c:v>
                </c:pt>
                <c:pt idx="4522">
                  <c:v>322.14999999999998</c:v>
                </c:pt>
                <c:pt idx="4523">
                  <c:v>313.25</c:v>
                </c:pt>
                <c:pt idx="4524">
                  <c:v>304.95</c:v>
                </c:pt>
                <c:pt idx="4525">
                  <c:v>303.35000000000002</c:v>
                </c:pt>
                <c:pt idx="4526">
                  <c:v>295.05</c:v>
                </c:pt>
                <c:pt idx="4527">
                  <c:v>286.7</c:v>
                </c:pt>
                <c:pt idx="4528">
                  <c:v>296.95</c:v>
                </c:pt>
                <c:pt idx="4529">
                  <c:v>292.7</c:v>
                </c:pt>
                <c:pt idx="4530">
                  <c:v>300.64999999999998</c:v>
                </c:pt>
                <c:pt idx="4531">
                  <c:v>304.35000000000002</c:v>
                </c:pt>
                <c:pt idx="4532">
                  <c:v>306.05</c:v>
                </c:pt>
                <c:pt idx="4533">
                  <c:v>301.45</c:v>
                </c:pt>
                <c:pt idx="4534">
                  <c:v>298.10000000000002</c:v>
                </c:pt>
                <c:pt idx="4535">
                  <c:v>294.55</c:v>
                </c:pt>
                <c:pt idx="4536">
                  <c:v>292</c:v>
                </c:pt>
                <c:pt idx="4537">
                  <c:v>289.2</c:v>
                </c:pt>
                <c:pt idx="4538">
                  <c:v>283.25</c:v>
                </c:pt>
                <c:pt idx="4539">
                  <c:v>275.55</c:v>
                </c:pt>
                <c:pt idx="4540">
                  <c:v>281.64999999999998</c:v>
                </c:pt>
                <c:pt idx="4541">
                  <c:v>283.89999999999998</c:v>
                </c:pt>
                <c:pt idx="4542">
                  <c:v>278.35000000000002</c:v>
                </c:pt>
                <c:pt idx="4543">
                  <c:v>261.85000000000002</c:v>
                </c:pt>
                <c:pt idx="4544">
                  <c:v>270.05</c:v>
                </c:pt>
                <c:pt idx="4545">
                  <c:v>268.64999999999998</c:v>
                </c:pt>
                <c:pt idx="4546">
                  <c:v>278.64999999999998</c:v>
                </c:pt>
                <c:pt idx="4547">
                  <c:v>280.64999999999998</c:v>
                </c:pt>
                <c:pt idx="4548">
                  <c:v>280.85000000000002</c:v>
                </c:pt>
                <c:pt idx="4549">
                  <c:v>288.8</c:v>
                </c:pt>
                <c:pt idx="4550">
                  <c:v>284.55</c:v>
                </c:pt>
                <c:pt idx="4551">
                  <c:v>286.75</c:v>
                </c:pt>
                <c:pt idx="4552">
                  <c:v>288.25</c:v>
                </c:pt>
                <c:pt idx="4553">
                  <c:v>287.60000000000002</c:v>
                </c:pt>
                <c:pt idx="4554">
                  <c:v>291.75</c:v>
                </c:pt>
                <c:pt idx="4555">
                  <c:v>290.05</c:v>
                </c:pt>
                <c:pt idx="4556">
                  <c:v>289.60000000000002</c:v>
                </c:pt>
                <c:pt idx="4557">
                  <c:v>282.14999999999998</c:v>
                </c:pt>
                <c:pt idx="4558">
                  <c:v>279.39999999999998</c:v>
                </c:pt>
                <c:pt idx="4559">
                  <c:v>284.10000000000002</c:v>
                </c:pt>
                <c:pt idx="4560">
                  <c:v>278.89999999999998</c:v>
                </c:pt>
                <c:pt idx="4561">
                  <c:v>278.85000000000002</c:v>
                </c:pt>
                <c:pt idx="4562">
                  <c:v>287.89999999999998</c:v>
                </c:pt>
                <c:pt idx="4563">
                  <c:v>284.2</c:v>
                </c:pt>
                <c:pt idx="4564">
                  <c:v>276.89999999999998</c:v>
                </c:pt>
                <c:pt idx="4565">
                  <c:v>281.89999999999998</c:v>
                </c:pt>
                <c:pt idx="4566">
                  <c:v>282.85000000000002</c:v>
                </c:pt>
                <c:pt idx="4567">
                  <c:v>289.8</c:v>
                </c:pt>
                <c:pt idx="4568">
                  <c:v>309.3</c:v>
                </c:pt>
                <c:pt idx="4569">
                  <c:v>306.8</c:v>
                </c:pt>
                <c:pt idx="4570">
                  <c:v>306.85000000000002</c:v>
                </c:pt>
                <c:pt idx="4571">
                  <c:v>310.95</c:v>
                </c:pt>
                <c:pt idx="4572">
                  <c:v>310.10000000000002</c:v>
                </c:pt>
                <c:pt idx="4573">
                  <c:v>308.25</c:v>
                </c:pt>
                <c:pt idx="4574">
                  <c:v>297.25</c:v>
                </c:pt>
                <c:pt idx="4575">
                  <c:v>296</c:v>
                </c:pt>
                <c:pt idx="4576">
                  <c:v>286.10000000000002</c:v>
                </c:pt>
                <c:pt idx="4577">
                  <c:v>289.3</c:v>
                </c:pt>
                <c:pt idx="4578">
                  <c:v>290.3</c:v>
                </c:pt>
                <c:pt idx="4579">
                  <c:v>292.05</c:v>
                </c:pt>
                <c:pt idx="4580">
                  <c:v>297.7</c:v>
                </c:pt>
                <c:pt idx="4581">
                  <c:v>295.64999999999998</c:v>
                </c:pt>
                <c:pt idx="4582">
                  <c:v>299.25</c:v>
                </c:pt>
                <c:pt idx="4583">
                  <c:v>289.89999999999998</c:v>
                </c:pt>
                <c:pt idx="4584">
                  <c:v>284.89999999999998</c:v>
                </c:pt>
                <c:pt idx="4585">
                  <c:v>285.8</c:v>
                </c:pt>
                <c:pt idx="4586">
                  <c:v>289.3</c:v>
                </c:pt>
                <c:pt idx="4587">
                  <c:v>286.75</c:v>
                </c:pt>
                <c:pt idx="4588">
                  <c:v>284.10000000000002</c:v>
                </c:pt>
                <c:pt idx="4589">
                  <c:v>283.89999999999998</c:v>
                </c:pt>
                <c:pt idx="4590">
                  <c:v>290.89999999999998</c:v>
                </c:pt>
                <c:pt idx="4591">
                  <c:v>288.25</c:v>
                </c:pt>
                <c:pt idx="4592">
                  <c:v>286.39999999999998</c:v>
                </c:pt>
                <c:pt idx="4593">
                  <c:v>287.39999999999998</c:v>
                </c:pt>
                <c:pt idx="4594">
                  <c:v>290.75</c:v>
                </c:pt>
                <c:pt idx="4595">
                  <c:v>284.75</c:v>
                </c:pt>
                <c:pt idx="4596">
                  <c:v>282.5</c:v>
                </c:pt>
                <c:pt idx="4597">
                  <c:v>293</c:v>
                </c:pt>
                <c:pt idx="4598">
                  <c:v>292.8</c:v>
                </c:pt>
                <c:pt idx="4599">
                  <c:v>293.2</c:v>
                </c:pt>
                <c:pt idx="4600">
                  <c:v>297.95</c:v>
                </c:pt>
                <c:pt idx="4601">
                  <c:v>300.64999999999998</c:v>
                </c:pt>
                <c:pt idx="4602">
                  <c:v>289.7</c:v>
                </c:pt>
                <c:pt idx="4603">
                  <c:v>288.10000000000002</c:v>
                </c:pt>
                <c:pt idx="4604">
                  <c:v>279.05</c:v>
                </c:pt>
                <c:pt idx="4605">
                  <c:v>271.39999999999998</c:v>
                </c:pt>
                <c:pt idx="4606">
                  <c:v>275.39999999999998</c:v>
                </c:pt>
                <c:pt idx="4607">
                  <c:v>277.39999999999998</c:v>
                </c:pt>
                <c:pt idx="4608">
                  <c:v>272.89999999999998</c:v>
                </c:pt>
                <c:pt idx="4609">
                  <c:v>273.25</c:v>
                </c:pt>
                <c:pt idx="4610">
                  <c:v>271.55</c:v>
                </c:pt>
                <c:pt idx="4611">
                  <c:v>270.05</c:v>
                </c:pt>
                <c:pt idx="4612">
                  <c:v>271.2</c:v>
                </c:pt>
                <c:pt idx="4613">
                  <c:v>273.39999999999998</c:v>
                </c:pt>
                <c:pt idx="4614">
                  <c:v>268.75</c:v>
                </c:pt>
                <c:pt idx="4615">
                  <c:v>272.3</c:v>
                </c:pt>
                <c:pt idx="4616">
                  <c:v>267.75</c:v>
                </c:pt>
                <c:pt idx="4617">
                  <c:v>259.25</c:v>
                </c:pt>
                <c:pt idx="4618">
                  <c:v>266.45</c:v>
                </c:pt>
                <c:pt idx="4619">
                  <c:v>262.7</c:v>
                </c:pt>
                <c:pt idx="4620">
                  <c:v>261.2</c:v>
                </c:pt>
                <c:pt idx="4621">
                  <c:v>265.8</c:v>
                </c:pt>
                <c:pt idx="4622">
                  <c:v>275.55</c:v>
                </c:pt>
                <c:pt idx="4623">
                  <c:v>274.35000000000002</c:v>
                </c:pt>
                <c:pt idx="4624">
                  <c:v>274.64999999999998</c:v>
                </c:pt>
                <c:pt idx="4625">
                  <c:v>285.64999999999998</c:v>
                </c:pt>
                <c:pt idx="4626">
                  <c:v>293.2</c:v>
                </c:pt>
                <c:pt idx="4627">
                  <c:v>307.35000000000002</c:v>
                </c:pt>
                <c:pt idx="4628">
                  <c:v>304.25</c:v>
                </c:pt>
                <c:pt idx="4629">
                  <c:v>299.3</c:v>
                </c:pt>
                <c:pt idx="4630">
                  <c:v>298.55</c:v>
                </c:pt>
                <c:pt idx="4631">
                  <c:v>305</c:v>
                </c:pt>
                <c:pt idx="4632">
                  <c:v>315.10000000000002</c:v>
                </c:pt>
                <c:pt idx="4633">
                  <c:v>313.14999999999998</c:v>
                </c:pt>
                <c:pt idx="4634">
                  <c:v>318.7</c:v>
                </c:pt>
                <c:pt idx="4635">
                  <c:v>333</c:v>
                </c:pt>
                <c:pt idx="4636">
                  <c:v>328.6</c:v>
                </c:pt>
                <c:pt idx="4637">
                  <c:v>324.89999999999998</c:v>
                </c:pt>
                <c:pt idx="4638">
                  <c:v>332.45</c:v>
                </c:pt>
                <c:pt idx="4639">
                  <c:v>334.3</c:v>
                </c:pt>
                <c:pt idx="4640">
                  <c:v>340</c:v>
                </c:pt>
                <c:pt idx="4641">
                  <c:v>338.45</c:v>
                </c:pt>
                <c:pt idx="4642">
                  <c:v>338.85</c:v>
                </c:pt>
                <c:pt idx="4643">
                  <c:v>337.2</c:v>
                </c:pt>
                <c:pt idx="4644">
                  <c:v>330.15</c:v>
                </c:pt>
                <c:pt idx="4645">
                  <c:v>339.9</c:v>
                </c:pt>
                <c:pt idx="4646">
                  <c:v>338.9</c:v>
                </c:pt>
                <c:pt idx="4647">
                  <c:v>340.65</c:v>
                </c:pt>
                <c:pt idx="4648">
                  <c:v>344.35</c:v>
                </c:pt>
                <c:pt idx="4649">
                  <c:v>342.6</c:v>
                </c:pt>
                <c:pt idx="4650">
                  <c:v>334.15</c:v>
                </c:pt>
                <c:pt idx="4651">
                  <c:v>328.5</c:v>
                </c:pt>
                <c:pt idx="4652">
                  <c:v>329.65</c:v>
                </c:pt>
                <c:pt idx="4653">
                  <c:v>328.65</c:v>
                </c:pt>
                <c:pt idx="4654">
                  <c:v>335.1</c:v>
                </c:pt>
                <c:pt idx="4655">
                  <c:v>332.9</c:v>
                </c:pt>
                <c:pt idx="4656">
                  <c:v>326.55</c:v>
                </c:pt>
                <c:pt idx="4657">
                  <c:v>322.89999999999998</c:v>
                </c:pt>
                <c:pt idx="4658">
                  <c:v>328.35</c:v>
                </c:pt>
                <c:pt idx="4659">
                  <c:v>325.7</c:v>
                </c:pt>
                <c:pt idx="4660">
                  <c:v>318.85000000000002</c:v>
                </c:pt>
                <c:pt idx="4661">
                  <c:v>320.95</c:v>
                </c:pt>
                <c:pt idx="4662">
                  <c:v>317.10000000000002</c:v>
                </c:pt>
                <c:pt idx="4663">
                  <c:v>308.75</c:v>
                </c:pt>
                <c:pt idx="4664">
                  <c:v>311.10000000000002</c:v>
                </c:pt>
                <c:pt idx="4665">
                  <c:v>313.10000000000002</c:v>
                </c:pt>
                <c:pt idx="4666">
                  <c:v>306.64999999999998</c:v>
                </c:pt>
                <c:pt idx="4667">
                  <c:v>305.55</c:v>
                </c:pt>
                <c:pt idx="4668">
                  <c:v>314</c:v>
                </c:pt>
                <c:pt idx="4669">
                  <c:v>303.7</c:v>
                </c:pt>
                <c:pt idx="4670">
                  <c:v>316.5</c:v>
                </c:pt>
                <c:pt idx="4671">
                  <c:v>307.3</c:v>
                </c:pt>
                <c:pt idx="4672">
                  <c:v>310.85000000000002</c:v>
                </c:pt>
                <c:pt idx="4673">
                  <c:v>306.25</c:v>
                </c:pt>
                <c:pt idx="4674">
                  <c:v>319.85000000000002</c:v>
                </c:pt>
                <c:pt idx="4675">
                  <c:v>311.7</c:v>
                </c:pt>
                <c:pt idx="4676">
                  <c:v>319.39999999999998</c:v>
                </c:pt>
                <c:pt idx="4677">
                  <c:v>313.35000000000002</c:v>
                </c:pt>
                <c:pt idx="4678">
                  <c:v>320.64999999999998</c:v>
                </c:pt>
                <c:pt idx="4679">
                  <c:v>314.8</c:v>
                </c:pt>
                <c:pt idx="4680">
                  <c:v>315.45</c:v>
                </c:pt>
                <c:pt idx="4681">
                  <c:v>327.10000000000002</c:v>
                </c:pt>
                <c:pt idx="4682">
                  <c:v>322.85000000000002</c:v>
                </c:pt>
                <c:pt idx="4683">
                  <c:v>322</c:v>
                </c:pt>
                <c:pt idx="4684">
                  <c:v>319.95</c:v>
                </c:pt>
                <c:pt idx="4685">
                  <c:v>315.64999999999998</c:v>
                </c:pt>
                <c:pt idx="4686">
                  <c:v>349.4</c:v>
                </c:pt>
                <c:pt idx="4687">
                  <c:v>345.7</c:v>
                </c:pt>
                <c:pt idx="4688">
                  <c:v>355</c:v>
                </c:pt>
                <c:pt idx="4689">
                  <c:v>353.7</c:v>
                </c:pt>
                <c:pt idx="4690">
                  <c:v>354.45</c:v>
                </c:pt>
                <c:pt idx="4691">
                  <c:v>349.65</c:v>
                </c:pt>
                <c:pt idx="4692">
                  <c:v>353.1</c:v>
                </c:pt>
                <c:pt idx="4693">
                  <c:v>355.9</c:v>
                </c:pt>
                <c:pt idx="4694">
                  <c:v>356.85</c:v>
                </c:pt>
                <c:pt idx="4695">
                  <c:v>352.35</c:v>
                </c:pt>
                <c:pt idx="4696">
                  <c:v>360.9</c:v>
                </c:pt>
                <c:pt idx="4697">
                  <c:v>366.6</c:v>
                </c:pt>
                <c:pt idx="4698">
                  <c:v>370</c:v>
                </c:pt>
                <c:pt idx="4699">
                  <c:v>367.55</c:v>
                </c:pt>
                <c:pt idx="4700">
                  <c:v>362.4</c:v>
                </c:pt>
                <c:pt idx="4701">
                  <c:v>357.9</c:v>
                </c:pt>
                <c:pt idx="4702">
                  <c:v>356.75</c:v>
                </c:pt>
                <c:pt idx="4703">
                  <c:v>352.05</c:v>
                </c:pt>
                <c:pt idx="4704">
                  <c:v>356.35</c:v>
                </c:pt>
                <c:pt idx="4705">
                  <c:v>354.65</c:v>
                </c:pt>
                <c:pt idx="4706">
                  <c:v>359</c:v>
                </c:pt>
                <c:pt idx="4707">
                  <c:v>362.2</c:v>
                </c:pt>
                <c:pt idx="4708">
                  <c:v>355.15</c:v>
                </c:pt>
                <c:pt idx="4709">
                  <c:v>355.5</c:v>
                </c:pt>
                <c:pt idx="4710">
                  <c:v>357.95</c:v>
                </c:pt>
                <c:pt idx="4711">
                  <c:v>351.4</c:v>
                </c:pt>
                <c:pt idx="4712">
                  <c:v>347.65</c:v>
                </c:pt>
                <c:pt idx="4713">
                  <c:v>352.2</c:v>
                </c:pt>
                <c:pt idx="4714">
                  <c:v>346.35</c:v>
                </c:pt>
                <c:pt idx="4715">
                  <c:v>342.8</c:v>
                </c:pt>
                <c:pt idx="4716">
                  <c:v>349.95</c:v>
                </c:pt>
                <c:pt idx="4717">
                  <c:v>349.55</c:v>
                </c:pt>
                <c:pt idx="4718">
                  <c:v>351.9</c:v>
                </c:pt>
                <c:pt idx="4719">
                  <c:v>358.45</c:v>
                </c:pt>
                <c:pt idx="4720">
                  <c:v>362.25</c:v>
                </c:pt>
                <c:pt idx="4721">
                  <c:v>366.5</c:v>
                </c:pt>
                <c:pt idx="4722">
                  <c:v>362.15</c:v>
                </c:pt>
                <c:pt idx="4723">
                  <c:v>354.2</c:v>
                </c:pt>
                <c:pt idx="4724">
                  <c:v>352.75</c:v>
                </c:pt>
                <c:pt idx="4725">
                  <c:v>355.85</c:v>
                </c:pt>
                <c:pt idx="4726">
                  <c:v>355.65</c:v>
                </c:pt>
                <c:pt idx="4727">
                  <c:v>360.75</c:v>
                </c:pt>
                <c:pt idx="4728">
                  <c:v>360.15</c:v>
                </c:pt>
                <c:pt idx="4729">
                  <c:v>363.75</c:v>
                </c:pt>
                <c:pt idx="4730">
                  <c:v>364.6</c:v>
                </c:pt>
                <c:pt idx="4731">
                  <c:v>363.25</c:v>
                </c:pt>
                <c:pt idx="4732">
                  <c:v>365.2</c:v>
                </c:pt>
                <c:pt idx="4733">
                  <c:v>367.7</c:v>
                </c:pt>
                <c:pt idx="4734">
                  <c:v>380.15</c:v>
                </c:pt>
                <c:pt idx="4735">
                  <c:v>382.25</c:v>
                </c:pt>
                <c:pt idx="4736">
                  <c:v>379.5</c:v>
                </c:pt>
                <c:pt idx="4737">
                  <c:v>378.55</c:v>
                </c:pt>
                <c:pt idx="4738">
                  <c:v>373.35</c:v>
                </c:pt>
                <c:pt idx="4739">
                  <c:v>372.75</c:v>
                </c:pt>
                <c:pt idx="4740">
                  <c:v>375.3</c:v>
                </c:pt>
                <c:pt idx="4741">
                  <c:v>374.6</c:v>
                </c:pt>
                <c:pt idx="4742">
                  <c:v>372</c:v>
                </c:pt>
                <c:pt idx="4743">
                  <c:v>371.7</c:v>
                </c:pt>
                <c:pt idx="4744">
                  <c:v>369.05</c:v>
                </c:pt>
                <c:pt idx="4745">
                  <c:v>367.4</c:v>
                </c:pt>
                <c:pt idx="4746">
                  <c:v>364.8</c:v>
                </c:pt>
                <c:pt idx="4747">
                  <c:v>357.2</c:v>
                </c:pt>
                <c:pt idx="4748">
                  <c:v>343.55</c:v>
                </c:pt>
                <c:pt idx="4749">
                  <c:v>346.85</c:v>
                </c:pt>
                <c:pt idx="4750">
                  <c:v>365.9</c:v>
                </c:pt>
                <c:pt idx="4751">
                  <c:v>364.45</c:v>
                </c:pt>
                <c:pt idx="4752">
                  <c:v>354.65</c:v>
                </c:pt>
                <c:pt idx="4753">
                  <c:v>354.55</c:v>
                </c:pt>
                <c:pt idx="4754">
                  <c:v>352.65</c:v>
                </c:pt>
                <c:pt idx="4755">
                  <c:v>359.3</c:v>
                </c:pt>
                <c:pt idx="4756">
                  <c:v>358.65</c:v>
                </c:pt>
                <c:pt idx="4757">
                  <c:v>355.1</c:v>
                </c:pt>
                <c:pt idx="4758">
                  <c:v>350.05</c:v>
                </c:pt>
                <c:pt idx="4759">
                  <c:v>344.3</c:v>
                </c:pt>
                <c:pt idx="4760">
                  <c:v>339.75</c:v>
                </c:pt>
                <c:pt idx="4761">
                  <c:v>343.95</c:v>
                </c:pt>
                <c:pt idx="4762">
                  <c:v>342.15</c:v>
                </c:pt>
                <c:pt idx="4763">
                  <c:v>338.75</c:v>
                </c:pt>
                <c:pt idx="4764">
                  <c:v>343.25</c:v>
                </c:pt>
                <c:pt idx="4765">
                  <c:v>345.2</c:v>
                </c:pt>
                <c:pt idx="4766">
                  <c:v>351.3</c:v>
                </c:pt>
                <c:pt idx="4767">
                  <c:v>352.05</c:v>
                </c:pt>
                <c:pt idx="4768">
                  <c:v>355.6</c:v>
                </c:pt>
                <c:pt idx="4769">
                  <c:v>348.2</c:v>
                </c:pt>
                <c:pt idx="4770">
                  <c:v>345.55</c:v>
                </c:pt>
                <c:pt idx="4771">
                  <c:v>350.15</c:v>
                </c:pt>
                <c:pt idx="4772">
                  <c:v>354.25</c:v>
                </c:pt>
                <c:pt idx="4773">
                  <c:v>363.25</c:v>
                </c:pt>
                <c:pt idx="4774">
                  <c:v>371.95</c:v>
                </c:pt>
                <c:pt idx="4775">
                  <c:v>370.8</c:v>
                </c:pt>
                <c:pt idx="4776">
                  <c:v>370.6</c:v>
                </c:pt>
                <c:pt idx="4777">
                  <c:v>375.85</c:v>
                </c:pt>
                <c:pt idx="4778">
                  <c:v>388.2</c:v>
                </c:pt>
                <c:pt idx="4779">
                  <c:v>391.9</c:v>
                </c:pt>
                <c:pt idx="4780">
                  <c:v>387.9</c:v>
                </c:pt>
                <c:pt idx="4781">
                  <c:v>395.3</c:v>
                </c:pt>
                <c:pt idx="4782">
                  <c:v>398.05</c:v>
                </c:pt>
                <c:pt idx="4783">
                  <c:v>398.4</c:v>
                </c:pt>
                <c:pt idx="4784">
                  <c:v>392.9</c:v>
                </c:pt>
                <c:pt idx="4785">
                  <c:v>391.8</c:v>
                </c:pt>
                <c:pt idx="4786">
                  <c:v>383.5</c:v>
                </c:pt>
                <c:pt idx="4787">
                  <c:v>394.1</c:v>
                </c:pt>
                <c:pt idx="4788">
                  <c:v>393.2</c:v>
                </c:pt>
                <c:pt idx="4789">
                  <c:v>400.55</c:v>
                </c:pt>
                <c:pt idx="4790">
                  <c:v>400.5</c:v>
                </c:pt>
                <c:pt idx="4791">
                  <c:v>398.25</c:v>
                </c:pt>
                <c:pt idx="4792">
                  <c:v>397.15</c:v>
                </c:pt>
                <c:pt idx="4793">
                  <c:v>392.1</c:v>
                </c:pt>
                <c:pt idx="4794">
                  <c:v>388.75</c:v>
                </c:pt>
                <c:pt idx="4795">
                  <c:v>390.55</c:v>
                </c:pt>
                <c:pt idx="4796">
                  <c:v>387.1</c:v>
                </c:pt>
                <c:pt idx="4797">
                  <c:v>397.15</c:v>
                </c:pt>
                <c:pt idx="4798">
                  <c:v>394.2</c:v>
                </c:pt>
                <c:pt idx="4799">
                  <c:v>390.05</c:v>
                </c:pt>
                <c:pt idx="4800">
                  <c:v>394.6</c:v>
                </c:pt>
                <c:pt idx="4801">
                  <c:v>392.75</c:v>
                </c:pt>
                <c:pt idx="4802">
                  <c:v>407</c:v>
                </c:pt>
                <c:pt idx="4803">
                  <c:v>404.4</c:v>
                </c:pt>
                <c:pt idx="4804">
                  <c:v>394.5</c:v>
                </c:pt>
                <c:pt idx="4805">
                  <c:v>396.5</c:v>
                </c:pt>
                <c:pt idx="4806">
                  <c:v>401.1</c:v>
                </c:pt>
                <c:pt idx="4807">
                  <c:v>395.4</c:v>
                </c:pt>
                <c:pt idx="4808">
                  <c:v>407.2</c:v>
                </c:pt>
                <c:pt idx="4809">
                  <c:v>407.5</c:v>
                </c:pt>
                <c:pt idx="4810">
                  <c:v>395.55</c:v>
                </c:pt>
                <c:pt idx="4811">
                  <c:v>401.8</c:v>
                </c:pt>
                <c:pt idx="4812">
                  <c:v>401.3</c:v>
                </c:pt>
                <c:pt idx="4813">
                  <c:v>386.5</c:v>
                </c:pt>
                <c:pt idx="4814">
                  <c:v>382.2</c:v>
                </c:pt>
                <c:pt idx="4815">
                  <c:v>381.4</c:v>
                </c:pt>
                <c:pt idx="4816">
                  <c:v>385.1</c:v>
                </c:pt>
                <c:pt idx="4817">
                  <c:v>376.3</c:v>
                </c:pt>
                <c:pt idx="4818">
                  <c:v>380.4</c:v>
                </c:pt>
                <c:pt idx="4819">
                  <c:v>377.05</c:v>
                </c:pt>
                <c:pt idx="4820">
                  <c:v>382.5</c:v>
                </c:pt>
                <c:pt idx="4821">
                  <c:v>389.7</c:v>
                </c:pt>
                <c:pt idx="4822">
                  <c:v>407.7</c:v>
                </c:pt>
                <c:pt idx="4823">
                  <c:v>400.15</c:v>
                </c:pt>
                <c:pt idx="4824">
                  <c:v>405.35</c:v>
                </c:pt>
                <c:pt idx="4825">
                  <c:v>410.85</c:v>
                </c:pt>
                <c:pt idx="4826">
                  <c:v>431.75</c:v>
                </c:pt>
                <c:pt idx="4827">
                  <c:v>435.5</c:v>
                </c:pt>
                <c:pt idx="4828">
                  <c:v>434.3</c:v>
                </c:pt>
                <c:pt idx="4829">
                  <c:v>423.3</c:v>
                </c:pt>
                <c:pt idx="4830">
                  <c:v>426.2</c:v>
                </c:pt>
                <c:pt idx="4831">
                  <c:v>423.7</c:v>
                </c:pt>
                <c:pt idx="4832">
                  <c:v>422.9</c:v>
                </c:pt>
                <c:pt idx="4833">
                  <c:v>419.1</c:v>
                </c:pt>
                <c:pt idx="4834">
                  <c:v>411.55</c:v>
                </c:pt>
                <c:pt idx="4835">
                  <c:v>416.6</c:v>
                </c:pt>
                <c:pt idx="4836">
                  <c:v>416.1</c:v>
                </c:pt>
                <c:pt idx="4837">
                  <c:v>421.35</c:v>
                </c:pt>
                <c:pt idx="4838">
                  <c:v>418</c:v>
                </c:pt>
                <c:pt idx="4839">
                  <c:v>419.6</c:v>
                </c:pt>
                <c:pt idx="4840">
                  <c:v>417.75</c:v>
                </c:pt>
                <c:pt idx="4841">
                  <c:v>414.2</c:v>
                </c:pt>
                <c:pt idx="4842">
                  <c:v>422.15</c:v>
                </c:pt>
                <c:pt idx="4843">
                  <c:v>419.8</c:v>
                </c:pt>
                <c:pt idx="4844">
                  <c:v>433.4</c:v>
                </c:pt>
                <c:pt idx="4845">
                  <c:v>430.8</c:v>
                </c:pt>
                <c:pt idx="4846">
                  <c:v>429.45</c:v>
                </c:pt>
                <c:pt idx="4847">
                  <c:v>433.65</c:v>
                </c:pt>
                <c:pt idx="4848">
                  <c:v>438.65</c:v>
                </c:pt>
                <c:pt idx="4849">
                  <c:v>440.95</c:v>
                </c:pt>
                <c:pt idx="4850">
                  <c:v>437.1</c:v>
                </c:pt>
                <c:pt idx="4851">
                  <c:v>439</c:v>
                </c:pt>
                <c:pt idx="4852">
                  <c:v>436.75</c:v>
                </c:pt>
                <c:pt idx="4853">
                  <c:v>435.95</c:v>
                </c:pt>
                <c:pt idx="4854">
                  <c:v>436.2</c:v>
                </c:pt>
                <c:pt idx="4855">
                  <c:v>436.35</c:v>
                </c:pt>
                <c:pt idx="4856">
                  <c:v>425.9</c:v>
                </c:pt>
                <c:pt idx="4857">
                  <c:v>428.5</c:v>
                </c:pt>
                <c:pt idx="4858">
                  <c:v>430.9</c:v>
                </c:pt>
                <c:pt idx="4859">
                  <c:v>426.55</c:v>
                </c:pt>
                <c:pt idx="4860">
                  <c:v>427.05</c:v>
                </c:pt>
                <c:pt idx="4861">
                  <c:v>422.3</c:v>
                </c:pt>
                <c:pt idx="4862">
                  <c:v>424.6</c:v>
                </c:pt>
                <c:pt idx="4863">
                  <c:v>424.7</c:v>
                </c:pt>
                <c:pt idx="4864">
                  <c:v>418.65</c:v>
                </c:pt>
                <c:pt idx="4865">
                  <c:v>410.3</c:v>
                </c:pt>
                <c:pt idx="4866">
                  <c:v>411.5</c:v>
                </c:pt>
                <c:pt idx="4867">
                  <c:v>411.95</c:v>
                </c:pt>
                <c:pt idx="4868">
                  <c:v>408.5</c:v>
                </c:pt>
                <c:pt idx="4869">
                  <c:v>409</c:v>
                </c:pt>
                <c:pt idx="4870">
                  <c:v>415.75</c:v>
                </c:pt>
                <c:pt idx="4871">
                  <c:v>429.35</c:v>
                </c:pt>
                <c:pt idx="4872">
                  <c:v>425.35</c:v>
                </c:pt>
                <c:pt idx="4873">
                  <c:v>424.6</c:v>
                </c:pt>
                <c:pt idx="4874">
                  <c:v>417.05</c:v>
                </c:pt>
                <c:pt idx="4875">
                  <c:v>410.6</c:v>
                </c:pt>
                <c:pt idx="4876">
                  <c:v>402.65</c:v>
                </c:pt>
                <c:pt idx="4877">
                  <c:v>410.25</c:v>
                </c:pt>
                <c:pt idx="4878">
                  <c:v>408.4</c:v>
                </c:pt>
                <c:pt idx="4879">
                  <c:v>414.4</c:v>
                </c:pt>
                <c:pt idx="4880">
                  <c:v>420.15</c:v>
                </c:pt>
                <c:pt idx="4881">
                  <c:v>410.25</c:v>
                </c:pt>
                <c:pt idx="4882">
                  <c:v>417.3</c:v>
                </c:pt>
                <c:pt idx="4883">
                  <c:v>418.95</c:v>
                </c:pt>
                <c:pt idx="4884">
                  <c:v>423.4</c:v>
                </c:pt>
                <c:pt idx="4885">
                  <c:v>416.9</c:v>
                </c:pt>
                <c:pt idx="4886">
                  <c:v>412.05</c:v>
                </c:pt>
                <c:pt idx="4887">
                  <c:v>399.1</c:v>
                </c:pt>
                <c:pt idx="4888">
                  <c:v>395.4</c:v>
                </c:pt>
                <c:pt idx="4889">
                  <c:v>411.65</c:v>
                </c:pt>
                <c:pt idx="4890">
                  <c:v>418.6</c:v>
                </c:pt>
                <c:pt idx="4891">
                  <c:v>412.95</c:v>
                </c:pt>
                <c:pt idx="4892">
                  <c:v>404.4</c:v>
                </c:pt>
                <c:pt idx="4893">
                  <c:v>409.65</c:v>
                </c:pt>
                <c:pt idx="4894">
                  <c:v>392.15</c:v>
                </c:pt>
                <c:pt idx="4895">
                  <c:v>397.5</c:v>
                </c:pt>
                <c:pt idx="4896">
                  <c:v>389</c:v>
                </c:pt>
                <c:pt idx="4897">
                  <c:v>391.35</c:v>
                </c:pt>
                <c:pt idx="4898">
                  <c:v>395.45</c:v>
                </c:pt>
                <c:pt idx="4899">
                  <c:v>394.6</c:v>
                </c:pt>
                <c:pt idx="4900">
                  <c:v>402.7</c:v>
                </c:pt>
                <c:pt idx="4901">
                  <c:v>413.4</c:v>
                </c:pt>
                <c:pt idx="4902">
                  <c:v>412.15</c:v>
                </c:pt>
                <c:pt idx="4903">
                  <c:v>400.65</c:v>
                </c:pt>
                <c:pt idx="4904">
                  <c:v>399.35</c:v>
                </c:pt>
                <c:pt idx="4905">
                  <c:v>386.6</c:v>
                </c:pt>
                <c:pt idx="4906">
                  <c:v>417.5</c:v>
                </c:pt>
                <c:pt idx="4907">
                  <c:v>446.3</c:v>
                </c:pt>
                <c:pt idx="4908">
                  <c:v>440.9</c:v>
                </c:pt>
                <c:pt idx="4909">
                  <c:v>434.2</c:v>
                </c:pt>
                <c:pt idx="4910">
                  <c:v>451.95</c:v>
                </c:pt>
                <c:pt idx="4911">
                  <c:v>449.2</c:v>
                </c:pt>
                <c:pt idx="4912">
                  <c:v>433.7</c:v>
                </c:pt>
                <c:pt idx="4913">
                  <c:v>424.6</c:v>
                </c:pt>
                <c:pt idx="4914">
                  <c:v>427.3</c:v>
                </c:pt>
                <c:pt idx="4915">
                  <c:v>413.9</c:v>
                </c:pt>
                <c:pt idx="4916">
                  <c:v>416.1</c:v>
                </c:pt>
                <c:pt idx="4917">
                  <c:v>436.7</c:v>
                </c:pt>
                <c:pt idx="4918">
                  <c:v>423.7</c:v>
                </c:pt>
                <c:pt idx="4919">
                  <c:v>428.55</c:v>
                </c:pt>
                <c:pt idx="4920">
                  <c:v>428.85</c:v>
                </c:pt>
                <c:pt idx="4921">
                  <c:v>431.85</c:v>
                </c:pt>
                <c:pt idx="4922">
                  <c:v>435.3</c:v>
                </c:pt>
                <c:pt idx="4923">
                  <c:v>440.6</c:v>
                </c:pt>
                <c:pt idx="4924">
                  <c:v>437.8</c:v>
                </c:pt>
                <c:pt idx="4925">
                  <c:v>451.15</c:v>
                </c:pt>
                <c:pt idx="4926">
                  <c:v>455.1</c:v>
                </c:pt>
                <c:pt idx="4927">
                  <c:v>454.75</c:v>
                </c:pt>
                <c:pt idx="4928">
                  <c:v>469.1</c:v>
                </c:pt>
                <c:pt idx="4929">
                  <c:v>469.55</c:v>
                </c:pt>
                <c:pt idx="4930">
                  <c:v>477.4</c:v>
                </c:pt>
                <c:pt idx="4931">
                  <c:v>471.15</c:v>
                </c:pt>
                <c:pt idx="4932">
                  <c:v>463.05</c:v>
                </c:pt>
                <c:pt idx="4933">
                  <c:v>462.25</c:v>
                </c:pt>
                <c:pt idx="4934">
                  <c:v>470.5</c:v>
                </c:pt>
                <c:pt idx="4935">
                  <c:v>468.35</c:v>
                </c:pt>
                <c:pt idx="4936">
                  <c:v>480.7</c:v>
                </c:pt>
                <c:pt idx="4937">
                  <c:v>478.55</c:v>
                </c:pt>
                <c:pt idx="4938">
                  <c:v>489.45</c:v>
                </c:pt>
                <c:pt idx="4939">
                  <c:v>496.8</c:v>
                </c:pt>
                <c:pt idx="4940">
                  <c:v>485.75</c:v>
                </c:pt>
                <c:pt idx="4941">
                  <c:v>498.65</c:v>
                </c:pt>
                <c:pt idx="4942">
                  <c:v>499.85</c:v>
                </c:pt>
                <c:pt idx="4943">
                  <c:v>498.35</c:v>
                </c:pt>
                <c:pt idx="4944">
                  <c:v>493.5</c:v>
                </c:pt>
                <c:pt idx="4945">
                  <c:v>495</c:v>
                </c:pt>
                <c:pt idx="4946">
                  <c:v>498.25</c:v>
                </c:pt>
                <c:pt idx="4947">
                  <c:v>496.8</c:v>
                </c:pt>
                <c:pt idx="4948">
                  <c:v>497.8</c:v>
                </c:pt>
                <c:pt idx="4949">
                  <c:v>510.7</c:v>
                </c:pt>
                <c:pt idx="4950">
                  <c:v>505.5</c:v>
                </c:pt>
                <c:pt idx="4951">
                  <c:v>519.15</c:v>
                </c:pt>
                <c:pt idx="4952">
                  <c:v>512.6</c:v>
                </c:pt>
                <c:pt idx="4953">
                  <c:v>510.9</c:v>
                </c:pt>
                <c:pt idx="4954">
                  <c:v>509.35</c:v>
                </c:pt>
                <c:pt idx="4955">
                  <c:v>529.25</c:v>
                </c:pt>
                <c:pt idx="4956">
                  <c:v>528.1</c:v>
                </c:pt>
                <c:pt idx="4957">
                  <c:v>524.79999999999995</c:v>
                </c:pt>
                <c:pt idx="4958">
                  <c:v>526.5</c:v>
                </c:pt>
                <c:pt idx="4959">
                  <c:v>528.70000000000005</c:v>
                </c:pt>
                <c:pt idx="4960">
                  <c:v>533.54999999999995</c:v>
                </c:pt>
                <c:pt idx="4961">
                  <c:v>535.35</c:v>
                </c:pt>
                <c:pt idx="4962">
                  <c:v>537.04999999999995</c:v>
                </c:pt>
                <c:pt idx="4963">
                  <c:v>539.25</c:v>
                </c:pt>
                <c:pt idx="4964">
                  <c:v>541.15</c:v>
                </c:pt>
                <c:pt idx="4965">
                  <c:v>541.4</c:v>
                </c:pt>
                <c:pt idx="4966">
                  <c:v>540.20000000000005</c:v>
                </c:pt>
                <c:pt idx="4967">
                  <c:v>546.1</c:v>
                </c:pt>
                <c:pt idx="4968">
                  <c:v>541.29999999999995</c:v>
                </c:pt>
                <c:pt idx="4969">
                  <c:v>541.1</c:v>
                </c:pt>
                <c:pt idx="4970">
                  <c:v>538.75</c:v>
                </c:pt>
                <c:pt idx="4971">
                  <c:v>549.4</c:v>
                </c:pt>
                <c:pt idx="4972">
                  <c:v>543.95000000000005</c:v>
                </c:pt>
                <c:pt idx="4973">
                  <c:v>538.9</c:v>
                </c:pt>
                <c:pt idx="4974">
                  <c:v>536.75</c:v>
                </c:pt>
                <c:pt idx="4975">
                  <c:v>540.6</c:v>
                </c:pt>
                <c:pt idx="4976">
                  <c:v>538.85</c:v>
                </c:pt>
                <c:pt idx="4977">
                  <c:v>525.70000000000005</c:v>
                </c:pt>
                <c:pt idx="4978">
                  <c:v>522.9</c:v>
                </c:pt>
                <c:pt idx="4979">
                  <c:v>525.95000000000005</c:v>
                </c:pt>
                <c:pt idx="4980">
                  <c:v>546.29999999999995</c:v>
                </c:pt>
                <c:pt idx="4981">
                  <c:v>540.25</c:v>
                </c:pt>
                <c:pt idx="4982">
                  <c:v>538.6</c:v>
                </c:pt>
                <c:pt idx="4983">
                  <c:v>537.6</c:v>
                </c:pt>
                <c:pt idx="4984">
                  <c:v>535.6</c:v>
                </c:pt>
                <c:pt idx="4985">
                  <c:v>537.15</c:v>
                </c:pt>
                <c:pt idx="4986">
                  <c:v>532.04999999999995</c:v>
                </c:pt>
                <c:pt idx="4987">
                  <c:v>534.85</c:v>
                </c:pt>
                <c:pt idx="4988">
                  <c:v>531.04999999999995</c:v>
                </c:pt>
                <c:pt idx="4989">
                  <c:v>522.85</c:v>
                </c:pt>
                <c:pt idx="4990">
                  <c:v>527.70000000000005</c:v>
                </c:pt>
                <c:pt idx="4991">
                  <c:v>533.85</c:v>
                </c:pt>
                <c:pt idx="4992">
                  <c:v>537.25</c:v>
                </c:pt>
                <c:pt idx="4993">
                  <c:v>528.20000000000005</c:v>
                </c:pt>
                <c:pt idx="4994">
                  <c:v>526.6</c:v>
                </c:pt>
                <c:pt idx="4995">
                  <c:v>532.20000000000005</c:v>
                </c:pt>
                <c:pt idx="4996">
                  <c:v>525.65</c:v>
                </c:pt>
                <c:pt idx="4997">
                  <c:v>504.6</c:v>
                </c:pt>
                <c:pt idx="4998">
                  <c:v>515.54999999999995</c:v>
                </c:pt>
                <c:pt idx="4999">
                  <c:v>530.79999999999995</c:v>
                </c:pt>
                <c:pt idx="5000">
                  <c:v>539.1</c:v>
                </c:pt>
                <c:pt idx="5001">
                  <c:v>541.6</c:v>
                </c:pt>
                <c:pt idx="5002">
                  <c:v>536.45000000000005</c:v>
                </c:pt>
                <c:pt idx="5003">
                  <c:v>533.95000000000005</c:v>
                </c:pt>
                <c:pt idx="5004">
                  <c:v>539.75</c:v>
                </c:pt>
                <c:pt idx="5005">
                  <c:v>549.29999999999995</c:v>
                </c:pt>
                <c:pt idx="5006">
                  <c:v>541</c:v>
                </c:pt>
                <c:pt idx="5007">
                  <c:v>545.79999999999995</c:v>
                </c:pt>
                <c:pt idx="5008">
                  <c:v>541.6</c:v>
                </c:pt>
                <c:pt idx="5009">
                  <c:v>541.20000000000005</c:v>
                </c:pt>
                <c:pt idx="5010">
                  <c:v>544.79999999999995</c:v>
                </c:pt>
                <c:pt idx="5011">
                  <c:v>547</c:v>
                </c:pt>
                <c:pt idx="5012">
                  <c:v>529.85</c:v>
                </c:pt>
                <c:pt idx="5013">
                  <c:v>530.95000000000005</c:v>
                </c:pt>
                <c:pt idx="5014">
                  <c:v>523.70000000000005</c:v>
                </c:pt>
                <c:pt idx="5015">
                  <c:v>515.35</c:v>
                </c:pt>
                <c:pt idx="5016">
                  <c:v>497.25</c:v>
                </c:pt>
                <c:pt idx="5017">
                  <c:v>506.1</c:v>
                </c:pt>
                <c:pt idx="5018">
                  <c:v>514.75</c:v>
                </c:pt>
                <c:pt idx="5019">
                  <c:v>508.35</c:v>
                </c:pt>
                <c:pt idx="5020">
                  <c:v>504.5</c:v>
                </c:pt>
                <c:pt idx="5021">
                  <c:v>486.35</c:v>
                </c:pt>
                <c:pt idx="5022">
                  <c:v>457.75</c:v>
                </c:pt>
                <c:pt idx="5023">
                  <c:v>465.65</c:v>
                </c:pt>
                <c:pt idx="5024">
                  <c:v>425.65</c:v>
                </c:pt>
                <c:pt idx="5025">
                  <c:v>447.2</c:v>
                </c:pt>
                <c:pt idx="5026">
                  <c:v>402.9</c:v>
                </c:pt>
                <c:pt idx="5027">
                  <c:v>367.25</c:v>
                </c:pt>
                <c:pt idx="5028">
                  <c:v>355.05</c:v>
                </c:pt>
                <c:pt idx="5029">
                  <c:v>338.55</c:v>
                </c:pt>
                <c:pt idx="5030">
                  <c:v>345.7</c:v>
                </c:pt>
                <c:pt idx="5031">
                  <c:v>284</c:v>
                </c:pt>
                <c:pt idx="5032">
                  <c:v>296.5</c:v>
                </c:pt>
                <c:pt idx="5033">
                  <c:v>316.89999999999998</c:v>
                </c:pt>
                <c:pt idx="5034">
                  <c:v>330.25</c:v>
                </c:pt>
                <c:pt idx="5035">
                  <c:v>339.85</c:v>
                </c:pt>
                <c:pt idx="5036">
                  <c:v>313.39999999999998</c:v>
                </c:pt>
                <c:pt idx="5037">
                  <c:v>323.75</c:v>
                </c:pt>
                <c:pt idx="5038">
                  <c:v>311.14999999999998</c:v>
                </c:pt>
                <c:pt idx="5039">
                  <c:v>286.64999999999998</c:v>
                </c:pt>
                <c:pt idx="5040">
                  <c:v>326.10000000000002</c:v>
                </c:pt>
                <c:pt idx="5041">
                  <c:v>318.95</c:v>
                </c:pt>
                <c:pt idx="5042">
                  <c:v>342.7</c:v>
                </c:pt>
                <c:pt idx="5043">
                  <c:v>330.65</c:v>
                </c:pt>
                <c:pt idx="5044">
                  <c:v>327.35000000000002</c:v>
                </c:pt>
                <c:pt idx="5045">
                  <c:v>342</c:v>
                </c:pt>
                <c:pt idx="5046">
                  <c:v>375.55</c:v>
                </c:pt>
                <c:pt idx="5047">
                  <c:v>361.3</c:v>
                </c:pt>
                <c:pt idx="5048">
                  <c:v>331.85</c:v>
                </c:pt>
                <c:pt idx="5049">
                  <c:v>335.95</c:v>
                </c:pt>
                <c:pt idx="5050">
                  <c:v>352.95</c:v>
                </c:pt>
                <c:pt idx="5051">
                  <c:v>334.85</c:v>
                </c:pt>
                <c:pt idx="5052">
                  <c:v>347.9</c:v>
                </c:pt>
                <c:pt idx="5053">
                  <c:v>359.85</c:v>
                </c:pt>
                <c:pt idx="5054">
                  <c:v>370.45</c:v>
                </c:pt>
                <c:pt idx="5055">
                  <c:v>380.15</c:v>
                </c:pt>
                <c:pt idx="5056">
                  <c:v>338.05</c:v>
                </c:pt>
                <c:pt idx="5057">
                  <c:v>330.85</c:v>
                </c:pt>
                <c:pt idx="5058">
                  <c:v>341.4</c:v>
                </c:pt>
                <c:pt idx="5059">
                  <c:v>336.75</c:v>
                </c:pt>
                <c:pt idx="5060">
                  <c:v>337.7</c:v>
                </c:pt>
                <c:pt idx="5061">
                  <c:v>320.14999999999998</c:v>
                </c:pt>
                <c:pt idx="5062">
                  <c:v>321.2</c:v>
                </c:pt>
                <c:pt idx="5063">
                  <c:v>338.05</c:v>
                </c:pt>
                <c:pt idx="5064">
                  <c:v>327.39999999999998</c:v>
                </c:pt>
                <c:pt idx="5065">
                  <c:v>322.7</c:v>
                </c:pt>
                <c:pt idx="5066">
                  <c:v>298.5</c:v>
                </c:pt>
                <c:pt idx="5067">
                  <c:v>300.3</c:v>
                </c:pt>
                <c:pt idx="5068">
                  <c:v>305.64999999999998</c:v>
                </c:pt>
                <c:pt idx="5069">
                  <c:v>304.39999999999998</c:v>
                </c:pt>
                <c:pt idx="5070">
                  <c:v>291.05</c:v>
                </c:pt>
                <c:pt idx="5071">
                  <c:v>292.7</c:v>
                </c:pt>
                <c:pt idx="5072">
                  <c:v>318.85000000000002</c:v>
                </c:pt>
                <c:pt idx="5073">
                  <c:v>326.85000000000002</c:v>
                </c:pt>
                <c:pt idx="5074">
                  <c:v>331.95</c:v>
                </c:pt>
                <c:pt idx="5075">
                  <c:v>339.25</c:v>
                </c:pt>
                <c:pt idx="5076">
                  <c:v>348.4</c:v>
                </c:pt>
                <c:pt idx="5077">
                  <c:v>356.85</c:v>
                </c:pt>
                <c:pt idx="5078">
                  <c:v>347.85</c:v>
                </c:pt>
                <c:pt idx="5079">
                  <c:v>357.2</c:v>
                </c:pt>
                <c:pt idx="5080">
                  <c:v>359.8</c:v>
                </c:pt>
                <c:pt idx="5081">
                  <c:v>348.55</c:v>
                </c:pt>
                <c:pt idx="5082">
                  <c:v>353</c:v>
                </c:pt>
                <c:pt idx="5083">
                  <c:v>341.25</c:v>
                </c:pt>
                <c:pt idx="5084">
                  <c:v>344.2</c:v>
                </c:pt>
                <c:pt idx="5085">
                  <c:v>331.1</c:v>
                </c:pt>
                <c:pt idx="5086">
                  <c:v>342.95</c:v>
                </c:pt>
                <c:pt idx="5087">
                  <c:v>341.95</c:v>
                </c:pt>
                <c:pt idx="5088">
                  <c:v>352</c:v>
                </c:pt>
                <c:pt idx="5089">
                  <c:v>363.8</c:v>
                </c:pt>
                <c:pt idx="5090">
                  <c:v>367.55</c:v>
                </c:pt>
                <c:pt idx="5091">
                  <c:v>376.15</c:v>
                </c:pt>
                <c:pt idx="5092">
                  <c:v>348.1</c:v>
                </c:pt>
                <c:pt idx="5093">
                  <c:v>351</c:v>
                </c:pt>
                <c:pt idx="5094">
                  <c:v>349.1</c:v>
                </c:pt>
                <c:pt idx="5095">
                  <c:v>343.1</c:v>
                </c:pt>
                <c:pt idx="5096">
                  <c:v>351.45</c:v>
                </c:pt>
                <c:pt idx="5097">
                  <c:v>364.05</c:v>
                </c:pt>
                <c:pt idx="5098">
                  <c:v>362.85</c:v>
                </c:pt>
                <c:pt idx="5099">
                  <c:v>361</c:v>
                </c:pt>
                <c:pt idx="5100">
                  <c:v>361.85</c:v>
                </c:pt>
                <c:pt idx="5101">
                  <c:v>376.05</c:v>
                </c:pt>
                <c:pt idx="5102">
                  <c:v>368.95</c:v>
                </c:pt>
                <c:pt idx="5103">
                  <c:v>370.35</c:v>
                </c:pt>
                <c:pt idx="5104">
                  <c:v>360.35</c:v>
                </c:pt>
                <c:pt idx="5105">
                  <c:v>353.6</c:v>
                </c:pt>
                <c:pt idx="5106">
                  <c:v>345.55</c:v>
                </c:pt>
                <c:pt idx="5107">
                  <c:v>345.8</c:v>
                </c:pt>
                <c:pt idx="5108">
                  <c:v>344.65</c:v>
                </c:pt>
                <c:pt idx="5109">
                  <c:v>353.8</c:v>
                </c:pt>
                <c:pt idx="5110">
                  <c:v>363</c:v>
                </c:pt>
                <c:pt idx="5111">
                  <c:v>378.8</c:v>
                </c:pt>
                <c:pt idx="5112">
                  <c:v>381.1</c:v>
                </c:pt>
                <c:pt idx="5113">
                  <c:v>392.25</c:v>
                </c:pt>
                <c:pt idx="5114">
                  <c:v>381.8</c:v>
                </c:pt>
                <c:pt idx="5115">
                  <c:v>358.5</c:v>
                </c:pt>
                <c:pt idx="5116">
                  <c:v>352.1</c:v>
                </c:pt>
                <c:pt idx="5117">
                  <c:v>351.05</c:v>
                </c:pt>
                <c:pt idx="5118">
                  <c:v>344.95</c:v>
                </c:pt>
                <c:pt idx="5119">
                  <c:v>346.8</c:v>
                </c:pt>
                <c:pt idx="5120">
                  <c:v>343.25</c:v>
                </c:pt>
                <c:pt idx="5121">
                  <c:v>351</c:v>
                </c:pt>
                <c:pt idx="5122">
                  <c:v>352.2</c:v>
                </c:pt>
                <c:pt idx="5123">
                  <c:v>358.75</c:v>
                </c:pt>
                <c:pt idx="5124">
                  <c:v>357.95</c:v>
                </c:pt>
                <c:pt idx="5125">
                  <c:v>363.55</c:v>
                </c:pt>
                <c:pt idx="5126">
                  <c:v>367.35</c:v>
                </c:pt>
                <c:pt idx="5127">
                  <c:v>366.85</c:v>
                </c:pt>
                <c:pt idx="5128">
                  <c:v>368.05</c:v>
                </c:pt>
                <c:pt idx="5129">
                  <c:v>361.4</c:v>
                </c:pt>
                <c:pt idx="5130">
                  <c:v>360.2</c:v>
                </c:pt>
                <c:pt idx="5131">
                  <c:v>369.55</c:v>
                </c:pt>
                <c:pt idx="5132">
                  <c:v>374.45</c:v>
                </c:pt>
                <c:pt idx="5133">
                  <c:v>367.75</c:v>
                </c:pt>
                <c:pt idx="5134">
                  <c:v>371.15</c:v>
                </c:pt>
                <c:pt idx="5135">
                  <c:v>380.35</c:v>
                </c:pt>
                <c:pt idx="5136">
                  <c:v>386.35</c:v>
                </c:pt>
                <c:pt idx="5137">
                  <c:v>389.35</c:v>
                </c:pt>
                <c:pt idx="5138">
                  <c:v>392.2</c:v>
                </c:pt>
                <c:pt idx="5139">
                  <c:v>409.7</c:v>
                </c:pt>
                <c:pt idx="5140">
                  <c:v>394.6</c:v>
                </c:pt>
                <c:pt idx="5141">
                  <c:v>390.95</c:v>
                </c:pt>
                <c:pt idx="5142">
                  <c:v>392.4</c:v>
                </c:pt>
                <c:pt idx="5143">
                  <c:v>382.75</c:v>
                </c:pt>
                <c:pt idx="5144">
                  <c:v>372.55</c:v>
                </c:pt>
                <c:pt idx="5145">
                  <c:v>373.4</c:v>
                </c:pt>
                <c:pt idx="5146">
                  <c:v>375.7</c:v>
                </c:pt>
                <c:pt idx="5147">
                  <c:v>367.6</c:v>
                </c:pt>
                <c:pt idx="5148">
                  <c:v>370.7</c:v>
                </c:pt>
                <c:pt idx="5149">
                  <c:v>370.5</c:v>
                </c:pt>
                <c:pt idx="5150">
                  <c:v>363.7</c:v>
                </c:pt>
                <c:pt idx="5151">
                  <c:v>371.55</c:v>
                </c:pt>
                <c:pt idx="5152">
                  <c:v>374.7</c:v>
                </c:pt>
                <c:pt idx="5153">
                  <c:v>369</c:v>
                </c:pt>
                <c:pt idx="5154">
                  <c:v>369.55</c:v>
                </c:pt>
                <c:pt idx="5155">
                  <c:v>350.7</c:v>
                </c:pt>
                <c:pt idx="5156">
                  <c:v>354.4</c:v>
                </c:pt>
                <c:pt idx="5157">
                  <c:v>351.85</c:v>
                </c:pt>
                <c:pt idx="5158">
                  <c:v>335.7</c:v>
                </c:pt>
                <c:pt idx="5159">
                  <c:v>348.65</c:v>
                </c:pt>
                <c:pt idx="5160">
                  <c:v>363</c:v>
                </c:pt>
                <c:pt idx="5161">
                  <c:v>357.05</c:v>
                </c:pt>
                <c:pt idx="5162">
                  <c:v>354.75</c:v>
                </c:pt>
                <c:pt idx="5163">
                  <c:v>369.2</c:v>
                </c:pt>
                <c:pt idx="5164">
                  <c:v>373.1</c:v>
                </c:pt>
                <c:pt idx="5165">
                  <c:v>380.6</c:v>
                </c:pt>
                <c:pt idx="5166">
                  <c:v>382.65</c:v>
                </c:pt>
                <c:pt idx="5167">
                  <c:v>387.5</c:v>
                </c:pt>
                <c:pt idx="5168">
                  <c:v>401.5</c:v>
                </c:pt>
                <c:pt idx="5169">
                  <c:v>404.05</c:v>
                </c:pt>
                <c:pt idx="5170">
                  <c:v>396.25</c:v>
                </c:pt>
                <c:pt idx="5171">
                  <c:v>406.8</c:v>
                </c:pt>
                <c:pt idx="5172">
                  <c:v>391</c:v>
                </c:pt>
                <c:pt idx="5173">
                  <c:v>396.1</c:v>
                </c:pt>
                <c:pt idx="5174">
                  <c:v>417.1</c:v>
                </c:pt>
                <c:pt idx="5175">
                  <c:v>414.6</c:v>
                </c:pt>
                <c:pt idx="5176">
                  <c:v>420.3</c:v>
                </c:pt>
                <c:pt idx="5177">
                  <c:v>412.9</c:v>
                </c:pt>
                <c:pt idx="5178">
                  <c:v>416.95</c:v>
                </c:pt>
                <c:pt idx="5179">
                  <c:v>404.45</c:v>
                </c:pt>
                <c:pt idx="5180">
                  <c:v>409.95</c:v>
                </c:pt>
                <c:pt idx="5181">
                  <c:v>396.05</c:v>
                </c:pt>
                <c:pt idx="5182">
                  <c:v>399.9</c:v>
                </c:pt>
                <c:pt idx="5183">
                  <c:v>392.6</c:v>
                </c:pt>
                <c:pt idx="5184">
                  <c:v>417.45</c:v>
                </c:pt>
                <c:pt idx="5185">
                  <c:v>443.85</c:v>
                </c:pt>
                <c:pt idx="5186">
                  <c:v>437.05</c:v>
                </c:pt>
                <c:pt idx="5187">
                  <c:v>438.5</c:v>
                </c:pt>
                <c:pt idx="5188">
                  <c:v>442.8</c:v>
                </c:pt>
                <c:pt idx="5189">
                  <c:v>462.7</c:v>
                </c:pt>
                <c:pt idx="5190">
                  <c:v>483.85</c:v>
                </c:pt>
                <c:pt idx="5191">
                  <c:v>486.55</c:v>
                </c:pt>
                <c:pt idx="5192">
                  <c:v>476.7</c:v>
                </c:pt>
                <c:pt idx="5193">
                  <c:v>485.55</c:v>
                </c:pt>
                <c:pt idx="5194">
                  <c:v>486.9</c:v>
                </c:pt>
                <c:pt idx="5195">
                  <c:v>486.4</c:v>
                </c:pt>
                <c:pt idx="5196">
                  <c:v>497.65</c:v>
                </c:pt>
                <c:pt idx="5197">
                  <c:v>478.75</c:v>
                </c:pt>
                <c:pt idx="5198">
                  <c:v>480.2</c:v>
                </c:pt>
                <c:pt idx="5199">
                  <c:v>468.25</c:v>
                </c:pt>
                <c:pt idx="5200">
                  <c:v>478.2</c:v>
                </c:pt>
                <c:pt idx="5201">
                  <c:v>472.7</c:v>
                </c:pt>
                <c:pt idx="5202">
                  <c:v>475.3</c:v>
                </c:pt>
                <c:pt idx="5203">
                  <c:v>473.35</c:v>
                </c:pt>
                <c:pt idx="5204">
                  <c:v>485.1</c:v>
                </c:pt>
                <c:pt idx="5205">
                  <c:v>480.45</c:v>
                </c:pt>
                <c:pt idx="5206">
                  <c:v>481.85</c:v>
                </c:pt>
                <c:pt idx="5207">
                  <c:v>502.05</c:v>
                </c:pt>
                <c:pt idx="5208">
                  <c:v>510.45</c:v>
                </c:pt>
                <c:pt idx="5209">
                  <c:v>508.4</c:v>
                </c:pt>
                <c:pt idx="5210">
                  <c:v>511.5</c:v>
                </c:pt>
                <c:pt idx="5211">
                  <c:v>506.95</c:v>
                </c:pt>
                <c:pt idx="5212">
                  <c:v>515.45000000000005</c:v>
                </c:pt>
                <c:pt idx="5213">
                  <c:v>525.79999999999995</c:v>
                </c:pt>
                <c:pt idx="5214">
                  <c:v>518.04999999999995</c:v>
                </c:pt>
                <c:pt idx="5215">
                  <c:v>512.45000000000005</c:v>
                </c:pt>
                <c:pt idx="5216">
                  <c:v>510.4</c:v>
                </c:pt>
                <c:pt idx="5217">
                  <c:v>517.15</c:v>
                </c:pt>
                <c:pt idx="5218">
                  <c:v>494.5</c:v>
                </c:pt>
                <c:pt idx="5219">
                  <c:v>500.3</c:v>
                </c:pt>
                <c:pt idx="5220">
                  <c:v>503.6</c:v>
                </c:pt>
                <c:pt idx="5221">
                  <c:v>513.54999999999995</c:v>
                </c:pt>
                <c:pt idx="5222">
                  <c:v>520.1</c:v>
                </c:pt>
                <c:pt idx="5223">
                  <c:v>528.79999999999995</c:v>
                </c:pt>
                <c:pt idx="5224">
                  <c:v>528.75</c:v>
                </c:pt>
                <c:pt idx="5225">
                  <c:v>535.04999999999995</c:v>
                </c:pt>
                <c:pt idx="5226">
                  <c:v>527.5</c:v>
                </c:pt>
                <c:pt idx="5227">
                  <c:v>531.70000000000005</c:v>
                </c:pt>
                <c:pt idx="5228">
                  <c:v>537.25</c:v>
                </c:pt>
                <c:pt idx="5229">
                  <c:v>546.70000000000005</c:v>
                </c:pt>
                <c:pt idx="5230">
                  <c:v>541.1</c:v>
                </c:pt>
                <c:pt idx="5231">
                  <c:v>542.04999999999995</c:v>
                </c:pt>
                <c:pt idx="5232">
                  <c:v>544.70000000000005</c:v>
                </c:pt>
                <c:pt idx="5233">
                  <c:v>548</c:v>
                </c:pt>
                <c:pt idx="5234">
                  <c:v>556.5</c:v>
                </c:pt>
                <c:pt idx="5235">
                  <c:v>553.29999999999995</c:v>
                </c:pt>
                <c:pt idx="5236">
                  <c:v>543</c:v>
                </c:pt>
                <c:pt idx="5237">
                  <c:v>533.15</c:v>
                </c:pt>
                <c:pt idx="5238">
                  <c:v>546.45000000000005</c:v>
                </c:pt>
                <c:pt idx="5239">
                  <c:v>551</c:v>
                </c:pt>
                <c:pt idx="5240">
                  <c:v>552.70000000000005</c:v>
                </c:pt>
                <c:pt idx="5241">
                  <c:v>533.79999999999995</c:v>
                </c:pt>
                <c:pt idx="5242">
                  <c:v>538.04999999999995</c:v>
                </c:pt>
                <c:pt idx="5243">
                  <c:v>522.35</c:v>
                </c:pt>
                <c:pt idx="5244">
                  <c:v>528.25</c:v>
                </c:pt>
                <c:pt idx="5245">
                  <c:v>537</c:v>
                </c:pt>
                <c:pt idx="5246">
                  <c:v>603.79999999999995</c:v>
                </c:pt>
                <c:pt idx="5247">
                  <c:v>617.35</c:v>
                </c:pt>
                <c:pt idx="5248">
                  <c:v>622.35</c:v>
                </c:pt>
                <c:pt idx="5249">
                  <c:v>628.29999999999995</c:v>
                </c:pt>
                <c:pt idx="5250">
                  <c:v>614.15</c:v>
                </c:pt>
                <c:pt idx="5251">
                  <c:v>629.6</c:v>
                </c:pt>
                <c:pt idx="5252">
                  <c:v>633.35</c:v>
                </c:pt>
                <c:pt idx="5253">
                  <c:v>632.15</c:v>
                </c:pt>
                <c:pt idx="5254">
                  <c:v>630.65</c:v>
                </c:pt>
                <c:pt idx="5255">
                  <c:v>647.6</c:v>
                </c:pt>
                <c:pt idx="5256">
                  <c:v>673.95</c:v>
                </c:pt>
                <c:pt idx="5257">
                  <c:v>658.35</c:v>
                </c:pt>
                <c:pt idx="5258">
                  <c:v>657.35</c:v>
                </c:pt>
                <c:pt idx="5259">
                  <c:v>644.65</c:v>
                </c:pt>
                <c:pt idx="5260">
                  <c:v>624.04999999999995</c:v>
                </c:pt>
                <c:pt idx="5261">
                  <c:v>609.85</c:v>
                </c:pt>
                <c:pt idx="5262">
                  <c:v>616.29999999999995</c:v>
                </c:pt>
                <c:pt idx="5263">
                  <c:v>641.1</c:v>
                </c:pt>
                <c:pt idx="5264">
                  <c:v>628</c:v>
                </c:pt>
                <c:pt idx="5265">
                  <c:v>597.75</c:v>
                </c:pt>
                <c:pt idx="5266">
                  <c:v>608.35</c:v>
                </c:pt>
                <c:pt idx="5267">
                  <c:v>610.5</c:v>
                </c:pt>
                <c:pt idx="5268">
                  <c:v>632.1</c:v>
                </c:pt>
                <c:pt idx="5269">
                  <c:v>620.75</c:v>
                </c:pt>
                <c:pt idx="5270">
                  <c:v>609.45000000000005</c:v>
                </c:pt>
                <c:pt idx="5271">
                  <c:v>608.04999999999995</c:v>
                </c:pt>
                <c:pt idx="5272">
                  <c:v>625.1</c:v>
                </c:pt>
                <c:pt idx="5273">
                  <c:v>625.6</c:v>
                </c:pt>
                <c:pt idx="5274">
                  <c:v>612.85</c:v>
                </c:pt>
                <c:pt idx="5275">
                  <c:v>603.5</c:v>
                </c:pt>
                <c:pt idx="5276">
                  <c:v>594.95000000000005</c:v>
                </c:pt>
                <c:pt idx="5277">
                  <c:v>589.5</c:v>
                </c:pt>
                <c:pt idx="5278">
                  <c:v>578.6</c:v>
                </c:pt>
                <c:pt idx="5279">
                  <c:v>586.65</c:v>
                </c:pt>
                <c:pt idx="5280">
                  <c:v>573.45000000000005</c:v>
                </c:pt>
                <c:pt idx="5281">
                  <c:v>586.4</c:v>
                </c:pt>
                <c:pt idx="5282">
                  <c:v>567.5</c:v>
                </c:pt>
                <c:pt idx="5283">
                  <c:v>571.54999999999995</c:v>
                </c:pt>
                <c:pt idx="5284">
                  <c:v>578.54999999999995</c:v>
                </c:pt>
                <c:pt idx="5285">
                  <c:v>591.45000000000005</c:v>
                </c:pt>
                <c:pt idx="5286">
                  <c:v>582.1</c:v>
                </c:pt>
                <c:pt idx="5287">
                  <c:v>594.4</c:v>
                </c:pt>
                <c:pt idx="5288">
                  <c:v>571.25</c:v>
                </c:pt>
                <c:pt idx="5289">
                  <c:v>565.9</c:v>
                </c:pt>
                <c:pt idx="5290">
                  <c:v>577.65</c:v>
                </c:pt>
                <c:pt idx="5291">
                  <c:v>576.70000000000005</c:v>
                </c:pt>
                <c:pt idx="5292">
                  <c:v>566.20000000000005</c:v>
                </c:pt>
                <c:pt idx="5293">
                  <c:v>538.54999999999995</c:v>
                </c:pt>
                <c:pt idx="5294">
                  <c:v>560.6</c:v>
                </c:pt>
                <c:pt idx="5295">
                  <c:v>575.20000000000005</c:v>
                </c:pt>
                <c:pt idx="5296">
                  <c:v>566.95000000000005</c:v>
                </c:pt>
                <c:pt idx="5297">
                  <c:v>559.75</c:v>
                </c:pt>
                <c:pt idx="5298">
                  <c:v>559.1</c:v>
                </c:pt>
                <c:pt idx="5299">
                  <c:v>579.20000000000005</c:v>
                </c:pt>
                <c:pt idx="5300">
                  <c:v>569.95000000000005</c:v>
                </c:pt>
                <c:pt idx="5301">
                  <c:v>591.1</c:v>
                </c:pt>
                <c:pt idx="5302">
                  <c:v>598.75</c:v>
                </c:pt>
                <c:pt idx="5303">
                  <c:v>621.35</c:v>
                </c:pt>
                <c:pt idx="5304">
                  <c:v>621.45000000000005</c:v>
                </c:pt>
                <c:pt idx="5305">
                  <c:v>600.5</c:v>
                </c:pt>
              </c:numCache>
            </c:numRef>
          </c:val>
          <c:smooth val="0"/>
          <c:extLst>
            <c:ext xmlns:c16="http://schemas.microsoft.com/office/drawing/2014/chart" uri="{C3380CC4-5D6E-409C-BE32-E72D297353CC}">
              <c16:uniqueId val="{00000002-D6BE-4A4F-804C-A2EFF6C5F19B}"/>
            </c:ext>
          </c:extLst>
        </c:ser>
        <c:dLbls>
          <c:showLegendKey val="0"/>
          <c:showVal val="0"/>
          <c:showCatName val="0"/>
          <c:showSerName val="0"/>
          <c:showPercent val="0"/>
          <c:showBubbleSize val="0"/>
        </c:dLbls>
        <c:smooth val="0"/>
        <c:axId val="439668416"/>
        <c:axId val="439665536"/>
      </c:lineChart>
      <c:catAx>
        <c:axId val="439668416"/>
        <c:scaling>
          <c:orientation val="minMax"/>
        </c:scaling>
        <c:delete val="0"/>
        <c:axPos val="b"/>
        <c:numFmt formatCode="[$-14009]mm/yyyy;@"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439665536"/>
        <c:crosses val="autoZero"/>
        <c:auto val="1"/>
        <c:lblAlgn val="ctr"/>
        <c:lblOffset val="100"/>
        <c:tickLblSkip val="252"/>
        <c:noMultiLvlLbl val="0"/>
      </c:catAx>
      <c:valAx>
        <c:axId val="43966553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43966841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tx1"/>
          </a:solidFill>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[stockinfo20years(AutoRecovered).xlsx]ITPIVOT!PivotTable3</c:name>
    <c:fmtId val="-1"/>
  </c:pivotSource>
  <c:chart>
    <c:autoTitleDeleted val="1"/>
    <c:pivotFmts>
      <c:pivotFmt>
        <c:idx val="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rgbClr val="92D050"/>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rgbClr val="92D050"/>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rgbClr val="92D050"/>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9.4571068054599944E-2"/>
          <c:y val="0.12718329779823098"/>
          <c:w val="0.86214814063760514"/>
          <c:h val="0.58099737532808404"/>
        </c:manualLayout>
      </c:layout>
      <c:lineChart>
        <c:grouping val="standard"/>
        <c:varyColors val="0"/>
        <c:ser>
          <c:idx val="0"/>
          <c:order val="0"/>
          <c:tx>
            <c:strRef>
              <c:f>ITPIVOT!$B$1:$B$2</c:f>
              <c:strCache>
                <c:ptCount val="1"/>
                <c:pt idx="0">
                  <c:v>INFY</c:v>
                </c:pt>
              </c:strCache>
            </c:strRef>
          </c:tx>
          <c:spPr>
            <a:ln w="28575" cap="rnd">
              <a:solidFill>
                <a:schemeClr val="accent1"/>
              </a:solidFill>
              <a:round/>
            </a:ln>
            <a:effectLst/>
          </c:spPr>
          <c:marker>
            <c:symbol val="none"/>
          </c:marker>
          <c:cat>
            <c:strRef>
              <c:f>ITPIVOT!$A$3:$A$5309</c:f>
              <c:strCache>
                <c:ptCount val="5306"/>
                <c:pt idx="0">
                  <c:v>03-01-2000</c:v>
                </c:pt>
                <c:pt idx="1">
                  <c:v>04-01-2000</c:v>
                </c:pt>
                <c:pt idx="2">
                  <c:v>05-01-2000</c:v>
                </c:pt>
                <c:pt idx="3">
                  <c:v>06-01-2000</c:v>
                </c:pt>
                <c:pt idx="4">
                  <c:v>07-01-2000</c:v>
                </c:pt>
                <c:pt idx="5">
                  <c:v>10-01-2000</c:v>
                </c:pt>
                <c:pt idx="6">
                  <c:v>11-01-2000</c:v>
                </c:pt>
                <c:pt idx="7">
                  <c:v>12-01-2000</c:v>
                </c:pt>
                <c:pt idx="8">
                  <c:v>13-01-2000</c:v>
                </c:pt>
                <c:pt idx="9">
                  <c:v>14-01-2000</c:v>
                </c:pt>
                <c:pt idx="10">
                  <c:v>17-01-2000</c:v>
                </c:pt>
                <c:pt idx="11">
                  <c:v>18-01-2000</c:v>
                </c:pt>
                <c:pt idx="12">
                  <c:v>19-01-2000</c:v>
                </c:pt>
                <c:pt idx="13">
                  <c:v>20-01-2000</c:v>
                </c:pt>
                <c:pt idx="14">
                  <c:v>21-01-2000</c:v>
                </c:pt>
                <c:pt idx="15">
                  <c:v>24-01-2000</c:v>
                </c:pt>
                <c:pt idx="16">
                  <c:v>25-01-2000</c:v>
                </c:pt>
                <c:pt idx="17">
                  <c:v>27-01-2000</c:v>
                </c:pt>
                <c:pt idx="18">
                  <c:v>28-01-2000</c:v>
                </c:pt>
                <c:pt idx="19">
                  <c:v>31-01-2000</c:v>
                </c:pt>
                <c:pt idx="20">
                  <c:v>01-02-2000</c:v>
                </c:pt>
                <c:pt idx="21">
                  <c:v>02-02-2000</c:v>
                </c:pt>
                <c:pt idx="22">
                  <c:v>03-02-2000</c:v>
                </c:pt>
                <c:pt idx="23">
                  <c:v>04-02-2000</c:v>
                </c:pt>
                <c:pt idx="24">
                  <c:v>07-02-2000</c:v>
                </c:pt>
                <c:pt idx="25">
                  <c:v>08-02-2000</c:v>
                </c:pt>
                <c:pt idx="26">
                  <c:v>09-02-2000</c:v>
                </c:pt>
                <c:pt idx="27">
                  <c:v>10-02-2000</c:v>
                </c:pt>
                <c:pt idx="28">
                  <c:v>11-02-2000</c:v>
                </c:pt>
                <c:pt idx="29">
                  <c:v>14-02-2000</c:v>
                </c:pt>
                <c:pt idx="30">
                  <c:v>15-02-2000</c:v>
                </c:pt>
                <c:pt idx="31">
                  <c:v>16-02-2000</c:v>
                </c:pt>
                <c:pt idx="32">
                  <c:v>17-02-2000</c:v>
                </c:pt>
                <c:pt idx="33">
                  <c:v>18-02-2000</c:v>
                </c:pt>
                <c:pt idx="34">
                  <c:v>21-02-2000</c:v>
                </c:pt>
                <c:pt idx="35">
                  <c:v>22-02-2000</c:v>
                </c:pt>
                <c:pt idx="36">
                  <c:v>23-02-2000</c:v>
                </c:pt>
                <c:pt idx="37">
                  <c:v>24-02-2000</c:v>
                </c:pt>
                <c:pt idx="38">
                  <c:v>25-02-2000</c:v>
                </c:pt>
                <c:pt idx="39">
                  <c:v>28-02-2000</c:v>
                </c:pt>
                <c:pt idx="40">
                  <c:v>29-02-2000</c:v>
                </c:pt>
                <c:pt idx="41">
                  <c:v>01-03-2000</c:v>
                </c:pt>
                <c:pt idx="42">
                  <c:v>02-03-2000</c:v>
                </c:pt>
                <c:pt idx="43">
                  <c:v>03-03-2000</c:v>
                </c:pt>
                <c:pt idx="44">
                  <c:v>06-03-2000</c:v>
                </c:pt>
                <c:pt idx="45">
                  <c:v>07-03-2000</c:v>
                </c:pt>
                <c:pt idx="46">
                  <c:v>08-03-2000</c:v>
                </c:pt>
                <c:pt idx="47">
                  <c:v>09-03-2000</c:v>
                </c:pt>
                <c:pt idx="48">
                  <c:v>10-03-2000</c:v>
                </c:pt>
                <c:pt idx="49">
                  <c:v>13-03-2000</c:v>
                </c:pt>
                <c:pt idx="50">
                  <c:v>14-03-2000</c:v>
                </c:pt>
                <c:pt idx="51">
                  <c:v>15-03-2000</c:v>
                </c:pt>
                <c:pt idx="52">
                  <c:v>16-03-2000</c:v>
                </c:pt>
                <c:pt idx="53">
                  <c:v>21-03-2000</c:v>
                </c:pt>
                <c:pt idx="54">
                  <c:v>22-03-2000</c:v>
                </c:pt>
                <c:pt idx="55">
                  <c:v>23-03-2000</c:v>
                </c:pt>
                <c:pt idx="56">
                  <c:v>24-03-2000</c:v>
                </c:pt>
                <c:pt idx="57">
                  <c:v>27-03-2000</c:v>
                </c:pt>
                <c:pt idx="58">
                  <c:v>28-03-2000</c:v>
                </c:pt>
                <c:pt idx="59">
                  <c:v>29-03-2000</c:v>
                </c:pt>
                <c:pt idx="60">
                  <c:v>30-03-2000</c:v>
                </c:pt>
                <c:pt idx="61">
                  <c:v>31-03-2000</c:v>
                </c:pt>
                <c:pt idx="62">
                  <c:v>03-04-2000</c:v>
                </c:pt>
                <c:pt idx="63">
                  <c:v>04-04-2000</c:v>
                </c:pt>
                <c:pt idx="64">
                  <c:v>05-04-2000</c:v>
                </c:pt>
                <c:pt idx="65">
                  <c:v>06-04-2000</c:v>
                </c:pt>
                <c:pt idx="66">
                  <c:v>07-04-2000</c:v>
                </c:pt>
                <c:pt idx="67">
                  <c:v>10-04-2000</c:v>
                </c:pt>
                <c:pt idx="68">
                  <c:v>11-04-2000</c:v>
                </c:pt>
                <c:pt idx="69">
                  <c:v>12-04-2000</c:v>
                </c:pt>
                <c:pt idx="70">
                  <c:v>13-04-2000</c:v>
                </c:pt>
                <c:pt idx="71">
                  <c:v>17-04-2000</c:v>
                </c:pt>
                <c:pt idx="72">
                  <c:v>18-04-2000</c:v>
                </c:pt>
                <c:pt idx="73">
                  <c:v>19-04-2000</c:v>
                </c:pt>
                <c:pt idx="74">
                  <c:v>20-04-2000</c:v>
                </c:pt>
                <c:pt idx="75">
                  <c:v>24-04-2000</c:v>
                </c:pt>
                <c:pt idx="76">
                  <c:v>25-04-2000</c:v>
                </c:pt>
                <c:pt idx="77">
                  <c:v>26-04-2000</c:v>
                </c:pt>
                <c:pt idx="78">
                  <c:v>27-04-2000</c:v>
                </c:pt>
                <c:pt idx="79">
                  <c:v>28-04-2000</c:v>
                </c:pt>
                <c:pt idx="80">
                  <c:v>02-05-2000</c:v>
                </c:pt>
                <c:pt idx="81">
                  <c:v>03-05-2000</c:v>
                </c:pt>
                <c:pt idx="82">
                  <c:v>04-05-2000</c:v>
                </c:pt>
                <c:pt idx="83">
                  <c:v>05-05-2000</c:v>
                </c:pt>
                <c:pt idx="84">
                  <c:v>08-05-2000</c:v>
                </c:pt>
                <c:pt idx="85">
                  <c:v>09-05-2000</c:v>
                </c:pt>
                <c:pt idx="86">
                  <c:v>10-05-2000</c:v>
                </c:pt>
                <c:pt idx="87">
                  <c:v>11-05-2000</c:v>
                </c:pt>
                <c:pt idx="88">
                  <c:v>12-05-2000</c:v>
                </c:pt>
                <c:pt idx="89">
                  <c:v>15-05-2000</c:v>
                </c:pt>
                <c:pt idx="90">
                  <c:v>16-05-2000</c:v>
                </c:pt>
                <c:pt idx="91">
                  <c:v>17-05-2000</c:v>
                </c:pt>
                <c:pt idx="92">
                  <c:v>18-05-2000</c:v>
                </c:pt>
                <c:pt idx="93">
                  <c:v>19-05-2000</c:v>
                </c:pt>
                <c:pt idx="94">
                  <c:v>22-05-2000</c:v>
                </c:pt>
                <c:pt idx="95">
                  <c:v>23-05-2000</c:v>
                </c:pt>
                <c:pt idx="96">
                  <c:v>24-05-2000</c:v>
                </c:pt>
                <c:pt idx="97">
                  <c:v>25-05-2000</c:v>
                </c:pt>
                <c:pt idx="98">
                  <c:v>26-05-2000</c:v>
                </c:pt>
                <c:pt idx="99">
                  <c:v>29-05-2000</c:v>
                </c:pt>
                <c:pt idx="100">
                  <c:v>30-05-2000</c:v>
                </c:pt>
                <c:pt idx="101">
                  <c:v>31-05-2000</c:v>
                </c:pt>
                <c:pt idx="102">
                  <c:v>01-06-2000</c:v>
                </c:pt>
                <c:pt idx="103">
                  <c:v>02-06-2000</c:v>
                </c:pt>
                <c:pt idx="104">
                  <c:v>05-06-2000</c:v>
                </c:pt>
                <c:pt idx="105">
                  <c:v>06-06-2000</c:v>
                </c:pt>
                <c:pt idx="106">
                  <c:v>07-06-2000</c:v>
                </c:pt>
                <c:pt idx="107">
                  <c:v>08-06-2000</c:v>
                </c:pt>
                <c:pt idx="108">
                  <c:v>09-06-2000</c:v>
                </c:pt>
                <c:pt idx="109">
                  <c:v>12-06-2000</c:v>
                </c:pt>
                <c:pt idx="110">
                  <c:v>13-06-2000</c:v>
                </c:pt>
                <c:pt idx="111">
                  <c:v>14-06-2000</c:v>
                </c:pt>
                <c:pt idx="112">
                  <c:v>15-06-2000</c:v>
                </c:pt>
                <c:pt idx="113">
                  <c:v>16-06-2000</c:v>
                </c:pt>
                <c:pt idx="114">
                  <c:v>19-06-2000</c:v>
                </c:pt>
                <c:pt idx="115">
                  <c:v>20-06-2000</c:v>
                </c:pt>
                <c:pt idx="116">
                  <c:v>21-06-2000</c:v>
                </c:pt>
                <c:pt idx="117">
                  <c:v>22-06-2000</c:v>
                </c:pt>
                <c:pt idx="118">
                  <c:v>23-06-2000</c:v>
                </c:pt>
                <c:pt idx="119">
                  <c:v>26-06-2000</c:v>
                </c:pt>
                <c:pt idx="120">
                  <c:v>27-06-2000</c:v>
                </c:pt>
                <c:pt idx="121">
                  <c:v>28-06-2000</c:v>
                </c:pt>
                <c:pt idx="122">
                  <c:v>29-06-2000</c:v>
                </c:pt>
                <c:pt idx="123">
                  <c:v>30-06-2000</c:v>
                </c:pt>
                <c:pt idx="124">
                  <c:v>03-07-2000</c:v>
                </c:pt>
                <c:pt idx="125">
                  <c:v>04-07-2000</c:v>
                </c:pt>
                <c:pt idx="126">
                  <c:v>05-07-2000</c:v>
                </c:pt>
                <c:pt idx="127">
                  <c:v>06-07-2000</c:v>
                </c:pt>
                <c:pt idx="128">
                  <c:v>07-07-2000</c:v>
                </c:pt>
                <c:pt idx="129">
                  <c:v>10-07-2000</c:v>
                </c:pt>
                <c:pt idx="130">
                  <c:v>11-07-2000</c:v>
                </c:pt>
                <c:pt idx="131">
                  <c:v>12-07-2000</c:v>
                </c:pt>
                <c:pt idx="132">
                  <c:v>13-07-2000</c:v>
                </c:pt>
                <c:pt idx="133">
                  <c:v>14-07-2000</c:v>
                </c:pt>
                <c:pt idx="134">
                  <c:v>17-07-2000</c:v>
                </c:pt>
                <c:pt idx="135">
                  <c:v>18-07-2000</c:v>
                </c:pt>
                <c:pt idx="136">
                  <c:v>19-07-2000</c:v>
                </c:pt>
                <c:pt idx="137">
                  <c:v>20-07-2000</c:v>
                </c:pt>
                <c:pt idx="138">
                  <c:v>21-07-2000</c:v>
                </c:pt>
                <c:pt idx="139">
                  <c:v>24-07-2000</c:v>
                </c:pt>
                <c:pt idx="140">
                  <c:v>25-07-2000</c:v>
                </c:pt>
                <c:pt idx="141">
                  <c:v>26-07-2000</c:v>
                </c:pt>
                <c:pt idx="142">
                  <c:v>27-07-2000</c:v>
                </c:pt>
                <c:pt idx="143">
                  <c:v>28-07-2000</c:v>
                </c:pt>
                <c:pt idx="144">
                  <c:v>31-07-2000</c:v>
                </c:pt>
                <c:pt idx="145">
                  <c:v>01-08-2000</c:v>
                </c:pt>
                <c:pt idx="146">
                  <c:v>02-08-2000</c:v>
                </c:pt>
                <c:pt idx="147">
                  <c:v>03-08-2000</c:v>
                </c:pt>
                <c:pt idx="148">
                  <c:v>04-08-2000</c:v>
                </c:pt>
                <c:pt idx="149">
                  <c:v>07-08-2000</c:v>
                </c:pt>
                <c:pt idx="150">
                  <c:v>08-08-2000</c:v>
                </c:pt>
                <c:pt idx="151">
                  <c:v>09-08-2000</c:v>
                </c:pt>
                <c:pt idx="152">
                  <c:v>10-08-2000</c:v>
                </c:pt>
                <c:pt idx="153">
                  <c:v>11-08-2000</c:v>
                </c:pt>
                <c:pt idx="154">
                  <c:v>14-08-2000</c:v>
                </c:pt>
                <c:pt idx="155">
                  <c:v>16-08-2000</c:v>
                </c:pt>
                <c:pt idx="156">
                  <c:v>17-08-2000</c:v>
                </c:pt>
                <c:pt idx="157">
                  <c:v>18-08-2000</c:v>
                </c:pt>
                <c:pt idx="158">
                  <c:v>21-08-2000</c:v>
                </c:pt>
                <c:pt idx="159">
                  <c:v>22-08-2000</c:v>
                </c:pt>
                <c:pt idx="160">
                  <c:v>23-08-2000</c:v>
                </c:pt>
                <c:pt idx="161">
                  <c:v>24-08-2000</c:v>
                </c:pt>
                <c:pt idx="162">
                  <c:v>25-08-2000</c:v>
                </c:pt>
                <c:pt idx="163">
                  <c:v>28-08-2000</c:v>
                </c:pt>
                <c:pt idx="164">
                  <c:v>29-08-2000</c:v>
                </c:pt>
                <c:pt idx="165">
                  <c:v>30-08-2000</c:v>
                </c:pt>
                <c:pt idx="166">
                  <c:v>31-08-2000</c:v>
                </c:pt>
                <c:pt idx="167">
                  <c:v>04-09-2000</c:v>
                </c:pt>
                <c:pt idx="168">
                  <c:v>05-09-2000</c:v>
                </c:pt>
                <c:pt idx="169">
                  <c:v>06-09-2000</c:v>
                </c:pt>
                <c:pt idx="170">
                  <c:v>07-09-2000</c:v>
                </c:pt>
                <c:pt idx="171">
                  <c:v>08-09-2000</c:v>
                </c:pt>
                <c:pt idx="172">
                  <c:v>11-09-2000</c:v>
                </c:pt>
                <c:pt idx="173">
                  <c:v>12-09-2000</c:v>
                </c:pt>
                <c:pt idx="174">
                  <c:v>13-09-2000</c:v>
                </c:pt>
                <c:pt idx="175">
                  <c:v>14-09-2000</c:v>
                </c:pt>
                <c:pt idx="176">
                  <c:v>15-09-2000</c:v>
                </c:pt>
                <c:pt idx="177">
                  <c:v>18-09-2000</c:v>
                </c:pt>
                <c:pt idx="178">
                  <c:v>19-09-2000</c:v>
                </c:pt>
                <c:pt idx="179">
                  <c:v>20-09-2000</c:v>
                </c:pt>
                <c:pt idx="180">
                  <c:v>21-09-2000</c:v>
                </c:pt>
                <c:pt idx="181">
                  <c:v>22-09-2000</c:v>
                </c:pt>
                <c:pt idx="182">
                  <c:v>25-09-2000</c:v>
                </c:pt>
                <c:pt idx="183">
                  <c:v>26-09-2000</c:v>
                </c:pt>
                <c:pt idx="184">
                  <c:v>27-09-2000</c:v>
                </c:pt>
                <c:pt idx="185">
                  <c:v>28-09-2000</c:v>
                </c:pt>
                <c:pt idx="186">
                  <c:v>29-09-2000</c:v>
                </c:pt>
                <c:pt idx="187">
                  <c:v>03-10-2000</c:v>
                </c:pt>
                <c:pt idx="188">
                  <c:v>04-10-2000</c:v>
                </c:pt>
                <c:pt idx="189">
                  <c:v>05-10-2000</c:v>
                </c:pt>
                <c:pt idx="190">
                  <c:v>06-10-2000</c:v>
                </c:pt>
                <c:pt idx="191">
                  <c:v>09-10-2000</c:v>
                </c:pt>
                <c:pt idx="192">
                  <c:v>10-10-2000</c:v>
                </c:pt>
                <c:pt idx="193">
                  <c:v>11-10-2000</c:v>
                </c:pt>
                <c:pt idx="194">
                  <c:v>12-10-2000</c:v>
                </c:pt>
                <c:pt idx="195">
                  <c:v>13-10-2000</c:v>
                </c:pt>
                <c:pt idx="196">
                  <c:v>16-10-2000</c:v>
                </c:pt>
                <c:pt idx="197">
                  <c:v>17-10-2000</c:v>
                </c:pt>
                <c:pt idx="198">
                  <c:v>18-10-2000</c:v>
                </c:pt>
                <c:pt idx="199">
                  <c:v>19-10-2000</c:v>
                </c:pt>
                <c:pt idx="200">
                  <c:v>20-10-2000</c:v>
                </c:pt>
                <c:pt idx="201">
                  <c:v>23-10-2000</c:v>
                </c:pt>
                <c:pt idx="202">
                  <c:v>24-10-2000</c:v>
                </c:pt>
                <c:pt idx="203">
                  <c:v>25-10-2000</c:v>
                </c:pt>
                <c:pt idx="204">
                  <c:v>26-10-2000</c:v>
                </c:pt>
                <c:pt idx="205">
                  <c:v>27-10-2000</c:v>
                </c:pt>
                <c:pt idx="206">
                  <c:v>30-10-2000</c:v>
                </c:pt>
                <c:pt idx="207">
                  <c:v>31-10-2000</c:v>
                </c:pt>
                <c:pt idx="208">
                  <c:v>01-11-2000</c:v>
                </c:pt>
                <c:pt idx="209">
                  <c:v>02-11-2000</c:v>
                </c:pt>
                <c:pt idx="210">
                  <c:v>03-11-2000</c:v>
                </c:pt>
                <c:pt idx="211">
                  <c:v>06-11-2000</c:v>
                </c:pt>
                <c:pt idx="212">
                  <c:v>07-11-2000</c:v>
                </c:pt>
                <c:pt idx="213">
                  <c:v>08-11-2000</c:v>
                </c:pt>
                <c:pt idx="214">
                  <c:v>09-11-2000</c:v>
                </c:pt>
                <c:pt idx="215">
                  <c:v>10-11-2000</c:v>
                </c:pt>
                <c:pt idx="216">
                  <c:v>13-11-2000</c:v>
                </c:pt>
                <c:pt idx="217">
                  <c:v>14-11-2000</c:v>
                </c:pt>
                <c:pt idx="218">
                  <c:v>15-11-2000</c:v>
                </c:pt>
                <c:pt idx="219">
                  <c:v>16-11-2000</c:v>
                </c:pt>
                <c:pt idx="220">
                  <c:v>17-11-2000</c:v>
                </c:pt>
                <c:pt idx="221">
                  <c:v>20-11-2000</c:v>
                </c:pt>
                <c:pt idx="222">
                  <c:v>21-11-2000</c:v>
                </c:pt>
                <c:pt idx="223">
                  <c:v>22-11-2000</c:v>
                </c:pt>
                <c:pt idx="224">
                  <c:v>23-11-2000</c:v>
                </c:pt>
                <c:pt idx="225">
                  <c:v>24-11-2000</c:v>
                </c:pt>
                <c:pt idx="226">
                  <c:v>27-11-2000</c:v>
                </c:pt>
                <c:pt idx="227">
                  <c:v>28-11-2000</c:v>
                </c:pt>
                <c:pt idx="228">
                  <c:v>29-11-2000</c:v>
                </c:pt>
                <c:pt idx="229">
                  <c:v>30-11-2000</c:v>
                </c:pt>
                <c:pt idx="230">
                  <c:v>01-12-2000</c:v>
                </c:pt>
                <c:pt idx="231">
                  <c:v>04-12-2000</c:v>
                </c:pt>
                <c:pt idx="232">
                  <c:v>05-12-2000</c:v>
                </c:pt>
                <c:pt idx="233">
                  <c:v>06-12-2000</c:v>
                </c:pt>
                <c:pt idx="234">
                  <c:v>07-12-2000</c:v>
                </c:pt>
                <c:pt idx="235">
                  <c:v>08-12-2000</c:v>
                </c:pt>
                <c:pt idx="236">
                  <c:v>11-12-2000</c:v>
                </c:pt>
                <c:pt idx="237">
                  <c:v>12-12-2000</c:v>
                </c:pt>
                <c:pt idx="238">
                  <c:v>13-12-2000</c:v>
                </c:pt>
                <c:pt idx="239">
                  <c:v>14-12-2000</c:v>
                </c:pt>
                <c:pt idx="240">
                  <c:v>15-12-2000</c:v>
                </c:pt>
                <c:pt idx="241">
                  <c:v>18-12-2000</c:v>
                </c:pt>
                <c:pt idx="242">
                  <c:v>19-12-2000</c:v>
                </c:pt>
                <c:pt idx="243">
                  <c:v>20-12-2000</c:v>
                </c:pt>
                <c:pt idx="244">
                  <c:v>21-12-2000</c:v>
                </c:pt>
                <c:pt idx="245">
                  <c:v>22-12-2000</c:v>
                </c:pt>
                <c:pt idx="246">
                  <c:v>26-12-2000</c:v>
                </c:pt>
                <c:pt idx="247">
                  <c:v>27-12-2000</c:v>
                </c:pt>
                <c:pt idx="248">
                  <c:v>28-12-2000</c:v>
                </c:pt>
                <c:pt idx="249">
                  <c:v>29-12-2000</c:v>
                </c:pt>
                <c:pt idx="250">
                  <c:v>01-01-2001</c:v>
                </c:pt>
                <c:pt idx="251">
                  <c:v>02-01-2001</c:v>
                </c:pt>
                <c:pt idx="252">
                  <c:v>03-01-2001</c:v>
                </c:pt>
                <c:pt idx="253">
                  <c:v>04-01-2001</c:v>
                </c:pt>
                <c:pt idx="254">
                  <c:v>05-01-2001</c:v>
                </c:pt>
                <c:pt idx="255">
                  <c:v>08-01-2001</c:v>
                </c:pt>
                <c:pt idx="256">
                  <c:v>09-01-2001</c:v>
                </c:pt>
                <c:pt idx="257">
                  <c:v>10-01-2001</c:v>
                </c:pt>
                <c:pt idx="258">
                  <c:v>11-01-2001</c:v>
                </c:pt>
                <c:pt idx="259">
                  <c:v>12-01-2001</c:v>
                </c:pt>
                <c:pt idx="260">
                  <c:v>15-01-2001</c:v>
                </c:pt>
                <c:pt idx="261">
                  <c:v>16-01-2001</c:v>
                </c:pt>
                <c:pt idx="262">
                  <c:v>17-01-2001</c:v>
                </c:pt>
                <c:pt idx="263">
                  <c:v>18-01-2001</c:v>
                </c:pt>
                <c:pt idx="264">
                  <c:v>19-01-2001</c:v>
                </c:pt>
                <c:pt idx="265">
                  <c:v>22-01-2001</c:v>
                </c:pt>
                <c:pt idx="266">
                  <c:v>23-01-2001</c:v>
                </c:pt>
                <c:pt idx="267">
                  <c:v>24-01-2001</c:v>
                </c:pt>
                <c:pt idx="268">
                  <c:v>25-01-2001</c:v>
                </c:pt>
                <c:pt idx="269">
                  <c:v>29-01-2001</c:v>
                </c:pt>
                <c:pt idx="270">
                  <c:v>30-01-2001</c:v>
                </c:pt>
                <c:pt idx="271">
                  <c:v>31-01-2001</c:v>
                </c:pt>
                <c:pt idx="272">
                  <c:v>01-02-2001</c:v>
                </c:pt>
                <c:pt idx="273">
                  <c:v>02-02-2001</c:v>
                </c:pt>
                <c:pt idx="274">
                  <c:v>05-02-2001</c:v>
                </c:pt>
                <c:pt idx="275">
                  <c:v>06-02-2001</c:v>
                </c:pt>
                <c:pt idx="276">
                  <c:v>07-02-2001</c:v>
                </c:pt>
                <c:pt idx="277">
                  <c:v>08-02-2001</c:v>
                </c:pt>
                <c:pt idx="278">
                  <c:v>09-02-2001</c:v>
                </c:pt>
                <c:pt idx="279">
                  <c:v>12-02-2001</c:v>
                </c:pt>
                <c:pt idx="280">
                  <c:v>13-02-2001</c:v>
                </c:pt>
                <c:pt idx="281">
                  <c:v>14-02-2001</c:v>
                </c:pt>
                <c:pt idx="282">
                  <c:v>15-02-2001</c:v>
                </c:pt>
                <c:pt idx="283">
                  <c:v>16-02-2001</c:v>
                </c:pt>
                <c:pt idx="284">
                  <c:v>19-02-2001</c:v>
                </c:pt>
                <c:pt idx="285">
                  <c:v>20-02-2001</c:v>
                </c:pt>
                <c:pt idx="286">
                  <c:v>21-02-2001</c:v>
                </c:pt>
                <c:pt idx="287">
                  <c:v>22-02-2001</c:v>
                </c:pt>
                <c:pt idx="288">
                  <c:v>23-02-2001</c:v>
                </c:pt>
                <c:pt idx="289">
                  <c:v>26-02-2001</c:v>
                </c:pt>
                <c:pt idx="290">
                  <c:v>27-02-2001</c:v>
                </c:pt>
                <c:pt idx="291">
                  <c:v>28-02-2001</c:v>
                </c:pt>
                <c:pt idx="292">
                  <c:v>01-03-2001</c:v>
                </c:pt>
                <c:pt idx="293">
                  <c:v>02-03-2001</c:v>
                </c:pt>
                <c:pt idx="294">
                  <c:v>05-03-2001</c:v>
                </c:pt>
                <c:pt idx="295">
                  <c:v>07-03-2001</c:v>
                </c:pt>
                <c:pt idx="296">
                  <c:v>08-03-2001</c:v>
                </c:pt>
                <c:pt idx="297">
                  <c:v>09-03-2001</c:v>
                </c:pt>
                <c:pt idx="298">
                  <c:v>12-03-2001</c:v>
                </c:pt>
                <c:pt idx="299">
                  <c:v>13-03-2001</c:v>
                </c:pt>
                <c:pt idx="300">
                  <c:v>14-03-2001</c:v>
                </c:pt>
                <c:pt idx="301">
                  <c:v>15-03-2001</c:v>
                </c:pt>
                <c:pt idx="302">
                  <c:v>16-03-2001</c:v>
                </c:pt>
                <c:pt idx="303">
                  <c:v>19-03-2001</c:v>
                </c:pt>
                <c:pt idx="304">
                  <c:v>20-03-2001</c:v>
                </c:pt>
                <c:pt idx="305">
                  <c:v>21-03-2001</c:v>
                </c:pt>
                <c:pt idx="306">
                  <c:v>22-03-2001</c:v>
                </c:pt>
                <c:pt idx="307">
                  <c:v>23-03-2001</c:v>
                </c:pt>
                <c:pt idx="308">
                  <c:v>26-03-2001</c:v>
                </c:pt>
                <c:pt idx="309">
                  <c:v>27-03-2001</c:v>
                </c:pt>
                <c:pt idx="310">
                  <c:v>28-03-2001</c:v>
                </c:pt>
                <c:pt idx="311">
                  <c:v>29-03-2001</c:v>
                </c:pt>
                <c:pt idx="312">
                  <c:v>30-03-2001</c:v>
                </c:pt>
                <c:pt idx="313">
                  <c:v>02-04-2001</c:v>
                </c:pt>
                <c:pt idx="314">
                  <c:v>03-04-2001</c:v>
                </c:pt>
                <c:pt idx="315">
                  <c:v>04-04-2001</c:v>
                </c:pt>
                <c:pt idx="316">
                  <c:v>06-04-2001</c:v>
                </c:pt>
                <c:pt idx="317">
                  <c:v>09-04-2001</c:v>
                </c:pt>
                <c:pt idx="318">
                  <c:v>10-04-2001</c:v>
                </c:pt>
                <c:pt idx="319">
                  <c:v>11-04-2001</c:v>
                </c:pt>
                <c:pt idx="320">
                  <c:v>12-04-2001</c:v>
                </c:pt>
                <c:pt idx="321">
                  <c:v>16-04-2001</c:v>
                </c:pt>
                <c:pt idx="322">
                  <c:v>17-04-2001</c:v>
                </c:pt>
                <c:pt idx="323">
                  <c:v>18-04-2001</c:v>
                </c:pt>
                <c:pt idx="324">
                  <c:v>19-04-2001</c:v>
                </c:pt>
                <c:pt idx="325">
                  <c:v>20-04-2001</c:v>
                </c:pt>
                <c:pt idx="326">
                  <c:v>23-04-2001</c:v>
                </c:pt>
                <c:pt idx="327">
                  <c:v>24-04-2001</c:v>
                </c:pt>
                <c:pt idx="328">
                  <c:v>25-04-2001</c:v>
                </c:pt>
                <c:pt idx="329">
                  <c:v>26-04-2001</c:v>
                </c:pt>
                <c:pt idx="330">
                  <c:v>27-04-2001</c:v>
                </c:pt>
                <c:pt idx="331">
                  <c:v>30-04-2001</c:v>
                </c:pt>
                <c:pt idx="332">
                  <c:v>02-05-2001</c:v>
                </c:pt>
                <c:pt idx="333">
                  <c:v>03-05-2001</c:v>
                </c:pt>
                <c:pt idx="334">
                  <c:v>04-05-2001</c:v>
                </c:pt>
                <c:pt idx="335">
                  <c:v>07-05-2001</c:v>
                </c:pt>
                <c:pt idx="336">
                  <c:v>08-05-2001</c:v>
                </c:pt>
                <c:pt idx="337">
                  <c:v>09-05-2001</c:v>
                </c:pt>
                <c:pt idx="338">
                  <c:v>10-05-2001</c:v>
                </c:pt>
                <c:pt idx="339">
                  <c:v>11-05-2001</c:v>
                </c:pt>
                <c:pt idx="340">
                  <c:v>14-05-2001</c:v>
                </c:pt>
                <c:pt idx="341">
                  <c:v>15-05-2001</c:v>
                </c:pt>
                <c:pt idx="342">
                  <c:v>16-05-2001</c:v>
                </c:pt>
                <c:pt idx="343">
                  <c:v>17-05-2001</c:v>
                </c:pt>
                <c:pt idx="344">
                  <c:v>18-05-2001</c:v>
                </c:pt>
                <c:pt idx="345">
                  <c:v>21-05-2001</c:v>
                </c:pt>
                <c:pt idx="346">
                  <c:v>22-05-2001</c:v>
                </c:pt>
                <c:pt idx="347">
                  <c:v>23-05-2001</c:v>
                </c:pt>
                <c:pt idx="348">
                  <c:v>24-05-2001</c:v>
                </c:pt>
                <c:pt idx="349">
                  <c:v>25-05-2001</c:v>
                </c:pt>
                <c:pt idx="350">
                  <c:v>28-05-2001</c:v>
                </c:pt>
                <c:pt idx="351">
                  <c:v>29-05-2001</c:v>
                </c:pt>
                <c:pt idx="352">
                  <c:v>30-05-2001</c:v>
                </c:pt>
                <c:pt idx="353">
                  <c:v>31-05-2001</c:v>
                </c:pt>
                <c:pt idx="354">
                  <c:v>01-06-2001</c:v>
                </c:pt>
                <c:pt idx="355">
                  <c:v>04-06-2001</c:v>
                </c:pt>
                <c:pt idx="356">
                  <c:v>05-06-2001</c:v>
                </c:pt>
                <c:pt idx="357">
                  <c:v>06-06-2001</c:v>
                </c:pt>
                <c:pt idx="358">
                  <c:v>07-06-2001</c:v>
                </c:pt>
                <c:pt idx="359">
                  <c:v>08-06-2001</c:v>
                </c:pt>
                <c:pt idx="360">
                  <c:v>11-06-2001</c:v>
                </c:pt>
                <c:pt idx="361">
                  <c:v>12-06-2001</c:v>
                </c:pt>
                <c:pt idx="362">
                  <c:v>13-06-2001</c:v>
                </c:pt>
                <c:pt idx="363">
                  <c:v>14-06-2001</c:v>
                </c:pt>
                <c:pt idx="364">
                  <c:v>15-06-2001</c:v>
                </c:pt>
                <c:pt idx="365">
                  <c:v>18-06-2001</c:v>
                </c:pt>
                <c:pt idx="366">
                  <c:v>19-06-2001</c:v>
                </c:pt>
                <c:pt idx="367">
                  <c:v>20-06-2001</c:v>
                </c:pt>
                <c:pt idx="368">
                  <c:v>21-06-2001</c:v>
                </c:pt>
                <c:pt idx="369">
                  <c:v>22-06-2001</c:v>
                </c:pt>
                <c:pt idx="370">
                  <c:v>25-06-2001</c:v>
                </c:pt>
                <c:pt idx="371">
                  <c:v>26-06-2001</c:v>
                </c:pt>
                <c:pt idx="372">
                  <c:v>27-06-2001</c:v>
                </c:pt>
                <c:pt idx="373">
                  <c:v>28-06-2001</c:v>
                </c:pt>
                <c:pt idx="374">
                  <c:v>29-06-2001</c:v>
                </c:pt>
                <c:pt idx="375">
                  <c:v>02-07-2001</c:v>
                </c:pt>
                <c:pt idx="376">
                  <c:v>03-07-2001</c:v>
                </c:pt>
                <c:pt idx="377">
                  <c:v>04-07-2001</c:v>
                </c:pt>
                <c:pt idx="378">
                  <c:v>05-07-2001</c:v>
                </c:pt>
                <c:pt idx="379">
                  <c:v>06-07-2001</c:v>
                </c:pt>
                <c:pt idx="380">
                  <c:v>09-07-2001</c:v>
                </c:pt>
                <c:pt idx="381">
                  <c:v>10-07-2001</c:v>
                </c:pt>
                <c:pt idx="382">
                  <c:v>11-07-2001</c:v>
                </c:pt>
                <c:pt idx="383">
                  <c:v>12-07-2001</c:v>
                </c:pt>
                <c:pt idx="384">
                  <c:v>13-07-2001</c:v>
                </c:pt>
                <c:pt idx="385">
                  <c:v>16-07-2001</c:v>
                </c:pt>
                <c:pt idx="386">
                  <c:v>17-07-2001</c:v>
                </c:pt>
                <c:pt idx="387">
                  <c:v>18-07-2001</c:v>
                </c:pt>
                <c:pt idx="388">
                  <c:v>19-07-2001</c:v>
                </c:pt>
                <c:pt idx="389">
                  <c:v>20-07-2001</c:v>
                </c:pt>
                <c:pt idx="390">
                  <c:v>23-07-2001</c:v>
                </c:pt>
                <c:pt idx="391">
                  <c:v>24-07-2001</c:v>
                </c:pt>
                <c:pt idx="392">
                  <c:v>25-07-2001</c:v>
                </c:pt>
                <c:pt idx="393">
                  <c:v>26-07-2001</c:v>
                </c:pt>
                <c:pt idx="394">
                  <c:v>27-07-2001</c:v>
                </c:pt>
                <c:pt idx="395">
                  <c:v>30-07-2001</c:v>
                </c:pt>
                <c:pt idx="396">
                  <c:v>31-07-2001</c:v>
                </c:pt>
                <c:pt idx="397">
                  <c:v>01-08-2001</c:v>
                </c:pt>
                <c:pt idx="398">
                  <c:v>02-08-2001</c:v>
                </c:pt>
                <c:pt idx="399">
                  <c:v>03-08-2001</c:v>
                </c:pt>
                <c:pt idx="400">
                  <c:v>06-08-2001</c:v>
                </c:pt>
                <c:pt idx="401">
                  <c:v>07-08-2001</c:v>
                </c:pt>
                <c:pt idx="402">
                  <c:v>08-08-2001</c:v>
                </c:pt>
                <c:pt idx="403">
                  <c:v>09-08-2001</c:v>
                </c:pt>
                <c:pt idx="404">
                  <c:v>10-08-2001</c:v>
                </c:pt>
                <c:pt idx="405">
                  <c:v>13-08-2001</c:v>
                </c:pt>
                <c:pt idx="406">
                  <c:v>14-08-2001</c:v>
                </c:pt>
                <c:pt idx="407">
                  <c:v>16-08-2001</c:v>
                </c:pt>
                <c:pt idx="408">
                  <c:v>17-08-2001</c:v>
                </c:pt>
                <c:pt idx="409">
                  <c:v>20-08-2001</c:v>
                </c:pt>
                <c:pt idx="410">
                  <c:v>21-08-2001</c:v>
                </c:pt>
                <c:pt idx="411">
                  <c:v>23-08-2001</c:v>
                </c:pt>
                <c:pt idx="412">
                  <c:v>24-08-2001</c:v>
                </c:pt>
                <c:pt idx="413">
                  <c:v>27-08-2001</c:v>
                </c:pt>
                <c:pt idx="414">
                  <c:v>28-08-2001</c:v>
                </c:pt>
                <c:pt idx="415">
                  <c:v>29-08-2001</c:v>
                </c:pt>
                <c:pt idx="416">
                  <c:v>30-08-2001</c:v>
                </c:pt>
                <c:pt idx="417">
                  <c:v>31-08-2001</c:v>
                </c:pt>
                <c:pt idx="418">
                  <c:v>03-09-2001</c:v>
                </c:pt>
                <c:pt idx="419">
                  <c:v>04-09-2001</c:v>
                </c:pt>
                <c:pt idx="420">
                  <c:v>05-09-2001</c:v>
                </c:pt>
                <c:pt idx="421">
                  <c:v>06-09-2001</c:v>
                </c:pt>
                <c:pt idx="422">
                  <c:v>07-09-2001</c:v>
                </c:pt>
                <c:pt idx="423">
                  <c:v>10-09-2001</c:v>
                </c:pt>
                <c:pt idx="424">
                  <c:v>11-09-2001</c:v>
                </c:pt>
                <c:pt idx="425">
                  <c:v>12-09-2001</c:v>
                </c:pt>
                <c:pt idx="426">
                  <c:v>13-09-2001</c:v>
                </c:pt>
                <c:pt idx="427">
                  <c:v>14-09-2001</c:v>
                </c:pt>
                <c:pt idx="428">
                  <c:v>17-09-2001</c:v>
                </c:pt>
                <c:pt idx="429">
                  <c:v>18-09-2001</c:v>
                </c:pt>
                <c:pt idx="430">
                  <c:v>19-09-2001</c:v>
                </c:pt>
                <c:pt idx="431">
                  <c:v>20-09-2001</c:v>
                </c:pt>
                <c:pt idx="432">
                  <c:v>21-09-2001</c:v>
                </c:pt>
                <c:pt idx="433">
                  <c:v>24-09-2001</c:v>
                </c:pt>
                <c:pt idx="434">
                  <c:v>25-09-2001</c:v>
                </c:pt>
                <c:pt idx="435">
                  <c:v>26-09-2001</c:v>
                </c:pt>
                <c:pt idx="436">
                  <c:v>27-09-2001</c:v>
                </c:pt>
                <c:pt idx="437">
                  <c:v>28-09-2001</c:v>
                </c:pt>
                <c:pt idx="438">
                  <c:v>01-10-2001</c:v>
                </c:pt>
                <c:pt idx="439">
                  <c:v>03-10-2001</c:v>
                </c:pt>
                <c:pt idx="440">
                  <c:v>04-10-2001</c:v>
                </c:pt>
                <c:pt idx="441">
                  <c:v>05-10-2001</c:v>
                </c:pt>
                <c:pt idx="442">
                  <c:v>08-10-2001</c:v>
                </c:pt>
                <c:pt idx="443">
                  <c:v>09-10-2001</c:v>
                </c:pt>
                <c:pt idx="444">
                  <c:v>10-10-2001</c:v>
                </c:pt>
                <c:pt idx="445">
                  <c:v>11-10-2001</c:v>
                </c:pt>
                <c:pt idx="446">
                  <c:v>12-10-2001</c:v>
                </c:pt>
                <c:pt idx="447">
                  <c:v>15-10-2001</c:v>
                </c:pt>
                <c:pt idx="448">
                  <c:v>16-10-2001</c:v>
                </c:pt>
                <c:pt idx="449">
                  <c:v>17-10-2001</c:v>
                </c:pt>
                <c:pt idx="450">
                  <c:v>18-10-2001</c:v>
                </c:pt>
                <c:pt idx="451">
                  <c:v>19-10-2001</c:v>
                </c:pt>
                <c:pt idx="452">
                  <c:v>22-10-2001</c:v>
                </c:pt>
                <c:pt idx="453">
                  <c:v>23-10-2001</c:v>
                </c:pt>
                <c:pt idx="454">
                  <c:v>24-10-2001</c:v>
                </c:pt>
                <c:pt idx="455">
                  <c:v>25-10-2001</c:v>
                </c:pt>
                <c:pt idx="456">
                  <c:v>29-10-2001</c:v>
                </c:pt>
                <c:pt idx="457">
                  <c:v>30-10-2001</c:v>
                </c:pt>
                <c:pt idx="458">
                  <c:v>31-10-2001</c:v>
                </c:pt>
                <c:pt idx="459">
                  <c:v>01-11-2001</c:v>
                </c:pt>
                <c:pt idx="460">
                  <c:v>02-11-2001</c:v>
                </c:pt>
                <c:pt idx="461">
                  <c:v>05-11-2001</c:v>
                </c:pt>
                <c:pt idx="462">
                  <c:v>06-11-2001</c:v>
                </c:pt>
                <c:pt idx="463">
                  <c:v>07-11-2001</c:v>
                </c:pt>
                <c:pt idx="464">
                  <c:v>08-11-2001</c:v>
                </c:pt>
                <c:pt idx="465">
                  <c:v>09-11-2001</c:v>
                </c:pt>
                <c:pt idx="466">
                  <c:v>12-11-2001</c:v>
                </c:pt>
                <c:pt idx="467">
                  <c:v>13-11-2001</c:v>
                </c:pt>
                <c:pt idx="468">
                  <c:v>14-11-2001</c:v>
                </c:pt>
                <c:pt idx="469">
                  <c:v>15-11-2001</c:v>
                </c:pt>
                <c:pt idx="470">
                  <c:v>19-11-2001</c:v>
                </c:pt>
                <c:pt idx="471">
                  <c:v>20-11-2001</c:v>
                </c:pt>
                <c:pt idx="472">
                  <c:v>21-11-2001</c:v>
                </c:pt>
                <c:pt idx="473">
                  <c:v>22-11-2001</c:v>
                </c:pt>
                <c:pt idx="474">
                  <c:v>23-11-2001</c:v>
                </c:pt>
                <c:pt idx="475">
                  <c:v>26-11-2001</c:v>
                </c:pt>
                <c:pt idx="476">
                  <c:v>27-11-2001</c:v>
                </c:pt>
                <c:pt idx="477">
                  <c:v>28-11-2001</c:v>
                </c:pt>
                <c:pt idx="478">
                  <c:v>29-11-2001</c:v>
                </c:pt>
                <c:pt idx="479">
                  <c:v>03-12-2001</c:v>
                </c:pt>
                <c:pt idx="480">
                  <c:v>04-12-2001</c:v>
                </c:pt>
                <c:pt idx="481">
                  <c:v>05-12-2001</c:v>
                </c:pt>
                <c:pt idx="482">
                  <c:v>06-12-2001</c:v>
                </c:pt>
                <c:pt idx="483">
                  <c:v>07-12-2001</c:v>
                </c:pt>
                <c:pt idx="484">
                  <c:v>10-12-2001</c:v>
                </c:pt>
                <c:pt idx="485">
                  <c:v>11-12-2001</c:v>
                </c:pt>
                <c:pt idx="486">
                  <c:v>12-12-2001</c:v>
                </c:pt>
                <c:pt idx="487">
                  <c:v>13-12-2001</c:v>
                </c:pt>
                <c:pt idx="488">
                  <c:v>14-12-2001</c:v>
                </c:pt>
                <c:pt idx="489">
                  <c:v>18-12-2001</c:v>
                </c:pt>
                <c:pt idx="490">
                  <c:v>19-12-2001</c:v>
                </c:pt>
                <c:pt idx="491">
                  <c:v>20-12-2001</c:v>
                </c:pt>
                <c:pt idx="492">
                  <c:v>21-12-2001</c:v>
                </c:pt>
                <c:pt idx="493">
                  <c:v>24-12-2001</c:v>
                </c:pt>
                <c:pt idx="494">
                  <c:v>26-12-2001</c:v>
                </c:pt>
                <c:pt idx="495">
                  <c:v>27-12-2001</c:v>
                </c:pt>
                <c:pt idx="496">
                  <c:v>28-12-2001</c:v>
                </c:pt>
                <c:pt idx="497">
                  <c:v>31-12-2001</c:v>
                </c:pt>
                <c:pt idx="498">
                  <c:v>01-01-2002</c:v>
                </c:pt>
                <c:pt idx="499">
                  <c:v>02-01-2002</c:v>
                </c:pt>
                <c:pt idx="500">
                  <c:v>03-01-2002</c:v>
                </c:pt>
                <c:pt idx="501">
                  <c:v>04-01-2002</c:v>
                </c:pt>
                <c:pt idx="502">
                  <c:v>07-01-2002</c:v>
                </c:pt>
                <c:pt idx="503">
                  <c:v>08-01-2002</c:v>
                </c:pt>
                <c:pt idx="504">
                  <c:v>09-01-2002</c:v>
                </c:pt>
                <c:pt idx="505">
                  <c:v>10-01-2002</c:v>
                </c:pt>
                <c:pt idx="506">
                  <c:v>11-01-2002</c:v>
                </c:pt>
                <c:pt idx="507">
                  <c:v>14-01-2002</c:v>
                </c:pt>
                <c:pt idx="508">
                  <c:v>15-01-2002</c:v>
                </c:pt>
                <c:pt idx="509">
                  <c:v>16-01-2002</c:v>
                </c:pt>
                <c:pt idx="510">
                  <c:v>17-01-2002</c:v>
                </c:pt>
                <c:pt idx="511">
                  <c:v>18-01-2002</c:v>
                </c:pt>
                <c:pt idx="512">
                  <c:v>21-01-2002</c:v>
                </c:pt>
                <c:pt idx="513">
                  <c:v>22-01-2002</c:v>
                </c:pt>
                <c:pt idx="514">
                  <c:v>23-01-2002</c:v>
                </c:pt>
                <c:pt idx="515">
                  <c:v>24-01-2002</c:v>
                </c:pt>
                <c:pt idx="516">
                  <c:v>25-01-2002</c:v>
                </c:pt>
                <c:pt idx="517">
                  <c:v>28-01-2002</c:v>
                </c:pt>
                <c:pt idx="518">
                  <c:v>29-01-2002</c:v>
                </c:pt>
                <c:pt idx="519">
                  <c:v>30-01-2002</c:v>
                </c:pt>
                <c:pt idx="520">
                  <c:v>31-01-2002</c:v>
                </c:pt>
                <c:pt idx="521">
                  <c:v>01-02-2002</c:v>
                </c:pt>
                <c:pt idx="522">
                  <c:v>04-02-2002</c:v>
                </c:pt>
                <c:pt idx="523">
                  <c:v>05-02-2002</c:v>
                </c:pt>
                <c:pt idx="524">
                  <c:v>06-02-2002</c:v>
                </c:pt>
                <c:pt idx="525">
                  <c:v>07-02-2002</c:v>
                </c:pt>
                <c:pt idx="526">
                  <c:v>08-02-2002</c:v>
                </c:pt>
                <c:pt idx="527">
                  <c:v>11-02-2002</c:v>
                </c:pt>
                <c:pt idx="528">
                  <c:v>12-02-2002</c:v>
                </c:pt>
                <c:pt idx="529">
                  <c:v>13-02-2002</c:v>
                </c:pt>
                <c:pt idx="530">
                  <c:v>14-02-2002</c:v>
                </c:pt>
                <c:pt idx="531">
                  <c:v>15-02-2002</c:v>
                </c:pt>
                <c:pt idx="532">
                  <c:v>18-02-2002</c:v>
                </c:pt>
                <c:pt idx="533">
                  <c:v>19-02-2002</c:v>
                </c:pt>
                <c:pt idx="534">
                  <c:v>20-02-2002</c:v>
                </c:pt>
                <c:pt idx="535">
                  <c:v>21-02-2002</c:v>
                </c:pt>
                <c:pt idx="536">
                  <c:v>22-02-2002</c:v>
                </c:pt>
                <c:pt idx="537">
                  <c:v>25-02-2002</c:v>
                </c:pt>
                <c:pt idx="538">
                  <c:v>26-02-2002</c:v>
                </c:pt>
                <c:pt idx="539">
                  <c:v>27-02-2002</c:v>
                </c:pt>
                <c:pt idx="540">
                  <c:v>28-02-2002</c:v>
                </c:pt>
                <c:pt idx="541">
                  <c:v>01-03-2002</c:v>
                </c:pt>
                <c:pt idx="542">
                  <c:v>04-03-2002</c:v>
                </c:pt>
                <c:pt idx="543">
                  <c:v>05-03-2002</c:v>
                </c:pt>
                <c:pt idx="544">
                  <c:v>06-03-2002</c:v>
                </c:pt>
                <c:pt idx="545">
                  <c:v>07-03-2002</c:v>
                </c:pt>
                <c:pt idx="546">
                  <c:v>08-03-2002</c:v>
                </c:pt>
                <c:pt idx="547">
                  <c:v>11-03-2002</c:v>
                </c:pt>
                <c:pt idx="548">
                  <c:v>12-03-2002</c:v>
                </c:pt>
                <c:pt idx="549">
                  <c:v>13-03-2002</c:v>
                </c:pt>
                <c:pt idx="550">
                  <c:v>14-03-2002</c:v>
                </c:pt>
                <c:pt idx="551">
                  <c:v>15-03-2002</c:v>
                </c:pt>
                <c:pt idx="552">
                  <c:v>18-03-2002</c:v>
                </c:pt>
                <c:pt idx="553">
                  <c:v>19-03-2002</c:v>
                </c:pt>
                <c:pt idx="554">
                  <c:v>20-03-2002</c:v>
                </c:pt>
                <c:pt idx="555">
                  <c:v>21-03-2002</c:v>
                </c:pt>
                <c:pt idx="556">
                  <c:v>22-03-2002</c:v>
                </c:pt>
                <c:pt idx="557">
                  <c:v>26-03-2002</c:v>
                </c:pt>
                <c:pt idx="558">
                  <c:v>27-03-2002</c:v>
                </c:pt>
                <c:pt idx="559">
                  <c:v>28-03-2002</c:v>
                </c:pt>
                <c:pt idx="560">
                  <c:v>01-04-2002</c:v>
                </c:pt>
                <c:pt idx="561">
                  <c:v>02-04-2002</c:v>
                </c:pt>
                <c:pt idx="562">
                  <c:v>03-04-2002</c:v>
                </c:pt>
                <c:pt idx="563">
                  <c:v>04-04-2002</c:v>
                </c:pt>
                <c:pt idx="564">
                  <c:v>05-04-2002</c:v>
                </c:pt>
                <c:pt idx="565">
                  <c:v>08-04-2002</c:v>
                </c:pt>
                <c:pt idx="566">
                  <c:v>09-04-2002</c:v>
                </c:pt>
                <c:pt idx="567">
                  <c:v>10-04-2002</c:v>
                </c:pt>
                <c:pt idx="568">
                  <c:v>11-04-2002</c:v>
                </c:pt>
                <c:pt idx="569">
                  <c:v>12-04-2002</c:v>
                </c:pt>
                <c:pt idx="570">
                  <c:v>15-04-2002</c:v>
                </c:pt>
                <c:pt idx="571">
                  <c:v>16-04-2002</c:v>
                </c:pt>
                <c:pt idx="572">
                  <c:v>17-04-2002</c:v>
                </c:pt>
                <c:pt idx="573">
                  <c:v>18-04-2002</c:v>
                </c:pt>
                <c:pt idx="574">
                  <c:v>19-04-2002</c:v>
                </c:pt>
                <c:pt idx="575">
                  <c:v>22-04-2002</c:v>
                </c:pt>
                <c:pt idx="576">
                  <c:v>23-04-2002</c:v>
                </c:pt>
                <c:pt idx="577">
                  <c:v>24-04-2002</c:v>
                </c:pt>
                <c:pt idx="578">
                  <c:v>25-04-2002</c:v>
                </c:pt>
                <c:pt idx="579">
                  <c:v>26-04-2002</c:v>
                </c:pt>
                <c:pt idx="580">
                  <c:v>29-04-2002</c:v>
                </c:pt>
                <c:pt idx="581">
                  <c:v>30-04-2002</c:v>
                </c:pt>
                <c:pt idx="582">
                  <c:v>02-05-2002</c:v>
                </c:pt>
                <c:pt idx="583">
                  <c:v>03-05-2002</c:v>
                </c:pt>
                <c:pt idx="584">
                  <c:v>06-05-2002</c:v>
                </c:pt>
                <c:pt idx="585">
                  <c:v>07-05-2002</c:v>
                </c:pt>
                <c:pt idx="586">
                  <c:v>08-05-2002</c:v>
                </c:pt>
                <c:pt idx="587">
                  <c:v>09-05-2002</c:v>
                </c:pt>
                <c:pt idx="588">
                  <c:v>10-05-2002</c:v>
                </c:pt>
                <c:pt idx="589">
                  <c:v>13-05-2002</c:v>
                </c:pt>
                <c:pt idx="590">
                  <c:v>14-05-2002</c:v>
                </c:pt>
                <c:pt idx="591">
                  <c:v>15-05-2002</c:v>
                </c:pt>
                <c:pt idx="592">
                  <c:v>16-05-2002</c:v>
                </c:pt>
                <c:pt idx="593">
                  <c:v>17-05-2002</c:v>
                </c:pt>
                <c:pt idx="594">
                  <c:v>20-05-2002</c:v>
                </c:pt>
                <c:pt idx="595">
                  <c:v>21-05-2002</c:v>
                </c:pt>
                <c:pt idx="596">
                  <c:v>22-05-2002</c:v>
                </c:pt>
                <c:pt idx="597">
                  <c:v>23-05-2002</c:v>
                </c:pt>
                <c:pt idx="598">
                  <c:v>24-05-2002</c:v>
                </c:pt>
                <c:pt idx="599">
                  <c:v>27-05-2002</c:v>
                </c:pt>
                <c:pt idx="600">
                  <c:v>28-05-2002</c:v>
                </c:pt>
                <c:pt idx="601">
                  <c:v>29-05-2002</c:v>
                </c:pt>
                <c:pt idx="602">
                  <c:v>30-05-2002</c:v>
                </c:pt>
                <c:pt idx="603">
                  <c:v>31-05-2002</c:v>
                </c:pt>
                <c:pt idx="604">
                  <c:v>03-06-2002</c:v>
                </c:pt>
                <c:pt idx="605">
                  <c:v>04-06-2002</c:v>
                </c:pt>
                <c:pt idx="606">
                  <c:v>05-06-2002</c:v>
                </c:pt>
                <c:pt idx="607">
                  <c:v>06-06-2002</c:v>
                </c:pt>
                <c:pt idx="608">
                  <c:v>07-06-2002</c:v>
                </c:pt>
                <c:pt idx="609">
                  <c:v>10-06-2002</c:v>
                </c:pt>
                <c:pt idx="610">
                  <c:v>11-06-2002</c:v>
                </c:pt>
                <c:pt idx="611">
                  <c:v>12-06-2002</c:v>
                </c:pt>
                <c:pt idx="612">
                  <c:v>13-06-2002</c:v>
                </c:pt>
                <c:pt idx="613">
                  <c:v>14-06-2002</c:v>
                </c:pt>
                <c:pt idx="614">
                  <c:v>17-06-2002</c:v>
                </c:pt>
                <c:pt idx="615">
                  <c:v>18-06-2002</c:v>
                </c:pt>
                <c:pt idx="616">
                  <c:v>19-06-2002</c:v>
                </c:pt>
                <c:pt idx="617">
                  <c:v>20-06-2002</c:v>
                </c:pt>
                <c:pt idx="618">
                  <c:v>21-06-2002</c:v>
                </c:pt>
                <c:pt idx="619">
                  <c:v>24-06-2002</c:v>
                </c:pt>
                <c:pt idx="620">
                  <c:v>25-06-2002</c:v>
                </c:pt>
                <c:pt idx="621">
                  <c:v>26-06-2002</c:v>
                </c:pt>
                <c:pt idx="622">
                  <c:v>27-06-2002</c:v>
                </c:pt>
                <c:pt idx="623">
                  <c:v>28-06-2002</c:v>
                </c:pt>
                <c:pt idx="624">
                  <c:v>01-07-2002</c:v>
                </c:pt>
                <c:pt idx="625">
                  <c:v>02-07-2002</c:v>
                </c:pt>
                <c:pt idx="626">
                  <c:v>03-07-2002</c:v>
                </c:pt>
                <c:pt idx="627">
                  <c:v>04-07-2002</c:v>
                </c:pt>
                <c:pt idx="628">
                  <c:v>05-07-2002</c:v>
                </c:pt>
                <c:pt idx="629">
                  <c:v>08-07-2002</c:v>
                </c:pt>
                <c:pt idx="630">
                  <c:v>09-07-2002</c:v>
                </c:pt>
                <c:pt idx="631">
                  <c:v>10-07-2002</c:v>
                </c:pt>
                <c:pt idx="632">
                  <c:v>11-07-2002</c:v>
                </c:pt>
                <c:pt idx="633">
                  <c:v>12-07-2002</c:v>
                </c:pt>
                <c:pt idx="634">
                  <c:v>15-07-2002</c:v>
                </c:pt>
                <c:pt idx="635">
                  <c:v>16-07-2002</c:v>
                </c:pt>
                <c:pt idx="636">
                  <c:v>17-07-2002</c:v>
                </c:pt>
                <c:pt idx="637">
                  <c:v>18-07-2002</c:v>
                </c:pt>
                <c:pt idx="638">
                  <c:v>19-07-2002</c:v>
                </c:pt>
                <c:pt idx="639">
                  <c:v>22-07-2002</c:v>
                </c:pt>
                <c:pt idx="640">
                  <c:v>23-07-2002</c:v>
                </c:pt>
                <c:pt idx="641">
                  <c:v>24-07-2002</c:v>
                </c:pt>
                <c:pt idx="642">
                  <c:v>25-07-2002</c:v>
                </c:pt>
                <c:pt idx="643">
                  <c:v>26-07-2002</c:v>
                </c:pt>
                <c:pt idx="644">
                  <c:v>29-07-2002</c:v>
                </c:pt>
                <c:pt idx="645">
                  <c:v>30-07-2002</c:v>
                </c:pt>
                <c:pt idx="646">
                  <c:v>31-07-2002</c:v>
                </c:pt>
                <c:pt idx="647">
                  <c:v>01-08-2002</c:v>
                </c:pt>
                <c:pt idx="648">
                  <c:v>02-08-2002</c:v>
                </c:pt>
                <c:pt idx="649">
                  <c:v>05-08-2002</c:v>
                </c:pt>
                <c:pt idx="650">
                  <c:v>06-08-2002</c:v>
                </c:pt>
                <c:pt idx="651">
                  <c:v>07-08-2002</c:v>
                </c:pt>
                <c:pt idx="652">
                  <c:v>08-08-2002</c:v>
                </c:pt>
                <c:pt idx="653">
                  <c:v>09-08-2002</c:v>
                </c:pt>
                <c:pt idx="654">
                  <c:v>12-08-2002</c:v>
                </c:pt>
                <c:pt idx="655">
                  <c:v>13-08-2002</c:v>
                </c:pt>
                <c:pt idx="656">
                  <c:v>14-08-2002</c:v>
                </c:pt>
                <c:pt idx="657">
                  <c:v>16-08-2002</c:v>
                </c:pt>
                <c:pt idx="658">
                  <c:v>19-08-2002</c:v>
                </c:pt>
                <c:pt idx="659">
                  <c:v>20-08-2002</c:v>
                </c:pt>
                <c:pt idx="660">
                  <c:v>21-08-2002</c:v>
                </c:pt>
                <c:pt idx="661">
                  <c:v>22-08-2002</c:v>
                </c:pt>
                <c:pt idx="662">
                  <c:v>23-08-2002</c:v>
                </c:pt>
                <c:pt idx="663">
                  <c:v>26-08-2002</c:v>
                </c:pt>
                <c:pt idx="664">
                  <c:v>27-08-2002</c:v>
                </c:pt>
                <c:pt idx="665">
                  <c:v>28-08-2002</c:v>
                </c:pt>
                <c:pt idx="666">
                  <c:v>29-08-2002</c:v>
                </c:pt>
                <c:pt idx="667">
                  <c:v>30-08-2002</c:v>
                </c:pt>
                <c:pt idx="668">
                  <c:v>02-09-2002</c:v>
                </c:pt>
                <c:pt idx="669">
                  <c:v>03-09-2002</c:v>
                </c:pt>
                <c:pt idx="670">
                  <c:v>04-09-2002</c:v>
                </c:pt>
                <c:pt idx="671">
                  <c:v>05-09-2002</c:v>
                </c:pt>
                <c:pt idx="672">
                  <c:v>06-09-2002</c:v>
                </c:pt>
                <c:pt idx="673">
                  <c:v>09-09-2002</c:v>
                </c:pt>
                <c:pt idx="674">
                  <c:v>11-09-2002</c:v>
                </c:pt>
                <c:pt idx="675">
                  <c:v>12-09-2002</c:v>
                </c:pt>
                <c:pt idx="676">
                  <c:v>13-09-2002</c:v>
                </c:pt>
                <c:pt idx="677">
                  <c:v>16-09-2002</c:v>
                </c:pt>
                <c:pt idx="678">
                  <c:v>17-09-2002</c:v>
                </c:pt>
                <c:pt idx="679">
                  <c:v>18-09-2002</c:v>
                </c:pt>
                <c:pt idx="680">
                  <c:v>19-09-2002</c:v>
                </c:pt>
                <c:pt idx="681">
                  <c:v>20-09-2002</c:v>
                </c:pt>
                <c:pt idx="682">
                  <c:v>23-09-2002</c:v>
                </c:pt>
                <c:pt idx="683">
                  <c:v>24-09-2002</c:v>
                </c:pt>
                <c:pt idx="684">
                  <c:v>25-09-2002</c:v>
                </c:pt>
                <c:pt idx="685">
                  <c:v>26-09-2002</c:v>
                </c:pt>
                <c:pt idx="686">
                  <c:v>27-09-2002</c:v>
                </c:pt>
                <c:pt idx="687">
                  <c:v>30-09-2002</c:v>
                </c:pt>
                <c:pt idx="688">
                  <c:v>01-10-2002</c:v>
                </c:pt>
                <c:pt idx="689">
                  <c:v>03-10-2002</c:v>
                </c:pt>
                <c:pt idx="690">
                  <c:v>04-10-2002</c:v>
                </c:pt>
                <c:pt idx="691">
                  <c:v>07-10-2002</c:v>
                </c:pt>
                <c:pt idx="692">
                  <c:v>08-10-2002</c:v>
                </c:pt>
                <c:pt idx="693">
                  <c:v>09-10-2002</c:v>
                </c:pt>
                <c:pt idx="694">
                  <c:v>10-10-2002</c:v>
                </c:pt>
                <c:pt idx="695">
                  <c:v>11-10-2002</c:v>
                </c:pt>
                <c:pt idx="696">
                  <c:v>14-10-2002</c:v>
                </c:pt>
                <c:pt idx="697">
                  <c:v>16-10-2002</c:v>
                </c:pt>
                <c:pt idx="698">
                  <c:v>17-10-2002</c:v>
                </c:pt>
                <c:pt idx="699">
                  <c:v>18-10-2002</c:v>
                </c:pt>
                <c:pt idx="700">
                  <c:v>21-10-2002</c:v>
                </c:pt>
                <c:pt idx="701">
                  <c:v>22-10-2002</c:v>
                </c:pt>
                <c:pt idx="702">
                  <c:v>23-10-2002</c:v>
                </c:pt>
                <c:pt idx="703">
                  <c:v>24-10-2002</c:v>
                </c:pt>
                <c:pt idx="704">
                  <c:v>25-10-2002</c:v>
                </c:pt>
                <c:pt idx="705">
                  <c:v>28-10-2002</c:v>
                </c:pt>
                <c:pt idx="706">
                  <c:v>29-10-2002</c:v>
                </c:pt>
                <c:pt idx="707">
                  <c:v>30-10-2002</c:v>
                </c:pt>
                <c:pt idx="708">
                  <c:v>31-10-2002</c:v>
                </c:pt>
                <c:pt idx="709">
                  <c:v>01-11-2002</c:v>
                </c:pt>
                <c:pt idx="710">
                  <c:v>04-11-2002</c:v>
                </c:pt>
                <c:pt idx="711">
                  <c:v>05-11-2002</c:v>
                </c:pt>
                <c:pt idx="712">
                  <c:v>07-11-2002</c:v>
                </c:pt>
                <c:pt idx="713">
                  <c:v>08-11-2002</c:v>
                </c:pt>
                <c:pt idx="714">
                  <c:v>11-11-2002</c:v>
                </c:pt>
                <c:pt idx="715">
                  <c:v>12-11-2002</c:v>
                </c:pt>
                <c:pt idx="716">
                  <c:v>13-11-2002</c:v>
                </c:pt>
                <c:pt idx="717">
                  <c:v>14-11-2002</c:v>
                </c:pt>
                <c:pt idx="718">
                  <c:v>15-11-2002</c:v>
                </c:pt>
                <c:pt idx="719">
                  <c:v>18-11-2002</c:v>
                </c:pt>
                <c:pt idx="720">
                  <c:v>20-11-2002</c:v>
                </c:pt>
                <c:pt idx="721">
                  <c:v>21-11-2002</c:v>
                </c:pt>
                <c:pt idx="722">
                  <c:v>22-11-2002</c:v>
                </c:pt>
                <c:pt idx="723">
                  <c:v>25-11-2002</c:v>
                </c:pt>
                <c:pt idx="724">
                  <c:v>26-11-2002</c:v>
                </c:pt>
                <c:pt idx="725">
                  <c:v>27-11-2002</c:v>
                </c:pt>
                <c:pt idx="726">
                  <c:v>28-11-2002</c:v>
                </c:pt>
                <c:pt idx="727">
                  <c:v>29-11-2002</c:v>
                </c:pt>
                <c:pt idx="728">
                  <c:v>02-12-2002</c:v>
                </c:pt>
                <c:pt idx="729">
                  <c:v>03-12-2002</c:v>
                </c:pt>
                <c:pt idx="730">
                  <c:v>04-12-2002</c:v>
                </c:pt>
                <c:pt idx="731">
                  <c:v>05-12-2002</c:v>
                </c:pt>
                <c:pt idx="732">
                  <c:v>06-12-2002</c:v>
                </c:pt>
                <c:pt idx="733">
                  <c:v>09-12-2002</c:v>
                </c:pt>
                <c:pt idx="734">
                  <c:v>10-12-2002</c:v>
                </c:pt>
                <c:pt idx="735">
                  <c:v>11-12-2002</c:v>
                </c:pt>
                <c:pt idx="736">
                  <c:v>12-12-2002</c:v>
                </c:pt>
                <c:pt idx="737">
                  <c:v>13-12-2002</c:v>
                </c:pt>
                <c:pt idx="738">
                  <c:v>16-12-2002</c:v>
                </c:pt>
                <c:pt idx="739">
                  <c:v>17-12-2002</c:v>
                </c:pt>
                <c:pt idx="740">
                  <c:v>18-12-2002</c:v>
                </c:pt>
                <c:pt idx="741">
                  <c:v>19-12-2002</c:v>
                </c:pt>
                <c:pt idx="742">
                  <c:v>20-12-2002</c:v>
                </c:pt>
                <c:pt idx="743">
                  <c:v>23-12-2002</c:v>
                </c:pt>
                <c:pt idx="744">
                  <c:v>24-12-2002</c:v>
                </c:pt>
                <c:pt idx="745">
                  <c:v>26-12-2002</c:v>
                </c:pt>
                <c:pt idx="746">
                  <c:v>27-12-2002</c:v>
                </c:pt>
                <c:pt idx="747">
                  <c:v>30-12-2002</c:v>
                </c:pt>
                <c:pt idx="748">
                  <c:v>31-12-2002</c:v>
                </c:pt>
                <c:pt idx="749">
                  <c:v>01-01-2003</c:v>
                </c:pt>
                <c:pt idx="750">
                  <c:v>02-01-2003</c:v>
                </c:pt>
                <c:pt idx="751">
                  <c:v>03-01-2003</c:v>
                </c:pt>
                <c:pt idx="752">
                  <c:v>06-01-2003</c:v>
                </c:pt>
                <c:pt idx="753">
                  <c:v>07-01-2003</c:v>
                </c:pt>
                <c:pt idx="754">
                  <c:v>08-01-2003</c:v>
                </c:pt>
                <c:pt idx="755">
                  <c:v>09-01-2003</c:v>
                </c:pt>
                <c:pt idx="756">
                  <c:v>10-01-2003</c:v>
                </c:pt>
                <c:pt idx="757">
                  <c:v>13-01-2003</c:v>
                </c:pt>
                <c:pt idx="758">
                  <c:v>14-01-2003</c:v>
                </c:pt>
                <c:pt idx="759">
                  <c:v>15-01-2003</c:v>
                </c:pt>
                <c:pt idx="760">
                  <c:v>16-01-2003</c:v>
                </c:pt>
                <c:pt idx="761">
                  <c:v>17-01-2003</c:v>
                </c:pt>
                <c:pt idx="762">
                  <c:v>20-01-2003</c:v>
                </c:pt>
                <c:pt idx="763">
                  <c:v>21-01-2003</c:v>
                </c:pt>
                <c:pt idx="764">
                  <c:v>22-01-2003</c:v>
                </c:pt>
                <c:pt idx="765">
                  <c:v>23-01-2003</c:v>
                </c:pt>
                <c:pt idx="766">
                  <c:v>24-01-2003</c:v>
                </c:pt>
                <c:pt idx="767">
                  <c:v>27-01-2003</c:v>
                </c:pt>
                <c:pt idx="768">
                  <c:v>28-01-2003</c:v>
                </c:pt>
                <c:pt idx="769">
                  <c:v>29-01-2003</c:v>
                </c:pt>
                <c:pt idx="770">
                  <c:v>30-01-2003</c:v>
                </c:pt>
                <c:pt idx="771">
                  <c:v>31-01-2003</c:v>
                </c:pt>
                <c:pt idx="772">
                  <c:v>03-02-2003</c:v>
                </c:pt>
                <c:pt idx="773">
                  <c:v>04-02-2003</c:v>
                </c:pt>
                <c:pt idx="774">
                  <c:v>05-02-2003</c:v>
                </c:pt>
                <c:pt idx="775">
                  <c:v>06-02-2003</c:v>
                </c:pt>
                <c:pt idx="776">
                  <c:v>07-02-2003</c:v>
                </c:pt>
                <c:pt idx="777">
                  <c:v>10-02-2003</c:v>
                </c:pt>
                <c:pt idx="778">
                  <c:v>11-02-2003</c:v>
                </c:pt>
                <c:pt idx="779">
                  <c:v>12-02-2003</c:v>
                </c:pt>
                <c:pt idx="780">
                  <c:v>14-02-2003</c:v>
                </c:pt>
                <c:pt idx="781">
                  <c:v>17-02-2003</c:v>
                </c:pt>
                <c:pt idx="782">
                  <c:v>18-02-2003</c:v>
                </c:pt>
                <c:pt idx="783">
                  <c:v>19-02-2003</c:v>
                </c:pt>
                <c:pt idx="784">
                  <c:v>20-02-2003</c:v>
                </c:pt>
                <c:pt idx="785">
                  <c:v>21-02-2003</c:v>
                </c:pt>
                <c:pt idx="786">
                  <c:v>24-02-2003</c:v>
                </c:pt>
                <c:pt idx="787">
                  <c:v>25-02-2003</c:v>
                </c:pt>
                <c:pt idx="788">
                  <c:v>26-02-2003</c:v>
                </c:pt>
                <c:pt idx="789">
                  <c:v>27-02-2003</c:v>
                </c:pt>
                <c:pt idx="790">
                  <c:v>28-02-2003</c:v>
                </c:pt>
                <c:pt idx="791">
                  <c:v>03-03-2003</c:v>
                </c:pt>
                <c:pt idx="792">
                  <c:v>04-03-2003</c:v>
                </c:pt>
                <c:pt idx="793">
                  <c:v>05-03-2003</c:v>
                </c:pt>
                <c:pt idx="794">
                  <c:v>06-03-2003</c:v>
                </c:pt>
                <c:pt idx="795">
                  <c:v>07-03-2003</c:v>
                </c:pt>
                <c:pt idx="796">
                  <c:v>10-03-2003</c:v>
                </c:pt>
                <c:pt idx="797">
                  <c:v>11-03-2003</c:v>
                </c:pt>
                <c:pt idx="798">
                  <c:v>12-03-2003</c:v>
                </c:pt>
                <c:pt idx="799">
                  <c:v>13-03-2003</c:v>
                </c:pt>
                <c:pt idx="800">
                  <c:v>17-03-2003</c:v>
                </c:pt>
                <c:pt idx="801">
                  <c:v>19-03-2003</c:v>
                </c:pt>
                <c:pt idx="802">
                  <c:v>20-03-2003</c:v>
                </c:pt>
                <c:pt idx="803">
                  <c:v>21-03-2003</c:v>
                </c:pt>
                <c:pt idx="804">
                  <c:v>22-03-2003</c:v>
                </c:pt>
                <c:pt idx="805">
                  <c:v>24-03-2003</c:v>
                </c:pt>
                <c:pt idx="806">
                  <c:v>25-03-2003</c:v>
                </c:pt>
                <c:pt idx="807">
                  <c:v>26-03-2003</c:v>
                </c:pt>
                <c:pt idx="808">
                  <c:v>27-03-2003</c:v>
                </c:pt>
                <c:pt idx="809">
                  <c:v>28-03-2003</c:v>
                </c:pt>
                <c:pt idx="810">
                  <c:v>31-03-2003</c:v>
                </c:pt>
                <c:pt idx="811">
                  <c:v>01-04-2003</c:v>
                </c:pt>
                <c:pt idx="812">
                  <c:v>02-04-2003</c:v>
                </c:pt>
                <c:pt idx="813">
                  <c:v>03-04-2003</c:v>
                </c:pt>
                <c:pt idx="814">
                  <c:v>04-04-2003</c:v>
                </c:pt>
                <c:pt idx="815">
                  <c:v>07-04-2003</c:v>
                </c:pt>
                <c:pt idx="816">
                  <c:v>08-04-2003</c:v>
                </c:pt>
                <c:pt idx="817">
                  <c:v>09-04-2003</c:v>
                </c:pt>
                <c:pt idx="818">
                  <c:v>10-04-2003</c:v>
                </c:pt>
                <c:pt idx="819">
                  <c:v>11-04-2003</c:v>
                </c:pt>
                <c:pt idx="820">
                  <c:v>15-04-2003</c:v>
                </c:pt>
                <c:pt idx="821">
                  <c:v>16-04-2003</c:v>
                </c:pt>
                <c:pt idx="822">
                  <c:v>17-04-2003</c:v>
                </c:pt>
                <c:pt idx="823">
                  <c:v>21-04-2003</c:v>
                </c:pt>
                <c:pt idx="824">
                  <c:v>22-04-2003</c:v>
                </c:pt>
                <c:pt idx="825">
                  <c:v>23-04-2003</c:v>
                </c:pt>
                <c:pt idx="826">
                  <c:v>24-04-2003</c:v>
                </c:pt>
                <c:pt idx="827">
                  <c:v>25-04-2003</c:v>
                </c:pt>
                <c:pt idx="828">
                  <c:v>28-04-2003</c:v>
                </c:pt>
                <c:pt idx="829">
                  <c:v>29-04-2003</c:v>
                </c:pt>
                <c:pt idx="830">
                  <c:v>30-04-2003</c:v>
                </c:pt>
                <c:pt idx="831">
                  <c:v>02-05-2003</c:v>
                </c:pt>
                <c:pt idx="832">
                  <c:v>05-05-2003</c:v>
                </c:pt>
                <c:pt idx="833">
                  <c:v>06-05-2003</c:v>
                </c:pt>
                <c:pt idx="834">
                  <c:v>07-05-2003</c:v>
                </c:pt>
                <c:pt idx="835">
                  <c:v>08-05-2003</c:v>
                </c:pt>
                <c:pt idx="836">
                  <c:v>09-05-2003</c:v>
                </c:pt>
                <c:pt idx="837">
                  <c:v>12-05-2003</c:v>
                </c:pt>
                <c:pt idx="838">
                  <c:v>13-05-2003</c:v>
                </c:pt>
                <c:pt idx="839">
                  <c:v>14-05-2003</c:v>
                </c:pt>
                <c:pt idx="840">
                  <c:v>15-05-2003</c:v>
                </c:pt>
                <c:pt idx="841">
                  <c:v>16-05-2003</c:v>
                </c:pt>
                <c:pt idx="842">
                  <c:v>19-05-2003</c:v>
                </c:pt>
                <c:pt idx="843">
                  <c:v>20-05-2003</c:v>
                </c:pt>
                <c:pt idx="844">
                  <c:v>21-05-2003</c:v>
                </c:pt>
                <c:pt idx="845">
                  <c:v>22-05-2003</c:v>
                </c:pt>
                <c:pt idx="846">
                  <c:v>23-05-2003</c:v>
                </c:pt>
                <c:pt idx="847">
                  <c:v>26-05-2003</c:v>
                </c:pt>
                <c:pt idx="848">
                  <c:v>27-05-2003</c:v>
                </c:pt>
                <c:pt idx="849">
                  <c:v>28-05-2003</c:v>
                </c:pt>
                <c:pt idx="850">
                  <c:v>29-05-2003</c:v>
                </c:pt>
                <c:pt idx="851">
                  <c:v>30-05-2003</c:v>
                </c:pt>
                <c:pt idx="852">
                  <c:v>02-06-2003</c:v>
                </c:pt>
                <c:pt idx="853">
                  <c:v>03-06-2003</c:v>
                </c:pt>
                <c:pt idx="854">
                  <c:v>04-06-2003</c:v>
                </c:pt>
                <c:pt idx="855">
                  <c:v>05-06-2003</c:v>
                </c:pt>
                <c:pt idx="856">
                  <c:v>06-06-2003</c:v>
                </c:pt>
                <c:pt idx="857">
                  <c:v>09-06-2003</c:v>
                </c:pt>
                <c:pt idx="858">
                  <c:v>10-06-2003</c:v>
                </c:pt>
                <c:pt idx="859">
                  <c:v>11-06-2003</c:v>
                </c:pt>
                <c:pt idx="860">
                  <c:v>12-06-2003</c:v>
                </c:pt>
                <c:pt idx="861">
                  <c:v>13-06-2003</c:v>
                </c:pt>
                <c:pt idx="862">
                  <c:v>16-06-2003</c:v>
                </c:pt>
                <c:pt idx="863">
                  <c:v>17-06-2003</c:v>
                </c:pt>
                <c:pt idx="864">
                  <c:v>18-06-2003</c:v>
                </c:pt>
                <c:pt idx="865">
                  <c:v>19-06-2003</c:v>
                </c:pt>
                <c:pt idx="866">
                  <c:v>20-06-2003</c:v>
                </c:pt>
                <c:pt idx="867">
                  <c:v>23-06-2003</c:v>
                </c:pt>
                <c:pt idx="868">
                  <c:v>24-06-2003</c:v>
                </c:pt>
                <c:pt idx="869">
                  <c:v>25-06-2003</c:v>
                </c:pt>
                <c:pt idx="870">
                  <c:v>26-06-2003</c:v>
                </c:pt>
                <c:pt idx="871">
                  <c:v>27-06-2003</c:v>
                </c:pt>
                <c:pt idx="872">
                  <c:v>30-06-2003</c:v>
                </c:pt>
                <c:pt idx="873">
                  <c:v>01-07-2003</c:v>
                </c:pt>
                <c:pt idx="874">
                  <c:v>02-07-2003</c:v>
                </c:pt>
                <c:pt idx="875">
                  <c:v>03-07-2003</c:v>
                </c:pt>
                <c:pt idx="876">
                  <c:v>04-07-2003</c:v>
                </c:pt>
                <c:pt idx="877">
                  <c:v>07-07-2003</c:v>
                </c:pt>
                <c:pt idx="878">
                  <c:v>08-07-2003</c:v>
                </c:pt>
                <c:pt idx="879">
                  <c:v>09-07-2003</c:v>
                </c:pt>
                <c:pt idx="880">
                  <c:v>10-07-2003</c:v>
                </c:pt>
                <c:pt idx="881">
                  <c:v>11-07-2003</c:v>
                </c:pt>
                <c:pt idx="882">
                  <c:v>14-07-2003</c:v>
                </c:pt>
                <c:pt idx="883">
                  <c:v>15-07-2003</c:v>
                </c:pt>
                <c:pt idx="884">
                  <c:v>16-07-2003</c:v>
                </c:pt>
                <c:pt idx="885">
                  <c:v>17-07-2003</c:v>
                </c:pt>
                <c:pt idx="886">
                  <c:v>18-07-2003</c:v>
                </c:pt>
                <c:pt idx="887">
                  <c:v>21-07-2003</c:v>
                </c:pt>
                <c:pt idx="888">
                  <c:v>22-07-2003</c:v>
                </c:pt>
                <c:pt idx="889">
                  <c:v>23-07-2003</c:v>
                </c:pt>
                <c:pt idx="890">
                  <c:v>24-07-2003</c:v>
                </c:pt>
                <c:pt idx="891">
                  <c:v>25-07-2003</c:v>
                </c:pt>
                <c:pt idx="892">
                  <c:v>28-07-2003</c:v>
                </c:pt>
                <c:pt idx="893">
                  <c:v>29-07-2003</c:v>
                </c:pt>
                <c:pt idx="894">
                  <c:v>30-07-2003</c:v>
                </c:pt>
                <c:pt idx="895">
                  <c:v>31-07-2003</c:v>
                </c:pt>
                <c:pt idx="896">
                  <c:v>01-08-2003</c:v>
                </c:pt>
                <c:pt idx="897">
                  <c:v>04-08-2003</c:v>
                </c:pt>
                <c:pt idx="898">
                  <c:v>05-08-2003</c:v>
                </c:pt>
                <c:pt idx="899">
                  <c:v>06-08-2003</c:v>
                </c:pt>
                <c:pt idx="900">
                  <c:v>07-08-2003</c:v>
                </c:pt>
                <c:pt idx="901">
                  <c:v>08-08-2003</c:v>
                </c:pt>
                <c:pt idx="902">
                  <c:v>11-08-2003</c:v>
                </c:pt>
                <c:pt idx="903">
                  <c:v>12-08-2003</c:v>
                </c:pt>
                <c:pt idx="904">
                  <c:v>13-08-2003</c:v>
                </c:pt>
                <c:pt idx="905">
                  <c:v>14-08-2003</c:v>
                </c:pt>
                <c:pt idx="906">
                  <c:v>18-08-2003</c:v>
                </c:pt>
                <c:pt idx="907">
                  <c:v>19-08-2003</c:v>
                </c:pt>
                <c:pt idx="908">
                  <c:v>20-08-2003</c:v>
                </c:pt>
                <c:pt idx="909">
                  <c:v>21-08-2003</c:v>
                </c:pt>
                <c:pt idx="910">
                  <c:v>22-08-2003</c:v>
                </c:pt>
                <c:pt idx="911">
                  <c:v>25-08-2003</c:v>
                </c:pt>
                <c:pt idx="912">
                  <c:v>26-08-2003</c:v>
                </c:pt>
                <c:pt idx="913">
                  <c:v>27-08-2003</c:v>
                </c:pt>
                <c:pt idx="914">
                  <c:v>28-08-2003</c:v>
                </c:pt>
                <c:pt idx="915">
                  <c:v>29-08-2003</c:v>
                </c:pt>
                <c:pt idx="916">
                  <c:v>01-09-2003</c:v>
                </c:pt>
                <c:pt idx="917">
                  <c:v>02-09-2003</c:v>
                </c:pt>
                <c:pt idx="918">
                  <c:v>03-09-2003</c:v>
                </c:pt>
                <c:pt idx="919">
                  <c:v>04-09-2003</c:v>
                </c:pt>
                <c:pt idx="920">
                  <c:v>05-09-2003</c:v>
                </c:pt>
                <c:pt idx="921">
                  <c:v>08-09-2003</c:v>
                </c:pt>
                <c:pt idx="922">
                  <c:v>09-09-2003</c:v>
                </c:pt>
                <c:pt idx="923">
                  <c:v>10-09-2003</c:v>
                </c:pt>
                <c:pt idx="924">
                  <c:v>11-09-2003</c:v>
                </c:pt>
                <c:pt idx="925">
                  <c:v>12-09-2003</c:v>
                </c:pt>
                <c:pt idx="926">
                  <c:v>15-09-2003</c:v>
                </c:pt>
                <c:pt idx="927">
                  <c:v>16-09-2003</c:v>
                </c:pt>
                <c:pt idx="928">
                  <c:v>17-09-2003</c:v>
                </c:pt>
                <c:pt idx="929">
                  <c:v>18-09-2003</c:v>
                </c:pt>
                <c:pt idx="930">
                  <c:v>19-09-2003</c:v>
                </c:pt>
                <c:pt idx="931">
                  <c:v>22-09-2003</c:v>
                </c:pt>
                <c:pt idx="932">
                  <c:v>23-09-2003</c:v>
                </c:pt>
                <c:pt idx="933">
                  <c:v>24-09-2003</c:v>
                </c:pt>
                <c:pt idx="934">
                  <c:v>25-09-2003</c:v>
                </c:pt>
                <c:pt idx="935">
                  <c:v>26-09-2003</c:v>
                </c:pt>
                <c:pt idx="936">
                  <c:v>29-09-2003</c:v>
                </c:pt>
                <c:pt idx="937">
                  <c:v>30-09-2003</c:v>
                </c:pt>
                <c:pt idx="938">
                  <c:v>01-10-2003</c:v>
                </c:pt>
                <c:pt idx="939">
                  <c:v>03-10-2003</c:v>
                </c:pt>
                <c:pt idx="940">
                  <c:v>06-10-2003</c:v>
                </c:pt>
                <c:pt idx="941">
                  <c:v>07-10-2003</c:v>
                </c:pt>
                <c:pt idx="942">
                  <c:v>08-10-2003</c:v>
                </c:pt>
                <c:pt idx="943">
                  <c:v>09-10-2003</c:v>
                </c:pt>
                <c:pt idx="944">
                  <c:v>10-10-2003</c:v>
                </c:pt>
                <c:pt idx="945">
                  <c:v>13-10-2003</c:v>
                </c:pt>
                <c:pt idx="946">
                  <c:v>14-10-2003</c:v>
                </c:pt>
                <c:pt idx="947">
                  <c:v>15-10-2003</c:v>
                </c:pt>
                <c:pt idx="948">
                  <c:v>16-10-2003</c:v>
                </c:pt>
                <c:pt idx="949">
                  <c:v>17-10-2003</c:v>
                </c:pt>
                <c:pt idx="950">
                  <c:v>20-10-2003</c:v>
                </c:pt>
                <c:pt idx="951">
                  <c:v>21-10-2003</c:v>
                </c:pt>
                <c:pt idx="952">
                  <c:v>22-10-2003</c:v>
                </c:pt>
                <c:pt idx="953">
                  <c:v>23-10-2003</c:v>
                </c:pt>
                <c:pt idx="954">
                  <c:v>24-10-2003</c:v>
                </c:pt>
                <c:pt idx="955">
                  <c:v>25-10-2003</c:v>
                </c:pt>
                <c:pt idx="956">
                  <c:v>27-10-2003</c:v>
                </c:pt>
                <c:pt idx="957">
                  <c:v>28-10-2003</c:v>
                </c:pt>
                <c:pt idx="958">
                  <c:v>29-10-2003</c:v>
                </c:pt>
                <c:pt idx="959">
                  <c:v>30-10-2003</c:v>
                </c:pt>
                <c:pt idx="960">
                  <c:v>31-10-2003</c:v>
                </c:pt>
                <c:pt idx="961">
                  <c:v>03-11-2003</c:v>
                </c:pt>
                <c:pt idx="962">
                  <c:v>04-11-2003</c:v>
                </c:pt>
                <c:pt idx="963">
                  <c:v>05-11-2003</c:v>
                </c:pt>
                <c:pt idx="964">
                  <c:v>06-11-2003</c:v>
                </c:pt>
                <c:pt idx="965">
                  <c:v>07-11-2003</c:v>
                </c:pt>
                <c:pt idx="966">
                  <c:v>10-11-2003</c:v>
                </c:pt>
                <c:pt idx="967">
                  <c:v>11-11-2003</c:v>
                </c:pt>
                <c:pt idx="968">
                  <c:v>12-11-2003</c:v>
                </c:pt>
                <c:pt idx="969">
                  <c:v>13-11-2003</c:v>
                </c:pt>
                <c:pt idx="970">
                  <c:v>14-11-2003</c:v>
                </c:pt>
                <c:pt idx="971">
                  <c:v>15-11-2003</c:v>
                </c:pt>
                <c:pt idx="972">
                  <c:v>17-11-2003</c:v>
                </c:pt>
                <c:pt idx="973">
                  <c:v>18-11-2003</c:v>
                </c:pt>
                <c:pt idx="974">
                  <c:v>19-11-2003</c:v>
                </c:pt>
                <c:pt idx="975">
                  <c:v>20-11-2003</c:v>
                </c:pt>
                <c:pt idx="976">
                  <c:v>21-11-2003</c:v>
                </c:pt>
                <c:pt idx="977">
                  <c:v>24-11-2003</c:v>
                </c:pt>
                <c:pt idx="978">
                  <c:v>25-11-2003</c:v>
                </c:pt>
                <c:pt idx="979">
                  <c:v>27-11-2003</c:v>
                </c:pt>
                <c:pt idx="980">
                  <c:v>28-11-2003</c:v>
                </c:pt>
                <c:pt idx="981">
                  <c:v>01-12-2003</c:v>
                </c:pt>
                <c:pt idx="982">
                  <c:v>02-12-2003</c:v>
                </c:pt>
                <c:pt idx="983">
                  <c:v>03-12-2003</c:v>
                </c:pt>
                <c:pt idx="984">
                  <c:v>04-12-2003</c:v>
                </c:pt>
                <c:pt idx="985">
                  <c:v>05-12-2003</c:v>
                </c:pt>
                <c:pt idx="986">
                  <c:v>08-12-2003</c:v>
                </c:pt>
                <c:pt idx="987">
                  <c:v>09-12-2003</c:v>
                </c:pt>
                <c:pt idx="988">
                  <c:v>10-12-2003</c:v>
                </c:pt>
                <c:pt idx="989">
                  <c:v>11-12-2003</c:v>
                </c:pt>
                <c:pt idx="990">
                  <c:v>12-12-2003</c:v>
                </c:pt>
                <c:pt idx="991">
                  <c:v>15-12-2003</c:v>
                </c:pt>
                <c:pt idx="992">
                  <c:v>16-12-2003</c:v>
                </c:pt>
                <c:pt idx="993">
                  <c:v>17-12-2003</c:v>
                </c:pt>
                <c:pt idx="994">
                  <c:v>18-12-2003</c:v>
                </c:pt>
                <c:pt idx="995">
                  <c:v>19-12-2003</c:v>
                </c:pt>
                <c:pt idx="996">
                  <c:v>22-12-2003</c:v>
                </c:pt>
                <c:pt idx="997">
                  <c:v>23-12-2003</c:v>
                </c:pt>
                <c:pt idx="998">
                  <c:v>24-12-2003</c:v>
                </c:pt>
                <c:pt idx="999">
                  <c:v>26-12-2003</c:v>
                </c:pt>
                <c:pt idx="1000">
                  <c:v>29-12-2003</c:v>
                </c:pt>
                <c:pt idx="1001">
                  <c:v>30-12-2003</c:v>
                </c:pt>
                <c:pt idx="1002">
                  <c:v>31-12-2003</c:v>
                </c:pt>
                <c:pt idx="1003">
                  <c:v>01-01-2004</c:v>
                </c:pt>
                <c:pt idx="1004">
                  <c:v>02-01-2004</c:v>
                </c:pt>
                <c:pt idx="1005">
                  <c:v>05-01-2004</c:v>
                </c:pt>
                <c:pt idx="1006">
                  <c:v>06-01-2004</c:v>
                </c:pt>
                <c:pt idx="1007">
                  <c:v>07-01-2004</c:v>
                </c:pt>
                <c:pt idx="1008">
                  <c:v>08-01-2004</c:v>
                </c:pt>
                <c:pt idx="1009">
                  <c:v>09-01-2004</c:v>
                </c:pt>
                <c:pt idx="1010">
                  <c:v>12-01-2004</c:v>
                </c:pt>
                <c:pt idx="1011">
                  <c:v>13-01-2004</c:v>
                </c:pt>
                <c:pt idx="1012">
                  <c:v>14-01-2004</c:v>
                </c:pt>
                <c:pt idx="1013">
                  <c:v>15-01-2004</c:v>
                </c:pt>
                <c:pt idx="1014">
                  <c:v>16-01-2004</c:v>
                </c:pt>
                <c:pt idx="1015">
                  <c:v>19-01-2004</c:v>
                </c:pt>
                <c:pt idx="1016">
                  <c:v>20-01-2004</c:v>
                </c:pt>
                <c:pt idx="1017">
                  <c:v>21-01-2004</c:v>
                </c:pt>
                <c:pt idx="1018">
                  <c:v>22-01-2004</c:v>
                </c:pt>
                <c:pt idx="1019">
                  <c:v>23-01-2004</c:v>
                </c:pt>
                <c:pt idx="1020">
                  <c:v>27-01-2004</c:v>
                </c:pt>
                <c:pt idx="1021">
                  <c:v>28-01-2004</c:v>
                </c:pt>
                <c:pt idx="1022">
                  <c:v>29-01-2004</c:v>
                </c:pt>
                <c:pt idx="1023">
                  <c:v>30-01-2004</c:v>
                </c:pt>
                <c:pt idx="1024">
                  <c:v>03-02-2004</c:v>
                </c:pt>
                <c:pt idx="1025">
                  <c:v>04-02-2004</c:v>
                </c:pt>
                <c:pt idx="1026">
                  <c:v>05-02-2004</c:v>
                </c:pt>
                <c:pt idx="1027">
                  <c:v>06-02-2004</c:v>
                </c:pt>
                <c:pt idx="1028">
                  <c:v>09-02-2004</c:v>
                </c:pt>
                <c:pt idx="1029">
                  <c:v>10-02-2004</c:v>
                </c:pt>
                <c:pt idx="1030">
                  <c:v>11-02-2004</c:v>
                </c:pt>
                <c:pt idx="1031">
                  <c:v>12-02-2004</c:v>
                </c:pt>
                <c:pt idx="1032">
                  <c:v>13-02-2004</c:v>
                </c:pt>
                <c:pt idx="1033">
                  <c:v>16-02-2004</c:v>
                </c:pt>
                <c:pt idx="1034">
                  <c:v>17-02-2004</c:v>
                </c:pt>
                <c:pt idx="1035">
                  <c:v>18-02-2004</c:v>
                </c:pt>
                <c:pt idx="1036">
                  <c:v>19-02-2004</c:v>
                </c:pt>
                <c:pt idx="1037">
                  <c:v>20-02-2004</c:v>
                </c:pt>
                <c:pt idx="1038">
                  <c:v>23-02-2004</c:v>
                </c:pt>
                <c:pt idx="1039">
                  <c:v>24-02-2004</c:v>
                </c:pt>
                <c:pt idx="1040">
                  <c:v>25-02-2004</c:v>
                </c:pt>
                <c:pt idx="1041">
                  <c:v>26-02-2004</c:v>
                </c:pt>
                <c:pt idx="1042">
                  <c:v>27-02-2004</c:v>
                </c:pt>
                <c:pt idx="1043">
                  <c:v>01-03-2004</c:v>
                </c:pt>
                <c:pt idx="1044">
                  <c:v>03-03-2004</c:v>
                </c:pt>
                <c:pt idx="1045">
                  <c:v>04-03-2004</c:v>
                </c:pt>
                <c:pt idx="1046">
                  <c:v>05-03-2004</c:v>
                </c:pt>
                <c:pt idx="1047">
                  <c:v>08-03-2004</c:v>
                </c:pt>
                <c:pt idx="1048">
                  <c:v>09-03-2004</c:v>
                </c:pt>
                <c:pt idx="1049">
                  <c:v>10-03-2004</c:v>
                </c:pt>
                <c:pt idx="1050">
                  <c:v>11-03-2004</c:v>
                </c:pt>
                <c:pt idx="1051">
                  <c:v>12-03-2004</c:v>
                </c:pt>
                <c:pt idx="1052">
                  <c:v>15-03-2004</c:v>
                </c:pt>
                <c:pt idx="1053">
                  <c:v>16-03-2004</c:v>
                </c:pt>
                <c:pt idx="1054">
                  <c:v>17-03-2004</c:v>
                </c:pt>
                <c:pt idx="1055">
                  <c:v>18-03-2004</c:v>
                </c:pt>
                <c:pt idx="1056">
                  <c:v>19-03-2004</c:v>
                </c:pt>
                <c:pt idx="1057">
                  <c:v>22-03-2004</c:v>
                </c:pt>
                <c:pt idx="1058">
                  <c:v>23-03-2004</c:v>
                </c:pt>
                <c:pt idx="1059">
                  <c:v>24-03-2004</c:v>
                </c:pt>
                <c:pt idx="1060">
                  <c:v>25-03-2004</c:v>
                </c:pt>
                <c:pt idx="1061">
                  <c:v>26-03-2004</c:v>
                </c:pt>
                <c:pt idx="1062">
                  <c:v>29-03-2004</c:v>
                </c:pt>
                <c:pt idx="1063">
                  <c:v>30-03-2004</c:v>
                </c:pt>
                <c:pt idx="1064">
                  <c:v>31-03-2004</c:v>
                </c:pt>
                <c:pt idx="1065">
                  <c:v>01-04-2004</c:v>
                </c:pt>
                <c:pt idx="1066">
                  <c:v>02-04-2004</c:v>
                </c:pt>
                <c:pt idx="1067">
                  <c:v>05-04-2004</c:v>
                </c:pt>
                <c:pt idx="1068">
                  <c:v>06-04-2004</c:v>
                </c:pt>
                <c:pt idx="1069">
                  <c:v>07-04-2004</c:v>
                </c:pt>
                <c:pt idx="1070">
                  <c:v>08-04-2004</c:v>
                </c:pt>
                <c:pt idx="1071">
                  <c:v>12-04-2004</c:v>
                </c:pt>
                <c:pt idx="1072">
                  <c:v>13-04-2004</c:v>
                </c:pt>
                <c:pt idx="1073">
                  <c:v>15-04-2004</c:v>
                </c:pt>
                <c:pt idx="1074">
                  <c:v>16-04-2004</c:v>
                </c:pt>
                <c:pt idx="1075">
                  <c:v>17-04-2004</c:v>
                </c:pt>
                <c:pt idx="1076">
                  <c:v>19-04-2004</c:v>
                </c:pt>
                <c:pt idx="1077">
                  <c:v>20-04-2004</c:v>
                </c:pt>
                <c:pt idx="1078">
                  <c:v>21-04-2004</c:v>
                </c:pt>
                <c:pt idx="1079">
                  <c:v>22-04-2004</c:v>
                </c:pt>
                <c:pt idx="1080">
                  <c:v>23-04-2004</c:v>
                </c:pt>
                <c:pt idx="1081">
                  <c:v>27-04-2004</c:v>
                </c:pt>
                <c:pt idx="1082">
                  <c:v>28-04-2004</c:v>
                </c:pt>
                <c:pt idx="1083">
                  <c:v>29-04-2004</c:v>
                </c:pt>
                <c:pt idx="1084">
                  <c:v>30-04-2004</c:v>
                </c:pt>
                <c:pt idx="1085">
                  <c:v>03-05-2004</c:v>
                </c:pt>
                <c:pt idx="1086">
                  <c:v>04-05-2004</c:v>
                </c:pt>
                <c:pt idx="1087">
                  <c:v>05-05-2004</c:v>
                </c:pt>
                <c:pt idx="1088">
                  <c:v>06-05-2004</c:v>
                </c:pt>
                <c:pt idx="1089">
                  <c:v>07-05-2004</c:v>
                </c:pt>
                <c:pt idx="1090">
                  <c:v>10-05-2004</c:v>
                </c:pt>
                <c:pt idx="1091">
                  <c:v>11-05-2004</c:v>
                </c:pt>
                <c:pt idx="1092">
                  <c:v>12-05-2004</c:v>
                </c:pt>
                <c:pt idx="1093">
                  <c:v>13-05-2004</c:v>
                </c:pt>
                <c:pt idx="1094">
                  <c:v>14-05-2004</c:v>
                </c:pt>
                <c:pt idx="1095">
                  <c:v>17-05-2004</c:v>
                </c:pt>
                <c:pt idx="1096">
                  <c:v>18-05-2004</c:v>
                </c:pt>
                <c:pt idx="1097">
                  <c:v>19-05-2004</c:v>
                </c:pt>
                <c:pt idx="1098">
                  <c:v>20-05-2004</c:v>
                </c:pt>
                <c:pt idx="1099">
                  <c:v>21-05-2004</c:v>
                </c:pt>
                <c:pt idx="1100">
                  <c:v>24-05-2004</c:v>
                </c:pt>
                <c:pt idx="1101">
                  <c:v>25-05-2004</c:v>
                </c:pt>
                <c:pt idx="1102">
                  <c:v>26-05-2004</c:v>
                </c:pt>
                <c:pt idx="1103">
                  <c:v>27-05-2004</c:v>
                </c:pt>
                <c:pt idx="1104">
                  <c:v>28-05-2004</c:v>
                </c:pt>
                <c:pt idx="1105">
                  <c:v>31-05-2004</c:v>
                </c:pt>
                <c:pt idx="1106">
                  <c:v>01-06-2004</c:v>
                </c:pt>
                <c:pt idx="1107">
                  <c:v>02-06-2004</c:v>
                </c:pt>
                <c:pt idx="1108">
                  <c:v>03-06-2004</c:v>
                </c:pt>
                <c:pt idx="1109">
                  <c:v>04-06-2004</c:v>
                </c:pt>
                <c:pt idx="1110">
                  <c:v>07-06-2004</c:v>
                </c:pt>
                <c:pt idx="1111">
                  <c:v>08-06-2004</c:v>
                </c:pt>
                <c:pt idx="1112">
                  <c:v>09-06-2004</c:v>
                </c:pt>
                <c:pt idx="1113">
                  <c:v>10-06-2004</c:v>
                </c:pt>
                <c:pt idx="1114">
                  <c:v>11-06-2004</c:v>
                </c:pt>
                <c:pt idx="1115">
                  <c:v>14-06-2004</c:v>
                </c:pt>
                <c:pt idx="1116">
                  <c:v>15-06-2004</c:v>
                </c:pt>
                <c:pt idx="1117">
                  <c:v>16-06-2004</c:v>
                </c:pt>
                <c:pt idx="1118">
                  <c:v>17-06-2004</c:v>
                </c:pt>
                <c:pt idx="1119">
                  <c:v>18-06-2004</c:v>
                </c:pt>
                <c:pt idx="1120">
                  <c:v>21-06-2004</c:v>
                </c:pt>
                <c:pt idx="1121">
                  <c:v>22-06-2004</c:v>
                </c:pt>
                <c:pt idx="1122">
                  <c:v>23-06-2004</c:v>
                </c:pt>
                <c:pt idx="1123">
                  <c:v>24-06-2004</c:v>
                </c:pt>
                <c:pt idx="1124">
                  <c:v>25-06-2004</c:v>
                </c:pt>
                <c:pt idx="1125">
                  <c:v>28-06-2004</c:v>
                </c:pt>
                <c:pt idx="1126">
                  <c:v>29-06-2004</c:v>
                </c:pt>
                <c:pt idx="1127">
                  <c:v>30-06-2004</c:v>
                </c:pt>
                <c:pt idx="1128">
                  <c:v>01-07-2004</c:v>
                </c:pt>
                <c:pt idx="1129">
                  <c:v>02-07-2004</c:v>
                </c:pt>
                <c:pt idx="1130">
                  <c:v>05-07-2004</c:v>
                </c:pt>
                <c:pt idx="1131">
                  <c:v>06-07-2004</c:v>
                </c:pt>
                <c:pt idx="1132">
                  <c:v>07-07-2004</c:v>
                </c:pt>
                <c:pt idx="1133">
                  <c:v>08-07-2004</c:v>
                </c:pt>
                <c:pt idx="1134">
                  <c:v>09-07-2004</c:v>
                </c:pt>
                <c:pt idx="1135">
                  <c:v>12-07-2004</c:v>
                </c:pt>
                <c:pt idx="1136">
                  <c:v>13-07-2004</c:v>
                </c:pt>
                <c:pt idx="1137">
                  <c:v>14-07-2004</c:v>
                </c:pt>
                <c:pt idx="1138">
                  <c:v>15-07-2004</c:v>
                </c:pt>
                <c:pt idx="1139">
                  <c:v>16-07-2004</c:v>
                </c:pt>
                <c:pt idx="1140">
                  <c:v>19-07-2004</c:v>
                </c:pt>
                <c:pt idx="1141">
                  <c:v>20-07-2004</c:v>
                </c:pt>
                <c:pt idx="1142">
                  <c:v>21-07-2004</c:v>
                </c:pt>
                <c:pt idx="1143">
                  <c:v>22-07-2004</c:v>
                </c:pt>
                <c:pt idx="1144">
                  <c:v>23-07-2004</c:v>
                </c:pt>
                <c:pt idx="1145">
                  <c:v>26-07-2004</c:v>
                </c:pt>
                <c:pt idx="1146">
                  <c:v>27-07-2004</c:v>
                </c:pt>
                <c:pt idx="1147">
                  <c:v>28-07-2004</c:v>
                </c:pt>
                <c:pt idx="1148">
                  <c:v>29-07-2004</c:v>
                </c:pt>
                <c:pt idx="1149">
                  <c:v>30-07-2004</c:v>
                </c:pt>
                <c:pt idx="1150">
                  <c:v>02-08-2004</c:v>
                </c:pt>
                <c:pt idx="1151">
                  <c:v>03-08-2004</c:v>
                </c:pt>
                <c:pt idx="1152">
                  <c:v>04-08-2004</c:v>
                </c:pt>
                <c:pt idx="1153">
                  <c:v>05-08-2004</c:v>
                </c:pt>
                <c:pt idx="1154">
                  <c:v>06-08-2004</c:v>
                </c:pt>
                <c:pt idx="1155">
                  <c:v>09-08-2004</c:v>
                </c:pt>
                <c:pt idx="1156">
                  <c:v>10-08-2004</c:v>
                </c:pt>
                <c:pt idx="1157">
                  <c:v>11-08-2004</c:v>
                </c:pt>
                <c:pt idx="1158">
                  <c:v>12-08-2004</c:v>
                </c:pt>
                <c:pt idx="1159">
                  <c:v>13-08-2004</c:v>
                </c:pt>
                <c:pt idx="1160">
                  <c:v>16-08-2004</c:v>
                </c:pt>
                <c:pt idx="1161">
                  <c:v>17-08-2004</c:v>
                </c:pt>
                <c:pt idx="1162">
                  <c:v>18-08-2004</c:v>
                </c:pt>
                <c:pt idx="1163">
                  <c:v>19-08-2004</c:v>
                </c:pt>
                <c:pt idx="1164">
                  <c:v>20-08-2004</c:v>
                </c:pt>
                <c:pt idx="1165">
                  <c:v>23-08-2004</c:v>
                </c:pt>
                <c:pt idx="1166">
                  <c:v>24-08-2004</c:v>
                </c:pt>
                <c:pt idx="1167">
                  <c:v>25-08-2004</c:v>
                </c:pt>
                <c:pt idx="1168">
                  <c:v>26-08-2004</c:v>
                </c:pt>
                <c:pt idx="1169">
                  <c:v>27-08-2004</c:v>
                </c:pt>
                <c:pt idx="1170">
                  <c:v>30-08-2004</c:v>
                </c:pt>
                <c:pt idx="1171">
                  <c:v>31-08-2004</c:v>
                </c:pt>
                <c:pt idx="1172">
                  <c:v>01-09-2004</c:v>
                </c:pt>
                <c:pt idx="1173">
                  <c:v>02-09-2004</c:v>
                </c:pt>
                <c:pt idx="1174">
                  <c:v>03-09-2004</c:v>
                </c:pt>
                <c:pt idx="1175">
                  <c:v>06-09-2004</c:v>
                </c:pt>
                <c:pt idx="1176">
                  <c:v>07-09-2004</c:v>
                </c:pt>
                <c:pt idx="1177">
                  <c:v>08-09-2004</c:v>
                </c:pt>
                <c:pt idx="1178">
                  <c:v>09-09-2004</c:v>
                </c:pt>
                <c:pt idx="1179">
                  <c:v>10-09-2004</c:v>
                </c:pt>
                <c:pt idx="1180">
                  <c:v>13-09-2004</c:v>
                </c:pt>
                <c:pt idx="1181">
                  <c:v>14-09-2004</c:v>
                </c:pt>
                <c:pt idx="1182">
                  <c:v>15-09-2004</c:v>
                </c:pt>
                <c:pt idx="1183">
                  <c:v>16-09-2004</c:v>
                </c:pt>
                <c:pt idx="1184">
                  <c:v>17-09-2004</c:v>
                </c:pt>
                <c:pt idx="1185">
                  <c:v>20-09-2004</c:v>
                </c:pt>
                <c:pt idx="1186">
                  <c:v>21-09-2004</c:v>
                </c:pt>
                <c:pt idx="1187">
                  <c:v>22-09-2004</c:v>
                </c:pt>
                <c:pt idx="1188">
                  <c:v>23-09-2004</c:v>
                </c:pt>
                <c:pt idx="1189">
                  <c:v>24-09-2004</c:v>
                </c:pt>
                <c:pt idx="1190">
                  <c:v>27-09-2004</c:v>
                </c:pt>
                <c:pt idx="1191">
                  <c:v>28-09-2004</c:v>
                </c:pt>
                <c:pt idx="1192">
                  <c:v>29-09-2004</c:v>
                </c:pt>
                <c:pt idx="1193">
                  <c:v>30-09-2004</c:v>
                </c:pt>
                <c:pt idx="1194">
                  <c:v>01-10-2004</c:v>
                </c:pt>
                <c:pt idx="1195">
                  <c:v>04-10-2004</c:v>
                </c:pt>
                <c:pt idx="1196">
                  <c:v>05-10-2004</c:v>
                </c:pt>
                <c:pt idx="1197">
                  <c:v>06-10-2004</c:v>
                </c:pt>
                <c:pt idx="1198">
                  <c:v>07-10-2004</c:v>
                </c:pt>
                <c:pt idx="1199">
                  <c:v>08-10-2004</c:v>
                </c:pt>
                <c:pt idx="1200">
                  <c:v>09-10-2004</c:v>
                </c:pt>
                <c:pt idx="1201">
                  <c:v>11-10-2004</c:v>
                </c:pt>
                <c:pt idx="1202">
                  <c:v>12-10-2004</c:v>
                </c:pt>
                <c:pt idx="1203">
                  <c:v>14-10-2004</c:v>
                </c:pt>
                <c:pt idx="1204">
                  <c:v>15-10-2004</c:v>
                </c:pt>
                <c:pt idx="1205">
                  <c:v>18-10-2004</c:v>
                </c:pt>
                <c:pt idx="1206">
                  <c:v>19-10-2004</c:v>
                </c:pt>
                <c:pt idx="1207">
                  <c:v>20-10-2004</c:v>
                </c:pt>
                <c:pt idx="1208">
                  <c:v>21-10-2004</c:v>
                </c:pt>
                <c:pt idx="1209">
                  <c:v>25-10-2004</c:v>
                </c:pt>
                <c:pt idx="1210">
                  <c:v>26-10-2004</c:v>
                </c:pt>
                <c:pt idx="1211">
                  <c:v>27-10-2004</c:v>
                </c:pt>
                <c:pt idx="1212">
                  <c:v>28-10-2004</c:v>
                </c:pt>
                <c:pt idx="1213">
                  <c:v>29-10-2004</c:v>
                </c:pt>
                <c:pt idx="1214">
                  <c:v>01-11-2004</c:v>
                </c:pt>
                <c:pt idx="1215">
                  <c:v>02-11-2004</c:v>
                </c:pt>
                <c:pt idx="1216">
                  <c:v>03-11-2004</c:v>
                </c:pt>
                <c:pt idx="1217">
                  <c:v>04-11-2004</c:v>
                </c:pt>
                <c:pt idx="1218">
                  <c:v>05-11-2004</c:v>
                </c:pt>
                <c:pt idx="1219">
                  <c:v>08-11-2004</c:v>
                </c:pt>
                <c:pt idx="1220">
                  <c:v>09-11-2004</c:v>
                </c:pt>
                <c:pt idx="1221">
                  <c:v>10-11-2004</c:v>
                </c:pt>
                <c:pt idx="1222">
                  <c:v>11-11-2004</c:v>
                </c:pt>
                <c:pt idx="1223">
                  <c:v>12-11-2004</c:v>
                </c:pt>
                <c:pt idx="1224">
                  <c:v>16-11-2004</c:v>
                </c:pt>
                <c:pt idx="1225">
                  <c:v>17-11-2004</c:v>
                </c:pt>
                <c:pt idx="1226">
                  <c:v>18-11-2004</c:v>
                </c:pt>
                <c:pt idx="1227">
                  <c:v>19-11-2004</c:v>
                </c:pt>
                <c:pt idx="1228">
                  <c:v>22-11-2004</c:v>
                </c:pt>
                <c:pt idx="1229">
                  <c:v>23-11-2004</c:v>
                </c:pt>
                <c:pt idx="1230">
                  <c:v>24-11-2004</c:v>
                </c:pt>
                <c:pt idx="1231">
                  <c:v>25-11-2004</c:v>
                </c:pt>
                <c:pt idx="1232">
                  <c:v>29-11-2004</c:v>
                </c:pt>
                <c:pt idx="1233">
                  <c:v>30-11-2004</c:v>
                </c:pt>
                <c:pt idx="1234">
                  <c:v>01-12-2004</c:v>
                </c:pt>
                <c:pt idx="1235">
                  <c:v>02-12-2004</c:v>
                </c:pt>
                <c:pt idx="1236">
                  <c:v>03-12-2004</c:v>
                </c:pt>
                <c:pt idx="1237">
                  <c:v>06-12-2004</c:v>
                </c:pt>
                <c:pt idx="1238">
                  <c:v>07-12-2004</c:v>
                </c:pt>
                <c:pt idx="1239">
                  <c:v>08-12-2004</c:v>
                </c:pt>
                <c:pt idx="1240">
                  <c:v>09-12-2004</c:v>
                </c:pt>
                <c:pt idx="1241">
                  <c:v>10-12-2004</c:v>
                </c:pt>
                <c:pt idx="1242">
                  <c:v>13-12-2004</c:v>
                </c:pt>
                <c:pt idx="1243">
                  <c:v>14-12-2004</c:v>
                </c:pt>
                <c:pt idx="1244">
                  <c:v>15-12-2004</c:v>
                </c:pt>
                <c:pt idx="1245">
                  <c:v>16-12-2004</c:v>
                </c:pt>
                <c:pt idx="1246">
                  <c:v>17-12-2004</c:v>
                </c:pt>
                <c:pt idx="1247">
                  <c:v>20-12-2004</c:v>
                </c:pt>
                <c:pt idx="1248">
                  <c:v>21-12-2004</c:v>
                </c:pt>
                <c:pt idx="1249">
                  <c:v>22-12-2004</c:v>
                </c:pt>
                <c:pt idx="1250">
                  <c:v>23-12-2004</c:v>
                </c:pt>
                <c:pt idx="1251">
                  <c:v>24-12-2004</c:v>
                </c:pt>
                <c:pt idx="1252">
                  <c:v>27-12-2004</c:v>
                </c:pt>
                <c:pt idx="1253">
                  <c:v>28-12-2004</c:v>
                </c:pt>
                <c:pt idx="1254">
                  <c:v>29-12-2004</c:v>
                </c:pt>
                <c:pt idx="1255">
                  <c:v>30-12-2004</c:v>
                </c:pt>
                <c:pt idx="1256">
                  <c:v>31-12-2004</c:v>
                </c:pt>
                <c:pt idx="1257">
                  <c:v>03-01-2005</c:v>
                </c:pt>
                <c:pt idx="1258">
                  <c:v>04-01-2005</c:v>
                </c:pt>
                <c:pt idx="1259">
                  <c:v>05-01-2005</c:v>
                </c:pt>
                <c:pt idx="1260">
                  <c:v>06-01-2005</c:v>
                </c:pt>
                <c:pt idx="1261">
                  <c:v>07-01-2005</c:v>
                </c:pt>
                <c:pt idx="1262">
                  <c:v>10-01-2005</c:v>
                </c:pt>
                <c:pt idx="1263">
                  <c:v>11-01-2005</c:v>
                </c:pt>
                <c:pt idx="1264">
                  <c:v>12-01-2005</c:v>
                </c:pt>
                <c:pt idx="1265">
                  <c:v>13-01-2005</c:v>
                </c:pt>
                <c:pt idx="1266">
                  <c:v>14-01-2005</c:v>
                </c:pt>
                <c:pt idx="1267">
                  <c:v>17-01-2005</c:v>
                </c:pt>
                <c:pt idx="1268">
                  <c:v>18-01-2005</c:v>
                </c:pt>
                <c:pt idx="1269">
                  <c:v>19-01-2005</c:v>
                </c:pt>
                <c:pt idx="1270">
                  <c:v>20-01-2005</c:v>
                </c:pt>
                <c:pt idx="1271">
                  <c:v>24-01-2005</c:v>
                </c:pt>
                <c:pt idx="1272">
                  <c:v>25-01-2005</c:v>
                </c:pt>
                <c:pt idx="1273">
                  <c:v>27-01-2005</c:v>
                </c:pt>
                <c:pt idx="1274">
                  <c:v>28-01-2005</c:v>
                </c:pt>
                <c:pt idx="1275">
                  <c:v>31-01-2005</c:v>
                </c:pt>
                <c:pt idx="1276">
                  <c:v>01-02-2005</c:v>
                </c:pt>
                <c:pt idx="1277">
                  <c:v>02-02-2005</c:v>
                </c:pt>
                <c:pt idx="1278">
                  <c:v>03-02-2005</c:v>
                </c:pt>
                <c:pt idx="1279">
                  <c:v>04-02-2005</c:v>
                </c:pt>
                <c:pt idx="1280">
                  <c:v>07-02-2005</c:v>
                </c:pt>
                <c:pt idx="1281">
                  <c:v>08-02-2005</c:v>
                </c:pt>
                <c:pt idx="1282">
                  <c:v>09-02-2005</c:v>
                </c:pt>
                <c:pt idx="1283">
                  <c:v>10-02-2005</c:v>
                </c:pt>
                <c:pt idx="1284">
                  <c:v>11-02-2005</c:v>
                </c:pt>
                <c:pt idx="1285">
                  <c:v>14-02-2005</c:v>
                </c:pt>
                <c:pt idx="1286">
                  <c:v>15-02-2005</c:v>
                </c:pt>
                <c:pt idx="1287">
                  <c:v>16-02-2005</c:v>
                </c:pt>
                <c:pt idx="1288">
                  <c:v>17-02-2005</c:v>
                </c:pt>
                <c:pt idx="1289">
                  <c:v>18-02-2005</c:v>
                </c:pt>
                <c:pt idx="1290">
                  <c:v>21-02-2005</c:v>
                </c:pt>
                <c:pt idx="1291">
                  <c:v>22-02-2005</c:v>
                </c:pt>
                <c:pt idx="1292">
                  <c:v>23-02-2005</c:v>
                </c:pt>
                <c:pt idx="1293">
                  <c:v>24-02-2005</c:v>
                </c:pt>
                <c:pt idx="1294">
                  <c:v>25-02-2005</c:v>
                </c:pt>
                <c:pt idx="1295">
                  <c:v>28-02-2005</c:v>
                </c:pt>
                <c:pt idx="1296">
                  <c:v>01-03-2005</c:v>
                </c:pt>
                <c:pt idx="1297">
                  <c:v>02-03-2005</c:v>
                </c:pt>
                <c:pt idx="1298">
                  <c:v>03-03-2005</c:v>
                </c:pt>
                <c:pt idx="1299">
                  <c:v>04-03-2005</c:v>
                </c:pt>
                <c:pt idx="1300">
                  <c:v>07-03-2005</c:v>
                </c:pt>
                <c:pt idx="1301">
                  <c:v>08-03-2005</c:v>
                </c:pt>
                <c:pt idx="1302">
                  <c:v>09-03-2005</c:v>
                </c:pt>
                <c:pt idx="1303">
                  <c:v>10-03-2005</c:v>
                </c:pt>
                <c:pt idx="1304">
                  <c:v>11-03-2005</c:v>
                </c:pt>
                <c:pt idx="1305">
                  <c:v>14-03-2005</c:v>
                </c:pt>
                <c:pt idx="1306">
                  <c:v>15-03-2005</c:v>
                </c:pt>
                <c:pt idx="1307">
                  <c:v>16-03-2005</c:v>
                </c:pt>
                <c:pt idx="1308">
                  <c:v>17-03-2005</c:v>
                </c:pt>
                <c:pt idx="1309">
                  <c:v>18-03-2005</c:v>
                </c:pt>
                <c:pt idx="1310">
                  <c:v>21-03-2005</c:v>
                </c:pt>
                <c:pt idx="1311">
                  <c:v>22-03-2005</c:v>
                </c:pt>
                <c:pt idx="1312">
                  <c:v>23-03-2005</c:v>
                </c:pt>
                <c:pt idx="1313">
                  <c:v>24-03-2005</c:v>
                </c:pt>
                <c:pt idx="1314">
                  <c:v>28-03-2005</c:v>
                </c:pt>
                <c:pt idx="1315">
                  <c:v>29-03-2005</c:v>
                </c:pt>
                <c:pt idx="1316">
                  <c:v>30-03-2005</c:v>
                </c:pt>
                <c:pt idx="1317">
                  <c:v>31-03-2005</c:v>
                </c:pt>
                <c:pt idx="1318">
                  <c:v>01-04-2005</c:v>
                </c:pt>
                <c:pt idx="1319">
                  <c:v>04-04-2005</c:v>
                </c:pt>
                <c:pt idx="1320">
                  <c:v>05-04-2005</c:v>
                </c:pt>
                <c:pt idx="1321">
                  <c:v>06-04-2005</c:v>
                </c:pt>
                <c:pt idx="1322">
                  <c:v>07-04-2005</c:v>
                </c:pt>
                <c:pt idx="1323">
                  <c:v>08-04-2005</c:v>
                </c:pt>
                <c:pt idx="1324">
                  <c:v>11-04-2005</c:v>
                </c:pt>
                <c:pt idx="1325">
                  <c:v>12-04-2005</c:v>
                </c:pt>
                <c:pt idx="1326">
                  <c:v>13-04-2005</c:v>
                </c:pt>
                <c:pt idx="1327">
                  <c:v>15-04-2005</c:v>
                </c:pt>
                <c:pt idx="1328">
                  <c:v>18-04-2005</c:v>
                </c:pt>
                <c:pt idx="1329">
                  <c:v>19-04-2005</c:v>
                </c:pt>
                <c:pt idx="1330">
                  <c:v>20-04-2005</c:v>
                </c:pt>
                <c:pt idx="1331">
                  <c:v>21-04-2005</c:v>
                </c:pt>
                <c:pt idx="1332">
                  <c:v>22-04-2005</c:v>
                </c:pt>
                <c:pt idx="1333">
                  <c:v>25-04-2005</c:v>
                </c:pt>
                <c:pt idx="1334">
                  <c:v>26-04-2005</c:v>
                </c:pt>
                <c:pt idx="1335">
                  <c:v>27-04-2005</c:v>
                </c:pt>
                <c:pt idx="1336">
                  <c:v>28-04-2005</c:v>
                </c:pt>
                <c:pt idx="1337">
                  <c:v>29-04-2005</c:v>
                </c:pt>
                <c:pt idx="1338">
                  <c:v>02-05-2005</c:v>
                </c:pt>
                <c:pt idx="1339">
                  <c:v>03-05-2005</c:v>
                </c:pt>
                <c:pt idx="1340">
                  <c:v>04-05-2005</c:v>
                </c:pt>
                <c:pt idx="1341">
                  <c:v>05-05-2005</c:v>
                </c:pt>
                <c:pt idx="1342">
                  <c:v>06-05-2005</c:v>
                </c:pt>
                <c:pt idx="1343">
                  <c:v>09-05-2005</c:v>
                </c:pt>
                <c:pt idx="1344">
                  <c:v>10-05-2005</c:v>
                </c:pt>
                <c:pt idx="1345">
                  <c:v>11-05-2005</c:v>
                </c:pt>
                <c:pt idx="1346">
                  <c:v>12-05-2005</c:v>
                </c:pt>
                <c:pt idx="1347">
                  <c:v>13-05-2005</c:v>
                </c:pt>
                <c:pt idx="1348">
                  <c:v>16-05-2005</c:v>
                </c:pt>
                <c:pt idx="1349">
                  <c:v>17-05-2005</c:v>
                </c:pt>
                <c:pt idx="1350">
                  <c:v>18-05-2005</c:v>
                </c:pt>
                <c:pt idx="1351">
                  <c:v>19-05-2005</c:v>
                </c:pt>
                <c:pt idx="1352">
                  <c:v>20-05-2005</c:v>
                </c:pt>
                <c:pt idx="1353">
                  <c:v>23-05-2005</c:v>
                </c:pt>
                <c:pt idx="1354">
                  <c:v>24-05-2005</c:v>
                </c:pt>
                <c:pt idx="1355">
                  <c:v>25-05-2005</c:v>
                </c:pt>
                <c:pt idx="1356">
                  <c:v>26-05-2005</c:v>
                </c:pt>
                <c:pt idx="1357">
                  <c:v>27-05-2005</c:v>
                </c:pt>
                <c:pt idx="1358">
                  <c:v>30-05-2005</c:v>
                </c:pt>
                <c:pt idx="1359">
                  <c:v>31-05-2005</c:v>
                </c:pt>
                <c:pt idx="1360">
                  <c:v>01-06-2005</c:v>
                </c:pt>
                <c:pt idx="1361">
                  <c:v>02-06-2005</c:v>
                </c:pt>
                <c:pt idx="1362">
                  <c:v>03-06-2005</c:v>
                </c:pt>
                <c:pt idx="1363">
                  <c:v>04-06-2005</c:v>
                </c:pt>
                <c:pt idx="1364">
                  <c:v>06-06-2005</c:v>
                </c:pt>
                <c:pt idx="1365">
                  <c:v>07-06-2005</c:v>
                </c:pt>
                <c:pt idx="1366">
                  <c:v>08-06-2005</c:v>
                </c:pt>
                <c:pt idx="1367">
                  <c:v>09-06-2005</c:v>
                </c:pt>
                <c:pt idx="1368">
                  <c:v>10-06-2005</c:v>
                </c:pt>
                <c:pt idx="1369">
                  <c:v>13-06-2005</c:v>
                </c:pt>
                <c:pt idx="1370">
                  <c:v>14-06-2005</c:v>
                </c:pt>
                <c:pt idx="1371">
                  <c:v>15-06-2005</c:v>
                </c:pt>
                <c:pt idx="1372">
                  <c:v>16-06-2005</c:v>
                </c:pt>
                <c:pt idx="1373">
                  <c:v>17-06-2005</c:v>
                </c:pt>
                <c:pt idx="1374">
                  <c:v>20-06-2005</c:v>
                </c:pt>
                <c:pt idx="1375">
                  <c:v>21-06-2005</c:v>
                </c:pt>
                <c:pt idx="1376">
                  <c:v>22-06-2005</c:v>
                </c:pt>
                <c:pt idx="1377">
                  <c:v>23-06-2005</c:v>
                </c:pt>
                <c:pt idx="1378">
                  <c:v>24-06-2005</c:v>
                </c:pt>
                <c:pt idx="1379">
                  <c:v>27-06-2005</c:v>
                </c:pt>
                <c:pt idx="1380">
                  <c:v>28-06-2005</c:v>
                </c:pt>
                <c:pt idx="1381">
                  <c:v>29-06-2005</c:v>
                </c:pt>
                <c:pt idx="1382">
                  <c:v>30-06-2005</c:v>
                </c:pt>
                <c:pt idx="1383">
                  <c:v>01-07-2005</c:v>
                </c:pt>
                <c:pt idx="1384">
                  <c:v>04-07-2005</c:v>
                </c:pt>
                <c:pt idx="1385">
                  <c:v>05-07-2005</c:v>
                </c:pt>
                <c:pt idx="1386">
                  <c:v>06-07-2005</c:v>
                </c:pt>
                <c:pt idx="1387">
                  <c:v>07-07-2005</c:v>
                </c:pt>
                <c:pt idx="1388">
                  <c:v>08-07-2005</c:v>
                </c:pt>
                <c:pt idx="1389">
                  <c:v>11-07-2005</c:v>
                </c:pt>
                <c:pt idx="1390">
                  <c:v>12-07-2005</c:v>
                </c:pt>
                <c:pt idx="1391">
                  <c:v>13-07-2005</c:v>
                </c:pt>
                <c:pt idx="1392">
                  <c:v>14-07-2005</c:v>
                </c:pt>
                <c:pt idx="1393">
                  <c:v>15-07-2005</c:v>
                </c:pt>
                <c:pt idx="1394">
                  <c:v>18-07-2005</c:v>
                </c:pt>
                <c:pt idx="1395">
                  <c:v>19-07-2005</c:v>
                </c:pt>
                <c:pt idx="1396">
                  <c:v>20-07-2005</c:v>
                </c:pt>
                <c:pt idx="1397">
                  <c:v>21-07-2005</c:v>
                </c:pt>
                <c:pt idx="1398">
                  <c:v>22-07-2005</c:v>
                </c:pt>
                <c:pt idx="1399">
                  <c:v>25-07-2005</c:v>
                </c:pt>
                <c:pt idx="1400">
                  <c:v>26-07-2005</c:v>
                </c:pt>
                <c:pt idx="1401">
                  <c:v>27-07-2005</c:v>
                </c:pt>
                <c:pt idx="1402">
                  <c:v>29-07-2005</c:v>
                </c:pt>
                <c:pt idx="1403">
                  <c:v>01-08-2005</c:v>
                </c:pt>
                <c:pt idx="1404">
                  <c:v>02-08-2005</c:v>
                </c:pt>
                <c:pt idx="1405">
                  <c:v>03-08-2005</c:v>
                </c:pt>
                <c:pt idx="1406">
                  <c:v>04-08-2005</c:v>
                </c:pt>
                <c:pt idx="1407">
                  <c:v>05-08-2005</c:v>
                </c:pt>
                <c:pt idx="1408">
                  <c:v>08-08-2005</c:v>
                </c:pt>
                <c:pt idx="1409">
                  <c:v>09-08-2005</c:v>
                </c:pt>
                <c:pt idx="1410">
                  <c:v>10-08-2005</c:v>
                </c:pt>
                <c:pt idx="1411">
                  <c:v>11-08-2005</c:v>
                </c:pt>
                <c:pt idx="1412">
                  <c:v>12-08-2005</c:v>
                </c:pt>
                <c:pt idx="1413">
                  <c:v>16-08-2005</c:v>
                </c:pt>
                <c:pt idx="1414">
                  <c:v>17-08-2005</c:v>
                </c:pt>
                <c:pt idx="1415">
                  <c:v>18-08-2005</c:v>
                </c:pt>
                <c:pt idx="1416">
                  <c:v>19-08-2005</c:v>
                </c:pt>
                <c:pt idx="1417">
                  <c:v>22-08-2005</c:v>
                </c:pt>
                <c:pt idx="1418">
                  <c:v>23-08-2005</c:v>
                </c:pt>
                <c:pt idx="1419">
                  <c:v>24-08-2005</c:v>
                </c:pt>
                <c:pt idx="1420">
                  <c:v>25-08-2005</c:v>
                </c:pt>
                <c:pt idx="1421">
                  <c:v>26-08-2005</c:v>
                </c:pt>
                <c:pt idx="1422">
                  <c:v>29-08-2005</c:v>
                </c:pt>
                <c:pt idx="1423">
                  <c:v>30-08-2005</c:v>
                </c:pt>
                <c:pt idx="1424">
                  <c:v>31-08-2005</c:v>
                </c:pt>
                <c:pt idx="1425">
                  <c:v>01-09-2005</c:v>
                </c:pt>
                <c:pt idx="1426">
                  <c:v>02-09-2005</c:v>
                </c:pt>
                <c:pt idx="1427">
                  <c:v>05-09-2005</c:v>
                </c:pt>
                <c:pt idx="1428">
                  <c:v>06-09-2005</c:v>
                </c:pt>
                <c:pt idx="1429">
                  <c:v>08-09-2005</c:v>
                </c:pt>
                <c:pt idx="1430">
                  <c:v>09-09-2005</c:v>
                </c:pt>
                <c:pt idx="1431">
                  <c:v>12-09-2005</c:v>
                </c:pt>
                <c:pt idx="1432">
                  <c:v>13-09-2005</c:v>
                </c:pt>
                <c:pt idx="1433">
                  <c:v>14-09-2005</c:v>
                </c:pt>
                <c:pt idx="1434">
                  <c:v>15-09-2005</c:v>
                </c:pt>
                <c:pt idx="1435">
                  <c:v>16-09-2005</c:v>
                </c:pt>
                <c:pt idx="1436">
                  <c:v>19-09-2005</c:v>
                </c:pt>
                <c:pt idx="1437">
                  <c:v>20-09-2005</c:v>
                </c:pt>
                <c:pt idx="1438">
                  <c:v>21-09-2005</c:v>
                </c:pt>
                <c:pt idx="1439">
                  <c:v>22-09-2005</c:v>
                </c:pt>
                <c:pt idx="1440">
                  <c:v>23-09-2005</c:v>
                </c:pt>
                <c:pt idx="1441">
                  <c:v>26-09-2005</c:v>
                </c:pt>
                <c:pt idx="1442">
                  <c:v>27-09-2005</c:v>
                </c:pt>
                <c:pt idx="1443">
                  <c:v>28-09-2005</c:v>
                </c:pt>
                <c:pt idx="1444">
                  <c:v>29-09-2005</c:v>
                </c:pt>
                <c:pt idx="1445">
                  <c:v>30-09-2005</c:v>
                </c:pt>
                <c:pt idx="1446">
                  <c:v>03-10-2005</c:v>
                </c:pt>
                <c:pt idx="1447">
                  <c:v>04-10-2005</c:v>
                </c:pt>
                <c:pt idx="1448">
                  <c:v>05-10-2005</c:v>
                </c:pt>
                <c:pt idx="1449">
                  <c:v>06-10-2005</c:v>
                </c:pt>
                <c:pt idx="1450">
                  <c:v>07-10-2005</c:v>
                </c:pt>
                <c:pt idx="1451">
                  <c:v>10-10-2005</c:v>
                </c:pt>
                <c:pt idx="1452">
                  <c:v>11-10-2005</c:v>
                </c:pt>
                <c:pt idx="1453">
                  <c:v>13-10-2005</c:v>
                </c:pt>
                <c:pt idx="1454">
                  <c:v>14-10-2005</c:v>
                </c:pt>
                <c:pt idx="1455">
                  <c:v>17-10-2005</c:v>
                </c:pt>
                <c:pt idx="1456">
                  <c:v>18-10-2005</c:v>
                </c:pt>
                <c:pt idx="1457">
                  <c:v>19-10-2005</c:v>
                </c:pt>
                <c:pt idx="1458">
                  <c:v>20-10-2005</c:v>
                </c:pt>
                <c:pt idx="1459">
                  <c:v>21-10-2005</c:v>
                </c:pt>
                <c:pt idx="1460">
                  <c:v>24-10-2005</c:v>
                </c:pt>
                <c:pt idx="1461">
                  <c:v>25-10-2005</c:v>
                </c:pt>
                <c:pt idx="1462">
                  <c:v>26-10-2005</c:v>
                </c:pt>
                <c:pt idx="1463">
                  <c:v>27-10-2005</c:v>
                </c:pt>
                <c:pt idx="1464">
                  <c:v>28-10-2005</c:v>
                </c:pt>
                <c:pt idx="1465">
                  <c:v>31-10-2005</c:v>
                </c:pt>
                <c:pt idx="1466">
                  <c:v>01-11-2005</c:v>
                </c:pt>
                <c:pt idx="1467">
                  <c:v>02-11-2005</c:v>
                </c:pt>
                <c:pt idx="1468">
                  <c:v>07-11-2005</c:v>
                </c:pt>
                <c:pt idx="1469">
                  <c:v>08-11-2005</c:v>
                </c:pt>
                <c:pt idx="1470">
                  <c:v>09-11-2005</c:v>
                </c:pt>
                <c:pt idx="1471">
                  <c:v>10-11-2005</c:v>
                </c:pt>
                <c:pt idx="1472">
                  <c:v>11-11-2005</c:v>
                </c:pt>
                <c:pt idx="1473">
                  <c:v>14-11-2005</c:v>
                </c:pt>
                <c:pt idx="1474">
                  <c:v>16-11-2005</c:v>
                </c:pt>
                <c:pt idx="1475">
                  <c:v>17-11-2005</c:v>
                </c:pt>
                <c:pt idx="1476">
                  <c:v>18-11-2005</c:v>
                </c:pt>
                <c:pt idx="1477">
                  <c:v>21-11-2005</c:v>
                </c:pt>
                <c:pt idx="1478">
                  <c:v>22-11-2005</c:v>
                </c:pt>
                <c:pt idx="1479">
                  <c:v>23-11-2005</c:v>
                </c:pt>
                <c:pt idx="1480">
                  <c:v>24-11-2005</c:v>
                </c:pt>
                <c:pt idx="1481">
                  <c:v>25-11-2005</c:v>
                </c:pt>
                <c:pt idx="1482">
                  <c:v>26-11-2005</c:v>
                </c:pt>
                <c:pt idx="1483">
                  <c:v>28-11-2005</c:v>
                </c:pt>
                <c:pt idx="1484">
                  <c:v>29-11-2005</c:v>
                </c:pt>
                <c:pt idx="1485">
                  <c:v>30-11-2005</c:v>
                </c:pt>
                <c:pt idx="1486">
                  <c:v>01-12-2005</c:v>
                </c:pt>
                <c:pt idx="1487">
                  <c:v>02-12-2005</c:v>
                </c:pt>
                <c:pt idx="1488">
                  <c:v>05-12-2005</c:v>
                </c:pt>
                <c:pt idx="1489">
                  <c:v>06-12-2005</c:v>
                </c:pt>
                <c:pt idx="1490">
                  <c:v>07-12-2005</c:v>
                </c:pt>
                <c:pt idx="1491">
                  <c:v>08-12-2005</c:v>
                </c:pt>
                <c:pt idx="1492">
                  <c:v>09-12-2005</c:v>
                </c:pt>
                <c:pt idx="1493">
                  <c:v>12-12-2005</c:v>
                </c:pt>
                <c:pt idx="1494">
                  <c:v>13-12-2005</c:v>
                </c:pt>
                <c:pt idx="1495">
                  <c:v>14-12-2005</c:v>
                </c:pt>
                <c:pt idx="1496">
                  <c:v>15-12-2005</c:v>
                </c:pt>
                <c:pt idx="1497">
                  <c:v>16-12-2005</c:v>
                </c:pt>
                <c:pt idx="1498">
                  <c:v>19-12-2005</c:v>
                </c:pt>
                <c:pt idx="1499">
                  <c:v>20-12-2005</c:v>
                </c:pt>
                <c:pt idx="1500">
                  <c:v>21-12-2005</c:v>
                </c:pt>
                <c:pt idx="1501">
                  <c:v>22-12-2005</c:v>
                </c:pt>
                <c:pt idx="1502">
                  <c:v>23-12-2005</c:v>
                </c:pt>
                <c:pt idx="1503">
                  <c:v>26-12-2005</c:v>
                </c:pt>
                <c:pt idx="1504">
                  <c:v>27-12-2005</c:v>
                </c:pt>
                <c:pt idx="1505">
                  <c:v>28-12-2005</c:v>
                </c:pt>
                <c:pt idx="1506">
                  <c:v>29-12-2005</c:v>
                </c:pt>
                <c:pt idx="1507">
                  <c:v>30-12-2005</c:v>
                </c:pt>
                <c:pt idx="1508">
                  <c:v>02-01-2006</c:v>
                </c:pt>
                <c:pt idx="1509">
                  <c:v>03-01-2006</c:v>
                </c:pt>
                <c:pt idx="1510">
                  <c:v>04-01-2006</c:v>
                </c:pt>
                <c:pt idx="1511">
                  <c:v>05-01-2006</c:v>
                </c:pt>
                <c:pt idx="1512">
                  <c:v>06-01-2006</c:v>
                </c:pt>
                <c:pt idx="1513">
                  <c:v>09-01-2006</c:v>
                </c:pt>
                <c:pt idx="1514">
                  <c:v>10-01-2006</c:v>
                </c:pt>
                <c:pt idx="1515">
                  <c:v>12-01-2006</c:v>
                </c:pt>
                <c:pt idx="1516">
                  <c:v>13-01-2006</c:v>
                </c:pt>
                <c:pt idx="1517">
                  <c:v>16-01-2006</c:v>
                </c:pt>
                <c:pt idx="1518">
                  <c:v>17-01-2006</c:v>
                </c:pt>
                <c:pt idx="1519">
                  <c:v>18-01-2006</c:v>
                </c:pt>
                <c:pt idx="1520">
                  <c:v>19-01-2006</c:v>
                </c:pt>
                <c:pt idx="1521">
                  <c:v>20-01-2006</c:v>
                </c:pt>
                <c:pt idx="1522">
                  <c:v>23-01-2006</c:v>
                </c:pt>
                <c:pt idx="1523">
                  <c:v>24-01-2006</c:v>
                </c:pt>
                <c:pt idx="1524">
                  <c:v>25-01-2006</c:v>
                </c:pt>
                <c:pt idx="1525">
                  <c:v>27-01-2006</c:v>
                </c:pt>
                <c:pt idx="1526">
                  <c:v>30-01-2006</c:v>
                </c:pt>
                <c:pt idx="1527">
                  <c:v>31-01-2006</c:v>
                </c:pt>
                <c:pt idx="1528">
                  <c:v>01-02-2006</c:v>
                </c:pt>
                <c:pt idx="1529">
                  <c:v>02-02-2006</c:v>
                </c:pt>
                <c:pt idx="1530">
                  <c:v>03-02-2006</c:v>
                </c:pt>
                <c:pt idx="1531">
                  <c:v>06-02-2006</c:v>
                </c:pt>
                <c:pt idx="1532">
                  <c:v>07-02-2006</c:v>
                </c:pt>
                <c:pt idx="1533">
                  <c:v>08-02-2006</c:v>
                </c:pt>
                <c:pt idx="1534">
                  <c:v>10-02-2006</c:v>
                </c:pt>
                <c:pt idx="1535">
                  <c:v>13-02-2006</c:v>
                </c:pt>
                <c:pt idx="1536">
                  <c:v>14-02-2006</c:v>
                </c:pt>
                <c:pt idx="1537">
                  <c:v>15-02-2006</c:v>
                </c:pt>
                <c:pt idx="1538">
                  <c:v>16-02-2006</c:v>
                </c:pt>
                <c:pt idx="1539">
                  <c:v>17-02-2006</c:v>
                </c:pt>
                <c:pt idx="1540">
                  <c:v>20-02-2006</c:v>
                </c:pt>
                <c:pt idx="1541">
                  <c:v>21-02-2006</c:v>
                </c:pt>
                <c:pt idx="1542">
                  <c:v>22-02-2006</c:v>
                </c:pt>
                <c:pt idx="1543">
                  <c:v>23-02-2006</c:v>
                </c:pt>
                <c:pt idx="1544">
                  <c:v>24-02-2006</c:v>
                </c:pt>
                <c:pt idx="1545">
                  <c:v>27-02-2006</c:v>
                </c:pt>
                <c:pt idx="1546">
                  <c:v>28-02-2006</c:v>
                </c:pt>
                <c:pt idx="1547">
                  <c:v>01-03-2006</c:v>
                </c:pt>
                <c:pt idx="1548">
                  <c:v>02-03-2006</c:v>
                </c:pt>
                <c:pt idx="1549">
                  <c:v>03-03-2006</c:v>
                </c:pt>
                <c:pt idx="1550">
                  <c:v>06-03-2006</c:v>
                </c:pt>
                <c:pt idx="1551">
                  <c:v>07-03-2006</c:v>
                </c:pt>
                <c:pt idx="1552">
                  <c:v>08-03-2006</c:v>
                </c:pt>
                <c:pt idx="1553">
                  <c:v>09-03-2006</c:v>
                </c:pt>
                <c:pt idx="1554">
                  <c:v>10-03-2006</c:v>
                </c:pt>
                <c:pt idx="1555">
                  <c:v>13-03-2006</c:v>
                </c:pt>
                <c:pt idx="1556">
                  <c:v>14-03-2006</c:v>
                </c:pt>
                <c:pt idx="1557">
                  <c:v>16-03-2006</c:v>
                </c:pt>
                <c:pt idx="1558">
                  <c:v>17-03-2006</c:v>
                </c:pt>
                <c:pt idx="1559">
                  <c:v>20-03-2006</c:v>
                </c:pt>
                <c:pt idx="1560">
                  <c:v>21-03-2006</c:v>
                </c:pt>
                <c:pt idx="1561">
                  <c:v>22-03-2006</c:v>
                </c:pt>
                <c:pt idx="1562">
                  <c:v>23-03-2006</c:v>
                </c:pt>
                <c:pt idx="1563">
                  <c:v>24-03-2006</c:v>
                </c:pt>
                <c:pt idx="1564">
                  <c:v>27-03-2006</c:v>
                </c:pt>
                <c:pt idx="1565">
                  <c:v>28-03-2006</c:v>
                </c:pt>
                <c:pt idx="1566">
                  <c:v>29-03-2006</c:v>
                </c:pt>
                <c:pt idx="1567">
                  <c:v>30-03-2006</c:v>
                </c:pt>
                <c:pt idx="1568">
                  <c:v>31-03-2006</c:v>
                </c:pt>
                <c:pt idx="1569">
                  <c:v>03-04-2006</c:v>
                </c:pt>
                <c:pt idx="1570">
                  <c:v>04-04-2006</c:v>
                </c:pt>
                <c:pt idx="1571">
                  <c:v>05-04-2006</c:v>
                </c:pt>
                <c:pt idx="1572">
                  <c:v>07-04-2006</c:v>
                </c:pt>
                <c:pt idx="1573">
                  <c:v>10-04-2006</c:v>
                </c:pt>
                <c:pt idx="1574">
                  <c:v>12-04-2006</c:v>
                </c:pt>
                <c:pt idx="1575">
                  <c:v>13-04-2006</c:v>
                </c:pt>
                <c:pt idx="1576">
                  <c:v>17-04-2006</c:v>
                </c:pt>
                <c:pt idx="1577">
                  <c:v>18-04-2006</c:v>
                </c:pt>
                <c:pt idx="1578">
                  <c:v>19-04-2006</c:v>
                </c:pt>
                <c:pt idx="1579">
                  <c:v>20-04-2006</c:v>
                </c:pt>
                <c:pt idx="1580">
                  <c:v>21-04-2006</c:v>
                </c:pt>
                <c:pt idx="1581">
                  <c:v>24-04-2006</c:v>
                </c:pt>
                <c:pt idx="1582">
                  <c:v>25-04-2006</c:v>
                </c:pt>
                <c:pt idx="1583">
                  <c:v>26-04-2006</c:v>
                </c:pt>
                <c:pt idx="1584">
                  <c:v>27-04-2006</c:v>
                </c:pt>
                <c:pt idx="1585">
                  <c:v>28-04-2006</c:v>
                </c:pt>
                <c:pt idx="1586">
                  <c:v>29-04-2006</c:v>
                </c:pt>
                <c:pt idx="1587">
                  <c:v>02-05-2006</c:v>
                </c:pt>
                <c:pt idx="1588">
                  <c:v>03-05-2006</c:v>
                </c:pt>
                <c:pt idx="1589">
                  <c:v>04-05-2006</c:v>
                </c:pt>
                <c:pt idx="1590">
                  <c:v>05-05-2006</c:v>
                </c:pt>
                <c:pt idx="1591">
                  <c:v>08-05-2006</c:v>
                </c:pt>
                <c:pt idx="1592">
                  <c:v>09-05-2006</c:v>
                </c:pt>
                <c:pt idx="1593">
                  <c:v>10-05-2006</c:v>
                </c:pt>
                <c:pt idx="1594">
                  <c:v>11-05-2006</c:v>
                </c:pt>
                <c:pt idx="1595">
                  <c:v>12-05-2006</c:v>
                </c:pt>
                <c:pt idx="1596">
                  <c:v>15-05-2006</c:v>
                </c:pt>
                <c:pt idx="1597">
                  <c:v>16-05-2006</c:v>
                </c:pt>
                <c:pt idx="1598">
                  <c:v>17-05-2006</c:v>
                </c:pt>
                <c:pt idx="1599">
                  <c:v>18-05-2006</c:v>
                </c:pt>
                <c:pt idx="1600">
                  <c:v>19-05-2006</c:v>
                </c:pt>
                <c:pt idx="1601">
                  <c:v>22-05-2006</c:v>
                </c:pt>
                <c:pt idx="1602">
                  <c:v>23-05-2006</c:v>
                </c:pt>
                <c:pt idx="1603">
                  <c:v>24-05-2006</c:v>
                </c:pt>
                <c:pt idx="1604">
                  <c:v>25-05-2006</c:v>
                </c:pt>
                <c:pt idx="1605">
                  <c:v>26-05-2006</c:v>
                </c:pt>
                <c:pt idx="1606">
                  <c:v>29-05-2006</c:v>
                </c:pt>
                <c:pt idx="1607">
                  <c:v>30-05-2006</c:v>
                </c:pt>
                <c:pt idx="1608">
                  <c:v>31-05-2006</c:v>
                </c:pt>
                <c:pt idx="1609">
                  <c:v>01-06-2006</c:v>
                </c:pt>
                <c:pt idx="1610">
                  <c:v>02-06-2006</c:v>
                </c:pt>
                <c:pt idx="1611">
                  <c:v>05-06-2006</c:v>
                </c:pt>
                <c:pt idx="1612">
                  <c:v>06-06-2006</c:v>
                </c:pt>
                <c:pt idx="1613">
                  <c:v>07-06-2006</c:v>
                </c:pt>
                <c:pt idx="1614">
                  <c:v>08-06-2006</c:v>
                </c:pt>
                <c:pt idx="1615">
                  <c:v>09-06-2006</c:v>
                </c:pt>
                <c:pt idx="1616">
                  <c:v>12-06-2006</c:v>
                </c:pt>
                <c:pt idx="1617">
                  <c:v>13-06-2006</c:v>
                </c:pt>
                <c:pt idx="1618">
                  <c:v>14-06-2006</c:v>
                </c:pt>
                <c:pt idx="1619">
                  <c:v>15-06-2006</c:v>
                </c:pt>
                <c:pt idx="1620">
                  <c:v>16-06-2006</c:v>
                </c:pt>
                <c:pt idx="1621">
                  <c:v>19-06-2006</c:v>
                </c:pt>
                <c:pt idx="1622">
                  <c:v>20-06-2006</c:v>
                </c:pt>
                <c:pt idx="1623">
                  <c:v>21-06-2006</c:v>
                </c:pt>
                <c:pt idx="1624">
                  <c:v>22-06-2006</c:v>
                </c:pt>
                <c:pt idx="1625">
                  <c:v>23-06-2006</c:v>
                </c:pt>
                <c:pt idx="1626">
                  <c:v>25-06-2006</c:v>
                </c:pt>
                <c:pt idx="1627">
                  <c:v>26-06-2006</c:v>
                </c:pt>
                <c:pt idx="1628">
                  <c:v>27-06-2006</c:v>
                </c:pt>
                <c:pt idx="1629">
                  <c:v>28-06-2006</c:v>
                </c:pt>
                <c:pt idx="1630">
                  <c:v>29-06-2006</c:v>
                </c:pt>
                <c:pt idx="1631">
                  <c:v>30-06-2006</c:v>
                </c:pt>
                <c:pt idx="1632">
                  <c:v>03-07-2006</c:v>
                </c:pt>
                <c:pt idx="1633">
                  <c:v>04-07-2006</c:v>
                </c:pt>
                <c:pt idx="1634">
                  <c:v>05-07-2006</c:v>
                </c:pt>
                <c:pt idx="1635">
                  <c:v>06-07-2006</c:v>
                </c:pt>
                <c:pt idx="1636">
                  <c:v>07-07-2006</c:v>
                </c:pt>
                <c:pt idx="1637">
                  <c:v>10-07-2006</c:v>
                </c:pt>
                <c:pt idx="1638">
                  <c:v>11-07-2006</c:v>
                </c:pt>
                <c:pt idx="1639">
                  <c:v>12-07-2006</c:v>
                </c:pt>
                <c:pt idx="1640">
                  <c:v>13-07-2006</c:v>
                </c:pt>
                <c:pt idx="1641">
                  <c:v>14-07-2006</c:v>
                </c:pt>
                <c:pt idx="1642">
                  <c:v>17-07-2006</c:v>
                </c:pt>
                <c:pt idx="1643">
                  <c:v>18-07-2006</c:v>
                </c:pt>
                <c:pt idx="1644">
                  <c:v>19-07-2006</c:v>
                </c:pt>
                <c:pt idx="1645">
                  <c:v>20-07-2006</c:v>
                </c:pt>
                <c:pt idx="1646">
                  <c:v>21-07-2006</c:v>
                </c:pt>
                <c:pt idx="1647">
                  <c:v>24-07-2006</c:v>
                </c:pt>
                <c:pt idx="1648">
                  <c:v>25-07-2006</c:v>
                </c:pt>
                <c:pt idx="1649">
                  <c:v>26-07-2006</c:v>
                </c:pt>
                <c:pt idx="1650">
                  <c:v>27-07-2006</c:v>
                </c:pt>
                <c:pt idx="1651">
                  <c:v>28-07-2006</c:v>
                </c:pt>
                <c:pt idx="1652">
                  <c:v>31-07-2006</c:v>
                </c:pt>
                <c:pt idx="1653">
                  <c:v>01-08-2006</c:v>
                </c:pt>
                <c:pt idx="1654">
                  <c:v>02-08-2006</c:v>
                </c:pt>
                <c:pt idx="1655">
                  <c:v>03-08-2006</c:v>
                </c:pt>
                <c:pt idx="1656">
                  <c:v>04-08-2006</c:v>
                </c:pt>
                <c:pt idx="1657">
                  <c:v>07-08-2006</c:v>
                </c:pt>
                <c:pt idx="1658">
                  <c:v>08-08-2006</c:v>
                </c:pt>
                <c:pt idx="1659">
                  <c:v>09-08-2006</c:v>
                </c:pt>
                <c:pt idx="1660">
                  <c:v>10-08-2006</c:v>
                </c:pt>
                <c:pt idx="1661">
                  <c:v>11-08-2006</c:v>
                </c:pt>
                <c:pt idx="1662">
                  <c:v>14-08-2006</c:v>
                </c:pt>
                <c:pt idx="1663">
                  <c:v>16-08-2006</c:v>
                </c:pt>
                <c:pt idx="1664">
                  <c:v>17-08-2006</c:v>
                </c:pt>
                <c:pt idx="1665">
                  <c:v>18-08-2006</c:v>
                </c:pt>
                <c:pt idx="1666">
                  <c:v>21-08-2006</c:v>
                </c:pt>
                <c:pt idx="1667">
                  <c:v>22-08-2006</c:v>
                </c:pt>
                <c:pt idx="1668">
                  <c:v>23-08-2006</c:v>
                </c:pt>
                <c:pt idx="1669">
                  <c:v>24-08-2006</c:v>
                </c:pt>
                <c:pt idx="1670">
                  <c:v>25-08-2006</c:v>
                </c:pt>
                <c:pt idx="1671">
                  <c:v>28-08-2006</c:v>
                </c:pt>
                <c:pt idx="1672">
                  <c:v>29-08-2006</c:v>
                </c:pt>
                <c:pt idx="1673">
                  <c:v>30-08-2006</c:v>
                </c:pt>
                <c:pt idx="1674">
                  <c:v>31-08-2006</c:v>
                </c:pt>
                <c:pt idx="1675">
                  <c:v>01-09-2006</c:v>
                </c:pt>
                <c:pt idx="1676">
                  <c:v>04-09-2006</c:v>
                </c:pt>
                <c:pt idx="1677">
                  <c:v>05-09-2006</c:v>
                </c:pt>
                <c:pt idx="1678">
                  <c:v>06-09-2006</c:v>
                </c:pt>
                <c:pt idx="1679">
                  <c:v>07-09-2006</c:v>
                </c:pt>
                <c:pt idx="1680">
                  <c:v>08-09-2006</c:v>
                </c:pt>
                <c:pt idx="1681">
                  <c:v>11-09-2006</c:v>
                </c:pt>
                <c:pt idx="1682">
                  <c:v>12-09-2006</c:v>
                </c:pt>
                <c:pt idx="1683">
                  <c:v>13-09-2006</c:v>
                </c:pt>
                <c:pt idx="1684">
                  <c:v>14-09-2006</c:v>
                </c:pt>
                <c:pt idx="1685">
                  <c:v>15-09-2006</c:v>
                </c:pt>
                <c:pt idx="1686">
                  <c:v>18-09-2006</c:v>
                </c:pt>
                <c:pt idx="1687">
                  <c:v>19-09-2006</c:v>
                </c:pt>
                <c:pt idx="1688">
                  <c:v>20-09-2006</c:v>
                </c:pt>
                <c:pt idx="1689">
                  <c:v>21-09-2006</c:v>
                </c:pt>
                <c:pt idx="1690">
                  <c:v>22-09-2006</c:v>
                </c:pt>
                <c:pt idx="1691">
                  <c:v>25-09-2006</c:v>
                </c:pt>
                <c:pt idx="1692">
                  <c:v>26-09-2006</c:v>
                </c:pt>
                <c:pt idx="1693">
                  <c:v>27-09-2006</c:v>
                </c:pt>
                <c:pt idx="1694">
                  <c:v>28-09-2006</c:v>
                </c:pt>
                <c:pt idx="1695">
                  <c:v>29-09-2006</c:v>
                </c:pt>
                <c:pt idx="1696">
                  <c:v>03-10-2006</c:v>
                </c:pt>
                <c:pt idx="1697">
                  <c:v>04-10-2006</c:v>
                </c:pt>
                <c:pt idx="1698">
                  <c:v>05-10-2006</c:v>
                </c:pt>
                <c:pt idx="1699">
                  <c:v>06-10-2006</c:v>
                </c:pt>
                <c:pt idx="1700">
                  <c:v>09-10-2006</c:v>
                </c:pt>
                <c:pt idx="1701">
                  <c:v>10-10-2006</c:v>
                </c:pt>
                <c:pt idx="1702">
                  <c:v>11-10-2006</c:v>
                </c:pt>
                <c:pt idx="1703">
                  <c:v>12-10-2006</c:v>
                </c:pt>
                <c:pt idx="1704">
                  <c:v>13-10-2006</c:v>
                </c:pt>
                <c:pt idx="1705">
                  <c:v>16-10-2006</c:v>
                </c:pt>
                <c:pt idx="1706">
                  <c:v>17-10-2006</c:v>
                </c:pt>
                <c:pt idx="1707">
                  <c:v>18-10-2006</c:v>
                </c:pt>
                <c:pt idx="1708">
                  <c:v>19-10-2006</c:v>
                </c:pt>
                <c:pt idx="1709">
                  <c:v>20-10-2006</c:v>
                </c:pt>
                <c:pt idx="1710">
                  <c:v>21-10-2006</c:v>
                </c:pt>
                <c:pt idx="1711">
                  <c:v>23-10-2006</c:v>
                </c:pt>
                <c:pt idx="1712">
                  <c:v>26-10-2006</c:v>
                </c:pt>
                <c:pt idx="1713">
                  <c:v>27-10-2006</c:v>
                </c:pt>
                <c:pt idx="1714">
                  <c:v>30-10-2006</c:v>
                </c:pt>
                <c:pt idx="1715">
                  <c:v>31-10-2006</c:v>
                </c:pt>
                <c:pt idx="1716">
                  <c:v>01-11-2006</c:v>
                </c:pt>
                <c:pt idx="1717">
                  <c:v>02-11-2006</c:v>
                </c:pt>
                <c:pt idx="1718">
                  <c:v>03-11-2006</c:v>
                </c:pt>
                <c:pt idx="1719">
                  <c:v>06-11-2006</c:v>
                </c:pt>
                <c:pt idx="1720">
                  <c:v>07-11-2006</c:v>
                </c:pt>
                <c:pt idx="1721">
                  <c:v>08-11-2006</c:v>
                </c:pt>
                <c:pt idx="1722">
                  <c:v>09-11-2006</c:v>
                </c:pt>
                <c:pt idx="1723">
                  <c:v>10-11-2006</c:v>
                </c:pt>
                <c:pt idx="1724">
                  <c:v>13-11-2006</c:v>
                </c:pt>
                <c:pt idx="1725">
                  <c:v>14-11-2006</c:v>
                </c:pt>
                <c:pt idx="1726">
                  <c:v>15-11-2006</c:v>
                </c:pt>
                <c:pt idx="1727">
                  <c:v>16-11-2006</c:v>
                </c:pt>
                <c:pt idx="1728">
                  <c:v>17-11-2006</c:v>
                </c:pt>
                <c:pt idx="1729">
                  <c:v>20-11-2006</c:v>
                </c:pt>
                <c:pt idx="1730">
                  <c:v>21-11-2006</c:v>
                </c:pt>
                <c:pt idx="1731">
                  <c:v>22-11-2006</c:v>
                </c:pt>
                <c:pt idx="1732">
                  <c:v>23-11-2006</c:v>
                </c:pt>
                <c:pt idx="1733">
                  <c:v>24-11-2006</c:v>
                </c:pt>
                <c:pt idx="1734">
                  <c:v>27-11-2006</c:v>
                </c:pt>
                <c:pt idx="1735">
                  <c:v>28-11-2006</c:v>
                </c:pt>
                <c:pt idx="1736">
                  <c:v>29-11-2006</c:v>
                </c:pt>
                <c:pt idx="1737">
                  <c:v>30-11-2006</c:v>
                </c:pt>
                <c:pt idx="1738">
                  <c:v>01-12-2006</c:v>
                </c:pt>
                <c:pt idx="1739">
                  <c:v>04-12-2006</c:v>
                </c:pt>
                <c:pt idx="1740">
                  <c:v>05-12-2006</c:v>
                </c:pt>
                <c:pt idx="1741">
                  <c:v>06-12-2006</c:v>
                </c:pt>
                <c:pt idx="1742">
                  <c:v>07-12-2006</c:v>
                </c:pt>
                <c:pt idx="1743">
                  <c:v>08-12-2006</c:v>
                </c:pt>
                <c:pt idx="1744">
                  <c:v>11-12-2006</c:v>
                </c:pt>
                <c:pt idx="1745">
                  <c:v>12-12-2006</c:v>
                </c:pt>
                <c:pt idx="1746">
                  <c:v>13-12-2006</c:v>
                </c:pt>
                <c:pt idx="1747">
                  <c:v>14-12-2006</c:v>
                </c:pt>
                <c:pt idx="1748">
                  <c:v>15-12-2006</c:v>
                </c:pt>
                <c:pt idx="1749">
                  <c:v>18-12-2006</c:v>
                </c:pt>
                <c:pt idx="1750">
                  <c:v>19-12-2006</c:v>
                </c:pt>
                <c:pt idx="1751">
                  <c:v>20-12-2006</c:v>
                </c:pt>
                <c:pt idx="1752">
                  <c:v>21-12-2006</c:v>
                </c:pt>
                <c:pt idx="1753">
                  <c:v>22-12-2006</c:v>
                </c:pt>
                <c:pt idx="1754">
                  <c:v>26-12-2006</c:v>
                </c:pt>
                <c:pt idx="1755">
                  <c:v>27-12-2006</c:v>
                </c:pt>
                <c:pt idx="1756">
                  <c:v>28-12-2006</c:v>
                </c:pt>
                <c:pt idx="1757">
                  <c:v>29-12-2006</c:v>
                </c:pt>
                <c:pt idx="1758">
                  <c:v>02-01-2007</c:v>
                </c:pt>
                <c:pt idx="1759">
                  <c:v>03-01-2007</c:v>
                </c:pt>
                <c:pt idx="1760">
                  <c:v>04-01-2007</c:v>
                </c:pt>
                <c:pt idx="1761">
                  <c:v>05-01-2007</c:v>
                </c:pt>
                <c:pt idx="1762">
                  <c:v>08-01-2007</c:v>
                </c:pt>
                <c:pt idx="1763">
                  <c:v>09-01-2007</c:v>
                </c:pt>
                <c:pt idx="1764">
                  <c:v>10-01-2007</c:v>
                </c:pt>
                <c:pt idx="1765">
                  <c:v>11-01-2007</c:v>
                </c:pt>
                <c:pt idx="1766">
                  <c:v>12-01-2007</c:v>
                </c:pt>
                <c:pt idx="1767">
                  <c:v>15-01-2007</c:v>
                </c:pt>
                <c:pt idx="1768">
                  <c:v>16-01-2007</c:v>
                </c:pt>
                <c:pt idx="1769">
                  <c:v>17-01-2007</c:v>
                </c:pt>
                <c:pt idx="1770">
                  <c:v>18-01-2007</c:v>
                </c:pt>
                <c:pt idx="1771">
                  <c:v>19-01-2007</c:v>
                </c:pt>
                <c:pt idx="1772">
                  <c:v>22-01-2007</c:v>
                </c:pt>
                <c:pt idx="1773">
                  <c:v>23-01-2007</c:v>
                </c:pt>
                <c:pt idx="1774">
                  <c:v>24-01-2007</c:v>
                </c:pt>
                <c:pt idx="1775">
                  <c:v>25-01-2007</c:v>
                </c:pt>
                <c:pt idx="1776">
                  <c:v>29-01-2007</c:v>
                </c:pt>
                <c:pt idx="1777">
                  <c:v>31-01-2007</c:v>
                </c:pt>
                <c:pt idx="1778">
                  <c:v>01-02-2007</c:v>
                </c:pt>
                <c:pt idx="1779">
                  <c:v>02-02-2007</c:v>
                </c:pt>
                <c:pt idx="1780">
                  <c:v>05-02-2007</c:v>
                </c:pt>
                <c:pt idx="1781">
                  <c:v>06-02-2007</c:v>
                </c:pt>
                <c:pt idx="1782">
                  <c:v>07-02-2007</c:v>
                </c:pt>
                <c:pt idx="1783">
                  <c:v>08-02-2007</c:v>
                </c:pt>
                <c:pt idx="1784">
                  <c:v>09-02-2007</c:v>
                </c:pt>
                <c:pt idx="1785">
                  <c:v>12-02-2007</c:v>
                </c:pt>
                <c:pt idx="1786">
                  <c:v>13-02-2007</c:v>
                </c:pt>
                <c:pt idx="1787">
                  <c:v>14-02-2007</c:v>
                </c:pt>
                <c:pt idx="1788">
                  <c:v>15-02-2007</c:v>
                </c:pt>
                <c:pt idx="1789">
                  <c:v>19-02-2007</c:v>
                </c:pt>
                <c:pt idx="1790">
                  <c:v>20-02-2007</c:v>
                </c:pt>
                <c:pt idx="1791">
                  <c:v>21-02-2007</c:v>
                </c:pt>
                <c:pt idx="1792">
                  <c:v>22-02-2007</c:v>
                </c:pt>
                <c:pt idx="1793">
                  <c:v>23-02-2007</c:v>
                </c:pt>
                <c:pt idx="1794">
                  <c:v>26-02-2007</c:v>
                </c:pt>
                <c:pt idx="1795">
                  <c:v>27-02-2007</c:v>
                </c:pt>
                <c:pt idx="1796">
                  <c:v>28-02-2007</c:v>
                </c:pt>
                <c:pt idx="1797">
                  <c:v>01-03-2007</c:v>
                </c:pt>
                <c:pt idx="1798">
                  <c:v>02-03-2007</c:v>
                </c:pt>
                <c:pt idx="1799">
                  <c:v>05-03-2007</c:v>
                </c:pt>
                <c:pt idx="1800">
                  <c:v>06-03-2007</c:v>
                </c:pt>
                <c:pt idx="1801">
                  <c:v>07-03-2007</c:v>
                </c:pt>
                <c:pt idx="1802">
                  <c:v>08-03-2007</c:v>
                </c:pt>
                <c:pt idx="1803">
                  <c:v>09-03-2007</c:v>
                </c:pt>
                <c:pt idx="1804">
                  <c:v>12-03-2007</c:v>
                </c:pt>
                <c:pt idx="1805">
                  <c:v>13-03-2007</c:v>
                </c:pt>
                <c:pt idx="1806">
                  <c:v>14-03-2007</c:v>
                </c:pt>
                <c:pt idx="1807">
                  <c:v>15-03-2007</c:v>
                </c:pt>
                <c:pt idx="1808">
                  <c:v>16-03-2007</c:v>
                </c:pt>
                <c:pt idx="1809">
                  <c:v>19-03-2007</c:v>
                </c:pt>
                <c:pt idx="1810">
                  <c:v>20-03-2007</c:v>
                </c:pt>
                <c:pt idx="1811">
                  <c:v>21-03-2007</c:v>
                </c:pt>
                <c:pt idx="1812">
                  <c:v>22-03-2007</c:v>
                </c:pt>
                <c:pt idx="1813">
                  <c:v>23-03-2007</c:v>
                </c:pt>
                <c:pt idx="1814">
                  <c:v>26-03-2007</c:v>
                </c:pt>
                <c:pt idx="1815">
                  <c:v>28-03-2007</c:v>
                </c:pt>
                <c:pt idx="1816">
                  <c:v>29-03-2007</c:v>
                </c:pt>
                <c:pt idx="1817">
                  <c:v>30-03-2007</c:v>
                </c:pt>
                <c:pt idx="1818">
                  <c:v>02-04-2007</c:v>
                </c:pt>
                <c:pt idx="1819">
                  <c:v>03-04-2007</c:v>
                </c:pt>
                <c:pt idx="1820">
                  <c:v>04-04-2007</c:v>
                </c:pt>
                <c:pt idx="1821">
                  <c:v>05-04-2007</c:v>
                </c:pt>
                <c:pt idx="1822">
                  <c:v>09-04-2007</c:v>
                </c:pt>
                <c:pt idx="1823">
                  <c:v>10-04-2007</c:v>
                </c:pt>
                <c:pt idx="1824">
                  <c:v>11-04-2007</c:v>
                </c:pt>
                <c:pt idx="1825">
                  <c:v>12-04-2007</c:v>
                </c:pt>
                <c:pt idx="1826">
                  <c:v>13-04-2007</c:v>
                </c:pt>
                <c:pt idx="1827">
                  <c:v>16-04-2007</c:v>
                </c:pt>
                <c:pt idx="1828">
                  <c:v>17-04-2007</c:v>
                </c:pt>
                <c:pt idx="1829">
                  <c:v>18-04-2007</c:v>
                </c:pt>
                <c:pt idx="1830">
                  <c:v>19-04-2007</c:v>
                </c:pt>
                <c:pt idx="1831">
                  <c:v>20-04-2007</c:v>
                </c:pt>
                <c:pt idx="1832">
                  <c:v>23-04-2007</c:v>
                </c:pt>
                <c:pt idx="1833">
                  <c:v>24-04-2007</c:v>
                </c:pt>
                <c:pt idx="1834">
                  <c:v>25-04-2007</c:v>
                </c:pt>
                <c:pt idx="1835">
                  <c:v>26-04-2007</c:v>
                </c:pt>
                <c:pt idx="1836">
                  <c:v>27-04-2007</c:v>
                </c:pt>
                <c:pt idx="1837">
                  <c:v>30-04-2007</c:v>
                </c:pt>
                <c:pt idx="1838">
                  <c:v>03-05-2007</c:v>
                </c:pt>
                <c:pt idx="1839">
                  <c:v>04-05-2007</c:v>
                </c:pt>
                <c:pt idx="1840">
                  <c:v>07-05-2007</c:v>
                </c:pt>
                <c:pt idx="1841">
                  <c:v>08-05-2007</c:v>
                </c:pt>
                <c:pt idx="1842">
                  <c:v>09-05-2007</c:v>
                </c:pt>
                <c:pt idx="1843">
                  <c:v>10-05-2007</c:v>
                </c:pt>
                <c:pt idx="1844">
                  <c:v>11-05-2007</c:v>
                </c:pt>
                <c:pt idx="1845">
                  <c:v>14-05-2007</c:v>
                </c:pt>
                <c:pt idx="1846">
                  <c:v>15-05-2007</c:v>
                </c:pt>
                <c:pt idx="1847">
                  <c:v>16-05-2007</c:v>
                </c:pt>
                <c:pt idx="1848">
                  <c:v>17-05-2007</c:v>
                </c:pt>
                <c:pt idx="1849">
                  <c:v>18-05-2007</c:v>
                </c:pt>
                <c:pt idx="1850">
                  <c:v>21-05-2007</c:v>
                </c:pt>
                <c:pt idx="1851">
                  <c:v>22-05-2007</c:v>
                </c:pt>
                <c:pt idx="1852">
                  <c:v>23-05-2007</c:v>
                </c:pt>
                <c:pt idx="1853">
                  <c:v>24-05-2007</c:v>
                </c:pt>
                <c:pt idx="1854">
                  <c:v>25-05-2007</c:v>
                </c:pt>
                <c:pt idx="1855">
                  <c:v>28-05-2007</c:v>
                </c:pt>
                <c:pt idx="1856">
                  <c:v>29-05-2007</c:v>
                </c:pt>
                <c:pt idx="1857">
                  <c:v>30-05-2007</c:v>
                </c:pt>
                <c:pt idx="1858">
                  <c:v>31-05-2007</c:v>
                </c:pt>
                <c:pt idx="1859">
                  <c:v>01-06-2007</c:v>
                </c:pt>
                <c:pt idx="1860">
                  <c:v>04-06-2007</c:v>
                </c:pt>
                <c:pt idx="1861">
                  <c:v>05-06-2007</c:v>
                </c:pt>
                <c:pt idx="1862">
                  <c:v>06-06-2007</c:v>
                </c:pt>
                <c:pt idx="1863">
                  <c:v>07-06-2007</c:v>
                </c:pt>
                <c:pt idx="1864">
                  <c:v>08-06-2007</c:v>
                </c:pt>
                <c:pt idx="1865">
                  <c:v>11-06-2007</c:v>
                </c:pt>
                <c:pt idx="1866">
                  <c:v>12-06-2007</c:v>
                </c:pt>
                <c:pt idx="1867">
                  <c:v>13-06-2007</c:v>
                </c:pt>
                <c:pt idx="1868">
                  <c:v>14-06-2007</c:v>
                </c:pt>
                <c:pt idx="1869">
                  <c:v>15-06-2007</c:v>
                </c:pt>
                <c:pt idx="1870">
                  <c:v>18-06-2007</c:v>
                </c:pt>
                <c:pt idx="1871">
                  <c:v>19-06-2007</c:v>
                </c:pt>
                <c:pt idx="1872">
                  <c:v>20-06-2007</c:v>
                </c:pt>
                <c:pt idx="1873">
                  <c:v>21-06-2007</c:v>
                </c:pt>
                <c:pt idx="1874">
                  <c:v>22-06-2007</c:v>
                </c:pt>
                <c:pt idx="1875">
                  <c:v>25-06-2007</c:v>
                </c:pt>
                <c:pt idx="1876">
                  <c:v>26-06-2007</c:v>
                </c:pt>
                <c:pt idx="1877">
                  <c:v>27-06-2007</c:v>
                </c:pt>
                <c:pt idx="1878">
                  <c:v>28-06-2007</c:v>
                </c:pt>
                <c:pt idx="1879">
                  <c:v>29-06-2007</c:v>
                </c:pt>
                <c:pt idx="1880">
                  <c:v>02-07-2007</c:v>
                </c:pt>
                <c:pt idx="1881">
                  <c:v>03-07-2007</c:v>
                </c:pt>
                <c:pt idx="1882">
                  <c:v>04-07-2007</c:v>
                </c:pt>
                <c:pt idx="1883">
                  <c:v>05-07-2007</c:v>
                </c:pt>
                <c:pt idx="1884">
                  <c:v>06-07-2007</c:v>
                </c:pt>
                <c:pt idx="1885">
                  <c:v>09-07-2007</c:v>
                </c:pt>
                <c:pt idx="1886">
                  <c:v>10-07-2007</c:v>
                </c:pt>
                <c:pt idx="1887">
                  <c:v>11-07-2007</c:v>
                </c:pt>
                <c:pt idx="1888">
                  <c:v>12-07-2007</c:v>
                </c:pt>
                <c:pt idx="1889">
                  <c:v>13-07-2007</c:v>
                </c:pt>
                <c:pt idx="1890">
                  <c:v>16-07-2007</c:v>
                </c:pt>
                <c:pt idx="1891">
                  <c:v>17-07-2007</c:v>
                </c:pt>
                <c:pt idx="1892">
                  <c:v>18-07-2007</c:v>
                </c:pt>
                <c:pt idx="1893">
                  <c:v>19-07-2007</c:v>
                </c:pt>
                <c:pt idx="1894">
                  <c:v>20-07-2007</c:v>
                </c:pt>
                <c:pt idx="1895">
                  <c:v>23-07-2007</c:v>
                </c:pt>
                <c:pt idx="1896">
                  <c:v>24-07-2007</c:v>
                </c:pt>
                <c:pt idx="1897">
                  <c:v>25-07-2007</c:v>
                </c:pt>
                <c:pt idx="1898">
                  <c:v>26-07-2007</c:v>
                </c:pt>
                <c:pt idx="1899">
                  <c:v>27-07-2007</c:v>
                </c:pt>
                <c:pt idx="1900">
                  <c:v>30-07-2007</c:v>
                </c:pt>
                <c:pt idx="1901">
                  <c:v>31-07-2007</c:v>
                </c:pt>
                <c:pt idx="1902">
                  <c:v>01-08-2007</c:v>
                </c:pt>
                <c:pt idx="1903">
                  <c:v>02-08-2007</c:v>
                </c:pt>
                <c:pt idx="1904">
                  <c:v>03-08-2007</c:v>
                </c:pt>
                <c:pt idx="1905">
                  <c:v>06-08-2007</c:v>
                </c:pt>
                <c:pt idx="1906">
                  <c:v>07-08-2007</c:v>
                </c:pt>
                <c:pt idx="1907">
                  <c:v>08-08-2007</c:v>
                </c:pt>
                <c:pt idx="1908">
                  <c:v>09-08-2007</c:v>
                </c:pt>
                <c:pt idx="1909">
                  <c:v>10-08-2007</c:v>
                </c:pt>
                <c:pt idx="1910">
                  <c:v>13-08-2007</c:v>
                </c:pt>
                <c:pt idx="1911">
                  <c:v>14-08-2007</c:v>
                </c:pt>
                <c:pt idx="1912">
                  <c:v>16-08-2007</c:v>
                </c:pt>
                <c:pt idx="1913">
                  <c:v>17-08-2007</c:v>
                </c:pt>
                <c:pt idx="1914">
                  <c:v>20-08-2007</c:v>
                </c:pt>
                <c:pt idx="1915">
                  <c:v>21-08-2007</c:v>
                </c:pt>
                <c:pt idx="1916">
                  <c:v>22-08-2007</c:v>
                </c:pt>
                <c:pt idx="1917">
                  <c:v>23-08-2007</c:v>
                </c:pt>
                <c:pt idx="1918">
                  <c:v>24-08-2007</c:v>
                </c:pt>
                <c:pt idx="1919">
                  <c:v>27-08-2007</c:v>
                </c:pt>
                <c:pt idx="1920">
                  <c:v>28-08-2007</c:v>
                </c:pt>
                <c:pt idx="1921">
                  <c:v>29-08-2007</c:v>
                </c:pt>
                <c:pt idx="1922">
                  <c:v>30-08-2007</c:v>
                </c:pt>
                <c:pt idx="1923">
                  <c:v>31-08-2007</c:v>
                </c:pt>
                <c:pt idx="1924">
                  <c:v>03-09-2007</c:v>
                </c:pt>
                <c:pt idx="1925">
                  <c:v>04-09-2007</c:v>
                </c:pt>
                <c:pt idx="1926">
                  <c:v>05-09-2007</c:v>
                </c:pt>
                <c:pt idx="1927">
                  <c:v>06-09-2007</c:v>
                </c:pt>
                <c:pt idx="1928">
                  <c:v>07-09-2007</c:v>
                </c:pt>
                <c:pt idx="1929">
                  <c:v>10-09-2007</c:v>
                </c:pt>
                <c:pt idx="1930">
                  <c:v>11-09-2007</c:v>
                </c:pt>
                <c:pt idx="1931">
                  <c:v>12-09-2007</c:v>
                </c:pt>
                <c:pt idx="1932">
                  <c:v>13-09-2007</c:v>
                </c:pt>
                <c:pt idx="1933">
                  <c:v>14-09-2007</c:v>
                </c:pt>
                <c:pt idx="1934">
                  <c:v>17-09-2007</c:v>
                </c:pt>
                <c:pt idx="1935">
                  <c:v>18-09-2007</c:v>
                </c:pt>
                <c:pt idx="1936">
                  <c:v>19-09-2007</c:v>
                </c:pt>
                <c:pt idx="1937">
                  <c:v>20-09-2007</c:v>
                </c:pt>
                <c:pt idx="1938">
                  <c:v>21-09-2007</c:v>
                </c:pt>
                <c:pt idx="1939">
                  <c:v>24-09-2007</c:v>
                </c:pt>
                <c:pt idx="1940">
                  <c:v>25-09-2007</c:v>
                </c:pt>
                <c:pt idx="1941">
                  <c:v>26-09-2007</c:v>
                </c:pt>
                <c:pt idx="1942">
                  <c:v>27-09-2007</c:v>
                </c:pt>
                <c:pt idx="1943">
                  <c:v>28-09-2007</c:v>
                </c:pt>
                <c:pt idx="1944">
                  <c:v>01-10-2007</c:v>
                </c:pt>
                <c:pt idx="1945">
                  <c:v>03-10-2007</c:v>
                </c:pt>
                <c:pt idx="1946">
                  <c:v>04-10-2007</c:v>
                </c:pt>
                <c:pt idx="1947">
                  <c:v>05-10-2007</c:v>
                </c:pt>
                <c:pt idx="1948">
                  <c:v>08-10-2007</c:v>
                </c:pt>
                <c:pt idx="1949">
                  <c:v>09-10-2007</c:v>
                </c:pt>
                <c:pt idx="1950">
                  <c:v>10-10-2007</c:v>
                </c:pt>
                <c:pt idx="1951">
                  <c:v>11-10-2007</c:v>
                </c:pt>
                <c:pt idx="1952">
                  <c:v>12-10-2007</c:v>
                </c:pt>
                <c:pt idx="1953">
                  <c:v>15-10-2007</c:v>
                </c:pt>
                <c:pt idx="1954">
                  <c:v>16-10-2007</c:v>
                </c:pt>
                <c:pt idx="1955">
                  <c:v>17-10-2007</c:v>
                </c:pt>
                <c:pt idx="1956">
                  <c:v>18-10-2007</c:v>
                </c:pt>
                <c:pt idx="1957">
                  <c:v>19-10-2007</c:v>
                </c:pt>
                <c:pt idx="1958">
                  <c:v>22-10-2007</c:v>
                </c:pt>
                <c:pt idx="1959">
                  <c:v>23-10-2007</c:v>
                </c:pt>
                <c:pt idx="1960">
                  <c:v>24-10-2007</c:v>
                </c:pt>
                <c:pt idx="1961">
                  <c:v>25-10-2007</c:v>
                </c:pt>
                <c:pt idx="1962">
                  <c:v>26-10-2007</c:v>
                </c:pt>
                <c:pt idx="1963">
                  <c:v>29-10-2007</c:v>
                </c:pt>
                <c:pt idx="1964">
                  <c:v>30-10-2007</c:v>
                </c:pt>
                <c:pt idx="1965">
                  <c:v>31-10-2007</c:v>
                </c:pt>
                <c:pt idx="1966">
                  <c:v>01-11-2007</c:v>
                </c:pt>
                <c:pt idx="1967">
                  <c:v>02-11-2007</c:v>
                </c:pt>
                <c:pt idx="1968">
                  <c:v>05-11-2007</c:v>
                </c:pt>
                <c:pt idx="1969">
                  <c:v>06-11-2007</c:v>
                </c:pt>
                <c:pt idx="1970">
                  <c:v>07-11-2007</c:v>
                </c:pt>
                <c:pt idx="1971">
                  <c:v>08-11-2007</c:v>
                </c:pt>
                <c:pt idx="1972">
                  <c:v>09-11-2007</c:v>
                </c:pt>
                <c:pt idx="1973">
                  <c:v>12-11-2007</c:v>
                </c:pt>
                <c:pt idx="1974">
                  <c:v>13-11-2007</c:v>
                </c:pt>
                <c:pt idx="1975">
                  <c:v>14-11-2007</c:v>
                </c:pt>
                <c:pt idx="1976">
                  <c:v>15-11-2007</c:v>
                </c:pt>
                <c:pt idx="1977">
                  <c:v>16-11-2007</c:v>
                </c:pt>
                <c:pt idx="1978">
                  <c:v>19-11-2007</c:v>
                </c:pt>
                <c:pt idx="1979">
                  <c:v>20-11-2007</c:v>
                </c:pt>
                <c:pt idx="1980">
                  <c:v>21-11-2007</c:v>
                </c:pt>
                <c:pt idx="1981">
                  <c:v>22-11-2007</c:v>
                </c:pt>
                <c:pt idx="1982">
                  <c:v>23-11-2007</c:v>
                </c:pt>
                <c:pt idx="1983">
                  <c:v>26-11-2007</c:v>
                </c:pt>
                <c:pt idx="1984">
                  <c:v>27-11-2007</c:v>
                </c:pt>
                <c:pt idx="1985">
                  <c:v>28-11-2007</c:v>
                </c:pt>
                <c:pt idx="1986">
                  <c:v>29-11-2007</c:v>
                </c:pt>
                <c:pt idx="1987">
                  <c:v>30-11-2007</c:v>
                </c:pt>
                <c:pt idx="1988">
                  <c:v>03-12-2007</c:v>
                </c:pt>
                <c:pt idx="1989">
                  <c:v>04-12-2007</c:v>
                </c:pt>
                <c:pt idx="1990">
                  <c:v>05-12-2007</c:v>
                </c:pt>
                <c:pt idx="1991">
                  <c:v>06-12-2007</c:v>
                </c:pt>
                <c:pt idx="1992">
                  <c:v>07-12-2007</c:v>
                </c:pt>
                <c:pt idx="1993">
                  <c:v>10-12-2007</c:v>
                </c:pt>
                <c:pt idx="1994">
                  <c:v>11-12-2007</c:v>
                </c:pt>
                <c:pt idx="1995">
                  <c:v>12-12-2007</c:v>
                </c:pt>
                <c:pt idx="1996">
                  <c:v>13-12-2007</c:v>
                </c:pt>
                <c:pt idx="1997">
                  <c:v>14-12-2007</c:v>
                </c:pt>
                <c:pt idx="1998">
                  <c:v>17-12-2007</c:v>
                </c:pt>
                <c:pt idx="1999">
                  <c:v>18-12-2007</c:v>
                </c:pt>
                <c:pt idx="2000">
                  <c:v>19-12-2007</c:v>
                </c:pt>
                <c:pt idx="2001">
                  <c:v>20-12-2007</c:v>
                </c:pt>
                <c:pt idx="2002">
                  <c:v>24-12-2007</c:v>
                </c:pt>
                <c:pt idx="2003">
                  <c:v>26-12-2007</c:v>
                </c:pt>
                <c:pt idx="2004">
                  <c:v>27-12-2007</c:v>
                </c:pt>
                <c:pt idx="2005">
                  <c:v>28-12-2007</c:v>
                </c:pt>
                <c:pt idx="2006">
                  <c:v>31-12-2007</c:v>
                </c:pt>
                <c:pt idx="2007">
                  <c:v>01-01-2008</c:v>
                </c:pt>
                <c:pt idx="2008">
                  <c:v>02-01-2008</c:v>
                </c:pt>
                <c:pt idx="2009">
                  <c:v>03-01-2008</c:v>
                </c:pt>
                <c:pt idx="2010">
                  <c:v>04-01-2008</c:v>
                </c:pt>
                <c:pt idx="2011">
                  <c:v>07-01-2008</c:v>
                </c:pt>
                <c:pt idx="2012">
                  <c:v>08-01-2008</c:v>
                </c:pt>
                <c:pt idx="2013">
                  <c:v>09-01-2008</c:v>
                </c:pt>
                <c:pt idx="2014">
                  <c:v>10-01-2008</c:v>
                </c:pt>
                <c:pt idx="2015">
                  <c:v>11-01-2008</c:v>
                </c:pt>
                <c:pt idx="2016">
                  <c:v>14-01-2008</c:v>
                </c:pt>
                <c:pt idx="2017">
                  <c:v>15-01-2008</c:v>
                </c:pt>
                <c:pt idx="2018">
                  <c:v>16-01-2008</c:v>
                </c:pt>
                <c:pt idx="2019">
                  <c:v>17-01-2008</c:v>
                </c:pt>
                <c:pt idx="2020">
                  <c:v>18-01-2008</c:v>
                </c:pt>
                <c:pt idx="2021">
                  <c:v>21-01-2008</c:v>
                </c:pt>
                <c:pt idx="2022">
                  <c:v>22-01-2008</c:v>
                </c:pt>
                <c:pt idx="2023">
                  <c:v>23-01-2008</c:v>
                </c:pt>
                <c:pt idx="2024">
                  <c:v>24-01-2008</c:v>
                </c:pt>
                <c:pt idx="2025">
                  <c:v>25-01-2008</c:v>
                </c:pt>
                <c:pt idx="2026">
                  <c:v>28-01-2008</c:v>
                </c:pt>
                <c:pt idx="2027">
                  <c:v>29-01-2008</c:v>
                </c:pt>
                <c:pt idx="2028">
                  <c:v>30-01-2008</c:v>
                </c:pt>
                <c:pt idx="2029">
                  <c:v>31-01-2008</c:v>
                </c:pt>
                <c:pt idx="2030">
                  <c:v>01-02-2008</c:v>
                </c:pt>
                <c:pt idx="2031">
                  <c:v>04-02-2008</c:v>
                </c:pt>
                <c:pt idx="2032">
                  <c:v>05-02-2008</c:v>
                </c:pt>
                <c:pt idx="2033">
                  <c:v>06-02-2008</c:v>
                </c:pt>
                <c:pt idx="2034">
                  <c:v>07-02-2008</c:v>
                </c:pt>
                <c:pt idx="2035">
                  <c:v>08-02-2008</c:v>
                </c:pt>
                <c:pt idx="2036">
                  <c:v>11-02-2008</c:v>
                </c:pt>
                <c:pt idx="2037">
                  <c:v>12-02-2008</c:v>
                </c:pt>
                <c:pt idx="2038">
                  <c:v>13-02-2008</c:v>
                </c:pt>
                <c:pt idx="2039">
                  <c:v>14-02-2008</c:v>
                </c:pt>
                <c:pt idx="2040">
                  <c:v>15-02-2008</c:v>
                </c:pt>
                <c:pt idx="2041">
                  <c:v>18-02-2008</c:v>
                </c:pt>
                <c:pt idx="2042">
                  <c:v>19-02-2008</c:v>
                </c:pt>
                <c:pt idx="2043">
                  <c:v>20-02-2008</c:v>
                </c:pt>
                <c:pt idx="2044">
                  <c:v>21-02-2008</c:v>
                </c:pt>
                <c:pt idx="2045">
                  <c:v>22-02-2008</c:v>
                </c:pt>
                <c:pt idx="2046">
                  <c:v>25-02-2008</c:v>
                </c:pt>
                <c:pt idx="2047">
                  <c:v>26-02-2008</c:v>
                </c:pt>
                <c:pt idx="2048">
                  <c:v>27-02-2008</c:v>
                </c:pt>
                <c:pt idx="2049">
                  <c:v>28-02-2008</c:v>
                </c:pt>
                <c:pt idx="2050">
                  <c:v>29-02-2008</c:v>
                </c:pt>
                <c:pt idx="2051">
                  <c:v>03-03-2008</c:v>
                </c:pt>
                <c:pt idx="2052">
                  <c:v>04-03-2008</c:v>
                </c:pt>
                <c:pt idx="2053">
                  <c:v>05-03-2008</c:v>
                </c:pt>
                <c:pt idx="2054">
                  <c:v>07-03-2008</c:v>
                </c:pt>
                <c:pt idx="2055">
                  <c:v>10-03-2008</c:v>
                </c:pt>
                <c:pt idx="2056">
                  <c:v>11-03-2008</c:v>
                </c:pt>
                <c:pt idx="2057">
                  <c:v>12-03-2008</c:v>
                </c:pt>
                <c:pt idx="2058">
                  <c:v>13-03-2008</c:v>
                </c:pt>
                <c:pt idx="2059">
                  <c:v>14-03-2008</c:v>
                </c:pt>
                <c:pt idx="2060">
                  <c:v>17-03-2008</c:v>
                </c:pt>
                <c:pt idx="2061">
                  <c:v>18-03-2008</c:v>
                </c:pt>
                <c:pt idx="2062">
                  <c:v>19-03-2008</c:v>
                </c:pt>
                <c:pt idx="2063">
                  <c:v>24-03-2008</c:v>
                </c:pt>
                <c:pt idx="2064">
                  <c:v>25-03-2008</c:v>
                </c:pt>
                <c:pt idx="2065">
                  <c:v>26-03-2008</c:v>
                </c:pt>
                <c:pt idx="2066">
                  <c:v>27-03-2008</c:v>
                </c:pt>
                <c:pt idx="2067">
                  <c:v>28-03-2008</c:v>
                </c:pt>
                <c:pt idx="2068">
                  <c:v>31-03-2008</c:v>
                </c:pt>
                <c:pt idx="2069">
                  <c:v>01-04-2008</c:v>
                </c:pt>
                <c:pt idx="2070">
                  <c:v>02-04-2008</c:v>
                </c:pt>
                <c:pt idx="2071">
                  <c:v>03-04-2008</c:v>
                </c:pt>
                <c:pt idx="2072">
                  <c:v>04-04-2008</c:v>
                </c:pt>
                <c:pt idx="2073">
                  <c:v>07-04-2008</c:v>
                </c:pt>
                <c:pt idx="2074">
                  <c:v>08-04-2008</c:v>
                </c:pt>
                <c:pt idx="2075">
                  <c:v>09-04-2008</c:v>
                </c:pt>
                <c:pt idx="2076">
                  <c:v>10-04-2008</c:v>
                </c:pt>
                <c:pt idx="2077">
                  <c:v>11-04-2008</c:v>
                </c:pt>
                <c:pt idx="2078">
                  <c:v>15-04-2008</c:v>
                </c:pt>
                <c:pt idx="2079">
                  <c:v>16-04-2008</c:v>
                </c:pt>
                <c:pt idx="2080">
                  <c:v>17-04-2008</c:v>
                </c:pt>
                <c:pt idx="2081">
                  <c:v>21-04-2008</c:v>
                </c:pt>
                <c:pt idx="2082">
                  <c:v>22-04-2008</c:v>
                </c:pt>
                <c:pt idx="2083">
                  <c:v>23-04-2008</c:v>
                </c:pt>
                <c:pt idx="2084">
                  <c:v>24-04-2008</c:v>
                </c:pt>
                <c:pt idx="2085">
                  <c:v>25-04-2008</c:v>
                </c:pt>
                <c:pt idx="2086">
                  <c:v>28-04-2008</c:v>
                </c:pt>
                <c:pt idx="2087">
                  <c:v>29-04-2008</c:v>
                </c:pt>
                <c:pt idx="2088">
                  <c:v>30-04-2008</c:v>
                </c:pt>
                <c:pt idx="2089">
                  <c:v>02-05-2008</c:v>
                </c:pt>
                <c:pt idx="2090">
                  <c:v>05-05-2008</c:v>
                </c:pt>
                <c:pt idx="2091">
                  <c:v>06-05-2008</c:v>
                </c:pt>
                <c:pt idx="2092">
                  <c:v>07-05-2008</c:v>
                </c:pt>
                <c:pt idx="2093">
                  <c:v>08-05-2008</c:v>
                </c:pt>
                <c:pt idx="2094">
                  <c:v>09-05-2008</c:v>
                </c:pt>
                <c:pt idx="2095">
                  <c:v>12-05-2008</c:v>
                </c:pt>
                <c:pt idx="2096">
                  <c:v>13-05-2008</c:v>
                </c:pt>
                <c:pt idx="2097">
                  <c:v>14-05-2008</c:v>
                </c:pt>
                <c:pt idx="2098">
                  <c:v>15-05-2008</c:v>
                </c:pt>
                <c:pt idx="2099">
                  <c:v>16-05-2008</c:v>
                </c:pt>
                <c:pt idx="2100">
                  <c:v>20-05-2008</c:v>
                </c:pt>
                <c:pt idx="2101">
                  <c:v>21-05-2008</c:v>
                </c:pt>
                <c:pt idx="2102">
                  <c:v>22-05-2008</c:v>
                </c:pt>
                <c:pt idx="2103">
                  <c:v>23-05-2008</c:v>
                </c:pt>
                <c:pt idx="2104">
                  <c:v>26-05-2008</c:v>
                </c:pt>
                <c:pt idx="2105">
                  <c:v>27-05-2008</c:v>
                </c:pt>
                <c:pt idx="2106">
                  <c:v>28-05-2008</c:v>
                </c:pt>
                <c:pt idx="2107">
                  <c:v>29-05-2008</c:v>
                </c:pt>
                <c:pt idx="2108">
                  <c:v>30-05-2008</c:v>
                </c:pt>
                <c:pt idx="2109">
                  <c:v>02-06-2008</c:v>
                </c:pt>
                <c:pt idx="2110">
                  <c:v>03-06-2008</c:v>
                </c:pt>
                <c:pt idx="2111">
                  <c:v>04-06-2008</c:v>
                </c:pt>
                <c:pt idx="2112">
                  <c:v>05-06-2008</c:v>
                </c:pt>
                <c:pt idx="2113">
                  <c:v>06-06-2008</c:v>
                </c:pt>
                <c:pt idx="2114">
                  <c:v>09-06-2008</c:v>
                </c:pt>
                <c:pt idx="2115">
                  <c:v>10-06-2008</c:v>
                </c:pt>
                <c:pt idx="2116">
                  <c:v>11-06-2008</c:v>
                </c:pt>
                <c:pt idx="2117">
                  <c:v>12-06-2008</c:v>
                </c:pt>
                <c:pt idx="2118">
                  <c:v>13-06-2008</c:v>
                </c:pt>
                <c:pt idx="2119">
                  <c:v>16-06-2008</c:v>
                </c:pt>
                <c:pt idx="2120">
                  <c:v>17-06-2008</c:v>
                </c:pt>
                <c:pt idx="2121">
                  <c:v>18-06-2008</c:v>
                </c:pt>
                <c:pt idx="2122">
                  <c:v>19-06-2008</c:v>
                </c:pt>
                <c:pt idx="2123">
                  <c:v>20-06-2008</c:v>
                </c:pt>
                <c:pt idx="2124">
                  <c:v>23-06-2008</c:v>
                </c:pt>
                <c:pt idx="2125">
                  <c:v>24-06-2008</c:v>
                </c:pt>
                <c:pt idx="2126">
                  <c:v>25-06-2008</c:v>
                </c:pt>
                <c:pt idx="2127">
                  <c:v>26-06-2008</c:v>
                </c:pt>
                <c:pt idx="2128">
                  <c:v>27-06-2008</c:v>
                </c:pt>
                <c:pt idx="2129">
                  <c:v>30-06-2008</c:v>
                </c:pt>
                <c:pt idx="2130">
                  <c:v>01-07-2008</c:v>
                </c:pt>
                <c:pt idx="2131">
                  <c:v>02-07-2008</c:v>
                </c:pt>
                <c:pt idx="2132">
                  <c:v>03-07-2008</c:v>
                </c:pt>
                <c:pt idx="2133">
                  <c:v>04-07-2008</c:v>
                </c:pt>
                <c:pt idx="2134">
                  <c:v>07-07-2008</c:v>
                </c:pt>
                <c:pt idx="2135">
                  <c:v>08-07-2008</c:v>
                </c:pt>
                <c:pt idx="2136">
                  <c:v>09-07-2008</c:v>
                </c:pt>
                <c:pt idx="2137">
                  <c:v>10-07-2008</c:v>
                </c:pt>
                <c:pt idx="2138">
                  <c:v>11-07-2008</c:v>
                </c:pt>
                <c:pt idx="2139">
                  <c:v>14-07-2008</c:v>
                </c:pt>
                <c:pt idx="2140">
                  <c:v>15-07-2008</c:v>
                </c:pt>
                <c:pt idx="2141">
                  <c:v>16-07-2008</c:v>
                </c:pt>
                <c:pt idx="2142">
                  <c:v>17-07-2008</c:v>
                </c:pt>
                <c:pt idx="2143">
                  <c:v>18-07-2008</c:v>
                </c:pt>
                <c:pt idx="2144">
                  <c:v>21-07-2008</c:v>
                </c:pt>
                <c:pt idx="2145">
                  <c:v>22-07-2008</c:v>
                </c:pt>
                <c:pt idx="2146">
                  <c:v>23-07-2008</c:v>
                </c:pt>
                <c:pt idx="2147">
                  <c:v>24-07-2008</c:v>
                </c:pt>
                <c:pt idx="2148">
                  <c:v>25-07-2008</c:v>
                </c:pt>
                <c:pt idx="2149">
                  <c:v>28-07-2008</c:v>
                </c:pt>
                <c:pt idx="2150">
                  <c:v>29-07-2008</c:v>
                </c:pt>
                <c:pt idx="2151">
                  <c:v>30-07-2008</c:v>
                </c:pt>
                <c:pt idx="2152">
                  <c:v>31-07-2008</c:v>
                </c:pt>
                <c:pt idx="2153">
                  <c:v>01-08-2008</c:v>
                </c:pt>
                <c:pt idx="2154">
                  <c:v>04-08-2008</c:v>
                </c:pt>
                <c:pt idx="2155">
                  <c:v>05-08-2008</c:v>
                </c:pt>
                <c:pt idx="2156">
                  <c:v>06-08-2008</c:v>
                </c:pt>
                <c:pt idx="2157">
                  <c:v>07-08-2008</c:v>
                </c:pt>
                <c:pt idx="2158">
                  <c:v>08-08-2008</c:v>
                </c:pt>
                <c:pt idx="2159">
                  <c:v>11-08-2008</c:v>
                </c:pt>
                <c:pt idx="2160">
                  <c:v>12-08-2008</c:v>
                </c:pt>
                <c:pt idx="2161">
                  <c:v>13-08-2008</c:v>
                </c:pt>
                <c:pt idx="2162">
                  <c:v>14-08-2008</c:v>
                </c:pt>
                <c:pt idx="2163">
                  <c:v>18-08-2008</c:v>
                </c:pt>
                <c:pt idx="2164">
                  <c:v>19-08-2008</c:v>
                </c:pt>
                <c:pt idx="2165">
                  <c:v>20-08-2008</c:v>
                </c:pt>
                <c:pt idx="2166">
                  <c:v>21-08-2008</c:v>
                </c:pt>
                <c:pt idx="2167">
                  <c:v>22-08-2008</c:v>
                </c:pt>
                <c:pt idx="2168">
                  <c:v>25-08-2008</c:v>
                </c:pt>
                <c:pt idx="2169">
                  <c:v>26-08-2008</c:v>
                </c:pt>
                <c:pt idx="2170">
                  <c:v>27-08-2008</c:v>
                </c:pt>
                <c:pt idx="2171">
                  <c:v>28-08-2008</c:v>
                </c:pt>
                <c:pt idx="2172">
                  <c:v>29-08-2008</c:v>
                </c:pt>
                <c:pt idx="2173">
                  <c:v>01-09-2008</c:v>
                </c:pt>
                <c:pt idx="2174">
                  <c:v>02-09-2008</c:v>
                </c:pt>
                <c:pt idx="2175">
                  <c:v>04-09-2008</c:v>
                </c:pt>
                <c:pt idx="2176">
                  <c:v>05-09-2008</c:v>
                </c:pt>
                <c:pt idx="2177">
                  <c:v>08-09-2008</c:v>
                </c:pt>
                <c:pt idx="2178">
                  <c:v>09-09-2008</c:v>
                </c:pt>
                <c:pt idx="2179">
                  <c:v>10-09-2008</c:v>
                </c:pt>
                <c:pt idx="2180">
                  <c:v>11-09-2008</c:v>
                </c:pt>
                <c:pt idx="2181">
                  <c:v>12-09-2008</c:v>
                </c:pt>
                <c:pt idx="2182">
                  <c:v>15-09-2008</c:v>
                </c:pt>
                <c:pt idx="2183">
                  <c:v>16-09-2008</c:v>
                </c:pt>
                <c:pt idx="2184">
                  <c:v>17-09-2008</c:v>
                </c:pt>
                <c:pt idx="2185">
                  <c:v>18-09-2008</c:v>
                </c:pt>
                <c:pt idx="2186">
                  <c:v>19-09-2008</c:v>
                </c:pt>
                <c:pt idx="2187">
                  <c:v>22-09-2008</c:v>
                </c:pt>
                <c:pt idx="2188">
                  <c:v>23-09-2008</c:v>
                </c:pt>
                <c:pt idx="2189">
                  <c:v>24-09-2008</c:v>
                </c:pt>
                <c:pt idx="2190">
                  <c:v>25-09-2008</c:v>
                </c:pt>
                <c:pt idx="2191">
                  <c:v>26-09-2008</c:v>
                </c:pt>
                <c:pt idx="2192">
                  <c:v>29-09-2008</c:v>
                </c:pt>
                <c:pt idx="2193">
                  <c:v>30-09-2008</c:v>
                </c:pt>
                <c:pt idx="2194">
                  <c:v>01-10-2008</c:v>
                </c:pt>
                <c:pt idx="2195">
                  <c:v>03-10-2008</c:v>
                </c:pt>
                <c:pt idx="2196">
                  <c:v>06-10-2008</c:v>
                </c:pt>
                <c:pt idx="2197">
                  <c:v>07-10-2008</c:v>
                </c:pt>
                <c:pt idx="2198">
                  <c:v>08-10-2008</c:v>
                </c:pt>
                <c:pt idx="2199">
                  <c:v>10-10-2008</c:v>
                </c:pt>
                <c:pt idx="2200">
                  <c:v>13-10-2008</c:v>
                </c:pt>
                <c:pt idx="2201">
                  <c:v>14-10-2008</c:v>
                </c:pt>
                <c:pt idx="2202">
                  <c:v>15-10-2008</c:v>
                </c:pt>
                <c:pt idx="2203">
                  <c:v>16-10-2008</c:v>
                </c:pt>
                <c:pt idx="2204">
                  <c:v>17-10-2008</c:v>
                </c:pt>
                <c:pt idx="2205">
                  <c:v>20-10-2008</c:v>
                </c:pt>
                <c:pt idx="2206">
                  <c:v>21-10-2008</c:v>
                </c:pt>
                <c:pt idx="2207">
                  <c:v>22-10-2008</c:v>
                </c:pt>
                <c:pt idx="2208">
                  <c:v>23-10-2008</c:v>
                </c:pt>
                <c:pt idx="2209">
                  <c:v>24-10-2008</c:v>
                </c:pt>
                <c:pt idx="2210">
                  <c:v>27-10-2008</c:v>
                </c:pt>
                <c:pt idx="2211">
                  <c:v>28-10-2008</c:v>
                </c:pt>
                <c:pt idx="2212">
                  <c:v>29-10-2008</c:v>
                </c:pt>
                <c:pt idx="2213">
                  <c:v>31-10-2008</c:v>
                </c:pt>
                <c:pt idx="2214">
                  <c:v>03-11-2008</c:v>
                </c:pt>
                <c:pt idx="2215">
                  <c:v>04-11-2008</c:v>
                </c:pt>
                <c:pt idx="2216">
                  <c:v>05-11-2008</c:v>
                </c:pt>
                <c:pt idx="2217">
                  <c:v>06-11-2008</c:v>
                </c:pt>
                <c:pt idx="2218">
                  <c:v>07-11-2008</c:v>
                </c:pt>
                <c:pt idx="2219">
                  <c:v>10-11-2008</c:v>
                </c:pt>
                <c:pt idx="2220">
                  <c:v>11-11-2008</c:v>
                </c:pt>
                <c:pt idx="2221">
                  <c:v>12-11-2008</c:v>
                </c:pt>
                <c:pt idx="2222">
                  <c:v>14-11-2008</c:v>
                </c:pt>
                <c:pt idx="2223">
                  <c:v>17-11-2008</c:v>
                </c:pt>
                <c:pt idx="2224">
                  <c:v>18-11-2008</c:v>
                </c:pt>
                <c:pt idx="2225">
                  <c:v>19-11-2008</c:v>
                </c:pt>
                <c:pt idx="2226">
                  <c:v>20-11-2008</c:v>
                </c:pt>
                <c:pt idx="2227">
                  <c:v>21-11-2008</c:v>
                </c:pt>
                <c:pt idx="2228">
                  <c:v>24-11-2008</c:v>
                </c:pt>
                <c:pt idx="2229">
                  <c:v>25-11-2008</c:v>
                </c:pt>
                <c:pt idx="2230">
                  <c:v>26-11-2008</c:v>
                </c:pt>
                <c:pt idx="2231">
                  <c:v>28-11-2008</c:v>
                </c:pt>
                <c:pt idx="2232">
                  <c:v>01-12-2008</c:v>
                </c:pt>
                <c:pt idx="2233">
                  <c:v>02-12-2008</c:v>
                </c:pt>
                <c:pt idx="2234">
                  <c:v>03-12-2008</c:v>
                </c:pt>
                <c:pt idx="2235">
                  <c:v>04-12-2008</c:v>
                </c:pt>
                <c:pt idx="2236">
                  <c:v>05-12-2008</c:v>
                </c:pt>
                <c:pt idx="2237">
                  <c:v>08-12-2008</c:v>
                </c:pt>
                <c:pt idx="2238">
                  <c:v>10-12-2008</c:v>
                </c:pt>
                <c:pt idx="2239">
                  <c:v>11-12-2008</c:v>
                </c:pt>
                <c:pt idx="2240">
                  <c:v>12-12-2008</c:v>
                </c:pt>
                <c:pt idx="2241">
                  <c:v>15-12-2008</c:v>
                </c:pt>
                <c:pt idx="2242">
                  <c:v>16-12-2008</c:v>
                </c:pt>
                <c:pt idx="2243">
                  <c:v>17-12-2008</c:v>
                </c:pt>
                <c:pt idx="2244">
                  <c:v>18-12-2008</c:v>
                </c:pt>
                <c:pt idx="2245">
                  <c:v>19-12-2008</c:v>
                </c:pt>
                <c:pt idx="2246">
                  <c:v>22-12-2008</c:v>
                </c:pt>
                <c:pt idx="2247">
                  <c:v>23-12-2008</c:v>
                </c:pt>
                <c:pt idx="2248">
                  <c:v>24-12-2008</c:v>
                </c:pt>
                <c:pt idx="2249">
                  <c:v>26-12-2008</c:v>
                </c:pt>
                <c:pt idx="2250">
                  <c:v>29-12-2008</c:v>
                </c:pt>
                <c:pt idx="2251">
                  <c:v>30-12-2008</c:v>
                </c:pt>
                <c:pt idx="2252">
                  <c:v>31-12-2008</c:v>
                </c:pt>
                <c:pt idx="2253">
                  <c:v>01-01-2009</c:v>
                </c:pt>
                <c:pt idx="2254">
                  <c:v>02-01-2009</c:v>
                </c:pt>
                <c:pt idx="2255">
                  <c:v>05-01-2009</c:v>
                </c:pt>
                <c:pt idx="2256">
                  <c:v>06-01-2009</c:v>
                </c:pt>
                <c:pt idx="2257">
                  <c:v>07-01-2009</c:v>
                </c:pt>
                <c:pt idx="2258">
                  <c:v>09-01-2009</c:v>
                </c:pt>
                <c:pt idx="2259">
                  <c:v>12-01-2009</c:v>
                </c:pt>
                <c:pt idx="2260">
                  <c:v>13-01-2009</c:v>
                </c:pt>
                <c:pt idx="2261">
                  <c:v>14-01-2009</c:v>
                </c:pt>
                <c:pt idx="2262">
                  <c:v>15-01-2009</c:v>
                </c:pt>
                <c:pt idx="2263">
                  <c:v>16-01-2009</c:v>
                </c:pt>
                <c:pt idx="2264">
                  <c:v>19-01-2009</c:v>
                </c:pt>
                <c:pt idx="2265">
                  <c:v>20-01-2009</c:v>
                </c:pt>
                <c:pt idx="2266">
                  <c:v>21-01-2009</c:v>
                </c:pt>
                <c:pt idx="2267">
                  <c:v>22-01-2009</c:v>
                </c:pt>
                <c:pt idx="2268">
                  <c:v>23-01-2009</c:v>
                </c:pt>
                <c:pt idx="2269">
                  <c:v>27-01-2009</c:v>
                </c:pt>
                <c:pt idx="2270">
                  <c:v>28-01-2009</c:v>
                </c:pt>
                <c:pt idx="2271">
                  <c:v>29-01-2009</c:v>
                </c:pt>
                <c:pt idx="2272">
                  <c:v>30-01-2009</c:v>
                </c:pt>
                <c:pt idx="2273">
                  <c:v>02-02-2009</c:v>
                </c:pt>
                <c:pt idx="2274">
                  <c:v>03-02-2009</c:v>
                </c:pt>
                <c:pt idx="2275">
                  <c:v>04-02-2009</c:v>
                </c:pt>
                <c:pt idx="2276">
                  <c:v>05-02-2009</c:v>
                </c:pt>
                <c:pt idx="2277">
                  <c:v>06-02-2009</c:v>
                </c:pt>
                <c:pt idx="2278">
                  <c:v>09-02-2009</c:v>
                </c:pt>
                <c:pt idx="2279">
                  <c:v>10-02-2009</c:v>
                </c:pt>
                <c:pt idx="2280">
                  <c:v>11-02-2009</c:v>
                </c:pt>
                <c:pt idx="2281">
                  <c:v>12-02-2009</c:v>
                </c:pt>
                <c:pt idx="2282">
                  <c:v>13-02-2009</c:v>
                </c:pt>
                <c:pt idx="2283">
                  <c:v>16-02-2009</c:v>
                </c:pt>
                <c:pt idx="2284">
                  <c:v>17-02-2009</c:v>
                </c:pt>
                <c:pt idx="2285">
                  <c:v>18-02-2009</c:v>
                </c:pt>
                <c:pt idx="2286">
                  <c:v>19-02-2009</c:v>
                </c:pt>
                <c:pt idx="2287">
                  <c:v>20-02-2009</c:v>
                </c:pt>
                <c:pt idx="2288">
                  <c:v>24-02-2009</c:v>
                </c:pt>
                <c:pt idx="2289">
                  <c:v>25-02-2009</c:v>
                </c:pt>
                <c:pt idx="2290">
                  <c:v>26-02-2009</c:v>
                </c:pt>
                <c:pt idx="2291">
                  <c:v>27-02-2009</c:v>
                </c:pt>
                <c:pt idx="2292">
                  <c:v>02-03-2009</c:v>
                </c:pt>
                <c:pt idx="2293">
                  <c:v>03-03-2009</c:v>
                </c:pt>
                <c:pt idx="2294">
                  <c:v>04-03-2009</c:v>
                </c:pt>
                <c:pt idx="2295">
                  <c:v>05-03-2009</c:v>
                </c:pt>
                <c:pt idx="2296">
                  <c:v>06-03-2009</c:v>
                </c:pt>
                <c:pt idx="2297">
                  <c:v>09-03-2009</c:v>
                </c:pt>
                <c:pt idx="2298">
                  <c:v>12-03-2009</c:v>
                </c:pt>
                <c:pt idx="2299">
                  <c:v>13-03-2009</c:v>
                </c:pt>
                <c:pt idx="2300">
                  <c:v>16-03-2009</c:v>
                </c:pt>
                <c:pt idx="2301">
                  <c:v>17-03-2009</c:v>
                </c:pt>
                <c:pt idx="2302">
                  <c:v>18-03-2009</c:v>
                </c:pt>
                <c:pt idx="2303">
                  <c:v>19-03-2009</c:v>
                </c:pt>
                <c:pt idx="2304">
                  <c:v>20-03-2009</c:v>
                </c:pt>
                <c:pt idx="2305">
                  <c:v>23-03-2009</c:v>
                </c:pt>
                <c:pt idx="2306">
                  <c:v>24-03-2009</c:v>
                </c:pt>
                <c:pt idx="2307">
                  <c:v>25-03-2009</c:v>
                </c:pt>
                <c:pt idx="2308">
                  <c:v>26-03-2009</c:v>
                </c:pt>
                <c:pt idx="2309">
                  <c:v>27-03-2009</c:v>
                </c:pt>
                <c:pt idx="2310">
                  <c:v>30-03-2009</c:v>
                </c:pt>
                <c:pt idx="2311">
                  <c:v>31-03-2009</c:v>
                </c:pt>
                <c:pt idx="2312">
                  <c:v>01-04-2009</c:v>
                </c:pt>
                <c:pt idx="2313">
                  <c:v>02-04-2009</c:v>
                </c:pt>
                <c:pt idx="2314">
                  <c:v>06-04-2009</c:v>
                </c:pt>
                <c:pt idx="2315">
                  <c:v>08-04-2009</c:v>
                </c:pt>
                <c:pt idx="2316">
                  <c:v>09-04-2009</c:v>
                </c:pt>
                <c:pt idx="2317">
                  <c:v>13-04-2009</c:v>
                </c:pt>
                <c:pt idx="2318">
                  <c:v>15-04-2009</c:v>
                </c:pt>
                <c:pt idx="2319">
                  <c:v>16-04-2009</c:v>
                </c:pt>
                <c:pt idx="2320">
                  <c:v>17-04-2009</c:v>
                </c:pt>
                <c:pt idx="2321">
                  <c:v>20-04-2009</c:v>
                </c:pt>
                <c:pt idx="2322">
                  <c:v>21-04-2009</c:v>
                </c:pt>
                <c:pt idx="2323">
                  <c:v>22-04-2009</c:v>
                </c:pt>
                <c:pt idx="2324">
                  <c:v>23-04-2009</c:v>
                </c:pt>
                <c:pt idx="2325">
                  <c:v>24-04-2009</c:v>
                </c:pt>
                <c:pt idx="2326">
                  <c:v>27-04-2009</c:v>
                </c:pt>
                <c:pt idx="2327">
                  <c:v>28-04-2009</c:v>
                </c:pt>
                <c:pt idx="2328">
                  <c:v>29-04-2009</c:v>
                </c:pt>
                <c:pt idx="2329">
                  <c:v>04-05-2009</c:v>
                </c:pt>
                <c:pt idx="2330">
                  <c:v>05-05-2009</c:v>
                </c:pt>
                <c:pt idx="2331">
                  <c:v>06-05-2009</c:v>
                </c:pt>
                <c:pt idx="2332">
                  <c:v>07-05-2009</c:v>
                </c:pt>
                <c:pt idx="2333">
                  <c:v>08-05-2009</c:v>
                </c:pt>
                <c:pt idx="2334">
                  <c:v>11-05-2009</c:v>
                </c:pt>
                <c:pt idx="2335">
                  <c:v>12-05-2009</c:v>
                </c:pt>
                <c:pt idx="2336">
                  <c:v>13-05-2009</c:v>
                </c:pt>
                <c:pt idx="2337">
                  <c:v>14-05-2009</c:v>
                </c:pt>
                <c:pt idx="2338">
                  <c:v>15-05-2009</c:v>
                </c:pt>
                <c:pt idx="2339">
                  <c:v>18-05-2009</c:v>
                </c:pt>
                <c:pt idx="2340">
                  <c:v>19-05-2009</c:v>
                </c:pt>
                <c:pt idx="2341">
                  <c:v>20-05-2009</c:v>
                </c:pt>
                <c:pt idx="2342">
                  <c:v>21-05-2009</c:v>
                </c:pt>
                <c:pt idx="2343">
                  <c:v>22-05-2009</c:v>
                </c:pt>
                <c:pt idx="2344">
                  <c:v>25-05-2009</c:v>
                </c:pt>
                <c:pt idx="2345">
                  <c:v>26-05-2009</c:v>
                </c:pt>
                <c:pt idx="2346">
                  <c:v>27-05-2009</c:v>
                </c:pt>
                <c:pt idx="2347">
                  <c:v>28-05-2009</c:v>
                </c:pt>
                <c:pt idx="2348">
                  <c:v>29-05-2009</c:v>
                </c:pt>
                <c:pt idx="2349">
                  <c:v>01-06-2009</c:v>
                </c:pt>
                <c:pt idx="2350">
                  <c:v>02-06-2009</c:v>
                </c:pt>
                <c:pt idx="2351">
                  <c:v>03-06-2009</c:v>
                </c:pt>
                <c:pt idx="2352">
                  <c:v>04-06-2009</c:v>
                </c:pt>
                <c:pt idx="2353">
                  <c:v>05-06-2009</c:v>
                </c:pt>
                <c:pt idx="2354">
                  <c:v>08-06-2009</c:v>
                </c:pt>
                <c:pt idx="2355">
                  <c:v>09-06-2009</c:v>
                </c:pt>
                <c:pt idx="2356">
                  <c:v>10-06-2009</c:v>
                </c:pt>
                <c:pt idx="2357">
                  <c:v>11-06-2009</c:v>
                </c:pt>
                <c:pt idx="2358">
                  <c:v>12-06-2009</c:v>
                </c:pt>
                <c:pt idx="2359">
                  <c:v>15-06-2009</c:v>
                </c:pt>
                <c:pt idx="2360">
                  <c:v>16-06-2009</c:v>
                </c:pt>
                <c:pt idx="2361">
                  <c:v>17-06-2009</c:v>
                </c:pt>
                <c:pt idx="2362">
                  <c:v>18-06-2009</c:v>
                </c:pt>
                <c:pt idx="2363">
                  <c:v>19-06-2009</c:v>
                </c:pt>
                <c:pt idx="2364">
                  <c:v>22-06-2009</c:v>
                </c:pt>
                <c:pt idx="2365">
                  <c:v>23-06-2009</c:v>
                </c:pt>
                <c:pt idx="2366">
                  <c:v>24-06-2009</c:v>
                </c:pt>
                <c:pt idx="2367">
                  <c:v>25-06-2009</c:v>
                </c:pt>
                <c:pt idx="2368">
                  <c:v>26-06-2009</c:v>
                </c:pt>
                <c:pt idx="2369">
                  <c:v>29-06-2009</c:v>
                </c:pt>
                <c:pt idx="2370">
                  <c:v>30-06-2009</c:v>
                </c:pt>
                <c:pt idx="2371">
                  <c:v>01-07-2009</c:v>
                </c:pt>
                <c:pt idx="2372">
                  <c:v>02-07-2009</c:v>
                </c:pt>
                <c:pt idx="2373">
                  <c:v>03-07-2009</c:v>
                </c:pt>
                <c:pt idx="2374">
                  <c:v>06-07-2009</c:v>
                </c:pt>
                <c:pt idx="2375">
                  <c:v>07-07-2009</c:v>
                </c:pt>
                <c:pt idx="2376">
                  <c:v>08-07-2009</c:v>
                </c:pt>
                <c:pt idx="2377">
                  <c:v>09-07-2009</c:v>
                </c:pt>
                <c:pt idx="2378">
                  <c:v>10-07-2009</c:v>
                </c:pt>
                <c:pt idx="2379">
                  <c:v>13-07-2009</c:v>
                </c:pt>
                <c:pt idx="2380">
                  <c:v>14-07-2009</c:v>
                </c:pt>
                <c:pt idx="2381">
                  <c:v>15-07-2009</c:v>
                </c:pt>
                <c:pt idx="2382">
                  <c:v>16-07-2009</c:v>
                </c:pt>
                <c:pt idx="2383">
                  <c:v>17-07-2009</c:v>
                </c:pt>
                <c:pt idx="2384">
                  <c:v>20-07-2009</c:v>
                </c:pt>
                <c:pt idx="2385">
                  <c:v>21-07-2009</c:v>
                </c:pt>
                <c:pt idx="2386">
                  <c:v>22-07-2009</c:v>
                </c:pt>
                <c:pt idx="2387">
                  <c:v>23-07-2009</c:v>
                </c:pt>
                <c:pt idx="2388">
                  <c:v>24-07-2009</c:v>
                </c:pt>
                <c:pt idx="2389">
                  <c:v>27-07-2009</c:v>
                </c:pt>
                <c:pt idx="2390">
                  <c:v>28-07-2009</c:v>
                </c:pt>
                <c:pt idx="2391">
                  <c:v>29-07-2009</c:v>
                </c:pt>
                <c:pt idx="2392">
                  <c:v>30-07-2009</c:v>
                </c:pt>
                <c:pt idx="2393">
                  <c:v>31-07-2009</c:v>
                </c:pt>
                <c:pt idx="2394">
                  <c:v>03-08-2009</c:v>
                </c:pt>
                <c:pt idx="2395">
                  <c:v>04-08-2009</c:v>
                </c:pt>
                <c:pt idx="2396">
                  <c:v>05-08-2009</c:v>
                </c:pt>
                <c:pt idx="2397">
                  <c:v>06-08-2009</c:v>
                </c:pt>
                <c:pt idx="2398">
                  <c:v>07-08-2009</c:v>
                </c:pt>
                <c:pt idx="2399">
                  <c:v>10-08-2009</c:v>
                </c:pt>
                <c:pt idx="2400">
                  <c:v>11-08-2009</c:v>
                </c:pt>
                <c:pt idx="2401">
                  <c:v>12-08-2009</c:v>
                </c:pt>
                <c:pt idx="2402">
                  <c:v>13-08-2009</c:v>
                </c:pt>
                <c:pt idx="2403">
                  <c:v>14-08-2009</c:v>
                </c:pt>
                <c:pt idx="2404">
                  <c:v>17-08-2009</c:v>
                </c:pt>
                <c:pt idx="2405">
                  <c:v>18-08-2009</c:v>
                </c:pt>
                <c:pt idx="2406">
                  <c:v>19-08-2009</c:v>
                </c:pt>
                <c:pt idx="2407">
                  <c:v>20-08-2009</c:v>
                </c:pt>
                <c:pt idx="2408">
                  <c:v>21-08-2009</c:v>
                </c:pt>
                <c:pt idx="2409">
                  <c:v>24-08-2009</c:v>
                </c:pt>
                <c:pt idx="2410">
                  <c:v>25-08-2009</c:v>
                </c:pt>
                <c:pt idx="2411">
                  <c:v>26-08-2009</c:v>
                </c:pt>
                <c:pt idx="2412">
                  <c:v>27-08-2009</c:v>
                </c:pt>
                <c:pt idx="2413">
                  <c:v>28-08-2009</c:v>
                </c:pt>
                <c:pt idx="2414">
                  <c:v>31-08-2009</c:v>
                </c:pt>
                <c:pt idx="2415">
                  <c:v>01-09-2009</c:v>
                </c:pt>
                <c:pt idx="2416">
                  <c:v>02-09-2009</c:v>
                </c:pt>
                <c:pt idx="2417">
                  <c:v>03-09-2009</c:v>
                </c:pt>
                <c:pt idx="2418">
                  <c:v>04-09-2009</c:v>
                </c:pt>
                <c:pt idx="2419">
                  <c:v>07-09-2009</c:v>
                </c:pt>
                <c:pt idx="2420">
                  <c:v>08-09-2009</c:v>
                </c:pt>
                <c:pt idx="2421">
                  <c:v>09-09-2009</c:v>
                </c:pt>
                <c:pt idx="2422">
                  <c:v>10-09-2009</c:v>
                </c:pt>
                <c:pt idx="2423">
                  <c:v>11-09-2009</c:v>
                </c:pt>
                <c:pt idx="2424">
                  <c:v>14-09-2009</c:v>
                </c:pt>
                <c:pt idx="2425">
                  <c:v>15-09-2009</c:v>
                </c:pt>
                <c:pt idx="2426">
                  <c:v>16-09-2009</c:v>
                </c:pt>
                <c:pt idx="2427">
                  <c:v>17-09-2009</c:v>
                </c:pt>
                <c:pt idx="2428">
                  <c:v>18-09-2009</c:v>
                </c:pt>
                <c:pt idx="2429">
                  <c:v>22-09-2009</c:v>
                </c:pt>
                <c:pt idx="2430">
                  <c:v>23-09-2009</c:v>
                </c:pt>
                <c:pt idx="2431">
                  <c:v>24-09-2009</c:v>
                </c:pt>
                <c:pt idx="2432">
                  <c:v>25-09-2009</c:v>
                </c:pt>
                <c:pt idx="2433">
                  <c:v>29-09-2009</c:v>
                </c:pt>
                <c:pt idx="2434">
                  <c:v>30-09-2009</c:v>
                </c:pt>
                <c:pt idx="2435">
                  <c:v>01-10-2009</c:v>
                </c:pt>
                <c:pt idx="2436">
                  <c:v>05-10-2009</c:v>
                </c:pt>
                <c:pt idx="2437">
                  <c:v>06-10-2009</c:v>
                </c:pt>
                <c:pt idx="2438">
                  <c:v>07-10-2009</c:v>
                </c:pt>
                <c:pt idx="2439">
                  <c:v>08-10-2009</c:v>
                </c:pt>
                <c:pt idx="2440">
                  <c:v>09-10-2009</c:v>
                </c:pt>
                <c:pt idx="2441">
                  <c:v>12-10-2009</c:v>
                </c:pt>
                <c:pt idx="2442">
                  <c:v>14-10-2009</c:v>
                </c:pt>
                <c:pt idx="2443">
                  <c:v>15-10-2009</c:v>
                </c:pt>
                <c:pt idx="2444">
                  <c:v>16-10-2009</c:v>
                </c:pt>
                <c:pt idx="2445">
                  <c:v>17-10-2009</c:v>
                </c:pt>
                <c:pt idx="2446">
                  <c:v>20-10-2009</c:v>
                </c:pt>
                <c:pt idx="2447">
                  <c:v>21-10-2009</c:v>
                </c:pt>
                <c:pt idx="2448">
                  <c:v>22-10-2009</c:v>
                </c:pt>
                <c:pt idx="2449">
                  <c:v>23-10-2009</c:v>
                </c:pt>
                <c:pt idx="2450">
                  <c:v>26-10-2009</c:v>
                </c:pt>
                <c:pt idx="2451">
                  <c:v>27-10-2009</c:v>
                </c:pt>
                <c:pt idx="2452">
                  <c:v>28-10-2009</c:v>
                </c:pt>
                <c:pt idx="2453">
                  <c:v>29-10-2009</c:v>
                </c:pt>
                <c:pt idx="2454">
                  <c:v>30-10-2009</c:v>
                </c:pt>
                <c:pt idx="2455">
                  <c:v>03-11-2009</c:v>
                </c:pt>
                <c:pt idx="2456">
                  <c:v>04-11-2009</c:v>
                </c:pt>
                <c:pt idx="2457">
                  <c:v>05-11-2009</c:v>
                </c:pt>
                <c:pt idx="2458">
                  <c:v>06-11-2009</c:v>
                </c:pt>
                <c:pt idx="2459">
                  <c:v>09-11-2009</c:v>
                </c:pt>
                <c:pt idx="2460">
                  <c:v>10-11-2009</c:v>
                </c:pt>
                <c:pt idx="2461">
                  <c:v>11-11-2009</c:v>
                </c:pt>
                <c:pt idx="2462">
                  <c:v>12-11-2009</c:v>
                </c:pt>
                <c:pt idx="2463">
                  <c:v>13-11-2009</c:v>
                </c:pt>
                <c:pt idx="2464">
                  <c:v>16-11-2009</c:v>
                </c:pt>
                <c:pt idx="2465">
                  <c:v>17-11-2009</c:v>
                </c:pt>
                <c:pt idx="2466">
                  <c:v>18-11-2009</c:v>
                </c:pt>
                <c:pt idx="2467">
                  <c:v>19-11-2009</c:v>
                </c:pt>
                <c:pt idx="2468">
                  <c:v>20-11-2009</c:v>
                </c:pt>
                <c:pt idx="2469">
                  <c:v>23-11-2009</c:v>
                </c:pt>
                <c:pt idx="2470">
                  <c:v>24-11-2009</c:v>
                </c:pt>
                <c:pt idx="2471">
                  <c:v>25-11-2009</c:v>
                </c:pt>
                <c:pt idx="2472">
                  <c:v>26-11-2009</c:v>
                </c:pt>
                <c:pt idx="2473">
                  <c:v>27-11-2009</c:v>
                </c:pt>
                <c:pt idx="2474">
                  <c:v>30-11-2009</c:v>
                </c:pt>
                <c:pt idx="2475">
                  <c:v>01-12-2009</c:v>
                </c:pt>
                <c:pt idx="2476">
                  <c:v>02-12-2009</c:v>
                </c:pt>
                <c:pt idx="2477">
                  <c:v>03-12-2009</c:v>
                </c:pt>
                <c:pt idx="2478">
                  <c:v>04-12-2009</c:v>
                </c:pt>
                <c:pt idx="2479">
                  <c:v>07-12-2009</c:v>
                </c:pt>
                <c:pt idx="2480">
                  <c:v>08-12-2009</c:v>
                </c:pt>
                <c:pt idx="2481">
                  <c:v>09-12-2009</c:v>
                </c:pt>
                <c:pt idx="2482">
                  <c:v>10-12-2009</c:v>
                </c:pt>
                <c:pt idx="2483">
                  <c:v>11-12-2009</c:v>
                </c:pt>
                <c:pt idx="2484">
                  <c:v>14-12-2009</c:v>
                </c:pt>
                <c:pt idx="2485">
                  <c:v>15-12-2009</c:v>
                </c:pt>
                <c:pt idx="2486">
                  <c:v>16-12-2009</c:v>
                </c:pt>
                <c:pt idx="2487">
                  <c:v>17-12-2009</c:v>
                </c:pt>
                <c:pt idx="2488">
                  <c:v>18-12-2009</c:v>
                </c:pt>
                <c:pt idx="2489">
                  <c:v>21-12-2009</c:v>
                </c:pt>
                <c:pt idx="2490">
                  <c:v>22-12-2009</c:v>
                </c:pt>
                <c:pt idx="2491">
                  <c:v>23-12-2009</c:v>
                </c:pt>
                <c:pt idx="2492">
                  <c:v>24-12-2009</c:v>
                </c:pt>
                <c:pt idx="2493">
                  <c:v>29-12-2009</c:v>
                </c:pt>
                <c:pt idx="2494">
                  <c:v>30-12-2009</c:v>
                </c:pt>
                <c:pt idx="2495">
                  <c:v>31-12-2009</c:v>
                </c:pt>
                <c:pt idx="2496">
                  <c:v>04-01-2010</c:v>
                </c:pt>
                <c:pt idx="2497">
                  <c:v>05-01-2010</c:v>
                </c:pt>
                <c:pt idx="2498">
                  <c:v>06-01-2010</c:v>
                </c:pt>
                <c:pt idx="2499">
                  <c:v>07-01-2010</c:v>
                </c:pt>
                <c:pt idx="2500">
                  <c:v>08-01-2010</c:v>
                </c:pt>
                <c:pt idx="2501">
                  <c:v>11-01-2010</c:v>
                </c:pt>
                <c:pt idx="2502">
                  <c:v>12-01-2010</c:v>
                </c:pt>
                <c:pt idx="2503">
                  <c:v>13-01-2010</c:v>
                </c:pt>
                <c:pt idx="2504">
                  <c:v>14-01-2010</c:v>
                </c:pt>
                <c:pt idx="2505">
                  <c:v>15-01-2010</c:v>
                </c:pt>
                <c:pt idx="2506">
                  <c:v>18-01-2010</c:v>
                </c:pt>
                <c:pt idx="2507">
                  <c:v>19-01-2010</c:v>
                </c:pt>
                <c:pt idx="2508">
                  <c:v>20-01-2010</c:v>
                </c:pt>
                <c:pt idx="2509">
                  <c:v>21-01-2010</c:v>
                </c:pt>
                <c:pt idx="2510">
                  <c:v>22-01-2010</c:v>
                </c:pt>
                <c:pt idx="2511">
                  <c:v>25-01-2010</c:v>
                </c:pt>
                <c:pt idx="2512">
                  <c:v>27-01-2010</c:v>
                </c:pt>
                <c:pt idx="2513">
                  <c:v>28-01-2010</c:v>
                </c:pt>
                <c:pt idx="2514">
                  <c:v>29-01-2010</c:v>
                </c:pt>
                <c:pt idx="2515">
                  <c:v>01-02-2010</c:v>
                </c:pt>
                <c:pt idx="2516">
                  <c:v>02-02-2010</c:v>
                </c:pt>
                <c:pt idx="2517">
                  <c:v>03-02-2010</c:v>
                </c:pt>
                <c:pt idx="2518">
                  <c:v>04-02-2010</c:v>
                </c:pt>
                <c:pt idx="2519">
                  <c:v>05-02-2010</c:v>
                </c:pt>
                <c:pt idx="2520">
                  <c:v>06-02-2010</c:v>
                </c:pt>
                <c:pt idx="2521">
                  <c:v>08-02-2010</c:v>
                </c:pt>
                <c:pt idx="2522">
                  <c:v>09-02-2010</c:v>
                </c:pt>
                <c:pt idx="2523">
                  <c:v>10-02-2010</c:v>
                </c:pt>
                <c:pt idx="2524">
                  <c:v>11-02-2010</c:v>
                </c:pt>
                <c:pt idx="2525">
                  <c:v>15-02-2010</c:v>
                </c:pt>
                <c:pt idx="2526">
                  <c:v>16-02-2010</c:v>
                </c:pt>
                <c:pt idx="2527">
                  <c:v>17-02-2010</c:v>
                </c:pt>
                <c:pt idx="2528">
                  <c:v>18-02-2010</c:v>
                </c:pt>
                <c:pt idx="2529">
                  <c:v>19-02-2010</c:v>
                </c:pt>
                <c:pt idx="2530">
                  <c:v>22-02-2010</c:v>
                </c:pt>
                <c:pt idx="2531">
                  <c:v>23-02-2010</c:v>
                </c:pt>
                <c:pt idx="2532">
                  <c:v>24-02-2010</c:v>
                </c:pt>
                <c:pt idx="2533">
                  <c:v>25-02-2010</c:v>
                </c:pt>
                <c:pt idx="2534">
                  <c:v>26-02-2010</c:v>
                </c:pt>
                <c:pt idx="2535">
                  <c:v>02-03-2010</c:v>
                </c:pt>
                <c:pt idx="2536">
                  <c:v>03-03-2010</c:v>
                </c:pt>
                <c:pt idx="2537">
                  <c:v>04-03-2010</c:v>
                </c:pt>
                <c:pt idx="2538">
                  <c:v>05-03-2010</c:v>
                </c:pt>
                <c:pt idx="2539">
                  <c:v>08-03-2010</c:v>
                </c:pt>
                <c:pt idx="2540">
                  <c:v>09-03-2010</c:v>
                </c:pt>
                <c:pt idx="2541">
                  <c:v>10-03-2010</c:v>
                </c:pt>
                <c:pt idx="2542">
                  <c:v>11-03-2010</c:v>
                </c:pt>
                <c:pt idx="2543">
                  <c:v>12-03-2010</c:v>
                </c:pt>
                <c:pt idx="2544">
                  <c:v>15-03-2010</c:v>
                </c:pt>
                <c:pt idx="2545">
                  <c:v>16-03-2010</c:v>
                </c:pt>
                <c:pt idx="2546">
                  <c:v>17-03-2010</c:v>
                </c:pt>
                <c:pt idx="2547">
                  <c:v>18-03-2010</c:v>
                </c:pt>
                <c:pt idx="2548">
                  <c:v>19-03-2010</c:v>
                </c:pt>
                <c:pt idx="2549">
                  <c:v>22-03-2010</c:v>
                </c:pt>
                <c:pt idx="2550">
                  <c:v>23-03-2010</c:v>
                </c:pt>
                <c:pt idx="2551">
                  <c:v>25-03-2010</c:v>
                </c:pt>
                <c:pt idx="2552">
                  <c:v>26-03-2010</c:v>
                </c:pt>
                <c:pt idx="2553">
                  <c:v>29-03-2010</c:v>
                </c:pt>
                <c:pt idx="2554">
                  <c:v>30-03-2010</c:v>
                </c:pt>
                <c:pt idx="2555">
                  <c:v>31-03-2010</c:v>
                </c:pt>
                <c:pt idx="2556">
                  <c:v>01-04-2010</c:v>
                </c:pt>
                <c:pt idx="2557">
                  <c:v>05-04-2010</c:v>
                </c:pt>
                <c:pt idx="2558">
                  <c:v>06-04-2010</c:v>
                </c:pt>
                <c:pt idx="2559">
                  <c:v>07-04-2010</c:v>
                </c:pt>
                <c:pt idx="2560">
                  <c:v>08-04-2010</c:v>
                </c:pt>
                <c:pt idx="2561">
                  <c:v>09-04-2010</c:v>
                </c:pt>
                <c:pt idx="2562">
                  <c:v>12-04-2010</c:v>
                </c:pt>
                <c:pt idx="2563">
                  <c:v>13-04-2010</c:v>
                </c:pt>
                <c:pt idx="2564">
                  <c:v>15-04-2010</c:v>
                </c:pt>
                <c:pt idx="2565">
                  <c:v>16-04-2010</c:v>
                </c:pt>
                <c:pt idx="2566">
                  <c:v>19-04-2010</c:v>
                </c:pt>
                <c:pt idx="2567">
                  <c:v>20-04-2010</c:v>
                </c:pt>
                <c:pt idx="2568">
                  <c:v>21-04-2010</c:v>
                </c:pt>
                <c:pt idx="2569">
                  <c:v>22-04-2010</c:v>
                </c:pt>
                <c:pt idx="2570">
                  <c:v>23-04-2010</c:v>
                </c:pt>
                <c:pt idx="2571">
                  <c:v>26-04-2010</c:v>
                </c:pt>
                <c:pt idx="2572">
                  <c:v>27-04-2010</c:v>
                </c:pt>
                <c:pt idx="2573">
                  <c:v>28-04-2010</c:v>
                </c:pt>
                <c:pt idx="2574">
                  <c:v>29-04-2010</c:v>
                </c:pt>
                <c:pt idx="2575">
                  <c:v>30-04-2010</c:v>
                </c:pt>
                <c:pt idx="2576">
                  <c:v>03-05-2010</c:v>
                </c:pt>
                <c:pt idx="2577">
                  <c:v>04-05-2010</c:v>
                </c:pt>
                <c:pt idx="2578">
                  <c:v>05-05-2010</c:v>
                </c:pt>
                <c:pt idx="2579">
                  <c:v>06-05-2010</c:v>
                </c:pt>
                <c:pt idx="2580">
                  <c:v>07-05-2010</c:v>
                </c:pt>
                <c:pt idx="2581">
                  <c:v>10-05-2010</c:v>
                </c:pt>
                <c:pt idx="2582">
                  <c:v>11-05-2010</c:v>
                </c:pt>
                <c:pt idx="2583">
                  <c:v>12-05-2010</c:v>
                </c:pt>
                <c:pt idx="2584">
                  <c:v>13-05-2010</c:v>
                </c:pt>
                <c:pt idx="2585">
                  <c:v>14-05-2010</c:v>
                </c:pt>
                <c:pt idx="2586">
                  <c:v>17-05-2010</c:v>
                </c:pt>
                <c:pt idx="2587">
                  <c:v>18-05-2010</c:v>
                </c:pt>
                <c:pt idx="2588">
                  <c:v>19-05-2010</c:v>
                </c:pt>
                <c:pt idx="2589">
                  <c:v>20-05-2010</c:v>
                </c:pt>
                <c:pt idx="2590">
                  <c:v>21-05-2010</c:v>
                </c:pt>
                <c:pt idx="2591">
                  <c:v>24-05-2010</c:v>
                </c:pt>
                <c:pt idx="2592">
                  <c:v>25-05-2010</c:v>
                </c:pt>
                <c:pt idx="2593">
                  <c:v>26-05-2010</c:v>
                </c:pt>
                <c:pt idx="2594">
                  <c:v>27-05-2010</c:v>
                </c:pt>
                <c:pt idx="2595">
                  <c:v>28-05-2010</c:v>
                </c:pt>
                <c:pt idx="2596">
                  <c:v>31-05-2010</c:v>
                </c:pt>
                <c:pt idx="2597">
                  <c:v>01-06-2010</c:v>
                </c:pt>
                <c:pt idx="2598">
                  <c:v>02-06-2010</c:v>
                </c:pt>
                <c:pt idx="2599">
                  <c:v>03-06-2010</c:v>
                </c:pt>
                <c:pt idx="2600">
                  <c:v>04-06-2010</c:v>
                </c:pt>
                <c:pt idx="2601">
                  <c:v>07-06-2010</c:v>
                </c:pt>
                <c:pt idx="2602">
                  <c:v>08-06-2010</c:v>
                </c:pt>
                <c:pt idx="2603">
                  <c:v>09-06-2010</c:v>
                </c:pt>
                <c:pt idx="2604">
                  <c:v>10-06-2010</c:v>
                </c:pt>
                <c:pt idx="2605">
                  <c:v>11-06-2010</c:v>
                </c:pt>
                <c:pt idx="2606">
                  <c:v>14-06-2010</c:v>
                </c:pt>
                <c:pt idx="2607">
                  <c:v>15-06-2010</c:v>
                </c:pt>
                <c:pt idx="2608">
                  <c:v>16-06-2010</c:v>
                </c:pt>
                <c:pt idx="2609">
                  <c:v>17-06-2010</c:v>
                </c:pt>
                <c:pt idx="2610">
                  <c:v>18-06-2010</c:v>
                </c:pt>
                <c:pt idx="2611">
                  <c:v>21-06-2010</c:v>
                </c:pt>
                <c:pt idx="2612">
                  <c:v>22-06-2010</c:v>
                </c:pt>
                <c:pt idx="2613">
                  <c:v>23-06-2010</c:v>
                </c:pt>
                <c:pt idx="2614">
                  <c:v>24-06-2010</c:v>
                </c:pt>
                <c:pt idx="2615">
                  <c:v>25-06-2010</c:v>
                </c:pt>
                <c:pt idx="2616">
                  <c:v>28-06-2010</c:v>
                </c:pt>
                <c:pt idx="2617">
                  <c:v>29-06-2010</c:v>
                </c:pt>
                <c:pt idx="2618">
                  <c:v>30-06-2010</c:v>
                </c:pt>
                <c:pt idx="2619">
                  <c:v>01-07-2010</c:v>
                </c:pt>
                <c:pt idx="2620">
                  <c:v>02-07-2010</c:v>
                </c:pt>
                <c:pt idx="2621">
                  <c:v>05-07-2010</c:v>
                </c:pt>
                <c:pt idx="2622">
                  <c:v>06-07-2010</c:v>
                </c:pt>
                <c:pt idx="2623">
                  <c:v>07-07-2010</c:v>
                </c:pt>
                <c:pt idx="2624">
                  <c:v>08-07-2010</c:v>
                </c:pt>
                <c:pt idx="2625">
                  <c:v>09-07-2010</c:v>
                </c:pt>
                <c:pt idx="2626">
                  <c:v>12-07-2010</c:v>
                </c:pt>
                <c:pt idx="2627">
                  <c:v>13-07-2010</c:v>
                </c:pt>
                <c:pt idx="2628">
                  <c:v>14-07-2010</c:v>
                </c:pt>
                <c:pt idx="2629">
                  <c:v>15-07-2010</c:v>
                </c:pt>
                <c:pt idx="2630">
                  <c:v>16-07-2010</c:v>
                </c:pt>
                <c:pt idx="2631">
                  <c:v>19-07-2010</c:v>
                </c:pt>
                <c:pt idx="2632">
                  <c:v>20-07-2010</c:v>
                </c:pt>
                <c:pt idx="2633">
                  <c:v>21-07-2010</c:v>
                </c:pt>
                <c:pt idx="2634">
                  <c:v>22-07-2010</c:v>
                </c:pt>
                <c:pt idx="2635">
                  <c:v>23-07-2010</c:v>
                </c:pt>
                <c:pt idx="2636">
                  <c:v>26-07-2010</c:v>
                </c:pt>
                <c:pt idx="2637">
                  <c:v>27-07-2010</c:v>
                </c:pt>
                <c:pt idx="2638">
                  <c:v>28-07-2010</c:v>
                </c:pt>
                <c:pt idx="2639">
                  <c:v>29-07-2010</c:v>
                </c:pt>
                <c:pt idx="2640">
                  <c:v>30-07-2010</c:v>
                </c:pt>
                <c:pt idx="2641">
                  <c:v>02-08-2010</c:v>
                </c:pt>
                <c:pt idx="2642">
                  <c:v>03-08-2010</c:v>
                </c:pt>
                <c:pt idx="2643">
                  <c:v>04-08-2010</c:v>
                </c:pt>
                <c:pt idx="2644">
                  <c:v>05-08-2010</c:v>
                </c:pt>
                <c:pt idx="2645">
                  <c:v>06-08-2010</c:v>
                </c:pt>
                <c:pt idx="2646">
                  <c:v>09-08-2010</c:v>
                </c:pt>
                <c:pt idx="2647">
                  <c:v>10-08-2010</c:v>
                </c:pt>
                <c:pt idx="2648">
                  <c:v>11-08-2010</c:v>
                </c:pt>
                <c:pt idx="2649">
                  <c:v>12-08-2010</c:v>
                </c:pt>
                <c:pt idx="2650">
                  <c:v>13-08-2010</c:v>
                </c:pt>
                <c:pt idx="2651">
                  <c:v>16-08-2010</c:v>
                </c:pt>
                <c:pt idx="2652">
                  <c:v>17-08-2010</c:v>
                </c:pt>
                <c:pt idx="2653">
                  <c:v>18-08-2010</c:v>
                </c:pt>
                <c:pt idx="2654">
                  <c:v>19-08-2010</c:v>
                </c:pt>
                <c:pt idx="2655">
                  <c:v>20-08-2010</c:v>
                </c:pt>
                <c:pt idx="2656">
                  <c:v>23-08-2010</c:v>
                </c:pt>
                <c:pt idx="2657">
                  <c:v>24-08-2010</c:v>
                </c:pt>
                <c:pt idx="2658">
                  <c:v>25-08-2010</c:v>
                </c:pt>
                <c:pt idx="2659">
                  <c:v>26-08-2010</c:v>
                </c:pt>
                <c:pt idx="2660">
                  <c:v>27-08-2010</c:v>
                </c:pt>
                <c:pt idx="2661">
                  <c:v>30-08-2010</c:v>
                </c:pt>
                <c:pt idx="2662">
                  <c:v>31-08-2010</c:v>
                </c:pt>
                <c:pt idx="2663">
                  <c:v>01-09-2010</c:v>
                </c:pt>
                <c:pt idx="2664">
                  <c:v>02-09-2010</c:v>
                </c:pt>
                <c:pt idx="2665">
                  <c:v>03-09-2010</c:v>
                </c:pt>
                <c:pt idx="2666">
                  <c:v>06-09-2010</c:v>
                </c:pt>
                <c:pt idx="2667">
                  <c:v>07-09-2010</c:v>
                </c:pt>
                <c:pt idx="2668">
                  <c:v>08-09-2010</c:v>
                </c:pt>
                <c:pt idx="2669">
                  <c:v>09-09-2010</c:v>
                </c:pt>
                <c:pt idx="2670">
                  <c:v>13-09-2010</c:v>
                </c:pt>
                <c:pt idx="2671">
                  <c:v>14-09-2010</c:v>
                </c:pt>
                <c:pt idx="2672">
                  <c:v>15-09-2010</c:v>
                </c:pt>
                <c:pt idx="2673">
                  <c:v>16-09-2010</c:v>
                </c:pt>
                <c:pt idx="2674">
                  <c:v>17-09-2010</c:v>
                </c:pt>
                <c:pt idx="2675">
                  <c:v>20-09-2010</c:v>
                </c:pt>
                <c:pt idx="2676">
                  <c:v>21-09-2010</c:v>
                </c:pt>
                <c:pt idx="2677">
                  <c:v>22-09-2010</c:v>
                </c:pt>
                <c:pt idx="2678">
                  <c:v>23-09-2010</c:v>
                </c:pt>
                <c:pt idx="2679">
                  <c:v>24-09-2010</c:v>
                </c:pt>
                <c:pt idx="2680">
                  <c:v>27-09-2010</c:v>
                </c:pt>
                <c:pt idx="2681">
                  <c:v>28-09-2010</c:v>
                </c:pt>
                <c:pt idx="2682">
                  <c:v>29-09-2010</c:v>
                </c:pt>
                <c:pt idx="2683">
                  <c:v>30-09-2010</c:v>
                </c:pt>
                <c:pt idx="2684">
                  <c:v>01-10-2010</c:v>
                </c:pt>
                <c:pt idx="2685">
                  <c:v>04-10-2010</c:v>
                </c:pt>
                <c:pt idx="2686">
                  <c:v>05-10-2010</c:v>
                </c:pt>
                <c:pt idx="2687">
                  <c:v>06-10-2010</c:v>
                </c:pt>
                <c:pt idx="2688">
                  <c:v>07-10-2010</c:v>
                </c:pt>
                <c:pt idx="2689">
                  <c:v>08-10-2010</c:v>
                </c:pt>
                <c:pt idx="2690">
                  <c:v>11-10-2010</c:v>
                </c:pt>
                <c:pt idx="2691">
                  <c:v>12-10-2010</c:v>
                </c:pt>
                <c:pt idx="2692">
                  <c:v>13-10-2010</c:v>
                </c:pt>
                <c:pt idx="2693">
                  <c:v>14-10-2010</c:v>
                </c:pt>
                <c:pt idx="2694">
                  <c:v>15-10-2010</c:v>
                </c:pt>
                <c:pt idx="2695">
                  <c:v>18-10-2010</c:v>
                </c:pt>
                <c:pt idx="2696">
                  <c:v>19-10-2010</c:v>
                </c:pt>
                <c:pt idx="2697">
                  <c:v>20-10-2010</c:v>
                </c:pt>
                <c:pt idx="2698">
                  <c:v>21-10-2010</c:v>
                </c:pt>
                <c:pt idx="2699">
                  <c:v>22-10-2010</c:v>
                </c:pt>
                <c:pt idx="2700">
                  <c:v>25-10-2010</c:v>
                </c:pt>
                <c:pt idx="2701">
                  <c:v>26-10-2010</c:v>
                </c:pt>
                <c:pt idx="2702">
                  <c:v>27-10-2010</c:v>
                </c:pt>
                <c:pt idx="2703">
                  <c:v>28-10-2010</c:v>
                </c:pt>
                <c:pt idx="2704">
                  <c:v>29-10-2010</c:v>
                </c:pt>
                <c:pt idx="2705">
                  <c:v>01-11-2010</c:v>
                </c:pt>
                <c:pt idx="2706">
                  <c:v>02-11-2010</c:v>
                </c:pt>
                <c:pt idx="2707">
                  <c:v>03-11-2010</c:v>
                </c:pt>
                <c:pt idx="2708">
                  <c:v>04-11-2010</c:v>
                </c:pt>
                <c:pt idx="2709">
                  <c:v>05-11-2010</c:v>
                </c:pt>
                <c:pt idx="2710">
                  <c:v>08-11-2010</c:v>
                </c:pt>
                <c:pt idx="2711">
                  <c:v>09-11-2010</c:v>
                </c:pt>
                <c:pt idx="2712">
                  <c:v>10-11-2010</c:v>
                </c:pt>
                <c:pt idx="2713">
                  <c:v>11-11-2010</c:v>
                </c:pt>
                <c:pt idx="2714">
                  <c:v>12-11-2010</c:v>
                </c:pt>
                <c:pt idx="2715">
                  <c:v>15-11-2010</c:v>
                </c:pt>
                <c:pt idx="2716">
                  <c:v>16-11-2010</c:v>
                </c:pt>
                <c:pt idx="2717">
                  <c:v>18-11-2010</c:v>
                </c:pt>
                <c:pt idx="2718">
                  <c:v>19-11-2010</c:v>
                </c:pt>
                <c:pt idx="2719">
                  <c:v>22-11-2010</c:v>
                </c:pt>
                <c:pt idx="2720">
                  <c:v>23-11-2010</c:v>
                </c:pt>
                <c:pt idx="2721">
                  <c:v>24-11-2010</c:v>
                </c:pt>
                <c:pt idx="2722">
                  <c:v>25-11-2010</c:v>
                </c:pt>
                <c:pt idx="2723">
                  <c:v>26-11-2010</c:v>
                </c:pt>
                <c:pt idx="2724">
                  <c:v>29-11-2010</c:v>
                </c:pt>
                <c:pt idx="2725">
                  <c:v>30-11-2010</c:v>
                </c:pt>
                <c:pt idx="2726">
                  <c:v>01-12-2010</c:v>
                </c:pt>
                <c:pt idx="2727">
                  <c:v>02-12-2010</c:v>
                </c:pt>
                <c:pt idx="2728">
                  <c:v>03-12-2010</c:v>
                </c:pt>
                <c:pt idx="2729">
                  <c:v>06-12-2010</c:v>
                </c:pt>
                <c:pt idx="2730">
                  <c:v>07-12-2010</c:v>
                </c:pt>
                <c:pt idx="2731">
                  <c:v>08-12-2010</c:v>
                </c:pt>
                <c:pt idx="2732">
                  <c:v>09-12-2010</c:v>
                </c:pt>
                <c:pt idx="2733">
                  <c:v>10-12-2010</c:v>
                </c:pt>
                <c:pt idx="2734">
                  <c:v>13-12-2010</c:v>
                </c:pt>
                <c:pt idx="2735">
                  <c:v>14-12-2010</c:v>
                </c:pt>
                <c:pt idx="2736">
                  <c:v>15-12-2010</c:v>
                </c:pt>
                <c:pt idx="2737">
                  <c:v>16-12-2010</c:v>
                </c:pt>
                <c:pt idx="2738">
                  <c:v>20-12-2010</c:v>
                </c:pt>
                <c:pt idx="2739">
                  <c:v>21-12-2010</c:v>
                </c:pt>
                <c:pt idx="2740">
                  <c:v>22-12-2010</c:v>
                </c:pt>
                <c:pt idx="2741">
                  <c:v>23-12-2010</c:v>
                </c:pt>
                <c:pt idx="2742">
                  <c:v>24-12-2010</c:v>
                </c:pt>
                <c:pt idx="2743">
                  <c:v>27-12-2010</c:v>
                </c:pt>
                <c:pt idx="2744">
                  <c:v>28-12-2010</c:v>
                </c:pt>
                <c:pt idx="2745">
                  <c:v>29-12-2010</c:v>
                </c:pt>
                <c:pt idx="2746">
                  <c:v>30-12-2010</c:v>
                </c:pt>
                <c:pt idx="2747">
                  <c:v>31-12-2010</c:v>
                </c:pt>
                <c:pt idx="2748">
                  <c:v>03-01-2011</c:v>
                </c:pt>
                <c:pt idx="2749">
                  <c:v>04-01-2011</c:v>
                </c:pt>
                <c:pt idx="2750">
                  <c:v>05-01-2011</c:v>
                </c:pt>
                <c:pt idx="2751">
                  <c:v>06-01-2011</c:v>
                </c:pt>
                <c:pt idx="2752">
                  <c:v>07-01-2011</c:v>
                </c:pt>
                <c:pt idx="2753">
                  <c:v>10-01-2011</c:v>
                </c:pt>
                <c:pt idx="2754">
                  <c:v>11-01-2011</c:v>
                </c:pt>
                <c:pt idx="2755">
                  <c:v>12-01-2011</c:v>
                </c:pt>
                <c:pt idx="2756">
                  <c:v>13-01-2011</c:v>
                </c:pt>
                <c:pt idx="2757">
                  <c:v>14-01-2011</c:v>
                </c:pt>
                <c:pt idx="2758">
                  <c:v>17-01-2011</c:v>
                </c:pt>
                <c:pt idx="2759">
                  <c:v>18-01-2011</c:v>
                </c:pt>
                <c:pt idx="2760">
                  <c:v>19-01-2011</c:v>
                </c:pt>
                <c:pt idx="2761">
                  <c:v>20-01-2011</c:v>
                </c:pt>
                <c:pt idx="2762">
                  <c:v>21-01-2011</c:v>
                </c:pt>
                <c:pt idx="2763">
                  <c:v>24-01-2011</c:v>
                </c:pt>
                <c:pt idx="2764">
                  <c:v>25-01-2011</c:v>
                </c:pt>
                <c:pt idx="2765">
                  <c:v>27-01-2011</c:v>
                </c:pt>
                <c:pt idx="2766">
                  <c:v>28-01-2011</c:v>
                </c:pt>
                <c:pt idx="2767">
                  <c:v>31-01-2011</c:v>
                </c:pt>
                <c:pt idx="2768">
                  <c:v>01-02-2011</c:v>
                </c:pt>
                <c:pt idx="2769">
                  <c:v>02-02-2011</c:v>
                </c:pt>
                <c:pt idx="2770">
                  <c:v>03-02-2011</c:v>
                </c:pt>
                <c:pt idx="2771">
                  <c:v>04-02-2011</c:v>
                </c:pt>
                <c:pt idx="2772">
                  <c:v>07-02-2011</c:v>
                </c:pt>
                <c:pt idx="2773">
                  <c:v>08-02-2011</c:v>
                </c:pt>
                <c:pt idx="2774">
                  <c:v>09-02-2011</c:v>
                </c:pt>
                <c:pt idx="2775">
                  <c:v>10-02-2011</c:v>
                </c:pt>
                <c:pt idx="2776">
                  <c:v>11-02-2011</c:v>
                </c:pt>
                <c:pt idx="2777">
                  <c:v>14-02-2011</c:v>
                </c:pt>
                <c:pt idx="2778">
                  <c:v>15-02-2011</c:v>
                </c:pt>
                <c:pt idx="2779">
                  <c:v>16-02-2011</c:v>
                </c:pt>
                <c:pt idx="2780">
                  <c:v>17-02-2011</c:v>
                </c:pt>
                <c:pt idx="2781">
                  <c:v>18-02-2011</c:v>
                </c:pt>
                <c:pt idx="2782">
                  <c:v>21-02-2011</c:v>
                </c:pt>
                <c:pt idx="2783">
                  <c:v>22-02-2011</c:v>
                </c:pt>
                <c:pt idx="2784">
                  <c:v>23-02-2011</c:v>
                </c:pt>
                <c:pt idx="2785">
                  <c:v>24-02-2011</c:v>
                </c:pt>
                <c:pt idx="2786">
                  <c:v>25-02-2011</c:v>
                </c:pt>
                <c:pt idx="2787">
                  <c:v>28-02-2011</c:v>
                </c:pt>
                <c:pt idx="2788">
                  <c:v>01-03-2011</c:v>
                </c:pt>
                <c:pt idx="2789">
                  <c:v>03-03-2011</c:v>
                </c:pt>
                <c:pt idx="2790">
                  <c:v>04-03-2011</c:v>
                </c:pt>
                <c:pt idx="2791">
                  <c:v>07-03-2011</c:v>
                </c:pt>
                <c:pt idx="2792">
                  <c:v>08-03-2011</c:v>
                </c:pt>
                <c:pt idx="2793">
                  <c:v>09-03-2011</c:v>
                </c:pt>
                <c:pt idx="2794">
                  <c:v>10-03-2011</c:v>
                </c:pt>
                <c:pt idx="2795">
                  <c:v>11-03-2011</c:v>
                </c:pt>
                <c:pt idx="2796">
                  <c:v>14-03-2011</c:v>
                </c:pt>
                <c:pt idx="2797">
                  <c:v>15-03-2011</c:v>
                </c:pt>
                <c:pt idx="2798">
                  <c:v>16-03-2011</c:v>
                </c:pt>
                <c:pt idx="2799">
                  <c:v>17-03-2011</c:v>
                </c:pt>
                <c:pt idx="2800">
                  <c:v>18-03-2011</c:v>
                </c:pt>
                <c:pt idx="2801">
                  <c:v>21-03-2011</c:v>
                </c:pt>
                <c:pt idx="2802">
                  <c:v>22-03-2011</c:v>
                </c:pt>
                <c:pt idx="2803">
                  <c:v>23-03-2011</c:v>
                </c:pt>
                <c:pt idx="2804">
                  <c:v>24-03-2011</c:v>
                </c:pt>
                <c:pt idx="2805">
                  <c:v>25-03-2011</c:v>
                </c:pt>
                <c:pt idx="2806">
                  <c:v>28-03-2011</c:v>
                </c:pt>
                <c:pt idx="2807">
                  <c:v>29-03-2011</c:v>
                </c:pt>
                <c:pt idx="2808">
                  <c:v>30-03-2011</c:v>
                </c:pt>
                <c:pt idx="2809">
                  <c:v>31-03-2011</c:v>
                </c:pt>
                <c:pt idx="2810">
                  <c:v>01-04-2011</c:v>
                </c:pt>
                <c:pt idx="2811">
                  <c:v>04-04-2011</c:v>
                </c:pt>
                <c:pt idx="2812">
                  <c:v>05-04-2011</c:v>
                </c:pt>
                <c:pt idx="2813">
                  <c:v>06-04-2011</c:v>
                </c:pt>
                <c:pt idx="2814">
                  <c:v>07-04-2011</c:v>
                </c:pt>
                <c:pt idx="2815">
                  <c:v>08-04-2011</c:v>
                </c:pt>
                <c:pt idx="2816">
                  <c:v>11-04-2011</c:v>
                </c:pt>
                <c:pt idx="2817">
                  <c:v>13-04-2011</c:v>
                </c:pt>
                <c:pt idx="2818">
                  <c:v>15-04-2011</c:v>
                </c:pt>
                <c:pt idx="2819">
                  <c:v>18-04-2011</c:v>
                </c:pt>
                <c:pt idx="2820">
                  <c:v>19-04-2011</c:v>
                </c:pt>
                <c:pt idx="2821">
                  <c:v>20-04-2011</c:v>
                </c:pt>
                <c:pt idx="2822">
                  <c:v>21-04-2011</c:v>
                </c:pt>
                <c:pt idx="2823">
                  <c:v>25-04-2011</c:v>
                </c:pt>
                <c:pt idx="2824">
                  <c:v>26-04-2011</c:v>
                </c:pt>
                <c:pt idx="2825">
                  <c:v>27-04-2011</c:v>
                </c:pt>
                <c:pt idx="2826">
                  <c:v>28-04-2011</c:v>
                </c:pt>
                <c:pt idx="2827">
                  <c:v>29-04-2011</c:v>
                </c:pt>
                <c:pt idx="2828">
                  <c:v>02-05-2011</c:v>
                </c:pt>
                <c:pt idx="2829">
                  <c:v>03-05-2011</c:v>
                </c:pt>
                <c:pt idx="2830">
                  <c:v>04-05-2011</c:v>
                </c:pt>
                <c:pt idx="2831">
                  <c:v>05-05-2011</c:v>
                </c:pt>
                <c:pt idx="2832">
                  <c:v>06-05-2011</c:v>
                </c:pt>
                <c:pt idx="2833">
                  <c:v>09-05-2011</c:v>
                </c:pt>
                <c:pt idx="2834">
                  <c:v>10-05-2011</c:v>
                </c:pt>
                <c:pt idx="2835">
                  <c:v>11-05-2011</c:v>
                </c:pt>
                <c:pt idx="2836">
                  <c:v>12-05-2011</c:v>
                </c:pt>
                <c:pt idx="2837">
                  <c:v>13-05-2011</c:v>
                </c:pt>
                <c:pt idx="2838">
                  <c:v>16-05-2011</c:v>
                </c:pt>
                <c:pt idx="2839">
                  <c:v>17-05-2011</c:v>
                </c:pt>
                <c:pt idx="2840">
                  <c:v>18-05-2011</c:v>
                </c:pt>
                <c:pt idx="2841">
                  <c:v>19-05-2011</c:v>
                </c:pt>
                <c:pt idx="2842">
                  <c:v>20-05-2011</c:v>
                </c:pt>
                <c:pt idx="2843">
                  <c:v>23-05-2011</c:v>
                </c:pt>
                <c:pt idx="2844">
                  <c:v>24-05-2011</c:v>
                </c:pt>
                <c:pt idx="2845">
                  <c:v>25-05-2011</c:v>
                </c:pt>
                <c:pt idx="2846">
                  <c:v>26-05-2011</c:v>
                </c:pt>
                <c:pt idx="2847">
                  <c:v>27-05-2011</c:v>
                </c:pt>
                <c:pt idx="2848">
                  <c:v>30-05-2011</c:v>
                </c:pt>
                <c:pt idx="2849">
                  <c:v>31-05-2011</c:v>
                </c:pt>
                <c:pt idx="2850">
                  <c:v>01-06-2011</c:v>
                </c:pt>
                <c:pt idx="2851">
                  <c:v>02-06-2011</c:v>
                </c:pt>
                <c:pt idx="2852">
                  <c:v>03-06-2011</c:v>
                </c:pt>
                <c:pt idx="2853">
                  <c:v>06-06-2011</c:v>
                </c:pt>
                <c:pt idx="2854">
                  <c:v>07-06-2011</c:v>
                </c:pt>
                <c:pt idx="2855">
                  <c:v>08-06-2011</c:v>
                </c:pt>
                <c:pt idx="2856">
                  <c:v>09-06-2011</c:v>
                </c:pt>
                <c:pt idx="2857">
                  <c:v>10-06-2011</c:v>
                </c:pt>
                <c:pt idx="2858">
                  <c:v>13-06-2011</c:v>
                </c:pt>
                <c:pt idx="2859">
                  <c:v>14-06-2011</c:v>
                </c:pt>
                <c:pt idx="2860">
                  <c:v>15-06-2011</c:v>
                </c:pt>
                <c:pt idx="2861">
                  <c:v>16-06-2011</c:v>
                </c:pt>
                <c:pt idx="2862">
                  <c:v>17-06-2011</c:v>
                </c:pt>
                <c:pt idx="2863">
                  <c:v>20-06-2011</c:v>
                </c:pt>
                <c:pt idx="2864">
                  <c:v>21-06-2011</c:v>
                </c:pt>
                <c:pt idx="2865">
                  <c:v>22-06-2011</c:v>
                </c:pt>
                <c:pt idx="2866">
                  <c:v>23-06-2011</c:v>
                </c:pt>
                <c:pt idx="2867">
                  <c:v>24-06-2011</c:v>
                </c:pt>
                <c:pt idx="2868">
                  <c:v>27-06-2011</c:v>
                </c:pt>
                <c:pt idx="2869">
                  <c:v>28-06-2011</c:v>
                </c:pt>
                <c:pt idx="2870">
                  <c:v>29-06-2011</c:v>
                </c:pt>
                <c:pt idx="2871">
                  <c:v>30-06-2011</c:v>
                </c:pt>
                <c:pt idx="2872">
                  <c:v>01-07-2011</c:v>
                </c:pt>
                <c:pt idx="2873">
                  <c:v>04-07-2011</c:v>
                </c:pt>
                <c:pt idx="2874">
                  <c:v>05-07-2011</c:v>
                </c:pt>
                <c:pt idx="2875">
                  <c:v>06-07-2011</c:v>
                </c:pt>
                <c:pt idx="2876">
                  <c:v>07-07-2011</c:v>
                </c:pt>
                <c:pt idx="2877">
                  <c:v>08-07-2011</c:v>
                </c:pt>
                <c:pt idx="2878">
                  <c:v>11-07-2011</c:v>
                </c:pt>
                <c:pt idx="2879">
                  <c:v>12-07-2011</c:v>
                </c:pt>
                <c:pt idx="2880">
                  <c:v>13-07-2011</c:v>
                </c:pt>
                <c:pt idx="2881">
                  <c:v>14-07-2011</c:v>
                </c:pt>
                <c:pt idx="2882">
                  <c:v>15-07-2011</c:v>
                </c:pt>
                <c:pt idx="2883">
                  <c:v>18-07-2011</c:v>
                </c:pt>
                <c:pt idx="2884">
                  <c:v>19-07-2011</c:v>
                </c:pt>
                <c:pt idx="2885">
                  <c:v>20-07-2011</c:v>
                </c:pt>
                <c:pt idx="2886">
                  <c:v>21-07-2011</c:v>
                </c:pt>
                <c:pt idx="2887">
                  <c:v>22-07-2011</c:v>
                </c:pt>
                <c:pt idx="2888">
                  <c:v>25-07-2011</c:v>
                </c:pt>
                <c:pt idx="2889">
                  <c:v>26-07-2011</c:v>
                </c:pt>
                <c:pt idx="2890">
                  <c:v>27-07-2011</c:v>
                </c:pt>
                <c:pt idx="2891">
                  <c:v>28-07-2011</c:v>
                </c:pt>
                <c:pt idx="2892">
                  <c:v>29-07-2011</c:v>
                </c:pt>
                <c:pt idx="2893">
                  <c:v>01-08-2011</c:v>
                </c:pt>
                <c:pt idx="2894">
                  <c:v>02-08-2011</c:v>
                </c:pt>
                <c:pt idx="2895">
                  <c:v>03-08-2011</c:v>
                </c:pt>
                <c:pt idx="2896">
                  <c:v>04-08-2011</c:v>
                </c:pt>
                <c:pt idx="2897">
                  <c:v>05-08-2011</c:v>
                </c:pt>
                <c:pt idx="2898">
                  <c:v>08-08-2011</c:v>
                </c:pt>
                <c:pt idx="2899">
                  <c:v>09-08-2011</c:v>
                </c:pt>
                <c:pt idx="2900">
                  <c:v>10-08-2011</c:v>
                </c:pt>
                <c:pt idx="2901">
                  <c:v>11-08-2011</c:v>
                </c:pt>
                <c:pt idx="2902">
                  <c:v>12-08-2011</c:v>
                </c:pt>
                <c:pt idx="2903">
                  <c:v>16-08-2011</c:v>
                </c:pt>
                <c:pt idx="2904">
                  <c:v>17-08-2011</c:v>
                </c:pt>
                <c:pt idx="2905">
                  <c:v>18-08-2011</c:v>
                </c:pt>
                <c:pt idx="2906">
                  <c:v>19-08-2011</c:v>
                </c:pt>
                <c:pt idx="2907">
                  <c:v>22-08-2011</c:v>
                </c:pt>
                <c:pt idx="2908">
                  <c:v>23-08-2011</c:v>
                </c:pt>
                <c:pt idx="2909">
                  <c:v>24-08-2011</c:v>
                </c:pt>
                <c:pt idx="2910">
                  <c:v>25-08-2011</c:v>
                </c:pt>
                <c:pt idx="2911">
                  <c:v>26-08-2011</c:v>
                </c:pt>
                <c:pt idx="2912">
                  <c:v>29-08-2011</c:v>
                </c:pt>
                <c:pt idx="2913">
                  <c:v>30-08-2011</c:v>
                </c:pt>
                <c:pt idx="2914">
                  <c:v>02-09-2011</c:v>
                </c:pt>
                <c:pt idx="2915">
                  <c:v>05-09-2011</c:v>
                </c:pt>
                <c:pt idx="2916">
                  <c:v>06-09-2011</c:v>
                </c:pt>
                <c:pt idx="2917">
                  <c:v>07-09-2011</c:v>
                </c:pt>
                <c:pt idx="2918">
                  <c:v>08-09-2011</c:v>
                </c:pt>
                <c:pt idx="2919">
                  <c:v>09-09-2011</c:v>
                </c:pt>
                <c:pt idx="2920">
                  <c:v>12-09-2011</c:v>
                </c:pt>
                <c:pt idx="2921">
                  <c:v>13-09-2011</c:v>
                </c:pt>
                <c:pt idx="2922">
                  <c:v>14-09-2011</c:v>
                </c:pt>
                <c:pt idx="2923">
                  <c:v>15-09-2011</c:v>
                </c:pt>
                <c:pt idx="2924">
                  <c:v>16-09-2011</c:v>
                </c:pt>
                <c:pt idx="2925">
                  <c:v>19-09-2011</c:v>
                </c:pt>
                <c:pt idx="2926">
                  <c:v>20-09-2011</c:v>
                </c:pt>
                <c:pt idx="2927">
                  <c:v>21-09-2011</c:v>
                </c:pt>
                <c:pt idx="2928">
                  <c:v>22-09-2011</c:v>
                </c:pt>
                <c:pt idx="2929">
                  <c:v>23-09-2011</c:v>
                </c:pt>
                <c:pt idx="2930">
                  <c:v>26-09-2011</c:v>
                </c:pt>
                <c:pt idx="2931">
                  <c:v>27-09-2011</c:v>
                </c:pt>
                <c:pt idx="2932">
                  <c:v>28-09-2011</c:v>
                </c:pt>
                <c:pt idx="2933">
                  <c:v>29-09-2011</c:v>
                </c:pt>
                <c:pt idx="2934">
                  <c:v>30-09-2011</c:v>
                </c:pt>
                <c:pt idx="2935">
                  <c:v>03-10-2011</c:v>
                </c:pt>
                <c:pt idx="2936">
                  <c:v>04-10-2011</c:v>
                </c:pt>
                <c:pt idx="2937">
                  <c:v>05-10-2011</c:v>
                </c:pt>
                <c:pt idx="2938">
                  <c:v>07-10-2011</c:v>
                </c:pt>
                <c:pt idx="2939">
                  <c:v>10-10-2011</c:v>
                </c:pt>
                <c:pt idx="2940">
                  <c:v>11-10-2011</c:v>
                </c:pt>
                <c:pt idx="2941">
                  <c:v>12-10-2011</c:v>
                </c:pt>
                <c:pt idx="2942">
                  <c:v>13-10-2011</c:v>
                </c:pt>
                <c:pt idx="2943">
                  <c:v>14-10-2011</c:v>
                </c:pt>
                <c:pt idx="2944">
                  <c:v>17-10-2011</c:v>
                </c:pt>
                <c:pt idx="2945">
                  <c:v>18-10-2011</c:v>
                </c:pt>
                <c:pt idx="2946">
                  <c:v>19-10-2011</c:v>
                </c:pt>
                <c:pt idx="2947">
                  <c:v>20-10-2011</c:v>
                </c:pt>
                <c:pt idx="2948">
                  <c:v>21-10-2011</c:v>
                </c:pt>
                <c:pt idx="2949">
                  <c:v>24-10-2011</c:v>
                </c:pt>
                <c:pt idx="2950">
                  <c:v>25-10-2011</c:v>
                </c:pt>
                <c:pt idx="2951">
                  <c:v>26-10-2011</c:v>
                </c:pt>
                <c:pt idx="2952">
                  <c:v>28-10-2011</c:v>
                </c:pt>
                <c:pt idx="2953">
                  <c:v>31-10-2011</c:v>
                </c:pt>
                <c:pt idx="2954">
                  <c:v>01-11-2011</c:v>
                </c:pt>
                <c:pt idx="2955">
                  <c:v>02-11-2011</c:v>
                </c:pt>
                <c:pt idx="2956">
                  <c:v>03-11-2011</c:v>
                </c:pt>
                <c:pt idx="2957">
                  <c:v>04-11-2011</c:v>
                </c:pt>
                <c:pt idx="2958">
                  <c:v>08-11-2011</c:v>
                </c:pt>
                <c:pt idx="2959">
                  <c:v>09-11-2011</c:v>
                </c:pt>
                <c:pt idx="2960">
                  <c:v>11-11-2011</c:v>
                </c:pt>
                <c:pt idx="2961">
                  <c:v>14-11-2011</c:v>
                </c:pt>
                <c:pt idx="2962">
                  <c:v>15-11-2011</c:v>
                </c:pt>
                <c:pt idx="2963">
                  <c:v>16-11-2011</c:v>
                </c:pt>
                <c:pt idx="2964">
                  <c:v>17-11-2011</c:v>
                </c:pt>
                <c:pt idx="2965">
                  <c:v>18-11-2011</c:v>
                </c:pt>
                <c:pt idx="2966">
                  <c:v>21-11-2011</c:v>
                </c:pt>
                <c:pt idx="2967">
                  <c:v>22-11-2011</c:v>
                </c:pt>
                <c:pt idx="2968">
                  <c:v>23-11-2011</c:v>
                </c:pt>
                <c:pt idx="2969">
                  <c:v>24-11-2011</c:v>
                </c:pt>
                <c:pt idx="2970">
                  <c:v>25-11-2011</c:v>
                </c:pt>
                <c:pt idx="2971">
                  <c:v>28-11-2011</c:v>
                </c:pt>
                <c:pt idx="2972">
                  <c:v>29-11-2011</c:v>
                </c:pt>
                <c:pt idx="2973">
                  <c:v>30-11-2011</c:v>
                </c:pt>
                <c:pt idx="2974">
                  <c:v>01-12-2011</c:v>
                </c:pt>
                <c:pt idx="2975">
                  <c:v>02-12-2011</c:v>
                </c:pt>
                <c:pt idx="2976">
                  <c:v>05-12-2011</c:v>
                </c:pt>
                <c:pt idx="2977">
                  <c:v>07-12-2011</c:v>
                </c:pt>
                <c:pt idx="2978">
                  <c:v>08-12-2011</c:v>
                </c:pt>
                <c:pt idx="2979">
                  <c:v>09-12-2011</c:v>
                </c:pt>
                <c:pt idx="2980">
                  <c:v>12-12-2011</c:v>
                </c:pt>
                <c:pt idx="2981">
                  <c:v>13-12-2011</c:v>
                </c:pt>
                <c:pt idx="2982">
                  <c:v>14-12-2011</c:v>
                </c:pt>
                <c:pt idx="2983">
                  <c:v>15-12-2011</c:v>
                </c:pt>
                <c:pt idx="2984">
                  <c:v>16-12-2011</c:v>
                </c:pt>
                <c:pt idx="2985">
                  <c:v>19-12-2011</c:v>
                </c:pt>
                <c:pt idx="2986">
                  <c:v>20-12-2011</c:v>
                </c:pt>
                <c:pt idx="2987">
                  <c:v>21-12-2011</c:v>
                </c:pt>
                <c:pt idx="2988">
                  <c:v>22-12-2011</c:v>
                </c:pt>
                <c:pt idx="2989">
                  <c:v>23-12-2011</c:v>
                </c:pt>
                <c:pt idx="2990">
                  <c:v>26-12-2011</c:v>
                </c:pt>
                <c:pt idx="2991">
                  <c:v>27-12-2011</c:v>
                </c:pt>
                <c:pt idx="2992">
                  <c:v>28-12-2011</c:v>
                </c:pt>
                <c:pt idx="2993">
                  <c:v>29-12-2011</c:v>
                </c:pt>
                <c:pt idx="2994">
                  <c:v>30-12-2011</c:v>
                </c:pt>
                <c:pt idx="2995">
                  <c:v>02-01-2012</c:v>
                </c:pt>
                <c:pt idx="2996">
                  <c:v>03-01-2012</c:v>
                </c:pt>
                <c:pt idx="2997">
                  <c:v>04-01-2012</c:v>
                </c:pt>
                <c:pt idx="2998">
                  <c:v>05-01-2012</c:v>
                </c:pt>
                <c:pt idx="2999">
                  <c:v>06-01-2012</c:v>
                </c:pt>
                <c:pt idx="3000">
                  <c:v>07-01-2012</c:v>
                </c:pt>
                <c:pt idx="3001">
                  <c:v>09-01-2012</c:v>
                </c:pt>
                <c:pt idx="3002">
                  <c:v>10-01-2012</c:v>
                </c:pt>
                <c:pt idx="3003">
                  <c:v>11-01-2012</c:v>
                </c:pt>
                <c:pt idx="3004">
                  <c:v>12-01-2012</c:v>
                </c:pt>
                <c:pt idx="3005">
                  <c:v>13-01-2012</c:v>
                </c:pt>
                <c:pt idx="3006">
                  <c:v>16-01-2012</c:v>
                </c:pt>
                <c:pt idx="3007">
                  <c:v>17-01-2012</c:v>
                </c:pt>
                <c:pt idx="3008">
                  <c:v>18-01-2012</c:v>
                </c:pt>
                <c:pt idx="3009">
                  <c:v>19-01-2012</c:v>
                </c:pt>
                <c:pt idx="3010">
                  <c:v>20-01-2012</c:v>
                </c:pt>
                <c:pt idx="3011">
                  <c:v>23-01-2012</c:v>
                </c:pt>
                <c:pt idx="3012">
                  <c:v>24-01-2012</c:v>
                </c:pt>
                <c:pt idx="3013">
                  <c:v>25-01-2012</c:v>
                </c:pt>
                <c:pt idx="3014">
                  <c:v>27-01-2012</c:v>
                </c:pt>
                <c:pt idx="3015">
                  <c:v>30-01-2012</c:v>
                </c:pt>
                <c:pt idx="3016">
                  <c:v>31-01-2012</c:v>
                </c:pt>
                <c:pt idx="3017">
                  <c:v>01-02-2012</c:v>
                </c:pt>
                <c:pt idx="3018">
                  <c:v>02-02-2012</c:v>
                </c:pt>
                <c:pt idx="3019">
                  <c:v>03-02-2012</c:v>
                </c:pt>
                <c:pt idx="3020">
                  <c:v>06-02-2012</c:v>
                </c:pt>
                <c:pt idx="3021">
                  <c:v>07-02-2012</c:v>
                </c:pt>
                <c:pt idx="3022">
                  <c:v>08-02-2012</c:v>
                </c:pt>
                <c:pt idx="3023">
                  <c:v>09-02-2012</c:v>
                </c:pt>
                <c:pt idx="3024">
                  <c:v>10-02-2012</c:v>
                </c:pt>
                <c:pt idx="3025">
                  <c:v>13-02-2012</c:v>
                </c:pt>
                <c:pt idx="3026">
                  <c:v>14-02-2012</c:v>
                </c:pt>
                <c:pt idx="3027">
                  <c:v>15-02-2012</c:v>
                </c:pt>
                <c:pt idx="3028">
                  <c:v>16-02-2012</c:v>
                </c:pt>
                <c:pt idx="3029">
                  <c:v>17-02-2012</c:v>
                </c:pt>
                <c:pt idx="3030">
                  <c:v>21-02-2012</c:v>
                </c:pt>
                <c:pt idx="3031">
                  <c:v>22-02-2012</c:v>
                </c:pt>
                <c:pt idx="3032">
                  <c:v>23-02-2012</c:v>
                </c:pt>
                <c:pt idx="3033">
                  <c:v>24-02-2012</c:v>
                </c:pt>
                <c:pt idx="3034">
                  <c:v>27-02-2012</c:v>
                </c:pt>
                <c:pt idx="3035">
                  <c:v>28-02-2012</c:v>
                </c:pt>
                <c:pt idx="3036">
                  <c:v>29-02-2012</c:v>
                </c:pt>
                <c:pt idx="3037">
                  <c:v>01-03-2012</c:v>
                </c:pt>
                <c:pt idx="3038">
                  <c:v>02-03-2012</c:v>
                </c:pt>
                <c:pt idx="3039">
                  <c:v>03-03-2012</c:v>
                </c:pt>
                <c:pt idx="3040">
                  <c:v>05-03-2012</c:v>
                </c:pt>
                <c:pt idx="3041">
                  <c:v>06-03-2012</c:v>
                </c:pt>
                <c:pt idx="3042">
                  <c:v>07-03-2012</c:v>
                </c:pt>
                <c:pt idx="3043">
                  <c:v>09-03-2012</c:v>
                </c:pt>
                <c:pt idx="3044">
                  <c:v>12-03-2012</c:v>
                </c:pt>
                <c:pt idx="3045">
                  <c:v>13-03-2012</c:v>
                </c:pt>
                <c:pt idx="3046">
                  <c:v>14-03-2012</c:v>
                </c:pt>
                <c:pt idx="3047">
                  <c:v>15-03-2012</c:v>
                </c:pt>
                <c:pt idx="3048">
                  <c:v>16-03-2012</c:v>
                </c:pt>
                <c:pt idx="3049">
                  <c:v>19-03-2012</c:v>
                </c:pt>
                <c:pt idx="3050">
                  <c:v>20-03-2012</c:v>
                </c:pt>
                <c:pt idx="3051">
                  <c:v>21-03-2012</c:v>
                </c:pt>
                <c:pt idx="3052">
                  <c:v>22-03-2012</c:v>
                </c:pt>
                <c:pt idx="3053">
                  <c:v>23-03-2012</c:v>
                </c:pt>
                <c:pt idx="3054">
                  <c:v>26-03-2012</c:v>
                </c:pt>
                <c:pt idx="3055">
                  <c:v>27-03-2012</c:v>
                </c:pt>
                <c:pt idx="3056">
                  <c:v>28-03-2012</c:v>
                </c:pt>
                <c:pt idx="3057">
                  <c:v>29-03-2012</c:v>
                </c:pt>
                <c:pt idx="3058">
                  <c:v>30-03-2012</c:v>
                </c:pt>
                <c:pt idx="3059">
                  <c:v>02-04-2012</c:v>
                </c:pt>
                <c:pt idx="3060">
                  <c:v>03-04-2012</c:v>
                </c:pt>
                <c:pt idx="3061">
                  <c:v>04-04-2012</c:v>
                </c:pt>
                <c:pt idx="3062">
                  <c:v>09-04-2012</c:v>
                </c:pt>
                <c:pt idx="3063">
                  <c:v>10-04-2012</c:v>
                </c:pt>
                <c:pt idx="3064">
                  <c:v>11-04-2012</c:v>
                </c:pt>
                <c:pt idx="3065">
                  <c:v>12-04-2012</c:v>
                </c:pt>
                <c:pt idx="3066">
                  <c:v>13-04-2012</c:v>
                </c:pt>
                <c:pt idx="3067">
                  <c:v>16-04-2012</c:v>
                </c:pt>
                <c:pt idx="3068">
                  <c:v>17-04-2012</c:v>
                </c:pt>
                <c:pt idx="3069">
                  <c:v>18-04-2012</c:v>
                </c:pt>
                <c:pt idx="3070">
                  <c:v>19-04-2012</c:v>
                </c:pt>
                <c:pt idx="3071">
                  <c:v>20-04-2012</c:v>
                </c:pt>
                <c:pt idx="3072">
                  <c:v>23-04-2012</c:v>
                </c:pt>
                <c:pt idx="3073">
                  <c:v>24-04-2012</c:v>
                </c:pt>
                <c:pt idx="3074">
                  <c:v>25-04-2012</c:v>
                </c:pt>
                <c:pt idx="3075">
                  <c:v>26-04-2012</c:v>
                </c:pt>
                <c:pt idx="3076">
                  <c:v>27-04-2012</c:v>
                </c:pt>
                <c:pt idx="3077">
                  <c:v>28-04-2012</c:v>
                </c:pt>
                <c:pt idx="3078">
                  <c:v>30-04-2012</c:v>
                </c:pt>
                <c:pt idx="3079">
                  <c:v>02-05-2012</c:v>
                </c:pt>
                <c:pt idx="3080">
                  <c:v>03-05-2012</c:v>
                </c:pt>
                <c:pt idx="3081">
                  <c:v>04-05-2012</c:v>
                </c:pt>
                <c:pt idx="3082">
                  <c:v>07-05-2012</c:v>
                </c:pt>
                <c:pt idx="3083">
                  <c:v>08-05-2012</c:v>
                </c:pt>
                <c:pt idx="3084">
                  <c:v>09-05-2012</c:v>
                </c:pt>
                <c:pt idx="3085">
                  <c:v>10-05-2012</c:v>
                </c:pt>
                <c:pt idx="3086">
                  <c:v>11-05-2012</c:v>
                </c:pt>
                <c:pt idx="3087">
                  <c:v>14-05-2012</c:v>
                </c:pt>
                <c:pt idx="3088">
                  <c:v>15-05-2012</c:v>
                </c:pt>
                <c:pt idx="3089">
                  <c:v>16-05-2012</c:v>
                </c:pt>
                <c:pt idx="3090">
                  <c:v>17-05-2012</c:v>
                </c:pt>
                <c:pt idx="3091">
                  <c:v>18-05-2012</c:v>
                </c:pt>
                <c:pt idx="3092">
                  <c:v>21-05-2012</c:v>
                </c:pt>
                <c:pt idx="3093">
                  <c:v>22-05-2012</c:v>
                </c:pt>
                <c:pt idx="3094">
                  <c:v>23-05-2012</c:v>
                </c:pt>
                <c:pt idx="3095">
                  <c:v>24-05-2012</c:v>
                </c:pt>
                <c:pt idx="3096">
                  <c:v>25-05-2012</c:v>
                </c:pt>
                <c:pt idx="3097">
                  <c:v>28-05-2012</c:v>
                </c:pt>
                <c:pt idx="3098">
                  <c:v>29-05-2012</c:v>
                </c:pt>
                <c:pt idx="3099">
                  <c:v>30-05-2012</c:v>
                </c:pt>
                <c:pt idx="3100">
                  <c:v>31-05-2012</c:v>
                </c:pt>
                <c:pt idx="3101">
                  <c:v>01-06-2012</c:v>
                </c:pt>
                <c:pt idx="3102">
                  <c:v>04-06-2012</c:v>
                </c:pt>
                <c:pt idx="3103">
                  <c:v>05-06-2012</c:v>
                </c:pt>
                <c:pt idx="3104">
                  <c:v>06-06-2012</c:v>
                </c:pt>
                <c:pt idx="3105">
                  <c:v>07-06-2012</c:v>
                </c:pt>
                <c:pt idx="3106">
                  <c:v>08-06-2012</c:v>
                </c:pt>
                <c:pt idx="3107">
                  <c:v>11-06-2012</c:v>
                </c:pt>
                <c:pt idx="3108">
                  <c:v>12-06-2012</c:v>
                </c:pt>
                <c:pt idx="3109">
                  <c:v>13-06-2012</c:v>
                </c:pt>
                <c:pt idx="3110">
                  <c:v>14-06-2012</c:v>
                </c:pt>
                <c:pt idx="3111">
                  <c:v>15-06-2012</c:v>
                </c:pt>
                <c:pt idx="3112">
                  <c:v>18-06-2012</c:v>
                </c:pt>
                <c:pt idx="3113">
                  <c:v>19-06-2012</c:v>
                </c:pt>
                <c:pt idx="3114">
                  <c:v>20-06-2012</c:v>
                </c:pt>
                <c:pt idx="3115">
                  <c:v>21-06-2012</c:v>
                </c:pt>
                <c:pt idx="3116">
                  <c:v>22-06-2012</c:v>
                </c:pt>
                <c:pt idx="3117">
                  <c:v>25-06-2012</c:v>
                </c:pt>
                <c:pt idx="3118">
                  <c:v>26-06-2012</c:v>
                </c:pt>
                <c:pt idx="3119">
                  <c:v>27-06-2012</c:v>
                </c:pt>
                <c:pt idx="3120">
                  <c:v>28-06-2012</c:v>
                </c:pt>
                <c:pt idx="3121">
                  <c:v>29-06-2012</c:v>
                </c:pt>
                <c:pt idx="3122">
                  <c:v>02-07-2012</c:v>
                </c:pt>
                <c:pt idx="3123">
                  <c:v>03-07-2012</c:v>
                </c:pt>
                <c:pt idx="3124">
                  <c:v>04-07-2012</c:v>
                </c:pt>
                <c:pt idx="3125">
                  <c:v>05-07-2012</c:v>
                </c:pt>
                <c:pt idx="3126">
                  <c:v>06-07-2012</c:v>
                </c:pt>
                <c:pt idx="3127">
                  <c:v>09-07-2012</c:v>
                </c:pt>
                <c:pt idx="3128">
                  <c:v>10-07-2012</c:v>
                </c:pt>
                <c:pt idx="3129">
                  <c:v>11-07-2012</c:v>
                </c:pt>
                <c:pt idx="3130">
                  <c:v>12-07-2012</c:v>
                </c:pt>
                <c:pt idx="3131">
                  <c:v>13-07-2012</c:v>
                </c:pt>
                <c:pt idx="3132">
                  <c:v>16-07-2012</c:v>
                </c:pt>
                <c:pt idx="3133">
                  <c:v>17-07-2012</c:v>
                </c:pt>
                <c:pt idx="3134">
                  <c:v>18-07-2012</c:v>
                </c:pt>
                <c:pt idx="3135">
                  <c:v>19-07-2012</c:v>
                </c:pt>
                <c:pt idx="3136">
                  <c:v>20-07-2012</c:v>
                </c:pt>
                <c:pt idx="3137">
                  <c:v>23-07-2012</c:v>
                </c:pt>
                <c:pt idx="3138">
                  <c:v>24-07-2012</c:v>
                </c:pt>
                <c:pt idx="3139">
                  <c:v>25-07-2012</c:v>
                </c:pt>
                <c:pt idx="3140">
                  <c:v>26-07-2012</c:v>
                </c:pt>
                <c:pt idx="3141">
                  <c:v>27-07-2012</c:v>
                </c:pt>
                <c:pt idx="3142">
                  <c:v>30-07-2012</c:v>
                </c:pt>
                <c:pt idx="3143">
                  <c:v>31-07-2012</c:v>
                </c:pt>
                <c:pt idx="3144">
                  <c:v>01-08-2012</c:v>
                </c:pt>
                <c:pt idx="3145">
                  <c:v>02-08-2012</c:v>
                </c:pt>
                <c:pt idx="3146">
                  <c:v>03-08-2012</c:v>
                </c:pt>
                <c:pt idx="3147">
                  <c:v>06-08-2012</c:v>
                </c:pt>
                <c:pt idx="3148">
                  <c:v>07-08-2012</c:v>
                </c:pt>
                <c:pt idx="3149">
                  <c:v>08-08-2012</c:v>
                </c:pt>
                <c:pt idx="3150">
                  <c:v>09-08-2012</c:v>
                </c:pt>
                <c:pt idx="3151">
                  <c:v>10-08-2012</c:v>
                </c:pt>
                <c:pt idx="3152">
                  <c:v>13-08-2012</c:v>
                </c:pt>
                <c:pt idx="3153">
                  <c:v>14-08-2012</c:v>
                </c:pt>
                <c:pt idx="3154">
                  <c:v>16-08-2012</c:v>
                </c:pt>
                <c:pt idx="3155">
                  <c:v>17-08-2012</c:v>
                </c:pt>
                <c:pt idx="3156">
                  <c:v>21-08-2012</c:v>
                </c:pt>
                <c:pt idx="3157">
                  <c:v>22-08-2012</c:v>
                </c:pt>
                <c:pt idx="3158">
                  <c:v>23-08-2012</c:v>
                </c:pt>
                <c:pt idx="3159">
                  <c:v>24-08-2012</c:v>
                </c:pt>
                <c:pt idx="3160">
                  <c:v>27-08-2012</c:v>
                </c:pt>
                <c:pt idx="3161">
                  <c:v>28-08-2012</c:v>
                </c:pt>
                <c:pt idx="3162">
                  <c:v>29-08-2012</c:v>
                </c:pt>
                <c:pt idx="3163">
                  <c:v>30-08-2012</c:v>
                </c:pt>
                <c:pt idx="3164">
                  <c:v>31-08-2012</c:v>
                </c:pt>
                <c:pt idx="3165">
                  <c:v>03-09-2012</c:v>
                </c:pt>
                <c:pt idx="3166">
                  <c:v>04-09-2012</c:v>
                </c:pt>
                <c:pt idx="3167">
                  <c:v>05-09-2012</c:v>
                </c:pt>
                <c:pt idx="3168">
                  <c:v>06-09-2012</c:v>
                </c:pt>
                <c:pt idx="3169">
                  <c:v>07-09-2012</c:v>
                </c:pt>
                <c:pt idx="3170">
                  <c:v>08-09-2012</c:v>
                </c:pt>
                <c:pt idx="3171">
                  <c:v>10-09-2012</c:v>
                </c:pt>
                <c:pt idx="3172">
                  <c:v>11-09-2012</c:v>
                </c:pt>
                <c:pt idx="3173">
                  <c:v>12-09-2012</c:v>
                </c:pt>
                <c:pt idx="3174">
                  <c:v>13-09-2012</c:v>
                </c:pt>
                <c:pt idx="3175">
                  <c:v>14-09-2012</c:v>
                </c:pt>
                <c:pt idx="3176">
                  <c:v>17-09-2012</c:v>
                </c:pt>
                <c:pt idx="3177">
                  <c:v>18-09-2012</c:v>
                </c:pt>
                <c:pt idx="3178">
                  <c:v>20-09-2012</c:v>
                </c:pt>
                <c:pt idx="3179">
                  <c:v>21-09-2012</c:v>
                </c:pt>
                <c:pt idx="3180">
                  <c:v>24-09-2012</c:v>
                </c:pt>
                <c:pt idx="3181">
                  <c:v>25-09-2012</c:v>
                </c:pt>
                <c:pt idx="3182">
                  <c:v>26-09-2012</c:v>
                </c:pt>
                <c:pt idx="3183">
                  <c:v>27-09-2012</c:v>
                </c:pt>
                <c:pt idx="3184">
                  <c:v>28-09-2012</c:v>
                </c:pt>
                <c:pt idx="3185">
                  <c:v>01-10-2012</c:v>
                </c:pt>
                <c:pt idx="3186">
                  <c:v>03-10-2012</c:v>
                </c:pt>
                <c:pt idx="3187">
                  <c:v>04-10-2012</c:v>
                </c:pt>
                <c:pt idx="3188">
                  <c:v>05-10-2012</c:v>
                </c:pt>
                <c:pt idx="3189">
                  <c:v>08-10-2012</c:v>
                </c:pt>
                <c:pt idx="3190">
                  <c:v>09-10-2012</c:v>
                </c:pt>
                <c:pt idx="3191">
                  <c:v>10-10-2012</c:v>
                </c:pt>
                <c:pt idx="3192">
                  <c:v>11-10-2012</c:v>
                </c:pt>
                <c:pt idx="3193">
                  <c:v>12-10-2012</c:v>
                </c:pt>
                <c:pt idx="3194">
                  <c:v>15-10-2012</c:v>
                </c:pt>
                <c:pt idx="3195">
                  <c:v>16-10-2012</c:v>
                </c:pt>
                <c:pt idx="3196">
                  <c:v>17-10-2012</c:v>
                </c:pt>
                <c:pt idx="3197">
                  <c:v>18-10-2012</c:v>
                </c:pt>
                <c:pt idx="3198">
                  <c:v>19-10-2012</c:v>
                </c:pt>
                <c:pt idx="3199">
                  <c:v>22-10-2012</c:v>
                </c:pt>
                <c:pt idx="3200">
                  <c:v>23-10-2012</c:v>
                </c:pt>
                <c:pt idx="3201">
                  <c:v>25-10-2012</c:v>
                </c:pt>
                <c:pt idx="3202">
                  <c:v>26-10-2012</c:v>
                </c:pt>
                <c:pt idx="3203">
                  <c:v>29-10-2012</c:v>
                </c:pt>
                <c:pt idx="3204">
                  <c:v>30-10-2012</c:v>
                </c:pt>
                <c:pt idx="3205">
                  <c:v>31-10-2012</c:v>
                </c:pt>
                <c:pt idx="3206">
                  <c:v>01-11-2012</c:v>
                </c:pt>
                <c:pt idx="3207">
                  <c:v>02-11-2012</c:v>
                </c:pt>
                <c:pt idx="3208">
                  <c:v>05-11-2012</c:v>
                </c:pt>
                <c:pt idx="3209">
                  <c:v>06-11-2012</c:v>
                </c:pt>
                <c:pt idx="3210">
                  <c:v>07-11-2012</c:v>
                </c:pt>
                <c:pt idx="3211">
                  <c:v>08-11-2012</c:v>
                </c:pt>
                <c:pt idx="3212">
                  <c:v>09-11-2012</c:v>
                </c:pt>
                <c:pt idx="3213">
                  <c:v>12-11-2012</c:v>
                </c:pt>
                <c:pt idx="3214">
                  <c:v>13-11-2012</c:v>
                </c:pt>
                <c:pt idx="3215">
                  <c:v>15-11-2012</c:v>
                </c:pt>
                <c:pt idx="3216">
                  <c:v>16-11-2012</c:v>
                </c:pt>
                <c:pt idx="3217">
                  <c:v>19-11-2012</c:v>
                </c:pt>
                <c:pt idx="3218">
                  <c:v>20-11-2012</c:v>
                </c:pt>
                <c:pt idx="3219">
                  <c:v>21-11-2012</c:v>
                </c:pt>
                <c:pt idx="3220">
                  <c:v>22-11-2012</c:v>
                </c:pt>
                <c:pt idx="3221">
                  <c:v>23-11-2012</c:v>
                </c:pt>
                <c:pt idx="3222">
                  <c:v>26-11-2012</c:v>
                </c:pt>
                <c:pt idx="3223">
                  <c:v>27-11-2012</c:v>
                </c:pt>
                <c:pt idx="3224">
                  <c:v>29-11-2012</c:v>
                </c:pt>
                <c:pt idx="3225">
                  <c:v>30-11-2012</c:v>
                </c:pt>
                <c:pt idx="3226">
                  <c:v>03-12-2012</c:v>
                </c:pt>
                <c:pt idx="3227">
                  <c:v>04-12-2012</c:v>
                </c:pt>
                <c:pt idx="3228">
                  <c:v>05-12-2012</c:v>
                </c:pt>
                <c:pt idx="3229">
                  <c:v>06-12-2012</c:v>
                </c:pt>
                <c:pt idx="3230">
                  <c:v>07-12-2012</c:v>
                </c:pt>
                <c:pt idx="3231">
                  <c:v>10-12-2012</c:v>
                </c:pt>
                <c:pt idx="3232">
                  <c:v>11-12-2012</c:v>
                </c:pt>
                <c:pt idx="3233">
                  <c:v>12-12-2012</c:v>
                </c:pt>
                <c:pt idx="3234">
                  <c:v>13-12-2012</c:v>
                </c:pt>
                <c:pt idx="3235">
                  <c:v>14-12-2012</c:v>
                </c:pt>
                <c:pt idx="3236">
                  <c:v>17-12-2012</c:v>
                </c:pt>
                <c:pt idx="3237">
                  <c:v>18-12-2012</c:v>
                </c:pt>
                <c:pt idx="3238">
                  <c:v>19-12-2012</c:v>
                </c:pt>
                <c:pt idx="3239">
                  <c:v>20-12-2012</c:v>
                </c:pt>
                <c:pt idx="3240">
                  <c:v>21-12-2012</c:v>
                </c:pt>
                <c:pt idx="3241">
                  <c:v>24-12-2012</c:v>
                </c:pt>
                <c:pt idx="3242">
                  <c:v>26-12-2012</c:v>
                </c:pt>
                <c:pt idx="3243">
                  <c:v>27-12-2012</c:v>
                </c:pt>
                <c:pt idx="3244">
                  <c:v>28-12-2012</c:v>
                </c:pt>
                <c:pt idx="3245">
                  <c:v>31-12-2012</c:v>
                </c:pt>
                <c:pt idx="3246">
                  <c:v>01-01-2013</c:v>
                </c:pt>
                <c:pt idx="3247">
                  <c:v>02-01-2013</c:v>
                </c:pt>
                <c:pt idx="3248">
                  <c:v>03-01-2013</c:v>
                </c:pt>
                <c:pt idx="3249">
                  <c:v>04-01-2013</c:v>
                </c:pt>
                <c:pt idx="3250">
                  <c:v>07-01-2013</c:v>
                </c:pt>
                <c:pt idx="3251">
                  <c:v>08-01-2013</c:v>
                </c:pt>
                <c:pt idx="3252">
                  <c:v>09-01-2013</c:v>
                </c:pt>
                <c:pt idx="3253">
                  <c:v>10-01-2013</c:v>
                </c:pt>
                <c:pt idx="3254">
                  <c:v>11-01-2013</c:v>
                </c:pt>
                <c:pt idx="3255">
                  <c:v>14-01-2013</c:v>
                </c:pt>
                <c:pt idx="3256">
                  <c:v>15-01-2013</c:v>
                </c:pt>
                <c:pt idx="3257">
                  <c:v>16-01-2013</c:v>
                </c:pt>
                <c:pt idx="3258">
                  <c:v>17-01-2013</c:v>
                </c:pt>
                <c:pt idx="3259">
                  <c:v>18-01-2013</c:v>
                </c:pt>
                <c:pt idx="3260">
                  <c:v>21-01-2013</c:v>
                </c:pt>
                <c:pt idx="3261">
                  <c:v>22-01-2013</c:v>
                </c:pt>
                <c:pt idx="3262">
                  <c:v>23-01-2013</c:v>
                </c:pt>
                <c:pt idx="3263">
                  <c:v>24-01-2013</c:v>
                </c:pt>
                <c:pt idx="3264">
                  <c:v>25-01-2013</c:v>
                </c:pt>
                <c:pt idx="3265">
                  <c:v>28-01-2013</c:v>
                </c:pt>
                <c:pt idx="3266">
                  <c:v>29-01-2013</c:v>
                </c:pt>
                <c:pt idx="3267">
                  <c:v>30-01-2013</c:v>
                </c:pt>
                <c:pt idx="3268">
                  <c:v>31-01-2013</c:v>
                </c:pt>
                <c:pt idx="3269">
                  <c:v>01-02-2013</c:v>
                </c:pt>
                <c:pt idx="3270">
                  <c:v>04-02-2013</c:v>
                </c:pt>
                <c:pt idx="3271">
                  <c:v>05-02-2013</c:v>
                </c:pt>
                <c:pt idx="3272">
                  <c:v>06-02-2013</c:v>
                </c:pt>
                <c:pt idx="3273">
                  <c:v>07-02-2013</c:v>
                </c:pt>
                <c:pt idx="3274">
                  <c:v>08-02-2013</c:v>
                </c:pt>
                <c:pt idx="3275">
                  <c:v>11-02-2013</c:v>
                </c:pt>
                <c:pt idx="3276">
                  <c:v>12-02-2013</c:v>
                </c:pt>
                <c:pt idx="3277">
                  <c:v>13-02-2013</c:v>
                </c:pt>
                <c:pt idx="3278">
                  <c:v>14-02-2013</c:v>
                </c:pt>
                <c:pt idx="3279">
                  <c:v>15-02-2013</c:v>
                </c:pt>
                <c:pt idx="3280">
                  <c:v>18-02-2013</c:v>
                </c:pt>
                <c:pt idx="3281">
                  <c:v>19-02-2013</c:v>
                </c:pt>
                <c:pt idx="3282">
                  <c:v>20-02-2013</c:v>
                </c:pt>
                <c:pt idx="3283">
                  <c:v>21-02-2013</c:v>
                </c:pt>
                <c:pt idx="3284">
                  <c:v>22-02-2013</c:v>
                </c:pt>
                <c:pt idx="3285">
                  <c:v>25-02-2013</c:v>
                </c:pt>
                <c:pt idx="3286">
                  <c:v>26-02-2013</c:v>
                </c:pt>
                <c:pt idx="3287">
                  <c:v>27-02-2013</c:v>
                </c:pt>
                <c:pt idx="3288">
                  <c:v>28-02-2013</c:v>
                </c:pt>
                <c:pt idx="3289">
                  <c:v>01-03-2013</c:v>
                </c:pt>
                <c:pt idx="3290">
                  <c:v>04-03-2013</c:v>
                </c:pt>
                <c:pt idx="3291">
                  <c:v>05-03-2013</c:v>
                </c:pt>
                <c:pt idx="3292">
                  <c:v>06-03-2013</c:v>
                </c:pt>
                <c:pt idx="3293">
                  <c:v>07-03-2013</c:v>
                </c:pt>
                <c:pt idx="3294">
                  <c:v>08-03-2013</c:v>
                </c:pt>
                <c:pt idx="3295">
                  <c:v>11-03-2013</c:v>
                </c:pt>
                <c:pt idx="3296">
                  <c:v>12-03-2013</c:v>
                </c:pt>
                <c:pt idx="3297">
                  <c:v>13-03-2013</c:v>
                </c:pt>
                <c:pt idx="3298">
                  <c:v>14-03-2013</c:v>
                </c:pt>
                <c:pt idx="3299">
                  <c:v>15-03-2013</c:v>
                </c:pt>
                <c:pt idx="3300">
                  <c:v>18-03-2013</c:v>
                </c:pt>
                <c:pt idx="3301">
                  <c:v>19-03-2013</c:v>
                </c:pt>
                <c:pt idx="3302">
                  <c:v>20-03-2013</c:v>
                </c:pt>
                <c:pt idx="3303">
                  <c:v>21-03-2013</c:v>
                </c:pt>
                <c:pt idx="3304">
                  <c:v>22-03-2013</c:v>
                </c:pt>
                <c:pt idx="3305">
                  <c:v>25-03-2013</c:v>
                </c:pt>
                <c:pt idx="3306">
                  <c:v>26-03-2013</c:v>
                </c:pt>
                <c:pt idx="3307">
                  <c:v>28-03-2013</c:v>
                </c:pt>
                <c:pt idx="3308">
                  <c:v>01-04-2013</c:v>
                </c:pt>
                <c:pt idx="3309">
                  <c:v>02-04-2013</c:v>
                </c:pt>
                <c:pt idx="3310">
                  <c:v>03-04-2013</c:v>
                </c:pt>
                <c:pt idx="3311">
                  <c:v>04-04-2013</c:v>
                </c:pt>
                <c:pt idx="3312">
                  <c:v>05-04-2013</c:v>
                </c:pt>
                <c:pt idx="3313">
                  <c:v>08-04-2013</c:v>
                </c:pt>
                <c:pt idx="3314">
                  <c:v>09-04-2013</c:v>
                </c:pt>
                <c:pt idx="3315">
                  <c:v>10-04-2013</c:v>
                </c:pt>
                <c:pt idx="3316">
                  <c:v>11-04-2013</c:v>
                </c:pt>
                <c:pt idx="3317">
                  <c:v>12-04-2013</c:v>
                </c:pt>
                <c:pt idx="3318">
                  <c:v>15-04-2013</c:v>
                </c:pt>
                <c:pt idx="3319">
                  <c:v>16-04-2013</c:v>
                </c:pt>
                <c:pt idx="3320">
                  <c:v>17-04-2013</c:v>
                </c:pt>
                <c:pt idx="3321">
                  <c:v>18-04-2013</c:v>
                </c:pt>
                <c:pt idx="3322">
                  <c:v>22-04-2013</c:v>
                </c:pt>
                <c:pt idx="3323">
                  <c:v>23-04-2013</c:v>
                </c:pt>
                <c:pt idx="3324">
                  <c:v>25-04-2013</c:v>
                </c:pt>
                <c:pt idx="3325">
                  <c:v>26-04-2013</c:v>
                </c:pt>
                <c:pt idx="3326">
                  <c:v>29-04-2013</c:v>
                </c:pt>
                <c:pt idx="3327">
                  <c:v>30-04-2013</c:v>
                </c:pt>
                <c:pt idx="3328">
                  <c:v>02-05-2013</c:v>
                </c:pt>
                <c:pt idx="3329">
                  <c:v>03-05-2013</c:v>
                </c:pt>
                <c:pt idx="3330">
                  <c:v>06-05-2013</c:v>
                </c:pt>
                <c:pt idx="3331">
                  <c:v>07-05-2013</c:v>
                </c:pt>
                <c:pt idx="3332">
                  <c:v>08-05-2013</c:v>
                </c:pt>
                <c:pt idx="3333">
                  <c:v>09-05-2013</c:v>
                </c:pt>
                <c:pt idx="3334">
                  <c:v>10-05-2013</c:v>
                </c:pt>
                <c:pt idx="3335">
                  <c:v>11-05-2013</c:v>
                </c:pt>
                <c:pt idx="3336">
                  <c:v>13-05-2013</c:v>
                </c:pt>
                <c:pt idx="3337">
                  <c:v>14-05-2013</c:v>
                </c:pt>
                <c:pt idx="3338">
                  <c:v>15-05-2013</c:v>
                </c:pt>
                <c:pt idx="3339">
                  <c:v>16-05-2013</c:v>
                </c:pt>
                <c:pt idx="3340">
                  <c:v>17-05-2013</c:v>
                </c:pt>
                <c:pt idx="3341">
                  <c:v>20-05-2013</c:v>
                </c:pt>
                <c:pt idx="3342">
                  <c:v>21-05-2013</c:v>
                </c:pt>
                <c:pt idx="3343">
                  <c:v>22-05-2013</c:v>
                </c:pt>
                <c:pt idx="3344">
                  <c:v>23-05-2013</c:v>
                </c:pt>
                <c:pt idx="3345">
                  <c:v>24-05-2013</c:v>
                </c:pt>
                <c:pt idx="3346">
                  <c:v>27-05-2013</c:v>
                </c:pt>
                <c:pt idx="3347">
                  <c:v>28-05-2013</c:v>
                </c:pt>
                <c:pt idx="3348">
                  <c:v>29-05-2013</c:v>
                </c:pt>
                <c:pt idx="3349">
                  <c:v>30-05-2013</c:v>
                </c:pt>
                <c:pt idx="3350">
                  <c:v>31-05-2013</c:v>
                </c:pt>
                <c:pt idx="3351">
                  <c:v>03-06-2013</c:v>
                </c:pt>
                <c:pt idx="3352">
                  <c:v>04-06-2013</c:v>
                </c:pt>
                <c:pt idx="3353">
                  <c:v>05-06-2013</c:v>
                </c:pt>
                <c:pt idx="3354">
                  <c:v>06-06-2013</c:v>
                </c:pt>
                <c:pt idx="3355">
                  <c:v>07-06-2013</c:v>
                </c:pt>
                <c:pt idx="3356">
                  <c:v>10-06-2013</c:v>
                </c:pt>
                <c:pt idx="3357">
                  <c:v>11-06-2013</c:v>
                </c:pt>
                <c:pt idx="3358">
                  <c:v>12-06-2013</c:v>
                </c:pt>
                <c:pt idx="3359">
                  <c:v>13-06-2013</c:v>
                </c:pt>
                <c:pt idx="3360">
                  <c:v>14-06-2013</c:v>
                </c:pt>
                <c:pt idx="3361">
                  <c:v>17-06-2013</c:v>
                </c:pt>
                <c:pt idx="3362">
                  <c:v>18-06-2013</c:v>
                </c:pt>
                <c:pt idx="3363">
                  <c:v>19-06-2013</c:v>
                </c:pt>
                <c:pt idx="3364">
                  <c:v>20-06-2013</c:v>
                </c:pt>
                <c:pt idx="3365">
                  <c:v>21-06-2013</c:v>
                </c:pt>
                <c:pt idx="3366">
                  <c:v>24-06-2013</c:v>
                </c:pt>
                <c:pt idx="3367">
                  <c:v>25-06-2013</c:v>
                </c:pt>
                <c:pt idx="3368">
                  <c:v>26-06-2013</c:v>
                </c:pt>
                <c:pt idx="3369">
                  <c:v>27-06-2013</c:v>
                </c:pt>
                <c:pt idx="3370">
                  <c:v>28-06-2013</c:v>
                </c:pt>
                <c:pt idx="3371">
                  <c:v>01-07-2013</c:v>
                </c:pt>
                <c:pt idx="3372">
                  <c:v>02-07-2013</c:v>
                </c:pt>
                <c:pt idx="3373">
                  <c:v>03-07-2013</c:v>
                </c:pt>
                <c:pt idx="3374">
                  <c:v>04-07-2013</c:v>
                </c:pt>
                <c:pt idx="3375">
                  <c:v>05-07-2013</c:v>
                </c:pt>
                <c:pt idx="3376">
                  <c:v>08-07-2013</c:v>
                </c:pt>
                <c:pt idx="3377">
                  <c:v>09-07-2013</c:v>
                </c:pt>
                <c:pt idx="3378">
                  <c:v>10-07-2013</c:v>
                </c:pt>
                <c:pt idx="3379">
                  <c:v>11-07-2013</c:v>
                </c:pt>
                <c:pt idx="3380">
                  <c:v>12-07-2013</c:v>
                </c:pt>
                <c:pt idx="3381">
                  <c:v>15-07-2013</c:v>
                </c:pt>
                <c:pt idx="3382">
                  <c:v>16-07-2013</c:v>
                </c:pt>
                <c:pt idx="3383">
                  <c:v>17-07-2013</c:v>
                </c:pt>
                <c:pt idx="3384">
                  <c:v>18-07-2013</c:v>
                </c:pt>
                <c:pt idx="3385">
                  <c:v>19-07-2013</c:v>
                </c:pt>
                <c:pt idx="3386">
                  <c:v>22-07-2013</c:v>
                </c:pt>
                <c:pt idx="3387">
                  <c:v>23-07-2013</c:v>
                </c:pt>
                <c:pt idx="3388">
                  <c:v>24-07-2013</c:v>
                </c:pt>
                <c:pt idx="3389">
                  <c:v>25-07-2013</c:v>
                </c:pt>
                <c:pt idx="3390">
                  <c:v>26-07-2013</c:v>
                </c:pt>
                <c:pt idx="3391">
                  <c:v>29-07-2013</c:v>
                </c:pt>
                <c:pt idx="3392">
                  <c:v>30-07-2013</c:v>
                </c:pt>
                <c:pt idx="3393">
                  <c:v>31-07-2013</c:v>
                </c:pt>
                <c:pt idx="3394">
                  <c:v>01-08-2013</c:v>
                </c:pt>
                <c:pt idx="3395">
                  <c:v>02-08-2013</c:v>
                </c:pt>
                <c:pt idx="3396">
                  <c:v>05-08-2013</c:v>
                </c:pt>
                <c:pt idx="3397">
                  <c:v>06-08-2013</c:v>
                </c:pt>
                <c:pt idx="3398">
                  <c:v>07-08-2013</c:v>
                </c:pt>
                <c:pt idx="3399">
                  <c:v>08-08-2013</c:v>
                </c:pt>
                <c:pt idx="3400">
                  <c:v>12-08-2013</c:v>
                </c:pt>
                <c:pt idx="3401">
                  <c:v>13-08-2013</c:v>
                </c:pt>
                <c:pt idx="3402">
                  <c:v>14-08-2013</c:v>
                </c:pt>
                <c:pt idx="3403">
                  <c:v>16-08-2013</c:v>
                </c:pt>
                <c:pt idx="3404">
                  <c:v>19-08-2013</c:v>
                </c:pt>
                <c:pt idx="3405">
                  <c:v>20-08-2013</c:v>
                </c:pt>
                <c:pt idx="3406">
                  <c:v>21-08-2013</c:v>
                </c:pt>
                <c:pt idx="3407">
                  <c:v>22-08-2013</c:v>
                </c:pt>
                <c:pt idx="3408">
                  <c:v>23-08-2013</c:v>
                </c:pt>
                <c:pt idx="3409">
                  <c:v>26-08-2013</c:v>
                </c:pt>
                <c:pt idx="3410">
                  <c:v>27-08-2013</c:v>
                </c:pt>
                <c:pt idx="3411">
                  <c:v>28-08-2013</c:v>
                </c:pt>
                <c:pt idx="3412">
                  <c:v>29-08-2013</c:v>
                </c:pt>
                <c:pt idx="3413">
                  <c:v>30-08-2013</c:v>
                </c:pt>
                <c:pt idx="3414">
                  <c:v>02-09-2013</c:v>
                </c:pt>
                <c:pt idx="3415">
                  <c:v>03-09-2013</c:v>
                </c:pt>
                <c:pt idx="3416">
                  <c:v>04-09-2013</c:v>
                </c:pt>
                <c:pt idx="3417">
                  <c:v>05-09-2013</c:v>
                </c:pt>
                <c:pt idx="3418">
                  <c:v>06-09-2013</c:v>
                </c:pt>
                <c:pt idx="3419">
                  <c:v>10-09-2013</c:v>
                </c:pt>
                <c:pt idx="3420">
                  <c:v>11-09-2013</c:v>
                </c:pt>
                <c:pt idx="3421">
                  <c:v>12-09-2013</c:v>
                </c:pt>
                <c:pt idx="3422">
                  <c:v>13-09-2013</c:v>
                </c:pt>
                <c:pt idx="3423">
                  <c:v>16-09-2013</c:v>
                </c:pt>
                <c:pt idx="3424">
                  <c:v>17-09-2013</c:v>
                </c:pt>
                <c:pt idx="3425">
                  <c:v>18-09-2013</c:v>
                </c:pt>
                <c:pt idx="3426">
                  <c:v>19-09-2013</c:v>
                </c:pt>
                <c:pt idx="3427">
                  <c:v>20-09-2013</c:v>
                </c:pt>
                <c:pt idx="3428">
                  <c:v>23-09-2013</c:v>
                </c:pt>
                <c:pt idx="3429">
                  <c:v>24-09-2013</c:v>
                </c:pt>
                <c:pt idx="3430">
                  <c:v>25-09-2013</c:v>
                </c:pt>
                <c:pt idx="3431">
                  <c:v>26-09-2013</c:v>
                </c:pt>
                <c:pt idx="3432">
                  <c:v>27-09-2013</c:v>
                </c:pt>
                <c:pt idx="3433">
                  <c:v>30-09-2013</c:v>
                </c:pt>
                <c:pt idx="3434">
                  <c:v>01-10-2013</c:v>
                </c:pt>
                <c:pt idx="3435">
                  <c:v>03-10-2013</c:v>
                </c:pt>
                <c:pt idx="3436">
                  <c:v>04-10-2013</c:v>
                </c:pt>
                <c:pt idx="3437">
                  <c:v>07-10-2013</c:v>
                </c:pt>
                <c:pt idx="3438">
                  <c:v>08-10-2013</c:v>
                </c:pt>
                <c:pt idx="3439">
                  <c:v>09-10-2013</c:v>
                </c:pt>
                <c:pt idx="3440">
                  <c:v>10-10-2013</c:v>
                </c:pt>
                <c:pt idx="3441">
                  <c:v>11-10-2013</c:v>
                </c:pt>
                <c:pt idx="3442">
                  <c:v>14-10-2013</c:v>
                </c:pt>
                <c:pt idx="3443">
                  <c:v>15-10-2013</c:v>
                </c:pt>
                <c:pt idx="3444">
                  <c:v>17-10-2013</c:v>
                </c:pt>
                <c:pt idx="3445">
                  <c:v>18-10-2013</c:v>
                </c:pt>
                <c:pt idx="3446">
                  <c:v>21-10-2013</c:v>
                </c:pt>
                <c:pt idx="3447">
                  <c:v>22-10-2013</c:v>
                </c:pt>
                <c:pt idx="3448">
                  <c:v>23-10-2013</c:v>
                </c:pt>
                <c:pt idx="3449">
                  <c:v>24-10-2013</c:v>
                </c:pt>
                <c:pt idx="3450">
                  <c:v>25-10-2013</c:v>
                </c:pt>
                <c:pt idx="3451">
                  <c:v>28-10-2013</c:v>
                </c:pt>
                <c:pt idx="3452">
                  <c:v>29-10-2013</c:v>
                </c:pt>
                <c:pt idx="3453">
                  <c:v>30-10-2013</c:v>
                </c:pt>
                <c:pt idx="3454">
                  <c:v>31-10-2013</c:v>
                </c:pt>
                <c:pt idx="3455">
                  <c:v>01-11-2013</c:v>
                </c:pt>
                <c:pt idx="3456">
                  <c:v>03-11-2013</c:v>
                </c:pt>
                <c:pt idx="3457">
                  <c:v>05-11-2013</c:v>
                </c:pt>
                <c:pt idx="3458">
                  <c:v>06-11-2013</c:v>
                </c:pt>
                <c:pt idx="3459">
                  <c:v>07-11-2013</c:v>
                </c:pt>
                <c:pt idx="3460">
                  <c:v>08-11-2013</c:v>
                </c:pt>
                <c:pt idx="3461">
                  <c:v>11-11-2013</c:v>
                </c:pt>
                <c:pt idx="3462">
                  <c:v>12-11-2013</c:v>
                </c:pt>
                <c:pt idx="3463">
                  <c:v>13-11-2013</c:v>
                </c:pt>
                <c:pt idx="3464">
                  <c:v>14-11-2013</c:v>
                </c:pt>
                <c:pt idx="3465">
                  <c:v>18-11-2013</c:v>
                </c:pt>
                <c:pt idx="3466">
                  <c:v>19-11-2013</c:v>
                </c:pt>
                <c:pt idx="3467">
                  <c:v>20-11-2013</c:v>
                </c:pt>
                <c:pt idx="3468">
                  <c:v>21-11-2013</c:v>
                </c:pt>
                <c:pt idx="3469">
                  <c:v>22-11-2013</c:v>
                </c:pt>
                <c:pt idx="3470">
                  <c:v>25-11-2013</c:v>
                </c:pt>
                <c:pt idx="3471">
                  <c:v>26-11-2013</c:v>
                </c:pt>
                <c:pt idx="3472">
                  <c:v>27-11-2013</c:v>
                </c:pt>
                <c:pt idx="3473">
                  <c:v>28-11-2013</c:v>
                </c:pt>
                <c:pt idx="3474">
                  <c:v>29-11-2013</c:v>
                </c:pt>
                <c:pt idx="3475">
                  <c:v>02-12-2013</c:v>
                </c:pt>
                <c:pt idx="3476">
                  <c:v>03-12-2013</c:v>
                </c:pt>
                <c:pt idx="3477">
                  <c:v>04-12-2013</c:v>
                </c:pt>
                <c:pt idx="3478">
                  <c:v>05-12-2013</c:v>
                </c:pt>
                <c:pt idx="3479">
                  <c:v>06-12-2013</c:v>
                </c:pt>
                <c:pt idx="3480">
                  <c:v>09-12-2013</c:v>
                </c:pt>
                <c:pt idx="3481">
                  <c:v>10-12-2013</c:v>
                </c:pt>
                <c:pt idx="3482">
                  <c:v>11-12-2013</c:v>
                </c:pt>
                <c:pt idx="3483">
                  <c:v>12-12-2013</c:v>
                </c:pt>
                <c:pt idx="3484">
                  <c:v>13-12-2013</c:v>
                </c:pt>
                <c:pt idx="3485">
                  <c:v>16-12-2013</c:v>
                </c:pt>
                <c:pt idx="3486">
                  <c:v>17-12-2013</c:v>
                </c:pt>
                <c:pt idx="3487">
                  <c:v>18-12-2013</c:v>
                </c:pt>
                <c:pt idx="3488">
                  <c:v>19-12-2013</c:v>
                </c:pt>
                <c:pt idx="3489">
                  <c:v>20-12-2013</c:v>
                </c:pt>
                <c:pt idx="3490">
                  <c:v>23-12-2013</c:v>
                </c:pt>
                <c:pt idx="3491">
                  <c:v>24-12-2013</c:v>
                </c:pt>
                <c:pt idx="3492">
                  <c:v>26-12-2013</c:v>
                </c:pt>
                <c:pt idx="3493">
                  <c:v>27-12-2013</c:v>
                </c:pt>
                <c:pt idx="3494">
                  <c:v>30-12-2013</c:v>
                </c:pt>
                <c:pt idx="3495">
                  <c:v>31-12-2013</c:v>
                </c:pt>
                <c:pt idx="3496">
                  <c:v>01-01-2014</c:v>
                </c:pt>
                <c:pt idx="3497">
                  <c:v>02-01-2014</c:v>
                </c:pt>
                <c:pt idx="3498">
                  <c:v>03-01-2014</c:v>
                </c:pt>
                <c:pt idx="3499">
                  <c:v>06-01-2014</c:v>
                </c:pt>
                <c:pt idx="3500">
                  <c:v>07-01-2014</c:v>
                </c:pt>
                <c:pt idx="3501">
                  <c:v>08-01-2014</c:v>
                </c:pt>
                <c:pt idx="3502">
                  <c:v>09-01-2014</c:v>
                </c:pt>
                <c:pt idx="3503">
                  <c:v>10-01-2014</c:v>
                </c:pt>
                <c:pt idx="3504">
                  <c:v>13-01-2014</c:v>
                </c:pt>
                <c:pt idx="3505">
                  <c:v>14-01-2014</c:v>
                </c:pt>
                <c:pt idx="3506">
                  <c:v>15-01-2014</c:v>
                </c:pt>
                <c:pt idx="3507">
                  <c:v>16-01-2014</c:v>
                </c:pt>
                <c:pt idx="3508">
                  <c:v>17-01-2014</c:v>
                </c:pt>
                <c:pt idx="3509">
                  <c:v>20-01-2014</c:v>
                </c:pt>
                <c:pt idx="3510">
                  <c:v>21-01-2014</c:v>
                </c:pt>
                <c:pt idx="3511">
                  <c:v>22-01-2014</c:v>
                </c:pt>
                <c:pt idx="3512">
                  <c:v>23-01-2014</c:v>
                </c:pt>
                <c:pt idx="3513">
                  <c:v>24-01-2014</c:v>
                </c:pt>
                <c:pt idx="3514">
                  <c:v>27-01-2014</c:v>
                </c:pt>
                <c:pt idx="3515">
                  <c:v>28-01-2014</c:v>
                </c:pt>
                <c:pt idx="3516">
                  <c:v>29-01-2014</c:v>
                </c:pt>
                <c:pt idx="3517">
                  <c:v>30-01-2014</c:v>
                </c:pt>
                <c:pt idx="3518">
                  <c:v>31-01-2014</c:v>
                </c:pt>
                <c:pt idx="3519">
                  <c:v>03-02-2014</c:v>
                </c:pt>
                <c:pt idx="3520">
                  <c:v>04-02-2014</c:v>
                </c:pt>
                <c:pt idx="3521">
                  <c:v>05-02-2014</c:v>
                </c:pt>
                <c:pt idx="3522">
                  <c:v>06-02-2014</c:v>
                </c:pt>
                <c:pt idx="3523">
                  <c:v>07-02-2014</c:v>
                </c:pt>
                <c:pt idx="3524">
                  <c:v>10-02-2014</c:v>
                </c:pt>
                <c:pt idx="3525">
                  <c:v>11-02-2014</c:v>
                </c:pt>
                <c:pt idx="3526">
                  <c:v>12-02-2014</c:v>
                </c:pt>
                <c:pt idx="3527">
                  <c:v>13-02-2014</c:v>
                </c:pt>
                <c:pt idx="3528">
                  <c:v>14-02-2014</c:v>
                </c:pt>
                <c:pt idx="3529">
                  <c:v>17-02-2014</c:v>
                </c:pt>
                <c:pt idx="3530">
                  <c:v>18-02-2014</c:v>
                </c:pt>
                <c:pt idx="3531">
                  <c:v>19-02-2014</c:v>
                </c:pt>
                <c:pt idx="3532">
                  <c:v>20-02-2014</c:v>
                </c:pt>
                <c:pt idx="3533">
                  <c:v>21-02-2014</c:v>
                </c:pt>
                <c:pt idx="3534">
                  <c:v>24-02-2014</c:v>
                </c:pt>
                <c:pt idx="3535">
                  <c:v>25-02-2014</c:v>
                </c:pt>
                <c:pt idx="3536">
                  <c:v>26-02-2014</c:v>
                </c:pt>
                <c:pt idx="3537">
                  <c:v>28-02-2014</c:v>
                </c:pt>
                <c:pt idx="3538">
                  <c:v>03-03-2014</c:v>
                </c:pt>
                <c:pt idx="3539">
                  <c:v>04-03-2014</c:v>
                </c:pt>
                <c:pt idx="3540">
                  <c:v>05-03-2014</c:v>
                </c:pt>
                <c:pt idx="3541">
                  <c:v>06-03-2014</c:v>
                </c:pt>
                <c:pt idx="3542">
                  <c:v>07-03-2014</c:v>
                </c:pt>
                <c:pt idx="3543">
                  <c:v>10-03-2014</c:v>
                </c:pt>
                <c:pt idx="3544">
                  <c:v>11-03-2014</c:v>
                </c:pt>
                <c:pt idx="3545">
                  <c:v>12-03-2014</c:v>
                </c:pt>
                <c:pt idx="3546">
                  <c:v>13-03-2014</c:v>
                </c:pt>
                <c:pt idx="3547">
                  <c:v>14-03-2014</c:v>
                </c:pt>
                <c:pt idx="3548">
                  <c:v>18-03-2014</c:v>
                </c:pt>
                <c:pt idx="3549">
                  <c:v>19-03-2014</c:v>
                </c:pt>
                <c:pt idx="3550">
                  <c:v>20-03-2014</c:v>
                </c:pt>
                <c:pt idx="3551">
                  <c:v>21-03-2014</c:v>
                </c:pt>
                <c:pt idx="3552">
                  <c:v>22-03-2014</c:v>
                </c:pt>
                <c:pt idx="3553">
                  <c:v>24-03-2014</c:v>
                </c:pt>
                <c:pt idx="3554">
                  <c:v>25-03-2014</c:v>
                </c:pt>
                <c:pt idx="3555">
                  <c:v>26-03-2014</c:v>
                </c:pt>
                <c:pt idx="3556">
                  <c:v>27-03-2014</c:v>
                </c:pt>
                <c:pt idx="3557">
                  <c:v>28-03-2014</c:v>
                </c:pt>
                <c:pt idx="3558">
                  <c:v>31-03-2014</c:v>
                </c:pt>
                <c:pt idx="3559">
                  <c:v>01-04-2014</c:v>
                </c:pt>
                <c:pt idx="3560">
                  <c:v>02-04-2014</c:v>
                </c:pt>
                <c:pt idx="3561">
                  <c:v>03-04-2014</c:v>
                </c:pt>
                <c:pt idx="3562">
                  <c:v>04-04-2014</c:v>
                </c:pt>
                <c:pt idx="3563">
                  <c:v>07-04-2014</c:v>
                </c:pt>
                <c:pt idx="3564">
                  <c:v>09-04-2014</c:v>
                </c:pt>
                <c:pt idx="3565">
                  <c:v>10-04-2014</c:v>
                </c:pt>
                <c:pt idx="3566">
                  <c:v>11-04-2014</c:v>
                </c:pt>
                <c:pt idx="3567">
                  <c:v>15-04-2014</c:v>
                </c:pt>
                <c:pt idx="3568">
                  <c:v>16-04-2014</c:v>
                </c:pt>
                <c:pt idx="3569">
                  <c:v>17-04-2014</c:v>
                </c:pt>
                <c:pt idx="3570">
                  <c:v>21-04-2014</c:v>
                </c:pt>
                <c:pt idx="3571">
                  <c:v>22-04-2014</c:v>
                </c:pt>
                <c:pt idx="3572">
                  <c:v>23-04-2014</c:v>
                </c:pt>
                <c:pt idx="3573">
                  <c:v>25-04-2014</c:v>
                </c:pt>
                <c:pt idx="3574">
                  <c:v>28-04-2014</c:v>
                </c:pt>
                <c:pt idx="3575">
                  <c:v>29-04-2014</c:v>
                </c:pt>
                <c:pt idx="3576">
                  <c:v>30-04-2014</c:v>
                </c:pt>
                <c:pt idx="3577">
                  <c:v>02-05-2014</c:v>
                </c:pt>
                <c:pt idx="3578">
                  <c:v>05-05-2014</c:v>
                </c:pt>
                <c:pt idx="3579">
                  <c:v>06-05-2014</c:v>
                </c:pt>
                <c:pt idx="3580">
                  <c:v>07-05-2014</c:v>
                </c:pt>
                <c:pt idx="3581">
                  <c:v>08-05-2014</c:v>
                </c:pt>
                <c:pt idx="3582">
                  <c:v>09-05-2014</c:v>
                </c:pt>
                <c:pt idx="3583">
                  <c:v>12-05-2014</c:v>
                </c:pt>
                <c:pt idx="3584">
                  <c:v>13-05-2014</c:v>
                </c:pt>
                <c:pt idx="3585">
                  <c:v>14-05-2014</c:v>
                </c:pt>
                <c:pt idx="3586">
                  <c:v>15-05-2014</c:v>
                </c:pt>
                <c:pt idx="3587">
                  <c:v>16-05-2014</c:v>
                </c:pt>
                <c:pt idx="3588">
                  <c:v>19-05-2014</c:v>
                </c:pt>
                <c:pt idx="3589">
                  <c:v>20-05-2014</c:v>
                </c:pt>
                <c:pt idx="3590">
                  <c:v>21-05-2014</c:v>
                </c:pt>
                <c:pt idx="3591">
                  <c:v>22-05-2014</c:v>
                </c:pt>
                <c:pt idx="3592">
                  <c:v>23-05-2014</c:v>
                </c:pt>
                <c:pt idx="3593">
                  <c:v>26-05-2014</c:v>
                </c:pt>
                <c:pt idx="3594">
                  <c:v>27-05-2014</c:v>
                </c:pt>
                <c:pt idx="3595">
                  <c:v>28-05-2014</c:v>
                </c:pt>
                <c:pt idx="3596">
                  <c:v>29-05-2014</c:v>
                </c:pt>
                <c:pt idx="3597">
                  <c:v>30-05-2014</c:v>
                </c:pt>
                <c:pt idx="3598">
                  <c:v>02-06-2014</c:v>
                </c:pt>
                <c:pt idx="3599">
                  <c:v>03-06-2014</c:v>
                </c:pt>
                <c:pt idx="3600">
                  <c:v>04-06-2014</c:v>
                </c:pt>
                <c:pt idx="3601">
                  <c:v>05-06-2014</c:v>
                </c:pt>
                <c:pt idx="3602">
                  <c:v>06-06-2014</c:v>
                </c:pt>
                <c:pt idx="3603">
                  <c:v>09-06-2014</c:v>
                </c:pt>
                <c:pt idx="3604">
                  <c:v>10-06-2014</c:v>
                </c:pt>
                <c:pt idx="3605">
                  <c:v>11-06-2014</c:v>
                </c:pt>
                <c:pt idx="3606">
                  <c:v>12-06-2014</c:v>
                </c:pt>
                <c:pt idx="3607">
                  <c:v>13-06-2014</c:v>
                </c:pt>
                <c:pt idx="3608">
                  <c:v>16-06-2014</c:v>
                </c:pt>
                <c:pt idx="3609">
                  <c:v>17-06-2014</c:v>
                </c:pt>
                <c:pt idx="3610">
                  <c:v>18-06-2014</c:v>
                </c:pt>
                <c:pt idx="3611">
                  <c:v>19-06-2014</c:v>
                </c:pt>
                <c:pt idx="3612">
                  <c:v>20-06-2014</c:v>
                </c:pt>
                <c:pt idx="3613">
                  <c:v>23-06-2014</c:v>
                </c:pt>
                <c:pt idx="3614">
                  <c:v>24-06-2014</c:v>
                </c:pt>
                <c:pt idx="3615">
                  <c:v>25-06-2014</c:v>
                </c:pt>
                <c:pt idx="3616">
                  <c:v>26-06-2014</c:v>
                </c:pt>
                <c:pt idx="3617">
                  <c:v>27-06-2014</c:v>
                </c:pt>
                <c:pt idx="3618">
                  <c:v>30-06-2014</c:v>
                </c:pt>
                <c:pt idx="3619">
                  <c:v>01-07-2014</c:v>
                </c:pt>
                <c:pt idx="3620">
                  <c:v>02-07-2014</c:v>
                </c:pt>
                <c:pt idx="3621">
                  <c:v>03-07-2014</c:v>
                </c:pt>
                <c:pt idx="3622">
                  <c:v>04-07-2014</c:v>
                </c:pt>
                <c:pt idx="3623">
                  <c:v>07-07-2014</c:v>
                </c:pt>
                <c:pt idx="3624">
                  <c:v>08-07-2014</c:v>
                </c:pt>
                <c:pt idx="3625">
                  <c:v>09-07-2014</c:v>
                </c:pt>
                <c:pt idx="3626">
                  <c:v>10-07-2014</c:v>
                </c:pt>
                <c:pt idx="3627">
                  <c:v>11-07-2014</c:v>
                </c:pt>
                <c:pt idx="3628">
                  <c:v>14-07-2014</c:v>
                </c:pt>
                <c:pt idx="3629">
                  <c:v>15-07-2014</c:v>
                </c:pt>
                <c:pt idx="3630">
                  <c:v>16-07-2014</c:v>
                </c:pt>
                <c:pt idx="3631">
                  <c:v>17-07-2014</c:v>
                </c:pt>
                <c:pt idx="3632">
                  <c:v>18-07-2014</c:v>
                </c:pt>
                <c:pt idx="3633">
                  <c:v>21-07-2014</c:v>
                </c:pt>
                <c:pt idx="3634">
                  <c:v>22-07-2014</c:v>
                </c:pt>
                <c:pt idx="3635">
                  <c:v>23-07-2014</c:v>
                </c:pt>
                <c:pt idx="3636">
                  <c:v>24-07-2014</c:v>
                </c:pt>
                <c:pt idx="3637">
                  <c:v>25-07-2014</c:v>
                </c:pt>
                <c:pt idx="3638">
                  <c:v>28-07-2014</c:v>
                </c:pt>
                <c:pt idx="3639">
                  <c:v>30-07-2014</c:v>
                </c:pt>
                <c:pt idx="3640">
                  <c:v>31-07-2014</c:v>
                </c:pt>
                <c:pt idx="3641">
                  <c:v>01-08-2014</c:v>
                </c:pt>
                <c:pt idx="3642">
                  <c:v>04-08-2014</c:v>
                </c:pt>
                <c:pt idx="3643">
                  <c:v>05-08-2014</c:v>
                </c:pt>
                <c:pt idx="3644">
                  <c:v>06-08-2014</c:v>
                </c:pt>
                <c:pt idx="3645">
                  <c:v>07-08-2014</c:v>
                </c:pt>
                <c:pt idx="3646">
                  <c:v>08-08-2014</c:v>
                </c:pt>
                <c:pt idx="3647">
                  <c:v>11-08-2014</c:v>
                </c:pt>
                <c:pt idx="3648">
                  <c:v>12-08-2014</c:v>
                </c:pt>
                <c:pt idx="3649">
                  <c:v>13-08-2014</c:v>
                </c:pt>
                <c:pt idx="3650">
                  <c:v>14-08-2014</c:v>
                </c:pt>
                <c:pt idx="3651">
                  <c:v>18-08-2014</c:v>
                </c:pt>
                <c:pt idx="3652">
                  <c:v>19-08-2014</c:v>
                </c:pt>
                <c:pt idx="3653">
                  <c:v>20-08-2014</c:v>
                </c:pt>
                <c:pt idx="3654">
                  <c:v>21-08-2014</c:v>
                </c:pt>
                <c:pt idx="3655">
                  <c:v>22-08-2014</c:v>
                </c:pt>
                <c:pt idx="3656">
                  <c:v>25-08-2014</c:v>
                </c:pt>
                <c:pt idx="3657">
                  <c:v>26-08-2014</c:v>
                </c:pt>
                <c:pt idx="3658">
                  <c:v>27-08-2014</c:v>
                </c:pt>
                <c:pt idx="3659">
                  <c:v>28-08-2014</c:v>
                </c:pt>
                <c:pt idx="3660">
                  <c:v>01-09-2014</c:v>
                </c:pt>
                <c:pt idx="3661">
                  <c:v>02-09-2014</c:v>
                </c:pt>
                <c:pt idx="3662">
                  <c:v>03-09-2014</c:v>
                </c:pt>
                <c:pt idx="3663">
                  <c:v>04-09-2014</c:v>
                </c:pt>
                <c:pt idx="3664">
                  <c:v>05-09-2014</c:v>
                </c:pt>
                <c:pt idx="3665">
                  <c:v>08-09-2014</c:v>
                </c:pt>
                <c:pt idx="3666">
                  <c:v>09-09-2014</c:v>
                </c:pt>
                <c:pt idx="3667">
                  <c:v>10-09-2014</c:v>
                </c:pt>
                <c:pt idx="3668">
                  <c:v>11-09-2014</c:v>
                </c:pt>
                <c:pt idx="3669">
                  <c:v>12-09-2014</c:v>
                </c:pt>
                <c:pt idx="3670">
                  <c:v>15-09-2014</c:v>
                </c:pt>
                <c:pt idx="3671">
                  <c:v>16-09-2014</c:v>
                </c:pt>
                <c:pt idx="3672">
                  <c:v>17-09-2014</c:v>
                </c:pt>
                <c:pt idx="3673">
                  <c:v>18-09-2014</c:v>
                </c:pt>
                <c:pt idx="3674">
                  <c:v>19-09-2014</c:v>
                </c:pt>
                <c:pt idx="3675">
                  <c:v>22-09-2014</c:v>
                </c:pt>
                <c:pt idx="3676">
                  <c:v>23-09-2014</c:v>
                </c:pt>
                <c:pt idx="3677">
                  <c:v>24-09-2014</c:v>
                </c:pt>
                <c:pt idx="3678">
                  <c:v>25-09-2014</c:v>
                </c:pt>
                <c:pt idx="3679">
                  <c:v>26-09-2014</c:v>
                </c:pt>
                <c:pt idx="3680">
                  <c:v>29-09-2014</c:v>
                </c:pt>
                <c:pt idx="3681">
                  <c:v>30-09-2014</c:v>
                </c:pt>
                <c:pt idx="3682">
                  <c:v>01-10-2014</c:v>
                </c:pt>
                <c:pt idx="3683">
                  <c:v>07-10-2014</c:v>
                </c:pt>
                <c:pt idx="3684">
                  <c:v>08-10-2014</c:v>
                </c:pt>
                <c:pt idx="3685">
                  <c:v>09-10-2014</c:v>
                </c:pt>
                <c:pt idx="3686">
                  <c:v>10-10-2014</c:v>
                </c:pt>
                <c:pt idx="3687">
                  <c:v>13-10-2014</c:v>
                </c:pt>
                <c:pt idx="3688">
                  <c:v>14-10-2014</c:v>
                </c:pt>
                <c:pt idx="3689">
                  <c:v>16-10-2014</c:v>
                </c:pt>
                <c:pt idx="3690">
                  <c:v>17-10-2014</c:v>
                </c:pt>
                <c:pt idx="3691">
                  <c:v>20-10-2014</c:v>
                </c:pt>
                <c:pt idx="3692">
                  <c:v>21-10-2014</c:v>
                </c:pt>
                <c:pt idx="3693">
                  <c:v>22-10-2014</c:v>
                </c:pt>
                <c:pt idx="3694">
                  <c:v>23-10-2014</c:v>
                </c:pt>
                <c:pt idx="3695">
                  <c:v>27-10-2014</c:v>
                </c:pt>
                <c:pt idx="3696">
                  <c:v>28-10-2014</c:v>
                </c:pt>
                <c:pt idx="3697">
                  <c:v>29-10-2014</c:v>
                </c:pt>
                <c:pt idx="3698">
                  <c:v>30-10-2014</c:v>
                </c:pt>
                <c:pt idx="3699">
                  <c:v>31-10-2014</c:v>
                </c:pt>
                <c:pt idx="3700">
                  <c:v>03-11-2014</c:v>
                </c:pt>
                <c:pt idx="3701">
                  <c:v>05-11-2014</c:v>
                </c:pt>
                <c:pt idx="3702">
                  <c:v>07-11-2014</c:v>
                </c:pt>
                <c:pt idx="3703">
                  <c:v>10-11-2014</c:v>
                </c:pt>
                <c:pt idx="3704">
                  <c:v>11-11-2014</c:v>
                </c:pt>
                <c:pt idx="3705">
                  <c:v>12-11-2014</c:v>
                </c:pt>
                <c:pt idx="3706">
                  <c:v>13-11-2014</c:v>
                </c:pt>
                <c:pt idx="3707">
                  <c:v>14-11-2014</c:v>
                </c:pt>
                <c:pt idx="3708">
                  <c:v>17-11-2014</c:v>
                </c:pt>
                <c:pt idx="3709">
                  <c:v>18-11-2014</c:v>
                </c:pt>
                <c:pt idx="3710">
                  <c:v>19-11-2014</c:v>
                </c:pt>
                <c:pt idx="3711">
                  <c:v>20-11-2014</c:v>
                </c:pt>
                <c:pt idx="3712">
                  <c:v>21-11-2014</c:v>
                </c:pt>
                <c:pt idx="3713">
                  <c:v>24-11-2014</c:v>
                </c:pt>
                <c:pt idx="3714">
                  <c:v>25-11-2014</c:v>
                </c:pt>
                <c:pt idx="3715">
                  <c:v>26-11-2014</c:v>
                </c:pt>
                <c:pt idx="3716">
                  <c:v>27-11-2014</c:v>
                </c:pt>
                <c:pt idx="3717">
                  <c:v>28-11-2014</c:v>
                </c:pt>
                <c:pt idx="3718">
                  <c:v>01-12-2014</c:v>
                </c:pt>
                <c:pt idx="3719">
                  <c:v>02-12-2014</c:v>
                </c:pt>
                <c:pt idx="3720">
                  <c:v>03-12-2014</c:v>
                </c:pt>
                <c:pt idx="3721">
                  <c:v>04-12-2014</c:v>
                </c:pt>
                <c:pt idx="3722">
                  <c:v>05-12-2014</c:v>
                </c:pt>
                <c:pt idx="3723">
                  <c:v>08-12-2014</c:v>
                </c:pt>
                <c:pt idx="3724">
                  <c:v>09-12-2014</c:v>
                </c:pt>
                <c:pt idx="3725">
                  <c:v>10-12-2014</c:v>
                </c:pt>
                <c:pt idx="3726">
                  <c:v>11-12-2014</c:v>
                </c:pt>
                <c:pt idx="3727">
                  <c:v>12-12-2014</c:v>
                </c:pt>
                <c:pt idx="3728">
                  <c:v>15-12-2014</c:v>
                </c:pt>
                <c:pt idx="3729">
                  <c:v>16-12-2014</c:v>
                </c:pt>
                <c:pt idx="3730">
                  <c:v>17-12-2014</c:v>
                </c:pt>
                <c:pt idx="3731">
                  <c:v>18-12-2014</c:v>
                </c:pt>
                <c:pt idx="3732">
                  <c:v>19-12-2014</c:v>
                </c:pt>
                <c:pt idx="3733">
                  <c:v>22-12-2014</c:v>
                </c:pt>
                <c:pt idx="3734">
                  <c:v>23-12-2014</c:v>
                </c:pt>
                <c:pt idx="3735">
                  <c:v>24-12-2014</c:v>
                </c:pt>
                <c:pt idx="3736">
                  <c:v>26-12-2014</c:v>
                </c:pt>
                <c:pt idx="3737">
                  <c:v>29-12-2014</c:v>
                </c:pt>
                <c:pt idx="3738">
                  <c:v>30-12-2014</c:v>
                </c:pt>
                <c:pt idx="3739">
                  <c:v>31-12-2014</c:v>
                </c:pt>
                <c:pt idx="3740">
                  <c:v>01-01-2015</c:v>
                </c:pt>
                <c:pt idx="3741">
                  <c:v>02-01-2015</c:v>
                </c:pt>
                <c:pt idx="3742">
                  <c:v>05-01-2015</c:v>
                </c:pt>
                <c:pt idx="3743">
                  <c:v>06-01-2015</c:v>
                </c:pt>
                <c:pt idx="3744">
                  <c:v>07-01-2015</c:v>
                </c:pt>
                <c:pt idx="3745">
                  <c:v>08-01-2015</c:v>
                </c:pt>
                <c:pt idx="3746">
                  <c:v>09-01-2015</c:v>
                </c:pt>
                <c:pt idx="3747">
                  <c:v>12-01-2015</c:v>
                </c:pt>
                <c:pt idx="3748">
                  <c:v>13-01-2015</c:v>
                </c:pt>
                <c:pt idx="3749">
                  <c:v>14-01-2015</c:v>
                </c:pt>
                <c:pt idx="3750">
                  <c:v>15-01-2015</c:v>
                </c:pt>
                <c:pt idx="3751">
                  <c:v>16-01-2015</c:v>
                </c:pt>
                <c:pt idx="3752">
                  <c:v>19-01-2015</c:v>
                </c:pt>
                <c:pt idx="3753">
                  <c:v>20-01-2015</c:v>
                </c:pt>
                <c:pt idx="3754">
                  <c:v>21-01-2015</c:v>
                </c:pt>
                <c:pt idx="3755">
                  <c:v>22-01-2015</c:v>
                </c:pt>
                <c:pt idx="3756">
                  <c:v>23-01-2015</c:v>
                </c:pt>
                <c:pt idx="3757">
                  <c:v>27-01-2015</c:v>
                </c:pt>
                <c:pt idx="3758">
                  <c:v>28-01-2015</c:v>
                </c:pt>
                <c:pt idx="3759">
                  <c:v>29-01-2015</c:v>
                </c:pt>
                <c:pt idx="3760">
                  <c:v>30-01-2015</c:v>
                </c:pt>
                <c:pt idx="3761">
                  <c:v>02-02-2015</c:v>
                </c:pt>
                <c:pt idx="3762">
                  <c:v>03-02-2015</c:v>
                </c:pt>
                <c:pt idx="3763">
                  <c:v>04-02-2015</c:v>
                </c:pt>
                <c:pt idx="3764">
                  <c:v>05-02-2015</c:v>
                </c:pt>
                <c:pt idx="3765">
                  <c:v>06-02-2015</c:v>
                </c:pt>
                <c:pt idx="3766">
                  <c:v>09-02-2015</c:v>
                </c:pt>
                <c:pt idx="3767">
                  <c:v>10-02-2015</c:v>
                </c:pt>
                <c:pt idx="3768">
                  <c:v>11-02-2015</c:v>
                </c:pt>
                <c:pt idx="3769">
                  <c:v>12-02-2015</c:v>
                </c:pt>
                <c:pt idx="3770">
                  <c:v>13-02-2015</c:v>
                </c:pt>
                <c:pt idx="3771">
                  <c:v>16-02-2015</c:v>
                </c:pt>
                <c:pt idx="3772">
                  <c:v>18-02-2015</c:v>
                </c:pt>
                <c:pt idx="3773">
                  <c:v>19-02-2015</c:v>
                </c:pt>
                <c:pt idx="3774">
                  <c:v>20-02-2015</c:v>
                </c:pt>
                <c:pt idx="3775">
                  <c:v>23-02-2015</c:v>
                </c:pt>
                <c:pt idx="3776">
                  <c:v>24-02-2015</c:v>
                </c:pt>
                <c:pt idx="3777">
                  <c:v>25-02-2015</c:v>
                </c:pt>
                <c:pt idx="3778">
                  <c:v>26-02-2015</c:v>
                </c:pt>
                <c:pt idx="3779">
                  <c:v>27-02-2015</c:v>
                </c:pt>
                <c:pt idx="3780">
                  <c:v>28-02-2015</c:v>
                </c:pt>
                <c:pt idx="3781">
                  <c:v>02-03-2015</c:v>
                </c:pt>
                <c:pt idx="3782">
                  <c:v>03-03-2015</c:v>
                </c:pt>
                <c:pt idx="3783">
                  <c:v>04-03-2015</c:v>
                </c:pt>
                <c:pt idx="3784">
                  <c:v>05-03-2015</c:v>
                </c:pt>
                <c:pt idx="3785">
                  <c:v>09-03-2015</c:v>
                </c:pt>
                <c:pt idx="3786">
                  <c:v>10-03-2015</c:v>
                </c:pt>
                <c:pt idx="3787">
                  <c:v>11-03-2015</c:v>
                </c:pt>
                <c:pt idx="3788">
                  <c:v>12-03-2015</c:v>
                </c:pt>
                <c:pt idx="3789">
                  <c:v>13-03-2015</c:v>
                </c:pt>
                <c:pt idx="3790">
                  <c:v>16-03-2015</c:v>
                </c:pt>
                <c:pt idx="3791">
                  <c:v>17-03-2015</c:v>
                </c:pt>
                <c:pt idx="3792">
                  <c:v>18-03-2015</c:v>
                </c:pt>
                <c:pt idx="3793">
                  <c:v>19-03-2015</c:v>
                </c:pt>
                <c:pt idx="3794">
                  <c:v>20-03-2015</c:v>
                </c:pt>
                <c:pt idx="3795">
                  <c:v>23-03-2015</c:v>
                </c:pt>
                <c:pt idx="3796">
                  <c:v>24-03-2015</c:v>
                </c:pt>
                <c:pt idx="3797">
                  <c:v>25-03-2015</c:v>
                </c:pt>
                <c:pt idx="3798">
                  <c:v>26-03-2015</c:v>
                </c:pt>
                <c:pt idx="3799">
                  <c:v>27-03-2015</c:v>
                </c:pt>
                <c:pt idx="3800">
                  <c:v>30-03-2015</c:v>
                </c:pt>
                <c:pt idx="3801">
                  <c:v>31-03-2015</c:v>
                </c:pt>
                <c:pt idx="3802">
                  <c:v>01-04-2015</c:v>
                </c:pt>
                <c:pt idx="3803">
                  <c:v>06-04-2015</c:v>
                </c:pt>
                <c:pt idx="3804">
                  <c:v>07-04-2015</c:v>
                </c:pt>
                <c:pt idx="3805">
                  <c:v>08-04-2015</c:v>
                </c:pt>
                <c:pt idx="3806">
                  <c:v>09-04-2015</c:v>
                </c:pt>
                <c:pt idx="3807">
                  <c:v>10-04-2015</c:v>
                </c:pt>
                <c:pt idx="3808">
                  <c:v>13-04-2015</c:v>
                </c:pt>
                <c:pt idx="3809">
                  <c:v>15-04-2015</c:v>
                </c:pt>
                <c:pt idx="3810">
                  <c:v>16-04-2015</c:v>
                </c:pt>
                <c:pt idx="3811">
                  <c:v>17-04-2015</c:v>
                </c:pt>
                <c:pt idx="3812">
                  <c:v>20-04-2015</c:v>
                </c:pt>
                <c:pt idx="3813">
                  <c:v>21-04-2015</c:v>
                </c:pt>
                <c:pt idx="3814">
                  <c:v>22-04-2015</c:v>
                </c:pt>
                <c:pt idx="3815">
                  <c:v>23-04-2015</c:v>
                </c:pt>
                <c:pt idx="3816">
                  <c:v>24-04-2015</c:v>
                </c:pt>
                <c:pt idx="3817">
                  <c:v>27-04-2015</c:v>
                </c:pt>
                <c:pt idx="3818">
                  <c:v>28-04-2015</c:v>
                </c:pt>
                <c:pt idx="3819">
                  <c:v>29-04-2015</c:v>
                </c:pt>
                <c:pt idx="3820">
                  <c:v>30-04-2015</c:v>
                </c:pt>
                <c:pt idx="3821">
                  <c:v>04-05-2015</c:v>
                </c:pt>
                <c:pt idx="3822">
                  <c:v>05-05-2015</c:v>
                </c:pt>
                <c:pt idx="3823">
                  <c:v>06-05-2015</c:v>
                </c:pt>
                <c:pt idx="3824">
                  <c:v>07-05-2015</c:v>
                </c:pt>
                <c:pt idx="3825">
                  <c:v>08-05-2015</c:v>
                </c:pt>
                <c:pt idx="3826">
                  <c:v>11-05-2015</c:v>
                </c:pt>
                <c:pt idx="3827">
                  <c:v>12-05-2015</c:v>
                </c:pt>
                <c:pt idx="3828">
                  <c:v>13-05-2015</c:v>
                </c:pt>
                <c:pt idx="3829">
                  <c:v>14-05-2015</c:v>
                </c:pt>
                <c:pt idx="3830">
                  <c:v>15-05-2015</c:v>
                </c:pt>
                <c:pt idx="3831">
                  <c:v>18-05-2015</c:v>
                </c:pt>
                <c:pt idx="3832">
                  <c:v>19-05-2015</c:v>
                </c:pt>
                <c:pt idx="3833">
                  <c:v>20-05-2015</c:v>
                </c:pt>
                <c:pt idx="3834">
                  <c:v>21-05-2015</c:v>
                </c:pt>
                <c:pt idx="3835">
                  <c:v>22-05-2015</c:v>
                </c:pt>
                <c:pt idx="3836">
                  <c:v>25-05-2015</c:v>
                </c:pt>
                <c:pt idx="3837">
                  <c:v>26-05-2015</c:v>
                </c:pt>
                <c:pt idx="3838">
                  <c:v>27-05-2015</c:v>
                </c:pt>
                <c:pt idx="3839">
                  <c:v>28-05-2015</c:v>
                </c:pt>
                <c:pt idx="3840">
                  <c:v>29-05-2015</c:v>
                </c:pt>
                <c:pt idx="3841">
                  <c:v>01-06-2015</c:v>
                </c:pt>
                <c:pt idx="3842">
                  <c:v>02-06-2015</c:v>
                </c:pt>
                <c:pt idx="3843">
                  <c:v>03-06-2015</c:v>
                </c:pt>
                <c:pt idx="3844">
                  <c:v>04-06-2015</c:v>
                </c:pt>
                <c:pt idx="3845">
                  <c:v>05-06-2015</c:v>
                </c:pt>
                <c:pt idx="3846">
                  <c:v>08-06-2015</c:v>
                </c:pt>
                <c:pt idx="3847">
                  <c:v>09-06-2015</c:v>
                </c:pt>
                <c:pt idx="3848">
                  <c:v>10-06-2015</c:v>
                </c:pt>
                <c:pt idx="3849">
                  <c:v>11-06-2015</c:v>
                </c:pt>
                <c:pt idx="3850">
                  <c:v>12-06-2015</c:v>
                </c:pt>
                <c:pt idx="3851">
                  <c:v>15-06-2015</c:v>
                </c:pt>
                <c:pt idx="3852">
                  <c:v>16-06-2015</c:v>
                </c:pt>
                <c:pt idx="3853">
                  <c:v>17-06-2015</c:v>
                </c:pt>
                <c:pt idx="3854">
                  <c:v>18-06-2015</c:v>
                </c:pt>
                <c:pt idx="3855">
                  <c:v>19-06-2015</c:v>
                </c:pt>
                <c:pt idx="3856">
                  <c:v>22-06-2015</c:v>
                </c:pt>
                <c:pt idx="3857">
                  <c:v>23-06-2015</c:v>
                </c:pt>
                <c:pt idx="3858">
                  <c:v>24-06-2015</c:v>
                </c:pt>
                <c:pt idx="3859">
                  <c:v>25-06-2015</c:v>
                </c:pt>
                <c:pt idx="3860">
                  <c:v>26-06-2015</c:v>
                </c:pt>
                <c:pt idx="3861">
                  <c:v>29-06-2015</c:v>
                </c:pt>
                <c:pt idx="3862">
                  <c:v>30-06-2015</c:v>
                </c:pt>
                <c:pt idx="3863">
                  <c:v>01-07-2015</c:v>
                </c:pt>
                <c:pt idx="3864">
                  <c:v>02-07-2015</c:v>
                </c:pt>
                <c:pt idx="3865">
                  <c:v>03-07-2015</c:v>
                </c:pt>
                <c:pt idx="3866">
                  <c:v>06-07-2015</c:v>
                </c:pt>
                <c:pt idx="3867">
                  <c:v>07-07-2015</c:v>
                </c:pt>
                <c:pt idx="3868">
                  <c:v>08-07-2015</c:v>
                </c:pt>
                <c:pt idx="3869">
                  <c:v>09-07-2015</c:v>
                </c:pt>
                <c:pt idx="3870">
                  <c:v>10-07-2015</c:v>
                </c:pt>
                <c:pt idx="3871">
                  <c:v>13-07-2015</c:v>
                </c:pt>
                <c:pt idx="3872">
                  <c:v>14-07-2015</c:v>
                </c:pt>
                <c:pt idx="3873">
                  <c:v>15-07-2015</c:v>
                </c:pt>
                <c:pt idx="3874">
                  <c:v>16-07-2015</c:v>
                </c:pt>
                <c:pt idx="3875">
                  <c:v>17-07-2015</c:v>
                </c:pt>
                <c:pt idx="3876">
                  <c:v>20-07-2015</c:v>
                </c:pt>
                <c:pt idx="3877">
                  <c:v>21-07-2015</c:v>
                </c:pt>
                <c:pt idx="3878">
                  <c:v>22-07-2015</c:v>
                </c:pt>
                <c:pt idx="3879">
                  <c:v>23-07-2015</c:v>
                </c:pt>
                <c:pt idx="3880">
                  <c:v>24-07-2015</c:v>
                </c:pt>
                <c:pt idx="3881">
                  <c:v>27-07-2015</c:v>
                </c:pt>
                <c:pt idx="3882">
                  <c:v>28-07-2015</c:v>
                </c:pt>
                <c:pt idx="3883">
                  <c:v>29-07-2015</c:v>
                </c:pt>
                <c:pt idx="3884">
                  <c:v>30-07-2015</c:v>
                </c:pt>
                <c:pt idx="3885">
                  <c:v>31-07-2015</c:v>
                </c:pt>
                <c:pt idx="3886">
                  <c:v>03-08-2015</c:v>
                </c:pt>
                <c:pt idx="3887">
                  <c:v>04-08-2015</c:v>
                </c:pt>
                <c:pt idx="3888">
                  <c:v>05-08-2015</c:v>
                </c:pt>
                <c:pt idx="3889">
                  <c:v>06-08-2015</c:v>
                </c:pt>
                <c:pt idx="3890">
                  <c:v>07-08-2015</c:v>
                </c:pt>
                <c:pt idx="3891">
                  <c:v>10-08-2015</c:v>
                </c:pt>
                <c:pt idx="3892">
                  <c:v>11-08-2015</c:v>
                </c:pt>
                <c:pt idx="3893">
                  <c:v>12-08-2015</c:v>
                </c:pt>
                <c:pt idx="3894">
                  <c:v>13-08-2015</c:v>
                </c:pt>
                <c:pt idx="3895">
                  <c:v>14-08-2015</c:v>
                </c:pt>
                <c:pt idx="3896">
                  <c:v>17-08-2015</c:v>
                </c:pt>
                <c:pt idx="3897">
                  <c:v>18-08-2015</c:v>
                </c:pt>
                <c:pt idx="3898">
                  <c:v>19-08-2015</c:v>
                </c:pt>
                <c:pt idx="3899">
                  <c:v>20-08-2015</c:v>
                </c:pt>
                <c:pt idx="3900">
                  <c:v>21-08-2015</c:v>
                </c:pt>
                <c:pt idx="3901">
                  <c:v>24-08-2015</c:v>
                </c:pt>
                <c:pt idx="3902">
                  <c:v>25-08-2015</c:v>
                </c:pt>
                <c:pt idx="3903">
                  <c:v>26-08-2015</c:v>
                </c:pt>
                <c:pt idx="3904">
                  <c:v>27-08-2015</c:v>
                </c:pt>
                <c:pt idx="3905">
                  <c:v>28-08-2015</c:v>
                </c:pt>
                <c:pt idx="3906">
                  <c:v>31-08-2015</c:v>
                </c:pt>
                <c:pt idx="3907">
                  <c:v>01-09-2015</c:v>
                </c:pt>
                <c:pt idx="3908">
                  <c:v>02-09-2015</c:v>
                </c:pt>
                <c:pt idx="3909">
                  <c:v>03-09-2015</c:v>
                </c:pt>
                <c:pt idx="3910">
                  <c:v>04-09-2015</c:v>
                </c:pt>
                <c:pt idx="3911">
                  <c:v>07-09-2015</c:v>
                </c:pt>
                <c:pt idx="3912">
                  <c:v>08-09-2015</c:v>
                </c:pt>
                <c:pt idx="3913">
                  <c:v>09-09-2015</c:v>
                </c:pt>
                <c:pt idx="3914">
                  <c:v>10-09-2015</c:v>
                </c:pt>
                <c:pt idx="3915">
                  <c:v>11-09-2015</c:v>
                </c:pt>
                <c:pt idx="3916">
                  <c:v>14-09-2015</c:v>
                </c:pt>
                <c:pt idx="3917">
                  <c:v>15-09-2015</c:v>
                </c:pt>
                <c:pt idx="3918">
                  <c:v>16-09-2015</c:v>
                </c:pt>
                <c:pt idx="3919">
                  <c:v>18-09-2015</c:v>
                </c:pt>
                <c:pt idx="3920">
                  <c:v>21-09-2015</c:v>
                </c:pt>
                <c:pt idx="3921">
                  <c:v>22-09-2015</c:v>
                </c:pt>
                <c:pt idx="3922">
                  <c:v>23-09-2015</c:v>
                </c:pt>
                <c:pt idx="3923">
                  <c:v>24-09-2015</c:v>
                </c:pt>
                <c:pt idx="3924">
                  <c:v>28-09-2015</c:v>
                </c:pt>
                <c:pt idx="3925">
                  <c:v>29-09-2015</c:v>
                </c:pt>
                <c:pt idx="3926">
                  <c:v>30-09-2015</c:v>
                </c:pt>
                <c:pt idx="3927">
                  <c:v>01-10-2015</c:v>
                </c:pt>
                <c:pt idx="3928">
                  <c:v>05-10-2015</c:v>
                </c:pt>
                <c:pt idx="3929">
                  <c:v>06-10-2015</c:v>
                </c:pt>
                <c:pt idx="3930">
                  <c:v>07-10-2015</c:v>
                </c:pt>
                <c:pt idx="3931">
                  <c:v>08-10-2015</c:v>
                </c:pt>
                <c:pt idx="3932">
                  <c:v>09-10-2015</c:v>
                </c:pt>
                <c:pt idx="3933">
                  <c:v>12-10-2015</c:v>
                </c:pt>
                <c:pt idx="3934">
                  <c:v>13-10-2015</c:v>
                </c:pt>
                <c:pt idx="3935">
                  <c:v>14-10-2015</c:v>
                </c:pt>
                <c:pt idx="3936">
                  <c:v>15-10-2015</c:v>
                </c:pt>
                <c:pt idx="3937">
                  <c:v>16-10-2015</c:v>
                </c:pt>
                <c:pt idx="3938">
                  <c:v>19-10-2015</c:v>
                </c:pt>
                <c:pt idx="3939">
                  <c:v>20-10-2015</c:v>
                </c:pt>
                <c:pt idx="3940">
                  <c:v>21-10-2015</c:v>
                </c:pt>
                <c:pt idx="3941">
                  <c:v>23-10-2015</c:v>
                </c:pt>
                <c:pt idx="3942">
                  <c:v>26-10-2015</c:v>
                </c:pt>
                <c:pt idx="3943">
                  <c:v>27-10-2015</c:v>
                </c:pt>
                <c:pt idx="3944">
                  <c:v>28-10-2015</c:v>
                </c:pt>
                <c:pt idx="3945">
                  <c:v>29-10-2015</c:v>
                </c:pt>
                <c:pt idx="3946">
                  <c:v>30-10-2015</c:v>
                </c:pt>
                <c:pt idx="3947">
                  <c:v>02-11-2015</c:v>
                </c:pt>
                <c:pt idx="3948">
                  <c:v>03-11-2015</c:v>
                </c:pt>
                <c:pt idx="3949">
                  <c:v>04-11-2015</c:v>
                </c:pt>
                <c:pt idx="3950">
                  <c:v>05-11-2015</c:v>
                </c:pt>
                <c:pt idx="3951">
                  <c:v>06-11-2015</c:v>
                </c:pt>
                <c:pt idx="3952">
                  <c:v>09-11-2015</c:v>
                </c:pt>
                <c:pt idx="3953">
                  <c:v>10-11-2015</c:v>
                </c:pt>
                <c:pt idx="3954">
                  <c:v>11-11-2015</c:v>
                </c:pt>
                <c:pt idx="3955">
                  <c:v>13-11-2015</c:v>
                </c:pt>
                <c:pt idx="3956">
                  <c:v>16-11-2015</c:v>
                </c:pt>
                <c:pt idx="3957">
                  <c:v>17-11-2015</c:v>
                </c:pt>
                <c:pt idx="3958">
                  <c:v>18-11-2015</c:v>
                </c:pt>
                <c:pt idx="3959">
                  <c:v>19-11-2015</c:v>
                </c:pt>
                <c:pt idx="3960">
                  <c:v>20-11-2015</c:v>
                </c:pt>
                <c:pt idx="3961">
                  <c:v>23-11-2015</c:v>
                </c:pt>
                <c:pt idx="3962">
                  <c:v>24-11-2015</c:v>
                </c:pt>
                <c:pt idx="3963">
                  <c:v>26-11-2015</c:v>
                </c:pt>
                <c:pt idx="3964">
                  <c:v>27-11-2015</c:v>
                </c:pt>
                <c:pt idx="3965">
                  <c:v>30-11-2015</c:v>
                </c:pt>
                <c:pt idx="3966">
                  <c:v>01-12-2015</c:v>
                </c:pt>
                <c:pt idx="3967">
                  <c:v>02-12-2015</c:v>
                </c:pt>
                <c:pt idx="3968">
                  <c:v>03-12-2015</c:v>
                </c:pt>
                <c:pt idx="3969">
                  <c:v>04-12-2015</c:v>
                </c:pt>
                <c:pt idx="3970">
                  <c:v>07-12-2015</c:v>
                </c:pt>
                <c:pt idx="3971">
                  <c:v>08-12-2015</c:v>
                </c:pt>
                <c:pt idx="3972">
                  <c:v>09-12-2015</c:v>
                </c:pt>
                <c:pt idx="3973">
                  <c:v>10-12-2015</c:v>
                </c:pt>
                <c:pt idx="3974">
                  <c:v>11-12-2015</c:v>
                </c:pt>
                <c:pt idx="3975">
                  <c:v>14-12-2015</c:v>
                </c:pt>
                <c:pt idx="3976">
                  <c:v>15-12-2015</c:v>
                </c:pt>
                <c:pt idx="3977">
                  <c:v>16-12-2015</c:v>
                </c:pt>
                <c:pt idx="3978">
                  <c:v>17-12-2015</c:v>
                </c:pt>
                <c:pt idx="3979">
                  <c:v>18-12-2015</c:v>
                </c:pt>
                <c:pt idx="3980">
                  <c:v>21-12-2015</c:v>
                </c:pt>
                <c:pt idx="3981">
                  <c:v>22-12-2015</c:v>
                </c:pt>
                <c:pt idx="3982">
                  <c:v>23-12-2015</c:v>
                </c:pt>
                <c:pt idx="3983">
                  <c:v>24-12-2015</c:v>
                </c:pt>
                <c:pt idx="3984">
                  <c:v>28-12-2015</c:v>
                </c:pt>
                <c:pt idx="3985">
                  <c:v>29-12-2015</c:v>
                </c:pt>
                <c:pt idx="3986">
                  <c:v>30-12-2015</c:v>
                </c:pt>
                <c:pt idx="3987">
                  <c:v>31-12-2015</c:v>
                </c:pt>
                <c:pt idx="3988">
                  <c:v>01-01-2016</c:v>
                </c:pt>
                <c:pt idx="3989">
                  <c:v>04-01-2016</c:v>
                </c:pt>
                <c:pt idx="3990">
                  <c:v>05-01-2016</c:v>
                </c:pt>
                <c:pt idx="3991">
                  <c:v>06-01-2016</c:v>
                </c:pt>
                <c:pt idx="3992">
                  <c:v>07-01-2016</c:v>
                </c:pt>
                <c:pt idx="3993">
                  <c:v>08-01-2016</c:v>
                </c:pt>
                <c:pt idx="3994">
                  <c:v>11-01-2016</c:v>
                </c:pt>
                <c:pt idx="3995">
                  <c:v>12-01-2016</c:v>
                </c:pt>
                <c:pt idx="3996">
                  <c:v>13-01-2016</c:v>
                </c:pt>
                <c:pt idx="3997">
                  <c:v>14-01-2016</c:v>
                </c:pt>
                <c:pt idx="3998">
                  <c:v>15-01-2016</c:v>
                </c:pt>
                <c:pt idx="3999">
                  <c:v>18-01-2016</c:v>
                </c:pt>
                <c:pt idx="4000">
                  <c:v>19-01-2016</c:v>
                </c:pt>
                <c:pt idx="4001">
                  <c:v>20-01-2016</c:v>
                </c:pt>
                <c:pt idx="4002">
                  <c:v>21-01-2016</c:v>
                </c:pt>
                <c:pt idx="4003">
                  <c:v>22-01-2016</c:v>
                </c:pt>
                <c:pt idx="4004">
                  <c:v>25-01-2016</c:v>
                </c:pt>
                <c:pt idx="4005">
                  <c:v>27-01-2016</c:v>
                </c:pt>
                <c:pt idx="4006">
                  <c:v>28-01-2016</c:v>
                </c:pt>
                <c:pt idx="4007">
                  <c:v>29-01-2016</c:v>
                </c:pt>
                <c:pt idx="4008">
                  <c:v>01-02-2016</c:v>
                </c:pt>
                <c:pt idx="4009">
                  <c:v>02-02-2016</c:v>
                </c:pt>
                <c:pt idx="4010">
                  <c:v>03-02-2016</c:v>
                </c:pt>
                <c:pt idx="4011">
                  <c:v>04-02-2016</c:v>
                </c:pt>
                <c:pt idx="4012">
                  <c:v>05-02-2016</c:v>
                </c:pt>
                <c:pt idx="4013">
                  <c:v>08-02-2016</c:v>
                </c:pt>
                <c:pt idx="4014">
                  <c:v>09-02-2016</c:v>
                </c:pt>
                <c:pt idx="4015">
                  <c:v>10-02-2016</c:v>
                </c:pt>
                <c:pt idx="4016">
                  <c:v>11-02-2016</c:v>
                </c:pt>
                <c:pt idx="4017">
                  <c:v>12-02-2016</c:v>
                </c:pt>
                <c:pt idx="4018">
                  <c:v>15-02-2016</c:v>
                </c:pt>
                <c:pt idx="4019">
                  <c:v>16-02-2016</c:v>
                </c:pt>
                <c:pt idx="4020">
                  <c:v>17-02-2016</c:v>
                </c:pt>
                <c:pt idx="4021">
                  <c:v>18-02-2016</c:v>
                </c:pt>
                <c:pt idx="4022">
                  <c:v>19-02-2016</c:v>
                </c:pt>
                <c:pt idx="4023">
                  <c:v>22-02-2016</c:v>
                </c:pt>
                <c:pt idx="4024">
                  <c:v>23-02-2016</c:v>
                </c:pt>
                <c:pt idx="4025">
                  <c:v>24-02-2016</c:v>
                </c:pt>
                <c:pt idx="4026">
                  <c:v>25-02-2016</c:v>
                </c:pt>
                <c:pt idx="4027">
                  <c:v>26-02-2016</c:v>
                </c:pt>
                <c:pt idx="4028">
                  <c:v>29-02-2016</c:v>
                </c:pt>
                <c:pt idx="4029">
                  <c:v>01-03-2016</c:v>
                </c:pt>
                <c:pt idx="4030">
                  <c:v>02-03-2016</c:v>
                </c:pt>
                <c:pt idx="4031">
                  <c:v>03-03-2016</c:v>
                </c:pt>
                <c:pt idx="4032">
                  <c:v>04-03-2016</c:v>
                </c:pt>
                <c:pt idx="4033">
                  <c:v>08-03-2016</c:v>
                </c:pt>
                <c:pt idx="4034">
                  <c:v>09-03-2016</c:v>
                </c:pt>
                <c:pt idx="4035">
                  <c:v>10-03-2016</c:v>
                </c:pt>
                <c:pt idx="4036">
                  <c:v>11-03-2016</c:v>
                </c:pt>
                <c:pt idx="4037">
                  <c:v>14-03-2016</c:v>
                </c:pt>
                <c:pt idx="4038">
                  <c:v>15-03-2016</c:v>
                </c:pt>
                <c:pt idx="4039">
                  <c:v>16-03-2016</c:v>
                </c:pt>
                <c:pt idx="4040">
                  <c:v>17-03-2016</c:v>
                </c:pt>
                <c:pt idx="4041">
                  <c:v>18-03-2016</c:v>
                </c:pt>
                <c:pt idx="4042">
                  <c:v>21-03-2016</c:v>
                </c:pt>
                <c:pt idx="4043">
                  <c:v>22-03-2016</c:v>
                </c:pt>
                <c:pt idx="4044">
                  <c:v>23-03-2016</c:v>
                </c:pt>
                <c:pt idx="4045">
                  <c:v>28-03-2016</c:v>
                </c:pt>
                <c:pt idx="4046">
                  <c:v>29-03-2016</c:v>
                </c:pt>
                <c:pt idx="4047">
                  <c:v>30-03-2016</c:v>
                </c:pt>
                <c:pt idx="4048">
                  <c:v>31-03-2016</c:v>
                </c:pt>
                <c:pt idx="4049">
                  <c:v>01-04-2016</c:v>
                </c:pt>
                <c:pt idx="4050">
                  <c:v>04-04-2016</c:v>
                </c:pt>
                <c:pt idx="4051">
                  <c:v>05-04-2016</c:v>
                </c:pt>
                <c:pt idx="4052">
                  <c:v>06-04-2016</c:v>
                </c:pt>
                <c:pt idx="4053">
                  <c:v>07-04-2016</c:v>
                </c:pt>
                <c:pt idx="4054">
                  <c:v>08-04-2016</c:v>
                </c:pt>
                <c:pt idx="4055">
                  <c:v>11-04-2016</c:v>
                </c:pt>
                <c:pt idx="4056">
                  <c:v>12-04-2016</c:v>
                </c:pt>
                <c:pt idx="4057">
                  <c:v>13-04-2016</c:v>
                </c:pt>
                <c:pt idx="4058">
                  <c:v>18-04-2016</c:v>
                </c:pt>
                <c:pt idx="4059">
                  <c:v>20-04-2016</c:v>
                </c:pt>
                <c:pt idx="4060">
                  <c:v>21-04-2016</c:v>
                </c:pt>
                <c:pt idx="4061">
                  <c:v>22-04-2016</c:v>
                </c:pt>
                <c:pt idx="4062">
                  <c:v>25-04-2016</c:v>
                </c:pt>
                <c:pt idx="4063">
                  <c:v>26-04-2016</c:v>
                </c:pt>
                <c:pt idx="4064">
                  <c:v>27-04-2016</c:v>
                </c:pt>
                <c:pt idx="4065">
                  <c:v>28-04-2016</c:v>
                </c:pt>
                <c:pt idx="4066">
                  <c:v>29-04-2016</c:v>
                </c:pt>
                <c:pt idx="4067">
                  <c:v>02-05-2016</c:v>
                </c:pt>
                <c:pt idx="4068">
                  <c:v>03-05-2016</c:v>
                </c:pt>
                <c:pt idx="4069">
                  <c:v>04-05-2016</c:v>
                </c:pt>
                <c:pt idx="4070">
                  <c:v>05-05-2016</c:v>
                </c:pt>
                <c:pt idx="4071">
                  <c:v>06-05-2016</c:v>
                </c:pt>
                <c:pt idx="4072">
                  <c:v>09-05-2016</c:v>
                </c:pt>
                <c:pt idx="4073">
                  <c:v>10-05-2016</c:v>
                </c:pt>
                <c:pt idx="4074">
                  <c:v>11-05-2016</c:v>
                </c:pt>
                <c:pt idx="4075">
                  <c:v>12-05-2016</c:v>
                </c:pt>
                <c:pt idx="4076">
                  <c:v>13-05-2016</c:v>
                </c:pt>
                <c:pt idx="4077">
                  <c:v>16-05-2016</c:v>
                </c:pt>
                <c:pt idx="4078">
                  <c:v>17-05-2016</c:v>
                </c:pt>
                <c:pt idx="4079">
                  <c:v>18-05-2016</c:v>
                </c:pt>
                <c:pt idx="4080">
                  <c:v>19-05-2016</c:v>
                </c:pt>
                <c:pt idx="4081">
                  <c:v>20-05-2016</c:v>
                </c:pt>
                <c:pt idx="4082">
                  <c:v>23-05-2016</c:v>
                </c:pt>
                <c:pt idx="4083">
                  <c:v>24-05-2016</c:v>
                </c:pt>
                <c:pt idx="4084">
                  <c:v>25-05-2016</c:v>
                </c:pt>
                <c:pt idx="4085">
                  <c:v>26-05-2016</c:v>
                </c:pt>
                <c:pt idx="4086">
                  <c:v>27-05-2016</c:v>
                </c:pt>
                <c:pt idx="4087">
                  <c:v>30-05-2016</c:v>
                </c:pt>
                <c:pt idx="4088">
                  <c:v>31-05-2016</c:v>
                </c:pt>
                <c:pt idx="4089">
                  <c:v>01-06-2016</c:v>
                </c:pt>
                <c:pt idx="4090">
                  <c:v>02-06-2016</c:v>
                </c:pt>
                <c:pt idx="4091">
                  <c:v>03-06-2016</c:v>
                </c:pt>
                <c:pt idx="4092">
                  <c:v>06-06-2016</c:v>
                </c:pt>
                <c:pt idx="4093">
                  <c:v>07-06-2016</c:v>
                </c:pt>
                <c:pt idx="4094">
                  <c:v>08-06-2016</c:v>
                </c:pt>
                <c:pt idx="4095">
                  <c:v>09-06-2016</c:v>
                </c:pt>
                <c:pt idx="4096">
                  <c:v>10-06-2016</c:v>
                </c:pt>
                <c:pt idx="4097">
                  <c:v>13-06-2016</c:v>
                </c:pt>
                <c:pt idx="4098">
                  <c:v>14-06-2016</c:v>
                </c:pt>
                <c:pt idx="4099">
                  <c:v>15-06-2016</c:v>
                </c:pt>
                <c:pt idx="4100">
                  <c:v>16-06-2016</c:v>
                </c:pt>
                <c:pt idx="4101">
                  <c:v>17-06-2016</c:v>
                </c:pt>
                <c:pt idx="4102">
                  <c:v>20-06-2016</c:v>
                </c:pt>
                <c:pt idx="4103">
                  <c:v>21-06-2016</c:v>
                </c:pt>
                <c:pt idx="4104">
                  <c:v>22-06-2016</c:v>
                </c:pt>
                <c:pt idx="4105">
                  <c:v>23-06-2016</c:v>
                </c:pt>
                <c:pt idx="4106">
                  <c:v>24-06-2016</c:v>
                </c:pt>
                <c:pt idx="4107">
                  <c:v>27-06-2016</c:v>
                </c:pt>
                <c:pt idx="4108">
                  <c:v>28-06-2016</c:v>
                </c:pt>
                <c:pt idx="4109">
                  <c:v>29-06-2016</c:v>
                </c:pt>
                <c:pt idx="4110">
                  <c:v>30-06-2016</c:v>
                </c:pt>
                <c:pt idx="4111">
                  <c:v>01-07-2016</c:v>
                </c:pt>
                <c:pt idx="4112">
                  <c:v>04-07-2016</c:v>
                </c:pt>
                <c:pt idx="4113">
                  <c:v>05-07-2016</c:v>
                </c:pt>
                <c:pt idx="4114">
                  <c:v>07-07-2016</c:v>
                </c:pt>
                <c:pt idx="4115">
                  <c:v>08-07-2016</c:v>
                </c:pt>
                <c:pt idx="4116">
                  <c:v>11-07-2016</c:v>
                </c:pt>
                <c:pt idx="4117">
                  <c:v>12-07-2016</c:v>
                </c:pt>
                <c:pt idx="4118">
                  <c:v>13-07-2016</c:v>
                </c:pt>
                <c:pt idx="4119">
                  <c:v>14-07-2016</c:v>
                </c:pt>
                <c:pt idx="4120">
                  <c:v>15-07-2016</c:v>
                </c:pt>
                <c:pt idx="4121">
                  <c:v>18-07-2016</c:v>
                </c:pt>
                <c:pt idx="4122">
                  <c:v>19-07-2016</c:v>
                </c:pt>
                <c:pt idx="4123">
                  <c:v>20-07-2016</c:v>
                </c:pt>
                <c:pt idx="4124">
                  <c:v>21-07-2016</c:v>
                </c:pt>
                <c:pt idx="4125">
                  <c:v>22-07-2016</c:v>
                </c:pt>
                <c:pt idx="4126">
                  <c:v>25-07-2016</c:v>
                </c:pt>
                <c:pt idx="4127">
                  <c:v>26-07-2016</c:v>
                </c:pt>
                <c:pt idx="4128">
                  <c:v>27-07-2016</c:v>
                </c:pt>
                <c:pt idx="4129">
                  <c:v>28-07-2016</c:v>
                </c:pt>
                <c:pt idx="4130">
                  <c:v>29-07-2016</c:v>
                </c:pt>
                <c:pt idx="4131">
                  <c:v>01-08-2016</c:v>
                </c:pt>
                <c:pt idx="4132">
                  <c:v>02-08-2016</c:v>
                </c:pt>
                <c:pt idx="4133">
                  <c:v>03-08-2016</c:v>
                </c:pt>
                <c:pt idx="4134">
                  <c:v>04-08-2016</c:v>
                </c:pt>
                <c:pt idx="4135">
                  <c:v>05-08-2016</c:v>
                </c:pt>
                <c:pt idx="4136">
                  <c:v>08-08-2016</c:v>
                </c:pt>
                <c:pt idx="4137">
                  <c:v>09-08-2016</c:v>
                </c:pt>
                <c:pt idx="4138">
                  <c:v>10-08-2016</c:v>
                </c:pt>
                <c:pt idx="4139">
                  <c:v>11-08-2016</c:v>
                </c:pt>
                <c:pt idx="4140">
                  <c:v>12-08-2016</c:v>
                </c:pt>
                <c:pt idx="4141">
                  <c:v>16-08-2016</c:v>
                </c:pt>
                <c:pt idx="4142">
                  <c:v>17-08-2016</c:v>
                </c:pt>
                <c:pt idx="4143">
                  <c:v>18-08-2016</c:v>
                </c:pt>
                <c:pt idx="4144">
                  <c:v>19-08-2016</c:v>
                </c:pt>
                <c:pt idx="4145">
                  <c:v>22-08-2016</c:v>
                </c:pt>
                <c:pt idx="4146">
                  <c:v>23-08-2016</c:v>
                </c:pt>
                <c:pt idx="4147">
                  <c:v>24-08-2016</c:v>
                </c:pt>
                <c:pt idx="4148">
                  <c:v>25-08-2016</c:v>
                </c:pt>
                <c:pt idx="4149">
                  <c:v>26-08-2016</c:v>
                </c:pt>
                <c:pt idx="4150">
                  <c:v>29-08-2016</c:v>
                </c:pt>
                <c:pt idx="4151">
                  <c:v>30-08-2016</c:v>
                </c:pt>
                <c:pt idx="4152">
                  <c:v>31-08-2016</c:v>
                </c:pt>
                <c:pt idx="4153">
                  <c:v>01-09-2016</c:v>
                </c:pt>
                <c:pt idx="4154">
                  <c:v>02-09-2016</c:v>
                </c:pt>
                <c:pt idx="4155">
                  <c:v>06-09-2016</c:v>
                </c:pt>
                <c:pt idx="4156">
                  <c:v>07-09-2016</c:v>
                </c:pt>
                <c:pt idx="4157">
                  <c:v>08-09-2016</c:v>
                </c:pt>
                <c:pt idx="4158">
                  <c:v>09-09-2016</c:v>
                </c:pt>
                <c:pt idx="4159">
                  <c:v>12-09-2016</c:v>
                </c:pt>
                <c:pt idx="4160">
                  <c:v>14-09-2016</c:v>
                </c:pt>
                <c:pt idx="4161">
                  <c:v>15-09-2016</c:v>
                </c:pt>
                <c:pt idx="4162">
                  <c:v>16-09-2016</c:v>
                </c:pt>
                <c:pt idx="4163">
                  <c:v>19-09-2016</c:v>
                </c:pt>
                <c:pt idx="4164">
                  <c:v>20-09-2016</c:v>
                </c:pt>
                <c:pt idx="4165">
                  <c:v>21-09-2016</c:v>
                </c:pt>
                <c:pt idx="4166">
                  <c:v>22-09-2016</c:v>
                </c:pt>
                <c:pt idx="4167">
                  <c:v>23-09-2016</c:v>
                </c:pt>
                <c:pt idx="4168">
                  <c:v>26-09-2016</c:v>
                </c:pt>
                <c:pt idx="4169">
                  <c:v>27-09-2016</c:v>
                </c:pt>
                <c:pt idx="4170">
                  <c:v>28-09-2016</c:v>
                </c:pt>
                <c:pt idx="4171">
                  <c:v>29-09-2016</c:v>
                </c:pt>
                <c:pt idx="4172">
                  <c:v>30-09-2016</c:v>
                </c:pt>
                <c:pt idx="4173">
                  <c:v>03-10-2016</c:v>
                </c:pt>
                <c:pt idx="4174">
                  <c:v>04-10-2016</c:v>
                </c:pt>
                <c:pt idx="4175">
                  <c:v>05-10-2016</c:v>
                </c:pt>
                <c:pt idx="4176">
                  <c:v>06-10-2016</c:v>
                </c:pt>
                <c:pt idx="4177">
                  <c:v>07-10-2016</c:v>
                </c:pt>
                <c:pt idx="4178">
                  <c:v>10-10-2016</c:v>
                </c:pt>
                <c:pt idx="4179">
                  <c:v>13-10-2016</c:v>
                </c:pt>
                <c:pt idx="4180">
                  <c:v>14-10-2016</c:v>
                </c:pt>
                <c:pt idx="4181">
                  <c:v>17-10-2016</c:v>
                </c:pt>
                <c:pt idx="4182">
                  <c:v>18-10-2016</c:v>
                </c:pt>
                <c:pt idx="4183">
                  <c:v>19-10-2016</c:v>
                </c:pt>
                <c:pt idx="4184">
                  <c:v>20-10-2016</c:v>
                </c:pt>
                <c:pt idx="4185">
                  <c:v>21-10-2016</c:v>
                </c:pt>
                <c:pt idx="4186">
                  <c:v>24-10-2016</c:v>
                </c:pt>
                <c:pt idx="4187">
                  <c:v>25-10-2016</c:v>
                </c:pt>
                <c:pt idx="4188">
                  <c:v>26-10-2016</c:v>
                </c:pt>
                <c:pt idx="4189">
                  <c:v>27-10-2016</c:v>
                </c:pt>
                <c:pt idx="4190">
                  <c:v>28-10-2016</c:v>
                </c:pt>
                <c:pt idx="4191">
                  <c:v>30-10-2016</c:v>
                </c:pt>
                <c:pt idx="4192">
                  <c:v>01-11-2016</c:v>
                </c:pt>
                <c:pt idx="4193">
                  <c:v>02-11-2016</c:v>
                </c:pt>
                <c:pt idx="4194">
                  <c:v>03-11-2016</c:v>
                </c:pt>
                <c:pt idx="4195">
                  <c:v>04-11-2016</c:v>
                </c:pt>
                <c:pt idx="4196">
                  <c:v>07-11-2016</c:v>
                </c:pt>
                <c:pt idx="4197">
                  <c:v>08-11-2016</c:v>
                </c:pt>
                <c:pt idx="4198">
                  <c:v>09-11-2016</c:v>
                </c:pt>
                <c:pt idx="4199">
                  <c:v>10-11-2016</c:v>
                </c:pt>
                <c:pt idx="4200">
                  <c:v>11-11-2016</c:v>
                </c:pt>
                <c:pt idx="4201">
                  <c:v>15-11-2016</c:v>
                </c:pt>
                <c:pt idx="4202">
                  <c:v>16-11-2016</c:v>
                </c:pt>
                <c:pt idx="4203">
                  <c:v>17-11-2016</c:v>
                </c:pt>
                <c:pt idx="4204">
                  <c:v>18-11-2016</c:v>
                </c:pt>
                <c:pt idx="4205">
                  <c:v>21-11-2016</c:v>
                </c:pt>
                <c:pt idx="4206">
                  <c:v>22-11-2016</c:v>
                </c:pt>
                <c:pt idx="4207">
                  <c:v>23-11-2016</c:v>
                </c:pt>
                <c:pt idx="4208">
                  <c:v>24-11-2016</c:v>
                </c:pt>
                <c:pt idx="4209">
                  <c:v>25-11-2016</c:v>
                </c:pt>
                <c:pt idx="4210">
                  <c:v>28-11-2016</c:v>
                </c:pt>
                <c:pt idx="4211">
                  <c:v>29-11-2016</c:v>
                </c:pt>
                <c:pt idx="4212">
                  <c:v>30-11-2016</c:v>
                </c:pt>
                <c:pt idx="4213">
                  <c:v>01-12-2016</c:v>
                </c:pt>
                <c:pt idx="4214">
                  <c:v>02-12-2016</c:v>
                </c:pt>
                <c:pt idx="4215">
                  <c:v>05-12-2016</c:v>
                </c:pt>
                <c:pt idx="4216">
                  <c:v>06-12-2016</c:v>
                </c:pt>
                <c:pt idx="4217">
                  <c:v>07-12-2016</c:v>
                </c:pt>
                <c:pt idx="4218">
                  <c:v>08-12-2016</c:v>
                </c:pt>
                <c:pt idx="4219">
                  <c:v>09-12-2016</c:v>
                </c:pt>
                <c:pt idx="4220">
                  <c:v>12-12-2016</c:v>
                </c:pt>
                <c:pt idx="4221">
                  <c:v>13-12-2016</c:v>
                </c:pt>
                <c:pt idx="4222">
                  <c:v>14-12-2016</c:v>
                </c:pt>
                <c:pt idx="4223">
                  <c:v>15-12-2016</c:v>
                </c:pt>
                <c:pt idx="4224">
                  <c:v>16-12-2016</c:v>
                </c:pt>
                <c:pt idx="4225">
                  <c:v>19-12-2016</c:v>
                </c:pt>
                <c:pt idx="4226">
                  <c:v>20-12-2016</c:v>
                </c:pt>
                <c:pt idx="4227">
                  <c:v>21-12-2016</c:v>
                </c:pt>
                <c:pt idx="4228">
                  <c:v>22-12-2016</c:v>
                </c:pt>
                <c:pt idx="4229">
                  <c:v>23-12-2016</c:v>
                </c:pt>
                <c:pt idx="4230">
                  <c:v>26-12-2016</c:v>
                </c:pt>
                <c:pt idx="4231">
                  <c:v>27-12-2016</c:v>
                </c:pt>
                <c:pt idx="4232">
                  <c:v>28-12-2016</c:v>
                </c:pt>
                <c:pt idx="4233">
                  <c:v>29-12-2016</c:v>
                </c:pt>
                <c:pt idx="4234">
                  <c:v>30-12-2016</c:v>
                </c:pt>
                <c:pt idx="4235">
                  <c:v>02-01-2017</c:v>
                </c:pt>
                <c:pt idx="4236">
                  <c:v>03-01-2017</c:v>
                </c:pt>
                <c:pt idx="4237">
                  <c:v>04-01-2017</c:v>
                </c:pt>
                <c:pt idx="4238">
                  <c:v>05-01-2017</c:v>
                </c:pt>
                <c:pt idx="4239">
                  <c:v>06-01-2017</c:v>
                </c:pt>
                <c:pt idx="4240">
                  <c:v>09-01-2017</c:v>
                </c:pt>
                <c:pt idx="4241">
                  <c:v>10-01-2017</c:v>
                </c:pt>
                <c:pt idx="4242">
                  <c:v>11-01-2017</c:v>
                </c:pt>
                <c:pt idx="4243">
                  <c:v>12-01-2017</c:v>
                </c:pt>
                <c:pt idx="4244">
                  <c:v>13-01-2017</c:v>
                </c:pt>
                <c:pt idx="4245">
                  <c:v>16-01-2017</c:v>
                </c:pt>
                <c:pt idx="4246">
                  <c:v>17-01-2017</c:v>
                </c:pt>
                <c:pt idx="4247">
                  <c:v>18-01-2017</c:v>
                </c:pt>
                <c:pt idx="4248">
                  <c:v>19-01-2017</c:v>
                </c:pt>
                <c:pt idx="4249">
                  <c:v>20-01-2017</c:v>
                </c:pt>
                <c:pt idx="4250">
                  <c:v>23-01-2017</c:v>
                </c:pt>
                <c:pt idx="4251">
                  <c:v>24-01-2017</c:v>
                </c:pt>
                <c:pt idx="4252">
                  <c:v>25-01-2017</c:v>
                </c:pt>
                <c:pt idx="4253">
                  <c:v>27-01-2017</c:v>
                </c:pt>
                <c:pt idx="4254">
                  <c:v>30-01-2017</c:v>
                </c:pt>
                <c:pt idx="4255">
                  <c:v>31-01-2017</c:v>
                </c:pt>
                <c:pt idx="4256">
                  <c:v>01-02-2017</c:v>
                </c:pt>
                <c:pt idx="4257">
                  <c:v>02-02-2017</c:v>
                </c:pt>
                <c:pt idx="4258">
                  <c:v>03-02-2017</c:v>
                </c:pt>
                <c:pt idx="4259">
                  <c:v>06-02-2017</c:v>
                </c:pt>
                <c:pt idx="4260">
                  <c:v>07-02-2017</c:v>
                </c:pt>
                <c:pt idx="4261">
                  <c:v>08-02-2017</c:v>
                </c:pt>
                <c:pt idx="4262">
                  <c:v>09-02-2017</c:v>
                </c:pt>
                <c:pt idx="4263">
                  <c:v>10-02-2017</c:v>
                </c:pt>
                <c:pt idx="4264">
                  <c:v>13-02-2017</c:v>
                </c:pt>
                <c:pt idx="4265">
                  <c:v>14-02-2017</c:v>
                </c:pt>
                <c:pt idx="4266">
                  <c:v>15-02-2017</c:v>
                </c:pt>
                <c:pt idx="4267">
                  <c:v>16-02-2017</c:v>
                </c:pt>
                <c:pt idx="4268">
                  <c:v>17-02-2017</c:v>
                </c:pt>
                <c:pt idx="4269">
                  <c:v>20-02-2017</c:v>
                </c:pt>
                <c:pt idx="4270">
                  <c:v>21-02-2017</c:v>
                </c:pt>
                <c:pt idx="4271">
                  <c:v>22-02-2017</c:v>
                </c:pt>
                <c:pt idx="4272">
                  <c:v>23-02-2017</c:v>
                </c:pt>
                <c:pt idx="4273">
                  <c:v>27-02-2017</c:v>
                </c:pt>
                <c:pt idx="4274">
                  <c:v>28-02-2017</c:v>
                </c:pt>
                <c:pt idx="4275">
                  <c:v>01-03-2017</c:v>
                </c:pt>
                <c:pt idx="4276">
                  <c:v>02-03-2017</c:v>
                </c:pt>
                <c:pt idx="4277">
                  <c:v>03-03-2017</c:v>
                </c:pt>
                <c:pt idx="4278">
                  <c:v>06-03-2017</c:v>
                </c:pt>
                <c:pt idx="4279">
                  <c:v>07-03-2017</c:v>
                </c:pt>
                <c:pt idx="4280">
                  <c:v>08-03-2017</c:v>
                </c:pt>
                <c:pt idx="4281">
                  <c:v>09-03-2017</c:v>
                </c:pt>
                <c:pt idx="4282">
                  <c:v>10-03-2017</c:v>
                </c:pt>
                <c:pt idx="4283">
                  <c:v>14-03-2017</c:v>
                </c:pt>
                <c:pt idx="4284">
                  <c:v>15-03-2017</c:v>
                </c:pt>
                <c:pt idx="4285">
                  <c:v>16-03-2017</c:v>
                </c:pt>
                <c:pt idx="4286">
                  <c:v>17-03-2017</c:v>
                </c:pt>
                <c:pt idx="4287">
                  <c:v>20-03-2017</c:v>
                </c:pt>
                <c:pt idx="4288">
                  <c:v>21-03-2017</c:v>
                </c:pt>
                <c:pt idx="4289">
                  <c:v>22-03-2017</c:v>
                </c:pt>
                <c:pt idx="4290">
                  <c:v>23-03-2017</c:v>
                </c:pt>
                <c:pt idx="4291">
                  <c:v>24-03-2017</c:v>
                </c:pt>
                <c:pt idx="4292">
                  <c:v>27-03-2017</c:v>
                </c:pt>
                <c:pt idx="4293">
                  <c:v>28-03-2017</c:v>
                </c:pt>
                <c:pt idx="4294">
                  <c:v>29-03-2017</c:v>
                </c:pt>
                <c:pt idx="4295">
                  <c:v>30-03-2017</c:v>
                </c:pt>
                <c:pt idx="4296">
                  <c:v>31-03-2017</c:v>
                </c:pt>
                <c:pt idx="4297">
                  <c:v>03-04-2017</c:v>
                </c:pt>
                <c:pt idx="4298">
                  <c:v>05-04-2017</c:v>
                </c:pt>
                <c:pt idx="4299">
                  <c:v>06-04-2017</c:v>
                </c:pt>
                <c:pt idx="4300">
                  <c:v>07-04-2017</c:v>
                </c:pt>
                <c:pt idx="4301">
                  <c:v>10-04-2017</c:v>
                </c:pt>
                <c:pt idx="4302">
                  <c:v>11-04-2017</c:v>
                </c:pt>
                <c:pt idx="4303">
                  <c:v>12-04-2017</c:v>
                </c:pt>
                <c:pt idx="4304">
                  <c:v>13-04-2017</c:v>
                </c:pt>
                <c:pt idx="4305">
                  <c:v>17-04-2017</c:v>
                </c:pt>
                <c:pt idx="4306">
                  <c:v>18-04-2017</c:v>
                </c:pt>
                <c:pt idx="4307">
                  <c:v>19-04-2017</c:v>
                </c:pt>
                <c:pt idx="4308">
                  <c:v>20-04-2017</c:v>
                </c:pt>
                <c:pt idx="4309">
                  <c:v>21-04-2017</c:v>
                </c:pt>
                <c:pt idx="4310">
                  <c:v>24-04-2017</c:v>
                </c:pt>
                <c:pt idx="4311">
                  <c:v>25-04-2017</c:v>
                </c:pt>
                <c:pt idx="4312">
                  <c:v>26-04-2017</c:v>
                </c:pt>
                <c:pt idx="4313">
                  <c:v>27-04-2017</c:v>
                </c:pt>
                <c:pt idx="4314">
                  <c:v>28-04-2017</c:v>
                </c:pt>
                <c:pt idx="4315">
                  <c:v>02-05-2017</c:v>
                </c:pt>
                <c:pt idx="4316">
                  <c:v>03-05-2017</c:v>
                </c:pt>
                <c:pt idx="4317">
                  <c:v>04-05-2017</c:v>
                </c:pt>
                <c:pt idx="4318">
                  <c:v>05-05-2017</c:v>
                </c:pt>
                <c:pt idx="4319">
                  <c:v>08-05-2017</c:v>
                </c:pt>
                <c:pt idx="4320">
                  <c:v>09-05-2017</c:v>
                </c:pt>
                <c:pt idx="4321">
                  <c:v>10-05-2017</c:v>
                </c:pt>
                <c:pt idx="4322">
                  <c:v>11-05-2017</c:v>
                </c:pt>
                <c:pt idx="4323">
                  <c:v>12-05-2017</c:v>
                </c:pt>
                <c:pt idx="4324">
                  <c:v>15-05-2017</c:v>
                </c:pt>
                <c:pt idx="4325">
                  <c:v>16-05-2017</c:v>
                </c:pt>
                <c:pt idx="4326">
                  <c:v>17-05-2017</c:v>
                </c:pt>
                <c:pt idx="4327">
                  <c:v>18-05-2017</c:v>
                </c:pt>
                <c:pt idx="4328">
                  <c:v>19-05-2017</c:v>
                </c:pt>
                <c:pt idx="4329">
                  <c:v>22-05-2017</c:v>
                </c:pt>
                <c:pt idx="4330">
                  <c:v>23-05-2017</c:v>
                </c:pt>
                <c:pt idx="4331">
                  <c:v>24-05-2017</c:v>
                </c:pt>
                <c:pt idx="4332">
                  <c:v>25-05-2017</c:v>
                </c:pt>
                <c:pt idx="4333">
                  <c:v>26-05-2017</c:v>
                </c:pt>
                <c:pt idx="4334">
                  <c:v>29-05-2017</c:v>
                </c:pt>
                <c:pt idx="4335">
                  <c:v>30-05-2017</c:v>
                </c:pt>
                <c:pt idx="4336">
                  <c:v>31-05-2017</c:v>
                </c:pt>
                <c:pt idx="4337">
                  <c:v>01-06-2017</c:v>
                </c:pt>
                <c:pt idx="4338">
                  <c:v>02-06-2017</c:v>
                </c:pt>
                <c:pt idx="4339">
                  <c:v>05-06-2017</c:v>
                </c:pt>
                <c:pt idx="4340">
                  <c:v>06-06-2017</c:v>
                </c:pt>
                <c:pt idx="4341">
                  <c:v>07-06-2017</c:v>
                </c:pt>
                <c:pt idx="4342">
                  <c:v>08-06-2017</c:v>
                </c:pt>
                <c:pt idx="4343">
                  <c:v>09-06-2017</c:v>
                </c:pt>
                <c:pt idx="4344">
                  <c:v>12-06-2017</c:v>
                </c:pt>
                <c:pt idx="4345">
                  <c:v>13-06-2017</c:v>
                </c:pt>
                <c:pt idx="4346">
                  <c:v>14-06-2017</c:v>
                </c:pt>
                <c:pt idx="4347">
                  <c:v>15-06-2017</c:v>
                </c:pt>
                <c:pt idx="4348">
                  <c:v>16-06-2017</c:v>
                </c:pt>
                <c:pt idx="4349">
                  <c:v>19-06-2017</c:v>
                </c:pt>
                <c:pt idx="4350">
                  <c:v>20-06-2017</c:v>
                </c:pt>
                <c:pt idx="4351">
                  <c:v>21-06-2017</c:v>
                </c:pt>
                <c:pt idx="4352">
                  <c:v>22-06-2017</c:v>
                </c:pt>
                <c:pt idx="4353">
                  <c:v>23-06-2017</c:v>
                </c:pt>
                <c:pt idx="4354">
                  <c:v>27-06-2017</c:v>
                </c:pt>
                <c:pt idx="4355">
                  <c:v>28-06-2017</c:v>
                </c:pt>
                <c:pt idx="4356">
                  <c:v>29-06-2017</c:v>
                </c:pt>
                <c:pt idx="4357">
                  <c:v>30-06-2017</c:v>
                </c:pt>
                <c:pt idx="4358">
                  <c:v>03-07-2017</c:v>
                </c:pt>
                <c:pt idx="4359">
                  <c:v>04-07-2017</c:v>
                </c:pt>
                <c:pt idx="4360">
                  <c:v>05-07-2017</c:v>
                </c:pt>
                <c:pt idx="4361">
                  <c:v>06-07-2017</c:v>
                </c:pt>
                <c:pt idx="4362">
                  <c:v>07-07-2017</c:v>
                </c:pt>
                <c:pt idx="4363">
                  <c:v>10-07-2017</c:v>
                </c:pt>
                <c:pt idx="4364">
                  <c:v>11-07-2017</c:v>
                </c:pt>
                <c:pt idx="4365">
                  <c:v>12-07-2017</c:v>
                </c:pt>
                <c:pt idx="4366">
                  <c:v>13-07-2017</c:v>
                </c:pt>
                <c:pt idx="4367">
                  <c:v>14-07-2017</c:v>
                </c:pt>
                <c:pt idx="4368">
                  <c:v>17-07-2017</c:v>
                </c:pt>
                <c:pt idx="4369">
                  <c:v>18-07-2017</c:v>
                </c:pt>
                <c:pt idx="4370">
                  <c:v>19-07-2017</c:v>
                </c:pt>
                <c:pt idx="4371">
                  <c:v>20-07-2017</c:v>
                </c:pt>
                <c:pt idx="4372">
                  <c:v>21-07-2017</c:v>
                </c:pt>
                <c:pt idx="4373">
                  <c:v>24-07-2017</c:v>
                </c:pt>
                <c:pt idx="4374">
                  <c:v>25-07-2017</c:v>
                </c:pt>
                <c:pt idx="4375">
                  <c:v>26-07-2017</c:v>
                </c:pt>
                <c:pt idx="4376">
                  <c:v>27-07-2017</c:v>
                </c:pt>
                <c:pt idx="4377">
                  <c:v>28-07-2017</c:v>
                </c:pt>
                <c:pt idx="4378">
                  <c:v>31-07-2017</c:v>
                </c:pt>
                <c:pt idx="4379">
                  <c:v>01-08-2017</c:v>
                </c:pt>
                <c:pt idx="4380">
                  <c:v>02-08-2017</c:v>
                </c:pt>
                <c:pt idx="4381">
                  <c:v>03-08-2017</c:v>
                </c:pt>
                <c:pt idx="4382">
                  <c:v>04-08-2017</c:v>
                </c:pt>
                <c:pt idx="4383">
                  <c:v>07-08-2017</c:v>
                </c:pt>
                <c:pt idx="4384">
                  <c:v>08-08-2017</c:v>
                </c:pt>
                <c:pt idx="4385">
                  <c:v>09-08-2017</c:v>
                </c:pt>
                <c:pt idx="4386">
                  <c:v>10-08-2017</c:v>
                </c:pt>
                <c:pt idx="4387">
                  <c:v>11-08-2017</c:v>
                </c:pt>
                <c:pt idx="4388">
                  <c:v>14-08-2017</c:v>
                </c:pt>
                <c:pt idx="4389">
                  <c:v>16-08-2017</c:v>
                </c:pt>
                <c:pt idx="4390">
                  <c:v>17-08-2017</c:v>
                </c:pt>
                <c:pt idx="4391">
                  <c:v>18-08-2017</c:v>
                </c:pt>
                <c:pt idx="4392">
                  <c:v>21-08-2017</c:v>
                </c:pt>
                <c:pt idx="4393">
                  <c:v>22-08-2017</c:v>
                </c:pt>
                <c:pt idx="4394">
                  <c:v>23-08-2017</c:v>
                </c:pt>
                <c:pt idx="4395">
                  <c:v>24-08-2017</c:v>
                </c:pt>
                <c:pt idx="4396">
                  <c:v>28-08-2017</c:v>
                </c:pt>
                <c:pt idx="4397">
                  <c:v>29-08-2017</c:v>
                </c:pt>
                <c:pt idx="4398">
                  <c:v>30-08-2017</c:v>
                </c:pt>
                <c:pt idx="4399">
                  <c:v>31-08-2017</c:v>
                </c:pt>
                <c:pt idx="4400">
                  <c:v>01-09-2017</c:v>
                </c:pt>
                <c:pt idx="4401">
                  <c:v>04-09-2017</c:v>
                </c:pt>
                <c:pt idx="4402">
                  <c:v>05-09-2017</c:v>
                </c:pt>
                <c:pt idx="4403">
                  <c:v>06-09-2017</c:v>
                </c:pt>
                <c:pt idx="4404">
                  <c:v>07-09-2017</c:v>
                </c:pt>
                <c:pt idx="4405">
                  <c:v>08-09-2017</c:v>
                </c:pt>
                <c:pt idx="4406">
                  <c:v>11-09-2017</c:v>
                </c:pt>
                <c:pt idx="4407">
                  <c:v>12-09-2017</c:v>
                </c:pt>
                <c:pt idx="4408">
                  <c:v>13-09-2017</c:v>
                </c:pt>
                <c:pt idx="4409">
                  <c:v>14-09-2017</c:v>
                </c:pt>
                <c:pt idx="4410">
                  <c:v>15-09-2017</c:v>
                </c:pt>
                <c:pt idx="4411">
                  <c:v>18-09-2017</c:v>
                </c:pt>
                <c:pt idx="4412">
                  <c:v>19-09-2017</c:v>
                </c:pt>
                <c:pt idx="4413">
                  <c:v>20-09-2017</c:v>
                </c:pt>
                <c:pt idx="4414">
                  <c:v>21-09-2017</c:v>
                </c:pt>
                <c:pt idx="4415">
                  <c:v>22-09-2017</c:v>
                </c:pt>
                <c:pt idx="4416">
                  <c:v>25-09-2017</c:v>
                </c:pt>
                <c:pt idx="4417">
                  <c:v>26-09-2017</c:v>
                </c:pt>
                <c:pt idx="4418">
                  <c:v>27-09-2017</c:v>
                </c:pt>
                <c:pt idx="4419">
                  <c:v>28-09-2017</c:v>
                </c:pt>
                <c:pt idx="4420">
                  <c:v>29-09-2017</c:v>
                </c:pt>
                <c:pt idx="4421">
                  <c:v>03-10-2017</c:v>
                </c:pt>
                <c:pt idx="4422">
                  <c:v>04-10-2017</c:v>
                </c:pt>
                <c:pt idx="4423">
                  <c:v>05-10-2017</c:v>
                </c:pt>
                <c:pt idx="4424">
                  <c:v>06-10-2017</c:v>
                </c:pt>
                <c:pt idx="4425">
                  <c:v>09-10-2017</c:v>
                </c:pt>
                <c:pt idx="4426">
                  <c:v>10-10-2017</c:v>
                </c:pt>
                <c:pt idx="4427">
                  <c:v>11-10-2017</c:v>
                </c:pt>
                <c:pt idx="4428">
                  <c:v>12-10-2017</c:v>
                </c:pt>
                <c:pt idx="4429">
                  <c:v>13-10-2017</c:v>
                </c:pt>
                <c:pt idx="4430">
                  <c:v>16-10-2017</c:v>
                </c:pt>
                <c:pt idx="4431">
                  <c:v>17-10-2017</c:v>
                </c:pt>
                <c:pt idx="4432">
                  <c:v>18-10-2017</c:v>
                </c:pt>
                <c:pt idx="4433">
                  <c:v>19-10-2017</c:v>
                </c:pt>
                <c:pt idx="4434">
                  <c:v>23-10-2017</c:v>
                </c:pt>
                <c:pt idx="4435">
                  <c:v>24-10-2017</c:v>
                </c:pt>
                <c:pt idx="4436">
                  <c:v>25-10-2017</c:v>
                </c:pt>
                <c:pt idx="4437">
                  <c:v>26-10-2017</c:v>
                </c:pt>
                <c:pt idx="4438">
                  <c:v>27-10-2017</c:v>
                </c:pt>
                <c:pt idx="4439">
                  <c:v>30-10-2017</c:v>
                </c:pt>
                <c:pt idx="4440">
                  <c:v>31-10-2017</c:v>
                </c:pt>
                <c:pt idx="4441">
                  <c:v>01-11-2017</c:v>
                </c:pt>
                <c:pt idx="4442">
                  <c:v>02-11-2017</c:v>
                </c:pt>
                <c:pt idx="4443">
                  <c:v>03-11-2017</c:v>
                </c:pt>
                <c:pt idx="4444">
                  <c:v>06-11-2017</c:v>
                </c:pt>
                <c:pt idx="4445">
                  <c:v>07-11-2017</c:v>
                </c:pt>
                <c:pt idx="4446">
                  <c:v>08-11-2017</c:v>
                </c:pt>
                <c:pt idx="4447">
                  <c:v>09-11-2017</c:v>
                </c:pt>
                <c:pt idx="4448">
                  <c:v>10-11-2017</c:v>
                </c:pt>
                <c:pt idx="4449">
                  <c:v>13-11-2017</c:v>
                </c:pt>
                <c:pt idx="4450">
                  <c:v>14-11-2017</c:v>
                </c:pt>
                <c:pt idx="4451">
                  <c:v>15-11-2017</c:v>
                </c:pt>
                <c:pt idx="4452">
                  <c:v>16-11-2017</c:v>
                </c:pt>
                <c:pt idx="4453">
                  <c:v>17-11-2017</c:v>
                </c:pt>
                <c:pt idx="4454">
                  <c:v>20-11-2017</c:v>
                </c:pt>
                <c:pt idx="4455">
                  <c:v>21-11-2017</c:v>
                </c:pt>
                <c:pt idx="4456">
                  <c:v>22-11-2017</c:v>
                </c:pt>
                <c:pt idx="4457">
                  <c:v>23-11-2017</c:v>
                </c:pt>
                <c:pt idx="4458">
                  <c:v>24-11-2017</c:v>
                </c:pt>
                <c:pt idx="4459">
                  <c:v>27-11-2017</c:v>
                </c:pt>
                <c:pt idx="4460">
                  <c:v>28-11-2017</c:v>
                </c:pt>
                <c:pt idx="4461">
                  <c:v>29-11-2017</c:v>
                </c:pt>
                <c:pt idx="4462">
                  <c:v>30-11-2017</c:v>
                </c:pt>
                <c:pt idx="4463">
                  <c:v>01-12-2017</c:v>
                </c:pt>
                <c:pt idx="4464">
                  <c:v>04-12-2017</c:v>
                </c:pt>
                <c:pt idx="4465">
                  <c:v>05-12-2017</c:v>
                </c:pt>
                <c:pt idx="4466">
                  <c:v>06-12-2017</c:v>
                </c:pt>
                <c:pt idx="4467">
                  <c:v>07-12-2017</c:v>
                </c:pt>
                <c:pt idx="4468">
                  <c:v>08-12-2017</c:v>
                </c:pt>
                <c:pt idx="4469">
                  <c:v>11-12-2017</c:v>
                </c:pt>
                <c:pt idx="4470">
                  <c:v>12-12-2017</c:v>
                </c:pt>
                <c:pt idx="4471">
                  <c:v>13-12-2017</c:v>
                </c:pt>
                <c:pt idx="4472">
                  <c:v>14-12-2017</c:v>
                </c:pt>
                <c:pt idx="4473">
                  <c:v>15-12-2017</c:v>
                </c:pt>
                <c:pt idx="4474">
                  <c:v>18-12-2017</c:v>
                </c:pt>
                <c:pt idx="4475">
                  <c:v>19-12-2017</c:v>
                </c:pt>
                <c:pt idx="4476">
                  <c:v>20-12-2017</c:v>
                </c:pt>
                <c:pt idx="4477">
                  <c:v>21-12-2017</c:v>
                </c:pt>
                <c:pt idx="4478">
                  <c:v>22-12-2017</c:v>
                </c:pt>
                <c:pt idx="4479">
                  <c:v>26-12-2017</c:v>
                </c:pt>
                <c:pt idx="4480">
                  <c:v>27-12-2017</c:v>
                </c:pt>
                <c:pt idx="4481">
                  <c:v>28-12-2017</c:v>
                </c:pt>
                <c:pt idx="4482">
                  <c:v>29-12-2017</c:v>
                </c:pt>
                <c:pt idx="4483">
                  <c:v>01-01-2018</c:v>
                </c:pt>
                <c:pt idx="4484">
                  <c:v>02-01-2018</c:v>
                </c:pt>
                <c:pt idx="4485">
                  <c:v>03-01-2018</c:v>
                </c:pt>
                <c:pt idx="4486">
                  <c:v>04-01-2018</c:v>
                </c:pt>
                <c:pt idx="4487">
                  <c:v>05-01-2018</c:v>
                </c:pt>
                <c:pt idx="4488">
                  <c:v>08-01-2018</c:v>
                </c:pt>
                <c:pt idx="4489">
                  <c:v>09-01-2018</c:v>
                </c:pt>
                <c:pt idx="4490">
                  <c:v>10-01-2018</c:v>
                </c:pt>
                <c:pt idx="4491">
                  <c:v>11-01-2018</c:v>
                </c:pt>
                <c:pt idx="4492">
                  <c:v>12-01-2018</c:v>
                </c:pt>
                <c:pt idx="4493">
                  <c:v>15-01-2018</c:v>
                </c:pt>
                <c:pt idx="4494">
                  <c:v>16-01-2018</c:v>
                </c:pt>
                <c:pt idx="4495">
                  <c:v>17-01-2018</c:v>
                </c:pt>
                <c:pt idx="4496">
                  <c:v>18-01-2018</c:v>
                </c:pt>
                <c:pt idx="4497">
                  <c:v>19-01-2018</c:v>
                </c:pt>
                <c:pt idx="4498">
                  <c:v>22-01-2018</c:v>
                </c:pt>
                <c:pt idx="4499">
                  <c:v>23-01-2018</c:v>
                </c:pt>
                <c:pt idx="4500">
                  <c:v>24-01-2018</c:v>
                </c:pt>
                <c:pt idx="4501">
                  <c:v>25-01-2018</c:v>
                </c:pt>
                <c:pt idx="4502">
                  <c:v>29-01-2018</c:v>
                </c:pt>
                <c:pt idx="4503">
                  <c:v>30-01-2018</c:v>
                </c:pt>
                <c:pt idx="4504">
                  <c:v>31-01-2018</c:v>
                </c:pt>
                <c:pt idx="4505">
                  <c:v>01-02-2018</c:v>
                </c:pt>
                <c:pt idx="4506">
                  <c:v>02-02-2018</c:v>
                </c:pt>
                <c:pt idx="4507">
                  <c:v>05-02-2018</c:v>
                </c:pt>
                <c:pt idx="4508">
                  <c:v>06-02-2018</c:v>
                </c:pt>
                <c:pt idx="4509">
                  <c:v>07-02-2018</c:v>
                </c:pt>
                <c:pt idx="4510">
                  <c:v>08-02-2018</c:v>
                </c:pt>
                <c:pt idx="4511">
                  <c:v>09-02-2018</c:v>
                </c:pt>
                <c:pt idx="4512">
                  <c:v>12-02-2018</c:v>
                </c:pt>
                <c:pt idx="4513">
                  <c:v>14-02-2018</c:v>
                </c:pt>
                <c:pt idx="4514">
                  <c:v>15-02-2018</c:v>
                </c:pt>
                <c:pt idx="4515">
                  <c:v>16-02-2018</c:v>
                </c:pt>
                <c:pt idx="4516">
                  <c:v>19-02-2018</c:v>
                </c:pt>
                <c:pt idx="4517">
                  <c:v>20-02-2018</c:v>
                </c:pt>
                <c:pt idx="4518">
                  <c:v>21-02-2018</c:v>
                </c:pt>
                <c:pt idx="4519">
                  <c:v>22-02-2018</c:v>
                </c:pt>
                <c:pt idx="4520">
                  <c:v>23-02-2018</c:v>
                </c:pt>
                <c:pt idx="4521">
                  <c:v>26-02-2018</c:v>
                </c:pt>
                <c:pt idx="4522">
                  <c:v>27-02-2018</c:v>
                </c:pt>
                <c:pt idx="4523">
                  <c:v>28-02-2018</c:v>
                </c:pt>
                <c:pt idx="4524">
                  <c:v>01-03-2018</c:v>
                </c:pt>
                <c:pt idx="4525">
                  <c:v>05-03-2018</c:v>
                </c:pt>
                <c:pt idx="4526">
                  <c:v>06-03-2018</c:v>
                </c:pt>
                <c:pt idx="4527">
                  <c:v>07-03-2018</c:v>
                </c:pt>
                <c:pt idx="4528">
                  <c:v>08-03-2018</c:v>
                </c:pt>
                <c:pt idx="4529">
                  <c:v>09-03-2018</c:v>
                </c:pt>
                <c:pt idx="4530">
                  <c:v>12-03-2018</c:v>
                </c:pt>
                <c:pt idx="4531">
                  <c:v>13-03-2018</c:v>
                </c:pt>
                <c:pt idx="4532">
                  <c:v>14-03-2018</c:v>
                </c:pt>
                <c:pt idx="4533">
                  <c:v>15-03-2018</c:v>
                </c:pt>
                <c:pt idx="4534">
                  <c:v>16-03-2018</c:v>
                </c:pt>
                <c:pt idx="4535">
                  <c:v>19-03-2018</c:v>
                </c:pt>
                <c:pt idx="4536">
                  <c:v>20-03-2018</c:v>
                </c:pt>
                <c:pt idx="4537">
                  <c:v>21-03-2018</c:v>
                </c:pt>
                <c:pt idx="4538">
                  <c:v>22-03-2018</c:v>
                </c:pt>
                <c:pt idx="4539">
                  <c:v>23-03-2018</c:v>
                </c:pt>
                <c:pt idx="4540">
                  <c:v>26-03-2018</c:v>
                </c:pt>
                <c:pt idx="4541">
                  <c:v>27-03-2018</c:v>
                </c:pt>
                <c:pt idx="4542">
                  <c:v>28-03-2018</c:v>
                </c:pt>
                <c:pt idx="4543">
                  <c:v>02-04-2018</c:v>
                </c:pt>
                <c:pt idx="4544">
                  <c:v>03-04-2018</c:v>
                </c:pt>
                <c:pt idx="4545">
                  <c:v>04-04-2018</c:v>
                </c:pt>
                <c:pt idx="4546">
                  <c:v>05-04-2018</c:v>
                </c:pt>
                <c:pt idx="4547">
                  <c:v>06-04-2018</c:v>
                </c:pt>
                <c:pt idx="4548">
                  <c:v>09-04-2018</c:v>
                </c:pt>
                <c:pt idx="4549">
                  <c:v>10-04-2018</c:v>
                </c:pt>
                <c:pt idx="4550">
                  <c:v>11-04-2018</c:v>
                </c:pt>
                <c:pt idx="4551">
                  <c:v>12-04-2018</c:v>
                </c:pt>
                <c:pt idx="4552">
                  <c:v>13-04-2018</c:v>
                </c:pt>
                <c:pt idx="4553">
                  <c:v>16-04-2018</c:v>
                </c:pt>
                <c:pt idx="4554">
                  <c:v>17-04-2018</c:v>
                </c:pt>
                <c:pt idx="4555">
                  <c:v>18-04-2018</c:v>
                </c:pt>
                <c:pt idx="4556">
                  <c:v>19-04-2018</c:v>
                </c:pt>
                <c:pt idx="4557">
                  <c:v>20-04-2018</c:v>
                </c:pt>
                <c:pt idx="4558">
                  <c:v>23-04-2018</c:v>
                </c:pt>
                <c:pt idx="4559">
                  <c:v>24-04-2018</c:v>
                </c:pt>
                <c:pt idx="4560">
                  <c:v>25-04-2018</c:v>
                </c:pt>
                <c:pt idx="4561">
                  <c:v>26-04-2018</c:v>
                </c:pt>
                <c:pt idx="4562">
                  <c:v>27-04-2018</c:v>
                </c:pt>
                <c:pt idx="4563">
                  <c:v>30-04-2018</c:v>
                </c:pt>
                <c:pt idx="4564">
                  <c:v>02-05-2018</c:v>
                </c:pt>
                <c:pt idx="4565">
                  <c:v>03-05-2018</c:v>
                </c:pt>
                <c:pt idx="4566">
                  <c:v>04-05-2018</c:v>
                </c:pt>
                <c:pt idx="4567">
                  <c:v>07-05-2018</c:v>
                </c:pt>
                <c:pt idx="4568">
                  <c:v>08-05-2018</c:v>
                </c:pt>
                <c:pt idx="4569">
                  <c:v>09-05-2018</c:v>
                </c:pt>
                <c:pt idx="4570">
                  <c:v>10-05-2018</c:v>
                </c:pt>
                <c:pt idx="4571">
                  <c:v>11-05-2018</c:v>
                </c:pt>
                <c:pt idx="4572">
                  <c:v>14-05-2018</c:v>
                </c:pt>
                <c:pt idx="4573">
                  <c:v>15-05-2018</c:v>
                </c:pt>
                <c:pt idx="4574">
                  <c:v>16-05-2018</c:v>
                </c:pt>
                <c:pt idx="4575">
                  <c:v>17-05-2018</c:v>
                </c:pt>
                <c:pt idx="4576">
                  <c:v>18-05-2018</c:v>
                </c:pt>
                <c:pt idx="4577">
                  <c:v>21-05-2018</c:v>
                </c:pt>
                <c:pt idx="4578">
                  <c:v>22-05-2018</c:v>
                </c:pt>
                <c:pt idx="4579">
                  <c:v>23-05-2018</c:v>
                </c:pt>
                <c:pt idx="4580">
                  <c:v>24-05-2018</c:v>
                </c:pt>
                <c:pt idx="4581">
                  <c:v>25-05-2018</c:v>
                </c:pt>
                <c:pt idx="4582">
                  <c:v>28-05-2018</c:v>
                </c:pt>
                <c:pt idx="4583">
                  <c:v>29-05-2018</c:v>
                </c:pt>
                <c:pt idx="4584">
                  <c:v>30-05-2018</c:v>
                </c:pt>
                <c:pt idx="4585">
                  <c:v>31-05-2018</c:v>
                </c:pt>
                <c:pt idx="4586">
                  <c:v>01-06-2018</c:v>
                </c:pt>
                <c:pt idx="4587">
                  <c:v>04-06-2018</c:v>
                </c:pt>
                <c:pt idx="4588">
                  <c:v>05-06-2018</c:v>
                </c:pt>
                <c:pt idx="4589">
                  <c:v>06-06-2018</c:v>
                </c:pt>
                <c:pt idx="4590">
                  <c:v>07-06-2018</c:v>
                </c:pt>
                <c:pt idx="4591">
                  <c:v>08-06-2018</c:v>
                </c:pt>
                <c:pt idx="4592">
                  <c:v>11-06-2018</c:v>
                </c:pt>
                <c:pt idx="4593">
                  <c:v>12-06-2018</c:v>
                </c:pt>
                <c:pt idx="4594">
                  <c:v>13-06-2018</c:v>
                </c:pt>
                <c:pt idx="4595">
                  <c:v>14-06-2018</c:v>
                </c:pt>
                <c:pt idx="4596">
                  <c:v>15-06-2018</c:v>
                </c:pt>
                <c:pt idx="4597">
                  <c:v>18-06-2018</c:v>
                </c:pt>
                <c:pt idx="4598">
                  <c:v>19-06-2018</c:v>
                </c:pt>
                <c:pt idx="4599">
                  <c:v>20-06-2018</c:v>
                </c:pt>
                <c:pt idx="4600">
                  <c:v>21-06-2018</c:v>
                </c:pt>
                <c:pt idx="4601">
                  <c:v>22-06-2018</c:v>
                </c:pt>
                <c:pt idx="4602">
                  <c:v>25-06-2018</c:v>
                </c:pt>
                <c:pt idx="4603">
                  <c:v>26-06-2018</c:v>
                </c:pt>
                <c:pt idx="4604">
                  <c:v>27-06-2018</c:v>
                </c:pt>
                <c:pt idx="4605">
                  <c:v>28-06-2018</c:v>
                </c:pt>
                <c:pt idx="4606">
                  <c:v>29-06-2018</c:v>
                </c:pt>
                <c:pt idx="4607">
                  <c:v>02-07-2018</c:v>
                </c:pt>
                <c:pt idx="4608">
                  <c:v>03-07-2018</c:v>
                </c:pt>
                <c:pt idx="4609">
                  <c:v>04-07-2018</c:v>
                </c:pt>
                <c:pt idx="4610">
                  <c:v>05-07-2018</c:v>
                </c:pt>
                <c:pt idx="4611">
                  <c:v>06-07-2018</c:v>
                </c:pt>
                <c:pt idx="4612">
                  <c:v>09-07-2018</c:v>
                </c:pt>
                <c:pt idx="4613">
                  <c:v>10-07-2018</c:v>
                </c:pt>
                <c:pt idx="4614">
                  <c:v>11-07-2018</c:v>
                </c:pt>
                <c:pt idx="4615">
                  <c:v>12-07-2018</c:v>
                </c:pt>
                <c:pt idx="4616">
                  <c:v>13-07-2018</c:v>
                </c:pt>
                <c:pt idx="4617">
                  <c:v>16-07-2018</c:v>
                </c:pt>
                <c:pt idx="4618">
                  <c:v>17-07-2018</c:v>
                </c:pt>
                <c:pt idx="4619">
                  <c:v>18-07-2018</c:v>
                </c:pt>
                <c:pt idx="4620">
                  <c:v>19-07-2018</c:v>
                </c:pt>
                <c:pt idx="4621">
                  <c:v>20-07-2018</c:v>
                </c:pt>
                <c:pt idx="4622">
                  <c:v>23-07-2018</c:v>
                </c:pt>
                <c:pt idx="4623">
                  <c:v>24-07-2018</c:v>
                </c:pt>
                <c:pt idx="4624">
                  <c:v>25-07-2018</c:v>
                </c:pt>
                <c:pt idx="4625">
                  <c:v>26-07-2018</c:v>
                </c:pt>
                <c:pt idx="4626">
                  <c:v>27-07-2018</c:v>
                </c:pt>
                <c:pt idx="4627">
                  <c:v>30-07-2018</c:v>
                </c:pt>
                <c:pt idx="4628">
                  <c:v>31-07-2018</c:v>
                </c:pt>
                <c:pt idx="4629">
                  <c:v>01-08-2018</c:v>
                </c:pt>
                <c:pt idx="4630">
                  <c:v>02-08-2018</c:v>
                </c:pt>
                <c:pt idx="4631">
                  <c:v>03-08-2018</c:v>
                </c:pt>
                <c:pt idx="4632">
                  <c:v>06-08-2018</c:v>
                </c:pt>
                <c:pt idx="4633">
                  <c:v>07-08-2018</c:v>
                </c:pt>
                <c:pt idx="4634">
                  <c:v>08-08-2018</c:v>
                </c:pt>
                <c:pt idx="4635">
                  <c:v>09-08-2018</c:v>
                </c:pt>
                <c:pt idx="4636">
                  <c:v>10-08-2018</c:v>
                </c:pt>
                <c:pt idx="4637">
                  <c:v>13-08-2018</c:v>
                </c:pt>
                <c:pt idx="4638">
                  <c:v>14-08-2018</c:v>
                </c:pt>
                <c:pt idx="4639">
                  <c:v>16-08-2018</c:v>
                </c:pt>
                <c:pt idx="4640">
                  <c:v>17-08-2018</c:v>
                </c:pt>
                <c:pt idx="4641">
                  <c:v>20-08-2018</c:v>
                </c:pt>
                <c:pt idx="4642">
                  <c:v>21-08-2018</c:v>
                </c:pt>
                <c:pt idx="4643">
                  <c:v>23-08-2018</c:v>
                </c:pt>
                <c:pt idx="4644">
                  <c:v>24-08-2018</c:v>
                </c:pt>
                <c:pt idx="4645">
                  <c:v>27-08-2018</c:v>
                </c:pt>
                <c:pt idx="4646">
                  <c:v>28-08-2018</c:v>
                </c:pt>
                <c:pt idx="4647">
                  <c:v>29-08-2018</c:v>
                </c:pt>
                <c:pt idx="4648">
                  <c:v>30-08-2018</c:v>
                </c:pt>
                <c:pt idx="4649">
                  <c:v>31-08-2018</c:v>
                </c:pt>
                <c:pt idx="4650">
                  <c:v>03-09-2018</c:v>
                </c:pt>
                <c:pt idx="4651">
                  <c:v>04-09-2018</c:v>
                </c:pt>
                <c:pt idx="4652">
                  <c:v>05-09-2018</c:v>
                </c:pt>
                <c:pt idx="4653">
                  <c:v>06-09-2018</c:v>
                </c:pt>
                <c:pt idx="4654">
                  <c:v>07-09-2018</c:v>
                </c:pt>
                <c:pt idx="4655">
                  <c:v>10-09-2018</c:v>
                </c:pt>
                <c:pt idx="4656">
                  <c:v>11-09-2018</c:v>
                </c:pt>
                <c:pt idx="4657">
                  <c:v>12-09-2018</c:v>
                </c:pt>
                <c:pt idx="4658">
                  <c:v>14-09-2018</c:v>
                </c:pt>
                <c:pt idx="4659">
                  <c:v>17-09-2018</c:v>
                </c:pt>
                <c:pt idx="4660">
                  <c:v>18-09-2018</c:v>
                </c:pt>
                <c:pt idx="4661">
                  <c:v>19-09-2018</c:v>
                </c:pt>
                <c:pt idx="4662">
                  <c:v>21-09-2018</c:v>
                </c:pt>
                <c:pt idx="4663">
                  <c:v>24-09-2018</c:v>
                </c:pt>
                <c:pt idx="4664">
                  <c:v>25-09-2018</c:v>
                </c:pt>
                <c:pt idx="4665">
                  <c:v>26-09-2018</c:v>
                </c:pt>
                <c:pt idx="4666">
                  <c:v>27-09-2018</c:v>
                </c:pt>
                <c:pt idx="4667">
                  <c:v>28-09-2018</c:v>
                </c:pt>
                <c:pt idx="4668">
                  <c:v>01-10-2018</c:v>
                </c:pt>
                <c:pt idx="4669">
                  <c:v>03-10-2018</c:v>
                </c:pt>
                <c:pt idx="4670">
                  <c:v>04-10-2018</c:v>
                </c:pt>
                <c:pt idx="4671">
                  <c:v>05-10-2018</c:v>
                </c:pt>
                <c:pt idx="4672">
                  <c:v>08-10-2018</c:v>
                </c:pt>
                <c:pt idx="4673">
                  <c:v>09-10-2018</c:v>
                </c:pt>
                <c:pt idx="4674">
                  <c:v>10-10-2018</c:v>
                </c:pt>
                <c:pt idx="4675">
                  <c:v>11-10-2018</c:v>
                </c:pt>
                <c:pt idx="4676">
                  <c:v>12-10-2018</c:v>
                </c:pt>
                <c:pt idx="4677">
                  <c:v>15-10-2018</c:v>
                </c:pt>
                <c:pt idx="4678">
                  <c:v>16-10-2018</c:v>
                </c:pt>
                <c:pt idx="4679">
                  <c:v>17-10-2018</c:v>
                </c:pt>
                <c:pt idx="4680">
                  <c:v>19-10-2018</c:v>
                </c:pt>
                <c:pt idx="4681">
                  <c:v>22-10-2018</c:v>
                </c:pt>
                <c:pt idx="4682">
                  <c:v>23-10-2018</c:v>
                </c:pt>
                <c:pt idx="4683">
                  <c:v>24-10-2018</c:v>
                </c:pt>
                <c:pt idx="4684">
                  <c:v>25-10-2018</c:v>
                </c:pt>
                <c:pt idx="4685">
                  <c:v>26-10-2018</c:v>
                </c:pt>
                <c:pt idx="4686">
                  <c:v>29-10-2018</c:v>
                </c:pt>
                <c:pt idx="4687">
                  <c:v>30-10-2018</c:v>
                </c:pt>
                <c:pt idx="4688">
                  <c:v>31-10-2018</c:v>
                </c:pt>
                <c:pt idx="4689">
                  <c:v>01-11-2018</c:v>
                </c:pt>
                <c:pt idx="4690">
                  <c:v>02-11-2018</c:v>
                </c:pt>
                <c:pt idx="4691">
                  <c:v>05-11-2018</c:v>
                </c:pt>
                <c:pt idx="4692">
                  <c:v>06-11-2018</c:v>
                </c:pt>
                <c:pt idx="4693">
                  <c:v>07-11-2018</c:v>
                </c:pt>
                <c:pt idx="4694">
                  <c:v>09-11-2018</c:v>
                </c:pt>
                <c:pt idx="4695">
                  <c:v>12-11-2018</c:v>
                </c:pt>
                <c:pt idx="4696">
                  <c:v>13-11-2018</c:v>
                </c:pt>
                <c:pt idx="4697">
                  <c:v>14-11-2018</c:v>
                </c:pt>
                <c:pt idx="4698">
                  <c:v>15-11-2018</c:v>
                </c:pt>
                <c:pt idx="4699">
                  <c:v>16-11-2018</c:v>
                </c:pt>
                <c:pt idx="4700">
                  <c:v>19-11-2018</c:v>
                </c:pt>
                <c:pt idx="4701">
                  <c:v>20-11-2018</c:v>
                </c:pt>
                <c:pt idx="4702">
                  <c:v>21-11-2018</c:v>
                </c:pt>
                <c:pt idx="4703">
                  <c:v>22-11-2018</c:v>
                </c:pt>
                <c:pt idx="4704">
                  <c:v>26-11-2018</c:v>
                </c:pt>
                <c:pt idx="4705">
                  <c:v>27-11-2018</c:v>
                </c:pt>
                <c:pt idx="4706">
                  <c:v>28-11-2018</c:v>
                </c:pt>
                <c:pt idx="4707">
                  <c:v>29-11-2018</c:v>
                </c:pt>
                <c:pt idx="4708">
                  <c:v>30-11-2018</c:v>
                </c:pt>
                <c:pt idx="4709">
                  <c:v>03-12-2018</c:v>
                </c:pt>
                <c:pt idx="4710">
                  <c:v>04-12-2018</c:v>
                </c:pt>
                <c:pt idx="4711">
                  <c:v>05-12-2018</c:v>
                </c:pt>
                <c:pt idx="4712">
                  <c:v>06-12-2018</c:v>
                </c:pt>
                <c:pt idx="4713">
                  <c:v>07-12-2018</c:v>
                </c:pt>
                <c:pt idx="4714">
                  <c:v>10-12-2018</c:v>
                </c:pt>
                <c:pt idx="4715">
                  <c:v>11-12-2018</c:v>
                </c:pt>
                <c:pt idx="4716">
                  <c:v>12-12-2018</c:v>
                </c:pt>
                <c:pt idx="4717">
                  <c:v>13-12-2018</c:v>
                </c:pt>
                <c:pt idx="4718">
                  <c:v>14-12-2018</c:v>
                </c:pt>
                <c:pt idx="4719">
                  <c:v>17-12-2018</c:v>
                </c:pt>
                <c:pt idx="4720">
                  <c:v>18-12-2018</c:v>
                </c:pt>
                <c:pt idx="4721">
                  <c:v>19-12-2018</c:v>
                </c:pt>
                <c:pt idx="4722">
                  <c:v>20-12-2018</c:v>
                </c:pt>
                <c:pt idx="4723">
                  <c:v>21-12-2018</c:v>
                </c:pt>
                <c:pt idx="4724">
                  <c:v>24-12-2018</c:v>
                </c:pt>
                <c:pt idx="4725">
                  <c:v>26-12-2018</c:v>
                </c:pt>
                <c:pt idx="4726">
                  <c:v>27-12-2018</c:v>
                </c:pt>
                <c:pt idx="4727">
                  <c:v>28-12-2018</c:v>
                </c:pt>
                <c:pt idx="4728">
                  <c:v>31-12-2018</c:v>
                </c:pt>
                <c:pt idx="4729">
                  <c:v>01-01-2019</c:v>
                </c:pt>
                <c:pt idx="4730">
                  <c:v>02-01-2019</c:v>
                </c:pt>
                <c:pt idx="4731">
                  <c:v>03-01-2019</c:v>
                </c:pt>
                <c:pt idx="4732">
                  <c:v>04-01-2019</c:v>
                </c:pt>
                <c:pt idx="4733">
                  <c:v>07-01-2019</c:v>
                </c:pt>
                <c:pt idx="4734">
                  <c:v>08-01-2019</c:v>
                </c:pt>
                <c:pt idx="4735">
                  <c:v>09-01-2019</c:v>
                </c:pt>
                <c:pt idx="4736">
                  <c:v>10-01-2019</c:v>
                </c:pt>
                <c:pt idx="4737">
                  <c:v>11-01-2019</c:v>
                </c:pt>
                <c:pt idx="4738">
                  <c:v>14-01-2019</c:v>
                </c:pt>
                <c:pt idx="4739">
                  <c:v>15-01-2019</c:v>
                </c:pt>
                <c:pt idx="4740">
                  <c:v>16-01-2019</c:v>
                </c:pt>
                <c:pt idx="4741">
                  <c:v>17-01-2019</c:v>
                </c:pt>
                <c:pt idx="4742">
                  <c:v>18-01-2019</c:v>
                </c:pt>
                <c:pt idx="4743">
                  <c:v>21-01-2019</c:v>
                </c:pt>
                <c:pt idx="4744">
                  <c:v>22-01-2019</c:v>
                </c:pt>
                <c:pt idx="4745">
                  <c:v>23-01-2019</c:v>
                </c:pt>
                <c:pt idx="4746">
                  <c:v>24-01-2019</c:v>
                </c:pt>
                <c:pt idx="4747">
                  <c:v>25-01-2019</c:v>
                </c:pt>
                <c:pt idx="4748">
                  <c:v>28-01-2019</c:v>
                </c:pt>
                <c:pt idx="4749">
                  <c:v>29-01-2019</c:v>
                </c:pt>
                <c:pt idx="4750">
                  <c:v>30-01-2019</c:v>
                </c:pt>
                <c:pt idx="4751">
                  <c:v>31-01-2019</c:v>
                </c:pt>
                <c:pt idx="4752">
                  <c:v>01-02-2019</c:v>
                </c:pt>
                <c:pt idx="4753">
                  <c:v>04-02-2019</c:v>
                </c:pt>
                <c:pt idx="4754">
                  <c:v>05-02-2019</c:v>
                </c:pt>
                <c:pt idx="4755">
                  <c:v>06-02-2019</c:v>
                </c:pt>
                <c:pt idx="4756">
                  <c:v>07-02-2019</c:v>
                </c:pt>
                <c:pt idx="4757">
                  <c:v>08-02-2019</c:v>
                </c:pt>
                <c:pt idx="4758">
                  <c:v>11-02-2019</c:v>
                </c:pt>
                <c:pt idx="4759">
                  <c:v>12-02-2019</c:v>
                </c:pt>
                <c:pt idx="4760">
                  <c:v>13-02-2019</c:v>
                </c:pt>
                <c:pt idx="4761">
                  <c:v>14-02-2019</c:v>
                </c:pt>
                <c:pt idx="4762">
                  <c:v>15-02-2019</c:v>
                </c:pt>
                <c:pt idx="4763">
                  <c:v>18-02-2019</c:v>
                </c:pt>
                <c:pt idx="4764">
                  <c:v>19-02-2019</c:v>
                </c:pt>
                <c:pt idx="4765">
                  <c:v>20-02-2019</c:v>
                </c:pt>
                <c:pt idx="4766">
                  <c:v>21-02-2019</c:v>
                </c:pt>
                <c:pt idx="4767">
                  <c:v>22-02-2019</c:v>
                </c:pt>
                <c:pt idx="4768">
                  <c:v>25-02-2019</c:v>
                </c:pt>
                <c:pt idx="4769">
                  <c:v>26-02-2019</c:v>
                </c:pt>
                <c:pt idx="4770">
                  <c:v>27-02-2019</c:v>
                </c:pt>
                <c:pt idx="4771">
                  <c:v>28-02-2019</c:v>
                </c:pt>
                <c:pt idx="4772">
                  <c:v>01-03-2019</c:v>
                </c:pt>
                <c:pt idx="4773">
                  <c:v>05-03-2019</c:v>
                </c:pt>
                <c:pt idx="4774">
                  <c:v>06-03-2019</c:v>
                </c:pt>
                <c:pt idx="4775">
                  <c:v>07-03-2019</c:v>
                </c:pt>
                <c:pt idx="4776">
                  <c:v>08-03-2019</c:v>
                </c:pt>
                <c:pt idx="4777">
                  <c:v>11-03-2019</c:v>
                </c:pt>
                <c:pt idx="4778">
                  <c:v>12-03-2019</c:v>
                </c:pt>
                <c:pt idx="4779">
                  <c:v>13-03-2019</c:v>
                </c:pt>
                <c:pt idx="4780">
                  <c:v>14-03-2019</c:v>
                </c:pt>
                <c:pt idx="4781">
                  <c:v>15-03-2019</c:v>
                </c:pt>
                <c:pt idx="4782">
                  <c:v>18-03-2019</c:v>
                </c:pt>
                <c:pt idx="4783">
                  <c:v>19-03-2019</c:v>
                </c:pt>
                <c:pt idx="4784">
                  <c:v>20-03-2019</c:v>
                </c:pt>
                <c:pt idx="4785">
                  <c:v>22-03-2019</c:v>
                </c:pt>
                <c:pt idx="4786">
                  <c:v>25-03-2019</c:v>
                </c:pt>
                <c:pt idx="4787">
                  <c:v>26-03-2019</c:v>
                </c:pt>
                <c:pt idx="4788">
                  <c:v>27-03-2019</c:v>
                </c:pt>
                <c:pt idx="4789">
                  <c:v>28-03-2019</c:v>
                </c:pt>
                <c:pt idx="4790">
                  <c:v>29-03-2019</c:v>
                </c:pt>
                <c:pt idx="4791">
                  <c:v>01-04-2019</c:v>
                </c:pt>
                <c:pt idx="4792">
                  <c:v>02-04-2019</c:v>
                </c:pt>
                <c:pt idx="4793">
                  <c:v>03-04-2019</c:v>
                </c:pt>
                <c:pt idx="4794">
                  <c:v>04-04-2019</c:v>
                </c:pt>
                <c:pt idx="4795">
                  <c:v>05-04-2019</c:v>
                </c:pt>
                <c:pt idx="4796">
                  <c:v>08-04-2019</c:v>
                </c:pt>
                <c:pt idx="4797">
                  <c:v>09-04-2019</c:v>
                </c:pt>
                <c:pt idx="4798">
                  <c:v>10-04-2019</c:v>
                </c:pt>
                <c:pt idx="4799">
                  <c:v>11-04-2019</c:v>
                </c:pt>
                <c:pt idx="4800">
                  <c:v>12-04-2019</c:v>
                </c:pt>
                <c:pt idx="4801">
                  <c:v>15-04-2019</c:v>
                </c:pt>
                <c:pt idx="4802">
                  <c:v>16-04-2019</c:v>
                </c:pt>
                <c:pt idx="4803">
                  <c:v>18-04-2019</c:v>
                </c:pt>
                <c:pt idx="4804">
                  <c:v>22-04-2019</c:v>
                </c:pt>
                <c:pt idx="4805">
                  <c:v>23-04-2019</c:v>
                </c:pt>
                <c:pt idx="4806">
                  <c:v>24-04-2019</c:v>
                </c:pt>
                <c:pt idx="4807">
                  <c:v>25-04-2019</c:v>
                </c:pt>
                <c:pt idx="4808">
                  <c:v>26-04-2019</c:v>
                </c:pt>
                <c:pt idx="4809">
                  <c:v>30-04-2019</c:v>
                </c:pt>
                <c:pt idx="4810">
                  <c:v>02-05-2019</c:v>
                </c:pt>
                <c:pt idx="4811">
                  <c:v>03-05-2019</c:v>
                </c:pt>
                <c:pt idx="4812">
                  <c:v>06-05-2019</c:v>
                </c:pt>
                <c:pt idx="4813">
                  <c:v>07-05-2019</c:v>
                </c:pt>
                <c:pt idx="4814">
                  <c:v>08-05-2019</c:v>
                </c:pt>
                <c:pt idx="4815">
                  <c:v>09-05-2019</c:v>
                </c:pt>
                <c:pt idx="4816">
                  <c:v>10-05-2019</c:v>
                </c:pt>
                <c:pt idx="4817">
                  <c:v>13-05-2019</c:v>
                </c:pt>
                <c:pt idx="4818">
                  <c:v>14-05-2019</c:v>
                </c:pt>
                <c:pt idx="4819">
                  <c:v>15-05-2019</c:v>
                </c:pt>
                <c:pt idx="4820">
                  <c:v>16-05-2019</c:v>
                </c:pt>
                <c:pt idx="4821">
                  <c:v>17-05-2019</c:v>
                </c:pt>
                <c:pt idx="4822">
                  <c:v>20-05-2019</c:v>
                </c:pt>
                <c:pt idx="4823">
                  <c:v>21-05-2019</c:v>
                </c:pt>
                <c:pt idx="4824">
                  <c:v>22-05-2019</c:v>
                </c:pt>
                <c:pt idx="4825">
                  <c:v>23-05-2019</c:v>
                </c:pt>
                <c:pt idx="4826">
                  <c:v>24-05-2019</c:v>
                </c:pt>
                <c:pt idx="4827">
                  <c:v>27-05-2019</c:v>
                </c:pt>
                <c:pt idx="4828">
                  <c:v>28-05-2019</c:v>
                </c:pt>
                <c:pt idx="4829">
                  <c:v>29-05-2019</c:v>
                </c:pt>
                <c:pt idx="4830">
                  <c:v>30-05-2019</c:v>
                </c:pt>
                <c:pt idx="4831">
                  <c:v>31-05-2019</c:v>
                </c:pt>
                <c:pt idx="4832">
                  <c:v>03-06-2019</c:v>
                </c:pt>
                <c:pt idx="4833">
                  <c:v>04-06-2019</c:v>
                </c:pt>
                <c:pt idx="4834">
                  <c:v>06-06-2019</c:v>
                </c:pt>
                <c:pt idx="4835">
                  <c:v>07-06-2019</c:v>
                </c:pt>
                <c:pt idx="4836">
                  <c:v>10-06-2019</c:v>
                </c:pt>
                <c:pt idx="4837">
                  <c:v>11-06-2019</c:v>
                </c:pt>
                <c:pt idx="4838">
                  <c:v>12-06-2019</c:v>
                </c:pt>
                <c:pt idx="4839">
                  <c:v>13-06-2019</c:v>
                </c:pt>
                <c:pt idx="4840">
                  <c:v>14-06-2019</c:v>
                </c:pt>
                <c:pt idx="4841">
                  <c:v>17-06-2019</c:v>
                </c:pt>
                <c:pt idx="4842">
                  <c:v>18-06-2019</c:v>
                </c:pt>
                <c:pt idx="4843">
                  <c:v>19-06-2019</c:v>
                </c:pt>
                <c:pt idx="4844">
                  <c:v>20-06-2019</c:v>
                </c:pt>
                <c:pt idx="4845">
                  <c:v>21-06-2019</c:v>
                </c:pt>
                <c:pt idx="4846">
                  <c:v>24-06-2019</c:v>
                </c:pt>
                <c:pt idx="4847">
                  <c:v>25-06-2019</c:v>
                </c:pt>
                <c:pt idx="4848">
                  <c:v>26-06-2019</c:v>
                </c:pt>
                <c:pt idx="4849">
                  <c:v>27-06-2019</c:v>
                </c:pt>
                <c:pt idx="4850">
                  <c:v>28-06-2019</c:v>
                </c:pt>
                <c:pt idx="4851">
                  <c:v>01-07-2019</c:v>
                </c:pt>
                <c:pt idx="4852">
                  <c:v>02-07-2019</c:v>
                </c:pt>
                <c:pt idx="4853">
                  <c:v>03-07-2019</c:v>
                </c:pt>
                <c:pt idx="4854">
                  <c:v>04-07-2019</c:v>
                </c:pt>
                <c:pt idx="4855">
                  <c:v>05-07-2019</c:v>
                </c:pt>
                <c:pt idx="4856">
                  <c:v>08-07-2019</c:v>
                </c:pt>
                <c:pt idx="4857">
                  <c:v>09-07-2019</c:v>
                </c:pt>
                <c:pt idx="4858">
                  <c:v>10-07-2019</c:v>
                </c:pt>
                <c:pt idx="4859">
                  <c:v>11-07-2019</c:v>
                </c:pt>
                <c:pt idx="4860">
                  <c:v>12-07-2019</c:v>
                </c:pt>
                <c:pt idx="4861">
                  <c:v>15-07-2019</c:v>
                </c:pt>
                <c:pt idx="4862">
                  <c:v>16-07-2019</c:v>
                </c:pt>
                <c:pt idx="4863">
                  <c:v>17-07-2019</c:v>
                </c:pt>
                <c:pt idx="4864">
                  <c:v>18-07-2019</c:v>
                </c:pt>
                <c:pt idx="4865">
                  <c:v>19-07-2019</c:v>
                </c:pt>
                <c:pt idx="4866">
                  <c:v>22-07-2019</c:v>
                </c:pt>
                <c:pt idx="4867">
                  <c:v>23-07-2019</c:v>
                </c:pt>
                <c:pt idx="4868">
                  <c:v>24-07-2019</c:v>
                </c:pt>
                <c:pt idx="4869">
                  <c:v>25-07-2019</c:v>
                </c:pt>
                <c:pt idx="4870">
                  <c:v>26-07-2019</c:v>
                </c:pt>
                <c:pt idx="4871">
                  <c:v>29-07-2019</c:v>
                </c:pt>
                <c:pt idx="4872">
                  <c:v>30-07-2019</c:v>
                </c:pt>
                <c:pt idx="4873">
                  <c:v>31-07-2019</c:v>
                </c:pt>
                <c:pt idx="4874">
                  <c:v>01-08-2019</c:v>
                </c:pt>
                <c:pt idx="4875">
                  <c:v>02-08-2019</c:v>
                </c:pt>
                <c:pt idx="4876">
                  <c:v>05-08-2019</c:v>
                </c:pt>
                <c:pt idx="4877">
                  <c:v>06-08-2019</c:v>
                </c:pt>
                <c:pt idx="4878">
                  <c:v>07-08-2019</c:v>
                </c:pt>
                <c:pt idx="4879">
                  <c:v>08-08-2019</c:v>
                </c:pt>
                <c:pt idx="4880">
                  <c:v>09-08-2019</c:v>
                </c:pt>
                <c:pt idx="4881">
                  <c:v>13-08-2019</c:v>
                </c:pt>
                <c:pt idx="4882">
                  <c:v>14-08-2019</c:v>
                </c:pt>
                <c:pt idx="4883">
                  <c:v>16-08-2019</c:v>
                </c:pt>
                <c:pt idx="4884">
                  <c:v>19-08-2019</c:v>
                </c:pt>
                <c:pt idx="4885">
                  <c:v>20-08-2019</c:v>
                </c:pt>
                <c:pt idx="4886">
                  <c:v>21-08-2019</c:v>
                </c:pt>
                <c:pt idx="4887">
                  <c:v>22-08-2019</c:v>
                </c:pt>
                <c:pt idx="4888">
                  <c:v>23-08-2019</c:v>
                </c:pt>
                <c:pt idx="4889">
                  <c:v>26-08-2019</c:v>
                </c:pt>
                <c:pt idx="4890">
                  <c:v>27-08-2019</c:v>
                </c:pt>
                <c:pt idx="4891">
                  <c:v>28-08-2019</c:v>
                </c:pt>
                <c:pt idx="4892">
                  <c:v>29-08-2019</c:v>
                </c:pt>
                <c:pt idx="4893">
                  <c:v>30-08-2019</c:v>
                </c:pt>
                <c:pt idx="4894">
                  <c:v>03-09-2019</c:v>
                </c:pt>
                <c:pt idx="4895">
                  <c:v>04-09-2019</c:v>
                </c:pt>
                <c:pt idx="4896">
                  <c:v>05-09-2019</c:v>
                </c:pt>
                <c:pt idx="4897">
                  <c:v>06-09-2019</c:v>
                </c:pt>
                <c:pt idx="4898">
                  <c:v>09-09-2019</c:v>
                </c:pt>
                <c:pt idx="4899">
                  <c:v>11-09-2019</c:v>
                </c:pt>
                <c:pt idx="4900">
                  <c:v>12-09-2019</c:v>
                </c:pt>
                <c:pt idx="4901">
                  <c:v>13-09-2019</c:v>
                </c:pt>
                <c:pt idx="4902">
                  <c:v>16-09-2019</c:v>
                </c:pt>
                <c:pt idx="4903">
                  <c:v>17-09-2019</c:v>
                </c:pt>
                <c:pt idx="4904">
                  <c:v>18-09-2019</c:v>
                </c:pt>
                <c:pt idx="4905">
                  <c:v>19-09-2019</c:v>
                </c:pt>
                <c:pt idx="4906">
                  <c:v>20-09-2019</c:v>
                </c:pt>
                <c:pt idx="4907">
                  <c:v>23-09-2019</c:v>
                </c:pt>
                <c:pt idx="4908">
                  <c:v>24-09-2019</c:v>
                </c:pt>
                <c:pt idx="4909">
                  <c:v>25-09-2019</c:v>
                </c:pt>
                <c:pt idx="4910">
                  <c:v>26-09-2019</c:v>
                </c:pt>
                <c:pt idx="4911">
                  <c:v>27-09-2019</c:v>
                </c:pt>
                <c:pt idx="4912">
                  <c:v>30-09-2019</c:v>
                </c:pt>
                <c:pt idx="4913">
                  <c:v>01-10-2019</c:v>
                </c:pt>
                <c:pt idx="4914">
                  <c:v>03-10-2019</c:v>
                </c:pt>
                <c:pt idx="4915">
                  <c:v>04-10-2019</c:v>
                </c:pt>
                <c:pt idx="4916">
                  <c:v>07-10-2019</c:v>
                </c:pt>
                <c:pt idx="4917">
                  <c:v>09-10-2019</c:v>
                </c:pt>
                <c:pt idx="4918">
                  <c:v>10-10-2019</c:v>
                </c:pt>
                <c:pt idx="4919">
                  <c:v>11-10-2019</c:v>
                </c:pt>
                <c:pt idx="4920">
                  <c:v>14-10-2019</c:v>
                </c:pt>
                <c:pt idx="4921">
                  <c:v>15-10-2019</c:v>
                </c:pt>
                <c:pt idx="4922">
                  <c:v>16-10-2019</c:v>
                </c:pt>
                <c:pt idx="4923">
                  <c:v>17-10-2019</c:v>
                </c:pt>
                <c:pt idx="4924">
                  <c:v>18-10-2019</c:v>
                </c:pt>
                <c:pt idx="4925">
                  <c:v>22-10-2019</c:v>
                </c:pt>
                <c:pt idx="4926">
                  <c:v>23-10-2019</c:v>
                </c:pt>
                <c:pt idx="4927">
                  <c:v>24-10-2019</c:v>
                </c:pt>
                <c:pt idx="4928">
                  <c:v>25-10-2019</c:v>
                </c:pt>
                <c:pt idx="4929">
                  <c:v>27-10-2019</c:v>
                </c:pt>
                <c:pt idx="4930">
                  <c:v>29-10-2019</c:v>
                </c:pt>
                <c:pt idx="4931">
                  <c:v>30-10-2019</c:v>
                </c:pt>
                <c:pt idx="4932">
                  <c:v>31-10-2019</c:v>
                </c:pt>
                <c:pt idx="4933">
                  <c:v>01-11-2019</c:v>
                </c:pt>
                <c:pt idx="4934">
                  <c:v>04-11-2019</c:v>
                </c:pt>
                <c:pt idx="4935">
                  <c:v>05-11-2019</c:v>
                </c:pt>
                <c:pt idx="4936">
                  <c:v>06-11-2019</c:v>
                </c:pt>
                <c:pt idx="4937">
                  <c:v>07-11-2019</c:v>
                </c:pt>
                <c:pt idx="4938">
                  <c:v>08-11-2019</c:v>
                </c:pt>
                <c:pt idx="4939">
                  <c:v>11-11-2019</c:v>
                </c:pt>
                <c:pt idx="4940">
                  <c:v>13-11-2019</c:v>
                </c:pt>
                <c:pt idx="4941">
                  <c:v>14-11-2019</c:v>
                </c:pt>
                <c:pt idx="4942">
                  <c:v>15-11-2019</c:v>
                </c:pt>
                <c:pt idx="4943">
                  <c:v>18-11-2019</c:v>
                </c:pt>
                <c:pt idx="4944">
                  <c:v>19-11-2019</c:v>
                </c:pt>
                <c:pt idx="4945">
                  <c:v>20-11-2019</c:v>
                </c:pt>
                <c:pt idx="4946">
                  <c:v>21-11-2019</c:v>
                </c:pt>
                <c:pt idx="4947">
                  <c:v>22-11-2019</c:v>
                </c:pt>
                <c:pt idx="4948">
                  <c:v>25-11-2019</c:v>
                </c:pt>
                <c:pt idx="4949">
                  <c:v>26-11-2019</c:v>
                </c:pt>
                <c:pt idx="4950">
                  <c:v>27-11-2019</c:v>
                </c:pt>
                <c:pt idx="4951">
                  <c:v>28-11-2019</c:v>
                </c:pt>
                <c:pt idx="4952">
                  <c:v>29-11-2019</c:v>
                </c:pt>
                <c:pt idx="4953">
                  <c:v>02-12-2019</c:v>
                </c:pt>
                <c:pt idx="4954">
                  <c:v>03-12-2019</c:v>
                </c:pt>
                <c:pt idx="4955">
                  <c:v>04-12-2019</c:v>
                </c:pt>
                <c:pt idx="4956">
                  <c:v>05-12-2019</c:v>
                </c:pt>
                <c:pt idx="4957">
                  <c:v>06-12-2019</c:v>
                </c:pt>
                <c:pt idx="4958">
                  <c:v>09-12-2019</c:v>
                </c:pt>
                <c:pt idx="4959">
                  <c:v>10-12-2019</c:v>
                </c:pt>
                <c:pt idx="4960">
                  <c:v>11-12-2019</c:v>
                </c:pt>
                <c:pt idx="4961">
                  <c:v>12-12-2019</c:v>
                </c:pt>
                <c:pt idx="4962">
                  <c:v>13-12-2019</c:v>
                </c:pt>
                <c:pt idx="4963">
                  <c:v>16-12-2019</c:v>
                </c:pt>
                <c:pt idx="4964">
                  <c:v>17-12-2019</c:v>
                </c:pt>
                <c:pt idx="4965">
                  <c:v>18-12-2019</c:v>
                </c:pt>
                <c:pt idx="4966">
                  <c:v>19-12-2019</c:v>
                </c:pt>
                <c:pt idx="4967">
                  <c:v>20-12-2019</c:v>
                </c:pt>
                <c:pt idx="4968">
                  <c:v>23-12-2019</c:v>
                </c:pt>
                <c:pt idx="4969">
                  <c:v>24-12-2019</c:v>
                </c:pt>
                <c:pt idx="4970">
                  <c:v>26-12-2019</c:v>
                </c:pt>
                <c:pt idx="4971">
                  <c:v>27-12-2019</c:v>
                </c:pt>
                <c:pt idx="4972">
                  <c:v>30-12-2019</c:v>
                </c:pt>
                <c:pt idx="4973">
                  <c:v>31-12-2019</c:v>
                </c:pt>
                <c:pt idx="4974">
                  <c:v>01-01-2020</c:v>
                </c:pt>
                <c:pt idx="4975">
                  <c:v>02-01-2020</c:v>
                </c:pt>
                <c:pt idx="4976">
                  <c:v>03-01-2020</c:v>
                </c:pt>
                <c:pt idx="4977">
                  <c:v>06-01-2020</c:v>
                </c:pt>
                <c:pt idx="4978">
                  <c:v>07-01-2020</c:v>
                </c:pt>
                <c:pt idx="4979">
                  <c:v>08-01-2020</c:v>
                </c:pt>
                <c:pt idx="4980">
                  <c:v>09-01-2020</c:v>
                </c:pt>
                <c:pt idx="4981">
                  <c:v>10-01-2020</c:v>
                </c:pt>
                <c:pt idx="4982">
                  <c:v>13-01-2020</c:v>
                </c:pt>
                <c:pt idx="4983">
                  <c:v>14-01-2020</c:v>
                </c:pt>
                <c:pt idx="4984">
                  <c:v>15-01-2020</c:v>
                </c:pt>
                <c:pt idx="4985">
                  <c:v>16-01-2020</c:v>
                </c:pt>
                <c:pt idx="4986">
                  <c:v>17-01-2020</c:v>
                </c:pt>
                <c:pt idx="4987">
                  <c:v>20-01-2020</c:v>
                </c:pt>
                <c:pt idx="4988">
                  <c:v>21-01-2020</c:v>
                </c:pt>
                <c:pt idx="4989">
                  <c:v>22-01-2020</c:v>
                </c:pt>
                <c:pt idx="4990">
                  <c:v>23-01-2020</c:v>
                </c:pt>
                <c:pt idx="4991">
                  <c:v>24-01-2020</c:v>
                </c:pt>
                <c:pt idx="4992">
                  <c:v>27-01-2020</c:v>
                </c:pt>
                <c:pt idx="4993">
                  <c:v>28-01-2020</c:v>
                </c:pt>
                <c:pt idx="4994">
                  <c:v>29-01-2020</c:v>
                </c:pt>
                <c:pt idx="4995">
                  <c:v>30-01-2020</c:v>
                </c:pt>
                <c:pt idx="4996">
                  <c:v>31-01-2020</c:v>
                </c:pt>
                <c:pt idx="4997">
                  <c:v>01-02-2020</c:v>
                </c:pt>
                <c:pt idx="4998">
                  <c:v>03-02-2020</c:v>
                </c:pt>
                <c:pt idx="4999">
                  <c:v>04-02-2020</c:v>
                </c:pt>
                <c:pt idx="5000">
                  <c:v>05-02-2020</c:v>
                </c:pt>
                <c:pt idx="5001">
                  <c:v>06-02-2020</c:v>
                </c:pt>
                <c:pt idx="5002">
                  <c:v>07-02-2020</c:v>
                </c:pt>
                <c:pt idx="5003">
                  <c:v>10-02-2020</c:v>
                </c:pt>
                <c:pt idx="5004">
                  <c:v>11-02-2020</c:v>
                </c:pt>
                <c:pt idx="5005">
                  <c:v>12-02-2020</c:v>
                </c:pt>
                <c:pt idx="5006">
                  <c:v>13-02-2020</c:v>
                </c:pt>
                <c:pt idx="5007">
                  <c:v>14-02-2020</c:v>
                </c:pt>
                <c:pt idx="5008">
                  <c:v>17-02-2020</c:v>
                </c:pt>
                <c:pt idx="5009">
                  <c:v>18-02-2020</c:v>
                </c:pt>
                <c:pt idx="5010">
                  <c:v>19-02-2020</c:v>
                </c:pt>
                <c:pt idx="5011">
                  <c:v>20-02-2020</c:v>
                </c:pt>
                <c:pt idx="5012">
                  <c:v>24-02-2020</c:v>
                </c:pt>
                <c:pt idx="5013">
                  <c:v>25-02-2020</c:v>
                </c:pt>
                <c:pt idx="5014">
                  <c:v>26-02-2020</c:v>
                </c:pt>
                <c:pt idx="5015">
                  <c:v>27-02-2020</c:v>
                </c:pt>
                <c:pt idx="5016">
                  <c:v>28-02-2020</c:v>
                </c:pt>
                <c:pt idx="5017">
                  <c:v>02-03-2020</c:v>
                </c:pt>
                <c:pt idx="5018">
                  <c:v>03-03-2020</c:v>
                </c:pt>
                <c:pt idx="5019">
                  <c:v>04-03-2020</c:v>
                </c:pt>
                <c:pt idx="5020">
                  <c:v>05-03-2020</c:v>
                </c:pt>
                <c:pt idx="5021">
                  <c:v>06-03-2020</c:v>
                </c:pt>
                <c:pt idx="5022">
                  <c:v>09-03-2020</c:v>
                </c:pt>
                <c:pt idx="5023">
                  <c:v>11-03-2020</c:v>
                </c:pt>
                <c:pt idx="5024">
                  <c:v>12-03-2020</c:v>
                </c:pt>
                <c:pt idx="5025">
                  <c:v>13-03-2020</c:v>
                </c:pt>
                <c:pt idx="5026">
                  <c:v>16-03-2020</c:v>
                </c:pt>
                <c:pt idx="5027">
                  <c:v>17-03-2020</c:v>
                </c:pt>
                <c:pt idx="5028">
                  <c:v>18-03-2020</c:v>
                </c:pt>
                <c:pt idx="5029">
                  <c:v>19-03-2020</c:v>
                </c:pt>
                <c:pt idx="5030">
                  <c:v>20-03-2020</c:v>
                </c:pt>
                <c:pt idx="5031">
                  <c:v>23-03-2020</c:v>
                </c:pt>
                <c:pt idx="5032">
                  <c:v>24-03-2020</c:v>
                </c:pt>
                <c:pt idx="5033">
                  <c:v>25-03-2020</c:v>
                </c:pt>
                <c:pt idx="5034">
                  <c:v>26-03-2020</c:v>
                </c:pt>
                <c:pt idx="5035">
                  <c:v>27-03-2020</c:v>
                </c:pt>
                <c:pt idx="5036">
                  <c:v>30-03-2020</c:v>
                </c:pt>
                <c:pt idx="5037">
                  <c:v>31-03-2020</c:v>
                </c:pt>
                <c:pt idx="5038">
                  <c:v>01-04-2020</c:v>
                </c:pt>
                <c:pt idx="5039">
                  <c:v>03-04-2020</c:v>
                </c:pt>
                <c:pt idx="5040">
                  <c:v>07-04-2020</c:v>
                </c:pt>
                <c:pt idx="5041">
                  <c:v>08-04-2020</c:v>
                </c:pt>
                <c:pt idx="5042">
                  <c:v>09-04-2020</c:v>
                </c:pt>
                <c:pt idx="5043">
                  <c:v>13-04-2020</c:v>
                </c:pt>
                <c:pt idx="5044">
                  <c:v>15-04-2020</c:v>
                </c:pt>
                <c:pt idx="5045">
                  <c:v>16-04-2020</c:v>
                </c:pt>
                <c:pt idx="5046">
                  <c:v>17-04-2020</c:v>
                </c:pt>
                <c:pt idx="5047">
                  <c:v>20-04-2020</c:v>
                </c:pt>
                <c:pt idx="5048">
                  <c:v>21-04-2020</c:v>
                </c:pt>
                <c:pt idx="5049">
                  <c:v>22-04-2020</c:v>
                </c:pt>
                <c:pt idx="5050">
                  <c:v>23-04-2020</c:v>
                </c:pt>
                <c:pt idx="5051">
                  <c:v>24-04-2020</c:v>
                </c:pt>
                <c:pt idx="5052">
                  <c:v>27-04-2020</c:v>
                </c:pt>
                <c:pt idx="5053">
                  <c:v>28-04-2020</c:v>
                </c:pt>
                <c:pt idx="5054">
                  <c:v>29-04-2020</c:v>
                </c:pt>
                <c:pt idx="5055">
                  <c:v>30-04-2020</c:v>
                </c:pt>
                <c:pt idx="5056">
                  <c:v>04-05-2020</c:v>
                </c:pt>
                <c:pt idx="5057">
                  <c:v>05-05-2020</c:v>
                </c:pt>
                <c:pt idx="5058">
                  <c:v>06-05-2020</c:v>
                </c:pt>
                <c:pt idx="5059">
                  <c:v>07-05-2020</c:v>
                </c:pt>
                <c:pt idx="5060">
                  <c:v>08-05-2020</c:v>
                </c:pt>
                <c:pt idx="5061">
                  <c:v>11-05-2020</c:v>
                </c:pt>
                <c:pt idx="5062">
                  <c:v>12-05-2020</c:v>
                </c:pt>
                <c:pt idx="5063">
                  <c:v>13-05-2020</c:v>
                </c:pt>
                <c:pt idx="5064">
                  <c:v>14-05-2020</c:v>
                </c:pt>
                <c:pt idx="5065">
                  <c:v>15-05-2020</c:v>
                </c:pt>
                <c:pt idx="5066">
                  <c:v>18-05-2020</c:v>
                </c:pt>
                <c:pt idx="5067">
                  <c:v>19-05-2020</c:v>
                </c:pt>
                <c:pt idx="5068">
                  <c:v>20-05-2020</c:v>
                </c:pt>
                <c:pt idx="5069">
                  <c:v>21-05-2020</c:v>
                </c:pt>
                <c:pt idx="5070">
                  <c:v>22-05-2020</c:v>
                </c:pt>
                <c:pt idx="5071">
                  <c:v>26-05-2020</c:v>
                </c:pt>
                <c:pt idx="5072">
                  <c:v>27-05-2020</c:v>
                </c:pt>
                <c:pt idx="5073">
                  <c:v>28-05-2020</c:v>
                </c:pt>
                <c:pt idx="5074">
                  <c:v>29-05-2020</c:v>
                </c:pt>
                <c:pt idx="5075">
                  <c:v>01-06-2020</c:v>
                </c:pt>
                <c:pt idx="5076">
                  <c:v>02-06-2020</c:v>
                </c:pt>
                <c:pt idx="5077">
                  <c:v>03-06-2020</c:v>
                </c:pt>
                <c:pt idx="5078">
                  <c:v>04-06-2020</c:v>
                </c:pt>
                <c:pt idx="5079">
                  <c:v>05-06-2020</c:v>
                </c:pt>
                <c:pt idx="5080">
                  <c:v>08-06-2020</c:v>
                </c:pt>
                <c:pt idx="5081">
                  <c:v>09-06-2020</c:v>
                </c:pt>
                <c:pt idx="5082">
                  <c:v>10-06-2020</c:v>
                </c:pt>
                <c:pt idx="5083">
                  <c:v>11-06-2020</c:v>
                </c:pt>
                <c:pt idx="5084">
                  <c:v>12-06-2020</c:v>
                </c:pt>
                <c:pt idx="5085">
                  <c:v>15-06-2020</c:v>
                </c:pt>
                <c:pt idx="5086">
                  <c:v>16-06-2020</c:v>
                </c:pt>
                <c:pt idx="5087">
                  <c:v>17-06-2020</c:v>
                </c:pt>
                <c:pt idx="5088">
                  <c:v>18-06-2020</c:v>
                </c:pt>
                <c:pt idx="5089">
                  <c:v>19-06-2020</c:v>
                </c:pt>
                <c:pt idx="5090">
                  <c:v>22-06-2020</c:v>
                </c:pt>
                <c:pt idx="5091">
                  <c:v>23-06-2020</c:v>
                </c:pt>
                <c:pt idx="5092">
                  <c:v>24-06-2020</c:v>
                </c:pt>
                <c:pt idx="5093">
                  <c:v>25-06-2020</c:v>
                </c:pt>
                <c:pt idx="5094">
                  <c:v>26-06-2020</c:v>
                </c:pt>
                <c:pt idx="5095">
                  <c:v>29-06-2020</c:v>
                </c:pt>
                <c:pt idx="5096">
                  <c:v>30-06-2020</c:v>
                </c:pt>
                <c:pt idx="5097">
                  <c:v>01-07-2020</c:v>
                </c:pt>
                <c:pt idx="5098">
                  <c:v>02-07-2020</c:v>
                </c:pt>
                <c:pt idx="5099">
                  <c:v>03-07-2020</c:v>
                </c:pt>
                <c:pt idx="5100">
                  <c:v>06-07-2020</c:v>
                </c:pt>
                <c:pt idx="5101">
                  <c:v>07-07-2020</c:v>
                </c:pt>
                <c:pt idx="5102">
                  <c:v>08-07-2020</c:v>
                </c:pt>
                <c:pt idx="5103">
                  <c:v>09-07-2020</c:v>
                </c:pt>
                <c:pt idx="5104">
                  <c:v>10-07-2020</c:v>
                </c:pt>
                <c:pt idx="5105">
                  <c:v>13-07-2020</c:v>
                </c:pt>
                <c:pt idx="5106">
                  <c:v>14-07-2020</c:v>
                </c:pt>
                <c:pt idx="5107">
                  <c:v>15-07-2020</c:v>
                </c:pt>
                <c:pt idx="5108">
                  <c:v>16-07-2020</c:v>
                </c:pt>
                <c:pt idx="5109">
                  <c:v>17-07-2020</c:v>
                </c:pt>
                <c:pt idx="5110">
                  <c:v>20-07-2020</c:v>
                </c:pt>
                <c:pt idx="5111">
                  <c:v>21-07-2020</c:v>
                </c:pt>
                <c:pt idx="5112">
                  <c:v>22-07-2020</c:v>
                </c:pt>
                <c:pt idx="5113">
                  <c:v>23-07-2020</c:v>
                </c:pt>
                <c:pt idx="5114">
                  <c:v>24-07-2020</c:v>
                </c:pt>
                <c:pt idx="5115">
                  <c:v>27-07-2020</c:v>
                </c:pt>
                <c:pt idx="5116">
                  <c:v>28-07-2020</c:v>
                </c:pt>
                <c:pt idx="5117">
                  <c:v>29-07-2020</c:v>
                </c:pt>
                <c:pt idx="5118">
                  <c:v>30-07-2020</c:v>
                </c:pt>
                <c:pt idx="5119">
                  <c:v>31-07-2020</c:v>
                </c:pt>
                <c:pt idx="5120">
                  <c:v>03-08-2020</c:v>
                </c:pt>
                <c:pt idx="5121">
                  <c:v>04-08-2020</c:v>
                </c:pt>
                <c:pt idx="5122">
                  <c:v>05-08-2020</c:v>
                </c:pt>
                <c:pt idx="5123">
                  <c:v>06-08-2020</c:v>
                </c:pt>
                <c:pt idx="5124">
                  <c:v>07-08-2020</c:v>
                </c:pt>
                <c:pt idx="5125">
                  <c:v>10-08-2020</c:v>
                </c:pt>
                <c:pt idx="5126">
                  <c:v>11-08-2020</c:v>
                </c:pt>
                <c:pt idx="5127">
                  <c:v>12-08-2020</c:v>
                </c:pt>
                <c:pt idx="5128">
                  <c:v>13-08-2020</c:v>
                </c:pt>
                <c:pt idx="5129">
                  <c:v>14-08-2020</c:v>
                </c:pt>
                <c:pt idx="5130">
                  <c:v>17-08-2020</c:v>
                </c:pt>
                <c:pt idx="5131">
                  <c:v>18-08-2020</c:v>
                </c:pt>
                <c:pt idx="5132">
                  <c:v>19-08-2020</c:v>
                </c:pt>
                <c:pt idx="5133">
                  <c:v>20-08-2020</c:v>
                </c:pt>
                <c:pt idx="5134">
                  <c:v>21-08-2020</c:v>
                </c:pt>
                <c:pt idx="5135">
                  <c:v>24-08-2020</c:v>
                </c:pt>
                <c:pt idx="5136">
                  <c:v>25-08-2020</c:v>
                </c:pt>
                <c:pt idx="5137">
                  <c:v>26-08-2020</c:v>
                </c:pt>
                <c:pt idx="5138">
                  <c:v>27-08-2020</c:v>
                </c:pt>
                <c:pt idx="5139">
                  <c:v>28-08-2020</c:v>
                </c:pt>
                <c:pt idx="5140">
                  <c:v>31-08-2020</c:v>
                </c:pt>
                <c:pt idx="5141">
                  <c:v>01-09-2020</c:v>
                </c:pt>
                <c:pt idx="5142">
                  <c:v>02-09-2020</c:v>
                </c:pt>
                <c:pt idx="5143">
                  <c:v>03-09-2020</c:v>
                </c:pt>
                <c:pt idx="5144">
                  <c:v>04-09-2020</c:v>
                </c:pt>
                <c:pt idx="5145">
                  <c:v>07-09-2020</c:v>
                </c:pt>
                <c:pt idx="5146">
                  <c:v>08-09-2020</c:v>
                </c:pt>
                <c:pt idx="5147">
                  <c:v>09-09-2020</c:v>
                </c:pt>
                <c:pt idx="5148">
                  <c:v>10-09-2020</c:v>
                </c:pt>
                <c:pt idx="5149">
                  <c:v>11-09-2020</c:v>
                </c:pt>
                <c:pt idx="5150">
                  <c:v>14-09-2020</c:v>
                </c:pt>
                <c:pt idx="5151">
                  <c:v>15-09-2020</c:v>
                </c:pt>
                <c:pt idx="5152">
                  <c:v>16-09-2020</c:v>
                </c:pt>
                <c:pt idx="5153">
                  <c:v>17-09-2020</c:v>
                </c:pt>
                <c:pt idx="5154">
                  <c:v>18-09-2020</c:v>
                </c:pt>
                <c:pt idx="5155">
                  <c:v>21-09-2020</c:v>
                </c:pt>
                <c:pt idx="5156">
                  <c:v>22-09-2020</c:v>
                </c:pt>
                <c:pt idx="5157">
                  <c:v>23-09-2020</c:v>
                </c:pt>
                <c:pt idx="5158">
                  <c:v>24-09-2020</c:v>
                </c:pt>
                <c:pt idx="5159">
                  <c:v>25-09-2020</c:v>
                </c:pt>
                <c:pt idx="5160">
                  <c:v>28-09-2020</c:v>
                </c:pt>
                <c:pt idx="5161">
                  <c:v>29-09-2020</c:v>
                </c:pt>
                <c:pt idx="5162">
                  <c:v>30-09-2020</c:v>
                </c:pt>
                <c:pt idx="5163">
                  <c:v>01-10-2020</c:v>
                </c:pt>
                <c:pt idx="5164">
                  <c:v>05-10-2020</c:v>
                </c:pt>
                <c:pt idx="5165">
                  <c:v>06-10-2020</c:v>
                </c:pt>
                <c:pt idx="5166">
                  <c:v>07-10-2020</c:v>
                </c:pt>
                <c:pt idx="5167">
                  <c:v>08-10-2020</c:v>
                </c:pt>
                <c:pt idx="5168">
                  <c:v>09-10-2020</c:v>
                </c:pt>
                <c:pt idx="5169">
                  <c:v>12-10-2020</c:v>
                </c:pt>
                <c:pt idx="5170">
                  <c:v>13-10-2020</c:v>
                </c:pt>
                <c:pt idx="5171">
                  <c:v>14-10-2020</c:v>
                </c:pt>
                <c:pt idx="5172">
                  <c:v>15-10-2020</c:v>
                </c:pt>
                <c:pt idx="5173">
                  <c:v>16-10-2020</c:v>
                </c:pt>
                <c:pt idx="5174">
                  <c:v>19-10-2020</c:v>
                </c:pt>
                <c:pt idx="5175">
                  <c:v>20-10-2020</c:v>
                </c:pt>
                <c:pt idx="5176">
                  <c:v>21-10-2020</c:v>
                </c:pt>
                <c:pt idx="5177">
                  <c:v>22-10-2020</c:v>
                </c:pt>
                <c:pt idx="5178">
                  <c:v>23-10-2020</c:v>
                </c:pt>
                <c:pt idx="5179">
                  <c:v>26-10-2020</c:v>
                </c:pt>
                <c:pt idx="5180">
                  <c:v>27-10-2020</c:v>
                </c:pt>
                <c:pt idx="5181">
                  <c:v>28-10-2020</c:v>
                </c:pt>
                <c:pt idx="5182">
                  <c:v>29-10-2020</c:v>
                </c:pt>
                <c:pt idx="5183">
                  <c:v>30-10-2020</c:v>
                </c:pt>
                <c:pt idx="5184">
                  <c:v>02-11-2020</c:v>
                </c:pt>
                <c:pt idx="5185">
                  <c:v>03-11-2020</c:v>
                </c:pt>
                <c:pt idx="5186">
                  <c:v>04-11-2020</c:v>
                </c:pt>
                <c:pt idx="5187">
                  <c:v>05-11-2020</c:v>
                </c:pt>
                <c:pt idx="5188">
                  <c:v>06-11-2020</c:v>
                </c:pt>
                <c:pt idx="5189">
                  <c:v>09-11-2020</c:v>
                </c:pt>
                <c:pt idx="5190">
                  <c:v>10-11-2020</c:v>
                </c:pt>
                <c:pt idx="5191">
                  <c:v>11-11-2020</c:v>
                </c:pt>
                <c:pt idx="5192">
                  <c:v>12-11-2020</c:v>
                </c:pt>
                <c:pt idx="5193">
                  <c:v>13-11-2020</c:v>
                </c:pt>
                <c:pt idx="5194">
                  <c:v>14-11-2020</c:v>
                </c:pt>
                <c:pt idx="5195">
                  <c:v>17-11-2020</c:v>
                </c:pt>
                <c:pt idx="5196">
                  <c:v>18-11-2020</c:v>
                </c:pt>
                <c:pt idx="5197">
                  <c:v>19-11-2020</c:v>
                </c:pt>
                <c:pt idx="5198">
                  <c:v>20-11-2020</c:v>
                </c:pt>
                <c:pt idx="5199">
                  <c:v>23-11-2020</c:v>
                </c:pt>
                <c:pt idx="5200">
                  <c:v>24-11-2020</c:v>
                </c:pt>
                <c:pt idx="5201">
                  <c:v>25-11-2020</c:v>
                </c:pt>
                <c:pt idx="5202">
                  <c:v>26-11-2020</c:v>
                </c:pt>
                <c:pt idx="5203">
                  <c:v>27-11-2020</c:v>
                </c:pt>
                <c:pt idx="5204">
                  <c:v>01-12-2020</c:v>
                </c:pt>
                <c:pt idx="5205">
                  <c:v>02-12-2020</c:v>
                </c:pt>
                <c:pt idx="5206">
                  <c:v>03-12-2020</c:v>
                </c:pt>
                <c:pt idx="5207">
                  <c:v>04-12-2020</c:v>
                </c:pt>
                <c:pt idx="5208">
                  <c:v>07-12-2020</c:v>
                </c:pt>
                <c:pt idx="5209">
                  <c:v>08-12-2020</c:v>
                </c:pt>
                <c:pt idx="5210">
                  <c:v>09-12-2020</c:v>
                </c:pt>
                <c:pt idx="5211">
                  <c:v>10-12-2020</c:v>
                </c:pt>
                <c:pt idx="5212">
                  <c:v>11-12-2020</c:v>
                </c:pt>
                <c:pt idx="5213">
                  <c:v>14-12-2020</c:v>
                </c:pt>
                <c:pt idx="5214">
                  <c:v>15-12-2020</c:v>
                </c:pt>
                <c:pt idx="5215">
                  <c:v>16-12-2020</c:v>
                </c:pt>
                <c:pt idx="5216">
                  <c:v>17-12-2020</c:v>
                </c:pt>
                <c:pt idx="5217">
                  <c:v>18-12-2020</c:v>
                </c:pt>
                <c:pt idx="5218">
                  <c:v>21-12-2020</c:v>
                </c:pt>
                <c:pt idx="5219">
                  <c:v>22-12-2020</c:v>
                </c:pt>
                <c:pt idx="5220">
                  <c:v>23-12-2020</c:v>
                </c:pt>
                <c:pt idx="5221">
                  <c:v>24-12-2020</c:v>
                </c:pt>
                <c:pt idx="5222">
                  <c:v>28-12-2020</c:v>
                </c:pt>
                <c:pt idx="5223">
                  <c:v>29-12-2020</c:v>
                </c:pt>
                <c:pt idx="5224">
                  <c:v>30-12-2020</c:v>
                </c:pt>
                <c:pt idx="5225">
                  <c:v>31-12-2020</c:v>
                </c:pt>
                <c:pt idx="5226">
                  <c:v>01-01-2021</c:v>
                </c:pt>
                <c:pt idx="5227">
                  <c:v>04-01-2021</c:v>
                </c:pt>
                <c:pt idx="5228">
                  <c:v>05-01-2021</c:v>
                </c:pt>
                <c:pt idx="5229">
                  <c:v>06-01-2021</c:v>
                </c:pt>
                <c:pt idx="5230">
                  <c:v>07-01-2021</c:v>
                </c:pt>
                <c:pt idx="5231">
                  <c:v>08-01-2021</c:v>
                </c:pt>
                <c:pt idx="5232">
                  <c:v>11-01-2021</c:v>
                </c:pt>
                <c:pt idx="5233">
                  <c:v>12-01-2021</c:v>
                </c:pt>
                <c:pt idx="5234">
                  <c:v>13-01-2021</c:v>
                </c:pt>
                <c:pt idx="5235">
                  <c:v>14-01-2021</c:v>
                </c:pt>
                <c:pt idx="5236">
                  <c:v>15-01-2021</c:v>
                </c:pt>
                <c:pt idx="5237">
                  <c:v>18-01-2021</c:v>
                </c:pt>
                <c:pt idx="5238">
                  <c:v>19-01-2021</c:v>
                </c:pt>
                <c:pt idx="5239">
                  <c:v>20-01-2021</c:v>
                </c:pt>
                <c:pt idx="5240">
                  <c:v>21-01-2021</c:v>
                </c:pt>
                <c:pt idx="5241">
                  <c:v>22-01-2021</c:v>
                </c:pt>
                <c:pt idx="5242">
                  <c:v>25-01-2021</c:v>
                </c:pt>
                <c:pt idx="5243">
                  <c:v>27-01-2021</c:v>
                </c:pt>
                <c:pt idx="5244">
                  <c:v>28-01-2021</c:v>
                </c:pt>
                <c:pt idx="5245">
                  <c:v>29-01-2021</c:v>
                </c:pt>
                <c:pt idx="5246">
                  <c:v>01-02-2021</c:v>
                </c:pt>
                <c:pt idx="5247">
                  <c:v>02-02-2021</c:v>
                </c:pt>
                <c:pt idx="5248">
                  <c:v>03-02-2021</c:v>
                </c:pt>
                <c:pt idx="5249">
                  <c:v>04-02-2021</c:v>
                </c:pt>
                <c:pt idx="5250">
                  <c:v>05-02-2021</c:v>
                </c:pt>
                <c:pt idx="5251">
                  <c:v>08-02-2021</c:v>
                </c:pt>
                <c:pt idx="5252">
                  <c:v>09-02-2021</c:v>
                </c:pt>
                <c:pt idx="5253">
                  <c:v>10-02-2021</c:v>
                </c:pt>
                <c:pt idx="5254">
                  <c:v>11-02-2021</c:v>
                </c:pt>
                <c:pt idx="5255">
                  <c:v>12-02-2021</c:v>
                </c:pt>
                <c:pt idx="5256">
                  <c:v>15-02-2021</c:v>
                </c:pt>
                <c:pt idx="5257">
                  <c:v>16-02-2021</c:v>
                </c:pt>
                <c:pt idx="5258">
                  <c:v>17-02-2021</c:v>
                </c:pt>
                <c:pt idx="5259">
                  <c:v>18-02-2021</c:v>
                </c:pt>
                <c:pt idx="5260">
                  <c:v>19-02-2021</c:v>
                </c:pt>
                <c:pt idx="5261">
                  <c:v>22-02-2021</c:v>
                </c:pt>
                <c:pt idx="5262">
                  <c:v>23-02-2021</c:v>
                </c:pt>
                <c:pt idx="5263">
                  <c:v>24-02-2021</c:v>
                </c:pt>
                <c:pt idx="5264">
                  <c:v>25-02-2021</c:v>
                </c:pt>
                <c:pt idx="5265">
                  <c:v>26-02-2021</c:v>
                </c:pt>
                <c:pt idx="5266">
                  <c:v>01-03-2021</c:v>
                </c:pt>
                <c:pt idx="5267">
                  <c:v>02-03-2021</c:v>
                </c:pt>
                <c:pt idx="5268">
                  <c:v>03-03-2021</c:v>
                </c:pt>
                <c:pt idx="5269">
                  <c:v>04-03-2021</c:v>
                </c:pt>
                <c:pt idx="5270">
                  <c:v>05-03-2021</c:v>
                </c:pt>
                <c:pt idx="5271">
                  <c:v>08-03-2021</c:v>
                </c:pt>
                <c:pt idx="5272">
                  <c:v>09-03-2021</c:v>
                </c:pt>
                <c:pt idx="5273">
                  <c:v>10-03-2021</c:v>
                </c:pt>
                <c:pt idx="5274">
                  <c:v>12-03-2021</c:v>
                </c:pt>
                <c:pt idx="5275">
                  <c:v>15-03-2021</c:v>
                </c:pt>
                <c:pt idx="5276">
                  <c:v>16-03-2021</c:v>
                </c:pt>
                <c:pt idx="5277">
                  <c:v>17-03-2021</c:v>
                </c:pt>
                <c:pt idx="5278">
                  <c:v>18-03-2021</c:v>
                </c:pt>
                <c:pt idx="5279">
                  <c:v>19-03-2021</c:v>
                </c:pt>
                <c:pt idx="5280">
                  <c:v>22-03-2021</c:v>
                </c:pt>
                <c:pt idx="5281">
                  <c:v>23-03-2021</c:v>
                </c:pt>
                <c:pt idx="5282">
                  <c:v>24-03-2021</c:v>
                </c:pt>
                <c:pt idx="5283">
                  <c:v>25-03-2021</c:v>
                </c:pt>
                <c:pt idx="5284">
                  <c:v>26-03-2021</c:v>
                </c:pt>
                <c:pt idx="5285">
                  <c:v>30-03-2021</c:v>
                </c:pt>
                <c:pt idx="5286">
                  <c:v>31-03-2021</c:v>
                </c:pt>
                <c:pt idx="5287">
                  <c:v>01-04-2021</c:v>
                </c:pt>
                <c:pt idx="5288">
                  <c:v>05-04-2021</c:v>
                </c:pt>
                <c:pt idx="5289">
                  <c:v>06-04-2021</c:v>
                </c:pt>
                <c:pt idx="5290">
                  <c:v>07-04-2021</c:v>
                </c:pt>
                <c:pt idx="5291">
                  <c:v>08-04-2021</c:v>
                </c:pt>
                <c:pt idx="5292">
                  <c:v>09-04-2021</c:v>
                </c:pt>
                <c:pt idx="5293">
                  <c:v>12-04-2021</c:v>
                </c:pt>
                <c:pt idx="5294">
                  <c:v>13-04-2021</c:v>
                </c:pt>
                <c:pt idx="5295">
                  <c:v>15-04-2021</c:v>
                </c:pt>
                <c:pt idx="5296">
                  <c:v>16-04-2021</c:v>
                </c:pt>
                <c:pt idx="5297">
                  <c:v>19-04-2021</c:v>
                </c:pt>
                <c:pt idx="5298">
                  <c:v>20-04-2021</c:v>
                </c:pt>
                <c:pt idx="5299">
                  <c:v>22-04-2021</c:v>
                </c:pt>
                <c:pt idx="5300">
                  <c:v>23-04-2021</c:v>
                </c:pt>
                <c:pt idx="5301">
                  <c:v>26-04-2021</c:v>
                </c:pt>
                <c:pt idx="5302">
                  <c:v>27-04-2021</c:v>
                </c:pt>
                <c:pt idx="5303">
                  <c:v>28-04-2021</c:v>
                </c:pt>
                <c:pt idx="5304">
                  <c:v>29-04-2021</c:v>
                </c:pt>
                <c:pt idx="5305">
                  <c:v>30-04-2021</c:v>
                </c:pt>
              </c:strCache>
            </c:strRef>
          </c:cat>
          <c:val>
            <c:numRef>
              <c:f>ITPIVOT!$B$3:$B$5309</c:f>
              <c:numCache>
                <c:formatCode>General</c:formatCode>
                <c:ptCount val="5306"/>
                <c:pt idx="0">
                  <c:v>15625.2</c:v>
                </c:pt>
                <c:pt idx="1">
                  <c:v>16855.900000000001</c:v>
                </c:pt>
                <c:pt idx="2">
                  <c:v>15507.45</c:v>
                </c:pt>
                <c:pt idx="3">
                  <c:v>14266.85</c:v>
                </c:pt>
                <c:pt idx="4">
                  <c:v>13125.5</c:v>
                </c:pt>
                <c:pt idx="5">
                  <c:v>13757.3</c:v>
                </c:pt>
                <c:pt idx="6">
                  <c:v>12656.75</c:v>
                </c:pt>
                <c:pt idx="7">
                  <c:v>13077.55</c:v>
                </c:pt>
                <c:pt idx="8">
                  <c:v>12090.6</c:v>
                </c:pt>
                <c:pt idx="9">
                  <c:v>12176.4</c:v>
                </c:pt>
                <c:pt idx="10">
                  <c:v>11870.9</c:v>
                </c:pt>
                <c:pt idx="11">
                  <c:v>11935.65</c:v>
                </c:pt>
                <c:pt idx="12">
                  <c:v>12889.85</c:v>
                </c:pt>
                <c:pt idx="13">
                  <c:v>12747.05</c:v>
                </c:pt>
                <c:pt idx="14">
                  <c:v>13420.2</c:v>
                </c:pt>
                <c:pt idx="15">
                  <c:v>13878.8</c:v>
                </c:pt>
                <c:pt idx="16">
                  <c:v>14109.4</c:v>
                </c:pt>
                <c:pt idx="17">
                  <c:v>7390.75</c:v>
                </c:pt>
                <c:pt idx="18">
                  <c:v>7611.55</c:v>
                </c:pt>
                <c:pt idx="19">
                  <c:v>7221.7</c:v>
                </c:pt>
                <c:pt idx="20">
                  <c:v>7417.4</c:v>
                </c:pt>
                <c:pt idx="21">
                  <c:v>7365.8</c:v>
                </c:pt>
                <c:pt idx="22">
                  <c:v>7440.8</c:v>
                </c:pt>
                <c:pt idx="23">
                  <c:v>7896.95</c:v>
                </c:pt>
                <c:pt idx="24">
                  <c:v>8496.2000000000007</c:v>
                </c:pt>
                <c:pt idx="25">
                  <c:v>8898.2000000000007</c:v>
                </c:pt>
                <c:pt idx="26">
                  <c:v>8709.75</c:v>
                </c:pt>
                <c:pt idx="27">
                  <c:v>9209</c:v>
                </c:pt>
                <c:pt idx="28">
                  <c:v>9945.75</c:v>
                </c:pt>
                <c:pt idx="29">
                  <c:v>10741.45</c:v>
                </c:pt>
                <c:pt idx="30">
                  <c:v>9961.75</c:v>
                </c:pt>
                <c:pt idx="31">
                  <c:v>10037.85</c:v>
                </c:pt>
                <c:pt idx="32">
                  <c:v>10298.299999999999</c:v>
                </c:pt>
                <c:pt idx="33">
                  <c:v>9864.6</c:v>
                </c:pt>
                <c:pt idx="34">
                  <c:v>10254.75</c:v>
                </c:pt>
                <c:pt idx="35">
                  <c:v>9830.1</c:v>
                </c:pt>
                <c:pt idx="36">
                  <c:v>9214.9500000000007</c:v>
                </c:pt>
                <c:pt idx="37">
                  <c:v>9297</c:v>
                </c:pt>
                <c:pt idx="38">
                  <c:v>8987.2000000000007</c:v>
                </c:pt>
                <c:pt idx="39">
                  <c:v>8509.7000000000007</c:v>
                </c:pt>
                <c:pt idx="40">
                  <c:v>8779.4</c:v>
                </c:pt>
                <c:pt idx="41">
                  <c:v>9481.75</c:v>
                </c:pt>
                <c:pt idx="42">
                  <c:v>10240.299999999999</c:v>
                </c:pt>
                <c:pt idx="43">
                  <c:v>11059.55</c:v>
                </c:pt>
                <c:pt idx="44">
                  <c:v>11944.35</c:v>
                </c:pt>
                <c:pt idx="45">
                  <c:v>12899.9</c:v>
                </c:pt>
                <c:pt idx="46">
                  <c:v>12315.05</c:v>
                </c:pt>
                <c:pt idx="47">
                  <c:v>11858.55</c:v>
                </c:pt>
                <c:pt idx="48">
                  <c:v>11664.8</c:v>
                </c:pt>
                <c:pt idx="49">
                  <c:v>10731.65</c:v>
                </c:pt>
                <c:pt idx="50">
                  <c:v>9873.15</c:v>
                </c:pt>
                <c:pt idx="51">
                  <c:v>9966.9500000000007</c:v>
                </c:pt>
                <c:pt idx="52">
                  <c:v>9169.6</c:v>
                </c:pt>
                <c:pt idx="53">
                  <c:v>9903.2000000000007</c:v>
                </c:pt>
                <c:pt idx="54">
                  <c:v>10694.3</c:v>
                </c:pt>
                <c:pt idx="55">
                  <c:v>10264.049999999999</c:v>
                </c:pt>
                <c:pt idx="56">
                  <c:v>10823.45</c:v>
                </c:pt>
                <c:pt idx="57">
                  <c:v>10367.35</c:v>
                </c:pt>
                <c:pt idx="58">
                  <c:v>9947.6</c:v>
                </c:pt>
                <c:pt idx="59">
                  <c:v>10188.9</c:v>
                </c:pt>
                <c:pt idx="60">
                  <c:v>9745.7000000000007</c:v>
                </c:pt>
                <c:pt idx="61">
                  <c:v>8970.15</c:v>
                </c:pt>
                <c:pt idx="62">
                  <c:v>8252.5499999999993</c:v>
                </c:pt>
                <c:pt idx="63">
                  <c:v>7592.35</c:v>
                </c:pt>
                <c:pt idx="64">
                  <c:v>7797.65</c:v>
                </c:pt>
                <c:pt idx="65">
                  <c:v>8415.2999999999993</c:v>
                </c:pt>
                <c:pt idx="66">
                  <c:v>9088.5499999999993</c:v>
                </c:pt>
                <c:pt idx="67">
                  <c:v>9815.65</c:v>
                </c:pt>
                <c:pt idx="68">
                  <c:v>10599.2</c:v>
                </c:pt>
                <c:pt idx="69">
                  <c:v>10077</c:v>
                </c:pt>
                <c:pt idx="70">
                  <c:v>9270.85</c:v>
                </c:pt>
                <c:pt idx="71">
                  <c:v>8529.2000000000007</c:v>
                </c:pt>
                <c:pt idx="72">
                  <c:v>7846.9</c:v>
                </c:pt>
                <c:pt idx="73">
                  <c:v>7250.05</c:v>
                </c:pt>
                <c:pt idx="74">
                  <c:v>7603.55</c:v>
                </c:pt>
                <c:pt idx="75">
                  <c:v>7371.4</c:v>
                </c:pt>
                <c:pt idx="76">
                  <c:v>7172.35</c:v>
                </c:pt>
                <c:pt idx="77">
                  <c:v>7742.9</c:v>
                </c:pt>
                <c:pt idx="78">
                  <c:v>7988.25</c:v>
                </c:pt>
                <c:pt idx="79">
                  <c:v>8121.65</c:v>
                </c:pt>
                <c:pt idx="80">
                  <c:v>7883.3</c:v>
                </c:pt>
                <c:pt idx="81">
                  <c:v>7648.9</c:v>
                </c:pt>
                <c:pt idx="82">
                  <c:v>8179.55</c:v>
                </c:pt>
                <c:pt idx="83">
                  <c:v>8566</c:v>
                </c:pt>
                <c:pt idx="84">
                  <c:v>7597.8</c:v>
                </c:pt>
                <c:pt idx="85">
                  <c:v>7876</c:v>
                </c:pt>
                <c:pt idx="86">
                  <c:v>7760.95</c:v>
                </c:pt>
                <c:pt idx="87">
                  <c:v>7060.95</c:v>
                </c:pt>
                <c:pt idx="88">
                  <c:v>6860.9</c:v>
                </c:pt>
                <c:pt idx="89">
                  <c:v>6939.3</c:v>
                </c:pt>
                <c:pt idx="90">
                  <c:v>6863.9</c:v>
                </c:pt>
                <c:pt idx="91">
                  <c:v>6962.85</c:v>
                </c:pt>
                <c:pt idx="92">
                  <c:v>6897.85</c:v>
                </c:pt>
                <c:pt idx="93">
                  <c:v>6456.35</c:v>
                </c:pt>
                <c:pt idx="94">
                  <c:v>5939</c:v>
                </c:pt>
                <c:pt idx="95">
                  <c:v>6016.35</c:v>
                </c:pt>
                <c:pt idx="96">
                  <c:v>6047.3</c:v>
                </c:pt>
                <c:pt idx="97">
                  <c:v>6039.15</c:v>
                </c:pt>
                <c:pt idx="98">
                  <c:v>5978.35</c:v>
                </c:pt>
                <c:pt idx="99">
                  <c:v>5891.35</c:v>
                </c:pt>
                <c:pt idx="100">
                  <c:v>6266.95</c:v>
                </c:pt>
                <c:pt idx="101">
                  <c:v>6998.75</c:v>
                </c:pt>
                <c:pt idx="102">
                  <c:v>6993.65</c:v>
                </c:pt>
                <c:pt idx="103">
                  <c:v>7534.2</c:v>
                </c:pt>
                <c:pt idx="104">
                  <c:v>8001.95</c:v>
                </c:pt>
                <c:pt idx="105">
                  <c:v>7971.65</c:v>
                </c:pt>
                <c:pt idx="106">
                  <c:v>7836.6</c:v>
                </c:pt>
                <c:pt idx="107">
                  <c:v>7906.9</c:v>
                </c:pt>
                <c:pt idx="108">
                  <c:v>7935.05</c:v>
                </c:pt>
                <c:pt idx="109">
                  <c:v>7764.2</c:v>
                </c:pt>
                <c:pt idx="110">
                  <c:v>7770.45</c:v>
                </c:pt>
                <c:pt idx="111">
                  <c:v>7813.1</c:v>
                </c:pt>
                <c:pt idx="112">
                  <c:v>8282.35</c:v>
                </c:pt>
                <c:pt idx="113">
                  <c:v>8390.65</c:v>
                </c:pt>
                <c:pt idx="114">
                  <c:v>8565.7000000000007</c:v>
                </c:pt>
                <c:pt idx="115">
                  <c:v>8728.9500000000007</c:v>
                </c:pt>
                <c:pt idx="116">
                  <c:v>8500.75</c:v>
                </c:pt>
                <c:pt idx="117">
                  <c:v>8512.6</c:v>
                </c:pt>
                <c:pt idx="118">
                  <c:v>8259.25</c:v>
                </c:pt>
                <c:pt idx="119">
                  <c:v>8083.15</c:v>
                </c:pt>
                <c:pt idx="120">
                  <c:v>8157.5</c:v>
                </c:pt>
                <c:pt idx="121">
                  <c:v>8216.7999999999993</c:v>
                </c:pt>
                <c:pt idx="122">
                  <c:v>8390.5</c:v>
                </c:pt>
                <c:pt idx="123">
                  <c:v>8310.4</c:v>
                </c:pt>
                <c:pt idx="124">
                  <c:v>8583.5499999999993</c:v>
                </c:pt>
                <c:pt idx="125">
                  <c:v>8749.85</c:v>
                </c:pt>
                <c:pt idx="126">
                  <c:v>8600.4500000000007</c:v>
                </c:pt>
                <c:pt idx="127">
                  <c:v>8468.25</c:v>
                </c:pt>
                <c:pt idx="128">
                  <c:v>8487.65</c:v>
                </c:pt>
                <c:pt idx="129">
                  <c:v>8296.6</c:v>
                </c:pt>
                <c:pt idx="130">
                  <c:v>8273.25</c:v>
                </c:pt>
                <c:pt idx="131">
                  <c:v>8361.5499999999993</c:v>
                </c:pt>
                <c:pt idx="132">
                  <c:v>8031.15</c:v>
                </c:pt>
                <c:pt idx="133">
                  <c:v>7770.05</c:v>
                </c:pt>
                <c:pt idx="134">
                  <c:v>7692.6</c:v>
                </c:pt>
                <c:pt idx="135">
                  <c:v>7454.55</c:v>
                </c:pt>
                <c:pt idx="136">
                  <c:v>7325.1</c:v>
                </c:pt>
                <c:pt idx="137">
                  <c:v>7347.25</c:v>
                </c:pt>
                <c:pt idx="138">
                  <c:v>7349.3</c:v>
                </c:pt>
                <c:pt idx="139">
                  <c:v>6851.8</c:v>
                </c:pt>
                <c:pt idx="140">
                  <c:v>7118.45</c:v>
                </c:pt>
                <c:pt idx="141">
                  <c:v>6656.1</c:v>
                </c:pt>
                <c:pt idx="142">
                  <c:v>6787.2</c:v>
                </c:pt>
                <c:pt idx="143">
                  <c:v>6845.3</c:v>
                </c:pt>
                <c:pt idx="144">
                  <c:v>6761.25</c:v>
                </c:pt>
                <c:pt idx="145">
                  <c:v>6748.15</c:v>
                </c:pt>
                <c:pt idx="146">
                  <c:v>6627.1</c:v>
                </c:pt>
                <c:pt idx="147">
                  <c:v>6450.6</c:v>
                </c:pt>
                <c:pt idx="148">
                  <c:v>6325.2</c:v>
                </c:pt>
                <c:pt idx="149">
                  <c:v>6438.8</c:v>
                </c:pt>
                <c:pt idx="150">
                  <c:v>7459.25</c:v>
                </c:pt>
                <c:pt idx="151">
                  <c:v>7571.65</c:v>
                </c:pt>
                <c:pt idx="152">
                  <c:v>7270.55</c:v>
                </c:pt>
                <c:pt idx="153">
                  <c:v>7235.55</c:v>
                </c:pt>
                <c:pt idx="154">
                  <c:v>7280.5</c:v>
                </c:pt>
                <c:pt idx="155">
                  <c:v>7735.3</c:v>
                </c:pt>
                <c:pt idx="156">
                  <c:v>7561.85</c:v>
                </c:pt>
                <c:pt idx="157">
                  <c:v>7970.9</c:v>
                </c:pt>
                <c:pt idx="158">
                  <c:v>7965.9</c:v>
                </c:pt>
                <c:pt idx="159">
                  <c:v>8295.85</c:v>
                </c:pt>
                <c:pt idx="160">
                  <c:v>8045.85</c:v>
                </c:pt>
                <c:pt idx="161">
                  <c:v>8211.0499999999993</c:v>
                </c:pt>
                <c:pt idx="162">
                  <c:v>8155.85</c:v>
                </c:pt>
                <c:pt idx="163">
                  <c:v>7797.9</c:v>
                </c:pt>
                <c:pt idx="164">
                  <c:v>7841.45</c:v>
                </c:pt>
                <c:pt idx="165">
                  <c:v>7852.2</c:v>
                </c:pt>
                <c:pt idx="166">
                  <c:v>8326.7999999999993</c:v>
                </c:pt>
                <c:pt idx="167">
                  <c:v>8609.4</c:v>
                </c:pt>
                <c:pt idx="168">
                  <c:v>8532.1</c:v>
                </c:pt>
                <c:pt idx="169">
                  <c:v>8360.5</c:v>
                </c:pt>
                <c:pt idx="170">
                  <c:v>8358.1</c:v>
                </c:pt>
                <c:pt idx="171">
                  <c:v>8582.7000000000007</c:v>
                </c:pt>
                <c:pt idx="172">
                  <c:v>8681.75</c:v>
                </c:pt>
                <c:pt idx="173">
                  <c:v>8841.4</c:v>
                </c:pt>
                <c:pt idx="174">
                  <c:v>8716.1</c:v>
                </c:pt>
                <c:pt idx="175">
                  <c:v>8591.5499999999993</c:v>
                </c:pt>
                <c:pt idx="176">
                  <c:v>8497.7999999999993</c:v>
                </c:pt>
                <c:pt idx="177">
                  <c:v>8006.65</c:v>
                </c:pt>
                <c:pt idx="178">
                  <c:v>7641.75</c:v>
                </c:pt>
                <c:pt idx="179">
                  <c:v>7796.4</c:v>
                </c:pt>
                <c:pt idx="180">
                  <c:v>7579.75</c:v>
                </c:pt>
                <c:pt idx="181">
                  <c:v>7041.2</c:v>
                </c:pt>
                <c:pt idx="182">
                  <c:v>7541.15</c:v>
                </c:pt>
                <c:pt idx="183">
                  <c:v>7247.8</c:v>
                </c:pt>
                <c:pt idx="184">
                  <c:v>7461.15</c:v>
                </c:pt>
                <c:pt idx="185">
                  <c:v>7376.8</c:v>
                </c:pt>
                <c:pt idx="186">
                  <c:v>7361.25</c:v>
                </c:pt>
                <c:pt idx="187">
                  <c:v>7470.6</c:v>
                </c:pt>
                <c:pt idx="188">
                  <c:v>7651.7</c:v>
                </c:pt>
                <c:pt idx="189">
                  <c:v>7517.05</c:v>
                </c:pt>
                <c:pt idx="190">
                  <c:v>7534.15</c:v>
                </c:pt>
                <c:pt idx="191">
                  <c:v>7393.95</c:v>
                </c:pt>
                <c:pt idx="192">
                  <c:v>7340.85</c:v>
                </c:pt>
                <c:pt idx="193">
                  <c:v>6814.45</c:v>
                </c:pt>
                <c:pt idx="194">
                  <c:v>6794.1</c:v>
                </c:pt>
                <c:pt idx="195">
                  <c:v>6516.95</c:v>
                </c:pt>
                <c:pt idx="196">
                  <c:v>6521.35</c:v>
                </c:pt>
                <c:pt idx="197">
                  <c:v>6464.25</c:v>
                </c:pt>
                <c:pt idx="198">
                  <c:v>6230.05</c:v>
                </c:pt>
                <c:pt idx="199">
                  <c:v>6667.35</c:v>
                </c:pt>
                <c:pt idx="200">
                  <c:v>7123.85</c:v>
                </c:pt>
                <c:pt idx="201">
                  <c:v>6870.3</c:v>
                </c:pt>
                <c:pt idx="202">
                  <c:v>7020.25</c:v>
                </c:pt>
                <c:pt idx="203">
                  <c:v>7183</c:v>
                </c:pt>
                <c:pt idx="204">
                  <c:v>7142</c:v>
                </c:pt>
                <c:pt idx="205">
                  <c:v>7200.95</c:v>
                </c:pt>
                <c:pt idx="206">
                  <c:v>7111.55</c:v>
                </c:pt>
                <c:pt idx="207">
                  <c:v>7132.95</c:v>
                </c:pt>
                <c:pt idx="208">
                  <c:v>7302.9</c:v>
                </c:pt>
                <c:pt idx="209">
                  <c:v>7407.4</c:v>
                </c:pt>
                <c:pt idx="210">
                  <c:v>7570</c:v>
                </c:pt>
                <c:pt idx="211">
                  <c:v>7599.7</c:v>
                </c:pt>
                <c:pt idx="212">
                  <c:v>7710.95</c:v>
                </c:pt>
                <c:pt idx="213">
                  <c:v>7951.5</c:v>
                </c:pt>
                <c:pt idx="214">
                  <c:v>7923.6</c:v>
                </c:pt>
                <c:pt idx="215">
                  <c:v>7738.1</c:v>
                </c:pt>
                <c:pt idx="216">
                  <c:v>7360.9</c:v>
                </c:pt>
                <c:pt idx="217">
                  <c:v>7648.85</c:v>
                </c:pt>
                <c:pt idx="218">
                  <c:v>7607.65</c:v>
                </c:pt>
                <c:pt idx="219">
                  <c:v>7547</c:v>
                </c:pt>
                <c:pt idx="220">
                  <c:v>7636.45</c:v>
                </c:pt>
                <c:pt idx="221">
                  <c:v>7656.1</c:v>
                </c:pt>
                <c:pt idx="222">
                  <c:v>7632.9</c:v>
                </c:pt>
                <c:pt idx="223">
                  <c:v>7451.75</c:v>
                </c:pt>
                <c:pt idx="224">
                  <c:v>7437.05</c:v>
                </c:pt>
                <c:pt idx="225">
                  <c:v>7458.3</c:v>
                </c:pt>
                <c:pt idx="226">
                  <c:v>7572.85</c:v>
                </c:pt>
                <c:pt idx="227">
                  <c:v>7455.95</c:v>
                </c:pt>
                <c:pt idx="228">
                  <c:v>7381.9</c:v>
                </c:pt>
                <c:pt idx="229">
                  <c:v>7184.15</c:v>
                </c:pt>
                <c:pt idx="230">
                  <c:v>7288.3</c:v>
                </c:pt>
                <c:pt idx="231">
                  <c:v>7182.35</c:v>
                </c:pt>
                <c:pt idx="232">
                  <c:v>7181.5</c:v>
                </c:pt>
                <c:pt idx="233">
                  <c:v>7304.6</c:v>
                </c:pt>
                <c:pt idx="234">
                  <c:v>7286.75</c:v>
                </c:pt>
                <c:pt idx="235">
                  <c:v>7391.75</c:v>
                </c:pt>
                <c:pt idx="236">
                  <c:v>7469.75</c:v>
                </c:pt>
                <c:pt idx="237">
                  <c:v>7453.5</c:v>
                </c:pt>
                <c:pt idx="238">
                  <c:v>7622.7</c:v>
                </c:pt>
                <c:pt idx="239">
                  <c:v>7530.4</c:v>
                </c:pt>
                <c:pt idx="240">
                  <c:v>7202.4</c:v>
                </c:pt>
                <c:pt idx="241">
                  <c:v>7094.1</c:v>
                </c:pt>
                <c:pt idx="242">
                  <c:v>6889.35</c:v>
                </c:pt>
                <c:pt idx="243">
                  <c:v>6641.15</c:v>
                </c:pt>
                <c:pt idx="244">
                  <c:v>6276.3</c:v>
                </c:pt>
                <c:pt idx="245">
                  <c:v>5812.05</c:v>
                </c:pt>
                <c:pt idx="246">
                  <c:v>5520.05</c:v>
                </c:pt>
                <c:pt idx="247">
                  <c:v>5488.25</c:v>
                </c:pt>
                <c:pt idx="248">
                  <c:v>5547.4</c:v>
                </c:pt>
                <c:pt idx="249">
                  <c:v>5694.1</c:v>
                </c:pt>
                <c:pt idx="250">
                  <c:v>5593.6</c:v>
                </c:pt>
                <c:pt idx="251">
                  <c:v>5680.85</c:v>
                </c:pt>
                <c:pt idx="252">
                  <c:v>5614.3</c:v>
                </c:pt>
                <c:pt idx="253">
                  <c:v>6101.35</c:v>
                </c:pt>
                <c:pt idx="254">
                  <c:v>6381.4</c:v>
                </c:pt>
                <c:pt idx="255">
                  <c:v>5984.65</c:v>
                </c:pt>
                <c:pt idx="256">
                  <c:v>5927.9</c:v>
                </c:pt>
                <c:pt idx="257">
                  <c:v>5666.1</c:v>
                </c:pt>
                <c:pt idx="258">
                  <c:v>5548.35</c:v>
                </c:pt>
                <c:pt idx="259">
                  <c:v>5800.65</c:v>
                </c:pt>
                <c:pt idx="260">
                  <c:v>6169.35</c:v>
                </c:pt>
                <c:pt idx="261">
                  <c:v>6098.2</c:v>
                </c:pt>
                <c:pt idx="262">
                  <c:v>6297.85</c:v>
                </c:pt>
                <c:pt idx="263">
                  <c:v>6430.3</c:v>
                </c:pt>
                <c:pt idx="264">
                  <c:v>6749.95</c:v>
                </c:pt>
                <c:pt idx="265">
                  <c:v>6836.6</c:v>
                </c:pt>
                <c:pt idx="266">
                  <c:v>6756.05</c:v>
                </c:pt>
                <c:pt idx="267">
                  <c:v>6828.7</c:v>
                </c:pt>
                <c:pt idx="268">
                  <c:v>6787.1</c:v>
                </c:pt>
                <c:pt idx="269">
                  <c:v>6635.85</c:v>
                </c:pt>
                <c:pt idx="270">
                  <c:v>6888.6</c:v>
                </c:pt>
                <c:pt idx="271">
                  <c:v>6792.75</c:v>
                </c:pt>
                <c:pt idx="272">
                  <c:v>6751.4</c:v>
                </c:pt>
                <c:pt idx="273">
                  <c:v>6863.65</c:v>
                </c:pt>
                <c:pt idx="274">
                  <c:v>6664.8</c:v>
                </c:pt>
                <c:pt idx="275">
                  <c:v>6674.55</c:v>
                </c:pt>
                <c:pt idx="276">
                  <c:v>6496.45</c:v>
                </c:pt>
                <c:pt idx="277">
                  <c:v>6535.75</c:v>
                </c:pt>
                <c:pt idx="278">
                  <c:v>6425.25</c:v>
                </c:pt>
                <c:pt idx="279">
                  <c:v>6369</c:v>
                </c:pt>
                <c:pt idx="280">
                  <c:v>6373.7</c:v>
                </c:pt>
                <c:pt idx="281">
                  <c:v>6368.35</c:v>
                </c:pt>
                <c:pt idx="282">
                  <c:v>6495.6</c:v>
                </c:pt>
                <c:pt idx="283">
                  <c:v>6294.55</c:v>
                </c:pt>
                <c:pt idx="284">
                  <c:v>6296.25</c:v>
                </c:pt>
                <c:pt idx="285">
                  <c:v>6261.65</c:v>
                </c:pt>
                <c:pt idx="286">
                  <c:v>5909.3</c:v>
                </c:pt>
                <c:pt idx="287">
                  <c:v>5793.7</c:v>
                </c:pt>
                <c:pt idx="288">
                  <c:v>5622.6</c:v>
                </c:pt>
                <c:pt idx="289">
                  <c:v>5723.75</c:v>
                </c:pt>
                <c:pt idx="290">
                  <c:v>5634.75</c:v>
                </c:pt>
                <c:pt idx="291">
                  <c:v>6241.65</c:v>
                </c:pt>
                <c:pt idx="292">
                  <c:v>5662.8</c:v>
                </c:pt>
                <c:pt idx="293">
                  <c:v>4960.3</c:v>
                </c:pt>
                <c:pt idx="294">
                  <c:v>4794.25</c:v>
                </c:pt>
                <c:pt idx="295">
                  <c:v>5192.45</c:v>
                </c:pt>
                <c:pt idx="296">
                  <c:v>5131.2</c:v>
                </c:pt>
                <c:pt idx="297">
                  <c:v>4909.8999999999996</c:v>
                </c:pt>
                <c:pt idx="298">
                  <c:v>4450.6499999999996</c:v>
                </c:pt>
                <c:pt idx="299">
                  <c:v>4192.1499999999996</c:v>
                </c:pt>
                <c:pt idx="300">
                  <c:v>4721.55</c:v>
                </c:pt>
                <c:pt idx="301">
                  <c:v>4871.95</c:v>
                </c:pt>
                <c:pt idx="302">
                  <c:v>4699.7</c:v>
                </c:pt>
                <c:pt idx="303">
                  <c:v>4455.6499999999996</c:v>
                </c:pt>
                <c:pt idx="304">
                  <c:v>4366.1499999999996</c:v>
                </c:pt>
                <c:pt idx="305">
                  <c:v>4479.55</c:v>
                </c:pt>
                <c:pt idx="306">
                  <c:v>4308.3999999999996</c:v>
                </c:pt>
                <c:pt idx="307">
                  <c:v>4212.7</c:v>
                </c:pt>
                <c:pt idx="308">
                  <c:v>4318.1000000000004</c:v>
                </c:pt>
                <c:pt idx="309">
                  <c:v>4658</c:v>
                </c:pt>
                <c:pt idx="310">
                  <c:v>4708.8999999999996</c:v>
                </c:pt>
                <c:pt idx="311">
                  <c:v>4410.8500000000004</c:v>
                </c:pt>
                <c:pt idx="312">
                  <c:v>4083.75</c:v>
                </c:pt>
                <c:pt idx="313">
                  <c:v>4112.8500000000004</c:v>
                </c:pt>
                <c:pt idx="314">
                  <c:v>4074.5</c:v>
                </c:pt>
                <c:pt idx="315">
                  <c:v>3914.4</c:v>
                </c:pt>
                <c:pt idx="316">
                  <c:v>4029.1</c:v>
                </c:pt>
                <c:pt idx="317">
                  <c:v>3970.25</c:v>
                </c:pt>
                <c:pt idx="318">
                  <c:v>3828.05</c:v>
                </c:pt>
                <c:pt idx="319">
                  <c:v>3215.6</c:v>
                </c:pt>
                <c:pt idx="320">
                  <c:v>2861.4</c:v>
                </c:pt>
                <c:pt idx="321">
                  <c:v>3061.65</c:v>
                </c:pt>
                <c:pt idx="322">
                  <c:v>3055.65</c:v>
                </c:pt>
                <c:pt idx="323">
                  <c:v>3544.55</c:v>
                </c:pt>
                <c:pt idx="324">
                  <c:v>3824.3</c:v>
                </c:pt>
                <c:pt idx="325">
                  <c:v>3818.55</c:v>
                </c:pt>
                <c:pt idx="326">
                  <c:v>3718.85</c:v>
                </c:pt>
                <c:pt idx="327">
                  <c:v>3844.15</c:v>
                </c:pt>
                <c:pt idx="328">
                  <c:v>3845.7</c:v>
                </c:pt>
                <c:pt idx="329">
                  <c:v>3674.55</c:v>
                </c:pt>
                <c:pt idx="330">
                  <c:v>3248.45</c:v>
                </c:pt>
                <c:pt idx="331">
                  <c:v>3709</c:v>
                </c:pt>
                <c:pt idx="332">
                  <c:v>3945.25</c:v>
                </c:pt>
                <c:pt idx="333">
                  <c:v>3802.55</c:v>
                </c:pt>
                <c:pt idx="334">
                  <c:v>3821.7</c:v>
                </c:pt>
                <c:pt idx="335">
                  <c:v>3993.55</c:v>
                </c:pt>
                <c:pt idx="336">
                  <c:v>3968.7</c:v>
                </c:pt>
                <c:pt idx="337">
                  <c:v>3863.05</c:v>
                </c:pt>
                <c:pt idx="338">
                  <c:v>3859.4</c:v>
                </c:pt>
                <c:pt idx="339">
                  <c:v>3888.35</c:v>
                </c:pt>
                <c:pt idx="340">
                  <c:v>3878.7</c:v>
                </c:pt>
                <c:pt idx="341">
                  <c:v>3902.5</c:v>
                </c:pt>
                <c:pt idx="342">
                  <c:v>3822.9</c:v>
                </c:pt>
                <c:pt idx="343">
                  <c:v>3899.95</c:v>
                </c:pt>
                <c:pt idx="344">
                  <c:v>3948.55</c:v>
                </c:pt>
                <c:pt idx="345">
                  <c:v>3953.3</c:v>
                </c:pt>
                <c:pt idx="346">
                  <c:v>3973.4</c:v>
                </c:pt>
                <c:pt idx="347">
                  <c:v>4222.3999999999996</c:v>
                </c:pt>
                <c:pt idx="348">
                  <c:v>4160.7</c:v>
                </c:pt>
                <c:pt idx="349">
                  <c:v>4175.3</c:v>
                </c:pt>
                <c:pt idx="350">
                  <c:v>4284</c:v>
                </c:pt>
                <c:pt idx="351">
                  <c:v>4246.45</c:v>
                </c:pt>
                <c:pt idx="352">
                  <c:v>3928.5</c:v>
                </c:pt>
                <c:pt idx="353">
                  <c:v>3772.3</c:v>
                </c:pt>
                <c:pt idx="354">
                  <c:v>3756.2</c:v>
                </c:pt>
                <c:pt idx="355">
                  <c:v>3617.85</c:v>
                </c:pt>
                <c:pt idx="356">
                  <c:v>3792.35</c:v>
                </c:pt>
                <c:pt idx="357">
                  <c:v>3805.7</c:v>
                </c:pt>
                <c:pt idx="358">
                  <c:v>3867.25</c:v>
                </c:pt>
                <c:pt idx="359">
                  <c:v>3942.7</c:v>
                </c:pt>
                <c:pt idx="360">
                  <c:v>3807.9</c:v>
                </c:pt>
                <c:pt idx="361">
                  <c:v>3835.1</c:v>
                </c:pt>
                <c:pt idx="362">
                  <c:v>3836.85</c:v>
                </c:pt>
                <c:pt idx="363">
                  <c:v>3800.7</c:v>
                </c:pt>
                <c:pt idx="364">
                  <c:v>3404.65</c:v>
                </c:pt>
                <c:pt idx="365">
                  <c:v>3333.45</c:v>
                </c:pt>
                <c:pt idx="366">
                  <c:v>3463.9</c:v>
                </c:pt>
                <c:pt idx="367">
                  <c:v>3363.8</c:v>
                </c:pt>
                <c:pt idx="368">
                  <c:v>3406.25</c:v>
                </c:pt>
                <c:pt idx="369">
                  <c:v>3432.3</c:v>
                </c:pt>
                <c:pt idx="370">
                  <c:v>3333.2</c:v>
                </c:pt>
                <c:pt idx="371">
                  <c:v>3589.75</c:v>
                </c:pt>
                <c:pt idx="372">
                  <c:v>3541.7</c:v>
                </c:pt>
                <c:pt idx="373">
                  <c:v>3613.85</c:v>
                </c:pt>
                <c:pt idx="374">
                  <c:v>3748.65</c:v>
                </c:pt>
                <c:pt idx="375">
                  <c:v>3733.85</c:v>
                </c:pt>
                <c:pt idx="376">
                  <c:v>3293.5</c:v>
                </c:pt>
                <c:pt idx="377">
                  <c:v>3468.15</c:v>
                </c:pt>
                <c:pt idx="378">
                  <c:v>3485.3</c:v>
                </c:pt>
                <c:pt idx="379">
                  <c:v>3639.2</c:v>
                </c:pt>
                <c:pt idx="380">
                  <c:v>3502.5</c:v>
                </c:pt>
                <c:pt idx="381">
                  <c:v>3503.15</c:v>
                </c:pt>
                <c:pt idx="382">
                  <c:v>3746.4</c:v>
                </c:pt>
                <c:pt idx="383">
                  <c:v>3899.95</c:v>
                </c:pt>
                <c:pt idx="384">
                  <c:v>3693.65</c:v>
                </c:pt>
                <c:pt idx="385">
                  <c:v>3630.9</c:v>
                </c:pt>
                <c:pt idx="386">
                  <c:v>3677.15</c:v>
                </c:pt>
                <c:pt idx="387">
                  <c:v>3685.05</c:v>
                </c:pt>
                <c:pt idx="388">
                  <c:v>3697.1</c:v>
                </c:pt>
                <c:pt idx="389">
                  <c:v>3761.55</c:v>
                </c:pt>
                <c:pt idx="390">
                  <c:v>3622.2</c:v>
                </c:pt>
                <c:pt idx="391">
                  <c:v>3697.55</c:v>
                </c:pt>
                <c:pt idx="392">
                  <c:v>3686</c:v>
                </c:pt>
                <c:pt idx="393">
                  <c:v>3651.6</c:v>
                </c:pt>
                <c:pt idx="394">
                  <c:v>3618.7</c:v>
                </c:pt>
                <c:pt idx="395">
                  <c:v>3656.05</c:v>
                </c:pt>
                <c:pt idx="396">
                  <c:v>3752.85</c:v>
                </c:pt>
                <c:pt idx="397">
                  <c:v>3647.1</c:v>
                </c:pt>
                <c:pt idx="398">
                  <c:v>3754.85</c:v>
                </c:pt>
                <c:pt idx="399">
                  <c:v>3864.3</c:v>
                </c:pt>
                <c:pt idx="400">
                  <c:v>3792.75</c:v>
                </c:pt>
                <c:pt idx="401">
                  <c:v>3755.85</c:v>
                </c:pt>
                <c:pt idx="402">
                  <c:v>3685.25</c:v>
                </c:pt>
                <c:pt idx="403">
                  <c:v>3682.8</c:v>
                </c:pt>
                <c:pt idx="404">
                  <c:v>3650.5</c:v>
                </c:pt>
                <c:pt idx="405">
                  <c:v>3619.35</c:v>
                </c:pt>
                <c:pt idx="406">
                  <c:v>3788.3</c:v>
                </c:pt>
                <c:pt idx="407">
                  <c:v>3756.5</c:v>
                </c:pt>
                <c:pt idx="408">
                  <c:v>3670.7</c:v>
                </c:pt>
                <c:pt idx="409">
                  <c:v>3666.45</c:v>
                </c:pt>
                <c:pt idx="410">
                  <c:v>3741</c:v>
                </c:pt>
                <c:pt idx="411">
                  <c:v>3765.45</c:v>
                </c:pt>
                <c:pt idx="412">
                  <c:v>3806.2</c:v>
                </c:pt>
                <c:pt idx="413">
                  <c:v>3917.25</c:v>
                </c:pt>
                <c:pt idx="414">
                  <c:v>3933.7</c:v>
                </c:pt>
                <c:pt idx="415">
                  <c:v>3756.3</c:v>
                </c:pt>
                <c:pt idx="416">
                  <c:v>3707.6</c:v>
                </c:pt>
                <c:pt idx="417">
                  <c:v>3538.65</c:v>
                </c:pt>
                <c:pt idx="418">
                  <c:v>3423.6</c:v>
                </c:pt>
                <c:pt idx="419">
                  <c:v>3427.75</c:v>
                </c:pt>
                <c:pt idx="420">
                  <c:v>3364.15</c:v>
                </c:pt>
                <c:pt idx="421">
                  <c:v>3289.35</c:v>
                </c:pt>
                <c:pt idx="422">
                  <c:v>3316.4</c:v>
                </c:pt>
                <c:pt idx="423">
                  <c:v>3473.05</c:v>
                </c:pt>
                <c:pt idx="424">
                  <c:v>3503.85</c:v>
                </c:pt>
                <c:pt idx="425">
                  <c:v>3190.65</c:v>
                </c:pt>
                <c:pt idx="426">
                  <c:v>3168.75</c:v>
                </c:pt>
                <c:pt idx="427">
                  <c:v>2907.15</c:v>
                </c:pt>
                <c:pt idx="428">
                  <c:v>2616.4499999999998</c:v>
                </c:pt>
                <c:pt idx="429">
                  <c:v>2659.1</c:v>
                </c:pt>
                <c:pt idx="430">
                  <c:v>2579.75</c:v>
                </c:pt>
                <c:pt idx="431">
                  <c:v>2469.35</c:v>
                </c:pt>
                <c:pt idx="432">
                  <c:v>2222.4499999999998</c:v>
                </c:pt>
                <c:pt idx="433">
                  <c:v>2400.5</c:v>
                </c:pt>
                <c:pt idx="434">
                  <c:v>2489.3000000000002</c:v>
                </c:pt>
                <c:pt idx="435">
                  <c:v>2551.65</c:v>
                </c:pt>
                <c:pt idx="436">
                  <c:v>2373.4</c:v>
                </c:pt>
                <c:pt idx="437">
                  <c:v>2367.0500000000002</c:v>
                </c:pt>
                <c:pt idx="438">
                  <c:v>2326.8000000000002</c:v>
                </c:pt>
                <c:pt idx="439">
                  <c:v>2187.35</c:v>
                </c:pt>
                <c:pt idx="440">
                  <c:v>2369.3000000000002</c:v>
                </c:pt>
                <c:pt idx="441">
                  <c:v>2475.35</c:v>
                </c:pt>
                <c:pt idx="442">
                  <c:v>2390.5500000000002</c:v>
                </c:pt>
                <c:pt idx="443">
                  <c:v>2426.5</c:v>
                </c:pt>
                <c:pt idx="444">
                  <c:v>2507.9499999999998</c:v>
                </c:pt>
                <c:pt idx="445">
                  <c:v>2758.75</c:v>
                </c:pt>
                <c:pt idx="446">
                  <c:v>2950.7</c:v>
                </c:pt>
                <c:pt idx="447">
                  <c:v>2909.35</c:v>
                </c:pt>
                <c:pt idx="448">
                  <c:v>2971</c:v>
                </c:pt>
                <c:pt idx="449">
                  <c:v>3005.05</c:v>
                </c:pt>
                <c:pt idx="450">
                  <c:v>2860.4</c:v>
                </c:pt>
                <c:pt idx="451">
                  <c:v>2955.65</c:v>
                </c:pt>
                <c:pt idx="452">
                  <c:v>3008.3</c:v>
                </c:pt>
                <c:pt idx="453">
                  <c:v>3022.85</c:v>
                </c:pt>
                <c:pt idx="454">
                  <c:v>3022.5</c:v>
                </c:pt>
                <c:pt idx="455">
                  <c:v>3019.55</c:v>
                </c:pt>
                <c:pt idx="456">
                  <c:v>3016.75</c:v>
                </c:pt>
                <c:pt idx="457">
                  <c:v>2968</c:v>
                </c:pt>
                <c:pt idx="458">
                  <c:v>2916.35</c:v>
                </c:pt>
                <c:pt idx="459">
                  <c:v>2956.35</c:v>
                </c:pt>
                <c:pt idx="460">
                  <c:v>2908.35</c:v>
                </c:pt>
                <c:pt idx="461">
                  <c:v>2843.25</c:v>
                </c:pt>
                <c:pt idx="462">
                  <c:v>2949.8</c:v>
                </c:pt>
                <c:pt idx="463">
                  <c:v>2826.9</c:v>
                </c:pt>
                <c:pt idx="464">
                  <c:v>2867.1</c:v>
                </c:pt>
                <c:pt idx="465">
                  <c:v>2932.65</c:v>
                </c:pt>
                <c:pt idx="466">
                  <c:v>2965.2</c:v>
                </c:pt>
                <c:pt idx="467">
                  <c:v>2901.25</c:v>
                </c:pt>
                <c:pt idx="468">
                  <c:v>2954.75</c:v>
                </c:pt>
                <c:pt idx="469">
                  <c:v>3250.25</c:v>
                </c:pt>
                <c:pt idx="470">
                  <c:v>3575.3</c:v>
                </c:pt>
                <c:pt idx="471">
                  <c:v>3597.4</c:v>
                </c:pt>
                <c:pt idx="472">
                  <c:v>3509.5</c:v>
                </c:pt>
                <c:pt idx="473">
                  <c:v>3482.95</c:v>
                </c:pt>
                <c:pt idx="474">
                  <c:v>3553.5</c:v>
                </c:pt>
                <c:pt idx="475">
                  <c:v>3904.9</c:v>
                </c:pt>
                <c:pt idx="476">
                  <c:v>3775.75</c:v>
                </c:pt>
                <c:pt idx="477">
                  <c:v>3815.45</c:v>
                </c:pt>
                <c:pt idx="478">
                  <c:v>3892.85</c:v>
                </c:pt>
                <c:pt idx="479">
                  <c:v>3798.3</c:v>
                </c:pt>
                <c:pt idx="480">
                  <c:v>3985.8</c:v>
                </c:pt>
                <c:pt idx="481">
                  <c:v>4249.8999999999996</c:v>
                </c:pt>
                <c:pt idx="482">
                  <c:v>4515</c:v>
                </c:pt>
                <c:pt idx="483">
                  <c:v>4533.1499999999996</c:v>
                </c:pt>
                <c:pt idx="484">
                  <c:v>4406.45</c:v>
                </c:pt>
                <c:pt idx="485">
                  <c:v>4230.25</c:v>
                </c:pt>
                <c:pt idx="486">
                  <c:v>4412.05</c:v>
                </c:pt>
                <c:pt idx="487">
                  <c:v>4291.3999999999996</c:v>
                </c:pt>
                <c:pt idx="488">
                  <c:v>4164.8999999999996</c:v>
                </c:pt>
                <c:pt idx="489">
                  <c:v>4224.05</c:v>
                </c:pt>
                <c:pt idx="490">
                  <c:v>3990.85</c:v>
                </c:pt>
                <c:pt idx="491">
                  <c:v>4113.45</c:v>
                </c:pt>
                <c:pt idx="492">
                  <c:v>3995</c:v>
                </c:pt>
                <c:pt idx="493">
                  <c:v>4056.05</c:v>
                </c:pt>
                <c:pt idx="494">
                  <c:v>3954</c:v>
                </c:pt>
                <c:pt idx="495">
                  <c:v>3908.9</c:v>
                </c:pt>
                <c:pt idx="496">
                  <c:v>4031.9</c:v>
                </c:pt>
                <c:pt idx="497">
                  <c:v>4083.85</c:v>
                </c:pt>
                <c:pt idx="498">
                  <c:v>4046.95</c:v>
                </c:pt>
                <c:pt idx="499">
                  <c:v>4038.65</c:v>
                </c:pt>
                <c:pt idx="500">
                  <c:v>4275.8500000000004</c:v>
                </c:pt>
                <c:pt idx="501">
                  <c:v>4484.05</c:v>
                </c:pt>
                <c:pt idx="502">
                  <c:v>4674.1499999999996</c:v>
                </c:pt>
                <c:pt idx="503">
                  <c:v>4816.8999999999996</c:v>
                </c:pt>
                <c:pt idx="504">
                  <c:v>4436.1000000000004</c:v>
                </c:pt>
                <c:pt idx="505">
                  <c:v>4244.45</c:v>
                </c:pt>
                <c:pt idx="506">
                  <c:v>3931.55</c:v>
                </c:pt>
                <c:pt idx="507">
                  <c:v>4029.1</c:v>
                </c:pt>
                <c:pt idx="508">
                  <c:v>3866.35</c:v>
                </c:pt>
                <c:pt idx="509">
                  <c:v>3886.35</c:v>
                </c:pt>
                <c:pt idx="510">
                  <c:v>4128.3999999999996</c:v>
                </c:pt>
                <c:pt idx="511">
                  <c:v>3952.35</c:v>
                </c:pt>
                <c:pt idx="512">
                  <c:v>3913.15</c:v>
                </c:pt>
                <c:pt idx="513">
                  <c:v>3996.2</c:v>
                </c:pt>
                <c:pt idx="514">
                  <c:v>3881.55</c:v>
                </c:pt>
                <c:pt idx="515">
                  <c:v>3858.9</c:v>
                </c:pt>
                <c:pt idx="516">
                  <c:v>3827.3</c:v>
                </c:pt>
                <c:pt idx="517">
                  <c:v>3792.65</c:v>
                </c:pt>
                <c:pt idx="518">
                  <c:v>3774.5</c:v>
                </c:pt>
                <c:pt idx="519">
                  <c:v>3667.75</c:v>
                </c:pt>
                <c:pt idx="520">
                  <c:v>3877.7</c:v>
                </c:pt>
                <c:pt idx="521">
                  <c:v>3824.1</c:v>
                </c:pt>
                <c:pt idx="522">
                  <c:v>3709.7</c:v>
                </c:pt>
                <c:pt idx="523">
                  <c:v>3746.1</c:v>
                </c:pt>
                <c:pt idx="524">
                  <c:v>3918.8</c:v>
                </c:pt>
                <c:pt idx="525">
                  <c:v>3673.05</c:v>
                </c:pt>
                <c:pt idx="526">
                  <c:v>3696</c:v>
                </c:pt>
                <c:pt idx="527">
                  <c:v>3745.5</c:v>
                </c:pt>
                <c:pt idx="528">
                  <c:v>3754.6</c:v>
                </c:pt>
                <c:pt idx="529">
                  <c:v>3788.65</c:v>
                </c:pt>
                <c:pt idx="530">
                  <c:v>3834.1</c:v>
                </c:pt>
                <c:pt idx="531">
                  <c:v>3836.7</c:v>
                </c:pt>
                <c:pt idx="532">
                  <c:v>3729.3</c:v>
                </c:pt>
                <c:pt idx="533">
                  <c:v>3707.2</c:v>
                </c:pt>
                <c:pt idx="534">
                  <c:v>3649.65</c:v>
                </c:pt>
                <c:pt idx="535">
                  <c:v>3658.15</c:v>
                </c:pt>
                <c:pt idx="536">
                  <c:v>3697.4</c:v>
                </c:pt>
                <c:pt idx="537">
                  <c:v>3746.1</c:v>
                </c:pt>
                <c:pt idx="538">
                  <c:v>3837.05</c:v>
                </c:pt>
                <c:pt idx="539">
                  <c:v>3834.95</c:v>
                </c:pt>
                <c:pt idx="540">
                  <c:v>3533.3</c:v>
                </c:pt>
                <c:pt idx="541">
                  <c:v>3614.5</c:v>
                </c:pt>
                <c:pt idx="542">
                  <c:v>3645</c:v>
                </c:pt>
                <c:pt idx="543">
                  <c:v>3832.15</c:v>
                </c:pt>
                <c:pt idx="544">
                  <c:v>3921.85</c:v>
                </c:pt>
                <c:pt idx="545">
                  <c:v>4126.3</c:v>
                </c:pt>
                <c:pt idx="546">
                  <c:v>4230.5</c:v>
                </c:pt>
                <c:pt idx="547">
                  <c:v>4237.45</c:v>
                </c:pt>
                <c:pt idx="548">
                  <c:v>4189.8500000000004</c:v>
                </c:pt>
                <c:pt idx="549">
                  <c:v>4055.7</c:v>
                </c:pt>
                <c:pt idx="550">
                  <c:v>4039.85</c:v>
                </c:pt>
                <c:pt idx="551">
                  <c:v>3994.9</c:v>
                </c:pt>
                <c:pt idx="552">
                  <c:v>3992.6</c:v>
                </c:pt>
                <c:pt idx="553">
                  <c:v>3948.6</c:v>
                </c:pt>
                <c:pt idx="554">
                  <c:v>3904.05</c:v>
                </c:pt>
                <c:pt idx="555">
                  <c:v>3824.2</c:v>
                </c:pt>
                <c:pt idx="556">
                  <c:v>3832.9</c:v>
                </c:pt>
                <c:pt idx="557">
                  <c:v>3676.05</c:v>
                </c:pt>
                <c:pt idx="558">
                  <c:v>3680.45</c:v>
                </c:pt>
                <c:pt idx="559">
                  <c:v>3748.6</c:v>
                </c:pt>
                <c:pt idx="560">
                  <c:v>3566.15</c:v>
                </c:pt>
                <c:pt idx="561">
                  <c:v>3561.05</c:v>
                </c:pt>
                <c:pt idx="562">
                  <c:v>3520.5</c:v>
                </c:pt>
                <c:pt idx="563">
                  <c:v>3650.5</c:v>
                </c:pt>
                <c:pt idx="564">
                  <c:v>3629.4</c:v>
                </c:pt>
                <c:pt idx="565">
                  <c:v>3624.05</c:v>
                </c:pt>
                <c:pt idx="566">
                  <c:v>3600.1</c:v>
                </c:pt>
                <c:pt idx="567">
                  <c:v>3778.5</c:v>
                </c:pt>
                <c:pt idx="568">
                  <c:v>3882.3</c:v>
                </c:pt>
                <c:pt idx="569">
                  <c:v>3897.6</c:v>
                </c:pt>
                <c:pt idx="570">
                  <c:v>3810.15</c:v>
                </c:pt>
                <c:pt idx="571">
                  <c:v>3812.3</c:v>
                </c:pt>
                <c:pt idx="572">
                  <c:v>3955.45</c:v>
                </c:pt>
                <c:pt idx="573">
                  <c:v>3961.6</c:v>
                </c:pt>
                <c:pt idx="574">
                  <c:v>3850.9</c:v>
                </c:pt>
                <c:pt idx="575">
                  <c:v>3940.85</c:v>
                </c:pt>
                <c:pt idx="576">
                  <c:v>3929</c:v>
                </c:pt>
                <c:pt idx="577">
                  <c:v>3883.9</c:v>
                </c:pt>
                <c:pt idx="578">
                  <c:v>3795.8</c:v>
                </c:pt>
                <c:pt idx="579">
                  <c:v>3805.85</c:v>
                </c:pt>
                <c:pt idx="580">
                  <c:v>3635.05</c:v>
                </c:pt>
                <c:pt idx="581">
                  <c:v>3684.05</c:v>
                </c:pt>
                <c:pt idx="582">
                  <c:v>3747.85</c:v>
                </c:pt>
                <c:pt idx="583">
                  <c:v>3753.85</c:v>
                </c:pt>
                <c:pt idx="584">
                  <c:v>3728.35</c:v>
                </c:pt>
                <c:pt idx="585">
                  <c:v>3721.35</c:v>
                </c:pt>
                <c:pt idx="586">
                  <c:v>3806.4</c:v>
                </c:pt>
                <c:pt idx="587">
                  <c:v>3842.7</c:v>
                </c:pt>
                <c:pt idx="588">
                  <c:v>3812.95</c:v>
                </c:pt>
                <c:pt idx="589">
                  <c:v>3830.15</c:v>
                </c:pt>
                <c:pt idx="590">
                  <c:v>3841.3</c:v>
                </c:pt>
                <c:pt idx="591">
                  <c:v>3872.45</c:v>
                </c:pt>
                <c:pt idx="592">
                  <c:v>3809.45</c:v>
                </c:pt>
                <c:pt idx="593">
                  <c:v>3782.1</c:v>
                </c:pt>
                <c:pt idx="594">
                  <c:v>3777.6</c:v>
                </c:pt>
                <c:pt idx="595">
                  <c:v>3613.45</c:v>
                </c:pt>
                <c:pt idx="596">
                  <c:v>3651</c:v>
                </c:pt>
                <c:pt idx="597">
                  <c:v>3640.9</c:v>
                </c:pt>
                <c:pt idx="598">
                  <c:v>3779.85</c:v>
                </c:pt>
                <c:pt idx="599">
                  <c:v>3686.1</c:v>
                </c:pt>
                <c:pt idx="600">
                  <c:v>3514.35</c:v>
                </c:pt>
                <c:pt idx="601">
                  <c:v>3544.65</c:v>
                </c:pt>
                <c:pt idx="602">
                  <c:v>3545.45</c:v>
                </c:pt>
                <c:pt idx="603">
                  <c:v>3388.6</c:v>
                </c:pt>
                <c:pt idx="604">
                  <c:v>3329.7</c:v>
                </c:pt>
                <c:pt idx="605">
                  <c:v>3331.9</c:v>
                </c:pt>
                <c:pt idx="606">
                  <c:v>3442.4</c:v>
                </c:pt>
                <c:pt idx="607">
                  <c:v>3418.25</c:v>
                </c:pt>
                <c:pt idx="608">
                  <c:v>3246.45</c:v>
                </c:pt>
                <c:pt idx="609">
                  <c:v>3375.65</c:v>
                </c:pt>
                <c:pt idx="610">
                  <c:v>3530.65</c:v>
                </c:pt>
                <c:pt idx="611">
                  <c:v>3478.6</c:v>
                </c:pt>
                <c:pt idx="612">
                  <c:v>3459.7</c:v>
                </c:pt>
                <c:pt idx="613">
                  <c:v>3390.15</c:v>
                </c:pt>
                <c:pt idx="614">
                  <c:v>3380.55</c:v>
                </c:pt>
                <c:pt idx="615">
                  <c:v>3286.5</c:v>
                </c:pt>
                <c:pt idx="616">
                  <c:v>3151.25</c:v>
                </c:pt>
                <c:pt idx="617">
                  <c:v>3259.9</c:v>
                </c:pt>
                <c:pt idx="618">
                  <c:v>3139.55</c:v>
                </c:pt>
                <c:pt idx="619">
                  <c:v>3187.95</c:v>
                </c:pt>
                <c:pt idx="620">
                  <c:v>3195.8</c:v>
                </c:pt>
                <c:pt idx="621">
                  <c:v>3069.4</c:v>
                </c:pt>
                <c:pt idx="622">
                  <c:v>3171.15</c:v>
                </c:pt>
                <c:pt idx="623">
                  <c:v>3280.45</c:v>
                </c:pt>
                <c:pt idx="624">
                  <c:v>3318.1</c:v>
                </c:pt>
                <c:pt idx="625">
                  <c:v>3264.25</c:v>
                </c:pt>
                <c:pt idx="626">
                  <c:v>3379.75</c:v>
                </c:pt>
                <c:pt idx="627">
                  <c:v>3358.35</c:v>
                </c:pt>
                <c:pt idx="628">
                  <c:v>3410.4</c:v>
                </c:pt>
                <c:pt idx="629">
                  <c:v>3427</c:v>
                </c:pt>
                <c:pt idx="630">
                  <c:v>3391.1</c:v>
                </c:pt>
                <c:pt idx="631">
                  <c:v>3333.65</c:v>
                </c:pt>
                <c:pt idx="632">
                  <c:v>3301.75</c:v>
                </c:pt>
                <c:pt idx="633">
                  <c:v>3320.55</c:v>
                </c:pt>
                <c:pt idx="634">
                  <c:v>3247.1</c:v>
                </c:pt>
                <c:pt idx="635">
                  <c:v>3168.6</c:v>
                </c:pt>
                <c:pt idx="636">
                  <c:v>3184.55</c:v>
                </c:pt>
                <c:pt idx="637">
                  <c:v>3207.6</c:v>
                </c:pt>
                <c:pt idx="638">
                  <c:v>3166.05</c:v>
                </c:pt>
                <c:pt idx="639">
                  <c:v>3089.4</c:v>
                </c:pt>
                <c:pt idx="640">
                  <c:v>3212.25</c:v>
                </c:pt>
                <c:pt idx="641">
                  <c:v>3072.4</c:v>
                </c:pt>
                <c:pt idx="642">
                  <c:v>3103.75</c:v>
                </c:pt>
                <c:pt idx="643">
                  <c:v>3016.45</c:v>
                </c:pt>
                <c:pt idx="644">
                  <c:v>3004.45</c:v>
                </c:pt>
                <c:pt idx="645">
                  <c:v>3038.3</c:v>
                </c:pt>
                <c:pt idx="646">
                  <c:v>3033.4</c:v>
                </c:pt>
                <c:pt idx="647">
                  <c:v>3055.2</c:v>
                </c:pt>
                <c:pt idx="648">
                  <c:v>3004.75</c:v>
                </c:pt>
                <c:pt idx="649">
                  <c:v>3083.45</c:v>
                </c:pt>
                <c:pt idx="650">
                  <c:v>3130.25</c:v>
                </c:pt>
                <c:pt idx="651">
                  <c:v>3130.2</c:v>
                </c:pt>
                <c:pt idx="652">
                  <c:v>3099.35</c:v>
                </c:pt>
                <c:pt idx="653">
                  <c:v>3162.3</c:v>
                </c:pt>
                <c:pt idx="654">
                  <c:v>3228.05</c:v>
                </c:pt>
                <c:pt idx="655">
                  <c:v>3228.95</c:v>
                </c:pt>
                <c:pt idx="656">
                  <c:v>3159.45</c:v>
                </c:pt>
                <c:pt idx="657">
                  <c:v>3211</c:v>
                </c:pt>
                <c:pt idx="658">
                  <c:v>3228.35</c:v>
                </c:pt>
                <c:pt idx="659">
                  <c:v>3323.1</c:v>
                </c:pt>
                <c:pt idx="660">
                  <c:v>3391.45</c:v>
                </c:pt>
                <c:pt idx="661">
                  <c:v>3371.3</c:v>
                </c:pt>
                <c:pt idx="662">
                  <c:v>3533</c:v>
                </c:pt>
                <c:pt idx="663">
                  <c:v>3488.55</c:v>
                </c:pt>
                <c:pt idx="664">
                  <c:v>3421.2</c:v>
                </c:pt>
                <c:pt idx="665">
                  <c:v>3426.85</c:v>
                </c:pt>
                <c:pt idx="666">
                  <c:v>3487.5</c:v>
                </c:pt>
                <c:pt idx="667">
                  <c:v>3604.4</c:v>
                </c:pt>
                <c:pt idx="668">
                  <c:v>3577.9</c:v>
                </c:pt>
                <c:pt idx="669">
                  <c:v>3494.7</c:v>
                </c:pt>
                <c:pt idx="670">
                  <c:v>3502.85</c:v>
                </c:pt>
                <c:pt idx="671">
                  <c:v>3581.75</c:v>
                </c:pt>
                <c:pt idx="672">
                  <c:v>3532.25</c:v>
                </c:pt>
                <c:pt idx="673">
                  <c:v>3602.15</c:v>
                </c:pt>
                <c:pt idx="674">
                  <c:v>3691.65</c:v>
                </c:pt>
                <c:pt idx="675">
                  <c:v>3644.85</c:v>
                </c:pt>
                <c:pt idx="676">
                  <c:v>3570.5</c:v>
                </c:pt>
                <c:pt idx="677">
                  <c:v>3560.35</c:v>
                </c:pt>
                <c:pt idx="678">
                  <c:v>3668.8</c:v>
                </c:pt>
                <c:pt idx="679">
                  <c:v>3568.4</c:v>
                </c:pt>
                <c:pt idx="680">
                  <c:v>3495.8</c:v>
                </c:pt>
                <c:pt idx="681">
                  <c:v>3506.3</c:v>
                </c:pt>
                <c:pt idx="682">
                  <c:v>3483.5</c:v>
                </c:pt>
                <c:pt idx="683">
                  <c:v>3404.55</c:v>
                </c:pt>
                <c:pt idx="684">
                  <c:v>3468.3</c:v>
                </c:pt>
                <c:pt idx="685">
                  <c:v>3478.65</c:v>
                </c:pt>
                <c:pt idx="686">
                  <c:v>3508.55</c:v>
                </c:pt>
                <c:pt idx="687">
                  <c:v>3406.45</c:v>
                </c:pt>
                <c:pt idx="688">
                  <c:v>3406.9</c:v>
                </c:pt>
                <c:pt idx="689">
                  <c:v>3467.2</c:v>
                </c:pt>
                <c:pt idx="690">
                  <c:v>3500.45</c:v>
                </c:pt>
                <c:pt idx="691">
                  <c:v>3455.25</c:v>
                </c:pt>
                <c:pt idx="692">
                  <c:v>3547.7</c:v>
                </c:pt>
                <c:pt idx="693">
                  <c:v>3477.2</c:v>
                </c:pt>
                <c:pt idx="694">
                  <c:v>3631.25</c:v>
                </c:pt>
                <c:pt idx="695">
                  <c:v>3771.15</c:v>
                </c:pt>
                <c:pt idx="696">
                  <c:v>3820.75</c:v>
                </c:pt>
                <c:pt idx="697">
                  <c:v>3749.05</c:v>
                </c:pt>
                <c:pt idx="698">
                  <c:v>3828.05</c:v>
                </c:pt>
                <c:pt idx="699">
                  <c:v>3835</c:v>
                </c:pt>
                <c:pt idx="700">
                  <c:v>3828.85</c:v>
                </c:pt>
                <c:pt idx="701">
                  <c:v>3810.7</c:v>
                </c:pt>
                <c:pt idx="702">
                  <c:v>3798.4</c:v>
                </c:pt>
                <c:pt idx="703">
                  <c:v>3783.1</c:v>
                </c:pt>
                <c:pt idx="704">
                  <c:v>3754.4</c:v>
                </c:pt>
                <c:pt idx="705">
                  <c:v>3747.4</c:v>
                </c:pt>
                <c:pt idx="706">
                  <c:v>3794.1</c:v>
                </c:pt>
                <c:pt idx="707">
                  <c:v>3787.5</c:v>
                </c:pt>
                <c:pt idx="708">
                  <c:v>3796.9</c:v>
                </c:pt>
                <c:pt idx="709">
                  <c:v>3868.5</c:v>
                </c:pt>
                <c:pt idx="710">
                  <c:v>3925.95</c:v>
                </c:pt>
                <c:pt idx="711">
                  <c:v>4048.75</c:v>
                </c:pt>
                <c:pt idx="712">
                  <c:v>4048.8</c:v>
                </c:pt>
                <c:pt idx="713">
                  <c:v>3997.25</c:v>
                </c:pt>
                <c:pt idx="714">
                  <c:v>3943.35</c:v>
                </c:pt>
                <c:pt idx="715">
                  <c:v>3939.8</c:v>
                </c:pt>
                <c:pt idx="716">
                  <c:v>3967.95</c:v>
                </c:pt>
                <c:pt idx="717">
                  <c:v>4120.1000000000004</c:v>
                </c:pt>
                <c:pt idx="718">
                  <c:v>4312.3999999999996</c:v>
                </c:pt>
                <c:pt idx="719">
                  <c:v>4255.25</c:v>
                </c:pt>
                <c:pt idx="720">
                  <c:v>4408.25</c:v>
                </c:pt>
                <c:pt idx="721">
                  <c:v>4526.8500000000004</c:v>
                </c:pt>
                <c:pt idx="722">
                  <c:v>4630.2</c:v>
                </c:pt>
                <c:pt idx="723">
                  <c:v>4561.6499999999996</c:v>
                </c:pt>
                <c:pt idx="724">
                  <c:v>4501.7</c:v>
                </c:pt>
                <c:pt idx="725">
                  <c:v>4451.55</c:v>
                </c:pt>
                <c:pt idx="726">
                  <c:v>4572.1000000000004</c:v>
                </c:pt>
                <c:pt idx="727">
                  <c:v>4558.25</c:v>
                </c:pt>
                <c:pt idx="728">
                  <c:v>4646.25</c:v>
                </c:pt>
                <c:pt idx="729">
                  <c:v>4559.45</c:v>
                </c:pt>
                <c:pt idx="730">
                  <c:v>4413.1499999999996</c:v>
                </c:pt>
                <c:pt idx="731">
                  <c:v>4438.3500000000004</c:v>
                </c:pt>
                <c:pt idx="732">
                  <c:v>4528.8</c:v>
                </c:pt>
                <c:pt idx="733">
                  <c:v>4577.3</c:v>
                </c:pt>
                <c:pt idx="734">
                  <c:v>4512.05</c:v>
                </c:pt>
                <c:pt idx="735">
                  <c:v>4680.2</c:v>
                </c:pt>
                <c:pt idx="736">
                  <c:v>4828.25</c:v>
                </c:pt>
                <c:pt idx="737">
                  <c:v>4672.05</c:v>
                </c:pt>
                <c:pt idx="738">
                  <c:v>4575.05</c:v>
                </c:pt>
                <c:pt idx="739">
                  <c:v>4572.3999999999996</c:v>
                </c:pt>
                <c:pt idx="740">
                  <c:v>4572.05</c:v>
                </c:pt>
                <c:pt idx="741">
                  <c:v>4573.7</c:v>
                </c:pt>
                <c:pt idx="742">
                  <c:v>4615.45</c:v>
                </c:pt>
                <c:pt idx="743">
                  <c:v>4600.95</c:v>
                </c:pt>
                <c:pt idx="744">
                  <c:v>4688.8999999999996</c:v>
                </c:pt>
                <c:pt idx="745">
                  <c:v>4748.45</c:v>
                </c:pt>
                <c:pt idx="746">
                  <c:v>4767.8500000000004</c:v>
                </c:pt>
                <c:pt idx="747">
                  <c:v>4742</c:v>
                </c:pt>
                <c:pt idx="748">
                  <c:v>4773.3</c:v>
                </c:pt>
                <c:pt idx="749">
                  <c:v>4799.05</c:v>
                </c:pt>
                <c:pt idx="750">
                  <c:v>4722.45</c:v>
                </c:pt>
                <c:pt idx="751">
                  <c:v>4800.3</c:v>
                </c:pt>
                <c:pt idx="752">
                  <c:v>4802.3</c:v>
                </c:pt>
                <c:pt idx="753">
                  <c:v>4754.05</c:v>
                </c:pt>
                <c:pt idx="754">
                  <c:v>4788.6499999999996</c:v>
                </c:pt>
                <c:pt idx="755">
                  <c:v>4798.3999999999996</c:v>
                </c:pt>
                <c:pt idx="756">
                  <c:v>4448.3</c:v>
                </c:pt>
                <c:pt idx="757">
                  <c:v>4296.7</c:v>
                </c:pt>
                <c:pt idx="758">
                  <c:v>4447.75</c:v>
                </c:pt>
                <c:pt idx="759">
                  <c:v>4611.8999999999996</c:v>
                </c:pt>
                <c:pt idx="760">
                  <c:v>4609.8999999999996</c:v>
                </c:pt>
                <c:pt idx="761">
                  <c:v>4620.2</c:v>
                </c:pt>
                <c:pt idx="762">
                  <c:v>4529.1499999999996</c:v>
                </c:pt>
                <c:pt idx="763">
                  <c:v>4473.05</c:v>
                </c:pt>
                <c:pt idx="764">
                  <c:v>4497.8999999999996</c:v>
                </c:pt>
                <c:pt idx="765">
                  <c:v>4427.8500000000004</c:v>
                </c:pt>
                <c:pt idx="766">
                  <c:v>4384.3</c:v>
                </c:pt>
                <c:pt idx="767">
                  <c:v>4295.3500000000004</c:v>
                </c:pt>
                <c:pt idx="768">
                  <c:v>4307.8999999999996</c:v>
                </c:pt>
                <c:pt idx="769">
                  <c:v>4202.95</c:v>
                </c:pt>
                <c:pt idx="770">
                  <c:v>4259.3</c:v>
                </c:pt>
                <c:pt idx="771">
                  <c:v>4300.2</c:v>
                </c:pt>
                <c:pt idx="772">
                  <c:v>4410.25</c:v>
                </c:pt>
                <c:pt idx="773">
                  <c:v>4407.5</c:v>
                </c:pt>
                <c:pt idx="774">
                  <c:v>4403.3500000000004</c:v>
                </c:pt>
                <c:pt idx="775">
                  <c:v>4517.8999999999996</c:v>
                </c:pt>
                <c:pt idx="776">
                  <c:v>4487.55</c:v>
                </c:pt>
                <c:pt idx="777">
                  <c:v>4305.3500000000004</c:v>
                </c:pt>
                <c:pt idx="778">
                  <c:v>4243.3500000000004</c:v>
                </c:pt>
                <c:pt idx="779">
                  <c:v>4174.1499999999996</c:v>
                </c:pt>
                <c:pt idx="780">
                  <c:v>4150.95</c:v>
                </c:pt>
                <c:pt idx="781">
                  <c:v>4260.3500000000004</c:v>
                </c:pt>
                <c:pt idx="782">
                  <c:v>4243.5</c:v>
                </c:pt>
                <c:pt idx="783">
                  <c:v>4237.7</c:v>
                </c:pt>
                <c:pt idx="784">
                  <c:v>4251.5</c:v>
                </c:pt>
                <c:pt idx="785">
                  <c:v>4224.8999999999996</c:v>
                </c:pt>
                <c:pt idx="786">
                  <c:v>4214.95</c:v>
                </c:pt>
                <c:pt idx="787">
                  <c:v>4124.1000000000004</c:v>
                </c:pt>
                <c:pt idx="788">
                  <c:v>4085.45</c:v>
                </c:pt>
                <c:pt idx="789">
                  <c:v>4105.3500000000004</c:v>
                </c:pt>
                <c:pt idx="790">
                  <c:v>4285.3999999999996</c:v>
                </c:pt>
                <c:pt idx="791">
                  <c:v>4222.8500000000004</c:v>
                </c:pt>
                <c:pt idx="792">
                  <c:v>4152.95</c:v>
                </c:pt>
                <c:pt idx="793">
                  <c:v>4179</c:v>
                </c:pt>
                <c:pt idx="794">
                  <c:v>4097.8</c:v>
                </c:pt>
                <c:pt idx="795">
                  <c:v>4022.1</c:v>
                </c:pt>
                <c:pt idx="796">
                  <c:v>4038.05</c:v>
                </c:pt>
                <c:pt idx="797">
                  <c:v>4126.8</c:v>
                </c:pt>
                <c:pt idx="798">
                  <c:v>4025.1</c:v>
                </c:pt>
                <c:pt idx="799">
                  <c:v>4065.3</c:v>
                </c:pt>
                <c:pt idx="800">
                  <c:v>4035.3</c:v>
                </c:pt>
                <c:pt idx="801">
                  <c:v>4188.2</c:v>
                </c:pt>
                <c:pt idx="802">
                  <c:v>4360.8999999999996</c:v>
                </c:pt>
                <c:pt idx="803">
                  <c:v>4412.3999999999996</c:v>
                </c:pt>
                <c:pt idx="804">
                  <c:v>4442.8</c:v>
                </c:pt>
                <c:pt idx="805">
                  <c:v>4377.45</c:v>
                </c:pt>
                <c:pt idx="806">
                  <c:v>4263.75</c:v>
                </c:pt>
                <c:pt idx="807">
                  <c:v>4259.8</c:v>
                </c:pt>
                <c:pt idx="808">
                  <c:v>4289.75</c:v>
                </c:pt>
                <c:pt idx="809">
                  <c:v>4271.1499999999996</c:v>
                </c:pt>
                <c:pt idx="810">
                  <c:v>4052.85</c:v>
                </c:pt>
                <c:pt idx="811">
                  <c:v>4058.55</c:v>
                </c:pt>
                <c:pt idx="812">
                  <c:v>4132.7</c:v>
                </c:pt>
                <c:pt idx="813">
                  <c:v>4294.8500000000004</c:v>
                </c:pt>
                <c:pt idx="814">
                  <c:v>4295.2</c:v>
                </c:pt>
                <c:pt idx="815">
                  <c:v>4382.8999999999996</c:v>
                </c:pt>
                <c:pt idx="816">
                  <c:v>4232.5</c:v>
                </c:pt>
                <c:pt idx="817">
                  <c:v>4151.95</c:v>
                </c:pt>
                <c:pt idx="818">
                  <c:v>3049.75</c:v>
                </c:pt>
                <c:pt idx="819">
                  <c:v>2653.35</c:v>
                </c:pt>
                <c:pt idx="820">
                  <c:v>2859.7</c:v>
                </c:pt>
                <c:pt idx="821">
                  <c:v>3024.5</c:v>
                </c:pt>
                <c:pt idx="822">
                  <c:v>2963.4</c:v>
                </c:pt>
                <c:pt idx="823">
                  <c:v>2932.6</c:v>
                </c:pt>
                <c:pt idx="824">
                  <c:v>2919.7</c:v>
                </c:pt>
                <c:pt idx="825">
                  <c:v>2883</c:v>
                </c:pt>
                <c:pt idx="826">
                  <c:v>2897.85</c:v>
                </c:pt>
                <c:pt idx="827">
                  <c:v>2909.9</c:v>
                </c:pt>
                <c:pt idx="828">
                  <c:v>2892.85</c:v>
                </c:pt>
                <c:pt idx="829">
                  <c:v>2867.35</c:v>
                </c:pt>
                <c:pt idx="830">
                  <c:v>2786.6</c:v>
                </c:pt>
                <c:pt idx="831">
                  <c:v>2914.2</c:v>
                </c:pt>
                <c:pt idx="832">
                  <c:v>2946.4</c:v>
                </c:pt>
                <c:pt idx="833">
                  <c:v>2981.8</c:v>
                </c:pt>
                <c:pt idx="834">
                  <c:v>3023.5</c:v>
                </c:pt>
                <c:pt idx="835">
                  <c:v>2975.8</c:v>
                </c:pt>
                <c:pt idx="836">
                  <c:v>2926.2</c:v>
                </c:pt>
                <c:pt idx="837">
                  <c:v>2782.3</c:v>
                </c:pt>
                <c:pt idx="838">
                  <c:v>2874.6</c:v>
                </c:pt>
                <c:pt idx="839">
                  <c:v>2865.4</c:v>
                </c:pt>
                <c:pt idx="840">
                  <c:v>2883.6</c:v>
                </c:pt>
                <c:pt idx="841">
                  <c:v>2994.05</c:v>
                </c:pt>
                <c:pt idx="842">
                  <c:v>2790.75</c:v>
                </c:pt>
                <c:pt idx="843">
                  <c:v>2853.7</c:v>
                </c:pt>
                <c:pt idx="844">
                  <c:v>2788.3</c:v>
                </c:pt>
                <c:pt idx="845">
                  <c:v>2690.7</c:v>
                </c:pt>
                <c:pt idx="846">
                  <c:v>2612</c:v>
                </c:pt>
                <c:pt idx="847">
                  <c:v>2632.85</c:v>
                </c:pt>
                <c:pt idx="848">
                  <c:v>2612.5</c:v>
                </c:pt>
                <c:pt idx="849">
                  <c:v>2746.2</c:v>
                </c:pt>
                <c:pt idx="850">
                  <c:v>2769.6</c:v>
                </c:pt>
                <c:pt idx="851">
                  <c:v>2674.2</c:v>
                </c:pt>
                <c:pt idx="852">
                  <c:v>2810.85</c:v>
                </c:pt>
                <c:pt idx="853">
                  <c:v>2725.7</c:v>
                </c:pt>
                <c:pt idx="854">
                  <c:v>2763.95</c:v>
                </c:pt>
                <c:pt idx="855">
                  <c:v>2859.8</c:v>
                </c:pt>
                <c:pt idx="856">
                  <c:v>2948.95</c:v>
                </c:pt>
                <c:pt idx="857">
                  <c:v>2968.55</c:v>
                </c:pt>
                <c:pt idx="858">
                  <c:v>2875.1</c:v>
                </c:pt>
                <c:pt idx="859">
                  <c:v>2938.85</c:v>
                </c:pt>
                <c:pt idx="860">
                  <c:v>2969.9</c:v>
                </c:pt>
                <c:pt idx="861">
                  <c:v>2971.15</c:v>
                </c:pt>
                <c:pt idx="862">
                  <c:v>2917.05</c:v>
                </c:pt>
                <c:pt idx="863">
                  <c:v>3092.6</c:v>
                </c:pt>
                <c:pt idx="864">
                  <c:v>3063.7</c:v>
                </c:pt>
                <c:pt idx="865">
                  <c:v>3043.2</c:v>
                </c:pt>
                <c:pt idx="866">
                  <c:v>3054.3</c:v>
                </c:pt>
                <c:pt idx="867">
                  <c:v>3094.65</c:v>
                </c:pt>
                <c:pt idx="868">
                  <c:v>3144.4</c:v>
                </c:pt>
                <c:pt idx="869">
                  <c:v>3140.8</c:v>
                </c:pt>
                <c:pt idx="870">
                  <c:v>3239</c:v>
                </c:pt>
                <c:pt idx="871">
                  <c:v>3330.35</c:v>
                </c:pt>
                <c:pt idx="872">
                  <c:v>3274</c:v>
                </c:pt>
                <c:pt idx="873">
                  <c:v>3303.1</c:v>
                </c:pt>
                <c:pt idx="874">
                  <c:v>3169.55</c:v>
                </c:pt>
                <c:pt idx="875">
                  <c:v>3118.6</c:v>
                </c:pt>
                <c:pt idx="876">
                  <c:v>3096.05</c:v>
                </c:pt>
                <c:pt idx="877">
                  <c:v>3095.2</c:v>
                </c:pt>
                <c:pt idx="878">
                  <c:v>3240.3</c:v>
                </c:pt>
                <c:pt idx="879">
                  <c:v>3251.35</c:v>
                </c:pt>
                <c:pt idx="880">
                  <c:v>3626.8</c:v>
                </c:pt>
                <c:pt idx="881">
                  <c:v>3514.95</c:v>
                </c:pt>
                <c:pt idx="882">
                  <c:v>3487.25</c:v>
                </c:pt>
                <c:pt idx="883">
                  <c:v>3407.05</c:v>
                </c:pt>
                <c:pt idx="884">
                  <c:v>3445.75</c:v>
                </c:pt>
                <c:pt idx="885">
                  <c:v>3463.4</c:v>
                </c:pt>
                <c:pt idx="886">
                  <c:v>3389.35</c:v>
                </c:pt>
                <c:pt idx="887">
                  <c:v>3291.05</c:v>
                </c:pt>
                <c:pt idx="888">
                  <c:v>3338.45</c:v>
                </c:pt>
                <c:pt idx="889">
                  <c:v>3431.45</c:v>
                </c:pt>
                <c:pt idx="890">
                  <c:v>3460.75</c:v>
                </c:pt>
                <c:pt idx="891">
                  <c:v>3516.7</c:v>
                </c:pt>
                <c:pt idx="892">
                  <c:v>3526.55</c:v>
                </c:pt>
                <c:pt idx="893">
                  <c:v>3585.6</c:v>
                </c:pt>
                <c:pt idx="894">
                  <c:v>3566.75</c:v>
                </c:pt>
                <c:pt idx="895">
                  <c:v>3602.2</c:v>
                </c:pt>
                <c:pt idx="896">
                  <c:v>3776.65</c:v>
                </c:pt>
                <c:pt idx="897">
                  <c:v>3742.45</c:v>
                </c:pt>
                <c:pt idx="898">
                  <c:v>3727.25</c:v>
                </c:pt>
                <c:pt idx="899">
                  <c:v>3505.35</c:v>
                </c:pt>
                <c:pt idx="900">
                  <c:v>3508.35</c:v>
                </c:pt>
                <c:pt idx="901">
                  <c:v>3557.65</c:v>
                </c:pt>
                <c:pt idx="902">
                  <c:v>3481.8</c:v>
                </c:pt>
                <c:pt idx="903">
                  <c:v>3408.6</c:v>
                </c:pt>
                <c:pt idx="904">
                  <c:v>3462.75</c:v>
                </c:pt>
                <c:pt idx="905">
                  <c:v>3416.65</c:v>
                </c:pt>
                <c:pt idx="906">
                  <c:v>3489.85</c:v>
                </c:pt>
                <c:pt idx="907">
                  <c:v>3492.15</c:v>
                </c:pt>
                <c:pt idx="908">
                  <c:v>3677.05</c:v>
                </c:pt>
                <c:pt idx="909">
                  <c:v>3714.45</c:v>
                </c:pt>
                <c:pt idx="910">
                  <c:v>3641.75</c:v>
                </c:pt>
                <c:pt idx="911">
                  <c:v>3560.85</c:v>
                </c:pt>
                <c:pt idx="912">
                  <c:v>3717.25</c:v>
                </c:pt>
                <c:pt idx="913">
                  <c:v>3855.85</c:v>
                </c:pt>
                <c:pt idx="914">
                  <c:v>3898.8</c:v>
                </c:pt>
                <c:pt idx="915">
                  <c:v>3925.85</c:v>
                </c:pt>
                <c:pt idx="916">
                  <c:v>3869.15</c:v>
                </c:pt>
                <c:pt idx="917">
                  <c:v>3891.85</c:v>
                </c:pt>
                <c:pt idx="918">
                  <c:v>3813.6</c:v>
                </c:pt>
                <c:pt idx="919">
                  <c:v>4209.6499999999996</c:v>
                </c:pt>
                <c:pt idx="920">
                  <c:v>4197.75</c:v>
                </c:pt>
                <c:pt idx="921">
                  <c:v>4252.3</c:v>
                </c:pt>
                <c:pt idx="922">
                  <c:v>4478.2</c:v>
                </c:pt>
                <c:pt idx="923">
                  <c:v>4303.3</c:v>
                </c:pt>
                <c:pt idx="924">
                  <c:v>4224.55</c:v>
                </c:pt>
                <c:pt idx="925">
                  <c:v>4161.8500000000004</c:v>
                </c:pt>
                <c:pt idx="926">
                  <c:v>4039.15</c:v>
                </c:pt>
                <c:pt idx="927">
                  <c:v>4209</c:v>
                </c:pt>
                <c:pt idx="928">
                  <c:v>4328.1499999999996</c:v>
                </c:pt>
                <c:pt idx="929">
                  <c:v>4241.1499999999996</c:v>
                </c:pt>
                <c:pt idx="930">
                  <c:v>4319.8500000000004</c:v>
                </c:pt>
                <c:pt idx="931">
                  <c:v>4372.8999999999996</c:v>
                </c:pt>
                <c:pt idx="932">
                  <c:v>4315.7</c:v>
                </c:pt>
                <c:pt idx="933">
                  <c:v>4509.05</c:v>
                </c:pt>
                <c:pt idx="934">
                  <c:v>4507.5</c:v>
                </c:pt>
                <c:pt idx="935">
                  <c:v>4551.55</c:v>
                </c:pt>
                <c:pt idx="936">
                  <c:v>4474.45</c:v>
                </c:pt>
                <c:pt idx="937">
                  <c:v>4528.05</c:v>
                </c:pt>
                <c:pt idx="938">
                  <c:v>4573.8999999999996</c:v>
                </c:pt>
                <c:pt idx="939">
                  <c:v>4559.8500000000004</c:v>
                </c:pt>
                <c:pt idx="940">
                  <c:v>4569.25</c:v>
                </c:pt>
                <c:pt idx="941">
                  <c:v>4473.8</c:v>
                </c:pt>
                <c:pt idx="942">
                  <c:v>4389.3500000000004</c:v>
                </c:pt>
                <c:pt idx="943">
                  <c:v>4447.1000000000004</c:v>
                </c:pt>
                <c:pt idx="944">
                  <c:v>4629.55</c:v>
                </c:pt>
                <c:pt idx="945">
                  <c:v>4747.8</c:v>
                </c:pt>
                <c:pt idx="946">
                  <c:v>4722.1499999999996</c:v>
                </c:pt>
                <c:pt idx="947">
                  <c:v>4735.45</c:v>
                </c:pt>
                <c:pt idx="948">
                  <c:v>4630.6499999999996</c:v>
                </c:pt>
                <c:pt idx="949">
                  <c:v>4735.1499999999996</c:v>
                </c:pt>
                <c:pt idx="950">
                  <c:v>4622.8500000000004</c:v>
                </c:pt>
                <c:pt idx="951">
                  <c:v>4551.8999999999996</c:v>
                </c:pt>
                <c:pt idx="952">
                  <c:v>4512.75</c:v>
                </c:pt>
                <c:pt idx="953">
                  <c:v>4418.1000000000004</c:v>
                </c:pt>
                <c:pt idx="954">
                  <c:v>4554.45</c:v>
                </c:pt>
                <c:pt idx="955">
                  <c:v>4575.6499999999996</c:v>
                </c:pt>
                <c:pt idx="956">
                  <c:v>4446.6000000000004</c:v>
                </c:pt>
                <c:pt idx="957">
                  <c:v>4467.1000000000004</c:v>
                </c:pt>
                <c:pt idx="958">
                  <c:v>4570.3</c:v>
                </c:pt>
                <c:pt idx="959">
                  <c:v>4616.6000000000004</c:v>
                </c:pt>
                <c:pt idx="960">
                  <c:v>4738.7</c:v>
                </c:pt>
                <c:pt idx="961">
                  <c:v>4979.25</c:v>
                </c:pt>
                <c:pt idx="962">
                  <c:v>5026.45</c:v>
                </c:pt>
                <c:pt idx="963">
                  <c:v>4993.55</c:v>
                </c:pt>
                <c:pt idx="964">
                  <c:v>5075.3999999999996</c:v>
                </c:pt>
                <c:pt idx="965">
                  <c:v>4982.2</c:v>
                </c:pt>
                <c:pt idx="966">
                  <c:v>4936.3500000000004</c:v>
                </c:pt>
                <c:pt idx="967">
                  <c:v>4923.3</c:v>
                </c:pt>
                <c:pt idx="968">
                  <c:v>4868.3</c:v>
                </c:pt>
                <c:pt idx="969">
                  <c:v>4747.1499999999996</c:v>
                </c:pt>
                <c:pt idx="970">
                  <c:v>4625.8999999999996</c:v>
                </c:pt>
                <c:pt idx="971">
                  <c:v>4621.75</c:v>
                </c:pt>
                <c:pt idx="972">
                  <c:v>4623.95</c:v>
                </c:pt>
                <c:pt idx="973">
                  <c:v>4612.95</c:v>
                </c:pt>
                <c:pt idx="974">
                  <c:v>4661.8</c:v>
                </c:pt>
                <c:pt idx="975">
                  <c:v>4621.8500000000004</c:v>
                </c:pt>
                <c:pt idx="976">
                  <c:v>4671.45</c:v>
                </c:pt>
                <c:pt idx="977">
                  <c:v>4626.05</c:v>
                </c:pt>
                <c:pt idx="978">
                  <c:v>4733.1499999999996</c:v>
                </c:pt>
                <c:pt idx="979">
                  <c:v>4928.3500000000004</c:v>
                </c:pt>
                <c:pt idx="980">
                  <c:v>4925.95</c:v>
                </c:pt>
                <c:pt idx="981">
                  <c:v>5163.3</c:v>
                </c:pt>
                <c:pt idx="982">
                  <c:v>5138.1000000000004</c:v>
                </c:pt>
                <c:pt idx="983">
                  <c:v>5094.3500000000004</c:v>
                </c:pt>
                <c:pt idx="984">
                  <c:v>5061.75</c:v>
                </c:pt>
                <c:pt idx="985">
                  <c:v>4910.55</c:v>
                </c:pt>
                <c:pt idx="986">
                  <c:v>4905.55</c:v>
                </c:pt>
                <c:pt idx="987">
                  <c:v>4979.45</c:v>
                </c:pt>
                <c:pt idx="988">
                  <c:v>4966.7</c:v>
                </c:pt>
                <c:pt idx="989">
                  <c:v>4977.8</c:v>
                </c:pt>
                <c:pt idx="990">
                  <c:v>5032.1000000000004</c:v>
                </c:pt>
                <c:pt idx="991">
                  <c:v>5139.2</c:v>
                </c:pt>
                <c:pt idx="992">
                  <c:v>5228.8500000000004</c:v>
                </c:pt>
                <c:pt idx="993">
                  <c:v>5121.8999999999996</c:v>
                </c:pt>
                <c:pt idx="994">
                  <c:v>5128.8500000000004</c:v>
                </c:pt>
                <c:pt idx="995">
                  <c:v>5260.8</c:v>
                </c:pt>
                <c:pt idx="996">
                  <c:v>5323.3</c:v>
                </c:pt>
                <c:pt idx="997">
                  <c:v>5451.85</c:v>
                </c:pt>
                <c:pt idx="998">
                  <c:v>5423.85</c:v>
                </c:pt>
                <c:pt idx="999">
                  <c:v>5395.3</c:v>
                </c:pt>
                <c:pt idx="1000">
                  <c:v>5498.5</c:v>
                </c:pt>
                <c:pt idx="1001">
                  <c:v>5536.05</c:v>
                </c:pt>
                <c:pt idx="1002">
                  <c:v>5564.7</c:v>
                </c:pt>
                <c:pt idx="1003">
                  <c:v>5636.35</c:v>
                </c:pt>
                <c:pt idx="1004">
                  <c:v>5666.8</c:v>
                </c:pt>
                <c:pt idx="1005">
                  <c:v>5886.7</c:v>
                </c:pt>
                <c:pt idx="1006">
                  <c:v>5685</c:v>
                </c:pt>
                <c:pt idx="1007">
                  <c:v>5693.2</c:v>
                </c:pt>
                <c:pt idx="1008">
                  <c:v>5848.1</c:v>
                </c:pt>
                <c:pt idx="1009">
                  <c:v>5820.6</c:v>
                </c:pt>
                <c:pt idx="1010">
                  <c:v>5720.15</c:v>
                </c:pt>
                <c:pt idx="1011">
                  <c:v>5793.6</c:v>
                </c:pt>
                <c:pt idx="1012">
                  <c:v>5705.5</c:v>
                </c:pt>
                <c:pt idx="1013">
                  <c:v>5561.45</c:v>
                </c:pt>
                <c:pt idx="1014">
                  <c:v>5523.9</c:v>
                </c:pt>
                <c:pt idx="1015">
                  <c:v>5502.6</c:v>
                </c:pt>
                <c:pt idx="1016">
                  <c:v>5410.55</c:v>
                </c:pt>
                <c:pt idx="1017">
                  <c:v>5396</c:v>
                </c:pt>
                <c:pt idx="1018">
                  <c:v>5174.2</c:v>
                </c:pt>
                <c:pt idx="1019">
                  <c:v>5461.25</c:v>
                </c:pt>
                <c:pt idx="1020">
                  <c:v>5561.45</c:v>
                </c:pt>
                <c:pt idx="1021">
                  <c:v>5417.45</c:v>
                </c:pt>
                <c:pt idx="1022">
                  <c:v>5253.1</c:v>
                </c:pt>
                <c:pt idx="1023">
                  <c:v>5212.8</c:v>
                </c:pt>
                <c:pt idx="1024">
                  <c:v>5197.7</c:v>
                </c:pt>
                <c:pt idx="1025">
                  <c:v>5359.9</c:v>
                </c:pt>
                <c:pt idx="1026">
                  <c:v>5439.45</c:v>
                </c:pt>
                <c:pt idx="1027">
                  <c:v>5558.55</c:v>
                </c:pt>
                <c:pt idx="1028">
                  <c:v>5650.45</c:v>
                </c:pt>
                <c:pt idx="1029">
                  <c:v>5507.95</c:v>
                </c:pt>
                <c:pt idx="1030">
                  <c:v>5471.4</c:v>
                </c:pt>
                <c:pt idx="1031">
                  <c:v>5353.15</c:v>
                </c:pt>
                <c:pt idx="1032">
                  <c:v>5376.2</c:v>
                </c:pt>
                <c:pt idx="1033">
                  <c:v>5356</c:v>
                </c:pt>
                <c:pt idx="1034">
                  <c:v>5398</c:v>
                </c:pt>
                <c:pt idx="1035">
                  <c:v>5351.4</c:v>
                </c:pt>
                <c:pt idx="1036">
                  <c:v>5106.3</c:v>
                </c:pt>
                <c:pt idx="1037">
                  <c:v>5065.1499999999996</c:v>
                </c:pt>
                <c:pt idx="1038">
                  <c:v>5082.8999999999996</c:v>
                </c:pt>
                <c:pt idx="1039">
                  <c:v>5043.8500000000004</c:v>
                </c:pt>
                <c:pt idx="1040">
                  <c:v>4967.3500000000004</c:v>
                </c:pt>
                <c:pt idx="1041">
                  <c:v>4885.1000000000004</c:v>
                </c:pt>
                <c:pt idx="1042">
                  <c:v>5062.45</c:v>
                </c:pt>
                <c:pt idx="1043">
                  <c:v>5319.35</c:v>
                </c:pt>
                <c:pt idx="1044">
                  <c:v>5185</c:v>
                </c:pt>
                <c:pt idx="1045">
                  <c:v>5285</c:v>
                </c:pt>
                <c:pt idx="1046">
                  <c:v>5248.7</c:v>
                </c:pt>
                <c:pt idx="1047">
                  <c:v>5110.55</c:v>
                </c:pt>
                <c:pt idx="1048">
                  <c:v>4984.8999999999996</c:v>
                </c:pt>
                <c:pt idx="1049">
                  <c:v>4902.25</c:v>
                </c:pt>
                <c:pt idx="1050">
                  <c:v>4855.6000000000004</c:v>
                </c:pt>
                <c:pt idx="1051">
                  <c:v>5037</c:v>
                </c:pt>
                <c:pt idx="1052">
                  <c:v>4940.45</c:v>
                </c:pt>
                <c:pt idx="1053">
                  <c:v>4942.3999999999996</c:v>
                </c:pt>
                <c:pt idx="1054">
                  <c:v>5042.8500000000004</c:v>
                </c:pt>
                <c:pt idx="1055">
                  <c:v>4937.2</c:v>
                </c:pt>
                <c:pt idx="1056">
                  <c:v>5189.2</c:v>
                </c:pt>
                <c:pt idx="1057">
                  <c:v>5075.6000000000004</c:v>
                </c:pt>
                <c:pt idx="1058">
                  <c:v>5169.6000000000004</c:v>
                </c:pt>
                <c:pt idx="1059">
                  <c:v>5047.5</c:v>
                </c:pt>
                <c:pt idx="1060">
                  <c:v>5167</c:v>
                </c:pt>
                <c:pt idx="1061">
                  <c:v>5309.5</c:v>
                </c:pt>
                <c:pt idx="1062">
                  <c:v>5213</c:v>
                </c:pt>
                <c:pt idx="1063">
                  <c:v>5038.3500000000004</c:v>
                </c:pt>
                <c:pt idx="1064">
                  <c:v>4938.2</c:v>
                </c:pt>
                <c:pt idx="1065">
                  <c:v>5111</c:v>
                </c:pt>
                <c:pt idx="1066">
                  <c:v>5000</c:v>
                </c:pt>
                <c:pt idx="1067">
                  <c:v>5174.3999999999996</c:v>
                </c:pt>
                <c:pt idx="1068">
                  <c:v>5312.9</c:v>
                </c:pt>
                <c:pt idx="1069">
                  <c:v>5325.3</c:v>
                </c:pt>
                <c:pt idx="1070">
                  <c:v>5312.1</c:v>
                </c:pt>
                <c:pt idx="1071">
                  <c:v>5143.25</c:v>
                </c:pt>
                <c:pt idx="1072">
                  <c:v>5493.75</c:v>
                </c:pt>
                <c:pt idx="1073">
                  <c:v>5336.4</c:v>
                </c:pt>
                <c:pt idx="1074">
                  <c:v>5389.85</c:v>
                </c:pt>
                <c:pt idx="1075">
                  <c:v>5393.65</c:v>
                </c:pt>
                <c:pt idx="1076">
                  <c:v>5360.95</c:v>
                </c:pt>
                <c:pt idx="1077">
                  <c:v>5381.25</c:v>
                </c:pt>
                <c:pt idx="1078">
                  <c:v>5425.5</c:v>
                </c:pt>
                <c:pt idx="1079">
                  <c:v>5385.8</c:v>
                </c:pt>
                <c:pt idx="1080">
                  <c:v>5307.15</c:v>
                </c:pt>
                <c:pt idx="1081">
                  <c:v>5135.6499999999996</c:v>
                </c:pt>
                <c:pt idx="1082">
                  <c:v>5102.25</c:v>
                </c:pt>
                <c:pt idx="1083">
                  <c:v>5038.75</c:v>
                </c:pt>
                <c:pt idx="1084">
                  <c:v>5146.1499999999996</c:v>
                </c:pt>
                <c:pt idx="1085">
                  <c:v>5184.6000000000004</c:v>
                </c:pt>
                <c:pt idx="1086">
                  <c:v>5219.95</c:v>
                </c:pt>
                <c:pt idx="1087">
                  <c:v>5260.9</c:v>
                </c:pt>
                <c:pt idx="1088">
                  <c:v>5297.25</c:v>
                </c:pt>
                <c:pt idx="1089">
                  <c:v>5219.3500000000004</c:v>
                </c:pt>
                <c:pt idx="1090">
                  <c:v>5125.45</c:v>
                </c:pt>
                <c:pt idx="1091">
                  <c:v>5046.1000000000004</c:v>
                </c:pt>
                <c:pt idx="1092">
                  <c:v>5083.3500000000004</c:v>
                </c:pt>
                <c:pt idx="1093">
                  <c:v>5193.75</c:v>
                </c:pt>
                <c:pt idx="1094">
                  <c:v>5089.75</c:v>
                </c:pt>
                <c:pt idx="1095">
                  <c:v>4518.8</c:v>
                </c:pt>
                <c:pt idx="1096">
                  <c:v>4880.95</c:v>
                </c:pt>
                <c:pt idx="1097">
                  <c:v>4972.6499999999996</c:v>
                </c:pt>
                <c:pt idx="1098">
                  <c:v>4927.95</c:v>
                </c:pt>
                <c:pt idx="1099">
                  <c:v>4910.1000000000004</c:v>
                </c:pt>
                <c:pt idx="1100">
                  <c:v>5318.75</c:v>
                </c:pt>
                <c:pt idx="1101">
                  <c:v>5355.8</c:v>
                </c:pt>
                <c:pt idx="1102">
                  <c:v>5284</c:v>
                </c:pt>
                <c:pt idx="1103">
                  <c:v>5297.75</c:v>
                </c:pt>
                <c:pt idx="1104">
                  <c:v>5057.75</c:v>
                </c:pt>
                <c:pt idx="1105">
                  <c:v>5200.8999999999996</c:v>
                </c:pt>
                <c:pt idx="1106">
                  <c:v>5287.55</c:v>
                </c:pt>
                <c:pt idx="1107">
                  <c:v>5337.5</c:v>
                </c:pt>
                <c:pt idx="1108">
                  <c:v>5241.45</c:v>
                </c:pt>
                <c:pt idx="1109">
                  <c:v>5217.3500000000004</c:v>
                </c:pt>
                <c:pt idx="1110">
                  <c:v>5207.3999999999996</c:v>
                </c:pt>
                <c:pt idx="1111">
                  <c:v>5177.95</c:v>
                </c:pt>
                <c:pt idx="1112">
                  <c:v>5222</c:v>
                </c:pt>
                <c:pt idx="1113">
                  <c:v>5273.15</c:v>
                </c:pt>
                <c:pt idx="1114">
                  <c:v>5110.6000000000004</c:v>
                </c:pt>
                <c:pt idx="1115">
                  <c:v>4994</c:v>
                </c:pt>
                <c:pt idx="1116">
                  <c:v>5082.1499999999996</c:v>
                </c:pt>
                <c:pt idx="1117">
                  <c:v>5146</c:v>
                </c:pt>
                <c:pt idx="1118">
                  <c:v>5199.55</c:v>
                </c:pt>
                <c:pt idx="1119">
                  <c:v>5264.5</c:v>
                </c:pt>
                <c:pt idx="1120">
                  <c:v>5351.35</c:v>
                </c:pt>
                <c:pt idx="1121">
                  <c:v>5375.45</c:v>
                </c:pt>
                <c:pt idx="1122">
                  <c:v>5323.4</c:v>
                </c:pt>
                <c:pt idx="1123">
                  <c:v>5409.15</c:v>
                </c:pt>
                <c:pt idx="1124">
                  <c:v>5483.9</c:v>
                </c:pt>
                <c:pt idx="1125">
                  <c:v>5597.9</c:v>
                </c:pt>
                <c:pt idx="1126">
                  <c:v>5586.7</c:v>
                </c:pt>
                <c:pt idx="1127">
                  <c:v>5524.1</c:v>
                </c:pt>
                <c:pt idx="1128">
                  <c:v>1408.8</c:v>
                </c:pt>
                <c:pt idx="1129">
                  <c:v>1423.35</c:v>
                </c:pt>
                <c:pt idx="1130">
                  <c:v>1429.45</c:v>
                </c:pt>
                <c:pt idx="1131">
                  <c:v>1426.5</c:v>
                </c:pt>
                <c:pt idx="1132">
                  <c:v>1392.45</c:v>
                </c:pt>
                <c:pt idx="1133">
                  <c:v>1352.25</c:v>
                </c:pt>
                <c:pt idx="1134">
                  <c:v>1382.5</c:v>
                </c:pt>
                <c:pt idx="1135">
                  <c:v>1376.15</c:v>
                </c:pt>
                <c:pt idx="1136">
                  <c:v>1402.75</c:v>
                </c:pt>
                <c:pt idx="1137">
                  <c:v>1420.8</c:v>
                </c:pt>
                <c:pt idx="1138">
                  <c:v>1443.45</c:v>
                </c:pt>
                <c:pt idx="1139">
                  <c:v>1477.75</c:v>
                </c:pt>
                <c:pt idx="1140">
                  <c:v>1478.25</c:v>
                </c:pt>
                <c:pt idx="1141">
                  <c:v>1447.8</c:v>
                </c:pt>
                <c:pt idx="1142">
                  <c:v>1437.3</c:v>
                </c:pt>
                <c:pt idx="1143">
                  <c:v>1442.7</c:v>
                </c:pt>
                <c:pt idx="1144">
                  <c:v>1455.15</c:v>
                </c:pt>
                <c:pt idx="1145">
                  <c:v>1459.55</c:v>
                </c:pt>
                <c:pt idx="1146">
                  <c:v>1479.3</c:v>
                </c:pt>
                <c:pt idx="1147">
                  <c:v>1508.3</c:v>
                </c:pt>
                <c:pt idx="1148">
                  <c:v>1535.6</c:v>
                </c:pt>
                <c:pt idx="1149">
                  <c:v>1553.5</c:v>
                </c:pt>
                <c:pt idx="1150">
                  <c:v>1556</c:v>
                </c:pt>
                <c:pt idx="1151">
                  <c:v>1576.9</c:v>
                </c:pt>
                <c:pt idx="1152">
                  <c:v>1548.1</c:v>
                </c:pt>
                <c:pt idx="1153">
                  <c:v>1557.8</c:v>
                </c:pt>
                <c:pt idx="1154">
                  <c:v>1526.8</c:v>
                </c:pt>
                <c:pt idx="1155">
                  <c:v>1534.25</c:v>
                </c:pt>
                <c:pt idx="1156">
                  <c:v>1525.1</c:v>
                </c:pt>
                <c:pt idx="1157">
                  <c:v>1504.1</c:v>
                </c:pt>
                <c:pt idx="1158">
                  <c:v>1498.65</c:v>
                </c:pt>
                <c:pt idx="1159">
                  <c:v>1479.85</c:v>
                </c:pt>
                <c:pt idx="1160">
                  <c:v>1487.2</c:v>
                </c:pt>
                <c:pt idx="1161">
                  <c:v>1482.5</c:v>
                </c:pt>
                <c:pt idx="1162">
                  <c:v>1486.8</c:v>
                </c:pt>
                <c:pt idx="1163">
                  <c:v>1536.75</c:v>
                </c:pt>
                <c:pt idx="1164">
                  <c:v>1546.8</c:v>
                </c:pt>
                <c:pt idx="1165">
                  <c:v>1559.55</c:v>
                </c:pt>
                <c:pt idx="1166">
                  <c:v>1555.9</c:v>
                </c:pt>
                <c:pt idx="1167">
                  <c:v>1535.05</c:v>
                </c:pt>
                <c:pt idx="1168">
                  <c:v>1545.55</c:v>
                </c:pt>
                <c:pt idx="1169">
                  <c:v>1565.3</c:v>
                </c:pt>
                <c:pt idx="1170">
                  <c:v>1577.45</c:v>
                </c:pt>
                <c:pt idx="1171">
                  <c:v>1575.5</c:v>
                </c:pt>
                <c:pt idx="1172">
                  <c:v>1581.2</c:v>
                </c:pt>
                <c:pt idx="1173">
                  <c:v>1602.65</c:v>
                </c:pt>
                <c:pt idx="1174">
                  <c:v>1606.6</c:v>
                </c:pt>
                <c:pt idx="1175">
                  <c:v>1607.9</c:v>
                </c:pt>
                <c:pt idx="1176">
                  <c:v>1615.4</c:v>
                </c:pt>
                <c:pt idx="1177">
                  <c:v>1625</c:v>
                </c:pt>
                <c:pt idx="1178">
                  <c:v>1622.65</c:v>
                </c:pt>
                <c:pt idx="1179">
                  <c:v>1654.05</c:v>
                </c:pt>
                <c:pt idx="1180">
                  <c:v>1675.85</c:v>
                </c:pt>
                <c:pt idx="1181">
                  <c:v>1701.1</c:v>
                </c:pt>
                <c:pt idx="1182">
                  <c:v>1701</c:v>
                </c:pt>
                <c:pt idx="1183">
                  <c:v>1694.95</c:v>
                </c:pt>
                <c:pt idx="1184">
                  <c:v>1689.7</c:v>
                </c:pt>
                <c:pt idx="1185">
                  <c:v>1657.5</c:v>
                </c:pt>
                <c:pt idx="1186">
                  <c:v>1676.15</c:v>
                </c:pt>
                <c:pt idx="1187">
                  <c:v>1663.5</c:v>
                </c:pt>
                <c:pt idx="1188">
                  <c:v>1630.3</c:v>
                </c:pt>
                <c:pt idx="1189">
                  <c:v>1613.95</c:v>
                </c:pt>
                <c:pt idx="1190">
                  <c:v>1639.7</c:v>
                </c:pt>
                <c:pt idx="1191">
                  <c:v>1611.9</c:v>
                </c:pt>
                <c:pt idx="1192">
                  <c:v>1639.9</c:v>
                </c:pt>
                <c:pt idx="1193">
                  <c:v>1695.5</c:v>
                </c:pt>
                <c:pt idx="1194">
                  <c:v>1703.25</c:v>
                </c:pt>
                <c:pt idx="1195">
                  <c:v>1727.9</c:v>
                </c:pt>
                <c:pt idx="1196">
                  <c:v>1720.5</c:v>
                </c:pt>
                <c:pt idx="1197">
                  <c:v>1685.85</c:v>
                </c:pt>
                <c:pt idx="1198">
                  <c:v>1705.5</c:v>
                </c:pt>
                <c:pt idx="1199">
                  <c:v>1708.05</c:v>
                </c:pt>
                <c:pt idx="1200">
                  <c:v>1699.35</c:v>
                </c:pt>
                <c:pt idx="1201">
                  <c:v>1686.55</c:v>
                </c:pt>
                <c:pt idx="1202">
                  <c:v>1711.35</c:v>
                </c:pt>
                <c:pt idx="1203">
                  <c:v>1814.5</c:v>
                </c:pt>
                <c:pt idx="1204">
                  <c:v>1786.75</c:v>
                </c:pt>
                <c:pt idx="1205">
                  <c:v>1761.2</c:v>
                </c:pt>
                <c:pt idx="1206">
                  <c:v>1767.85</c:v>
                </c:pt>
                <c:pt idx="1207">
                  <c:v>1758.8</c:v>
                </c:pt>
                <c:pt idx="1208">
                  <c:v>1779.75</c:v>
                </c:pt>
                <c:pt idx="1209">
                  <c:v>1820.3</c:v>
                </c:pt>
                <c:pt idx="1210">
                  <c:v>1861</c:v>
                </c:pt>
                <c:pt idx="1211">
                  <c:v>1867.8</c:v>
                </c:pt>
                <c:pt idx="1212">
                  <c:v>1948.8</c:v>
                </c:pt>
                <c:pt idx="1213">
                  <c:v>1906.35</c:v>
                </c:pt>
                <c:pt idx="1214">
                  <c:v>1946.05</c:v>
                </c:pt>
                <c:pt idx="1215">
                  <c:v>1910.6</c:v>
                </c:pt>
                <c:pt idx="1216">
                  <c:v>1960.95</c:v>
                </c:pt>
                <c:pt idx="1217">
                  <c:v>1987.7</c:v>
                </c:pt>
                <c:pt idx="1218">
                  <c:v>1976.6</c:v>
                </c:pt>
                <c:pt idx="1219">
                  <c:v>2017.8</c:v>
                </c:pt>
                <c:pt idx="1220">
                  <c:v>2036.75</c:v>
                </c:pt>
                <c:pt idx="1221">
                  <c:v>2041.05</c:v>
                </c:pt>
                <c:pt idx="1222">
                  <c:v>2017.1</c:v>
                </c:pt>
                <c:pt idx="1223">
                  <c:v>2027.2</c:v>
                </c:pt>
                <c:pt idx="1224">
                  <c:v>2049.0500000000002</c:v>
                </c:pt>
                <c:pt idx="1225">
                  <c:v>2076.9</c:v>
                </c:pt>
                <c:pt idx="1226">
                  <c:v>2062.8000000000002</c:v>
                </c:pt>
                <c:pt idx="1227">
                  <c:v>2057.85</c:v>
                </c:pt>
                <c:pt idx="1228">
                  <c:v>2028</c:v>
                </c:pt>
                <c:pt idx="1229">
                  <c:v>2031.05</c:v>
                </c:pt>
                <c:pt idx="1230">
                  <c:v>2023.9</c:v>
                </c:pt>
                <c:pt idx="1231">
                  <c:v>2029.6</c:v>
                </c:pt>
                <c:pt idx="1232">
                  <c:v>2090.8000000000002</c:v>
                </c:pt>
                <c:pt idx="1233">
                  <c:v>2149.1999999999998</c:v>
                </c:pt>
                <c:pt idx="1234">
                  <c:v>2108.35</c:v>
                </c:pt>
                <c:pt idx="1235">
                  <c:v>2079.9</c:v>
                </c:pt>
                <c:pt idx="1236">
                  <c:v>2051.35</c:v>
                </c:pt>
                <c:pt idx="1237">
                  <c:v>2030.15</c:v>
                </c:pt>
                <c:pt idx="1238">
                  <c:v>2039.9</c:v>
                </c:pt>
                <c:pt idx="1239">
                  <c:v>2031.4</c:v>
                </c:pt>
                <c:pt idx="1240">
                  <c:v>2042.2</c:v>
                </c:pt>
                <c:pt idx="1241">
                  <c:v>2033.4</c:v>
                </c:pt>
                <c:pt idx="1242">
                  <c:v>2037.6</c:v>
                </c:pt>
                <c:pt idx="1243">
                  <c:v>2051.25</c:v>
                </c:pt>
                <c:pt idx="1244">
                  <c:v>2100.65</c:v>
                </c:pt>
                <c:pt idx="1245">
                  <c:v>2120.35</c:v>
                </c:pt>
                <c:pt idx="1246">
                  <c:v>2089.1</c:v>
                </c:pt>
                <c:pt idx="1247">
                  <c:v>2113.9</c:v>
                </c:pt>
                <c:pt idx="1248">
                  <c:v>2115.1</c:v>
                </c:pt>
                <c:pt idx="1249">
                  <c:v>2081.4499999999998</c:v>
                </c:pt>
                <c:pt idx="1250">
                  <c:v>2066.1</c:v>
                </c:pt>
                <c:pt idx="1251">
                  <c:v>2065.1999999999998</c:v>
                </c:pt>
                <c:pt idx="1252">
                  <c:v>2058.3000000000002</c:v>
                </c:pt>
                <c:pt idx="1253">
                  <c:v>2061.75</c:v>
                </c:pt>
                <c:pt idx="1254">
                  <c:v>2073.15</c:v>
                </c:pt>
                <c:pt idx="1255">
                  <c:v>2048.15</c:v>
                </c:pt>
                <c:pt idx="1256">
                  <c:v>2091.6999999999998</c:v>
                </c:pt>
                <c:pt idx="1257">
                  <c:v>2119.5500000000002</c:v>
                </c:pt>
                <c:pt idx="1258">
                  <c:v>2090.0500000000002</c:v>
                </c:pt>
                <c:pt idx="1259">
                  <c:v>2052.5</c:v>
                </c:pt>
                <c:pt idx="1260">
                  <c:v>2043.75</c:v>
                </c:pt>
                <c:pt idx="1261">
                  <c:v>2050.8000000000002</c:v>
                </c:pt>
                <c:pt idx="1262">
                  <c:v>1994.9</c:v>
                </c:pt>
                <c:pt idx="1263">
                  <c:v>1971.65</c:v>
                </c:pt>
                <c:pt idx="1264">
                  <c:v>1906.25</c:v>
                </c:pt>
                <c:pt idx="1265">
                  <c:v>1968.35</c:v>
                </c:pt>
                <c:pt idx="1266">
                  <c:v>1974</c:v>
                </c:pt>
                <c:pt idx="1267">
                  <c:v>1997.7</c:v>
                </c:pt>
                <c:pt idx="1268">
                  <c:v>1965.4</c:v>
                </c:pt>
                <c:pt idx="1269">
                  <c:v>1958.95</c:v>
                </c:pt>
                <c:pt idx="1270">
                  <c:v>1964.75</c:v>
                </c:pt>
                <c:pt idx="1271">
                  <c:v>1905.5</c:v>
                </c:pt>
                <c:pt idx="1272">
                  <c:v>1912.85</c:v>
                </c:pt>
                <c:pt idx="1273">
                  <c:v>1952.1</c:v>
                </c:pt>
                <c:pt idx="1274">
                  <c:v>2037.65</c:v>
                </c:pt>
                <c:pt idx="1275">
                  <c:v>2068.65</c:v>
                </c:pt>
                <c:pt idx="1276">
                  <c:v>2061.75</c:v>
                </c:pt>
                <c:pt idx="1277">
                  <c:v>2071.8000000000002</c:v>
                </c:pt>
                <c:pt idx="1278">
                  <c:v>2101.35</c:v>
                </c:pt>
                <c:pt idx="1279">
                  <c:v>2085.4</c:v>
                </c:pt>
                <c:pt idx="1280">
                  <c:v>2029.95</c:v>
                </c:pt>
                <c:pt idx="1281">
                  <c:v>2043.6</c:v>
                </c:pt>
                <c:pt idx="1282">
                  <c:v>2045</c:v>
                </c:pt>
                <c:pt idx="1283">
                  <c:v>2044.4</c:v>
                </c:pt>
                <c:pt idx="1284">
                  <c:v>2103.6</c:v>
                </c:pt>
                <c:pt idx="1285">
                  <c:v>2169.65</c:v>
                </c:pt>
                <c:pt idx="1286">
                  <c:v>2181.9</c:v>
                </c:pt>
                <c:pt idx="1287">
                  <c:v>2183.65</c:v>
                </c:pt>
                <c:pt idx="1288">
                  <c:v>2173.9499999999998</c:v>
                </c:pt>
                <c:pt idx="1289">
                  <c:v>2164.6999999999998</c:v>
                </c:pt>
                <c:pt idx="1290">
                  <c:v>2143.9</c:v>
                </c:pt>
                <c:pt idx="1291">
                  <c:v>2161</c:v>
                </c:pt>
                <c:pt idx="1292">
                  <c:v>2140.6</c:v>
                </c:pt>
                <c:pt idx="1293">
                  <c:v>2164.3000000000002</c:v>
                </c:pt>
                <c:pt idx="1294">
                  <c:v>2179.4499999999998</c:v>
                </c:pt>
                <c:pt idx="1295">
                  <c:v>2240.1</c:v>
                </c:pt>
                <c:pt idx="1296">
                  <c:v>2181.25</c:v>
                </c:pt>
                <c:pt idx="1297">
                  <c:v>2187.0500000000002</c:v>
                </c:pt>
                <c:pt idx="1298">
                  <c:v>2214.4499999999998</c:v>
                </c:pt>
                <c:pt idx="1299">
                  <c:v>2234.1999999999998</c:v>
                </c:pt>
                <c:pt idx="1300">
                  <c:v>2252.1</c:v>
                </c:pt>
                <c:pt idx="1301">
                  <c:v>2264.1</c:v>
                </c:pt>
                <c:pt idx="1302">
                  <c:v>2251.9</c:v>
                </c:pt>
                <c:pt idx="1303">
                  <c:v>2232.0500000000002</c:v>
                </c:pt>
                <c:pt idx="1304">
                  <c:v>2214.65</c:v>
                </c:pt>
                <c:pt idx="1305">
                  <c:v>2226.15</c:v>
                </c:pt>
                <c:pt idx="1306">
                  <c:v>2210.8000000000002</c:v>
                </c:pt>
                <c:pt idx="1307">
                  <c:v>2193.1</c:v>
                </c:pt>
                <c:pt idx="1308">
                  <c:v>2181.1</c:v>
                </c:pt>
                <c:pt idx="1309">
                  <c:v>2199.9499999999998</c:v>
                </c:pt>
                <c:pt idx="1310">
                  <c:v>2236.5500000000002</c:v>
                </c:pt>
                <c:pt idx="1311">
                  <c:v>2223.75</c:v>
                </c:pt>
                <c:pt idx="1312">
                  <c:v>2162.4</c:v>
                </c:pt>
                <c:pt idx="1313">
                  <c:v>2159.1</c:v>
                </c:pt>
                <c:pt idx="1314">
                  <c:v>2186</c:v>
                </c:pt>
                <c:pt idx="1315">
                  <c:v>2166.6</c:v>
                </c:pt>
                <c:pt idx="1316">
                  <c:v>2170.3000000000002</c:v>
                </c:pt>
                <c:pt idx="1317">
                  <c:v>2257.1999999999998</c:v>
                </c:pt>
                <c:pt idx="1318">
                  <c:v>2235.85</c:v>
                </c:pt>
                <c:pt idx="1319">
                  <c:v>2228.65</c:v>
                </c:pt>
                <c:pt idx="1320">
                  <c:v>2221.4499999999998</c:v>
                </c:pt>
                <c:pt idx="1321">
                  <c:v>2236.3000000000002</c:v>
                </c:pt>
                <c:pt idx="1322">
                  <c:v>2188.3000000000002</c:v>
                </c:pt>
                <c:pt idx="1323">
                  <c:v>2127.9</c:v>
                </c:pt>
                <c:pt idx="1324">
                  <c:v>2077.8000000000002</c:v>
                </c:pt>
                <c:pt idx="1325">
                  <c:v>2117.5500000000002</c:v>
                </c:pt>
                <c:pt idx="1326">
                  <c:v>2101.5</c:v>
                </c:pt>
                <c:pt idx="1327">
                  <c:v>1957.1</c:v>
                </c:pt>
                <c:pt idx="1328">
                  <c:v>1913.95</c:v>
                </c:pt>
                <c:pt idx="1329">
                  <c:v>1912.6</c:v>
                </c:pt>
                <c:pt idx="1330">
                  <c:v>1948</c:v>
                </c:pt>
                <c:pt idx="1331">
                  <c:v>1944.8</c:v>
                </c:pt>
                <c:pt idx="1332">
                  <c:v>1999.25</c:v>
                </c:pt>
                <c:pt idx="1333">
                  <c:v>1988.4</c:v>
                </c:pt>
                <c:pt idx="1334">
                  <c:v>1958.6</c:v>
                </c:pt>
                <c:pt idx="1335">
                  <c:v>1914.15</c:v>
                </c:pt>
                <c:pt idx="1336">
                  <c:v>1905.6</c:v>
                </c:pt>
                <c:pt idx="1337">
                  <c:v>1886.8</c:v>
                </c:pt>
                <c:pt idx="1338">
                  <c:v>1915.15</c:v>
                </c:pt>
                <c:pt idx="1339">
                  <c:v>1901.45</c:v>
                </c:pt>
                <c:pt idx="1340">
                  <c:v>1937.6</c:v>
                </c:pt>
                <c:pt idx="1341">
                  <c:v>1995.15</c:v>
                </c:pt>
                <c:pt idx="1342">
                  <c:v>2021.55</c:v>
                </c:pt>
                <c:pt idx="1343">
                  <c:v>2096.6</c:v>
                </c:pt>
                <c:pt idx="1344">
                  <c:v>2059.1999999999998</c:v>
                </c:pt>
                <c:pt idx="1345">
                  <c:v>2065.9499999999998</c:v>
                </c:pt>
                <c:pt idx="1346">
                  <c:v>2061.15</c:v>
                </c:pt>
                <c:pt idx="1347">
                  <c:v>2032.9</c:v>
                </c:pt>
                <c:pt idx="1348">
                  <c:v>2077.9</c:v>
                </c:pt>
                <c:pt idx="1349">
                  <c:v>2063.9499999999998</c:v>
                </c:pt>
                <c:pt idx="1350">
                  <c:v>2042.25</c:v>
                </c:pt>
                <c:pt idx="1351">
                  <c:v>2096.75</c:v>
                </c:pt>
                <c:pt idx="1352">
                  <c:v>2140.5</c:v>
                </c:pt>
                <c:pt idx="1353">
                  <c:v>2134.5500000000002</c:v>
                </c:pt>
                <c:pt idx="1354">
                  <c:v>2155.5</c:v>
                </c:pt>
                <c:pt idx="1355">
                  <c:v>2171.1999999999998</c:v>
                </c:pt>
                <c:pt idx="1356">
                  <c:v>2205.1999999999998</c:v>
                </c:pt>
                <c:pt idx="1357">
                  <c:v>2232.35</c:v>
                </c:pt>
                <c:pt idx="1358">
                  <c:v>2228</c:v>
                </c:pt>
                <c:pt idx="1359">
                  <c:v>2250.4499999999998</c:v>
                </c:pt>
                <c:pt idx="1360">
                  <c:v>2222</c:v>
                </c:pt>
                <c:pt idx="1361">
                  <c:v>2201.35</c:v>
                </c:pt>
                <c:pt idx="1362">
                  <c:v>2255.85</c:v>
                </c:pt>
                <c:pt idx="1363">
                  <c:v>2241.35</c:v>
                </c:pt>
                <c:pt idx="1364">
                  <c:v>2216.4499999999998</c:v>
                </c:pt>
                <c:pt idx="1365">
                  <c:v>2232.85</c:v>
                </c:pt>
                <c:pt idx="1366">
                  <c:v>2296.25</c:v>
                </c:pt>
                <c:pt idx="1367">
                  <c:v>2236.75</c:v>
                </c:pt>
                <c:pt idx="1368">
                  <c:v>2212.25</c:v>
                </c:pt>
                <c:pt idx="1369">
                  <c:v>2224.0500000000002</c:v>
                </c:pt>
                <c:pt idx="1370">
                  <c:v>2235.15</c:v>
                </c:pt>
                <c:pt idx="1371">
                  <c:v>2256.65</c:v>
                </c:pt>
                <c:pt idx="1372">
                  <c:v>2280.4499999999998</c:v>
                </c:pt>
                <c:pt idx="1373">
                  <c:v>2288.1</c:v>
                </c:pt>
                <c:pt idx="1374">
                  <c:v>2371.1</c:v>
                </c:pt>
                <c:pt idx="1375">
                  <c:v>2393.5</c:v>
                </c:pt>
                <c:pt idx="1376">
                  <c:v>2389.0500000000002</c:v>
                </c:pt>
                <c:pt idx="1377">
                  <c:v>2344.25</c:v>
                </c:pt>
                <c:pt idx="1378">
                  <c:v>2313.0500000000002</c:v>
                </c:pt>
                <c:pt idx="1379">
                  <c:v>2338.4</c:v>
                </c:pt>
                <c:pt idx="1380">
                  <c:v>2292.6999999999998</c:v>
                </c:pt>
                <c:pt idx="1381">
                  <c:v>2324.65</c:v>
                </c:pt>
                <c:pt idx="1382">
                  <c:v>2358.25</c:v>
                </c:pt>
                <c:pt idx="1383">
                  <c:v>2351.0500000000002</c:v>
                </c:pt>
                <c:pt idx="1384">
                  <c:v>2394.1999999999998</c:v>
                </c:pt>
                <c:pt idx="1385">
                  <c:v>2330.3000000000002</c:v>
                </c:pt>
                <c:pt idx="1386">
                  <c:v>2345.65</c:v>
                </c:pt>
                <c:pt idx="1387">
                  <c:v>2319.9</c:v>
                </c:pt>
                <c:pt idx="1388">
                  <c:v>2334.9499999999998</c:v>
                </c:pt>
                <c:pt idx="1389">
                  <c:v>2315.8000000000002</c:v>
                </c:pt>
                <c:pt idx="1390">
                  <c:v>2221.25</c:v>
                </c:pt>
                <c:pt idx="1391">
                  <c:v>2205.4</c:v>
                </c:pt>
                <c:pt idx="1392">
                  <c:v>2135.85</c:v>
                </c:pt>
                <c:pt idx="1393">
                  <c:v>2195.9</c:v>
                </c:pt>
                <c:pt idx="1394">
                  <c:v>2272</c:v>
                </c:pt>
                <c:pt idx="1395">
                  <c:v>2256.4</c:v>
                </c:pt>
                <c:pt idx="1396">
                  <c:v>2233.3000000000002</c:v>
                </c:pt>
                <c:pt idx="1397">
                  <c:v>2209</c:v>
                </c:pt>
                <c:pt idx="1398">
                  <c:v>2238.75</c:v>
                </c:pt>
                <c:pt idx="1399">
                  <c:v>2228.9</c:v>
                </c:pt>
                <c:pt idx="1400">
                  <c:v>2226.4</c:v>
                </c:pt>
                <c:pt idx="1401">
                  <c:v>2230.6</c:v>
                </c:pt>
                <c:pt idx="1402">
                  <c:v>2268.4499999999998</c:v>
                </c:pt>
                <c:pt idx="1403">
                  <c:v>2264.5500000000002</c:v>
                </c:pt>
                <c:pt idx="1404">
                  <c:v>2299.1999999999998</c:v>
                </c:pt>
                <c:pt idx="1405">
                  <c:v>2356.0500000000002</c:v>
                </c:pt>
                <c:pt idx="1406">
                  <c:v>2313.5</c:v>
                </c:pt>
                <c:pt idx="1407">
                  <c:v>2291.5</c:v>
                </c:pt>
                <c:pt idx="1408">
                  <c:v>2270.65</c:v>
                </c:pt>
                <c:pt idx="1409">
                  <c:v>2264.1</c:v>
                </c:pt>
                <c:pt idx="1410">
                  <c:v>2315</c:v>
                </c:pt>
                <c:pt idx="1411">
                  <c:v>2293.4</c:v>
                </c:pt>
                <c:pt idx="1412">
                  <c:v>2261.4499999999998</c:v>
                </c:pt>
                <c:pt idx="1413">
                  <c:v>2249.9499999999998</c:v>
                </c:pt>
                <c:pt idx="1414">
                  <c:v>2317.9</c:v>
                </c:pt>
                <c:pt idx="1415">
                  <c:v>2298.65</c:v>
                </c:pt>
                <c:pt idx="1416">
                  <c:v>2301.4</c:v>
                </c:pt>
                <c:pt idx="1417">
                  <c:v>2314.9499999999998</c:v>
                </c:pt>
                <c:pt idx="1418">
                  <c:v>2285.1999999999998</c:v>
                </c:pt>
                <c:pt idx="1419">
                  <c:v>2264.1999999999998</c:v>
                </c:pt>
                <c:pt idx="1420">
                  <c:v>2271.8000000000002</c:v>
                </c:pt>
                <c:pt idx="1421">
                  <c:v>2269.3000000000002</c:v>
                </c:pt>
                <c:pt idx="1422">
                  <c:v>2301.1999999999998</c:v>
                </c:pt>
                <c:pt idx="1423">
                  <c:v>2346.9</c:v>
                </c:pt>
                <c:pt idx="1424">
                  <c:v>2376.1</c:v>
                </c:pt>
                <c:pt idx="1425">
                  <c:v>2425.65</c:v>
                </c:pt>
                <c:pt idx="1426">
                  <c:v>2385.6999999999998</c:v>
                </c:pt>
                <c:pt idx="1427">
                  <c:v>2354.75</c:v>
                </c:pt>
                <c:pt idx="1428">
                  <c:v>2364</c:v>
                </c:pt>
                <c:pt idx="1429">
                  <c:v>2422.4</c:v>
                </c:pt>
                <c:pt idx="1430">
                  <c:v>2417.1999999999998</c:v>
                </c:pt>
                <c:pt idx="1431">
                  <c:v>2422.9499999999998</c:v>
                </c:pt>
                <c:pt idx="1432">
                  <c:v>2446.3000000000002</c:v>
                </c:pt>
                <c:pt idx="1433">
                  <c:v>2445.6999999999998</c:v>
                </c:pt>
                <c:pt idx="1434">
                  <c:v>2450.5500000000002</c:v>
                </c:pt>
                <c:pt idx="1435">
                  <c:v>2446.9499999999998</c:v>
                </c:pt>
                <c:pt idx="1436">
                  <c:v>2450.3000000000002</c:v>
                </c:pt>
                <c:pt idx="1437">
                  <c:v>2503.6</c:v>
                </c:pt>
                <c:pt idx="1438">
                  <c:v>2461.9499999999998</c:v>
                </c:pt>
                <c:pt idx="1439">
                  <c:v>2412.5</c:v>
                </c:pt>
                <c:pt idx="1440">
                  <c:v>2398.5500000000002</c:v>
                </c:pt>
                <c:pt idx="1441">
                  <c:v>2486.35</c:v>
                </c:pt>
                <c:pt idx="1442">
                  <c:v>2477.8000000000002</c:v>
                </c:pt>
                <c:pt idx="1443">
                  <c:v>2470.8000000000002</c:v>
                </c:pt>
                <c:pt idx="1444">
                  <c:v>2526.1999999999998</c:v>
                </c:pt>
                <c:pt idx="1445">
                  <c:v>2515.3000000000002</c:v>
                </c:pt>
                <c:pt idx="1446">
                  <c:v>2553.0500000000002</c:v>
                </c:pt>
                <c:pt idx="1447">
                  <c:v>2627.85</c:v>
                </c:pt>
                <c:pt idx="1448">
                  <c:v>2639.95</c:v>
                </c:pt>
                <c:pt idx="1449">
                  <c:v>2609.1</c:v>
                </c:pt>
                <c:pt idx="1450">
                  <c:v>2572.4499999999998</c:v>
                </c:pt>
                <c:pt idx="1451">
                  <c:v>2622.3</c:v>
                </c:pt>
                <c:pt idx="1452">
                  <c:v>2682.9</c:v>
                </c:pt>
                <c:pt idx="1453">
                  <c:v>2622.65</c:v>
                </c:pt>
                <c:pt idx="1454">
                  <c:v>2601.5</c:v>
                </c:pt>
                <c:pt idx="1455">
                  <c:v>2591.75</c:v>
                </c:pt>
                <c:pt idx="1456">
                  <c:v>2530.5500000000002</c:v>
                </c:pt>
                <c:pt idx="1457">
                  <c:v>2503.6999999999998</c:v>
                </c:pt>
                <c:pt idx="1458">
                  <c:v>2538.6</c:v>
                </c:pt>
                <c:pt idx="1459">
                  <c:v>2553.1999999999998</c:v>
                </c:pt>
                <c:pt idx="1460">
                  <c:v>2511.3000000000002</c:v>
                </c:pt>
                <c:pt idx="1461">
                  <c:v>2521.3000000000002</c:v>
                </c:pt>
                <c:pt idx="1462">
                  <c:v>2510.15</c:v>
                </c:pt>
                <c:pt idx="1463">
                  <c:v>2466.25</c:v>
                </c:pt>
                <c:pt idx="1464">
                  <c:v>2415.4</c:v>
                </c:pt>
                <c:pt idx="1465">
                  <c:v>2521.9499999999998</c:v>
                </c:pt>
                <c:pt idx="1466">
                  <c:v>2538.35</c:v>
                </c:pt>
                <c:pt idx="1467">
                  <c:v>2586.5</c:v>
                </c:pt>
                <c:pt idx="1468">
                  <c:v>2638.35</c:v>
                </c:pt>
                <c:pt idx="1469">
                  <c:v>2643.8</c:v>
                </c:pt>
                <c:pt idx="1470">
                  <c:v>2609.15</c:v>
                </c:pt>
                <c:pt idx="1471">
                  <c:v>2653.95</c:v>
                </c:pt>
                <c:pt idx="1472">
                  <c:v>2681.05</c:v>
                </c:pt>
                <c:pt idx="1473">
                  <c:v>2652.7</c:v>
                </c:pt>
                <c:pt idx="1474">
                  <c:v>2740.7</c:v>
                </c:pt>
                <c:pt idx="1475">
                  <c:v>2707.05</c:v>
                </c:pt>
                <c:pt idx="1476">
                  <c:v>2714.4</c:v>
                </c:pt>
                <c:pt idx="1477">
                  <c:v>2677</c:v>
                </c:pt>
                <c:pt idx="1478">
                  <c:v>2676.55</c:v>
                </c:pt>
                <c:pt idx="1479">
                  <c:v>2683.15</c:v>
                </c:pt>
                <c:pt idx="1480">
                  <c:v>2700.95</c:v>
                </c:pt>
                <c:pt idx="1481">
                  <c:v>2740.5</c:v>
                </c:pt>
                <c:pt idx="1482">
                  <c:v>2744.95</c:v>
                </c:pt>
                <c:pt idx="1483">
                  <c:v>2758.4</c:v>
                </c:pt>
                <c:pt idx="1484">
                  <c:v>2736</c:v>
                </c:pt>
                <c:pt idx="1485">
                  <c:v>2684.45</c:v>
                </c:pt>
                <c:pt idx="1486">
                  <c:v>2767.9</c:v>
                </c:pt>
                <c:pt idx="1487">
                  <c:v>2841.2</c:v>
                </c:pt>
                <c:pt idx="1488">
                  <c:v>2787.4</c:v>
                </c:pt>
                <c:pt idx="1489">
                  <c:v>2793.95</c:v>
                </c:pt>
                <c:pt idx="1490">
                  <c:v>2801.85</c:v>
                </c:pt>
                <c:pt idx="1491">
                  <c:v>2821.3</c:v>
                </c:pt>
                <c:pt idx="1492">
                  <c:v>2873.55</c:v>
                </c:pt>
                <c:pt idx="1493">
                  <c:v>2926.05</c:v>
                </c:pt>
                <c:pt idx="1494">
                  <c:v>2946.95</c:v>
                </c:pt>
                <c:pt idx="1495">
                  <c:v>2885.55</c:v>
                </c:pt>
                <c:pt idx="1496">
                  <c:v>2917.65</c:v>
                </c:pt>
                <c:pt idx="1497">
                  <c:v>2982.3</c:v>
                </c:pt>
                <c:pt idx="1498">
                  <c:v>3023.75</c:v>
                </c:pt>
                <c:pt idx="1499">
                  <c:v>2970.2</c:v>
                </c:pt>
                <c:pt idx="1500">
                  <c:v>2974.15</c:v>
                </c:pt>
                <c:pt idx="1501">
                  <c:v>2982.8</c:v>
                </c:pt>
                <c:pt idx="1502">
                  <c:v>2981.15</c:v>
                </c:pt>
                <c:pt idx="1503">
                  <c:v>2950.9</c:v>
                </c:pt>
                <c:pt idx="1504">
                  <c:v>2994.4</c:v>
                </c:pt>
                <c:pt idx="1505">
                  <c:v>2988.65</c:v>
                </c:pt>
                <c:pt idx="1506">
                  <c:v>2987.45</c:v>
                </c:pt>
                <c:pt idx="1507">
                  <c:v>2996.85</c:v>
                </c:pt>
                <c:pt idx="1508">
                  <c:v>2979.35</c:v>
                </c:pt>
                <c:pt idx="1509">
                  <c:v>3006.9</c:v>
                </c:pt>
                <c:pt idx="1510">
                  <c:v>3055.3</c:v>
                </c:pt>
                <c:pt idx="1511">
                  <c:v>3054.9</c:v>
                </c:pt>
                <c:pt idx="1512">
                  <c:v>3053.2</c:v>
                </c:pt>
                <c:pt idx="1513">
                  <c:v>3035.85</c:v>
                </c:pt>
                <c:pt idx="1514">
                  <c:v>2975.15</c:v>
                </c:pt>
                <c:pt idx="1515">
                  <c:v>2837.8</c:v>
                </c:pt>
                <c:pt idx="1516">
                  <c:v>2844.6</c:v>
                </c:pt>
                <c:pt idx="1517">
                  <c:v>2780.25</c:v>
                </c:pt>
                <c:pt idx="1518">
                  <c:v>2762.2</c:v>
                </c:pt>
                <c:pt idx="1519">
                  <c:v>2739.9</c:v>
                </c:pt>
                <c:pt idx="1520">
                  <c:v>2820.9</c:v>
                </c:pt>
                <c:pt idx="1521">
                  <c:v>2813.6</c:v>
                </c:pt>
                <c:pt idx="1522">
                  <c:v>2744.65</c:v>
                </c:pt>
                <c:pt idx="1523">
                  <c:v>2821.95</c:v>
                </c:pt>
                <c:pt idx="1524">
                  <c:v>2827.85</c:v>
                </c:pt>
                <c:pt idx="1525">
                  <c:v>2902.9</c:v>
                </c:pt>
                <c:pt idx="1526">
                  <c:v>2862.85</c:v>
                </c:pt>
                <c:pt idx="1527">
                  <c:v>2880.3</c:v>
                </c:pt>
                <c:pt idx="1528">
                  <c:v>2876.05</c:v>
                </c:pt>
                <c:pt idx="1529">
                  <c:v>2828.1</c:v>
                </c:pt>
                <c:pt idx="1530">
                  <c:v>2786.8</c:v>
                </c:pt>
                <c:pt idx="1531">
                  <c:v>2842.5</c:v>
                </c:pt>
                <c:pt idx="1532">
                  <c:v>2872.6</c:v>
                </c:pt>
                <c:pt idx="1533">
                  <c:v>2902.65</c:v>
                </c:pt>
                <c:pt idx="1534">
                  <c:v>2864.35</c:v>
                </c:pt>
                <c:pt idx="1535">
                  <c:v>2862.05</c:v>
                </c:pt>
                <c:pt idx="1536">
                  <c:v>2821.9</c:v>
                </c:pt>
                <c:pt idx="1537">
                  <c:v>2776.15</c:v>
                </c:pt>
                <c:pt idx="1538">
                  <c:v>2781.1</c:v>
                </c:pt>
                <c:pt idx="1539">
                  <c:v>2785.45</c:v>
                </c:pt>
                <c:pt idx="1540">
                  <c:v>2828.4</c:v>
                </c:pt>
                <c:pt idx="1541">
                  <c:v>2817.6</c:v>
                </c:pt>
                <c:pt idx="1542">
                  <c:v>2800.5</c:v>
                </c:pt>
                <c:pt idx="1543">
                  <c:v>2794.55</c:v>
                </c:pt>
                <c:pt idx="1544">
                  <c:v>2757.55</c:v>
                </c:pt>
                <c:pt idx="1545">
                  <c:v>2850.55</c:v>
                </c:pt>
                <c:pt idx="1546">
                  <c:v>2828.95</c:v>
                </c:pt>
                <c:pt idx="1547">
                  <c:v>2905.15</c:v>
                </c:pt>
                <c:pt idx="1548">
                  <c:v>2854.3</c:v>
                </c:pt>
                <c:pt idx="1549">
                  <c:v>2824.35</c:v>
                </c:pt>
                <c:pt idx="1550">
                  <c:v>2855</c:v>
                </c:pt>
                <c:pt idx="1551">
                  <c:v>2819.5</c:v>
                </c:pt>
                <c:pt idx="1552">
                  <c:v>2801.15</c:v>
                </c:pt>
                <c:pt idx="1553">
                  <c:v>2843</c:v>
                </c:pt>
                <c:pt idx="1554">
                  <c:v>2913.5</c:v>
                </c:pt>
                <c:pt idx="1555">
                  <c:v>2935.2</c:v>
                </c:pt>
                <c:pt idx="1556">
                  <c:v>2932.45</c:v>
                </c:pt>
                <c:pt idx="1557">
                  <c:v>2921.8</c:v>
                </c:pt>
                <c:pt idx="1558">
                  <c:v>2877.95</c:v>
                </c:pt>
                <c:pt idx="1559">
                  <c:v>2966.9</c:v>
                </c:pt>
                <c:pt idx="1560">
                  <c:v>2959.75</c:v>
                </c:pt>
                <c:pt idx="1561">
                  <c:v>2920</c:v>
                </c:pt>
                <c:pt idx="1562">
                  <c:v>2890.45</c:v>
                </c:pt>
                <c:pt idx="1563">
                  <c:v>2896.35</c:v>
                </c:pt>
                <c:pt idx="1564">
                  <c:v>2879.3</c:v>
                </c:pt>
                <c:pt idx="1565">
                  <c:v>2960</c:v>
                </c:pt>
                <c:pt idx="1566">
                  <c:v>3036.55</c:v>
                </c:pt>
                <c:pt idx="1567">
                  <c:v>3043</c:v>
                </c:pt>
                <c:pt idx="1568">
                  <c:v>2981.4</c:v>
                </c:pt>
                <c:pt idx="1569">
                  <c:v>3142.15</c:v>
                </c:pt>
                <c:pt idx="1570">
                  <c:v>3152.7</c:v>
                </c:pt>
                <c:pt idx="1571">
                  <c:v>3114.75</c:v>
                </c:pt>
                <c:pt idx="1572">
                  <c:v>3167</c:v>
                </c:pt>
                <c:pt idx="1573">
                  <c:v>3189.3</c:v>
                </c:pt>
                <c:pt idx="1574">
                  <c:v>3075.65</c:v>
                </c:pt>
                <c:pt idx="1575">
                  <c:v>3018.85</c:v>
                </c:pt>
                <c:pt idx="1576">
                  <c:v>3229.95</c:v>
                </c:pt>
                <c:pt idx="1577">
                  <c:v>3336</c:v>
                </c:pt>
                <c:pt idx="1578">
                  <c:v>3278.8</c:v>
                </c:pt>
                <c:pt idx="1579">
                  <c:v>3276.6</c:v>
                </c:pt>
                <c:pt idx="1580">
                  <c:v>3301.7</c:v>
                </c:pt>
                <c:pt idx="1581">
                  <c:v>3204.8</c:v>
                </c:pt>
                <c:pt idx="1582">
                  <c:v>3141.85</c:v>
                </c:pt>
                <c:pt idx="1583">
                  <c:v>3224.95</c:v>
                </c:pt>
                <c:pt idx="1584">
                  <c:v>3132.7</c:v>
                </c:pt>
                <c:pt idx="1585">
                  <c:v>3139.65</c:v>
                </c:pt>
                <c:pt idx="1586">
                  <c:v>3177.35</c:v>
                </c:pt>
                <c:pt idx="1587">
                  <c:v>3164.25</c:v>
                </c:pt>
                <c:pt idx="1588">
                  <c:v>3171.4</c:v>
                </c:pt>
                <c:pt idx="1589">
                  <c:v>3211.3</c:v>
                </c:pt>
                <c:pt idx="1590">
                  <c:v>3212.1</c:v>
                </c:pt>
                <c:pt idx="1591">
                  <c:v>3228.25</c:v>
                </c:pt>
                <c:pt idx="1592">
                  <c:v>3237.15</c:v>
                </c:pt>
                <c:pt idx="1593">
                  <c:v>3256.25</c:v>
                </c:pt>
                <c:pt idx="1594">
                  <c:v>3256.05</c:v>
                </c:pt>
                <c:pt idx="1595">
                  <c:v>3242.3</c:v>
                </c:pt>
                <c:pt idx="1596">
                  <c:v>3151.1</c:v>
                </c:pt>
                <c:pt idx="1597">
                  <c:v>3150.05</c:v>
                </c:pt>
                <c:pt idx="1598">
                  <c:v>3208.2</c:v>
                </c:pt>
                <c:pt idx="1599">
                  <c:v>3033.95</c:v>
                </c:pt>
                <c:pt idx="1600">
                  <c:v>2974.45</c:v>
                </c:pt>
                <c:pt idx="1601">
                  <c:v>2823.7</c:v>
                </c:pt>
                <c:pt idx="1602">
                  <c:v>2910.65</c:v>
                </c:pt>
                <c:pt idx="1603">
                  <c:v>2860.95</c:v>
                </c:pt>
                <c:pt idx="1604">
                  <c:v>2828.55</c:v>
                </c:pt>
                <c:pt idx="1605">
                  <c:v>2934.25</c:v>
                </c:pt>
                <c:pt idx="1606">
                  <c:v>2967.7</c:v>
                </c:pt>
                <c:pt idx="1607">
                  <c:v>3026.5</c:v>
                </c:pt>
                <c:pt idx="1608">
                  <c:v>2909.85</c:v>
                </c:pt>
                <c:pt idx="1609">
                  <c:v>2829.85</c:v>
                </c:pt>
                <c:pt idx="1610">
                  <c:v>2886</c:v>
                </c:pt>
                <c:pt idx="1611">
                  <c:v>2824.25</c:v>
                </c:pt>
                <c:pt idx="1612">
                  <c:v>2765.4</c:v>
                </c:pt>
                <c:pt idx="1613">
                  <c:v>2763.25</c:v>
                </c:pt>
                <c:pt idx="1614">
                  <c:v>2703.8</c:v>
                </c:pt>
                <c:pt idx="1615">
                  <c:v>2794.65</c:v>
                </c:pt>
                <c:pt idx="1616">
                  <c:v>2763.2</c:v>
                </c:pt>
                <c:pt idx="1617">
                  <c:v>2639.1</c:v>
                </c:pt>
                <c:pt idx="1618">
                  <c:v>2485.1999999999998</c:v>
                </c:pt>
                <c:pt idx="1619">
                  <c:v>2727.05</c:v>
                </c:pt>
                <c:pt idx="1620">
                  <c:v>2801.15</c:v>
                </c:pt>
                <c:pt idx="1621">
                  <c:v>2871.2</c:v>
                </c:pt>
                <c:pt idx="1622">
                  <c:v>2844</c:v>
                </c:pt>
                <c:pt idx="1623">
                  <c:v>2923.25</c:v>
                </c:pt>
                <c:pt idx="1624">
                  <c:v>2951.85</c:v>
                </c:pt>
                <c:pt idx="1625">
                  <c:v>2991.55</c:v>
                </c:pt>
                <c:pt idx="1626">
                  <c:v>2989.65</c:v>
                </c:pt>
                <c:pt idx="1627">
                  <c:v>2900.2</c:v>
                </c:pt>
                <c:pt idx="1628">
                  <c:v>2967.45</c:v>
                </c:pt>
                <c:pt idx="1629">
                  <c:v>2974.5</c:v>
                </c:pt>
                <c:pt idx="1630">
                  <c:v>2993.65</c:v>
                </c:pt>
                <c:pt idx="1631">
                  <c:v>3078.95</c:v>
                </c:pt>
                <c:pt idx="1632">
                  <c:v>3154.35</c:v>
                </c:pt>
                <c:pt idx="1633">
                  <c:v>3149.65</c:v>
                </c:pt>
                <c:pt idx="1634">
                  <c:v>3194.1</c:v>
                </c:pt>
                <c:pt idx="1635">
                  <c:v>3163.85</c:v>
                </c:pt>
                <c:pt idx="1636">
                  <c:v>3105</c:v>
                </c:pt>
                <c:pt idx="1637">
                  <c:v>3188.05</c:v>
                </c:pt>
                <c:pt idx="1638">
                  <c:v>3148.2</c:v>
                </c:pt>
                <c:pt idx="1639">
                  <c:v>3385.65</c:v>
                </c:pt>
                <c:pt idx="1640">
                  <c:v>1681.95</c:v>
                </c:pt>
                <c:pt idx="1641">
                  <c:v>1648.75</c:v>
                </c:pt>
                <c:pt idx="1642">
                  <c:v>1605.25</c:v>
                </c:pt>
                <c:pt idx="1643">
                  <c:v>1629.55</c:v>
                </c:pt>
                <c:pt idx="1644">
                  <c:v>1604.55</c:v>
                </c:pt>
                <c:pt idx="1645">
                  <c:v>1647.85</c:v>
                </c:pt>
                <c:pt idx="1646">
                  <c:v>1602.1</c:v>
                </c:pt>
                <c:pt idx="1647">
                  <c:v>1611.3</c:v>
                </c:pt>
                <c:pt idx="1648">
                  <c:v>1610.7</c:v>
                </c:pt>
                <c:pt idx="1649">
                  <c:v>1646.4</c:v>
                </c:pt>
                <c:pt idx="1650">
                  <c:v>1658.35</c:v>
                </c:pt>
                <c:pt idx="1651">
                  <c:v>1630.2</c:v>
                </c:pt>
                <c:pt idx="1652">
                  <c:v>1655.55</c:v>
                </c:pt>
                <c:pt idx="1653">
                  <c:v>1658</c:v>
                </c:pt>
                <c:pt idx="1654">
                  <c:v>1666.65</c:v>
                </c:pt>
                <c:pt idx="1655">
                  <c:v>1672.95</c:v>
                </c:pt>
                <c:pt idx="1656">
                  <c:v>1680.65</c:v>
                </c:pt>
                <c:pt idx="1657">
                  <c:v>1673.6</c:v>
                </c:pt>
                <c:pt idx="1658">
                  <c:v>1684.25</c:v>
                </c:pt>
                <c:pt idx="1659">
                  <c:v>1702.05</c:v>
                </c:pt>
                <c:pt idx="1660">
                  <c:v>1708.6</c:v>
                </c:pt>
                <c:pt idx="1661">
                  <c:v>1742.2</c:v>
                </c:pt>
                <c:pt idx="1662">
                  <c:v>1755.5</c:v>
                </c:pt>
                <c:pt idx="1663">
                  <c:v>1752.3</c:v>
                </c:pt>
                <c:pt idx="1664">
                  <c:v>1757.6</c:v>
                </c:pt>
                <c:pt idx="1665">
                  <c:v>1762</c:v>
                </c:pt>
                <c:pt idx="1666">
                  <c:v>1798.1</c:v>
                </c:pt>
                <c:pt idx="1667">
                  <c:v>1781.15</c:v>
                </c:pt>
                <c:pt idx="1668">
                  <c:v>1767.9</c:v>
                </c:pt>
                <c:pt idx="1669">
                  <c:v>1766.9</c:v>
                </c:pt>
                <c:pt idx="1670">
                  <c:v>1766.7</c:v>
                </c:pt>
                <c:pt idx="1671">
                  <c:v>1772.75</c:v>
                </c:pt>
                <c:pt idx="1672">
                  <c:v>1805.8</c:v>
                </c:pt>
                <c:pt idx="1673">
                  <c:v>1801.2</c:v>
                </c:pt>
                <c:pt idx="1674">
                  <c:v>1806.4</c:v>
                </c:pt>
                <c:pt idx="1675">
                  <c:v>1810.5</c:v>
                </c:pt>
                <c:pt idx="1676">
                  <c:v>1847.7</c:v>
                </c:pt>
                <c:pt idx="1677">
                  <c:v>1834.95</c:v>
                </c:pt>
                <c:pt idx="1678">
                  <c:v>1834.9</c:v>
                </c:pt>
                <c:pt idx="1679">
                  <c:v>1806.9</c:v>
                </c:pt>
                <c:pt idx="1680">
                  <c:v>1789.4</c:v>
                </c:pt>
                <c:pt idx="1681">
                  <c:v>1733.55</c:v>
                </c:pt>
                <c:pt idx="1682">
                  <c:v>1771.55</c:v>
                </c:pt>
                <c:pt idx="1683">
                  <c:v>1809.45</c:v>
                </c:pt>
                <c:pt idx="1684">
                  <c:v>1831.3</c:v>
                </c:pt>
                <c:pt idx="1685">
                  <c:v>1810.65</c:v>
                </c:pt>
                <c:pt idx="1686">
                  <c:v>1817.35</c:v>
                </c:pt>
                <c:pt idx="1687">
                  <c:v>1816.4</c:v>
                </c:pt>
                <c:pt idx="1688">
                  <c:v>1830.45</c:v>
                </c:pt>
                <c:pt idx="1689">
                  <c:v>1838.1</c:v>
                </c:pt>
                <c:pt idx="1690">
                  <c:v>1830</c:v>
                </c:pt>
                <c:pt idx="1691">
                  <c:v>1816.55</c:v>
                </c:pt>
                <c:pt idx="1692">
                  <c:v>1839.85</c:v>
                </c:pt>
                <c:pt idx="1693">
                  <c:v>1837.7</c:v>
                </c:pt>
                <c:pt idx="1694">
                  <c:v>1858.15</c:v>
                </c:pt>
                <c:pt idx="1695">
                  <c:v>1849.65</c:v>
                </c:pt>
                <c:pt idx="1696">
                  <c:v>1818.2</c:v>
                </c:pt>
                <c:pt idx="1697">
                  <c:v>1799.95</c:v>
                </c:pt>
                <c:pt idx="1698">
                  <c:v>1865.2</c:v>
                </c:pt>
                <c:pt idx="1699">
                  <c:v>1873.55</c:v>
                </c:pt>
                <c:pt idx="1700">
                  <c:v>1896.15</c:v>
                </c:pt>
                <c:pt idx="1701">
                  <c:v>1906.2</c:v>
                </c:pt>
                <c:pt idx="1702">
                  <c:v>1980</c:v>
                </c:pt>
                <c:pt idx="1703">
                  <c:v>2020.05</c:v>
                </c:pt>
                <c:pt idx="1704">
                  <c:v>2089.0500000000002</c:v>
                </c:pt>
                <c:pt idx="1705">
                  <c:v>2100.3000000000002</c:v>
                </c:pt>
                <c:pt idx="1706">
                  <c:v>2070.6999999999998</c:v>
                </c:pt>
                <c:pt idx="1707">
                  <c:v>2073.3000000000002</c:v>
                </c:pt>
                <c:pt idx="1708">
                  <c:v>2068.5</c:v>
                </c:pt>
                <c:pt idx="1709">
                  <c:v>2064.1</c:v>
                </c:pt>
                <c:pt idx="1710">
                  <c:v>2073.8000000000002</c:v>
                </c:pt>
                <c:pt idx="1711">
                  <c:v>2041.55</c:v>
                </c:pt>
                <c:pt idx="1712">
                  <c:v>2073.35</c:v>
                </c:pt>
                <c:pt idx="1713">
                  <c:v>2092.5500000000002</c:v>
                </c:pt>
                <c:pt idx="1714">
                  <c:v>2127.6999999999998</c:v>
                </c:pt>
                <c:pt idx="1715">
                  <c:v>2095.5</c:v>
                </c:pt>
                <c:pt idx="1716">
                  <c:v>2103.4499999999998</c:v>
                </c:pt>
                <c:pt idx="1717">
                  <c:v>2084.75</c:v>
                </c:pt>
                <c:pt idx="1718">
                  <c:v>2074.9</c:v>
                </c:pt>
                <c:pt idx="1719">
                  <c:v>2070</c:v>
                </c:pt>
                <c:pt idx="1720">
                  <c:v>2102.35</c:v>
                </c:pt>
                <c:pt idx="1721">
                  <c:v>2125.85</c:v>
                </c:pt>
                <c:pt idx="1722">
                  <c:v>2137.15</c:v>
                </c:pt>
                <c:pt idx="1723">
                  <c:v>2139.8000000000002</c:v>
                </c:pt>
                <c:pt idx="1724">
                  <c:v>2160.15</c:v>
                </c:pt>
                <c:pt idx="1725">
                  <c:v>2210.5500000000002</c:v>
                </c:pt>
                <c:pt idx="1726">
                  <c:v>2222.65</c:v>
                </c:pt>
                <c:pt idx="1727">
                  <c:v>2199.9499999999998</c:v>
                </c:pt>
                <c:pt idx="1728">
                  <c:v>2186.4</c:v>
                </c:pt>
                <c:pt idx="1729">
                  <c:v>2253.8000000000002</c:v>
                </c:pt>
                <c:pt idx="1730">
                  <c:v>2256.5</c:v>
                </c:pt>
                <c:pt idx="1731">
                  <c:v>2225.5500000000002</c:v>
                </c:pt>
                <c:pt idx="1732">
                  <c:v>2237.0500000000002</c:v>
                </c:pt>
                <c:pt idx="1733">
                  <c:v>2235.5</c:v>
                </c:pt>
                <c:pt idx="1734">
                  <c:v>2217.8000000000002</c:v>
                </c:pt>
                <c:pt idx="1735">
                  <c:v>2164.9</c:v>
                </c:pt>
                <c:pt idx="1736">
                  <c:v>2156.65</c:v>
                </c:pt>
                <c:pt idx="1737">
                  <c:v>2179.6999999999998</c:v>
                </c:pt>
                <c:pt idx="1738">
                  <c:v>2195.0500000000002</c:v>
                </c:pt>
                <c:pt idx="1739">
                  <c:v>2207.25</c:v>
                </c:pt>
                <c:pt idx="1740">
                  <c:v>2239.1</c:v>
                </c:pt>
                <c:pt idx="1741">
                  <c:v>2248.9</c:v>
                </c:pt>
                <c:pt idx="1742">
                  <c:v>2223.8000000000002</c:v>
                </c:pt>
                <c:pt idx="1743">
                  <c:v>2195.5500000000002</c:v>
                </c:pt>
                <c:pt idx="1744">
                  <c:v>2194.8000000000002</c:v>
                </c:pt>
                <c:pt idx="1745">
                  <c:v>2164.25</c:v>
                </c:pt>
                <c:pt idx="1746">
                  <c:v>2149.65</c:v>
                </c:pt>
                <c:pt idx="1747">
                  <c:v>2196.1</c:v>
                </c:pt>
                <c:pt idx="1748">
                  <c:v>2233.5</c:v>
                </c:pt>
                <c:pt idx="1749">
                  <c:v>2224.5</c:v>
                </c:pt>
                <c:pt idx="1750">
                  <c:v>2157.6</c:v>
                </c:pt>
                <c:pt idx="1751">
                  <c:v>2170.6999999999998</c:v>
                </c:pt>
                <c:pt idx="1752">
                  <c:v>2163.6999999999998</c:v>
                </c:pt>
                <c:pt idx="1753">
                  <c:v>2173.8000000000002</c:v>
                </c:pt>
                <c:pt idx="1754">
                  <c:v>2219.4499999999998</c:v>
                </c:pt>
                <c:pt idx="1755">
                  <c:v>2252.65</c:v>
                </c:pt>
                <c:pt idx="1756">
                  <c:v>2248.1999999999998</c:v>
                </c:pt>
                <c:pt idx="1757">
                  <c:v>2241.8000000000002</c:v>
                </c:pt>
                <c:pt idx="1758">
                  <c:v>2272.65</c:v>
                </c:pt>
                <c:pt idx="1759">
                  <c:v>2311.35</c:v>
                </c:pt>
                <c:pt idx="1760">
                  <c:v>2285.3000000000002</c:v>
                </c:pt>
                <c:pt idx="1761">
                  <c:v>2275.0500000000002</c:v>
                </c:pt>
                <c:pt idx="1762">
                  <c:v>2205.6</c:v>
                </c:pt>
                <c:pt idx="1763">
                  <c:v>2190.1</c:v>
                </c:pt>
                <c:pt idx="1764">
                  <c:v>2164.4499999999998</c:v>
                </c:pt>
                <c:pt idx="1765">
                  <c:v>2183</c:v>
                </c:pt>
                <c:pt idx="1766">
                  <c:v>2223.4</c:v>
                </c:pt>
                <c:pt idx="1767">
                  <c:v>2242.9499999999998</c:v>
                </c:pt>
                <c:pt idx="1768">
                  <c:v>2222.1999999999998</c:v>
                </c:pt>
                <c:pt idx="1769">
                  <c:v>2205.4499999999998</c:v>
                </c:pt>
                <c:pt idx="1770">
                  <c:v>2224.15</c:v>
                </c:pt>
                <c:pt idx="1771">
                  <c:v>2202.35</c:v>
                </c:pt>
                <c:pt idx="1772">
                  <c:v>2254</c:v>
                </c:pt>
                <c:pt idx="1773">
                  <c:v>2235.15</c:v>
                </c:pt>
                <c:pt idx="1774">
                  <c:v>2234.0500000000002</c:v>
                </c:pt>
                <c:pt idx="1775">
                  <c:v>2241</c:v>
                </c:pt>
                <c:pt idx="1776">
                  <c:v>2244.4</c:v>
                </c:pt>
                <c:pt idx="1777">
                  <c:v>2247.3000000000002</c:v>
                </c:pt>
                <c:pt idx="1778">
                  <c:v>2268.9499999999998</c:v>
                </c:pt>
                <c:pt idx="1779">
                  <c:v>2265.5500000000002</c:v>
                </c:pt>
                <c:pt idx="1780">
                  <c:v>2269.3000000000002</c:v>
                </c:pt>
                <c:pt idx="1781">
                  <c:v>2272.9499999999998</c:v>
                </c:pt>
                <c:pt idx="1782">
                  <c:v>2357.0500000000002</c:v>
                </c:pt>
                <c:pt idx="1783">
                  <c:v>2373.6999999999998</c:v>
                </c:pt>
                <c:pt idx="1784">
                  <c:v>2361.25</c:v>
                </c:pt>
                <c:pt idx="1785">
                  <c:v>2351.25</c:v>
                </c:pt>
                <c:pt idx="1786">
                  <c:v>2304.1999999999998</c:v>
                </c:pt>
                <c:pt idx="1787">
                  <c:v>2284.65</c:v>
                </c:pt>
                <c:pt idx="1788">
                  <c:v>2382.9499999999998</c:v>
                </c:pt>
                <c:pt idx="1789">
                  <c:v>2376.1</c:v>
                </c:pt>
                <c:pt idx="1790">
                  <c:v>2359.9499999999998</c:v>
                </c:pt>
                <c:pt idx="1791">
                  <c:v>2310.9</c:v>
                </c:pt>
                <c:pt idx="1792">
                  <c:v>2287.5</c:v>
                </c:pt>
                <c:pt idx="1793">
                  <c:v>2237.6999999999998</c:v>
                </c:pt>
                <c:pt idx="1794">
                  <c:v>2218.15</c:v>
                </c:pt>
                <c:pt idx="1795">
                  <c:v>2187</c:v>
                </c:pt>
                <c:pt idx="1796">
                  <c:v>2077.5500000000002</c:v>
                </c:pt>
                <c:pt idx="1797">
                  <c:v>2159.15</c:v>
                </c:pt>
                <c:pt idx="1798">
                  <c:v>2093.5</c:v>
                </c:pt>
                <c:pt idx="1799">
                  <c:v>2007.15</c:v>
                </c:pt>
                <c:pt idx="1800">
                  <c:v>2114.4499999999998</c:v>
                </c:pt>
                <c:pt idx="1801">
                  <c:v>2085.35</c:v>
                </c:pt>
                <c:pt idx="1802">
                  <c:v>2135.75</c:v>
                </c:pt>
                <c:pt idx="1803">
                  <c:v>2120.9499999999998</c:v>
                </c:pt>
                <c:pt idx="1804">
                  <c:v>2115.3000000000002</c:v>
                </c:pt>
                <c:pt idx="1805">
                  <c:v>2105.0500000000002</c:v>
                </c:pt>
                <c:pt idx="1806">
                  <c:v>2020</c:v>
                </c:pt>
                <c:pt idx="1807">
                  <c:v>2079.4</c:v>
                </c:pt>
                <c:pt idx="1808">
                  <c:v>2047.45</c:v>
                </c:pt>
                <c:pt idx="1809">
                  <c:v>2087.25</c:v>
                </c:pt>
                <c:pt idx="1810">
                  <c:v>2055.9</c:v>
                </c:pt>
                <c:pt idx="1811">
                  <c:v>2093.9499999999998</c:v>
                </c:pt>
                <c:pt idx="1812">
                  <c:v>2119.0500000000002</c:v>
                </c:pt>
                <c:pt idx="1813">
                  <c:v>2092.6</c:v>
                </c:pt>
                <c:pt idx="1814">
                  <c:v>2058.15</c:v>
                </c:pt>
                <c:pt idx="1815">
                  <c:v>1992.05</c:v>
                </c:pt>
                <c:pt idx="1816">
                  <c:v>1990.7</c:v>
                </c:pt>
                <c:pt idx="1817">
                  <c:v>2018.65</c:v>
                </c:pt>
                <c:pt idx="1818">
                  <c:v>1922.95</c:v>
                </c:pt>
                <c:pt idx="1819">
                  <c:v>1964.65</c:v>
                </c:pt>
                <c:pt idx="1820">
                  <c:v>1994.3</c:v>
                </c:pt>
                <c:pt idx="1821">
                  <c:v>1992.3</c:v>
                </c:pt>
                <c:pt idx="1822">
                  <c:v>2047.55</c:v>
                </c:pt>
                <c:pt idx="1823">
                  <c:v>1998.85</c:v>
                </c:pt>
                <c:pt idx="1824">
                  <c:v>1996.25</c:v>
                </c:pt>
                <c:pt idx="1825">
                  <c:v>2045.85</c:v>
                </c:pt>
                <c:pt idx="1826">
                  <c:v>2086.9</c:v>
                </c:pt>
                <c:pt idx="1827">
                  <c:v>2128.6999999999998</c:v>
                </c:pt>
                <c:pt idx="1828">
                  <c:v>2082.75</c:v>
                </c:pt>
                <c:pt idx="1829">
                  <c:v>2076.3000000000002</c:v>
                </c:pt>
                <c:pt idx="1830">
                  <c:v>2039.9</c:v>
                </c:pt>
                <c:pt idx="1831">
                  <c:v>2055.1</c:v>
                </c:pt>
                <c:pt idx="1832">
                  <c:v>2069.25</c:v>
                </c:pt>
                <c:pt idx="1833">
                  <c:v>2057.9</c:v>
                </c:pt>
                <c:pt idx="1834">
                  <c:v>2018.5</c:v>
                </c:pt>
                <c:pt idx="1835">
                  <c:v>2018.85</c:v>
                </c:pt>
                <c:pt idx="1836">
                  <c:v>2005.15</c:v>
                </c:pt>
                <c:pt idx="1837">
                  <c:v>2050.85</c:v>
                </c:pt>
                <c:pt idx="1838">
                  <c:v>2081.65</c:v>
                </c:pt>
                <c:pt idx="1839">
                  <c:v>2071.9</c:v>
                </c:pt>
                <c:pt idx="1840">
                  <c:v>2041.85</c:v>
                </c:pt>
                <c:pt idx="1841">
                  <c:v>2002.25</c:v>
                </c:pt>
                <c:pt idx="1842">
                  <c:v>1980.6</c:v>
                </c:pt>
                <c:pt idx="1843">
                  <c:v>1974.2</c:v>
                </c:pt>
                <c:pt idx="1844">
                  <c:v>2000.6</c:v>
                </c:pt>
                <c:pt idx="1845">
                  <c:v>2001.9</c:v>
                </c:pt>
                <c:pt idx="1846">
                  <c:v>1973.45</c:v>
                </c:pt>
                <c:pt idx="1847">
                  <c:v>1951.7</c:v>
                </c:pt>
                <c:pt idx="1848">
                  <c:v>1983.5</c:v>
                </c:pt>
                <c:pt idx="1849">
                  <c:v>1981.9</c:v>
                </c:pt>
                <c:pt idx="1850">
                  <c:v>1960.4</c:v>
                </c:pt>
                <c:pt idx="1851">
                  <c:v>1946.75</c:v>
                </c:pt>
                <c:pt idx="1852">
                  <c:v>1925.75</c:v>
                </c:pt>
                <c:pt idx="1853">
                  <c:v>1937</c:v>
                </c:pt>
                <c:pt idx="1854">
                  <c:v>1985.5</c:v>
                </c:pt>
                <c:pt idx="1855">
                  <c:v>1971.55</c:v>
                </c:pt>
                <c:pt idx="1856">
                  <c:v>1953.7</c:v>
                </c:pt>
                <c:pt idx="1857">
                  <c:v>1906.15</c:v>
                </c:pt>
                <c:pt idx="1858">
                  <c:v>1923.5</c:v>
                </c:pt>
                <c:pt idx="1859">
                  <c:v>1938.55</c:v>
                </c:pt>
                <c:pt idx="1860">
                  <c:v>1916.3</c:v>
                </c:pt>
                <c:pt idx="1861">
                  <c:v>1943.2</c:v>
                </c:pt>
                <c:pt idx="1862">
                  <c:v>1938.35</c:v>
                </c:pt>
                <c:pt idx="1863">
                  <c:v>1957.15</c:v>
                </c:pt>
                <c:pt idx="1864">
                  <c:v>1950.85</c:v>
                </c:pt>
                <c:pt idx="1865">
                  <c:v>1979.8</c:v>
                </c:pt>
                <c:pt idx="1866">
                  <c:v>1989.5</c:v>
                </c:pt>
                <c:pt idx="1867">
                  <c:v>1988.75</c:v>
                </c:pt>
                <c:pt idx="1868">
                  <c:v>2019.2</c:v>
                </c:pt>
                <c:pt idx="1869">
                  <c:v>2009.4</c:v>
                </c:pt>
                <c:pt idx="1870">
                  <c:v>1989.45</c:v>
                </c:pt>
                <c:pt idx="1871">
                  <c:v>1956.6</c:v>
                </c:pt>
                <c:pt idx="1872">
                  <c:v>1954.2</c:v>
                </c:pt>
                <c:pt idx="1873">
                  <c:v>1958.45</c:v>
                </c:pt>
                <c:pt idx="1874">
                  <c:v>1950.8</c:v>
                </c:pt>
                <c:pt idx="1875">
                  <c:v>1936.65</c:v>
                </c:pt>
                <c:pt idx="1876">
                  <c:v>1922.15</c:v>
                </c:pt>
                <c:pt idx="1877">
                  <c:v>1935.35</c:v>
                </c:pt>
                <c:pt idx="1878">
                  <c:v>1925.05</c:v>
                </c:pt>
                <c:pt idx="1879">
                  <c:v>1929.05</c:v>
                </c:pt>
                <c:pt idx="1880">
                  <c:v>1943.85</c:v>
                </c:pt>
                <c:pt idx="1881">
                  <c:v>1947.4</c:v>
                </c:pt>
                <c:pt idx="1882">
                  <c:v>1931.05</c:v>
                </c:pt>
                <c:pt idx="1883">
                  <c:v>1916.8</c:v>
                </c:pt>
                <c:pt idx="1884">
                  <c:v>1971.8</c:v>
                </c:pt>
                <c:pt idx="1885">
                  <c:v>1993.75</c:v>
                </c:pt>
                <c:pt idx="1886">
                  <c:v>2020.5</c:v>
                </c:pt>
                <c:pt idx="1887">
                  <c:v>1929.65</c:v>
                </c:pt>
                <c:pt idx="1888">
                  <c:v>1922.2</c:v>
                </c:pt>
                <c:pt idx="1889">
                  <c:v>1939.8</c:v>
                </c:pt>
                <c:pt idx="1890">
                  <c:v>1935.85</c:v>
                </c:pt>
                <c:pt idx="1891">
                  <c:v>1938.55</c:v>
                </c:pt>
                <c:pt idx="1892">
                  <c:v>1944.55</c:v>
                </c:pt>
                <c:pt idx="1893">
                  <c:v>1996.5</c:v>
                </c:pt>
                <c:pt idx="1894">
                  <c:v>1986.25</c:v>
                </c:pt>
                <c:pt idx="1895">
                  <c:v>1947.8</c:v>
                </c:pt>
                <c:pt idx="1896">
                  <c:v>1975.1</c:v>
                </c:pt>
                <c:pt idx="1897">
                  <c:v>1988.85</c:v>
                </c:pt>
                <c:pt idx="1898">
                  <c:v>2034.35</c:v>
                </c:pt>
                <c:pt idx="1899">
                  <c:v>2007.85</c:v>
                </c:pt>
                <c:pt idx="1900">
                  <c:v>1986.4</c:v>
                </c:pt>
                <c:pt idx="1901">
                  <c:v>1975.8</c:v>
                </c:pt>
                <c:pt idx="1902">
                  <c:v>1929.5</c:v>
                </c:pt>
                <c:pt idx="1903">
                  <c:v>1899.2</c:v>
                </c:pt>
                <c:pt idx="1904">
                  <c:v>1916.65</c:v>
                </c:pt>
                <c:pt idx="1905">
                  <c:v>1865.3</c:v>
                </c:pt>
                <c:pt idx="1906">
                  <c:v>1878.45</c:v>
                </c:pt>
                <c:pt idx="1907">
                  <c:v>1967.25</c:v>
                </c:pt>
                <c:pt idx="1908">
                  <c:v>1934.25</c:v>
                </c:pt>
                <c:pt idx="1909">
                  <c:v>1959.9</c:v>
                </c:pt>
                <c:pt idx="1910">
                  <c:v>1949.9</c:v>
                </c:pt>
                <c:pt idx="1911">
                  <c:v>1955.4</c:v>
                </c:pt>
                <c:pt idx="1912">
                  <c:v>1913.1</c:v>
                </c:pt>
                <c:pt idx="1913">
                  <c:v>1854.55</c:v>
                </c:pt>
                <c:pt idx="1914">
                  <c:v>1829.2</c:v>
                </c:pt>
                <c:pt idx="1915">
                  <c:v>1761.35</c:v>
                </c:pt>
                <c:pt idx="1916">
                  <c:v>1788.7</c:v>
                </c:pt>
                <c:pt idx="1917">
                  <c:v>1811.55</c:v>
                </c:pt>
                <c:pt idx="1918">
                  <c:v>1825.6</c:v>
                </c:pt>
                <c:pt idx="1919">
                  <c:v>1847.7</c:v>
                </c:pt>
                <c:pt idx="1920">
                  <c:v>1880.25</c:v>
                </c:pt>
                <c:pt idx="1921">
                  <c:v>1837.25</c:v>
                </c:pt>
                <c:pt idx="1922">
                  <c:v>1865.2</c:v>
                </c:pt>
                <c:pt idx="1923">
                  <c:v>1854.55</c:v>
                </c:pt>
                <c:pt idx="1924">
                  <c:v>1860.65</c:v>
                </c:pt>
                <c:pt idx="1925">
                  <c:v>1889.7</c:v>
                </c:pt>
                <c:pt idx="1926">
                  <c:v>1895.05</c:v>
                </c:pt>
                <c:pt idx="1927">
                  <c:v>1903.8</c:v>
                </c:pt>
                <c:pt idx="1928">
                  <c:v>1908.5</c:v>
                </c:pt>
                <c:pt idx="1929">
                  <c:v>1871.5</c:v>
                </c:pt>
                <c:pt idx="1930">
                  <c:v>1822.8</c:v>
                </c:pt>
                <c:pt idx="1931">
                  <c:v>1821.85</c:v>
                </c:pt>
                <c:pt idx="1932">
                  <c:v>1834.25</c:v>
                </c:pt>
                <c:pt idx="1933">
                  <c:v>1837.1</c:v>
                </c:pt>
                <c:pt idx="1934">
                  <c:v>1804.8</c:v>
                </c:pt>
                <c:pt idx="1935">
                  <c:v>1804.55</c:v>
                </c:pt>
                <c:pt idx="1936">
                  <c:v>1851.6</c:v>
                </c:pt>
                <c:pt idx="1937">
                  <c:v>1800.4</c:v>
                </c:pt>
                <c:pt idx="1938">
                  <c:v>1825.9</c:v>
                </c:pt>
                <c:pt idx="1939">
                  <c:v>1763.05</c:v>
                </c:pt>
                <c:pt idx="1940">
                  <c:v>1771.35</c:v>
                </c:pt>
                <c:pt idx="1941">
                  <c:v>1825.15</c:v>
                </c:pt>
                <c:pt idx="1942">
                  <c:v>1915.85</c:v>
                </c:pt>
                <c:pt idx="1943">
                  <c:v>1892.75</c:v>
                </c:pt>
                <c:pt idx="1944">
                  <c:v>1905.35</c:v>
                </c:pt>
                <c:pt idx="1945">
                  <c:v>2001.55</c:v>
                </c:pt>
                <c:pt idx="1946">
                  <c:v>1998.9</c:v>
                </c:pt>
                <c:pt idx="1947">
                  <c:v>1982.9</c:v>
                </c:pt>
                <c:pt idx="1948">
                  <c:v>2003.65</c:v>
                </c:pt>
                <c:pt idx="1949">
                  <c:v>2047.4</c:v>
                </c:pt>
                <c:pt idx="1950">
                  <c:v>2125.0500000000002</c:v>
                </c:pt>
                <c:pt idx="1951">
                  <c:v>1976.85</c:v>
                </c:pt>
                <c:pt idx="1952">
                  <c:v>1929.7</c:v>
                </c:pt>
                <c:pt idx="1953">
                  <c:v>1927.8</c:v>
                </c:pt>
                <c:pt idx="1954">
                  <c:v>1866.35</c:v>
                </c:pt>
                <c:pt idx="1955">
                  <c:v>1890.3</c:v>
                </c:pt>
                <c:pt idx="1956">
                  <c:v>1890</c:v>
                </c:pt>
                <c:pt idx="1957">
                  <c:v>1909.65</c:v>
                </c:pt>
                <c:pt idx="1958">
                  <c:v>1886.75</c:v>
                </c:pt>
                <c:pt idx="1959">
                  <c:v>1883.45</c:v>
                </c:pt>
                <c:pt idx="1960">
                  <c:v>1844.5</c:v>
                </c:pt>
                <c:pt idx="1961">
                  <c:v>1837.05</c:v>
                </c:pt>
                <c:pt idx="1962">
                  <c:v>1848.25</c:v>
                </c:pt>
                <c:pt idx="1963">
                  <c:v>1860.6</c:v>
                </c:pt>
                <c:pt idx="1964">
                  <c:v>1854.2</c:v>
                </c:pt>
                <c:pt idx="1965">
                  <c:v>1837.45</c:v>
                </c:pt>
                <c:pt idx="1966">
                  <c:v>1873.95</c:v>
                </c:pt>
                <c:pt idx="1967">
                  <c:v>1917.15</c:v>
                </c:pt>
                <c:pt idx="1968">
                  <c:v>1854</c:v>
                </c:pt>
                <c:pt idx="1969">
                  <c:v>1851.75</c:v>
                </c:pt>
                <c:pt idx="1970">
                  <c:v>1745.9</c:v>
                </c:pt>
                <c:pt idx="1971">
                  <c:v>1716.35</c:v>
                </c:pt>
                <c:pt idx="1972">
                  <c:v>1701.15</c:v>
                </c:pt>
                <c:pt idx="1973">
                  <c:v>1641.85</c:v>
                </c:pt>
                <c:pt idx="1974">
                  <c:v>1627.15</c:v>
                </c:pt>
                <c:pt idx="1975">
                  <c:v>1707.95</c:v>
                </c:pt>
                <c:pt idx="1976">
                  <c:v>1647.3</c:v>
                </c:pt>
                <c:pt idx="1977">
                  <c:v>1625</c:v>
                </c:pt>
                <c:pt idx="1978">
                  <c:v>1619.95</c:v>
                </c:pt>
                <c:pt idx="1979">
                  <c:v>1565.7</c:v>
                </c:pt>
                <c:pt idx="1980">
                  <c:v>1547.1</c:v>
                </c:pt>
                <c:pt idx="1981">
                  <c:v>1531.6</c:v>
                </c:pt>
                <c:pt idx="1982">
                  <c:v>1557.5</c:v>
                </c:pt>
                <c:pt idx="1983">
                  <c:v>1575.95</c:v>
                </c:pt>
                <c:pt idx="1984">
                  <c:v>1573.65</c:v>
                </c:pt>
                <c:pt idx="1985">
                  <c:v>1569.3</c:v>
                </c:pt>
                <c:pt idx="1986">
                  <c:v>1567.25</c:v>
                </c:pt>
                <c:pt idx="1987">
                  <c:v>1602.5</c:v>
                </c:pt>
                <c:pt idx="1988">
                  <c:v>1600.35</c:v>
                </c:pt>
                <c:pt idx="1989">
                  <c:v>1615.3</c:v>
                </c:pt>
                <c:pt idx="1990">
                  <c:v>1603.5</c:v>
                </c:pt>
                <c:pt idx="1991">
                  <c:v>1635.35</c:v>
                </c:pt>
                <c:pt idx="1992">
                  <c:v>1722.3</c:v>
                </c:pt>
                <c:pt idx="1993">
                  <c:v>1748.7</c:v>
                </c:pt>
                <c:pt idx="1994">
                  <c:v>1744.3</c:v>
                </c:pt>
                <c:pt idx="1995">
                  <c:v>1685.75</c:v>
                </c:pt>
                <c:pt idx="1996">
                  <c:v>1659.95</c:v>
                </c:pt>
                <c:pt idx="1997">
                  <c:v>1646.3</c:v>
                </c:pt>
                <c:pt idx="1998">
                  <c:v>1624.35</c:v>
                </c:pt>
                <c:pt idx="1999">
                  <c:v>1617.95</c:v>
                </c:pt>
                <c:pt idx="2000">
                  <c:v>1639.4</c:v>
                </c:pt>
                <c:pt idx="2001">
                  <c:v>1695.55</c:v>
                </c:pt>
                <c:pt idx="2002">
                  <c:v>1810.15</c:v>
                </c:pt>
                <c:pt idx="2003">
                  <c:v>1817.8</c:v>
                </c:pt>
                <c:pt idx="2004">
                  <c:v>1802.4</c:v>
                </c:pt>
                <c:pt idx="2005">
                  <c:v>1796.25</c:v>
                </c:pt>
                <c:pt idx="2006">
                  <c:v>1769.9</c:v>
                </c:pt>
                <c:pt idx="2007">
                  <c:v>1746.85</c:v>
                </c:pt>
                <c:pt idx="2008">
                  <c:v>1748.3</c:v>
                </c:pt>
                <c:pt idx="2009">
                  <c:v>1709.05</c:v>
                </c:pt>
                <c:pt idx="2010">
                  <c:v>1694.9</c:v>
                </c:pt>
                <c:pt idx="2011">
                  <c:v>1636.85</c:v>
                </c:pt>
                <c:pt idx="2012">
                  <c:v>1662.25</c:v>
                </c:pt>
                <c:pt idx="2013">
                  <c:v>1652.95</c:v>
                </c:pt>
                <c:pt idx="2014">
                  <c:v>1602.55</c:v>
                </c:pt>
                <c:pt idx="2015">
                  <c:v>1581.75</c:v>
                </c:pt>
                <c:pt idx="2016">
                  <c:v>1529.5</c:v>
                </c:pt>
                <c:pt idx="2017">
                  <c:v>1502.1</c:v>
                </c:pt>
                <c:pt idx="2018">
                  <c:v>1495.3</c:v>
                </c:pt>
                <c:pt idx="2019">
                  <c:v>1490.4</c:v>
                </c:pt>
                <c:pt idx="2020">
                  <c:v>1468.4</c:v>
                </c:pt>
                <c:pt idx="2021">
                  <c:v>1391.1</c:v>
                </c:pt>
                <c:pt idx="2022">
                  <c:v>1380.9</c:v>
                </c:pt>
                <c:pt idx="2023">
                  <c:v>1422</c:v>
                </c:pt>
                <c:pt idx="2024">
                  <c:v>1422.55</c:v>
                </c:pt>
                <c:pt idx="2025">
                  <c:v>1519.85</c:v>
                </c:pt>
                <c:pt idx="2026">
                  <c:v>1446.35</c:v>
                </c:pt>
                <c:pt idx="2027">
                  <c:v>1492.6</c:v>
                </c:pt>
                <c:pt idx="2028">
                  <c:v>1493.25</c:v>
                </c:pt>
                <c:pt idx="2029">
                  <c:v>1499.05</c:v>
                </c:pt>
                <c:pt idx="2030">
                  <c:v>1594.6</c:v>
                </c:pt>
                <c:pt idx="2031">
                  <c:v>1640.05</c:v>
                </c:pt>
                <c:pt idx="2032">
                  <c:v>1609.3</c:v>
                </c:pt>
                <c:pt idx="2033">
                  <c:v>1509.95</c:v>
                </c:pt>
                <c:pt idx="2034">
                  <c:v>1482.35</c:v>
                </c:pt>
                <c:pt idx="2035">
                  <c:v>1552.35</c:v>
                </c:pt>
                <c:pt idx="2036">
                  <c:v>1557.95</c:v>
                </c:pt>
                <c:pt idx="2037">
                  <c:v>1545.25</c:v>
                </c:pt>
                <c:pt idx="2038">
                  <c:v>1545.4</c:v>
                </c:pt>
                <c:pt idx="2039">
                  <c:v>1546.75</c:v>
                </c:pt>
                <c:pt idx="2040">
                  <c:v>1565.4</c:v>
                </c:pt>
                <c:pt idx="2041">
                  <c:v>1555.15</c:v>
                </c:pt>
                <c:pt idx="2042">
                  <c:v>1556.5</c:v>
                </c:pt>
                <c:pt idx="2043">
                  <c:v>1568.9</c:v>
                </c:pt>
                <c:pt idx="2044">
                  <c:v>1627.55</c:v>
                </c:pt>
                <c:pt idx="2045">
                  <c:v>1580.65</c:v>
                </c:pt>
                <c:pt idx="2046">
                  <c:v>1615.15</c:v>
                </c:pt>
                <c:pt idx="2047">
                  <c:v>1662.85</c:v>
                </c:pt>
                <c:pt idx="2048">
                  <c:v>1618.9</c:v>
                </c:pt>
                <c:pt idx="2049">
                  <c:v>1599.35</c:v>
                </c:pt>
                <c:pt idx="2050">
                  <c:v>1548.2</c:v>
                </c:pt>
                <c:pt idx="2051">
                  <c:v>1467.9</c:v>
                </c:pt>
                <c:pt idx="2052">
                  <c:v>1419.05</c:v>
                </c:pt>
                <c:pt idx="2053">
                  <c:v>1478.8</c:v>
                </c:pt>
                <c:pt idx="2054">
                  <c:v>1430.55</c:v>
                </c:pt>
                <c:pt idx="2055">
                  <c:v>1431.1</c:v>
                </c:pt>
                <c:pt idx="2056">
                  <c:v>1426.35</c:v>
                </c:pt>
                <c:pt idx="2057">
                  <c:v>1385.15</c:v>
                </c:pt>
                <c:pt idx="2058">
                  <c:v>1337.7</c:v>
                </c:pt>
                <c:pt idx="2059">
                  <c:v>1370.2</c:v>
                </c:pt>
                <c:pt idx="2060">
                  <c:v>1337.8</c:v>
                </c:pt>
                <c:pt idx="2061">
                  <c:v>1314.6</c:v>
                </c:pt>
                <c:pt idx="2062">
                  <c:v>1343.7</c:v>
                </c:pt>
                <c:pt idx="2063">
                  <c:v>1360.45</c:v>
                </c:pt>
                <c:pt idx="2064">
                  <c:v>1492.3</c:v>
                </c:pt>
                <c:pt idx="2065">
                  <c:v>1499.5</c:v>
                </c:pt>
                <c:pt idx="2066">
                  <c:v>1441.75</c:v>
                </c:pt>
                <c:pt idx="2067">
                  <c:v>1521.2</c:v>
                </c:pt>
                <c:pt idx="2068">
                  <c:v>1439.9</c:v>
                </c:pt>
                <c:pt idx="2069">
                  <c:v>1423.05</c:v>
                </c:pt>
                <c:pt idx="2070">
                  <c:v>1482.8</c:v>
                </c:pt>
                <c:pt idx="2071">
                  <c:v>1522.5</c:v>
                </c:pt>
                <c:pt idx="2072">
                  <c:v>1485.45</c:v>
                </c:pt>
                <c:pt idx="2073">
                  <c:v>1492.05</c:v>
                </c:pt>
                <c:pt idx="2074">
                  <c:v>1466.95</c:v>
                </c:pt>
                <c:pt idx="2075">
                  <c:v>1479.95</c:v>
                </c:pt>
                <c:pt idx="2076">
                  <c:v>1452.6</c:v>
                </c:pt>
                <c:pt idx="2077">
                  <c:v>1421.9</c:v>
                </c:pt>
                <c:pt idx="2078">
                  <c:v>1510.4</c:v>
                </c:pt>
                <c:pt idx="2079">
                  <c:v>1600.2</c:v>
                </c:pt>
                <c:pt idx="2080">
                  <c:v>1659.1</c:v>
                </c:pt>
                <c:pt idx="2081">
                  <c:v>1645.8</c:v>
                </c:pt>
                <c:pt idx="2082">
                  <c:v>1598.6</c:v>
                </c:pt>
                <c:pt idx="2083">
                  <c:v>1647.95</c:v>
                </c:pt>
                <c:pt idx="2084">
                  <c:v>1696.05</c:v>
                </c:pt>
                <c:pt idx="2085">
                  <c:v>1684.3</c:v>
                </c:pt>
                <c:pt idx="2086">
                  <c:v>1663.65</c:v>
                </c:pt>
                <c:pt idx="2087">
                  <c:v>1749.55</c:v>
                </c:pt>
                <c:pt idx="2088">
                  <c:v>1753.1</c:v>
                </c:pt>
                <c:pt idx="2089">
                  <c:v>1787.45</c:v>
                </c:pt>
                <c:pt idx="2090">
                  <c:v>1785.95</c:v>
                </c:pt>
                <c:pt idx="2091">
                  <c:v>1807.45</c:v>
                </c:pt>
                <c:pt idx="2092">
                  <c:v>1844.15</c:v>
                </c:pt>
                <c:pt idx="2093">
                  <c:v>1784.65</c:v>
                </c:pt>
                <c:pt idx="2094">
                  <c:v>1749.35</c:v>
                </c:pt>
                <c:pt idx="2095">
                  <c:v>1773.4</c:v>
                </c:pt>
                <c:pt idx="2096">
                  <c:v>1748.75</c:v>
                </c:pt>
                <c:pt idx="2097">
                  <c:v>1824.9</c:v>
                </c:pt>
                <c:pt idx="2098">
                  <c:v>1893.1</c:v>
                </c:pt>
                <c:pt idx="2099">
                  <c:v>1871.4</c:v>
                </c:pt>
                <c:pt idx="2100">
                  <c:v>1887.7</c:v>
                </c:pt>
                <c:pt idx="2101">
                  <c:v>1870.65</c:v>
                </c:pt>
                <c:pt idx="2102">
                  <c:v>1863.65</c:v>
                </c:pt>
                <c:pt idx="2103">
                  <c:v>1828.75</c:v>
                </c:pt>
                <c:pt idx="2104">
                  <c:v>1885.05</c:v>
                </c:pt>
                <c:pt idx="2105">
                  <c:v>1883.1</c:v>
                </c:pt>
                <c:pt idx="2106">
                  <c:v>1911.6</c:v>
                </c:pt>
                <c:pt idx="2107">
                  <c:v>1885.45</c:v>
                </c:pt>
                <c:pt idx="2108">
                  <c:v>1962.8</c:v>
                </c:pt>
                <c:pt idx="2109">
                  <c:v>1950.8</c:v>
                </c:pt>
                <c:pt idx="2110">
                  <c:v>1922.25</c:v>
                </c:pt>
                <c:pt idx="2111">
                  <c:v>1870.7</c:v>
                </c:pt>
                <c:pt idx="2112">
                  <c:v>1979.55</c:v>
                </c:pt>
                <c:pt idx="2113">
                  <c:v>1993.55</c:v>
                </c:pt>
                <c:pt idx="2114">
                  <c:v>1901.5</c:v>
                </c:pt>
                <c:pt idx="2115">
                  <c:v>1854.05</c:v>
                </c:pt>
                <c:pt idx="2116">
                  <c:v>1892.85</c:v>
                </c:pt>
                <c:pt idx="2117">
                  <c:v>1874.9</c:v>
                </c:pt>
                <c:pt idx="2118">
                  <c:v>1866.65</c:v>
                </c:pt>
                <c:pt idx="2119">
                  <c:v>1907.8</c:v>
                </c:pt>
                <c:pt idx="2120">
                  <c:v>1911.55</c:v>
                </c:pt>
                <c:pt idx="2121">
                  <c:v>1862.45</c:v>
                </c:pt>
                <c:pt idx="2122">
                  <c:v>1862.4</c:v>
                </c:pt>
                <c:pt idx="2123">
                  <c:v>1827</c:v>
                </c:pt>
                <c:pt idx="2124">
                  <c:v>1845.8</c:v>
                </c:pt>
                <c:pt idx="2125">
                  <c:v>1794.45</c:v>
                </c:pt>
                <c:pt idx="2126">
                  <c:v>1746.75</c:v>
                </c:pt>
                <c:pt idx="2127">
                  <c:v>1785.1</c:v>
                </c:pt>
                <c:pt idx="2128">
                  <c:v>1705.45</c:v>
                </c:pt>
                <c:pt idx="2129">
                  <c:v>1736.8</c:v>
                </c:pt>
                <c:pt idx="2130">
                  <c:v>1717</c:v>
                </c:pt>
                <c:pt idx="2131">
                  <c:v>1820.6</c:v>
                </c:pt>
                <c:pt idx="2132">
                  <c:v>1743.05</c:v>
                </c:pt>
                <c:pt idx="2133">
                  <c:v>1755.8</c:v>
                </c:pt>
                <c:pt idx="2134">
                  <c:v>1799.8</c:v>
                </c:pt>
                <c:pt idx="2135">
                  <c:v>1736.6</c:v>
                </c:pt>
                <c:pt idx="2136">
                  <c:v>1821.9</c:v>
                </c:pt>
                <c:pt idx="2137">
                  <c:v>1805.25</c:v>
                </c:pt>
                <c:pt idx="2138">
                  <c:v>1676.85</c:v>
                </c:pt>
                <c:pt idx="2139">
                  <c:v>1555.55</c:v>
                </c:pt>
                <c:pt idx="2140">
                  <c:v>1544.65</c:v>
                </c:pt>
                <c:pt idx="2141">
                  <c:v>1547.6</c:v>
                </c:pt>
                <c:pt idx="2142">
                  <c:v>1582.3</c:v>
                </c:pt>
                <c:pt idx="2143">
                  <c:v>1547.4</c:v>
                </c:pt>
                <c:pt idx="2144">
                  <c:v>1561.3</c:v>
                </c:pt>
                <c:pt idx="2145">
                  <c:v>1578.3</c:v>
                </c:pt>
                <c:pt idx="2146">
                  <c:v>1602.25</c:v>
                </c:pt>
                <c:pt idx="2147">
                  <c:v>1567.3</c:v>
                </c:pt>
                <c:pt idx="2148">
                  <c:v>1550.65</c:v>
                </c:pt>
                <c:pt idx="2149">
                  <c:v>1539.45</c:v>
                </c:pt>
                <c:pt idx="2150">
                  <c:v>1540.7</c:v>
                </c:pt>
                <c:pt idx="2151">
                  <c:v>1602.05</c:v>
                </c:pt>
                <c:pt idx="2152">
                  <c:v>1583.45</c:v>
                </c:pt>
                <c:pt idx="2153">
                  <c:v>1639.45</c:v>
                </c:pt>
                <c:pt idx="2154">
                  <c:v>1658.85</c:v>
                </c:pt>
                <c:pt idx="2155">
                  <c:v>1678.55</c:v>
                </c:pt>
                <c:pt idx="2156">
                  <c:v>1699.35</c:v>
                </c:pt>
                <c:pt idx="2157">
                  <c:v>1726.15</c:v>
                </c:pt>
                <c:pt idx="2158">
                  <c:v>1679.6</c:v>
                </c:pt>
                <c:pt idx="2159">
                  <c:v>1670.4</c:v>
                </c:pt>
                <c:pt idx="2160">
                  <c:v>1603.9</c:v>
                </c:pt>
                <c:pt idx="2161">
                  <c:v>1625.95</c:v>
                </c:pt>
                <c:pt idx="2162">
                  <c:v>1693.5</c:v>
                </c:pt>
                <c:pt idx="2163">
                  <c:v>1704.35</c:v>
                </c:pt>
                <c:pt idx="2164">
                  <c:v>1692.75</c:v>
                </c:pt>
                <c:pt idx="2165">
                  <c:v>1699.3</c:v>
                </c:pt>
                <c:pt idx="2166">
                  <c:v>1661.45</c:v>
                </c:pt>
                <c:pt idx="2167">
                  <c:v>1696.5</c:v>
                </c:pt>
                <c:pt idx="2168">
                  <c:v>1706.45</c:v>
                </c:pt>
                <c:pt idx="2169">
                  <c:v>1698</c:v>
                </c:pt>
                <c:pt idx="2170">
                  <c:v>1708.2</c:v>
                </c:pt>
                <c:pt idx="2171">
                  <c:v>1699.4</c:v>
                </c:pt>
                <c:pt idx="2172">
                  <c:v>1749.1</c:v>
                </c:pt>
                <c:pt idx="2173">
                  <c:v>1723.3</c:v>
                </c:pt>
                <c:pt idx="2174">
                  <c:v>1775.25</c:v>
                </c:pt>
                <c:pt idx="2175">
                  <c:v>1789</c:v>
                </c:pt>
                <c:pt idx="2176">
                  <c:v>1712.3</c:v>
                </c:pt>
                <c:pt idx="2177">
                  <c:v>1750.05</c:v>
                </c:pt>
                <c:pt idx="2178">
                  <c:v>1749.45</c:v>
                </c:pt>
                <c:pt idx="2179">
                  <c:v>1759.75</c:v>
                </c:pt>
                <c:pt idx="2180">
                  <c:v>1750.65</c:v>
                </c:pt>
                <c:pt idx="2181">
                  <c:v>1644</c:v>
                </c:pt>
                <c:pt idx="2182">
                  <c:v>1578.15</c:v>
                </c:pt>
                <c:pt idx="2183">
                  <c:v>1566.4</c:v>
                </c:pt>
                <c:pt idx="2184">
                  <c:v>1579</c:v>
                </c:pt>
                <c:pt idx="2185">
                  <c:v>1525.4</c:v>
                </c:pt>
                <c:pt idx="2186">
                  <c:v>1624.95</c:v>
                </c:pt>
                <c:pt idx="2187">
                  <c:v>1629.9</c:v>
                </c:pt>
                <c:pt idx="2188">
                  <c:v>1543.95</c:v>
                </c:pt>
                <c:pt idx="2189">
                  <c:v>1524.3</c:v>
                </c:pt>
                <c:pt idx="2190">
                  <c:v>1506.85</c:v>
                </c:pt>
                <c:pt idx="2191">
                  <c:v>1446.9</c:v>
                </c:pt>
                <c:pt idx="2192">
                  <c:v>1393.3</c:v>
                </c:pt>
                <c:pt idx="2193">
                  <c:v>1398.05</c:v>
                </c:pt>
                <c:pt idx="2194">
                  <c:v>1449.3</c:v>
                </c:pt>
                <c:pt idx="2195">
                  <c:v>1391.9</c:v>
                </c:pt>
                <c:pt idx="2196">
                  <c:v>1318.65</c:v>
                </c:pt>
                <c:pt idx="2197">
                  <c:v>1301.8</c:v>
                </c:pt>
                <c:pt idx="2198">
                  <c:v>1254.25</c:v>
                </c:pt>
                <c:pt idx="2199">
                  <c:v>1225.2</c:v>
                </c:pt>
                <c:pt idx="2200">
                  <c:v>1318.55</c:v>
                </c:pt>
                <c:pt idx="2201">
                  <c:v>1397.95</c:v>
                </c:pt>
                <c:pt idx="2202">
                  <c:v>1335.4</c:v>
                </c:pt>
                <c:pt idx="2203">
                  <c:v>1263</c:v>
                </c:pt>
                <c:pt idx="2204">
                  <c:v>1202.75</c:v>
                </c:pt>
                <c:pt idx="2205">
                  <c:v>1294.55</c:v>
                </c:pt>
                <c:pt idx="2206">
                  <c:v>1347.6</c:v>
                </c:pt>
                <c:pt idx="2207">
                  <c:v>1299.55</c:v>
                </c:pt>
                <c:pt idx="2208">
                  <c:v>1283.25</c:v>
                </c:pt>
                <c:pt idx="2209">
                  <c:v>1246.0999999999999</c:v>
                </c:pt>
                <c:pt idx="2210">
                  <c:v>1251.8</c:v>
                </c:pt>
                <c:pt idx="2211">
                  <c:v>1279.3499999999999</c:v>
                </c:pt>
                <c:pt idx="2212">
                  <c:v>1304.3499999999999</c:v>
                </c:pt>
                <c:pt idx="2213">
                  <c:v>1388.95</c:v>
                </c:pt>
                <c:pt idx="2214">
                  <c:v>1378.6</c:v>
                </c:pt>
                <c:pt idx="2215">
                  <c:v>1331.9</c:v>
                </c:pt>
                <c:pt idx="2216">
                  <c:v>1322</c:v>
                </c:pt>
                <c:pt idx="2217">
                  <c:v>1245.7</c:v>
                </c:pt>
                <c:pt idx="2218">
                  <c:v>1262.8</c:v>
                </c:pt>
                <c:pt idx="2219">
                  <c:v>1338.5</c:v>
                </c:pt>
                <c:pt idx="2220">
                  <c:v>1256.7</c:v>
                </c:pt>
                <c:pt idx="2221">
                  <c:v>1259.45</c:v>
                </c:pt>
                <c:pt idx="2222">
                  <c:v>1213.2</c:v>
                </c:pt>
                <c:pt idx="2223">
                  <c:v>1232.4000000000001</c:v>
                </c:pt>
                <c:pt idx="2224">
                  <c:v>1180.5</c:v>
                </c:pt>
                <c:pt idx="2225">
                  <c:v>1172.7</c:v>
                </c:pt>
                <c:pt idx="2226">
                  <c:v>1121.8499999999999</c:v>
                </c:pt>
                <c:pt idx="2227">
                  <c:v>1184.6500000000001</c:v>
                </c:pt>
                <c:pt idx="2228">
                  <c:v>1196.2</c:v>
                </c:pt>
                <c:pt idx="2229">
                  <c:v>1181.95</c:v>
                </c:pt>
                <c:pt idx="2230">
                  <c:v>1187.0999999999999</c:v>
                </c:pt>
                <c:pt idx="2231">
                  <c:v>1243.8499999999999</c:v>
                </c:pt>
                <c:pt idx="2232">
                  <c:v>1231.2</c:v>
                </c:pt>
                <c:pt idx="2233">
                  <c:v>1208.3499999999999</c:v>
                </c:pt>
                <c:pt idx="2234">
                  <c:v>1156.55</c:v>
                </c:pt>
                <c:pt idx="2235">
                  <c:v>1192.4000000000001</c:v>
                </c:pt>
                <c:pt idx="2236">
                  <c:v>1134.5</c:v>
                </c:pt>
                <c:pt idx="2237">
                  <c:v>1157.75</c:v>
                </c:pt>
                <c:pt idx="2238">
                  <c:v>1173.75</c:v>
                </c:pt>
                <c:pt idx="2239">
                  <c:v>1134.9000000000001</c:v>
                </c:pt>
                <c:pt idx="2240">
                  <c:v>1104.8499999999999</c:v>
                </c:pt>
                <c:pt idx="2241">
                  <c:v>1102.3</c:v>
                </c:pt>
                <c:pt idx="2242">
                  <c:v>1124.8</c:v>
                </c:pt>
                <c:pt idx="2243">
                  <c:v>1141.55</c:v>
                </c:pt>
                <c:pt idx="2244">
                  <c:v>1177.05</c:v>
                </c:pt>
                <c:pt idx="2245">
                  <c:v>1191.3</c:v>
                </c:pt>
                <c:pt idx="2246">
                  <c:v>1186.8</c:v>
                </c:pt>
                <c:pt idx="2247">
                  <c:v>1176.05</c:v>
                </c:pt>
                <c:pt idx="2248">
                  <c:v>1174</c:v>
                </c:pt>
                <c:pt idx="2249">
                  <c:v>1109.25</c:v>
                </c:pt>
                <c:pt idx="2250">
                  <c:v>1113.75</c:v>
                </c:pt>
                <c:pt idx="2251">
                  <c:v>1127.9000000000001</c:v>
                </c:pt>
                <c:pt idx="2252">
                  <c:v>1115.45</c:v>
                </c:pt>
                <c:pt idx="2253">
                  <c:v>1148.1500000000001</c:v>
                </c:pt>
                <c:pt idx="2254">
                  <c:v>1132.0999999999999</c:v>
                </c:pt>
                <c:pt idx="2255">
                  <c:v>1172.8</c:v>
                </c:pt>
                <c:pt idx="2256">
                  <c:v>1168.55</c:v>
                </c:pt>
                <c:pt idx="2257">
                  <c:v>1187.55</c:v>
                </c:pt>
                <c:pt idx="2258">
                  <c:v>1203.4000000000001</c:v>
                </c:pt>
                <c:pt idx="2259">
                  <c:v>1159.7</c:v>
                </c:pt>
                <c:pt idx="2260">
                  <c:v>1228.1500000000001</c:v>
                </c:pt>
                <c:pt idx="2261">
                  <c:v>1303.5999999999999</c:v>
                </c:pt>
                <c:pt idx="2262">
                  <c:v>1251.7</c:v>
                </c:pt>
                <c:pt idx="2263">
                  <c:v>1267.4000000000001</c:v>
                </c:pt>
                <c:pt idx="2264">
                  <c:v>1262.05</c:v>
                </c:pt>
                <c:pt idx="2265">
                  <c:v>1251.75</c:v>
                </c:pt>
                <c:pt idx="2266">
                  <c:v>1223.8499999999999</c:v>
                </c:pt>
                <c:pt idx="2267">
                  <c:v>1230.9000000000001</c:v>
                </c:pt>
                <c:pt idx="2268">
                  <c:v>1204.6500000000001</c:v>
                </c:pt>
                <c:pt idx="2269">
                  <c:v>1252.0999999999999</c:v>
                </c:pt>
                <c:pt idx="2270">
                  <c:v>1286.7</c:v>
                </c:pt>
                <c:pt idx="2271">
                  <c:v>1310.1500000000001</c:v>
                </c:pt>
                <c:pt idx="2272">
                  <c:v>1306.6500000000001</c:v>
                </c:pt>
                <c:pt idx="2273">
                  <c:v>1279.6500000000001</c:v>
                </c:pt>
                <c:pt idx="2274">
                  <c:v>1282.5</c:v>
                </c:pt>
                <c:pt idx="2275">
                  <c:v>1281.6500000000001</c:v>
                </c:pt>
                <c:pt idx="2276">
                  <c:v>1255.8499999999999</c:v>
                </c:pt>
                <c:pt idx="2277">
                  <c:v>1288.9000000000001</c:v>
                </c:pt>
                <c:pt idx="2278">
                  <c:v>1312.1</c:v>
                </c:pt>
                <c:pt idx="2279">
                  <c:v>1308.4000000000001</c:v>
                </c:pt>
                <c:pt idx="2280">
                  <c:v>1301.9000000000001</c:v>
                </c:pt>
                <c:pt idx="2281">
                  <c:v>1254.55</c:v>
                </c:pt>
                <c:pt idx="2282">
                  <c:v>1251.6500000000001</c:v>
                </c:pt>
                <c:pt idx="2283">
                  <c:v>1221.45</c:v>
                </c:pt>
                <c:pt idx="2284">
                  <c:v>1173.95</c:v>
                </c:pt>
                <c:pt idx="2285">
                  <c:v>1178.8</c:v>
                </c:pt>
                <c:pt idx="2286">
                  <c:v>1208.8499999999999</c:v>
                </c:pt>
                <c:pt idx="2287">
                  <c:v>1177.1500000000001</c:v>
                </c:pt>
                <c:pt idx="2288">
                  <c:v>1185.55</c:v>
                </c:pt>
                <c:pt idx="2289">
                  <c:v>1217.45</c:v>
                </c:pt>
                <c:pt idx="2290">
                  <c:v>1236</c:v>
                </c:pt>
                <c:pt idx="2291">
                  <c:v>1231.25</c:v>
                </c:pt>
                <c:pt idx="2292">
                  <c:v>1219.05</c:v>
                </c:pt>
                <c:pt idx="2293">
                  <c:v>1197.5999999999999</c:v>
                </c:pt>
                <c:pt idx="2294">
                  <c:v>1199.2</c:v>
                </c:pt>
                <c:pt idx="2295">
                  <c:v>1181.95</c:v>
                </c:pt>
                <c:pt idx="2296">
                  <c:v>1219.3499999999999</c:v>
                </c:pt>
                <c:pt idx="2297">
                  <c:v>1202.05</c:v>
                </c:pt>
                <c:pt idx="2298">
                  <c:v>1227.8</c:v>
                </c:pt>
                <c:pt idx="2299">
                  <c:v>1297.05</c:v>
                </c:pt>
                <c:pt idx="2300">
                  <c:v>1287.8</c:v>
                </c:pt>
                <c:pt idx="2301">
                  <c:v>1265.5</c:v>
                </c:pt>
                <c:pt idx="2302">
                  <c:v>1278.05</c:v>
                </c:pt>
                <c:pt idx="2303">
                  <c:v>1297.2</c:v>
                </c:pt>
                <c:pt idx="2304">
                  <c:v>1296.2</c:v>
                </c:pt>
                <c:pt idx="2305">
                  <c:v>1331.3</c:v>
                </c:pt>
                <c:pt idx="2306">
                  <c:v>1320.75</c:v>
                </c:pt>
                <c:pt idx="2307">
                  <c:v>1338.95</c:v>
                </c:pt>
                <c:pt idx="2308">
                  <c:v>1379.15</c:v>
                </c:pt>
                <c:pt idx="2309">
                  <c:v>1344.9</c:v>
                </c:pt>
                <c:pt idx="2310">
                  <c:v>1301.3</c:v>
                </c:pt>
                <c:pt idx="2311">
                  <c:v>1323.9</c:v>
                </c:pt>
                <c:pt idx="2312">
                  <c:v>1373.75</c:v>
                </c:pt>
                <c:pt idx="2313">
                  <c:v>1419.4</c:v>
                </c:pt>
                <c:pt idx="2314">
                  <c:v>1414.05</c:v>
                </c:pt>
                <c:pt idx="2315">
                  <c:v>1425.15</c:v>
                </c:pt>
                <c:pt idx="2316">
                  <c:v>1427</c:v>
                </c:pt>
                <c:pt idx="2317">
                  <c:v>1409.3</c:v>
                </c:pt>
                <c:pt idx="2318">
                  <c:v>1370.6</c:v>
                </c:pt>
                <c:pt idx="2319">
                  <c:v>1345.2</c:v>
                </c:pt>
                <c:pt idx="2320">
                  <c:v>1397.3</c:v>
                </c:pt>
                <c:pt idx="2321">
                  <c:v>1393.45</c:v>
                </c:pt>
                <c:pt idx="2322">
                  <c:v>1362.45</c:v>
                </c:pt>
                <c:pt idx="2323">
                  <c:v>1381.1</c:v>
                </c:pt>
                <c:pt idx="2324">
                  <c:v>1450.45</c:v>
                </c:pt>
                <c:pt idx="2325">
                  <c:v>1448.6</c:v>
                </c:pt>
                <c:pt idx="2326">
                  <c:v>1435.9</c:v>
                </c:pt>
                <c:pt idx="2327">
                  <c:v>1430.75</c:v>
                </c:pt>
                <c:pt idx="2328">
                  <c:v>1509.25</c:v>
                </c:pt>
                <c:pt idx="2329">
                  <c:v>1628.2</c:v>
                </c:pt>
                <c:pt idx="2330">
                  <c:v>1582.05</c:v>
                </c:pt>
                <c:pt idx="2331">
                  <c:v>1573.25</c:v>
                </c:pt>
                <c:pt idx="2332">
                  <c:v>1552.75</c:v>
                </c:pt>
                <c:pt idx="2333">
                  <c:v>1520.7</c:v>
                </c:pt>
                <c:pt idx="2334">
                  <c:v>1517.65</c:v>
                </c:pt>
                <c:pt idx="2335">
                  <c:v>1598.45</c:v>
                </c:pt>
                <c:pt idx="2336">
                  <c:v>1573.95</c:v>
                </c:pt>
                <c:pt idx="2337">
                  <c:v>1567.2</c:v>
                </c:pt>
                <c:pt idx="2338">
                  <c:v>1592.8</c:v>
                </c:pt>
                <c:pt idx="2339">
                  <c:v>1800.1</c:v>
                </c:pt>
                <c:pt idx="2340">
                  <c:v>1558.95</c:v>
                </c:pt>
                <c:pt idx="2341">
                  <c:v>1530.9</c:v>
                </c:pt>
                <c:pt idx="2342">
                  <c:v>1502.4</c:v>
                </c:pt>
                <c:pt idx="2343">
                  <c:v>1522.3</c:v>
                </c:pt>
                <c:pt idx="2344">
                  <c:v>1511.05</c:v>
                </c:pt>
                <c:pt idx="2345">
                  <c:v>1547.65</c:v>
                </c:pt>
                <c:pt idx="2346">
                  <c:v>1588.15</c:v>
                </c:pt>
                <c:pt idx="2347">
                  <c:v>1579</c:v>
                </c:pt>
                <c:pt idx="2348">
                  <c:v>1605.1</c:v>
                </c:pt>
                <c:pt idx="2349">
                  <c:v>1676.5</c:v>
                </c:pt>
                <c:pt idx="2350">
                  <c:v>1688.65</c:v>
                </c:pt>
                <c:pt idx="2351">
                  <c:v>1641.5</c:v>
                </c:pt>
                <c:pt idx="2352">
                  <c:v>1629.9</c:v>
                </c:pt>
                <c:pt idx="2353">
                  <c:v>1698.9</c:v>
                </c:pt>
                <c:pt idx="2354">
                  <c:v>1742.1</c:v>
                </c:pt>
                <c:pt idx="2355">
                  <c:v>1794.8</c:v>
                </c:pt>
                <c:pt idx="2356">
                  <c:v>1808.8</c:v>
                </c:pt>
                <c:pt idx="2357">
                  <c:v>1750.95</c:v>
                </c:pt>
                <c:pt idx="2358">
                  <c:v>1728.45</c:v>
                </c:pt>
                <c:pt idx="2359">
                  <c:v>1715.1</c:v>
                </c:pt>
                <c:pt idx="2360">
                  <c:v>1724.65</c:v>
                </c:pt>
                <c:pt idx="2361">
                  <c:v>1711.45</c:v>
                </c:pt>
                <c:pt idx="2362">
                  <c:v>1725.75</c:v>
                </c:pt>
                <c:pt idx="2363">
                  <c:v>1770.4</c:v>
                </c:pt>
                <c:pt idx="2364">
                  <c:v>1766.4</c:v>
                </c:pt>
                <c:pt idx="2365">
                  <c:v>1747.35</c:v>
                </c:pt>
                <c:pt idx="2366">
                  <c:v>1757.55</c:v>
                </c:pt>
                <c:pt idx="2367">
                  <c:v>1759.1</c:v>
                </c:pt>
                <c:pt idx="2368">
                  <c:v>1827.1</c:v>
                </c:pt>
                <c:pt idx="2369">
                  <c:v>1782.95</c:v>
                </c:pt>
                <c:pt idx="2370">
                  <c:v>1776.5</c:v>
                </c:pt>
                <c:pt idx="2371">
                  <c:v>1795.2</c:v>
                </c:pt>
                <c:pt idx="2372">
                  <c:v>1796.65</c:v>
                </c:pt>
                <c:pt idx="2373">
                  <c:v>1805.15</c:v>
                </c:pt>
                <c:pt idx="2374">
                  <c:v>1761.2</c:v>
                </c:pt>
                <c:pt idx="2375">
                  <c:v>1737.9</c:v>
                </c:pt>
                <c:pt idx="2376">
                  <c:v>1706.4</c:v>
                </c:pt>
                <c:pt idx="2377">
                  <c:v>1677.55</c:v>
                </c:pt>
                <c:pt idx="2378">
                  <c:v>1721.15</c:v>
                </c:pt>
                <c:pt idx="2379">
                  <c:v>1770.1</c:v>
                </c:pt>
                <c:pt idx="2380">
                  <c:v>1811.8</c:v>
                </c:pt>
                <c:pt idx="2381">
                  <c:v>1791.65</c:v>
                </c:pt>
                <c:pt idx="2382">
                  <c:v>1795.1</c:v>
                </c:pt>
                <c:pt idx="2383">
                  <c:v>1866.3</c:v>
                </c:pt>
                <c:pt idx="2384">
                  <c:v>1971.4</c:v>
                </c:pt>
                <c:pt idx="2385">
                  <c:v>1943.15</c:v>
                </c:pt>
                <c:pt idx="2386">
                  <c:v>1919.8</c:v>
                </c:pt>
                <c:pt idx="2387">
                  <c:v>1958.75</c:v>
                </c:pt>
                <c:pt idx="2388">
                  <c:v>2003.65</c:v>
                </c:pt>
                <c:pt idx="2389">
                  <c:v>2027.9</c:v>
                </c:pt>
                <c:pt idx="2390">
                  <c:v>1997.05</c:v>
                </c:pt>
                <c:pt idx="2391">
                  <c:v>1984.7</c:v>
                </c:pt>
                <c:pt idx="2392">
                  <c:v>2013.95</c:v>
                </c:pt>
                <c:pt idx="2393">
                  <c:v>2064.35</c:v>
                </c:pt>
                <c:pt idx="2394">
                  <c:v>2076.4499999999998</c:v>
                </c:pt>
                <c:pt idx="2395">
                  <c:v>2043.75</c:v>
                </c:pt>
                <c:pt idx="2396">
                  <c:v>2098.6</c:v>
                </c:pt>
                <c:pt idx="2397">
                  <c:v>2058.4</c:v>
                </c:pt>
                <c:pt idx="2398">
                  <c:v>2039.65</c:v>
                </c:pt>
                <c:pt idx="2399">
                  <c:v>2087.6999999999998</c:v>
                </c:pt>
                <c:pt idx="2400">
                  <c:v>2084.6999999999998</c:v>
                </c:pt>
                <c:pt idx="2401">
                  <c:v>2042.8</c:v>
                </c:pt>
                <c:pt idx="2402">
                  <c:v>2063.8000000000002</c:v>
                </c:pt>
                <c:pt idx="2403">
                  <c:v>2042.35</c:v>
                </c:pt>
                <c:pt idx="2404">
                  <c:v>1982.5</c:v>
                </c:pt>
                <c:pt idx="2405">
                  <c:v>1973.35</c:v>
                </c:pt>
                <c:pt idx="2406">
                  <c:v>1951.5</c:v>
                </c:pt>
                <c:pt idx="2407">
                  <c:v>1990.45</c:v>
                </c:pt>
                <c:pt idx="2408">
                  <c:v>2033.1</c:v>
                </c:pt>
                <c:pt idx="2409">
                  <c:v>2075.9</c:v>
                </c:pt>
                <c:pt idx="2410">
                  <c:v>2095</c:v>
                </c:pt>
                <c:pt idx="2411">
                  <c:v>2179.65</c:v>
                </c:pt>
                <c:pt idx="2412">
                  <c:v>2191.8000000000002</c:v>
                </c:pt>
                <c:pt idx="2413">
                  <c:v>2190.65</c:v>
                </c:pt>
                <c:pt idx="2414">
                  <c:v>2131.15</c:v>
                </c:pt>
                <c:pt idx="2415">
                  <c:v>2144.9</c:v>
                </c:pt>
                <c:pt idx="2416">
                  <c:v>2164.85</c:v>
                </c:pt>
                <c:pt idx="2417">
                  <c:v>2187.1999999999998</c:v>
                </c:pt>
                <c:pt idx="2418">
                  <c:v>2201.0500000000002</c:v>
                </c:pt>
                <c:pt idx="2419">
                  <c:v>2224.1999999999998</c:v>
                </c:pt>
                <c:pt idx="2420">
                  <c:v>2203.8000000000002</c:v>
                </c:pt>
                <c:pt idx="2421">
                  <c:v>2189.6999999999998</c:v>
                </c:pt>
                <c:pt idx="2422">
                  <c:v>2240.3000000000002</c:v>
                </c:pt>
                <c:pt idx="2423">
                  <c:v>2267.4</c:v>
                </c:pt>
                <c:pt idx="2424">
                  <c:v>2250.15</c:v>
                </c:pt>
                <c:pt idx="2425">
                  <c:v>2270.5500000000002</c:v>
                </c:pt>
                <c:pt idx="2426">
                  <c:v>2320.0500000000002</c:v>
                </c:pt>
                <c:pt idx="2427">
                  <c:v>2361.9</c:v>
                </c:pt>
                <c:pt idx="2428">
                  <c:v>2364.25</c:v>
                </c:pt>
                <c:pt idx="2429">
                  <c:v>2410.15</c:v>
                </c:pt>
                <c:pt idx="2430">
                  <c:v>2366.9499999999998</c:v>
                </c:pt>
                <c:pt idx="2431">
                  <c:v>2284.4499999999998</c:v>
                </c:pt>
                <c:pt idx="2432">
                  <c:v>2240.5</c:v>
                </c:pt>
                <c:pt idx="2433">
                  <c:v>2295.35</c:v>
                </c:pt>
                <c:pt idx="2434">
                  <c:v>2306.4</c:v>
                </c:pt>
                <c:pt idx="2435">
                  <c:v>2336.75</c:v>
                </c:pt>
                <c:pt idx="2436">
                  <c:v>2323.1</c:v>
                </c:pt>
                <c:pt idx="2437">
                  <c:v>2312.35</c:v>
                </c:pt>
                <c:pt idx="2438">
                  <c:v>2252.75</c:v>
                </c:pt>
                <c:pt idx="2439">
                  <c:v>2210.8000000000002</c:v>
                </c:pt>
                <c:pt idx="2440">
                  <c:v>2177.6</c:v>
                </c:pt>
                <c:pt idx="2441">
                  <c:v>2239.4</c:v>
                </c:pt>
                <c:pt idx="2442">
                  <c:v>2255.85</c:v>
                </c:pt>
                <c:pt idx="2443">
                  <c:v>2217.4</c:v>
                </c:pt>
                <c:pt idx="2444">
                  <c:v>2189.9499999999998</c:v>
                </c:pt>
                <c:pt idx="2445">
                  <c:v>2193.4</c:v>
                </c:pt>
                <c:pt idx="2446">
                  <c:v>2188.35</c:v>
                </c:pt>
                <c:pt idx="2447">
                  <c:v>2216.6</c:v>
                </c:pt>
                <c:pt idx="2448">
                  <c:v>2213.15</c:v>
                </c:pt>
                <c:pt idx="2449">
                  <c:v>2260</c:v>
                </c:pt>
                <c:pt idx="2450">
                  <c:v>2273.9</c:v>
                </c:pt>
                <c:pt idx="2451">
                  <c:v>2242.6</c:v>
                </c:pt>
                <c:pt idx="2452">
                  <c:v>2256.6999999999998</c:v>
                </c:pt>
                <c:pt idx="2453">
                  <c:v>2208.35</c:v>
                </c:pt>
                <c:pt idx="2454">
                  <c:v>2206.1999999999998</c:v>
                </c:pt>
                <c:pt idx="2455">
                  <c:v>2143.0500000000002</c:v>
                </c:pt>
                <c:pt idx="2456">
                  <c:v>2237.15</c:v>
                </c:pt>
                <c:pt idx="2457">
                  <c:v>2221.65</c:v>
                </c:pt>
                <c:pt idx="2458">
                  <c:v>2218.6</c:v>
                </c:pt>
                <c:pt idx="2459">
                  <c:v>2232.1</c:v>
                </c:pt>
                <c:pt idx="2460">
                  <c:v>2217.9499999999998</c:v>
                </c:pt>
                <c:pt idx="2461">
                  <c:v>2306.75</c:v>
                </c:pt>
                <c:pt idx="2462">
                  <c:v>2326.4</c:v>
                </c:pt>
                <c:pt idx="2463">
                  <c:v>2359.6999999999998</c:v>
                </c:pt>
                <c:pt idx="2464">
                  <c:v>2351.9499999999998</c:v>
                </c:pt>
                <c:pt idx="2465">
                  <c:v>2398.3000000000002</c:v>
                </c:pt>
                <c:pt idx="2466">
                  <c:v>2433.3000000000002</c:v>
                </c:pt>
                <c:pt idx="2467">
                  <c:v>2409.9499999999998</c:v>
                </c:pt>
                <c:pt idx="2468">
                  <c:v>2426.6999999999998</c:v>
                </c:pt>
                <c:pt idx="2469">
                  <c:v>2406.9499999999998</c:v>
                </c:pt>
                <c:pt idx="2470">
                  <c:v>2434.6999999999998</c:v>
                </c:pt>
                <c:pt idx="2471">
                  <c:v>2438.5500000000002</c:v>
                </c:pt>
                <c:pt idx="2472">
                  <c:v>2393.4499999999998</c:v>
                </c:pt>
                <c:pt idx="2473">
                  <c:v>2327.85</c:v>
                </c:pt>
                <c:pt idx="2474">
                  <c:v>2379.35</c:v>
                </c:pt>
                <c:pt idx="2475">
                  <c:v>2395.75</c:v>
                </c:pt>
                <c:pt idx="2476">
                  <c:v>2395.4</c:v>
                </c:pt>
                <c:pt idx="2477">
                  <c:v>2376.9499999999998</c:v>
                </c:pt>
                <c:pt idx="2478">
                  <c:v>2383.6</c:v>
                </c:pt>
                <c:pt idx="2479">
                  <c:v>2390.6</c:v>
                </c:pt>
                <c:pt idx="2480">
                  <c:v>2446.5</c:v>
                </c:pt>
                <c:pt idx="2481">
                  <c:v>2456.5500000000002</c:v>
                </c:pt>
                <c:pt idx="2482">
                  <c:v>2452.9499999999998</c:v>
                </c:pt>
                <c:pt idx="2483">
                  <c:v>2460.75</c:v>
                </c:pt>
                <c:pt idx="2484">
                  <c:v>2498.75</c:v>
                </c:pt>
                <c:pt idx="2485">
                  <c:v>2506.0500000000002</c:v>
                </c:pt>
                <c:pt idx="2486">
                  <c:v>2544.9</c:v>
                </c:pt>
                <c:pt idx="2487">
                  <c:v>2559</c:v>
                </c:pt>
                <c:pt idx="2488">
                  <c:v>2525.9499999999998</c:v>
                </c:pt>
                <c:pt idx="2489">
                  <c:v>2510.1</c:v>
                </c:pt>
                <c:pt idx="2490">
                  <c:v>2502.4</c:v>
                </c:pt>
                <c:pt idx="2491">
                  <c:v>2583.75</c:v>
                </c:pt>
                <c:pt idx="2492">
                  <c:v>2591.8000000000002</c:v>
                </c:pt>
                <c:pt idx="2493">
                  <c:v>2577.15</c:v>
                </c:pt>
                <c:pt idx="2494">
                  <c:v>2580</c:v>
                </c:pt>
                <c:pt idx="2495">
                  <c:v>2601.1</c:v>
                </c:pt>
                <c:pt idx="2496">
                  <c:v>2612.6</c:v>
                </c:pt>
                <c:pt idx="2497">
                  <c:v>2621.35</c:v>
                </c:pt>
                <c:pt idx="2498">
                  <c:v>2583.1</c:v>
                </c:pt>
                <c:pt idx="2499">
                  <c:v>2525.0500000000002</c:v>
                </c:pt>
                <c:pt idx="2500">
                  <c:v>2464.1999999999998</c:v>
                </c:pt>
                <c:pt idx="2501">
                  <c:v>2489.65</c:v>
                </c:pt>
                <c:pt idx="2502">
                  <c:v>2586.9499999999998</c:v>
                </c:pt>
                <c:pt idx="2503">
                  <c:v>2683.5</c:v>
                </c:pt>
                <c:pt idx="2504">
                  <c:v>2689.75</c:v>
                </c:pt>
                <c:pt idx="2505">
                  <c:v>2675.8</c:v>
                </c:pt>
                <c:pt idx="2506">
                  <c:v>2686.65</c:v>
                </c:pt>
                <c:pt idx="2507">
                  <c:v>2635.9</c:v>
                </c:pt>
                <c:pt idx="2508">
                  <c:v>2657.7</c:v>
                </c:pt>
                <c:pt idx="2509">
                  <c:v>2625.2</c:v>
                </c:pt>
                <c:pt idx="2510">
                  <c:v>2575.6</c:v>
                </c:pt>
                <c:pt idx="2511">
                  <c:v>2542.3000000000002</c:v>
                </c:pt>
                <c:pt idx="2512">
                  <c:v>2502.25</c:v>
                </c:pt>
                <c:pt idx="2513">
                  <c:v>2491.75</c:v>
                </c:pt>
                <c:pt idx="2514">
                  <c:v>2475.5</c:v>
                </c:pt>
                <c:pt idx="2515">
                  <c:v>2451.25</c:v>
                </c:pt>
                <c:pt idx="2516">
                  <c:v>2439.9499999999998</c:v>
                </c:pt>
                <c:pt idx="2517">
                  <c:v>2473.1999999999998</c:v>
                </c:pt>
                <c:pt idx="2518">
                  <c:v>2429.0500000000002</c:v>
                </c:pt>
                <c:pt idx="2519">
                  <c:v>2352.6999999999998</c:v>
                </c:pt>
                <c:pt idx="2520">
                  <c:v>2379.4499999999998</c:v>
                </c:pt>
                <c:pt idx="2521">
                  <c:v>2403.6</c:v>
                </c:pt>
                <c:pt idx="2522">
                  <c:v>2473.8000000000002</c:v>
                </c:pt>
                <c:pt idx="2523">
                  <c:v>2466.9499999999998</c:v>
                </c:pt>
                <c:pt idx="2524">
                  <c:v>2498.4499999999998</c:v>
                </c:pt>
                <c:pt idx="2525">
                  <c:v>2498.65</c:v>
                </c:pt>
                <c:pt idx="2526">
                  <c:v>2541.4499999999998</c:v>
                </c:pt>
                <c:pt idx="2527">
                  <c:v>2518.65</c:v>
                </c:pt>
                <c:pt idx="2528">
                  <c:v>2533.65</c:v>
                </c:pt>
                <c:pt idx="2529">
                  <c:v>2532.4</c:v>
                </c:pt>
                <c:pt idx="2530">
                  <c:v>2568.35</c:v>
                </c:pt>
                <c:pt idx="2531">
                  <c:v>2581.3000000000002</c:v>
                </c:pt>
                <c:pt idx="2532">
                  <c:v>2576.3000000000002</c:v>
                </c:pt>
                <c:pt idx="2533">
                  <c:v>2617.35</c:v>
                </c:pt>
                <c:pt idx="2534">
                  <c:v>2601.9499999999998</c:v>
                </c:pt>
                <c:pt idx="2535">
                  <c:v>2641</c:v>
                </c:pt>
                <c:pt idx="2536">
                  <c:v>2666.25</c:v>
                </c:pt>
                <c:pt idx="2537">
                  <c:v>2623.8</c:v>
                </c:pt>
                <c:pt idx="2538">
                  <c:v>2635.7</c:v>
                </c:pt>
                <c:pt idx="2539">
                  <c:v>2659.55</c:v>
                </c:pt>
                <c:pt idx="2540">
                  <c:v>2683.95</c:v>
                </c:pt>
                <c:pt idx="2541">
                  <c:v>2659.25</c:v>
                </c:pt>
                <c:pt idx="2542">
                  <c:v>2682.95</c:v>
                </c:pt>
                <c:pt idx="2543">
                  <c:v>2673.25</c:v>
                </c:pt>
                <c:pt idx="2544">
                  <c:v>2701.25</c:v>
                </c:pt>
                <c:pt idx="2545">
                  <c:v>2732.35</c:v>
                </c:pt>
                <c:pt idx="2546">
                  <c:v>2738.3</c:v>
                </c:pt>
                <c:pt idx="2547">
                  <c:v>2787.6</c:v>
                </c:pt>
                <c:pt idx="2548">
                  <c:v>2772.35</c:v>
                </c:pt>
                <c:pt idx="2549">
                  <c:v>2757.4</c:v>
                </c:pt>
                <c:pt idx="2550">
                  <c:v>2775.5</c:v>
                </c:pt>
                <c:pt idx="2551">
                  <c:v>2813.95</c:v>
                </c:pt>
                <c:pt idx="2552">
                  <c:v>2774.85</c:v>
                </c:pt>
                <c:pt idx="2553">
                  <c:v>2716.65</c:v>
                </c:pt>
                <c:pt idx="2554">
                  <c:v>2644.1</c:v>
                </c:pt>
                <c:pt idx="2555">
                  <c:v>2615.9499999999998</c:v>
                </c:pt>
                <c:pt idx="2556">
                  <c:v>2670.45</c:v>
                </c:pt>
                <c:pt idx="2557">
                  <c:v>2677.95</c:v>
                </c:pt>
                <c:pt idx="2558">
                  <c:v>2651.25</c:v>
                </c:pt>
                <c:pt idx="2559">
                  <c:v>2643.75</c:v>
                </c:pt>
                <c:pt idx="2560">
                  <c:v>2663.75</c:v>
                </c:pt>
                <c:pt idx="2561">
                  <c:v>2676.2</c:v>
                </c:pt>
                <c:pt idx="2562">
                  <c:v>2683.1</c:v>
                </c:pt>
                <c:pt idx="2563">
                  <c:v>2781.9</c:v>
                </c:pt>
                <c:pt idx="2564">
                  <c:v>2801.6</c:v>
                </c:pt>
                <c:pt idx="2565">
                  <c:v>2788.6</c:v>
                </c:pt>
                <c:pt idx="2566">
                  <c:v>2751.9</c:v>
                </c:pt>
                <c:pt idx="2567">
                  <c:v>2727.3</c:v>
                </c:pt>
                <c:pt idx="2568">
                  <c:v>2712.45</c:v>
                </c:pt>
                <c:pt idx="2569">
                  <c:v>2718.4</c:v>
                </c:pt>
                <c:pt idx="2570">
                  <c:v>2726.95</c:v>
                </c:pt>
                <c:pt idx="2571">
                  <c:v>2738.95</c:v>
                </c:pt>
                <c:pt idx="2572">
                  <c:v>2737.45</c:v>
                </c:pt>
                <c:pt idx="2573">
                  <c:v>2699.5</c:v>
                </c:pt>
                <c:pt idx="2574">
                  <c:v>2709.15</c:v>
                </c:pt>
                <c:pt idx="2575">
                  <c:v>2738.15</c:v>
                </c:pt>
                <c:pt idx="2576">
                  <c:v>2694.9</c:v>
                </c:pt>
                <c:pt idx="2577">
                  <c:v>2666.15</c:v>
                </c:pt>
                <c:pt idx="2578">
                  <c:v>2693</c:v>
                </c:pt>
                <c:pt idx="2579">
                  <c:v>2658.15</c:v>
                </c:pt>
                <c:pt idx="2580">
                  <c:v>2616.85</c:v>
                </c:pt>
                <c:pt idx="2581">
                  <c:v>2675.7</c:v>
                </c:pt>
                <c:pt idx="2582">
                  <c:v>2660.75</c:v>
                </c:pt>
                <c:pt idx="2583">
                  <c:v>2681.7</c:v>
                </c:pt>
                <c:pt idx="2584">
                  <c:v>2706.15</c:v>
                </c:pt>
                <c:pt idx="2585">
                  <c:v>2651.9</c:v>
                </c:pt>
                <c:pt idx="2586">
                  <c:v>2616.35</c:v>
                </c:pt>
                <c:pt idx="2587">
                  <c:v>2629.2</c:v>
                </c:pt>
                <c:pt idx="2588">
                  <c:v>2602.85</c:v>
                </c:pt>
                <c:pt idx="2589">
                  <c:v>2600.75</c:v>
                </c:pt>
                <c:pt idx="2590">
                  <c:v>2581.75</c:v>
                </c:pt>
                <c:pt idx="2591">
                  <c:v>2600.4</c:v>
                </c:pt>
                <c:pt idx="2592">
                  <c:v>2533.4</c:v>
                </c:pt>
                <c:pt idx="2593">
                  <c:v>2621.0500000000002</c:v>
                </c:pt>
                <c:pt idx="2594">
                  <c:v>2643.35</c:v>
                </c:pt>
                <c:pt idx="2595">
                  <c:v>2677.45</c:v>
                </c:pt>
                <c:pt idx="2596">
                  <c:v>2658</c:v>
                </c:pt>
                <c:pt idx="2597">
                  <c:v>2624.35</c:v>
                </c:pt>
                <c:pt idx="2598">
                  <c:v>2640.25</c:v>
                </c:pt>
                <c:pt idx="2599">
                  <c:v>2698</c:v>
                </c:pt>
                <c:pt idx="2600">
                  <c:v>2728.95</c:v>
                </c:pt>
                <c:pt idx="2601">
                  <c:v>2671.65</c:v>
                </c:pt>
                <c:pt idx="2602">
                  <c:v>2654.5</c:v>
                </c:pt>
                <c:pt idx="2603">
                  <c:v>2624.95</c:v>
                </c:pt>
                <c:pt idx="2604">
                  <c:v>2645.55</c:v>
                </c:pt>
                <c:pt idx="2605">
                  <c:v>2630.75</c:v>
                </c:pt>
                <c:pt idx="2606">
                  <c:v>2746.4</c:v>
                </c:pt>
                <c:pt idx="2607">
                  <c:v>2734.7</c:v>
                </c:pt>
                <c:pt idx="2608">
                  <c:v>2769.4</c:v>
                </c:pt>
                <c:pt idx="2609">
                  <c:v>2764.85</c:v>
                </c:pt>
                <c:pt idx="2610">
                  <c:v>2786.2</c:v>
                </c:pt>
                <c:pt idx="2611">
                  <c:v>2800.8</c:v>
                </c:pt>
                <c:pt idx="2612">
                  <c:v>2767.1</c:v>
                </c:pt>
                <c:pt idx="2613">
                  <c:v>2797.75</c:v>
                </c:pt>
                <c:pt idx="2614">
                  <c:v>2822.7</c:v>
                </c:pt>
                <c:pt idx="2615">
                  <c:v>2777.7</c:v>
                </c:pt>
                <c:pt idx="2616">
                  <c:v>2809</c:v>
                </c:pt>
                <c:pt idx="2617">
                  <c:v>2793.55</c:v>
                </c:pt>
                <c:pt idx="2618">
                  <c:v>2791</c:v>
                </c:pt>
                <c:pt idx="2619">
                  <c:v>2767.05</c:v>
                </c:pt>
                <c:pt idx="2620">
                  <c:v>2727.5</c:v>
                </c:pt>
                <c:pt idx="2621">
                  <c:v>2743.45</c:v>
                </c:pt>
                <c:pt idx="2622">
                  <c:v>2785.1</c:v>
                </c:pt>
                <c:pt idx="2623">
                  <c:v>2781.75</c:v>
                </c:pt>
                <c:pt idx="2624">
                  <c:v>2828.5</c:v>
                </c:pt>
                <c:pt idx="2625">
                  <c:v>2873.8</c:v>
                </c:pt>
                <c:pt idx="2626">
                  <c:v>2895.9</c:v>
                </c:pt>
                <c:pt idx="2627">
                  <c:v>2796.75</c:v>
                </c:pt>
                <c:pt idx="2628">
                  <c:v>2742.9</c:v>
                </c:pt>
                <c:pt idx="2629">
                  <c:v>2759.6</c:v>
                </c:pt>
                <c:pt idx="2630">
                  <c:v>2777</c:v>
                </c:pt>
                <c:pt idx="2631">
                  <c:v>2770.45</c:v>
                </c:pt>
                <c:pt idx="2632">
                  <c:v>2759.65</c:v>
                </c:pt>
                <c:pt idx="2633">
                  <c:v>2771.65</c:v>
                </c:pt>
                <c:pt idx="2634">
                  <c:v>2754.5</c:v>
                </c:pt>
                <c:pt idx="2635">
                  <c:v>2786.45</c:v>
                </c:pt>
                <c:pt idx="2636">
                  <c:v>2804.45</c:v>
                </c:pt>
                <c:pt idx="2637">
                  <c:v>2828.8</c:v>
                </c:pt>
                <c:pt idx="2638">
                  <c:v>2832.1</c:v>
                </c:pt>
                <c:pt idx="2639">
                  <c:v>2833.15</c:v>
                </c:pt>
                <c:pt idx="2640">
                  <c:v>2788.4</c:v>
                </c:pt>
                <c:pt idx="2641">
                  <c:v>2796.95</c:v>
                </c:pt>
                <c:pt idx="2642">
                  <c:v>2784.3</c:v>
                </c:pt>
                <c:pt idx="2643">
                  <c:v>2874.5</c:v>
                </c:pt>
                <c:pt idx="2644">
                  <c:v>2869.25</c:v>
                </c:pt>
                <c:pt idx="2645">
                  <c:v>2863.8</c:v>
                </c:pt>
                <c:pt idx="2646">
                  <c:v>2874.65</c:v>
                </c:pt>
                <c:pt idx="2647">
                  <c:v>2829.05</c:v>
                </c:pt>
                <c:pt idx="2648">
                  <c:v>2810.9</c:v>
                </c:pt>
                <c:pt idx="2649">
                  <c:v>2772.7</c:v>
                </c:pt>
                <c:pt idx="2650">
                  <c:v>2777.25</c:v>
                </c:pt>
                <c:pt idx="2651">
                  <c:v>2761.9</c:v>
                </c:pt>
                <c:pt idx="2652">
                  <c:v>2750.5</c:v>
                </c:pt>
                <c:pt idx="2653">
                  <c:v>2807.25</c:v>
                </c:pt>
                <c:pt idx="2654">
                  <c:v>2804.6</c:v>
                </c:pt>
                <c:pt idx="2655">
                  <c:v>2769.6</c:v>
                </c:pt>
                <c:pt idx="2656">
                  <c:v>2803.15</c:v>
                </c:pt>
                <c:pt idx="2657">
                  <c:v>2765.25</c:v>
                </c:pt>
                <c:pt idx="2658">
                  <c:v>2770.9</c:v>
                </c:pt>
                <c:pt idx="2659">
                  <c:v>2765.65</c:v>
                </c:pt>
                <c:pt idx="2660">
                  <c:v>2709.9</c:v>
                </c:pt>
                <c:pt idx="2661">
                  <c:v>2700.45</c:v>
                </c:pt>
                <c:pt idx="2662">
                  <c:v>2713.85</c:v>
                </c:pt>
                <c:pt idx="2663">
                  <c:v>2776.15</c:v>
                </c:pt>
                <c:pt idx="2664">
                  <c:v>2753</c:v>
                </c:pt>
                <c:pt idx="2665">
                  <c:v>2777.45</c:v>
                </c:pt>
                <c:pt idx="2666">
                  <c:v>2831.65</c:v>
                </c:pt>
                <c:pt idx="2667">
                  <c:v>2864.95</c:v>
                </c:pt>
                <c:pt idx="2668">
                  <c:v>2879.4</c:v>
                </c:pt>
                <c:pt idx="2669">
                  <c:v>2895</c:v>
                </c:pt>
                <c:pt idx="2670">
                  <c:v>2936.9</c:v>
                </c:pt>
                <c:pt idx="2671">
                  <c:v>2975.6</c:v>
                </c:pt>
                <c:pt idx="2672">
                  <c:v>3052.85</c:v>
                </c:pt>
                <c:pt idx="2673">
                  <c:v>2965.95</c:v>
                </c:pt>
                <c:pt idx="2674">
                  <c:v>2970.15</c:v>
                </c:pt>
                <c:pt idx="2675">
                  <c:v>3008.6</c:v>
                </c:pt>
                <c:pt idx="2676">
                  <c:v>3059.15</c:v>
                </c:pt>
                <c:pt idx="2677">
                  <c:v>3014.3</c:v>
                </c:pt>
                <c:pt idx="2678">
                  <c:v>3022.9</c:v>
                </c:pt>
                <c:pt idx="2679">
                  <c:v>3049.1</c:v>
                </c:pt>
                <c:pt idx="2680">
                  <c:v>3032.6</c:v>
                </c:pt>
                <c:pt idx="2681">
                  <c:v>3016.6</c:v>
                </c:pt>
                <c:pt idx="2682">
                  <c:v>3031.05</c:v>
                </c:pt>
                <c:pt idx="2683">
                  <c:v>3050.5</c:v>
                </c:pt>
                <c:pt idx="2684">
                  <c:v>3102.15</c:v>
                </c:pt>
                <c:pt idx="2685">
                  <c:v>3078.45</c:v>
                </c:pt>
                <c:pt idx="2686">
                  <c:v>3084.7</c:v>
                </c:pt>
                <c:pt idx="2687">
                  <c:v>3103.8</c:v>
                </c:pt>
                <c:pt idx="2688">
                  <c:v>3053.45</c:v>
                </c:pt>
                <c:pt idx="2689">
                  <c:v>3076.3</c:v>
                </c:pt>
                <c:pt idx="2690">
                  <c:v>3074.45</c:v>
                </c:pt>
                <c:pt idx="2691">
                  <c:v>3075.2</c:v>
                </c:pt>
                <c:pt idx="2692">
                  <c:v>3152.85</c:v>
                </c:pt>
                <c:pt idx="2693">
                  <c:v>3185.25</c:v>
                </c:pt>
                <c:pt idx="2694">
                  <c:v>3076.3</c:v>
                </c:pt>
                <c:pt idx="2695">
                  <c:v>3107.05</c:v>
                </c:pt>
                <c:pt idx="2696">
                  <c:v>3010.2</c:v>
                </c:pt>
                <c:pt idx="2697">
                  <c:v>3018.6</c:v>
                </c:pt>
                <c:pt idx="2698">
                  <c:v>3034.45</c:v>
                </c:pt>
                <c:pt idx="2699">
                  <c:v>3053.15</c:v>
                </c:pt>
                <c:pt idx="2700">
                  <c:v>3019.15</c:v>
                </c:pt>
                <c:pt idx="2701">
                  <c:v>3013.85</c:v>
                </c:pt>
                <c:pt idx="2702">
                  <c:v>2980.2</c:v>
                </c:pt>
                <c:pt idx="2703">
                  <c:v>2970.85</c:v>
                </c:pt>
                <c:pt idx="2704">
                  <c:v>2971.7</c:v>
                </c:pt>
                <c:pt idx="2705">
                  <c:v>3001.65</c:v>
                </c:pt>
                <c:pt idx="2706">
                  <c:v>3027.05</c:v>
                </c:pt>
                <c:pt idx="2707">
                  <c:v>3024.35</c:v>
                </c:pt>
                <c:pt idx="2708">
                  <c:v>3077.15</c:v>
                </c:pt>
                <c:pt idx="2709">
                  <c:v>3081.65</c:v>
                </c:pt>
                <c:pt idx="2710">
                  <c:v>3015.9</c:v>
                </c:pt>
                <c:pt idx="2711">
                  <c:v>3059.8</c:v>
                </c:pt>
                <c:pt idx="2712">
                  <c:v>3082.65</c:v>
                </c:pt>
                <c:pt idx="2713">
                  <c:v>3054.65</c:v>
                </c:pt>
                <c:pt idx="2714">
                  <c:v>2997.85</c:v>
                </c:pt>
                <c:pt idx="2715">
                  <c:v>3030.05</c:v>
                </c:pt>
                <c:pt idx="2716">
                  <c:v>2970.95</c:v>
                </c:pt>
                <c:pt idx="2717">
                  <c:v>3003.95</c:v>
                </c:pt>
                <c:pt idx="2718">
                  <c:v>2963.8</c:v>
                </c:pt>
                <c:pt idx="2719">
                  <c:v>3043.7</c:v>
                </c:pt>
                <c:pt idx="2720">
                  <c:v>3012.1</c:v>
                </c:pt>
                <c:pt idx="2721">
                  <c:v>2995.9</c:v>
                </c:pt>
                <c:pt idx="2722">
                  <c:v>3064.35</c:v>
                </c:pt>
                <c:pt idx="2723">
                  <c:v>3042.05</c:v>
                </c:pt>
                <c:pt idx="2724">
                  <c:v>3063.95</c:v>
                </c:pt>
                <c:pt idx="2725">
                  <c:v>3051</c:v>
                </c:pt>
                <c:pt idx="2726">
                  <c:v>3052.4</c:v>
                </c:pt>
                <c:pt idx="2727">
                  <c:v>3098.5</c:v>
                </c:pt>
                <c:pt idx="2728">
                  <c:v>3125</c:v>
                </c:pt>
                <c:pt idx="2729">
                  <c:v>3143.4</c:v>
                </c:pt>
                <c:pt idx="2730">
                  <c:v>3178.6</c:v>
                </c:pt>
                <c:pt idx="2731">
                  <c:v>3131.15</c:v>
                </c:pt>
                <c:pt idx="2732">
                  <c:v>3151.45</c:v>
                </c:pt>
                <c:pt idx="2733">
                  <c:v>3144.25</c:v>
                </c:pt>
                <c:pt idx="2734">
                  <c:v>3145.3</c:v>
                </c:pt>
                <c:pt idx="2735">
                  <c:v>3158.65</c:v>
                </c:pt>
                <c:pt idx="2736">
                  <c:v>3203.45</c:v>
                </c:pt>
                <c:pt idx="2737">
                  <c:v>3293.3</c:v>
                </c:pt>
                <c:pt idx="2738">
                  <c:v>3349.95</c:v>
                </c:pt>
                <c:pt idx="2739">
                  <c:v>3329.25</c:v>
                </c:pt>
                <c:pt idx="2740">
                  <c:v>3332.5</c:v>
                </c:pt>
                <c:pt idx="2741">
                  <c:v>3367.9</c:v>
                </c:pt>
                <c:pt idx="2742">
                  <c:v>3370.15</c:v>
                </c:pt>
                <c:pt idx="2743">
                  <c:v>3376.9</c:v>
                </c:pt>
                <c:pt idx="2744">
                  <c:v>3382.65</c:v>
                </c:pt>
                <c:pt idx="2745">
                  <c:v>3404.9</c:v>
                </c:pt>
                <c:pt idx="2746">
                  <c:v>3446.95</c:v>
                </c:pt>
                <c:pt idx="2747">
                  <c:v>3442.75</c:v>
                </c:pt>
                <c:pt idx="2748">
                  <c:v>3458.35</c:v>
                </c:pt>
                <c:pt idx="2749">
                  <c:v>3481.45</c:v>
                </c:pt>
                <c:pt idx="2750">
                  <c:v>3459.6</c:v>
                </c:pt>
                <c:pt idx="2751">
                  <c:v>3478.15</c:v>
                </c:pt>
                <c:pt idx="2752">
                  <c:v>3370.75</c:v>
                </c:pt>
                <c:pt idx="2753">
                  <c:v>3395.75</c:v>
                </c:pt>
                <c:pt idx="2754">
                  <c:v>3325.7</c:v>
                </c:pt>
                <c:pt idx="2755">
                  <c:v>3377.3</c:v>
                </c:pt>
                <c:pt idx="2756">
                  <c:v>3205.2</c:v>
                </c:pt>
                <c:pt idx="2757">
                  <c:v>3204.3</c:v>
                </c:pt>
                <c:pt idx="2758">
                  <c:v>3268.8</c:v>
                </c:pt>
                <c:pt idx="2759">
                  <c:v>3323</c:v>
                </c:pt>
                <c:pt idx="2760">
                  <c:v>3249.6</c:v>
                </c:pt>
                <c:pt idx="2761">
                  <c:v>3295.9</c:v>
                </c:pt>
                <c:pt idx="2762">
                  <c:v>3243.85</c:v>
                </c:pt>
                <c:pt idx="2763">
                  <c:v>3284.65</c:v>
                </c:pt>
                <c:pt idx="2764">
                  <c:v>3259.65</c:v>
                </c:pt>
                <c:pt idx="2765">
                  <c:v>3196.9</c:v>
                </c:pt>
                <c:pt idx="2766">
                  <c:v>3168.15</c:v>
                </c:pt>
                <c:pt idx="2767">
                  <c:v>3117.7</c:v>
                </c:pt>
                <c:pt idx="2768">
                  <c:v>3089.2</c:v>
                </c:pt>
                <c:pt idx="2769">
                  <c:v>3089.25</c:v>
                </c:pt>
                <c:pt idx="2770">
                  <c:v>3117.6</c:v>
                </c:pt>
                <c:pt idx="2771">
                  <c:v>3047.9</c:v>
                </c:pt>
                <c:pt idx="2772">
                  <c:v>3087.45</c:v>
                </c:pt>
                <c:pt idx="2773">
                  <c:v>3096.6</c:v>
                </c:pt>
                <c:pt idx="2774">
                  <c:v>3130.7</c:v>
                </c:pt>
                <c:pt idx="2775">
                  <c:v>3053.2</c:v>
                </c:pt>
                <c:pt idx="2776">
                  <c:v>3040.85</c:v>
                </c:pt>
                <c:pt idx="2777">
                  <c:v>3104.55</c:v>
                </c:pt>
                <c:pt idx="2778">
                  <c:v>3106.55</c:v>
                </c:pt>
                <c:pt idx="2779">
                  <c:v>3103</c:v>
                </c:pt>
                <c:pt idx="2780">
                  <c:v>3113.35</c:v>
                </c:pt>
                <c:pt idx="2781">
                  <c:v>3100.3</c:v>
                </c:pt>
                <c:pt idx="2782">
                  <c:v>3165.25</c:v>
                </c:pt>
                <c:pt idx="2783">
                  <c:v>3141.85</c:v>
                </c:pt>
                <c:pt idx="2784">
                  <c:v>3078.8</c:v>
                </c:pt>
                <c:pt idx="2785">
                  <c:v>3008.8</c:v>
                </c:pt>
                <c:pt idx="2786">
                  <c:v>3007.3</c:v>
                </c:pt>
                <c:pt idx="2787">
                  <c:v>2997.1</c:v>
                </c:pt>
                <c:pt idx="2788">
                  <c:v>3082.4</c:v>
                </c:pt>
                <c:pt idx="2789">
                  <c:v>3026.1</c:v>
                </c:pt>
                <c:pt idx="2790">
                  <c:v>3062.2</c:v>
                </c:pt>
                <c:pt idx="2791">
                  <c:v>3042.7</c:v>
                </c:pt>
                <c:pt idx="2792">
                  <c:v>3116.3</c:v>
                </c:pt>
                <c:pt idx="2793">
                  <c:v>3095.5</c:v>
                </c:pt>
                <c:pt idx="2794">
                  <c:v>3090.25</c:v>
                </c:pt>
                <c:pt idx="2795">
                  <c:v>3053.9</c:v>
                </c:pt>
                <c:pt idx="2796">
                  <c:v>3100.8</c:v>
                </c:pt>
                <c:pt idx="2797">
                  <c:v>3030.15</c:v>
                </c:pt>
                <c:pt idx="2798">
                  <c:v>3030.9</c:v>
                </c:pt>
                <c:pt idx="2799">
                  <c:v>2978.7</c:v>
                </c:pt>
                <c:pt idx="2800">
                  <c:v>2941.1</c:v>
                </c:pt>
                <c:pt idx="2801">
                  <c:v>2922.3</c:v>
                </c:pt>
                <c:pt idx="2802">
                  <c:v>2943.05</c:v>
                </c:pt>
                <c:pt idx="2803">
                  <c:v>2993.35</c:v>
                </c:pt>
                <c:pt idx="2804">
                  <c:v>3002.8</c:v>
                </c:pt>
                <c:pt idx="2805">
                  <c:v>3163.05</c:v>
                </c:pt>
                <c:pt idx="2806">
                  <c:v>3139.55</c:v>
                </c:pt>
                <c:pt idx="2807">
                  <c:v>3173.35</c:v>
                </c:pt>
                <c:pt idx="2808">
                  <c:v>3170.9</c:v>
                </c:pt>
                <c:pt idx="2809">
                  <c:v>3241.3</c:v>
                </c:pt>
                <c:pt idx="2810">
                  <c:v>3218.15</c:v>
                </c:pt>
                <c:pt idx="2811">
                  <c:v>3283.15</c:v>
                </c:pt>
                <c:pt idx="2812">
                  <c:v>3283.25</c:v>
                </c:pt>
                <c:pt idx="2813">
                  <c:v>3275.15</c:v>
                </c:pt>
                <c:pt idx="2814">
                  <c:v>3245.9</c:v>
                </c:pt>
                <c:pt idx="2815">
                  <c:v>3227.3</c:v>
                </c:pt>
                <c:pt idx="2816">
                  <c:v>3241.6</c:v>
                </c:pt>
                <c:pt idx="2817">
                  <c:v>3306.2</c:v>
                </c:pt>
                <c:pt idx="2818">
                  <c:v>2989.5</c:v>
                </c:pt>
                <c:pt idx="2819">
                  <c:v>2906.1</c:v>
                </c:pt>
                <c:pt idx="2820">
                  <c:v>2887.35</c:v>
                </c:pt>
                <c:pt idx="2821">
                  <c:v>2907.3</c:v>
                </c:pt>
                <c:pt idx="2822">
                  <c:v>2910</c:v>
                </c:pt>
                <c:pt idx="2823">
                  <c:v>2941.3</c:v>
                </c:pt>
                <c:pt idx="2824">
                  <c:v>2942.35</c:v>
                </c:pt>
                <c:pt idx="2825">
                  <c:v>2953.15</c:v>
                </c:pt>
                <c:pt idx="2826">
                  <c:v>2929.15</c:v>
                </c:pt>
                <c:pt idx="2827">
                  <c:v>2906.25</c:v>
                </c:pt>
                <c:pt idx="2828">
                  <c:v>2922.55</c:v>
                </c:pt>
                <c:pt idx="2829">
                  <c:v>2911.05</c:v>
                </c:pt>
                <c:pt idx="2830">
                  <c:v>2869.75</c:v>
                </c:pt>
                <c:pt idx="2831">
                  <c:v>2848.5</c:v>
                </c:pt>
                <c:pt idx="2832">
                  <c:v>2893</c:v>
                </c:pt>
                <c:pt idx="2833">
                  <c:v>2908.55</c:v>
                </c:pt>
                <c:pt idx="2834">
                  <c:v>2880.05</c:v>
                </c:pt>
                <c:pt idx="2835">
                  <c:v>2906.05</c:v>
                </c:pt>
                <c:pt idx="2836">
                  <c:v>2881.25</c:v>
                </c:pt>
                <c:pt idx="2837">
                  <c:v>2878.35</c:v>
                </c:pt>
                <c:pt idx="2838">
                  <c:v>2850.4</c:v>
                </c:pt>
                <c:pt idx="2839">
                  <c:v>2844.15</c:v>
                </c:pt>
                <c:pt idx="2840">
                  <c:v>2842.5</c:v>
                </c:pt>
                <c:pt idx="2841">
                  <c:v>2846.45</c:v>
                </c:pt>
                <c:pt idx="2842">
                  <c:v>2849.85</c:v>
                </c:pt>
                <c:pt idx="2843">
                  <c:v>2837.05</c:v>
                </c:pt>
                <c:pt idx="2844">
                  <c:v>2844.5</c:v>
                </c:pt>
                <c:pt idx="2845">
                  <c:v>2788.65</c:v>
                </c:pt>
                <c:pt idx="2846">
                  <c:v>2776.55</c:v>
                </c:pt>
                <c:pt idx="2847">
                  <c:v>2787.5</c:v>
                </c:pt>
                <c:pt idx="2848">
                  <c:v>2780.6</c:v>
                </c:pt>
                <c:pt idx="2849">
                  <c:v>2785.65</c:v>
                </c:pt>
                <c:pt idx="2850">
                  <c:v>2811.55</c:v>
                </c:pt>
                <c:pt idx="2851">
                  <c:v>2803.05</c:v>
                </c:pt>
                <c:pt idx="2852">
                  <c:v>2816.2</c:v>
                </c:pt>
                <c:pt idx="2853">
                  <c:v>2837.9</c:v>
                </c:pt>
                <c:pt idx="2854">
                  <c:v>2892.55</c:v>
                </c:pt>
                <c:pt idx="2855">
                  <c:v>2871.7</c:v>
                </c:pt>
                <c:pt idx="2856">
                  <c:v>2861.5</c:v>
                </c:pt>
                <c:pt idx="2857">
                  <c:v>2862.35</c:v>
                </c:pt>
                <c:pt idx="2858">
                  <c:v>2877.6</c:v>
                </c:pt>
                <c:pt idx="2859">
                  <c:v>2872.3</c:v>
                </c:pt>
                <c:pt idx="2860">
                  <c:v>2835.6</c:v>
                </c:pt>
                <c:pt idx="2861">
                  <c:v>2800.3</c:v>
                </c:pt>
                <c:pt idx="2862">
                  <c:v>2769.65</c:v>
                </c:pt>
                <c:pt idx="2863">
                  <c:v>2709.55</c:v>
                </c:pt>
                <c:pt idx="2864">
                  <c:v>2727.15</c:v>
                </c:pt>
                <c:pt idx="2865">
                  <c:v>2755.05</c:v>
                </c:pt>
                <c:pt idx="2866">
                  <c:v>2779.1</c:v>
                </c:pt>
                <c:pt idx="2867">
                  <c:v>2859.95</c:v>
                </c:pt>
                <c:pt idx="2868">
                  <c:v>2871.05</c:v>
                </c:pt>
                <c:pt idx="2869">
                  <c:v>2865.3</c:v>
                </c:pt>
                <c:pt idx="2870">
                  <c:v>2881.75</c:v>
                </c:pt>
                <c:pt idx="2871">
                  <c:v>2910.45</c:v>
                </c:pt>
                <c:pt idx="2872">
                  <c:v>2934.15</c:v>
                </c:pt>
                <c:pt idx="2873">
                  <c:v>2938.95</c:v>
                </c:pt>
                <c:pt idx="2874">
                  <c:v>2956.45</c:v>
                </c:pt>
                <c:pt idx="2875">
                  <c:v>2953.7</c:v>
                </c:pt>
                <c:pt idx="2876">
                  <c:v>2995.7</c:v>
                </c:pt>
                <c:pt idx="2877">
                  <c:v>2976.55</c:v>
                </c:pt>
                <c:pt idx="2878">
                  <c:v>2921.15</c:v>
                </c:pt>
                <c:pt idx="2879">
                  <c:v>2791.55</c:v>
                </c:pt>
                <c:pt idx="2880">
                  <c:v>2777.3</c:v>
                </c:pt>
                <c:pt idx="2881">
                  <c:v>2740.35</c:v>
                </c:pt>
                <c:pt idx="2882">
                  <c:v>2731.35</c:v>
                </c:pt>
                <c:pt idx="2883">
                  <c:v>2713.4</c:v>
                </c:pt>
                <c:pt idx="2884">
                  <c:v>2750.5</c:v>
                </c:pt>
                <c:pt idx="2885">
                  <c:v>2752.45</c:v>
                </c:pt>
                <c:pt idx="2886">
                  <c:v>2768.1</c:v>
                </c:pt>
                <c:pt idx="2887">
                  <c:v>2828.25</c:v>
                </c:pt>
                <c:pt idx="2888">
                  <c:v>2807.75</c:v>
                </c:pt>
                <c:pt idx="2889">
                  <c:v>2801.8</c:v>
                </c:pt>
                <c:pt idx="2890">
                  <c:v>2796.65</c:v>
                </c:pt>
                <c:pt idx="2891">
                  <c:v>2751.1</c:v>
                </c:pt>
                <c:pt idx="2892">
                  <c:v>2775.9</c:v>
                </c:pt>
                <c:pt idx="2893">
                  <c:v>2815.1</c:v>
                </c:pt>
                <c:pt idx="2894">
                  <c:v>2750.95</c:v>
                </c:pt>
                <c:pt idx="2895">
                  <c:v>2732.6</c:v>
                </c:pt>
                <c:pt idx="2896">
                  <c:v>2709.15</c:v>
                </c:pt>
                <c:pt idx="2897">
                  <c:v>2591.1999999999998</c:v>
                </c:pt>
                <c:pt idx="2898">
                  <c:v>2470.5</c:v>
                </c:pt>
                <c:pt idx="2899">
                  <c:v>2374.5500000000002</c:v>
                </c:pt>
                <c:pt idx="2900">
                  <c:v>2447.1</c:v>
                </c:pt>
                <c:pt idx="2901">
                  <c:v>2440.6</c:v>
                </c:pt>
                <c:pt idx="2902">
                  <c:v>2375.1999999999998</c:v>
                </c:pt>
                <c:pt idx="2903">
                  <c:v>2399.3000000000002</c:v>
                </c:pt>
                <c:pt idx="2904">
                  <c:v>2448.9499999999998</c:v>
                </c:pt>
                <c:pt idx="2905">
                  <c:v>2354.1</c:v>
                </c:pt>
                <c:pt idx="2906">
                  <c:v>2224.6999999999998</c:v>
                </c:pt>
                <c:pt idx="2907">
                  <c:v>2194.6</c:v>
                </c:pt>
                <c:pt idx="2908">
                  <c:v>2276.9499999999998</c:v>
                </c:pt>
                <c:pt idx="2909">
                  <c:v>2250.9</c:v>
                </c:pt>
                <c:pt idx="2910">
                  <c:v>2183.4</c:v>
                </c:pt>
                <c:pt idx="2911">
                  <c:v>2202.5500000000002</c:v>
                </c:pt>
                <c:pt idx="2912">
                  <c:v>2296.25</c:v>
                </c:pt>
                <c:pt idx="2913">
                  <c:v>2342.9499999999998</c:v>
                </c:pt>
                <c:pt idx="2914">
                  <c:v>2319.1999999999998</c:v>
                </c:pt>
                <c:pt idx="2915">
                  <c:v>2265.1</c:v>
                </c:pt>
                <c:pt idx="2916">
                  <c:v>2302.5500000000002</c:v>
                </c:pt>
                <c:pt idx="2917">
                  <c:v>2291.4499999999998</c:v>
                </c:pt>
                <c:pt idx="2918">
                  <c:v>2338.4499999999998</c:v>
                </c:pt>
                <c:pt idx="2919">
                  <c:v>2274.3000000000002</c:v>
                </c:pt>
                <c:pt idx="2920">
                  <c:v>2198.4499999999998</c:v>
                </c:pt>
                <c:pt idx="2921">
                  <c:v>2222.0500000000002</c:v>
                </c:pt>
                <c:pt idx="2922">
                  <c:v>2351.65</c:v>
                </c:pt>
                <c:pt idx="2923">
                  <c:v>2409.9</c:v>
                </c:pt>
                <c:pt idx="2924">
                  <c:v>2395.15</c:v>
                </c:pt>
                <c:pt idx="2925">
                  <c:v>2362.65</c:v>
                </c:pt>
                <c:pt idx="2926">
                  <c:v>2436.5500000000002</c:v>
                </c:pt>
                <c:pt idx="2927">
                  <c:v>2435.65</c:v>
                </c:pt>
                <c:pt idx="2928">
                  <c:v>2352.6</c:v>
                </c:pt>
                <c:pt idx="2929">
                  <c:v>2338.8000000000002</c:v>
                </c:pt>
                <c:pt idx="2930">
                  <c:v>2355</c:v>
                </c:pt>
                <c:pt idx="2931">
                  <c:v>2444.15</c:v>
                </c:pt>
                <c:pt idx="2932">
                  <c:v>2470.25</c:v>
                </c:pt>
                <c:pt idx="2933">
                  <c:v>2551.1</c:v>
                </c:pt>
                <c:pt idx="2934">
                  <c:v>2533.0500000000002</c:v>
                </c:pt>
                <c:pt idx="2935">
                  <c:v>2475.9</c:v>
                </c:pt>
                <c:pt idx="2936">
                  <c:v>2438.5</c:v>
                </c:pt>
                <c:pt idx="2937">
                  <c:v>2446.9499999999998</c:v>
                </c:pt>
                <c:pt idx="2938">
                  <c:v>2508.6999999999998</c:v>
                </c:pt>
                <c:pt idx="2939">
                  <c:v>2589.9499999999998</c:v>
                </c:pt>
                <c:pt idx="2940">
                  <c:v>2504.5500000000002</c:v>
                </c:pt>
                <c:pt idx="2941">
                  <c:v>2679.35</c:v>
                </c:pt>
                <c:pt idx="2942">
                  <c:v>2696.7</c:v>
                </c:pt>
                <c:pt idx="2943">
                  <c:v>2743.75</c:v>
                </c:pt>
                <c:pt idx="2944">
                  <c:v>2746.55</c:v>
                </c:pt>
                <c:pt idx="2945">
                  <c:v>2701.55</c:v>
                </c:pt>
                <c:pt idx="2946">
                  <c:v>2727.75</c:v>
                </c:pt>
                <c:pt idx="2947">
                  <c:v>2747.55</c:v>
                </c:pt>
                <c:pt idx="2948">
                  <c:v>2722.65</c:v>
                </c:pt>
                <c:pt idx="2949">
                  <c:v>2767.3</c:v>
                </c:pt>
                <c:pt idx="2950">
                  <c:v>2858.7</c:v>
                </c:pt>
                <c:pt idx="2951">
                  <c:v>2838.65</c:v>
                </c:pt>
                <c:pt idx="2952">
                  <c:v>2858.65</c:v>
                </c:pt>
                <c:pt idx="2953">
                  <c:v>2877.55</c:v>
                </c:pt>
                <c:pt idx="2954">
                  <c:v>2836.6</c:v>
                </c:pt>
                <c:pt idx="2955">
                  <c:v>2834.4</c:v>
                </c:pt>
                <c:pt idx="2956">
                  <c:v>2802.1</c:v>
                </c:pt>
                <c:pt idx="2957">
                  <c:v>2825.95</c:v>
                </c:pt>
                <c:pt idx="2958">
                  <c:v>2842.1</c:v>
                </c:pt>
                <c:pt idx="2959">
                  <c:v>2835.3</c:v>
                </c:pt>
                <c:pt idx="2960">
                  <c:v>2775.7</c:v>
                </c:pt>
                <c:pt idx="2961">
                  <c:v>2808.8</c:v>
                </c:pt>
                <c:pt idx="2962">
                  <c:v>2798.3</c:v>
                </c:pt>
                <c:pt idx="2963">
                  <c:v>2778.3</c:v>
                </c:pt>
                <c:pt idx="2964">
                  <c:v>2753.5</c:v>
                </c:pt>
                <c:pt idx="2965">
                  <c:v>2740.8</c:v>
                </c:pt>
                <c:pt idx="2966">
                  <c:v>2670.1</c:v>
                </c:pt>
                <c:pt idx="2967">
                  <c:v>2724</c:v>
                </c:pt>
                <c:pt idx="2968">
                  <c:v>2652.65</c:v>
                </c:pt>
                <c:pt idx="2969">
                  <c:v>2666.2</c:v>
                </c:pt>
                <c:pt idx="2970">
                  <c:v>2599.6999999999998</c:v>
                </c:pt>
                <c:pt idx="2971">
                  <c:v>2636.15</c:v>
                </c:pt>
                <c:pt idx="2972">
                  <c:v>2597.9499999999998</c:v>
                </c:pt>
                <c:pt idx="2973">
                  <c:v>2606.85</c:v>
                </c:pt>
                <c:pt idx="2974">
                  <c:v>2655.35</c:v>
                </c:pt>
                <c:pt idx="2975">
                  <c:v>2694.15</c:v>
                </c:pt>
                <c:pt idx="2976">
                  <c:v>2701.15</c:v>
                </c:pt>
                <c:pt idx="2977">
                  <c:v>2758.95</c:v>
                </c:pt>
                <c:pt idx="2978">
                  <c:v>2723.45</c:v>
                </c:pt>
                <c:pt idx="2979">
                  <c:v>2710.3</c:v>
                </c:pt>
                <c:pt idx="2980">
                  <c:v>2740.25</c:v>
                </c:pt>
                <c:pt idx="2981">
                  <c:v>2752.2</c:v>
                </c:pt>
                <c:pt idx="2982">
                  <c:v>2740.25</c:v>
                </c:pt>
                <c:pt idx="2983">
                  <c:v>2716.35</c:v>
                </c:pt>
                <c:pt idx="2984">
                  <c:v>2724.5</c:v>
                </c:pt>
                <c:pt idx="2985">
                  <c:v>2676.4</c:v>
                </c:pt>
                <c:pt idx="2986">
                  <c:v>2668.75</c:v>
                </c:pt>
                <c:pt idx="2987">
                  <c:v>2743</c:v>
                </c:pt>
                <c:pt idx="2988">
                  <c:v>2720.85</c:v>
                </c:pt>
                <c:pt idx="2989">
                  <c:v>2694.75</c:v>
                </c:pt>
                <c:pt idx="2990">
                  <c:v>2775.85</c:v>
                </c:pt>
                <c:pt idx="2991">
                  <c:v>2759.4</c:v>
                </c:pt>
                <c:pt idx="2992">
                  <c:v>2782</c:v>
                </c:pt>
                <c:pt idx="2993">
                  <c:v>2742.1</c:v>
                </c:pt>
                <c:pt idx="2994">
                  <c:v>2767.65</c:v>
                </c:pt>
                <c:pt idx="2995">
                  <c:v>2808.95</c:v>
                </c:pt>
                <c:pt idx="2996">
                  <c:v>2864.3</c:v>
                </c:pt>
                <c:pt idx="2997">
                  <c:v>2854.4</c:v>
                </c:pt>
                <c:pt idx="2998">
                  <c:v>2840.15</c:v>
                </c:pt>
                <c:pt idx="2999">
                  <c:v>2832.15</c:v>
                </c:pt>
                <c:pt idx="3000">
                  <c:v>2835.2</c:v>
                </c:pt>
                <c:pt idx="3001">
                  <c:v>2836.55</c:v>
                </c:pt>
                <c:pt idx="3002">
                  <c:v>2863.6</c:v>
                </c:pt>
                <c:pt idx="3003">
                  <c:v>2826.6</c:v>
                </c:pt>
                <c:pt idx="3004">
                  <c:v>2588.25</c:v>
                </c:pt>
                <c:pt idx="3005">
                  <c:v>2584.1999999999998</c:v>
                </c:pt>
                <c:pt idx="3006">
                  <c:v>2640.15</c:v>
                </c:pt>
                <c:pt idx="3007">
                  <c:v>2662.05</c:v>
                </c:pt>
                <c:pt idx="3008">
                  <c:v>2612.0500000000002</c:v>
                </c:pt>
                <c:pt idx="3009">
                  <c:v>2594.6999999999998</c:v>
                </c:pt>
                <c:pt idx="3010">
                  <c:v>2588.8000000000002</c:v>
                </c:pt>
                <c:pt idx="3011">
                  <c:v>2600.3000000000002</c:v>
                </c:pt>
                <c:pt idx="3012">
                  <c:v>2620.8000000000002</c:v>
                </c:pt>
                <c:pt idx="3013">
                  <c:v>2665.8</c:v>
                </c:pt>
                <c:pt idx="3014">
                  <c:v>2725</c:v>
                </c:pt>
                <c:pt idx="3015">
                  <c:v>2712.3</c:v>
                </c:pt>
                <c:pt idx="3016">
                  <c:v>2746</c:v>
                </c:pt>
                <c:pt idx="3017">
                  <c:v>2742.7</c:v>
                </c:pt>
                <c:pt idx="3018">
                  <c:v>2757</c:v>
                </c:pt>
                <c:pt idx="3019">
                  <c:v>2783.25</c:v>
                </c:pt>
                <c:pt idx="3020">
                  <c:v>2777.1</c:v>
                </c:pt>
                <c:pt idx="3021">
                  <c:v>2727.5</c:v>
                </c:pt>
                <c:pt idx="3022">
                  <c:v>2769.15</c:v>
                </c:pt>
                <c:pt idx="3023">
                  <c:v>2809.9</c:v>
                </c:pt>
                <c:pt idx="3024">
                  <c:v>2790.4</c:v>
                </c:pt>
                <c:pt idx="3025">
                  <c:v>2788.4</c:v>
                </c:pt>
                <c:pt idx="3026">
                  <c:v>2801.05</c:v>
                </c:pt>
                <c:pt idx="3027">
                  <c:v>2864.1</c:v>
                </c:pt>
                <c:pt idx="3028">
                  <c:v>2908.95</c:v>
                </c:pt>
                <c:pt idx="3029">
                  <c:v>2947.8</c:v>
                </c:pt>
                <c:pt idx="3030">
                  <c:v>2938.25</c:v>
                </c:pt>
                <c:pt idx="3031">
                  <c:v>2952.25</c:v>
                </c:pt>
                <c:pt idx="3032">
                  <c:v>2933.15</c:v>
                </c:pt>
                <c:pt idx="3033">
                  <c:v>2948.05</c:v>
                </c:pt>
                <c:pt idx="3034">
                  <c:v>2883.35</c:v>
                </c:pt>
                <c:pt idx="3035">
                  <c:v>2872.4</c:v>
                </c:pt>
                <c:pt idx="3036">
                  <c:v>2883.45</c:v>
                </c:pt>
                <c:pt idx="3037">
                  <c:v>2856.65</c:v>
                </c:pt>
                <c:pt idx="3038">
                  <c:v>2845.7</c:v>
                </c:pt>
                <c:pt idx="3039">
                  <c:v>2858.1</c:v>
                </c:pt>
                <c:pt idx="3040">
                  <c:v>2809.85</c:v>
                </c:pt>
                <c:pt idx="3041">
                  <c:v>2852.45</c:v>
                </c:pt>
                <c:pt idx="3042">
                  <c:v>2883.85</c:v>
                </c:pt>
                <c:pt idx="3043">
                  <c:v>2855.3</c:v>
                </c:pt>
                <c:pt idx="3044">
                  <c:v>2817.4</c:v>
                </c:pt>
                <c:pt idx="3045">
                  <c:v>2859.8</c:v>
                </c:pt>
                <c:pt idx="3046">
                  <c:v>2878.85</c:v>
                </c:pt>
                <c:pt idx="3047">
                  <c:v>2881.9</c:v>
                </c:pt>
                <c:pt idx="3048">
                  <c:v>2864.95</c:v>
                </c:pt>
                <c:pt idx="3049">
                  <c:v>2837.5</c:v>
                </c:pt>
                <c:pt idx="3050">
                  <c:v>2831.35</c:v>
                </c:pt>
                <c:pt idx="3051">
                  <c:v>2867.3</c:v>
                </c:pt>
                <c:pt idx="3052">
                  <c:v>2828.3</c:v>
                </c:pt>
                <c:pt idx="3053">
                  <c:v>2872.7</c:v>
                </c:pt>
                <c:pt idx="3054">
                  <c:v>2830.75</c:v>
                </c:pt>
                <c:pt idx="3055">
                  <c:v>2875.9</c:v>
                </c:pt>
                <c:pt idx="3056">
                  <c:v>2843.1</c:v>
                </c:pt>
                <c:pt idx="3057">
                  <c:v>2792</c:v>
                </c:pt>
                <c:pt idx="3058">
                  <c:v>2866.3</c:v>
                </c:pt>
                <c:pt idx="3059">
                  <c:v>2850.2</c:v>
                </c:pt>
                <c:pt idx="3060">
                  <c:v>2858.45</c:v>
                </c:pt>
                <c:pt idx="3061">
                  <c:v>2851.1</c:v>
                </c:pt>
                <c:pt idx="3062">
                  <c:v>2822.75</c:v>
                </c:pt>
                <c:pt idx="3063">
                  <c:v>2771.4</c:v>
                </c:pt>
                <c:pt idx="3064">
                  <c:v>2804.4</c:v>
                </c:pt>
                <c:pt idx="3065">
                  <c:v>2750.65</c:v>
                </c:pt>
                <c:pt idx="3066">
                  <c:v>2402.5500000000002</c:v>
                </c:pt>
                <c:pt idx="3067">
                  <c:v>2364.5500000000002</c:v>
                </c:pt>
                <c:pt idx="3068">
                  <c:v>2380.6999999999998</c:v>
                </c:pt>
                <c:pt idx="3069">
                  <c:v>2371.25</c:v>
                </c:pt>
                <c:pt idx="3070">
                  <c:v>2405.4</c:v>
                </c:pt>
                <c:pt idx="3071">
                  <c:v>2407.4</c:v>
                </c:pt>
                <c:pt idx="3072">
                  <c:v>2310.9</c:v>
                </c:pt>
                <c:pt idx="3073">
                  <c:v>2349.5500000000002</c:v>
                </c:pt>
                <c:pt idx="3074">
                  <c:v>2349.9499999999998</c:v>
                </c:pt>
                <c:pt idx="3075">
                  <c:v>2356.1999999999998</c:v>
                </c:pt>
                <c:pt idx="3076">
                  <c:v>2391</c:v>
                </c:pt>
                <c:pt idx="3077">
                  <c:v>2395.8000000000002</c:v>
                </c:pt>
                <c:pt idx="3078">
                  <c:v>2462.1</c:v>
                </c:pt>
                <c:pt idx="3079">
                  <c:v>2472</c:v>
                </c:pt>
                <c:pt idx="3080">
                  <c:v>2482.9</c:v>
                </c:pt>
                <c:pt idx="3081">
                  <c:v>2441.9499999999998</c:v>
                </c:pt>
                <c:pt idx="3082">
                  <c:v>2437.6</c:v>
                </c:pt>
                <c:pt idx="3083">
                  <c:v>2393.9</c:v>
                </c:pt>
                <c:pt idx="3084">
                  <c:v>2366.25</c:v>
                </c:pt>
                <c:pt idx="3085">
                  <c:v>2344.1999999999998</c:v>
                </c:pt>
                <c:pt idx="3086">
                  <c:v>2311.3000000000002</c:v>
                </c:pt>
                <c:pt idx="3087">
                  <c:v>2338.9499999999998</c:v>
                </c:pt>
                <c:pt idx="3088">
                  <c:v>2415.1999999999998</c:v>
                </c:pt>
                <c:pt idx="3089">
                  <c:v>2368.4499999999998</c:v>
                </c:pt>
                <c:pt idx="3090">
                  <c:v>2370.5500000000002</c:v>
                </c:pt>
                <c:pt idx="3091">
                  <c:v>2382.85</c:v>
                </c:pt>
                <c:pt idx="3092">
                  <c:v>2340.4499999999998</c:v>
                </c:pt>
                <c:pt idx="3093">
                  <c:v>2341.1</c:v>
                </c:pt>
                <c:pt idx="3094">
                  <c:v>2348.1999999999998</c:v>
                </c:pt>
                <c:pt idx="3095">
                  <c:v>2380.8000000000002</c:v>
                </c:pt>
                <c:pt idx="3096">
                  <c:v>2372.85</c:v>
                </c:pt>
                <c:pt idx="3097">
                  <c:v>2385.8000000000002</c:v>
                </c:pt>
                <c:pt idx="3098">
                  <c:v>2409.5</c:v>
                </c:pt>
                <c:pt idx="3099">
                  <c:v>2432.3000000000002</c:v>
                </c:pt>
                <c:pt idx="3100">
                  <c:v>2429.35</c:v>
                </c:pt>
                <c:pt idx="3101">
                  <c:v>2389.1999999999998</c:v>
                </c:pt>
                <c:pt idx="3102">
                  <c:v>2385.6</c:v>
                </c:pt>
                <c:pt idx="3103">
                  <c:v>2388.85</c:v>
                </c:pt>
                <c:pt idx="3104">
                  <c:v>2415.5</c:v>
                </c:pt>
                <c:pt idx="3105">
                  <c:v>2452.9499999999998</c:v>
                </c:pt>
                <c:pt idx="3106">
                  <c:v>2419.25</c:v>
                </c:pt>
                <c:pt idx="3107">
                  <c:v>2425.65</c:v>
                </c:pt>
                <c:pt idx="3108">
                  <c:v>2458.0500000000002</c:v>
                </c:pt>
                <c:pt idx="3109">
                  <c:v>2470.1</c:v>
                </c:pt>
                <c:pt idx="3110">
                  <c:v>2498.3000000000002</c:v>
                </c:pt>
                <c:pt idx="3111">
                  <c:v>2522.5500000000002</c:v>
                </c:pt>
                <c:pt idx="3112">
                  <c:v>2511.6999999999998</c:v>
                </c:pt>
                <c:pt idx="3113">
                  <c:v>2477</c:v>
                </c:pt>
                <c:pt idx="3114">
                  <c:v>2470.1</c:v>
                </c:pt>
                <c:pt idx="3115">
                  <c:v>2491.3000000000002</c:v>
                </c:pt>
                <c:pt idx="3116">
                  <c:v>2474.4499999999998</c:v>
                </c:pt>
                <c:pt idx="3117">
                  <c:v>2468.15</c:v>
                </c:pt>
                <c:pt idx="3118">
                  <c:v>2440.4</c:v>
                </c:pt>
                <c:pt idx="3119">
                  <c:v>2468.1</c:v>
                </c:pt>
                <c:pt idx="3120">
                  <c:v>2473.3000000000002</c:v>
                </c:pt>
                <c:pt idx="3121">
                  <c:v>2509.1999999999998</c:v>
                </c:pt>
                <c:pt idx="3122">
                  <c:v>2499.4</c:v>
                </c:pt>
                <c:pt idx="3123">
                  <c:v>2490.5500000000002</c:v>
                </c:pt>
                <c:pt idx="3124">
                  <c:v>2479.4</c:v>
                </c:pt>
                <c:pt idx="3125">
                  <c:v>2480.25</c:v>
                </c:pt>
                <c:pt idx="3126">
                  <c:v>2444.65</c:v>
                </c:pt>
                <c:pt idx="3127">
                  <c:v>2437.9499999999998</c:v>
                </c:pt>
                <c:pt idx="3128">
                  <c:v>2459.4</c:v>
                </c:pt>
                <c:pt idx="3129">
                  <c:v>2471</c:v>
                </c:pt>
                <c:pt idx="3130">
                  <c:v>2264.4</c:v>
                </c:pt>
                <c:pt idx="3131">
                  <c:v>2229.8000000000002</c:v>
                </c:pt>
                <c:pt idx="3132">
                  <c:v>2171.3000000000002</c:v>
                </c:pt>
                <c:pt idx="3133">
                  <c:v>2171.25</c:v>
                </c:pt>
                <c:pt idx="3134">
                  <c:v>2178.9</c:v>
                </c:pt>
                <c:pt idx="3135">
                  <c:v>2245.1999999999998</c:v>
                </c:pt>
                <c:pt idx="3136">
                  <c:v>2218.75</c:v>
                </c:pt>
                <c:pt idx="3137">
                  <c:v>2189.1</c:v>
                </c:pt>
                <c:pt idx="3138">
                  <c:v>2168.65</c:v>
                </c:pt>
                <c:pt idx="3139">
                  <c:v>2168.5500000000002</c:v>
                </c:pt>
                <c:pt idx="3140">
                  <c:v>2123.8000000000002</c:v>
                </c:pt>
                <c:pt idx="3141">
                  <c:v>2148.65</c:v>
                </c:pt>
                <c:pt idx="3142">
                  <c:v>2209.6999999999998</c:v>
                </c:pt>
                <c:pt idx="3143">
                  <c:v>2226.9499999999998</c:v>
                </c:pt>
                <c:pt idx="3144">
                  <c:v>2218.5500000000002</c:v>
                </c:pt>
                <c:pt idx="3145">
                  <c:v>2205.75</c:v>
                </c:pt>
                <c:pt idx="3146">
                  <c:v>2208.5</c:v>
                </c:pt>
                <c:pt idx="3147">
                  <c:v>2216.8000000000002</c:v>
                </c:pt>
                <c:pt idx="3148">
                  <c:v>2253.3000000000002</c:v>
                </c:pt>
                <c:pt idx="3149">
                  <c:v>2283.6</c:v>
                </c:pt>
                <c:pt idx="3150">
                  <c:v>2282.0500000000002</c:v>
                </c:pt>
                <c:pt idx="3151">
                  <c:v>2313.0500000000002</c:v>
                </c:pt>
                <c:pt idx="3152">
                  <c:v>2320.1</c:v>
                </c:pt>
                <c:pt idx="3153">
                  <c:v>2329.35</c:v>
                </c:pt>
                <c:pt idx="3154">
                  <c:v>2315.4499999999998</c:v>
                </c:pt>
                <c:pt idx="3155">
                  <c:v>2351.0500000000002</c:v>
                </c:pt>
                <c:pt idx="3156">
                  <c:v>2409</c:v>
                </c:pt>
                <c:pt idx="3157">
                  <c:v>2433.6</c:v>
                </c:pt>
                <c:pt idx="3158">
                  <c:v>2477.1999999999998</c:v>
                </c:pt>
                <c:pt idx="3159">
                  <c:v>2444.8000000000002</c:v>
                </c:pt>
                <c:pt idx="3160">
                  <c:v>2411.9</c:v>
                </c:pt>
                <c:pt idx="3161">
                  <c:v>2421.15</c:v>
                </c:pt>
                <c:pt idx="3162">
                  <c:v>2388.3000000000002</c:v>
                </c:pt>
                <c:pt idx="3163">
                  <c:v>2392.6999999999998</c:v>
                </c:pt>
                <c:pt idx="3164">
                  <c:v>2361.65</c:v>
                </c:pt>
                <c:pt idx="3165">
                  <c:v>2365.1</c:v>
                </c:pt>
                <c:pt idx="3166">
                  <c:v>2360.8000000000002</c:v>
                </c:pt>
                <c:pt idx="3167">
                  <c:v>2339.4499999999998</c:v>
                </c:pt>
                <c:pt idx="3168">
                  <c:v>2422</c:v>
                </c:pt>
                <c:pt idx="3169">
                  <c:v>2487.25</c:v>
                </c:pt>
                <c:pt idx="3170">
                  <c:v>2496</c:v>
                </c:pt>
                <c:pt idx="3171">
                  <c:v>2512.35</c:v>
                </c:pt>
                <c:pt idx="3172">
                  <c:v>2529.5</c:v>
                </c:pt>
                <c:pt idx="3173">
                  <c:v>2539.6999999999998</c:v>
                </c:pt>
                <c:pt idx="3174">
                  <c:v>2555.0500000000002</c:v>
                </c:pt>
                <c:pt idx="3175">
                  <c:v>2632.1</c:v>
                </c:pt>
                <c:pt idx="3176">
                  <c:v>2564.5</c:v>
                </c:pt>
                <c:pt idx="3177">
                  <c:v>2600.8000000000002</c:v>
                </c:pt>
                <c:pt idx="3178">
                  <c:v>2617.1999999999998</c:v>
                </c:pt>
                <c:pt idx="3179">
                  <c:v>2593.3000000000002</c:v>
                </c:pt>
                <c:pt idx="3180">
                  <c:v>2600.15</c:v>
                </c:pt>
                <c:pt idx="3181">
                  <c:v>2598.0500000000002</c:v>
                </c:pt>
                <c:pt idx="3182">
                  <c:v>2589.3000000000002</c:v>
                </c:pt>
                <c:pt idx="3183">
                  <c:v>2549.35</c:v>
                </c:pt>
                <c:pt idx="3184">
                  <c:v>2534.9499999999998</c:v>
                </c:pt>
                <c:pt idx="3185">
                  <c:v>2609.65</c:v>
                </c:pt>
                <c:pt idx="3186">
                  <c:v>2578.25</c:v>
                </c:pt>
                <c:pt idx="3187">
                  <c:v>2575.65</c:v>
                </c:pt>
                <c:pt idx="3188">
                  <c:v>2526.85</c:v>
                </c:pt>
                <c:pt idx="3189">
                  <c:v>2488.1999999999998</c:v>
                </c:pt>
                <c:pt idx="3190">
                  <c:v>2536.25</c:v>
                </c:pt>
                <c:pt idx="3191">
                  <c:v>2504.15</c:v>
                </c:pt>
                <c:pt idx="3192">
                  <c:v>2533.1999999999998</c:v>
                </c:pt>
                <c:pt idx="3193">
                  <c:v>2395.35</c:v>
                </c:pt>
                <c:pt idx="3194">
                  <c:v>2365.6</c:v>
                </c:pt>
                <c:pt idx="3195">
                  <c:v>2355.6999999999998</c:v>
                </c:pt>
                <c:pt idx="3196">
                  <c:v>2370.15</c:v>
                </c:pt>
                <c:pt idx="3197">
                  <c:v>2377.6</c:v>
                </c:pt>
                <c:pt idx="3198">
                  <c:v>2383.35</c:v>
                </c:pt>
                <c:pt idx="3199">
                  <c:v>2385.5500000000002</c:v>
                </c:pt>
                <c:pt idx="3200">
                  <c:v>2353.1</c:v>
                </c:pt>
                <c:pt idx="3201">
                  <c:v>2344.75</c:v>
                </c:pt>
                <c:pt idx="3202">
                  <c:v>2329.6</c:v>
                </c:pt>
                <c:pt idx="3203">
                  <c:v>2335.5</c:v>
                </c:pt>
                <c:pt idx="3204">
                  <c:v>2358.35</c:v>
                </c:pt>
                <c:pt idx="3205">
                  <c:v>2363</c:v>
                </c:pt>
                <c:pt idx="3206">
                  <c:v>2364.65</c:v>
                </c:pt>
                <c:pt idx="3207">
                  <c:v>2388.1</c:v>
                </c:pt>
                <c:pt idx="3208">
                  <c:v>2378.4499999999998</c:v>
                </c:pt>
                <c:pt idx="3209">
                  <c:v>2381.65</c:v>
                </c:pt>
                <c:pt idx="3210">
                  <c:v>2404.4</c:v>
                </c:pt>
                <c:pt idx="3211">
                  <c:v>2375.3000000000002</c:v>
                </c:pt>
                <c:pt idx="3212">
                  <c:v>2348.6999999999998</c:v>
                </c:pt>
                <c:pt idx="3213">
                  <c:v>2358.9499999999998</c:v>
                </c:pt>
                <c:pt idx="3214">
                  <c:v>2338.3000000000002</c:v>
                </c:pt>
                <c:pt idx="3215">
                  <c:v>2296.3000000000002</c:v>
                </c:pt>
                <c:pt idx="3216">
                  <c:v>2343.35</c:v>
                </c:pt>
                <c:pt idx="3217">
                  <c:v>2358.5500000000002</c:v>
                </c:pt>
                <c:pt idx="3218">
                  <c:v>2324.75</c:v>
                </c:pt>
                <c:pt idx="3219">
                  <c:v>2349.85</c:v>
                </c:pt>
                <c:pt idx="3220">
                  <c:v>2382.6</c:v>
                </c:pt>
                <c:pt idx="3221">
                  <c:v>2377.5500000000002</c:v>
                </c:pt>
                <c:pt idx="3222">
                  <c:v>2417.4</c:v>
                </c:pt>
                <c:pt idx="3223">
                  <c:v>2470.65</c:v>
                </c:pt>
                <c:pt idx="3224">
                  <c:v>2445.25</c:v>
                </c:pt>
                <c:pt idx="3225">
                  <c:v>2436.85</c:v>
                </c:pt>
                <c:pt idx="3226">
                  <c:v>2439.15</c:v>
                </c:pt>
                <c:pt idx="3227">
                  <c:v>2437.4499999999998</c:v>
                </c:pt>
                <c:pt idx="3228">
                  <c:v>2382.5</c:v>
                </c:pt>
                <c:pt idx="3229">
                  <c:v>2338.3000000000002</c:v>
                </c:pt>
                <c:pt idx="3230">
                  <c:v>2321.15</c:v>
                </c:pt>
                <c:pt idx="3231">
                  <c:v>2313.5500000000002</c:v>
                </c:pt>
                <c:pt idx="3232">
                  <c:v>2294.0500000000002</c:v>
                </c:pt>
                <c:pt idx="3233">
                  <c:v>2297.8000000000002</c:v>
                </c:pt>
                <c:pt idx="3234">
                  <c:v>2283.5500000000002</c:v>
                </c:pt>
                <c:pt idx="3235">
                  <c:v>2278.8000000000002</c:v>
                </c:pt>
                <c:pt idx="3236">
                  <c:v>2266.25</c:v>
                </c:pt>
                <c:pt idx="3237">
                  <c:v>2271</c:v>
                </c:pt>
                <c:pt idx="3238">
                  <c:v>2296.15</c:v>
                </c:pt>
                <c:pt idx="3239">
                  <c:v>2299.6</c:v>
                </c:pt>
                <c:pt idx="3240">
                  <c:v>2296.85</c:v>
                </c:pt>
                <c:pt idx="3241">
                  <c:v>2322.3000000000002</c:v>
                </c:pt>
                <c:pt idx="3242">
                  <c:v>2315.25</c:v>
                </c:pt>
                <c:pt idx="3243">
                  <c:v>2287.75</c:v>
                </c:pt>
                <c:pt idx="3244">
                  <c:v>2323.1999999999998</c:v>
                </c:pt>
                <c:pt idx="3245">
                  <c:v>2318.6999999999998</c:v>
                </c:pt>
                <c:pt idx="3246">
                  <c:v>2308.85</c:v>
                </c:pt>
                <c:pt idx="3247">
                  <c:v>2309.1999999999998</c:v>
                </c:pt>
                <c:pt idx="3248">
                  <c:v>2337.9</c:v>
                </c:pt>
                <c:pt idx="3249">
                  <c:v>2349.5500000000002</c:v>
                </c:pt>
                <c:pt idx="3250">
                  <c:v>2374.8000000000002</c:v>
                </c:pt>
                <c:pt idx="3251">
                  <c:v>2344</c:v>
                </c:pt>
                <c:pt idx="3252">
                  <c:v>2331</c:v>
                </c:pt>
                <c:pt idx="3253">
                  <c:v>2322.3000000000002</c:v>
                </c:pt>
                <c:pt idx="3254">
                  <c:v>2712.1</c:v>
                </c:pt>
                <c:pt idx="3255">
                  <c:v>2806.5</c:v>
                </c:pt>
                <c:pt idx="3256">
                  <c:v>2787.05</c:v>
                </c:pt>
                <c:pt idx="3257">
                  <c:v>2767.45</c:v>
                </c:pt>
                <c:pt idx="3258">
                  <c:v>2797.95</c:v>
                </c:pt>
                <c:pt idx="3259">
                  <c:v>2788.05</c:v>
                </c:pt>
                <c:pt idx="3260">
                  <c:v>2796.3</c:v>
                </c:pt>
                <c:pt idx="3261">
                  <c:v>2783.55</c:v>
                </c:pt>
                <c:pt idx="3262">
                  <c:v>2789.6</c:v>
                </c:pt>
                <c:pt idx="3263">
                  <c:v>2798.2</c:v>
                </c:pt>
                <c:pt idx="3264">
                  <c:v>2814.65</c:v>
                </c:pt>
                <c:pt idx="3265">
                  <c:v>2810.65</c:v>
                </c:pt>
                <c:pt idx="3266">
                  <c:v>2799</c:v>
                </c:pt>
                <c:pt idx="3267">
                  <c:v>2790.65</c:v>
                </c:pt>
                <c:pt idx="3268">
                  <c:v>2789.5</c:v>
                </c:pt>
                <c:pt idx="3269">
                  <c:v>2770.95</c:v>
                </c:pt>
                <c:pt idx="3270">
                  <c:v>2767.6</c:v>
                </c:pt>
                <c:pt idx="3271">
                  <c:v>2755.9</c:v>
                </c:pt>
                <c:pt idx="3272">
                  <c:v>2776</c:v>
                </c:pt>
                <c:pt idx="3273">
                  <c:v>2789.5</c:v>
                </c:pt>
                <c:pt idx="3274">
                  <c:v>2789.45</c:v>
                </c:pt>
                <c:pt idx="3275">
                  <c:v>2792.05</c:v>
                </c:pt>
                <c:pt idx="3276">
                  <c:v>2755.25</c:v>
                </c:pt>
                <c:pt idx="3277">
                  <c:v>2789.55</c:v>
                </c:pt>
                <c:pt idx="3278">
                  <c:v>2812.75</c:v>
                </c:pt>
                <c:pt idx="3279">
                  <c:v>2788.6</c:v>
                </c:pt>
                <c:pt idx="3280">
                  <c:v>2780.1</c:v>
                </c:pt>
                <c:pt idx="3281">
                  <c:v>2820.45</c:v>
                </c:pt>
                <c:pt idx="3282">
                  <c:v>2819.45</c:v>
                </c:pt>
                <c:pt idx="3283">
                  <c:v>2807.8</c:v>
                </c:pt>
                <c:pt idx="3284">
                  <c:v>2840.55</c:v>
                </c:pt>
                <c:pt idx="3285">
                  <c:v>2917.8</c:v>
                </c:pt>
                <c:pt idx="3286">
                  <c:v>2959.8</c:v>
                </c:pt>
                <c:pt idx="3287">
                  <c:v>2910.55</c:v>
                </c:pt>
                <c:pt idx="3288">
                  <c:v>2907</c:v>
                </c:pt>
                <c:pt idx="3289">
                  <c:v>2913.8</c:v>
                </c:pt>
                <c:pt idx="3290">
                  <c:v>2903.45</c:v>
                </c:pt>
                <c:pt idx="3291">
                  <c:v>2921.3</c:v>
                </c:pt>
                <c:pt idx="3292">
                  <c:v>2970.1</c:v>
                </c:pt>
                <c:pt idx="3293">
                  <c:v>3004.35</c:v>
                </c:pt>
                <c:pt idx="3294">
                  <c:v>2970.25</c:v>
                </c:pt>
                <c:pt idx="3295">
                  <c:v>2945.75</c:v>
                </c:pt>
                <c:pt idx="3296">
                  <c:v>2918.1</c:v>
                </c:pt>
                <c:pt idx="3297">
                  <c:v>2863.45</c:v>
                </c:pt>
                <c:pt idx="3298">
                  <c:v>2874.1</c:v>
                </c:pt>
                <c:pt idx="3299">
                  <c:v>2878.25</c:v>
                </c:pt>
                <c:pt idx="3300">
                  <c:v>2860.75</c:v>
                </c:pt>
                <c:pt idx="3301">
                  <c:v>2856</c:v>
                </c:pt>
                <c:pt idx="3302">
                  <c:v>2865.65</c:v>
                </c:pt>
                <c:pt idx="3303">
                  <c:v>2872.8</c:v>
                </c:pt>
                <c:pt idx="3304">
                  <c:v>2863.2</c:v>
                </c:pt>
                <c:pt idx="3305">
                  <c:v>2852.75</c:v>
                </c:pt>
                <c:pt idx="3306">
                  <c:v>2854.55</c:v>
                </c:pt>
                <c:pt idx="3307">
                  <c:v>2889.35</c:v>
                </c:pt>
                <c:pt idx="3308">
                  <c:v>2944.2</c:v>
                </c:pt>
                <c:pt idx="3309">
                  <c:v>2969.05</c:v>
                </c:pt>
                <c:pt idx="3310">
                  <c:v>2968.45</c:v>
                </c:pt>
                <c:pt idx="3311">
                  <c:v>2880.05</c:v>
                </c:pt>
                <c:pt idx="3312">
                  <c:v>2865.85</c:v>
                </c:pt>
                <c:pt idx="3313">
                  <c:v>2831.9</c:v>
                </c:pt>
                <c:pt idx="3314">
                  <c:v>2766.35</c:v>
                </c:pt>
                <c:pt idx="3315">
                  <c:v>2815.65</c:v>
                </c:pt>
                <c:pt idx="3316">
                  <c:v>2916.7</c:v>
                </c:pt>
                <c:pt idx="3317">
                  <c:v>2296.65</c:v>
                </c:pt>
                <c:pt idx="3318">
                  <c:v>2339.0500000000002</c:v>
                </c:pt>
                <c:pt idx="3319">
                  <c:v>2296.25</c:v>
                </c:pt>
                <c:pt idx="3320">
                  <c:v>2283.85</c:v>
                </c:pt>
                <c:pt idx="3321">
                  <c:v>2295.6999999999998</c:v>
                </c:pt>
                <c:pt idx="3322">
                  <c:v>2244.5500000000002</c:v>
                </c:pt>
                <c:pt idx="3323">
                  <c:v>2262.25</c:v>
                </c:pt>
                <c:pt idx="3324">
                  <c:v>2227.6999999999998</c:v>
                </c:pt>
                <c:pt idx="3325">
                  <c:v>2212</c:v>
                </c:pt>
                <c:pt idx="3326">
                  <c:v>2229.3000000000002</c:v>
                </c:pt>
                <c:pt idx="3327">
                  <c:v>2235.4499999999998</c:v>
                </c:pt>
                <c:pt idx="3328">
                  <c:v>2286.6999999999998</c:v>
                </c:pt>
                <c:pt idx="3329">
                  <c:v>2307.9499999999998</c:v>
                </c:pt>
                <c:pt idx="3330">
                  <c:v>2341.1</c:v>
                </c:pt>
                <c:pt idx="3331">
                  <c:v>2348.8000000000002</c:v>
                </c:pt>
                <c:pt idx="3332">
                  <c:v>2350.65</c:v>
                </c:pt>
                <c:pt idx="3333">
                  <c:v>2361.4</c:v>
                </c:pt>
                <c:pt idx="3334">
                  <c:v>2371.5500000000002</c:v>
                </c:pt>
                <c:pt idx="3335">
                  <c:v>2361.9499999999998</c:v>
                </c:pt>
                <c:pt idx="3336">
                  <c:v>2339.6</c:v>
                </c:pt>
                <c:pt idx="3337">
                  <c:v>2350.0500000000002</c:v>
                </c:pt>
                <c:pt idx="3338">
                  <c:v>2360.4499999999998</c:v>
                </c:pt>
                <c:pt idx="3339">
                  <c:v>2332.6</c:v>
                </c:pt>
                <c:pt idx="3340">
                  <c:v>2351.75</c:v>
                </c:pt>
                <c:pt idx="3341">
                  <c:v>2372.0500000000002</c:v>
                </c:pt>
                <c:pt idx="3342">
                  <c:v>2397.6</c:v>
                </c:pt>
                <c:pt idx="3343">
                  <c:v>2385.3000000000002</c:v>
                </c:pt>
                <c:pt idx="3344">
                  <c:v>2359.85</c:v>
                </c:pt>
                <c:pt idx="3345">
                  <c:v>2347.9</c:v>
                </c:pt>
                <c:pt idx="3346">
                  <c:v>2372.6999999999998</c:v>
                </c:pt>
                <c:pt idx="3347">
                  <c:v>2366.1999999999998</c:v>
                </c:pt>
                <c:pt idx="3348">
                  <c:v>2352.4</c:v>
                </c:pt>
                <c:pt idx="3349">
                  <c:v>2341.4499999999998</c:v>
                </c:pt>
                <c:pt idx="3350">
                  <c:v>2411.6999999999998</c:v>
                </c:pt>
                <c:pt idx="3351">
                  <c:v>2514.1</c:v>
                </c:pt>
                <c:pt idx="3352">
                  <c:v>2495.9</c:v>
                </c:pt>
                <c:pt idx="3353">
                  <c:v>2461.25</c:v>
                </c:pt>
                <c:pt idx="3354">
                  <c:v>2429.65</c:v>
                </c:pt>
                <c:pt idx="3355">
                  <c:v>2446.8000000000002</c:v>
                </c:pt>
                <c:pt idx="3356">
                  <c:v>2486.75</c:v>
                </c:pt>
                <c:pt idx="3357">
                  <c:v>2475.5</c:v>
                </c:pt>
                <c:pt idx="3358">
                  <c:v>2421.35</c:v>
                </c:pt>
                <c:pt idx="3359">
                  <c:v>2379.9</c:v>
                </c:pt>
                <c:pt idx="3360">
                  <c:v>2394.9499999999998</c:v>
                </c:pt>
                <c:pt idx="3361">
                  <c:v>2422.6</c:v>
                </c:pt>
                <c:pt idx="3362">
                  <c:v>2446.5500000000002</c:v>
                </c:pt>
                <c:pt idx="3363">
                  <c:v>2438.35</c:v>
                </c:pt>
                <c:pt idx="3364">
                  <c:v>2369.1</c:v>
                </c:pt>
                <c:pt idx="3365">
                  <c:v>2418.75</c:v>
                </c:pt>
                <c:pt idx="3366">
                  <c:v>2380.4</c:v>
                </c:pt>
                <c:pt idx="3367">
                  <c:v>2373.9</c:v>
                </c:pt>
                <c:pt idx="3368">
                  <c:v>2399.4</c:v>
                </c:pt>
                <c:pt idx="3369">
                  <c:v>2482.8000000000002</c:v>
                </c:pt>
                <c:pt idx="3370">
                  <c:v>2498.85</c:v>
                </c:pt>
                <c:pt idx="3371">
                  <c:v>2451</c:v>
                </c:pt>
                <c:pt idx="3372">
                  <c:v>2403.9499999999998</c:v>
                </c:pt>
                <c:pt idx="3373">
                  <c:v>2404.5</c:v>
                </c:pt>
                <c:pt idx="3374">
                  <c:v>2468</c:v>
                </c:pt>
                <c:pt idx="3375">
                  <c:v>2456.1999999999998</c:v>
                </c:pt>
                <c:pt idx="3376">
                  <c:v>2468.15</c:v>
                </c:pt>
                <c:pt idx="3377">
                  <c:v>2498.1999999999998</c:v>
                </c:pt>
                <c:pt idx="3378">
                  <c:v>2501.15</c:v>
                </c:pt>
                <c:pt idx="3379">
                  <c:v>2528.35</c:v>
                </c:pt>
                <c:pt idx="3380">
                  <c:v>2804.2</c:v>
                </c:pt>
                <c:pt idx="3381">
                  <c:v>2742.7</c:v>
                </c:pt>
                <c:pt idx="3382">
                  <c:v>2728.8</c:v>
                </c:pt>
                <c:pt idx="3383">
                  <c:v>2750.85</c:v>
                </c:pt>
                <c:pt idx="3384">
                  <c:v>2800.75</c:v>
                </c:pt>
                <c:pt idx="3385">
                  <c:v>2847.45</c:v>
                </c:pt>
                <c:pt idx="3386">
                  <c:v>2876.75</c:v>
                </c:pt>
                <c:pt idx="3387">
                  <c:v>2901.95</c:v>
                </c:pt>
                <c:pt idx="3388">
                  <c:v>2908.6</c:v>
                </c:pt>
                <c:pt idx="3389">
                  <c:v>2915.3</c:v>
                </c:pt>
                <c:pt idx="3390">
                  <c:v>2913.3</c:v>
                </c:pt>
                <c:pt idx="3391">
                  <c:v>2921.2</c:v>
                </c:pt>
                <c:pt idx="3392">
                  <c:v>2955.7</c:v>
                </c:pt>
                <c:pt idx="3393">
                  <c:v>2969.65</c:v>
                </c:pt>
                <c:pt idx="3394">
                  <c:v>2974.65</c:v>
                </c:pt>
                <c:pt idx="3395">
                  <c:v>3008.8</c:v>
                </c:pt>
                <c:pt idx="3396">
                  <c:v>3009.05</c:v>
                </c:pt>
                <c:pt idx="3397">
                  <c:v>2987.35</c:v>
                </c:pt>
                <c:pt idx="3398">
                  <c:v>2963.35</c:v>
                </c:pt>
                <c:pt idx="3399">
                  <c:v>2964.55</c:v>
                </c:pt>
                <c:pt idx="3400">
                  <c:v>3005.4</c:v>
                </c:pt>
                <c:pt idx="3401">
                  <c:v>3083.6</c:v>
                </c:pt>
                <c:pt idx="3402">
                  <c:v>3069.65</c:v>
                </c:pt>
                <c:pt idx="3403">
                  <c:v>2978.4</c:v>
                </c:pt>
                <c:pt idx="3404">
                  <c:v>3005</c:v>
                </c:pt>
                <c:pt idx="3405">
                  <c:v>3006.65</c:v>
                </c:pt>
                <c:pt idx="3406">
                  <c:v>2958.75</c:v>
                </c:pt>
                <c:pt idx="3407">
                  <c:v>3020.2</c:v>
                </c:pt>
                <c:pt idx="3408">
                  <c:v>3000.7</c:v>
                </c:pt>
                <c:pt idx="3409">
                  <c:v>3030.7</c:v>
                </c:pt>
                <c:pt idx="3410">
                  <c:v>3056.05</c:v>
                </c:pt>
                <c:pt idx="3411">
                  <c:v>3116.25</c:v>
                </c:pt>
                <c:pt idx="3412">
                  <c:v>3104.6</c:v>
                </c:pt>
                <c:pt idx="3413">
                  <c:v>3105.85</c:v>
                </c:pt>
                <c:pt idx="3414">
                  <c:v>3085.9</c:v>
                </c:pt>
                <c:pt idx="3415">
                  <c:v>3033.7</c:v>
                </c:pt>
                <c:pt idx="3416">
                  <c:v>3112.7</c:v>
                </c:pt>
                <c:pt idx="3417">
                  <c:v>3004.8</c:v>
                </c:pt>
                <c:pt idx="3418">
                  <c:v>3029.05</c:v>
                </c:pt>
                <c:pt idx="3419">
                  <c:v>3158.9</c:v>
                </c:pt>
                <c:pt idx="3420">
                  <c:v>3119.1</c:v>
                </c:pt>
                <c:pt idx="3421">
                  <c:v>3065.85</c:v>
                </c:pt>
                <c:pt idx="3422">
                  <c:v>3028.05</c:v>
                </c:pt>
                <c:pt idx="3423">
                  <c:v>2993.4</c:v>
                </c:pt>
                <c:pt idx="3424">
                  <c:v>3022.6</c:v>
                </c:pt>
                <c:pt idx="3425">
                  <c:v>3017.15</c:v>
                </c:pt>
                <c:pt idx="3426">
                  <c:v>3019</c:v>
                </c:pt>
                <c:pt idx="3427">
                  <c:v>2995.15</c:v>
                </c:pt>
                <c:pt idx="3428">
                  <c:v>3019.4</c:v>
                </c:pt>
                <c:pt idx="3429">
                  <c:v>3015.1</c:v>
                </c:pt>
                <c:pt idx="3430">
                  <c:v>3009.65</c:v>
                </c:pt>
                <c:pt idx="3431">
                  <c:v>3012.3</c:v>
                </c:pt>
                <c:pt idx="3432">
                  <c:v>3006.6</c:v>
                </c:pt>
                <c:pt idx="3433">
                  <c:v>3013</c:v>
                </c:pt>
                <c:pt idx="3434">
                  <c:v>3015</c:v>
                </c:pt>
                <c:pt idx="3435">
                  <c:v>3037.15</c:v>
                </c:pt>
                <c:pt idx="3436">
                  <c:v>3016.4</c:v>
                </c:pt>
                <c:pt idx="3437">
                  <c:v>3021.85</c:v>
                </c:pt>
                <c:pt idx="3438">
                  <c:v>3034.15</c:v>
                </c:pt>
                <c:pt idx="3439">
                  <c:v>3109.85</c:v>
                </c:pt>
                <c:pt idx="3440">
                  <c:v>3127.6</c:v>
                </c:pt>
                <c:pt idx="3441">
                  <c:v>3274.5</c:v>
                </c:pt>
                <c:pt idx="3442">
                  <c:v>3324.35</c:v>
                </c:pt>
                <c:pt idx="3443">
                  <c:v>3354.8</c:v>
                </c:pt>
                <c:pt idx="3444">
                  <c:v>3268.5</c:v>
                </c:pt>
                <c:pt idx="3445">
                  <c:v>3314.55</c:v>
                </c:pt>
                <c:pt idx="3446">
                  <c:v>3335.45</c:v>
                </c:pt>
                <c:pt idx="3447">
                  <c:v>3342.35</c:v>
                </c:pt>
                <c:pt idx="3448">
                  <c:v>3324.8</c:v>
                </c:pt>
                <c:pt idx="3449">
                  <c:v>3308.75</c:v>
                </c:pt>
                <c:pt idx="3450">
                  <c:v>3331.55</c:v>
                </c:pt>
                <c:pt idx="3451">
                  <c:v>3323.45</c:v>
                </c:pt>
                <c:pt idx="3452">
                  <c:v>3335.6</c:v>
                </c:pt>
                <c:pt idx="3453">
                  <c:v>3323.9</c:v>
                </c:pt>
                <c:pt idx="3454">
                  <c:v>3309.9</c:v>
                </c:pt>
                <c:pt idx="3455">
                  <c:v>3276.7</c:v>
                </c:pt>
                <c:pt idx="3456">
                  <c:v>3279.4</c:v>
                </c:pt>
                <c:pt idx="3457">
                  <c:v>3265.85</c:v>
                </c:pt>
                <c:pt idx="3458">
                  <c:v>3306.15</c:v>
                </c:pt>
                <c:pt idx="3459">
                  <c:v>3357.6</c:v>
                </c:pt>
                <c:pt idx="3460">
                  <c:v>3360.05</c:v>
                </c:pt>
                <c:pt idx="3461">
                  <c:v>3362.6</c:v>
                </c:pt>
                <c:pt idx="3462">
                  <c:v>3336.85</c:v>
                </c:pt>
                <c:pt idx="3463">
                  <c:v>3332.05</c:v>
                </c:pt>
                <c:pt idx="3464">
                  <c:v>3354.25</c:v>
                </c:pt>
                <c:pt idx="3465">
                  <c:v>3404.1</c:v>
                </c:pt>
                <c:pt idx="3466">
                  <c:v>3442.95</c:v>
                </c:pt>
                <c:pt idx="3467">
                  <c:v>3402.2</c:v>
                </c:pt>
                <c:pt idx="3468">
                  <c:v>3344.35</c:v>
                </c:pt>
                <c:pt idx="3469">
                  <c:v>3347.6</c:v>
                </c:pt>
                <c:pt idx="3470">
                  <c:v>3326</c:v>
                </c:pt>
                <c:pt idx="3471">
                  <c:v>3316.2</c:v>
                </c:pt>
                <c:pt idx="3472">
                  <c:v>3293.3</c:v>
                </c:pt>
                <c:pt idx="3473">
                  <c:v>3327.8</c:v>
                </c:pt>
                <c:pt idx="3474">
                  <c:v>3354.55</c:v>
                </c:pt>
                <c:pt idx="3475">
                  <c:v>3338.7</c:v>
                </c:pt>
                <c:pt idx="3476">
                  <c:v>3348.75</c:v>
                </c:pt>
                <c:pt idx="3477">
                  <c:v>3365.35</c:v>
                </c:pt>
                <c:pt idx="3478">
                  <c:v>3351.3</c:v>
                </c:pt>
                <c:pt idx="3479">
                  <c:v>3325.8</c:v>
                </c:pt>
                <c:pt idx="3480">
                  <c:v>3338.8</c:v>
                </c:pt>
                <c:pt idx="3481">
                  <c:v>3370.85</c:v>
                </c:pt>
                <c:pt idx="3482">
                  <c:v>3374.35</c:v>
                </c:pt>
                <c:pt idx="3483">
                  <c:v>3363.85</c:v>
                </c:pt>
                <c:pt idx="3484">
                  <c:v>3373.85</c:v>
                </c:pt>
                <c:pt idx="3485">
                  <c:v>3452.25</c:v>
                </c:pt>
                <c:pt idx="3486">
                  <c:v>3456.35</c:v>
                </c:pt>
                <c:pt idx="3487">
                  <c:v>3457.45</c:v>
                </c:pt>
                <c:pt idx="3488">
                  <c:v>3512.25</c:v>
                </c:pt>
                <c:pt idx="3489">
                  <c:v>3551.35</c:v>
                </c:pt>
                <c:pt idx="3490">
                  <c:v>3468.45</c:v>
                </c:pt>
                <c:pt idx="3491">
                  <c:v>3486.4</c:v>
                </c:pt>
                <c:pt idx="3492">
                  <c:v>3520.65</c:v>
                </c:pt>
                <c:pt idx="3493">
                  <c:v>3561.3</c:v>
                </c:pt>
                <c:pt idx="3494">
                  <c:v>3502.35</c:v>
                </c:pt>
                <c:pt idx="3495">
                  <c:v>3485.65</c:v>
                </c:pt>
                <c:pt idx="3496">
                  <c:v>3468</c:v>
                </c:pt>
                <c:pt idx="3497">
                  <c:v>3480.55</c:v>
                </c:pt>
                <c:pt idx="3498">
                  <c:v>3565.15</c:v>
                </c:pt>
                <c:pt idx="3499">
                  <c:v>3517.9</c:v>
                </c:pt>
                <c:pt idx="3500">
                  <c:v>3457.15</c:v>
                </c:pt>
                <c:pt idx="3501">
                  <c:v>3428.1</c:v>
                </c:pt>
                <c:pt idx="3502">
                  <c:v>3450.8</c:v>
                </c:pt>
                <c:pt idx="3503">
                  <c:v>3551.25</c:v>
                </c:pt>
                <c:pt idx="3504">
                  <c:v>3665</c:v>
                </c:pt>
                <c:pt idx="3505">
                  <c:v>3686.75</c:v>
                </c:pt>
                <c:pt idx="3506">
                  <c:v>3712.05</c:v>
                </c:pt>
                <c:pt idx="3507">
                  <c:v>3725.05</c:v>
                </c:pt>
                <c:pt idx="3508">
                  <c:v>3729.75</c:v>
                </c:pt>
                <c:pt idx="3509">
                  <c:v>3749.3</c:v>
                </c:pt>
                <c:pt idx="3510">
                  <c:v>3758.35</c:v>
                </c:pt>
                <c:pt idx="3511">
                  <c:v>3765.9</c:v>
                </c:pt>
                <c:pt idx="3512">
                  <c:v>3792.5</c:v>
                </c:pt>
                <c:pt idx="3513">
                  <c:v>3758.15</c:v>
                </c:pt>
                <c:pt idx="3514">
                  <c:v>3732.2</c:v>
                </c:pt>
                <c:pt idx="3515">
                  <c:v>3675.1</c:v>
                </c:pt>
                <c:pt idx="3516">
                  <c:v>3717.8</c:v>
                </c:pt>
                <c:pt idx="3517">
                  <c:v>3704.25</c:v>
                </c:pt>
                <c:pt idx="3518">
                  <c:v>3701.1</c:v>
                </c:pt>
                <c:pt idx="3519">
                  <c:v>3629.15</c:v>
                </c:pt>
                <c:pt idx="3520">
                  <c:v>3561.1</c:v>
                </c:pt>
                <c:pt idx="3521">
                  <c:v>3581.25</c:v>
                </c:pt>
                <c:pt idx="3522">
                  <c:v>3563.7</c:v>
                </c:pt>
                <c:pt idx="3523">
                  <c:v>3566.55</c:v>
                </c:pt>
                <c:pt idx="3524">
                  <c:v>3573.8</c:v>
                </c:pt>
                <c:pt idx="3525">
                  <c:v>3596.25</c:v>
                </c:pt>
                <c:pt idx="3526">
                  <c:v>3600.1</c:v>
                </c:pt>
                <c:pt idx="3527">
                  <c:v>3585.8</c:v>
                </c:pt>
                <c:pt idx="3528">
                  <c:v>3644.3</c:v>
                </c:pt>
                <c:pt idx="3529">
                  <c:v>3658.15</c:v>
                </c:pt>
                <c:pt idx="3530">
                  <c:v>3682</c:v>
                </c:pt>
                <c:pt idx="3531">
                  <c:v>3753.4</c:v>
                </c:pt>
                <c:pt idx="3532">
                  <c:v>3711.25</c:v>
                </c:pt>
                <c:pt idx="3533">
                  <c:v>3750.7</c:v>
                </c:pt>
                <c:pt idx="3534">
                  <c:v>3749.9</c:v>
                </c:pt>
                <c:pt idx="3535">
                  <c:v>3782.9</c:v>
                </c:pt>
                <c:pt idx="3536">
                  <c:v>3807.5</c:v>
                </c:pt>
                <c:pt idx="3537">
                  <c:v>3824.85</c:v>
                </c:pt>
                <c:pt idx="3538">
                  <c:v>3798.25</c:v>
                </c:pt>
                <c:pt idx="3539">
                  <c:v>3799.55</c:v>
                </c:pt>
                <c:pt idx="3540">
                  <c:v>3821.7</c:v>
                </c:pt>
                <c:pt idx="3541">
                  <c:v>3831.9</c:v>
                </c:pt>
                <c:pt idx="3542">
                  <c:v>3740.3</c:v>
                </c:pt>
                <c:pt idx="3543">
                  <c:v>3671.6</c:v>
                </c:pt>
                <c:pt idx="3544">
                  <c:v>3675.35</c:v>
                </c:pt>
                <c:pt idx="3545">
                  <c:v>3671.3</c:v>
                </c:pt>
                <c:pt idx="3546">
                  <c:v>3357.6</c:v>
                </c:pt>
                <c:pt idx="3547">
                  <c:v>3394.15</c:v>
                </c:pt>
                <c:pt idx="3548">
                  <c:v>3350.55</c:v>
                </c:pt>
                <c:pt idx="3549">
                  <c:v>3271.75</c:v>
                </c:pt>
                <c:pt idx="3550">
                  <c:v>3303.05</c:v>
                </c:pt>
                <c:pt idx="3551">
                  <c:v>3305.65</c:v>
                </c:pt>
                <c:pt idx="3552">
                  <c:v>3296.05</c:v>
                </c:pt>
                <c:pt idx="3553">
                  <c:v>3275.8</c:v>
                </c:pt>
                <c:pt idx="3554">
                  <c:v>3254.4</c:v>
                </c:pt>
                <c:pt idx="3555">
                  <c:v>3248.9</c:v>
                </c:pt>
                <c:pt idx="3556">
                  <c:v>3231.05</c:v>
                </c:pt>
                <c:pt idx="3557">
                  <c:v>3262.6</c:v>
                </c:pt>
                <c:pt idx="3558">
                  <c:v>3282.8</c:v>
                </c:pt>
                <c:pt idx="3559">
                  <c:v>3313.95</c:v>
                </c:pt>
                <c:pt idx="3560">
                  <c:v>3322.05</c:v>
                </c:pt>
                <c:pt idx="3561">
                  <c:v>3338.15</c:v>
                </c:pt>
                <c:pt idx="3562">
                  <c:v>3316.05</c:v>
                </c:pt>
                <c:pt idx="3563">
                  <c:v>3293.4</c:v>
                </c:pt>
                <c:pt idx="3564">
                  <c:v>3254.55</c:v>
                </c:pt>
                <c:pt idx="3565">
                  <c:v>3201.2</c:v>
                </c:pt>
                <c:pt idx="3566">
                  <c:v>3235.15</c:v>
                </c:pt>
                <c:pt idx="3567">
                  <c:v>3259.8</c:v>
                </c:pt>
                <c:pt idx="3568">
                  <c:v>3157.3</c:v>
                </c:pt>
                <c:pt idx="3569">
                  <c:v>3192.05</c:v>
                </c:pt>
                <c:pt idx="3570">
                  <c:v>3182.95</c:v>
                </c:pt>
                <c:pt idx="3571">
                  <c:v>3150.65</c:v>
                </c:pt>
                <c:pt idx="3572">
                  <c:v>3172.65</c:v>
                </c:pt>
                <c:pt idx="3573">
                  <c:v>3175.6</c:v>
                </c:pt>
                <c:pt idx="3574">
                  <c:v>3178.05</c:v>
                </c:pt>
                <c:pt idx="3575">
                  <c:v>3177.75</c:v>
                </c:pt>
                <c:pt idx="3576">
                  <c:v>3180.8</c:v>
                </c:pt>
                <c:pt idx="3577">
                  <c:v>3219.7</c:v>
                </c:pt>
                <c:pt idx="3578">
                  <c:v>3176.9</c:v>
                </c:pt>
                <c:pt idx="3579">
                  <c:v>3165.15</c:v>
                </c:pt>
                <c:pt idx="3580">
                  <c:v>3067.35</c:v>
                </c:pt>
                <c:pt idx="3581">
                  <c:v>3065.3</c:v>
                </c:pt>
                <c:pt idx="3582">
                  <c:v>3111.45</c:v>
                </c:pt>
                <c:pt idx="3583">
                  <c:v>3175.1</c:v>
                </c:pt>
                <c:pt idx="3584">
                  <c:v>3265.25</c:v>
                </c:pt>
                <c:pt idx="3585">
                  <c:v>3254.1</c:v>
                </c:pt>
                <c:pt idx="3586">
                  <c:v>3272.45</c:v>
                </c:pt>
                <c:pt idx="3587">
                  <c:v>3177.55</c:v>
                </c:pt>
                <c:pt idx="3588">
                  <c:v>3015.05</c:v>
                </c:pt>
                <c:pt idx="3589">
                  <c:v>3122.2</c:v>
                </c:pt>
                <c:pt idx="3590">
                  <c:v>3157.1</c:v>
                </c:pt>
                <c:pt idx="3591">
                  <c:v>3113.9</c:v>
                </c:pt>
                <c:pt idx="3592">
                  <c:v>3069.55</c:v>
                </c:pt>
                <c:pt idx="3593">
                  <c:v>3094.85</c:v>
                </c:pt>
                <c:pt idx="3594">
                  <c:v>3134.05</c:v>
                </c:pt>
                <c:pt idx="3595">
                  <c:v>3173.3</c:v>
                </c:pt>
                <c:pt idx="3596">
                  <c:v>2924.5</c:v>
                </c:pt>
                <c:pt idx="3597">
                  <c:v>2939.4</c:v>
                </c:pt>
                <c:pt idx="3598">
                  <c:v>2993.15</c:v>
                </c:pt>
                <c:pt idx="3599">
                  <c:v>3017.2</c:v>
                </c:pt>
                <c:pt idx="3600">
                  <c:v>2984.5</c:v>
                </c:pt>
                <c:pt idx="3601">
                  <c:v>3041.15</c:v>
                </c:pt>
                <c:pt idx="3602">
                  <c:v>3003.05</c:v>
                </c:pt>
                <c:pt idx="3603">
                  <c:v>2986.45</c:v>
                </c:pt>
                <c:pt idx="3604">
                  <c:v>3075.15</c:v>
                </c:pt>
                <c:pt idx="3605">
                  <c:v>3193.35</c:v>
                </c:pt>
                <c:pt idx="3606">
                  <c:v>3175.05</c:v>
                </c:pt>
                <c:pt idx="3607">
                  <c:v>3187</c:v>
                </c:pt>
                <c:pt idx="3608">
                  <c:v>3244.15</c:v>
                </c:pt>
                <c:pt idx="3609">
                  <c:v>3246.85</c:v>
                </c:pt>
                <c:pt idx="3610">
                  <c:v>3240.5</c:v>
                </c:pt>
                <c:pt idx="3611">
                  <c:v>3311.9</c:v>
                </c:pt>
                <c:pt idx="3612">
                  <c:v>3316.6</c:v>
                </c:pt>
                <c:pt idx="3613">
                  <c:v>3232.55</c:v>
                </c:pt>
                <c:pt idx="3614">
                  <c:v>3203.8</c:v>
                </c:pt>
                <c:pt idx="3615">
                  <c:v>3211.25</c:v>
                </c:pt>
                <c:pt idx="3616">
                  <c:v>3182.5</c:v>
                </c:pt>
                <c:pt idx="3617">
                  <c:v>3223.4</c:v>
                </c:pt>
                <c:pt idx="3618">
                  <c:v>3255.55</c:v>
                </c:pt>
                <c:pt idx="3619">
                  <c:v>3221.05</c:v>
                </c:pt>
                <c:pt idx="3620">
                  <c:v>3215.3</c:v>
                </c:pt>
                <c:pt idx="3621">
                  <c:v>3210.7</c:v>
                </c:pt>
                <c:pt idx="3622">
                  <c:v>3245.95</c:v>
                </c:pt>
                <c:pt idx="3623">
                  <c:v>3345.45</c:v>
                </c:pt>
                <c:pt idx="3624">
                  <c:v>3342.15</c:v>
                </c:pt>
                <c:pt idx="3625">
                  <c:v>3310.35</c:v>
                </c:pt>
                <c:pt idx="3626">
                  <c:v>3292.7</c:v>
                </c:pt>
                <c:pt idx="3627">
                  <c:v>3326.65</c:v>
                </c:pt>
                <c:pt idx="3628">
                  <c:v>3225.25</c:v>
                </c:pt>
                <c:pt idx="3629">
                  <c:v>3225.65</c:v>
                </c:pt>
                <c:pt idx="3630">
                  <c:v>3229.6</c:v>
                </c:pt>
                <c:pt idx="3631">
                  <c:v>3239.3</c:v>
                </c:pt>
                <c:pt idx="3632">
                  <c:v>3251.55</c:v>
                </c:pt>
                <c:pt idx="3633">
                  <c:v>3200.7</c:v>
                </c:pt>
                <c:pt idx="3634">
                  <c:v>3233.7</c:v>
                </c:pt>
                <c:pt idx="3635">
                  <c:v>3349.45</c:v>
                </c:pt>
                <c:pt idx="3636">
                  <c:v>3382.25</c:v>
                </c:pt>
                <c:pt idx="3637">
                  <c:v>3352.2</c:v>
                </c:pt>
                <c:pt idx="3638">
                  <c:v>3371.1</c:v>
                </c:pt>
                <c:pt idx="3639">
                  <c:v>3372.2</c:v>
                </c:pt>
                <c:pt idx="3640">
                  <c:v>3367.65</c:v>
                </c:pt>
                <c:pt idx="3641">
                  <c:v>3341.3</c:v>
                </c:pt>
                <c:pt idx="3642">
                  <c:v>3465.55</c:v>
                </c:pt>
                <c:pt idx="3643">
                  <c:v>3513</c:v>
                </c:pt>
                <c:pt idx="3644">
                  <c:v>3575.85</c:v>
                </c:pt>
                <c:pt idx="3645">
                  <c:v>3507.35</c:v>
                </c:pt>
                <c:pt idx="3646">
                  <c:v>3482.65</c:v>
                </c:pt>
                <c:pt idx="3647">
                  <c:v>3573.5</c:v>
                </c:pt>
                <c:pt idx="3648">
                  <c:v>3576.8</c:v>
                </c:pt>
                <c:pt idx="3649">
                  <c:v>3608.4</c:v>
                </c:pt>
                <c:pt idx="3650">
                  <c:v>3612.55</c:v>
                </c:pt>
                <c:pt idx="3651">
                  <c:v>3559.8</c:v>
                </c:pt>
                <c:pt idx="3652">
                  <c:v>3547.8</c:v>
                </c:pt>
                <c:pt idx="3653">
                  <c:v>3554.55</c:v>
                </c:pt>
                <c:pt idx="3654">
                  <c:v>3548.95</c:v>
                </c:pt>
                <c:pt idx="3655">
                  <c:v>3601</c:v>
                </c:pt>
                <c:pt idx="3656">
                  <c:v>3627.8</c:v>
                </c:pt>
                <c:pt idx="3657">
                  <c:v>3624.15</c:v>
                </c:pt>
                <c:pt idx="3658">
                  <c:v>3630.55</c:v>
                </c:pt>
                <c:pt idx="3659">
                  <c:v>3598.8</c:v>
                </c:pt>
                <c:pt idx="3660">
                  <c:v>3599.65</c:v>
                </c:pt>
                <c:pt idx="3661">
                  <c:v>3613.75</c:v>
                </c:pt>
                <c:pt idx="3662">
                  <c:v>3734.25</c:v>
                </c:pt>
                <c:pt idx="3663">
                  <c:v>3708.75</c:v>
                </c:pt>
                <c:pt idx="3664">
                  <c:v>3730.75</c:v>
                </c:pt>
                <c:pt idx="3665">
                  <c:v>3781.65</c:v>
                </c:pt>
                <c:pt idx="3666">
                  <c:v>3736.05</c:v>
                </c:pt>
                <c:pt idx="3667">
                  <c:v>3667.3</c:v>
                </c:pt>
                <c:pt idx="3668">
                  <c:v>3684.15</c:v>
                </c:pt>
                <c:pt idx="3669">
                  <c:v>3669.9</c:v>
                </c:pt>
                <c:pt idx="3670">
                  <c:v>3641.3</c:v>
                </c:pt>
                <c:pt idx="3671">
                  <c:v>3651.25</c:v>
                </c:pt>
                <c:pt idx="3672">
                  <c:v>3741.05</c:v>
                </c:pt>
                <c:pt idx="3673">
                  <c:v>3697</c:v>
                </c:pt>
                <c:pt idx="3674">
                  <c:v>3702.05</c:v>
                </c:pt>
                <c:pt idx="3675">
                  <c:v>3650.6</c:v>
                </c:pt>
                <c:pt idx="3676">
                  <c:v>3607.1</c:v>
                </c:pt>
                <c:pt idx="3677">
                  <c:v>3644.8</c:v>
                </c:pt>
                <c:pt idx="3678">
                  <c:v>3691</c:v>
                </c:pt>
                <c:pt idx="3679">
                  <c:v>3680.15</c:v>
                </c:pt>
                <c:pt idx="3680">
                  <c:v>3749.05</c:v>
                </c:pt>
                <c:pt idx="3681">
                  <c:v>3747.75</c:v>
                </c:pt>
                <c:pt idx="3682">
                  <c:v>3847.3</c:v>
                </c:pt>
                <c:pt idx="3683">
                  <c:v>3831.3</c:v>
                </c:pt>
                <c:pt idx="3684">
                  <c:v>3650.15</c:v>
                </c:pt>
                <c:pt idx="3685">
                  <c:v>3646.8</c:v>
                </c:pt>
                <c:pt idx="3686">
                  <c:v>3888.65</c:v>
                </c:pt>
                <c:pt idx="3687">
                  <c:v>3942.55</c:v>
                </c:pt>
                <c:pt idx="3688">
                  <c:v>3918.3</c:v>
                </c:pt>
                <c:pt idx="3689">
                  <c:v>3865.3</c:v>
                </c:pt>
                <c:pt idx="3690">
                  <c:v>3851.65</c:v>
                </c:pt>
                <c:pt idx="3691">
                  <c:v>3812.35</c:v>
                </c:pt>
                <c:pt idx="3692">
                  <c:v>3772.95</c:v>
                </c:pt>
                <c:pt idx="3693">
                  <c:v>3796.05</c:v>
                </c:pt>
                <c:pt idx="3694">
                  <c:v>3805.05</c:v>
                </c:pt>
                <c:pt idx="3695">
                  <c:v>3803.05</c:v>
                </c:pt>
                <c:pt idx="3696">
                  <c:v>3788.25</c:v>
                </c:pt>
                <c:pt idx="3697">
                  <c:v>3881.45</c:v>
                </c:pt>
                <c:pt idx="3698">
                  <c:v>3946.55</c:v>
                </c:pt>
                <c:pt idx="3699">
                  <c:v>4051.25</c:v>
                </c:pt>
                <c:pt idx="3700">
                  <c:v>4085.9</c:v>
                </c:pt>
                <c:pt idx="3701">
                  <c:v>4124.8</c:v>
                </c:pt>
                <c:pt idx="3702">
                  <c:v>4166.6000000000004</c:v>
                </c:pt>
                <c:pt idx="3703">
                  <c:v>4165.5</c:v>
                </c:pt>
                <c:pt idx="3704">
                  <c:v>4125.2</c:v>
                </c:pt>
                <c:pt idx="3705">
                  <c:v>4106</c:v>
                </c:pt>
                <c:pt idx="3706">
                  <c:v>4178.6000000000004</c:v>
                </c:pt>
                <c:pt idx="3707">
                  <c:v>4191.6499999999996</c:v>
                </c:pt>
                <c:pt idx="3708">
                  <c:v>4218.45</c:v>
                </c:pt>
                <c:pt idx="3709">
                  <c:v>4182.3500000000004</c:v>
                </c:pt>
                <c:pt idx="3710">
                  <c:v>4173.3500000000004</c:v>
                </c:pt>
                <c:pt idx="3711">
                  <c:v>4225.6000000000004</c:v>
                </c:pt>
                <c:pt idx="3712">
                  <c:v>4146.1499999999996</c:v>
                </c:pt>
                <c:pt idx="3713">
                  <c:v>4275.1000000000004</c:v>
                </c:pt>
                <c:pt idx="3714">
                  <c:v>4303.2</c:v>
                </c:pt>
                <c:pt idx="3715">
                  <c:v>4300.45</c:v>
                </c:pt>
                <c:pt idx="3716">
                  <c:v>4365.8999999999996</c:v>
                </c:pt>
                <c:pt idx="3717">
                  <c:v>4359.8500000000004</c:v>
                </c:pt>
                <c:pt idx="3718">
                  <c:v>4349.8500000000004</c:v>
                </c:pt>
                <c:pt idx="3719">
                  <c:v>2126.6</c:v>
                </c:pt>
                <c:pt idx="3720">
                  <c:v>2123.5</c:v>
                </c:pt>
                <c:pt idx="3721">
                  <c:v>2101.8000000000002</c:v>
                </c:pt>
                <c:pt idx="3722">
                  <c:v>2070.3000000000002</c:v>
                </c:pt>
                <c:pt idx="3723">
                  <c:v>1970.15</c:v>
                </c:pt>
                <c:pt idx="3724">
                  <c:v>1964.8</c:v>
                </c:pt>
                <c:pt idx="3725">
                  <c:v>1963.75</c:v>
                </c:pt>
                <c:pt idx="3726">
                  <c:v>1921.05</c:v>
                </c:pt>
                <c:pt idx="3727">
                  <c:v>1938.65</c:v>
                </c:pt>
                <c:pt idx="3728">
                  <c:v>1924.8</c:v>
                </c:pt>
                <c:pt idx="3729">
                  <c:v>1938</c:v>
                </c:pt>
                <c:pt idx="3730">
                  <c:v>1938.5</c:v>
                </c:pt>
                <c:pt idx="3731">
                  <c:v>1965.9</c:v>
                </c:pt>
                <c:pt idx="3732">
                  <c:v>1998.65</c:v>
                </c:pt>
                <c:pt idx="3733">
                  <c:v>1999.6</c:v>
                </c:pt>
                <c:pt idx="3734">
                  <c:v>1971.65</c:v>
                </c:pt>
                <c:pt idx="3735">
                  <c:v>1930.55</c:v>
                </c:pt>
                <c:pt idx="3736">
                  <c:v>1952.25</c:v>
                </c:pt>
                <c:pt idx="3737">
                  <c:v>1957.8</c:v>
                </c:pt>
                <c:pt idx="3738">
                  <c:v>1966.35</c:v>
                </c:pt>
                <c:pt idx="3739">
                  <c:v>1972.55</c:v>
                </c:pt>
                <c:pt idx="3740">
                  <c:v>1974.4</c:v>
                </c:pt>
                <c:pt idx="3741">
                  <c:v>2013.2</c:v>
                </c:pt>
                <c:pt idx="3742">
                  <c:v>1995.9</c:v>
                </c:pt>
                <c:pt idx="3743">
                  <c:v>1954.2</c:v>
                </c:pt>
                <c:pt idx="3744">
                  <c:v>1963.55</c:v>
                </c:pt>
                <c:pt idx="3745">
                  <c:v>1973.45</c:v>
                </c:pt>
                <c:pt idx="3746">
                  <c:v>2074.4499999999998</c:v>
                </c:pt>
                <c:pt idx="3747">
                  <c:v>2115.9499999999998</c:v>
                </c:pt>
                <c:pt idx="3748">
                  <c:v>2088.9</c:v>
                </c:pt>
                <c:pt idx="3749">
                  <c:v>2128.65</c:v>
                </c:pt>
                <c:pt idx="3750">
                  <c:v>2134.25</c:v>
                </c:pt>
                <c:pt idx="3751">
                  <c:v>2118.3000000000002</c:v>
                </c:pt>
                <c:pt idx="3752">
                  <c:v>2102.5</c:v>
                </c:pt>
                <c:pt idx="3753">
                  <c:v>2124.1999999999998</c:v>
                </c:pt>
                <c:pt idx="3754">
                  <c:v>2169.9</c:v>
                </c:pt>
                <c:pt idx="3755">
                  <c:v>2196.4499999999998</c:v>
                </c:pt>
                <c:pt idx="3756">
                  <c:v>2215.0500000000002</c:v>
                </c:pt>
                <c:pt idx="3757">
                  <c:v>2136.5</c:v>
                </c:pt>
                <c:pt idx="3758">
                  <c:v>2144.5500000000002</c:v>
                </c:pt>
                <c:pt idx="3759">
                  <c:v>2145.5</c:v>
                </c:pt>
                <c:pt idx="3760">
                  <c:v>2141.9</c:v>
                </c:pt>
                <c:pt idx="3761">
                  <c:v>2136.85</c:v>
                </c:pt>
                <c:pt idx="3762">
                  <c:v>2120.9</c:v>
                </c:pt>
                <c:pt idx="3763">
                  <c:v>2142.85</c:v>
                </c:pt>
                <c:pt idx="3764">
                  <c:v>2193.8000000000002</c:v>
                </c:pt>
                <c:pt idx="3765">
                  <c:v>2230.5</c:v>
                </c:pt>
                <c:pt idx="3766">
                  <c:v>2248.9</c:v>
                </c:pt>
                <c:pt idx="3767">
                  <c:v>2278.3000000000002</c:v>
                </c:pt>
                <c:pt idx="3768">
                  <c:v>2284.85</c:v>
                </c:pt>
                <c:pt idx="3769">
                  <c:v>2311.1999999999998</c:v>
                </c:pt>
                <c:pt idx="3770">
                  <c:v>2296.1</c:v>
                </c:pt>
                <c:pt idx="3771">
                  <c:v>2278.75</c:v>
                </c:pt>
                <c:pt idx="3772">
                  <c:v>2296.5</c:v>
                </c:pt>
                <c:pt idx="3773">
                  <c:v>2324.6999999999998</c:v>
                </c:pt>
                <c:pt idx="3774">
                  <c:v>2283.1</c:v>
                </c:pt>
                <c:pt idx="3775">
                  <c:v>2265.6</c:v>
                </c:pt>
                <c:pt idx="3776">
                  <c:v>2272.8000000000002</c:v>
                </c:pt>
                <c:pt idx="3777">
                  <c:v>2317.6</c:v>
                </c:pt>
                <c:pt idx="3778">
                  <c:v>2258.1</c:v>
                </c:pt>
                <c:pt idx="3779">
                  <c:v>2265.75</c:v>
                </c:pt>
                <c:pt idx="3780">
                  <c:v>2296.4499999999998</c:v>
                </c:pt>
                <c:pt idx="3781">
                  <c:v>2291.6999999999998</c:v>
                </c:pt>
                <c:pt idx="3782">
                  <c:v>2297.85</c:v>
                </c:pt>
                <c:pt idx="3783">
                  <c:v>2274.65</c:v>
                </c:pt>
                <c:pt idx="3784">
                  <c:v>2247.6</c:v>
                </c:pt>
                <c:pt idx="3785">
                  <c:v>2190.0500000000002</c:v>
                </c:pt>
                <c:pt idx="3786">
                  <c:v>2198</c:v>
                </c:pt>
                <c:pt idx="3787">
                  <c:v>2182.1999999999998</c:v>
                </c:pt>
                <c:pt idx="3788">
                  <c:v>2218.3000000000002</c:v>
                </c:pt>
                <c:pt idx="3789">
                  <c:v>2220.4</c:v>
                </c:pt>
                <c:pt idx="3790">
                  <c:v>2266.65</c:v>
                </c:pt>
                <c:pt idx="3791">
                  <c:v>2240.5</c:v>
                </c:pt>
                <c:pt idx="3792">
                  <c:v>2229.5</c:v>
                </c:pt>
                <c:pt idx="3793">
                  <c:v>2230.4499999999998</c:v>
                </c:pt>
                <c:pt idx="3794">
                  <c:v>2257.4499999999998</c:v>
                </c:pt>
                <c:pt idx="3795">
                  <c:v>2233.4499999999998</c:v>
                </c:pt>
                <c:pt idx="3796">
                  <c:v>2211.4499999999998</c:v>
                </c:pt>
                <c:pt idx="3797">
                  <c:v>2219.1</c:v>
                </c:pt>
                <c:pt idx="3798">
                  <c:v>2146.35</c:v>
                </c:pt>
                <c:pt idx="3799">
                  <c:v>2202.15</c:v>
                </c:pt>
                <c:pt idx="3800">
                  <c:v>2228</c:v>
                </c:pt>
                <c:pt idx="3801">
                  <c:v>2218.35</c:v>
                </c:pt>
                <c:pt idx="3802">
                  <c:v>2173.9499999999998</c:v>
                </c:pt>
                <c:pt idx="3803">
                  <c:v>2178.1999999999998</c:v>
                </c:pt>
                <c:pt idx="3804">
                  <c:v>2159.5</c:v>
                </c:pt>
                <c:pt idx="3805">
                  <c:v>2200.5500000000002</c:v>
                </c:pt>
                <c:pt idx="3806">
                  <c:v>2215</c:v>
                </c:pt>
                <c:pt idx="3807">
                  <c:v>2233.9499999999998</c:v>
                </c:pt>
                <c:pt idx="3808">
                  <c:v>2238.8000000000002</c:v>
                </c:pt>
                <c:pt idx="3809">
                  <c:v>2213.6999999999998</c:v>
                </c:pt>
                <c:pt idx="3810">
                  <c:v>2194.65</c:v>
                </c:pt>
                <c:pt idx="3811">
                  <c:v>2179.25</c:v>
                </c:pt>
                <c:pt idx="3812">
                  <c:v>2132.15</c:v>
                </c:pt>
                <c:pt idx="3813">
                  <c:v>2142.6</c:v>
                </c:pt>
                <c:pt idx="3814">
                  <c:v>2137.6999999999998</c:v>
                </c:pt>
                <c:pt idx="3815">
                  <c:v>2122</c:v>
                </c:pt>
                <c:pt idx="3816">
                  <c:v>1995.2</c:v>
                </c:pt>
                <c:pt idx="3817">
                  <c:v>1984.65</c:v>
                </c:pt>
                <c:pt idx="3818">
                  <c:v>1960.9</c:v>
                </c:pt>
                <c:pt idx="3819">
                  <c:v>1961.15</c:v>
                </c:pt>
                <c:pt idx="3820">
                  <c:v>1942.25</c:v>
                </c:pt>
                <c:pt idx="3821">
                  <c:v>1993.1</c:v>
                </c:pt>
                <c:pt idx="3822">
                  <c:v>1962.75</c:v>
                </c:pt>
                <c:pt idx="3823">
                  <c:v>1922.05</c:v>
                </c:pt>
                <c:pt idx="3824">
                  <c:v>1944</c:v>
                </c:pt>
                <c:pt idx="3825">
                  <c:v>1957.95</c:v>
                </c:pt>
                <c:pt idx="3826">
                  <c:v>1993.65</c:v>
                </c:pt>
                <c:pt idx="3827">
                  <c:v>1947.1</c:v>
                </c:pt>
                <c:pt idx="3828">
                  <c:v>1956.7</c:v>
                </c:pt>
                <c:pt idx="3829">
                  <c:v>1934.8</c:v>
                </c:pt>
                <c:pt idx="3830">
                  <c:v>1961.75</c:v>
                </c:pt>
                <c:pt idx="3831">
                  <c:v>1993.05</c:v>
                </c:pt>
                <c:pt idx="3832">
                  <c:v>2022.35</c:v>
                </c:pt>
                <c:pt idx="3833">
                  <c:v>2047.3</c:v>
                </c:pt>
                <c:pt idx="3834">
                  <c:v>2048.4499999999998</c:v>
                </c:pt>
                <c:pt idx="3835">
                  <c:v>2046.45</c:v>
                </c:pt>
                <c:pt idx="3836">
                  <c:v>2016.8</c:v>
                </c:pt>
                <c:pt idx="3837">
                  <c:v>2007.3</c:v>
                </c:pt>
                <c:pt idx="3838">
                  <c:v>1968.5</c:v>
                </c:pt>
                <c:pt idx="3839">
                  <c:v>2016.6</c:v>
                </c:pt>
                <c:pt idx="3840">
                  <c:v>2023.15</c:v>
                </c:pt>
                <c:pt idx="3841">
                  <c:v>2047.8</c:v>
                </c:pt>
                <c:pt idx="3842">
                  <c:v>2008.65</c:v>
                </c:pt>
                <c:pt idx="3843">
                  <c:v>2020.9</c:v>
                </c:pt>
                <c:pt idx="3844">
                  <c:v>2028.05</c:v>
                </c:pt>
                <c:pt idx="3845">
                  <c:v>2011.65</c:v>
                </c:pt>
                <c:pt idx="3846">
                  <c:v>2000.05</c:v>
                </c:pt>
                <c:pt idx="3847">
                  <c:v>1992.1</c:v>
                </c:pt>
                <c:pt idx="3848">
                  <c:v>2026.5</c:v>
                </c:pt>
                <c:pt idx="3849">
                  <c:v>1997.65</c:v>
                </c:pt>
                <c:pt idx="3850">
                  <c:v>1975.05</c:v>
                </c:pt>
                <c:pt idx="3851">
                  <c:v>990.45</c:v>
                </c:pt>
                <c:pt idx="3852">
                  <c:v>999.35</c:v>
                </c:pt>
                <c:pt idx="3853">
                  <c:v>995.7</c:v>
                </c:pt>
                <c:pt idx="3854">
                  <c:v>1001.95</c:v>
                </c:pt>
                <c:pt idx="3855">
                  <c:v>995.35</c:v>
                </c:pt>
                <c:pt idx="3856">
                  <c:v>1023.85</c:v>
                </c:pt>
                <c:pt idx="3857">
                  <c:v>1000.4</c:v>
                </c:pt>
                <c:pt idx="3858">
                  <c:v>995.1</c:v>
                </c:pt>
                <c:pt idx="3859">
                  <c:v>990.45</c:v>
                </c:pt>
                <c:pt idx="3860">
                  <c:v>1005.25</c:v>
                </c:pt>
                <c:pt idx="3861">
                  <c:v>990.15</c:v>
                </c:pt>
                <c:pt idx="3862">
                  <c:v>984.35</c:v>
                </c:pt>
                <c:pt idx="3863">
                  <c:v>997.4</c:v>
                </c:pt>
                <c:pt idx="3864">
                  <c:v>988</c:v>
                </c:pt>
                <c:pt idx="3865">
                  <c:v>990.3</c:v>
                </c:pt>
                <c:pt idx="3866">
                  <c:v>983.3</c:v>
                </c:pt>
                <c:pt idx="3867">
                  <c:v>980.5</c:v>
                </c:pt>
                <c:pt idx="3868">
                  <c:v>957.5</c:v>
                </c:pt>
                <c:pt idx="3869">
                  <c:v>938</c:v>
                </c:pt>
                <c:pt idx="3870">
                  <c:v>937.5</c:v>
                </c:pt>
                <c:pt idx="3871">
                  <c:v>950.15</c:v>
                </c:pt>
                <c:pt idx="3872">
                  <c:v>971.25</c:v>
                </c:pt>
                <c:pt idx="3873">
                  <c:v>984</c:v>
                </c:pt>
                <c:pt idx="3874">
                  <c:v>989.05</c:v>
                </c:pt>
                <c:pt idx="3875">
                  <c:v>1001.85</c:v>
                </c:pt>
                <c:pt idx="3876">
                  <c:v>1001.25</c:v>
                </c:pt>
                <c:pt idx="3877">
                  <c:v>1112.6500000000001</c:v>
                </c:pt>
                <c:pt idx="3878">
                  <c:v>1103.1500000000001</c:v>
                </c:pt>
                <c:pt idx="3879">
                  <c:v>1098</c:v>
                </c:pt>
                <c:pt idx="3880">
                  <c:v>1087.5999999999999</c:v>
                </c:pt>
                <c:pt idx="3881">
                  <c:v>1065.3</c:v>
                </c:pt>
                <c:pt idx="3882">
                  <c:v>1062.8499999999999</c:v>
                </c:pt>
                <c:pt idx="3883">
                  <c:v>1085.4000000000001</c:v>
                </c:pt>
                <c:pt idx="3884">
                  <c:v>1070</c:v>
                </c:pt>
                <c:pt idx="3885">
                  <c:v>1077.05</c:v>
                </c:pt>
                <c:pt idx="3886">
                  <c:v>1078.95</c:v>
                </c:pt>
                <c:pt idx="3887">
                  <c:v>1057.25</c:v>
                </c:pt>
                <c:pt idx="3888">
                  <c:v>1086.3499999999999</c:v>
                </c:pt>
                <c:pt idx="3889">
                  <c:v>1086.95</c:v>
                </c:pt>
                <c:pt idx="3890">
                  <c:v>1095.5999999999999</c:v>
                </c:pt>
                <c:pt idx="3891">
                  <c:v>1086</c:v>
                </c:pt>
                <c:pt idx="3892">
                  <c:v>1109.1500000000001</c:v>
                </c:pt>
                <c:pt idx="3893">
                  <c:v>1144.4000000000001</c:v>
                </c:pt>
                <c:pt idx="3894">
                  <c:v>1158</c:v>
                </c:pt>
                <c:pt idx="3895">
                  <c:v>1149.25</c:v>
                </c:pt>
                <c:pt idx="3896">
                  <c:v>1142.1500000000001</c:v>
                </c:pt>
                <c:pt idx="3897">
                  <c:v>1164.3499999999999</c:v>
                </c:pt>
                <c:pt idx="3898">
                  <c:v>1175.55</c:v>
                </c:pt>
                <c:pt idx="3899">
                  <c:v>1134.55</c:v>
                </c:pt>
                <c:pt idx="3900">
                  <c:v>1149.9000000000001</c:v>
                </c:pt>
                <c:pt idx="3901">
                  <c:v>1092.05</c:v>
                </c:pt>
                <c:pt idx="3902">
                  <c:v>1085.6500000000001</c:v>
                </c:pt>
                <c:pt idx="3903">
                  <c:v>1064.5999999999999</c:v>
                </c:pt>
                <c:pt idx="3904">
                  <c:v>1082.8</c:v>
                </c:pt>
                <c:pt idx="3905">
                  <c:v>1111.05</c:v>
                </c:pt>
                <c:pt idx="3906">
                  <c:v>1094.4000000000001</c:v>
                </c:pt>
                <c:pt idx="3907">
                  <c:v>1089</c:v>
                </c:pt>
                <c:pt idx="3908">
                  <c:v>1099.45</c:v>
                </c:pt>
                <c:pt idx="3909">
                  <c:v>1099.3499999999999</c:v>
                </c:pt>
                <c:pt idx="3910">
                  <c:v>1073.95</c:v>
                </c:pt>
                <c:pt idx="3911">
                  <c:v>1058.75</c:v>
                </c:pt>
                <c:pt idx="3912">
                  <c:v>1058.8</c:v>
                </c:pt>
                <c:pt idx="3913">
                  <c:v>1088.7</c:v>
                </c:pt>
                <c:pt idx="3914">
                  <c:v>1080.45</c:v>
                </c:pt>
                <c:pt idx="3915">
                  <c:v>1090.75</c:v>
                </c:pt>
                <c:pt idx="3916">
                  <c:v>1099.75</c:v>
                </c:pt>
                <c:pt idx="3917">
                  <c:v>1099.2</c:v>
                </c:pt>
                <c:pt idx="3918">
                  <c:v>1101.6500000000001</c:v>
                </c:pt>
                <c:pt idx="3919">
                  <c:v>1104.45</c:v>
                </c:pt>
                <c:pt idx="3920">
                  <c:v>1104.6500000000001</c:v>
                </c:pt>
                <c:pt idx="3921">
                  <c:v>1107.45</c:v>
                </c:pt>
                <c:pt idx="3922">
                  <c:v>1116.25</c:v>
                </c:pt>
                <c:pt idx="3923">
                  <c:v>1140.55</c:v>
                </c:pt>
                <c:pt idx="3924">
                  <c:v>1105.55</c:v>
                </c:pt>
                <c:pt idx="3925">
                  <c:v>1121.8499999999999</c:v>
                </c:pt>
                <c:pt idx="3926">
                  <c:v>1161.95</c:v>
                </c:pt>
                <c:pt idx="3927">
                  <c:v>1173.05</c:v>
                </c:pt>
                <c:pt idx="3928">
                  <c:v>1181.75</c:v>
                </c:pt>
                <c:pt idx="3929">
                  <c:v>1154.5999999999999</c:v>
                </c:pt>
                <c:pt idx="3930">
                  <c:v>1133.2</c:v>
                </c:pt>
                <c:pt idx="3931">
                  <c:v>1132.1500000000001</c:v>
                </c:pt>
                <c:pt idx="3932">
                  <c:v>1167.4000000000001</c:v>
                </c:pt>
                <c:pt idx="3933">
                  <c:v>1122.9000000000001</c:v>
                </c:pt>
                <c:pt idx="3934">
                  <c:v>1099.4000000000001</c:v>
                </c:pt>
                <c:pt idx="3935">
                  <c:v>1097.5999999999999</c:v>
                </c:pt>
                <c:pt idx="3936">
                  <c:v>1097.3499999999999</c:v>
                </c:pt>
                <c:pt idx="3937">
                  <c:v>1094.9000000000001</c:v>
                </c:pt>
                <c:pt idx="3938">
                  <c:v>1111.95</c:v>
                </c:pt>
                <c:pt idx="3939">
                  <c:v>1125.95</c:v>
                </c:pt>
                <c:pt idx="3940">
                  <c:v>1138.4000000000001</c:v>
                </c:pt>
                <c:pt idx="3941">
                  <c:v>1149.9000000000001</c:v>
                </c:pt>
                <c:pt idx="3942">
                  <c:v>1152.1500000000001</c:v>
                </c:pt>
                <c:pt idx="3943">
                  <c:v>1149.4000000000001</c:v>
                </c:pt>
                <c:pt idx="3944">
                  <c:v>1153.2</c:v>
                </c:pt>
                <c:pt idx="3945">
                  <c:v>1145.05</c:v>
                </c:pt>
                <c:pt idx="3946">
                  <c:v>1135.45</c:v>
                </c:pt>
                <c:pt idx="3947">
                  <c:v>1131.2</c:v>
                </c:pt>
                <c:pt idx="3948">
                  <c:v>1145.5</c:v>
                </c:pt>
                <c:pt idx="3949">
                  <c:v>1136.8</c:v>
                </c:pt>
                <c:pt idx="3950">
                  <c:v>1122.9000000000001</c:v>
                </c:pt>
                <c:pt idx="3951">
                  <c:v>1138.3</c:v>
                </c:pt>
                <c:pt idx="3952">
                  <c:v>1134.5999999999999</c:v>
                </c:pt>
                <c:pt idx="3953">
                  <c:v>1103.8499999999999</c:v>
                </c:pt>
                <c:pt idx="3954">
                  <c:v>1107.5999999999999</c:v>
                </c:pt>
                <c:pt idx="3955">
                  <c:v>1100.8</c:v>
                </c:pt>
                <c:pt idx="3956">
                  <c:v>1080.2</c:v>
                </c:pt>
                <c:pt idx="3957">
                  <c:v>1061.5</c:v>
                </c:pt>
                <c:pt idx="3958">
                  <c:v>1020</c:v>
                </c:pt>
                <c:pt idx="3959">
                  <c:v>1047.8</c:v>
                </c:pt>
                <c:pt idx="3960">
                  <c:v>1052.4000000000001</c:v>
                </c:pt>
                <c:pt idx="3961">
                  <c:v>1053.7</c:v>
                </c:pt>
                <c:pt idx="3962">
                  <c:v>1041.1500000000001</c:v>
                </c:pt>
                <c:pt idx="3963">
                  <c:v>1052.4000000000001</c:v>
                </c:pt>
                <c:pt idx="3964">
                  <c:v>1066.3499999999999</c:v>
                </c:pt>
                <c:pt idx="3965">
                  <c:v>1087.9000000000001</c:v>
                </c:pt>
                <c:pt idx="3966">
                  <c:v>1079</c:v>
                </c:pt>
                <c:pt idx="3967">
                  <c:v>1060.7</c:v>
                </c:pt>
                <c:pt idx="3968">
                  <c:v>1057.75</c:v>
                </c:pt>
                <c:pt idx="3969">
                  <c:v>1049.05</c:v>
                </c:pt>
                <c:pt idx="3970">
                  <c:v>1046.25</c:v>
                </c:pt>
                <c:pt idx="3971">
                  <c:v>1044.4000000000001</c:v>
                </c:pt>
                <c:pt idx="3972">
                  <c:v>1028.2</c:v>
                </c:pt>
                <c:pt idx="3973">
                  <c:v>1047.3499999999999</c:v>
                </c:pt>
                <c:pt idx="3974">
                  <c:v>1052.8</c:v>
                </c:pt>
                <c:pt idx="3975">
                  <c:v>1069.5</c:v>
                </c:pt>
                <c:pt idx="3976">
                  <c:v>1077.55</c:v>
                </c:pt>
                <c:pt idx="3977">
                  <c:v>1095.8499999999999</c:v>
                </c:pt>
                <c:pt idx="3978">
                  <c:v>1107.0999999999999</c:v>
                </c:pt>
                <c:pt idx="3979">
                  <c:v>1083.1500000000001</c:v>
                </c:pt>
                <c:pt idx="3980">
                  <c:v>1103.45</c:v>
                </c:pt>
                <c:pt idx="3981">
                  <c:v>1083.75</c:v>
                </c:pt>
                <c:pt idx="3982">
                  <c:v>1100.8499999999999</c:v>
                </c:pt>
                <c:pt idx="3983">
                  <c:v>1096.3499999999999</c:v>
                </c:pt>
                <c:pt idx="3984">
                  <c:v>1104.75</c:v>
                </c:pt>
                <c:pt idx="3985">
                  <c:v>1104.7</c:v>
                </c:pt>
                <c:pt idx="3986">
                  <c:v>1086.3</c:v>
                </c:pt>
                <c:pt idx="3987">
                  <c:v>1105.4000000000001</c:v>
                </c:pt>
                <c:pt idx="3988">
                  <c:v>1105.25</c:v>
                </c:pt>
                <c:pt idx="3989">
                  <c:v>1078.9000000000001</c:v>
                </c:pt>
                <c:pt idx="3990">
                  <c:v>1074.05</c:v>
                </c:pt>
                <c:pt idx="3991">
                  <c:v>1069.3499999999999</c:v>
                </c:pt>
                <c:pt idx="3992">
                  <c:v>1050.8</c:v>
                </c:pt>
                <c:pt idx="3993">
                  <c:v>1063.3</c:v>
                </c:pt>
                <c:pt idx="3994">
                  <c:v>1055.7</c:v>
                </c:pt>
                <c:pt idx="3995">
                  <c:v>1049.95</c:v>
                </c:pt>
                <c:pt idx="3996">
                  <c:v>1083.4000000000001</c:v>
                </c:pt>
                <c:pt idx="3997">
                  <c:v>1133</c:v>
                </c:pt>
                <c:pt idx="3998">
                  <c:v>1139.9000000000001</c:v>
                </c:pt>
                <c:pt idx="3999">
                  <c:v>1131.9000000000001</c:v>
                </c:pt>
                <c:pt idx="4000">
                  <c:v>1139.6500000000001</c:v>
                </c:pt>
                <c:pt idx="4001">
                  <c:v>1121.25</c:v>
                </c:pt>
                <c:pt idx="4002">
                  <c:v>1137.05</c:v>
                </c:pt>
                <c:pt idx="4003">
                  <c:v>1136.25</c:v>
                </c:pt>
                <c:pt idx="4004">
                  <c:v>1137.6500000000001</c:v>
                </c:pt>
                <c:pt idx="4005">
                  <c:v>1138.5</c:v>
                </c:pt>
                <c:pt idx="4006">
                  <c:v>1129.5999999999999</c:v>
                </c:pt>
                <c:pt idx="4007">
                  <c:v>1164.9000000000001</c:v>
                </c:pt>
                <c:pt idx="4008">
                  <c:v>1173.3499999999999</c:v>
                </c:pt>
                <c:pt idx="4009">
                  <c:v>1175.55</c:v>
                </c:pt>
                <c:pt idx="4010">
                  <c:v>1157.7</c:v>
                </c:pt>
                <c:pt idx="4011">
                  <c:v>1179.75</c:v>
                </c:pt>
                <c:pt idx="4012">
                  <c:v>1174.7</c:v>
                </c:pt>
                <c:pt idx="4013">
                  <c:v>1150.8</c:v>
                </c:pt>
                <c:pt idx="4014">
                  <c:v>1107.6500000000001</c:v>
                </c:pt>
                <c:pt idx="4015">
                  <c:v>1108.55</c:v>
                </c:pt>
                <c:pt idx="4016">
                  <c:v>1078.6500000000001</c:v>
                </c:pt>
                <c:pt idx="4017">
                  <c:v>1084.6500000000001</c:v>
                </c:pt>
                <c:pt idx="4018">
                  <c:v>1091.75</c:v>
                </c:pt>
                <c:pt idx="4019">
                  <c:v>1079.1500000000001</c:v>
                </c:pt>
                <c:pt idx="4020">
                  <c:v>1097.8499999999999</c:v>
                </c:pt>
                <c:pt idx="4021">
                  <c:v>1123.4000000000001</c:v>
                </c:pt>
                <c:pt idx="4022">
                  <c:v>1127.25</c:v>
                </c:pt>
                <c:pt idx="4023">
                  <c:v>1126.6500000000001</c:v>
                </c:pt>
                <c:pt idx="4024">
                  <c:v>1123.9000000000001</c:v>
                </c:pt>
                <c:pt idx="4025">
                  <c:v>1125.3499999999999</c:v>
                </c:pt>
                <c:pt idx="4026">
                  <c:v>1110.3</c:v>
                </c:pt>
                <c:pt idx="4027">
                  <c:v>1121.1500000000001</c:v>
                </c:pt>
                <c:pt idx="4028">
                  <c:v>1084.05</c:v>
                </c:pt>
                <c:pt idx="4029">
                  <c:v>1125.45</c:v>
                </c:pt>
                <c:pt idx="4030">
                  <c:v>1156</c:v>
                </c:pt>
                <c:pt idx="4031">
                  <c:v>1169.3</c:v>
                </c:pt>
                <c:pt idx="4032">
                  <c:v>1170.6500000000001</c:v>
                </c:pt>
                <c:pt idx="4033">
                  <c:v>1163.45</c:v>
                </c:pt>
                <c:pt idx="4034">
                  <c:v>1178.5</c:v>
                </c:pt>
                <c:pt idx="4035">
                  <c:v>1142.5</c:v>
                </c:pt>
                <c:pt idx="4036">
                  <c:v>1143</c:v>
                </c:pt>
                <c:pt idx="4037">
                  <c:v>1141.2</c:v>
                </c:pt>
                <c:pt idx="4038">
                  <c:v>1134.4000000000001</c:v>
                </c:pt>
                <c:pt idx="4039">
                  <c:v>1152.45</c:v>
                </c:pt>
                <c:pt idx="4040">
                  <c:v>1161.75</c:v>
                </c:pt>
                <c:pt idx="4041">
                  <c:v>1193.4000000000001</c:v>
                </c:pt>
                <c:pt idx="4042">
                  <c:v>1194.9000000000001</c:v>
                </c:pt>
                <c:pt idx="4043">
                  <c:v>1189.95</c:v>
                </c:pt>
                <c:pt idx="4044">
                  <c:v>1207.8</c:v>
                </c:pt>
                <c:pt idx="4045">
                  <c:v>1204.9000000000001</c:v>
                </c:pt>
                <c:pt idx="4046">
                  <c:v>1197.25</c:v>
                </c:pt>
                <c:pt idx="4047">
                  <c:v>1205.95</c:v>
                </c:pt>
                <c:pt idx="4048">
                  <c:v>1218.3</c:v>
                </c:pt>
                <c:pt idx="4049">
                  <c:v>1205.45</c:v>
                </c:pt>
                <c:pt idx="4050">
                  <c:v>1243.7</c:v>
                </c:pt>
                <c:pt idx="4051">
                  <c:v>1219.8</c:v>
                </c:pt>
                <c:pt idx="4052">
                  <c:v>1200.7</c:v>
                </c:pt>
                <c:pt idx="4053">
                  <c:v>1181.5</c:v>
                </c:pt>
                <c:pt idx="4054">
                  <c:v>1165.75</c:v>
                </c:pt>
                <c:pt idx="4055">
                  <c:v>1183.9000000000001</c:v>
                </c:pt>
                <c:pt idx="4056">
                  <c:v>1182.2</c:v>
                </c:pt>
                <c:pt idx="4057">
                  <c:v>1172.7</c:v>
                </c:pt>
                <c:pt idx="4058">
                  <c:v>1238.7</c:v>
                </c:pt>
                <c:pt idx="4059">
                  <c:v>1243.5999999999999</c:v>
                </c:pt>
                <c:pt idx="4060">
                  <c:v>1226.3</c:v>
                </c:pt>
                <c:pt idx="4061">
                  <c:v>1211.25</c:v>
                </c:pt>
                <c:pt idx="4062">
                  <c:v>1215.8499999999999</c:v>
                </c:pt>
                <c:pt idx="4063">
                  <c:v>1232.1500000000001</c:v>
                </c:pt>
                <c:pt idx="4064">
                  <c:v>1240.1500000000001</c:v>
                </c:pt>
                <c:pt idx="4065">
                  <c:v>1209.1500000000001</c:v>
                </c:pt>
                <c:pt idx="4066">
                  <c:v>1208.0999999999999</c:v>
                </c:pt>
                <c:pt idx="4067">
                  <c:v>1201.05</c:v>
                </c:pt>
                <c:pt idx="4068">
                  <c:v>1177.8</c:v>
                </c:pt>
                <c:pt idx="4069">
                  <c:v>1188.8499999999999</c:v>
                </c:pt>
                <c:pt idx="4070">
                  <c:v>1192.45</c:v>
                </c:pt>
                <c:pt idx="4071">
                  <c:v>1181.5</c:v>
                </c:pt>
                <c:pt idx="4072">
                  <c:v>1199.05</c:v>
                </c:pt>
                <c:pt idx="4073">
                  <c:v>1212.8</c:v>
                </c:pt>
                <c:pt idx="4074">
                  <c:v>1201.8499999999999</c:v>
                </c:pt>
                <c:pt idx="4075">
                  <c:v>1210</c:v>
                </c:pt>
                <c:pt idx="4076">
                  <c:v>1207.25</c:v>
                </c:pt>
                <c:pt idx="4077">
                  <c:v>1215</c:v>
                </c:pt>
                <c:pt idx="4078">
                  <c:v>1214.25</c:v>
                </c:pt>
                <c:pt idx="4079">
                  <c:v>1209.8499999999999</c:v>
                </c:pt>
                <c:pt idx="4080">
                  <c:v>1205.75</c:v>
                </c:pt>
                <c:pt idx="4081">
                  <c:v>1201.5999999999999</c:v>
                </c:pt>
                <c:pt idx="4082">
                  <c:v>1188</c:v>
                </c:pt>
                <c:pt idx="4083">
                  <c:v>1187.75</c:v>
                </c:pt>
                <c:pt idx="4084">
                  <c:v>1208.6500000000001</c:v>
                </c:pt>
                <c:pt idx="4085">
                  <c:v>1234.1500000000001</c:v>
                </c:pt>
                <c:pt idx="4086">
                  <c:v>1247.5</c:v>
                </c:pt>
                <c:pt idx="4087">
                  <c:v>1267.5999999999999</c:v>
                </c:pt>
                <c:pt idx="4088">
                  <c:v>1248.6500000000001</c:v>
                </c:pt>
                <c:pt idx="4089">
                  <c:v>1258.2</c:v>
                </c:pt>
                <c:pt idx="4090">
                  <c:v>1261.55</c:v>
                </c:pt>
                <c:pt idx="4091">
                  <c:v>1266.9000000000001</c:v>
                </c:pt>
                <c:pt idx="4092">
                  <c:v>1266.75</c:v>
                </c:pt>
                <c:pt idx="4093">
                  <c:v>1257.4000000000001</c:v>
                </c:pt>
                <c:pt idx="4094">
                  <c:v>1238.0999999999999</c:v>
                </c:pt>
                <c:pt idx="4095">
                  <c:v>1185.5</c:v>
                </c:pt>
                <c:pt idx="4096">
                  <c:v>1180.5999999999999</c:v>
                </c:pt>
                <c:pt idx="4097">
                  <c:v>1180.9000000000001</c:v>
                </c:pt>
                <c:pt idx="4098">
                  <c:v>1175</c:v>
                </c:pt>
                <c:pt idx="4099">
                  <c:v>1189.95</c:v>
                </c:pt>
                <c:pt idx="4100">
                  <c:v>1186</c:v>
                </c:pt>
                <c:pt idx="4101">
                  <c:v>1179.5</c:v>
                </c:pt>
                <c:pt idx="4102">
                  <c:v>1208.75</c:v>
                </c:pt>
                <c:pt idx="4103">
                  <c:v>1206.0999999999999</c:v>
                </c:pt>
                <c:pt idx="4104">
                  <c:v>1199.5</c:v>
                </c:pt>
                <c:pt idx="4105">
                  <c:v>1211.5999999999999</c:v>
                </c:pt>
                <c:pt idx="4106">
                  <c:v>1194.55</c:v>
                </c:pt>
                <c:pt idx="4107">
                  <c:v>1166.2</c:v>
                </c:pt>
                <c:pt idx="4108">
                  <c:v>1159.1500000000001</c:v>
                </c:pt>
                <c:pt idx="4109">
                  <c:v>1176.8499999999999</c:v>
                </c:pt>
                <c:pt idx="4110">
                  <c:v>1170.8</c:v>
                </c:pt>
                <c:pt idx="4111">
                  <c:v>1172.4000000000001</c:v>
                </c:pt>
                <c:pt idx="4112">
                  <c:v>1183.95</c:v>
                </c:pt>
                <c:pt idx="4113">
                  <c:v>1175.45</c:v>
                </c:pt>
                <c:pt idx="4114">
                  <c:v>1157.25</c:v>
                </c:pt>
                <c:pt idx="4115">
                  <c:v>1158.2</c:v>
                </c:pt>
                <c:pt idx="4116">
                  <c:v>1175.05</c:v>
                </c:pt>
                <c:pt idx="4117">
                  <c:v>1176.55</c:v>
                </c:pt>
                <c:pt idx="4118">
                  <c:v>1193.8</c:v>
                </c:pt>
                <c:pt idx="4119">
                  <c:v>1176.25</c:v>
                </c:pt>
                <c:pt idx="4120">
                  <c:v>1072.55</c:v>
                </c:pt>
                <c:pt idx="4121">
                  <c:v>1081.95</c:v>
                </c:pt>
                <c:pt idx="4122">
                  <c:v>1086.95</c:v>
                </c:pt>
                <c:pt idx="4123">
                  <c:v>1083.0999999999999</c:v>
                </c:pt>
                <c:pt idx="4124">
                  <c:v>1079.9000000000001</c:v>
                </c:pt>
                <c:pt idx="4125">
                  <c:v>1072.45</c:v>
                </c:pt>
                <c:pt idx="4126">
                  <c:v>1080.8499999999999</c:v>
                </c:pt>
                <c:pt idx="4127">
                  <c:v>1088.7</c:v>
                </c:pt>
                <c:pt idx="4128">
                  <c:v>1085.3499999999999</c:v>
                </c:pt>
                <c:pt idx="4129">
                  <c:v>1077.5</c:v>
                </c:pt>
                <c:pt idx="4130">
                  <c:v>1073.8499999999999</c:v>
                </c:pt>
                <c:pt idx="4131">
                  <c:v>1085.25</c:v>
                </c:pt>
                <c:pt idx="4132">
                  <c:v>1083.8</c:v>
                </c:pt>
                <c:pt idx="4133">
                  <c:v>1084.9000000000001</c:v>
                </c:pt>
                <c:pt idx="4134">
                  <c:v>1071.8</c:v>
                </c:pt>
                <c:pt idx="4135">
                  <c:v>1068</c:v>
                </c:pt>
                <c:pt idx="4136">
                  <c:v>1078.7</c:v>
                </c:pt>
                <c:pt idx="4137">
                  <c:v>1083.4000000000001</c:v>
                </c:pt>
                <c:pt idx="4138">
                  <c:v>1082.3499999999999</c:v>
                </c:pt>
                <c:pt idx="4139">
                  <c:v>1077.3499999999999</c:v>
                </c:pt>
                <c:pt idx="4140">
                  <c:v>1062.55</c:v>
                </c:pt>
                <c:pt idx="4141">
                  <c:v>1051.8</c:v>
                </c:pt>
                <c:pt idx="4142">
                  <c:v>1033.3</c:v>
                </c:pt>
                <c:pt idx="4143">
                  <c:v>1023.4</c:v>
                </c:pt>
                <c:pt idx="4144">
                  <c:v>1021.3</c:v>
                </c:pt>
                <c:pt idx="4145">
                  <c:v>1015.45</c:v>
                </c:pt>
                <c:pt idx="4146">
                  <c:v>1039.6500000000001</c:v>
                </c:pt>
                <c:pt idx="4147">
                  <c:v>1057.4000000000001</c:v>
                </c:pt>
                <c:pt idx="4148">
                  <c:v>1036.1500000000001</c:v>
                </c:pt>
                <c:pt idx="4149">
                  <c:v>1020.25</c:v>
                </c:pt>
                <c:pt idx="4150">
                  <c:v>1022.8</c:v>
                </c:pt>
                <c:pt idx="4151">
                  <c:v>1040.4000000000001</c:v>
                </c:pt>
                <c:pt idx="4152">
                  <c:v>1035.8499999999999</c:v>
                </c:pt>
                <c:pt idx="4153">
                  <c:v>1037.55</c:v>
                </c:pt>
                <c:pt idx="4154">
                  <c:v>1031.8499999999999</c:v>
                </c:pt>
                <c:pt idx="4155">
                  <c:v>1045</c:v>
                </c:pt>
                <c:pt idx="4156">
                  <c:v>1054.3499999999999</c:v>
                </c:pt>
                <c:pt idx="4157">
                  <c:v>1037.6500000000001</c:v>
                </c:pt>
                <c:pt idx="4158">
                  <c:v>1035.5</c:v>
                </c:pt>
                <c:pt idx="4159">
                  <c:v>1054</c:v>
                </c:pt>
                <c:pt idx="4160">
                  <c:v>1045.5999999999999</c:v>
                </c:pt>
                <c:pt idx="4161">
                  <c:v>1042.2</c:v>
                </c:pt>
                <c:pt idx="4162">
                  <c:v>1060.1500000000001</c:v>
                </c:pt>
                <c:pt idx="4163">
                  <c:v>1061.2</c:v>
                </c:pt>
                <c:pt idx="4164">
                  <c:v>1050.1500000000001</c:v>
                </c:pt>
                <c:pt idx="4165">
                  <c:v>1055.75</c:v>
                </c:pt>
                <c:pt idx="4166">
                  <c:v>1058.8</c:v>
                </c:pt>
                <c:pt idx="4167">
                  <c:v>1042.55</c:v>
                </c:pt>
                <c:pt idx="4168">
                  <c:v>1035.9000000000001</c:v>
                </c:pt>
                <c:pt idx="4169">
                  <c:v>1039.75</c:v>
                </c:pt>
                <c:pt idx="4170">
                  <c:v>1038.95</c:v>
                </c:pt>
                <c:pt idx="4171">
                  <c:v>1029.2</c:v>
                </c:pt>
                <c:pt idx="4172">
                  <c:v>1036.05</c:v>
                </c:pt>
                <c:pt idx="4173">
                  <c:v>1038.0999999999999</c:v>
                </c:pt>
                <c:pt idx="4174">
                  <c:v>1049.2</c:v>
                </c:pt>
                <c:pt idx="4175">
                  <c:v>1041.5</c:v>
                </c:pt>
                <c:pt idx="4176">
                  <c:v>1027.4000000000001</c:v>
                </c:pt>
                <c:pt idx="4177">
                  <c:v>1012.55</c:v>
                </c:pt>
                <c:pt idx="4178">
                  <c:v>1029.95</c:v>
                </c:pt>
                <c:pt idx="4179">
                  <c:v>1052.3499999999999</c:v>
                </c:pt>
                <c:pt idx="4180">
                  <c:v>1027.1500000000001</c:v>
                </c:pt>
                <c:pt idx="4181">
                  <c:v>1022.4</c:v>
                </c:pt>
                <c:pt idx="4182">
                  <c:v>1039.05</c:v>
                </c:pt>
                <c:pt idx="4183">
                  <c:v>1041.8</c:v>
                </c:pt>
                <c:pt idx="4184">
                  <c:v>1036.6500000000001</c:v>
                </c:pt>
                <c:pt idx="4185">
                  <c:v>1038.3</c:v>
                </c:pt>
                <c:pt idx="4186">
                  <c:v>1027.0999999999999</c:v>
                </c:pt>
                <c:pt idx="4187">
                  <c:v>1017.2</c:v>
                </c:pt>
                <c:pt idx="4188">
                  <c:v>1014.2</c:v>
                </c:pt>
                <c:pt idx="4189">
                  <c:v>1003.5</c:v>
                </c:pt>
                <c:pt idx="4190">
                  <c:v>997.5</c:v>
                </c:pt>
                <c:pt idx="4191">
                  <c:v>1002.1</c:v>
                </c:pt>
                <c:pt idx="4192">
                  <c:v>989.45</c:v>
                </c:pt>
                <c:pt idx="4193">
                  <c:v>981.05</c:v>
                </c:pt>
                <c:pt idx="4194">
                  <c:v>966.85</c:v>
                </c:pt>
                <c:pt idx="4195">
                  <c:v>971</c:v>
                </c:pt>
                <c:pt idx="4196">
                  <c:v>977.95</c:v>
                </c:pt>
                <c:pt idx="4197">
                  <c:v>982.6</c:v>
                </c:pt>
                <c:pt idx="4198">
                  <c:v>958.3</c:v>
                </c:pt>
                <c:pt idx="4199">
                  <c:v>939.4</c:v>
                </c:pt>
                <c:pt idx="4200">
                  <c:v>921.55</c:v>
                </c:pt>
                <c:pt idx="4201">
                  <c:v>923.55</c:v>
                </c:pt>
                <c:pt idx="4202">
                  <c:v>940.9</c:v>
                </c:pt>
                <c:pt idx="4203">
                  <c:v>929.8</c:v>
                </c:pt>
                <c:pt idx="4204">
                  <c:v>920</c:v>
                </c:pt>
                <c:pt idx="4205">
                  <c:v>911.1</c:v>
                </c:pt>
                <c:pt idx="4206">
                  <c:v>914.2</c:v>
                </c:pt>
                <c:pt idx="4207">
                  <c:v>920.25</c:v>
                </c:pt>
                <c:pt idx="4208">
                  <c:v>930.3</c:v>
                </c:pt>
                <c:pt idx="4209">
                  <c:v>977.5</c:v>
                </c:pt>
                <c:pt idx="4210">
                  <c:v>979.75</c:v>
                </c:pt>
                <c:pt idx="4211">
                  <c:v>972.6</c:v>
                </c:pt>
                <c:pt idx="4212">
                  <c:v>975.55</c:v>
                </c:pt>
                <c:pt idx="4213">
                  <c:v>975.6</c:v>
                </c:pt>
                <c:pt idx="4214">
                  <c:v>964.5</c:v>
                </c:pt>
                <c:pt idx="4215">
                  <c:v>961.65</c:v>
                </c:pt>
                <c:pt idx="4216">
                  <c:v>966.5</c:v>
                </c:pt>
                <c:pt idx="4217">
                  <c:v>966.4</c:v>
                </c:pt>
                <c:pt idx="4218">
                  <c:v>984.65</c:v>
                </c:pt>
                <c:pt idx="4219">
                  <c:v>989.35</c:v>
                </c:pt>
                <c:pt idx="4220">
                  <c:v>977.35</c:v>
                </c:pt>
                <c:pt idx="4221">
                  <c:v>990.2</c:v>
                </c:pt>
                <c:pt idx="4222">
                  <c:v>999.75</c:v>
                </c:pt>
                <c:pt idx="4223">
                  <c:v>992.35</c:v>
                </c:pt>
                <c:pt idx="4224">
                  <c:v>1005.15</c:v>
                </c:pt>
                <c:pt idx="4225">
                  <c:v>1004.65</c:v>
                </c:pt>
                <c:pt idx="4226">
                  <c:v>1012.15</c:v>
                </c:pt>
                <c:pt idx="4227">
                  <c:v>1001.55</c:v>
                </c:pt>
                <c:pt idx="4228">
                  <c:v>984.7</c:v>
                </c:pt>
                <c:pt idx="4229">
                  <c:v>988.45</c:v>
                </c:pt>
                <c:pt idx="4230">
                  <c:v>982.75</c:v>
                </c:pt>
                <c:pt idx="4231">
                  <c:v>998.95</c:v>
                </c:pt>
                <c:pt idx="4232">
                  <c:v>998.5</c:v>
                </c:pt>
                <c:pt idx="4233">
                  <c:v>992.35</c:v>
                </c:pt>
                <c:pt idx="4234">
                  <c:v>1010.6</c:v>
                </c:pt>
                <c:pt idx="4235">
                  <c:v>1001.1</c:v>
                </c:pt>
                <c:pt idx="4236">
                  <c:v>993.85</c:v>
                </c:pt>
                <c:pt idx="4237">
                  <c:v>997.75</c:v>
                </c:pt>
                <c:pt idx="4238">
                  <c:v>996.15</c:v>
                </c:pt>
                <c:pt idx="4239">
                  <c:v>972.25</c:v>
                </c:pt>
                <c:pt idx="4240">
                  <c:v>970.35</c:v>
                </c:pt>
                <c:pt idx="4241">
                  <c:v>970.55</c:v>
                </c:pt>
                <c:pt idx="4242">
                  <c:v>969.1</c:v>
                </c:pt>
                <c:pt idx="4243">
                  <c:v>1000.05</c:v>
                </c:pt>
                <c:pt idx="4244">
                  <c:v>975.8</c:v>
                </c:pt>
                <c:pt idx="4245">
                  <c:v>955.65</c:v>
                </c:pt>
                <c:pt idx="4246">
                  <c:v>955.4</c:v>
                </c:pt>
                <c:pt idx="4247">
                  <c:v>950.8</c:v>
                </c:pt>
                <c:pt idx="4248">
                  <c:v>958.1</c:v>
                </c:pt>
                <c:pt idx="4249">
                  <c:v>948.7</c:v>
                </c:pt>
                <c:pt idx="4250">
                  <c:v>952.7</c:v>
                </c:pt>
                <c:pt idx="4251">
                  <c:v>945.55</c:v>
                </c:pt>
                <c:pt idx="4252">
                  <c:v>936.6</c:v>
                </c:pt>
                <c:pt idx="4253">
                  <c:v>942.15</c:v>
                </c:pt>
                <c:pt idx="4254">
                  <c:v>949.35</c:v>
                </c:pt>
                <c:pt idx="4255">
                  <c:v>928.6</c:v>
                </c:pt>
                <c:pt idx="4256">
                  <c:v>916.75</c:v>
                </c:pt>
                <c:pt idx="4257">
                  <c:v>935.9</c:v>
                </c:pt>
                <c:pt idx="4258">
                  <c:v>936.1</c:v>
                </c:pt>
                <c:pt idx="4259">
                  <c:v>935.25</c:v>
                </c:pt>
                <c:pt idx="4260">
                  <c:v>942.25</c:v>
                </c:pt>
                <c:pt idx="4261">
                  <c:v>936.5</c:v>
                </c:pt>
                <c:pt idx="4262">
                  <c:v>946</c:v>
                </c:pt>
                <c:pt idx="4263">
                  <c:v>968.3</c:v>
                </c:pt>
                <c:pt idx="4264">
                  <c:v>984.35</c:v>
                </c:pt>
                <c:pt idx="4265">
                  <c:v>987.7</c:v>
                </c:pt>
                <c:pt idx="4266">
                  <c:v>981.8</c:v>
                </c:pt>
                <c:pt idx="4267">
                  <c:v>1012.1</c:v>
                </c:pt>
                <c:pt idx="4268">
                  <c:v>1000.1</c:v>
                </c:pt>
                <c:pt idx="4269">
                  <c:v>1010.25</c:v>
                </c:pt>
                <c:pt idx="4270">
                  <c:v>1013.6</c:v>
                </c:pt>
                <c:pt idx="4271">
                  <c:v>990.15</c:v>
                </c:pt>
                <c:pt idx="4272">
                  <c:v>1008.85</c:v>
                </c:pt>
                <c:pt idx="4273">
                  <c:v>1012.4</c:v>
                </c:pt>
                <c:pt idx="4274">
                  <c:v>1012.4</c:v>
                </c:pt>
                <c:pt idx="4275">
                  <c:v>1025.1500000000001</c:v>
                </c:pt>
                <c:pt idx="4276">
                  <c:v>1023.3</c:v>
                </c:pt>
                <c:pt idx="4277">
                  <c:v>1031.2</c:v>
                </c:pt>
                <c:pt idx="4278">
                  <c:v>1033.9000000000001</c:v>
                </c:pt>
                <c:pt idx="4279">
                  <c:v>1019.8</c:v>
                </c:pt>
                <c:pt idx="4280">
                  <c:v>1007.8</c:v>
                </c:pt>
                <c:pt idx="4281">
                  <c:v>1011.55</c:v>
                </c:pt>
                <c:pt idx="4282">
                  <c:v>1021.85</c:v>
                </c:pt>
                <c:pt idx="4283">
                  <c:v>1034.8</c:v>
                </c:pt>
                <c:pt idx="4284">
                  <c:v>1011.95</c:v>
                </c:pt>
                <c:pt idx="4285">
                  <c:v>1028.8499999999999</c:v>
                </c:pt>
                <c:pt idx="4286">
                  <c:v>1040.3</c:v>
                </c:pt>
                <c:pt idx="4287">
                  <c:v>1021.5</c:v>
                </c:pt>
                <c:pt idx="4288">
                  <c:v>1032.8499999999999</c:v>
                </c:pt>
                <c:pt idx="4289">
                  <c:v>1027.7</c:v>
                </c:pt>
                <c:pt idx="4290">
                  <c:v>1040.45</c:v>
                </c:pt>
                <c:pt idx="4291">
                  <c:v>1031.4000000000001</c:v>
                </c:pt>
                <c:pt idx="4292">
                  <c:v>1028.8499999999999</c:v>
                </c:pt>
                <c:pt idx="4293">
                  <c:v>1035.1500000000001</c:v>
                </c:pt>
                <c:pt idx="4294">
                  <c:v>1031.8499999999999</c:v>
                </c:pt>
                <c:pt idx="4295">
                  <c:v>1025.5</c:v>
                </c:pt>
                <c:pt idx="4296">
                  <c:v>1022.25</c:v>
                </c:pt>
                <c:pt idx="4297">
                  <c:v>1008.8</c:v>
                </c:pt>
                <c:pt idx="4298">
                  <c:v>995.95</c:v>
                </c:pt>
                <c:pt idx="4299">
                  <c:v>999.6</c:v>
                </c:pt>
                <c:pt idx="4300">
                  <c:v>981.55</c:v>
                </c:pt>
                <c:pt idx="4301">
                  <c:v>953.4</c:v>
                </c:pt>
                <c:pt idx="4302">
                  <c:v>967.15</c:v>
                </c:pt>
                <c:pt idx="4303">
                  <c:v>968.85</c:v>
                </c:pt>
                <c:pt idx="4304">
                  <c:v>931.4</c:v>
                </c:pt>
                <c:pt idx="4305">
                  <c:v>924.9</c:v>
                </c:pt>
                <c:pt idx="4306">
                  <c:v>922.65</c:v>
                </c:pt>
                <c:pt idx="4307">
                  <c:v>919.2</c:v>
                </c:pt>
                <c:pt idx="4308">
                  <c:v>927.3</c:v>
                </c:pt>
                <c:pt idx="4309">
                  <c:v>923.7</c:v>
                </c:pt>
                <c:pt idx="4310">
                  <c:v>926.55</c:v>
                </c:pt>
                <c:pt idx="4311">
                  <c:v>929.35</c:v>
                </c:pt>
                <c:pt idx="4312">
                  <c:v>914.25</c:v>
                </c:pt>
                <c:pt idx="4313">
                  <c:v>925.25</c:v>
                </c:pt>
                <c:pt idx="4314">
                  <c:v>918.95</c:v>
                </c:pt>
                <c:pt idx="4315">
                  <c:v>922.6</c:v>
                </c:pt>
                <c:pt idx="4316">
                  <c:v>934.3</c:v>
                </c:pt>
                <c:pt idx="4317">
                  <c:v>937.65</c:v>
                </c:pt>
                <c:pt idx="4318">
                  <c:v>931.5</c:v>
                </c:pt>
                <c:pt idx="4319">
                  <c:v>945.5</c:v>
                </c:pt>
                <c:pt idx="4320">
                  <c:v>946.65</c:v>
                </c:pt>
                <c:pt idx="4321">
                  <c:v>943.65</c:v>
                </c:pt>
                <c:pt idx="4322">
                  <c:v>944.1</c:v>
                </c:pt>
                <c:pt idx="4323">
                  <c:v>964.25</c:v>
                </c:pt>
                <c:pt idx="4324">
                  <c:v>951.55</c:v>
                </c:pt>
                <c:pt idx="4325">
                  <c:v>955</c:v>
                </c:pt>
                <c:pt idx="4326">
                  <c:v>952.8</c:v>
                </c:pt>
                <c:pt idx="4327">
                  <c:v>961.75</c:v>
                </c:pt>
                <c:pt idx="4328">
                  <c:v>957.95</c:v>
                </c:pt>
                <c:pt idx="4329">
                  <c:v>961.45</c:v>
                </c:pt>
                <c:pt idx="4330">
                  <c:v>957.3</c:v>
                </c:pt>
                <c:pt idx="4331">
                  <c:v>954.8</c:v>
                </c:pt>
                <c:pt idx="4332">
                  <c:v>983.3</c:v>
                </c:pt>
                <c:pt idx="4333">
                  <c:v>995.7</c:v>
                </c:pt>
                <c:pt idx="4334">
                  <c:v>985.15</c:v>
                </c:pt>
                <c:pt idx="4335">
                  <c:v>996.2</c:v>
                </c:pt>
                <c:pt idx="4336">
                  <c:v>977.05</c:v>
                </c:pt>
                <c:pt idx="4337">
                  <c:v>971.4</c:v>
                </c:pt>
                <c:pt idx="4338">
                  <c:v>969.45</c:v>
                </c:pt>
                <c:pt idx="4339">
                  <c:v>958.75</c:v>
                </c:pt>
                <c:pt idx="4340">
                  <c:v>979.35</c:v>
                </c:pt>
                <c:pt idx="4341">
                  <c:v>961.3</c:v>
                </c:pt>
                <c:pt idx="4342">
                  <c:v>956.45</c:v>
                </c:pt>
                <c:pt idx="4343">
                  <c:v>948.6</c:v>
                </c:pt>
                <c:pt idx="4344">
                  <c:v>963.85</c:v>
                </c:pt>
                <c:pt idx="4345">
                  <c:v>957.8</c:v>
                </c:pt>
                <c:pt idx="4346">
                  <c:v>958.6</c:v>
                </c:pt>
                <c:pt idx="4347">
                  <c:v>952.1</c:v>
                </c:pt>
                <c:pt idx="4348">
                  <c:v>940.25</c:v>
                </c:pt>
                <c:pt idx="4349">
                  <c:v>929.85</c:v>
                </c:pt>
                <c:pt idx="4350">
                  <c:v>943.55</c:v>
                </c:pt>
                <c:pt idx="4351">
                  <c:v>943.35</c:v>
                </c:pt>
                <c:pt idx="4352">
                  <c:v>940.15</c:v>
                </c:pt>
                <c:pt idx="4353">
                  <c:v>943.25</c:v>
                </c:pt>
                <c:pt idx="4354">
                  <c:v>927.05</c:v>
                </c:pt>
                <c:pt idx="4355">
                  <c:v>924.7</c:v>
                </c:pt>
                <c:pt idx="4356">
                  <c:v>930.2</c:v>
                </c:pt>
                <c:pt idx="4357">
                  <c:v>935.55</c:v>
                </c:pt>
                <c:pt idx="4358">
                  <c:v>951.9</c:v>
                </c:pt>
                <c:pt idx="4359">
                  <c:v>962.15</c:v>
                </c:pt>
                <c:pt idx="4360">
                  <c:v>950.9</c:v>
                </c:pt>
                <c:pt idx="4361">
                  <c:v>947</c:v>
                </c:pt>
                <c:pt idx="4362">
                  <c:v>935.4</c:v>
                </c:pt>
                <c:pt idx="4363">
                  <c:v>957.05</c:v>
                </c:pt>
                <c:pt idx="4364">
                  <c:v>975.35</c:v>
                </c:pt>
                <c:pt idx="4365">
                  <c:v>972.35</c:v>
                </c:pt>
                <c:pt idx="4366">
                  <c:v>977.05</c:v>
                </c:pt>
                <c:pt idx="4367">
                  <c:v>972.05</c:v>
                </c:pt>
                <c:pt idx="4368">
                  <c:v>984.05</c:v>
                </c:pt>
                <c:pt idx="4369">
                  <c:v>985.6</c:v>
                </c:pt>
                <c:pt idx="4370">
                  <c:v>979.85</c:v>
                </c:pt>
                <c:pt idx="4371">
                  <c:v>969.45</c:v>
                </c:pt>
                <c:pt idx="4372">
                  <c:v>980.1</c:v>
                </c:pt>
                <c:pt idx="4373">
                  <c:v>990.55</c:v>
                </c:pt>
                <c:pt idx="4374">
                  <c:v>993.85</c:v>
                </c:pt>
                <c:pt idx="4375">
                  <c:v>994.05</c:v>
                </c:pt>
                <c:pt idx="4376">
                  <c:v>971.05</c:v>
                </c:pt>
                <c:pt idx="4377">
                  <c:v>997.35</c:v>
                </c:pt>
                <c:pt idx="4378">
                  <c:v>1011.2</c:v>
                </c:pt>
                <c:pt idx="4379">
                  <c:v>1005.55</c:v>
                </c:pt>
                <c:pt idx="4380">
                  <c:v>993.35</c:v>
                </c:pt>
                <c:pt idx="4381">
                  <c:v>984</c:v>
                </c:pt>
                <c:pt idx="4382">
                  <c:v>983.75</c:v>
                </c:pt>
                <c:pt idx="4383">
                  <c:v>968.25</c:v>
                </c:pt>
                <c:pt idx="4384">
                  <c:v>963.85</c:v>
                </c:pt>
                <c:pt idx="4385">
                  <c:v>969.35</c:v>
                </c:pt>
                <c:pt idx="4386">
                  <c:v>981.25</c:v>
                </c:pt>
                <c:pt idx="4387">
                  <c:v>987.7</c:v>
                </c:pt>
                <c:pt idx="4388">
                  <c:v>981.45</c:v>
                </c:pt>
                <c:pt idx="4389">
                  <c:v>975.2</c:v>
                </c:pt>
                <c:pt idx="4390">
                  <c:v>1020.85</c:v>
                </c:pt>
                <c:pt idx="4391">
                  <c:v>923.25</c:v>
                </c:pt>
                <c:pt idx="4392">
                  <c:v>873.4</c:v>
                </c:pt>
                <c:pt idx="4393">
                  <c:v>875.4</c:v>
                </c:pt>
                <c:pt idx="4394">
                  <c:v>892.8</c:v>
                </c:pt>
                <c:pt idx="4395">
                  <c:v>912.15</c:v>
                </c:pt>
                <c:pt idx="4396">
                  <c:v>941</c:v>
                </c:pt>
                <c:pt idx="4397">
                  <c:v>927.45</c:v>
                </c:pt>
                <c:pt idx="4398">
                  <c:v>926.65</c:v>
                </c:pt>
                <c:pt idx="4399">
                  <c:v>914.95</c:v>
                </c:pt>
                <c:pt idx="4400">
                  <c:v>919.95</c:v>
                </c:pt>
                <c:pt idx="4401">
                  <c:v>900.2</c:v>
                </c:pt>
                <c:pt idx="4402">
                  <c:v>901.9</c:v>
                </c:pt>
                <c:pt idx="4403">
                  <c:v>895.6</c:v>
                </c:pt>
                <c:pt idx="4404">
                  <c:v>895.75</c:v>
                </c:pt>
                <c:pt idx="4405">
                  <c:v>884.3</c:v>
                </c:pt>
                <c:pt idx="4406">
                  <c:v>878.7</c:v>
                </c:pt>
                <c:pt idx="4407">
                  <c:v>884.05</c:v>
                </c:pt>
                <c:pt idx="4408">
                  <c:v>883.75</c:v>
                </c:pt>
                <c:pt idx="4409">
                  <c:v>892.4</c:v>
                </c:pt>
                <c:pt idx="4410">
                  <c:v>908.25</c:v>
                </c:pt>
                <c:pt idx="4411">
                  <c:v>909.1</c:v>
                </c:pt>
                <c:pt idx="4412">
                  <c:v>912.25</c:v>
                </c:pt>
                <c:pt idx="4413">
                  <c:v>912.7</c:v>
                </c:pt>
                <c:pt idx="4414">
                  <c:v>909.55</c:v>
                </c:pt>
                <c:pt idx="4415">
                  <c:v>898.3</c:v>
                </c:pt>
                <c:pt idx="4416">
                  <c:v>895.35</c:v>
                </c:pt>
                <c:pt idx="4417">
                  <c:v>905.9</c:v>
                </c:pt>
                <c:pt idx="4418">
                  <c:v>899.8</c:v>
                </c:pt>
                <c:pt idx="4419">
                  <c:v>896</c:v>
                </c:pt>
                <c:pt idx="4420">
                  <c:v>899.9</c:v>
                </c:pt>
                <c:pt idx="4421">
                  <c:v>903.55</c:v>
                </c:pt>
                <c:pt idx="4422">
                  <c:v>899.6</c:v>
                </c:pt>
                <c:pt idx="4423">
                  <c:v>903.05</c:v>
                </c:pt>
                <c:pt idx="4424">
                  <c:v>920.15</c:v>
                </c:pt>
                <c:pt idx="4425">
                  <c:v>923.9</c:v>
                </c:pt>
                <c:pt idx="4426">
                  <c:v>935.45</c:v>
                </c:pt>
                <c:pt idx="4427">
                  <c:v>930.7</c:v>
                </c:pt>
                <c:pt idx="4428">
                  <c:v>927.3</c:v>
                </c:pt>
                <c:pt idx="4429">
                  <c:v>930.1</c:v>
                </c:pt>
                <c:pt idx="4430">
                  <c:v>939</c:v>
                </c:pt>
                <c:pt idx="4431">
                  <c:v>930.5</c:v>
                </c:pt>
                <c:pt idx="4432">
                  <c:v>924.35</c:v>
                </c:pt>
                <c:pt idx="4433">
                  <c:v>926.95</c:v>
                </c:pt>
                <c:pt idx="4434">
                  <c:v>939.5</c:v>
                </c:pt>
                <c:pt idx="4435">
                  <c:v>926.5</c:v>
                </c:pt>
                <c:pt idx="4436">
                  <c:v>935.3</c:v>
                </c:pt>
                <c:pt idx="4437">
                  <c:v>947.35</c:v>
                </c:pt>
                <c:pt idx="4438">
                  <c:v>946.35</c:v>
                </c:pt>
                <c:pt idx="4439">
                  <c:v>944.1</c:v>
                </c:pt>
                <c:pt idx="4440">
                  <c:v>921.85</c:v>
                </c:pt>
                <c:pt idx="4441">
                  <c:v>927.05</c:v>
                </c:pt>
                <c:pt idx="4442">
                  <c:v>922.9</c:v>
                </c:pt>
                <c:pt idx="4443">
                  <c:v>926.65</c:v>
                </c:pt>
                <c:pt idx="4444">
                  <c:v>928.7</c:v>
                </c:pt>
                <c:pt idx="4445">
                  <c:v>955.5</c:v>
                </c:pt>
                <c:pt idx="4446">
                  <c:v>952.3</c:v>
                </c:pt>
                <c:pt idx="4447">
                  <c:v>954.5</c:v>
                </c:pt>
                <c:pt idx="4448">
                  <c:v>962.05</c:v>
                </c:pt>
                <c:pt idx="4449">
                  <c:v>951.95</c:v>
                </c:pt>
                <c:pt idx="4450">
                  <c:v>949.1</c:v>
                </c:pt>
                <c:pt idx="4451">
                  <c:v>951.8</c:v>
                </c:pt>
                <c:pt idx="4452">
                  <c:v>988.4</c:v>
                </c:pt>
                <c:pt idx="4453">
                  <c:v>970.95</c:v>
                </c:pt>
                <c:pt idx="4454">
                  <c:v>960.55</c:v>
                </c:pt>
                <c:pt idx="4455">
                  <c:v>966.25</c:v>
                </c:pt>
                <c:pt idx="4456">
                  <c:v>966.3</c:v>
                </c:pt>
                <c:pt idx="4457">
                  <c:v>991.25</c:v>
                </c:pt>
                <c:pt idx="4458">
                  <c:v>1009.55</c:v>
                </c:pt>
                <c:pt idx="4459">
                  <c:v>998.75</c:v>
                </c:pt>
                <c:pt idx="4460">
                  <c:v>984.7</c:v>
                </c:pt>
                <c:pt idx="4461">
                  <c:v>982.7</c:v>
                </c:pt>
                <c:pt idx="4462">
                  <c:v>976.1</c:v>
                </c:pt>
                <c:pt idx="4463">
                  <c:v>958.8</c:v>
                </c:pt>
                <c:pt idx="4464">
                  <c:v>985.35</c:v>
                </c:pt>
                <c:pt idx="4465">
                  <c:v>984.35</c:v>
                </c:pt>
                <c:pt idx="4466">
                  <c:v>990.3</c:v>
                </c:pt>
                <c:pt idx="4467">
                  <c:v>999.8</c:v>
                </c:pt>
                <c:pt idx="4468">
                  <c:v>1001.85</c:v>
                </c:pt>
                <c:pt idx="4469">
                  <c:v>1005.3</c:v>
                </c:pt>
                <c:pt idx="4470">
                  <c:v>1010.5</c:v>
                </c:pt>
                <c:pt idx="4471">
                  <c:v>1003.75</c:v>
                </c:pt>
                <c:pt idx="4472">
                  <c:v>1013.1</c:v>
                </c:pt>
                <c:pt idx="4473">
                  <c:v>1022.9</c:v>
                </c:pt>
                <c:pt idx="4474">
                  <c:v>1016.6</c:v>
                </c:pt>
                <c:pt idx="4475">
                  <c:v>1003.95</c:v>
                </c:pt>
                <c:pt idx="4476">
                  <c:v>1015.85</c:v>
                </c:pt>
                <c:pt idx="4477">
                  <c:v>1022.05</c:v>
                </c:pt>
                <c:pt idx="4478">
                  <c:v>1039.3499999999999</c:v>
                </c:pt>
                <c:pt idx="4479">
                  <c:v>1035.5999999999999</c:v>
                </c:pt>
                <c:pt idx="4480">
                  <c:v>1034.25</c:v>
                </c:pt>
                <c:pt idx="4481">
                  <c:v>1033.25</c:v>
                </c:pt>
                <c:pt idx="4482">
                  <c:v>1042.05</c:v>
                </c:pt>
                <c:pt idx="4483">
                  <c:v>1033.55</c:v>
                </c:pt>
                <c:pt idx="4484">
                  <c:v>1029.7</c:v>
                </c:pt>
                <c:pt idx="4485">
                  <c:v>1021.3</c:v>
                </c:pt>
                <c:pt idx="4486">
                  <c:v>1015.4</c:v>
                </c:pt>
                <c:pt idx="4487">
                  <c:v>1012</c:v>
                </c:pt>
                <c:pt idx="4488">
                  <c:v>1036.05</c:v>
                </c:pt>
                <c:pt idx="4489">
                  <c:v>1041.3499999999999</c:v>
                </c:pt>
                <c:pt idx="4490">
                  <c:v>1052.25</c:v>
                </c:pt>
                <c:pt idx="4491">
                  <c:v>1075.8</c:v>
                </c:pt>
                <c:pt idx="4492">
                  <c:v>1078.45</c:v>
                </c:pt>
                <c:pt idx="4493">
                  <c:v>1081.1500000000001</c:v>
                </c:pt>
                <c:pt idx="4494">
                  <c:v>1122.8499999999999</c:v>
                </c:pt>
                <c:pt idx="4495">
                  <c:v>1152.0999999999999</c:v>
                </c:pt>
                <c:pt idx="4496">
                  <c:v>1152.7</c:v>
                </c:pt>
                <c:pt idx="4497">
                  <c:v>1143.45</c:v>
                </c:pt>
                <c:pt idx="4498">
                  <c:v>1150</c:v>
                </c:pt>
                <c:pt idx="4499">
                  <c:v>1177.0999999999999</c:v>
                </c:pt>
                <c:pt idx="4500">
                  <c:v>1185.8</c:v>
                </c:pt>
                <c:pt idx="4501">
                  <c:v>1175.4000000000001</c:v>
                </c:pt>
                <c:pt idx="4502">
                  <c:v>1182.9000000000001</c:v>
                </c:pt>
                <c:pt idx="4503">
                  <c:v>1170.6500000000001</c:v>
                </c:pt>
                <c:pt idx="4504">
                  <c:v>1150.25</c:v>
                </c:pt>
                <c:pt idx="4505">
                  <c:v>1144.5999999999999</c:v>
                </c:pt>
                <c:pt idx="4506">
                  <c:v>1143.25</c:v>
                </c:pt>
                <c:pt idx="4507">
                  <c:v>1138.2</c:v>
                </c:pt>
                <c:pt idx="4508">
                  <c:v>1107.75</c:v>
                </c:pt>
                <c:pt idx="4509">
                  <c:v>1109.05</c:v>
                </c:pt>
                <c:pt idx="4510">
                  <c:v>1134.25</c:v>
                </c:pt>
                <c:pt idx="4511">
                  <c:v>1109.1500000000001</c:v>
                </c:pt>
                <c:pt idx="4512">
                  <c:v>1102.8</c:v>
                </c:pt>
                <c:pt idx="4513">
                  <c:v>1097.75</c:v>
                </c:pt>
                <c:pt idx="4514">
                  <c:v>1114.45</c:v>
                </c:pt>
                <c:pt idx="4515">
                  <c:v>1128.05</c:v>
                </c:pt>
                <c:pt idx="4516">
                  <c:v>1131.75</c:v>
                </c:pt>
                <c:pt idx="4517">
                  <c:v>1136.95</c:v>
                </c:pt>
                <c:pt idx="4518">
                  <c:v>1147.4000000000001</c:v>
                </c:pt>
                <c:pt idx="4519">
                  <c:v>1160.75</c:v>
                </c:pt>
                <c:pt idx="4520">
                  <c:v>1155.6500000000001</c:v>
                </c:pt>
                <c:pt idx="4521">
                  <c:v>1138.5999999999999</c:v>
                </c:pt>
                <c:pt idx="4522">
                  <c:v>1150.2</c:v>
                </c:pt>
                <c:pt idx="4523">
                  <c:v>1172.5999999999999</c:v>
                </c:pt>
                <c:pt idx="4524">
                  <c:v>1160.75</c:v>
                </c:pt>
                <c:pt idx="4525">
                  <c:v>1155.9000000000001</c:v>
                </c:pt>
                <c:pt idx="4526">
                  <c:v>1151.3499999999999</c:v>
                </c:pt>
                <c:pt idx="4527">
                  <c:v>1144.0999999999999</c:v>
                </c:pt>
                <c:pt idx="4528">
                  <c:v>1156.6500000000001</c:v>
                </c:pt>
                <c:pt idx="4529">
                  <c:v>1163.4000000000001</c:v>
                </c:pt>
                <c:pt idx="4530">
                  <c:v>1185.75</c:v>
                </c:pt>
                <c:pt idx="4531">
                  <c:v>1183.8</c:v>
                </c:pt>
                <c:pt idx="4532">
                  <c:v>1180.8</c:v>
                </c:pt>
                <c:pt idx="4533">
                  <c:v>1182.5</c:v>
                </c:pt>
                <c:pt idx="4534">
                  <c:v>1171.9000000000001</c:v>
                </c:pt>
                <c:pt idx="4535">
                  <c:v>1146.75</c:v>
                </c:pt>
                <c:pt idx="4536">
                  <c:v>1164.55</c:v>
                </c:pt>
                <c:pt idx="4537">
                  <c:v>1167.5</c:v>
                </c:pt>
                <c:pt idx="4538">
                  <c:v>1161.3</c:v>
                </c:pt>
                <c:pt idx="4539">
                  <c:v>1167.5999999999999</c:v>
                </c:pt>
                <c:pt idx="4540">
                  <c:v>1155.25</c:v>
                </c:pt>
                <c:pt idx="4541">
                  <c:v>1154</c:v>
                </c:pt>
                <c:pt idx="4542">
                  <c:v>1131.8</c:v>
                </c:pt>
                <c:pt idx="4543">
                  <c:v>1137.1500000000001</c:v>
                </c:pt>
                <c:pt idx="4544">
                  <c:v>1140.45</c:v>
                </c:pt>
                <c:pt idx="4545">
                  <c:v>1124.2</c:v>
                </c:pt>
                <c:pt idx="4546">
                  <c:v>1147.55</c:v>
                </c:pt>
                <c:pt idx="4547">
                  <c:v>1127</c:v>
                </c:pt>
                <c:pt idx="4548">
                  <c:v>1111.25</c:v>
                </c:pt>
                <c:pt idx="4549">
                  <c:v>1113.4000000000001</c:v>
                </c:pt>
                <c:pt idx="4550">
                  <c:v>1124.25</c:v>
                </c:pt>
                <c:pt idx="4551">
                  <c:v>1162.5999999999999</c:v>
                </c:pt>
                <c:pt idx="4552">
                  <c:v>1171.45</c:v>
                </c:pt>
                <c:pt idx="4553">
                  <c:v>1133.2</c:v>
                </c:pt>
                <c:pt idx="4554">
                  <c:v>1125.2</c:v>
                </c:pt>
                <c:pt idx="4555">
                  <c:v>1125.95</c:v>
                </c:pt>
                <c:pt idx="4556">
                  <c:v>1132.8499999999999</c:v>
                </c:pt>
                <c:pt idx="4557">
                  <c:v>1178.45</c:v>
                </c:pt>
                <c:pt idx="4558">
                  <c:v>1187.7</c:v>
                </c:pt>
                <c:pt idx="4559">
                  <c:v>1154.5</c:v>
                </c:pt>
                <c:pt idx="4560">
                  <c:v>1160.3499999999999</c:v>
                </c:pt>
                <c:pt idx="4561">
                  <c:v>1176.45</c:v>
                </c:pt>
                <c:pt idx="4562">
                  <c:v>1185.2</c:v>
                </c:pt>
                <c:pt idx="4563">
                  <c:v>1199.5</c:v>
                </c:pt>
                <c:pt idx="4564">
                  <c:v>1197.05</c:v>
                </c:pt>
                <c:pt idx="4565">
                  <c:v>1182.55</c:v>
                </c:pt>
                <c:pt idx="4566">
                  <c:v>1173.0999999999999</c:v>
                </c:pt>
                <c:pt idx="4567">
                  <c:v>1183</c:v>
                </c:pt>
                <c:pt idx="4568">
                  <c:v>1165.55</c:v>
                </c:pt>
                <c:pt idx="4569">
                  <c:v>1170.7</c:v>
                </c:pt>
                <c:pt idx="4570">
                  <c:v>1168</c:v>
                </c:pt>
                <c:pt idx="4571">
                  <c:v>1180.75</c:v>
                </c:pt>
                <c:pt idx="4572">
                  <c:v>1189.3</c:v>
                </c:pt>
                <c:pt idx="4573">
                  <c:v>1194.55</c:v>
                </c:pt>
                <c:pt idx="4574">
                  <c:v>1189.95</c:v>
                </c:pt>
                <c:pt idx="4575">
                  <c:v>1182.9000000000001</c:v>
                </c:pt>
                <c:pt idx="4576">
                  <c:v>1183.2</c:v>
                </c:pt>
                <c:pt idx="4577">
                  <c:v>1179.5</c:v>
                </c:pt>
                <c:pt idx="4578">
                  <c:v>1193.8499999999999</c:v>
                </c:pt>
                <c:pt idx="4579">
                  <c:v>1184.9000000000001</c:v>
                </c:pt>
                <c:pt idx="4580">
                  <c:v>1221</c:v>
                </c:pt>
                <c:pt idx="4581">
                  <c:v>1228.3</c:v>
                </c:pt>
                <c:pt idx="4582">
                  <c:v>1214.4000000000001</c:v>
                </c:pt>
                <c:pt idx="4583">
                  <c:v>1216.7</c:v>
                </c:pt>
                <c:pt idx="4584">
                  <c:v>1211.7</c:v>
                </c:pt>
                <c:pt idx="4585">
                  <c:v>1231.8</c:v>
                </c:pt>
                <c:pt idx="4586">
                  <c:v>1220.8</c:v>
                </c:pt>
                <c:pt idx="4587">
                  <c:v>1239.4000000000001</c:v>
                </c:pt>
                <c:pt idx="4588">
                  <c:v>1220.8499999999999</c:v>
                </c:pt>
                <c:pt idx="4589">
                  <c:v>1237.45</c:v>
                </c:pt>
                <c:pt idx="4590">
                  <c:v>1252.45</c:v>
                </c:pt>
                <c:pt idx="4591">
                  <c:v>1260.05</c:v>
                </c:pt>
                <c:pt idx="4592">
                  <c:v>1262.4000000000001</c:v>
                </c:pt>
                <c:pt idx="4593">
                  <c:v>1258.5</c:v>
                </c:pt>
                <c:pt idx="4594">
                  <c:v>1274.8</c:v>
                </c:pt>
                <c:pt idx="4595">
                  <c:v>1239.7</c:v>
                </c:pt>
                <c:pt idx="4596">
                  <c:v>1281.25</c:v>
                </c:pt>
                <c:pt idx="4597">
                  <c:v>1267.4000000000001</c:v>
                </c:pt>
                <c:pt idx="4598">
                  <c:v>1241.5999999999999</c:v>
                </c:pt>
                <c:pt idx="4599">
                  <c:v>1243.1500000000001</c:v>
                </c:pt>
                <c:pt idx="4600">
                  <c:v>1246.55</c:v>
                </c:pt>
                <c:pt idx="4601">
                  <c:v>1247.8499999999999</c:v>
                </c:pt>
                <c:pt idx="4602">
                  <c:v>1272.45</c:v>
                </c:pt>
                <c:pt idx="4603">
                  <c:v>1277.8499999999999</c:v>
                </c:pt>
                <c:pt idx="4604">
                  <c:v>1270</c:v>
                </c:pt>
                <c:pt idx="4605">
                  <c:v>1289.5999999999999</c:v>
                </c:pt>
                <c:pt idx="4606">
                  <c:v>1307.2</c:v>
                </c:pt>
                <c:pt idx="4607">
                  <c:v>1334.7</c:v>
                </c:pt>
                <c:pt idx="4608">
                  <c:v>1353.75</c:v>
                </c:pt>
                <c:pt idx="4609">
                  <c:v>1345.2</c:v>
                </c:pt>
                <c:pt idx="4610">
                  <c:v>1284</c:v>
                </c:pt>
                <c:pt idx="4611">
                  <c:v>1284.25</c:v>
                </c:pt>
                <c:pt idx="4612">
                  <c:v>1298.8499999999999</c:v>
                </c:pt>
                <c:pt idx="4613">
                  <c:v>1301.4000000000001</c:v>
                </c:pt>
                <c:pt idx="4614">
                  <c:v>1320.45</c:v>
                </c:pt>
                <c:pt idx="4615">
                  <c:v>1294.3499999999999</c:v>
                </c:pt>
                <c:pt idx="4616">
                  <c:v>1317.4</c:v>
                </c:pt>
                <c:pt idx="4617">
                  <c:v>1332.85</c:v>
                </c:pt>
                <c:pt idx="4618">
                  <c:v>1327.9</c:v>
                </c:pt>
                <c:pt idx="4619">
                  <c:v>1322.55</c:v>
                </c:pt>
                <c:pt idx="4620">
                  <c:v>1316.7</c:v>
                </c:pt>
                <c:pt idx="4621">
                  <c:v>1348.1</c:v>
                </c:pt>
                <c:pt idx="4622">
                  <c:v>1355.95</c:v>
                </c:pt>
                <c:pt idx="4623">
                  <c:v>1377.15</c:v>
                </c:pt>
                <c:pt idx="4624">
                  <c:v>1383.75</c:v>
                </c:pt>
                <c:pt idx="4625">
                  <c:v>1373.25</c:v>
                </c:pt>
                <c:pt idx="4626">
                  <c:v>1373.45</c:v>
                </c:pt>
                <c:pt idx="4627">
                  <c:v>1351</c:v>
                </c:pt>
                <c:pt idx="4628">
                  <c:v>1365.1</c:v>
                </c:pt>
                <c:pt idx="4629">
                  <c:v>1354.05</c:v>
                </c:pt>
                <c:pt idx="4630">
                  <c:v>1353.65</c:v>
                </c:pt>
                <c:pt idx="4631">
                  <c:v>1364.1</c:v>
                </c:pt>
                <c:pt idx="4632">
                  <c:v>1360.65</c:v>
                </c:pt>
                <c:pt idx="4633">
                  <c:v>1367.95</c:v>
                </c:pt>
                <c:pt idx="4634">
                  <c:v>1362.75</c:v>
                </c:pt>
                <c:pt idx="4635">
                  <c:v>1379.95</c:v>
                </c:pt>
                <c:pt idx="4636">
                  <c:v>1385.45</c:v>
                </c:pt>
                <c:pt idx="4637">
                  <c:v>1408.75</c:v>
                </c:pt>
                <c:pt idx="4638">
                  <c:v>1408.3</c:v>
                </c:pt>
                <c:pt idx="4639">
                  <c:v>1429.55</c:v>
                </c:pt>
                <c:pt idx="4640">
                  <c:v>1430.35</c:v>
                </c:pt>
                <c:pt idx="4641">
                  <c:v>1384.25</c:v>
                </c:pt>
                <c:pt idx="4642">
                  <c:v>1383.95</c:v>
                </c:pt>
                <c:pt idx="4643">
                  <c:v>1397.4</c:v>
                </c:pt>
                <c:pt idx="4644">
                  <c:v>1378.3</c:v>
                </c:pt>
                <c:pt idx="4645">
                  <c:v>1415.4</c:v>
                </c:pt>
                <c:pt idx="4646">
                  <c:v>1424.7</c:v>
                </c:pt>
                <c:pt idx="4647">
                  <c:v>1410.1</c:v>
                </c:pt>
                <c:pt idx="4648">
                  <c:v>1416.2</c:v>
                </c:pt>
                <c:pt idx="4649">
                  <c:v>1441.1</c:v>
                </c:pt>
                <c:pt idx="4650">
                  <c:v>1434.25</c:v>
                </c:pt>
                <c:pt idx="4651">
                  <c:v>737.15</c:v>
                </c:pt>
                <c:pt idx="4652">
                  <c:v>729.9</c:v>
                </c:pt>
                <c:pt idx="4653">
                  <c:v>727.15</c:v>
                </c:pt>
                <c:pt idx="4654">
                  <c:v>732.8</c:v>
                </c:pt>
                <c:pt idx="4655">
                  <c:v>730.85</c:v>
                </c:pt>
                <c:pt idx="4656">
                  <c:v>734.3</c:v>
                </c:pt>
                <c:pt idx="4657">
                  <c:v>742.9</c:v>
                </c:pt>
                <c:pt idx="4658">
                  <c:v>733.7</c:v>
                </c:pt>
                <c:pt idx="4659">
                  <c:v>725.95</c:v>
                </c:pt>
                <c:pt idx="4660">
                  <c:v>719.1</c:v>
                </c:pt>
                <c:pt idx="4661">
                  <c:v>719.75</c:v>
                </c:pt>
                <c:pt idx="4662">
                  <c:v>705.3</c:v>
                </c:pt>
                <c:pt idx="4663">
                  <c:v>718.25</c:v>
                </c:pt>
                <c:pt idx="4664">
                  <c:v>726.2</c:v>
                </c:pt>
                <c:pt idx="4665">
                  <c:v>717.85</c:v>
                </c:pt>
                <c:pt idx="4666">
                  <c:v>724.8</c:v>
                </c:pt>
                <c:pt idx="4667">
                  <c:v>730.05</c:v>
                </c:pt>
                <c:pt idx="4668">
                  <c:v>746.65</c:v>
                </c:pt>
                <c:pt idx="4669">
                  <c:v>728.5</c:v>
                </c:pt>
                <c:pt idx="4670">
                  <c:v>707.2</c:v>
                </c:pt>
                <c:pt idx="4671">
                  <c:v>724.6</c:v>
                </c:pt>
                <c:pt idx="4672">
                  <c:v>714.45</c:v>
                </c:pt>
                <c:pt idx="4673">
                  <c:v>717.75</c:v>
                </c:pt>
                <c:pt idx="4674">
                  <c:v>700.45</c:v>
                </c:pt>
                <c:pt idx="4675">
                  <c:v>673.35</c:v>
                </c:pt>
                <c:pt idx="4676">
                  <c:v>678.8</c:v>
                </c:pt>
                <c:pt idx="4677">
                  <c:v>698.8</c:v>
                </c:pt>
                <c:pt idx="4678">
                  <c:v>695.25</c:v>
                </c:pt>
                <c:pt idx="4679">
                  <c:v>705.35</c:v>
                </c:pt>
                <c:pt idx="4680">
                  <c:v>683.55</c:v>
                </c:pt>
                <c:pt idx="4681">
                  <c:v>679.95</c:v>
                </c:pt>
                <c:pt idx="4682">
                  <c:v>657.6</c:v>
                </c:pt>
                <c:pt idx="4683">
                  <c:v>649.79999999999995</c:v>
                </c:pt>
                <c:pt idx="4684">
                  <c:v>648.75</c:v>
                </c:pt>
                <c:pt idx="4685">
                  <c:v>633.6</c:v>
                </c:pt>
                <c:pt idx="4686">
                  <c:v>644.75</c:v>
                </c:pt>
                <c:pt idx="4687">
                  <c:v>659.6</c:v>
                </c:pt>
                <c:pt idx="4688">
                  <c:v>686.4</c:v>
                </c:pt>
                <c:pt idx="4689">
                  <c:v>666.7</c:v>
                </c:pt>
                <c:pt idx="4690">
                  <c:v>662.25</c:v>
                </c:pt>
                <c:pt idx="4691">
                  <c:v>666</c:v>
                </c:pt>
                <c:pt idx="4692">
                  <c:v>666.45</c:v>
                </c:pt>
                <c:pt idx="4693">
                  <c:v>675.5</c:v>
                </c:pt>
                <c:pt idx="4694">
                  <c:v>659.5</c:v>
                </c:pt>
                <c:pt idx="4695">
                  <c:v>664.2</c:v>
                </c:pt>
                <c:pt idx="4696">
                  <c:v>665.7</c:v>
                </c:pt>
                <c:pt idx="4697">
                  <c:v>653.20000000000005</c:v>
                </c:pt>
                <c:pt idx="4698">
                  <c:v>656.4</c:v>
                </c:pt>
                <c:pt idx="4699">
                  <c:v>650.85</c:v>
                </c:pt>
                <c:pt idx="4700">
                  <c:v>651.70000000000005</c:v>
                </c:pt>
                <c:pt idx="4701">
                  <c:v>641.4</c:v>
                </c:pt>
                <c:pt idx="4702">
                  <c:v>619.1</c:v>
                </c:pt>
                <c:pt idx="4703">
                  <c:v>620.75</c:v>
                </c:pt>
                <c:pt idx="4704">
                  <c:v>621.45000000000005</c:v>
                </c:pt>
                <c:pt idx="4705">
                  <c:v>638.9</c:v>
                </c:pt>
                <c:pt idx="4706">
                  <c:v>666.4</c:v>
                </c:pt>
                <c:pt idx="4707">
                  <c:v>661.05</c:v>
                </c:pt>
                <c:pt idx="4708">
                  <c:v>667.45</c:v>
                </c:pt>
                <c:pt idx="4709">
                  <c:v>670.35</c:v>
                </c:pt>
                <c:pt idx="4710">
                  <c:v>685.25</c:v>
                </c:pt>
                <c:pt idx="4711">
                  <c:v>681.4</c:v>
                </c:pt>
                <c:pt idx="4712">
                  <c:v>668.5</c:v>
                </c:pt>
                <c:pt idx="4713">
                  <c:v>682.8</c:v>
                </c:pt>
                <c:pt idx="4714">
                  <c:v>669.2</c:v>
                </c:pt>
                <c:pt idx="4715">
                  <c:v>674.5</c:v>
                </c:pt>
                <c:pt idx="4716">
                  <c:v>678.5</c:v>
                </c:pt>
                <c:pt idx="4717">
                  <c:v>697.75</c:v>
                </c:pt>
                <c:pt idx="4718">
                  <c:v>706.05</c:v>
                </c:pt>
                <c:pt idx="4719">
                  <c:v>694.4</c:v>
                </c:pt>
                <c:pt idx="4720">
                  <c:v>676.6</c:v>
                </c:pt>
                <c:pt idx="4721">
                  <c:v>664.85</c:v>
                </c:pt>
                <c:pt idx="4722">
                  <c:v>667.05</c:v>
                </c:pt>
                <c:pt idx="4723">
                  <c:v>646.20000000000005</c:v>
                </c:pt>
                <c:pt idx="4724">
                  <c:v>649</c:v>
                </c:pt>
                <c:pt idx="4725">
                  <c:v>644.04999999999995</c:v>
                </c:pt>
                <c:pt idx="4726">
                  <c:v>656.8</c:v>
                </c:pt>
                <c:pt idx="4727">
                  <c:v>656.95</c:v>
                </c:pt>
                <c:pt idx="4728">
                  <c:v>658.95</c:v>
                </c:pt>
                <c:pt idx="4729">
                  <c:v>665.05</c:v>
                </c:pt>
                <c:pt idx="4730">
                  <c:v>669.05</c:v>
                </c:pt>
                <c:pt idx="4731">
                  <c:v>669.15</c:v>
                </c:pt>
                <c:pt idx="4732">
                  <c:v>661.05</c:v>
                </c:pt>
                <c:pt idx="4733">
                  <c:v>671.7</c:v>
                </c:pt>
                <c:pt idx="4734">
                  <c:v>670.05</c:v>
                </c:pt>
                <c:pt idx="4735">
                  <c:v>676.1</c:v>
                </c:pt>
                <c:pt idx="4736">
                  <c:v>679.7</c:v>
                </c:pt>
                <c:pt idx="4737">
                  <c:v>683.5</c:v>
                </c:pt>
                <c:pt idx="4738">
                  <c:v>701.9</c:v>
                </c:pt>
                <c:pt idx="4739">
                  <c:v>726.6</c:v>
                </c:pt>
                <c:pt idx="4740">
                  <c:v>736.8</c:v>
                </c:pt>
                <c:pt idx="4741">
                  <c:v>733.35</c:v>
                </c:pt>
                <c:pt idx="4742">
                  <c:v>730.95</c:v>
                </c:pt>
                <c:pt idx="4743">
                  <c:v>745</c:v>
                </c:pt>
                <c:pt idx="4744">
                  <c:v>745.35</c:v>
                </c:pt>
                <c:pt idx="4745">
                  <c:v>731.65</c:v>
                </c:pt>
                <c:pt idx="4746">
                  <c:v>732</c:v>
                </c:pt>
                <c:pt idx="4747">
                  <c:v>730.35</c:v>
                </c:pt>
                <c:pt idx="4748">
                  <c:v>727.95</c:v>
                </c:pt>
                <c:pt idx="4749">
                  <c:v>727.9</c:v>
                </c:pt>
                <c:pt idx="4750">
                  <c:v>725.9</c:v>
                </c:pt>
                <c:pt idx="4751">
                  <c:v>749.55</c:v>
                </c:pt>
                <c:pt idx="4752">
                  <c:v>757.05</c:v>
                </c:pt>
                <c:pt idx="4753">
                  <c:v>755.9</c:v>
                </c:pt>
                <c:pt idx="4754">
                  <c:v>754.85</c:v>
                </c:pt>
                <c:pt idx="4755">
                  <c:v>763.3</c:v>
                </c:pt>
                <c:pt idx="4756">
                  <c:v>764</c:v>
                </c:pt>
                <c:pt idx="4757">
                  <c:v>760.9</c:v>
                </c:pt>
                <c:pt idx="4758">
                  <c:v>762.8</c:v>
                </c:pt>
                <c:pt idx="4759">
                  <c:v>750.45</c:v>
                </c:pt>
                <c:pt idx="4760">
                  <c:v>754.9</c:v>
                </c:pt>
                <c:pt idx="4761">
                  <c:v>740.05</c:v>
                </c:pt>
                <c:pt idx="4762">
                  <c:v>741.95</c:v>
                </c:pt>
                <c:pt idx="4763">
                  <c:v>741.05</c:v>
                </c:pt>
                <c:pt idx="4764">
                  <c:v>724.3</c:v>
                </c:pt>
                <c:pt idx="4765">
                  <c:v>740.7</c:v>
                </c:pt>
                <c:pt idx="4766">
                  <c:v>733.45</c:v>
                </c:pt>
                <c:pt idx="4767">
                  <c:v>734.95</c:v>
                </c:pt>
                <c:pt idx="4768">
                  <c:v>754.9</c:v>
                </c:pt>
                <c:pt idx="4769">
                  <c:v>742.5</c:v>
                </c:pt>
                <c:pt idx="4770">
                  <c:v>735.25</c:v>
                </c:pt>
                <c:pt idx="4771">
                  <c:v>734.3</c:v>
                </c:pt>
                <c:pt idx="4772">
                  <c:v>741.9</c:v>
                </c:pt>
                <c:pt idx="4773">
                  <c:v>732.5</c:v>
                </c:pt>
                <c:pt idx="4774">
                  <c:v>732.5</c:v>
                </c:pt>
                <c:pt idx="4775">
                  <c:v>722.95</c:v>
                </c:pt>
                <c:pt idx="4776">
                  <c:v>712.35</c:v>
                </c:pt>
                <c:pt idx="4777">
                  <c:v>711.25</c:v>
                </c:pt>
                <c:pt idx="4778">
                  <c:v>706.95</c:v>
                </c:pt>
                <c:pt idx="4779">
                  <c:v>708.45</c:v>
                </c:pt>
                <c:pt idx="4780">
                  <c:v>708.35</c:v>
                </c:pt>
                <c:pt idx="4781">
                  <c:v>718.55</c:v>
                </c:pt>
                <c:pt idx="4782">
                  <c:v>710.2</c:v>
                </c:pt>
                <c:pt idx="4783">
                  <c:v>722.25</c:v>
                </c:pt>
                <c:pt idx="4784">
                  <c:v>738.95</c:v>
                </c:pt>
                <c:pt idx="4785">
                  <c:v>743.1</c:v>
                </c:pt>
                <c:pt idx="4786">
                  <c:v>735.25</c:v>
                </c:pt>
                <c:pt idx="4787">
                  <c:v>727.75</c:v>
                </c:pt>
                <c:pt idx="4788">
                  <c:v>729.7</c:v>
                </c:pt>
                <c:pt idx="4789">
                  <c:v>737.8</c:v>
                </c:pt>
                <c:pt idx="4790">
                  <c:v>743.85</c:v>
                </c:pt>
                <c:pt idx="4791">
                  <c:v>755.1</c:v>
                </c:pt>
                <c:pt idx="4792">
                  <c:v>759.4</c:v>
                </c:pt>
                <c:pt idx="4793">
                  <c:v>753.3</c:v>
                </c:pt>
                <c:pt idx="4794">
                  <c:v>747.9</c:v>
                </c:pt>
                <c:pt idx="4795">
                  <c:v>759.3</c:v>
                </c:pt>
                <c:pt idx="4796">
                  <c:v>767.25</c:v>
                </c:pt>
                <c:pt idx="4797">
                  <c:v>760.6</c:v>
                </c:pt>
                <c:pt idx="4798">
                  <c:v>752.7</c:v>
                </c:pt>
                <c:pt idx="4799">
                  <c:v>742.7</c:v>
                </c:pt>
                <c:pt idx="4800">
                  <c:v>747.75</c:v>
                </c:pt>
                <c:pt idx="4801">
                  <c:v>727.5</c:v>
                </c:pt>
                <c:pt idx="4802">
                  <c:v>724.1</c:v>
                </c:pt>
                <c:pt idx="4803">
                  <c:v>717.05</c:v>
                </c:pt>
                <c:pt idx="4804">
                  <c:v>721.05</c:v>
                </c:pt>
                <c:pt idx="4805">
                  <c:v>728.2</c:v>
                </c:pt>
                <c:pt idx="4806">
                  <c:v>736.45</c:v>
                </c:pt>
                <c:pt idx="4807">
                  <c:v>728.55</c:v>
                </c:pt>
                <c:pt idx="4808">
                  <c:v>738</c:v>
                </c:pt>
                <c:pt idx="4809">
                  <c:v>751.35</c:v>
                </c:pt>
                <c:pt idx="4810">
                  <c:v>730.8</c:v>
                </c:pt>
                <c:pt idx="4811">
                  <c:v>723.6</c:v>
                </c:pt>
                <c:pt idx="4812">
                  <c:v>718.4</c:v>
                </c:pt>
                <c:pt idx="4813">
                  <c:v>724.55</c:v>
                </c:pt>
                <c:pt idx="4814">
                  <c:v>719.35</c:v>
                </c:pt>
                <c:pt idx="4815">
                  <c:v>721.05</c:v>
                </c:pt>
                <c:pt idx="4816">
                  <c:v>716.85</c:v>
                </c:pt>
                <c:pt idx="4817">
                  <c:v>719.7</c:v>
                </c:pt>
                <c:pt idx="4818">
                  <c:v>713.85</c:v>
                </c:pt>
                <c:pt idx="4819">
                  <c:v>716.1</c:v>
                </c:pt>
                <c:pt idx="4820">
                  <c:v>733.1</c:v>
                </c:pt>
                <c:pt idx="4821">
                  <c:v>723.9</c:v>
                </c:pt>
                <c:pt idx="4822">
                  <c:v>722.4</c:v>
                </c:pt>
                <c:pt idx="4823">
                  <c:v>709.3</c:v>
                </c:pt>
                <c:pt idx="4824">
                  <c:v>709.75</c:v>
                </c:pt>
                <c:pt idx="4825">
                  <c:v>701.05</c:v>
                </c:pt>
                <c:pt idx="4826">
                  <c:v>709.2</c:v>
                </c:pt>
                <c:pt idx="4827">
                  <c:v>708.1</c:v>
                </c:pt>
                <c:pt idx="4828">
                  <c:v>728.1</c:v>
                </c:pt>
                <c:pt idx="4829">
                  <c:v>727.8</c:v>
                </c:pt>
                <c:pt idx="4830">
                  <c:v>733.55</c:v>
                </c:pt>
                <c:pt idx="4831">
                  <c:v>737.75</c:v>
                </c:pt>
                <c:pt idx="4832">
                  <c:v>744.65</c:v>
                </c:pt>
                <c:pt idx="4833">
                  <c:v>735.3</c:v>
                </c:pt>
                <c:pt idx="4834">
                  <c:v>735.6</c:v>
                </c:pt>
                <c:pt idx="4835">
                  <c:v>739.1</c:v>
                </c:pt>
                <c:pt idx="4836">
                  <c:v>753.5</c:v>
                </c:pt>
                <c:pt idx="4837">
                  <c:v>754.9</c:v>
                </c:pt>
                <c:pt idx="4838">
                  <c:v>753.8</c:v>
                </c:pt>
                <c:pt idx="4839">
                  <c:v>742.65</c:v>
                </c:pt>
                <c:pt idx="4840">
                  <c:v>740.45</c:v>
                </c:pt>
                <c:pt idx="4841">
                  <c:v>740.55</c:v>
                </c:pt>
                <c:pt idx="4842">
                  <c:v>750.15</c:v>
                </c:pt>
                <c:pt idx="4843">
                  <c:v>751.9</c:v>
                </c:pt>
                <c:pt idx="4844">
                  <c:v>754.9</c:v>
                </c:pt>
                <c:pt idx="4845">
                  <c:v>750.2</c:v>
                </c:pt>
                <c:pt idx="4846">
                  <c:v>745.5</c:v>
                </c:pt>
                <c:pt idx="4847">
                  <c:v>748.1</c:v>
                </c:pt>
                <c:pt idx="4848">
                  <c:v>739.2</c:v>
                </c:pt>
                <c:pt idx="4849">
                  <c:v>730.55</c:v>
                </c:pt>
                <c:pt idx="4850">
                  <c:v>732</c:v>
                </c:pt>
                <c:pt idx="4851">
                  <c:v>731.3</c:v>
                </c:pt>
                <c:pt idx="4852">
                  <c:v>740</c:v>
                </c:pt>
                <c:pt idx="4853">
                  <c:v>731.3</c:v>
                </c:pt>
                <c:pt idx="4854">
                  <c:v>733.8</c:v>
                </c:pt>
                <c:pt idx="4855">
                  <c:v>718</c:v>
                </c:pt>
                <c:pt idx="4856">
                  <c:v>717.6</c:v>
                </c:pt>
                <c:pt idx="4857">
                  <c:v>715.5</c:v>
                </c:pt>
                <c:pt idx="4858">
                  <c:v>717.25</c:v>
                </c:pt>
                <c:pt idx="4859">
                  <c:v>721.5</c:v>
                </c:pt>
                <c:pt idx="4860">
                  <c:v>726.75</c:v>
                </c:pt>
                <c:pt idx="4861">
                  <c:v>779.35</c:v>
                </c:pt>
                <c:pt idx="4862">
                  <c:v>784.85</c:v>
                </c:pt>
                <c:pt idx="4863">
                  <c:v>794.15</c:v>
                </c:pt>
                <c:pt idx="4864">
                  <c:v>792.7</c:v>
                </c:pt>
                <c:pt idx="4865">
                  <c:v>785.4</c:v>
                </c:pt>
                <c:pt idx="4866">
                  <c:v>784.4</c:v>
                </c:pt>
                <c:pt idx="4867">
                  <c:v>790.05</c:v>
                </c:pt>
                <c:pt idx="4868">
                  <c:v>786.3</c:v>
                </c:pt>
                <c:pt idx="4869">
                  <c:v>794.5</c:v>
                </c:pt>
                <c:pt idx="4870">
                  <c:v>787</c:v>
                </c:pt>
                <c:pt idx="4871">
                  <c:v>791.45</c:v>
                </c:pt>
                <c:pt idx="4872">
                  <c:v>792.7</c:v>
                </c:pt>
                <c:pt idx="4873">
                  <c:v>793.65</c:v>
                </c:pt>
                <c:pt idx="4874">
                  <c:v>768.85</c:v>
                </c:pt>
                <c:pt idx="4875">
                  <c:v>775.6</c:v>
                </c:pt>
                <c:pt idx="4876">
                  <c:v>776.7</c:v>
                </c:pt>
                <c:pt idx="4877">
                  <c:v>774.45</c:v>
                </c:pt>
                <c:pt idx="4878">
                  <c:v>776.1</c:v>
                </c:pt>
                <c:pt idx="4879">
                  <c:v>788.75</c:v>
                </c:pt>
                <c:pt idx="4880">
                  <c:v>789.85</c:v>
                </c:pt>
                <c:pt idx="4881">
                  <c:v>764.75</c:v>
                </c:pt>
                <c:pt idx="4882">
                  <c:v>774.8</c:v>
                </c:pt>
                <c:pt idx="4883">
                  <c:v>774.55</c:v>
                </c:pt>
                <c:pt idx="4884">
                  <c:v>777.65</c:v>
                </c:pt>
                <c:pt idx="4885">
                  <c:v>792.75</c:v>
                </c:pt>
                <c:pt idx="4886">
                  <c:v>799.45</c:v>
                </c:pt>
                <c:pt idx="4887">
                  <c:v>795.7</c:v>
                </c:pt>
                <c:pt idx="4888">
                  <c:v>802.2</c:v>
                </c:pt>
                <c:pt idx="4889">
                  <c:v>802.55</c:v>
                </c:pt>
                <c:pt idx="4890">
                  <c:v>784.65</c:v>
                </c:pt>
                <c:pt idx="4891">
                  <c:v>802.5</c:v>
                </c:pt>
                <c:pt idx="4892">
                  <c:v>806.95</c:v>
                </c:pt>
                <c:pt idx="4893">
                  <c:v>814.9</c:v>
                </c:pt>
                <c:pt idx="4894">
                  <c:v>814.25</c:v>
                </c:pt>
                <c:pt idx="4895">
                  <c:v>821.3</c:v>
                </c:pt>
                <c:pt idx="4896">
                  <c:v>834.05</c:v>
                </c:pt>
                <c:pt idx="4897">
                  <c:v>840.15</c:v>
                </c:pt>
                <c:pt idx="4898">
                  <c:v>829.1</c:v>
                </c:pt>
                <c:pt idx="4899">
                  <c:v>820.1</c:v>
                </c:pt>
                <c:pt idx="4900">
                  <c:v>816.4</c:v>
                </c:pt>
                <c:pt idx="4901">
                  <c:v>829.3</c:v>
                </c:pt>
                <c:pt idx="4902">
                  <c:v>827.7</c:v>
                </c:pt>
                <c:pt idx="4903">
                  <c:v>831.25</c:v>
                </c:pt>
                <c:pt idx="4904">
                  <c:v>829.85</c:v>
                </c:pt>
                <c:pt idx="4905">
                  <c:v>820.7</c:v>
                </c:pt>
                <c:pt idx="4906">
                  <c:v>805</c:v>
                </c:pt>
                <c:pt idx="4907">
                  <c:v>764.35</c:v>
                </c:pt>
                <c:pt idx="4908">
                  <c:v>794.05</c:v>
                </c:pt>
                <c:pt idx="4909">
                  <c:v>792.65</c:v>
                </c:pt>
                <c:pt idx="4910">
                  <c:v>782.55</c:v>
                </c:pt>
                <c:pt idx="4911">
                  <c:v>782.2</c:v>
                </c:pt>
                <c:pt idx="4912">
                  <c:v>805.65</c:v>
                </c:pt>
                <c:pt idx="4913">
                  <c:v>793.55</c:v>
                </c:pt>
                <c:pt idx="4914">
                  <c:v>785.6</c:v>
                </c:pt>
                <c:pt idx="4915">
                  <c:v>793.45</c:v>
                </c:pt>
                <c:pt idx="4916">
                  <c:v>789.55</c:v>
                </c:pt>
                <c:pt idx="4917">
                  <c:v>783.65</c:v>
                </c:pt>
                <c:pt idx="4918">
                  <c:v>783.05</c:v>
                </c:pt>
                <c:pt idx="4919">
                  <c:v>814.8</c:v>
                </c:pt>
                <c:pt idx="4920">
                  <c:v>786.1</c:v>
                </c:pt>
                <c:pt idx="4921">
                  <c:v>768.3</c:v>
                </c:pt>
                <c:pt idx="4922">
                  <c:v>771.45</c:v>
                </c:pt>
                <c:pt idx="4923">
                  <c:v>769.5</c:v>
                </c:pt>
                <c:pt idx="4924">
                  <c:v>767.85</c:v>
                </c:pt>
                <c:pt idx="4925">
                  <c:v>643.54999999999995</c:v>
                </c:pt>
                <c:pt idx="4926">
                  <c:v>650.6</c:v>
                </c:pt>
                <c:pt idx="4927">
                  <c:v>635.35</c:v>
                </c:pt>
                <c:pt idx="4928">
                  <c:v>637.45000000000005</c:v>
                </c:pt>
                <c:pt idx="4929">
                  <c:v>648.85</c:v>
                </c:pt>
                <c:pt idx="4930">
                  <c:v>650.65</c:v>
                </c:pt>
                <c:pt idx="4931">
                  <c:v>660.6</c:v>
                </c:pt>
                <c:pt idx="4932">
                  <c:v>685.6</c:v>
                </c:pt>
                <c:pt idx="4933">
                  <c:v>687.9</c:v>
                </c:pt>
                <c:pt idx="4934">
                  <c:v>709</c:v>
                </c:pt>
                <c:pt idx="4935">
                  <c:v>696.1</c:v>
                </c:pt>
                <c:pt idx="4936">
                  <c:v>712.3</c:v>
                </c:pt>
                <c:pt idx="4937">
                  <c:v>720.1</c:v>
                </c:pt>
                <c:pt idx="4938">
                  <c:v>708.15</c:v>
                </c:pt>
                <c:pt idx="4939">
                  <c:v>704.4</c:v>
                </c:pt>
                <c:pt idx="4940">
                  <c:v>691.35</c:v>
                </c:pt>
                <c:pt idx="4941">
                  <c:v>705.3</c:v>
                </c:pt>
                <c:pt idx="4942">
                  <c:v>703.9</c:v>
                </c:pt>
                <c:pt idx="4943">
                  <c:v>705.2</c:v>
                </c:pt>
                <c:pt idx="4944">
                  <c:v>712.85</c:v>
                </c:pt>
                <c:pt idx="4945">
                  <c:v>713</c:v>
                </c:pt>
                <c:pt idx="4946">
                  <c:v>713.25</c:v>
                </c:pt>
                <c:pt idx="4947">
                  <c:v>693.2</c:v>
                </c:pt>
                <c:pt idx="4948">
                  <c:v>698.1</c:v>
                </c:pt>
                <c:pt idx="4949">
                  <c:v>690.6</c:v>
                </c:pt>
                <c:pt idx="4950">
                  <c:v>695.75</c:v>
                </c:pt>
                <c:pt idx="4951">
                  <c:v>701.85</c:v>
                </c:pt>
                <c:pt idx="4952">
                  <c:v>696.35</c:v>
                </c:pt>
                <c:pt idx="4953">
                  <c:v>692.7</c:v>
                </c:pt>
                <c:pt idx="4954">
                  <c:v>698.35</c:v>
                </c:pt>
                <c:pt idx="4955">
                  <c:v>708.85</c:v>
                </c:pt>
                <c:pt idx="4956">
                  <c:v>714.85</c:v>
                </c:pt>
                <c:pt idx="4957">
                  <c:v>715.1</c:v>
                </c:pt>
                <c:pt idx="4958">
                  <c:v>717.25</c:v>
                </c:pt>
                <c:pt idx="4959">
                  <c:v>714.55</c:v>
                </c:pt>
                <c:pt idx="4960">
                  <c:v>721.05</c:v>
                </c:pt>
                <c:pt idx="4961">
                  <c:v>702.1</c:v>
                </c:pt>
                <c:pt idx="4962">
                  <c:v>711.3</c:v>
                </c:pt>
                <c:pt idx="4963">
                  <c:v>714</c:v>
                </c:pt>
                <c:pt idx="4964">
                  <c:v>729.7</c:v>
                </c:pt>
                <c:pt idx="4965">
                  <c:v>732.45</c:v>
                </c:pt>
                <c:pt idx="4966">
                  <c:v>730.85</c:v>
                </c:pt>
                <c:pt idx="4967">
                  <c:v>731.55</c:v>
                </c:pt>
                <c:pt idx="4968">
                  <c:v>736</c:v>
                </c:pt>
                <c:pt idx="4969">
                  <c:v>733.4</c:v>
                </c:pt>
                <c:pt idx="4970">
                  <c:v>728.95</c:v>
                </c:pt>
                <c:pt idx="4971">
                  <c:v>736.95</c:v>
                </c:pt>
                <c:pt idx="4972">
                  <c:v>732.9</c:v>
                </c:pt>
                <c:pt idx="4973">
                  <c:v>731.15</c:v>
                </c:pt>
                <c:pt idx="4974">
                  <c:v>736.85</c:v>
                </c:pt>
                <c:pt idx="4975">
                  <c:v>734.7</c:v>
                </c:pt>
                <c:pt idx="4976">
                  <c:v>746</c:v>
                </c:pt>
                <c:pt idx="4977">
                  <c:v>738.85</c:v>
                </c:pt>
                <c:pt idx="4978">
                  <c:v>727.9</c:v>
                </c:pt>
                <c:pt idx="4979">
                  <c:v>718.2</c:v>
                </c:pt>
                <c:pt idx="4980">
                  <c:v>727.55</c:v>
                </c:pt>
                <c:pt idx="4981">
                  <c:v>738.15</c:v>
                </c:pt>
                <c:pt idx="4982">
                  <c:v>773.55</c:v>
                </c:pt>
                <c:pt idx="4983">
                  <c:v>775.65</c:v>
                </c:pt>
                <c:pt idx="4984">
                  <c:v>767.55</c:v>
                </c:pt>
                <c:pt idx="4985">
                  <c:v>767</c:v>
                </c:pt>
                <c:pt idx="4986">
                  <c:v>767.85</c:v>
                </c:pt>
                <c:pt idx="4987">
                  <c:v>768.45</c:v>
                </c:pt>
                <c:pt idx="4988">
                  <c:v>762.5</c:v>
                </c:pt>
                <c:pt idx="4989">
                  <c:v>770.2</c:v>
                </c:pt>
                <c:pt idx="4990">
                  <c:v>784.35</c:v>
                </c:pt>
                <c:pt idx="4991">
                  <c:v>782.75</c:v>
                </c:pt>
                <c:pt idx="4992">
                  <c:v>778.1</c:v>
                </c:pt>
                <c:pt idx="4993">
                  <c:v>778</c:v>
                </c:pt>
                <c:pt idx="4994">
                  <c:v>789.7</c:v>
                </c:pt>
                <c:pt idx="4995">
                  <c:v>780.7</c:v>
                </c:pt>
                <c:pt idx="4996">
                  <c:v>775.95</c:v>
                </c:pt>
                <c:pt idx="4997">
                  <c:v>779.5</c:v>
                </c:pt>
                <c:pt idx="4998">
                  <c:v>767.4</c:v>
                </c:pt>
                <c:pt idx="4999">
                  <c:v>787.85</c:v>
                </c:pt>
                <c:pt idx="5000">
                  <c:v>784.55</c:v>
                </c:pt>
                <c:pt idx="5001">
                  <c:v>771.35</c:v>
                </c:pt>
                <c:pt idx="5002">
                  <c:v>777.3</c:v>
                </c:pt>
                <c:pt idx="5003">
                  <c:v>773.2</c:v>
                </c:pt>
                <c:pt idx="5004">
                  <c:v>773.55</c:v>
                </c:pt>
                <c:pt idx="5005">
                  <c:v>781.05</c:v>
                </c:pt>
                <c:pt idx="5006">
                  <c:v>792.25</c:v>
                </c:pt>
                <c:pt idx="5007">
                  <c:v>786.45</c:v>
                </c:pt>
                <c:pt idx="5008">
                  <c:v>789.45</c:v>
                </c:pt>
                <c:pt idx="5009">
                  <c:v>797.65</c:v>
                </c:pt>
                <c:pt idx="5010">
                  <c:v>800.45</c:v>
                </c:pt>
                <c:pt idx="5011">
                  <c:v>797</c:v>
                </c:pt>
                <c:pt idx="5012">
                  <c:v>795.85</c:v>
                </c:pt>
                <c:pt idx="5013">
                  <c:v>798.4</c:v>
                </c:pt>
                <c:pt idx="5014">
                  <c:v>782.75</c:v>
                </c:pt>
                <c:pt idx="5015">
                  <c:v>777.85</c:v>
                </c:pt>
                <c:pt idx="5016">
                  <c:v>731.7</c:v>
                </c:pt>
                <c:pt idx="5017">
                  <c:v>741.05</c:v>
                </c:pt>
                <c:pt idx="5018">
                  <c:v>747</c:v>
                </c:pt>
                <c:pt idx="5019">
                  <c:v>758.75</c:v>
                </c:pt>
                <c:pt idx="5020">
                  <c:v>754.6</c:v>
                </c:pt>
                <c:pt idx="5021">
                  <c:v>738.95</c:v>
                </c:pt>
                <c:pt idx="5022">
                  <c:v>704.45</c:v>
                </c:pt>
                <c:pt idx="5023">
                  <c:v>686</c:v>
                </c:pt>
                <c:pt idx="5024">
                  <c:v>631.20000000000005</c:v>
                </c:pt>
                <c:pt idx="5025">
                  <c:v>642.35</c:v>
                </c:pt>
                <c:pt idx="5026">
                  <c:v>583.15</c:v>
                </c:pt>
                <c:pt idx="5027">
                  <c:v>554.95000000000005</c:v>
                </c:pt>
                <c:pt idx="5028">
                  <c:v>534.29999999999995</c:v>
                </c:pt>
                <c:pt idx="5029">
                  <c:v>545.54999999999995</c:v>
                </c:pt>
                <c:pt idx="5030">
                  <c:v>585.20000000000005</c:v>
                </c:pt>
                <c:pt idx="5031">
                  <c:v>526.45000000000005</c:v>
                </c:pt>
                <c:pt idx="5032">
                  <c:v>589.79999999999995</c:v>
                </c:pt>
                <c:pt idx="5033">
                  <c:v>606.20000000000005</c:v>
                </c:pt>
                <c:pt idx="5034">
                  <c:v>643</c:v>
                </c:pt>
                <c:pt idx="5035">
                  <c:v>652.70000000000005</c:v>
                </c:pt>
                <c:pt idx="5036">
                  <c:v>626.70000000000005</c:v>
                </c:pt>
                <c:pt idx="5037">
                  <c:v>641.5</c:v>
                </c:pt>
                <c:pt idx="5038">
                  <c:v>602.79999999999995</c:v>
                </c:pt>
                <c:pt idx="5039">
                  <c:v>585.70000000000005</c:v>
                </c:pt>
                <c:pt idx="5040">
                  <c:v>639</c:v>
                </c:pt>
                <c:pt idx="5041">
                  <c:v>631.6</c:v>
                </c:pt>
                <c:pt idx="5042">
                  <c:v>636.25</c:v>
                </c:pt>
                <c:pt idx="5043">
                  <c:v>637.4</c:v>
                </c:pt>
                <c:pt idx="5044">
                  <c:v>639.04999999999995</c:v>
                </c:pt>
                <c:pt idx="5045">
                  <c:v>623.85</c:v>
                </c:pt>
                <c:pt idx="5046">
                  <c:v>628.75</c:v>
                </c:pt>
                <c:pt idx="5047">
                  <c:v>653.29999999999995</c:v>
                </c:pt>
                <c:pt idx="5048">
                  <c:v>633.20000000000005</c:v>
                </c:pt>
                <c:pt idx="5049">
                  <c:v>641.85</c:v>
                </c:pt>
                <c:pt idx="5050">
                  <c:v>679.3</c:v>
                </c:pt>
                <c:pt idx="5051">
                  <c:v>658</c:v>
                </c:pt>
                <c:pt idx="5052">
                  <c:v>664.6</c:v>
                </c:pt>
                <c:pt idx="5053">
                  <c:v>660.7</c:v>
                </c:pt>
                <c:pt idx="5054">
                  <c:v>676.55</c:v>
                </c:pt>
                <c:pt idx="5055">
                  <c:v>715.5</c:v>
                </c:pt>
                <c:pt idx="5056">
                  <c:v>673.7</c:v>
                </c:pt>
                <c:pt idx="5057">
                  <c:v>673.7</c:v>
                </c:pt>
                <c:pt idx="5058">
                  <c:v>665.9</c:v>
                </c:pt>
                <c:pt idx="5059">
                  <c:v>664.95</c:v>
                </c:pt>
                <c:pt idx="5060">
                  <c:v>674.2</c:v>
                </c:pt>
                <c:pt idx="5061">
                  <c:v>682.9</c:v>
                </c:pt>
                <c:pt idx="5062">
                  <c:v>687.65</c:v>
                </c:pt>
                <c:pt idx="5063">
                  <c:v>694.15</c:v>
                </c:pt>
                <c:pt idx="5064">
                  <c:v>658.15</c:v>
                </c:pt>
                <c:pt idx="5065">
                  <c:v>652.29999999999995</c:v>
                </c:pt>
                <c:pt idx="5066">
                  <c:v>663.9</c:v>
                </c:pt>
                <c:pt idx="5067">
                  <c:v>668.6</c:v>
                </c:pt>
                <c:pt idx="5068">
                  <c:v>669.55</c:v>
                </c:pt>
                <c:pt idx="5069">
                  <c:v>672.2</c:v>
                </c:pt>
                <c:pt idx="5070">
                  <c:v>692.35</c:v>
                </c:pt>
                <c:pt idx="5071">
                  <c:v>680.55</c:v>
                </c:pt>
                <c:pt idx="5072">
                  <c:v>705.45</c:v>
                </c:pt>
                <c:pt idx="5073">
                  <c:v>707.4</c:v>
                </c:pt>
                <c:pt idx="5074">
                  <c:v>691</c:v>
                </c:pt>
                <c:pt idx="5075">
                  <c:v>699.55</c:v>
                </c:pt>
                <c:pt idx="5076">
                  <c:v>708.1</c:v>
                </c:pt>
                <c:pt idx="5077">
                  <c:v>701.55</c:v>
                </c:pt>
                <c:pt idx="5078">
                  <c:v>707.75</c:v>
                </c:pt>
                <c:pt idx="5079">
                  <c:v>703.55</c:v>
                </c:pt>
                <c:pt idx="5080">
                  <c:v>720.85</c:v>
                </c:pt>
                <c:pt idx="5081">
                  <c:v>717.6</c:v>
                </c:pt>
                <c:pt idx="5082">
                  <c:v>715.85</c:v>
                </c:pt>
                <c:pt idx="5083">
                  <c:v>703.95</c:v>
                </c:pt>
                <c:pt idx="5084">
                  <c:v>692.05</c:v>
                </c:pt>
                <c:pt idx="5085">
                  <c:v>687.55</c:v>
                </c:pt>
                <c:pt idx="5086">
                  <c:v>701.2</c:v>
                </c:pt>
                <c:pt idx="5087">
                  <c:v>703.65</c:v>
                </c:pt>
                <c:pt idx="5088">
                  <c:v>713.9</c:v>
                </c:pt>
                <c:pt idx="5089">
                  <c:v>705.55</c:v>
                </c:pt>
                <c:pt idx="5090">
                  <c:v>703.7</c:v>
                </c:pt>
                <c:pt idx="5091">
                  <c:v>720.65</c:v>
                </c:pt>
                <c:pt idx="5092">
                  <c:v>714.15</c:v>
                </c:pt>
                <c:pt idx="5093">
                  <c:v>700.5</c:v>
                </c:pt>
                <c:pt idx="5094">
                  <c:v>748.2</c:v>
                </c:pt>
                <c:pt idx="5095">
                  <c:v>731.75</c:v>
                </c:pt>
                <c:pt idx="5096">
                  <c:v>735.95</c:v>
                </c:pt>
                <c:pt idx="5097">
                  <c:v>731.9</c:v>
                </c:pt>
                <c:pt idx="5098">
                  <c:v>756.6</c:v>
                </c:pt>
                <c:pt idx="5099">
                  <c:v>762.7</c:v>
                </c:pt>
                <c:pt idx="5100">
                  <c:v>764</c:v>
                </c:pt>
                <c:pt idx="5101">
                  <c:v>794.15</c:v>
                </c:pt>
                <c:pt idx="5102">
                  <c:v>774.7</c:v>
                </c:pt>
                <c:pt idx="5103">
                  <c:v>781.7</c:v>
                </c:pt>
                <c:pt idx="5104">
                  <c:v>781.85</c:v>
                </c:pt>
                <c:pt idx="5105">
                  <c:v>797.05</c:v>
                </c:pt>
                <c:pt idx="5106">
                  <c:v>783.25</c:v>
                </c:pt>
                <c:pt idx="5107">
                  <c:v>830.95</c:v>
                </c:pt>
                <c:pt idx="5108">
                  <c:v>911</c:v>
                </c:pt>
                <c:pt idx="5109">
                  <c:v>903.15</c:v>
                </c:pt>
                <c:pt idx="5110">
                  <c:v>934.3</c:v>
                </c:pt>
                <c:pt idx="5111">
                  <c:v>936.75</c:v>
                </c:pt>
                <c:pt idx="5112">
                  <c:v>917.9</c:v>
                </c:pt>
                <c:pt idx="5113">
                  <c:v>907.95</c:v>
                </c:pt>
                <c:pt idx="5114">
                  <c:v>922.85</c:v>
                </c:pt>
                <c:pt idx="5115">
                  <c:v>948.45</c:v>
                </c:pt>
                <c:pt idx="5116">
                  <c:v>962.85</c:v>
                </c:pt>
                <c:pt idx="5117">
                  <c:v>954.15</c:v>
                </c:pt>
                <c:pt idx="5118">
                  <c:v>961.45</c:v>
                </c:pt>
                <c:pt idx="5119">
                  <c:v>966</c:v>
                </c:pt>
                <c:pt idx="5120">
                  <c:v>956.9</c:v>
                </c:pt>
                <c:pt idx="5121">
                  <c:v>949.85</c:v>
                </c:pt>
                <c:pt idx="5122">
                  <c:v>944.7</c:v>
                </c:pt>
                <c:pt idx="5123">
                  <c:v>970.85</c:v>
                </c:pt>
                <c:pt idx="5124">
                  <c:v>950.9</c:v>
                </c:pt>
                <c:pt idx="5125">
                  <c:v>951.35</c:v>
                </c:pt>
                <c:pt idx="5126">
                  <c:v>948.45</c:v>
                </c:pt>
                <c:pt idx="5127">
                  <c:v>954.95</c:v>
                </c:pt>
                <c:pt idx="5128">
                  <c:v>951.2</c:v>
                </c:pt>
                <c:pt idx="5129">
                  <c:v>953.6</c:v>
                </c:pt>
                <c:pt idx="5130">
                  <c:v>957.5</c:v>
                </c:pt>
                <c:pt idx="5131">
                  <c:v>967.55</c:v>
                </c:pt>
                <c:pt idx="5132">
                  <c:v>959.3</c:v>
                </c:pt>
                <c:pt idx="5133">
                  <c:v>955.15</c:v>
                </c:pt>
                <c:pt idx="5134">
                  <c:v>948.8</c:v>
                </c:pt>
                <c:pt idx="5135">
                  <c:v>947.4</c:v>
                </c:pt>
                <c:pt idx="5136">
                  <c:v>938.1</c:v>
                </c:pt>
                <c:pt idx="5137">
                  <c:v>950.8</c:v>
                </c:pt>
                <c:pt idx="5138">
                  <c:v>947.05</c:v>
                </c:pt>
                <c:pt idx="5139">
                  <c:v>935.25</c:v>
                </c:pt>
                <c:pt idx="5140">
                  <c:v>928.6</c:v>
                </c:pt>
                <c:pt idx="5141">
                  <c:v>914.15</c:v>
                </c:pt>
                <c:pt idx="5142">
                  <c:v>924</c:v>
                </c:pt>
                <c:pt idx="5143">
                  <c:v>935.55</c:v>
                </c:pt>
                <c:pt idx="5144">
                  <c:v>919.15</c:v>
                </c:pt>
                <c:pt idx="5145">
                  <c:v>925.05</c:v>
                </c:pt>
                <c:pt idx="5146">
                  <c:v>939.3</c:v>
                </c:pt>
                <c:pt idx="5147">
                  <c:v>927.75</c:v>
                </c:pt>
                <c:pt idx="5148">
                  <c:v>940.05</c:v>
                </c:pt>
                <c:pt idx="5149">
                  <c:v>945.7</c:v>
                </c:pt>
                <c:pt idx="5150">
                  <c:v>978.4</c:v>
                </c:pt>
                <c:pt idx="5151">
                  <c:v>982.45</c:v>
                </c:pt>
                <c:pt idx="5152">
                  <c:v>1001.75</c:v>
                </c:pt>
                <c:pt idx="5153">
                  <c:v>1011</c:v>
                </c:pt>
                <c:pt idx="5154">
                  <c:v>1002.15</c:v>
                </c:pt>
                <c:pt idx="5155">
                  <c:v>1009.9</c:v>
                </c:pt>
                <c:pt idx="5156">
                  <c:v>1007.5</c:v>
                </c:pt>
                <c:pt idx="5157">
                  <c:v>1019.75</c:v>
                </c:pt>
                <c:pt idx="5158">
                  <c:v>975.4</c:v>
                </c:pt>
                <c:pt idx="5159">
                  <c:v>1011.45</c:v>
                </c:pt>
                <c:pt idx="5160">
                  <c:v>1010.4</c:v>
                </c:pt>
                <c:pt idx="5161">
                  <c:v>1009</c:v>
                </c:pt>
                <c:pt idx="5162">
                  <c:v>1008.25</c:v>
                </c:pt>
                <c:pt idx="5163">
                  <c:v>1017.65</c:v>
                </c:pt>
                <c:pt idx="5164">
                  <c:v>1048.7</c:v>
                </c:pt>
                <c:pt idx="5165">
                  <c:v>1055.75</c:v>
                </c:pt>
                <c:pt idx="5166">
                  <c:v>1066.55</c:v>
                </c:pt>
                <c:pt idx="5167">
                  <c:v>1093.7</c:v>
                </c:pt>
                <c:pt idx="5168">
                  <c:v>1106.8</c:v>
                </c:pt>
                <c:pt idx="5169">
                  <c:v>1132.0999999999999</c:v>
                </c:pt>
                <c:pt idx="5170">
                  <c:v>1157.8</c:v>
                </c:pt>
                <c:pt idx="5171">
                  <c:v>1137</c:v>
                </c:pt>
                <c:pt idx="5172">
                  <c:v>1108.25</c:v>
                </c:pt>
                <c:pt idx="5173">
                  <c:v>1127.5</c:v>
                </c:pt>
                <c:pt idx="5174">
                  <c:v>1125.9000000000001</c:v>
                </c:pt>
                <c:pt idx="5175">
                  <c:v>1137.5</c:v>
                </c:pt>
                <c:pt idx="5176">
                  <c:v>1148.3499999999999</c:v>
                </c:pt>
                <c:pt idx="5177">
                  <c:v>1129.05</c:v>
                </c:pt>
                <c:pt idx="5178">
                  <c:v>1122.5</c:v>
                </c:pt>
                <c:pt idx="5179">
                  <c:v>1112.45</c:v>
                </c:pt>
                <c:pt idx="5180">
                  <c:v>1090.8499999999999</c:v>
                </c:pt>
                <c:pt idx="5181">
                  <c:v>1076.55</c:v>
                </c:pt>
                <c:pt idx="5182">
                  <c:v>1074.8499999999999</c:v>
                </c:pt>
                <c:pt idx="5183">
                  <c:v>1060.5999999999999</c:v>
                </c:pt>
                <c:pt idx="5184">
                  <c:v>1072.3</c:v>
                </c:pt>
                <c:pt idx="5185">
                  <c:v>1062.55</c:v>
                </c:pt>
                <c:pt idx="5186">
                  <c:v>1093.95</c:v>
                </c:pt>
                <c:pt idx="5187">
                  <c:v>1104</c:v>
                </c:pt>
                <c:pt idx="5188">
                  <c:v>1112.75</c:v>
                </c:pt>
                <c:pt idx="5189">
                  <c:v>1136.55</c:v>
                </c:pt>
                <c:pt idx="5190">
                  <c:v>1091.05</c:v>
                </c:pt>
                <c:pt idx="5191">
                  <c:v>1122.5</c:v>
                </c:pt>
                <c:pt idx="5192">
                  <c:v>1117.75</c:v>
                </c:pt>
                <c:pt idx="5193">
                  <c:v>1124.2</c:v>
                </c:pt>
                <c:pt idx="5194">
                  <c:v>1133.45</c:v>
                </c:pt>
                <c:pt idx="5195">
                  <c:v>1123.7</c:v>
                </c:pt>
                <c:pt idx="5196">
                  <c:v>1110.55</c:v>
                </c:pt>
                <c:pt idx="5197">
                  <c:v>1096.75</c:v>
                </c:pt>
                <c:pt idx="5198">
                  <c:v>1103.3499999999999</c:v>
                </c:pt>
                <c:pt idx="5199">
                  <c:v>1139.8499999999999</c:v>
                </c:pt>
                <c:pt idx="5200">
                  <c:v>1140.05</c:v>
                </c:pt>
                <c:pt idx="5201">
                  <c:v>1115.6500000000001</c:v>
                </c:pt>
                <c:pt idx="5202">
                  <c:v>1113.2</c:v>
                </c:pt>
                <c:pt idx="5203">
                  <c:v>1100</c:v>
                </c:pt>
                <c:pt idx="5204">
                  <c:v>1137.8499999999999</c:v>
                </c:pt>
                <c:pt idx="5205">
                  <c:v>1140.9000000000001</c:v>
                </c:pt>
                <c:pt idx="5206">
                  <c:v>1126.45</c:v>
                </c:pt>
                <c:pt idx="5207">
                  <c:v>1134.6500000000001</c:v>
                </c:pt>
                <c:pt idx="5208">
                  <c:v>1143.5</c:v>
                </c:pt>
                <c:pt idx="5209">
                  <c:v>1153.3499999999999</c:v>
                </c:pt>
                <c:pt idx="5210">
                  <c:v>1175.2</c:v>
                </c:pt>
                <c:pt idx="5211">
                  <c:v>1167.75</c:v>
                </c:pt>
                <c:pt idx="5212">
                  <c:v>1163.2</c:v>
                </c:pt>
                <c:pt idx="5213">
                  <c:v>1164.55</c:v>
                </c:pt>
                <c:pt idx="5214">
                  <c:v>1154.5999999999999</c:v>
                </c:pt>
                <c:pt idx="5215">
                  <c:v>1165.7</c:v>
                </c:pt>
                <c:pt idx="5216">
                  <c:v>1159.2</c:v>
                </c:pt>
                <c:pt idx="5217">
                  <c:v>1189.8</c:v>
                </c:pt>
                <c:pt idx="5218">
                  <c:v>1177.3</c:v>
                </c:pt>
                <c:pt idx="5219">
                  <c:v>1220.5</c:v>
                </c:pt>
                <c:pt idx="5220">
                  <c:v>1253.05</c:v>
                </c:pt>
                <c:pt idx="5221">
                  <c:v>1236.05</c:v>
                </c:pt>
                <c:pt idx="5222">
                  <c:v>1240.3</c:v>
                </c:pt>
                <c:pt idx="5223">
                  <c:v>1250.3</c:v>
                </c:pt>
                <c:pt idx="5224">
                  <c:v>1246.8</c:v>
                </c:pt>
                <c:pt idx="5225">
                  <c:v>1255.8</c:v>
                </c:pt>
                <c:pt idx="5226">
                  <c:v>1260.45</c:v>
                </c:pt>
                <c:pt idx="5227">
                  <c:v>1288.25</c:v>
                </c:pt>
                <c:pt idx="5228">
                  <c:v>1293.8</c:v>
                </c:pt>
                <c:pt idx="5229">
                  <c:v>1282.0999999999999</c:v>
                </c:pt>
                <c:pt idx="5230">
                  <c:v>1262.1500000000001</c:v>
                </c:pt>
                <c:pt idx="5231">
                  <c:v>1312.1</c:v>
                </c:pt>
                <c:pt idx="5232">
                  <c:v>1376.2</c:v>
                </c:pt>
                <c:pt idx="5233">
                  <c:v>1371.75</c:v>
                </c:pt>
                <c:pt idx="5234">
                  <c:v>1387.15</c:v>
                </c:pt>
                <c:pt idx="5235">
                  <c:v>1370.5</c:v>
                </c:pt>
                <c:pt idx="5236">
                  <c:v>1344.95</c:v>
                </c:pt>
                <c:pt idx="5237">
                  <c:v>1312.05</c:v>
                </c:pt>
                <c:pt idx="5238">
                  <c:v>1316.65</c:v>
                </c:pt>
                <c:pt idx="5239">
                  <c:v>1339.45</c:v>
                </c:pt>
                <c:pt idx="5240">
                  <c:v>1339.7</c:v>
                </c:pt>
                <c:pt idx="5241">
                  <c:v>1340.85</c:v>
                </c:pt>
                <c:pt idx="5242">
                  <c:v>1325.1</c:v>
                </c:pt>
                <c:pt idx="5243">
                  <c:v>1301</c:v>
                </c:pt>
                <c:pt idx="5244">
                  <c:v>1276.2</c:v>
                </c:pt>
                <c:pt idx="5245">
                  <c:v>1239.05</c:v>
                </c:pt>
                <c:pt idx="5246">
                  <c:v>1260.9000000000001</c:v>
                </c:pt>
                <c:pt idx="5247">
                  <c:v>1271.25</c:v>
                </c:pt>
                <c:pt idx="5248">
                  <c:v>1284.6500000000001</c:v>
                </c:pt>
                <c:pt idx="5249">
                  <c:v>1279.3499999999999</c:v>
                </c:pt>
                <c:pt idx="5250">
                  <c:v>1272.0999999999999</c:v>
                </c:pt>
                <c:pt idx="5251">
                  <c:v>1303.55</c:v>
                </c:pt>
                <c:pt idx="5252">
                  <c:v>1305.55</c:v>
                </c:pt>
                <c:pt idx="5253">
                  <c:v>1296.5</c:v>
                </c:pt>
                <c:pt idx="5254">
                  <c:v>1292.6500000000001</c:v>
                </c:pt>
                <c:pt idx="5255">
                  <c:v>1309.8</c:v>
                </c:pt>
                <c:pt idx="5256">
                  <c:v>1309.6500000000001</c:v>
                </c:pt>
                <c:pt idx="5257">
                  <c:v>1290.4000000000001</c:v>
                </c:pt>
                <c:pt idx="5258">
                  <c:v>1281.3</c:v>
                </c:pt>
                <c:pt idx="5259">
                  <c:v>1292.45</c:v>
                </c:pt>
                <c:pt idx="5260">
                  <c:v>1291.3</c:v>
                </c:pt>
                <c:pt idx="5261">
                  <c:v>1265.2</c:v>
                </c:pt>
                <c:pt idx="5262">
                  <c:v>1266.3499999999999</c:v>
                </c:pt>
                <c:pt idx="5263">
                  <c:v>1274.3</c:v>
                </c:pt>
                <c:pt idx="5264">
                  <c:v>1274.55</c:v>
                </c:pt>
                <c:pt idx="5265">
                  <c:v>1253.3</c:v>
                </c:pt>
                <c:pt idx="5266">
                  <c:v>1267</c:v>
                </c:pt>
                <c:pt idx="5267">
                  <c:v>1304.5</c:v>
                </c:pt>
                <c:pt idx="5268">
                  <c:v>1343.55</c:v>
                </c:pt>
                <c:pt idx="5269">
                  <c:v>1330.35</c:v>
                </c:pt>
                <c:pt idx="5270">
                  <c:v>1316.7</c:v>
                </c:pt>
                <c:pt idx="5271">
                  <c:v>1335.75</c:v>
                </c:pt>
                <c:pt idx="5272">
                  <c:v>1345.55</c:v>
                </c:pt>
                <c:pt idx="5273">
                  <c:v>1368.15</c:v>
                </c:pt>
                <c:pt idx="5274">
                  <c:v>1374.85</c:v>
                </c:pt>
                <c:pt idx="5275">
                  <c:v>1373.6</c:v>
                </c:pt>
                <c:pt idx="5276">
                  <c:v>1384</c:v>
                </c:pt>
                <c:pt idx="5277">
                  <c:v>1387</c:v>
                </c:pt>
                <c:pt idx="5278">
                  <c:v>1337.1</c:v>
                </c:pt>
                <c:pt idx="5279">
                  <c:v>1344.45</c:v>
                </c:pt>
                <c:pt idx="5280">
                  <c:v>1370.8</c:v>
                </c:pt>
                <c:pt idx="5281">
                  <c:v>1371.55</c:v>
                </c:pt>
                <c:pt idx="5282">
                  <c:v>1353.75</c:v>
                </c:pt>
                <c:pt idx="5283">
                  <c:v>1333.8</c:v>
                </c:pt>
                <c:pt idx="5284">
                  <c:v>1336.2</c:v>
                </c:pt>
                <c:pt idx="5285">
                  <c:v>1385.3</c:v>
                </c:pt>
                <c:pt idx="5286">
                  <c:v>1368.05</c:v>
                </c:pt>
                <c:pt idx="5287">
                  <c:v>1385.2</c:v>
                </c:pt>
                <c:pt idx="5288">
                  <c:v>1409.9</c:v>
                </c:pt>
                <c:pt idx="5289">
                  <c:v>1411.05</c:v>
                </c:pt>
                <c:pt idx="5290">
                  <c:v>1430.2</c:v>
                </c:pt>
                <c:pt idx="5291">
                  <c:v>1439.85</c:v>
                </c:pt>
                <c:pt idx="5292">
                  <c:v>1441.05</c:v>
                </c:pt>
                <c:pt idx="5293">
                  <c:v>1425.75</c:v>
                </c:pt>
                <c:pt idx="5294">
                  <c:v>1397.15</c:v>
                </c:pt>
                <c:pt idx="5295">
                  <c:v>1360.75</c:v>
                </c:pt>
                <c:pt idx="5296">
                  <c:v>1353.75</c:v>
                </c:pt>
                <c:pt idx="5297">
                  <c:v>1362.55</c:v>
                </c:pt>
                <c:pt idx="5298">
                  <c:v>1351.35</c:v>
                </c:pt>
                <c:pt idx="5299">
                  <c:v>1351.1</c:v>
                </c:pt>
                <c:pt idx="5300">
                  <c:v>1333.8</c:v>
                </c:pt>
                <c:pt idx="5301">
                  <c:v>1343.55</c:v>
                </c:pt>
                <c:pt idx="5302">
                  <c:v>1348.5</c:v>
                </c:pt>
                <c:pt idx="5303">
                  <c:v>1356</c:v>
                </c:pt>
                <c:pt idx="5304">
                  <c:v>1356.35</c:v>
                </c:pt>
                <c:pt idx="5305">
                  <c:v>1354.35</c:v>
                </c:pt>
              </c:numCache>
            </c:numRef>
          </c:val>
          <c:smooth val="1"/>
          <c:extLst>
            <c:ext xmlns:c16="http://schemas.microsoft.com/office/drawing/2014/chart" uri="{C3380CC4-5D6E-409C-BE32-E72D297353CC}">
              <c16:uniqueId val="{00000000-16AC-4FC9-A81C-1591D8066638}"/>
            </c:ext>
          </c:extLst>
        </c:ser>
        <c:ser>
          <c:idx val="1"/>
          <c:order val="1"/>
          <c:tx>
            <c:strRef>
              <c:f>ITPIVOT!$C$1:$C$2</c:f>
              <c:strCache>
                <c:ptCount val="1"/>
                <c:pt idx="0">
                  <c:v>TCS</c:v>
                </c:pt>
              </c:strCache>
            </c:strRef>
          </c:tx>
          <c:spPr>
            <a:ln w="28575" cap="rnd">
              <a:solidFill>
                <a:schemeClr val="accent2"/>
              </a:solidFill>
              <a:round/>
            </a:ln>
            <a:effectLst/>
          </c:spPr>
          <c:marker>
            <c:symbol val="none"/>
          </c:marker>
          <c:cat>
            <c:strRef>
              <c:f>ITPIVOT!$A$3:$A$5309</c:f>
              <c:strCache>
                <c:ptCount val="5306"/>
                <c:pt idx="0">
                  <c:v>03-01-2000</c:v>
                </c:pt>
                <c:pt idx="1">
                  <c:v>04-01-2000</c:v>
                </c:pt>
                <c:pt idx="2">
                  <c:v>05-01-2000</c:v>
                </c:pt>
                <c:pt idx="3">
                  <c:v>06-01-2000</c:v>
                </c:pt>
                <c:pt idx="4">
                  <c:v>07-01-2000</c:v>
                </c:pt>
                <c:pt idx="5">
                  <c:v>10-01-2000</c:v>
                </c:pt>
                <c:pt idx="6">
                  <c:v>11-01-2000</c:v>
                </c:pt>
                <c:pt idx="7">
                  <c:v>12-01-2000</c:v>
                </c:pt>
                <c:pt idx="8">
                  <c:v>13-01-2000</c:v>
                </c:pt>
                <c:pt idx="9">
                  <c:v>14-01-2000</c:v>
                </c:pt>
                <c:pt idx="10">
                  <c:v>17-01-2000</c:v>
                </c:pt>
                <c:pt idx="11">
                  <c:v>18-01-2000</c:v>
                </c:pt>
                <c:pt idx="12">
                  <c:v>19-01-2000</c:v>
                </c:pt>
                <c:pt idx="13">
                  <c:v>20-01-2000</c:v>
                </c:pt>
                <c:pt idx="14">
                  <c:v>21-01-2000</c:v>
                </c:pt>
                <c:pt idx="15">
                  <c:v>24-01-2000</c:v>
                </c:pt>
                <c:pt idx="16">
                  <c:v>25-01-2000</c:v>
                </c:pt>
                <c:pt idx="17">
                  <c:v>27-01-2000</c:v>
                </c:pt>
                <c:pt idx="18">
                  <c:v>28-01-2000</c:v>
                </c:pt>
                <c:pt idx="19">
                  <c:v>31-01-2000</c:v>
                </c:pt>
                <c:pt idx="20">
                  <c:v>01-02-2000</c:v>
                </c:pt>
                <c:pt idx="21">
                  <c:v>02-02-2000</c:v>
                </c:pt>
                <c:pt idx="22">
                  <c:v>03-02-2000</c:v>
                </c:pt>
                <c:pt idx="23">
                  <c:v>04-02-2000</c:v>
                </c:pt>
                <c:pt idx="24">
                  <c:v>07-02-2000</c:v>
                </c:pt>
                <c:pt idx="25">
                  <c:v>08-02-2000</c:v>
                </c:pt>
                <c:pt idx="26">
                  <c:v>09-02-2000</c:v>
                </c:pt>
                <c:pt idx="27">
                  <c:v>10-02-2000</c:v>
                </c:pt>
                <c:pt idx="28">
                  <c:v>11-02-2000</c:v>
                </c:pt>
                <c:pt idx="29">
                  <c:v>14-02-2000</c:v>
                </c:pt>
                <c:pt idx="30">
                  <c:v>15-02-2000</c:v>
                </c:pt>
                <c:pt idx="31">
                  <c:v>16-02-2000</c:v>
                </c:pt>
                <c:pt idx="32">
                  <c:v>17-02-2000</c:v>
                </c:pt>
                <c:pt idx="33">
                  <c:v>18-02-2000</c:v>
                </c:pt>
                <c:pt idx="34">
                  <c:v>21-02-2000</c:v>
                </c:pt>
                <c:pt idx="35">
                  <c:v>22-02-2000</c:v>
                </c:pt>
                <c:pt idx="36">
                  <c:v>23-02-2000</c:v>
                </c:pt>
                <c:pt idx="37">
                  <c:v>24-02-2000</c:v>
                </c:pt>
                <c:pt idx="38">
                  <c:v>25-02-2000</c:v>
                </c:pt>
                <c:pt idx="39">
                  <c:v>28-02-2000</c:v>
                </c:pt>
                <c:pt idx="40">
                  <c:v>29-02-2000</c:v>
                </c:pt>
                <c:pt idx="41">
                  <c:v>01-03-2000</c:v>
                </c:pt>
                <c:pt idx="42">
                  <c:v>02-03-2000</c:v>
                </c:pt>
                <c:pt idx="43">
                  <c:v>03-03-2000</c:v>
                </c:pt>
                <c:pt idx="44">
                  <c:v>06-03-2000</c:v>
                </c:pt>
                <c:pt idx="45">
                  <c:v>07-03-2000</c:v>
                </c:pt>
                <c:pt idx="46">
                  <c:v>08-03-2000</c:v>
                </c:pt>
                <c:pt idx="47">
                  <c:v>09-03-2000</c:v>
                </c:pt>
                <c:pt idx="48">
                  <c:v>10-03-2000</c:v>
                </c:pt>
                <c:pt idx="49">
                  <c:v>13-03-2000</c:v>
                </c:pt>
                <c:pt idx="50">
                  <c:v>14-03-2000</c:v>
                </c:pt>
                <c:pt idx="51">
                  <c:v>15-03-2000</c:v>
                </c:pt>
                <c:pt idx="52">
                  <c:v>16-03-2000</c:v>
                </c:pt>
                <c:pt idx="53">
                  <c:v>21-03-2000</c:v>
                </c:pt>
                <c:pt idx="54">
                  <c:v>22-03-2000</c:v>
                </c:pt>
                <c:pt idx="55">
                  <c:v>23-03-2000</c:v>
                </c:pt>
                <c:pt idx="56">
                  <c:v>24-03-2000</c:v>
                </c:pt>
                <c:pt idx="57">
                  <c:v>27-03-2000</c:v>
                </c:pt>
                <c:pt idx="58">
                  <c:v>28-03-2000</c:v>
                </c:pt>
                <c:pt idx="59">
                  <c:v>29-03-2000</c:v>
                </c:pt>
                <c:pt idx="60">
                  <c:v>30-03-2000</c:v>
                </c:pt>
                <c:pt idx="61">
                  <c:v>31-03-2000</c:v>
                </c:pt>
                <c:pt idx="62">
                  <c:v>03-04-2000</c:v>
                </c:pt>
                <c:pt idx="63">
                  <c:v>04-04-2000</c:v>
                </c:pt>
                <c:pt idx="64">
                  <c:v>05-04-2000</c:v>
                </c:pt>
                <c:pt idx="65">
                  <c:v>06-04-2000</c:v>
                </c:pt>
                <c:pt idx="66">
                  <c:v>07-04-2000</c:v>
                </c:pt>
                <c:pt idx="67">
                  <c:v>10-04-2000</c:v>
                </c:pt>
                <c:pt idx="68">
                  <c:v>11-04-2000</c:v>
                </c:pt>
                <c:pt idx="69">
                  <c:v>12-04-2000</c:v>
                </c:pt>
                <c:pt idx="70">
                  <c:v>13-04-2000</c:v>
                </c:pt>
                <c:pt idx="71">
                  <c:v>17-04-2000</c:v>
                </c:pt>
                <c:pt idx="72">
                  <c:v>18-04-2000</c:v>
                </c:pt>
                <c:pt idx="73">
                  <c:v>19-04-2000</c:v>
                </c:pt>
                <c:pt idx="74">
                  <c:v>20-04-2000</c:v>
                </c:pt>
                <c:pt idx="75">
                  <c:v>24-04-2000</c:v>
                </c:pt>
                <c:pt idx="76">
                  <c:v>25-04-2000</c:v>
                </c:pt>
                <c:pt idx="77">
                  <c:v>26-04-2000</c:v>
                </c:pt>
                <c:pt idx="78">
                  <c:v>27-04-2000</c:v>
                </c:pt>
                <c:pt idx="79">
                  <c:v>28-04-2000</c:v>
                </c:pt>
                <c:pt idx="80">
                  <c:v>02-05-2000</c:v>
                </c:pt>
                <c:pt idx="81">
                  <c:v>03-05-2000</c:v>
                </c:pt>
                <c:pt idx="82">
                  <c:v>04-05-2000</c:v>
                </c:pt>
                <c:pt idx="83">
                  <c:v>05-05-2000</c:v>
                </c:pt>
                <c:pt idx="84">
                  <c:v>08-05-2000</c:v>
                </c:pt>
                <c:pt idx="85">
                  <c:v>09-05-2000</c:v>
                </c:pt>
                <c:pt idx="86">
                  <c:v>10-05-2000</c:v>
                </c:pt>
                <c:pt idx="87">
                  <c:v>11-05-2000</c:v>
                </c:pt>
                <c:pt idx="88">
                  <c:v>12-05-2000</c:v>
                </c:pt>
                <c:pt idx="89">
                  <c:v>15-05-2000</c:v>
                </c:pt>
                <c:pt idx="90">
                  <c:v>16-05-2000</c:v>
                </c:pt>
                <c:pt idx="91">
                  <c:v>17-05-2000</c:v>
                </c:pt>
                <c:pt idx="92">
                  <c:v>18-05-2000</c:v>
                </c:pt>
                <c:pt idx="93">
                  <c:v>19-05-2000</c:v>
                </c:pt>
                <c:pt idx="94">
                  <c:v>22-05-2000</c:v>
                </c:pt>
                <c:pt idx="95">
                  <c:v>23-05-2000</c:v>
                </c:pt>
                <c:pt idx="96">
                  <c:v>24-05-2000</c:v>
                </c:pt>
                <c:pt idx="97">
                  <c:v>25-05-2000</c:v>
                </c:pt>
                <c:pt idx="98">
                  <c:v>26-05-2000</c:v>
                </c:pt>
                <c:pt idx="99">
                  <c:v>29-05-2000</c:v>
                </c:pt>
                <c:pt idx="100">
                  <c:v>30-05-2000</c:v>
                </c:pt>
                <c:pt idx="101">
                  <c:v>31-05-2000</c:v>
                </c:pt>
                <c:pt idx="102">
                  <c:v>01-06-2000</c:v>
                </c:pt>
                <c:pt idx="103">
                  <c:v>02-06-2000</c:v>
                </c:pt>
                <c:pt idx="104">
                  <c:v>05-06-2000</c:v>
                </c:pt>
                <c:pt idx="105">
                  <c:v>06-06-2000</c:v>
                </c:pt>
                <c:pt idx="106">
                  <c:v>07-06-2000</c:v>
                </c:pt>
                <c:pt idx="107">
                  <c:v>08-06-2000</c:v>
                </c:pt>
                <c:pt idx="108">
                  <c:v>09-06-2000</c:v>
                </c:pt>
                <c:pt idx="109">
                  <c:v>12-06-2000</c:v>
                </c:pt>
                <c:pt idx="110">
                  <c:v>13-06-2000</c:v>
                </c:pt>
                <c:pt idx="111">
                  <c:v>14-06-2000</c:v>
                </c:pt>
                <c:pt idx="112">
                  <c:v>15-06-2000</c:v>
                </c:pt>
                <c:pt idx="113">
                  <c:v>16-06-2000</c:v>
                </c:pt>
                <c:pt idx="114">
                  <c:v>19-06-2000</c:v>
                </c:pt>
                <c:pt idx="115">
                  <c:v>20-06-2000</c:v>
                </c:pt>
                <c:pt idx="116">
                  <c:v>21-06-2000</c:v>
                </c:pt>
                <c:pt idx="117">
                  <c:v>22-06-2000</c:v>
                </c:pt>
                <c:pt idx="118">
                  <c:v>23-06-2000</c:v>
                </c:pt>
                <c:pt idx="119">
                  <c:v>26-06-2000</c:v>
                </c:pt>
                <c:pt idx="120">
                  <c:v>27-06-2000</c:v>
                </c:pt>
                <c:pt idx="121">
                  <c:v>28-06-2000</c:v>
                </c:pt>
                <c:pt idx="122">
                  <c:v>29-06-2000</c:v>
                </c:pt>
                <c:pt idx="123">
                  <c:v>30-06-2000</c:v>
                </c:pt>
                <c:pt idx="124">
                  <c:v>03-07-2000</c:v>
                </c:pt>
                <c:pt idx="125">
                  <c:v>04-07-2000</c:v>
                </c:pt>
                <c:pt idx="126">
                  <c:v>05-07-2000</c:v>
                </c:pt>
                <c:pt idx="127">
                  <c:v>06-07-2000</c:v>
                </c:pt>
                <c:pt idx="128">
                  <c:v>07-07-2000</c:v>
                </c:pt>
                <c:pt idx="129">
                  <c:v>10-07-2000</c:v>
                </c:pt>
                <c:pt idx="130">
                  <c:v>11-07-2000</c:v>
                </c:pt>
                <c:pt idx="131">
                  <c:v>12-07-2000</c:v>
                </c:pt>
                <c:pt idx="132">
                  <c:v>13-07-2000</c:v>
                </c:pt>
                <c:pt idx="133">
                  <c:v>14-07-2000</c:v>
                </c:pt>
                <c:pt idx="134">
                  <c:v>17-07-2000</c:v>
                </c:pt>
                <c:pt idx="135">
                  <c:v>18-07-2000</c:v>
                </c:pt>
                <c:pt idx="136">
                  <c:v>19-07-2000</c:v>
                </c:pt>
                <c:pt idx="137">
                  <c:v>20-07-2000</c:v>
                </c:pt>
                <c:pt idx="138">
                  <c:v>21-07-2000</c:v>
                </c:pt>
                <c:pt idx="139">
                  <c:v>24-07-2000</c:v>
                </c:pt>
                <c:pt idx="140">
                  <c:v>25-07-2000</c:v>
                </c:pt>
                <c:pt idx="141">
                  <c:v>26-07-2000</c:v>
                </c:pt>
                <c:pt idx="142">
                  <c:v>27-07-2000</c:v>
                </c:pt>
                <c:pt idx="143">
                  <c:v>28-07-2000</c:v>
                </c:pt>
                <c:pt idx="144">
                  <c:v>31-07-2000</c:v>
                </c:pt>
                <c:pt idx="145">
                  <c:v>01-08-2000</c:v>
                </c:pt>
                <c:pt idx="146">
                  <c:v>02-08-2000</c:v>
                </c:pt>
                <c:pt idx="147">
                  <c:v>03-08-2000</c:v>
                </c:pt>
                <c:pt idx="148">
                  <c:v>04-08-2000</c:v>
                </c:pt>
                <c:pt idx="149">
                  <c:v>07-08-2000</c:v>
                </c:pt>
                <c:pt idx="150">
                  <c:v>08-08-2000</c:v>
                </c:pt>
                <c:pt idx="151">
                  <c:v>09-08-2000</c:v>
                </c:pt>
                <c:pt idx="152">
                  <c:v>10-08-2000</c:v>
                </c:pt>
                <c:pt idx="153">
                  <c:v>11-08-2000</c:v>
                </c:pt>
                <c:pt idx="154">
                  <c:v>14-08-2000</c:v>
                </c:pt>
                <c:pt idx="155">
                  <c:v>16-08-2000</c:v>
                </c:pt>
                <c:pt idx="156">
                  <c:v>17-08-2000</c:v>
                </c:pt>
                <c:pt idx="157">
                  <c:v>18-08-2000</c:v>
                </c:pt>
                <c:pt idx="158">
                  <c:v>21-08-2000</c:v>
                </c:pt>
                <c:pt idx="159">
                  <c:v>22-08-2000</c:v>
                </c:pt>
                <c:pt idx="160">
                  <c:v>23-08-2000</c:v>
                </c:pt>
                <c:pt idx="161">
                  <c:v>24-08-2000</c:v>
                </c:pt>
                <c:pt idx="162">
                  <c:v>25-08-2000</c:v>
                </c:pt>
                <c:pt idx="163">
                  <c:v>28-08-2000</c:v>
                </c:pt>
                <c:pt idx="164">
                  <c:v>29-08-2000</c:v>
                </c:pt>
                <c:pt idx="165">
                  <c:v>30-08-2000</c:v>
                </c:pt>
                <c:pt idx="166">
                  <c:v>31-08-2000</c:v>
                </c:pt>
                <c:pt idx="167">
                  <c:v>04-09-2000</c:v>
                </c:pt>
                <c:pt idx="168">
                  <c:v>05-09-2000</c:v>
                </c:pt>
                <c:pt idx="169">
                  <c:v>06-09-2000</c:v>
                </c:pt>
                <c:pt idx="170">
                  <c:v>07-09-2000</c:v>
                </c:pt>
                <c:pt idx="171">
                  <c:v>08-09-2000</c:v>
                </c:pt>
                <c:pt idx="172">
                  <c:v>11-09-2000</c:v>
                </c:pt>
                <c:pt idx="173">
                  <c:v>12-09-2000</c:v>
                </c:pt>
                <c:pt idx="174">
                  <c:v>13-09-2000</c:v>
                </c:pt>
                <c:pt idx="175">
                  <c:v>14-09-2000</c:v>
                </c:pt>
                <c:pt idx="176">
                  <c:v>15-09-2000</c:v>
                </c:pt>
                <c:pt idx="177">
                  <c:v>18-09-2000</c:v>
                </c:pt>
                <c:pt idx="178">
                  <c:v>19-09-2000</c:v>
                </c:pt>
                <c:pt idx="179">
                  <c:v>20-09-2000</c:v>
                </c:pt>
                <c:pt idx="180">
                  <c:v>21-09-2000</c:v>
                </c:pt>
                <c:pt idx="181">
                  <c:v>22-09-2000</c:v>
                </c:pt>
                <c:pt idx="182">
                  <c:v>25-09-2000</c:v>
                </c:pt>
                <c:pt idx="183">
                  <c:v>26-09-2000</c:v>
                </c:pt>
                <c:pt idx="184">
                  <c:v>27-09-2000</c:v>
                </c:pt>
                <c:pt idx="185">
                  <c:v>28-09-2000</c:v>
                </c:pt>
                <c:pt idx="186">
                  <c:v>29-09-2000</c:v>
                </c:pt>
                <c:pt idx="187">
                  <c:v>03-10-2000</c:v>
                </c:pt>
                <c:pt idx="188">
                  <c:v>04-10-2000</c:v>
                </c:pt>
                <c:pt idx="189">
                  <c:v>05-10-2000</c:v>
                </c:pt>
                <c:pt idx="190">
                  <c:v>06-10-2000</c:v>
                </c:pt>
                <c:pt idx="191">
                  <c:v>09-10-2000</c:v>
                </c:pt>
                <c:pt idx="192">
                  <c:v>10-10-2000</c:v>
                </c:pt>
                <c:pt idx="193">
                  <c:v>11-10-2000</c:v>
                </c:pt>
                <c:pt idx="194">
                  <c:v>12-10-2000</c:v>
                </c:pt>
                <c:pt idx="195">
                  <c:v>13-10-2000</c:v>
                </c:pt>
                <c:pt idx="196">
                  <c:v>16-10-2000</c:v>
                </c:pt>
                <c:pt idx="197">
                  <c:v>17-10-2000</c:v>
                </c:pt>
                <c:pt idx="198">
                  <c:v>18-10-2000</c:v>
                </c:pt>
                <c:pt idx="199">
                  <c:v>19-10-2000</c:v>
                </c:pt>
                <c:pt idx="200">
                  <c:v>20-10-2000</c:v>
                </c:pt>
                <c:pt idx="201">
                  <c:v>23-10-2000</c:v>
                </c:pt>
                <c:pt idx="202">
                  <c:v>24-10-2000</c:v>
                </c:pt>
                <c:pt idx="203">
                  <c:v>25-10-2000</c:v>
                </c:pt>
                <c:pt idx="204">
                  <c:v>26-10-2000</c:v>
                </c:pt>
                <c:pt idx="205">
                  <c:v>27-10-2000</c:v>
                </c:pt>
                <c:pt idx="206">
                  <c:v>30-10-2000</c:v>
                </c:pt>
                <c:pt idx="207">
                  <c:v>31-10-2000</c:v>
                </c:pt>
                <c:pt idx="208">
                  <c:v>01-11-2000</c:v>
                </c:pt>
                <c:pt idx="209">
                  <c:v>02-11-2000</c:v>
                </c:pt>
                <c:pt idx="210">
                  <c:v>03-11-2000</c:v>
                </c:pt>
                <c:pt idx="211">
                  <c:v>06-11-2000</c:v>
                </c:pt>
                <c:pt idx="212">
                  <c:v>07-11-2000</c:v>
                </c:pt>
                <c:pt idx="213">
                  <c:v>08-11-2000</c:v>
                </c:pt>
                <c:pt idx="214">
                  <c:v>09-11-2000</c:v>
                </c:pt>
                <c:pt idx="215">
                  <c:v>10-11-2000</c:v>
                </c:pt>
                <c:pt idx="216">
                  <c:v>13-11-2000</c:v>
                </c:pt>
                <c:pt idx="217">
                  <c:v>14-11-2000</c:v>
                </c:pt>
                <c:pt idx="218">
                  <c:v>15-11-2000</c:v>
                </c:pt>
                <c:pt idx="219">
                  <c:v>16-11-2000</c:v>
                </c:pt>
                <c:pt idx="220">
                  <c:v>17-11-2000</c:v>
                </c:pt>
                <c:pt idx="221">
                  <c:v>20-11-2000</c:v>
                </c:pt>
                <c:pt idx="222">
                  <c:v>21-11-2000</c:v>
                </c:pt>
                <c:pt idx="223">
                  <c:v>22-11-2000</c:v>
                </c:pt>
                <c:pt idx="224">
                  <c:v>23-11-2000</c:v>
                </c:pt>
                <c:pt idx="225">
                  <c:v>24-11-2000</c:v>
                </c:pt>
                <c:pt idx="226">
                  <c:v>27-11-2000</c:v>
                </c:pt>
                <c:pt idx="227">
                  <c:v>28-11-2000</c:v>
                </c:pt>
                <c:pt idx="228">
                  <c:v>29-11-2000</c:v>
                </c:pt>
                <c:pt idx="229">
                  <c:v>30-11-2000</c:v>
                </c:pt>
                <c:pt idx="230">
                  <c:v>01-12-2000</c:v>
                </c:pt>
                <c:pt idx="231">
                  <c:v>04-12-2000</c:v>
                </c:pt>
                <c:pt idx="232">
                  <c:v>05-12-2000</c:v>
                </c:pt>
                <c:pt idx="233">
                  <c:v>06-12-2000</c:v>
                </c:pt>
                <c:pt idx="234">
                  <c:v>07-12-2000</c:v>
                </c:pt>
                <c:pt idx="235">
                  <c:v>08-12-2000</c:v>
                </c:pt>
                <c:pt idx="236">
                  <c:v>11-12-2000</c:v>
                </c:pt>
                <c:pt idx="237">
                  <c:v>12-12-2000</c:v>
                </c:pt>
                <c:pt idx="238">
                  <c:v>13-12-2000</c:v>
                </c:pt>
                <c:pt idx="239">
                  <c:v>14-12-2000</c:v>
                </c:pt>
                <c:pt idx="240">
                  <c:v>15-12-2000</c:v>
                </c:pt>
                <c:pt idx="241">
                  <c:v>18-12-2000</c:v>
                </c:pt>
                <c:pt idx="242">
                  <c:v>19-12-2000</c:v>
                </c:pt>
                <c:pt idx="243">
                  <c:v>20-12-2000</c:v>
                </c:pt>
                <c:pt idx="244">
                  <c:v>21-12-2000</c:v>
                </c:pt>
                <c:pt idx="245">
                  <c:v>22-12-2000</c:v>
                </c:pt>
                <c:pt idx="246">
                  <c:v>26-12-2000</c:v>
                </c:pt>
                <c:pt idx="247">
                  <c:v>27-12-2000</c:v>
                </c:pt>
                <c:pt idx="248">
                  <c:v>28-12-2000</c:v>
                </c:pt>
                <c:pt idx="249">
                  <c:v>29-12-2000</c:v>
                </c:pt>
                <c:pt idx="250">
                  <c:v>01-01-2001</c:v>
                </c:pt>
                <c:pt idx="251">
                  <c:v>02-01-2001</c:v>
                </c:pt>
                <c:pt idx="252">
                  <c:v>03-01-2001</c:v>
                </c:pt>
                <c:pt idx="253">
                  <c:v>04-01-2001</c:v>
                </c:pt>
                <c:pt idx="254">
                  <c:v>05-01-2001</c:v>
                </c:pt>
                <c:pt idx="255">
                  <c:v>08-01-2001</c:v>
                </c:pt>
                <c:pt idx="256">
                  <c:v>09-01-2001</c:v>
                </c:pt>
                <c:pt idx="257">
                  <c:v>10-01-2001</c:v>
                </c:pt>
                <c:pt idx="258">
                  <c:v>11-01-2001</c:v>
                </c:pt>
                <c:pt idx="259">
                  <c:v>12-01-2001</c:v>
                </c:pt>
                <c:pt idx="260">
                  <c:v>15-01-2001</c:v>
                </c:pt>
                <c:pt idx="261">
                  <c:v>16-01-2001</c:v>
                </c:pt>
                <c:pt idx="262">
                  <c:v>17-01-2001</c:v>
                </c:pt>
                <c:pt idx="263">
                  <c:v>18-01-2001</c:v>
                </c:pt>
                <c:pt idx="264">
                  <c:v>19-01-2001</c:v>
                </c:pt>
                <c:pt idx="265">
                  <c:v>22-01-2001</c:v>
                </c:pt>
                <c:pt idx="266">
                  <c:v>23-01-2001</c:v>
                </c:pt>
                <c:pt idx="267">
                  <c:v>24-01-2001</c:v>
                </c:pt>
                <c:pt idx="268">
                  <c:v>25-01-2001</c:v>
                </c:pt>
                <c:pt idx="269">
                  <c:v>29-01-2001</c:v>
                </c:pt>
                <c:pt idx="270">
                  <c:v>30-01-2001</c:v>
                </c:pt>
                <c:pt idx="271">
                  <c:v>31-01-2001</c:v>
                </c:pt>
                <c:pt idx="272">
                  <c:v>01-02-2001</c:v>
                </c:pt>
                <c:pt idx="273">
                  <c:v>02-02-2001</c:v>
                </c:pt>
                <c:pt idx="274">
                  <c:v>05-02-2001</c:v>
                </c:pt>
                <c:pt idx="275">
                  <c:v>06-02-2001</c:v>
                </c:pt>
                <c:pt idx="276">
                  <c:v>07-02-2001</c:v>
                </c:pt>
                <c:pt idx="277">
                  <c:v>08-02-2001</c:v>
                </c:pt>
                <c:pt idx="278">
                  <c:v>09-02-2001</c:v>
                </c:pt>
                <c:pt idx="279">
                  <c:v>12-02-2001</c:v>
                </c:pt>
                <c:pt idx="280">
                  <c:v>13-02-2001</c:v>
                </c:pt>
                <c:pt idx="281">
                  <c:v>14-02-2001</c:v>
                </c:pt>
                <c:pt idx="282">
                  <c:v>15-02-2001</c:v>
                </c:pt>
                <c:pt idx="283">
                  <c:v>16-02-2001</c:v>
                </c:pt>
                <c:pt idx="284">
                  <c:v>19-02-2001</c:v>
                </c:pt>
                <c:pt idx="285">
                  <c:v>20-02-2001</c:v>
                </c:pt>
                <c:pt idx="286">
                  <c:v>21-02-2001</c:v>
                </c:pt>
                <c:pt idx="287">
                  <c:v>22-02-2001</c:v>
                </c:pt>
                <c:pt idx="288">
                  <c:v>23-02-2001</c:v>
                </c:pt>
                <c:pt idx="289">
                  <c:v>26-02-2001</c:v>
                </c:pt>
                <c:pt idx="290">
                  <c:v>27-02-2001</c:v>
                </c:pt>
                <c:pt idx="291">
                  <c:v>28-02-2001</c:v>
                </c:pt>
                <c:pt idx="292">
                  <c:v>01-03-2001</c:v>
                </c:pt>
                <c:pt idx="293">
                  <c:v>02-03-2001</c:v>
                </c:pt>
                <c:pt idx="294">
                  <c:v>05-03-2001</c:v>
                </c:pt>
                <c:pt idx="295">
                  <c:v>07-03-2001</c:v>
                </c:pt>
                <c:pt idx="296">
                  <c:v>08-03-2001</c:v>
                </c:pt>
                <c:pt idx="297">
                  <c:v>09-03-2001</c:v>
                </c:pt>
                <c:pt idx="298">
                  <c:v>12-03-2001</c:v>
                </c:pt>
                <c:pt idx="299">
                  <c:v>13-03-2001</c:v>
                </c:pt>
                <c:pt idx="300">
                  <c:v>14-03-2001</c:v>
                </c:pt>
                <c:pt idx="301">
                  <c:v>15-03-2001</c:v>
                </c:pt>
                <c:pt idx="302">
                  <c:v>16-03-2001</c:v>
                </c:pt>
                <c:pt idx="303">
                  <c:v>19-03-2001</c:v>
                </c:pt>
                <c:pt idx="304">
                  <c:v>20-03-2001</c:v>
                </c:pt>
                <c:pt idx="305">
                  <c:v>21-03-2001</c:v>
                </c:pt>
                <c:pt idx="306">
                  <c:v>22-03-2001</c:v>
                </c:pt>
                <c:pt idx="307">
                  <c:v>23-03-2001</c:v>
                </c:pt>
                <c:pt idx="308">
                  <c:v>26-03-2001</c:v>
                </c:pt>
                <c:pt idx="309">
                  <c:v>27-03-2001</c:v>
                </c:pt>
                <c:pt idx="310">
                  <c:v>28-03-2001</c:v>
                </c:pt>
                <c:pt idx="311">
                  <c:v>29-03-2001</c:v>
                </c:pt>
                <c:pt idx="312">
                  <c:v>30-03-2001</c:v>
                </c:pt>
                <c:pt idx="313">
                  <c:v>02-04-2001</c:v>
                </c:pt>
                <c:pt idx="314">
                  <c:v>03-04-2001</c:v>
                </c:pt>
                <c:pt idx="315">
                  <c:v>04-04-2001</c:v>
                </c:pt>
                <c:pt idx="316">
                  <c:v>06-04-2001</c:v>
                </c:pt>
                <c:pt idx="317">
                  <c:v>09-04-2001</c:v>
                </c:pt>
                <c:pt idx="318">
                  <c:v>10-04-2001</c:v>
                </c:pt>
                <c:pt idx="319">
                  <c:v>11-04-2001</c:v>
                </c:pt>
                <c:pt idx="320">
                  <c:v>12-04-2001</c:v>
                </c:pt>
                <c:pt idx="321">
                  <c:v>16-04-2001</c:v>
                </c:pt>
                <c:pt idx="322">
                  <c:v>17-04-2001</c:v>
                </c:pt>
                <c:pt idx="323">
                  <c:v>18-04-2001</c:v>
                </c:pt>
                <c:pt idx="324">
                  <c:v>19-04-2001</c:v>
                </c:pt>
                <c:pt idx="325">
                  <c:v>20-04-2001</c:v>
                </c:pt>
                <c:pt idx="326">
                  <c:v>23-04-2001</c:v>
                </c:pt>
                <c:pt idx="327">
                  <c:v>24-04-2001</c:v>
                </c:pt>
                <c:pt idx="328">
                  <c:v>25-04-2001</c:v>
                </c:pt>
                <c:pt idx="329">
                  <c:v>26-04-2001</c:v>
                </c:pt>
                <c:pt idx="330">
                  <c:v>27-04-2001</c:v>
                </c:pt>
                <c:pt idx="331">
                  <c:v>30-04-2001</c:v>
                </c:pt>
                <c:pt idx="332">
                  <c:v>02-05-2001</c:v>
                </c:pt>
                <c:pt idx="333">
                  <c:v>03-05-2001</c:v>
                </c:pt>
                <c:pt idx="334">
                  <c:v>04-05-2001</c:v>
                </c:pt>
                <c:pt idx="335">
                  <c:v>07-05-2001</c:v>
                </c:pt>
                <c:pt idx="336">
                  <c:v>08-05-2001</c:v>
                </c:pt>
                <c:pt idx="337">
                  <c:v>09-05-2001</c:v>
                </c:pt>
                <c:pt idx="338">
                  <c:v>10-05-2001</c:v>
                </c:pt>
                <c:pt idx="339">
                  <c:v>11-05-2001</c:v>
                </c:pt>
                <c:pt idx="340">
                  <c:v>14-05-2001</c:v>
                </c:pt>
                <c:pt idx="341">
                  <c:v>15-05-2001</c:v>
                </c:pt>
                <c:pt idx="342">
                  <c:v>16-05-2001</c:v>
                </c:pt>
                <c:pt idx="343">
                  <c:v>17-05-2001</c:v>
                </c:pt>
                <c:pt idx="344">
                  <c:v>18-05-2001</c:v>
                </c:pt>
                <c:pt idx="345">
                  <c:v>21-05-2001</c:v>
                </c:pt>
                <c:pt idx="346">
                  <c:v>22-05-2001</c:v>
                </c:pt>
                <c:pt idx="347">
                  <c:v>23-05-2001</c:v>
                </c:pt>
                <c:pt idx="348">
                  <c:v>24-05-2001</c:v>
                </c:pt>
                <c:pt idx="349">
                  <c:v>25-05-2001</c:v>
                </c:pt>
                <c:pt idx="350">
                  <c:v>28-05-2001</c:v>
                </c:pt>
                <c:pt idx="351">
                  <c:v>29-05-2001</c:v>
                </c:pt>
                <c:pt idx="352">
                  <c:v>30-05-2001</c:v>
                </c:pt>
                <c:pt idx="353">
                  <c:v>31-05-2001</c:v>
                </c:pt>
                <c:pt idx="354">
                  <c:v>01-06-2001</c:v>
                </c:pt>
                <c:pt idx="355">
                  <c:v>04-06-2001</c:v>
                </c:pt>
                <c:pt idx="356">
                  <c:v>05-06-2001</c:v>
                </c:pt>
                <c:pt idx="357">
                  <c:v>06-06-2001</c:v>
                </c:pt>
                <c:pt idx="358">
                  <c:v>07-06-2001</c:v>
                </c:pt>
                <c:pt idx="359">
                  <c:v>08-06-2001</c:v>
                </c:pt>
                <c:pt idx="360">
                  <c:v>11-06-2001</c:v>
                </c:pt>
                <c:pt idx="361">
                  <c:v>12-06-2001</c:v>
                </c:pt>
                <c:pt idx="362">
                  <c:v>13-06-2001</c:v>
                </c:pt>
                <c:pt idx="363">
                  <c:v>14-06-2001</c:v>
                </c:pt>
                <c:pt idx="364">
                  <c:v>15-06-2001</c:v>
                </c:pt>
                <c:pt idx="365">
                  <c:v>18-06-2001</c:v>
                </c:pt>
                <c:pt idx="366">
                  <c:v>19-06-2001</c:v>
                </c:pt>
                <c:pt idx="367">
                  <c:v>20-06-2001</c:v>
                </c:pt>
                <c:pt idx="368">
                  <c:v>21-06-2001</c:v>
                </c:pt>
                <c:pt idx="369">
                  <c:v>22-06-2001</c:v>
                </c:pt>
                <c:pt idx="370">
                  <c:v>25-06-2001</c:v>
                </c:pt>
                <c:pt idx="371">
                  <c:v>26-06-2001</c:v>
                </c:pt>
                <c:pt idx="372">
                  <c:v>27-06-2001</c:v>
                </c:pt>
                <c:pt idx="373">
                  <c:v>28-06-2001</c:v>
                </c:pt>
                <c:pt idx="374">
                  <c:v>29-06-2001</c:v>
                </c:pt>
                <c:pt idx="375">
                  <c:v>02-07-2001</c:v>
                </c:pt>
                <c:pt idx="376">
                  <c:v>03-07-2001</c:v>
                </c:pt>
                <c:pt idx="377">
                  <c:v>04-07-2001</c:v>
                </c:pt>
                <c:pt idx="378">
                  <c:v>05-07-2001</c:v>
                </c:pt>
                <c:pt idx="379">
                  <c:v>06-07-2001</c:v>
                </c:pt>
                <c:pt idx="380">
                  <c:v>09-07-2001</c:v>
                </c:pt>
                <c:pt idx="381">
                  <c:v>10-07-2001</c:v>
                </c:pt>
                <c:pt idx="382">
                  <c:v>11-07-2001</c:v>
                </c:pt>
                <c:pt idx="383">
                  <c:v>12-07-2001</c:v>
                </c:pt>
                <c:pt idx="384">
                  <c:v>13-07-2001</c:v>
                </c:pt>
                <c:pt idx="385">
                  <c:v>16-07-2001</c:v>
                </c:pt>
                <c:pt idx="386">
                  <c:v>17-07-2001</c:v>
                </c:pt>
                <c:pt idx="387">
                  <c:v>18-07-2001</c:v>
                </c:pt>
                <c:pt idx="388">
                  <c:v>19-07-2001</c:v>
                </c:pt>
                <c:pt idx="389">
                  <c:v>20-07-2001</c:v>
                </c:pt>
                <c:pt idx="390">
                  <c:v>23-07-2001</c:v>
                </c:pt>
                <c:pt idx="391">
                  <c:v>24-07-2001</c:v>
                </c:pt>
                <c:pt idx="392">
                  <c:v>25-07-2001</c:v>
                </c:pt>
                <c:pt idx="393">
                  <c:v>26-07-2001</c:v>
                </c:pt>
                <c:pt idx="394">
                  <c:v>27-07-2001</c:v>
                </c:pt>
                <c:pt idx="395">
                  <c:v>30-07-2001</c:v>
                </c:pt>
                <c:pt idx="396">
                  <c:v>31-07-2001</c:v>
                </c:pt>
                <c:pt idx="397">
                  <c:v>01-08-2001</c:v>
                </c:pt>
                <c:pt idx="398">
                  <c:v>02-08-2001</c:v>
                </c:pt>
                <c:pt idx="399">
                  <c:v>03-08-2001</c:v>
                </c:pt>
                <c:pt idx="400">
                  <c:v>06-08-2001</c:v>
                </c:pt>
                <c:pt idx="401">
                  <c:v>07-08-2001</c:v>
                </c:pt>
                <c:pt idx="402">
                  <c:v>08-08-2001</c:v>
                </c:pt>
                <c:pt idx="403">
                  <c:v>09-08-2001</c:v>
                </c:pt>
                <c:pt idx="404">
                  <c:v>10-08-2001</c:v>
                </c:pt>
                <c:pt idx="405">
                  <c:v>13-08-2001</c:v>
                </c:pt>
                <c:pt idx="406">
                  <c:v>14-08-2001</c:v>
                </c:pt>
                <c:pt idx="407">
                  <c:v>16-08-2001</c:v>
                </c:pt>
                <c:pt idx="408">
                  <c:v>17-08-2001</c:v>
                </c:pt>
                <c:pt idx="409">
                  <c:v>20-08-2001</c:v>
                </c:pt>
                <c:pt idx="410">
                  <c:v>21-08-2001</c:v>
                </c:pt>
                <c:pt idx="411">
                  <c:v>23-08-2001</c:v>
                </c:pt>
                <c:pt idx="412">
                  <c:v>24-08-2001</c:v>
                </c:pt>
                <c:pt idx="413">
                  <c:v>27-08-2001</c:v>
                </c:pt>
                <c:pt idx="414">
                  <c:v>28-08-2001</c:v>
                </c:pt>
                <c:pt idx="415">
                  <c:v>29-08-2001</c:v>
                </c:pt>
                <c:pt idx="416">
                  <c:v>30-08-2001</c:v>
                </c:pt>
                <c:pt idx="417">
                  <c:v>31-08-2001</c:v>
                </c:pt>
                <c:pt idx="418">
                  <c:v>03-09-2001</c:v>
                </c:pt>
                <c:pt idx="419">
                  <c:v>04-09-2001</c:v>
                </c:pt>
                <c:pt idx="420">
                  <c:v>05-09-2001</c:v>
                </c:pt>
                <c:pt idx="421">
                  <c:v>06-09-2001</c:v>
                </c:pt>
                <c:pt idx="422">
                  <c:v>07-09-2001</c:v>
                </c:pt>
                <c:pt idx="423">
                  <c:v>10-09-2001</c:v>
                </c:pt>
                <c:pt idx="424">
                  <c:v>11-09-2001</c:v>
                </c:pt>
                <c:pt idx="425">
                  <c:v>12-09-2001</c:v>
                </c:pt>
                <c:pt idx="426">
                  <c:v>13-09-2001</c:v>
                </c:pt>
                <c:pt idx="427">
                  <c:v>14-09-2001</c:v>
                </c:pt>
                <c:pt idx="428">
                  <c:v>17-09-2001</c:v>
                </c:pt>
                <c:pt idx="429">
                  <c:v>18-09-2001</c:v>
                </c:pt>
                <c:pt idx="430">
                  <c:v>19-09-2001</c:v>
                </c:pt>
                <c:pt idx="431">
                  <c:v>20-09-2001</c:v>
                </c:pt>
                <c:pt idx="432">
                  <c:v>21-09-2001</c:v>
                </c:pt>
                <c:pt idx="433">
                  <c:v>24-09-2001</c:v>
                </c:pt>
                <c:pt idx="434">
                  <c:v>25-09-2001</c:v>
                </c:pt>
                <c:pt idx="435">
                  <c:v>26-09-2001</c:v>
                </c:pt>
                <c:pt idx="436">
                  <c:v>27-09-2001</c:v>
                </c:pt>
                <c:pt idx="437">
                  <c:v>28-09-2001</c:v>
                </c:pt>
                <c:pt idx="438">
                  <c:v>01-10-2001</c:v>
                </c:pt>
                <c:pt idx="439">
                  <c:v>03-10-2001</c:v>
                </c:pt>
                <c:pt idx="440">
                  <c:v>04-10-2001</c:v>
                </c:pt>
                <c:pt idx="441">
                  <c:v>05-10-2001</c:v>
                </c:pt>
                <c:pt idx="442">
                  <c:v>08-10-2001</c:v>
                </c:pt>
                <c:pt idx="443">
                  <c:v>09-10-2001</c:v>
                </c:pt>
                <c:pt idx="444">
                  <c:v>10-10-2001</c:v>
                </c:pt>
                <c:pt idx="445">
                  <c:v>11-10-2001</c:v>
                </c:pt>
                <c:pt idx="446">
                  <c:v>12-10-2001</c:v>
                </c:pt>
                <c:pt idx="447">
                  <c:v>15-10-2001</c:v>
                </c:pt>
                <c:pt idx="448">
                  <c:v>16-10-2001</c:v>
                </c:pt>
                <c:pt idx="449">
                  <c:v>17-10-2001</c:v>
                </c:pt>
                <c:pt idx="450">
                  <c:v>18-10-2001</c:v>
                </c:pt>
                <c:pt idx="451">
                  <c:v>19-10-2001</c:v>
                </c:pt>
                <c:pt idx="452">
                  <c:v>22-10-2001</c:v>
                </c:pt>
                <c:pt idx="453">
                  <c:v>23-10-2001</c:v>
                </c:pt>
                <c:pt idx="454">
                  <c:v>24-10-2001</c:v>
                </c:pt>
                <c:pt idx="455">
                  <c:v>25-10-2001</c:v>
                </c:pt>
                <c:pt idx="456">
                  <c:v>29-10-2001</c:v>
                </c:pt>
                <c:pt idx="457">
                  <c:v>30-10-2001</c:v>
                </c:pt>
                <c:pt idx="458">
                  <c:v>31-10-2001</c:v>
                </c:pt>
                <c:pt idx="459">
                  <c:v>01-11-2001</c:v>
                </c:pt>
                <c:pt idx="460">
                  <c:v>02-11-2001</c:v>
                </c:pt>
                <c:pt idx="461">
                  <c:v>05-11-2001</c:v>
                </c:pt>
                <c:pt idx="462">
                  <c:v>06-11-2001</c:v>
                </c:pt>
                <c:pt idx="463">
                  <c:v>07-11-2001</c:v>
                </c:pt>
                <c:pt idx="464">
                  <c:v>08-11-2001</c:v>
                </c:pt>
                <c:pt idx="465">
                  <c:v>09-11-2001</c:v>
                </c:pt>
                <c:pt idx="466">
                  <c:v>12-11-2001</c:v>
                </c:pt>
                <c:pt idx="467">
                  <c:v>13-11-2001</c:v>
                </c:pt>
                <c:pt idx="468">
                  <c:v>14-11-2001</c:v>
                </c:pt>
                <c:pt idx="469">
                  <c:v>15-11-2001</c:v>
                </c:pt>
                <c:pt idx="470">
                  <c:v>19-11-2001</c:v>
                </c:pt>
                <c:pt idx="471">
                  <c:v>20-11-2001</c:v>
                </c:pt>
                <c:pt idx="472">
                  <c:v>21-11-2001</c:v>
                </c:pt>
                <c:pt idx="473">
                  <c:v>22-11-2001</c:v>
                </c:pt>
                <c:pt idx="474">
                  <c:v>23-11-2001</c:v>
                </c:pt>
                <c:pt idx="475">
                  <c:v>26-11-2001</c:v>
                </c:pt>
                <c:pt idx="476">
                  <c:v>27-11-2001</c:v>
                </c:pt>
                <c:pt idx="477">
                  <c:v>28-11-2001</c:v>
                </c:pt>
                <c:pt idx="478">
                  <c:v>29-11-2001</c:v>
                </c:pt>
                <c:pt idx="479">
                  <c:v>03-12-2001</c:v>
                </c:pt>
                <c:pt idx="480">
                  <c:v>04-12-2001</c:v>
                </c:pt>
                <c:pt idx="481">
                  <c:v>05-12-2001</c:v>
                </c:pt>
                <c:pt idx="482">
                  <c:v>06-12-2001</c:v>
                </c:pt>
                <c:pt idx="483">
                  <c:v>07-12-2001</c:v>
                </c:pt>
                <c:pt idx="484">
                  <c:v>10-12-2001</c:v>
                </c:pt>
                <c:pt idx="485">
                  <c:v>11-12-2001</c:v>
                </c:pt>
                <c:pt idx="486">
                  <c:v>12-12-2001</c:v>
                </c:pt>
                <c:pt idx="487">
                  <c:v>13-12-2001</c:v>
                </c:pt>
                <c:pt idx="488">
                  <c:v>14-12-2001</c:v>
                </c:pt>
                <c:pt idx="489">
                  <c:v>18-12-2001</c:v>
                </c:pt>
                <c:pt idx="490">
                  <c:v>19-12-2001</c:v>
                </c:pt>
                <c:pt idx="491">
                  <c:v>20-12-2001</c:v>
                </c:pt>
                <c:pt idx="492">
                  <c:v>21-12-2001</c:v>
                </c:pt>
                <c:pt idx="493">
                  <c:v>24-12-2001</c:v>
                </c:pt>
                <c:pt idx="494">
                  <c:v>26-12-2001</c:v>
                </c:pt>
                <c:pt idx="495">
                  <c:v>27-12-2001</c:v>
                </c:pt>
                <c:pt idx="496">
                  <c:v>28-12-2001</c:v>
                </c:pt>
                <c:pt idx="497">
                  <c:v>31-12-2001</c:v>
                </c:pt>
                <c:pt idx="498">
                  <c:v>01-01-2002</c:v>
                </c:pt>
                <c:pt idx="499">
                  <c:v>02-01-2002</c:v>
                </c:pt>
                <c:pt idx="500">
                  <c:v>03-01-2002</c:v>
                </c:pt>
                <c:pt idx="501">
                  <c:v>04-01-2002</c:v>
                </c:pt>
                <c:pt idx="502">
                  <c:v>07-01-2002</c:v>
                </c:pt>
                <c:pt idx="503">
                  <c:v>08-01-2002</c:v>
                </c:pt>
                <c:pt idx="504">
                  <c:v>09-01-2002</c:v>
                </c:pt>
                <c:pt idx="505">
                  <c:v>10-01-2002</c:v>
                </c:pt>
                <c:pt idx="506">
                  <c:v>11-01-2002</c:v>
                </c:pt>
                <c:pt idx="507">
                  <c:v>14-01-2002</c:v>
                </c:pt>
                <c:pt idx="508">
                  <c:v>15-01-2002</c:v>
                </c:pt>
                <c:pt idx="509">
                  <c:v>16-01-2002</c:v>
                </c:pt>
                <c:pt idx="510">
                  <c:v>17-01-2002</c:v>
                </c:pt>
                <c:pt idx="511">
                  <c:v>18-01-2002</c:v>
                </c:pt>
                <c:pt idx="512">
                  <c:v>21-01-2002</c:v>
                </c:pt>
                <c:pt idx="513">
                  <c:v>22-01-2002</c:v>
                </c:pt>
                <c:pt idx="514">
                  <c:v>23-01-2002</c:v>
                </c:pt>
                <c:pt idx="515">
                  <c:v>24-01-2002</c:v>
                </c:pt>
                <c:pt idx="516">
                  <c:v>25-01-2002</c:v>
                </c:pt>
                <c:pt idx="517">
                  <c:v>28-01-2002</c:v>
                </c:pt>
                <c:pt idx="518">
                  <c:v>29-01-2002</c:v>
                </c:pt>
                <c:pt idx="519">
                  <c:v>30-01-2002</c:v>
                </c:pt>
                <c:pt idx="520">
                  <c:v>31-01-2002</c:v>
                </c:pt>
                <c:pt idx="521">
                  <c:v>01-02-2002</c:v>
                </c:pt>
                <c:pt idx="522">
                  <c:v>04-02-2002</c:v>
                </c:pt>
                <c:pt idx="523">
                  <c:v>05-02-2002</c:v>
                </c:pt>
                <c:pt idx="524">
                  <c:v>06-02-2002</c:v>
                </c:pt>
                <c:pt idx="525">
                  <c:v>07-02-2002</c:v>
                </c:pt>
                <c:pt idx="526">
                  <c:v>08-02-2002</c:v>
                </c:pt>
                <c:pt idx="527">
                  <c:v>11-02-2002</c:v>
                </c:pt>
                <c:pt idx="528">
                  <c:v>12-02-2002</c:v>
                </c:pt>
                <c:pt idx="529">
                  <c:v>13-02-2002</c:v>
                </c:pt>
                <c:pt idx="530">
                  <c:v>14-02-2002</c:v>
                </c:pt>
                <c:pt idx="531">
                  <c:v>15-02-2002</c:v>
                </c:pt>
                <c:pt idx="532">
                  <c:v>18-02-2002</c:v>
                </c:pt>
                <c:pt idx="533">
                  <c:v>19-02-2002</c:v>
                </c:pt>
                <c:pt idx="534">
                  <c:v>20-02-2002</c:v>
                </c:pt>
                <c:pt idx="535">
                  <c:v>21-02-2002</c:v>
                </c:pt>
                <c:pt idx="536">
                  <c:v>22-02-2002</c:v>
                </c:pt>
                <c:pt idx="537">
                  <c:v>25-02-2002</c:v>
                </c:pt>
                <c:pt idx="538">
                  <c:v>26-02-2002</c:v>
                </c:pt>
                <c:pt idx="539">
                  <c:v>27-02-2002</c:v>
                </c:pt>
                <c:pt idx="540">
                  <c:v>28-02-2002</c:v>
                </c:pt>
                <c:pt idx="541">
                  <c:v>01-03-2002</c:v>
                </c:pt>
                <c:pt idx="542">
                  <c:v>04-03-2002</c:v>
                </c:pt>
                <c:pt idx="543">
                  <c:v>05-03-2002</c:v>
                </c:pt>
                <c:pt idx="544">
                  <c:v>06-03-2002</c:v>
                </c:pt>
                <c:pt idx="545">
                  <c:v>07-03-2002</c:v>
                </c:pt>
                <c:pt idx="546">
                  <c:v>08-03-2002</c:v>
                </c:pt>
                <c:pt idx="547">
                  <c:v>11-03-2002</c:v>
                </c:pt>
                <c:pt idx="548">
                  <c:v>12-03-2002</c:v>
                </c:pt>
                <c:pt idx="549">
                  <c:v>13-03-2002</c:v>
                </c:pt>
                <c:pt idx="550">
                  <c:v>14-03-2002</c:v>
                </c:pt>
                <c:pt idx="551">
                  <c:v>15-03-2002</c:v>
                </c:pt>
                <c:pt idx="552">
                  <c:v>18-03-2002</c:v>
                </c:pt>
                <c:pt idx="553">
                  <c:v>19-03-2002</c:v>
                </c:pt>
                <c:pt idx="554">
                  <c:v>20-03-2002</c:v>
                </c:pt>
                <c:pt idx="555">
                  <c:v>21-03-2002</c:v>
                </c:pt>
                <c:pt idx="556">
                  <c:v>22-03-2002</c:v>
                </c:pt>
                <c:pt idx="557">
                  <c:v>26-03-2002</c:v>
                </c:pt>
                <c:pt idx="558">
                  <c:v>27-03-2002</c:v>
                </c:pt>
                <c:pt idx="559">
                  <c:v>28-03-2002</c:v>
                </c:pt>
                <c:pt idx="560">
                  <c:v>01-04-2002</c:v>
                </c:pt>
                <c:pt idx="561">
                  <c:v>02-04-2002</c:v>
                </c:pt>
                <c:pt idx="562">
                  <c:v>03-04-2002</c:v>
                </c:pt>
                <c:pt idx="563">
                  <c:v>04-04-2002</c:v>
                </c:pt>
                <c:pt idx="564">
                  <c:v>05-04-2002</c:v>
                </c:pt>
                <c:pt idx="565">
                  <c:v>08-04-2002</c:v>
                </c:pt>
                <c:pt idx="566">
                  <c:v>09-04-2002</c:v>
                </c:pt>
                <c:pt idx="567">
                  <c:v>10-04-2002</c:v>
                </c:pt>
                <c:pt idx="568">
                  <c:v>11-04-2002</c:v>
                </c:pt>
                <c:pt idx="569">
                  <c:v>12-04-2002</c:v>
                </c:pt>
                <c:pt idx="570">
                  <c:v>15-04-2002</c:v>
                </c:pt>
                <c:pt idx="571">
                  <c:v>16-04-2002</c:v>
                </c:pt>
                <c:pt idx="572">
                  <c:v>17-04-2002</c:v>
                </c:pt>
                <c:pt idx="573">
                  <c:v>18-04-2002</c:v>
                </c:pt>
                <c:pt idx="574">
                  <c:v>19-04-2002</c:v>
                </c:pt>
                <c:pt idx="575">
                  <c:v>22-04-2002</c:v>
                </c:pt>
                <c:pt idx="576">
                  <c:v>23-04-2002</c:v>
                </c:pt>
                <c:pt idx="577">
                  <c:v>24-04-2002</c:v>
                </c:pt>
                <c:pt idx="578">
                  <c:v>25-04-2002</c:v>
                </c:pt>
                <c:pt idx="579">
                  <c:v>26-04-2002</c:v>
                </c:pt>
                <c:pt idx="580">
                  <c:v>29-04-2002</c:v>
                </c:pt>
                <c:pt idx="581">
                  <c:v>30-04-2002</c:v>
                </c:pt>
                <c:pt idx="582">
                  <c:v>02-05-2002</c:v>
                </c:pt>
                <c:pt idx="583">
                  <c:v>03-05-2002</c:v>
                </c:pt>
                <c:pt idx="584">
                  <c:v>06-05-2002</c:v>
                </c:pt>
                <c:pt idx="585">
                  <c:v>07-05-2002</c:v>
                </c:pt>
                <c:pt idx="586">
                  <c:v>08-05-2002</c:v>
                </c:pt>
                <c:pt idx="587">
                  <c:v>09-05-2002</c:v>
                </c:pt>
                <c:pt idx="588">
                  <c:v>10-05-2002</c:v>
                </c:pt>
                <c:pt idx="589">
                  <c:v>13-05-2002</c:v>
                </c:pt>
                <c:pt idx="590">
                  <c:v>14-05-2002</c:v>
                </c:pt>
                <c:pt idx="591">
                  <c:v>15-05-2002</c:v>
                </c:pt>
                <c:pt idx="592">
                  <c:v>16-05-2002</c:v>
                </c:pt>
                <c:pt idx="593">
                  <c:v>17-05-2002</c:v>
                </c:pt>
                <c:pt idx="594">
                  <c:v>20-05-2002</c:v>
                </c:pt>
                <c:pt idx="595">
                  <c:v>21-05-2002</c:v>
                </c:pt>
                <c:pt idx="596">
                  <c:v>22-05-2002</c:v>
                </c:pt>
                <c:pt idx="597">
                  <c:v>23-05-2002</c:v>
                </c:pt>
                <c:pt idx="598">
                  <c:v>24-05-2002</c:v>
                </c:pt>
                <c:pt idx="599">
                  <c:v>27-05-2002</c:v>
                </c:pt>
                <c:pt idx="600">
                  <c:v>28-05-2002</c:v>
                </c:pt>
                <c:pt idx="601">
                  <c:v>29-05-2002</c:v>
                </c:pt>
                <c:pt idx="602">
                  <c:v>30-05-2002</c:v>
                </c:pt>
                <c:pt idx="603">
                  <c:v>31-05-2002</c:v>
                </c:pt>
                <c:pt idx="604">
                  <c:v>03-06-2002</c:v>
                </c:pt>
                <c:pt idx="605">
                  <c:v>04-06-2002</c:v>
                </c:pt>
                <c:pt idx="606">
                  <c:v>05-06-2002</c:v>
                </c:pt>
                <c:pt idx="607">
                  <c:v>06-06-2002</c:v>
                </c:pt>
                <c:pt idx="608">
                  <c:v>07-06-2002</c:v>
                </c:pt>
                <c:pt idx="609">
                  <c:v>10-06-2002</c:v>
                </c:pt>
                <c:pt idx="610">
                  <c:v>11-06-2002</c:v>
                </c:pt>
                <c:pt idx="611">
                  <c:v>12-06-2002</c:v>
                </c:pt>
                <c:pt idx="612">
                  <c:v>13-06-2002</c:v>
                </c:pt>
                <c:pt idx="613">
                  <c:v>14-06-2002</c:v>
                </c:pt>
                <c:pt idx="614">
                  <c:v>17-06-2002</c:v>
                </c:pt>
                <c:pt idx="615">
                  <c:v>18-06-2002</c:v>
                </c:pt>
                <c:pt idx="616">
                  <c:v>19-06-2002</c:v>
                </c:pt>
                <c:pt idx="617">
                  <c:v>20-06-2002</c:v>
                </c:pt>
                <c:pt idx="618">
                  <c:v>21-06-2002</c:v>
                </c:pt>
                <c:pt idx="619">
                  <c:v>24-06-2002</c:v>
                </c:pt>
                <c:pt idx="620">
                  <c:v>25-06-2002</c:v>
                </c:pt>
                <c:pt idx="621">
                  <c:v>26-06-2002</c:v>
                </c:pt>
                <c:pt idx="622">
                  <c:v>27-06-2002</c:v>
                </c:pt>
                <c:pt idx="623">
                  <c:v>28-06-2002</c:v>
                </c:pt>
                <c:pt idx="624">
                  <c:v>01-07-2002</c:v>
                </c:pt>
                <c:pt idx="625">
                  <c:v>02-07-2002</c:v>
                </c:pt>
                <c:pt idx="626">
                  <c:v>03-07-2002</c:v>
                </c:pt>
                <c:pt idx="627">
                  <c:v>04-07-2002</c:v>
                </c:pt>
                <c:pt idx="628">
                  <c:v>05-07-2002</c:v>
                </c:pt>
                <c:pt idx="629">
                  <c:v>08-07-2002</c:v>
                </c:pt>
                <c:pt idx="630">
                  <c:v>09-07-2002</c:v>
                </c:pt>
                <c:pt idx="631">
                  <c:v>10-07-2002</c:v>
                </c:pt>
                <c:pt idx="632">
                  <c:v>11-07-2002</c:v>
                </c:pt>
                <c:pt idx="633">
                  <c:v>12-07-2002</c:v>
                </c:pt>
                <c:pt idx="634">
                  <c:v>15-07-2002</c:v>
                </c:pt>
                <c:pt idx="635">
                  <c:v>16-07-2002</c:v>
                </c:pt>
                <c:pt idx="636">
                  <c:v>17-07-2002</c:v>
                </c:pt>
                <c:pt idx="637">
                  <c:v>18-07-2002</c:v>
                </c:pt>
                <c:pt idx="638">
                  <c:v>19-07-2002</c:v>
                </c:pt>
                <c:pt idx="639">
                  <c:v>22-07-2002</c:v>
                </c:pt>
                <c:pt idx="640">
                  <c:v>23-07-2002</c:v>
                </c:pt>
                <c:pt idx="641">
                  <c:v>24-07-2002</c:v>
                </c:pt>
                <c:pt idx="642">
                  <c:v>25-07-2002</c:v>
                </c:pt>
                <c:pt idx="643">
                  <c:v>26-07-2002</c:v>
                </c:pt>
                <c:pt idx="644">
                  <c:v>29-07-2002</c:v>
                </c:pt>
                <c:pt idx="645">
                  <c:v>30-07-2002</c:v>
                </c:pt>
                <c:pt idx="646">
                  <c:v>31-07-2002</c:v>
                </c:pt>
                <c:pt idx="647">
                  <c:v>01-08-2002</c:v>
                </c:pt>
                <c:pt idx="648">
                  <c:v>02-08-2002</c:v>
                </c:pt>
                <c:pt idx="649">
                  <c:v>05-08-2002</c:v>
                </c:pt>
                <c:pt idx="650">
                  <c:v>06-08-2002</c:v>
                </c:pt>
                <c:pt idx="651">
                  <c:v>07-08-2002</c:v>
                </c:pt>
                <c:pt idx="652">
                  <c:v>08-08-2002</c:v>
                </c:pt>
                <c:pt idx="653">
                  <c:v>09-08-2002</c:v>
                </c:pt>
                <c:pt idx="654">
                  <c:v>12-08-2002</c:v>
                </c:pt>
                <c:pt idx="655">
                  <c:v>13-08-2002</c:v>
                </c:pt>
                <c:pt idx="656">
                  <c:v>14-08-2002</c:v>
                </c:pt>
                <c:pt idx="657">
                  <c:v>16-08-2002</c:v>
                </c:pt>
                <c:pt idx="658">
                  <c:v>19-08-2002</c:v>
                </c:pt>
                <c:pt idx="659">
                  <c:v>20-08-2002</c:v>
                </c:pt>
                <c:pt idx="660">
                  <c:v>21-08-2002</c:v>
                </c:pt>
                <c:pt idx="661">
                  <c:v>22-08-2002</c:v>
                </c:pt>
                <c:pt idx="662">
                  <c:v>23-08-2002</c:v>
                </c:pt>
                <c:pt idx="663">
                  <c:v>26-08-2002</c:v>
                </c:pt>
                <c:pt idx="664">
                  <c:v>27-08-2002</c:v>
                </c:pt>
                <c:pt idx="665">
                  <c:v>28-08-2002</c:v>
                </c:pt>
                <c:pt idx="666">
                  <c:v>29-08-2002</c:v>
                </c:pt>
                <c:pt idx="667">
                  <c:v>30-08-2002</c:v>
                </c:pt>
                <c:pt idx="668">
                  <c:v>02-09-2002</c:v>
                </c:pt>
                <c:pt idx="669">
                  <c:v>03-09-2002</c:v>
                </c:pt>
                <c:pt idx="670">
                  <c:v>04-09-2002</c:v>
                </c:pt>
                <c:pt idx="671">
                  <c:v>05-09-2002</c:v>
                </c:pt>
                <c:pt idx="672">
                  <c:v>06-09-2002</c:v>
                </c:pt>
                <c:pt idx="673">
                  <c:v>09-09-2002</c:v>
                </c:pt>
                <c:pt idx="674">
                  <c:v>11-09-2002</c:v>
                </c:pt>
                <c:pt idx="675">
                  <c:v>12-09-2002</c:v>
                </c:pt>
                <c:pt idx="676">
                  <c:v>13-09-2002</c:v>
                </c:pt>
                <c:pt idx="677">
                  <c:v>16-09-2002</c:v>
                </c:pt>
                <c:pt idx="678">
                  <c:v>17-09-2002</c:v>
                </c:pt>
                <c:pt idx="679">
                  <c:v>18-09-2002</c:v>
                </c:pt>
                <c:pt idx="680">
                  <c:v>19-09-2002</c:v>
                </c:pt>
                <c:pt idx="681">
                  <c:v>20-09-2002</c:v>
                </c:pt>
                <c:pt idx="682">
                  <c:v>23-09-2002</c:v>
                </c:pt>
                <c:pt idx="683">
                  <c:v>24-09-2002</c:v>
                </c:pt>
                <c:pt idx="684">
                  <c:v>25-09-2002</c:v>
                </c:pt>
                <c:pt idx="685">
                  <c:v>26-09-2002</c:v>
                </c:pt>
                <c:pt idx="686">
                  <c:v>27-09-2002</c:v>
                </c:pt>
                <c:pt idx="687">
                  <c:v>30-09-2002</c:v>
                </c:pt>
                <c:pt idx="688">
                  <c:v>01-10-2002</c:v>
                </c:pt>
                <c:pt idx="689">
                  <c:v>03-10-2002</c:v>
                </c:pt>
                <c:pt idx="690">
                  <c:v>04-10-2002</c:v>
                </c:pt>
                <c:pt idx="691">
                  <c:v>07-10-2002</c:v>
                </c:pt>
                <c:pt idx="692">
                  <c:v>08-10-2002</c:v>
                </c:pt>
                <c:pt idx="693">
                  <c:v>09-10-2002</c:v>
                </c:pt>
                <c:pt idx="694">
                  <c:v>10-10-2002</c:v>
                </c:pt>
                <c:pt idx="695">
                  <c:v>11-10-2002</c:v>
                </c:pt>
                <c:pt idx="696">
                  <c:v>14-10-2002</c:v>
                </c:pt>
                <c:pt idx="697">
                  <c:v>16-10-2002</c:v>
                </c:pt>
                <c:pt idx="698">
                  <c:v>17-10-2002</c:v>
                </c:pt>
                <c:pt idx="699">
                  <c:v>18-10-2002</c:v>
                </c:pt>
                <c:pt idx="700">
                  <c:v>21-10-2002</c:v>
                </c:pt>
                <c:pt idx="701">
                  <c:v>22-10-2002</c:v>
                </c:pt>
                <c:pt idx="702">
                  <c:v>23-10-2002</c:v>
                </c:pt>
                <c:pt idx="703">
                  <c:v>24-10-2002</c:v>
                </c:pt>
                <c:pt idx="704">
                  <c:v>25-10-2002</c:v>
                </c:pt>
                <c:pt idx="705">
                  <c:v>28-10-2002</c:v>
                </c:pt>
                <c:pt idx="706">
                  <c:v>29-10-2002</c:v>
                </c:pt>
                <c:pt idx="707">
                  <c:v>30-10-2002</c:v>
                </c:pt>
                <c:pt idx="708">
                  <c:v>31-10-2002</c:v>
                </c:pt>
                <c:pt idx="709">
                  <c:v>01-11-2002</c:v>
                </c:pt>
                <c:pt idx="710">
                  <c:v>04-11-2002</c:v>
                </c:pt>
                <c:pt idx="711">
                  <c:v>05-11-2002</c:v>
                </c:pt>
                <c:pt idx="712">
                  <c:v>07-11-2002</c:v>
                </c:pt>
                <c:pt idx="713">
                  <c:v>08-11-2002</c:v>
                </c:pt>
                <c:pt idx="714">
                  <c:v>11-11-2002</c:v>
                </c:pt>
                <c:pt idx="715">
                  <c:v>12-11-2002</c:v>
                </c:pt>
                <c:pt idx="716">
                  <c:v>13-11-2002</c:v>
                </c:pt>
                <c:pt idx="717">
                  <c:v>14-11-2002</c:v>
                </c:pt>
                <c:pt idx="718">
                  <c:v>15-11-2002</c:v>
                </c:pt>
                <c:pt idx="719">
                  <c:v>18-11-2002</c:v>
                </c:pt>
                <c:pt idx="720">
                  <c:v>20-11-2002</c:v>
                </c:pt>
                <c:pt idx="721">
                  <c:v>21-11-2002</c:v>
                </c:pt>
                <c:pt idx="722">
                  <c:v>22-11-2002</c:v>
                </c:pt>
                <c:pt idx="723">
                  <c:v>25-11-2002</c:v>
                </c:pt>
                <c:pt idx="724">
                  <c:v>26-11-2002</c:v>
                </c:pt>
                <c:pt idx="725">
                  <c:v>27-11-2002</c:v>
                </c:pt>
                <c:pt idx="726">
                  <c:v>28-11-2002</c:v>
                </c:pt>
                <c:pt idx="727">
                  <c:v>29-11-2002</c:v>
                </c:pt>
                <c:pt idx="728">
                  <c:v>02-12-2002</c:v>
                </c:pt>
                <c:pt idx="729">
                  <c:v>03-12-2002</c:v>
                </c:pt>
                <c:pt idx="730">
                  <c:v>04-12-2002</c:v>
                </c:pt>
                <c:pt idx="731">
                  <c:v>05-12-2002</c:v>
                </c:pt>
                <c:pt idx="732">
                  <c:v>06-12-2002</c:v>
                </c:pt>
                <c:pt idx="733">
                  <c:v>09-12-2002</c:v>
                </c:pt>
                <c:pt idx="734">
                  <c:v>10-12-2002</c:v>
                </c:pt>
                <c:pt idx="735">
                  <c:v>11-12-2002</c:v>
                </c:pt>
                <c:pt idx="736">
                  <c:v>12-12-2002</c:v>
                </c:pt>
                <c:pt idx="737">
                  <c:v>13-12-2002</c:v>
                </c:pt>
                <c:pt idx="738">
                  <c:v>16-12-2002</c:v>
                </c:pt>
                <c:pt idx="739">
                  <c:v>17-12-2002</c:v>
                </c:pt>
                <c:pt idx="740">
                  <c:v>18-12-2002</c:v>
                </c:pt>
                <c:pt idx="741">
                  <c:v>19-12-2002</c:v>
                </c:pt>
                <c:pt idx="742">
                  <c:v>20-12-2002</c:v>
                </c:pt>
                <c:pt idx="743">
                  <c:v>23-12-2002</c:v>
                </c:pt>
                <c:pt idx="744">
                  <c:v>24-12-2002</c:v>
                </c:pt>
                <c:pt idx="745">
                  <c:v>26-12-2002</c:v>
                </c:pt>
                <c:pt idx="746">
                  <c:v>27-12-2002</c:v>
                </c:pt>
                <c:pt idx="747">
                  <c:v>30-12-2002</c:v>
                </c:pt>
                <c:pt idx="748">
                  <c:v>31-12-2002</c:v>
                </c:pt>
                <c:pt idx="749">
                  <c:v>01-01-2003</c:v>
                </c:pt>
                <c:pt idx="750">
                  <c:v>02-01-2003</c:v>
                </c:pt>
                <c:pt idx="751">
                  <c:v>03-01-2003</c:v>
                </c:pt>
                <c:pt idx="752">
                  <c:v>06-01-2003</c:v>
                </c:pt>
                <c:pt idx="753">
                  <c:v>07-01-2003</c:v>
                </c:pt>
                <c:pt idx="754">
                  <c:v>08-01-2003</c:v>
                </c:pt>
                <c:pt idx="755">
                  <c:v>09-01-2003</c:v>
                </c:pt>
                <c:pt idx="756">
                  <c:v>10-01-2003</c:v>
                </c:pt>
                <c:pt idx="757">
                  <c:v>13-01-2003</c:v>
                </c:pt>
                <c:pt idx="758">
                  <c:v>14-01-2003</c:v>
                </c:pt>
                <c:pt idx="759">
                  <c:v>15-01-2003</c:v>
                </c:pt>
                <c:pt idx="760">
                  <c:v>16-01-2003</c:v>
                </c:pt>
                <c:pt idx="761">
                  <c:v>17-01-2003</c:v>
                </c:pt>
                <c:pt idx="762">
                  <c:v>20-01-2003</c:v>
                </c:pt>
                <c:pt idx="763">
                  <c:v>21-01-2003</c:v>
                </c:pt>
                <c:pt idx="764">
                  <c:v>22-01-2003</c:v>
                </c:pt>
                <c:pt idx="765">
                  <c:v>23-01-2003</c:v>
                </c:pt>
                <c:pt idx="766">
                  <c:v>24-01-2003</c:v>
                </c:pt>
                <c:pt idx="767">
                  <c:v>27-01-2003</c:v>
                </c:pt>
                <c:pt idx="768">
                  <c:v>28-01-2003</c:v>
                </c:pt>
                <c:pt idx="769">
                  <c:v>29-01-2003</c:v>
                </c:pt>
                <c:pt idx="770">
                  <c:v>30-01-2003</c:v>
                </c:pt>
                <c:pt idx="771">
                  <c:v>31-01-2003</c:v>
                </c:pt>
                <c:pt idx="772">
                  <c:v>03-02-2003</c:v>
                </c:pt>
                <c:pt idx="773">
                  <c:v>04-02-2003</c:v>
                </c:pt>
                <c:pt idx="774">
                  <c:v>05-02-2003</c:v>
                </c:pt>
                <c:pt idx="775">
                  <c:v>06-02-2003</c:v>
                </c:pt>
                <c:pt idx="776">
                  <c:v>07-02-2003</c:v>
                </c:pt>
                <c:pt idx="777">
                  <c:v>10-02-2003</c:v>
                </c:pt>
                <c:pt idx="778">
                  <c:v>11-02-2003</c:v>
                </c:pt>
                <c:pt idx="779">
                  <c:v>12-02-2003</c:v>
                </c:pt>
                <c:pt idx="780">
                  <c:v>14-02-2003</c:v>
                </c:pt>
                <c:pt idx="781">
                  <c:v>17-02-2003</c:v>
                </c:pt>
                <c:pt idx="782">
                  <c:v>18-02-2003</c:v>
                </c:pt>
                <c:pt idx="783">
                  <c:v>19-02-2003</c:v>
                </c:pt>
                <c:pt idx="784">
                  <c:v>20-02-2003</c:v>
                </c:pt>
                <c:pt idx="785">
                  <c:v>21-02-2003</c:v>
                </c:pt>
                <c:pt idx="786">
                  <c:v>24-02-2003</c:v>
                </c:pt>
                <c:pt idx="787">
                  <c:v>25-02-2003</c:v>
                </c:pt>
                <c:pt idx="788">
                  <c:v>26-02-2003</c:v>
                </c:pt>
                <c:pt idx="789">
                  <c:v>27-02-2003</c:v>
                </c:pt>
                <c:pt idx="790">
                  <c:v>28-02-2003</c:v>
                </c:pt>
                <c:pt idx="791">
                  <c:v>03-03-2003</c:v>
                </c:pt>
                <c:pt idx="792">
                  <c:v>04-03-2003</c:v>
                </c:pt>
                <c:pt idx="793">
                  <c:v>05-03-2003</c:v>
                </c:pt>
                <c:pt idx="794">
                  <c:v>06-03-2003</c:v>
                </c:pt>
                <c:pt idx="795">
                  <c:v>07-03-2003</c:v>
                </c:pt>
                <c:pt idx="796">
                  <c:v>10-03-2003</c:v>
                </c:pt>
                <c:pt idx="797">
                  <c:v>11-03-2003</c:v>
                </c:pt>
                <c:pt idx="798">
                  <c:v>12-03-2003</c:v>
                </c:pt>
                <c:pt idx="799">
                  <c:v>13-03-2003</c:v>
                </c:pt>
                <c:pt idx="800">
                  <c:v>17-03-2003</c:v>
                </c:pt>
                <c:pt idx="801">
                  <c:v>19-03-2003</c:v>
                </c:pt>
                <c:pt idx="802">
                  <c:v>20-03-2003</c:v>
                </c:pt>
                <c:pt idx="803">
                  <c:v>21-03-2003</c:v>
                </c:pt>
                <c:pt idx="804">
                  <c:v>22-03-2003</c:v>
                </c:pt>
                <c:pt idx="805">
                  <c:v>24-03-2003</c:v>
                </c:pt>
                <c:pt idx="806">
                  <c:v>25-03-2003</c:v>
                </c:pt>
                <c:pt idx="807">
                  <c:v>26-03-2003</c:v>
                </c:pt>
                <c:pt idx="808">
                  <c:v>27-03-2003</c:v>
                </c:pt>
                <c:pt idx="809">
                  <c:v>28-03-2003</c:v>
                </c:pt>
                <c:pt idx="810">
                  <c:v>31-03-2003</c:v>
                </c:pt>
                <c:pt idx="811">
                  <c:v>01-04-2003</c:v>
                </c:pt>
                <c:pt idx="812">
                  <c:v>02-04-2003</c:v>
                </c:pt>
                <c:pt idx="813">
                  <c:v>03-04-2003</c:v>
                </c:pt>
                <c:pt idx="814">
                  <c:v>04-04-2003</c:v>
                </c:pt>
                <c:pt idx="815">
                  <c:v>07-04-2003</c:v>
                </c:pt>
                <c:pt idx="816">
                  <c:v>08-04-2003</c:v>
                </c:pt>
                <c:pt idx="817">
                  <c:v>09-04-2003</c:v>
                </c:pt>
                <c:pt idx="818">
                  <c:v>10-04-2003</c:v>
                </c:pt>
                <c:pt idx="819">
                  <c:v>11-04-2003</c:v>
                </c:pt>
                <c:pt idx="820">
                  <c:v>15-04-2003</c:v>
                </c:pt>
                <c:pt idx="821">
                  <c:v>16-04-2003</c:v>
                </c:pt>
                <c:pt idx="822">
                  <c:v>17-04-2003</c:v>
                </c:pt>
                <c:pt idx="823">
                  <c:v>21-04-2003</c:v>
                </c:pt>
                <c:pt idx="824">
                  <c:v>22-04-2003</c:v>
                </c:pt>
                <c:pt idx="825">
                  <c:v>23-04-2003</c:v>
                </c:pt>
                <c:pt idx="826">
                  <c:v>24-04-2003</c:v>
                </c:pt>
                <c:pt idx="827">
                  <c:v>25-04-2003</c:v>
                </c:pt>
                <c:pt idx="828">
                  <c:v>28-04-2003</c:v>
                </c:pt>
                <c:pt idx="829">
                  <c:v>29-04-2003</c:v>
                </c:pt>
                <c:pt idx="830">
                  <c:v>30-04-2003</c:v>
                </c:pt>
                <c:pt idx="831">
                  <c:v>02-05-2003</c:v>
                </c:pt>
                <c:pt idx="832">
                  <c:v>05-05-2003</c:v>
                </c:pt>
                <c:pt idx="833">
                  <c:v>06-05-2003</c:v>
                </c:pt>
                <c:pt idx="834">
                  <c:v>07-05-2003</c:v>
                </c:pt>
                <c:pt idx="835">
                  <c:v>08-05-2003</c:v>
                </c:pt>
                <c:pt idx="836">
                  <c:v>09-05-2003</c:v>
                </c:pt>
                <c:pt idx="837">
                  <c:v>12-05-2003</c:v>
                </c:pt>
                <c:pt idx="838">
                  <c:v>13-05-2003</c:v>
                </c:pt>
                <c:pt idx="839">
                  <c:v>14-05-2003</c:v>
                </c:pt>
                <c:pt idx="840">
                  <c:v>15-05-2003</c:v>
                </c:pt>
                <c:pt idx="841">
                  <c:v>16-05-2003</c:v>
                </c:pt>
                <c:pt idx="842">
                  <c:v>19-05-2003</c:v>
                </c:pt>
                <c:pt idx="843">
                  <c:v>20-05-2003</c:v>
                </c:pt>
                <c:pt idx="844">
                  <c:v>21-05-2003</c:v>
                </c:pt>
                <c:pt idx="845">
                  <c:v>22-05-2003</c:v>
                </c:pt>
                <c:pt idx="846">
                  <c:v>23-05-2003</c:v>
                </c:pt>
                <c:pt idx="847">
                  <c:v>26-05-2003</c:v>
                </c:pt>
                <c:pt idx="848">
                  <c:v>27-05-2003</c:v>
                </c:pt>
                <c:pt idx="849">
                  <c:v>28-05-2003</c:v>
                </c:pt>
                <c:pt idx="850">
                  <c:v>29-05-2003</c:v>
                </c:pt>
                <c:pt idx="851">
                  <c:v>30-05-2003</c:v>
                </c:pt>
                <c:pt idx="852">
                  <c:v>02-06-2003</c:v>
                </c:pt>
                <c:pt idx="853">
                  <c:v>03-06-2003</c:v>
                </c:pt>
                <c:pt idx="854">
                  <c:v>04-06-2003</c:v>
                </c:pt>
                <c:pt idx="855">
                  <c:v>05-06-2003</c:v>
                </c:pt>
                <c:pt idx="856">
                  <c:v>06-06-2003</c:v>
                </c:pt>
                <c:pt idx="857">
                  <c:v>09-06-2003</c:v>
                </c:pt>
                <c:pt idx="858">
                  <c:v>10-06-2003</c:v>
                </c:pt>
                <c:pt idx="859">
                  <c:v>11-06-2003</c:v>
                </c:pt>
                <c:pt idx="860">
                  <c:v>12-06-2003</c:v>
                </c:pt>
                <c:pt idx="861">
                  <c:v>13-06-2003</c:v>
                </c:pt>
                <c:pt idx="862">
                  <c:v>16-06-2003</c:v>
                </c:pt>
                <c:pt idx="863">
                  <c:v>17-06-2003</c:v>
                </c:pt>
                <c:pt idx="864">
                  <c:v>18-06-2003</c:v>
                </c:pt>
                <c:pt idx="865">
                  <c:v>19-06-2003</c:v>
                </c:pt>
                <c:pt idx="866">
                  <c:v>20-06-2003</c:v>
                </c:pt>
                <c:pt idx="867">
                  <c:v>23-06-2003</c:v>
                </c:pt>
                <c:pt idx="868">
                  <c:v>24-06-2003</c:v>
                </c:pt>
                <c:pt idx="869">
                  <c:v>25-06-2003</c:v>
                </c:pt>
                <c:pt idx="870">
                  <c:v>26-06-2003</c:v>
                </c:pt>
                <c:pt idx="871">
                  <c:v>27-06-2003</c:v>
                </c:pt>
                <c:pt idx="872">
                  <c:v>30-06-2003</c:v>
                </c:pt>
                <c:pt idx="873">
                  <c:v>01-07-2003</c:v>
                </c:pt>
                <c:pt idx="874">
                  <c:v>02-07-2003</c:v>
                </c:pt>
                <c:pt idx="875">
                  <c:v>03-07-2003</c:v>
                </c:pt>
                <c:pt idx="876">
                  <c:v>04-07-2003</c:v>
                </c:pt>
                <c:pt idx="877">
                  <c:v>07-07-2003</c:v>
                </c:pt>
                <c:pt idx="878">
                  <c:v>08-07-2003</c:v>
                </c:pt>
                <c:pt idx="879">
                  <c:v>09-07-2003</c:v>
                </c:pt>
                <c:pt idx="880">
                  <c:v>10-07-2003</c:v>
                </c:pt>
                <c:pt idx="881">
                  <c:v>11-07-2003</c:v>
                </c:pt>
                <c:pt idx="882">
                  <c:v>14-07-2003</c:v>
                </c:pt>
                <c:pt idx="883">
                  <c:v>15-07-2003</c:v>
                </c:pt>
                <c:pt idx="884">
                  <c:v>16-07-2003</c:v>
                </c:pt>
                <c:pt idx="885">
                  <c:v>17-07-2003</c:v>
                </c:pt>
                <c:pt idx="886">
                  <c:v>18-07-2003</c:v>
                </c:pt>
                <c:pt idx="887">
                  <c:v>21-07-2003</c:v>
                </c:pt>
                <c:pt idx="888">
                  <c:v>22-07-2003</c:v>
                </c:pt>
                <c:pt idx="889">
                  <c:v>23-07-2003</c:v>
                </c:pt>
                <c:pt idx="890">
                  <c:v>24-07-2003</c:v>
                </c:pt>
                <c:pt idx="891">
                  <c:v>25-07-2003</c:v>
                </c:pt>
                <c:pt idx="892">
                  <c:v>28-07-2003</c:v>
                </c:pt>
                <c:pt idx="893">
                  <c:v>29-07-2003</c:v>
                </c:pt>
                <c:pt idx="894">
                  <c:v>30-07-2003</c:v>
                </c:pt>
                <c:pt idx="895">
                  <c:v>31-07-2003</c:v>
                </c:pt>
                <c:pt idx="896">
                  <c:v>01-08-2003</c:v>
                </c:pt>
                <c:pt idx="897">
                  <c:v>04-08-2003</c:v>
                </c:pt>
                <c:pt idx="898">
                  <c:v>05-08-2003</c:v>
                </c:pt>
                <c:pt idx="899">
                  <c:v>06-08-2003</c:v>
                </c:pt>
                <c:pt idx="900">
                  <c:v>07-08-2003</c:v>
                </c:pt>
                <c:pt idx="901">
                  <c:v>08-08-2003</c:v>
                </c:pt>
                <c:pt idx="902">
                  <c:v>11-08-2003</c:v>
                </c:pt>
                <c:pt idx="903">
                  <c:v>12-08-2003</c:v>
                </c:pt>
                <c:pt idx="904">
                  <c:v>13-08-2003</c:v>
                </c:pt>
                <c:pt idx="905">
                  <c:v>14-08-2003</c:v>
                </c:pt>
                <c:pt idx="906">
                  <c:v>18-08-2003</c:v>
                </c:pt>
                <c:pt idx="907">
                  <c:v>19-08-2003</c:v>
                </c:pt>
                <c:pt idx="908">
                  <c:v>20-08-2003</c:v>
                </c:pt>
                <c:pt idx="909">
                  <c:v>21-08-2003</c:v>
                </c:pt>
                <c:pt idx="910">
                  <c:v>22-08-2003</c:v>
                </c:pt>
                <c:pt idx="911">
                  <c:v>25-08-2003</c:v>
                </c:pt>
                <c:pt idx="912">
                  <c:v>26-08-2003</c:v>
                </c:pt>
                <c:pt idx="913">
                  <c:v>27-08-2003</c:v>
                </c:pt>
                <c:pt idx="914">
                  <c:v>28-08-2003</c:v>
                </c:pt>
                <c:pt idx="915">
                  <c:v>29-08-2003</c:v>
                </c:pt>
                <c:pt idx="916">
                  <c:v>01-09-2003</c:v>
                </c:pt>
                <c:pt idx="917">
                  <c:v>02-09-2003</c:v>
                </c:pt>
                <c:pt idx="918">
                  <c:v>03-09-2003</c:v>
                </c:pt>
                <c:pt idx="919">
                  <c:v>04-09-2003</c:v>
                </c:pt>
                <c:pt idx="920">
                  <c:v>05-09-2003</c:v>
                </c:pt>
                <c:pt idx="921">
                  <c:v>08-09-2003</c:v>
                </c:pt>
                <c:pt idx="922">
                  <c:v>09-09-2003</c:v>
                </c:pt>
                <c:pt idx="923">
                  <c:v>10-09-2003</c:v>
                </c:pt>
                <c:pt idx="924">
                  <c:v>11-09-2003</c:v>
                </c:pt>
                <c:pt idx="925">
                  <c:v>12-09-2003</c:v>
                </c:pt>
                <c:pt idx="926">
                  <c:v>15-09-2003</c:v>
                </c:pt>
                <c:pt idx="927">
                  <c:v>16-09-2003</c:v>
                </c:pt>
                <c:pt idx="928">
                  <c:v>17-09-2003</c:v>
                </c:pt>
                <c:pt idx="929">
                  <c:v>18-09-2003</c:v>
                </c:pt>
                <c:pt idx="930">
                  <c:v>19-09-2003</c:v>
                </c:pt>
                <c:pt idx="931">
                  <c:v>22-09-2003</c:v>
                </c:pt>
                <c:pt idx="932">
                  <c:v>23-09-2003</c:v>
                </c:pt>
                <c:pt idx="933">
                  <c:v>24-09-2003</c:v>
                </c:pt>
                <c:pt idx="934">
                  <c:v>25-09-2003</c:v>
                </c:pt>
                <c:pt idx="935">
                  <c:v>26-09-2003</c:v>
                </c:pt>
                <c:pt idx="936">
                  <c:v>29-09-2003</c:v>
                </c:pt>
                <c:pt idx="937">
                  <c:v>30-09-2003</c:v>
                </c:pt>
                <c:pt idx="938">
                  <c:v>01-10-2003</c:v>
                </c:pt>
                <c:pt idx="939">
                  <c:v>03-10-2003</c:v>
                </c:pt>
                <c:pt idx="940">
                  <c:v>06-10-2003</c:v>
                </c:pt>
                <c:pt idx="941">
                  <c:v>07-10-2003</c:v>
                </c:pt>
                <c:pt idx="942">
                  <c:v>08-10-2003</c:v>
                </c:pt>
                <c:pt idx="943">
                  <c:v>09-10-2003</c:v>
                </c:pt>
                <c:pt idx="944">
                  <c:v>10-10-2003</c:v>
                </c:pt>
                <c:pt idx="945">
                  <c:v>13-10-2003</c:v>
                </c:pt>
                <c:pt idx="946">
                  <c:v>14-10-2003</c:v>
                </c:pt>
                <c:pt idx="947">
                  <c:v>15-10-2003</c:v>
                </c:pt>
                <c:pt idx="948">
                  <c:v>16-10-2003</c:v>
                </c:pt>
                <c:pt idx="949">
                  <c:v>17-10-2003</c:v>
                </c:pt>
                <c:pt idx="950">
                  <c:v>20-10-2003</c:v>
                </c:pt>
                <c:pt idx="951">
                  <c:v>21-10-2003</c:v>
                </c:pt>
                <c:pt idx="952">
                  <c:v>22-10-2003</c:v>
                </c:pt>
                <c:pt idx="953">
                  <c:v>23-10-2003</c:v>
                </c:pt>
                <c:pt idx="954">
                  <c:v>24-10-2003</c:v>
                </c:pt>
                <c:pt idx="955">
                  <c:v>25-10-2003</c:v>
                </c:pt>
                <c:pt idx="956">
                  <c:v>27-10-2003</c:v>
                </c:pt>
                <c:pt idx="957">
                  <c:v>28-10-2003</c:v>
                </c:pt>
                <c:pt idx="958">
                  <c:v>29-10-2003</c:v>
                </c:pt>
                <c:pt idx="959">
                  <c:v>30-10-2003</c:v>
                </c:pt>
                <c:pt idx="960">
                  <c:v>31-10-2003</c:v>
                </c:pt>
                <c:pt idx="961">
                  <c:v>03-11-2003</c:v>
                </c:pt>
                <c:pt idx="962">
                  <c:v>04-11-2003</c:v>
                </c:pt>
                <c:pt idx="963">
                  <c:v>05-11-2003</c:v>
                </c:pt>
                <c:pt idx="964">
                  <c:v>06-11-2003</c:v>
                </c:pt>
                <c:pt idx="965">
                  <c:v>07-11-2003</c:v>
                </c:pt>
                <c:pt idx="966">
                  <c:v>10-11-2003</c:v>
                </c:pt>
                <c:pt idx="967">
                  <c:v>11-11-2003</c:v>
                </c:pt>
                <c:pt idx="968">
                  <c:v>12-11-2003</c:v>
                </c:pt>
                <c:pt idx="969">
                  <c:v>13-11-2003</c:v>
                </c:pt>
                <c:pt idx="970">
                  <c:v>14-11-2003</c:v>
                </c:pt>
                <c:pt idx="971">
                  <c:v>15-11-2003</c:v>
                </c:pt>
                <c:pt idx="972">
                  <c:v>17-11-2003</c:v>
                </c:pt>
                <c:pt idx="973">
                  <c:v>18-11-2003</c:v>
                </c:pt>
                <c:pt idx="974">
                  <c:v>19-11-2003</c:v>
                </c:pt>
                <c:pt idx="975">
                  <c:v>20-11-2003</c:v>
                </c:pt>
                <c:pt idx="976">
                  <c:v>21-11-2003</c:v>
                </c:pt>
                <c:pt idx="977">
                  <c:v>24-11-2003</c:v>
                </c:pt>
                <c:pt idx="978">
                  <c:v>25-11-2003</c:v>
                </c:pt>
                <c:pt idx="979">
                  <c:v>27-11-2003</c:v>
                </c:pt>
                <c:pt idx="980">
                  <c:v>28-11-2003</c:v>
                </c:pt>
                <c:pt idx="981">
                  <c:v>01-12-2003</c:v>
                </c:pt>
                <c:pt idx="982">
                  <c:v>02-12-2003</c:v>
                </c:pt>
                <c:pt idx="983">
                  <c:v>03-12-2003</c:v>
                </c:pt>
                <c:pt idx="984">
                  <c:v>04-12-2003</c:v>
                </c:pt>
                <c:pt idx="985">
                  <c:v>05-12-2003</c:v>
                </c:pt>
                <c:pt idx="986">
                  <c:v>08-12-2003</c:v>
                </c:pt>
                <c:pt idx="987">
                  <c:v>09-12-2003</c:v>
                </c:pt>
                <c:pt idx="988">
                  <c:v>10-12-2003</c:v>
                </c:pt>
                <c:pt idx="989">
                  <c:v>11-12-2003</c:v>
                </c:pt>
                <c:pt idx="990">
                  <c:v>12-12-2003</c:v>
                </c:pt>
                <c:pt idx="991">
                  <c:v>15-12-2003</c:v>
                </c:pt>
                <c:pt idx="992">
                  <c:v>16-12-2003</c:v>
                </c:pt>
                <c:pt idx="993">
                  <c:v>17-12-2003</c:v>
                </c:pt>
                <c:pt idx="994">
                  <c:v>18-12-2003</c:v>
                </c:pt>
                <c:pt idx="995">
                  <c:v>19-12-2003</c:v>
                </c:pt>
                <c:pt idx="996">
                  <c:v>22-12-2003</c:v>
                </c:pt>
                <c:pt idx="997">
                  <c:v>23-12-2003</c:v>
                </c:pt>
                <c:pt idx="998">
                  <c:v>24-12-2003</c:v>
                </c:pt>
                <c:pt idx="999">
                  <c:v>26-12-2003</c:v>
                </c:pt>
                <c:pt idx="1000">
                  <c:v>29-12-2003</c:v>
                </c:pt>
                <c:pt idx="1001">
                  <c:v>30-12-2003</c:v>
                </c:pt>
                <c:pt idx="1002">
                  <c:v>31-12-2003</c:v>
                </c:pt>
                <c:pt idx="1003">
                  <c:v>01-01-2004</c:v>
                </c:pt>
                <c:pt idx="1004">
                  <c:v>02-01-2004</c:v>
                </c:pt>
                <c:pt idx="1005">
                  <c:v>05-01-2004</c:v>
                </c:pt>
                <c:pt idx="1006">
                  <c:v>06-01-2004</c:v>
                </c:pt>
                <c:pt idx="1007">
                  <c:v>07-01-2004</c:v>
                </c:pt>
                <c:pt idx="1008">
                  <c:v>08-01-2004</c:v>
                </c:pt>
                <c:pt idx="1009">
                  <c:v>09-01-2004</c:v>
                </c:pt>
                <c:pt idx="1010">
                  <c:v>12-01-2004</c:v>
                </c:pt>
                <c:pt idx="1011">
                  <c:v>13-01-2004</c:v>
                </c:pt>
                <c:pt idx="1012">
                  <c:v>14-01-2004</c:v>
                </c:pt>
                <c:pt idx="1013">
                  <c:v>15-01-2004</c:v>
                </c:pt>
                <c:pt idx="1014">
                  <c:v>16-01-2004</c:v>
                </c:pt>
                <c:pt idx="1015">
                  <c:v>19-01-2004</c:v>
                </c:pt>
                <c:pt idx="1016">
                  <c:v>20-01-2004</c:v>
                </c:pt>
                <c:pt idx="1017">
                  <c:v>21-01-2004</c:v>
                </c:pt>
                <c:pt idx="1018">
                  <c:v>22-01-2004</c:v>
                </c:pt>
                <c:pt idx="1019">
                  <c:v>23-01-2004</c:v>
                </c:pt>
                <c:pt idx="1020">
                  <c:v>27-01-2004</c:v>
                </c:pt>
                <c:pt idx="1021">
                  <c:v>28-01-2004</c:v>
                </c:pt>
                <c:pt idx="1022">
                  <c:v>29-01-2004</c:v>
                </c:pt>
                <c:pt idx="1023">
                  <c:v>30-01-2004</c:v>
                </c:pt>
                <c:pt idx="1024">
                  <c:v>03-02-2004</c:v>
                </c:pt>
                <c:pt idx="1025">
                  <c:v>04-02-2004</c:v>
                </c:pt>
                <c:pt idx="1026">
                  <c:v>05-02-2004</c:v>
                </c:pt>
                <c:pt idx="1027">
                  <c:v>06-02-2004</c:v>
                </c:pt>
                <c:pt idx="1028">
                  <c:v>09-02-2004</c:v>
                </c:pt>
                <c:pt idx="1029">
                  <c:v>10-02-2004</c:v>
                </c:pt>
                <c:pt idx="1030">
                  <c:v>11-02-2004</c:v>
                </c:pt>
                <c:pt idx="1031">
                  <c:v>12-02-2004</c:v>
                </c:pt>
                <c:pt idx="1032">
                  <c:v>13-02-2004</c:v>
                </c:pt>
                <c:pt idx="1033">
                  <c:v>16-02-2004</c:v>
                </c:pt>
                <c:pt idx="1034">
                  <c:v>17-02-2004</c:v>
                </c:pt>
                <c:pt idx="1035">
                  <c:v>18-02-2004</c:v>
                </c:pt>
                <c:pt idx="1036">
                  <c:v>19-02-2004</c:v>
                </c:pt>
                <c:pt idx="1037">
                  <c:v>20-02-2004</c:v>
                </c:pt>
                <c:pt idx="1038">
                  <c:v>23-02-2004</c:v>
                </c:pt>
                <c:pt idx="1039">
                  <c:v>24-02-2004</c:v>
                </c:pt>
                <c:pt idx="1040">
                  <c:v>25-02-2004</c:v>
                </c:pt>
                <c:pt idx="1041">
                  <c:v>26-02-2004</c:v>
                </c:pt>
                <c:pt idx="1042">
                  <c:v>27-02-2004</c:v>
                </c:pt>
                <c:pt idx="1043">
                  <c:v>01-03-2004</c:v>
                </c:pt>
                <c:pt idx="1044">
                  <c:v>03-03-2004</c:v>
                </c:pt>
                <c:pt idx="1045">
                  <c:v>04-03-2004</c:v>
                </c:pt>
                <c:pt idx="1046">
                  <c:v>05-03-2004</c:v>
                </c:pt>
                <c:pt idx="1047">
                  <c:v>08-03-2004</c:v>
                </c:pt>
                <c:pt idx="1048">
                  <c:v>09-03-2004</c:v>
                </c:pt>
                <c:pt idx="1049">
                  <c:v>10-03-2004</c:v>
                </c:pt>
                <c:pt idx="1050">
                  <c:v>11-03-2004</c:v>
                </c:pt>
                <c:pt idx="1051">
                  <c:v>12-03-2004</c:v>
                </c:pt>
                <c:pt idx="1052">
                  <c:v>15-03-2004</c:v>
                </c:pt>
                <c:pt idx="1053">
                  <c:v>16-03-2004</c:v>
                </c:pt>
                <c:pt idx="1054">
                  <c:v>17-03-2004</c:v>
                </c:pt>
                <c:pt idx="1055">
                  <c:v>18-03-2004</c:v>
                </c:pt>
                <c:pt idx="1056">
                  <c:v>19-03-2004</c:v>
                </c:pt>
                <c:pt idx="1057">
                  <c:v>22-03-2004</c:v>
                </c:pt>
                <c:pt idx="1058">
                  <c:v>23-03-2004</c:v>
                </c:pt>
                <c:pt idx="1059">
                  <c:v>24-03-2004</c:v>
                </c:pt>
                <c:pt idx="1060">
                  <c:v>25-03-2004</c:v>
                </c:pt>
                <c:pt idx="1061">
                  <c:v>26-03-2004</c:v>
                </c:pt>
                <c:pt idx="1062">
                  <c:v>29-03-2004</c:v>
                </c:pt>
                <c:pt idx="1063">
                  <c:v>30-03-2004</c:v>
                </c:pt>
                <c:pt idx="1064">
                  <c:v>31-03-2004</c:v>
                </c:pt>
                <c:pt idx="1065">
                  <c:v>01-04-2004</c:v>
                </c:pt>
                <c:pt idx="1066">
                  <c:v>02-04-2004</c:v>
                </c:pt>
                <c:pt idx="1067">
                  <c:v>05-04-2004</c:v>
                </c:pt>
                <c:pt idx="1068">
                  <c:v>06-04-2004</c:v>
                </c:pt>
                <c:pt idx="1069">
                  <c:v>07-04-2004</c:v>
                </c:pt>
                <c:pt idx="1070">
                  <c:v>08-04-2004</c:v>
                </c:pt>
                <c:pt idx="1071">
                  <c:v>12-04-2004</c:v>
                </c:pt>
                <c:pt idx="1072">
                  <c:v>13-04-2004</c:v>
                </c:pt>
                <c:pt idx="1073">
                  <c:v>15-04-2004</c:v>
                </c:pt>
                <c:pt idx="1074">
                  <c:v>16-04-2004</c:v>
                </c:pt>
                <c:pt idx="1075">
                  <c:v>17-04-2004</c:v>
                </c:pt>
                <c:pt idx="1076">
                  <c:v>19-04-2004</c:v>
                </c:pt>
                <c:pt idx="1077">
                  <c:v>20-04-2004</c:v>
                </c:pt>
                <c:pt idx="1078">
                  <c:v>21-04-2004</c:v>
                </c:pt>
                <c:pt idx="1079">
                  <c:v>22-04-2004</c:v>
                </c:pt>
                <c:pt idx="1080">
                  <c:v>23-04-2004</c:v>
                </c:pt>
                <c:pt idx="1081">
                  <c:v>27-04-2004</c:v>
                </c:pt>
                <c:pt idx="1082">
                  <c:v>28-04-2004</c:v>
                </c:pt>
                <c:pt idx="1083">
                  <c:v>29-04-2004</c:v>
                </c:pt>
                <c:pt idx="1084">
                  <c:v>30-04-2004</c:v>
                </c:pt>
                <c:pt idx="1085">
                  <c:v>03-05-2004</c:v>
                </c:pt>
                <c:pt idx="1086">
                  <c:v>04-05-2004</c:v>
                </c:pt>
                <c:pt idx="1087">
                  <c:v>05-05-2004</c:v>
                </c:pt>
                <c:pt idx="1088">
                  <c:v>06-05-2004</c:v>
                </c:pt>
                <c:pt idx="1089">
                  <c:v>07-05-2004</c:v>
                </c:pt>
                <c:pt idx="1090">
                  <c:v>10-05-2004</c:v>
                </c:pt>
                <c:pt idx="1091">
                  <c:v>11-05-2004</c:v>
                </c:pt>
                <c:pt idx="1092">
                  <c:v>12-05-2004</c:v>
                </c:pt>
                <c:pt idx="1093">
                  <c:v>13-05-2004</c:v>
                </c:pt>
                <c:pt idx="1094">
                  <c:v>14-05-2004</c:v>
                </c:pt>
                <c:pt idx="1095">
                  <c:v>17-05-2004</c:v>
                </c:pt>
                <c:pt idx="1096">
                  <c:v>18-05-2004</c:v>
                </c:pt>
                <c:pt idx="1097">
                  <c:v>19-05-2004</c:v>
                </c:pt>
                <c:pt idx="1098">
                  <c:v>20-05-2004</c:v>
                </c:pt>
                <c:pt idx="1099">
                  <c:v>21-05-2004</c:v>
                </c:pt>
                <c:pt idx="1100">
                  <c:v>24-05-2004</c:v>
                </c:pt>
                <c:pt idx="1101">
                  <c:v>25-05-2004</c:v>
                </c:pt>
                <c:pt idx="1102">
                  <c:v>26-05-2004</c:v>
                </c:pt>
                <c:pt idx="1103">
                  <c:v>27-05-2004</c:v>
                </c:pt>
                <c:pt idx="1104">
                  <c:v>28-05-2004</c:v>
                </c:pt>
                <c:pt idx="1105">
                  <c:v>31-05-2004</c:v>
                </c:pt>
                <c:pt idx="1106">
                  <c:v>01-06-2004</c:v>
                </c:pt>
                <c:pt idx="1107">
                  <c:v>02-06-2004</c:v>
                </c:pt>
                <c:pt idx="1108">
                  <c:v>03-06-2004</c:v>
                </c:pt>
                <c:pt idx="1109">
                  <c:v>04-06-2004</c:v>
                </c:pt>
                <c:pt idx="1110">
                  <c:v>07-06-2004</c:v>
                </c:pt>
                <c:pt idx="1111">
                  <c:v>08-06-2004</c:v>
                </c:pt>
                <c:pt idx="1112">
                  <c:v>09-06-2004</c:v>
                </c:pt>
                <c:pt idx="1113">
                  <c:v>10-06-2004</c:v>
                </c:pt>
                <c:pt idx="1114">
                  <c:v>11-06-2004</c:v>
                </c:pt>
                <c:pt idx="1115">
                  <c:v>14-06-2004</c:v>
                </c:pt>
                <c:pt idx="1116">
                  <c:v>15-06-2004</c:v>
                </c:pt>
                <c:pt idx="1117">
                  <c:v>16-06-2004</c:v>
                </c:pt>
                <c:pt idx="1118">
                  <c:v>17-06-2004</c:v>
                </c:pt>
                <c:pt idx="1119">
                  <c:v>18-06-2004</c:v>
                </c:pt>
                <c:pt idx="1120">
                  <c:v>21-06-2004</c:v>
                </c:pt>
                <c:pt idx="1121">
                  <c:v>22-06-2004</c:v>
                </c:pt>
                <c:pt idx="1122">
                  <c:v>23-06-2004</c:v>
                </c:pt>
                <c:pt idx="1123">
                  <c:v>24-06-2004</c:v>
                </c:pt>
                <c:pt idx="1124">
                  <c:v>25-06-2004</c:v>
                </c:pt>
                <c:pt idx="1125">
                  <c:v>28-06-2004</c:v>
                </c:pt>
                <c:pt idx="1126">
                  <c:v>29-06-2004</c:v>
                </c:pt>
                <c:pt idx="1127">
                  <c:v>30-06-2004</c:v>
                </c:pt>
                <c:pt idx="1128">
                  <c:v>01-07-2004</c:v>
                </c:pt>
                <c:pt idx="1129">
                  <c:v>02-07-2004</c:v>
                </c:pt>
                <c:pt idx="1130">
                  <c:v>05-07-2004</c:v>
                </c:pt>
                <c:pt idx="1131">
                  <c:v>06-07-2004</c:v>
                </c:pt>
                <c:pt idx="1132">
                  <c:v>07-07-2004</c:v>
                </c:pt>
                <c:pt idx="1133">
                  <c:v>08-07-2004</c:v>
                </c:pt>
                <c:pt idx="1134">
                  <c:v>09-07-2004</c:v>
                </c:pt>
                <c:pt idx="1135">
                  <c:v>12-07-2004</c:v>
                </c:pt>
                <c:pt idx="1136">
                  <c:v>13-07-2004</c:v>
                </c:pt>
                <c:pt idx="1137">
                  <c:v>14-07-2004</c:v>
                </c:pt>
                <c:pt idx="1138">
                  <c:v>15-07-2004</c:v>
                </c:pt>
                <c:pt idx="1139">
                  <c:v>16-07-2004</c:v>
                </c:pt>
                <c:pt idx="1140">
                  <c:v>19-07-2004</c:v>
                </c:pt>
                <c:pt idx="1141">
                  <c:v>20-07-2004</c:v>
                </c:pt>
                <c:pt idx="1142">
                  <c:v>21-07-2004</c:v>
                </c:pt>
                <c:pt idx="1143">
                  <c:v>22-07-2004</c:v>
                </c:pt>
                <c:pt idx="1144">
                  <c:v>23-07-2004</c:v>
                </c:pt>
                <c:pt idx="1145">
                  <c:v>26-07-2004</c:v>
                </c:pt>
                <c:pt idx="1146">
                  <c:v>27-07-2004</c:v>
                </c:pt>
                <c:pt idx="1147">
                  <c:v>28-07-2004</c:v>
                </c:pt>
                <c:pt idx="1148">
                  <c:v>29-07-2004</c:v>
                </c:pt>
                <c:pt idx="1149">
                  <c:v>30-07-2004</c:v>
                </c:pt>
                <c:pt idx="1150">
                  <c:v>02-08-2004</c:v>
                </c:pt>
                <c:pt idx="1151">
                  <c:v>03-08-2004</c:v>
                </c:pt>
                <c:pt idx="1152">
                  <c:v>04-08-2004</c:v>
                </c:pt>
                <c:pt idx="1153">
                  <c:v>05-08-2004</c:v>
                </c:pt>
                <c:pt idx="1154">
                  <c:v>06-08-2004</c:v>
                </c:pt>
                <c:pt idx="1155">
                  <c:v>09-08-2004</c:v>
                </c:pt>
                <c:pt idx="1156">
                  <c:v>10-08-2004</c:v>
                </c:pt>
                <c:pt idx="1157">
                  <c:v>11-08-2004</c:v>
                </c:pt>
                <c:pt idx="1158">
                  <c:v>12-08-2004</c:v>
                </c:pt>
                <c:pt idx="1159">
                  <c:v>13-08-2004</c:v>
                </c:pt>
                <c:pt idx="1160">
                  <c:v>16-08-2004</c:v>
                </c:pt>
                <c:pt idx="1161">
                  <c:v>17-08-2004</c:v>
                </c:pt>
                <c:pt idx="1162">
                  <c:v>18-08-2004</c:v>
                </c:pt>
                <c:pt idx="1163">
                  <c:v>19-08-2004</c:v>
                </c:pt>
                <c:pt idx="1164">
                  <c:v>20-08-2004</c:v>
                </c:pt>
                <c:pt idx="1165">
                  <c:v>23-08-2004</c:v>
                </c:pt>
                <c:pt idx="1166">
                  <c:v>24-08-2004</c:v>
                </c:pt>
                <c:pt idx="1167">
                  <c:v>25-08-2004</c:v>
                </c:pt>
                <c:pt idx="1168">
                  <c:v>26-08-2004</c:v>
                </c:pt>
                <c:pt idx="1169">
                  <c:v>27-08-2004</c:v>
                </c:pt>
                <c:pt idx="1170">
                  <c:v>30-08-2004</c:v>
                </c:pt>
                <c:pt idx="1171">
                  <c:v>31-08-2004</c:v>
                </c:pt>
                <c:pt idx="1172">
                  <c:v>01-09-2004</c:v>
                </c:pt>
                <c:pt idx="1173">
                  <c:v>02-09-2004</c:v>
                </c:pt>
                <c:pt idx="1174">
                  <c:v>03-09-2004</c:v>
                </c:pt>
                <c:pt idx="1175">
                  <c:v>06-09-2004</c:v>
                </c:pt>
                <c:pt idx="1176">
                  <c:v>07-09-2004</c:v>
                </c:pt>
                <c:pt idx="1177">
                  <c:v>08-09-2004</c:v>
                </c:pt>
                <c:pt idx="1178">
                  <c:v>09-09-2004</c:v>
                </c:pt>
                <c:pt idx="1179">
                  <c:v>10-09-2004</c:v>
                </c:pt>
                <c:pt idx="1180">
                  <c:v>13-09-2004</c:v>
                </c:pt>
                <c:pt idx="1181">
                  <c:v>14-09-2004</c:v>
                </c:pt>
                <c:pt idx="1182">
                  <c:v>15-09-2004</c:v>
                </c:pt>
                <c:pt idx="1183">
                  <c:v>16-09-2004</c:v>
                </c:pt>
                <c:pt idx="1184">
                  <c:v>17-09-2004</c:v>
                </c:pt>
                <c:pt idx="1185">
                  <c:v>20-09-2004</c:v>
                </c:pt>
                <c:pt idx="1186">
                  <c:v>21-09-2004</c:v>
                </c:pt>
                <c:pt idx="1187">
                  <c:v>22-09-2004</c:v>
                </c:pt>
                <c:pt idx="1188">
                  <c:v>23-09-2004</c:v>
                </c:pt>
                <c:pt idx="1189">
                  <c:v>24-09-2004</c:v>
                </c:pt>
                <c:pt idx="1190">
                  <c:v>27-09-2004</c:v>
                </c:pt>
                <c:pt idx="1191">
                  <c:v>28-09-2004</c:v>
                </c:pt>
                <c:pt idx="1192">
                  <c:v>29-09-2004</c:v>
                </c:pt>
                <c:pt idx="1193">
                  <c:v>30-09-2004</c:v>
                </c:pt>
                <c:pt idx="1194">
                  <c:v>01-10-2004</c:v>
                </c:pt>
                <c:pt idx="1195">
                  <c:v>04-10-2004</c:v>
                </c:pt>
                <c:pt idx="1196">
                  <c:v>05-10-2004</c:v>
                </c:pt>
                <c:pt idx="1197">
                  <c:v>06-10-2004</c:v>
                </c:pt>
                <c:pt idx="1198">
                  <c:v>07-10-2004</c:v>
                </c:pt>
                <c:pt idx="1199">
                  <c:v>08-10-2004</c:v>
                </c:pt>
                <c:pt idx="1200">
                  <c:v>09-10-2004</c:v>
                </c:pt>
                <c:pt idx="1201">
                  <c:v>11-10-2004</c:v>
                </c:pt>
                <c:pt idx="1202">
                  <c:v>12-10-2004</c:v>
                </c:pt>
                <c:pt idx="1203">
                  <c:v>14-10-2004</c:v>
                </c:pt>
                <c:pt idx="1204">
                  <c:v>15-10-2004</c:v>
                </c:pt>
                <c:pt idx="1205">
                  <c:v>18-10-2004</c:v>
                </c:pt>
                <c:pt idx="1206">
                  <c:v>19-10-2004</c:v>
                </c:pt>
                <c:pt idx="1207">
                  <c:v>20-10-2004</c:v>
                </c:pt>
                <c:pt idx="1208">
                  <c:v>21-10-2004</c:v>
                </c:pt>
                <c:pt idx="1209">
                  <c:v>25-10-2004</c:v>
                </c:pt>
                <c:pt idx="1210">
                  <c:v>26-10-2004</c:v>
                </c:pt>
                <c:pt idx="1211">
                  <c:v>27-10-2004</c:v>
                </c:pt>
                <c:pt idx="1212">
                  <c:v>28-10-2004</c:v>
                </c:pt>
                <c:pt idx="1213">
                  <c:v>29-10-2004</c:v>
                </c:pt>
                <c:pt idx="1214">
                  <c:v>01-11-2004</c:v>
                </c:pt>
                <c:pt idx="1215">
                  <c:v>02-11-2004</c:v>
                </c:pt>
                <c:pt idx="1216">
                  <c:v>03-11-2004</c:v>
                </c:pt>
                <c:pt idx="1217">
                  <c:v>04-11-2004</c:v>
                </c:pt>
                <c:pt idx="1218">
                  <c:v>05-11-2004</c:v>
                </c:pt>
                <c:pt idx="1219">
                  <c:v>08-11-2004</c:v>
                </c:pt>
                <c:pt idx="1220">
                  <c:v>09-11-2004</c:v>
                </c:pt>
                <c:pt idx="1221">
                  <c:v>10-11-2004</c:v>
                </c:pt>
                <c:pt idx="1222">
                  <c:v>11-11-2004</c:v>
                </c:pt>
                <c:pt idx="1223">
                  <c:v>12-11-2004</c:v>
                </c:pt>
                <c:pt idx="1224">
                  <c:v>16-11-2004</c:v>
                </c:pt>
                <c:pt idx="1225">
                  <c:v>17-11-2004</c:v>
                </c:pt>
                <c:pt idx="1226">
                  <c:v>18-11-2004</c:v>
                </c:pt>
                <c:pt idx="1227">
                  <c:v>19-11-2004</c:v>
                </c:pt>
                <c:pt idx="1228">
                  <c:v>22-11-2004</c:v>
                </c:pt>
                <c:pt idx="1229">
                  <c:v>23-11-2004</c:v>
                </c:pt>
                <c:pt idx="1230">
                  <c:v>24-11-2004</c:v>
                </c:pt>
                <c:pt idx="1231">
                  <c:v>25-11-2004</c:v>
                </c:pt>
                <c:pt idx="1232">
                  <c:v>29-11-2004</c:v>
                </c:pt>
                <c:pt idx="1233">
                  <c:v>30-11-2004</c:v>
                </c:pt>
                <c:pt idx="1234">
                  <c:v>01-12-2004</c:v>
                </c:pt>
                <c:pt idx="1235">
                  <c:v>02-12-2004</c:v>
                </c:pt>
                <c:pt idx="1236">
                  <c:v>03-12-2004</c:v>
                </c:pt>
                <c:pt idx="1237">
                  <c:v>06-12-2004</c:v>
                </c:pt>
                <c:pt idx="1238">
                  <c:v>07-12-2004</c:v>
                </c:pt>
                <c:pt idx="1239">
                  <c:v>08-12-2004</c:v>
                </c:pt>
                <c:pt idx="1240">
                  <c:v>09-12-2004</c:v>
                </c:pt>
                <c:pt idx="1241">
                  <c:v>10-12-2004</c:v>
                </c:pt>
                <c:pt idx="1242">
                  <c:v>13-12-2004</c:v>
                </c:pt>
                <c:pt idx="1243">
                  <c:v>14-12-2004</c:v>
                </c:pt>
                <c:pt idx="1244">
                  <c:v>15-12-2004</c:v>
                </c:pt>
                <c:pt idx="1245">
                  <c:v>16-12-2004</c:v>
                </c:pt>
                <c:pt idx="1246">
                  <c:v>17-12-2004</c:v>
                </c:pt>
                <c:pt idx="1247">
                  <c:v>20-12-2004</c:v>
                </c:pt>
                <c:pt idx="1248">
                  <c:v>21-12-2004</c:v>
                </c:pt>
                <c:pt idx="1249">
                  <c:v>22-12-2004</c:v>
                </c:pt>
                <c:pt idx="1250">
                  <c:v>23-12-2004</c:v>
                </c:pt>
                <c:pt idx="1251">
                  <c:v>24-12-2004</c:v>
                </c:pt>
                <c:pt idx="1252">
                  <c:v>27-12-2004</c:v>
                </c:pt>
                <c:pt idx="1253">
                  <c:v>28-12-2004</c:v>
                </c:pt>
                <c:pt idx="1254">
                  <c:v>29-12-2004</c:v>
                </c:pt>
                <c:pt idx="1255">
                  <c:v>30-12-2004</c:v>
                </c:pt>
                <c:pt idx="1256">
                  <c:v>31-12-2004</c:v>
                </c:pt>
                <c:pt idx="1257">
                  <c:v>03-01-2005</c:v>
                </c:pt>
                <c:pt idx="1258">
                  <c:v>04-01-2005</c:v>
                </c:pt>
                <c:pt idx="1259">
                  <c:v>05-01-2005</c:v>
                </c:pt>
                <c:pt idx="1260">
                  <c:v>06-01-2005</c:v>
                </c:pt>
                <c:pt idx="1261">
                  <c:v>07-01-2005</c:v>
                </c:pt>
                <c:pt idx="1262">
                  <c:v>10-01-2005</c:v>
                </c:pt>
                <c:pt idx="1263">
                  <c:v>11-01-2005</c:v>
                </c:pt>
                <c:pt idx="1264">
                  <c:v>12-01-2005</c:v>
                </c:pt>
                <c:pt idx="1265">
                  <c:v>13-01-2005</c:v>
                </c:pt>
                <c:pt idx="1266">
                  <c:v>14-01-2005</c:v>
                </c:pt>
                <c:pt idx="1267">
                  <c:v>17-01-2005</c:v>
                </c:pt>
                <c:pt idx="1268">
                  <c:v>18-01-2005</c:v>
                </c:pt>
                <c:pt idx="1269">
                  <c:v>19-01-2005</c:v>
                </c:pt>
                <c:pt idx="1270">
                  <c:v>20-01-2005</c:v>
                </c:pt>
                <c:pt idx="1271">
                  <c:v>24-01-2005</c:v>
                </c:pt>
                <c:pt idx="1272">
                  <c:v>25-01-2005</c:v>
                </c:pt>
                <c:pt idx="1273">
                  <c:v>27-01-2005</c:v>
                </c:pt>
                <c:pt idx="1274">
                  <c:v>28-01-2005</c:v>
                </c:pt>
                <c:pt idx="1275">
                  <c:v>31-01-2005</c:v>
                </c:pt>
                <c:pt idx="1276">
                  <c:v>01-02-2005</c:v>
                </c:pt>
                <c:pt idx="1277">
                  <c:v>02-02-2005</c:v>
                </c:pt>
                <c:pt idx="1278">
                  <c:v>03-02-2005</c:v>
                </c:pt>
                <c:pt idx="1279">
                  <c:v>04-02-2005</c:v>
                </c:pt>
                <c:pt idx="1280">
                  <c:v>07-02-2005</c:v>
                </c:pt>
                <c:pt idx="1281">
                  <c:v>08-02-2005</c:v>
                </c:pt>
                <c:pt idx="1282">
                  <c:v>09-02-2005</c:v>
                </c:pt>
                <c:pt idx="1283">
                  <c:v>10-02-2005</c:v>
                </c:pt>
                <c:pt idx="1284">
                  <c:v>11-02-2005</c:v>
                </c:pt>
                <c:pt idx="1285">
                  <c:v>14-02-2005</c:v>
                </c:pt>
                <c:pt idx="1286">
                  <c:v>15-02-2005</c:v>
                </c:pt>
                <c:pt idx="1287">
                  <c:v>16-02-2005</c:v>
                </c:pt>
                <c:pt idx="1288">
                  <c:v>17-02-2005</c:v>
                </c:pt>
                <c:pt idx="1289">
                  <c:v>18-02-2005</c:v>
                </c:pt>
                <c:pt idx="1290">
                  <c:v>21-02-2005</c:v>
                </c:pt>
                <c:pt idx="1291">
                  <c:v>22-02-2005</c:v>
                </c:pt>
                <c:pt idx="1292">
                  <c:v>23-02-2005</c:v>
                </c:pt>
                <c:pt idx="1293">
                  <c:v>24-02-2005</c:v>
                </c:pt>
                <c:pt idx="1294">
                  <c:v>25-02-2005</c:v>
                </c:pt>
                <c:pt idx="1295">
                  <c:v>28-02-2005</c:v>
                </c:pt>
                <c:pt idx="1296">
                  <c:v>01-03-2005</c:v>
                </c:pt>
                <c:pt idx="1297">
                  <c:v>02-03-2005</c:v>
                </c:pt>
                <c:pt idx="1298">
                  <c:v>03-03-2005</c:v>
                </c:pt>
                <c:pt idx="1299">
                  <c:v>04-03-2005</c:v>
                </c:pt>
                <c:pt idx="1300">
                  <c:v>07-03-2005</c:v>
                </c:pt>
                <c:pt idx="1301">
                  <c:v>08-03-2005</c:v>
                </c:pt>
                <c:pt idx="1302">
                  <c:v>09-03-2005</c:v>
                </c:pt>
                <c:pt idx="1303">
                  <c:v>10-03-2005</c:v>
                </c:pt>
                <c:pt idx="1304">
                  <c:v>11-03-2005</c:v>
                </c:pt>
                <c:pt idx="1305">
                  <c:v>14-03-2005</c:v>
                </c:pt>
                <c:pt idx="1306">
                  <c:v>15-03-2005</c:v>
                </c:pt>
                <c:pt idx="1307">
                  <c:v>16-03-2005</c:v>
                </c:pt>
                <c:pt idx="1308">
                  <c:v>17-03-2005</c:v>
                </c:pt>
                <c:pt idx="1309">
                  <c:v>18-03-2005</c:v>
                </c:pt>
                <c:pt idx="1310">
                  <c:v>21-03-2005</c:v>
                </c:pt>
                <c:pt idx="1311">
                  <c:v>22-03-2005</c:v>
                </c:pt>
                <c:pt idx="1312">
                  <c:v>23-03-2005</c:v>
                </c:pt>
                <c:pt idx="1313">
                  <c:v>24-03-2005</c:v>
                </c:pt>
                <c:pt idx="1314">
                  <c:v>28-03-2005</c:v>
                </c:pt>
                <c:pt idx="1315">
                  <c:v>29-03-2005</c:v>
                </c:pt>
                <c:pt idx="1316">
                  <c:v>30-03-2005</c:v>
                </c:pt>
                <c:pt idx="1317">
                  <c:v>31-03-2005</c:v>
                </c:pt>
                <c:pt idx="1318">
                  <c:v>01-04-2005</c:v>
                </c:pt>
                <c:pt idx="1319">
                  <c:v>04-04-2005</c:v>
                </c:pt>
                <c:pt idx="1320">
                  <c:v>05-04-2005</c:v>
                </c:pt>
                <c:pt idx="1321">
                  <c:v>06-04-2005</c:v>
                </c:pt>
                <c:pt idx="1322">
                  <c:v>07-04-2005</c:v>
                </c:pt>
                <c:pt idx="1323">
                  <c:v>08-04-2005</c:v>
                </c:pt>
                <c:pt idx="1324">
                  <c:v>11-04-2005</c:v>
                </c:pt>
                <c:pt idx="1325">
                  <c:v>12-04-2005</c:v>
                </c:pt>
                <c:pt idx="1326">
                  <c:v>13-04-2005</c:v>
                </c:pt>
                <c:pt idx="1327">
                  <c:v>15-04-2005</c:v>
                </c:pt>
                <c:pt idx="1328">
                  <c:v>18-04-2005</c:v>
                </c:pt>
                <c:pt idx="1329">
                  <c:v>19-04-2005</c:v>
                </c:pt>
                <c:pt idx="1330">
                  <c:v>20-04-2005</c:v>
                </c:pt>
                <c:pt idx="1331">
                  <c:v>21-04-2005</c:v>
                </c:pt>
                <c:pt idx="1332">
                  <c:v>22-04-2005</c:v>
                </c:pt>
                <c:pt idx="1333">
                  <c:v>25-04-2005</c:v>
                </c:pt>
                <c:pt idx="1334">
                  <c:v>26-04-2005</c:v>
                </c:pt>
                <c:pt idx="1335">
                  <c:v>27-04-2005</c:v>
                </c:pt>
                <c:pt idx="1336">
                  <c:v>28-04-2005</c:v>
                </c:pt>
                <c:pt idx="1337">
                  <c:v>29-04-2005</c:v>
                </c:pt>
                <c:pt idx="1338">
                  <c:v>02-05-2005</c:v>
                </c:pt>
                <c:pt idx="1339">
                  <c:v>03-05-2005</c:v>
                </c:pt>
                <c:pt idx="1340">
                  <c:v>04-05-2005</c:v>
                </c:pt>
                <c:pt idx="1341">
                  <c:v>05-05-2005</c:v>
                </c:pt>
                <c:pt idx="1342">
                  <c:v>06-05-2005</c:v>
                </c:pt>
                <c:pt idx="1343">
                  <c:v>09-05-2005</c:v>
                </c:pt>
                <c:pt idx="1344">
                  <c:v>10-05-2005</c:v>
                </c:pt>
                <c:pt idx="1345">
                  <c:v>11-05-2005</c:v>
                </c:pt>
                <c:pt idx="1346">
                  <c:v>12-05-2005</c:v>
                </c:pt>
                <c:pt idx="1347">
                  <c:v>13-05-2005</c:v>
                </c:pt>
                <c:pt idx="1348">
                  <c:v>16-05-2005</c:v>
                </c:pt>
                <c:pt idx="1349">
                  <c:v>17-05-2005</c:v>
                </c:pt>
                <c:pt idx="1350">
                  <c:v>18-05-2005</c:v>
                </c:pt>
                <c:pt idx="1351">
                  <c:v>19-05-2005</c:v>
                </c:pt>
                <c:pt idx="1352">
                  <c:v>20-05-2005</c:v>
                </c:pt>
                <c:pt idx="1353">
                  <c:v>23-05-2005</c:v>
                </c:pt>
                <c:pt idx="1354">
                  <c:v>24-05-2005</c:v>
                </c:pt>
                <c:pt idx="1355">
                  <c:v>25-05-2005</c:v>
                </c:pt>
                <c:pt idx="1356">
                  <c:v>26-05-2005</c:v>
                </c:pt>
                <c:pt idx="1357">
                  <c:v>27-05-2005</c:v>
                </c:pt>
                <c:pt idx="1358">
                  <c:v>30-05-2005</c:v>
                </c:pt>
                <c:pt idx="1359">
                  <c:v>31-05-2005</c:v>
                </c:pt>
                <c:pt idx="1360">
                  <c:v>01-06-2005</c:v>
                </c:pt>
                <c:pt idx="1361">
                  <c:v>02-06-2005</c:v>
                </c:pt>
                <c:pt idx="1362">
                  <c:v>03-06-2005</c:v>
                </c:pt>
                <c:pt idx="1363">
                  <c:v>04-06-2005</c:v>
                </c:pt>
                <c:pt idx="1364">
                  <c:v>06-06-2005</c:v>
                </c:pt>
                <c:pt idx="1365">
                  <c:v>07-06-2005</c:v>
                </c:pt>
                <c:pt idx="1366">
                  <c:v>08-06-2005</c:v>
                </c:pt>
                <c:pt idx="1367">
                  <c:v>09-06-2005</c:v>
                </c:pt>
                <c:pt idx="1368">
                  <c:v>10-06-2005</c:v>
                </c:pt>
                <c:pt idx="1369">
                  <c:v>13-06-2005</c:v>
                </c:pt>
                <c:pt idx="1370">
                  <c:v>14-06-2005</c:v>
                </c:pt>
                <c:pt idx="1371">
                  <c:v>15-06-2005</c:v>
                </c:pt>
                <c:pt idx="1372">
                  <c:v>16-06-2005</c:v>
                </c:pt>
                <c:pt idx="1373">
                  <c:v>17-06-2005</c:v>
                </c:pt>
                <c:pt idx="1374">
                  <c:v>20-06-2005</c:v>
                </c:pt>
                <c:pt idx="1375">
                  <c:v>21-06-2005</c:v>
                </c:pt>
                <c:pt idx="1376">
                  <c:v>22-06-2005</c:v>
                </c:pt>
                <c:pt idx="1377">
                  <c:v>23-06-2005</c:v>
                </c:pt>
                <c:pt idx="1378">
                  <c:v>24-06-2005</c:v>
                </c:pt>
                <c:pt idx="1379">
                  <c:v>27-06-2005</c:v>
                </c:pt>
                <c:pt idx="1380">
                  <c:v>28-06-2005</c:v>
                </c:pt>
                <c:pt idx="1381">
                  <c:v>29-06-2005</c:v>
                </c:pt>
                <c:pt idx="1382">
                  <c:v>30-06-2005</c:v>
                </c:pt>
                <c:pt idx="1383">
                  <c:v>01-07-2005</c:v>
                </c:pt>
                <c:pt idx="1384">
                  <c:v>04-07-2005</c:v>
                </c:pt>
                <c:pt idx="1385">
                  <c:v>05-07-2005</c:v>
                </c:pt>
                <c:pt idx="1386">
                  <c:v>06-07-2005</c:v>
                </c:pt>
                <c:pt idx="1387">
                  <c:v>07-07-2005</c:v>
                </c:pt>
                <c:pt idx="1388">
                  <c:v>08-07-2005</c:v>
                </c:pt>
                <c:pt idx="1389">
                  <c:v>11-07-2005</c:v>
                </c:pt>
                <c:pt idx="1390">
                  <c:v>12-07-2005</c:v>
                </c:pt>
                <c:pt idx="1391">
                  <c:v>13-07-2005</c:v>
                </c:pt>
                <c:pt idx="1392">
                  <c:v>14-07-2005</c:v>
                </c:pt>
                <c:pt idx="1393">
                  <c:v>15-07-2005</c:v>
                </c:pt>
                <c:pt idx="1394">
                  <c:v>18-07-2005</c:v>
                </c:pt>
                <c:pt idx="1395">
                  <c:v>19-07-2005</c:v>
                </c:pt>
                <c:pt idx="1396">
                  <c:v>20-07-2005</c:v>
                </c:pt>
                <c:pt idx="1397">
                  <c:v>21-07-2005</c:v>
                </c:pt>
                <c:pt idx="1398">
                  <c:v>22-07-2005</c:v>
                </c:pt>
                <c:pt idx="1399">
                  <c:v>25-07-2005</c:v>
                </c:pt>
                <c:pt idx="1400">
                  <c:v>26-07-2005</c:v>
                </c:pt>
                <c:pt idx="1401">
                  <c:v>27-07-2005</c:v>
                </c:pt>
                <c:pt idx="1402">
                  <c:v>29-07-2005</c:v>
                </c:pt>
                <c:pt idx="1403">
                  <c:v>01-08-2005</c:v>
                </c:pt>
                <c:pt idx="1404">
                  <c:v>02-08-2005</c:v>
                </c:pt>
                <c:pt idx="1405">
                  <c:v>03-08-2005</c:v>
                </c:pt>
                <c:pt idx="1406">
                  <c:v>04-08-2005</c:v>
                </c:pt>
                <c:pt idx="1407">
                  <c:v>05-08-2005</c:v>
                </c:pt>
                <c:pt idx="1408">
                  <c:v>08-08-2005</c:v>
                </c:pt>
                <c:pt idx="1409">
                  <c:v>09-08-2005</c:v>
                </c:pt>
                <c:pt idx="1410">
                  <c:v>10-08-2005</c:v>
                </c:pt>
                <c:pt idx="1411">
                  <c:v>11-08-2005</c:v>
                </c:pt>
                <c:pt idx="1412">
                  <c:v>12-08-2005</c:v>
                </c:pt>
                <c:pt idx="1413">
                  <c:v>16-08-2005</c:v>
                </c:pt>
                <c:pt idx="1414">
                  <c:v>17-08-2005</c:v>
                </c:pt>
                <c:pt idx="1415">
                  <c:v>18-08-2005</c:v>
                </c:pt>
                <c:pt idx="1416">
                  <c:v>19-08-2005</c:v>
                </c:pt>
                <c:pt idx="1417">
                  <c:v>22-08-2005</c:v>
                </c:pt>
                <c:pt idx="1418">
                  <c:v>23-08-2005</c:v>
                </c:pt>
                <c:pt idx="1419">
                  <c:v>24-08-2005</c:v>
                </c:pt>
                <c:pt idx="1420">
                  <c:v>25-08-2005</c:v>
                </c:pt>
                <c:pt idx="1421">
                  <c:v>26-08-2005</c:v>
                </c:pt>
                <c:pt idx="1422">
                  <c:v>29-08-2005</c:v>
                </c:pt>
                <c:pt idx="1423">
                  <c:v>30-08-2005</c:v>
                </c:pt>
                <c:pt idx="1424">
                  <c:v>31-08-2005</c:v>
                </c:pt>
                <c:pt idx="1425">
                  <c:v>01-09-2005</c:v>
                </c:pt>
                <c:pt idx="1426">
                  <c:v>02-09-2005</c:v>
                </c:pt>
                <c:pt idx="1427">
                  <c:v>05-09-2005</c:v>
                </c:pt>
                <c:pt idx="1428">
                  <c:v>06-09-2005</c:v>
                </c:pt>
                <c:pt idx="1429">
                  <c:v>08-09-2005</c:v>
                </c:pt>
                <c:pt idx="1430">
                  <c:v>09-09-2005</c:v>
                </c:pt>
                <c:pt idx="1431">
                  <c:v>12-09-2005</c:v>
                </c:pt>
                <c:pt idx="1432">
                  <c:v>13-09-2005</c:v>
                </c:pt>
                <c:pt idx="1433">
                  <c:v>14-09-2005</c:v>
                </c:pt>
                <c:pt idx="1434">
                  <c:v>15-09-2005</c:v>
                </c:pt>
                <c:pt idx="1435">
                  <c:v>16-09-2005</c:v>
                </c:pt>
                <c:pt idx="1436">
                  <c:v>19-09-2005</c:v>
                </c:pt>
                <c:pt idx="1437">
                  <c:v>20-09-2005</c:v>
                </c:pt>
                <c:pt idx="1438">
                  <c:v>21-09-2005</c:v>
                </c:pt>
                <c:pt idx="1439">
                  <c:v>22-09-2005</c:v>
                </c:pt>
                <c:pt idx="1440">
                  <c:v>23-09-2005</c:v>
                </c:pt>
                <c:pt idx="1441">
                  <c:v>26-09-2005</c:v>
                </c:pt>
                <c:pt idx="1442">
                  <c:v>27-09-2005</c:v>
                </c:pt>
                <c:pt idx="1443">
                  <c:v>28-09-2005</c:v>
                </c:pt>
                <c:pt idx="1444">
                  <c:v>29-09-2005</c:v>
                </c:pt>
                <c:pt idx="1445">
                  <c:v>30-09-2005</c:v>
                </c:pt>
                <c:pt idx="1446">
                  <c:v>03-10-2005</c:v>
                </c:pt>
                <c:pt idx="1447">
                  <c:v>04-10-2005</c:v>
                </c:pt>
                <c:pt idx="1448">
                  <c:v>05-10-2005</c:v>
                </c:pt>
                <c:pt idx="1449">
                  <c:v>06-10-2005</c:v>
                </c:pt>
                <c:pt idx="1450">
                  <c:v>07-10-2005</c:v>
                </c:pt>
                <c:pt idx="1451">
                  <c:v>10-10-2005</c:v>
                </c:pt>
                <c:pt idx="1452">
                  <c:v>11-10-2005</c:v>
                </c:pt>
                <c:pt idx="1453">
                  <c:v>13-10-2005</c:v>
                </c:pt>
                <c:pt idx="1454">
                  <c:v>14-10-2005</c:v>
                </c:pt>
                <c:pt idx="1455">
                  <c:v>17-10-2005</c:v>
                </c:pt>
                <c:pt idx="1456">
                  <c:v>18-10-2005</c:v>
                </c:pt>
                <c:pt idx="1457">
                  <c:v>19-10-2005</c:v>
                </c:pt>
                <c:pt idx="1458">
                  <c:v>20-10-2005</c:v>
                </c:pt>
                <c:pt idx="1459">
                  <c:v>21-10-2005</c:v>
                </c:pt>
                <c:pt idx="1460">
                  <c:v>24-10-2005</c:v>
                </c:pt>
                <c:pt idx="1461">
                  <c:v>25-10-2005</c:v>
                </c:pt>
                <c:pt idx="1462">
                  <c:v>26-10-2005</c:v>
                </c:pt>
                <c:pt idx="1463">
                  <c:v>27-10-2005</c:v>
                </c:pt>
                <c:pt idx="1464">
                  <c:v>28-10-2005</c:v>
                </c:pt>
                <c:pt idx="1465">
                  <c:v>31-10-2005</c:v>
                </c:pt>
                <c:pt idx="1466">
                  <c:v>01-11-2005</c:v>
                </c:pt>
                <c:pt idx="1467">
                  <c:v>02-11-2005</c:v>
                </c:pt>
                <c:pt idx="1468">
                  <c:v>07-11-2005</c:v>
                </c:pt>
                <c:pt idx="1469">
                  <c:v>08-11-2005</c:v>
                </c:pt>
                <c:pt idx="1470">
                  <c:v>09-11-2005</c:v>
                </c:pt>
                <c:pt idx="1471">
                  <c:v>10-11-2005</c:v>
                </c:pt>
                <c:pt idx="1472">
                  <c:v>11-11-2005</c:v>
                </c:pt>
                <c:pt idx="1473">
                  <c:v>14-11-2005</c:v>
                </c:pt>
                <c:pt idx="1474">
                  <c:v>16-11-2005</c:v>
                </c:pt>
                <c:pt idx="1475">
                  <c:v>17-11-2005</c:v>
                </c:pt>
                <c:pt idx="1476">
                  <c:v>18-11-2005</c:v>
                </c:pt>
                <c:pt idx="1477">
                  <c:v>21-11-2005</c:v>
                </c:pt>
                <c:pt idx="1478">
                  <c:v>22-11-2005</c:v>
                </c:pt>
                <c:pt idx="1479">
                  <c:v>23-11-2005</c:v>
                </c:pt>
                <c:pt idx="1480">
                  <c:v>24-11-2005</c:v>
                </c:pt>
                <c:pt idx="1481">
                  <c:v>25-11-2005</c:v>
                </c:pt>
                <c:pt idx="1482">
                  <c:v>26-11-2005</c:v>
                </c:pt>
                <c:pt idx="1483">
                  <c:v>28-11-2005</c:v>
                </c:pt>
                <c:pt idx="1484">
                  <c:v>29-11-2005</c:v>
                </c:pt>
                <c:pt idx="1485">
                  <c:v>30-11-2005</c:v>
                </c:pt>
                <c:pt idx="1486">
                  <c:v>01-12-2005</c:v>
                </c:pt>
                <c:pt idx="1487">
                  <c:v>02-12-2005</c:v>
                </c:pt>
                <c:pt idx="1488">
                  <c:v>05-12-2005</c:v>
                </c:pt>
                <c:pt idx="1489">
                  <c:v>06-12-2005</c:v>
                </c:pt>
                <c:pt idx="1490">
                  <c:v>07-12-2005</c:v>
                </c:pt>
                <c:pt idx="1491">
                  <c:v>08-12-2005</c:v>
                </c:pt>
                <c:pt idx="1492">
                  <c:v>09-12-2005</c:v>
                </c:pt>
                <c:pt idx="1493">
                  <c:v>12-12-2005</c:v>
                </c:pt>
                <c:pt idx="1494">
                  <c:v>13-12-2005</c:v>
                </c:pt>
                <c:pt idx="1495">
                  <c:v>14-12-2005</c:v>
                </c:pt>
                <c:pt idx="1496">
                  <c:v>15-12-2005</c:v>
                </c:pt>
                <c:pt idx="1497">
                  <c:v>16-12-2005</c:v>
                </c:pt>
                <c:pt idx="1498">
                  <c:v>19-12-2005</c:v>
                </c:pt>
                <c:pt idx="1499">
                  <c:v>20-12-2005</c:v>
                </c:pt>
                <c:pt idx="1500">
                  <c:v>21-12-2005</c:v>
                </c:pt>
                <c:pt idx="1501">
                  <c:v>22-12-2005</c:v>
                </c:pt>
                <c:pt idx="1502">
                  <c:v>23-12-2005</c:v>
                </c:pt>
                <c:pt idx="1503">
                  <c:v>26-12-2005</c:v>
                </c:pt>
                <c:pt idx="1504">
                  <c:v>27-12-2005</c:v>
                </c:pt>
                <c:pt idx="1505">
                  <c:v>28-12-2005</c:v>
                </c:pt>
                <c:pt idx="1506">
                  <c:v>29-12-2005</c:v>
                </c:pt>
                <c:pt idx="1507">
                  <c:v>30-12-2005</c:v>
                </c:pt>
                <c:pt idx="1508">
                  <c:v>02-01-2006</c:v>
                </c:pt>
                <c:pt idx="1509">
                  <c:v>03-01-2006</c:v>
                </c:pt>
                <c:pt idx="1510">
                  <c:v>04-01-2006</c:v>
                </c:pt>
                <c:pt idx="1511">
                  <c:v>05-01-2006</c:v>
                </c:pt>
                <c:pt idx="1512">
                  <c:v>06-01-2006</c:v>
                </c:pt>
                <c:pt idx="1513">
                  <c:v>09-01-2006</c:v>
                </c:pt>
                <c:pt idx="1514">
                  <c:v>10-01-2006</c:v>
                </c:pt>
                <c:pt idx="1515">
                  <c:v>12-01-2006</c:v>
                </c:pt>
                <c:pt idx="1516">
                  <c:v>13-01-2006</c:v>
                </c:pt>
                <c:pt idx="1517">
                  <c:v>16-01-2006</c:v>
                </c:pt>
                <c:pt idx="1518">
                  <c:v>17-01-2006</c:v>
                </c:pt>
                <c:pt idx="1519">
                  <c:v>18-01-2006</c:v>
                </c:pt>
                <c:pt idx="1520">
                  <c:v>19-01-2006</c:v>
                </c:pt>
                <c:pt idx="1521">
                  <c:v>20-01-2006</c:v>
                </c:pt>
                <c:pt idx="1522">
                  <c:v>23-01-2006</c:v>
                </c:pt>
                <c:pt idx="1523">
                  <c:v>24-01-2006</c:v>
                </c:pt>
                <c:pt idx="1524">
                  <c:v>25-01-2006</c:v>
                </c:pt>
                <c:pt idx="1525">
                  <c:v>27-01-2006</c:v>
                </c:pt>
                <c:pt idx="1526">
                  <c:v>30-01-2006</c:v>
                </c:pt>
                <c:pt idx="1527">
                  <c:v>31-01-2006</c:v>
                </c:pt>
                <c:pt idx="1528">
                  <c:v>01-02-2006</c:v>
                </c:pt>
                <c:pt idx="1529">
                  <c:v>02-02-2006</c:v>
                </c:pt>
                <c:pt idx="1530">
                  <c:v>03-02-2006</c:v>
                </c:pt>
                <c:pt idx="1531">
                  <c:v>06-02-2006</c:v>
                </c:pt>
                <c:pt idx="1532">
                  <c:v>07-02-2006</c:v>
                </c:pt>
                <c:pt idx="1533">
                  <c:v>08-02-2006</c:v>
                </c:pt>
                <c:pt idx="1534">
                  <c:v>10-02-2006</c:v>
                </c:pt>
                <c:pt idx="1535">
                  <c:v>13-02-2006</c:v>
                </c:pt>
                <c:pt idx="1536">
                  <c:v>14-02-2006</c:v>
                </c:pt>
                <c:pt idx="1537">
                  <c:v>15-02-2006</c:v>
                </c:pt>
                <c:pt idx="1538">
                  <c:v>16-02-2006</c:v>
                </c:pt>
                <c:pt idx="1539">
                  <c:v>17-02-2006</c:v>
                </c:pt>
                <c:pt idx="1540">
                  <c:v>20-02-2006</c:v>
                </c:pt>
                <c:pt idx="1541">
                  <c:v>21-02-2006</c:v>
                </c:pt>
                <c:pt idx="1542">
                  <c:v>22-02-2006</c:v>
                </c:pt>
                <c:pt idx="1543">
                  <c:v>23-02-2006</c:v>
                </c:pt>
                <c:pt idx="1544">
                  <c:v>24-02-2006</c:v>
                </c:pt>
                <c:pt idx="1545">
                  <c:v>27-02-2006</c:v>
                </c:pt>
                <c:pt idx="1546">
                  <c:v>28-02-2006</c:v>
                </c:pt>
                <c:pt idx="1547">
                  <c:v>01-03-2006</c:v>
                </c:pt>
                <c:pt idx="1548">
                  <c:v>02-03-2006</c:v>
                </c:pt>
                <c:pt idx="1549">
                  <c:v>03-03-2006</c:v>
                </c:pt>
                <c:pt idx="1550">
                  <c:v>06-03-2006</c:v>
                </c:pt>
                <c:pt idx="1551">
                  <c:v>07-03-2006</c:v>
                </c:pt>
                <c:pt idx="1552">
                  <c:v>08-03-2006</c:v>
                </c:pt>
                <c:pt idx="1553">
                  <c:v>09-03-2006</c:v>
                </c:pt>
                <c:pt idx="1554">
                  <c:v>10-03-2006</c:v>
                </c:pt>
                <c:pt idx="1555">
                  <c:v>13-03-2006</c:v>
                </c:pt>
                <c:pt idx="1556">
                  <c:v>14-03-2006</c:v>
                </c:pt>
                <c:pt idx="1557">
                  <c:v>16-03-2006</c:v>
                </c:pt>
                <c:pt idx="1558">
                  <c:v>17-03-2006</c:v>
                </c:pt>
                <c:pt idx="1559">
                  <c:v>20-03-2006</c:v>
                </c:pt>
                <c:pt idx="1560">
                  <c:v>21-03-2006</c:v>
                </c:pt>
                <c:pt idx="1561">
                  <c:v>22-03-2006</c:v>
                </c:pt>
                <c:pt idx="1562">
                  <c:v>23-03-2006</c:v>
                </c:pt>
                <c:pt idx="1563">
                  <c:v>24-03-2006</c:v>
                </c:pt>
                <c:pt idx="1564">
                  <c:v>27-03-2006</c:v>
                </c:pt>
                <c:pt idx="1565">
                  <c:v>28-03-2006</c:v>
                </c:pt>
                <c:pt idx="1566">
                  <c:v>29-03-2006</c:v>
                </c:pt>
                <c:pt idx="1567">
                  <c:v>30-03-2006</c:v>
                </c:pt>
                <c:pt idx="1568">
                  <c:v>31-03-2006</c:v>
                </c:pt>
                <c:pt idx="1569">
                  <c:v>03-04-2006</c:v>
                </c:pt>
                <c:pt idx="1570">
                  <c:v>04-04-2006</c:v>
                </c:pt>
                <c:pt idx="1571">
                  <c:v>05-04-2006</c:v>
                </c:pt>
                <c:pt idx="1572">
                  <c:v>07-04-2006</c:v>
                </c:pt>
                <c:pt idx="1573">
                  <c:v>10-04-2006</c:v>
                </c:pt>
                <c:pt idx="1574">
                  <c:v>12-04-2006</c:v>
                </c:pt>
                <c:pt idx="1575">
                  <c:v>13-04-2006</c:v>
                </c:pt>
                <c:pt idx="1576">
                  <c:v>17-04-2006</c:v>
                </c:pt>
                <c:pt idx="1577">
                  <c:v>18-04-2006</c:v>
                </c:pt>
                <c:pt idx="1578">
                  <c:v>19-04-2006</c:v>
                </c:pt>
                <c:pt idx="1579">
                  <c:v>20-04-2006</c:v>
                </c:pt>
                <c:pt idx="1580">
                  <c:v>21-04-2006</c:v>
                </c:pt>
                <c:pt idx="1581">
                  <c:v>24-04-2006</c:v>
                </c:pt>
                <c:pt idx="1582">
                  <c:v>25-04-2006</c:v>
                </c:pt>
                <c:pt idx="1583">
                  <c:v>26-04-2006</c:v>
                </c:pt>
                <c:pt idx="1584">
                  <c:v>27-04-2006</c:v>
                </c:pt>
                <c:pt idx="1585">
                  <c:v>28-04-2006</c:v>
                </c:pt>
                <c:pt idx="1586">
                  <c:v>29-04-2006</c:v>
                </c:pt>
                <c:pt idx="1587">
                  <c:v>02-05-2006</c:v>
                </c:pt>
                <c:pt idx="1588">
                  <c:v>03-05-2006</c:v>
                </c:pt>
                <c:pt idx="1589">
                  <c:v>04-05-2006</c:v>
                </c:pt>
                <c:pt idx="1590">
                  <c:v>05-05-2006</c:v>
                </c:pt>
                <c:pt idx="1591">
                  <c:v>08-05-2006</c:v>
                </c:pt>
                <c:pt idx="1592">
                  <c:v>09-05-2006</c:v>
                </c:pt>
                <c:pt idx="1593">
                  <c:v>10-05-2006</c:v>
                </c:pt>
                <c:pt idx="1594">
                  <c:v>11-05-2006</c:v>
                </c:pt>
                <c:pt idx="1595">
                  <c:v>12-05-2006</c:v>
                </c:pt>
                <c:pt idx="1596">
                  <c:v>15-05-2006</c:v>
                </c:pt>
                <c:pt idx="1597">
                  <c:v>16-05-2006</c:v>
                </c:pt>
                <c:pt idx="1598">
                  <c:v>17-05-2006</c:v>
                </c:pt>
                <c:pt idx="1599">
                  <c:v>18-05-2006</c:v>
                </c:pt>
                <c:pt idx="1600">
                  <c:v>19-05-2006</c:v>
                </c:pt>
                <c:pt idx="1601">
                  <c:v>22-05-2006</c:v>
                </c:pt>
                <c:pt idx="1602">
                  <c:v>23-05-2006</c:v>
                </c:pt>
                <c:pt idx="1603">
                  <c:v>24-05-2006</c:v>
                </c:pt>
                <c:pt idx="1604">
                  <c:v>25-05-2006</c:v>
                </c:pt>
                <c:pt idx="1605">
                  <c:v>26-05-2006</c:v>
                </c:pt>
                <c:pt idx="1606">
                  <c:v>29-05-2006</c:v>
                </c:pt>
                <c:pt idx="1607">
                  <c:v>30-05-2006</c:v>
                </c:pt>
                <c:pt idx="1608">
                  <c:v>31-05-2006</c:v>
                </c:pt>
                <c:pt idx="1609">
                  <c:v>01-06-2006</c:v>
                </c:pt>
                <c:pt idx="1610">
                  <c:v>02-06-2006</c:v>
                </c:pt>
                <c:pt idx="1611">
                  <c:v>05-06-2006</c:v>
                </c:pt>
                <c:pt idx="1612">
                  <c:v>06-06-2006</c:v>
                </c:pt>
                <c:pt idx="1613">
                  <c:v>07-06-2006</c:v>
                </c:pt>
                <c:pt idx="1614">
                  <c:v>08-06-2006</c:v>
                </c:pt>
                <c:pt idx="1615">
                  <c:v>09-06-2006</c:v>
                </c:pt>
                <c:pt idx="1616">
                  <c:v>12-06-2006</c:v>
                </c:pt>
                <c:pt idx="1617">
                  <c:v>13-06-2006</c:v>
                </c:pt>
                <c:pt idx="1618">
                  <c:v>14-06-2006</c:v>
                </c:pt>
                <c:pt idx="1619">
                  <c:v>15-06-2006</c:v>
                </c:pt>
                <c:pt idx="1620">
                  <c:v>16-06-2006</c:v>
                </c:pt>
                <c:pt idx="1621">
                  <c:v>19-06-2006</c:v>
                </c:pt>
                <c:pt idx="1622">
                  <c:v>20-06-2006</c:v>
                </c:pt>
                <c:pt idx="1623">
                  <c:v>21-06-2006</c:v>
                </c:pt>
                <c:pt idx="1624">
                  <c:v>22-06-2006</c:v>
                </c:pt>
                <c:pt idx="1625">
                  <c:v>23-06-2006</c:v>
                </c:pt>
                <c:pt idx="1626">
                  <c:v>25-06-2006</c:v>
                </c:pt>
                <c:pt idx="1627">
                  <c:v>26-06-2006</c:v>
                </c:pt>
                <c:pt idx="1628">
                  <c:v>27-06-2006</c:v>
                </c:pt>
                <c:pt idx="1629">
                  <c:v>28-06-2006</c:v>
                </c:pt>
                <c:pt idx="1630">
                  <c:v>29-06-2006</c:v>
                </c:pt>
                <c:pt idx="1631">
                  <c:v>30-06-2006</c:v>
                </c:pt>
                <c:pt idx="1632">
                  <c:v>03-07-2006</c:v>
                </c:pt>
                <c:pt idx="1633">
                  <c:v>04-07-2006</c:v>
                </c:pt>
                <c:pt idx="1634">
                  <c:v>05-07-2006</c:v>
                </c:pt>
                <c:pt idx="1635">
                  <c:v>06-07-2006</c:v>
                </c:pt>
                <c:pt idx="1636">
                  <c:v>07-07-2006</c:v>
                </c:pt>
                <c:pt idx="1637">
                  <c:v>10-07-2006</c:v>
                </c:pt>
                <c:pt idx="1638">
                  <c:v>11-07-2006</c:v>
                </c:pt>
                <c:pt idx="1639">
                  <c:v>12-07-2006</c:v>
                </c:pt>
                <c:pt idx="1640">
                  <c:v>13-07-2006</c:v>
                </c:pt>
                <c:pt idx="1641">
                  <c:v>14-07-2006</c:v>
                </c:pt>
                <c:pt idx="1642">
                  <c:v>17-07-2006</c:v>
                </c:pt>
                <c:pt idx="1643">
                  <c:v>18-07-2006</c:v>
                </c:pt>
                <c:pt idx="1644">
                  <c:v>19-07-2006</c:v>
                </c:pt>
                <c:pt idx="1645">
                  <c:v>20-07-2006</c:v>
                </c:pt>
                <c:pt idx="1646">
                  <c:v>21-07-2006</c:v>
                </c:pt>
                <c:pt idx="1647">
                  <c:v>24-07-2006</c:v>
                </c:pt>
                <c:pt idx="1648">
                  <c:v>25-07-2006</c:v>
                </c:pt>
                <c:pt idx="1649">
                  <c:v>26-07-2006</c:v>
                </c:pt>
                <c:pt idx="1650">
                  <c:v>27-07-2006</c:v>
                </c:pt>
                <c:pt idx="1651">
                  <c:v>28-07-2006</c:v>
                </c:pt>
                <c:pt idx="1652">
                  <c:v>31-07-2006</c:v>
                </c:pt>
                <c:pt idx="1653">
                  <c:v>01-08-2006</c:v>
                </c:pt>
                <c:pt idx="1654">
                  <c:v>02-08-2006</c:v>
                </c:pt>
                <c:pt idx="1655">
                  <c:v>03-08-2006</c:v>
                </c:pt>
                <c:pt idx="1656">
                  <c:v>04-08-2006</c:v>
                </c:pt>
                <c:pt idx="1657">
                  <c:v>07-08-2006</c:v>
                </c:pt>
                <c:pt idx="1658">
                  <c:v>08-08-2006</c:v>
                </c:pt>
                <c:pt idx="1659">
                  <c:v>09-08-2006</c:v>
                </c:pt>
                <c:pt idx="1660">
                  <c:v>10-08-2006</c:v>
                </c:pt>
                <c:pt idx="1661">
                  <c:v>11-08-2006</c:v>
                </c:pt>
                <c:pt idx="1662">
                  <c:v>14-08-2006</c:v>
                </c:pt>
                <c:pt idx="1663">
                  <c:v>16-08-2006</c:v>
                </c:pt>
                <c:pt idx="1664">
                  <c:v>17-08-2006</c:v>
                </c:pt>
                <c:pt idx="1665">
                  <c:v>18-08-2006</c:v>
                </c:pt>
                <c:pt idx="1666">
                  <c:v>21-08-2006</c:v>
                </c:pt>
                <c:pt idx="1667">
                  <c:v>22-08-2006</c:v>
                </c:pt>
                <c:pt idx="1668">
                  <c:v>23-08-2006</c:v>
                </c:pt>
                <c:pt idx="1669">
                  <c:v>24-08-2006</c:v>
                </c:pt>
                <c:pt idx="1670">
                  <c:v>25-08-2006</c:v>
                </c:pt>
                <c:pt idx="1671">
                  <c:v>28-08-2006</c:v>
                </c:pt>
                <c:pt idx="1672">
                  <c:v>29-08-2006</c:v>
                </c:pt>
                <c:pt idx="1673">
                  <c:v>30-08-2006</c:v>
                </c:pt>
                <c:pt idx="1674">
                  <c:v>31-08-2006</c:v>
                </c:pt>
                <c:pt idx="1675">
                  <c:v>01-09-2006</c:v>
                </c:pt>
                <c:pt idx="1676">
                  <c:v>04-09-2006</c:v>
                </c:pt>
                <c:pt idx="1677">
                  <c:v>05-09-2006</c:v>
                </c:pt>
                <c:pt idx="1678">
                  <c:v>06-09-2006</c:v>
                </c:pt>
                <c:pt idx="1679">
                  <c:v>07-09-2006</c:v>
                </c:pt>
                <c:pt idx="1680">
                  <c:v>08-09-2006</c:v>
                </c:pt>
                <c:pt idx="1681">
                  <c:v>11-09-2006</c:v>
                </c:pt>
                <c:pt idx="1682">
                  <c:v>12-09-2006</c:v>
                </c:pt>
                <c:pt idx="1683">
                  <c:v>13-09-2006</c:v>
                </c:pt>
                <c:pt idx="1684">
                  <c:v>14-09-2006</c:v>
                </c:pt>
                <c:pt idx="1685">
                  <c:v>15-09-2006</c:v>
                </c:pt>
                <c:pt idx="1686">
                  <c:v>18-09-2006</c:v>
                </c:pt>
                <c:pt idx="1687">
                  <c:v>19-09-2006</c:v>
                </c:pt>
                <c:pt idx="1688">
                  <c:v>20-09-2006</c:v>
                </c:pt>
                <c:pt idx="1689">
                  <c:v>21-09-2006</c:v>
                </c:pt>
                <c:pt idx="1690">
                  <c:v>22-09-2006</c:v>
                </c:pt>
                <c:pt idx="1691">
                  <c:v>25-09-2006</c:v>
                </c:pt>
                <c:pt idx="1692">
                  <c:v>26-09-2006</c:v>
                </c:pt>
                <c:pt idx="1693">
                  <c:v>27-09-2006</c:v>
                </c:pt>
                <c:pt idx="1694">
                  <c:v>28-09-2006</c:v>
                </c:pt>
                <c:pt idx="1695">
                  <c:v>29-09-2006</c:v>
                </c:pt>
                <c:pt idx="1696">
                  <c:v>03-10-2006</c:v>
                </c:pt>
                <c:pt idx="1697">
                  <c:v>04-10-2006</c:v>
                </c:pt>
                <c:pt idx="1698">
                  <c:v>05-10-2006</c:v>
                </c:pt>
                <c:pt idx="1699">
                  <c:v>06-10-2006</c:v>
                </c:pt>
                <c:pt idx="1700">
                  <c:v>09-10-2006</c:v>
                </c:pt>
                <c:pt idx="1701">
                  <c:v>10-10-2006</c:v>
                </c:pt>
                <c:pt idx="1702">
                  <c:v>11-10-2006</c:v>
                </c:pt>
                <c:pt idx="1703">
                  <c:v>12-10-2006</c:v>
                </c:pt>
                <c:pt idx="1704">
                  <c:v>13-10-2006</c:v>
                </c:pt>
                <c:pt idx="1705">
                  <c:v>16-10-2006</c:v>
                </c:pt>
                <c:pt idx="1706">
                  <c:v>17-10-2006</c:v>
                </c:pt>
                <c:pt idx="1707">
                  <c:v>18-10-2006</c:v>
                </c:pt>
                <c:pt idx="1708">
                  <c:v>19-10-2006</c:v>
                </c:pt>
                <c:pt idx="1709">
                  <c:v>20-10-2006</c:v>
                </c:pt>
                <c:pt idx="1710">
                  <c:v>21-10-2006</c:v>
                </c:pt>
                <c:pt idx="1711">
                  <c:v>23-10-2006</c:v>
                </c:pt>
                <c:pt idx="1712">
                  <c:v>26-10-2006</c:v>
                </c:pt>
                <c:pt idx="1713">
                  <c:v>27-10-2006</c:v>
                </c:pt>
                <c:pt idx="1714">
                  <c:v>30-10-2006</c:v>
                </c:pt>
                <c:pt idx="1715">
                  <c:v>31-10-2006</c:v>
                </c:pt>
                <c:pt idx="1716">
                  <c:v>01-11-2006</c:v>
                </c:pt>
                <c:pt idx="1717">
                  <c:v>02-11-2006</c:v>
                </c:pt>
                <c:pt idx="1718">
                  <c:v>03-11-2006</c:v>
                </c:pt>
                <c:pt idx="1719">
                  <c:v>06-11-2006</c:v>
                </c:pt>
                <c:pt idx="1720">
                  <c:v>07-11-2006</c:v>
                </c:pt>
                <c:pt idx="1721">
                  <c:v>08-11-2006</c:v>
                </c:pt>
                <c:pt idx="1722">
                  <c:v>09-11-2006</c:v>
                </c:pt>
                <c:pt idx="1723">
                  <c:v>10-11-2006</c:v>
                </c:pt>
                <c:pt idx="1724">
                  <c:v>13-11-2006</c:v>
                </c:pt>
                <c:pt idx="1725">
                  <c:v>14-11-2006</c:v>
                </c:pt>
                <c:pt idx="1726">
                  <c:v>15-11-2006</c:v>
                </c:pt>
                <c:pt idx="1727">
                  <c:v>16-11-2006</c:v>
                </c:pt>
                <c:pt idx="1728">
                  <c:v>17-11-2006</c:v>
                </c:pt>
                <c:pt idx="1729">
                  <c:v>20-11-2006</c:v>
                </c:pt>
                <c:pt idx="1730">
                  <c:v>21-11-2006</c:v>
                </c:pt>
                <c:pt idx="1731">
                  <c:v>22-11-2006</c:v>
                </c:pt>
                <c:pt idx="1732">
                  <c:v>23-11-2006</c:v>
                </c:pt>
                <c:pt idx="1733">
                  <c:v>24-11-2006</c:v>
                </c:pt>
                <c:pt idx="1734">
                  <c:v>27-11-2006</c:v>
                </c:pt>
                <c:pt idx="1735">
                  <c:v>28-11-2006</c:v>
                </c:pt>
                <c:pt idx="1736">
                  <c:v>29-11-2006</c:v>
                </c:pt>
                <c:pt idx="1737">
                  <c:v>30-11-2006</c:v>
                </c:pt>
                <c:pt idx="1738">
                  <c:v>01-12-2006</c:v>
                </c:pt>
                <c:pt idx="1739">
                  <c:v>04-12-2006</c:v>
                </c:pt>
                <c:pt idx="1740">
                  <c:v>05-12-2006</c:v>
                </c:pt>
                <c:pt idx="1741">
                  <c:v>06-12-2006</c:v>
                </c:pt>
                <c:pt idx="1742">
                  <c:v>07-12-2006</c:v>
                </c:pt>
                <c:pt idx="1743">
                  <c:v>08-12-2006</c:v>
                </c:pt>
                <c:pt idx="1744">
                  <c:v>11-12-2006</c:v>
                </c:pt>
                <c:pt idx="1745">
                  <c:v>12-12-2006</c:v>
                </c:pt>
                <c:pt idx="1746">
                  <c:v>13-12-2006</c:v>
                </c:pt>
                <c:pt idx="1747">
                  <c:v>14-12-2006</c:v>
                </c:pt>
                <c:pt idx="1748">
                  <c:v>15-12-2006</c:v>
                </c:pt>
                <c:pt idx="1749">
                  <c:v>18-12-2006</c:v>
                </c:pt>
                <c:pt idx="1750">
                  <c:v>19-12-2006</c:v>
                </c:pt>
                <c:pt idx="1751">
                  <c:v>20-12-2006</c:v>
                </c:pt>
                <c:pt idx="1752">
                  <c:v>21-12-2006</c:v>
                </c:pt>
                <c:pt idx="1753">
                  <c:v>22-12-2006</c:v>
                </c:pt>
                <c:pt idx="1754">
                  <c:v>26-12-2006</c:v>
                </c:pt>
                <c:pt idx="1755">
                  <c:v>27-12-2006</c:v>
                </c:pt>
                <c:pt idx="1756">
                  <c:v>28-12-2006</c:v>
                </c:pt>
                <c:pt idx="1757">
                  <c:v>29-12-2006</c:v>
                </c:pt>
                <c:pt idx="1758">
                  <c:v>02-01-2007</c:v>
                </c:pt>
                <c:pt idx="1759">
                  <c:v>03-01-2007</c:v>
                </c:pt>
                <c:pt idx="1760">
                  <c:v>04-01-2007</c:v>
                </c:pt>
                <c:pt idx="1761">
                  <c:v>05-01-2007</c:v>
                </c:pt>
                <c:pt idx="1762">
                  <c:v>08-01-2007</c:v>
                </c:pt>
                <c:pt idx="1763">
                  <c:v>09-01-2007</c:v>
                </c:pt>
                <c:pt idx="1764">
                  <c:v>10-01-2007</c:v>
                </c:pt>
                <c:pt idx="1765">
                  <c:v>11-01-2007</c:v>
                </c:pt>
                <c:pt idx="1766">
                  <c:v>12-01-2007</c:v>
                </c:pt>
                <c:pt idx="1767">
                  <c:v>15-01-2007</c:v>
                </c:pt>
                <c:pt idx="1768">
                  <c:v>16-01-2007</c:v>
                </c:pt>
                <c:pt idx="1769">
                  <c:v>17-01-2007</c:v>
                </c:pt>
                <c:pt idx="1770">
                  <c:v>18-01-2007</c:v>
                </c:pt>
                <c:pt idx="1771">
                  <c:v>19-01-2007</c:v>
                </c:pt>
                <c:pt idx="1772">
                  <c:v>22-01-2007</c:v>
                </c:pt>
                <c:pt idx="1773">
                  <c:v>23-01-2007</c:v>
                </c:pt>
                <c:pt idx="1774">
                  <c:v>24-01-2007</c:v>
                </c:pt>
                <c:pt idx="1775">
                  <c:v>25-01-2007</c:v>
                </c:pt>
                <c:pt idx="1776">
                  <c:v>29-01-2007</c:v>
                </c:pt>
                <c:pt idx="1777">
                  <c:v>31-01-2007</c:v>
                </c:pt>
                <c:pt idx="1778">
                  <c:v>01-02-2007</c:v>
                </c:pt>
                <c:pt idx="1779">
                  <c:v>02-02-2007</c:v>
                </c:pt>
                <c:pt idx="1780">
                  <c:v>05-02-2007</c:v>
                </c:pt>
                <c:pt idx="1781">
                  <c:v>06-02-2007</c:v>
                </c:pt>
                <c:pt idx="1782">
                  <c:v>07-02-2007</c:v>
                </c:pt>
                <c:pt idx="1783">
                  <c:v>08-02-2007</c:v>
                </c:pt>
                <c:pt idx="1784">
                  <c:v>09-02-2007</c:v>
                </c:pt>
                <c:pt idx="1785">
                  <c:v>12-02-2007</c:v>
                </c:pt>
                <c:pt idx="1786">
                  <c:v>13-02-2007</c:v>
                </c:pt>
                <c:pt idx="1787">
                  <c:v>14-02-2007</c:v>
                </c:pt>
                <c:pt idx="1788">
                  <c:v>15-02-2007</c:v>
                </c:pt>
                <c:pt idx="1789">
                  <c:v>19-02-2007</c:v>
                </c:pt>
                <c:pt idx="1790">
                  <c:v>20-02-2007</c:v>
                </c:pt>
                <c:pt idx="1791">
                  <c:v>21-02-2007</c:v>
                </c:pt>
                <c:pt idx="1792">
                  <c:v>22-02-2007</c:v>
                </c:pt>
                <c:pt idx="1793">
                  <c:v>23-02-2007</c:v>
                </c:pt>
                <c:pt idx="1794">
                  <c:v>26-02-2007</c:v>
                </c:pt>
                <c:pt idx="1795">
                  <c:v>27-02-2007</c:v>
                </c:pt>
                <c:pt idx="1796">
                  <c:v>28-02-2007</c:v>
                </c:pt>
                <c:pt idx="1797">
                  <c:v>01-03-2007</c:v>
                </c:pt>
                <c:pt idx="1798">
                  <c:v>02-03-2007</c:v>
                </c:pt>
                <c:pt idx="1799">
                  <c:v>05-03-2007</c:v>
                </c:pt>
                <c:pt idx="1800">
                  <c:v>06-03-2007</c:v>
                </c:pt>
                <c:pt idx="1801">
                  <c:v>07-03-2007</c:v>
                </c:pt>
                <c:pt idx="1802">
                  <c:v>08-03-2007</c:v>
                </c:pt>
                <c:pt idx="1803">
                  <c:v>09-03-2007</c:v>
                </c:pt>
                <c:pt idx="1804">
                  <c:v>12-03-2007</c:v>
                </c:pt>
                <c:pt idx="1805">
                  <c:v>13-03-2007</c:v>
                </c:pt>
                <c:pt idx="1806">
                  <c:v>14-03-2007</c:v>
                </c:pt>
                <c:pt idx="1807">
                  <c:v>15-03-2007</c:v>
                </c:pt>
                <c:pt idx="1808">
                  <c:v>16-03-2007</c:v>
                </c:pt>
                <c:pt idx="1809">
                  <c:v>19-03-2007</c:v>
                </c:pt>
                <c:pt idx="1810">
                  <c:v>20-03-2007</c:v>
                </c:pt>
                <c:pt idx="1811">
                  <c:v>21-03-2007</c:v>
                </c:pt>
                <c:pt idx="1812">
                  <c:v>22-03-2007</c:v>
                </c:pt>
                <c:pt idx="1813">
                  <c:v>23-03-2007</c:v>
                </c:pt>
                <c:pt idx="1814">
                  <c:v>26-03-2007</c:v>
                </c:pt>
                <c:pt idx="1815">
                  <c:v>28-03-2007</c:v>
                </c:pt>
                <c:pt idx="1816">
                  <c:v>29-03-2007</c:v>
                </c:pt>
                <c:pt idx="1817">
                  <c:v>30-03-2007</c:v>
                </c:pt>
                <c:pt idx="1818">
                  <c:v>02-04-2007</c:v>
                </c:pt>
                <c:pt idx="1819">
                  <c:v>03-04-2007</c:v>
                </c:pt>
                <c:pt idx="1820">
                  <c:v>04-04-2007</c:v>
                </c:pt>
                <c:pt idx="1821">
                  <c:v>05-04-2007</c:v>
                </c:pt>
                <c:pt idx="1822">
                  <c:v>09-04-2007</c:v>
                </c:pt>
                <c:pt idx="1823">
                  <c:v>10-04-2007</c:v>
                </c:pt>
                <c:pt idx="1824">
                  <c:v>11-04-2007</c:v>
                </c:pt>
                <c:pt idx="1825">
                  <c:v>12-04-2007</c:v>
                </c:pt>
                <c:pt idx="1826">
                  <c:v>13-04-2007</c:v>
                </c:pt>
                <c:pt idx="1827">
                  <c:v>16-04-2007</c:v>
                </c:pt>
                <c:pt idx="1828">
                  <c:v>17-04-2007</c:v>
                </c:pt>
                <c:pt idx="1829">
                  <c:v>18-04-2007</c:v>
                </c:pt>
                <c:pt idx="1830">
                  <c:v>19-04-2007</c:v>
                </c:pt>
                <c:pt idx="1831">
                  <c:v>20-04-2007</c:v>
                </c:pt>
                <c:pt idx="1832">
                  <c:v>23-04-2007</c:v>
                </c:pt>
                <c:pt idx="1833">
                  <c:v>24-04-2007</c:v>
                </c:pt>
                <c:pt idx="1834">
                  <c:v>25-04-2007</c:v>
                </c:pt>
                <c:pt idx="1835">
                  <c:v>26-04-2007</c:v>
                </c:pt>
                <c:pt idx="1836">
                  <c:v>27-04-2007</c:v>
                </c:pt>
                <c:pt idx="1837">
                  <c:v>30-04-2007</c:v>
                </c:pt>
                <c:pt idx="1838">
                  <c:v>03-05-2007</c:v>
                </c:pt>
                <c:pt idx="1839">
                  <c:v>04-05-2007</c:v>
                </c:pt>
                <c:pt idx="1840">
                  <c:v>07-05-2007</c:v>
                </c:pt>
                <c:pt idx="1841">
                  <c:v>08-05-2007</c:v>
                </c:pt>
                <c:pt idx="1842">
                  <c:v>09-05-2007</c:v>
                </c:pt>
                <c:pt idx="1843">
                  <c:v>10-05-2007</c:v>
                </c:pt>
                <c:pt idx="1844">
                  <c:v>11-05-2007</c:v>
                </c:pt>
                <c:pt idx="1845">
                  <c:v>14-05-2007</c:v>
                </c:pt>
                <c:pt idx="1846">
                  <c:v>15-05-2007</c:v>
                </c:pt>
                <c:pt idx="1847">
                  <c:v>16-05-2007</c:v>
                </c:pt>
                <c:pt idx="1848">
                  <c:v>17-05-2007</c:v>
                </c:pt>
                <c:pt idx="1849">
                  <c:v>18-05-2007</c:v>
                </c:pt>
                <c:pt idx="1850">
                  <c:v>21-05-2007</c:v>
                </c:pt>
                <c:pt idx="1851">
                  <c:v>22-05-2007</c:v>
                </c:pt>
                <c:pt idx="1852">
                  <c:v>23-05-2007</c:v>
                </c:pt>
                <c:pt idx="1853">
                  <c:v>24-05-2007</c:v>
                </c:pt>
                <c:pt idx="1854">
                  <c:v>25-05-2007</c:v>
                </c:pt>
                <c:pt idx="1855">
                  <c:v>28-05-2007</c:v>
                </c:pt>
                <c:pt idx="1856">
                  <c:v>29-05-2007</c:v>
                </c:pt>
                <c:pt idx="1857">
                  <c:v>30-05-2007</c:v>
                </c:pt>
                <c:pt idx="1858">
                  <c:v>31-05-2007</c:v>
                </c:pt>
                <c:pt idx="1859">
                  <c:v>01-06-2007</c:v>
                </c:pt>
                <c:pt idx="1860">
                  <c:v>04-06-2007</c:v>
                </c:pt>
                <c:pt idx="1861">
                  <c:v>05-06-2007</c:v>
                </c:pt>
                <c:pt idx="1862">
                  <c:v>06-06-2007</c:v>
                </c:pt>
                <c:pt idx="1863">
                  <c:v>07-06-2007</c:v>
                </c:pt>
                <c:pt idx="1864">
                  <c:v>08-06-2007</c:v>
                </c:pt>
                <c:pt idx="1865">
                  <c:v>11-06-2007</c:v>
                </c:pt>
                <c:pt idx="1866">
                  <c:v>12-06-2007</c:v>
                </c:pt>
                <c:pt idx="1867">
                  <c:v>13-06-2007</c:v>
                </c:pt>
                <c:pt idx="1868">
                  <c:v>14-06-2007</c:v>
                </c:pt>
                <c:pt idx="1869">
                  <c:v>15-06-2007</c:v>
                </c:pt>
                <c:pt idx="1870">
                  <c:v>18-06-2007</c:v>
                </c:pt>
                <c:pt idx="1871">
                  <c:v>19-06-2007</c:v>
                </c:pt>
                <c:pt idx="1872">
                  <c:v>20-06-2007</c:v>
                </c:pt>
                <c:pt idx="1873">
                  <c:v>21-06-2007</c:v>
                </c:pt>
                <c:pt idx="1874">
                  <c:v>22-06-2007</c:v>
                </c:pt>
                <c:pt idx="1875">
                  <c:v>25-06-2007</c:v>
                </c:pt>
                <c:pt idx="1876">
                  <c:v>26-06-2007</c:v>
                </c:pt>
                <c:pt idx="1877">
                  <c:v>27-06-2007</c:v>
                </c:pt>
                <c:pt idx="1878">
                  <c:v>28-06-2007</c:v>
                </c:pt>
                <c:pt idx="1879">
                  <c:v>29-06-2007</c:v>
                </c:pt>
                <c:pt idx="1880">
                  <c:v>02-07-2007</c:v>
                </c:pt>
                <c:pt idx="1881">
                  <c:v>03-07-2007</c:v>
                </c:pt>
                <c:pt idx="1882">
                  <c:v>04-07-2007</c:v>
                </c:pt>
                <c:pt idx="1883">
                  <c:v>05-07-2007</c:v>
                </c:pt>
                <c:pt idx="1884">
                  <c:v>06-07-2007</c:v>
                </c:pt>
                <c:pt idx="1885">
                  <c:v>09-07-2007</c:v>
                </c:pt>
                <c:pt idx="1886">
                  <c:v>10-07-2007</c:v>
                </c:pt>
                <c:pt idx="1887">
                  <c:v>11-07-2007</c:v>
                </c:pt>
                <c:pt idx="1888">
                  <c:v>12-07-2007</c:v>
                </c:pt>
                <c:pt idx="1889">
                  <c:v>13-07-2007</c:v>
                </c:pt>
                <c:pt idx="1890">
                  <c:v>16-07-2007</c:v>
                </c:pt>
                <c:pt idx="1891">
                  <c:v>17-07-2007</c:v>
                </c:pt>
                <c:pt idx="1892">
                  <c:v>18-07-2007</c:v>
                </c:pt>
                <c:pt idx="1893">
                  <c:v>19-07-2007</c:v>
                </c:pt>
                <c:pt idx="1894">
                  <c:v>20-07-2007</c:v>
                </c:pt>
                <c:pt idx="1895">
                  <c:v>23-07-2007</c:v>
                </c:pt>
                <c:pt idx="1896">
                  <c:v>24-07-2007</c:v>
                </c:pt>
                <c:pt idx="1897">
                  <c:v>25-07-2007</c:v>
                </c:pt>
                <c:pt idx="1898">
                  <c:v>26-07-2007</c:v>
                </c:pt>
                <c:pt idx="1899">
                  <c:v>27-07-2007</c:v>
                </c:pt>
                <c:pt idx="1900">
                  <c:v>30-07-2007</c:v>
                </c:pt>
                <c:pt idx="1901">
                  <c:v>31-07-2007</c:v>
                </c:pt>
                <c:pt idx="1902">
                  <c:v>01-08-2007</c:v>
                </c:pt>
                <c:pt idx="1903">
                  <c:v>02-08-2007</c:v>
                </c:pt>
                <c:pt idx="1904">
                  <c:v>03-08-2007</c:v>
                </c:pt>
                <c:pt idx="1905">
                  <c:v>06-08-2007</c:v>
                </c:pt>
                <c:pt idx="1906">
                  <c:v>07-08-2007</c:v>
                </c:pt>
                <c:pt idx="1907">
                  <c:v>08-08-2007</c:v>
                </c:pt>
                <c:pt idx="1908">
                  <c:v>09-08-2007</c:v>
                </c:pt>
                <c:pt idx="1909">
                  <c:v>10-08-2007</c:v>
                </c:pt>
                <c:pt idx="1910">
                  <c:v>13-08-2007</c:v>
                </c:pt>
                <c:pt idx="1911">
                  <c:v>14-08-2007</c:v>
                </c:pt>
                <c:pt idx="1912">
                  <c:v>16-08-2007</c:v>
                </c:pt>
                <c:pt idx="1913">
                  <c:v>17-08-2007</c:v>
                </c:pt>
                <c:pt idx="1914">
                  <c:v>20-08-2007</c:v>
                </c:pt>
                <c:pt idx="1915">
                  <c:v>21-08-2007</c:v>
                </c:pt>
                <c:pt idx="1916">
                  <c:v>22-08-2007</c:v>
                </c:pt>
                <c:pt idx="1917">
                  <c:v>23-08-2007</c:v>
                </c:pt>
                <c:pt idx="1918">
                  <c:v>24-08-2007</c:v>
                </c:pt>
                <c:pt idx="1919">
                  <c:v>27-08-2007</c:v>
                </c:pt>
                <c:pt idx="1920">
                  <c:v>28-08-2007</c:v>
                </c:pt>
                <c:pt idx="1921">
                  <c:v>29-08-2007</c:v>
                </c:pt>
                <c:pt idx="1922">
                  <c:v>30-08-2007</c:v>
                </c:pt>
                <c:pt idx="1923">
                  <c:v>31-08-2007</c:v>
                </c:pt>
                <c:pt idx="1924">
                  <c:v>03-09-2007</c:v>
                </c:pt>
                <c:pt idx="1925">
                  <c:v>04-09-2007</c:v>
                </c:pt>
                <c:pt idx="1926">
                  <c:v>05-09-2007</c:v>
                </c:pt>
                <c:pt idx="1927">
                  <c:v>06-09-2007</c:v>
                </c:pt>
                <c:pt idx="1928">
                  <c:v>07-09-2007</c:v>
                </c:pt>
                <c:pt idx="1929">
                  <c:v>10-09-2007</c:v>
                </c:pt>
                <c:pt idx="1930">
                  <c:v>11-09-2007</c:v>
                </c:pt>
                <c:pt idx="1931">
                  <c:v>12-09-2007</c:v>
                </c:pt>
                <c:pt idx="1932">
                  <c:v>13-09-2007</c:v>
                </c:pt>
                <c:pt idx="1933">
                  <c:v>14-09-2007</c:v>
                </c:pt>
                <c:pt idx="1934">
                  <c:v>17-09-2007</c:v>
                </c:pt>
                <c:pt idx="1935">
                  <c:v>18-09-2007</c:v>
                </c:pt>
                <c:pt idx="1936">
                  <c:v>19-09-2007</c:v>
                </c:pt>
                <c:pt idx="1937">
                  <c:v>20-09-2007</c:v>
                </c:pt>
                <c:pt idx="1938">
                  <c:v>21-09-2007</c:v>
                </c:pt>
                <c:pt idx="1939">
                  <c:v>24-09-2007</c:v>
                </c:pt>
                <c:pt idx="1940">
                  <c:v>25-09-2007</c:v>
                </c:pt>
                <c:pt idx="1941">
                  <c:v>26-09-2007</c:v>
                </c:pt>
                <c:pt idx="1942">
                  <c:v>27-09-2007</c:v>
                </c:pt>
                <c:pt idx="1943">
                  <c:v>28-09-2007</c:v>
                </c:pt>
                <c:pt idx="1944">
                  <c:v>01-10-2007</c:v>
                </c:pt>
                <c:pt idx="1945">
                  <c:v>03-10-2007</c:v>
                </c:pt>
                <c:pt idx="1946">
                  <c:v>04-10-2007</c:v>
                </c:pt>
                <c:pt idx="1947">
                  <c:v>05-10-2007</c:v>
                </c:pt>
                <c:pt idx="1948">
                  <c:v>08-10-2007</c:v>
                </c:pt>
                <c:pt idx="1949">
                  <c:v>09-10-2007</c:v>
                </c:pt>
                <c:pt idx="1950">
                  <c:v>10-10-2007</c:v>
                </c:pt>
                <c:pt idx="1951">
                  <c:v>11-10-2007</c:v>
                </c:pt>
                <c:pt idx="1952">
                  <c:v>12-10-2007</c:v>
                </c:pt>
                <c:pt idx="1953">
                  <c:v>15-10-2007</c:v>
                </c:pt>
                <c:pt idx="1954">
                  <c:v>16-10-2007</c:v>
                </c:pt>
                <c:pt idx="1955">
                  <c:v>17-10-2007</c:v>
                </c:pt>
                <c:pt idx="1956">
                  <c:v>18-10-2007</c:v>
                </c:pt>
                <c:pt idx="1957">
                  <c:v>19-10-2007</c:v>
                </c:pt>
                <c:pt idx="1958">
                  <c:v>22-10-2007</c:v>
                </c:pt>
                <c:pt idx="1959">
                  <c:v>23-10-2007</c:v>
                </c:pt>
                <c:pt idx="1960">
                  <c:v>24-10-2007</c:v>
                </c:pt>
                <c:pt idx="1961">
                  <c:v>25-10-2007</c:v>
                </c:pt>
                <c:pt idx="1962">
                  <c:v>26-10-2007</c:v>
                </c:pt>
                <c:pt idx="1963">
                  <c:v>29-10-2007</c:v>
                </c:pt>
                <c:pt idx="1964">
                  <c:v>30-10-2007</c:v>
                </c:pt>
                <c:pt idx="1965">
                  <c:v>31-10-2007</c:v>
                </c:pt>
                <c:pt idx="1966">
                  <c:v>01-11-2007</c:v>
                </c:pt>
                <c:pt idx="1967">
                  <c:v>02-11-2007</c:v>
                </c:pt>
                <c:pt idx="1968">
                  <c:v>05-11-2007</c:v>
                </c:pt>
                <c:pt idx="1969">
                  <c:v>06-11-2007</c:v>
                </c:pt>
                <c:pt idx="1970">
                  <c:v>07-11-2007</c:v>
                </c:pt>
                <c:pt idx="1971">
                  <c:v>08-11-2007</c:v>
                </c:pt>
                <c:pt idx="1972">
                  <c:v>09-11-2007</c:v>
                </c:pt>
                <c:pt idx="1973">
                  <c:v>12-11-2007</c:v>
                </c:pt>
                <c:pt idx="1974">
                  <c:v>13-11-2007</c:v>
                </c:pt>
                <c:pt idx="1975">
                  <c:v>14-11-2007</c:v>
                </c:pt>
                <c:pt idx="1976">
                  <c:v>15-11-2007</c:v>
                </c:pt>
                <c:pt idx="1977">
                  <c:v>16-11-2007</c:v>
                </c:pt>
                <c:pt idx="1978">
                  <c:v>19-11-2007</c:v>
                </c:pt>
                <c:pt idx="1979">
                  <c:v>20-11-2007</c:v>
                </c:pt>
                <c:pt idx="1980">
                  <c:v>21-11-2007</c:v>
                </c:pt>
                <c:pt idx="1981">
                  <c:v>22-11-2007</c:v>
                </c:pt>
                <c:pt idx="1982">
                  <c:v>23-11-2007</c:v>
                </c:pt>
                <c:pt idx="1983">
                  <c:v>26-11-2007</c:v>
                </c:pt>
                <c:pt idx="1984">
                  <c:v>27-11-2007</c:v>
                </c:pt>
                <c:pt idx="1985">
                  <c:v>28-11-2007</c:v>
                </c:pt>
                <c:pt idx="1986">
                  <c:v>29-11-2007</c:v>
                </c:pt>
                <c:pt idx="1987">
                  <c:v>30-11-2007</c:v>
                </c:pt>
                <c:pt idx="1988">
                  <c:v>03-12-2007</c:v>
                </c:pt>
                <c:pt idx="1989">
                  <c:v>04-12-2007</c:v>
                </c:pt>
                <c:pt idx="1990">
                  <c:v>05-12-2007</c:v>
                </c:pt>
                <c:pt idx="1991">
                  <c:v>06-12-2007</c:v>
                </c:pt>
                <c:pt idx="1992">
                  <c:v>07-12-2007</c:v>
                </c:pt>
                <c:pt idx="1993">
                  <c:v>10-12-2007</c:v>
                </c:pt>
                <c:pt idx="1994">
                  <c:v>11-12-2007</c:v>
                </c:pt>
                <c:pt idx="1995">
                  <c:v>12-12-2007</c:v>
                </c:pt>
                <c:pt idx="1996">
                  <c:v>13-12-2007</c:v>
                </c:pt>
                <c:pt idx="1997">
                  <c:v>14-12-2007</c:v>
                </c:pt>
                <c:pt idx="1998">
                  <c:v>17-12-2007</c:v>
                </c:pt>
                <c:pt idx="1999">
                  <c:v>18-12-2007</c:v>
                </c:pt>
                <c:pt idx="2000">
                  <c:v>19-12-2007</c:v>
                </c:pt>
                <c:pt idx="2001">
                  <c:v>20-12-2007</c:v>
                </c:pt>
                <c:pt idx="2002">
                  <c:v>24-12-2007</c:v>
                </c:pt>
                <c:pt idx="2003">
                  <c:v>26-12-2007</c:v>
                </c:pt>
                <c:pt idx="2004">
                  <c:v>27-12-2007</c:v>
                </c:pt>
                <c:pt idx="2005">
                  <c:v>28-12-2007</c:v>
                </c:pt>
                <c:pt idx="2006">
                  <c:v>31-12-2007</c:v>
                </c:pt>
                <c:pt idx="2007">
                  <c:v>01-01-2008</c:v>
                </c:pt>
                <c:pt idx="2008">
                  <c:v>02-01-2008</c:v>
                </c:pt>
                <c:pt idx="2009">
                  <c:v>03-01-2008</c:v>
                </c:pt>
                <c:pt idx="2010">
                  <c:v>04-01-2008</c:v>
                </c:pt>
                <c:pt idx="2011">
                  <c:v>07-01-2008</c:v>
                </c:pt>
                <c:pt idx="2012">
                  <c:v>08-01-2008</c:v>
                </c:pt>
                <c:pt idx="2013">
                  <c:v>09-01-2008</c:v>
                </c:pt>
                <c:pt idx="2014">
                  <c:v>10-01-2008</c:v>
                </c:pt>
                <c:pt idx="2015">
                  <c:v>11-01-2008</c:v>
                </c:pt>
                <c:pt idx="2016">
                  <c:v>14-01-2008</c:v>
                </c:pt>
                <c:pt idx="2017">
                  <c:v>15-01-2008</c:v>
                </c:pt>
                <c:pt idx="2018">
                  <c:v>16-01-2008</c:v>
                </c:pt>
                <c:pt idx="2019">
                  <c:v>17-01-2008</c:v>
                </c:pt>
                <c:pt idx="2020">
                  <c:v>18-01-2008</c:v>
                </c:pt>
                <c:pt idx="2021">
                  <c:v>21-01-2008</c:v>
                </c:pt>
                <c:pt idx="2022">
                  <c:v>22-01-2008</c:v>
                </c:pt>
                <c:pt idx="2023">
                  <c:v>23-01-2008</c:v>
                </c:pt>
                <c:pt idx="2024">
                  <c:v>24-01-2008</c:v>
                </c:pt>
                <c:pt idx="2025">
                  <c:v>25-01-2008</c:v>
                </c:pt>
                <c:pt idx="2026">
                  <c:v>28-01-2008</c:v>
                </c:pt>
                <c:pt idx="2027">
                  <c:v>29-01-2008</c:v>
                </c:pt>
                <c:pt idx="2028">
                  <c:v>30-01-2008</c:v>
                </c:pt>
                <c:pt idx="2029">
                  <c:v>31-01-2008</c:v>
                </c:pt>
                <c:pt idx="2030">
                  <c:v>01-02-2008</c:v>
                </c:pt>
                <c:pt idx="2031">
                  <c:v>04-02-2008</c:v>
                </c:pt>
                <c:pt idx="2032">
                  <c:v>05-02-2008</c:v>
                </c:pt>
                <c:pt idx="2033">
                  <c:v>06-02-2008</c:v>
                </c:pt>
                <c:pt idx="2034">
                  <c:v>07-02-2008</c:v>
                </c:pt>
                <c:pt idx="2035">
                  <c:v>08-02-2008</c:v>
                </c:pt>
                <c:pt idx="2036">
                  <c:v>11-02-2008</c:v>
                </c:pt>
                <c:pt idx="2037">
                  <c:v>12-02-2008</c:v>
                </c:pt>
                <c:pt idx="2038">
                  <c:v>13-02-2008</c:v>
                </c:pt>
                <c:pt idx="2039">
                  <c:v>14-02-2008</c:v>
                </c:pt>
                <c:pt idx="2040">
                  <c:v>15-02-2008</c:v>
                </c:pt>
                <c:pt idx="2041">
                  <c:v>18-02-2008</c:v>
                </c:pt>
                <c:pt idx="2042">
                  <c:v>19-02-2008</c:v>
                </c:pt>
                <c:pt idx="2043">
                  <c:v>20-02-2008</c:v>
                </c:pt>
                <c:pt idx="2044">
                  <c:v>21-02-2008</c:v>
                </c:pt>
                <c:pt idx="2045">
                  <c:v>22-02-2008</c:v>
                </c:pt>
                <c:pt idx="2046">
                  <c:v>25-02-2008</c:v>
                </c:pt>
                <c:pt idx="2047">
                  <c:v>26-02-2008</c:v>
                </c:pt>
                <c:pt idx="2048">
                  <c:v>27-02-2008</c:v>
                </c:pt>
                <c:pt idx="2049">
                  <c:v>28-02-2008</c:v>
                </c:pt>
                <c:pt idx="2050">
                  <c:v>29-02-2008</c:v>
                </c:pt>
                <c:pt idx="2051">
                  <c:v>03-03-2008</c:v>
                </c:pt>
                <c:pt idx="2052">
                  <c:v>04-03-2008</c:v>
                </c:pt>
                <c:pt idx="2053">
                  <c:v>05-03-2008</c:v>
                </c:pt>
                <c:pt idx="2054">
                  <c:v>07-03-2008</c:v>
                </c:pt>
                <c:pt idx="2055">
                  <c:v>10-03-2008</c:v>
                </c:pt>
                <c:pt idx="2056">
                  <c:v>11-03-2008</c:v>
                </c:pt>
                <c:pt idx="2057">
                  <c:v>12-03-2008</c:v>
                </c:pt>
                <c:pt idx="2058">
                  <c:v>13-03-2008</c:v>
                </c:pt>
                <c:pt idx="2059">
                  <c:v>14-03-2008</c:v>
                </c:pt>
                <c:pt idx="2060">
                  <c:v>17-03-2008</c:v>
                </c:pt>
                <c:pt idx="2061">
                  <c:v>18-03-2008</c:v>
                </c:pt>
                <c:pt idx="2062">
                  <c:v>19-03-2008</c:v>
                </c:pt>
                <c:pt idx="2063">
                  <c:v>24-03-2008</c:v>
                </c:pt>
                <c:pt idx="2064">
                  <c:v>25-03-2008</c:v>
                </c:pt>
                <c:pt idx="2065">
                  <c:v>26-03-2008</c:v>
                </c:pt>
                <c:pt idx="2066">
                  <c:v>27-03-2008</c:v>
                </c:pt>
                <c:pt idx="2067">
                  <c:v>28-03-2008</c:v>
                </c:pt>
                <c:pt idx="2068">
                  <c:v>31-03-2008</c:v>
                </c:pt>
                <c:pt idx="2069">
                  <c:v>01-04-2008</c:v>
                </c:pt>
                <c:pt idx="2070">
                  <c:v>02-04-2008</c:v>
                </c:pt>
                <c:pt idx="2071">
                  <c:v>03-04-2008</c:v>
                </c:pt>
                <c:pt idx="2072">
                  <c:v>04-04-2008</c:v>
                </c:pt>
                <c:pt idx="2073">
                  <c:v>07-04-2008</c:v>
                </c:pt>
                <c:pt idx="2074">
                  <c:v>08-04-2008</c:v>
                </c:pt>
                <c:pt idx="2075">
                  <c:v>09-04-2008</c:v>
                </c:pt>
                <c:pt idx="2076">
                  <c:v>10-04-2008</c:v>
                </c:pt>
                <c:pt idx="2077">
                  <c:v>11-04-2008</c:v>
                </c:pt>
                <c:pt idx="2078">
                  <c:v>15-04-2008</c:v>
                </c:pt>
                <c:pt idx="2079">
                  <c:v>16-04-2008</c:v>
                </c:pt>
                <c:pt idx="2080">
                  <c:v>17-04-2008</c:v>
                </c:pt>
                <c:pt idx="2081">
                  <c:v>21-04-2008</c:v>
                </c:pt>
                <c:pt idx="2082">
                  <c:v>22-04-2008</c:v>
                </c:pt>
                <c:pt idx="2083">
                  <c:v>23-04-2008</c:v>
                </c:pt>
                <c:pt idx="2084">
                  <c:v>24-04-2008</c:v>
                </c:pt>
                <c:pt idx="2085">
                  <c:v>25-04-2008</c:v>
                </c:pt>
                <c:pt idx="2086">
                  <c:v>28-04-2008</c:v>
                </c:pt>
                <c:pt idx="2087">
                  <c:v>29-04-2008</c:v>
                </c:pt>
                <c:pt idx="2088">
                  <c:v>30-04-2008</c:v>
                </c:pt>
                <c:pt idx="2089">
                  <c:v>02-05-2008</c:v>
                </c:pt>
                <c:pt idx="2090">
                  <c:v>05-05-2008</c:v>
                </c:pt>
                <c:pt idx="2091">
                  <c:v>06-05-2008</c:v>
                </c:pt>
                <c:pt idx="2092">
                  <c:v>07-05-2008</c:v>
                </c:pt>
                <c:pt idx="2093">
                  <c:v>08-05-2008</c:v>
                </c:pt>
                <c:pt idx="2094">
                  <c:v>09-05-2008</c:v>
                </c:pt>
                <c:pt idx="2095">
                  <c:v>12-05-2008</c:v>
                </c:pt>
                <c:pt idx="2096">
                  <c:v>13-05-2008</c:v>
                </c:pt>
                <c:pt idx="2097">
                  <c:v>14-05-2008</c:v>
                </c:pt>
                <c:pt idx="2098">
                  <c:v>15-05-2008</c:v>
                </c:pt>
                <c:pt idx="2099">
                  <c:v>16-05-2008</c:v>
                </c:pt>
                <c:pt idx="2100">
                  <c:v>20-05-2008</c:v>
                </c:pt>
                <c:pt idx="2101">
                  <c:v>21-05-2008</c:v>
                </c:pt>
                <c:pt idx="2102">
                  <c:v>22-05-2008</c:v>
                </c:pt>
                <c:pt idx="2103">
                  <c:v>23-05-2008</c:v>
                </c:pt>
                <c:pt idx="2104">
                  <c:v>26-05-2008</c:v>
                </c:pt>
                <c:pt idx="2105">
                  <c:v>27-05-2008</c:v>
                </c:pt>
                <c:pt idx="2106">
                  <c:v>28-05-2008</c:v>
                </c:pt>
                <c:pt idx="2107">
                  <c:v>29-05-2008</c:v>
                </c:pt>
                <c:pt idx="2108">
                  <c:v>30-05-2008</c:v>
                </c:pt>
                <c:pt idx="2109">
                  <c:v>02-06-2008</c:v>
                </c:pt>
                <c:pt idx="2110">
                  <c:v>03-06-2008</c:v>
                </c:pt>
                <c:pt idx="2111">
                  <c:v>04-06-2008</c:v>
                </c:pt>
                <c:pt idx="2112">
                  <c:v>05-06-2008</c:v>
                </c:pt>
                <c:pt idx="2113">
                  <c:v>06-06-2008</c:v>
                </c:pt>
                <c:pt idx="2114">
                  <c:v>09-06-2008</c:v>
                </c:pt>
                <c:pt idx="2115">
                  <c:v>10-06-2008</c:v>
                </c:pt>
                <c:pt idx="2116">
                  <c:v>11-06-2008</c:v>
                </c:pt>
                <c:pt idx="2117">
                  <c:v>12-06-2008</c:v>
                </c:pt>
                <c:pt idx="2118">
                  <c:v>13-06-2008</c:v>
                </c:pt>
                <c:pt idx="2119">
                  <c:v>16-06-2008</c:v>
                </c:pt>
                <c:pt idx="2120">
                  <c:v>17-06-2008</c:v>
                </c:pt>
                <c:pt idx="2121">
                  <c:v>18-06-2008</c:v>
                </c:pt>
                <c:pt idx="2122">
                  <c:v>19-06-2008</c:v>
                </c:pt>
                <c:pt idx="2123">
                  <c:v>20-06-2008</c:v>
                </c:pt>
                <c:pt idx="2124">
                  <c:v>23-06-2008</c:v>
                </c:pt>
                <c:pt idx="2125">
                  <c:v>24-06-2008</c:v>
                </c:pt>
                <c:pt idx="2126">
                  <c:v>25-06-2008</c:v>
                </c:pt>
                <c:pt idx="2127">
                  <c:v>26-06-2008</c:v>
                </c:pt>
                <c:pt idx="2128">
                  <c:v>27-06-2008</c:v>
                </c:pt>
                <c:pt idx="2129">
                  <c:v>30-06-2008</c:v>
                </c:pt>
                <c:pt idx="2130">
                  <c:v>01-07-2008</c:v>
                </c:pt>
                <c:pt idx="2131">
                  <c:v>02-07-2008</c:v>
                </c:pt>
                <c:pt idx="2132">
                  <c:v>03-07-2008</c:v>
                </c:pt>
                <c:pt idx="2133">
                  <c:v>04-07-2008</c:v>
                </c:pt>
                <c:pt idx="2134">
                  <c:v>07-07-2008</c:v>
                </c:pt>
                <c:pt idx="2135">
                  <c:v>08-07-2008</c:v>
                </c:pt>
                <c:pt idx="2136">
                  <c:v>09-07-2008</c:v>
                </c:pt>
                <c:pt idx="2137">
                  <c:v>10-07-2008</c:v>
                </c:pt>
                <c:pt idx="2138">
                  <c:v>11-07-2008</c:v>
                </c:pt>
                <c:pt idx="2139">
                  <c:v>14-07-2008</c:v>
                </c:pt>
                <c:pt idx="2140">
                  <c:v>15-07-2008</c:v>
                </c:pt>
                <c:pt idx="2141">
                  <c:v>16-07-2008</c:v>
                </c:pt>
                <c:pt idx="2142">
                  <c:v>17-07-2008</c:v>
                </c:pt>
                <c:pt idx="2143">
                  <c:v>18-07-2008</c:v>
                </c:pt>
                <c:pt idx="2144">
                  <c:v>21-07-2008</c:v>
                </c:pt>
                <c:pt idx="2145">
                  <c:v>22-07-2008</c:v>
                </c:pt>
                <c:pt idx="2146">
                  <c:v>23-07-2008</c:v>
                </c:pt>
                <c:pt idx="2147">
                  <c:v>24-07-2008</c:v>
                </c:pt>
                <c:pt idx="2148">
                  <c:v>25-07-2008</c:v>
                </c:pt>
                <c:pt idx="2149">
                  <c:v>28-07-2008</c:v>
                </c:pt>
                <c:pt idx="2150">
                  <c:v>29-07-2008</c:v>
                </c:pt>
                <c:pt idx="2151">
                  <c:v>30-07-2008</c:v>
                </c:pt>
                <c:pt idx="2152">
                  <c:v>31-07-2008</c:v>
                </c:pt>
                <c:pt idx="2153">
                  <c:v>01-08-2008</c:v>
                </c:pt>
                <c:pt idx="2154">
                  <c:v>04-08-2008</c:v>
                </c:pt>
                <c:pt idx="2155">
                  <c:v>05-08-2008</c:v>
                </c:pt>
                <c:pt idx="2156">
                  <c:v>06-08-2008</c:v>
                </c:pt>
                <c:pt idx="2157">
                  <c:v>07-08-2008</c:v>
                </c:pt>
                <c:pt idx="2158">
                  <c:v>08-08-2008</c:v>
                </c:pt>
                <c:pt idx="2159">
                  <c:v>11-08-2008</c:v>
                </c:pt>
                <c:pt idx="2160">
                  <c:v>12-08-2008</c:v>
                </c:pt>
                <c:pt idx="2161">
                  <c:v>13-08-2008</c:v>
                </c:pt>
                <c:pt idx="2162">
                  <c:v>14-08-2008</c:v>
                </c:pt>
                <c:pt idx="2163">
                  <c:v>18-08-2008</c:v>
                </c:pt>
                <c:pt idx="2164">
                  <c:v>19-08-2008</c:v>
                </c:pt>
                <c:pt idx="2165">
                  <c:v>20-08-2008</c:v>
                </c:pt>
                <c:pt idx="2166">
                  <c:v>21-08-2008</c:v>
                </c:pt>
                <c:pt idx="2167">
                  <c:v>22-08-2008</c:v>
                </c:pt>
                <c:pt idx="2168">
                  <c:v>25-08-2008</c:v>
                </c:pt>
                <c:pt idx="2169">
                  <c:v>26-08-2008</c:v>
                </c:pt>
                <c:pt idx="2170">
                  <c:v>27-08-2008</c:v>
                </c:pt>
                <c:pt idx="2171">
                  <c:v>28-08-2008</c:v>
                </c:pt>
                <c:pt idx="2172">
                  <c:v>29-08-2008</c:v>
                </c:pt>
                <c:pt idx="2173">
                  <c:v>01-09-2008</c:v>
                </c:pt>
                <c:pt idx="2174">
                  <c:v>02-09-2008</c:v>
                </c:pt>
                <c:pt idx="2175">
                  <c:v>04-09-2008</c:v>
                </c:pt>
                <c:pt idx="2176">
                  <c:v>05-09-2008</c:v>
                </c:pt>
                <c:pt idx="2177">
                  <c:v>08-09-2008</c:v>
                </c:pt>
                <c:pt idx="2178">
                  <c:v>09-09-2008</c:v>
                </c:pt>
                <c:pt idx="2179">
                  <c:v>10-09-2008</c:v>
                </c:pt>
                <c:pt idx="2180">
                  <c:v>11-09-2008</c:v>
                </c:pt>
                <c:pt idx="2181">
                  <c:v>12-09-2008</c:v>
                </c:pt>
                <c:pt idx="2182">
                  <c:v>15-09-2008</c:v>
                </c:pt>
                <c:pt idx="2183">
                  <c:v>16-09-2008</c:v>
                </c:pt>
                <c:pt idx="2184">
                  <c:v>17-09-2008</c:v>
                </c:pt>
                <c:pt idx="2185">
                  <c:v>18-09-2008</c:v>
                </c:pt>
                <c:pt idx="2186">
                  <c:v>19-09-2008</c:v>
                </c:pt>
                <c:pt idx="2187">
                  <c:v>22-09-2008</c:v>
                </c:pt>
                <c:pt idx="2188">
                  <c:v>23-09-2008</c:v>
                </c:pt>
                <c:pt idx="2189">
                  <c:v>24-09-2008</c:v>
                </c:pt>
                <c:pt idx="2190">
                  <c:v>25-09-2008</c:v>
                </c:pt>
                <c:pt idx="2191">
                  <c:v>26-09-2008</c:v>
                </c:pt>
                <c:pt idx="2192">
                  <c:v>29-09-2008</c:v>
                </c:pt>
                <c:pt idx="2193">
                  <c:v>30-09-2008</c:v>
                </c:pt>
                <c:pt idx="2194">
                  <c:v>01-10-2008</c:v>
                </c:pt>
                <c:pt idx="2195">
                  <c:v>03-10-2008</c:v>
                </c:pt>
                <c:pt idx="2196">
                  <c:v>06-10-2008</c:v>
                </c:pt>
                <c:pt idx="2197">
                  <c:v>07-10-2008</c:v>
                </c:pt>
                <c:pt idx="2198">
                  <c:v>08-10-2008</c:v>
                </c:pt>
                <c:pt idx="2199">
                  <c:v>10-10-2008</c:v>
                </c:pt>
                <c:pt idx="2200">
                  <c:v>13-10-2008</c:v>
                </c:pt>
                <c:pt idx="2201">
                  <c:v>14-10-2008</c:v>
                </c:pt>
                <c:pt idx="2202">
                  <c:v>15-10-2008</c:v>
                </c:pt>
                <c:pt idx="2203">
                  <c:v>16-10-2008</c:v>
                </c:pt>
                <c:pt idx="2204">
                  <c:v>17-10-2008</c:v>
                </c:pt>
                <c:pt idx="2205">
                  <c:v>20-10-2008</c:v>
                </c:pt>
                <c:pt idx="2206">
                  <c:v>21-10-2008</c:v>
                </c:pt>
                <c:pt idx="2207">
                  <c:v>22-10-2008</c:v>
                </c:pt>
                <c:pt idx="2208">
                  <c:v>23-10-2008</c:v>
                </c:pt>
                <c:pt idx="2209">
                  <c:v>24-10-2008</c:v>
                </c:pt>
                <c:pt idx="2210">
                  <c:v>27-10-2008</c:v>
                </c:pt>
                <c:pt idx="2211">
                  <c:v>28-10-2008</c:v>
                </c:pt>
                <c:pt idx="2212">
                  <c:v>29-10-2008</c:v>
                </c:pt>
                <c:pt idx="2213">
                  <c:v>31-10-2008</c:v>
                </c:pt>
                <c:pt idx="2214">
                  <c:v>03-11-2008</c:v>
                </c:pt>
                <c:pt idx="2215">
                  <c:v>04-11-2008</c:v>
                </c:pt>
                <c:pt idx="2216">
                  <c:v>05-11-2008</c:v>
                </c:pt>
                <c:pt idx="2217">
                  <c:v>06-11-2008</c:v>
                </c:pt>
                <c:pt idx="2218">
                  <c:v>07-11-2008</c:v>
                </c:pt>
                <c:pt idx="2219">
                  <c:v>10-11-2008</c:v>
                </c:pt>
                <c:pt idx="2220">
                  <c:v>11-11-2008</c:v>
                </c:pt>
                <c:pt idx="2221">
                  <c:v>12-11-2008</c:v>
                </c:pt>
                <c:pt idx="2222">
                  <c:v>14-11-2008</c:v>
                </c:pt>
                <c:pt idx="2223">
                  <c:v>17-11-2008</c:v>
                </c:pt>
                <c:pt idx="2224">
                  <c:v>18-11-2008</c:v>
                </c:pt>
                <c:pt idx="2225">
                  <c:v>19-11-2008</c:v>
                </c:pt>
                <c:pt idx="2226">
                  <c:v>20-11-2008</c:v>
                </c:pt>
                <c:pt idx="2227">
                  <c:v>21-11-2008</c:v>
                </c:pt>
                <c:pt idx="2228">
                  <c:v>24-11-2008</c:v>
                </c:pt>
                <c:pt idx="2229">
                  <c:v>25-11-2008</c:v>
                </c:pt>
                <c:pt idx="2230">
                  <c:v>26-11-2008</c:v>
                </c:pt>
                <c:pt idx="2231">
                  <c:v>28-11-2008</c:v>
                </c:pt>
                <c:pt idx="2232">
                  <c:v>01-12-2008</c:v>
                </c:pt>
                <c:pt idx="2233">
                  <c:v>02-12-2008</c:v>
                </c:pt>
                <c:pt idx="2234">
                  <c:v>03-12-2008</c:v>
                </c:pt>
                <c:pt idx="2235">
                  <c:v>04-12-2008</c:v>
                </c:pt>
                <c:pt idx="2236">
                  <c:v>05-12-2008</c:v>
                </c:pt>
                <c:pt idx="2237">
                  <c:v>08-12-2008</c:v>
                </c:pt>
                <c:pt idx="2238">
                  <c:v>10-12-2008</c:v>
                </c:pt>
                <c:pt idx="2239">
                  <c:v>11-12-2008</c:v>
                </c:pt>
                <c:pt idx="2240">
                  <c:v>12-12-2008</c:v>
                </c:pt>
                <c:pt idx="2241">
                  <c:v>15-12-2008</c:v>
                </c:pt>
                <c:pt idx="2242">
                  <c:v>16-12-2008</c:v>
                </c:pt>
                <c:pt idx="2243">
                  <c:v>17-12-2008</c:v>
                </c:pt>
                <c:pt idx="2244">
                  <c:v>18-12-2008</c:v>
                </c:pt>
                <c:pt idx="2245">
                  <c:v>19-12-2008</c:v>
                </c:pt>
                <c:pt idx="2246">
                  <c:v>22-12-2008</c:v>
                </c:pt>
                <c:pt idx="2247">
                  <c:v>23-12-2008</c:v>
                </c:pt>
                <c:pt idx="2248">
                  <c:v>24-12-2008</c:v>
                </c:pt>
                <c:pt idx="2249">
                  <c:v>26-12-2008</c:v>
                </c:pt>
                <c:pt idx="2250">
                  <c:v>29-12-2008</c:v>
                </c:pt>
                <c:pt idx="2251">
                  <c:v>30-12-2008</c:v>
                </c:pt>
                <c:pt idx="2252">
                  <c:v>31-12-2008</c:v>
                </c:pt>
                <c:pt idx="2253">
                  <c:v>01-01-2009</c:v>
                </c:pt>
                <c:pt idx="2254">
                  <c:v>02-01-2009</c:v>
                </c:pt>
                <c:pt idx="2255">
                  <c:v>05-01-2009</c:v>
                </c:pt>
                <c:pt idx="2256">
                  <c:v>06-01-2009</c:v>
                </c:pt>
                <c:pt idx="2257">
                  <c:v>07-01-2009</c:v>
                </c:pt>
                <c:pt idx="2258">
                  <c:v>09-01-2009</c:v>
                </c:pt>
                <c:pt idx="2259">
                  <c:v>12-01-2009</c:v>
                </c:pt>
                <c:pt idx="2260">
                  <c:v>13-01-2009</c:v>
                </c:pt>
                <c:pt idx="2261">
                  <c:v>14-01-2009</c:v>
                </c:pt>
                <c:pt idx="2262">
                  <c:v>15-01-2009</c:v>
                </c:pt>
                <c:pt idx="2263">
                  <c:v>16-01-2009</c:v>
                </c:pt>
                <c:pt idx="2264">
                  <c:v>19-01-2009</c:v>
                </c:pt>
                <c:pt idx="2265">
                  <c:v>20-01-2009</c:v>
                </c:pt>
                <c:pt idx="2266">
                  <c:v>21-01-2009</c:v>
                </c:pt>
                <c:pt idx="2267">
                  <c:v>22-01-2009</c:v>
                </c:pt>
                <c:pt idx="2268">
                  <c:v>23-01-2009</c:v>
                </c:pt>
                <c:pt idx="2269">
                  <c:v>27-01-2009</c:v>
                </c:pt>
                <c:pt idx="2270">
                  <c:v>28-01-2009</c:v>
                </c:pt>
                <c:pt idx="2271">
                  <c:v>29-01-2009</c:v>
                </c:pt>
                <c:pt idx="2272">
                  <c:v>30-01-2009</c:v>
                </c:pt>
                <c:pt idx="2273">
                  <c:v>02-02-2009</c:v>
                </c:pt>
                <c:pt idx="2274">
                  <c:v>03-02-2009</c:v>
                </c:pt>
                <c:pt idx="2275">
                  <c:v>04-02-2009</c:v>
                </c:pt>
                <c:pt idx="2276">
                  <c:v>05-02-2009</c:v>
                </c:pt>
                <c:pt idx="2277">
                  <c:v>06-02-2009</c:v>
                </c:pt>
                <c:pt idx="2278">
                  <c:v>09-02-2009</c:v>
                </c:pt>
                <c:pt idx="2279">
                  <c:v>10-02-2009</c:v>
                </c:pt>
                <c:pt idx="2280">
                  <c:v>11-02-2009</c:v>
                </c:pt>
                <c:pt idx="2281">
                  <c:v>12-02-2009</c:v>
                </c:pt>
                <c:pt idx="2282">
                  <c:v>13-02-2009</c:v>
                </c:pt>
                <c:pt idx="2283">
                  <c:v>16-02-2009</c:v>
                </c:pt>
                <c:pt idx="2284">
                  <c:v>17-02-2009</c:v>
                </c:pt>
                <c:pt idx="2285">
                  <c:v>18-02-2009</c:v>
                </c:pt>
                <c:pt idx="2286">
                  <c:v>19-02-2009</c:v>
                </c:pt>
                <c:pt idx="2287">
                  <c:v>20-02-2009</c:v>
                </c:pt>
                <c:pt idx="2288">
                  <c:v>24-02-2009</c:v>
                </c:pt>
                <c:pt idx="2289">
                  <c:v>25-02-2009</c:v>
                </c:pt>
                <c:pt idx="2290">
                  <c:v>26-02-2009</c:v>
                </c:pt>
                <c:pt idx="2291">
                  <c:v>27-02-2009</c:v>
                </c:pt>
                <c:pt idx="2292">
                  <c:v>02-03-2009</c:v>
                </c:pt>
                <c:pt idx="2293">
                  <c:v>03-03-2009</c:v>
                </c:pt>
                <c:pt idx="2294">
                  <c:v>04-03-2009</c:v>
                </c:pt>
                <c:pt idx="2295">
                  <c:v>05-03-2009</c:v>
                </c:pt>
                <c:pt idx="2296">
                  <c:v>06-03-2009</c:v>
                </c:pt>
                <c:pt idx="2297">
                  <c:v>09-03-2009</c:v>
                </c:pt>
                <c:pt idx="2298">
                  <c:v>12-03-2009</c:v>
                </c:pt>
                <c:pt idx="2299">
                  <c:v>13-03-2009</c:v>
                </c:pt>
                <c:pt idx="2300">
                  <c:v>16-03-2009</c:v>
                </c:pt>
                <c:pt idx="2301">
                  <c:v>17-03-2009</c:v>
                </c:pt>
                <c:pt idx="2302">
                  <c:v>18-03-2009</c:v>
                </c:pt>
                <c:pt idx="2303">
                  <c:v>19-03-2009</c:v>
                </c:pt>
                <c:pt idx="2304">
                  <c:v>20-03-2009</c:v>
                </c:pt>
                <c:pt idx="2305">
                  <c:v>23-03-2009</c:v>
                </c:pt>
                <c:pt idx="2306">
                  <c:v>24-03-2009</c:v>
                </c:pt>
                <c:pt idx="2307">
                  <c:v>25-03-2009</c:v>
                </c:pt>
                <c:pt idx="2308">
                  <c:v>26-03-2009</c:v>
                </c:pt>
                <c:pt idx="2309">
                  <c:v>27-03-2009</c:v>
                </c:pt>
                <c:pt idx="2310">
                  <c:v>30-03-2009</c:v>
                </c:pt>
                <c:pt idx="2311">
                  <c:v>31-03-2009</c:v>
                </c:pt>
                <c:pt idx="2312">
                  <c:v>01-04-2009</c:v>
                </c:pt>
                <c:pt idx="2313">
                  <c:v>02-04-2009</c:v>
                </c:pt>
                <c:pt idx="2314">
                  <c:v>06-04-2009</c:v>
                </c:pt>
                <c:pt idx="2315">
                  <c:v>08-04-2009</c:v>
                </c:pt>
                <c:pt idx="2316">
                  <c:v>09-04-2009</c:v>
                </c:pt>
                <c:pt idx="2317">
                  <c:v>13-04-2009</c:v>
                </c:pt>
                <c:pt idx="2318">
                  <c:v>15-04-2009</c:v>
                </c:pt>
                <c:pt idx="2319">
                  <c:v>16-04-2009</c:v>
                </c:pt>
                <c:pt idx="2320">
                  <c:v>17-04-2009</c:v>
                </c:pt>
                <c:pt idx="2321">
                  <c:v>20-04-2009</c:v>
                </c:pt>
                <c:pt idx="2322">
                  <c:v>21-04-2009</c:v>
                </c:pt>
                <c:pt idx="2323">
                  <c:v>22-04-2009</c:v>
                </c:pt>
                <c:pt idx="2324">
                  <c:v>23-04-2009</c:v>
                </c:pt>
                <c:pt idx="2325">
                  <c:v>24-04-2009</c:v>
                </c:pt>
                <c:pt idx="2326">
                  <c:v>27-04-2009</c:v>
                </c:pt>
                <c:pt idx="2327">
                  <c:v>28-04-2009</c:v>
                </c:pt>
                <c:pt idx="2328">
                  <c:v>29-04-2009</c:v>
                </c:pt>
                <c:pt idx="2329">
                  <c:v>04-05-2009</c:v>
                </c:pt>
                <c:pt idx="2330">
                  <c:v>05-05-2009</c:v>
                </c:pt>
                <c:pt idx="2331">
                  <c:v>06-05-2009</c:v>
                </c:pt>
                <c:pt idx="2332">
                  <c:v>07-05-2009</c:v>
                </c:pt>
                <c:pt idx="2333">
                  <c:v>08-05-2009</c:v>
                </c:pt>
                <c:pt idx="2334">
                  <c:v>11-05-2009</c:v>
                </c:pt>
                <c:pt idx="2335">
                  <c:v>12-05-2009</c:v>
                </c:pt>
                <c:pt idx="2336">
                  <c:v>13-05-2009</c:v>
                </c:pt>
                <c:pt idx="2337">
                  <c:v>14-05-2009</c:v>
                </c:pt>
                <c:pt idx="2338">
                  <c:v>15-05-2009</c:v>
                </c:pt>
                <c:pt idx="2339">
                  <c:v>18-05-2009</c:v>
                </c:pt>
                <c:pt idx="2340">
                  <c:v>19-05-2009</c:v>
                </c:pt>
                <c:pt idx="2341">
                  <c:v>20-05-2009</c:v>
                </c:pt>
                <c:pt idx="2342">
                  <c:v>21-05-2009</c:v>
                </c:pt>
                <c:pt idx="2343">
                  <c:v>22-05-2009</c:v>
                </c:pt>
                <c:pt idx="2344">
                  <c:v>25-05-2009</c:v>
                </c:pt>
                <c:pt idx="2345">
                  <c:v>26-05-2009</c:v>
                </c:pt>
                <c:pt idx="2346">
                  <c:v>27-05-2009</c:v>
                </c:pt>
                <c:pt idx="2347">
                  <c:v>28-05-2009</c:v>
                </c:pt>
                <c:pt idx="2348">
                  <c:v>29-05-2009</c:v>
                </c:pt>
                <c:pt idx="2349">
                  <c:v>01-06-2009</c:v>
                </c:pt>
                <c:pt idx="2350">
                  <c:v>02-06-2009</c:v>
                </c:pt>
                <c:pt idx="2351">
                  <c:v>03-06-2009</c:v>
                </c:pt>
                <c:pt idx="2352">
                  <c:v>04-06-2009</c:v>
                </c:pt>
                <c:pt idx="2353">
                  <c:v>05-06-2009</c:v>
                </c:pt>
                <c:pt idx="2354">
                  <c:v>08-06-2009</c:v>
                </c:pt>
                <c:pt idx="2355">
                  <c:v>09-06-2009</c:v>
                </c:pt>
                <c:pt idx="2356">
                  <c:v>10-06-2009</c:v>
                </c:pt>
                <c:pt idx="2357">
                  <c:v>11-06-2009</c:v>
                </c:pt>
                <c:pt idx="2358">
                  <c:v>12-06-2009</c:v>
                </c:pt>
                <c:pt idx="2359">
                  <c:v>15-06-2009</c:v>
                </c:pt>
                <c:pt idx="2360">
                  <c:v>16-06-2009</c:v>
                </c:pt>
                <c:pt idx="2361">
                  <c:v>17-06-2009</c:v>
                </c:pt>
                <c:pt idx="2362">
                  <c:v>18-06-2009</c:v>
                </c:pt>
                <c:pt idx="2363">
                  <c:v>19-06-2009</c:v>
                </c:pt>
                <c:pt idx="2364">
                  <c:v>22-06-2009</c:v>
                </c:pt>
                <c:pt idx="2365">
                  <c:v>23-06-2009</c:v>
                </c:pt>
                <c:pt idx="2366">
                  <c:v>24-06-2009</c:v>
                </c:pt>
                <c:pt idx="2367">
                  <c:v>25-06-2009</c:v>
                </c:pt>
                <c:pt idx="2368">
                  <c:v>26-06-2009</c:v>
                </c:pt>
                <c:pt idx="2369">
                  <c:v>29-06-2009</c:v>
                </c:pt>
                <c:pt idx="2370">
                  <c:v>30-06-2009</c:v>
                </c:pt>
                <c:pt idx="2371">
                  <c:v>01-07-2009</c:v>
                </c:pt>
                <c:pt idx="2372">
                  <c:v>02-07-2009</c:v>
                </c:pt>
                <c:pt idx="2373">
                  <c:v>03-07-2009</c:v>
                </c:pt>
                <c:pt idx="2374">
                  <c:v>06-07-2009</c:v>
                </c:pt>
                <c:pt idx="2375">
                  <c:v>07-07-2009</c:v>
                </c:pt>
                <c:pt idx="2376">
                  <c:v>08-07-2009</c:v>
                </c:pt>
                <c:pt idx="2377">
                  <c:v>09-07-2009</c:v>
                </c:pt>
                <c:pt idx="2378">
                  <c:v>10-07-2009</c:v>
                </c:pt>
                <c:pt idx="2379">
                  <c:v>13-07-2009</c:v>
                </c:pt>
                <c:pt idx="2380">
                  <c:v>14-07-2009</c:v>
                </c:pt>
                <c:pt idx="2381">
                  <c:v>15-07-2009</c:v>
                </c:pt>
                <c:pt idx="2382">
                  <c:v>16-07-2009</c:v>
                </c:pt>
                <c:pt idx="2383">
                  <c:v>17-07-2009</c:v>
                </c:pt>
                <c:pt idx="2384">
                  <c:v>20-07-2009</c:v>
                </c:pt>
                <c:pt idx="2385">
                  <c:v>21-07-2009</c:v>
                </c:pt>
                <c:pt idx="2386">
                  <c:v>22-07-2009</c:v>
                </c:pt>
                <c:pt idx="2387">
                  <c:v>23-07-2009</c:v>
                </c:pt>
                <c:pt idx="2388">
                  <c:v>24-07-2009</c:v>
                </c:pt>
                <c:pt idx="2389">
                  <c:v>27-07-2009</c:v>
                </c:pt>
                <c:pt idx="2390">
                  <c:v>28-07-2009</c:v>
                </c:pt>
                <c:pt idx="2391">
                  <c:v>29-07-2009</c:v>
                </c:pt>
                <c:pt idx="2392">
                  <c:v>30-07-2009</c:v>
                </c:pt>
                <c:pt idx="2393">
                  <c:v>31-07-2009</c:v>
                </c:pt>
                <c:pt idx="2394">
                  <c:v>03-08-2009</c:v>
                </c:pt>
                <c:pt idx="2395">
                  <c:v>04-08-2009</c:v>
                </c:pt>
                <c:pt idx="2396">
                  <c:v>05-08-2009</c:v>
                </c:pt>
                <c:pt idx="2397">
                  <c:v>06-08-2009</c:v>
                </c:pt>
                <c:pt idx="2398">
                  <c:v>07-08-2009</c:v>
                </c:pt>
                <c:pt idx="2399">
                  <c:v>10-08-2009</c:v>
                </c:pt>
                <c:pt idx="2400">
                  <c:v>11-08-2009</c:v>
                </c:pt>
                <c:pt idx="2401">
                  <c:v>12-08-2009</c:v>
                </c:pt>
                <c:pt idx="2402">
                  <c:v>13-08-2009</c:v>
                </c:pt>
                <c:pt idx="2403">
                  <c:v>14-08-2009</c:v>
                </c:pt>
                <c:pt idx="2404">
                  <c:v>17-08-2009</c:v>
                </c:pt>
                <c:pt idx="2405">
                  <c:v>18-08-2009</c:v>
                </c:pt>
                <c:pt idx="2406">
                  <c:v>19-08-2009</c:v>
                </c:pt>
                <c:pt idx="2407">
                  <c:v>20-08-2009</c:v>
                </c:pt>
                <c:pt idx="2408">
                  <c:v>21-08-2009</c:v>
                </c:pt>
                <c:pt idx="2409">
                  <c:v>24-08-2009</c:v>
                </c:pt>
                <c:pt idx="2410">
                  <c:v>25-08-2009</c:v>
                </c:pt>
                <c:pt idx="2411">
                  <c:v>26-08-2009</c:v>
                </c:pt>
                <c:pt idx="2412">
                  <c:v>27-08-2009</c:v>
                </c:pt>
                <c:pt idx="2413">
                  <c:v>28-08-2009</c:v>
                </c:pt>
                <c:pt idx="2414">
                  <c:v>31-08-2009</c:v>
                </c:pt>
                <c:pt idx="2415">
                  <c:v>01-09-2009</c:v>
                </c:pt>
                <c:pt idx="2416">
                  <c:v>02-09-2009</c:v>
                </c:pt>
                <c:pt idx="2417">
                  <c:v>03-09-2009</c:v>
                </c:pt>
                <c:pt idx="2418">
                  <c:v>04-09-2009</c:v>
                </c:pt>
                <c:pt idx="2419">
                  <c:v>07-09-2009</c:v>
                </c:pt>
                <c:pt idx="2420">
                  <c:v>08-09-2009</c:v>
                </c:pt>
                <c:pt idx="2421">
                  <c:v>09-09-2009</c:v>
                </c:pt>
                <c:pt idx="2422">
                  <c:v>10-09-2009</c:v>
                </c:pt>
                <c:pt idx="2423">
                  <c:v>11-09-2009</c:v>
                </c:pt>
                <c:pt idx="2424">
                  <c:v>14-09-2009</c:v>
                </c:pt>
                <c:pt idx="2425">
                  <c:v>15-09-2009</c:v>
                </c:pt>
                <c:pt idx="2426">
                  <c:v>16-09-2009</c:v>
                </c:pt>
                <c:pt idx="2427">
                  <c:v>17-09-2009</c:v>
                </c:pt>
                <c:pt idx="2428">
                  <c:v>18-09-2009</c:v>
                </c:pt>
                <c:pt idx="2429">
                  <c:v>22-09-2009</c:v>
                </c:pt>
                <c:pt idx="2430">
                  <c:v>23-09-2009</c:v>
                </c:pt>
                <c:pt idx="2431">
                  <c:v>24-09-2009</c:v>
                </c:pt>
                <c:pt idx="2432">
                  <c:v>25-09-2009</c:v>
                </c:pt>
                <c:pt idx="2433">
                  <c:v>29-09-2009</c:v>
                </c:pt>
                <c:pt idx="2434">
                  <c:v>30-09-2009</c:v>
                </c:pt>
                <c:pt idx="2435">
                  <c:v>01-10-2009</c:v>
                </c:pt>
                <c:pt idx="2436">
                  <c:v>05-10-2009</c:v>
                </c:pt>
                <c:pt idx="2437">
                  <c:v>06-10-2009</c:v>
                </c:pt>
                <c:pt idx="2438">
                  <c:v>07-10-2009</c:v>
                </c:pt>
                <c:pt idx="2439">
                  <c:v>08-10-2009</c:v>
                </c:pt>
                <c:pt idx="2440">
                  <c:v>09-10-2009</c:v>
                </c:pt>
                <c:pt idx="2441">
                  <c:v>12-10-2009</c:v>
                </c:pt>
                <c:pt idx="2442">
                  <c:v>14-10-2009</c:v>
                </c:pt>
                <c:pt idx="2443">
                  <c:v>15-10-2009</c:v>
                </c:pt>
                <c:pt idx="2444">
                  <c:v>16-10-2009</c:v>
                </c:pt>
                <c:pt idx="2445">
                  <c:v>17-10-2009</c:v>
                </c:pt>
                <c:pt idx="2446">
                  <c:v>20-10-2009</c:v>
                </c:pt>
                <c:pt idx="2447">
                  <c:v>21-10-2009</c:v>
                </c:pt>
                <c:pt idx="2448">
                  <c:v>22-10-2009</c:v>
                </c:pt>
                <c:pt idx="2449">
                  <c:v>23-10-2009</c:v>
                </c:pt>
                <c:pt idx="2450">
                  <c:v>26-10-2009</c:v>
                </c:pt>
                <c:pt idx="2451">
                  <c:v>27-10-2009</c:v>
                </c:pt>
                <c:pt idx="2452">
                  <c:v>28-10-2009</c:v>
                </c:pt>
                <c:pt idx="2453">
                  <c:v>29-10-2009</c:v>
                </c:pt>
                <c:pt idx="2454">
                  <c:v>30-10-2009</c:v>
                </c:pt>
                <c:pt idx="2455">
                  <c:v>03-11-2009</c:v>
                </c:pt>
                <c:pt idx="2456">
                  <c:v>04-11-2009</c:v>
                </c:pt>
                <c:pt idx="2457">
                  <c:v>05-11-2009</c:v>
                </c:pt>
                <c:pt idx="2458">
                  <c:v>06-11-2009</c:v>
                </c:pt>
                <c:pt idx="2459">
                  <c:v>09-11-2009</c:v>
                </c:pt>
                <c:pt idx="2460">
                  <c:v>10-11-2009</c:v>
                </c:pt>
                <c:pt idx="2461">
                  <c:v>11-11-2009</c:v>
                </c:pt>
                <c:pt idx="2462">
                  <c:v>12-11-2009</c:v>
                </c:pt>
                <c:pt idx="2463">
                  <c:v>13-11-2009</c:v>
                </c:pt>
                <c:pt idx="2464">
                  <c:v>16-11-2009</c:v>
                </c:pt>
                <c:pt idx="2465">
                  <c:v>17-11-2009</c:v>
                </c:pt>
                <c:pt idx="2466">
                  <c:v>18-11-2009</c:v>
                </c:pt>
                <c:pt idx="2467">
                  <c:v>19-11-2009</c:v>
                </c:pt>
                <c:pt idx="2468">
                  <c:v>20-11-2009</c:v>
                </c:pt>
                <c:pt idx="2469">
                  <c:v>23-11-2009</c:v>
                </c:pt>
                <c:pt idx="2470">
                  <c:v>24-11-2009</c:v>
                </c:pt>
                <c:pt idx="2471">
                  <c:v>25-11-2009</c:v>
                </c:pt>
                <c:pt idx="2472">
                  <c:v>26-11-2009</c:v>
                </c:pt>
                <c:pt idx="2473">
                  <c:v>27-11-2009</c:v>
                </c:pt>
                <c:pt idx="2474">
                  <c:v>30-11-2009</c:v>
                </c:pt>
                <c:pt idx="2475">
                  <c:v>01-12-2009</c:v>
                </c:pt>
                <c:pt idx="2476">
                  <c:v>02-12-2009</c:v>
                </c:pt>
                <c:pt idx="2477">
                  <c:v>03-12-2009</c:v>
                </c:pt>
                <c:pt idx="2478">
                  <c:v>04-12-2009</c:v>
                </c:pt>
                <c:pt idx="2479">
                  <c:v>07-12-2009</c:v>
                </c:pt>
                <c:pt idx="2480">
                  <c:v>08-12-2009</c:v>
                </c:pt>
                <c:pt idx="2481">
                  <c:v>09-12-2009</c:v>
                </c:pt>
                <c:pt idx="2482">
                  <c:v>10-12-2009</c:v>
                </c:pt>
                <c:pt idx="2483">
                  <c:v>11-12-2009</c:v>
                </c:pt>
                <c:pt idx="2484">
                  <c:v>14-12-2009</c:v>
                </c:pt>
                <c:pt idx="2485">
                  <c:v>15-12-2009</c:v>
                </c:pt>
                <c:pt idx="2486">
                  <c:v>16-12-2009</c:v>
                </c:pt>
                <c:pt idx="2487">
                  <c:v>17-12-2009</c:v>
                </c:pt>
                <c:pt idx="2488">
                  <c:v>18-12-2009</c:v>
                </c:pt>
                <c:pt idx="2489">
                  <c:v>21-12-2009</c:v>
                </c:pt>
                <c:pt idx="2490">
                  <c:v>22-12-2009</c:v>
                </c:pt>
                <c:pt idx="2491">
                  <c:v>23-12-2009</c:v>
                </c:pt>
                <c:pt idx="2492">
                  <c:v>24-12-2009</c:v>
                </c:pt>
                <c:pt idx="2493">
                  <c:v>29-12-2009</c:v>
                </c:pt>
                <c:pt idx="2494">
                  <c:v>30-12-2009</c:v>
                </c:pt>
                <c:pt idx="2495">
                  <c:v>31-12-2009</c:v>
                </c:pt>
                <c:pt idx="2496">
                  <c:v>04-01-2010</c:v>
                </c:pt>
                <c:pt idx="2497">
                  <c:v>05-01-2010</c:v>
                </c:pt>
                <c:pt idx="2498">
                  <c:v>06-01-2010</c:v>
                </c:pt>
                <c:pt idx="2499">
                  <c:v>07-01-2010</c:v>
                </c:pt>
                <c:pt idx="2500">
                  <c:v>08-01-2010</c:v>
                </c:pt>
                <c:pt idx="2501">
                  <c:v>11-01-2010</c:v>
                </c:pt>
                <c:pt idx="2502">
                  <c:v>12-01-2010</c:v>
                </c:pt>
                <c:pt idx="2503">
                  <c:v>13-01-2010</c:v>
                </c:pt>
                <c:pt idx="2504">
                  <c:v>14-01-2010</c:v>
                </c:pt>
                <c:pt idx="2505">
                  <c:v>15-01-2010</c:v>
                </c:pt>
                <c:pt idx="2506">
                  <c:v>18-01-2010</c:v>
                </c:pt>
                <c:pt idx="2507">
                  <c:v>19-01-2010</c:v>
                </c:pt>
                <c:pt idx="2508">
                  <c:v>20-01-2010</c:v>
                </c:pt>
                <c:pt idx="2509">
                  <c:v>21-01-2010</c:v>
                </c:pt>
                <c:pt idx="2510">
                  <c:v>22-01-2010</c:v>
                </c:pt>
                <c:pt idx="2511">
                  <c:v>25-01-2010</c:v>
                </c:pt>
                <c:pt idx="2512">
                  <c:v>27-01-2010</c:v>
                </c:pt>
                <c:pt idx="2513">
                  <c:v>28-01-2010</c:v>
                </c:pt>
                <c:pt idx="2514">
                  <c:v>29-01-2010</c:v>
                </c:pt>
                <c:pt idx="2515">
                  <c:v>01-02-2010</c:v>
                </c:pt>
                <c:pt idx="2516">
                  <c:v>02-02-2010</c:v>
                </c:pt>
                <c:pt idx="2517">
                  <c:v>03-02-2010</c:v>
                </c:pt>
                <c:pt idx="2518">
                  <c:v>04-02-2010</c:v>
                </c:pt>
                <c:pt idx="2519">
                  <c:v>05-02-2010</c:v>
                </c:pt>
                <c:pt idx="2520">
                  <c:v>06-02-2010</c:v>
                </c:pt>
                <c:pt idx="2521">
                  <c:v>08-02-2010</c:v>
                </c:pt>
                <c:pt idx="2522">
                  <c:v>09-02-2010</c:v>
                </c:pt>
                <c:pt idx="2523">
                  <c:v>10-02-2010</c:v>
                </c:pt>
                <c:pt idx="2524">
                  <c:v>11-02-2010</c:v>
                </c:pt>
                <c:pt idx="2525">
                  <c:v>15-02-2010</c:v>
                </c:pt>
                <c:pt idx="2526">
                  <c:v>16-02-2010</c:v>
                </c:pt>
                <c:pt idx="2527">
                  <c:v>17-02-2010</c:v>
                </c:pt>
                <c:pt idx="2528">
                  <c:v>18-02-2010</c:v>
                </c:pt>
                <c:pt idx="2529">
                  <c:v>19-02-2010</c:v>
                </c:pt>
                <c:pt idx="2530">
                  <c:v>22-02-2010</c:v>
                </c:pt>
                <c:pt idx="2531">
                  <c:v>23-02-2010</c:v>
                </c:pt>
                <c:pt idx="2532">
                  <c:v>24-02-2010</c:v>
                </c:pt>
                <c:pt idx="2533">
                  <c:v>25-02-2010</c:v>
                </c:pt>
                <c:pt idx="2534">
                  <c:v>26-02-2010</c:v>
                </c:pt>
                <c:pt idx="2535">
                  <c:v>02-03-2010</c:v>
                </c:pt>
                <c:pt idx="2536">
                  <c:v>03-03-2010</c:v>
                </c:pt>
                <c:pt idx="2537">
                  <c:v>04-03-2010</c:v>
                </c:pt>
                <c:pt idx="2538">
                  <c:v>05-03-2010</c:v>
                </c:pt>
                <c:pt idx="2539">
                  <c:v>08-03-2010</c:v>
                </c:pt>
                <c:pt idx="2540">
                  <c:v>09-03-2010</c:v>
                </c:pt>
                <c:pt idx="2541">
                  <c:v>10-03-2010</c:v>
                </c:pt>
                <c:pt idx="2542">
                  <c:v>11-03-2010</c:v>
                </c:pt>
                <c:pt idx="2543">
                  <c:v>12-03-2010</c:v>
                </c:pt>
                <c:pt idx="2544">
                  <c:v>15-03-2010</c:v>
                </c:pt>
                <c:pt idx="2545">
                  <c:v>16-03-2010</c:v>
                </c:pt>
                <c:pt idx="2546">
                  <c:v>17-03-2010</c:v>
                </c:pt>
                <c:pt idx="2547">
                  <c:v>18-03-2010</c:v>
                </c:pt>
                <c:pt idx="2548">
                  <c:v>19-03-2010</c:v>
                </c:pt>
                <c:pt idx="2549">
                  <c:v>22-03-2010</c:v>
                </c:pt>
                <c:pt idx="2550">
                  <c:v>23-03-2010</c:v>
                </c:pt>
                <c:pt idx="2551">
                  <c:v>25-03-2010</c:v>
                </c:pt>
                <c:pt idx="2552">
                  <c:v>26-03-2010</c:v>
                </c:pt>
                <c:pt idx="2553">
                  <c:v>29-03-2010</c:v>
                </c:pt>
                <c:pt idx="2554">
                  <c:v>30-03-2010</c:v>
                </c:pt>
                <c:pt idx="2555">
                  <c:v>31-03-2010</c:v>
                </c:pt>
                <c:pt idx="2556">
                  <c:v>01-04-2010</c:v>
                </c:pt>
                <c:pt idx="2557">
                  <c:v>05-04-2010</c:v>
                </c:pt>
                <c:pt idx="2558">
                  <c:v>06-04-2010</c:v>
                </c:pt>
                <c:pt idx="2559">
                  <c:v>07-04-2010</c:v>
                </c:pt>
                <c:pt idx="2560">
                  <c:v>08-04-2010</c:v>
                </c:pt>
                <c:pt idx="2561">
                  <c:v>09-04-2010</c:v>
                </c:pt>
                <c:pt idx="2562">
                  <c:v>12-04-2010</c:v>
                </c:pt>
                <c:pt idx="2563">
                  <c:v>13-04-2010</c:v>
                </c:pt>
                <c:pt idx="2564">
                  <c:v>15-04-2010</c:v>
                </c:pt>
                <c:pt idx="2565">
                  <c:v>16-04-2010</c:v>
                </c:pt>
                <c:pt idx="2566">
                  <c:v>19-04-2010</c:v>
                </c:pt>
                <c:pt idx="2567">
                  <c:v>20-04-2010</c:v>
                </c:pt>
                <c:pt idx="2568">
                  <c:v>21-04-2010</c:v>
                </c:pt>
                <c:pt idx="2569">
                  <c:v>22-04-2010</c:v>
                </c:pt>
                <c:pt idx="2570">
                  <c:v>23-04-2010</c:v>
                </c:pt>
                <c:pt idx="2571">
                  <c:v>26-04-2010</c:v>
                </c:pt>
                <c:pt idx="2572">
                  <c:v>27-04-2010</c:v>
                </c:pt>
                <c:pt idx="2573">
                  <c:v>28-04-2010</c:v>
                </c:pt>
                <c:pt idx="2574">
                  <c:v>29-04-2010</c:v>
                </c:pt>
                <c:pt idx="2575">
                  <c:v>30-04-2010</c:v>
                </c:pt>
                <c:pt idx="2576">
                  <c:v>03-05-2010</c:v>
                </c:pt>
                <c:pt idx="2577">
                  <c:v>04-05-2010</c:v>
                </c:pt>
                <c:pt idx="2578">
                  <c:v>05-05-2010</c:v>
                </c:pt>
                <c:pt idx="2579">
                  <c:v>06-05-2010</c:v>
                </c:pt>
                <c:pt idx="2580">
                  <c:v>07-05-2010</c:v>
                </c:pt>
                <c:pt idx="2581">
                  <c:v>10-05-2010</c:v>
                </c:pt>
                <c:pt idx="2582">
                  <c:v>11-05-2010</c:v>
                </c:pt>
                <c:pt idx="2583">
                  <c:v>12-05-2010</c:v>
                </c:pt>
                <c:pt idx="2584">
                  <c:v>13-05-2010</c:v>
                </c:pt>
                <c:pt idx="2585">
                  <c:v>14-05-2010</c:v>
                </c:pt>
                <c:pt idx="2586">
                  <c:v>17-05-2010</c:v>
                </c:pt>
                <c:pt idx="2587">
                  <c:v>18-05-2010</c:v>
                </c:pt>
                <c:pt idx="2588">
                  <c:v>19-05-2010</c:v>
                </c:pt>
                <c:pt idx="2589">
                  <c:v>20-05-2010</c:v>
                </c:pt>
                <c:pt idx="2590">
                  <c:v>21-05-2010</c:v>
                </c:pt>
                <c:pt idx="2591">
                  <c:v>24-05-2010</c:v>
                </c:pt>
                <c:pt idx="2592">
                  <c:v>25-05-2010</c:v>
                </c:pt>
                <c:pt idx="2593">
                  <c:v>26-05-2010</c:v>
                </c:pt>
                <c:pt idx="2594">
                  <c:v>27-05-2010</c:v>
                </c:pt>
                <c:pt idx="2595">
                  <c:v>28-05-2010</c:v>
                </c:pt>
                <c:pt idx="2596">
                  <c:v>31-05-2010</c:v>
                </c:pt>
                <c:pt idx="2597">
                  <c:v>01-06-2010</c:v>
                </c:pt>
                <c:pt idx="2598">
                  <c:v>02-06-2010</c:v>
                </c:pt>
                <c:pt idx="2599">
                  <c:v>03-06-2010</c:v>
                </c:pt>
                <c:pt idx="2600">
                  <c:v>04-06-2010</c:v>
                </c:pt>
                <c:pt idx="2601">
                  <c:v>07-06-2010</c:v>
                </c:pt>
                <c:pt idx="2602">
                  <c:v>08-06-2010</c:v>
                </c:pt>
                <c:pt idx="2603">
                  <c:v>09-06-2010</c:v>
                </c:pt>
                <c:pt idx="2604">
                  <c:v>10-06-2010</c:v>
                </c:pt>
                <c:pt idx="2605">
                  <c:v>11-06-2010</c:v>
                </c:pt>
                <c:pt idx="2606">
                  <c:v>14-06-2010</c:v>
                </c:pt>
                <c:pt idx="2607">
                  <c:v>15-06-2010</c:v>
                </c:pt>
                <c:pt idx="2608">
                  <c:v>16-06-2010</c:v>
                </c:pt>
                <c:pt idx="2609">
                  <c:v>17-06-2010</c:v>
                </c:pt>
                <c:pt idx="2610">
                  <c:v>18-06-2010</c:v>
                </c:pt>
                <c:pt idx="2611">
                  <c:v>21-06-2010</c:v>
                </c:pt>
                <c:pt idx="2612">
                  <c:v>22-06-2010</c:v>
                </c:pt>
                <c:pt idx="2613">
                  <c:v>23-06-2010</c:v>
                </c:pt>
                <c:pt idx="2614">
                  <c:v>24-06-2010</c:v>
                </c:pt>
                <c:pt idx="2615">
                  <c:v>25-06-2010</c:v>
                </c:pt>
                <c:pt idx="2616">
                  <c:v>28-06-2010</c:v>
                </c:pt>
                <c:pt idx="2617">
                  <c:v>29-06-2010</c:v>
                </c:pt>
                <c:pt idx="2618">
                  <c:v>30-06-2010</c:v>
                </c:pt>
                <c:pt idx="2619">
                  <c:v>01-07-2010</c:v>
                </c:pt>
                <c:pt idx="2620">
                  <c:v>02-07-2010</c:v>
                </c:pt>
                <c:pt idx="2621">
                  <c:v>05-07-2010</c:v>
                </c:pt>
                <c:pt idx="2622">
                  <c:v>06-07-2010</c:v>
                </c:pt>
                <c:pt idx="2623">
                  <c:v>07-07-2010</c:v>
                </c:pt>
                <c:pt idx="2624">
                  <c:v>08-07-2010</c:v>
                </c:pt>
                <c:pt idx="2625">
                  <c:v>09-07-2010</c:v>
                </c:pt>
                <c:pt idx="2626">
                  <c:v>12-07-2010</c:v>
                </c:pt>
                <c:pt idx="2627">
                  <c:v>13-07-2010</c:v>
                </c:pt>
                <c:pt idx="2628">
                  <c:v>14-07-2010</c:v>
                </c:pt>
                <c:pt idx="2629">
                  <c:v>15-07-2010</c:v>
                </c:pt>
                <c:pt idx="2630">
                  <c:v>16-07-2010</c:v>
                </c:pt>
                <c:pt idx="2631">
                  <c:v>19-07-2010</c:v>
                </c:pt>
                <c:pt idx="2632">
                  <c:v>20-07-2010</c:v>
                </c:pt>
                <c:pt idx="2633">
                  <c:v>21-07-2010</c:v>
                </c:pt>
                <c:pt idx="2634">
                  <c:v>22-07-2010</c:v>
                </c:pt>
                <c:pt idx="2635">
                  <c:v>23-07-2010</c:v>
                </c:pt>
                <c:pt idx="2636">
                  <c:v>26-07-2010</c:v>
                </c:pt>
                <c:pt idx="2637">
                  <c:v>27-07-2010</c:v>
                </c:pt>
                <c:pt idx="2638">
                  <c:v>28-07-2010</c:v>
                </c:pt>
                <c:pt idx="2639">
                  <c:v>29-07-2010</c:v>
                </c:pt>
                <c:pt idx="2640">
                  <c:v>30-07-2010</c:v>
                </c:pt>
                <c:pt idx="2641">
                  <c:v>02-08-2010</c:v>
                </c:pt>
                <c:pt idx="2642">
                  <c:v>03-08-2010</c:v>
                </c:pt>
                <c:pt idx="2643">
                  <c:v>04-08-2010</c:v>
                </c:pt>
                <c:pt idx="2644">
                  <c:v>05-08-2010</c:v>
                </c:pt>
                <c:pt idx="2645">
                  <c:v>06-08-2010</c:v>
                </c:pt>
                <c:pt idx="2646">
                  <c:v>09-08-2010</c:v>
                </c:pt>
                <c:pt idx="2647">
                  <c:v>10-08-2010</c:v>
                </c:pt>
                <c:pt idx="2648">
                  <c:v>11-08-2010</c:v>
                </c:pt>
                <c:pt idx="2649">
                  <c:v>12-08-2010</c:v>
                </c:pt>
                <c:pt idx="2650">
                  <c:v>13-08-2010</c:v>
                </c:pt>
                <c:pt idx="2651">
                  <c:v>16-08-2010</c:v>
                </c:pt>
                <c:pt idx="2652">
                  <c:v>17-08-2010</c:v>
                </c:pt>
                <c:pt idx="2653">
                  <c:v>18-08-2010</c:v>
                </c:pt>
                <c:pt idx="2654">
                  <c:v>19-08-2010</c:v>
                </c:pt>
                <c:pt idx="2655">
                  <c:v>20-08-2010</c:v>
                </c:pt>
                <c:pt idx="2656">
                  <c:v>23-08-2010</c:v>
                </c:pt>
                <c:pt idx="2657">
                  <c:v>24-08-2010</c:v>
                </c:pt>
                <c:pt idx="2658">
                  <c:v>25-08-2010</c:v>
                </c:pt>
                <c:pt idx="2659">
                  <c:v>26-08-2010</c:v>
                </c:pt>
                <c:pt idx="2660">
                  <c:v>27-08-2010</c:v>
                </c:pt>
                <c:pt idx="2661">
                  <c:v>30-08-2010</c:v>
                </c:pt>
                <c:pt idx="2662">
                  <c:v>31-08-2010</c:v>
                </c:pt>
                <c:pt idx="2663">
                  <c:v>01-09-2010</c:v>
                </c:pt>
                <c:pt idx="2664">
                  <c:v>02-09-2010</c:v>
                </c:pt>
                <c:pt idx="2665">
                  <c:v>03-09-2010</c:v>
                </c:pt>
                <c:pt idx="2666">
                  <c:v>06-09-2010</c:v>
                </c:pt>
                <c:pt idx="2667">
                  <c:v>07-09-2010</c:v>
                </c:pt>
                <c:pt idx="2668">
                  <c:v>08-09-2010</c:v>
                </c:pt>
                <c:pt idx="2669">
                  <c:v>09-09-2010</c:v>
                </c:pt>
                <c:pt idx="2670">
                  <c:v>13-09-2010</c:v>
                </c:pt>
                <c:pt idx="2671">
                  <c:v>14-09-2010</c:v>
                </c:pt>
                <c:pt idx="2672">
                  <c:v>15-09-2010</c:v>
                </c:pt>
                <c:pt idx="2673">
                  <c:v>16-09-2010</c:v>
                </c:pt>
                <c:pt idx="2674">
                  <c:v>17-09-2010</c:v>
                </c:pt>
                <c:pt idx="2675">
                  <c:v>20-09-2010</c:v>
                </c:pt>
                <c:pt idx="2676">
                  <c:v>21-09-2010</c:v>
                </c:pt>
                <c:pt idx="2677">
                  <c:v>22-09-2010</c:v>
                </c:pt>
                <c:pt idx="2678">
                  <c:v>23-09-2010</c:v>
                </c:pt>
                <c:pt idx="2679">
                  <c:v>24-09-2010</c:v>
                </c:pt>
                <c:pt idx="2680">
                  <c:v>27-09-2010</c:v>
                </c:pt>
                <c:pt idx="2681">
                  <c:v>28-09-2010</c:v>
                </c:pt>
                <c:pt idx="2682">
                  <c:v>29-09-2010</c:v>
                </c:pt>
                <c:pt idx="2683">
                  <c:v>30-09-2010</c:v>
                </c:pt>
                <c:pt idx="2684">
                  <c:v>01-10-2010</c:v>
                </c:pt>
                <c:pt idx="2685">
                  <c:v>04-10-2010</c:v>
                </c:pt>
                <c:pt idx="2686">
                  <c:v>05-10-2010</c:v>
                </c:pt>
                <c:pt idx="2687">
                  <c:v>06-10-2010</c:v>
                </c:pt>
                <c:pt idx="2688">
                  <c:v>07-10-2010</c:v>
                </c:pt>
                <c:pt idx="2689">
                  <c:v>08-10-2010</c:v>
                </c:pt>
                <c:pt idx="2690">
                  <c:v>11-10-2010</c:v>
                </c:pt>
                <c:pt idx="2691">
                  <c:v>12-10-2010</c:v>
                </c:pt>
                <c:pt idx="2692">
                  <c:v>13-10-2010</c:v>
                </c:pt>
                <c:pt idx="2693">
                  <c:v>14-10-2010</c:v>
                </c:pt>
                <c:pt idx="2694">
                  <c:v>15-10-2010</c:v>
                </c:pt>
                <c:pt idx="2695">
                  <c:v>18-10-2010</c:v>
                </c:pt>
                <c:pt idx="2696">
                  <c:v>19-10-2010</c:v>
                </c:pt>
                <c:pt idx="2697">
                  <c:v>20-10-2010</c:v>
                </c:pt>
                <c:pt idx="2698">
                  <c:v>21-10-2010</c:v>
                </c:pt>
                <c:pt idx="2699">
                  <c:v>22-10-2010</c:v>
                </c:pt>
                <c:pt idx="2700">
                  <c:v>25-10-2010</c:v>
                </c:pt>
                <c:pt idx="2701">
                  <c:v>26-10-2010</c:v>
                </c:pt>
                <c:pt idx="2702">
                  <c:v>27-10-2010</c:v>
                </c:pt>
                <c:pt idx="2703">
                  <c:v>28-10-2010</c:v>
                </c:pt>
                <c:pt idx="2704">
                  <c:v>29-10-2010</c:v>
                </c:pt>
                <c:pt idx="2705">
                  <c:v>01-11-2010</c:v>
                </c:pt>
                <c:pt idx="2706">
                  <c:v>02-11-2010</c:v>
                </c:pt>
                <c:pt idx="2707">
                  <c:v>03-11-2010</c:v>
                </c:pt>
                <c:pt idx="2708">
                  <c:v>04-11-2010</c:v>
                </c:pt>
                <c:pt idx="2709">
                  <c:v>05-11-2010</c:v>
                </c:pt>
                <c:pt idx="2710">
                  <c:v>08-11-2010</c:v>
                </c:pt>
                <c:pt idx="2711">
                  <c:v>09-11-2010</c:v>
                </c:pt>
                <c:pt idx="2712">
                  <c:v>10-11-2010</c:v>
                </c:pt>
                <c:pt idx="2713">
                  <c:v>11-11-2010</c:v>
                </c:pt>
                <c:pt idx="2714">
                  <c:v>12-11-2010</c:v>
                </c:pt>
                <c:pt idx="2715">
                  <c:v>15-11-2010</c:v>
                </c:pt>
                <c:pt idx="2716">
                  <c:v>16-11-2010</c:v>
                </c:pt>
                <c:pt idx="2717">
                  <c:v>18-11-2010</c:v>
                </c:pt>
                <c:pt idx="2718">
                  <c:v>19-11-2010</c:v>
                </c:pt>
                <c:pt idx="2719">
                  <c:v>22-11-2010</c:v>
                </c:pt>
                <c:pt idx="2720">
                  <c:v>23-11-2010</c:v>
                </c:pt>
                <c:pt idx="2721">
                  <c:v>24-11-2010</c:v>
                </c:pt>
                <c:pt idx="2722">
                  <c:v>25-11-2010</c:v>
                </c:pt>
                <c:pt idx="2723">
                  <c:v>26-11-2010</c:v>
                </c:pt>
                <c:pt idx="2724">
                  <c:v>29-11-2010</c:v>
                </c:pt>
                <c:pt idx="2725">
                  <c:v>30-11-2010</c:v>
                </c:pt>
                <c:pt idx="2726">
                  <c:v>01-12-2010</c:v>
                </c:pt>
                <c:pt idx="2727">
                  <c:v>02-12-2010</c:v>
                </c:pt>
                <c:pt idx="2728">
                  <c:v>03-12-2010</c:v>
                </c:pt>
                <c:pt idx="2729">
                  <c:v>06-12-2010</c:v>
                </c:pt>
                <c:pt idx="2730">
                  <c:v>07-12-2010</c:v>
                </c:pt>
                <c:pt idx="2731">
                  <c:v>08-12-2010</c:v>
                </c:pt>
                <c:pt idx="2732">
                  <c:v>09-12-2010</c:v>
                </c:pt>
                <c:pt idx="2733">
                  <c:v>10-12-2010</c:v>
                </c:pt>
                <c:pt idx="2734">
                  <c:v>13-12-2010</c:v>
                </c:pt>
                <c:pt idx="2735">
                  <c:v>14-12-2010</c:v>
                </c:pt>
                <c:pt idx="2736">
                  <c:v>15-12-2010</c:v>
                </c:pt>
                <c:pt idx="2737">
                  <c:v>16-12-2010</c:v>
                </c:pt>
                <c:pt idx="2738">
                  <c:v>20-12-2010</c:v>
                </c:pt>
                <c:pt idx="2739">
                  <c:v>21-12-2010</c:v>
                </c:pt>
                <c:pt idx="2740">
                  <c:v>22-12-2010</c:v>
                </c:pt>
                <c:pt idx="2741">
                  <c:v>23-12-2010</c:v>
                </c:pt>
                <c:pt idx="2742">
                  <c:v>24-12-2010</c:v>
                </c:pt>
                <c:pt idx="2743">
                  <c:v>27-12-2010</c:v>
                </c:pt>
                <c:pt idx="2744">
                  <c:v>28-12-2010</c:v>
                </c:pt>
                <c:pt idx="2745">
                  <c:v>29-12-2010</c:v>
                </c:pt>
                <c:pt idx="2746">
                  <c:v>30-12-2010</c:v>
                </c:pt>
                <c:pt idx="2747">
                  <c:v>31-12-2010</c:v>
                </c:pt>
                <c:pt idx="2748">
                  <c:v>03-01-2011</c:v>
                </c:pt>
                <c:pt idx="2749">
                  <c:v>04-01-2011</c:v>
                </c:pt>
                <c:pt idx="2750">
                  <c:v>05-01-2011</c:v>
                </c:pt>
                <c:pt idx="2751">
                  <c:v>06-01-2011</c:v>
                </c:pt>
                <c:pt idx="2752">
                  <c:v>07-01-2011</c:v>
                </c:pt>
                <c:pt idx="2753">
                  <c:v>10-01-2011</c:v>
                </c:pt>
                <c:pt idx="2754">
                  <c:v>11-01-2011</c:v>
                </c:pt>
                <c:pt idx="2755">
                  <c:v>12-01-2011</c:v>
                </c:pt>
                <c:pt idx="2756">
                  <c:v>13-01-2011</c:v>
                </c:pt>
                <c:pt idx="2757">
                  <c:v>14-01-2011</c:v>
                </c:pt>
                <c:pt idx="2758">
                  <c:v>17-01-2011</c:v>
                </c:pt>
                <c:pt idx="2759">
                  <c:v>18-01-2011</c:v>
                </c:pt>
                <c:pt idx="2760">
                  <c:v>19-01-2011</c:v>
                </c:pt>
                <c:pt idx="2761">
                  <c:v>20-01-2011</c:v>
                </c:pt>
                <c:pt idx="2762">
                  <c:v>21-01-2011</c:v>
                </c:pt>
                <c:pt idx="2763">
                  <c:v>24-01-2011</c:v>
                </c:pt>
                <c:pt idx="2764">
                  <c:v>25-01-2011</c:v>
                </c:pt>
                <c:pt idx="2765">
                  <c:v>27-01-2011</c:v>
                </c:pt>
                <c:pt idx="2766">
                  <c:v>28-01-2011</c:v>
                </c:pt>
                <c:pt idx="2767">
                  <c:v>31-01-2011</c:v>
                </c:pt>
                <c:pt idx="2768">
                  <c:v>01-02-2011</c:v>
                </c:pt>
                <c:pt idx="2769">
                  <c:v>02-02-2011</c:v>
                </c:pt>
                <c:pt idx="2770">
                  <c:v>03-02-2011</c:v>
                </c:pt>
                <c:pt idx="2771">
                  <c:v>04-02-2011</c:v>
                </c:pt>
                <c:pt idx="2772">
                  <c:v>07-02-2011</c:v>
                </c:pt>
                <c:pt idx="2773">
                  <c:v>08-02-2011</c:v>
                </c:pt>
                <c:pt idx="2774">
                  <c:v>09-02-2011</c:v>
                </c:pt>
                <c:pt idx="2775">
                  <c:v>10-02-2011</c:v>
                </c:pt>
                <c:pt idx="2776">
                  <c:v>11-02-2011</c:v>
                </c:pt>
                <c:pt idx="2777">
                  <c:v>14-02-2011</c:v>
                </c:pt>
                <c:pt idx="2778">
                  <c:v>15-02-2011</c:v>
                </c:pt>
                <c:pt idx="2779">
                  <c:v>16-02-2011</c:v>
                </c:pt>
                <c:pt idx="2780">
                  <c:v>17-02-2011</c:v>
                </c:pt>
                <c:pt idx="2781">
                  <c:v>18-02-2011</c:v>
                </c:pt>
                <c:pt idx="2782">
                  <c:v>21-02-2011</c:v>
                </c:pt>
                <c:pt idx="2783">
                  <c:v>22-02-2011</c:v>
                </c:pt>
                <c:pt idx="2784">
                  <c:v>23-02-2011</c:v>
                </c:pt>
                <c:pt idx="2785">
                  <c:v>24-02-2011</c:v>
                </c:pt>
                <c:pt idx="2786">
                  <c:v>25-02-2011</c:v>
                </c:pt>
                <c:pt idx="2787">
                  <c:v>28-02-2011</c:v>
                </c:pt>
                <c:pt idx="2788">
                  <c:v>01-03-2011</c:v>
                </c:pt>
                <c:pt idx="2789">
                  <c:v>03-03-2011</c:v>
                </c:pt>
                <c:pt idx="2790">
                  <c:v>04-03-2011</c:v>
                </c:pt>
                <c:pt idx="2791">
                  <c:v>07-03-2011</c:v>
                </c:pt>
                <c:pt idx="2792">
                  <c:v>08-03-2011</c:v>
                </c:pt>
                <c:pt idx="2793">
                  <c:v>09-03-2011</c:v>
                </c:pt>
                <c:pt idx="2794">
                  <c:v>10-03-2011</c:v>
                </c:pt>
                <c:pt idx="2795">
                  <c:v>11-03-2011</c:v>
                </c:pt>
                <c:pt idx="2796">
                  <c:v>14-03-2011</c:v>
                </c:pt>
                <c:pt idx="2797">
                  <c:v>15-03-2011</c:v>
                </c:pt>
                <c:pt idx="2798">
                  <c:v>16-03-2011</c:v>
                </c:pt>
                <c:pt idx="2799">
                  <c:v>17-03-2011</c:v>
                </c:pt>
                <c:pt idx="2800">
                  <c:v>18-03-2011</c:v>
                </c:pt>
                <c:pt idx="2801">
                  <c:v>21-03-2011</c:v>
                </c:pt>
                <c:pt idx="2802">
                  <c:v>22-03-2011</c:v>
                </c:pt>
                <c:pt idx="2803">
                  <c:v>23-03-2011</c:v>
                </c:pt>
                <c:pt idx="2804">
                  <c:v>24-03-2011</c:v>
                </c:pt>
                <c:pt idx="2805">
                  <c:v>25-03-2011</c:v>
                </c:pt>
                <c:pt idx="2806">
                  <c:v>28-03-2011</c:v>
                </c:pt>
                <c:pt idx="2807">
                  <c:v>29-03-2011</c:v>
                </c:pt>
                <c:pt idx="2808">
                  <c:v>30-03-2011</c:v>
                </c:pt>
                <c:pt idx="2809">
                  <c:v>31-03-2011</c:v>
                </c:pt>
                <c:pt idx="2810">
                  <c:v>01-04-2011</c:v>
                </c:pt>
                <c:pt idx="2811">
                  <c:v>04-04-2011</c:v>
                </c:pt>
                <c:pt idx="2812">
                  <c:v>05-04-2011</c:v>
                </c:pt>
                <c:pt idx="2813">
                  <c:v>06-04-2011</c:v>
                </c:pt>
                <c:pt idx="2814">
                  <c:v>07-04-2011</c:v>
                </c:pt>
                <c:pt idx="2815">
                  <c:v>08-04-2011</c:v>
                </c:pt>
                <c:pt idx="2816">
                  <c:v>11-04-2011</c:v>
                </c:pt>
                <c:pt idx="2817">
                  <c:v>13-04-2011</c:v>
                </c:pt>
                <c:pt idx="2818">
                  <c:v>15-04-2011</c:v>
                </c:pt>
                <c:pt idx="2819">
                  <c:v>18-04-2011</c:v>
                </c:pt>
                <c:pt idx="2820">
                  <c:v>19-04-2011</c:v>
                </c:pt>
                <c:pt idx="2821">
                  <c:v>20-04-2011</c:v>
                </c:pt>
                <c:pt idx="2822">
                  <c:v>21-04-2011</c:v>
                </c:pt>
                <c:pt idx="2823">
                  <c:v>25-04-2011</c:v>
                </c:pt>
                <c:pt idx="2824">
                  <c:v>26-04-2011</c:v>
                </c:pt>
                <c:pt idx="2825">
                  <c:v>27-04-2011</c:v>
                </c:pt>
                <c:pt idx="2826">
                  <c:v>28-04-2011</c:v>
                </c:pt>
                <c:pt idx="2827">
                  <c:v>29-04-2011</c:v>
                </c:pt>
                <c:pt idx="2828">
                  <c:v>02-05-2011</c:v>
                </c:pt>
                <c:pt idx="2829">
                  <c:v>03-05-2011</c:v>
                </c:pt>
                <c:pt idx="2830">
                  <c:v>04-05-2011</c:v>
                </c:pt>
                <c:pt idx="2831">
                  <c:v>05-05-2011</c:v>
                </c:pt>
                <c:pt idx="2832">
                  <c:v>06-05-2011</c:v>
                </c:pt>
                <c:pt idx="2833">
                  <c:v>09-05-2011</c:v>
                </c:pt>
                <c:pt idx="2834">
                  <c:v>10-05-2011</c:v>
                </c:pt>
                <c:pt idx="2835">
                  <c:v>11-05-2011</c:v>
                </c:pt>
                <c:pt idx="2836">
                  <c:v>12-05-2011</c:v>
                </c:pt>
                <c:pt idx="2837">
                  <c:v>13-05-2011</c:v>
                </c:pt>
                <c:pt idx="2838">
                  <c:v>16-05-2011</c:v>
                </c:pt>
                <c:pt idx="2839">
                  <c:v>17-05-2011</c:v>
                </c:pt>
                <c:pt idx="2840">
                  <c:v>18-05-2011</c:v>
                </c:pt>
                <c:pt idx="2841">
                  <c:v>19-05-2011</c:v>
                </c:pt>
                <c:pt idx="2842">
                  <c:v>20-05-2011</c:v>
                </c:pt>
                <c:pt idx="2843">
                  <c:v>23-05-2011</c:v>
                </c:pt>
                <c:pt idx="2844">
                  <c:v>24-05-2011</c:v>
                </c:pt>
                <c:pt idx="2845">
                  <c:v>25-05-2011</c:v>
                </c:pt>
                <c:pt idx="2846">
                  <c:v>26-05-2011</c:v>
                </c:pt>
                <c:pt idx="2847">
                  <c:v>27-05-2011</c:v>
                </c:pt>
                <c:pt idx="2848">
                  <c:v>30-05-2011</c:v>
                </c:pt>
                <c:pt idx="2849">
                  <c:v>31-05-2011</c:v>
                </c:pt>
                <c:pt idx="2850">
                  <c:v>01-06-2011</c:v>
                </c:pt>
                <c:pt idx="2851">
                  <c:v>02-06-2011</c:v>
                </c:pt>
                <c:pt idx="2852">
                  <c:v>03-06-2011</c:v>
                </c:pt>
                <c:pt idx="2853">
                  <c:v>06-06-2011</c:v>
                </c:pt>
                <c:pt idx="2854">
                  <c:v>07-06-2011</c:v>
                </c:pt>
                <c:pt idx="2855">
                  <c:v>08-06-2011</c:v>
                </c:pt>
                <c:pt idx="2856">
                  <c:v>09-06-2011</c:v>
                </c:pt>
                <c:pt idx="2857">
                  <c:v>10-06-2011</c:v>
                </c:pt>
                <c:pt idx="2858">
                  <c:v>13-06-2011</c:v>
                </c:pt>
                <c:pt idx="2859">
                  <c:v>14-06-2011</c:v>
                </c:pt>
                <c:pt idx="2860">
                  <c:v>15-06-2011</c:v>
                </c:pt>
                <c:pt idx="2861">
                  <c:v>16-06-2011</c:v>
                </c:pt>
                <c:pt idx="2862">
                  <c:v>17-06-2011</c:v>
                </c:pt>
                <c:pt idx="2863">
                  <c:v>20-06-2011</c:v>
                </c:pt>
                <c:pt idx="2864">
                  <c:v>21-06-2011</c:v>
                </c:pt>
                <c:pt idx="2865">
                  <c:v>22-06-2011</c:v>
                </c:pt>
                <c:pt idx="2866">
                  <c:v>23-06-2011</c:v>
                </c:pt>
                <c:pt idx="2867">
                  <c:v>24-06-2011</c:v>
                </c:pt>
                <c:pt idx="2868">
                  <c:v>27-06-2011</c:v>
                </c:pt>
                <c:pt idx="2869">
                  <c:v>28-06-2011</c:v>
                </c:pt>
                <c:pt idx="2870">
                  <c:v>29-06-2011</c:v>
                </c:pt>
                <c:pt idx="2871">
                  <c:v>30-06-2011</c:v>
                </c:pt>
                <c:pt idx="2872">
                  <c:v>01-07-2011</c:v>
                </c:pt>
                <c:pt idx="2873">
                  <c:v>04-07-2011</c:v>
                </c:pt>
                <c:pt idx="2874">
                  <c:v>05-07-2011</c:v>
                </c:pt>
                <c:pt idx="2875">
                  <c:v>06-07-2011</c:v>
                </c:pt>
                <c:pt idx="2876">
                  <c:v>07-07-2011</c:v>
                </c:pt>
                <c:pt idx="2877">
                  <c:v>08-07-2011</c:v>
                </c:pt>
                <c:pt idx="2878">
                  <c:v>11-07-2011</c:v>
                </c:pt>
                <c:pt idx="2879">
                  <c:v>12-07-2011</c:v>
                </c:pt>
                <c:pt idx="2880">
                  <c:v>13-07-2011</c:v>
                </c:pt>
                <c:pt idx="2881">
                  <c:v>14-07-2011</c:v>
                </c:pt>
                <c:pt idx="2882">
                  <c:v>15-07-2011</c:v>
                </c:pt>
                <c:pt idx="2883">
                  <c:v>18-07-2011</c:v>
                </c:pt>
                <c:pt idx="2884">
                  <c:v>19-07-2011</c:v>
                </c:pt>
                <c:pt idx="2885">
                  <c:v>20-07-2011</c:v>
                </c:pt>
                <c:pt idx="2886">
                  <c:v>21-07-2011</c:v>
                </c:pt>
                <c:pt idx="2887">
                  <c:v>22-07-2011</c:v>
                </c:pt>
                <c:pt idx="2888">
                  <c:v>25-07-2011</c:v>
                </c:pt>
                <c:pt idx="2889">
                  <c:v>26-07-2011</c:v>
                </c:pt>
                <c:pt idx="2890">
                  <c:v>27-07-2011</c:v>
                </c:pt>
                <c:pt idx="2891">
                  <c:v>28-07-2011</c:v>
                </c:pt>
                <c:pt idx="2892">
                  <c:v>29-07-2011</c:v>
                </c:pt>
                <c:pt idx="2893">
                  <c:v>01-08-2011</c:v>
                </c:pt>
                <c:pt idx="2894">
                  <c:v>02-08-2011</c:v>
                </c:pt>
                <c:pt idx="2895">
                  <c:v>03-08-2011</c:v>
                </c:pt>
                <c:pt idx="2896">
                  <c:v>04-08-2011</c:v>
                </c:pt>
                <c:pt idx="2897">
                  <c:v>05-08-2011</c:v>
                </c:pt>
                <c:pt idx="2898">
                  <c:v>08-08-2011</c:v>
                </c:pt>
                <c:pt idx="2899">
                  <c:v>09-08-2011</c:v>
                </c:pt>
                <c:pt idx="2900">
                  <c:v>10-08-2011</c:v>
                </c:pt>
                <c:pt idx="2901">
                  <c:v>11-08-2011</c:v>
                </c:pt>
                <c:pt idx="2902">
                  <c:v>12-08-2011</c:v>
                </c:pt>
                <c:pt idx="2903">
                  <c:v>16-08-2011</c:v>
                </c:pt>
                <c:pt idx="2904">
                  <c:v>17-08-2011</c:v>
                </c:pt>
                <c:pt idx="2905">
                  <c:v>18-08-2011</c:v>
                </c:pt>
                <c:pt idx="2906">
                  <c:v>19-08-2011</c:v>
                </c:pt>
                <c:pt idx="2907">
                  <c:v>22-08-2011</c:v>
                </c:pt>
                <c:pt idx="2908">
                  <c:v>23-08-2011</c:v>
                </c:pt>
                <c:pt idx="2909">
                  <c:v>24-08-2011</c:v>
                </c:pt>
                <c:pt idx="2910">
                  <c:v>25-08-2011</c:v>
                </c:pt>
                <c:pt idx="2911">
                  <c:v>26-08-2011</c:v>
                </c:pt>
                <c:pt idx="2912">
                  <c:v>29-08-2011</c:v>
                </c:pt>
                <c:pt idx="2913">
                  <c:v>30-08-2011</c:v>
                </c:pt>
                <c:pt idx="2914">
                  <c:v>02-09-2011</c:v>
                </c:pt>
                <c:pt idx="2915">
                  <c:v>05-09-2011</c:v>
                </c:pt>
                <c:pt idx="2916">
                  <c:v>06-09-2011</c:v>
                </c:pt>
                <c:pt idx="2917">
                  <c:v>07-09-2011</c:v>
                </c:pt>
                <c:pt idx="2918">
                  <c:v>08-09-2011</c:v>
                </c:pt>
                <c:pt idx="2919">
                  <c:v>09-09-2011</c:v>
                </c:pt>
                <c:pt idx="2920">
                  <c:v>12-09-2011</c:v>
                </c:pt>
                <c:pt idx="2921">
                  <c:v>13-09-2011</c:v>
                </c:pt>
                <c:pt idx="2922">
                  <c:v>14-09-2011</c:v>
                </c:pt>
                <c:pt idx="2923">
                  <c:v>15-09-2011</c:v>
                </c:pt>
                <c:pt idx="2924">
                  <c:v>16-09-2011</c:v>
                </c:pt>
                <c:pt idx="2925">
                  <c:v>19-09-2011</c:v>
                </c:pt>
                <c:pt idx="2926">
                  <c:v>20-09-2011</c:v>
                </c:pt>
                <c:pt idx="2927">
                  <c:v>21-09-2011</c:v>
                </c:pt>
                <c:pt idx="2928">
                  <c:v>22-09-2011</c:v>
                </c:pt>
                <c:pt idx="2929">
                  <c:v>23-09-2011</c:v>
                </c:pt>
                <c:pt idx="2930">
                  <c:v>26-09-2011</c:v>
                </c:pt>
                <c:pt idx="2931">
                  <c:v>27-09-2011</c:v>
                </c:pt>
                <c:pt idx="2932">
                  <c:v>28-09-2011</c:v>
                </c:pt>
                <c:pt idx="2933">
                  <c:v>29-09-2011</c:v>
                </c:pt>
                <c:pt idx="2934">
                  <c:v>30-09-2011</c:v>
                </c:pt>
                <c:pt idx="2935">
                  <c:v>03-10-2011</c:v>
                </c:pt>
                <c:pt idx="2936">
                  <c:v>04-10-2011</c:v>
                </c:pt>
                <c:pt idx="2937">
                  <c:v>05-10-2011</c:v>
                </c:pt>
                <c:pt idx="2938">
                  <c:v>07-10-2011</c:v>
                </c:pt>
                <c:pt idx="2939">
                  <c:v>10-10-2011</c:v>
                </c:pt>
                <c:pt idx="2940">
                  <c:v>11-10-2011</c:v>
                </c:pt>
                <c:pt idx="2941">
                  <c:v>12-10-2011</c:v>
                </c:pt>
                <c:pt idx="2942">
                  <c:v>13-10-2011</c:v>
                </c:pt>
                <c:pt idx="2943">
                  <c:v>14-10-2011</c:v>
                </c:pt>
                <c:pt idx="2944">
                  <c:v>17-10-2011</c:v>
                </c:pt>
                <c:pt idx="2945">
                  <c:v>18-10-2011</c:v>
                </c:pt>
                <c:pt idx="2946">
                  <c:v>19-10-2011</c:v>
                </c:pt>
                <c:pt idx="2947">
                  <c:v>20-10-2011</c:v>
                </c:pt>
                <c:pt idx="2948">
                  <c:v>21-10-2011</c:v>
                </c:pt>
                <c:pt idx="2949">
                  <c:v>24-10-2011</c:v>
                </c:pt>
                <c:pt idx="2950">
                  <c:v>25-10-2011</c:v>
                </c:pt>
                <c:pt idx="2951">
                  <c:v>26-10-2011</c:v>
                </c:pt>
                <c:pt idx="2952">
                  <c:v>28-10-2011</c:v>
                </c:pt>
                <c:pt idx="2953">
                  <c:v>31-10-2011</c:v>
                </c:pt>
                <c:pt idx="2954">
                  <c:v>01-11-2011</c:v>
                </c:pt>
                <c:pt idx="2955">
                  <c:v>02-11-2011</c:v>
                </c:pt>
                <c:pt idx="2956">
                  <c:v>03-11-2011</c:v>
                </c:pt>
                <c:pt idx="2957">
                  <c:v>04-11-2011</c:v>
                </c:pt>
                <c:pt idx="2958">
                  <c:v>08-11-2011</c:v>
                </c:pt>
                <c:pt idx="2959">
                  <c:v>09-11-2011</c:v>
                </c:pt>
                <c:pt idx="2960">
                  <c:v>11-11-2011</c:v>
                </c:pt>
                <c:pt idx="2961">
                  <c:v>14-11-2011</c:v>
                </c:pt>
                <c:pt idx="2962">
                  <c:v>15-11-2011</c:v>
                </c:pt>
                <c:pt idx="2963">
                  <c:v>16-11-2011</c:v>
                </c:pt>
                <c:pt idx="2964">
                  <c:v>17-11-2011</c:v>
                </c:pt>
                <c:pt idx="2965">
                  <c:v>18-11-2011</c:v>
                </c:pt>
                <c:pt idx="2966">
                  <c:v>21-11-2011</c:v>
                </c:pt>
                <c:pt idx="2967">
                  <c:v>22-11-2011</c:v>
                </c:pt>
                <c:pt idx="2968">
                  <c:v>23-11-2011</c:v>
                </c:pt>
                <c:pt idx="2969">
                  <c:v>24-11-2011</c:v>
                </c:pt>
                <c:pt idx="2970">
                  <c:v>25-11-2011</c:v>
                </c:pt>
                <c:pt idx="2971">
                  <c:v>28-11-2011</c:v>
                </c:pt>
                <c:pt idx="2972">
                  <c:v>29-11-2011</c:v>
                </c:pt>
                <c:pt idx="2973">
                  <c:v>30-11-2011</c:v>
                </c:pt>
                <c:pt idx="2974">
                  <c:v>01-12-2011</c:v>
                </c:pt>
                <c:pt idx="2975">
                  <c:v>02-12-2011</c:v>
                </c:pt>
                <c:pt idx="2976">
                  <c:v>05-12-2011</c:v>
                </c:pt>
                <c:pt idx="2977">
                  <c:v>07-12-2011</c:v>
                </c:pt>
                <c:pt idx="2978">
                  <c:v>08-12-2011</c:v>
                </c:pt>
                <c:pt idx="2979">
                  <c:v>09-12-2011</c:v>
                </c:pt>
                <c:pt idx="2980">
                  <c:v>12-12-2011</c:v>
                </c:pt>
                <c:pt idx="2981">
                  <c:v>13-12-2011</c:v>
                </c:pt>
                <c:pt idx="2982">
                  <c:v>14-12-2011</c:v>
                </c:pt>
                <c:pt idx="2983">
                  <c:v>15-12-2011</c:v>
                </c:pt>
                <c:pt idx="2984">
                  <c:v>16-12-2011</c:v>
                </c:pt>
                <c:pt idx="2985">
                  <c:v>19-12-2011</c:v>
                </c:pt>
                <c:pt idx="2986">
                  <c:v>20-12-2011</c:v>
                </c:pt>
                <c:pt idx="2987">
                  <c:v>21-12-2011</c:v>
                </c:pt>
                <c:pt idx="2988">
                  <c:v>22-12-2011</c:v>
                </c:pt>
                <c:pt idx="2989">
                  <c:v>23-12-2011</c:v>
                </c:pt>
                <c:pt idx="2990">
                  <c:v>26-12-2011</c:v>
                </c:pt>
                <c:pt idx="2991">
                  <c:v>27-12-2011</c:v>
                </c:pt>
                <c:pt idx="2992">
                  <c:v>28-12-2011</c:v>
                </c:pt>
                <c:pt idx="2993">
                  <c:v>29-12-2011</c:v>
                </c:pt>
                <c:pt idx="2994">
                  <c:v>30-12-2011</c:v>
                </c:pt>
                <c:pt idx="2995">
                  <c:v>02-01-2012</c:v>
                </c:pt>
                <c:pt idx="2996">
                  <c:v>03-01-2012</c:v>
                </c:pt>
                <c:pt idx="2997">
                  <c:v>04-01-2012</c:v>
                </c:pt>
                <c:pt idx="2998">
                  <c:v>05-01-2012</c:v>
                </c:pt>
                <c:pt idx="2999">
                  <c:v>06-01-2012</c:v>
                </c:pt>
                <c:pt idx="3000">
                  <c:v>07-01-2012</c:v>
                </c:pt>
                <c:pt idx="3001">
                  <c:v>09-01-2012</c:v>
                </c:pt>
                <c:pt idx="3002">
                  <c:v>10-01-2012</c:v>
                </c:pt>
                <c:pt idx="3003">
                  <c:v>11-01-2012</c:v>
                </c:pt>
                <c:pt idx="3004">
                  <c:v>12-01-2012</c:v>
                </c:pt>
                <c:pt idx="3005">
                  <c:v>13-01-2012</c:v>
                </c:pt>
                <c:pt idx="3006">
                  <c:v>16-01-2012</c:v>
                </c:pt>
                <c:pt idx="3007">
                  <c:v>17-01-2012</c:v>
                </c:pt>
                <c:pt idx="3008">
                  <c:v>18-01-2012</c:v>
                </c:pt>
                <c:pt idx="3009">
                  <c:v>19-01-2012</c:v>
                </c:pt>
                <c:pt idx="3010">
                  <c:v>20-01-2012</c:v>
                </c:pt>
                <c:pt idx="3011">
                  <c:v>23-01-2012</c:v>
                </c:pt>
                <c:pt idx="3012">
                  <c:v>24-01-2012</c:v>
                </c:pt>
                <c:pt idx="3013">
                  <c:v>25-01-2012</c:v>
                </c:pt>
                <c:pt idx="3014">
                  <c:v>27-01-2012</c:v>
                </c:pt>
                <c:pt idx="3015">
                  <c:v>30-01-2012</c:v>
                </c:pt>
                <c:pt idx="3016">
                  <c:v>31-01-2012</c:v>
                </c:pt>
                <c:pt idx="3017">
                  <c:v>01-02-2012</c:v>
                </c:pt>
                <c:pt idx="3018">
                  <c:v>02-02-2012</c:v>
                </c:pt>
                <c:pt idx="3019">
                  <c:v>03-02-2012</c:v>
                </c:pt>
                <c:pt idx="3020">
                  <c:v>06-02-2012</c:v>
                </c:pt>
                <c:pt idx="3021">
                  <c:v>07-02-2012</c:v>
                </c:pt>
                <c:pt idx="3022">
                  <c:v>08-02-2012</c:v>
                </c:pt>
                <c:pt idx="3023">
                  <c:v>09-02-2012</c:v>
                </c:pt>
                <c:pt idx="3024">
                  <c:v>10-02-2012</c:v>
                </c:pt>
                <c:pt idx="3025">
                  <c:v>13-02-2012</c:v>
                </c:pt>
                <c:pt idx="3026">
                  <c:v>14-02-2012</c:v>
                </c:pt>
                <c:pt idx="3027">
                  <c:v>15-02-2012</c:v>
                </c:pt>
                <c:pt idx="3028">
                  <c:v>16-02-2012</c:v>
                </c:pt>
                <c:pt idx="3029">
                  <c:v>17-02-2012</c:v>
                </c:pt>
                <c:pt idx="3030">
                  <c:v>21-02-2012</c:v>
                </c:pt>
                <c:pt idx="3031">
                  <c:v>22-02-2012</c:v>
                </c:pt>
                <c:pt idx="3032">
                  <c:v>23-02-2012</c:v>
                </c:pt>
                <c:pt idx="3033">
                  <c:v>24-02-2012</c:v>
                </c:pt>
                <c:pt idx="3034">
                  <c:v>27-02-2012</c:v>
                </c:pt>
                <c:pt idx="3035">
                  <c:v>28-02-2012</c:v>
                </c:pt>
                <c:pt idx="3036">
                  <c:v>29-02-2012</c:v>
                </c:pt>
                <c:pt idx="3037">
                  <c:v>01-03-2012</c:v>
                </c:pt>
                <c:pt idx="3038">
                  <c:v>02-03-2012</c:v>
                </c:pt>
                <c:pt idx="3039">
                  <c:v>03-03-2012</c:v>
                </c:pt>
                <c:pt idx="3040">
                  <c:v>05-03-2012</c:v>
                </c:pt>
                <c:pt idx="3041">
                  <c:v>06-03-2012</c:v>
                </c:pt>
                <c:pt idx="3042">
                  <c:v>07-03-2012</c:v>
                </c:pt>
                <c:pt idx="3043">
                  <c:v>09-03-2012</c:v>
                </c:pt>
                <c:pt idx="3044">
                  <c:v>12-03-2012</c:v>
                </c:pt>
                <c:pt idx="3045">
                  <c:v>13-03-2012</c:v>
                </c:pt>
                <c:pt idx="3046">
                  <c:v>14-03-2012</c:v>
                </c:pt>
                <c:pt idx="3047">
                  <c:v>15-03-2012</c:v>
                </c:pt>
                <c:pt idx="3048">
                  <c:v>16-03-2012</c:v>
                </c:pt>
                <c:pt idx="3049">
                  <c:v>19-03-2012</c:v>
                </c:pt>
                <c:pt idx="3050">
                  <c:v>20-03-2012</c:v>
                </c:pt>
                <c:pt idx="3051">
                  <c:v>21-03-2012</c:v>
                </c:pt>
                <c:pt idx="3052">
                  <c:v>22-03-2012</c:v>
                </c:pt>
                <c:pt idx="3053">
                  <c:v>23-03-2012</c:v>
                </c:pt>
                <c:pt idx="3054">
                  <c:v>26-03-2012</c:v>
                </c:pt>
                <c:pt idx="3055">
                  <c:v>27-03-2012</c:v>
                </c:pt>
                <c:pt idx="3056">
                  <c:v>28-03-2012</c:v>
                </c:pt>
                <c:pt idx="3057">
                  <c:v>29-03-2012</c:v>
                </c:pt>
                <c:pt idx="3058">
                  <c:v>30-03-2012</c:v>
                </c:pt>
                <c:pt idx="3059">
                  <c:v>02-04-2012</c:v>
                </c:pt>
                <c:pt idx="3060">
                  <c:v>03-04-2012</c:v>
                </c:pt>
                <c:pt idx="3061">
                  <c:v>04-04-2012</c:v>
                </c:pt>
                <c:pt idx="3062">
                  <c:v>09-04-2012</c:v>
                </c:pt>
                <c:pt idx="3063">
                  <c:v>10-04-2012</c:v>
                </c:pt>
                <c:pt idx="3064">
                  <c:v>11-04-2012</c:v>
                </c:pt>
                <c:pt idx="3065">
                  <c:v>12-04-2012</c:v>
                </c:pt>
                <c:pt idx="3066">
                  <c:v>13-04-2012</c:v>
                </c:pt>
                <c:pt idx="3067">
                  <c:v>16-04-2012</c:v>
                </c:pt>
                <c:pt idx="3068">
                  <c:v>17-04-2012</c:v>
                </c:pt>
                <c:pt idx="3069">
                  <c:v>18-04-2012</c:v>
                </c:pt>
                <c:pt idx="3070">
                  <c:v>19-04-2012</c:v>
                </c:pt>
                <c:pt idx="3071">
                  <c:v>20-04-2012</c:v>
                </c:pt>
                <c:pt idx="3072">
                  <c:v>23-04-2012</c:v>
                </c:pt>
                <c:pt idx="3073">
                  <c:v>24-04-2012</c:v>
                </c:pt>
                <c:pt idx="3074">
                  <c:v>25-04-2012</c:v>
                </c:pt>
                <c:pt idx="3075">
                  <c:v>26-04-2012</c:v>
                </c:pt>
                <c:pt idx="3076">
                  <c:v>27-04-2012</c:v>
                </c:pt>
                <c:pt idx="3077">
                  <c:v>28-04-2012</c:v>
                </c:pt>
                <c:pt idx="3078">
                  <c:v>30-04-2012</c:v>
                </c:pt>
                <c:pt idx="3079">
                  <c:v>02-05-2012</c:v>
                </c:pt>
                <c:pt idx="3080">
                  <c:v>03-05-2012</c:v>
                </c:pt>
                <c:pt idx="3081">
                  <c:v>04-05-2012</c:v>
                </c:pt>
                <c:pt idx="3082">
                  <c:v>07-05-2012</c:v>
                </c:pt>
                <c:pt idx="3083">
                  <c:v>08-05-2012</c:v>
                </c:pt>
                <c:pt idx="3084">
                  <c:v>09-05-2012</c:v>
                </c:pt>
                <c:pt idx="3085">
                  <c:v>10-05-2012</c:v>
                </c:pt>
                <c:pt idx="3086">
                  <c:v>11-05-2012</c:v>
                </c:pt>
                <c:pt idx="3087">
                  <c:v>14-05-2012</c:v>
                </c:pt>
                <c:pt idx="3088">
                  <c:v>15-05-2012</c:v>
                </c:pt>
                <c:pt idx="3089">
                  <c:v>16-05-2012</c:v>
                </c:pt>
                <c:pt idx="3090">
                  <c:v>17-05-2012</c:v>
                </c:pt>
                <c:pt idx="3091">
                  <c:v>18-05-2012</c:v>
                </c:pt>
                <c:pt idx="3092">
                  <c:v>21-05-2012</c:v>
                </c:pt>
                <c:pt idx="3093">
                  <c:v>22-05-2012</c:v>
                </c:pt>
                <c:pt idx="3094">
                  <c:v>23-05-2012</c:v>
                </c:pt>
                <c:pt idx="3095">
                  <c:v>24-05-2012</c:v>
                </c:pt>
                <c:pt idx="3096">
                  <c:v>25-05-2012</c:v>
                </c:pt>
                <c:pt idx="3097">
                  <c:v>28-05-2012</c:v>
                </c:pt>
                <c:pt idx="3098">
                  <c:v>29-05-2012</c:v>
                </c:pt>
                <c:pt idx="3099">
                  <c:v>30-05-2012</c:v>
                </c:pt>
                <c:pt idx="3100">
                  <c:v>31-05-2012</c:v>
                </c:pt>
                <c:pt idx="3101">
                  <c:v>01-06-2012</c:v>
                </c:pt>
                <c:pt idx="3102">
                  <c:v>04-06-2012</c:v>
                </c:pt>
                <c:pt idx="3103">
                  <c:v>05-06-2012</c:v>
                </c:pt>
                <c:pt idx="3104">
                  <c:v>06-06-2012</c:v>
                </c:pt>
                <c:pt idx="3105">
                  <c:v>07-06-2012</c:v>
                </c:pt>
                <c:pt idx="3106">
                  <c:v>08-06-2012</c:v>
                </c:pt>
                <c:pt idx="3107">
                  <c:v>11-06-2012</c:v>
                </c:pt>
                <c:pt idx="3108">
                  <c:v>12-06-2012</c:v>
                </c:pt>
                <c:pt idx="3109">
                  <c:v>13-06-2012</c:v>
                </c:pt>
                <c:pt idx="3110">
                  <c:v>14-06-2012</c:v>
                </c:pt>
                <c:pt idx="3111">
                  <c:v>15-06-2012</c:v>
                </c:pt>
                <c:pt idx="3112">
                  <c:v>18-06-2012</c:v>
                </c:pt>
                <c:pt idx="3113">
                  <c:v>19-06-2012</c:v>
                </c:pt>
                <c:pt idx="3114">
                  <c:v>20-06-2012</c:v>
                </c:pt>
                <c:pt idx="3115">
                  <c:v>21-06-2012</c:v>
                </c:pt>
                <c:pt idx="3116">
                  <c:v>22-06-2012</c:v>
                </c:pt>
                <c:pt idx="3117">
                  <c:v>25-06-2012</c:v>
                </c:pt>
                <c:pt idx="3118">
                  <c:v>26-06-2012</c:v>
                </c:pt>
                <c:pt idx="3119">
                  <c:v>27-06-2012</c:v>
                </c:pt>
                <c:pt idx="3120">
                  <c:v>28-06-2012</c:v>
                </c:pt>
                <c:pt idx="3121">
                  <c:v>29-06-2012</c:v>
                </c:pt>
                <c:pt idx="3122">
                  <c:v>02-07-2012</c:v>
                </c:pt>
                <c:pt idx="3123">
                  <c:v>03-07-2012</c:v>
                </c:pt>
                <c:pt idx="3124">
                  <c:v>04-07-2012</c:v>
                </c:pt>
                <c:pt idx="3125">
                  <c:v>05-07-2012</c:v>
                </c:pt>
                <c:pt idx="3126">
                  <c:v>06-07-2012</c:v>
                </c:pt>
                <c:pt idx="3127">
                  <c:v>09-07-2012</c:v>
                </c:pt>
                <c:pt idx="3128">
                  <c:v>10-07-2012</c:v>
                </c:pt>
                <c:pt idx="3129">
                  <c:v>11-07-2012</c:v>
                </c:pt>
                <c:pt idx="3130">
                  <c:v>12-07-2012</c:v>
                </c:pt>
                <c:pt idx="3131">
                  <c:v>13-07-2012</c:v>
                </c:pt>
                <c:pt idx="3132">
                  <c:v>16-07-2012</c:v>
                </c:pt>
                <c:pt idx="3133">
                  <c:v>17-07-2012</c:v>
                </c:pt>
                <c:pt idx="3134">
                  <c:v>18-07-2012</c:v>
                </c:pt>
                <c:pt idx="3135">
                  <c:v>19-07-2012</c:v>
                </c:pt>
                <c:pt idx="3136">
                  <c:v>20-07-2012</c:v>
                </c:pt>
                <c:pt idx="3137">
                  <c:v>23-07-2012</c:v>
                </c:pt>
                <c:pt idx="3138">
                  <c:v>24-07-2012</c:v>
                </c:pt>
                <c:pt idx="3139">
                  <c:v>25-07-2012</c:v>
                </c:pt>
                <c:pt idx="3140">
                  <c:v>26-07-2012</c:v>
                </c:pt>
                <c:pt idx="3141">
                  <c:v>27-07-2012</c:v>
                </c:pt>
                <c:pt idx="3142">
                  <c:v>30-07-2012</c:v>
                </c:pt>
                <c:pt idx="3143">
                  <c:v>31-07-2012</c:v>
                </c:pt>
                <c:pt idx="3144">
                  <c:v>01-08-2012</c:v>
                </c:pt>
                <c:pt idx="3145">
                  <c:v>02-08-2012</c:v>
                </c:pt>
                <c:pt idx="3146">
                  <c:v>03-08-2012</c:v>
                </c:pt>
                <c:pt idx="3147">
                  <c:v>06-08-2012</c:v>
                </c:pt>
                <c:pt idx="3148">
                  <c:v>07-08-2012</c:v>
                </c:pt>
                <c:pt idx="3149">
                  <c:v>08-08-2012</c:v>
                </c:pt>
                <c:pt idx="3150">
                  <c:v>09-08-2012</c:v>
                </c:pt>
                <c:pt idx="3151">
                  <c:v>10-08-2012</c:v>
                </c:pt>
                <c:pt idx="3152">
                  <c:v>13-08-2012</c:v>
                </c:pt>
                <c:pt idx="3153">
                  <c:v>14-08-2012</c:v>
                </c:pt>
                <c:pt idx="3154">
                  <c:v>16-08-2012</c:v>
                </c:pt>
                <c:pt idx="3155">
                  <c:v>17-08-2012</c:v>
                </c:pt>
                <c:pt idx="3156">
                  <c:v>21-08-2012</c:v>
                </c:pt>
                <c:pt idx="3157">
                  <c:v>22-08-2012</c:v>
                </c:pt>
                <c:pt idx="3158">
                  <c:v>23-08-2012</c:v>
                </c:pt>
                <c:pt idx="3159">
                  <c:v>24-08-2012</c:v>
                </c:pt>
                <c:pt idx="3160">
                  <c:v>27-08-2012</c:v>
                </c:pt>
                <c:pt idx="3161">
                  <c:v>28-08-2012</c:v>
                </c:pt>
                <c:pt idx="3162">
                  <c:v>29-08-2012</c:v>
                </c:pt>
                <c:pt idx="3163">
                  <c:v>30-08-2012</c:v>
                </c:pt>
                <c:pt idx="3164">
                  <c:v>31-08-2012</c:v>
                </c:pt>
                <c:pt idx="3165">
                  <c:v>03-09-2012</c:v>
                </c:pt>
                <c:pt idx="3166">
                  <c:v>04-09-2012</c:v>
                </c:pt>
                <c:pt idx="3167">
                  <c:v>05-09-2012</c:v>
                </c:pt>
                <c:pt idx="3168">
                  <c:v>06-09-2012</c:v>
                </c:pt>
                <c:pt idx="3169">
                  <c:v>07-09-2012</c:v>
                </c:pt>
                <c:pt idx="3170">
                  <c:v>08-09-2012</c:v>
                </c:pt>
                <c:pt idx="3171">
                  <c:v>10-09-2012</c:v>
                </c:pt>
                <c:pt idx="3172">
                  <c:v>11-09-2012</c:v>
                </c:pt>
                <c:pt idx="3173">
                  <c:v>12-09-2012</c:v>
                </c:pt>
                <c:pt idx="3174">
                  <c:v>13-09-2012</c:v>
                </c:pt>
                <c:pt idx="3175">
                  <c:v>14-09-2012</c:v>
                </c:pt>
                <c:pt idx="3176">
                  <c:v>17-09-2012</c:v>
                </c:pt>
                <c:pt idx="3177">
                  <c:v>18-09-2012</c:v>
                </c:pt>
                <c:pt idx="3178">
                  <c:v>20-09-2012</c:v>
                </c:pt>
                <c:pt idx="3179">
                  <c:v>21-09-2012</c:v>
                </c:pt>
                <c:pt idx="3180">
                  <c:v>24-09-2012</c:v>
                </c:pt>
                <c:pt idx="3181">
                  <c:v>25-09-2012</c:v>
                </c:pt>
                <c:pt idx="3182">
                  <c:v>26-09-2012</c:v>
                </c:pt>
                <c:pt idx="3183">
                  <c:v>27-09-2012</c:v>
                </c:pt>
                <c:pt idx="3184">
                  <c:v>28-09-2012</c:v>
                </c:pt>
                <c:pt idx="3185">
                  <c:v>01-10-2012</c:v>
                </c:pt>
                <c:pt idx="3186">
                  <c:v>03-10-2012</c:v>
                </c:pt>
                <c:pt idx="3187">
                  <c:v>04-10-2012</c:v>
                </c:pt>
                <c:pt idx="3188">
                  <c:v>05-10-2012</c:v>
                </c:pt>
                <c:pt idx="3189">
                  <c:v>08-10-2012</c:v>
                </c:pt>
                <c:pt idx="3190">
                  <c:v>09-10-2012</c:v>
                </c:pt>
                <c:pt idx="3191">
                  <c:v>10-10-2012</c:v>
                </c:pt>
                <c:pt idx="3192">
                  <c:v>11-10-2012</c:v>
                </c:pt>
                <c:pt idx="3193">
                  <c:v>12-10-2012</c:v>
                </c:pt>
                <c:pt idx="3194">
                  <c:v>15-10-2012</c:v>
                </c:pt>
                <c:pt idx="3195">
                  <c:v>16-10-2012</c:v>
                </c:pt>
                <c:pt idx="3196">
                  <c:v>17-10-2012</c:v>
                </c:pt>
                <c:pt idx="3197">
                  <c:v>18-10-2012</c:v>
                </c:pt>
                <c:pt idx="3198">
                  <c:v>19-10-2012</c:v>
                </c:pt>
                <c:pt idx="3199">
                  <c:v>22-10-2012</c:v>
                </c:pt>
                <c:pt idx="3200">
                  <c:v>23-10-2012</c:v>
                </c:pt>
                <c:pt idx="3201">
                  <c:v>25-10-2012</c:v>
                </c:pt>
                <c:pt idx="3202">
                  <c:v>26-10-2012</c:v>
                </c:pt>
                <c:pt idx="3203">
                  <c:v>29-10-2012</c:v>
                </c:pt>
                <c:pt idx="3204">
                  <c:v>30-10-2012</c:v>
                </c:pt>
                <c:pt idx="3205">
                  <c:v>31-10-2012</c:v>
                </c:pt>
                <c:pt idx="3206">
                  <c:v>01-11-2012</c:v>
                </c:pt>
                <c:pt idx="3207">
                  <c:v>02-11-2012</c:v>
                </c:pt>
                <c:pt idx="3208">
                  <c:v>05-11-2012</c:v>
                </c:pt>
                <c:pt idx="3209">
                  <c:v>06-11-2012</c:v>
                </c:pt>
                <c:pt idx="3210">
                  <c:v>07-11-2012</c:v>
                </c:pt>
                <c:pt idx="3211">
                  <c:v>08-11-2012</c:v>
                </c:pt>
                <c:pt idx="3212">
                  <c:v>09-11-2012</c:v>
                </c:pt>
                <c:pt idx="3213">
                  <c:v>12-11-2012</c:v>
                </c:pt>
                <c:pt idx="3214">
                  <c:v>13-11-2012</c:v>
                </c:pt>
                <c:pt idx="3215">
                  <c:v>15-11-2012</c:v>
                </c:pt>
                <c:pt idx="3216">
                  <c:v>16-11-2012</c:v>
                </c:pt>
                <c:pt idx="3217">
                  <c:v>19-11-2012</c:v>
                </c:pt>
                <c:pt idx="3218">
                  <c:v>20-11-2012</c:v>
                </c:pt>
                <c:pt idx="3219">
                  <c:v>21-11-2012</c:v>
                </c:pt>
                <c:pt idx="3220">
                  <c:v>22-11-2012</c:v>
                </c:pt>
                <c:pt idx="3221">
                  <c:v>23-11-2012</c:v>
                </c:pt>
                <c:pt idx="3222">
                  <c:v>26-11-2012</c:v>
                </c:pt>
                <c:pt idx="3223">
                  <c:v>27-11-2012</c:v>
                </c:pt>
                <c:pt idx="3224">
                  <c:v>29-11-2012</c:v>
                </c:pt>
                <c:pt idx="3225">
                  <c:v>30-11-2012</c:v>
                </c:pt>
                <c:pt idx="3226">
                  <c:v>03-12-2012</c:v>
                </c:pt>
                <c:pt idx="3227">
                  <c:v>04-12-2012</c:v>
                </c:pt>
                <c:pt idx="3228">
                  <c:v>05-12-2012</c:v>
                </c:pt>
                <c:pt idx="3229">
                  <c:v>06-12-2012</c:v>
                </c:pt>
                <c:pt idx="3230">
                  <c:v>07-12-2012</c:v>
                </c:pt>
                <c:pt idx="3231">
                  <c:v>10-12-2012</c:v>
                </c:pt>
                <c:pt idx="3232">
                  <c:v>11-12-2012</c:v>
                </c:pt>
                <c:pt idx="3233">
                  <c:v>12-12-2012</c:v>
                </c:pt>
                <c:pt idx="3234">
                  <c:v>13-12-2012</c:v>
                </c:pt>
                <c:pt idx="3235">
                  <c:v>14-12-2012</c:v>
                </c:pt>
                <c:pt idx="3236">
                  <c:v>17-12-2012</c:v>
                </c:pt>
                <c:pt idx="3237">
                  <c:v>18-12-2012</c:v>
                </c:pt>
                <c:pt idx="3238">
                  <c:v>19-12-2012</c:v>
                </c:pt>
                <c:pt idx="3239">
                  <c:v>20-12-2012</c:v>
                </c:pt>
                <c:pt idx="3240">
                  <c:v>21-12-2012</c:v>
                </c:pt>
                <c:pt idx="3241">
                  <c:v>24-12-2012</c:v>
                </c:pt>
                <c:pt idx="3242">
                  <c:v>26-12-2012</c:v>
                </c:pt>
                <c:pt idx="3243">
                  <c:v>27-12-2012</c:v>
                </c:pt>
                <c:pt idx="3244">
                  <c:v>28-12-2012</c:v>
                </c:pt>
                <c:pt idx="3245">
                  <c:v>31-12-2012</c:v>
                </c:pt>
                <c:pt idx="3246">
                  <c:v>01-01-2013</c:v>
                </c:pt>
                <c:pt idx="3247">
                  <c:v>02-01-2013</c:v>
                </c:pt>
                <c:pt idx="3248">
                  <c:v>03-01-2013</c:v>
                </c:pt>
                <c:pt idx="3249">
                  <c:v>04-01-2013</c:v>
                </c:pt>
                <c:pt idx="3250">
                  <c:v>07-01-2013</c:v>
                </c:pt>
                <c:pt idx="3251">
                  <c:v>08-01-2013</c:v>
                </c:pt>
                <c:pt idx="3252">
                  <c:v>09-01-2013</c:v>
                </c:pt>
                <c:pt idx="3253">
                  <c:v>10-01-2013</c:v>
                </c:pt>
                <c:pt idx="3254">
                  <c:v>11-01-2013</c:v>
                </c:pt>
                <c:pt idx="3255">
                  <c:v>14-01-2013</c:v>
                </c:pt>
                <c:pt idx="3256">
                  <c:v>15-01-2013</c:v>
                </c:pt>
                <c:pt idx="3257">
                  <c:v>16-01-2013</c:v>
                </c:pt>
                <c:pt idx="3258">
                  <c:v>17-01-2013</c:v>
                </c:pt>
                <c:pt idx="3259">
                  <c:v>18-01-2013</c:v>
                </c:pt>
                <c:pt idx="3260">
                  <c:v>21-01-2013</c:v>
                </c:pt>
                <c:pt idx="3261">
                  <c:v>22-01-2013</c:v>
                </c:pt>
                <c:pt idx="3262">
                  <c:v>23-01-2013</c:v>
                </c:pt>
                <c:pt idx="3263">
                  <c:v>24-01-2013</c:v>
                </c:pt>
                <c:pt idx="3264">
                  <c:v>25-01-2013</c:v>
                </c:pt>
                <c:pt idx="3265">
                  <c:v>28-01-2013</c:v>
                </c:pt>
                <c:pt idx="3266">
                  <c:v>29-01-2013</c:v>
                </c:pt>
                <c:pt idx="3267">
                  <c:v>30-01-2013</c:v>
                </c:pt>
                <c:pt idx="3268">
                  <c:v>31-01-2013</c:v>
                </c:pt>
                <c:pt idx="3269">
                  <c:v>01-02-2013</c:v>
                </c:pt>
                <c:pt idx="3270">
                  <c:v>04-02-2013</c:v>
                </c:pt>
                <c:pt idx="3271">
                  <c:v>05-02-2013</c:v>
                </c:pt>
                <c:pt idx="3272">
                  <c:v>06-02-2013</c:v>
                </c:pt>
                <c:pt idx="3273">
                  <c:v>07-02-2013</c:v>
                </c:pt>
                <c:pt idx="3274">
                  <c:v>08-02-2013</c:v>
                </c:pt>
                <c:pt idx="3275">
                  <c:v>11-02-2013</c:v>
                </c:pt>
                <c:pt idx="3276">
                  <c:v>12-02-2013</c:v>
                </c:pt>
                <c:pt idx="3277">
                  <c:v>13-02-2013</c:v>
                </c:pt>
                <c:pt idx="3278">
                  <c:v>14-02-2013</c:v>
                </c:pt>
                <c:pt idx="3279">
                  <c:v>15-02-2013</c:v>
                </c:pt>
                <c:pt idx="3280">
                  <c:v>18-02-2013</c:v>
                </c:pt>
                <c:pt idx="3281">
                  <c:v>19-02-2013</c:v>
                </c:pt>
                <c:pt idx="3282">
                  <c:v>20-02-2013</c:v>
                </c:pt>
                <c:pt idx="3283">
                  <c:v>21-02-2013</c:v>
                </c:pt>
                <c:pt idx="3284">
                  <c:v>22-02-2013</c:v>
                </c:pt>
                <c:pt idx="3285">
                  <c:v>25-02-2013</c:v>
                </c:pt>
                <c:pt idx="3286">
                  <c:v>26-02-2013</c:v>
                </c:pt>
                <c:pt idx="3287">
                  <c:v>27-02-2013</c:v>
                </c:pt>
                <c:pt idx="3288">
                  <c:v>28-02-2013</c:v>
                </c:pt>
                <c:pt idx="3289">
                  <c:v>01-03-2013</c:v>
                </c:pt>
                <c:pt idx="3290">
                  <c:v>04-03-2013</c:v>
                </c:pt>
                <c:pt idx="3291">
                  <c:v>05-03-2013</c:v>
                </c:pt>
                <c:pt idx="3292">
                  <c:v>06-03-2013</c:v>
                </c:pt>
                <c:pt idx="3293">
                  <c:v>07-03-2013</c:v>
                </c:pt>
                <c:pt idx="3294">
                  <c:v>08-03-2013</c:v>
                </c:pt>
                <c:pt idx="3295">
                  <c:v>11-03-2013</c:v>
                </c:pt>
                <c:pt idx="3296">
                  <c:v>12-03-2013</c:v>
                </c:pt>
                <c:pt idx="3297">
                  <c:v>13-03-2013</c:v>
                </c:pt>
                <c:pt idx="3298">
                  <c:v>14-03-2013</c:v>
                </c:pt>
                <c:pt idx="3299">
                  <c:v>15-03-2013</c:v>
                </c:pt>
                <c:pt idx="3300">
                  <c:v>18-03-2013</c:v>
                </c:pt>
                <c:pt idx="3301">
                  <c:v>19-03-2013</c:v>
                </c:pt>
                <c:pt idx="3302">
                  <c:v>20-03-2013</c:v>
                </c:pt>
                <c:pt idx="3303">
                  <c:v>21-03-2013</c:v>
                </c:pt>
                <c:pt idx="3304">
                  <c:v>22-03-2013</c:v>
                </c:pt>
                <c:pt idx="3305">
                  <c:v>25-03-2013</c:v>
                </c:pt>
                <c:pt idx="3306">
                  <c:v>26-03-2013</c:v>
                </c:pt>
                <c:pt idx="3307">
                  <c:v>28-03-2013</c:v>
                </c:pt>
                <c:pt idx="3308">
                  <c:v>01-04-2013</c:v>
                </c:pt>
                <c:pt idx="3309">
                  <c:v>02-04-2013</c:v>
                </c:pt>
                <c:pt idx="3310">
                  <c:v>03-04-2013</c:v>
                </c:pt>
                <c:pt idx="3311">
                  <c:v>04-04-2013</c:v>
                </c:pt>
                <c:pt idx="3312">
                  <c:v>05-04-2013</c:v>
                </c:pt>
                <c:pt idx="3313">
                  <c:v>08-04-2013</c:v>
                </c:pt>
                <c:pt idx="3314">
                  <c:v>09-04-2013</c:v>
                </c:pt>
                <c:pt idx="3315">
                  <c:v>10-04-2013</c:v>
                </c:pt>
                <c:pt idx="3316">
                  <c:v>11-04-2013</c:v>
                </c:pt>
                <c:pt idx="3317">
                  <c:v>12-04-2013</c:v>
                </c:pt>
                <c:pt idx="3318">
                  <c:v>15-04-2013</c:v>
                </c:pt>
                <c:pt idx="3319">
                  <c:v>16-04-2013</c:v>
                </c:pt>
                <c:pt idx="3320">
                  <c:v>17-04-2013</c:v>
                </c:pt>
                <c:pt idx="3321">
                  <c:v>18-04-2013</c:v>
                </c:pt>
                <c:pt idx="3322">
                  <c:v>22-04-2013</c:v>
                </c:pt>
                <c:pt idx="3323">
                  <c:v>23-04-2013</c:v>
                </c:pt>
                <c:pt idx="3324">
                  <c:v>25-04-2013</c:v>
                </c:pt>
                <c:pt idx="3325">
                  <c:v>26-04-2013</c:v>
                </c:pt>
                <c:pt idx="3326">
                  <c:v>29-04-2013</c:v>
                </c:pt>
                <c:pt idx="3327">
                  <c:v>30-04-2013</c:v>
                </c:pt>
                <c:pt idx="3328">
                  <c:v>02-05-2013</c:v>
                </c:pt>
                <c:pt idx="3329">
                  <c:v>03-05-2013</c:v>
                </c:pt>
                <c:pt idx="3330">
                  <c:v>06-05-2013</c:v>
                </c:pt>
                <c:pt idx="3331">
                  <c:v>07-05-2013</c:v>
                </c:pt>
                <c:pt idx="3332">
                  <c:v>08-05-2013</c:v>
                </c:pt>
                <c:pt idx="3333">
                  <c:v>09-05-2013</c:v>
                </c:pt>
                <c:pt idx="3334">
                  <c:v>10-05-2013</c:v>
                </c:pt>
                <c:pt idx="3335">
                  <c:v>11-05-2013</c:v>
                </c:pt>
                <c:pt idx="3336">
                  <c:v>13-05-2013</c:v>
                </c:pt>
                <c:pt idx="3337">
                  <c:v>14-05-2013</c:v>
                </c:pt>
                <c:pt idx="3338">
                  <c:v>15-05-2013</c:v>
                </c:pt>
                <c:pt idx="3339">
                  <c:v>16-05-2013</c:v>
                </c:pt>
                <c:pt idx="3340">
                  <c:v>17-05-2013</c:v>
                </c:pt>
                <c:pt idx="3341">
                  <c:v>20-05-2013</c:v>
                </c:pt>
                <c:pt idx="3342">
                  <c:v>21-05-2013</c:v>
                </c:pt>
                <c:pt idx="3343">
                  <c:v>22-05-2013</c:v>
                </c:pt>
                <c:pt idx="3344">
                  <c:v>23-05-2013</c:v>
                </c:pt>
                <c:pt idx="3345">
                  <c:v>24-05-2013</c:v>
                </c:pt>
                <c:pt idx="3346">
                  <c:v>27-05-2013</c:v>
                </c:pt>
                <c:pt idx="3347">
                  <c:v>28-05-2013</c:v>
                </c:pt>
                <c:pt idx="3348">
                  <c:v>29-05-2013</c:v>
                </c:pt>
                <c:pt idx="3349">
                  <c:v>30-05-2013</c:v>
                </c:pt>
                <c:pt idx="3350">
                  <c:v>31-05-2013</c:v>
                </c:pt>
                <c:pt idx="3351">
                  <c:v>03-06-2013</c:v>
                </c:pt>
                <c:pt idx="3352">
                  <c:v>04-06-2013</c:v>
                </c:pt>
                <c:pt idx="3353">
                  <c:v>05-06-2013</c:v>
                </c:pt>
                <c:pt idx="3354">
                  <c:v>06-06-2013</c:v>
                </c:pt>
                <c:pt idx="3355">
                  <c:v>07-06-2013</c:v>
                </c:pt>
                <c:pt idx="3356">
                  <c:v>10-06-2013</c:v>
                </c:pt>
                <c:pt idx="3357">
                  <c:v>11-06-2013</c:v>
                </c:pt>
                <c:pt idx="3358">
                  <c:v>12-06-2013</c:v>
                </c:pt>
                <c:pt idx="3359">
                  <c:v>13-06-2013</c:v>
                </c:pt>
                <c:pt idx="3360">
                  <c:v>14-06-2013</c:v>
                </c:pt>
                <c:pt idx="3361">
                  <c:v>17-06-2013</c:v>
                </c:pt>
                <c:pt idx="3362">
                  <c:v>18-06-2013</c:v>
                </c:pt>
                <c:pt idx="3363">
                  <c:v>19-06-2013</c:v>
                </c:pt>
                <c:pt idx="3364">
                  <c:v>20-06-2013</c:v>
                </c:pt>
                <c:pt idx="3365">
                  <c:v>21-06-2013</c:v>
                </c:pt>
                <c:pt idx="3366">
                  <c:v>24-06-2013</c:v>
                </c:pt>
                <c:pt idx="3367">
                  <c:v>25-06-2013</c:v>
                </c:pt>
                <c:pt idx="3368">
                  <c:v>26-06-2013</c:v>
                </c:pt>
                <c:pt idx="3369">
                  <c:v>27-06-2013</c:v>
                </c:pt>
                <c:pt idx="3370">
                  <c:v>28-06-2013</c:v>
                </c:pt>
                <c:pt idx="3371">
                  <c:v>01-07-2013</c:v>
                </c:pt>
                <c:pt idx="3372">
                  <c:v>02-07-2013</c:v>
                </c:pt>
                <c:pt idx="3373">
                  <c:v>03-07-2013</c:v>
                </c:pt>
                <c:pt idx="3374">
                  <c:v>04-07-2013</c:v>
                </c:pt>
                <c:pt idx="3375">
                  <c:v>05-07-2013</c:v>
                </c:pt>
                <c:pt idx="3376">
                  <c:v>08-07-2013</c:v>
                </c:pt>
                <c:pt idx="3377">
                  <c:v>09-07-2013</c:v>
                </c:pt>
                <c:pt idx="3378">
                  <c:v>10-07-2013</c:v>
                </c:pt>
                <c:pt idx="3379">
                  <c:v>11-07-2013</c:v>
                </c:pt>
                <c:pt idx="3380">
                  <c:v>12-07-2013</c:v>
                </c:pt>
                <c:pt idx="3381">
                  <c:v>15-07-2013</c:v>
                </c:pt>
                <c:pt idx="3382">
                  <c:v>16-07-2013</c:v>
                </c:pt>
                <c:pt idx="3383">
                  <c:v>17-07-2013</c:v>
                </c:pt>
                <c:pt idx="3384">
                  <c:v>18-07-2013</c:v>
                </c:pt>
                <c:pt idx="3385">
                  <c:v>19-07-2013</c:v>
                </c:pt>
                <c:pt idx="3386">
                  <c:v>22-07-2013</c:v>
                </c:pt>
                <c:pt idx="3387">
                  <c:v>23-07-2013</c:v>
                </c:pt>
                <c:pt idx="3388">
                  <c:v>24-07-2013</c:v>
                </c:pt>
                <c:pt idx="3389">
                  <c:v>25-07-2013</c:v>
                </c:pt>
                <c:pt idx="3390">
                  <c:v>26-07-2013</c:v>
                </c:pt>
                <c:pt idx="3391">
                  <c:v>29-07-2013</c:v>
                </c:pt>
                <c:pt idx="3392">
                  <c:v>30-07-2013</c:v>
                </c:pt>
                <c:pt idx="3393">
                  <c:v>31-07-2013</c:v>
                </c:pt>
                <c:pt idx="3394">
                  <c:v>01-08-2013</c:v>
                </c:pt>
                <c:pt idx="3395">
                  <c:v>02-08-2013</c:v>
                </c:pt>
                <c:pt idx="3396">
                  <c:v>05-08-2013</c:v>
                </c:pt>
                <c:pt idx="3397">
                  <c:v>06-08-2013</c:v>
                </c:pt>
                <c:pt idx="3398">
                  <c:v>07-08-2013</c:v>
                </c:pt>
                <c:pt idx="3399">
                  <c:v>08-08-2013</c:v>
                </c:pt>
                <c:pt idx="3400">
                  <c:v>12-08-2013</c:v>
                </c:pt>
                <c:pt idx="3401">
                  <c:v>13-08-2013</c:v>
                </c:pt>
                <c:pt idx="3402">
                  <c:v>14-08-2013</c:v>
                </c:pt>
                <c:pt idx="3403">
                  <c:v>16-08-2013</c:v>
                </c:pt>
                <c:pt idx="3404">
                  <c:v>19-08-2013</c:v>
                </c:pt>
                <c:pt idx="3405">
                  <c:v>20-08-2013</c:v>
                </c:pt>
                <c:pt idx="3406">
                  <c:v>21-08-2013</c:v>
                </c:pt>
                <c:pt idx="3407">
                  <c:v>22-08-2013</c:v>
                </c:pt>
                <c:pt idx="3408">
                  <c:v>23-08-2013</c:v>
                </c:pt>
                <c:pt idx="3409">
                  <c:v>26-08-2013</c:v>
                </c:pt>
                <c:pt idx="3410">
                  <c:v>27-08-2013</c:v>
                </c:pt>
                <c:pt idx="3411">
                  <c:v>28-08-2013</c:v>
                </c:pt>
                <c:pt idx="3412">
                  <c:v>29-08-2013</c:v>
                </c:pt>
                <c:pt idx="3413">
                  <c:v>30-08-2013</c:v>
                </c:pt>
                <c:pt idx="3414">
                  <c:v>02-09-2013</c:v>
                </c:pt>
                <c:pt idx="3415">
                  <c:v>03-09-2013</c:v>
                </c:pt>
                <c:pt idx="3416">
                  <c:v>04-09-2013</c:v>
                </c:pt>
                <c:pt idx="3417">
                  <c:v>05-09-2013</c:v>
                </c:pt>
                <c:pt idx="3418">
                  <c:v>06-09-2013</c:v>
                </c:pt>
                <c:pt idx="3419">
                  <c:v>10-09-2013</c:v>
                </c:pt>
                <c:pt idx="3420">
                  <c:v>11-09-2013</c:v>
                </c:pt>
                <c:pt idx="3421">
                  <c:v>12-09-2013</c:v>
                </c:pt>
                <c:pt idx="3422">
                  <c:v>13-09-2013</c:v>
                </c:pt>
                <c:pt idx="3423">
                  <c:v>16-09-2013</c:v>
                </c:pt>
                <c:pt idx="3424">
                  <c:v>17-09-2013</c:v>
                </c:pt>
                <c:pt idx="3425">
                  <c:v>18-09-2013</c:v>
                </c:pt>
                <c:pt idx="3426">
                  <c:v>19-09-2013</c:v>
                </c:pt>
                <c:pt idx="3427">
                  <c:v>20-09-2013</c:v>
                </c:pt>
                <c:pt idx="3428">
                  <c:v>23-09-2013</c:v>
                </c:pt>
                <c:pt idx="3429">
                  <c:v>24-09-2013</c:v>
                </c:pt>
                <c:pt idx="3430">
                  <c:v>25-09-2013</c:v>
                </c:pt>
                <c:pt idx="3431">
                  <c:v>26-09-2013</c:v>
                </c:pt>
                <c:pt idx="3432">
                  <c:v>27-09-2013</c:v>
                </c:pt>
                <c:pt idx="3433">
                  <c:v>30-09-2013</c:v>
                </c:pt>
                <c:pt idx="3434">
                  <c:v>01-10-2013</c:v>
                </c:pt>
                <c:pt idx="3435">
                  <c:v>03-10-2013</c:v>
                </c:pt>
                <c:pt idx="3436">
                  <c:v>04-10-2013</c:v>
                </c:pt>
                <c:pt idx="3437">
                  <c:v>07-10-2013</c:v>
                </c:pt>
                <c:pt idx="3438">
                  <c:v>08-10-2013</c:v>
                </c:pt>
                <c:pt idx="3439">
                  <c:v>09-10-2013</c:v>
                </c:pt>
                <c:pt idx="3440">
                  <c:v>10-10-2013</c:v>
                </c:pt>
                <c:pt idx="3441">
                  <c:v>11-10-2013</c:v>
                </c:pt>
                <c:pt idx="3442">
                  <c:v>14-10-2013</c:v>
                </c:pt>
                <c:pt idx="3443">
                  <c:v>15-10-2013</c:v>
                </c:pt>
                <c:pt idx="3444">
                  <c:v>17-10-2013</c:v>
                </c:pt>
                <c:pt idx="3445">
                  <c:v>18-10-2013</c:v>
                </c:pt>
                <c:pt idx="3446">
                  <c:v>21-10-2013</c:v>
                </c:pt>
                <c:pt idx="3447">
                  <c:v>22-10-2013</c:v>
                </c:pt>
                <c:pt idx="3448">
                  <c:v>23-10-2013</c:v>
                </c:pt>
                <c:pt idx="3449">
                  <c:v>24-10-2013</c:v>
                </c:pt>
                <c:pt idx="3450">
                  <c:v>25-10-2013</c:v>
                </c:pt>
                <c:pt idx="3451">
                  <c:v>28-10-2013</c:v>
                </c:pt>
                <c:pt idx="3452">
                  <c:v>29-10-2013</c:v>
                </c:pt>
                <c:pt idx="3453">
                  <c:v>30-10-2013</c:v>
                </c:pt>
                <c:pt idx="3454">
                  <c:v>31-10-2013</c:v>
                </c:pt>
                <c:pt idx="3455">
                  <c:v>01-11-2013</c:v>
                </c:pt>
                <c:pt idx="3456">
                  <c:v>03-11-2013</c:v>
                </c:pt>
                <c:pt idx="3457">
                  <c:v>05-11-2013</c:v>
                </c:pt>
                <c:pt idx="3458">
                  <c:v>06-11-2013</c:v>
                </c:pt>
                <c:pt idx="3459">
                  <c:v>07-11-2013</c:v>
                </c:pt>
                <c:pt idx="3460">
                  <c:v>08-11-2013</c:v>
                </c:pt>
                <c:pt idx="3461">
                  <c:v>11-11-2013</c:v>
                </c:pt>
                <c:pt idx="3462">
                  <c:v>12-11-2013</c:v>
                </c:pt>
                <c:pt idx="3463">
                  <c:v>13-11-2013</c:v>
                </c:pt>
                <c:pt idx="3464">
                  <c:v>14-11-2013</c:v>
                </c:pt>
                <c:pt idx="3465">
                  <c:v>18-11-2013</c:v>
                </c:pt>
                <c:pt idx="3466">
                  <c:v>19-11-2013</c:v>
                </c:pt>
                <c:pt idx="3467">
                  <c:v>20-11-2013</c:v>
                </c:pt>
                <c:pt idx="3468">
                  <c:v>21-11-2013</c:v>
                </c:pt>
                <c:pt idx="3469">
                  <c:v>22-11-2013</c:v>
                </c:pt>
                <c:pt idx="3470">
                  <c:v>25-11-2013</c:v>
                </c:pt>
                <c:pt idx="3471">
                  <c:v>26-11-2013</c:v>
                </c:pt>
                <c:pt idx="3472">
                  <c:v>27-11-2013</c:v>
                </c:pt>
                <c:pt idx="3473">
                  <c:v>28-11-2013</c:v>
                </c:pt>
                <c:pt idx="3474">
                  <c:v>29-11-2013</c:v>
                </c:pt>
                <c:pt idx="3475">
                  <c:v>02-12-2013</c:v>
                </c:pt>
                <c:pt idx="3476">
                  <c:v>03-12-2013</c:v>
                </c:pt>
                <c:pt idx="3477">
                  <c:v>04-12-2013</c:v>
                </c:pt>
                <c:pt idx="3478">
                  <c:v>05-12-2013</c:v>
                </c:pt>
                <c:pt idx="3479">
                  <c:v>06-12-2013</c:v>
                </c:pt>
                <c:pt idx="3480">
                  <c:v>09-12-2013</c:v>
                </c:pt>
                <c:pt idx="3481">
                  <c:v>10-12-2013</c:v>
                </c:pt>
                <c:pt idx="3482">
                  <c:v>11-12-2013</c:v>
                </c:pt>
                <c:pt idx="3483">
                  <c:v>12-12-2013</c:v>
                </c:pt>
                <c:pt idx="3484">
                  <c:v>13-12-2013</c:v>
                </c:pt>
                <c:pt idx="3485">
                  <c:v>16-12-2013</c:v>
                </c:pt>
                <c:pt idx="3486">
                  <c:v>17-12-2013</c:v>
                </c:pt>
                <c:pt idx="3487">
                  <c:v>18-12-2013</c:v>
                </c:pt>
                <c:pt idx="3488">
                  <c:v>19-12-2013</c:v>
                </c:pt>
                <c:pt idx="3489">
                  <c:v>20-12-2013</c:v>
                </c:pt>
                <c:pt idx="3490">
                  <c:v>23-12-2013</c:v>
                </c:pt>
                <c:pt idx="3491">
                  <c:v>24-12-2013</c:v>
                </c:pt>
                <c:pt idx="3492">
                  <c:v>26-12-2013</c:v>
                </c:pt>
                <c:pt idx="3493">
                  <c:v>27-12-2013</c:v>
                </c:pt>
                <c:pt idx="3494">
                  <c:v>30-12-2013</c:v>
                </c:pt>
                <c:pt idx="3495">
                  <c:v>31-12-2013</c:v>
                </c:pt>
                <c:pt idx="3496">
                  <c:v>01-01-2014</c:v>
                </c:pt>
                <c:pt idx="3497">
                  <c:v>02-01-2014</c:v>
                </c:pt>
                <c:pt idx="3498">
                  <c:v>03-01-2014</c:v>
                </c:pt>
                <c:pt idx="3499">
                  <c:v>06-01-2014</c:v>
                </c:pt>
                <c:pt idx="3500">
                  <c:v>07-01-2014</c:v>
                </c:pt>
                <c:pt idx="3501">
                  <c:v>08-01-2014</c:v>
                </c:pt>
                <c:pt idx="3502">
                  <c:v>09-01-2014</c:v>
                </c:pt>
                <c:pt idx="3503">
                  <c:v>10-01-2014</c:v>
                </c:pt>
                <c:pt idx="3504">
                  <c:v>13-01-2014</c:v>
                </c:pt>
                <c:pt idx="3505">
                  <c:v>14-01-2014</c:v>
                </c:pt>
                <c:pt idx="3506">
                  <c:v>15-01-2014</c:v>
                </c:pt>
                <c:pt idx="3507">
                  <c:v>16-01-2014</c:v>
                </c:pt>
                <c:pt idx="3508">
                  <c:v>17-01-2014</c:v>
                </c:pt>
                <c:pt idx="3509">
                  <c:v>20-01-2014</c:v>
                </c:pt>
                <c:pt idx="3510">
                  <c:v>21-01-2014</c:v>
                </c:pt>
                <c:pt idx="3511">
                  <c:v>22-01-2014</c:v>
                </c:pt>
                <c:pt idx="3512">
                  <c:v>23-01-2014</c:v>
                </c:pt>
                <c:pt idx="3513">
                  <c:v>24-01-2014</c:v>
                </c:pt>
                <c:pt idx="3514">
                  <c:v>27-01-2014</c:v>
                </c:pt>
                <c:pt idx="3515">
                  <c:v>28-01-2014</c:v>
                </c:pt>
                <c:pt idx="3516">
                  <c:v>29-01-2014</c:v>
                </c:pt>
                <c:pt idx="3517">
                  <c:v>30-01-2014</c:v>
                </c:pt>
                <c:pt idx="3518">
                  <c:v>31-01-2014</c:v>
                </c:pt>
                <c:pt idx="3519">
                  <c:v>03-02-2014</c:v>
                </c:pt>
                <c:pt idx="3520">
                  <c:v>04-02-2014</c:v>
                </c:pt>
                <c:pt idx="3521">
                  <c:v>05-02-2014</c:v>
                </c:pt>
                <c:pt idx="3522">
                  <c:v>06-02-2014</c:v>
                </c:pt>
                <c:pt idx="3523">
                  <c:v>07-02-2014</c:v>
                </c:pt>
                <c:pt idx="3524">
                  <c:v>10-02-2014</c:v>
                </c:pt>
                <c:pt idx="3525">
                  <c:v>11-02-2014</c:v>
                </c:pt>
                <c:pt idx="3526">
                  <c:v>12-02-2014</c:v>
                </c:pt>
                <c:pt idx="3527">
                  <c:v>13-02-2014</c:v>
                </c:pt>
                <c:pt idx="3528">
                  <c:v>14-02-2014</c:v>
                </c:pt>
                <c:pt idx="3529">
                  <c:v>17-02-2014</c:v>
                </c:pt>
                <c:pt idx="3530">
                  <c:v>18-02-2014</c:v>
                </c:pt>
                <c:pt idx="3531">
                  <c:v>19-02-2014</c:v>
                </c:pt>
                <c:pt idx="3532">
                  <c:v>20-02-2014</c:v>
                </c:pt>
                <c:pt idx="3533">
                  <c:v>21-02-2014</c:v>
                </c:pt>
                <c:pt idx="3534">
                  <c:v>24-02-2014</c:v>
                </c:pt>
                <c:pt idx="3535">
                  <c:v>25-02-2014</c:v>
                </c:pt>
                <c:pt idx="3536">
                  <c:v>26-02-2014</c:v>
                </c:pt>
                <c:pt idx="3537">
                  <c:v>28-02-2014</c:v>
                </c:pt>
                <c:pt idx="3538">
                  <c:v>03-03-2014</c:v>
                </c:pt>
                <c:pt idx="3539">
                  <c:v>04-03-2014</c:v>
                </c:pt>
                <c:pt idx="3540">
                  <c:v>05-03-2014</c:v>
                </c:pt>
                <c:pt idx="3541">
                  <c:v>06-03-2014</c:v>
                </c:pt>
                <c:pt idx="3542">
                  <c:v>07-03-2014</c:v>
                </c:pt>
                <c:pt idx="3543">
                  <c:v>10-03-2014</c:v>
                </c:pt>
                <c:pt idx="3544">
                  <c:v>11-03-2014</c:v>
                </c:pt>
                <c:pt idx="3545">
                  <c:v>12-03-2014</c:v>
                </c:pt>
                <c:pt idx="3546">
                  <c:v>13-03-2014</c:v>
                </c:pt>
                <c:pt idx="3547">
                  <c:v>14-03-2014</c:v>
                </c:pt>
                <c:pt idx="3548">
                  <c:v>18-03-2014</c:v>
                </c:pt>
                <c:pt idx="3549">
                  <c:v>19-03-2014</c:v>
                </c:pt>
                <c:pt idx="3550">
                  <c:v>20-03-2014</c:v>
                </c:pt>
                <c:pt idx="3551">
                  <c:v>21-03-2014</c:v>
                </c:pt>
                <c:pt idx="3552">
                  <c:v>22-03-2014</c:v>
                </c:pt>
                <c:pt idx="3553">
                  <c:v>24-03-2014</c:v>
                </c:pt>
                <c:pt idx="3554">
                  <c:v>25-03-2014</c:v>
                </c:pt>
                <c:pt idx="3555">
                  <c:v>26-03-2014</c:v>
                </c:pt>
                <c:pt idx="3556">
                  <c:v>27-03-2014</c:v>
                </c:pt>
                <c:pt idx="3557">
                  <c:v>28-03-2014</c:v>
                </c:pt>
                <c:pt idx="3558">
                  <c:v>31-03-2014</c:v>
                </c:pt>
                <c:pt idx="3559">
                  <c:v>01-04-2014</c:v>
                </c:pt>
                <c:pt idx="3560">
                  <c:v>02-04-2014</c:v>
                </c:pt>
                <c:pt idx="3561">
                  <c:v>03-04-2014</c:v>
                </c:pt>
                <c:pt idx="3562">
                  <c:v>04-04-2014</c:v>
                </c:pt>
                <c:pt idx="3563">
                  <c:v>07-04-2014</c:v>
                </c:pt>
                <c:pt idx="3564">
                  <c:v>09-04-2014</c:v>
                </c:pt>
                <c:pt idx="3565">
                  <c:v>10-04-2014</c:v>
                </c:pt>
                <c:pt idx="3566">
                  <c:v>11-04-2014</c:v>
                </c:pt>
                <c:pt idx="3567">
                  <c:v>15-04-2014</c:v>
                </c:pt>
                <c:pt idx="3568">
                  <c:v>16-04-2014</c:v>
                </c:pt>
                <c:pt idx="3569">
                  <c:v>17-04-2014</c:v>
                </c:pt>
                <c:pt idx="3570">
                  <c:v>21-04-2014</c:v>
                </c:pt>
                <c:pt idx="3571">
                  <c:v>22-04-2014</c:v>
                </c:pt>
                <c:pt idx="3572">
                  <c:v>23-04-2014</c:v>
                </c:pt>
                <c:pt idx="3573">
                  <c:v>25-04-2014</c:v>
                </c:pt>
                <c:pt idx="3574">
                  <c:v>28-04-2014</c:v>
                </c:pt>
                <c:pt idx="3575">
                  <c:v>29-04-2014</c:v>
                </c:pt>
                <c:pt idx="3576">
                  <c:v>30-04-2014</c:v>
                </c:pt>
                <c:pt idx="3577">
                  <c:v>02-05-2014</c:v>
                </c:pt>
                <c:pt idx="3578">
                  <c:v>05-05-2014</c:v>
                </c:pt>
                <c:pt idx="3579">
                  <c:v>06-05-2014</c:v>
                </c:pt>
                <c:pt idx="3580">
                  <c:v>07-05-2014</c:v>
                </c:pt>
                <c:pt idx="3581">
                  <c:v>08-05-2014</c:v>
                </c:pt>
                <c:pt idx="3582">
                  <c:v>09-05-2014</c:v>
                </c:pt>
                <c:pt idx="3583">
                  <c:v>12-05-2014</c:v>
                </c:pt>
                <c:pt idx="3584">
                  <c:v>13-05-2014</c:v>
                </c:pt>
                <c:pt idx="3585">
                  <c:v>14-05-2014</c:v>
                </c:pt>
                <c:pt idx="3586">
                  <c:v>15-05-2014</c:v>
                </c:pt>
                <c:pt idx="3587">
                  <c:v>16-05-2014</c:v>
                </c:pt>
                <c:pt idx="3588">
                  <c:v>19-05-2014</c:v>
                </c:pt>
                <c:pt idx="3589">
                  <c:v>20-05-2014</c:v>
                </c:pt>
                <c:pt idx="3590">
                  <c:v>21-05-2014</c:v>
                </c:pt>
                <c:pt idx="3591">
                  <c:v>22-05-2014</c:v>
                </c:pt>
                <c:pt idx="3592">
                  <c:v>23-05-2014</c:v>
                </c:pt>
                <c:pt idx="3593">
                  <c:v>26-05-2014</c:v>
                </c:pt>
                <c:pt idx="3594">
                  <c:v>27-05-2014</c:v>
                </c:pt>
                <c:pt idx="3595">
                  <c:v>28-05-2014</c:v>
                </c:pt>
                <c:pt idx="3596">
                  <c:v>29-05-2014</c:v>
                </c:pt>
                <c:pt idx="3597">
                  <c:v>30-05-2014</c:v>
                </c:pt>
                <c:pt idx="3598">
                  <c:v>02-06-2014</c:v>
                </c:pt>
                <c:pt idx="3599">
                  <c:v>03-06-2014</c:v>
                </c:pt>
                <c:pt idx="3600">
                  <c:v>04-06-2014</c:v>
                </c:pt>
                <c:pt idx="3601">
                  <c:v>05-06-2014</c:v>
                </c:pt>
                <c:pt idx="3602">
                  <c:v>06-06-2014</c:v>
                </c:pt>
                <c:pt idx="3603">
                  <c:v>09-06-2014</c:v>
                </c:pt>
                <c:pt idx="3604">
                  <c:v>10-06-2014</c:v>
                </c:pt>
                <c:pt idx="3605">
                  <c:v>11-06-2014</c:v>
                </c:pt>
                <c:pt idx="3606">
                  <c:v>12-06-2014</c:v>
                </c:pt>
                <c:pt idx="3607">
                  <c:v>13-06-2014</c:v>
                </c:pt>
                <c:pt idx="3608">
                  <c:v>16-06-2014</c:v>
                </c:pt>
                <c:pt idx="3609">
                  <c:v>17-06-2014</c:v>
                </c:pt>
                <c:pt idx="3610">
                  <c:v>18-06-2014</c:v>
                </c:pt>
                <c:pt idx="3611">
                  <c:v>19-06-2014</c:v>
                </c:pt>
                <c:pt idx="3612">
                  <c:v>20-06-2014</c:v>
                </c:pt>
                <c:pt idx="3613">
                  <c:v>23-06-2014</c:v>
                </c:pt>
                <c:pt idx="3614">
                  <c:v>24-06-2014</c:v>
                </c:pt>
                <c:pt idx="3615">
                  <c:v>25-06-2014</c:v>
                </c:pt>
                <c:pt idx="3616">
                  <c:v>26-06-2014</c:v>
                </c:pt>
                <c:pt idx="3617">
                  <c:v>27-06-2014</c:v>
                </c:pt>
                <c:pt idx="3618">
                  <c:v>30-06-2014</c:v>
                </c:pt>
                <c:pt idx="3619">
                  <c:v>01-07-2014</c:v>
                </c:pt>
                <c:pt idx="3620">
                  <c:v>02-07-2014</c:v>
                </c:pt>
                <c:pt idx="3621">
                  <c:v>03-07-2014</c:v>
                </c:pt>
                <c:pt idx="3622">
                  <c:v>04-07-2014</c:v>
                </c:pt>
                <c:pt idx="3623">
                  <c:v>07-07-2014</c:v>
                </c:pt>
                <c:pt idx="3624">
                  <c:v>08-07-2014</c:v>
                </c:pt>
                <c:pt idx="3625">
                  <c:v>09-07-2014</c:v>
                </c:pt>
                <c:pt idx="3626">
                  <c:v>10-07-2014</c:v>
                </c:pt>
                <c:pt idx="3627">
                  <c:v>11-07-2014</c:v>
                </c:pt>
                <c:pt idx="3628">
                  <c:v>14-07-2014</c:v>
                </c:pt>
                <c:pt idx="3629">
                  <c:v>15-07-2014</c:v>
                </c:pt>
                <c:pt idx="3630">
                  <c:v>16-07-2014</c:v>
                </c:pt>
                <c:pt idx="3631">
                  <c:v>17-07-2014</c:v>
                </c:pt>
                <c:pt idx="3632">
                  <c:v>18-07-2014</c:v>
                </c:pt>
                <c:pt idx="3633">
                  <c:v>21-07-2014</c:v>
                </c:pt>
                <c:pt idx="3634">
                  <c:v>22-07-2014</c:v>
                </c:pt>
                <c:pt idx="3635">
                  <c:v>23-07-2014</c:v>
                </c:pt>
                <c:pt idx="3636">
                  <c:v>24-07-2014</c:v>
                </c:pt>
                <c:pt idx="3637">
                  <c:v>25-07-2014</c:v>
                </c:pt>
                <c:pt idx="3638">
                  <c:v>28-07-2014</c:v>
                </c:pt>
                <c:pt idx="3639">
                  <c:v>30-07-2014</c:v>
                </c:pt>
                <c:pt idx="3640">
                  <c:v>31-07-2014</c:v>
                </c:pt>
                <c:pt idx="3641">
                  <c:v>01-08-2014</c:v>
                </c:pt>
                <c:pt idx="3642">
                  <c:v>04-08-2014</c:v>
                </c:pt>
                <c:pt idx="3643">
                  <c:v>05-08-2014</c:v>
                </c:pt>
                <c:pt idx="3644">
                  <c:v>06-08-2014</c:v>
                </c:pt>
                <c:pt idx="3645">
                  <c:v>07-08-2014</c:v>
                </c:pt>
                <c:pt idx="3646">
                  <c:v>08-08-2014</c:v>
                </c:pt>
                <c:pt idx="3647">
                  <c:v>11-08-2014</c:v>
                </c:pt>
                <c:pt idx="3648">
                  <c:v>12-08-2014</c:v>
                </c:pt>
                <c:pt idx="3649">
                  <c:v>13-08-2014</c:v>
                </c:pt>
                <c:pt idx="3650">
                  <c:v>14-08-2014</c:v>
                </c:pt>
                <c:pt idx="3651">
                  <c:v>18-08-2014</c:v>
                </c:pt>
                <c:pt idx="3652">
                  <c:v>19-08-2014</c:v>
                </c:pt>
                <c:pt idx="3653">
                  <c:v>20-08-2014</c:v>
                </c:pt>
                <c:pt idx="3654">
                  <c:v>21-08-2014</c:v>
                </c:pt>
                <c:pt idx="3655">
                  <c:v>22-08-2014</c:v>
                </c:pt>
                <c:pt idx="3656">
                  <c:v>25-08-2014</c:v>
                </c:pt>
                <c:pt idx="3657">
                  <c:v>26-08-2014</c:v>
                </c:pt>
                <c:pt idx="3658">
                  <c:v>27-08-2014</c:v>
                </c:pt>
                <c:pt idx="3659">
                  <c:v>28-08-2014</c:v>
                </c:pt>
                <c:pt idx="3660">
                  <c:v>01-09-2014</c:v>
                </c:pt>
                <c:pt idx="3661">
                  <c:v>02-09-2014</c:v>
                </c:pt>
                <c:pt idx="3662">
                  <c:v>03-09-2014</c:v>
                </c:pt>
                <c:pt idx="3663">
                  <c:v>04-09-2014</c:v>
                </c:pt>
                <c:pt idx="3664">
                  <c:v>05-09-2014</c:v>
                </c:pt>
                <c:pt idx="3665">
                  <c:v>08-09-2014</c:v>
                </c:pt>
                <c:pt idx="3666">
                  <c:v>09-09-2014</c:v>
                </c:pt>
                <c:pt idx="3667">
                  <c:v>10-09-2014</c:v>
                </c:pt>
                <c:pt idx="3668">
                  <c:v>11-09-2014</c:v>
                </c:pt>
                <c:pt idx="3669">
                  <c:v>12-09-2014</c:v>
                </c:pt>
                <c:pt idx="3670">
                  <c:v>15-09-2014</c:v>
                </c:pt>
                <c:pt idx="3671">
                  <c:v>16-09-2014</c:v>
                </c:pt>
                <c:pt idx="3672">
                  <c:v>17-09-2014</c:v>
                </c:pt>
                <c:pt idx="3673">
                  <c:v>18-09-2014</c:v>
                </c:pt>
                <c:pt idx="3674">
                  <c:v>19-09-2014</c:v>
                </c:pt>
                <c:pt idx="3675">
                  <c:v>22-09-2014</c:v>
                </c:pt>
                <c:pt idx="3676">
                  <c:v>23-09-2014</c:v>
                </c:pt>
                <c:pt idx="3677">
                  <c:v>24-09-2014</c:v>
                </c:pt>
                <c:pt idx="3678">
                  <c:v>25-09-2014</c:v>
                </c:pt>
                <c:pt idx="3679">
                  <c:v>26-09-2014</c:v>
                </c:pt>
                <c:pt idx="3680">
                  <c:v>29-09-2014</c:v>
                </c:pt>
                <c:pt idx="3681">
                  <c:v>30-09-2014</c:v>
                </c:pt>
                <c:pt idx="3682">
                  <c:v>01-10-2014</c:v>
                </c:pt>
                <c:pt idx="3683">
                  <c:v>07-10-2014</c:v>
                </c:pt>
                <c:pt idx="3684">
                  <c:v>08-10-2014</c:v>
                </c:pt>
                <c:pt idx="3685">
                  <c:v>09-10-2014</c:v>
                </c:pt>
                <c:pt idx="3686">
                  <c:v>10-10-2014</c:v>
                </c:pt>
                <c:pt idx="3687">
                  <c:v>13-10-2014</c:v>
                </c:pt>
                <c:pt idx="3688">
                  <c:v>14-10-2014</c:v>
                </c:pt>
                <c:pt idx="3689">
                  <c:v>16-10-2014</c:v>
                </c:pt>
                <c:pt idx="3690">
                  <c:v>17-10-2014</c:v>
                </c:pt>
                <c:pt idx="3691">
                  <c:v>20-10-2014</c:v>
                </c:pt>
                <c:pt idx="3692">
                  <c:v>21-10-2014</c:v>
                </c:pt>
                <c:pt idx="3693">
                  <c:v>22-10-2014</c:v>
                </c:pt>
                <c:pt idx="3694">
                  <c:v>23-10-2014</c:v>
                </c:pt>
                <c:pt idx="3695">
                  <c:v>27-10-2014</c:v>
                </c:pt>
                <c:pt idx="3696">
                  <c:v>28-10-2014</c:v>
                </c:pt>
                <c:pt idx="3697">
                  <c:v>29-10-2014</c:v>
                </c:pt>
                <c:pt idx="3698">
                  <c:v>30-10-2014</c:v>
                </c:pt>
                <c:pt idx="3699">
                  <c:v>31-10-2014</c:v>
                </c:pt>
                <c:pt idx="3700">
                  <c:v>03-11-2014</c:v>
                </c:pt>
                <c:pt idx="3701">
                  <c:v>05-11-2014</c:v>
                </c:pt>
                <c:pt idx="3702">
                  <c:v>07-11-2014</c:v>
                </c:pt>
                <c:pt idx="3703">
                  <c:v>10-11-2014</c:v>
                </c:pt>
                <c:pt idx="3704">
                  <c:v>11-11-2014</c:v>
                </c:pt>
                <c:pt idx="3705">
                  <c:v>12-11-2014</c:v>
                </c:pt>
                <c:pt idx="3706">
                  <c:v>13-11-2014</c:v>
                </c:pt>
                <c:pt idx="3707">
                  <c:v>14-11-2014</c:v>
                </c:pt>
                <c:pt idx="3708">
                  <c:v>17-11-2014</c:v>
                </c:pt>
                <c:pt idx="3709">
                  <c:v>18-11-2014</c:v>
                </c:pt>
                <c:pt idx="3710">
                  <c:v>19-11-2014</c:v>
                </c:pt>
                <c:pt idx="3711">
                  <c:v>20-11-2014</c:v>
                </c:pt>
                <c:pt idx="3712">
                  <c:v>21-11-2014</c:v>
                </c:pt>
                <c:pt idx="3713">
                  <c:v>24-11-2014</c:v>
                </c:pt>
                <c:pt idx="3714">
                  <c:v>25-11-2014</c:v>
                </c:pt>
                <c:pt idx="3715">
                  <c:v>26-11-2014</c:v>
                </c:pt>
                <c:pt idx="3716">
                  <c:v>27-11-2014</c:v>
                </c:pt>
                <c:pt idx="3717">
                  <c:v>28-11-2014</c:v>
                </c:pt>
                <c:pt idx="3718">
                  <c:v>01-12-2014</c:v>
                </c:pt>
                <c:pt idx="3719">
                  <c:v>02-12-2014</c:v>
                </c:pt>
                <c:pt idx="3720">
                  <c:v>03-12-2014</c:v>
                </c:pt>
                <c:pt idx="3721">
                  <c:v>04-12-2014</c:v>
                </c:pt>
                <c:pt idx="3722">
                  <c:v>05-12-2014</c:v>
                </c:pt>
                <c:pt idx="3723">
                  <c:v>08-12-2014</c:v>
                </c:pt>
                <c:pt idx="3724">
                  <c:v>09-12-2014</c:v>
                </c:pt>
                <c:pt idx="3725">
                  <c:v>10-12-2014</c:v>
                </c:pt>
                <c:pt idx="3726">
                  <c:v>11-12-2014</c:v>
                </c:pt>
                <c:pt idx="3727">
                  <c:v>12-12-2014</c:v>
                </c:pt>
                <c:pt idx="3728">
                  <c:v>15-12-2014</c:v>
                </c:pt>
                <c:pt idx="3729">
                  <c:v>16-12-2014</c:v>
                </c:pt>
                <c:pt idx="3730">
                  <c:v>17-12-2014</c:v>
                </c:pt>
                <c:pt idx="3731">
                  <c:v>18-12-2014</c:v>
                </c:pt>
                <c:pt idx="3732">
                  <c:v>19-12-2014</c:v>
                </c:pt>
                <c:pt idx="3733">
                  <c:v>22-12-2014</c:v>
                </c:pt>
                <c:pt idx="3734">
                  <c:v>23-12-2014</c:v>
                </c:pt>
                <c:pt idx="3735">
                  <c:v>24-12-2014</c:v>
                </c:pt>
                <c:pt idx="3736">
                  <c:v>26-12-2014</c:v>
                </c:pt>
                <c:pt idx="3737">
                  <c:v>29-12-2014</c:v>
                </c:pt>
                <c:pt idx="3738">
                  <c:v>30-12-2014</c:v>
                </c:pt>
                <c:pt idx="3739">
                  <c:v>31-12-2014</c:v>
                </c:pt>
                <c:pt idx="3740">
                  <c:v>01-01-2015</c:v>
                </c:pt>
                <c:pt idx="3741">
                  <c:v>02-01-2015</c:v>
                </c:pt>
                <c:pt idx="3742">
                  <c:v>05-01-2015</c:v>
                </c:pt>
                <c:pt idx="3743">
                  <c:v>06-01-2015</c:v>
                </c:pt>
                <c:pt idx="3744">
                  <c:v>07-01-2015</c:v>
                </c:pt>
                <c:pt idx="3745">
                  <c:v>08-01-2015</c:v>
                </c:pt>
                <c:pt idx="3746">
                  <c:v>09-01-2015</c:v>
                </c:pt>
                <c:pt idx="3747">
                  <c:v>12-01-2015</c:v>
                </c:pt>
                <c:pt idx="3748">
                  <c:v>13-01-2015</c:v>
                </c:pt>
                <c:pt idx="3749">
                  <c:v>14-01-2015</c:v>
                </c:pt>
                <c:pt idx="3750">
                  <c:v>15-01-2015</c:v>
                </c:pt>
                <c:pt idx="3751">
                  <c:v>16-01-2015</c:v>
                </c:pt>
                <c:pt idx="3752">
                  <c:v>19-01-2015</c:v>
                </c:pt>
                <c:pt idx="3753">
                  <c:v>20-01-2015</c:v>
                </c:pt>
                <c:pt idx="3754">
                  <c:v>21-01-2015</c:v>
                </c:pt>
                <c:pt idx="3755">
                  <c:v>22-01-2015</c:v>
                </c:pt>
                <c:pt idx="3756">
                  <c:v>23-01-2015</c:v>
                </c:pt>
                <c:pt idx="3757">
                  <c:v>27-01-2015</c:v>
                </c:pt>
                <c:pt idx="3758">
                  <c:v>28-01-2015</c:v>
                </c:pt>
                <c:pt idx="3759">
                  <c:v>29-01-2015</c:v>
                </c:pt>
                <c:pt idx="3760">
                  <c:v>30-01-2015</c:v>
                </c:pt>
                <c:pt idx="3761">
                  <c:v>02-02-2015</c:v>
                </c:pt>
                <c:pt idx="3762">
                  <c:v>03-02-2015</c:v>
                </c:pt>
                <c:pt idx="3763">
                  <c:v>04-02-2015</c:v>
                </c:pt>
                <c:pt idx="3764">
                  <c:v>05-02-2015</c:v>
                </c:pt>
                <c:pt idx="3765">
                  <c:v>06-02-2015</c:v>
                </c:pt>
                <c:pt idx="3766">
                  <c:v>09-02-2015</c:v>
                </c:pt>
                <c:pt idx="3767">
                  <c:v>10-02-2015</c:v>
                </c:pt>
                <c:pt idx="3768">
                  <c:v>11-02-2015</c:v>
                </c:pt>
                <c:pt idx="3769">
                  <c:v>12-02-2015</c:v>
                </c:pt>
                <c:pt idx="3770">
                  <c:v>13-02-2015</c:v>
                </c:pt>
                <c:pt idx="3771">
                  <c:v>16-02-2015</c:v>
                </c:pt>
                <c:pt idx="3772">
                  <c:v>18-02-2015</c:v>
                </c:pt>
                <c:pt idx="3773">
                  <c:v>19-02-2015</c:v>
                </c:pt>
                <c:pt idx="3774">
                  <c:v>20-02-2015</c:v>
                </c:pt>
                <c:pt idx="3775">
                  <c:v>23-02-2015</c:v>
                </c:pt>
                <c:pt idx="3776">
                  <c:v>24-02-2015</c:v>
                </c:pt>
                <c:pt idx="3777">
                  <c:v>25-02-2015</c:v>
                </c:pt>
                <c:pt idx="3778">
                  <c:v>26-02-2015</c:v>
                </c:pt>
                <c:pt idx="3779">
                  <c:v>27-02-2015</c:v>
                </c:pt>
                <c:pt idx="3780">
                  <c:v>28-02-2015</c:v>
                </c:pt>
                <c:pt idx="3781">
                  <c:v>02-03-2015</c:v>
                </c:pt>
                <c:pt idx="3782">
                  <c:v>03-03-2015</c:v>
                </c:pt>
                <c:pt idx="3783">
                  <c:v>04-03-2015</c:v>
                </c:pt>
                <c:pt idx="3784">
                  <c:v>05-03-2015</c:v>
                </c:pt>
                <c:pt idx="3785">
                  <c:v>09-03-2015</c:v>
                </c:pt>
                <c:pt idx="3786">
                  <c:v>10-03-2015</c:v>
                </c:pt>
                <c:pt idx="3787">
                  <c:v>11-03-2015</c:v>
                </c:pt>
                <c:pt idx="3788">
                  <c:v>12-03-2015</c:v>
                </c:pt>
                <c:pt idx="3789">
                  <c:v>13-03-2015</c:v>
                </c:pt>
                <c:pt idx="3790">
                  <c:v>16-03-2015</c:v>
                </c:pt>
                <c:pt idx="3791">
                  <c:v>17-03-2015</c:v>
                </c:pt>
                <c:pt idx="3792">
                  <c:v>18-03-2015</c:v>
                </c:pt>
                <c:pt idx="3793">
                  <c:v>19-03-2015</c:v>
                </c:pt>
                <c:pt idx="3794">
                  <c:v>20-03-2015</c:v>
                </c:pt>
                <c:pt idx="3795">
                  <c:v>23-03-2015</c:v>
                </c:pt>
                <c:pt idx="3796">
                  <c:v>24-03-2015</c:v>
                </c:pt>
                <c:pt idx="3797">
                  <c:v>25-03-2015</c:v>
                </c:pt>
                <c:pt idx="3798">
                  <c:v>26-03-2015</c:v>
                </c:pt>
                <c:pt idx="3799">
                  <c:v>27-03-2015</c:v>
                </c:pt>
                <c:pt idx="3800">
                  <c:v>30-03-2015</c:v>
                </c:pt>
                <c:pt idx="3801">
                  <c:v>31-03-2015</c:v>
                </c:pt>
                <c:pt idx="3802">
                  <c:v>01-04-2015</c:v>
                </c:pt>
                <c:pt idx="3803">
                  <c:v>06-04-2015</c:v>
                </c:pt>
                <c:pt idx="3804">
                  <c:v>07-04-2015</c:v>
                </c:pt>
                <c:pt idx="3805">
                  <c:v>08-04-2015</c:v>
                </c:pt>
                <c:pt idx="3806">
                  <c:v>09-04-2015</c:v>
                </c:pt>
                <c:pt idx="3807">
                  <c:v>10-04-2015</c:v>
                </c:pt>
                <c:pt idx="3808">
                  <c:v>13-04-2015</c:v>
                </c:pt>
                <c:pt idx="3809">
                  <c:v>15-04-2015</c:v>
                </c:pt>
                <c:pt idx="3810">
                  <c:v>16-04-2015</c:v>
                </c:pt>
                <c:pt idx="3811">
                  <c:v>17-04-2015</c:v>
                </c:pt>
                <c:pt idx="3812">
                  <c:v>20-04-2015</c:v>
                </c:pt>
                <c:pt idx="3813">
                  <c:v>21-04-2015</c:v>
                </c:pt>
                <c:pt idx="3814">
                  <c:v>22-04-2015</c:v>
                </c:pt>
                <c:pt idx="3815">
                  <c:v>23-04-2015</c:v>
                </c:pt>
                <c:pt idx="3816">
                  <c:v>24-04-2015</c:v>
                </c:pt>
                <c:pt idx="3817">
                  <c:v>27-04-2015</c:v>
                </c:pt>
                <c:pt idx="3818">
                  <c:v>28-04-2015</c:v>
                </c:pt>
                <c:pt idx="3819">
                  <c:v>29-04-2015</c:v>
                </c:pt>
                <c:pt idx="3820">
                  <c:v>30-04-2015</c:v>
                </c:pt>
                <c:pt idx="3821">
                  <c:v>04-05-2015</c:v>
                </c:pt>
                <c:pt idx="3822">
                  <c:v>05-05-2015</c:v>
                </c:pt>
                <c:pt idx="3823">
                  <c:v>06-05-2015</c:v>
                </c:pt>
                <c:pt idx="3824">
                  <c:v>07-05-2015</c:v>
                </c:pt>
                <c:pt idx="3825">
                  <c:v>08-05-2015</c:v>
                </c:pt>
                <c:pt idx="3826">
                  <c:v>11-05-2015</c:v>
                </c:pt>
                <c:pt idx="3827">
                  <c:v>12-05-2015</c:v>
                </c:pt>
                <c:pt idx="3828">
                  <c:v>13-05-2015</c:v>
                </c:pt>
                <c:pt idx="3829">
                  <c:v>14-05-2015</c:v>
                </c:pt>
                <c:pt idx="3830">
                  <c:v>15-05-2015</c:v>
                </c:pt>
                <c:pt idx="3831">
                  <c:v>18-05-2015</c:v>
                </c:pt>
                <c:pt idx="3832">
                  <c:v>19-05-2015</c:v>
                </c:pt>
                <c:pt idx="3833">
                  <c:v>20-05-2015</c:v>
                </c:pt>
                <c:pt idx="3834">
                  <c:v>21-05-2015</c:v>
                </c:pt>
                <c:pt idx="3835">
                  <c:v>22-05-2015</c:v>
                </c:pt>
                <c:pt idx="3836">
                  <c:v>25-05-2015</c:v>
                </c:pt>
                <c:pt idx="3837">
                  <c:v>26-05-2015</c:v>
                </c:pt>
                <c:pt idx="3838">
                  <c:v>27-05-2015</c:v>
                </c:pt>
                <c:pt idx="3839">
                  <c:v>28-05-2015</c:v>
                </c:pt>
                <c:pt idx="3840">
                  <c:v>29-05-2015</c:v>
                </c:pt>
                <c:pt idx="3841">
                  <c:v>01-06-2015</c:v>
                </c:pt>
                <c:pt idx="3842">
                  <c:v>02-06-2015</c:v>
                </c:pt>
                <c:pt idx="3843">
                  <c:v>03-06-2015</c:v>
                </c:pt>
                <c:pt idx="3844">
                  <c:v>04-06-2015</c:v>
                </c:pt>
                <c:pt idx="3845">
                  <c:v>05-06-2015</c:v>
                </c:pt>
                <c:pt idx="3846">
                  <c:v>08-06-2015</c:v>
                </c:pt>
                <c:pt idx="3847">
                  <c:v>09-06-2015</c:v>
                </c:pt>
                <c:pt idx="3848">
                  <c:v>10-06-2015</c:v>
                </c:pt>
                <c:pt idx="3849">
                  <c:v>11-06-2015</c:v>
                </c:pt>
                <c:pt idx="3850">
                  <c:v>12-06-2015</c:v>
                </c:pt>
                <c:pt idx="3851">
                  <c:v>15-06-2015</c:v>
                </c:pt>
                <c:pt idx="3852">
                  <c:v>16-06-2015</c:v>
                </c:pt>
                <c:pt idx="3853">
                  <c:v>17-06-2015</c:v>
                </c:pt>
                <c:pt idx="3854">
                  <c:v>18-06-2015</c:v>
                </c:pt>
                <c:pt idx="3855">
                  <c:v>19-06-2015</c:v>
                </c:pt>
                <c:pt idx="3856">
                  <c:v>22-06-2015</c:v>
                </c:pt>
                <c:pt idx="3857">
                  <c:v>23-06-2015</c:v>
                </c:pt>
                <c:pt idx="3858">
                  <c:v>24-06-2015</c:v>
                </c:pt>
                <c:pt idx="3859">
                  <c:v>25-06-2015</c:v>
                </c:pt>
                <c:pt idx="3860">
                  <c:v>26-06-2015</c:v>
                </c:pt>
                <c:pt idx="3861">
                  <c:v>29-06-2015</c:v>
                </c:pt>
                <c:pt idx="3862">
                  <c:v>30-06-2015</c:v>
                </c:pt>
                <c:pt idx="3863">
                  <c:v>01-07-2015</c:v>
                </c:pt>
                <c:pt idx="3864">
                  <c:v>02-07-2015</c:v>
                </c:pt>
                <c:pt idx="3865">
                  <c:v>03-07-2015</c:v>
                </c:pt>
                <c:pt idx="3866">
                  <c:v>06-07-2015</c:v>
                </c:pt>
                <c:pt idx="3867">
                  <c:v>07-07-2015</c:v>
                </c:pt>
                <c:pt idx="3868">
                  <c:v>08-07-2015</c:v>
                </c:pt>
                <c:pt idx="3869">
                  <c:v>09-07-2015</c:v>
                </c:pt>
                <c:pt idx="3870">
                  <c:v>10-07-2015</c:v>
                </c:pt>
                <c:pt idx="3871">
                  <c:v>13-07-2015</c:v>
                </c:pt>
                <c:pt idx="3872">
                  <c:v>14-07-2015</c:v>
                </c:pt>
                <c:pt idx="3873">
                  <c:v>15-07-2015</c:v>
                </c:pt>
                <c:pt idx="3874">
                  <c:v>16-07-2015</c:v>
                </c:pt>
                <c:pt idx="3875">
                  <c:v>17-07-2015</c:v>
                </c:pt>
                <c:pt idx="3876">
                  <c:v>20-07-2015</c:v>
                </c:pt>
                <c:pt idx="3877">
                  <c:v>21-07-2015</c:v>
                </c:pt>
                <c:pt idx="3878">
                  <c:v>22-07-2015</c:v>
                </c:pt>
                <c:pt idx="3879">
                  <c:v>23-07-2015</c:v>
                </c:pt>
                <c:pt idx="3880">
                  <c:v>24-07-2015</c:v>
                </c:pt>
                <c:pt idx="3881">
                  <c:v>27-07-2015</c:v>
                </c:pt>
                <c:pt idx="3882">
                  <c:v>28-07-2015</c:v>
                </c:pt>
                <c:pt idx="3883">
                  <c:v>29-07-2015</c:v>
                </c:pt>
                <c:pt idx="3884">
                  <c:v>30-07-2015</c:v>
                </c:pt>
                <c:pt idx="3885">
                  <c:v>31-07-2015</c:v>
                </c:pt>
                <c:pt idx="3886">
                  <c:v>03-08-2015</c:v>
                </c:pt>
                <c:pt idx="3887">
                  <c:v>04-08-2015</c:v>
                </c:pt>
                <c:pt idx="3888">
                  <c:v>05-08-2015</c:v>
                </c:pt>
                <c:pt idx="3889">
                  <c:v>06-08-2015</c:v>
                </c:pt>
                <c:pt idx="3890">
                  <c:v>07-08-2015</c:v>
                </c:pt>
                <c:pt idx="3891">
                  <c:v>10-08-2015</c:v>
                </c:pt>
                <c:pt idx="3892">
                  <c:v>11-08-2015</c:v>
                </c:pt>
                <c:pt idx="3893">
                  <c:v>12-08-2015</c:v>
                </c:pt>
                <c:pt idx="3894">
                  <c:v>13-08-2015</c:v>
                </c:pt>
                <c:pt idx="3895">
                  <c:v>14-08-2015</c:v>
                </c:pt>
                <c:pt idx="3896">
                  <c:v>17-08-2015</c:v>
                </c:pt>
                <c:pt idx="3897">
                  <c:v>18-08-2015</c:v>
                </c:pt>
                <c:pt idx="3898">
                  <c:v>19-08-2015</c:v>
                </c:pt>
                <c:pt idx="3899">
                  <c:v>20-08-2015</c:v>
                </c:pt>
                <c:pt idx="3900">
                  <c:v>21-08-2015</c:v>
                </c:pt>
                <c:pt idx="3901">
                  <c:v>24-08-2015</c:v>
                </c:pt>
                <c:pt idx="3902">
                  <c:v>25-08-2015</c:v>
                </c:pt>
                <c:pt idx="3903">
                  <c:v>26-08-2015</c:v>
                </c:pt>
                <c:pt idx="3904">
                  <c:v>27-08-2015</c:v>
                </c:pt>
                <c:pt idx="3905">
                  <c:v>28-08-2015</c:v>
                </c:pt>
                <c:pt idx="3906">
                  <c:v>31-08-2015</c:v>
                </c:pt>
                <c:pt idx="3907">
                  <c:v>01-09-2015</c:v>
                </c:pt>
                <c:pt idx="3908">
                  <c:v>02-09-2015</c:v>
                </c:pt>
                <c:pt idx="3909">
                  <c:v>03-09-2015</c:v>
                </c:pt>
                <c:pt idx="3910">
                  <c:v>04-09-2015</c:v>
                </c:pt>
                <c:pt idx="3911">
                  <c:v>07-09-2015</c:v>
                </c:pt>
                <c:pt idx="3912">
                  <c:v>08-09-2015</c:v>
                </c:pt>
                <c:pt idx="3913">
                  <c:v>09-09-2015</c:v>
                </c:pt>
                <c:pt idx="3914">
                  <c:v>10-09-2015</c:v>
                </c:pt>
                <c:pt idx="3915">
                  <c:v>11-09-2015</c:v>
                </c:pt>
                <c:pt idx="3916">
                  <c:v>14-09-2015</c:v>
                </c:pt>
                <c:pt idx="3917">
                  <c:v>15-09-2015</c:v>
                </c:pt>
                <c:pt idx="3918">
                  <c:v>16-09-2015</c:v>
                </c:pt>
                <c:pt idx="3919">
                  <c:v>18-09-2015</c:v>
                </c:pt>
                <c:pt idx="3920">
                  <c:v>21-09-2015</c:v>
                </c:pt>
                <c:pt idx="3921">
                  <c:v>22-09-2015</c:v>
                </c:pt>
                <c:pt idx="3922">
                  <c:v>23-09-2015</c:v>
                </c:pt>
                <c:pt idx="3923">
                  <c:v>24-09-2015</c:v>
                </c:pt>
                <c:pt idx="3924">
                  <c:v>28-09-2015</c:v>
                </c:pt>
                <c:pt idx="3925">
                  <c:v>29-09-2015</c:v>
                </c:pt>
                <c:pt idx="3926">
                  <c:v>30-09-2015</c:v>
                </c:pt>
                <c:pt idx="3927">
                  <c:v>01-10-2015</c:v>
                </c:pt>
                <c:pt idx="3928">
                  <c:v>05-10-2015</c:v>
                </c:pt>
                <c:pt idx="3929">
                  <c:v>06-10-2015</c:v>
                </c:pt>
                <c:pt idx="3930">
                  <c:v>07-10-2015</c:v>
                </c:pt>
                <c:pt idx="3931">
                  <c:v>08-10-2015</c:v>
                </c:pt>
                <c:pt idx="3932">
                  <c:v>09-10-2015</c:v>
                </c:pt>
                <c:pt idx="3933">
                  <c:v>12-10-2015</c:v>
                </c:pt>
                <c:pt idx="3934">
                  <c:v>13-10-2015</c:v>
                </c:pt>
                <c:pt idx="3935">
                  <c:v>14-10-2015</c:v>
                </c:pt>
                <c:pt idx="3936">
                  <c:v>15-10-2015</c:v>
                </c:pt>
                <c:pt idx="3937">
                  <c:v>16-10-2015</c:v>
                </c:pt>
                <c:pt idx="3938">
                  <c:v>19-10-2015</c:v>
                </c:pt>
                <c:pt idx="3939">
                  <c:v>20-10-2015</c:v>
                </c:pt>
                <c:pt idx="3940">
                  <c:v>21-10-2015</c:v>
                </c:pt>
                <c:pt idx="3941">
                  <c:v>23-10-2015</c:v>
                </c:pt>
                <c:pt idx="3942">
                  <c:v>26-10-2015</c:v>
                </c:pt>
                <c:pt idx="3943">
                  <c:v>27-10-2015</c:v>
                </c:pt>
                <c:pt idx="3944">
                  <c:v>28-10-2015</c:v>
                </c:pt>
                <c:pt idx="3945">
                  <c:v>29-10-2015</c:v>
                </c:pt>
                <c:pt idx="3946">
                  <c:v>30-10-2015</c:v>
                </c:pt>
                <c:pt idx="3947">
                  <c:v>02-11-2015</c:v>
                </c:pt>
                <c:pt idx="3948">
                  <c:v>03-11-2015</c:v>
                </c:pt>
                <c:pt idx="3949">
                  <c:v>04-11-2015</c:v>
                </c:pt>
                <c:pt idx="3950">
                  <c:v>05-11-2015</c:v>
                </c:pt>
                <c:pt idx="3951">
                  <c:v>06-11-2015</c:v>
                </c:pt>
                <c:pt idx="3952">
                  <c:v>09-11-2015</c:v>
                </c:pt>
                <c:pt idx="3953">
                  <c:v>10-11-2015</c:v>
                </c:pt>
                <c:pt idx="3954">
                  <c:v>11-11-2015</c:v>
                </c:pt>
                <c:pt idx="3955">
                  <c:v>13-11-2015</c:v>
                </c:pt>
                <c:pt idx="3956">
                  <c:v>16-11-2015</c:v>
                </c:pt>
                <c:pt idx="3957">
                  <c:v>17-11-2015</c:v>
                </c:pt>
                <c:pt idx="3958">
                  <c:v>18-11-2015</c:v>
                </c:pt>
                <c:pt idx="3959">
                  <c:v>19-11-2015</c:v>
                </c:pt>
                <c:pt idx="3960">
                  <c:v>20-11-2015</c:v>
                </c:pt>
                <c:pt idx="3961">
                  <c:v>23-11-2015</c:v>
                </c:pt>
                <c:pt idx="3962">
                  <c:v>24-11-2015</c:v>
                </c:pt>
                <c:pt idx="3963">
                  <c:v>26-11-2015</c:v>
                </c:pt>
                <c:pt idx="3964">
                  <c:v>27-11-2015</c:v>
                </c:pt>
                <c:pt idx="3965">
                  <c:v>30-11-2015</c:v>
                </c:pt>
                <c:pt idx="3966">
                  <c:v>01-12-2015</c:v>
                </c:pt>
                <c:pt idx="3967">
                  <c:v>02-12-2015</c:v>
                </c:pt>
                <c:pt idx="3968">
                  <c:v>03-12-2015</c:v>
                </c:pt>
                <c:pt idx="3969">
                  <c:v>04-12-2015</c:v>
                </c:pt>
                <c:pt idx="3970">
                  <c:v>07-12-2015</c:v>
                </c:pt>
                <c:pt idx="3971">
                  <c:v>08-12-2015</c:v>
                </c:pt>
                <c:pt idx="3972">
                  <c:v>09-12-2015</c:v>
                </c:pt>
                <c:pt idx="3973">
                  <c:v>10-12-2015</c:v>
                </c:pt>
                <c:pt idx="3974">
                  <c:v>11-12-2015</c:v>
                </c:pt>
                <c:pt idx="3975">
                  <c:v>14-12-2015</c:v>
                </c:pt>
                <c:pt idx="3976">
                  <c:v>15-12-2015</c:v>
                </c:pt>
                <c:pt idx="3977">
                  <c:v>16-12-2015</c:v>
                </c:pt>
                <c:pt idx="3978">
                  <c:v>17-12-2015</c:v>
                </c:pt>
                <c:pt idx="3979">
                  <c:v>18-12-2015</c:v>
                </c:pt>
                <c:pt idx="3980">
                  <c:v>21-12-2015</c:v>
                </c:pt>
                <c:pt idx="3981">
                  <c:v>22-12-2015</c:v>
                </c:pt>
                <c:pt idx="3982">
                  <c:v>23-12-2015</c:v>
                </c:pt>
                <c:pt idx="3983">
                  <c:v>24-12-2015</c:v>
                </c:pt>
                <c:pt idx="3984">
                  <c:v>28-12-2015</c:v>
                </c:pt>
                <c:pt idx="3985">
                  <c:v>29-12-2015</c:v>
                </c:pt>
                <c:pt idx="3986">
                  <c:v>30-12-2015</c:v>
                </c:pt>
                <c:pt idx="3987">
                  <c:v>31-12-2015</c:v>
                </c:pt>
                <c:pt idx="3988">
                  <c:v>01-01-2016</c:v>
                </c:pt>
                <c:pt idx="3989">
                  <c:v>04-01-2016</c:v>
                </c:pt>
                <c:pt idx="3990">
                  <c:v>05-01-2016</c:v>
                </c:pt>
                <c:pt idx="3991">
                  <c:v>06-01-2016</c:v>
                </c:pt>
                <c:pt idx="3992">
                  <c:v>07-01-2016</c:v>
                </c:pt>
                <c:pt idx="3993">
                  <c:v>08-01-2016</c:v>
                </c:pt>
                <c:pt idx="3994">
                  <c:v>11-01-2016</c:v>
                </c:pt>
                <c:pt idx="3995">
                  <c:v>12-01-2016</c:v>
                </c:pt>
                <c:pt idx="3996">
                  <c:v>13-01-2016</c:v>
                </c:pt>
                <c:pt idx="3997">
                  <c:v>14-01-2016</c:v>
                </c:pt>
                <c:pt idx="3998">
                  <c:v>15-01-2016</c:v>
                </c:pt>
                <c:pt idx="3999">
                  <c:v>18-01-2016</c:v>
                </c:pt>
                <c:pt idx="4000">
                  <c:v>19-01-2016</c:v>
                </c:pt>
                <c:pt idx="4001">
                  <c:v>20-01-2016</c:v>
                </c:pt>
                <c:pt idx="4002">
                  <c:v>21-01-2016</c:v>
                </c:pt>
                <c:pt idx="4003">
                  <c:v>22-01-2016</c:v>
                </c:pt>
                <c:pt idx="4004">
                  <c:v>25-01-2016</c:v>
                </c:pt>
                <c:pt idx="4005">
                  <c:v>27-01-2016</c:v>
                </c:pt>
                <c:pt idx="4006">
                  <c:v>28-01-2016</c:v>
                </c:pt>
                <c:pt idx="4007">
                  <c:v>29-01-2016</c:v>
                </c:pt>
                <c:pt idx="4008">
                  <c:v>01-02-2016</c:v>
                </c:pt>
                <c:pt idx="4009">
                  <c:v>02-02-2016</c:v>
                </c:pt>
                <c:pt idx="4010">
                  <c:v>03-02-2016</c:v>
                </c:pt>
                <c:pt idx="4011">
                  <c:v>04-02-2016</c:v>
                </c:pt>
                <c:pt idx="4012">
                  <c:v>05-02-2016</c:v>
                </c:pt>
                <c:pt idx="4013">
                  <c:v>08-02-2016</c:v>
                </c:pt>
                <c:pt idx="4014">
                  <c:v>09-02-2016</c:v>
                </c:pt>
                <c:pt idx="4015">
                  <c:v>10-02-2016</c:v>
                </c:pt>
                <c:pt idx="4016">
                  <c:v>11-02-2016</c:v>
                </c:pt>
                <c:pt idx="4017">
                  <c:v>12-02-2016</c:v>
                </c:pt>
                <c:pt idx="4018">
                  <c:v>15-02-2016</c:v>
                </c:pt>
                <c:pt idx="4019">
                  <c:v>16-02-2016</c:v>
                </c:pt>
                <c:pt idx="4020">
                  <c:v>17-02-2016</c:v>
                </c:pt>
                <c:pt idx="4021">
                  <c:v>18-02-2016</c:v>
                </c:pt>
                <c:pt idx="4022">
                  <c:v>19-02-2016</c:v>
                </c:pt>
                <c:pt idx="4023">
                  <c:v>22-02-2016</c:v>
                </c:pt>
                <c:pt idx="4024">
                  <c:v>23-02-2016</c:v>
                </c:pt>
                <c:pt idx="4025">
                  <c:v>24-02-2016</c:v>
                </c:pt>
                <c:pt idx="4026">
                  <c:v>25-02-2016</c:v>
                </c:pt>
                <c:pt idx="4027">
                  <c:v>26-02-2016</c:v>
                </c:pt>
                <c:pt idx="4028">
                  <c:v>29-02-2016</c:v>
                </c:pt>
                <c:pt idx="4029">
                  <c:v>01-03-2016</c:v>
                </c:pt>
                <c:pt idx="4030">
                  <c:v>02-03-2016</c:v>
                </c:pt>
                <c:pt idx="4031">
                  <c:v>03-03-2016</c:v>
                </c:pt>
                <c:pt idx="4032">
                  <c:v>04-03-2016</c:v>
                </c:pt>
                <c:pt idx="4033">
                  <c:v>08-03-2016</c:v>
                </c:pt>
                <c:pt idx="4034">
                  <c:v>09-03-2016</c:v>
                </c:pt>
                <c:pt idx="4035">
                  <c:v>10-03-2016</c:v>
                </c:pt>
                <c:pt idx="4036">
                  <c:v>11-03-2016</c:v>
                </c:pt>
                <c:pt idx="4037">
                  <c:v>14-03-2016</c:v>
                </c:pt>
                <c:pt idx="4038">
                  <c:v>15-03-2016</c:v>
                </c:pt>
                <c:pt idx="4039">
                  <c:v>16-03-2016</c:v>
                </c:pt>
                <c:pt idx="4040">
                  <c:v>17-03-2016</c:v>
                </c:pt>
                <c:pt idx="4041">
                  <c:v>18-03-2016</c:v>
                </c:pt>
                <c:pt idx="4042">
                  <c:v>21-03-2016</c:v>
                </c:pt>
                <c:pt idx="4043">
                  <c:v>22-03-2016</c:v>
                </c:pt>
                <c:pt idx="4044">
                  <c:v>23-03-2016</c:v>
                </c:pt>
                <c:pt idx="4045">
                  <c:v>28-03-2016</c:v>
                </c:pt>
                <c:pt idx="4046">
                  <c:v>29-03-2016</c:v>
                </c:pt>
                <c:pt idx="4047">
                  <c:v>30-03-2016</c:v>
                </c:pt>
                <c:pt idx="4048">
                  <c:v>31-03-2016</c:v>
                </c:pt>
                <c:pt idx="4049">
                  <c:v>01-04-2016</c:v>
                </c:pt>
                <c:pt idx="4050">
                  <c:v>04-04-2016</c:v>
                </c:pt>
                <c:pt idx="4051">
                  <c:v>05-04-2016</c:v>
                </c:pt>
                <c:pt idx="4052">
                  <c:v>06-04-2016</c:v>
                </c:pt>
                <c:pt idx="4053">
                  <c:v>07-04-2016</c:v>
                </c:pt>
                <c:pt idx="4054">
                  <c:v>08-04-2016</c:v>
                </c:pt>
                <c:pt idx="4055">
                  <c:v>11-04-2016</c:v>
                </c:pt>
                <c:pt idx="4056">
                  <c:v>12-04-2016</c:v>
                </c:pt>
                <c:pt idx="4057">
                  <c:v>13-04-2016</c:v>
                </c:pt>
                <c:pt idx="4058">
                  <c:v>18-04-2016</c:v>
                </c:pt>
                <c:pt idx="4059">
                  <c:v>20-04-2016</c:v>
                </c:pt>
                <c:pt idx="4060">
                  <c:v>21-04-2016</c:v>
                </c:pt>
                <c:pt idx="4061">
                  <c:v>22-04-2016</c:v>
                </c:pt>
                <c:pt idx="4062">
                  <c:v>25-04-2016</c:v>
                </c:pt>
                <c:pt idx="4063">
                  <c:v>26-04-2016</c:v>
                </c:pt>
                <c:pt idx="4064">
                  <c:v>27-04-2016</c:v>
                </c:pt>
                <c:pt idx="4065">
                  <c:v>28-04-2016</c:v>
                </c:pt>
                <c:pt idx="4066">
                  <c:v>29-04-2016</c:v>
                </c:pt>
                <c:pt idx="4067">
                  <c:v>02-05-2016</c:v>
                </c:pt>
                <c:pt idx="4068">
                  <c:v>03-05-2016</c:v>
                </c:pt>
                <c:pt idx="4069">
                  <c:v>04-05-2016</c:v>
                </c:pt>
                <c:pt idx="4070">
                  <c:v>05-05-2016</c:v>
                </c:pt>
                <c:pt idx="4071">
                  <c:v>06-05-2016</c:v>
                </c:pt>
                <c:pt idx="4072">
                  <c:v>09-05-2016</c:v>
                </c:pt>
                <c:pt idx="4073">
                  <c:v>10-05-2016</c:v>
                </c:pt>
                <c:pt idx="4074">
                  <c:v>11-05-2016</c:v>
                </c:pt>
                <c:pt idx="4075">
                  <c:v>12-05-2016</c:v>
                </c:pt>
                <c:pt idx="4076">
                  <c:v>13-05-2016</c:v>
                </c:pt>
                <c:pt idx="4077">
                  <c:v>16-05-2016</c:v>
                </c:pt>
                <c:pt idx="4078">
                  <c:v>17-05-2016</c:v>
                </c:pt>
                <c:pt idx="4079">
                  <c:v>18-05-2016</c:v>
                </c:pt>
                <c:pt idx="4080">
                  <c:v>19-05-2016</c:v>
                </c:pt>
                <c:pt idx="4081">
                  <c:v>20-05-2016</c:v>
                </c:pt>
                <c:pt idx="4082">
                  <c:v>23-05-2016</c:v>
                </c:pt>
                <c:pt idx="4083">
                  <c:v>24-05-2016</c:v>
                </c:pt>
                <c:pt idx="4084">
                  <c:v>25-05-2016</c:v>
                </c:pt>
                <c:pt idx="4085">
                  <c:v>26-05-2016</c:v>
                </c:pt>
                <c:pt idx="4086">
                  <c:v>27-05-2016</c:v>
                </c:pt>
                <c:pt idx="4087">
                  <c:v>30-05-2016</c:v>
                </c:pt>
                <c:pt idx="4088">
                  <c:v>31-05-2016</c:v>
                </c:pt>
                <c:pt idx="4089">
                  <c:v>01-06-2016</c:v>
                </c:pt>
                <c:pt idx="4090">
                  <c:v>02-06-2016</c:v>
                </c:pt>
                <c:pt idx="4091">
                  <c:v>03-06-2016</c:v>
                </c:pt>
                <c:pt idx="4092">
                  <c:v>06-06-2016</c:v>
                </c:pt>
                <c:pt idx="4093">
                  <c:v>07-06-2016</c:v>
                </c:pt>
                <c:pt idx="4094">
                  <c:v>08-06-2016</c:v>
                </c:pt>
                <c:pt idx="4095">
                  <c:v>09-06-2016</c:v>
                </c:pt>
                <c:pt idx="4096">
                  <c:v>10-06-2016</c:v>
                </c:pt>
                <c:pt idx="4097">
                  <c:v>13-06-2016</c:v>
                </c:pt>
                <c:pt idx="4098">
                  <c:v>14-06-2016</c:v>
                </c:pt>
                <c:pt idx="4099">
                  <c:v>15-06-2016</c:v>
                </c:pt>
                <c:pt idx="4100">
                  <c:v>16-06-2016</c:v>
                </c:pt>
                <c:pt idx="4101">
                  <c:v>17-06-2016</c:v>
                </c:pt>
                <c:pt idx="4102">
                  <c:v>20-06-2016</c:v>
                </c:pt>
                <c:pt idx="4103">
                  <c:v>21-06-2016</c:v>
                </c:pt>
                <c:pt idx="4104">
                  <c:v>22-06-2016</c:v>
                </c:pt>
                <c:pt idx="4105">
                  <c:v>23-06-2016</c:v>
                </c:pt>
                <c:pt idx="4106">
                  <c:v>24-06-2016</c:v>
                </c:pt>
                <c:pt idx="4107">
                  <c:v>27-06-2016</c:v>
                </c:pt>
                <c:pt idx="4108">
                  <c:v>28-06-2016</c:v>
                </c:pt>
                <c:pt idx="4109">
                  <c:v>29-06-2016</c:v>
                </c:pt>
                <c:pt idx="4110">
                  <c:v>30-06-2016</c:v>
                </c:pt>
                <c:pt idx="4111">
                  <c:v>01-07-2016</c:v>
                </c:pt>
                <c:pt idx="4112">
                  <c:v>04-07-2016</c:v>
                </c:pt>
                <c:pt idx="4113">
                  <c:v>05-07-2016</c:v>
                </c:pt>
                <c:pt idx="4114">
                  <c:v>07-07-2016</c:v>
                </c:pt>
                <c:pt idx="4115">
                  <c:v>08-07-2016</c:v>
                </c:pt>
                <c:pt idx="4116">
                  <c:v>11-07-2016</c:v>
                </c:pt>
                <c:pt idx="4117">
                  <c:v>12-07-2016</c:v>
                </c:pt>
                <c:pt idx="4118">
                  <c:v>13-07-2016</c:v>
                </c:pt>
                <c:pt idx="4119">
                  <c:v>14-07-2016</c:v>
                </c:pt>
                <c:pt idx="4120">
                  <c:v>15-07-2016</c:v>
                </c:pt>
                <c:pt idx="4121">
                  <c:v>18-07-2016</c:v>
                </c:pt>
                <c:pt idx="4122">
                  <c:v>19-07-2016</c:v>
                </c:pt>
                <c:pt idx="4123">
                  <c:v>20-07-2016</c:v>
                </c:pt>
                <c:pt idx="4124">
                  <c:v>21-07-2016</c:v>
                </c:pt>
                <c:pt idx="4125">
                  <c:v>22-07-2016</c:v>
                </c:pt>
                <c:pt idx="4126">
                  <c:v>25-07-2016</c:v>
                </c:pt>
                <c:pt idx="4127">
                  <c:v>26-07-2016</c:v>
                </c:pt>
                <c:pt idx="4128">
                  <c:v>27-07-2016</c:v>
                </c:pt>
                <c:pt idx="4129">
                  <c:v>28-07-2016</c:v>
                </c:pt>
                <c:pt idx="4130">
                  <c:v>29-07-2016</c:v>
                </c:pt>
                <c:pt idx="4131">
                  <c:v>01-08-2016</c:v>
                </c:pt>
                <c:pt idx="4132">
                  <c:v>02-08-2016</c:v>
                </c:pt>
                <c:pt idx="4133">
                  <c:v>03-08-2016</c:v>
                </c:pt>
                <c:pt idx="4134">
                  <c:v>04-08-2016</c:v>
                </c:pt>
                <c:pt idx="4135">
                  <c:v>05-08-2016</c:v>
                </c:pt>
                <c:pt idx="4136">
                  <c:v>08-08-2016</c:v>
                </c:pt>
                <c:pt idx="4137">
                  <c:v>09-08-2016</c:v>
                </c:pt>
                <c:pt idx="4138">
                  <c:v>10-08-2016</c:v>
                </c:pt>
                <c:pt idx="4139">
                  <c:v>11-08-2016</c:v>
                </c:pt>
                <c:pt idx="4140">
                  <c:v>12-08-2016</c:v>
                </c:pt>
                <c:pt idx="4141">
                  <c:v>16-08-2016</c:v>
                </c:pt>
                <c:pt idx="4142">
                  <c:v>17-08-2016</c:v>
                </c:pt>
                <c:pt idx="4143">
                  <c:v>18-08-2016</c:v>
                </c:pt>
                <c:pt idx="4144">
                  <c:v>19-08-2016</c:v>
                </c:pt>
                <c:pt idx="4145">
                  <c:v>22-08-2016</c:v>
                </c:pt>
                <c:pt idx="4146">
                  <c:v>23-08-2016</c:v>
                </c:pt>
                <c:pt idx="4147">
                  <c:v>24-08-2016</c:v>
                </c:pt>
                <c:pt idx="4148">
                  <c:v>25-08-2016</c:v>
                </c:pt>
                <c:pt idx="4149">
                  <c:v>26-08-2016</c:v>
                </c:pt>
                <c:pt idx="4150">
                  <c:v>29-08-2016</c:v>
                </c:pt>
                <c:pt idx="4151">
                  <c:v>30-08-2016</c:v>
                </c:pt>
                <c:pt idx="4152">
                  <c:v>31-08-2016</c:v>
                </c:pt>
                <c:pt idx="4153">
                  <c:v>01-09-2016</c:v>
                </c:pt>
                <c:pt idx="4154">
                  <c:v>02-09-2016</c:v>
                </c:pt>
                <c:pt idx="4155">
                  <c:v>06-09-2016</c:v>
                </c:pt>
                <c:pt idx="4156">
                  <c:v>07-09-2016</c:v>
                </c:pt>
                <c:pt idx="4157">
                  <c:v>08-09-2016</c:v>
                </c:pt>
                <c:pt idx="4158">
                  <c:v>09-09-2016</c:v>
                </c:pt>
                <c:pt idx="4159">
                  <c:v>12-09-2016</c:v>
                </c:pt>
                <c:pt idx="4160">
                  <c:v>14-09-2016</c:v>
                </c:pt>
                <c:pt idx="4161">
                  <c:v>15-09-2016</c:v>
                </c:pt>
                <c:pt idx="4162">
                  <c:v>16-09-2016</c:v>
                </c:pt>
                <c:pt idx="4163">
                  <c:v>19-09-2016</c:v>
                </c:pt>
                <c:pt idx="4164">
                  <c:v>20-09-2016</c:v>
                </c:pt>
                <c:pt idx="4165">
                  <c:v>21-09-2016</c:v>
                </c:pt>
                <c:pt idx="4166">
                  <c:v>22-09-2016</c:v>
                </c:pt>
                <c:pt idx="4167">
                  <c:v>23-09-2016</c:v>
                </c:pt>
                <c:pt idx="4168">
                  <c:v>26-09-2016</c:v>
                </c:pt>
                <c:pt idx="4169">
                  <c:v>27-09-2016</c:v>
                </c:pt>
                <c:pt idx="4170">
                  <c:v>28-09-2016</c:v>
                </c:pt>
                <c:pt idx="4171">
                  <c:v>29-09-2016</c:v>
                </c:pt>
                <c:pt idx="4172">
                  <c:v>30-09-2016</c:v>
                </c:pt>
                <c:pt idx="4173">
                  <c:v>03-10-2016</c:v>
                </c:pt>
                <c:pt idx="4174">
                  <c:v>04-10-2016</c:v>
                </c:pt>
                <c:pt idx="4175">
                  <c:v>05-10-2016</c:v>
                </c:pt>
                <c:pt idx="4176">
                  <c:v>06-10-2016</c:v>
                </c:pt>
                <c:pt idx="4177">
                  <c:v>07-10-2016</c:v>
                </c:pt>
                <c:pt idx="4178">
                  <c:v>10-10-2016</c:v>
                </c:pt>
                <c:pt idx="4179">
                  <c:v>13-10-2016</c:v>
                </c:pt>
                <c:pt idx="4180">
                  <c:v>14-10-2016</c:v>
                </c:pt>
                <c:pt idx="4181">
                  <c:v>17-10-2016</c:v>
                </c:pt>
                <c:pt idx="4182">
                  <c:v>18-10-2016</c:v>
                </c:pt>
                <c:pt idx="4183">
                  <c:v>19-10-2016</c:v>
                </c:pt>
                <c:pt idx="4184">
                  <c:v>20-10-2016</c:v>
                </c:pt>
                <c:pt idx="4185">
                  <c:v>21-10-2016</c:v>
                </c:pt>
                <c:pt idx="4186">
                  <c:v>24-10-2016</c:v>
                </c:pt>
                <c:pt idx="4187">
                  <c:v>25-10-2016</c:v>
                </c:pt>
                <c:pt idx="4188">
                  <c:v>26-10-2016</c:v>
                </c:pt>
                <c:pt idx="4189">
                  <c:v>27-10-2016</c:v>
                </c:pt>
                <c:pt idx="4190">
                  <c:v>28-10-2016</c:v>
                </c:pt>
                <c:pt idx="4191">
                  <c:v>30-10-2016</c:v>
                </c:pt>
                <c:pt idx="4192">
                  <c:v>01-11-2016</c:v>
                </c:pt>
                <c:pt idx="4193">
                  <c:v>02-11-2016</c:v>
                </c:pt>
                <c:pt idx="4194">
                  <c:v>03-11-2016</c:v>
                </c:pt>
                <c:pt idx="4195">
                  <c:v>04-11-2016</c:v>
                </c:pt>
                <c:pt idx="4196">
                  <c:v>07-11-2016</c:v>
                </c:pt>
                <c:pt idx="4197">
                  <c:v>08-11-2016</c:v>
                </c:pt>
                <c:pt idx="4198">
                  <c:v>09-11-2016</c:v>
                </c:pt>
                <c:pt idx="4199">
                  <c:v>10-11-2016</c:v>
                </c:pt>
                <c:pt idx="4200">
                  <c:v>11-11-2016</c:v>
                </c:pt>
                <c:pt idx="4201">
                  <c:v>15-11-2016</c:v>
                </c:pt>
                <c:pt idx="4202">
                  <c:v>16-11-2016</c:v>
                </c:pt>
                <c:pt idx="4203">
                  <c:v>17-11-2016</c:v>
                </c:pt>
                <c:pt idx="4204">
                  <c:v>18-11-2016</c:v>
                </c:pt>
                <c:pt idx="4205">
                  <c:v>21-11-2016</c:v>
                </c:pt>
                <c:pt idx="4206">
                  <c:v>22-11-2016</c:v>
                </c:pt>
                <c:pt idx="4207">
                  <c:v>23-11-2016</c:v>
                </c:pt>
                <c:pt idx="4208">
                  <c:v>24-11-2016</c:v>
                </c:pt>
                <c:pt idx="4209">
                  <c:v>25-11-2016</c:v>
                </c:pt>
                <c:pt idx="4210">
                  <c:v>28-11-2016</c:v>
                </c:pt>
                <c:pt idx="4211">
                  <c:v>29-11-2016</c:v>
                </c:pt>
                <c:pt idx="4212">
                  <c:v>30-11-2016</c:v>
                </c:pt>
                <c:pt idx="4213">
                  <c:v>01-12-2016</c:v>
                </c:pt>
                <c:pt idx="4214">
                  <c:v>02-12-2016</c:v>
                </c:pt>
                <c:pt idx="4215">
                  <c:v>05-12-2016</c:v>
                </c:pt>
                <c:pt idx="4216">
                  <c:v>06-12-2016</c:v>
                </c:pt>
                <c:pt idx="4217">
                  <c:v>07-12-2016</c:v>
                </c:pt>
                <c:pt idx="4218">
                  <c:v>08-12-2016</c:v>
                </c:pt>
                <c:pt idx="4219">
                  <c:v>09-12-2016</c:v>
                </c:pt>
                <c:pt idx="4220">
                  <c:v>12-12-2016</c:v>
                </c:pt>
                <c:pt idx="4221">
                  <c:v>13-12-2016</c:v>
                </c:pt>
                <c:pt idx="4222">
                  <c:v>14-12-2016</c:v>
                </c:pt>
                <c:pt idx="4223">
                  <c:v>15-12-2016</c:v>
                </c:pt>
                <c:pt idx="4224">
                  <c:v>16-12-2016</c:v>
                </c:pt>
                <c:pt idx="4225">
                  <c:v>19-12-2016</c:v>
                </c:pt>
                <c:pt idx="4226">
                  <c:v>20-12-2016</c:v>
                </c:pt>
                <c:pt idx="4227">
                  <c:v>21-12-2016</c:v>
                </c:pt>
                <c:pt idx="4228">
                  <c:v>22-12-2016</c:v>
                </c:pt>
                <c:pt idx="4229">
                  <c:v>23-12-2016</c:v>
                </c:pt>
                <c:pt idx="4230">
                  <c:v>26-12-2016</c:v>
                </c:pt>
                <c:pt idx="4231">
                  <c:v>27-12-2016</c:v>
                </c:pt>
                <c:pt idx="4232">
                  <c:v>28-12-2016</c:v>
                </c:pt>
                <c:pt idx="4233">
                  <c:v>29-12-2016</c:v>
                </c:pt>
                <c:pt idx="4234">
                  <c:v>30-12-2016</c:v>
                </c:pt>
                <c:pt idx="4235">
                  <c:v>02-01-2017</c:v>
                </c:pt>
                <c:pt idx="4236">
                  <c:v>03-01-2017</c:v>
                </c:pt>
                <c:pt idx="4237">
                  <c:v>04-01-2017</c:v>
                </c:pt>
                <c:pt idx="4238">
                  <c:v>05-01-2017</c:v>
                </c:pt>
                <c:pt idx="4239">
                  <c:v>06-01-2017</c:v>
                </c:pt>
                <c:pt idx="4240">
                  <c:v>09-01-2017</c:v>
                </c:pt>
                <c:pt idx="4241">
                  <c:v>10-01-2017</c:v>
                </c:pt>
                <c:pt idx="4242">
                  <c:v>11-01-2017</c:v>
                </c:pt>
                <c:pt idx="4243">
                  <c:v>12-01-2017</c:v>
                </c:pt>
                <c:pt idx="4244">
                  <c:v>13-01-2017</c:v>
                </c:pt>
                <c:pt idx="4245">
                  <c:v>16-01-2017</c:v>
                </c:pt>
                <c:pt idx="4246">
                  <c:v>17-01-2017</c:v>
                </c:pt>
                <c:pt idx="4247">
                  <c:v>18-01-2017</c:v>
                </c:pt>
                <c:pt idx="4248">
                  <c:v>19-01-2017</c:v>
                </c:pt>
                <c:pt idx="4249">
                  <c:v>20-01-2017</c:v>
                </c:pt>
                <c:pt idx="4250">
                  <c:v>23-01-2017</c:v>
                </c:pt>
                <c:pt idx="4251">
                  <c:v>24-01-2017</c:v>
                </c:pt>
                <c:pt idx="4252">
                  <c:v>25-01-2017</c:v>
                </c:pt>
                <c:pt idx="4253">
                  <c:v>27-01-2017</c:v>
                </c:pt>
                <c:pt idx="4254">
                  <c:v>30-01-2017</c:v>
                </c:pt>
                <c:pt idx="4255">
                  <c:v>31-01-2017</c:v>
                </c:pt>
                <c:pt idx="4256">
                  <c:v>01-02-2017</c:v>
                </c:pt>
                <c:pt idx="4257">
                  <c:v>02-02-2017</c:v>
                </c:pt>
                <c:pt idx="4258">
                  <c:v>03-02-2017</c:v>
                </c:pt>
                <c:pt idx="4259">
                  <c:v>06-02-2017</c:v>
                </c:pt>
                <c:pt idx="4260">
                  <c:v>07-02-2017</c:v>
                </c:pt>
                <c:pt idx="4261">
                  <c:v>08-02-2017</c:v>
                </c:pt>
                <c:pt idx="4262">
                  <c:v>09-02-2017</c:v>
                </c:pt>
                <c:pt idx="4263">
                  <c:v>10-02-2017</c:v>
                </c:pt>
                <c:pt idx="4264">
                  <c:v>13-02-2017</c:v>
                </c:pt>
                <c:pt idx="4265">
                  <c:v>14-02-2017</c:v>
                </c:pt>
                <c:pt idx="4266">
                  <c:v>15-02-2017</c:v>
                </c:pt>
                <c:pt idx="4267">
                  <c:v>16-02-2017</c:v>
                </c:pt>
                <c:pt idx="4268">
                  <c:v>17-02-2017</c:v>
                </c:pt>
                <c:pt idx="4269">
                  <c:v>20-02-2017</c:v>
                </c:pt>
                <c:pt idx="4270">
                  <c:v>21-02-2017</c:v>
                </c:pt>
                <c:pt idx="4271">
                  <c:v>22-02-2017</c:v>
                </c:pt>
                <c:pt idx="4272">
                  <c:v>23-02-2017</c:v>
                </c:pt>
                <c:pt idx="4273">
                  <c:v>27-02-2017</c:v>
                </c:pt>
                <c:pt idx="4274">
                  <c:v>28-02-2017</c:v>
                </c:pt>
                <c:pt idx="4275">
                  <c:v>01-03-2017</c:v>
                </c:pt>
                <c:pt idx="4276">
                  <c:v>02-03-2017</c:v>
                </c:pt>
                <c:pt idx="4277">
                  <c:v>03-03-2017</c:v>
                </c:pt>
                <c:pt idx="4278">
                  <c:v>06-03-2017</c:v>
                </c:pt>
                <c:pt idx="4279">
                  <c:v>07-03-2017</c:v>
                </c:pt>
                <c:pt idx="4280">
                  <c:v>08-03-2017</c:v>
                </c:pt>
                <c:pt idx="4281">
                  <c:v>09-03-2017</c:v>
                </c:pt>
                <c:pt idx="4282">
                  <c:v>10-03-2017</c:v>
                </c:pt>
                <c:pt idx="4283">
                  <c:v>14-03-2017</c:v>
                </c:pt>
                <c:pt idx="4284">
                  <c:v>15-03-2017</c:v>
                </c:pt>
                <c:pt idx="4285">
                  <c:v>16-03-2017</c:v>
                </c:pt>
                <c:pt idx="4286">
                  <c:v>17-03-2017</c:v>
                </c:pt>
                <c:pt idx="4287">
                  <c:v>20-03-2017</c:v>
                </c:pt>
                <c:pt idx="4288">
                  <c:v>21-03-2017</c:v>
                </c:pt>
                <c:pt idx="4289">
                  <c:v>22-03-2017</c:v>
                </c:pt>
                <c:pt idx="4290">
                  <c:v>23-03-2017</c:v>
                </c:pt>
                <c:pt idx="4291">
                  <c:v>24-03-2017</c:v>
                </c:pt>
                <c:pt idx="4292">
                  <c:v>27-03-2017</c:v>
                </c:pt>
                <c:pt idx="4293">
                  <c:v>28-03-2017</c:v>
                </c:pt>
                <c:pt idx="4294">
                  <c:v>29-03-2017</c:v>
                </c:pt>
                <c:pt idx="4295">
                  <c:v>30-03-2017</c:v>
                </c:pt>
                <c:pt idx="4296">
                  <c:v>31-03-2017</c:v>
                </c:pt>
                <c:pt idx="4297">
                  <c:v>03-04-2017</c:v>
                </c:pt>
                <c:pt idx="4298">
                  <c:v>05-04-2017</c:v>
                </c:pt>
                <c:pt idx="4299">
                  <c:v>06-04-2017</c:v>
                </c:pt>
                <c:pt idx="4300">
                  <c:v>07-04-2017</c:v>
                </c:pt>
                <c:pt idx="4301">
                  <c:v>10-04-2017</c:v>
                </c:pt>
                <c:pt idx="4302">
                  <c:v>11-04-2017</c:v>
                </c:pt>
                <c:pt idx="4303">
                  <c:v>12-04-2017</c:v>
                </c:pt>
                <c:pt idx="4304">
                  <c:v>13-04-2017</c:v>
                </c:pt>
                <c:pt idx="4305">
                  <c:v>17-04-2017</c:v>
                </c:pt>
                <c:pt idx="4306">
                  <c:v>18-04-2017</c:v>
                </c:pt>
                <c:pt idx="4307">
                  <c:v>19-04-2017</c:v>
                </c:pt>
                <c:pt idx="4308">
                  <c:v>20-04-2017</c:v>
                </c:pt>
                <c:pt idx="4309">
                  <c:v>21-04-2017</c:v>
                </c:pt>
                <c:pt idx="4310">
                  <c:v>24-04-2017</c:v>
                </c:pt>
                <c:pt idx="4311">
                  <c:v>25-04-2017</c:v>
                </c:pt>
                <c:pt idx="4312">
                  <c:v>26-04-2017</c:v>
                </c:pt>
                <c:pt idx="4313">
                  <c:v>27-04-2017</c:v>
                </c:pt>
                <c:pt idx="4314">
                  <c:v>28-04-2017</c:v>
                </c:pt>
                <c:pt idx="4315">
                  <c:v>02-05-2017</c:v>
                </c:pt>
                <c:pt idx="4316">
                  <c:v>03-05-2017</c:v>
                </c:pt>
                <c:pt idx="4317">
                  <c:v>04-05-2017</c:v>
                </c:pt>
                <c:pt idx="4318">
                  <c:v>05-05-2017</c:v>
                </c:pt>
                <c:pt idx="4319">
                  <c:v>08-05-2017</c:v>
                </c:pt>
                <c:pt idx="4320">
                  <c:v>09-05-2017</c:v>
                </c:pt>
                <c:pt idx="4321">
                  <c:v>10-05-2017</c:v>
                </c:pt>
                <c:pt idx="4322">
                  <c:v>11-05-2017</c:v>
                </c:pt>
                <c:pt idx="4323">
                  <c:v>12-05-2017</c:v>
                </c:pt>
                <c:pt idx="4324">
                  <c:v>15-05-2017</c:v>
                </c:pt>
                <c:pt idx="4325">
                  <c:v>16-05-2017</c:v>
                </c:pt>
                <c:pt idx="4326">
                  <c:v>17-05-2017</c:v>
                </c:pt>
                <c:pt idx="4327">
                  <c:v>18-05-2017</c:v>
                </c:pt>
                <c:pt idx="4328">
                  <c:v>19-05-2017</c:v>
                </c:pt>
                <c:pt idx="4329">
                  <c:v>22-05-2017</c:v>
                </c:pt>
                <c:pt idx="4330">
                  <c:v>23-05-2017</c:v>
                </c:pt>
                <c:pt idx="4331">
                  <c:v>24-05-2017</c:v>
                </c:pt>
                <c:pt idx="4332">
                  <c:v>25-05-2017</c:v>
                </c:pt>
                <c:pt idx="4333">
                  <c:v>26-05-2017</c:v>
                </c:pt>
                <c:pt idx="4334">
                  <c:v>29-05-2017</c:v>
                </c:pt>
                <c:pt idx="4335">
                  <c:v>30-05-2017</c:v>
                </c:pt>
                <c:pt idx="4336">
                  <c:v>31-05-2017</c:v>
                </c:pt>
                <c:pt idx="4337">
                  <c:v>01-06-2017</c:v>
                </c:pt>
                <c:pt idx="4338">
                  <c:v>02-06-2017</c:v>
                </c:pt>
                <c:pt idx="4339">
                  <c:v>05-06-2017</c:v>
                </c:pt>
                <c:pt idx="4340">
                  <c:v>06-06-2017</c:v>
                </c:pt>
                <c:pt idx="4341">
                  <c:v>07-06-2017</c:v>
                </c:pt>
                <c:pt idx="4342">
                  <c:v>08-06-2017</c:v>
                </c:pt>
                <c:pt idx="4343">
                  <c:v>09-06-2017</c:v>
                </c:pt>
                <c:pt idx="4344">
                  <c:v>12-06-2017</c:v>
                </c:pt>
                <c:pt idx="4345">
                  <c:v>13-06-2017</c:v>
                </c:pt>
                <c:pt idx="4346">
                  <c:v>14-06-2017</c:v>
                </c:pt>
                <c:pt idx="4347">
                  <c:v>15-06-2017</c:v>
                </c:pt>
                <c:pt idx="4348">
                  <c:v>16-06-2017</c:v>
                </c:pt>
                <c:pt idx="4349">
                  <c:v>19-06-2017</c:v>
                </c:pt>
                <c:pt idx="4350">
                  <c:v>20-06-2017</c:v>
                </c:pt>
                <c:pt idx="4351">
                  <c:v>21-06-2017</c:v>
                </c:pt>
                <c:pt idx="4352">
                  <c:v>22-06-2017</c:v>
                </c:pt>
                <c:pt idx="4353">
                  <c:v>23-06-2017</c:v>
                </c:pt>
                <c:pt idx="4354">
                  <c:v>27-06-2017</c:v>
                </c:pt>
                <c:pt idx="4355">
                  <c:v>28-06-2017</c:v>
                </c:pt>
                <c:pt idx="4356">
                  <c:v>29-06-2017</c:v>
                </c:pt>
                <c:pt idx="4357">
                  <c:v>30-06-2017</c:v>
                </c:pt>
                <c:pt idx="4358">
                  <c:v>03-07-2017</c:v>
                </c:pt>
                <c:pt idx="4359">
                  <c:v>04-07-2017</c:v>
                </c:pt>
                <c:pt idx="4360">
                  <c:v>05-07-2017</c:v>
                </c:pt>
                <c:pt idx="4361">
                  <c:v>06-07-2017</c:v>
                </c:pt>
                <c:pt idx="4362">
                  <c:v>07-07-2017</c:v>
                </c:pt>
                <c:pt idx="4363">
                  <c:v>10-07-2017</c:v>
                </c:pt>
                <c:pt idx="4364">
                  <c:v>11-07-2017</c:v>
                </c:pt>
                <c:pt idx="4365">
                  <c:v>12-07-2017</c:v>
                </c:pt>
                <c:pt idx="4366">
                  <c:v>13-07-2017</c:v>
                </c:pt>
                <c:pt idx="4367">
                  <c:v>14-07-2017</c:v>
                </c:pt>
                <c:pt idx="4368">
                  <c:v>17-07-2017</c:v>
                </c:pt>
                <c:pt idx="4369">
                  <c:v>18-07-2017</c:v>
                </c:pt>
                <c:pt idx="4370">
                  <c:v>19-07-2017</c:v>
                </c:pt>
                <c:pt idx="4371">
                  <c:v>20-07-2017</c:v>
                </c:pt>
                <c:pt idx="4372">
                  <c:v>21-07-2017</c:v>
                </c:pt>
                <c:pt idx="4373">
                  <c:v>24-07-2017</c:v>
                </c:pt>
                <c:pt idx="4374">
                  <c:v>25-07-2017</c:v>
                </c:pt>
                <c:pt idx="4375">
                  <c:v>26-07-2017</c:v>
                </c:pt>
                <c:pt idx="4376">
                  <c:v>27-07-2017</c:v>
                </c:pt>
                <c:pt idx="4377">
                  <c:v>28-07-2017</c:v>
                </c:pt>
                <c:pt idx="4378">
                  <c:v>31-07-2017</c:v>
                </c:pt>
                <c:pt idx="4379">
                  <c:v>01-08-2017</c:v>
                </c:pt>
                <c:pt idx="4380">
                  <c:v>02-08-2017</c:v>
                </c:pt>
                <c:pt idx="4381">
                  <c:v>03-08-2017</c:v>
                </c:pt>
                <c:pt idx="4382">
                  <c:v>04-08-2017</c:v>
                </c:pt>
                <c:pt idx="4383">
                  <c:v>07-08-2017</c:v>
                </c:pt>
                <c:pt idx="4384">
                  <c:v>08-08-2017</c:v>
                </c:pt>
                <c:pt idx="4385">
                  <c:v>09-08-2017</c:v>
                </c:pt>
                <c:pt idx="4386">
                  <c:v>10-08-2017</c:v>
                </c:pt>
                <c:pt idx="4387">
                  <c:v>11-08-2017</c:v>
                </c:pt>
                <c:pt idx="4388">
                  <c:v>14-08-2017</c:v>
                </c:pt>
                <c:pt idx="4389">
                  <c:v>16-08-2017</c:v>
                </c:pt>
                <c:pt idx="4390">
                  <c:v>17-08-2017</c:v>
                </c:pt>
                <c:pt idx="4391">
                  <c:v>18-08-2017</c:v>
                </c:pt>
                <c:pt idx="4392">
                  <c:v>21-08-2017</c:v>
                </c:pt>
                <c:pt idx="4393">
                  <c:v>22-08-2017</c:v>
                </c:pt>
                <c:pt idx="4394">
                  <c:v>23-08-2017</c:v>
                </c:pt>
                <c:pt idx="4395">
                  <c:v>24-08-2017</c:v>
                </c:pt>
                <c:pt idx="4396">
                  <c:v>28-08-2017</c:v>
                </c:pt>
                <c:pt idx="4397">
                  <c:v>29-08-2017</c:v>
                </c:pt>
                <c:pt idx="4398">
                  <c:v>30-08-2017</c:v>
                </c:pt>
                <c:pt idx="4399">
                  <c:v>31-08-2017</c:v>
                </c:pt>
                <c:pt idx="4400">
                  <c:v>01-09-2017</c:v>
                </c:pt>
                <c:pt idx="4401">
                  <c:v>04-09-2017</c:v>
                </c:pt>
                <c:pt idx="4402">
                  <c:v>05-09-2017</c:v>
                </c:pt>
                <c:pt idx="4403">
                  <c:v>06-09-2017</c:v>
                </c:pt>
                <c:pt idx="4404">
                  <c:v>07-09-2017</c:v>
                </c:pt>
                <c:pt idx="4405">
                  <c:v>08-09-2017</c:v>
                </c:pt>
                <c:pt idx="4406">
                  <c:v>11-09-2017</c:v>
                </c:pt>
                <c:pt idx="4407">
                  <c:v>12-09-2017</c:v>
                </c:pt>
                <c:pt idx="4408">
                  <c:v>13-09-2017</c:v>
                </c:pt>
                <c:pt idx="4409">
                  <c:v>14-09-2017</c:v>
                </c:pt>
                <c:pt idx="4410">
                  <c:v>15-09-2017</c:v>
                </c:pt>
                <c:pt idx="4411">
                  <c:v>18-09-2017</c:v>
                </c:pt>
                <c:pt idx="4412">
                  <c:v>19-09-2017</c:v>
                </c:pt>
                <c:pt idx="4413">
                  <c:v>20-09-2017</c:v>
                </c:pt>
                <c:pt idx="4414">
                  <c:v>21-09-2017</c:v>
                </c:pt>
                <c:pt idx="4415">
                  <c:v>22-09-2017</c:v>
                </c:pt>
                <c:pt idx="4416">
                  <c:v>25-09-2017</c:v>
                </c:pt>
                <c:pt idx="4417">
                  <c:v>26-09-2017</c:v>
                </c:pt>
                <c:pt idx="4418">
                  <c:v>27-09-2017</c:v>
                </c:pt>
                <c:pt idx="4419">
                  <c:v>28-09-2017</c:v>
                </c:pt>
                <c:pt idx="4420">
                  <c:v>29-09-2017</c:v>
                </c:pt>
                <c:pt idx="4421">
                  <c:v>03-10-2017</c:v>
                </c:pt>
                <c:pt idx="4422">
                  <c:v>04-10-2017</c:v>
                </c:pt>
                <c:pt idx="4423">
                  <c:v>05-10-2017</c:v>
                </c:pt>
                <c:pt idx="4424">
                  <c:v>06-10-2017</c:v>
                </c:pt>
                <c:pt idx="4425">
                  <c:v>09-10-2017</c:v>
                </c:pt>
                <c:pt idx="4426">
                  <c:v>10-10-2017</c:v>
                </c:pt>
                <c:pt idx="4427">
                  <c:v>11-10-2017</c:v>
                </c:pt>
                <c:pt idx="4428">
                  <c:v>12-10-2017</c:v>
                </c:pt>
                <c:pt idx="4429">
                  <c:v>13-10-2017</c:v>
                </c:pt>
                <c:pt idx="4430">
                  <c:v>16-10-2017</c:v>
                </c:pt>
                <c:pt idx="4431">
                  <c:v>17-10-2017</c:v>
                </c:pt>
                <c:pt idx="4432">
                  <c:v>18-10-2017</c:v>
                </c:pt>
                <c:pt idx="4433">
                  <c:v>19-10-2017</c:v>
                </c:pt>
                <c:pt idx="4434">
                  <c:v>23-10-2017</c:v>
                </c:pt>
                <c:pt idx="4435">
                  <c:v>24-10-2017</c:v>
                </c:pt>
                <c:pt idx="4436">
                  <c:v>25-10-2017</c:v>
                </c:pt>
                <c:pt idx="4437">
                  <c:v>26-10-2017</c:v>
                </c:pt>
                <c:pt idx="4438">
                  <c:v>27-10-2017</c:v>
                </c:pt>
                <c:pt idx="4439">
                  <c:v>30-10-2017</c:v>
                </c:pt>
                <c:pt idx="4440">
                  <c:v>31-10-2017</c:v>
                </c:pt>
                <c:pt idx="4441">
                  <c:v>01-11-2017</c:v>
                </c:pt>
                <c:pt idx="4442">
                  <c:v>02-11-2017</c:v>
                </c:pt>
                <c:pt idx="4443">
                  <c:v>03-11-2017</c:v>
                </c:pt>
                <c:pt idx="4444">
                  <c:v>06-11-2017</c:v>
                </c:pt>
                <c:pt idx="4445">
                  <c:v>07-11-2017</c:v>
                </c:pt>
                <c:pt idx="4446">
                  <c:v>08-11-2017</c:v>
                </c:pt>
                <c:pt idx="4447">
                  <c:v>09-11-2017</c:v>
                </c:pt>
                <c:pt idx="4448">
                  <c:v>10-11-2017</c:v>
                </c:pt>
                <c:pt idx="4449">
                  <c:v>13-11-2017</c:v>
                </c:pt>
                <c:pt idx="4450">
                  <c:v>14-11-2017</c:v>
                </c:pt>
                <c:pt idx="4451">
                  <c:v>15-11-2017</c:v>
                </c:pt>
                <c:pt idx="4452">
                  <c:v>16-11-2017</c:v>
                </c:pt>
                <c:pt idx="4453">
                  <c:v>17-11-2017</c:v>
                </c:pt>
                <c:pt idx="4454">
                  <c:v>20-11-2017</c:v>
                </c:pt>
                <c:pt idx="4455">
                  <c:v>21-11-2017</c:v>
                </c:pt>
                <c:pt idx="4456">
                  <c:v>22-11-2017</c:v>
                </c:pt>
                <c:pt idx="4457">
                  <c:v>23-11-2017</c:v>
                </c:pt>
                <c:pt idx="4458">
                  <c:v>24-11-2017</c:v>
                </c:pt>
                <c:pt idx="4459">
                  <c:v>27-11-2017</c:v>
                </c:pt>
                <c:pt idx="4460">
                  <c:v>28-11-2017</c:v>
                </c:pt>
                <c:pt idx="4461">
                  <c:v>29-11-2017</c:v>
                </c:pt>
                <c:pt idx="4462">
                  <c:v>30-11-2017</c:v>
                </c:pt>
                <c:pt idx="4463">
                  <c:v>01-12-2017</c:v>
                </c:pt>
                <c:pt idx="4464">
                  <c:v>04-12-2017</c:v>
                </c:pt>
                <c:pt idx="4465">
                  <c:v>05-12-2017</c:v>
                </c:pt>
                <c:pt idx="4466">
                  <c:v>06-12-2017</c:v>
                </c:pt>
                <c:pt idx="4467">
                  <c:v>07-12-2017</c:v>
                </c:pt>
                <c:pt idx="4468">
                  <c:v>08-12-2017</c:v>
                </c:pt>
                <c:pt idx="4469">
                  <c:v>11-12-2017</c:v>
                </c:pt>
                <c:pt idx="4470">
                  <c:v>12-12-2017</c:v>
                </c:pt>
                <c:pt idx="4471">
                  <c:v>13-12-2017</c:v>
                </c:pt>
                <c:pt idx="4472">
                  <c:v>14-12-2017</c:v>
                </c:pt>
                <c:pt idx="4473">
                  <c:v>15-12-2017</c:v>
                </c:pt>
                <c:pt idx="4474">
                  <c:v>18-12-2017</c:v>
                </c:pt>
                <c:pt idx="4475">
                  <c:v>19-12-2017</c:v>
                </c:pt>
                <c:pt idx="4476">
                  <c:v>20-12-2017</c:v>
                </c:pt>
                <c:pt idx="4477">
                  <c:v>21-12-2017</c:v>
                </c:pt>
                <c:pt idx="4478">
                  <c:v>22-12-2017</c:v>
                </c:pt>
                <c:pt idx="4479">
                  <c:v>26-12-2017</c:v>
                </c:pt>
                <c:pt idx="4480">
                  <c:v>27-12-2017</c:v>
                </c:pt>
                <c:pt idx="4481">
                  <c:v>28-12-2017</c:v>
                </c:pt>
                <c:pt idx="4482">
                  <c:v>29-12-2017</c:v>
                </c:pt>
                <c:pt idx="4483">
                  <c:v>01-01-2018</c:v>
                </c:pt>
                <c:pt idx="4484">
                  <c:v>02-01-2018</c:v>
                </c:pt>
                <c:pt idx="4485">
                  <c:v>03-01-2018</c:v>
                </c:pt>
                <c:pt idx="4486">
                  <c:v>04-01-2018</c:v>
                </c:pt>
                <c:pt idx="4487">
                  <c:v>05-01-2018</c:v>
                </c:pt>
                <c:pt idx="4488">
                  <c:v>08-01-2018</c:v>
                </c:pt>
                <c:pt idx="4489">
                  <c:v>09-01-2018</c:v>
                </c:pt>
                <c:pt idx="4490">
                  <c:v>10-01-2018</c:v>
                </c:pt>
                <c:pt idx="4491">
                  <c:v>11-01-2018</c:v>
                </c:pt>
                <c:pt idx="4492">
                  <c:v>12-01-2018</c:v>
                </c:pt>
                <c:pt idx="4493">
                  <c:v>15-01-2018</c:v>
                </c:pt>
                <c:pt idx="4494">
                  <c:v>16-01-2018</c:v>
                </c:pt>
                <c:pt idx="4495">
                  <c:v>17-01-2018</c:v>
                </c:pt>
                <c:pt idx="4496">
                  <c:v>18-01-2018</c:v>
                </c:pt>
                <c:pt idx="4497">
                  <c:v>19-01-2018</c:v>
                </c:pt>
                <c:pt idx="4498">
                  <c:v>22-01-2018</c:v>
                </c:pt>
                <c:pt idx="4499">
                  <c:v>23-01-2018</c:v>
                </c:pt>
                <c:pt idx="4500">
                  <c:v>24-01-2018</c:v>
                </c:pt>
                <c:pt idx="4501">
                  <c:v>25-01-2018</c:v>
                </c:pt>
                <c:pt idx="4502">
                  <c:v>29-01-2018</c:v>
                </c:pt>
                <c:pt idx="4503">
                  <c:v>30-01-2018</c:v>
                </c:pt>
                <c:pt idx="4504">
                  <c:v>31-01-2018</c:v>
                </c:pt>
                <c:pt idx="4505">
                  <c:v>01-02-2018</c:v>
                </c:pt>
                <c:pt idx="4506">
                  <c:v>02-02-2018</c:v>
                </c:pt>
                <c:pt idx="4507">
                  <c:v>05-02-2018</c:v>
                </c:pt>
                <c:pt idx="4508">
                  <c:v>06-02-2018</c:v>
                </c:pt>
                <c:pt idx="4509">
                  <c:v>07-02-2018</c:v>
                </c:pt>
                <c:pt idx="4510">
                  <c:v>08-02-2018</c:v>
                </c:pt>
                <c:pt idx="4511">
                  <c:v>09-02-2018</c:v>
                </c:pt>
                <c:pt idx="4512">
                  <c:v>12-02-2018</c:v>
                </c:pt>
                <c:pt idx="4513">
                  <c:v>14-02-2018</c:v>
                </c:pt>
                <c:pt idx="4514">
                  <c:v>15-02-2018</c:v>
                </c:pt>
                <c:pt idx="4515">
                  <c:v>16-02-2018</c:v>
                </c:pt>
                <c:pt idx="4516">
                  <c:v>19-02-2018</c:v>
                </c:pt>
                <c:pt idx="4517">
                  <c:v>20-02-2018</c:v>
                </c:pt>
                <c:pt idx="4518">
                  <c:v>21-02-2018</c:v>
                </c:pt>
                <c:pt idx="4519">
                  <c:v>22-02-2018</c:v>
                </c:pt>
                <c:pt idx="4520">
                  <c:v>23-02-2018</c:v>
                </c:pt>
                <c:pt idx="4521">
                  <c:v>26-02-2018</c:v>
                </c:pt>
                <c:pt idx="4522">
                  <c:v>27-02-2018</c:v>
                </c:pt>
                <c:pt idx="4523">
                  <c:v>28-02-2018</c:v>
                </c:pt>
                <c:pt idx="4524">
                  <c:v>01-03-2018</c:v>
                </c:pt>
                <c:pt idx="4525">
                  <c:v>05-03-2018</c:v>
                </c:pt>
                <c:pt idx="4526">
                  <c:v>06-03-2018</c:v>
                </c:pt>
                <c:pt idx="4527">
                  <c:v>07-03-2018</c:v>
                </c:pt>
                <c:pt idx="4528">
                  <c:v>08-03-2018</c:v>
                </c:pt>
                <c:pt idx="4529">
                  <c:v>09-03-2018</c:v>
                </c:pt>
                <c:pt idx="4530">
                  <c:v>12-03-2018</c:v>
                </c:pt>
                <c:pt idx="4531">
                  <c:v>13-03-2018</c:v>
                </c:pt>
                <c:pt idx="4532">
                  <c:v>14-03-2018</c:v>
                </c:pt>
                <c:pt idx="4533">
                  <c:v>15-03-2018</c:v>
                </c:pt>
                <c:pt idx="4534">
                  <c:v>16-03-2018</c:v>
                </c:pt>
                <c:pt idx="4535">
                  <c:v>19-03-2018</c:v>
                </c:pt>
                <c:pt idx="4536">
                  <c:v>20-03-2018</c:v>
                </c:pt>
                <c:pt idx="4537">
                  <c:v>21-03-2018</c:v>
                </c:pt>
                <c:pt idx="4538">
                  <c:v>22-03-2018</c:v>
                </c:pt>
                <c:pt idx="4539">
                  <c:v>23-03-2018</c:v>
                </c:pt>
                <c:pt idx="4540">
                  <c:v>26-03-2018</c:v>
                </c:pt>
                <c:pt idx="4541">
                  <c:v>27-03-2018</c:v>
                </c:pt>
                <c:pt idx="4542">
                  <c:v>28-03-2018</c:v>
                </c:pt>
                <c:pt idx="4543">
                  <c:v>02-04-2018</c:v>
                </c:pt>
                <c:pt idx="4544">
                  <c:v>03-04-2018</c:v>
                </c:pt>
                <c:pt idx="4545">
                  <c:v>04-04-2018</c:v>
                </c:pt>
                <c:pt idx="4546">
                  <c:v>05-04-2018</c:v>
                </c:pt>
                <c:pt idx="4547">
                  <c:v>06-04-2018</c:v>
                </c:pt>
                <c:pt idx="4548">
                  <c:v>09-04-2018</c:v>
                </c:pt>
                <c:pt idx="4549">
                  <c:v>10-04-2018</c:v>
                </c:pt>
                <c:pt idx="4550">
                  <c:v>11-04-2018</c:v>
                </c:pt>
                <c:pt idx="4551">
                  <c:v>12-04-2018</c:v>
                </c:pt>
                <c:pt idx="4552">
                  <c:v>13-04-2018</c:v>
                </c:pt>
                <c:pt idx="4553">
                  <c:v>16-04-2018</c:v>
                </c:pt>
                <c:pt idx="4554">
                  <c:v>17-04-2018</c:v>
                </c:pt>
                <c:pt idx="4555">
                  <c:v>18-04-2018</c:v>
                </c:pt>
                <c:pt idx="4556">
                  <c:v>19-04-2018</c:v>
                </c:pt>
                <c:pt idx="4557">
                  <c:v>20-04-2018</c:v>
                </c:pt>
                <c:pt idx="4558">
                  <c:v>23-04-2018</c:v>
                </c:pt>
                <c:pt idx="4559">
                  <c:v>24-04-2018</c:v>
                </c:pt>
                <c:pt idx="4560">
                  <c:v>25-04-2018</c:v>
                </c:pt>
                <c:pt idx="4561">
                  <c:v>26-04-2018</c:v>
                </c:pt>
                <c:pt idx="4562">
                  <c:v>27-04-2018</c:v>
                </c:pt>
                <c:pt idx="4563">
                  <c:v>30-04-2018</c:v>
                </c:pt>
                <c:pt idx="4564">
                  <c:v>02-05-2018</c:v>
                </c:pt>
                <c:pt idx="4565">
                  <c:v>03-05-2018</c:v>
                </c:pt>
                <c:pt idx="4566">
                  <c:v>04-05-2018</c:v>
                </c:pt>
                <c:pt idx="4567">
                  <c:v>07-05-2018</c:v>
                </c:pt>
                <c:pt idx="4568">
                  <c:v>08-05-2018</c:v>
                </c:pt>
                <c:pt idx="4569">
                  <c:v>09-05-2018</c:v>
                </c:pt>
                <c:pt idx="4570">
                  <c:v>10-05-2018</c:v>
                </c:pt>
                <c:pt idx="4571">
                  <c:v>11-05-2018</c:v>
                </c:pt>
                <c:pt idx="4572">
                  <c:v>14-05-2018</c:v>
                </c:pt>
                <c:pt idx="4573">
                  <c:v>15-05-2018</c:v>
                </c:pt>
                <c:pt idx="4574">
                  <c:v>16-05-2018</c:v>
                </c:pt>
                <c:pt idx="4575">
                  <c:v>17-05-2018</c:v>
                </c:pt>
                <c:pt idx="4576">
                  <c:v>18-05-2018</c:v>
                </c:pt>
                <c:pt idx="4577">
                  <c:v>21-05-2018</c:v>
                </c:pt>
                <c:pt idx="4578">
                  <c:v>22-05-2018</c:v>
                </c:pt>
                <c:pt idx="4579">
                  <c:v>23-05-2018</c:v>
                </c:pt>
                <c:pt idx="4580">
                  <c:v>24-05-2018</c:v>
                </c:pt>
                <c:pt idx="4581">
                  <c:v>25-05-2018</c:v>
                </c:pt>
                <c:pt idx="4582">
                  <c:v>28-05-2018</c:v>
                </c:pt>
                <c:pt idx="4583">
                  <c:v>29-05-2018</c:v>
                </c:pt>
                <c:pt idx="4584">
                  <c:v>30-05-2018</c:v>
                </c:pt>
                <c:pt idx="4585">
                  <c:v>31-05-2018</c:v>
                </c:pt>
                <c:pt idx="4586">
                  <c:v>01-06-2018</c:v>
                </c:pt>
                <c:pt idx="4587">
                  <c:v>04-06-2018</c:v>
                </c:pt>
                <c:pt idx="4588">
                  <c:v>05-06-2018</c:v>
                </c:pt>
                <c:pt idx="4589">
                  <c:v>06-06-2018</c:v>
                </c:pt>
                <c:pt idx="4590">
                  <c:v>07-06-2018</c:v>
                </c:pt>
                <c:pt idx="4591">
                  <c:v>08-06-2018</c:v>
                </c:pt>
                <c:pt idx="4592">
                  <c:v>11-06-2018</c:v>
                </c:pt>
                <c:pt idx="4593">
                  <c:v>12-06-2018</c:v>
                </c:pt>
                <c:pt idx="4594">
                  <c:v>13-06-2018</c:v>
                </c:pt>
                <c:pt idx="4595">
                  <c:v>14-06-2018</c:v>
                </c:pt>
                <c:pt idx="4596">
                  <c:v>15-06-2018</c:v>
                </c:pt>
                <c:pt idx="4597">
                  <c:v>18-06-2018</c:v>
                </c:pt>
                <c:pt idx="4598">
                  <c:v>19-06-2018</c:v>
                </c:pt>
                <c:pt idx="4599">
                  <c:v>20-06-2018</c:v>
                </c:pt>
                <c:pt idx="4600">
                  <c:v>21-06-2018</c:v>
                </c:pt>
                <c:pt idx="4601">
                  <c:v>22-06-2018</c:v>
                </c:pt>
                <c:pt idx="4602">
                  <c:v>25-06-2018</c:v>
                </c:pt>
                <c:pt idx="4603">
                  <c:v>26-06-2018</c:v>
                </c:pt>
                <c:pt idx="4604">
                  <c:v>27-06-2018</c:v>
                </c:pt>
                <c:pt idx="4605">
                  <c:v>28-06-2018</c:v>
                </c:pt>
                <c:pt idx="4606">
                  <c:v>29-06-2018</c:v>
                </c:pt>
                <c:pt idx="4607">
                  <c:v>02-07-2018</c:v>
                </c:pt>
                <c:pt idx="4608">
                  <c:v>03-07-2018</c:v>
                </c:pt>
                <c:pt idx="4609">
                  <c:v>04-07-2018</c:v>
                </c:pt>
                <c:pt idx="4610">
                  <c:v>05-07-2018</c:v>
                </c:pt>
                <c:pt idx="4611">
                  <c:v>06-07-2018</c:v>
                </c:pt>
                <c:pt idx="4612">
                  <c:v>09-07-2018</c:v>
                </c:pt>
                <c:pt idx="4613">
                  <c:v>10-07-2018</c:v>
                </c:pt>
                <c:pt idx="4614">
                  <c:v>11-07-2018</c:v>
                </c:pt>
                <c:pt idx="4615">
                  <c:v>12-07-2018</c:v>
                </c:pt>
                <c:pt idx="4616">
                  <c:v>13-07-2018</c:v>
                </c:pt>
                <c:pt idx="4617">
                  <c:v>16-07-2018</c:v>
                </c:pt>
                <c:pt idx="4618">
                  <c:v>17-07-2018</c:v>
                </c:pt>
                <c:pt idx="4619">
                  <c:v>18-07-2018</c:v>
                </c:pt>
                <c:pt idx="4620">
                  <c:v>19-07-2018</c:v>
                </c:pt>
                <c:pt idx="4621">
                  <c:v>20-07-2018</c:v>
                </c:pt>
                <c:pt idx="4622">
                  <c:v>23-07-2018</c:v>
                </c:pt>
                <c:pt idx="4623">
                  <c:v>24-07-2018</c:v>
                </c:pt>
                <c:pt idx="4624">
                  <c:v>25-07-2018</c:v>
                </c:pt>
                <c:pt idx="4625">
                  <c:v>26-07-2018</c:v>
                </c:pt>
                <c:pt idx="4626">
                  <c:v>27-07-2018</c:v>
                </c:pt>
                <c:pt idx="4627">
                  <c:v>30-07-2018</c:v>
                </c:pt>
                <c:pt idx="4628">
                  <c:v>31-07-2018</c:v>
                </c:pt>
                <c:pt idx="4629">
                  <c:v>01-08-2018</c:v>
                </c:pt>
                <c:pt idx="4630">
                  <c:v>02-08-2018</c:v>
                </c:pt>
                <c:pt idx="4631">
                  <c:v>03-08-2018</c:v>
                </c:pt>
                <c:pt idx="4632">
                  <c:v>06-08-2018</c:v>
                </c:pt>
                <c:pt idx="4633">
                  <c:v>07-08-2018</c:v>
                </c:pt>
                <c:pt idx="4634">
                  <c:v>08-08-2018</c:v>
                </c:pt>
                <c:pt idx="4635">
                  <c:v>09-08-2018</c:v>
                </c:pt>
                <c:pt idx="4636">
                  <c:v>10-08-2018</c:v>
                </c:pt>
                <c:pt idx="4637">
                  <c:v>13-08-2018</c:v>
                </c:pt>
                <c:pt idx="4638">
                  <c:v>14-08-2018</c:v>
                </c:pt>
                <c:pt idx="4639">
                  <c:v>16-08-2018</c:v>
                </c:pt>
                <c:pt idx="4640">
                  <c:v>17-08-2018</c:v>
                </c:pt>
                <c:pt idx="4641">
                  <c:v>20-08-2018</c:v>
                </c:pt>
                <c:pt idx="4642">
                  <c:v>21-08-2018</c:v>
                </c:pt>
                <c:pt idx="4643">
                  <c:v>23-08-2018</c:v>
                </c:pt>
                <c:pt idx="4644">
                  <c:v>24-08-2018</c:v>
                </c:pt>
                <c:pt idx="4645">
                  <c:v>27-08-2018</c:v>
                </c:pt>
                <c:pt idx="4646">
                  <c:v>28-08-2018</c:v>
                </c:pt>
                <c:pt idx="4647">
                  <c:v>29-08-2018</c:v>
                </c:pt>
                <c:pt idx="4648">
                  <c:v>30-08-2018</c:v>
                </c:pt>
                <c:pt idx="4649">
                  <c:v>31-08-2018</c:v>
                </c:pt>
                <c:pt idx="4650">
                  <c:v>03-09-2018</c:v>
                </c:pt>
                <c:pt idx="4651">
                  <c:v>04-09-2018</c:v>
                </c:pt>
                <c:pt idx="4652">
                  <c:v>05-09-2018</c:v>
                </c:pt>
                <c:pt idx="4653">
                  <c:v>06-09-2018</c:v>
                </c:pt>
                <c:pt idx="4654">
                  <c:v>07-09-2018</c:v>
                </c:pt>
                <c:pt idx="4655">
                  <c:v>10-09-2018</c:v>
                </c:pt>
                <c:pt idx="4656">
                  <c:v>11-09-2018</c:v>
                </c:pt>
                <c:pt idx="4657">
                  <c:v>12-09-2018</c:v>
                </c:pt>
                <c:pt idx="4658">
                  <c:v>14-09-2018</c:v>
                </c:pt>
                <c:pt idx="4659">
                  <c:v>17-09-2018</c:v>
                </c:pt>
                <c:pt idx="4660">
                  <c:v>18-09-2018</c:v>
                </c:pt>
                <c:pt idx="4661">
                  <c:v>19-09-2018</c:v>
                </c:pt>
                <c:pt idx="4662">
                  <c:v>21-09-2018</c:v>
                </c:pt>
                <c:pt idx="4663">
                  <c:v>24-09-2018</c:v>
                </c:pt>
                <c:pt idx="4664">
                  <c:v>25-09-2018</c:v>
                </c:pt>
                <c:pt idx="4665">
                  <c:v>26-09-2018</c:v>
                </c:pt>
                <c:pt idx="4666">
                  <c:v>27-09-2018</c:v>
                </c:pt>
                <c:pt idx="4667">
                  <c:v>28-09-2018</c:v>
                </c:pt>
                <c:pt idx="4668">
                  <c:v>01-10-2018</c:v>
                </c:pt>
                <c:pt idx="4669">
                  <c:v>03-10-2018</c:v>
                </c:pt>
                <c:pt idx="4670">
                  <c:v>04-10-2018</c:v>
                </c:pt>
                <c:pt idx="4671">
                  <c:v>05-10-2018</c:v>
                </c:pt>
                <c:pt idx="4672">
                  <c:v>08-10-2018</c:v>
                </c:pt>
                <c:pt idx="4673">
                  <c:v>09-10-2018</c:v>
                </c:pt>
                <c:pt idx="4674">
                  <c:v>10-10-2018</c:v>
                </c:pt>
                <c:pt idx="4675">
                  <c:v>11-10-2018</c:v>
                </c:pt>
                <c:pt idx="4676">
                  <c:v>12-10-2018</c:v>
                </c:pt>
                <c:pt idx="4677">
                  <c:v>15-10-2018</c:v>
                </c:pt>
                <c:pt idx="4678">
                  <c:v>16-10-2018</c:v>
                </c:pt>
                <c:pt idx="4679">
                  <c:v>17-10-2018</c:v>
                </c:pt>
                <c:pt idx="4680">
                  <c:v>19-10-2018</c:v>
                </c:pt>
                <c:pt idx="4681">
                  <c:v>22-10-2018</c:v>
                </c:pt>
                <c:pt idx="4682">
                  <c:v>23-10-2018</c:v>
                </c:pt>
                <c:pt idx="4683">
                  <c:v>24-10-2018</c:v>
                </c:pt>
                <c:pt idx="4684">
                  <c:v>25-10-2018</c:v>
                </c:pt>
                <c:pt idx="4685">
                  <c:v>26-10-2018</c:v>
                </c:pt>
                <c:pt idx="4686">
                  <c:v>29-10-2018</c:v>
                </c:pt>
                <c:pt idx="4687">
                  <c:v>30-10-2018</c:v>
                </c:pt>
                <c:pt idx="4688">
                  <c:v>31-10-2018</c:v>
                </c:pt>
                <c:pt idx="4689">
                  <c:v>01-11-2018</c:v>
                </c:pt>
                <c:pt idx="4690">
                  <c:v>02-11-2018</c:v>
                </c:pt>
                <c:pt idx="4691">
                  <c:v>05-11-2018</c:v>
                </c:pt>
                <c:pt idx="4692">
                  <c:v>06-11-2018</c:v>
                </c:pt>
                <c:pt idx="4693">
                  <c:v>07-11-2018</c:v>
                </c:pt>
                <c:pt idx="4694">
                  <c:v>09-11-2018</c:v>
                </c:pt>
                <c:pt idx="4695">
                  <c:v>12-11-2018</c:v>
                </c:pt>
                <c:pt idx="4696">
                  <c:v>13-11-2018</c:v>
                </c:pt>
                <c:pt idx="4697">
                  <c:v>14-11-2018</c:v>
                </c:pt>
                <c:pt idx="4698">
                  <c:v>15-11-2018</c:v>
                </c:pt>
                <c:pt idx="4699">
                  <c:v>16-11-2018</c:v>
                </c:pt>
                <c:pt idx="4700">
                  <c:v>19-11-2018</c:v>
                </c:pt>
                <c:pt idx="4701">
                  <c:v>20-11-2018</c:v>
                </c:pt>
                <c:pt idx="4702">
                  <c:v>21-11-2018</c:v>
                </c:pt>
                <c:pt idx="4703">
                  <c:v>22-11-2018</c:v>
                </c:pt>
                <c:pt idx="4704">
                  <c:v>26-11-2018</c:v>
                </c:pt>
                <c:pt idx="4705">
                  <c:v>27-11-2018</c:v>
                </c:pt>
                <c:pt idx="4706">
                  <c:v>28-11-2018</c:v>
                </c:pt>
                <c:pt idx="4707">
                  <c:v>29-11-2018</c:v>
                </c:pt>
                <c:pt idx="4708">
                  <c:v>30-11-2018</c:v>
                </c:pt>
                <c:pt idx="4709">
                  <c:v>03-12-2018</c:v>
                </c:pt>
                <c:pt idx="4710">
                  <c:v>04-12-2018</c:v>
                </c:pt>
                <c:pt idx="4711">
                  <c:v>05-12-2018</c:v>
                </c:pt>
                <c:pt idx="4712">
                  <c:v>06-12-2018</c:v>
                </c:pt>
                <c:pt idx="4713">
                  <c:v>07-12-2018</c:v>
                </c:pt>
                <c:pt idx="4714">
                  <c:v>10-12-2018</c:v>
                </c:pt>
                <c:pt idx="4715">
                  <c:v>11-12-2018</c:v>
                </c:pt>
                <c:pt idx="4716">
                  <c:v>12-12-2018</c:v>
                </c:pt>
                <c:pt idx="4717">
                  <c:v>13-12-2018</c:v>
                </c:pt>
                <c:pt idx="4718">
                  <c:v>14-12-2018</c:v>
                </c:pt>
                <c:pt idx="4719">
                  <c:v>17-12-2018</c:v>
                </c:pt>
                <c:pt idx="4720">
                  <c:v>18-12-2018</c:v>
                </c:pt>
                <c:pt idx="4721">
                  <c:v>19-12-2018</c:v>
                </c:pt>
                <c:pt idx="4722">
                  <c:v>20-12-2018</c:v>
                </c:pt>
                <c:pt idx="4723">
                  <c:v>21-12-2018</c:v>
                </c:pt>
                <c:pt idx="4724">
                  <c:v>24-12-2018</c:v>
                </c:pt>
                <c:pt idx="4725">
                  <c:v>26-12-2018</c:v>
                </c:pt>
                <c:pt idx="4726">
                  <c:v>27-12-2018</c:v>
                </c:pt>
                <c:pt idx="4727">
                  <c:v>28-12-2018</c:v>
                </c:pt>
                <c:pt idx="4728">
                  <c:v>31-12-2018</c:v>
                </c:pt>
                <c:pt idx="4729">
                  <c:v>01-01-2019</c:v>
                </c:pt>
                <c:pt idx="4730">
                  <c:v>02-01-2019</c:v>
                </c:pt>
                <c:pt idx="4731">
                  <c:v>03-01-2019</c:v>
                </c:pt>
                <c:pt idx="4732">
                  <c:v>04-01-2019</c:v>
                </c:pt>
                <c:pt idx="4733">
                  <c:v>07-01-2019</c:v>
                </c:pt>
                <c:pt idx="4734">
                  <c:v>08-01-2019</c:v>
                </c:pt>
                <c:pt idx="4735">
                  <c:v>09-01-2019</c:v>
                </c:pt>
                <c:pt idx="4736">
                  <c:v>10-01-2019</c:v>
                </c:pt>
                <c:pt idx="4737">
                  <c:v>11-01-2019</c:v>
                </c:pt>
                <c:pt idx="4738">
                  <c:v>14-01-2019</c:v>
                </c:pt>
                <c:pt idx="4739">
                  <c:v>15-01-2019</c:v>
                </c:pt>
                <c:pt idx="4740">
                  <c:v>16-01-2019</c:v>
                </c:pt>
                <c:pt idx="4741">
                  <c:v>17-01-2019</c:v>
                </c:pt>
                <c:pt idx="4742">
                  <c:v>18-01-2019</c:v>
                </c:pt>
                <c:pt idx="4743">
                  <c:v>21-01-2019</c:v>
                </c:pt>
                <c:pt idx="4744">
                  <c:v>22-01-2019</c:v>
                </c:pt>
                <c:pt idx="4745">
                  <c:v>23-01-2019</c:v>
                </c:pt>
                <c:pt idx="4746">
                  <c:v>24-01-2019</c:v>
                </c:pt>
                <c:pt idx="4747">
                  <c:v>25-01-2019</c:v>
                </c:pt>
                <c:pt idx="4748">
                  <c:v>28-01-2019</c:v>
                </c:pt>
                <c:pt idx="4749">
                  <c:v>29-01-2019</c:v>
                </c:pt>
                <c:pt idx="4750">
                  <c:v>30-01-2019</c:v>
                </c:pt>
                <c:pt idx="4751">
                  <c:v>31-01-2019</c:v>
                </c:pt>
                <c:pt idx="4752">
                  <c:v>01-02-2019</c:v>
                </c:pt>
                <c:pt idx="4753">
                  <c:v>04-02-2019</c:v>
                </c:pt>
                <c:pt idx="4754">
                  <c:v>05-02-2019</c:v>
                </c:pt>
                <c:pt idx="4755">
                  <c:v>06-02-2019</c:v>
                </c:pt>
                <c:pt idx="4756">
                  <c:v>07-02-2019</c:v>
                </c:pt>
                <c:pt idx="4757">
                  <c:v>08-02-2019</c:v>
                </c:pt>
                <c:pt idx="4758">
                  <c:v>11-02-2019</c:v>
                </c:pt>
                <c:pt idx="4759">
                  <c:v>12-02-2019</c:v>
                </c:pt>
                <c:pt idx="4760">
                  <c:v>13-02-2019</c:v>
                </c:pt>
                <c:pt idx="4761">
                  <c:v>14-02-2019</c:v>
                </c:pt>
                <c:pt idx="4762">
                  <c:v>15-02-2019</c:v>
                </c:pt>
                <c:pt idx="4763">
                  <c:v>18-02-2019</c:v>
                </c:pt>
                <c:pt idx="4764">
                  <c:v>19-02-2019</c:v>
                </c:pt>
                <c:pt idx="4765">
                  <c:v>20-02-2019</c:v>
                </c:pt>
                <c:pt idx="4766">
                  <c:v>21-02-2019</c:v>
                </c:pt>
                <c:pt idx="4767">
                  <c:v>22-02-2019</c:v>
                </c:pt>
                <c:pt idx="4768">
                  <c:v>25-02-2019</c:v>
                </c:pt>
                <c:pt idx="4769">
                  <c:v>26-02-2019</c:v>
                </c:pt>
                <c:pt idx="4770">
                  <c:v>27-02-2019</c:v>
                </c:pt>
                <c:pt idx="4771">
                  <c:v>28-02-2019</c:v>
                </c:pt>
                <c:pt idx="4772">
                  <c:v>01-03-2019</c:v>
                </c:pt>
                <c:pt idx="4773">
                  <c:v>05-03-2019</c:v>
                </c:pt>
                <c:pt idx="4774">
                  <c:v>06-03-2019</c:v>
                </c:pt>
                <c:pt idx="4775">
                  <c:v>07-03-2019</c:v>
                </c:pt>
                <c:pt idx="4776">
                  <c:v>08-03-2019</c:v>
                </c:pt>
                <c:pt idx="4777">
                  <c:v>11-03-2019</c:v>
                </c:pt>
                <c:pt idx="4778">
                  <c:v>12-03-2019</c:v>
                </c:pt>
                <c:pt idx="4779">
                  <c:v>13-03-2019</c:v>
                </c:pt>
                <c:pt idx="4780">
                  <c:v>14-03-2019</c:v>
                </c:pt>
                <c:pt idx="4781">
                  <c:v>15-03-2019</c:v>
                </c:pt>
                <c:pt idx="4782">
                  <c:v>18-03-2019</c:v>
                </c:pt>
                <c:pt idx="4783">
                  <c:v>19-03-2019</c:v>
                </c:pt>
                <c:pt idx="4784">
                  <c:v>20-03-2019</c:v>
                </c:pt>
                <c:pt idx="4785">
                  <c:v>22-03-2019</c:v>
                </c:pt>
                <c:pt idx="4786">
                  <c:v>25-03-2019</c:v>
                </c:pt>
                <c:pt idx="4787">
                  <c:v>26-03-2019</c:v>
                </c:pt>
                <c:pt idx="4788">
                  <c:v>27-03-2019</c:v>
                </c:pt>
                <c:pt idx="4789">
                  <c:v>28-03-2019</c:v>
                </c:pt>
                <c:pt idx="4790">
                  <c:v>29-03-2019</c:v>
                </c:pt>
                <c:pt idx="4791">
                  <c:v>01-04-2019</c:v>
                </c:pt>
                <c:pt idx="4792">
                  <c:v>02-04-2019</c:v>
                </c:pt>
                <c:pt idx="4793">
                  <c:v>03-04-2019</c:v>
                </c:pt>
                <c:pt idx="4794">
                  <c:v>04-04-2019</c:v>
                </c:pt>
                <c:pt idx="4795">
                  <c:v>05-04-2019</c:v>
                </c:pt>
                <c:pt idx="4796">
                  <c:v>08-04-2019</c:v>
                </c:pt>
                <c:pt idx="4797">
                  <c:v>09-04-2019</c:v>
                </c:pt>
                <c:pt idx="4798">
                  <c:v>10-04-2019</c:v>
                </c:pt>
                <c:pt idx="4799">
                  <c:v>11-04-2019</c:v>
                </c:pt>
                <c:pt idx="4800">
                  <c:v>12-04-2019</c:v>
                </c:pt>
                <c:pt idx="4801">
                  <c:v>15-04-2019</c:v>
                </c:pt>
                <c:pt idx="4802">
                  <c:v>16-04-2019</c:v>
                </c:pt>
                <c:pt idx="4803">
                  <c:v>18-04-2019</c:v>
                </c:pt>
                <c:pt idx="4804">
                  <c:v>22-04-2019</c:v>
                </c:pt>
                <c:pt idx="4805">
                  <c:v>23-04-2019</c:v>
                </c:pt>
                <c:pt idx="4806">
                  <c:v>24-04-2019</c:v>
                </c:pt>
                <c:pt idx="4807">
                  <c:v>25-04-2019</c:v>
                </c:pt>
                <c:pt idx="4808">
                  <c:v>26-04-2019</c:v>
                </c:pt>
                <c:pt idx="4809">
                  <c:v>30-04-2019</c:v>
                </c:pt>
                <c:pt idx="4810">
                  <c:v>02-05-2019</c:v>
                </c:pt>
                <c:pt idx="4811">
                  <c:v>03-05-2019</c:v>
                </c:pt>
                <c:pt idx="4812">
                  <c:v>06-05-2019</c:v>
                </c:pt>
                <c:pt idx="4813">
                  <c:v>07-05-2019</c:v>
                </c:pt>
                <c:pt idx="4814">
                  <c:v>08-05-2019</c:v>
                </c:pt>
                <c:pt idx="4815">
                  <c:v>09-05-2019</c:v>
                </c:pt>
                <c:pt idx="4816">
                  <c:v>10-05-2019</c:v>
                </c:pt>
                <c:pt idx="4817">
                  <c:v>13-05-2019</c:v>
                </c:pt>
                <c:pt idx="4818">
                  <c:v>14-05-2019</c:v>
                </c:pt>
                <c:pt idx="4819">
                  <c:v>15-05-2019</c:v>
                </c:pt>
                <c:pt idx="4820">
                  <c:v>16-05-2019</c:v>
                </c:pt>
                <c:pt idx="4821">
                  <c:v>17-05-2019</c:v>
                </c:pt>
                <c:pt idx="4822">
                  <c:v>20-05-2019</c:v>
                </c:pt>
                <c:pt idx="4823">
                  <c:v>21-05-2019</c:v>
                </c:pt>
                <c:pt idx="4824">
                  <c:v>22-05-2019</c:v>
                </c:pt>
                <c:pt idx="4825">
                  <c:v>23-05-2019</c:v>
                </c:pt>
                <c:pt idx="4826">
                  <c:v>24-05-2019</c:v>
                </c:pt>
                <c:pt idx="4827">
                  <c:v>27-05-2019</c:v>
                </c:pt>
                <c:pt idx="4828">
                  <c:v>28-05-2019</c:v>
                </c:pt>
                <c:pt idx="4829">
                  <c:v>29-05-2019</c:v>
                </c:pt>
                <c:pt idx="4830">
                  <c:v>30-05-2019</c:v>
                </c:pt>
                <c:pt idx="4831">
                  <c:v>31-05-2019</c:v>
                </c:pt>
                <c:pt idx="4832">
                  <c:v>03-06-2019</c:v>
                </c:pt>
                <c:pt idx="4833">
                  <c:v>04-06-2019</c:v>
                </c:pt>
                <c:pt idx="4834">
                  <c:v>06-06-2019</c:v>
                </c:pt>
                <c:pt idx="4835">
                  <c:v>07-06-2019</c:v>
                </c:pt>
                <c:pt idx="4836">
                  <c:v>10-06-2019</c:v>
                </c:pt>
                <c:pt idx="4837">
                  <c:v>11-06-2019</c:v>
                </c:pt>
                <c:pt idx="4838">
                  <c:v>12-06-2019</c:v>
                </c:pt>
                <c:pt idx="4839">
                  <c:v>13-06-2019</c:v>
                </c:pt>
                <c:pt idx="4840">
                  <c:v>14-06-2019</c:v>
                </c:pt>
                <c:pt idx="4841">
                  <c:v>17-06-2019</c:v>
                </c:pt>
                <c:pt idx="4842">
                  <c:v>18-06-2019</c:v>
                </c:pt>
                <c:pt idx="4843">
                  <c:v>19-06-2019</c:v>
                </c:pt>
                <c:pt idx="4844">
                  <c:v>20-06-2019</c:v>
                </c:pt>
                <c:pt idx="4845">
                  <c:v>21-06-2019</c:v>
                </c:pt>
                <c:pt idx="4846">
                  <c:v>24-06-2019</c:v>
                </c:pt>
                <c:pt idx="4847">
                  <c:v>25-06-2019</c:v>
                </c:pt>
                <c:pt idx="4848">
                  <c:v>26-06-2019</c:v>
                </c:pt>
                <c:pt idx="4849">
                  <c:v>27-06-2019</c:v>
                </c:pt>
                <c:pt idx="4850">
                  <c:v>28-06-2019</c:v>
                </c:pt>
                <c:pt idx="4851">
                  <c:v>01-07-2019</c:v>
                </c:pt>
                <c:pt idx="4852">
                  <c:v>02-07-2019</c:v>
                </c:pt>
                <c:pt idx="4853">
                  <c:v>03-07-2019</c:v>
                </c:pt>
                <c:pt idx="4854">
                  <c:v>04-07-2019</c:v>
                </c:pt>
                <c:pt idx="4855">
                  <c:v>05-07-2019</c:v>
                </c:pt>
                <c:pt idx="4856">
                  <c:v>08-07-2019</c:v>
                </c:pt>
                <c:pt idx="4857">
                  <c:v>09-07-2019</c:v>
                </c:pt>
                <c:pt idx="4858">
                  <c:v>10-07-2019</c:v>
                </c:pt>
                <c:pt idx="4859">
                  <c:v>11-07-2019</c:v>
                </c:pt>
                <c:pt idx="4860">
                  <c:v>12-07-2019</c:v>
                </c:pt>
                <c:pt idx="4861">
                  <c:v>15-07-2019</c:v>
                </c:pt>
                <c:pt idx="4862">
                  <c:v>16-07-2019</c:v>
                </c:pt>
                <c:pt idx="4863">
                  <c:v>17-07-2019</c:v>
                </c:pt>
                <c:pt idx="4864">
                  <c:v>18-07-2019</c:v>
                </c:pt>
                <c:pt idx="4865">
                  <c:v>19-07-2019</c:v>
                </c:pt>
                <c:pt idx="4866">
                  <c:v>22-07-2019</c:v>
                </c:pt>
                <c:pt idx="4867">
                  <c:v>23-07-2019</c:v>
                </c:pt>
                <c:pt idx="4868">
                  <c:v>24-07-2019</c:v>
                </c:pt>
                <c:pt idx="4869">
                  <c:v>25-07-2019</c:v>
                </c:pt>
                <c:pt idx="4870">
                  <c:v>26-07-2019</c:v>
                </c:pt>
                <c:pt idx="4871">
                  <c:v>29-07-2019</c:v>
                </c:pt>
                <c:pt idx="4872">
                  <c:v>30-07-2019</c:v>
                </c:pt>
                <c:pt idx="4873">
                  <c:v>31-07-2019</c:v>
                </c:pt>
                <c:pt idx="4874">
                  <c:v>01-08-2019</c:v>
                </c:pt>
                <c:pt idx="4875">
                  <c:v>02-08-2019</c:v>
                </c:pt>
                <c:pt idx="4876">
                  <c:v>05-08-2019</c:v>
                </c:pt>
                <c:pt idx="4877">
                  <c:v>06-08-2019</c:v>
                </c:pt>
                <c:pt idx="4878">
                  <c:v>07-08-2019</c:v>
                </c:pt>
                <c:pt idx="4879">
                  <c:v>08-08-2019</c:v>
                </c:pt>
                <c:pt idx="4880">
                  <c:v>09-08-2019</c:v>
                </c:pt>
                <c:pt idx="4881">
                  <c:v>13-08-2019</c:v>
                </c:pt>
                <c:pt idx="4882">
                  <c:v>14-08-2019</c:v>
                </c:pt>
                <c:pt idx="4883">
                  <c:v>16-08-2019</c:v>
                </c:pt>
                <c:pt idx="4884">
                  <c:v>19-08-2019</c:v>
                </c:pt>
                <c:pt idx="4885">
                  <c:v>20-08-2019</c:v>
                </c:pt>
                <c:pt idx="4886">
                  <c:v>21-08-2019</c:v>
                </c:pt>
                <c:pt idx="4887">
                  <c:v>22-08-2019</c:v>
                </c:pt>
                <c:pt idx="4888">
                  <c:v>23-08-2019</c:v>
                </c:pt>
                <c:pt idx="4889">
                  <c:v>26-08-2019</c:v>
                </c:pt>
                <c:pt idx="4890">
                  <c:v>27-08-2019</c:v>
                </c:pt>
                <c:pt idx="4891">
                  <c:v>28-08-2019</c:v>
                </c:pt>
                <c:pt idx="4892">
                  <c:v>29-08-2019</c:v>
                </c:pt>
                <c:pt idx="4893">
                  <c:v>30-08-2019</c:v>
                </c:pt>
                <c:pt idx="4894">
                  <c:v>03-09-2019</c:v>
                </c:pt>
                <c:pt idx="4895">
                  <c:v>04-09-2019</c:v>
                </c:pt>
                <c:pt idx="4896">
                  <c:v>05-09-2019</c:v>
                </c:pt>
                <c:pt idx="4897">
                  <c:v>06-09-2019</c:v>
                </c:pt>
                <c:pt idx="4898">
                  <c:v>09-09-2019</c:v>
                </c:pt>
                <c:pt idx="4899">
                  <c:v>11-09-2019</c:v>
                </c:pt>
                <c:pt idx="4900">
                  <c:v>12-09-2019</c:v>
                </c:pt>
                <c:pt idx="4901">
                  <c:v>13-09-2019</c:v>
                </c:pt>
                <c:pt idx="4902">
                  <c:v>16-09-2019</c:v>
                </c:pt>
                <c:pt idx="4903">
                  <c:v>17-09-2019</c:v>
                </c:pt>
                <c:pt idx="4904">
                  <c:v>18-09-2019</c:v>
                </c:pt>
                <c:pt idx="4905">
                  <c:v>19-09-2019</c:v>
                </c:pt>
                <c:pt idx="4906">
                  <c:v>20-09-2019</c:v>
                </c:pt>
                <c:pt idx="4907">
                  <c:v>23-09-2019</c:v>
                </c:pt>
                <c:pt idx="4908">
                  <c:v>24-09-2019</c:v>
                </c:pt>
                <c:pt idx="4909">
                  <c:v>25-09-2019</c:v>
                </c:pt>
                <c:pt idx="4910">
                  <c:v>26-09-2019</c:v>
                </c:pt>
                <c:pt idx="4911">
                  <c:v>27-09-2019</c:v>
                </c:pt>
                <c:pt idx="4912">
                  <c:v>30-09-2019</c:v>
                </c:pt>
                <c:pt idx="4913">
                  <c:v>01-10-2019</c:v>
                </c:pt>
                <c:pt idx="4914">
                  <c:v>03-10-2019</c:v>
                </c:pt>
                <c:pt idx="4915">
                  <c:v>04-10-2019</c:v>
                </c:pt>
                <c:pt idx="4916">
                  <c:v>07-10-2019</c:v>
                </c:pt>
                <c:pt idx="4917">
                  <c:v>09-10-2019</c:v>
                </c:pt>
                <c:pt idx="4918">
                  <c:v>10-10-2019</c:v>
                </c:pt>
                <c:pt idx="4919">
                  <c:v>11-10-2019</c:v>
                </c:pt>
                <c:pt idx="4920">
                  <c:v>14-10-2019</c:v>
                </c:pt>
                <c:pt idx="4921">
                  <c:v>15-10-2019</c:v>
                </c:pt>
                <c:pt idx="4922">
                  <c:v>16-10-2019</c:v>
                </c:pt>
                <c:pt idx="4923">
                  <c:v>17-10-2019</c:v>
                </c:pt>
                <c:pt idx="4924">
                  <c:v>18-10-2019</c:v>
                </c:pt>
                <c:pt idx="4925">
                  <c:v>22-10-2019</c:v>
                </c:pt>
                <c:pt idx="4926">
                  <c:v>23-10-2019</c:v>
                </c:pt>
                <c:pt idx="4927">
                  <c:v>24-10-2019</c:v>
                </c:pt>
                <c:pt idx="4928">
                  <c:v>25-10-2019</c:v>
                </c:pt>
                <c:pt idx="4929">
                  <c:v>27-10-2019</c:v>
                </c:pt>
                <c:pt idx="4930">
                  <c:v>29-10-2019</c:v>
                </c:pt>
                <c:pt idx="4931">
                  <c:v>30-10-2019</c:v>
                </c:pt>
                <c:pt idx="4932">
                  <c:v>31-10-2019</c:v>
                </c:pt>
                <c:pt idx="4933">
                  <c:v>01-11-2019</c:v>
                </c:pt>
                <c:pt idx="4934">
                  <c:v>04-11-2019</c:v>
                </c:pt>
                <c:pt idx="4935">
                  <c:v>05-11-2019</c:v>
                </c:pt>
                <c:pt idx="4936">
                  <c:v>06-11-2019</c:v>
                </c:pt>
                <c:pt idx="4937">
                  <c:v>07-11-2019</c:v>
                </c:pt>
                <c:pt idx="4938">
                  <c:v>08-11-2019</c:v>
                </c:pt>
                <c:pt idx="4939">
                  <c:v>11-11-2019</c:v>
                </c:pt>
                <c:pt idx="4940">
                  <c:v>13-11-2019</c:v>
                </c:pt>
                <c:pt idx="4941">
                  <c:v>14-11-2019</c:v>
                </c:pt>
                <c:pt idx="4942">
                  <c:v>15-11-2019</c:v>
                </c:pt>
                <c:pt idx="4943">
                  <c:v>18-11-2019</c:v>
                </c:pt>
                <c:pt idx="4944">
                  <c:v>19-11-2019</c:v>
                </c:pt>
                <c:pt idx="4945">
                  <c:v>20-11-2019</c:v>
                </c:pt>
                <c:pt idx="4946">
                  <c:v>21-11-2019</c:v>
                </c:pt>
                <c:pt idx="4947">
                  <c:v>22-11-2019</c:v>
                </c:pt>
                <c:pt idx="4948">
                  <c:v>25-11-2019</c:v>
                </c:pt>
                <c:pt idx="4949">
                  <c:v>26-11-2019</c:v>
                </c:pt>
                <c:pt idx="4950">
                  <c:v>27-11-2019</c:v>
                </c:pt>
                <c:pt idx="4951">
                  <c:v>28-11-2019</c:v>
                </c:pt>
                <c:pt idx="4952">
                  <c:v>29-11-2019</c:v>
                </c:pt>
                <c:pt idx="4953">
                  <c:v>02-12-2019</c:v>
                </c:pt>
                <c:pt idx="4954">
                  <c:v>03-12-2019</c:v>
                </c:pt>
                <c:pt idx="4955">
                  <c:v>04-12-2019</c:v>
                </c:pt>
                <c:pt idx="4956">
                  <c:v>05-12-2019</c:v>
                </c:pt>
                <c:pt idx="4957">
                  <c:v>06-12-2019</c:v>
                </c:pt>
                <c:pt idx="4958">
                  <c:v>09-12-2019</c:v>
                </c:pt>
                <c:pt idx="4959">
                  <c:v>10-12-2019</c:v>
                </c:pt>
                <c:pt idx="4960">
                  <c:v>11-12-2019</c:v>
                </c:pt>
                <c:pt idx="4961">
                  <c:v>12-12-2019</c:v>
                </c:pt>
                <c:pt idx="4962">
                  <c:v>13-12-2019</c:v>
                </c:pt>
                <c:pt idx="4963">
                  <c:v>16-12-2019</c:v>
                </c:pt>
                <c:pt idx="4964">
                  <c:v>17-12-2019</c:v>
                </c:pt>
                <c:pt idx="4965">
                  <c:v>18-12-2019</c:v>
                </c:pt>
                <c:pt idx="4966">
                  <c:v>19-12-2019</c:v>
                </c:pt>
                <c:pt idx="4967">
                  <c:v>20-12-2019</c:v>
                </c:pt>
                <c:pt idx="4968">
                  <c:v>23-12-2019</c:v>
                </c:pt>
                <c:pt idx="4969">
                  <c:v>24-12-2019</c:v>
                </c:pt>
                <c:pt idx="4970">
                  <c:v>26-12-2019</c:v>
                </c:pt>
                <c:pt idx="4971">
                  <c:v>27-12-2019</c:v>
                </c:pt>
                <c:pt idx="4972">
                  <c:v>30-12-2019</c:v>
                </c:pt>
                <c:pt idx="4973">
                  <c:v>31-12-2019</c:v>
                </c:pt>
                <c:pt idx="4974">
                  <c:v>01-01-2020</c:v>
                </c:pt>
                <c:pt idx="4975">
                  <c:v>02-01-2020</c:v>
                </c:pt>
                <c:pt idx="4976">
                  <c:v>03-01-2020</c:v>
                </c:pt>
                <c:pt idx="4977">
                  <c:v>06-01-2020</c:v>
                </c:pt>
                <c:pt idx="4978">
                  <c:v>07-01-2020</c:v>
                </c:pt>
                <c:pt idx="4979">
                  <c:v>08-01-2020</c:v>
                </c:pt>
                <c:pt idx="4980">
                  <c:v>09-01-2020</c:v>
                </c:pt>
                <c:pt idx="4981">
                  <c:v>10-01-2020</c:v>
                </c:pt>
                <c:pt idx="4982">
                  <c:v>13-01-2020</c:v>
                </c:pt>
                <c:pt idx="4983">
                  <c:v>14-01-2020</c:v>
                </c:pt>
                <c:pt idx="4984">
                  <c:v>15-01-2020</c:v>
                </c:pt>
                <c:pt idx="4985">
                  <c:v>16-01-2020</c:v>
                </c:pt>
                <c:pt idx="4986">
                  <c:v>17-01-2020</c:v>
                </c:pt>
                <c:pt idx="4987">
                  <c:v>20-01-2020</c:v>
                </c:pt>
                <c:pt idx="4988">
                  <c:v>21-01-2020</c:v>
                </c:pt>
                <c:pt idx="4989">
                  <c:v>22-01-2020</c:v>
                </c:pt>
                <c:pt idx="4990">
                  <c:v>23-01-2020</c:v>
                </c:pt>
                <c:pt idx="4991">
                  <c:v>24-01-2020</c:v>
                </c:pt>
                <c:pt idx="4992">
                  <c:v>27-01-2020</c:v>
                </c:pt>
                <c:pt idx="4993">
                  <c:v>28-01-2020</c:v>
                </c:pt>
                <c:pt idx="4994">
                  <c:v>29-01-2020</c:v>
                </c:pt>
                <c:pt idx="4995">
                  <c:v>30-01-2020</c:v>
                </c:pt>
                <c:pt idx="4996">
                  <c:v>31-01-2020</c:v>
                </c:pt>
                <c:pt idx="4997">
                  <c:v>01-02-2020</c:v>
                </c:pt>
                <c:pt idx="4998">
                  <c:v>03-02-2020</c:v>
                </c:pt>
                <c:pt idx="4999">
                  <c:v>04-02-2020</c:v>
                </c:pt>
                <c:pt idx="5000">
                  <c:v>05-02-2020</c:v>
                </c:pt>
                <c:pt idx="5001">
                  <c:v>06-02-2020</c:v>
                </c:pt>
                <c:pt idx="5002">
                  <c:v>07-02-2020</c:v>
                </c:pt>
                <c:pt idx="5003">
                  <c:v>10-02-2020</c:v>
                </c:pt>
                <c:pt idx="5004">
                  <c:v>11-02-2020</c:v>
                </c:pt>
                <c:pt idx="5005">
                  <c:v>12-02-2020</c:v>
                </c:pt>
                <c:pt idx="5006">
                  <c:v>13-02-2020</c:v>
                </c:pt>
                <c:pt idx="5007">
                  <c:v>14-02-2020</c:v>
                </c:pt>
                <c:pt idx="5008">
                  <c:v>17-02-2020</c:v>
                </c:pt>
                <c:pt idx="5009">
                  <c:v>18-02-2020</c:v>
                </c:pt>
                <c:pt idx="5010">
                  <c:v>19-02-2020</c:v>
                </c:pt>
                <c:pt idx="5011">
                  <c:v>20-02-2020</c:v>
                </c:pt>
                <c:pt idx="5012">
                  <c:v>24-02-2020</c:v>
                </c:pt>
                <c:pt idx="5013">
                  <c:v>25-02-2020</c:v>
                </c:pt>
                <c:pt idx="5014">
                  <c:v>26-02-2020</c:v>
                </c:pt>
                <c:pt idx="5015">
                  <c:v>27-02-2020</c:v>
                </c:pt>
                <c:pt idx="5016">
                  <c:v>28-02-2020</c:v>
                </c:pt>
                <c:pt idx="5017">
                  <c:v>02-03-2020</c:v>
                </c:pt>
                <c:pt idx="5018">
                  <c:v>03-03-2020</c:v>
                </c:pt>
                <c:pt idx="5019">
                  <c:v>04-03-2020</c:v>
                </c:pt>
                <c:pt idx="5020">
                  <c:v>05-03-2020</c:v>
                </c:pt>
                <c:pt idx="5021">
                  <c:v>06-03-2020</c:v>
                </c:pt>
                <c:pt idx="5022">
                  <c:v>09-03-2020</c:v>
                </c:pt>
                <c:pt idx="5023">
                  <c:v>11-03-2020</c:v>
                </c:pt>
                <c:pt idx="5024">
                  <c:v>12-03-2020</c:v>
                </c:pt>
                <c:pt idx="5025">
                  <c:v>13-03-2020</c:v>
                </c:pt>
                <c:pt idx="5026">
                  <c:v>16-03-2020</c:v>
                </c:pt>
                <c:pt idx="5027">
                  <c:v>17-03-2020</c:v>
                </c:pt>
                <c:pt idx="5028">
                  <c:v>18-03-2020</c:v>
                </c:pt>
                <c:pt idx="5029">
                  <c:v>19-03-2020</c:v>
                </c:pt>
                <c:pt idx="5030">
                  <c:v>20-03-2020</c:v>
                </c:pt>
                <c:pt idx="5031">
                  <c:v>23-03-2020</c:v>
                </c:pt>
                <c:pt idx="5032">
                  <c:v>24-03-2020</c:v>
                </c:pt>
                <c:pt idx="5033">
                  <c:v>25-03-2020</c:v>
                </c:pt>
                <c:pt idx="5034">
                  <c:v>26-03-2020</c:v>
                </c:pt>
                <c:pt idx="5035">
                  <c:v>27-03-2020</c:v>
                </c:pt>
                <c:pt idx="5036">
                  <c:v>30-03-2020</c:v>
                </c:pt>
                <c:pt idx="5037">
                  <c:v>31-03-2020</c:v>
                </c:pt>
                <c:pt idx="5038">
                  <c:v>01-04-2020</c:v>
                </c:pt>
                <c:pt idx="5039">
                  <c:v>03-04-2020</c:v>
                </c:pt>
                <c:pt idx="5040">
                  <c:v>07-04-2020</c:v>
                </c:pt>
                <c:pt idx="5041">
                  <c:v>08-04-2020</c:v>
                </c:pt>
                <c:pt idx="5042">
                  <c:v>09-04-2020</c:v>
                </c:pt>
                <c:pt idx="5043">
                  <c:v>13-04-2020</c:v>
                </c:pt>
                <c:pt idx="5044">
                  <c:v>15-04-2020</c:v>
                </c:pt>
                <c:pt idx="5045">
                  <c:v>16-04-2020</c:v>
                </c:pt>
                <c:pt idx="5046">
                  <c:v>17-04-2020</c:v>
                </c:pt>
                <c:pt idx="5047">
                  <c:v>20-04-2020</c:v>
                </c:pt>
                <c:pt idx="5048">
                  <c:v>21-04-2020</c:v>
                </c:pt>
                <c:pt idx="5049">
                  <c:v>22-04-2020</c:v>
                </c:pt>
                <c:pt idx="5050">
                  <c:v>23-04-2020</c:v>
                </c:pt>
                <c:pt idx="5051">
                  <c:v>24-04-2020</c:v>
                </c:pt>
                <c:pt idx="5052">
                  <c:v>27-04-2020</c:v>
                </c:pt>
                <c:pt idx="5053">
                  <c:v>28-04-2020</c:v>
                </c:pt>
                <c:pt idx="5054">
                  <c:v>29-04-2020</c:v>
                </c:pt>
                <c:pt idx="5055">
                  <c:v>30-04-2020</c:v>
                </c:pt>
                <c:pt idx="5056">
                  <c:v>04-05-2020</c:v>
                </c:pt>
                <c:pt idx="5057">
                  <c:v>05-05-2020</c:v>
                </c:pt>
                <c:pt idx="5058">
                  <c:v>06-05-2020</c:v>
                </c:pt>
                <c:pt idx="5059">
                  <c:v>07-05-2020</c:v>
                </c:pt>
                <c:pt idx="5060">
                  <c:v>08-05-2020</c:v>
                </c:pt>
                <c:pt idx="5061">
                  <c:v>11-05-2020</c:v>
                </c:pt>
                <c:pt idx="5062">
                  <c:v>12-05-2020</c:v>
                </c:pt>
                <c:pt idx="5063">
                  <c:v>13-05-2020</c:v>
                </c:pt>
                <c:pt idx="5064">
                  <c:v>14-05-2020</c:v>
                </c:pt>
                <c:pt idx="5065">
                  <c:v>15-05-2020</c:v>
                </c:pt>
                <c:pt idx="5066">
                  <c:v>18-05-2020</c:v>
                </c:pt>
                <c:pt idx="5067">
                  <c:v>19-05-2020</c:v>
                </c:pt>
                <c:pt idx="5068">
                  <c:v>20-05-2020</c:v>
                </c:pt>
                <c:pt idx="5069">
                  <c:v>21-05-2020</c:v>
                </c:pt>
                <c:pt idx="5070">
                  <c:v>22-05-2020</c:v>
                </c:pt>
                <c:pt idx="5071">
                  <c:v>26-05-2020</c:v>
                </c:pt>
                <c:pt idx="5072">
                  <c:v>27-05-2020</c:v>
                </c:pt>
                <c:pt idx="5073">
                  <c:v>28-05-2020</c:v>
                </c:pt>
                <c:pt idx="5074">
                  <c:v>29-05-2020</c:v>
                </c:pt>
                <c:pt idx="5075">
                  <c:v>01-06-2020</c:v>
                </c:pt>
                <c:pt idx="5076">
                  <c:v>02-06-2020</c:v>
                </c:pt>
                <c:pt idx="5077">
                  <c:v>03-06-2020</c:v>
                </c:pt>
                <c:pt idx="5078">
                  <c:v>04-06-2020</c:v>
                </c:pt>
                <c:pt idx="5079">
                  <c:v>05-06-2020</c:v>
                </c:pt>
                <c:pt idx="5080">
                  <c:v>08-06-2020</c:v>
                </c:pt>
                <c:pt idx="5081">
                  <c:v>09-06-2020</c:v>
                </c:pt>
                <c:pt idx="5082">
                  <c:v>10-06-2020</c:v>
                </c:pt>
                <c:pt idx="5083">
                  <c:v>11-06-2020</c:v>
                </c:pt>
                <c:pt idx="5084">
                  <c:v>12-06-2020</c:v>
                </c:pt>
                <c:pt idx="5085">
                  <c:v>15-06-2020</c:v>
                </c:pt>
                <c:pt idx="5086">
                  <c:v>16-06-2020</c:v>
                </c:pt>
                <c:pt idx="5087">
                  <c:v>17-06-2020</c:v>
                </c:pt>
                <c:pt idx="5088">
                  <c:v>18-06-2020</c:v>
                </c:pt>
                <c:pt idx="5089">
                  <c:v>19-06-2020</c:v>
                </c:pt>
                <c:pt idx="5090">
                  <c:v>22-06-2020</c:v>
                </c:pt>
                <c:pt idx="5091">
                  <c:v>23-06-2020</c:v>
                </c:pt>
                <c:pt idx="5092">
                  <c:v>24-06-2020</c:v>
                </c:pt>
                <c:pt idx="5093">
                  <c:v>25-06-2020</c:v>
                </c:pt>
                <c:pt idx="5094">
                  <c:v>26-06-2020</c:v>
                </c:pt>
                <c:pt idx="5095">
                  <c:v>29-06-2020</c:v>
                </c:pt>
                <c:pt idx="5096">
                  <c:v>30-06-2020</c:v>
                </c:pt>
                <c:pt idx="5097">
                  <c:v>01-07-2020</c:v>
                </c:pt>
                <c:pt idx="5098">
                  <c:v>02-07-2020</c:v>
                </c:pt>
                <c:pt idx="5099">
                  <c:v>03-07-2020</c:v>
                </c:pt>
                <c:pt idx="5100">
                  <c:v>06-07-2020</c:v>
                </c:pt>
                <c:pt idx="5101">
                  <c:v>07-07-2020</c:v>
                </c:pt>
                <c:pt idx="5102">
                  <c:v>08-07-2020</c:v>
                </c:pt>
                <c:pt idx="5103">
                  <c:v>09-07-2020</c:v>
                </c:pt>
                <c:pt idx="5104">
                  <c:v>10-07-2020</c:v>
                </c:pt>
                <c:pt idx="5105">
                  <c:v>13-07-2020</c:v>
                </c:pt>
                <c:pt idx="5106">
                  <c:v>14-07-2020</c:v>
                </c:pt>
                <c:pt idx="5107">
                  <c:v>15-07-2020</c:v>
                </c:pt>
                <c:pt idx="5108">
                  <c:v>16-07-2020</c:v>
                </c:pt>
                <c:pt idx="5109">
                  <c:v>17-07-2020</c:v>
                </c:pt>
                <c:pt idx="5110">
                  <c:v>20-07-2020</c:v>
                </c:pt>
                <c:pt idx="5111">
                  <c:v>21-07-2020</c:v>
                </c:pt>
                <c:pt idx="5112">
                  <c:v>22-07-2020</c:v>
                </c:pt>
                <c:pt idx="5113">
                  <c:v>23-07-2020</c:v>
                </c:pt>
                <c:pt idx="5114">
                  <c:v>24-07-2020</c:v>
                </c:pt>
                <c:pt idx="5115">
                  <c:v>27-07-2020</c:v>
                </c:pt>
                <c:pt idx="5116">
                  <c:v>28-07-2020</c:v>
                </c:pt>
                <c:pt idx="5117">
                  <c:v>29-07-2020</c:v>
                </c:pt>
                <c:pt idx="5118">
                  <c:v>30-07-2020</c:v>
                </c:pt>
                <c:pt idx="5119">
                  <c:v>31-07-2020</c:v>
                </c:pt>
                <c:pt idx="5120">
                  <c:v>03-08-2020</c:v>
                </c:pt>
                <c:pt idx="5121">
                  <c:v>04-08-2020</c:v>
                </c:pt>
                <c:pt idx="5122">
                  <c:v>05-08-2020</c:v>
                </c:pt>
                <c:pt idx="5123">
                  <c:v>06-08-2020</c:v>
                </c:pt>
                <c:pt idx="5124">
                  <c:v>07-08-2020</c:v>
                </c:pt>
                <c:pt idx="5125">
                  <c:v>10-08-2020</c:v>
                </c:pt>
                <c:pt idx="5126">
                  <c:v>11-08-2020</c:v>
                </c:pt>
                <c:pt idx="5127">
                  <c:v>12-08-2020</c:v>
                </c:pt>
                <c:pt idx="5128">
                  <c:v>13-08-2020</c:v>
                </c:pt>
                <c:pt idx="5129">
                  <c:v>14-08-2020</c:v>
                </c:pt>
                <c:pt idx="5130">
                  <c:v>17-08-2020</c:v>
                </c:pt>
                <c:pt idx="5131">
                  <c:v>18-08-2020</c:v>
                </c:pt>
                <c:pt idx="5132">
                  <c:v>19-08-2020</c:v>
                </c:pt>
                <c:pt idx="5133">
                  <c:v>20-08-2020</c:v>
                </c:pt>
                <c:pt idx="5134">
                  <c:v>21-08-2020</c:v>
                </c:pt>
                <c:pt idx="5135">
                  <c:v>24-08-2020</c:v>
                </c:pt>
                <c:pt idx="5136">
                  <c:v>25-08-2020</c:v>
                </c:pt>
                <c:pt idx="5137">
                  <c:v>26-08-2020</c:v>
                </c:pt>
                <c:pt idx="5138">
                  <c:v>27-08-2020</c:v>
                </c:pt>
                <c:pt idx="5139">
                  <c:v>28-08-2020</c:v>
                </c:pt>
                <c:pt idx="5140">
                  <c:v>31-08-2020</c:v>
                </c:pt>
                <c:pt idx="5141">
                  <c:v>01-09-2020</c:v>
                </c:pt>
                <c:pt idx="5142">
                  <c:v>02-09-2020</c:v>
                </c:pt>
                <c:pt idx="5143">
                  <c:v>03-09-2020</c:v>
                </c:pt>
                <c:pt idx="5144">
                  <c:v>04-09-2020</c:v>
                </c:pt>
                <c:pt idx="5145">
                  <c:v>07-09-2020</c:v>
                </c:pt>
                <c:pt idx="5146">
                  <c:v>08-09-2020</c:v>
                </c:pt>
                <c:pt idx="5147">
                  <c:v>09-09-2020</c:v>
                </c:pt>
                <c:pt idx="5148">
                  <c:v>10-09-2020</c:v>
                </c:pt>
                <c:pt idx="5149">
                  <c:v>11-09-2020</c:v>
                </c:pt>
                <c:pt idx="5150">
                  <c:v>14-09-2020</c:v>
                </c:pt>
                <c:pt idx="5151">
                  <c:v>15-09-2020</c:v>
                </c:pt>
                <c:pt idx="5152">
                  <c:v>16-09-2020</c:v>
                </c:pt>
                <c:pt idx="5153">
                  <c:v>17-09-2020</c:v>
                </c:pt>
                <c:pt idx="5154">
                  <c:v>18-09-2020</c:v>
                </c:pt>
                <c:pt idx="5155">
                  <c:v>21-09-2020</c:v>
                </c:pt>
                <c:pt idx="5156">
                  <c:v>22-09-2020</c:v>
                </c:pt>
                <c:pt idx="5157">
                  <c:v>23-09-2020</c:v>
                </c:pt>
                <c:pt idx="5158">
                  <c:v>24-09-2020</c:v>
                </c:pt>
                <c:pt idx="5159">
                  <c:v>25-09-2020</c:v>
                </c:pt>
                <c:pt idx="5160">
                  <c:v>28-09-2020</c:v>
                </c:pt>
                <c:pt idx="5161">
                  <c:v>29-09-2020</c:v>
                </c:pt>
                <c:pt idx="5162">
                  <c:v>30-09-2020</c:v>
                </c:pt>
                <c:pt idx="5163">
                  <c:v>01-10-2020</c:v>
                </c:pt>
                <c:pt idx="5164">
                  <c:v>05-10-2020</c:v>
                </c:pt>
                <c:pt idx="5165">
                  <c:v>06-10-2020</c:v>
                </c:pt>
                <c:pt idx="5166">
                  <c:v>07-10-2020</c:v>
                </c:pt>
                <c:pt idx="5167">
                  <c:v>08-10-2020</c:v>
                </c:pt>
                <c:pt idx="5168">
                  <c:v>09-10-2020</c:v>
                </c:pt>
                <c:pt idx="5169">
                  <c:v>12-10-2020</c:v>
                </c:pt>
                <c:pt idx="5170">
                  <c:v>13-10-2020</c:v>
                </c:pt>
                <c:pt idx="5171">
                  <c:v>14-10-2020</c:v>
                </c:pt>
                <c:pt idx="5172">
                  <c:v>15-10-2020</c:v>
                </c:pt>
                <c:pt idx="5173">
                  <c:v>16-10-2020</c:v>
                </c:pt>
                <c:pt idx="5174">
                  <c:v>19-10-2020</c:v>
                </c:pt>
                <c:pt idx="5175">
                  <c:v>20-10-2020</c:v>
                </c:pt>
                <c:pt idx="5176">
                  <c:v>21-10-2020</c:v>
                </c:pt>
                <c:pt idx="5177">
                  <c:v>22-10-2020</c:v>
                </c:pt>
                <c:pt idx="5178">
                  <c:v>23-10-2020</c:v>
                </c:pt>
                <c:pt idx="5179">
                  <c:v>26-10-2020</c:v>
                </c:pt>
                <c:pt idx="5180">
                  <c:v>27-10-2020</c:v>
                </c:pt>
                <c:pt idx="5181">
                  <c:v>28-10-2020</c:v>
                </c:pt>
                <c:pt idx="5182">
                  <c:v>29-10-2020</c:v>
                </c:pt>
                <c:pt idx="5183">
                  <c:v>30-10-2020</c:v>
                </c:pt>
                <c:pt idx="5184">
                  <c:v>02-11-2020</c:v>
                </c:pt>
                <c:pt idx="5185">
                  <c:v>03-11-2020</c:v>
                </c:pt>
                <c:pt idx="5186">
                  <c:v>04-11-2020</c:v>
                </c:pt>
                <c:pt idx="5187">
                  <c:v>05-11-2020</c:v>
                </c:pt>
                <c:pt idx="5188">
                  <c:v>06-11-2020</c:v>
                </c:pt>
                <c:pt idx="5189">
                  <c:v>09-11-2020</c:v>
                </c:pt>
                <c:pt idx="5190">
                  <c:v>10-11-2020</c:v>
                </c:pt>
                <c:pt idx="5191">
                  <c:v>11-11-2020</c:v>
                </c:pt>
                <c:pt idx="5192">
                  <c:v>12-11-2020</c:v>
                </c:pt>
                <c:pt idx="5193">
                  <c:v>13-11-2020</c:v>
                </c:pt>
                <c:pt idx="5194">
                  <c:v>14-11-2020</c:v>
                </c:pt>
                <c:pt idx="5195">
                  <c:v>17-11-2020</c:v>
                </c:pt>
                <c:pt idx="5196">
                  <c:v>18-11-2020</c:v>
                </c:pt>
                <c:pt idx="5197">
                  <c:v>19-11-2020</c:v>
                </c:pt>
                <c:pt idx="5198">
                  <c:v>20-11-2020</c:v>
                </c:pt>
                <c:pt idx="5199">
                  <c:v>23-11-2020</c:v>
                </c:pt>
                <c:pt idx="5200">
                  <c:v>24-11-2020</c:v>
                </c:pt>
                <c:pt idx="5201">
                  <c:v>25-11-2020</c:v>
                </c:pt>
                <c:pt idx="5202">
                  <c:v>26-11-2020</c:v>
                </c:pt>
                <c:pt idx="5203">
                  <c:v>27-11-2020</c:v>
                </c:pt>
                <c:pt idx="5204">
                  <c:v>01-12-2020</c:v>
                </c:pt>
                <c:pt idx="5205">
                  <c:v>02-12-2020</c:v>
                </c:pt>
                <c:pt idx="5206">
                  <c:v>03-12-2020</c:v>
                </c:pt>
                <c:pt idx="5207">
                  <c:v>04-12-2020</c:v>
                </c:pt>
                <c:pt idx="5208">
                  <c:v>07-12-2020</c:v>
                </c:pt>
                <c:pt idx="5209">
                  <c:v>08-12-2020</c:v>
                </c:pt>
                <c:pt idx="5210">
                  <c:v>09-12-2020</c:v>
                </c:pt>
                <c:pt idx="5211">
                  <c:v>10-12-2020</c:v>
                </c:pt>
                <c:pt idx="5212">
                  <c:v>11-12-2020</c:v>
                </c:pt>
                <c:pt idx="5213">
                  <c:v>14-12-2020</c:v>
                </c:pt>
                <c:pt idx="5214">
                  <c:v>15-12-2020</c:v>
                </c:pt>
                <c:pt idx="5215">
                  <c:v>16-12-2020</c:v>
                </c:pt>
                <c:pt idx="5216">
                  <c:v>17-12-2020</c:v>
                </c:pt>
                <c:pt idx="5217">
                  <c:v>18-12-2020</c:v>
                </c:pt>
                <c:pt idx="5218">
                  <c:v>21-12-2020</c:v>
                </c:pt>
                <c:pt idx="5219">
                  <c:v>22-12-2020</c:v>
                </c:pt>
                <c:pt idx="5220">
                  <c:v>23-12-2020</c:v>
                </c:pt>
                <c:pt idx="5221">
                  <c:v>24-12-2020</c:v>
                </c:pt>
                <c:pt idx="5222">
                  <c:v>28-12-2020</c:v>
                </c:pt>
                <c:pt idx="5223">
                  <c:v>29-12-2020</c:v>
                </c:pt>
                <c:pt idx="5224">
                  <c:v>30-12-2020</c:v>
                </c:pt>
                <c:pt idx="5225">
                  <c:v>31-12-2020</c:v>
                </c:pt>
                <c:pt idx="5226">
                  <c:v>01-01-2021</c:v>
                </c:pt>
                <c:pt idx="5227">
                  <c:v>04-01-2021</c:v>
                </c:pt>
                <c:pt idx="5228">
                  <c:v>05-01-2021</c:v>
                </c:pt>
                <c:pt idx="5229">
                  <c:v>06-01-2021</c:v>
                </c:pt>
                <c:pt idx="5230">
                  <c:v>07-01-2021</c:v>
                </c:pt>
                <c:pt idx="5231">
                  <c:v>08-01-2021</c:v>
                </c:pt>
                <c:pt idx="5232">
                  <c:v>11-01-2021</c:v>
                </c:pt>
                <c:pt idx="5233">
                  <c:v>12-01-2021</c:v>
                </c:pt>
                <c:pt idx="5234">
                  <c:v>13-01-2021</c:v>
                </c:pt>
                <c:pt idx="5235">
                  <c:v>14-01-2021</c:v>
                </c:pt>
                <c:pt idx="5236">
                  <c:v>15-01-2021</c:v>
                </c:pt>
                <c:pt idx="5237">
                  <c:v>18-01-2021</c:v>
                </c:pt>
                <c:pt idx="5238">
                  <c:v>19-01-2021</c:v>
                </c:pt>
                <c:pt idx="5239">
                  <c:v>20-01-2021</c:v>
                </c:pt>
                <c:pt idx="5240">
                  <c:v>21-01-2021</c:v>
                </c:pt>
                <c:pt idx="5241">
                  <c:v>22-01-2021</c:v>
                </c:pt>
                <c:pt idx="5242">
                  <c:v>25-01-2021</c:v>
                </c:pt>
                <c:pt idx="5243">
                  <c:v>27-01-2021</c:v>
                </c:pt>
                <c:pt idx="5244">
                  <c:v>28-01-2021</c:v>
                </c:pt>
                <c:pt idx="5245">
                  <c:v>29-01-2021</c:v>
                </c:pt>
                <c:pt idx="5246">
                  <c:v>01-02-2021</c:v>
                </c:pt>
                <c:pt idx="5247">
                  <c:v>02-02-2021</c:v>
                </c:pt>
                <c:pt idx="5248">
                  <c:v>03-02-2021</c:v>
                </c:pt>
                <c:pt idx="5249">
                  <c:v>04-02-2021</c:v>
                </c:pt>
                <c:pt idx="5250">
                  <c:v>05-02-2021</c:v>
                </c:pt>
                <c:pt idx="5251">
                  <c:v>08-02-2021</c:v>
                </c:pt>
                <c:pt idx="5252">
                  <c:v>09-02-2021</c:v>
                </c:pt>
                <c:pt idx="5253">
                  <c:v>10-02-2021</c:v>
                </c:pt>
                <c:pt idx="5254">
                  <c:v>11-02-2021</c:v>
                </c:pt>
                <c:pt idx="5255">
                  <c:v>12-02-2021</c:v>
                </c:pt>
                <c:pt idx="5256">
                  <c:v>15-02-2021</c:v>
                </c:pt>
                <c:pt idx="5257">
                  <c:v>16-02-2021</c:v>
                </c:pt>
                <c:pt idx="5258">
                  <c:v>17-02-2021</c:v>
                </c:pt>
                <c:pt idx="5259">
                  <c:v>18-02-2021</c:v>
                </c:pt>
                <c:pt idx="5260">
                  <c:v>19-02-2021</c:v>
                </c:pt>
                <c:pt idx="5261">
                  <c:v>22-02-2021</c:v>
                </c:pt>
                <c:pt idx="5262">
                  <c:v>23-02-2021</c:v>
                </c:pt>
                <c:pt idx="5263">
                  <c:v>24-02-2021</c:v>
                </c:pt>
                <c:pt idx="5264">
                  <c:v>25-02-2021</c:v>
                </c:pt>
                <c:pt idx="5265">
                  <c:v>26-02-2021</c:v>
                </c:pt>
                <c:pt idx="5266">
                  <c:v>01-03-2021</c:v>
                </c:pt>
                <c:pt idx="5267">
                  <c:v>02-03-2021</c:v>
                </c:pt>
                <c:pt idx="5268">
                  <c:v>03-03-2021</c:v>
                </c:pt>
                <c:pt idx="5269">
                  <c:v>04-03-2021</c:v>
                </c:pt>
                <c:pt idx="5270">
                  <c:v>05-03-2021</c:v>
                </c:pt>
                <c:pt idx="5271">
                  <c:v>08-03-2021</c:v>
                </c:pt>
                <c:pt idx="5272">
                  <c:v>09-03-2021</c:v>
                </c:pt>
                <c:pt idx="5273">
                  <c:v>10-03-2021</c:v>
                </c:pt>
                <c:pt idx="5274">
                  <c:v>12-03-2021</c:v>
                </c:pt>
                <c:pt idx="5275">
                  <c:v>15-03-2021</c:v>
                </c:pt>
                <c:pt idx="5276">
                  <c:v>16-03-2021</c:v>
                </c:pt>
                <c:pt idx="5277">
                  <c:v>17-03-2021</c:v>
                </c:pt>
                <c:pt idx="5278">
                  <c:v>18-03-2021</c:v>
                </c:pt>
                <c:pt idx="5279">
                  <c:v>19-03-2021</c:v>
                </c:pt>
                <c:pt idx="5280">
                  <c:v>22-03-2021</c:v>
                </c:pt>
                <c:pt idx="5281">
                  <c:v>23-03-2021</c:v>
                </c:pt>
                <c:pt idx="5282">
                  <c:v>24-03-2021</c:v>
                </c:pt>
                <c:pt idx="5283">
                  <c:v>25-03-2021</c:v>
                </c:pt>
                <c:pt idx="5284">
                  <c:v>26-03-2021</c:v>
                </c:pt>
                <c:pt idx="5285">
                  <c:v>30-03-2021</c:v>
                </c:pt>
                <c:pt idx="5286">
                  <c:v>31-03-2021</c:v>
                </c:pt>
                <c:pt idx="5287">
                  <c:v>01-04-2021</c:v>
                </c:pt>
                <c:pt idx="5288">
                  <c:v>05-04-2021</c:v>
                </c:pt>
                <c:pt idx="5289">
                  <c:v>06-04-2021</c:v>
                </c:pt>
                <c:pt idx="5290">
                  <c:v>07-04-2021</c:v>
                </c:pt>
                <c:pt idx="5291">
                  <c:v>08-04-2021</c:v>
                </c:pt>
                <c:pt idx="5292">
                  <c:v>09-04-2021</c:v>
                </c:pt>
                <c:pt idx="5293">
                  <c:v>12-04-2021</c:v>
                </c:pt>
                <c:pt idx="5294">
                  <c:v>13-04-2021</c:v>
                </c:pt>
                <c:pt idx="5295">
                  <c:v>15-04-2021</c:v>
                </c:pt>
                <c:pt idx="5296">
                  <c:v>16-04-2021</c:v>
                </c:pt>
                <c:pt idx="5297">
                  <c:v>19-04-2021</c:v>
                </c:pt>
                <c:pt idx="5298">
                  <c:v>20-04-2021</c:v>
                </c:pt>
                <c:pt idx="5299">
                  <c:v>22-04-2021</c:v>
                </c:pt>
                <c:pt idx="5300">
                  <c:v>23-04-2021</c:v>
                </c:pt>
                <c:pt idx="5301">
                  <c:v>26-04-2021</c:v>
                </c:pt>
                <c:pt idx="5302">
                  <c:v>27-04-2021</c:v>
                </c:pt>
                <c:pt idx="5303">
                  <c:v>28-04-2021</c:v>
                </c:pt>
                <c:pt idx="5304">
                  <c:v>29-04-2021</c:v>
                </c:pt>
                <c:pt idx="5305">
                  <c:v>30-04-2021</c:v>
                </c:pt>
              </c:strCache>
            </c:strRef>
          </c:cat>
          <c:val>
            <c:numRef>
              <c:f>ITPIVOT!$C$3:$C$5309</c:f>
              <c:numCache>
                <c:formatCode>General</c:formatCode>
                <c:ptCount val="5306"/>
                <c:pt idx="1167">
                  <c:v>987.95</c:v>
                </c:pt>
                <c:pt idx="1168">
                  <c:v>979</c:v>
                </c:pt>
                <c:pt idx="1169">
                  <c:v>962.65</c:v>
                </c:pt>
                <c:pt idx="1170">
                  <c:v>986.75</c:v>
                </c:pt>
                <c:pt idx="1171">
                  <c:v>988.1</c:v>
                </c:pt>
                <c:pt idx="1172">
                  <c:v>987.9</c:v>
                </c:pt>
                <c:pt idx="1173">
                  <c:v>993.65</c:v>
                </c:pt>
                <c:pt idx="1174">
                  <c:v>997.85</c:v>
                </c:pt>
                <c:pt idx="1175">
                  <c:v>994.85</c:v>
                </c:pt>
                <c:pt idx="1176">
                  <c:v>995.6</c:v>
                </c:pt>
                <c:pt idx="1177">
                  <c:v>993.7</c:v>
                </c:pt>
                <c:pt idx="1178">
                  <c:v>979.95</c:v>
                </c:pt>
                <c:pt idx="1179">
                  <c:v>988.8</c:v>
                </c:pt>
                <c:pt idx="1180">
                  <c:v>1003.5</c:v>
                </c:pt>
                <c:pt idx="1181">
                  <c:v>1015.65</c:v>
                </c:pt>
                <c:pt idx="1182">
                  <c:v>1006.1</c:v>
                </c:pt>
                <c:pt idx="1183">
                  <c:v>1008.45</c:v>
                </c:pt>
                <c:pt idx="1184">
                  <c:v>1024.5</c:v>
                </c:pt>
                <c:pt idx="1185">
                  <c:v>1022.9</c:v>
                </c:pt>
                <c:pt idx="1186">
                  <c:v>1045.8</c:v>
                </c:pt>
                <c:pt idx="1187">
                  <c:v>1052.05</c:v>
                </c:pt>
                <c:pt idx="1188">
                  <c:v>1030.25</c:v>
                </c:pt>
                <c:pt idx="1189">
                  <c:v>1028.8</c:v>
                </c:pt>
                <c:pt idx="1190">
                  <c:v>1020.75</c:v>
                </c:pt>
                <c:pt idx="1191">
                  <c:v>1015.55</c:v>
                </c:pt>
                <c:pt idx="1192">
                  <c:v>1031</c:v>
                </c:pt>
                <c:pt idx="1193">
                  <c:v>1027.0999999999999</c:v>
                </c:pt>
                <c:pt idx="1194">
                  <c:v>1047.7</c:v>
                </c:pt>
                <c:pt idx="1195">
                  <c:v>1076.5</c:v>
                </c:pt>
                <c:pt idx="1196">
                  <c:v>1080.7</c:v>
                </c:pt>
                <c:pt idx="1197">
                  <c:v>1081.5999999999999</c:v>
                </c:pt>
                <c:pt idx="1198">
                  <c:v>1097.0999999999999</c:v>
                </c:pt>
                <c:pt idx="1199">
                  <c:v>1098.05</c:v>
                </c:pt>
                <c:pt idx="1200">
                  <c:v>1100.6500000000001</c:v>
                </c:pt>
                <c:pt idx="1201">
                  <c:v>1089.3</c:v>
                </c:pt>
                <c:pt idx="1202">
                  <c:v>1084.45</c:v>
                </c:pt>
                <c:pt idx="1203">
                  <c:v>1116.2</c:v>
                </c:pt>
                <c:pt idx="1204">
                  <c:v>1126</c:v>
                </c:pt>
                <c:pt idx="1205">
                  <c:v>1137.25</c:v>
                </c:pt>
                <c:pt idx="1206">
                  <c:v>1143.2</c:v>
                </c:pt>
                <c:pt idx="1207">
                  <c:v>1133.25</c:v>
                </c:pt>
                <c:pt idx="1208">
                  <c:v>1125.55</c:v>
                </c:pt>
                <c:pt idx="1209">
                  <c:v>1117.3499999999999</c:v>
                </c:pt>
                <c:pt idx="1210">
                  <c:v>1137.2</c:v>
                </c:pt>
                <c:pt idx="1211">
                  <c:v>1139.9000000000001</c:v>
                </c:pt>
                <c:pt idx="1212">
                  <c:v>1165.95</c:v>
                </c:pt>
                <c:pt idx="1213">
                  <c:v>1156.25</c:v>
                </c:pt>
                <c:pt idx="1214">
                  <c:v>1170.6500000000001</c:v>
                </c:pt>
                <c:pt idx="1215">
                  <c:v>1159.7</c:v>
                </c:pt>
                <c:pt idx="1216">
                  <c:v>1175.2</c:v>
                </c:pt>
                <c:pt idx="1217">
                  <c:v>1170.4000000000001</c:v>
                </c:pt>
                <c:pt idx="1218">
                  <c:v>1165.45</c:v>
                </c:pt>
                <c:pt idx="1219">
                  <c:v>1184.1500000000001</c:v>
                </c:pt>
                <c:pt idx="1220">
                  <c:v>1188.4000000000001</c:v>
                </c:pt>
                <c:pt idx="1221">
                  <c:v>1194.3499999999999</c:v>
                </c:pt>
                <c:pt idx="1222">
                  <c:v>1196.25</c:v>
                </c:pt>
                <c:pt idx="1223">
                  <c:v>1196.75</c:v>
                </c:pt>
                <c:pt idx="1224">
                  <c:v>1190.9000000000001</c:v>
                </c:pt>
                <c:pt idx="1225">
                  <c:v>1205.4000000000001</c:v>
                </c:pt>
                <c:pt idx="1226">
                  <c:v>1231</c:v>
                </c:pt>
                <c:pt idx="1227">
                  <c:v>1217.0999999999999</c:v>
                </c:pt>
                <c:pt idx="1228">
                  <c:v>1222.45</c:v>
                </c:pt>
                <c:pt idx="1229">
                  <c:v>1235.55</c:v>
                </c:pt>
                <c:pt idx="1230">
                  <c:v>1233.9000000000001</c:v>
                </c:pt>
                <c:pt idx="1231">
                  <c:v>1216.8499999999999</c:v>
                </c:pt>
                <c:pt idx="1232">
                  <c:v>1243.9000000000001</c:v>
                </c:pt>
                <c:pt idx="1233">
                  <c:v>1274.6500000000001</c:v>
                </c:pt>
                <c:pt idx="1234">
                  <c:v>1261.55</c:v>
                </c:pt>
                <c:pt idx="1235">
                  <c:v>1242.5999999999999</c:v>
                </c:pt>
                <c:pt idx="1236">
                  <c:v>1236.75</c:v>
                </c:pt>
                <c:pt idx="1237">
                  <c:v>1214.55</c:v>
                </c:pt>
                <c:pt idx="1238">
                  <c:v>1218.25</c:v>
                </c:pt>
                <c:pt idx="1239">
                  <c:v>1200.8</c:v>
                </c:pt>
                <c:pt idx="1240">
                  <c:v>1211.45</c:v>
                </c:pt>
                <c:pt idx="1241">
                  <c:v>1225.6500000000001</c:v>
                </c:pt>
                <c:pt idx="1242">
                  <c:v>1236.1500000000001</c:v>
                </c:pt>
                <c:pt idx="1243">
                  <c:v>1233.1500000000001</c:v>
                </c:pt>
                <c:pt idx="1244">
                  <c:v>1245.5</c:v>
                </c:pt>
                <c:pt idx="1245">
                  <c:v>1262.6500000000001</c:v>
                </c:pt>
                <c:pt idx="1246">
                  <c:v>1256.5</c:v>
                </c:pt>
                <c:pt idx="1247">
                  <c:v>1262.55</c:v>
                </c:pt>
                <c:pt idx="1248">
                  <c:v>1272.7</c:v>
                </c:pt>
                <c:pt idx="1249">
                  <c:v>1240.1500000000001</c:v>
                </c:pt>
                <c:pt idx="1250">
                  <c:v>1227.8499999999999</c:v>
                </c:pt>
                <c:pt idx="1251">
                  <c:v>1267.95</c:v>
                </c:pt>
                <c:pt idx="1252">
                  <c:v>1270.55</c:v>
                </c:pt>
                <c:pt idx="1253">
                  <c:v>1309.3499999999999</c:v>
                </c:pt>
                <c:pt idx="1254">
                  <c:v>1320.25</c:v>
                </c:pt>
                <c:pt idx="1255">
                  <c:v>1296.6500000000001</c:v>
                </c:pt>
                <c:pt idx="1256">
                  <c:v>1335.45</c:v>
                </c:pt>
                <c:pt idx="1257">
                  <c:v>1353.25</c:v>
                </c:pt>
                <c:pt idx="1258">
                  <c:v>1341.25</c:v>
                </c:pt>
                <c:pt idx="1259">
                  <c:v>1325</c:v>
                </c:pt>
                <c:pt idx="1260">
                  <c:v>1320.45</c:v>
                </c:pt>
                <c:pt idx="1261">
                  <c:v>1339.95</c:v>
                </c:pt>
                <c:pt idx="1262">
                  <c:v>1327.45</c:v>
                </c:pt>
                <c:pt idx="1263">
                  <c:v>1313.75</c:v>
                </c:pt>
                <c:pt idx="1264">
                  <c:v>1298.05</c:v>
                </c:pt>
                <c:pt idx="1265">
                  <c:v>1292.9000000000001</c:v>
                </c:pt>
                <c:pt idx="1266">
                  <c:v>1296.4000000000001</c:v>
                </c:pt>
                <c:pt idx="1267">
                  <c:v>1263.25</c:v>
                </c:pt>
                <c:pt idx="1268">
                  <c:v>1263.8499999999999</c:v>
                </c:pt>
                <c:pt idx="1269">
                  <c:v>1255.4000000000001</c:v>
                </c:pt>
                <c:pt idx="1270">
                  <c:v>1243.7</c:v>
                </c:pt>
                <c:pt idx="1271">
                  <c:v>1220.6500000000001</c:v>
                </c:pt>
                <c:pt idx="1272">
                  <c:v>1235.45</c:v>
                </c:pt>
                <c:pt idx="1273">
                  <c:v>1240.55</c:v>
                </c:pt>
                <c:pt idx="1274">
                  <c:v>1289.2</c:v>
                </c:pt>
                <c:pt idx="1275">
                  <c:v>1300.4000000000001</c:v>
                </c:pt>
                <c:pt idx="1276">
                  <c:v>1315.25</c:v>
                </c:pt>
                <c:pt idx="1277">
                  <c:v>1308.95</c:v>
                </c:pt>
                <c:pt idx="1278">
                  <c:v>1311.1</c:v>
                </c:pt>
                <c:pt idx="1279">
                  <c:v>1306.45</c:v>
                </c:pt>
                <c:pt idx="1280">
                  <c:v>1313.75</c:v>
                </c:pt>
                <c:pt idx="1281">
                  <c:v>1316</c:v>
                </c:pt>
                <c:pt idx="1282">
                  <c:v>1332.8</c:v>
                </c:pt>
                <c:pt idx="1283">
                  <c:v>1332.65</c:v>
                </c:pt>
                <c:pt idx="1284">
                  <c:v>1381.75</c:v>
                </c:pt>
                <c:pt idx="1285">
                  <c:v>1409.65</c:v>
                </c:pt>
                <c:pt idx="1286">
                  <c:v>1381.35</c:v>
                </c:pt>
                <c:pt idx="1287">
                  <c:v>1368.15</c:v>
                </c:pt>
                <c:pt idx="1288">
                  <c:v>1381.85</c:v>
                </c:pt>
                <c:pt idx="1289">
                  <c:v>1375</c:v>
                </c:pt>
                <c:pt idx="1290">
                  <c:v>1365.55</c:v>
                </c:pt>
                <c:pt idx="1291">
                  <c:v>1363.45</c:v>
                </c:pt>
                <c:pt idx="1292">
                  <c:v>1374.95</c:v>
                </c:pt>
                <c:pt idx="1293">
                  <c:v>1367.95</c:v>
                </c:pt>
                <c:pt idx="1294">
                  <c:v>1364.05</c:v>
                </c:pt>
                <c:pt idx="1295">
                  <c:v>1380.9</c:v>
                </c:pt>
                <c:pt idx="1296">
                  <c:v>1357.45</c:v>
                </c:pt>
                <c:pt idx="1297">
                  <c:v>1368</c:v>
                </c:pt>
                <c:pt idx="1298">
                  <c:v>1389.55</c:v>
                </c:pt>
                <c:pt idx="1299">
                  <c:v>1392.25</c:v>
                </c:pt>
                <c:pt idx="1300">
                  <c:v>1400.2</c:v>
                </c:pt>
                <c:pt idx="1301">
                  <c:v>1413.95</c:v>
                </c:pt>
                <c:pt idx="1302">
                  <c:v>1407.5</c:v>
                </c:pt>
                <c:pt idx="1303">
                  <c:v>1399.55</c:v>
                </c:pt>
                <c:pt idx="1304">
                  <c:v>1427.45</c:v>
                </c:pt>
                <c:pt idx="1305">
                  <c:v>1451.85</c:v>
                </c:pt>
                <c:pt idx="1306">
                  <c:v>1442.65</c:v>
                </c:pt>
                <c:pt idx="1307">
                  <c:v>1452.05</c:v>
                </c:pt>
                <c:pt idx="1308">
                  <c:v>1460.95</c:v>
                </c:pt>
                <c:pt idx="1309">
                  <c:v>1468.7</c:v>
                </c:pt>
                <c:pt idx="1310">
                  <c:v>1456.45</c:v>
                </c:pt>
                <c:pt idx="1311">
                  <c:v>1443.55</c:v>
                </c:pt>
                <c:pt idx="1312">
                  <c:v>1421.25</c:v>
                </c:pt>
                <c:pt idx="1313">
                  <c:v>1384.35</c:v>
                </c:pt>
                <c:pt idx="1314">
                  <c:v>1392.4</c:v>
                </c:pt>
                <c:pt idx="1315">
                  <c:v>1370.9</c:v>
                </c:pt>
                <c:pt idx="1316">
                  <c:v>1390.55</c:v>
                </c:pt>
                <c:pt idx="1317">
                  <c:v>1432.05</c:v>
                </c:pt>
                <c:pt idx="1318">
                  <c:v>1450.95</c:v>
                </c:pt>
                <c:pt idx="1319">
                  <c:v>1427.75</c:v>
                </c:pt>
                <c:pt idx="1320">
                  <c:v>1425.45</c:v>
                </c:pt>
                <c:pt idx="1321">
                  <c:v>1441.35</c:v>
                </c:pt>
                <c:pt idx="1322">
                  <c:v>1425.2</c:v>
                </c:pt>
                <c:pt idx="1323">
                  <c:v>1393.55</c:v>
                </c:pt>
                <c:pt idx="1324">
                  <c:v>1363.6</c:v>
                </c:pt>
                <c:pt idx="1325">
                  <c:v>1382</c:v>
                </c:pt>
                <c:pt idx="1326">
                  <c:v>1401.6</c:v>
                </c:pt>
                <c:pt idx="1327">
                  <c:v>1319</c:v>
                </c:pt>
                <c:pt idx="1328">
                  <c:v>1318.65</c:v>
                </c:pt>
                <c:pt idx="1329">
                  <c:v>1208.7</c:v>
                </c:pt>
                <c:pt idx="1330">
                  <c:v>1116.2</c:v>
                </c:pt>
                <c:pt idx="1331">
                  <c:v>1142.4000000000001</c:v>
                </c:pt>
                <c:pt idx="1332">
                  <c:v>1166.75</c:v>
                </c:pt>
                <c:pt idx="1333">
                  <c:v>1156.95</c:v>
                </c:pt>
                <c:pt idx="1334">
                  <c:v>1136.7</c:v>
                </c:pt>
                <c:pt idx="1335">
                  <c:v>1115.6500000000001</c:v>
                </c:pt>
                <c:pt idx="1336">
                  <c:v>1114.8</c:v>
                </c:pt>
                <c:pt idx="1337">
                  <c:v>1131.0999999999999</c:v>
                </c:pt>
                <c:pt idx="1338">
                  <c:v>1128.9000000000001</c:v>
                </c:pt>
                <c:pt idx="1339">
                  <c:v>1108.5999999999999</c:v>
                </c:pt>
                <c:pt idx="1340">
                  <c:v>1120.8499999999999</c:v>
                </c:pt>
                <c:pt idx="1341">
                  <c:v>1136.8499999999999</c:v>
                </c:pt>
                <c:pt idx="1342">
                  <c:v>1167.5</c:v>
                </c:pt>
                <c:pt idx="1343">
                  <c:v>1175.25</c:v>
                </c:pt>
                <c:pt idx="1344">
                  <c:v>1152.5</c:v>
                </c:pt>
                <c:pt idx="1345">
                  <c:v>1149.0999999999999</c:v>
                </c:pt>
                <c:pt idx="1346">
                  <c:v>1146.75</c:v>
                </c:pt>
                <c:pt idx="1347">
                  <c:v>1148.5999999999999</c:v>
                </c:pt>
                <c:pt idx="1348">
                  <c:v>1154.3</c:v>
                </c:pt>
                <c:pt idx="1349">
                  <c:v>1150.55</c:v>
                </c:pt>
                <c:pt idx="1350">
                  <c:v>1142.7</c:v>
                </c:pt>
                <c:pt idx="1351">
                  <c:v>1162.5</c:v>
                </c:pt>
                <c:pt idx="1352">
                  <c:v>1169.6500000000001</c:v>
                </c:pt>
                <c:pt idx="1353">
                  <c:v>1223.8</c:v>
                </c:pt>
                <c:pt idx="1354">
                  <c:v>1234.8499999999999</c:v>
                </c:pt>
                <c:pt idx="1355">
                  <c:v>1260.55</c:v>
                </c:pt>
                <c:pt idx="1356">
                  <c:v>1290.05</c:v>
                </c:pt>
                <c:pt idx="1357">
                  <c:v>1269.2</c:v>
                </c:pt>
                <c:pt idx="1358">
                  <c:v>1319.1</c:v>
                </c:pt>
                <c:pt idx="1359">
                  <c:v>1334.25</c:v>
                </c:pt>
                <c:pt idx="1360">
                  <c:v>1304.5</c:v>
                </c:pt>
                <c:pt idx="1361">
                  <c:v>1268.55</c:v>
                </c:pt>
                <c:pt idx="1362">
                  <c:v>1293.1500000000001</c:v>
                </c:pt>
                <c:pt idx="1363">
                  <c:v>1281.5999999999999</c:v>
                </c:pt>
                <c:pt idx="1364">
                  <c:v>1280.4000000000001</c:v>
                </c:pt>
                <c:pt idx="1365">
                  <c:v>1277.6500000000001</c:v>
                </c:pt>
                <c:pt idx="1366">
                  <c:v>1292.0999999999999</c:v>
                </c:pt>
                <c:pt idx="1367">
                  <c:v>1277.3</c:v>
                </c:pt>
                <c:pt idx="1368">
                  <c:v>1266.1500000000001</c:v>
                </c:pt>
                <c:pt idx="1369">
                  <c:v>1271.6500000000001</c:v>
                </c:pt>
                <c:pt idx="1370">
                  <c:v>1266.05</c:v>
                </c:pt>
                <c:pt idx="1371">
                  <c:v>1272.1500000000001</c:v>
                </c:pt>
                <c:pt idx="1372">
                  <c:v>1277.7</c:v>
                </c:pt>
                <c:pt idx="1373">
                  <c:v>1267.6500000000001</c:v>
                </c:pt>
                <c:pt idx="1374">
                  <c:v>1295.9000000000001</c:v>
                </c:pt>
                <c:pt idx="1375">
                  <c:v>1305.0999999999999</c:v>
                </c:pt>
                <c:pt idx="1376">
                  <c:v>1333.35</c:v>
                </c:pt>
                <c:pt idx="1377">
                  <c:v>1307.4000000000001</c:v>
                </c:pt>
                <c:pt idx="1378">
                  <c:v>1325.75</c:v>
                </c:pt>
                <c:pt idx="1379">
                  <c:v>1316.45</c:v>
                </c:pt>
                <c:pt idx="1380">
                  <c:v>1323.55</c:v>
                </c:pt>
                <c:pt idx="1381">
                  <c:v>1332.55</c:v>
                </c:pt>
                <c:pt idx="1382">
                  <c:v>1358.1</c:v>
                </c:pt>
                <c:pt idx="1383">
                  <c:v>1352.4</c:v>
                </c:pt>
                <c:pt idx="1384">
                  <c:v>1359.05</c:v>
                </c:pt>
                <c:pt idx="1385">
                  <c:v>1320.2</c:v>
                </c:pt>
                <c:pt idx="1386">
                  <c:v>1323.1</c:v>
                </c:pt>
                <c:pt idx="1387">
                  <c:v>1309.6500000000001</c:v>
                </c:pt>
                <c:pt idx="1388">
                  <c:v>1311.1</c:v>
                </c:pt>
                <c:pt idx="1389">
                  <c:v>1326.05</c:v>
                </c:pt>
                <c:pt idx="1390">
                  <c:v>1285.9000000000001</c:v>
                </c:pt>
                <c:pt idx="1391">
                  <c:v>1270.75</c:v>
                </c:pt>
                <c:pt idx="1392">
                  <c:v>1225</c:v>
                </c:pt>
                <c:pt idx="1393">
                  <c:v>1248.45</c:v>
                </c:pt>
                <c:pt idx="1394">
                  <c:v>1322.2</c:v>
                </c:pt>
                <c:pt idx="1395">
                  <c:v>1319.15</c:v>
                </c:pt>
                <c:pt idx="1396">
                  <c:v>1308.25</c:v>
                </c:pt>
                <c:pt idx="1397">
                  <c:v>1290.3</c:v>
                </c:pt>
                <c:pt idx="1398">
                  <c:v>1293.95</c:v>
                </c:pt>
                <c:pt idx="1399">
                  <c:v>1284.3499999999999</c:v>
                </c:pt>
                <c:pt idx="1400">
                  <c:v>1265.25</c:v>
                </c:pt>
                <c:pt idx="1401">
                  <c:v>1284.5</c:v>
                </c:pt>
                <c:pt idx="1402">
                  <c:v>1268.8</c:v>
                </c:pt>
                <c:pt idx="1403">
                  <c:v>1252.2</c:v>
                </c:pt>
                <c:pt idx="1404">
                  <c:v>1290.3</c:v>
                </c:pt>
                <c:pt idx="1405">
                  <c:v>1300.75</c:v>
                </c:pt>
                <c:pt idx="1406">
                  <c:v>1295.25</c:v>
                </c:pt>
                <c:pt idx="1407">
                  <c:v>1285.4000000000001</c:v>
                </c:pt>
                <c:pt idx="1408">
                  <c:v>1283.05</c:v>
                </c:pt>
                <c:pt idx="1409">
                  <c:v>1284.4000000000001</c:v>
                </c:pt>
                <c:pt idx="1410">
                  <c:v>1313.05</c:v>
                </c:pt>
                <c:pt idx="1411">
                  <c:v>1312.85</c:v>
                </c:pt>
                <c:pt idx="1412">
                  <c:v>1282.8499999999999</c:v>
                </c:pt>
                <c:pt idx="1413">
                  <c:v>1269.05</c:v>
                </c:pt>
                <c:pt idx="1414">
                  <c:v>1299.1500000000001</c:v>
                </c:pt>
                <c:pt idx="1415">
                  <c:v>1313.7</c:v>
                </c:pt>
                <c:pt idx="1416">
                  <c:v>1325.35</c:v>
                </c:pt>
                <c:pt idx="1417">
                  <c:v>1317.85</c:v>
                </c:pt>
                <c:pt idx="1418">
                  <c:v>1316.05</c:v>
                </c:pt>
                <c:pt idx="1419">
                  <c:v>1295.7</c:v>
                </c:pt>
                <c:pt idx="1420">
                  <c:v>1323.65</c:v>
                </c:pt>
                <c:pt idx="1421">
                  <c:v>1364.75</c:v>
                </c:pt>
                <c:pt idx="1422">
                  <c:v>1355.35</c:v>
                </c:pt>
                <c:pt idx="1423">
                  <c:v>1384.35</c:v>
                </c:pt>
                <c:pt idx="1424">
                  <c:v>1404.85</c:v>
                </c:pt>
                <c:pt idx="1425">
                  <c:v>1424.25</c:v>
                </c:pt>
                <c:pt idx="1426">
                  <c:v>1427.2</c:v>
                </c:pt>
                <c:pt idx="1427">
                  <c:v>1410.25</c:v>
                </c:pt>
                <c:pt idx="1428">
                  <c:v>1398.45</c:v>
                </c:pt>
                <c:pt idx="1429">
                  <c:v>1406.1</c:v>
                </c:pt>
                <c:pt idx="1430">
                  <c:v>1391.95</c:v>
                </c:pt>
                <c:pt idx="1431">
                  <c:v>1430.2</c:v>
                </c:pt>
                <c:pt idx="1432">
                  <c:v>1422.4</c:v>
                </c:pt>
                <c:pt idx="1433">
                  <c:v>1400.15</c:v>
                </c:pt>
                <c:pt idx="1434">
                  <c:v>1449.9</c:v>
                </c:pt>
                <c:pt idx="1435">
                  <c:v>1457.6</c:v>
                </c:pt>
                <c:pt idx="1436">
                  <c:v>1454.15</c:v>
                </c:pt>
                <c:pt idx="1437">
                  <c:v>1470.45</c:v>
                </c:pt>
                <c:pt idx="1438">
                  <c:v>1453.65</c:v>
                </c:pt>
                <c:pt idx="1439">
                  <c:v>1401.45</c:v>
                </c:pt>
                <c:pt idx="1440">
                  <c:v>1412.45</c:v>
                </c:pt>
                <c:pt idx="1441">
                  <c:v>1465.9</c:v>
                </c:pt>
                <c:pt idx="1442">
                  <c:v>1462.3</c:v>
                </c:pt>
                <c:pt idx="1443">
                  <c:v>1469.5</c:v>
                </c:pt>
                <c:pt idx="1444">
                  <c:v>1472.85</c:v>
                </c:pt>
                <c:pt idx="1445">
                  <c:v>1482.35</c:v>
                </c:pt>
                <c:pt idx="1446">
                  <c:v>1497.9</c:v>
                </c:pt>
                <c:pt idx="1447">
                  <c:v>1489.75</c:v>
                </c:pt>
                <c:pt idx="1448">
                  <c:v>1470</c:v>
                </c:pt>
                <c:pt idx="1449">
                  <c:v>1424.65</c:v>
                </c:pt>
                <c:pt idx="1450">
                  <c:v>1444.8</c:v>
                </c:pt>
                <c:pt idx="1451">
                  <c:v>1448.5</c:v>
                </c:pt>
                <c:pt idx="1452">
                  <c:v>1467.75</c:v>
                </c:pt>
                <c:pt idx="1453">
                  <c:v>1441.3</c:v>
                </c:pt>
                <c:pt idx="1454">
                  <c:v>1424.05</c:v>
                </c:pt>
                <c:pt idx="1455">
                  <c:v>1434.15</c:v>
                </c:pt>
                <c:pt idx="1456">
                  <c:v>1440.95</c:v>
                </c:pt>
                <c:pt idx="1457">
                  <c:v>1401.6</c:v>
                </c:pt>
                <c:pt idx="1458">
                  <c:v>1416.35</c:v>
                </c:pt>
                <c:pt idx="1459">
                  <c:v>1428.25</c:v>
                </c:pt>
                <c:pt idx="1460">
                  <c:v>1407.5</c:v>
                </c:pt>
                <c:pt idx="1461">
                  <c:v>1440</c:v>
                </c:pt>
                <c:pt idx="1462">
                  <c:v>1422.25</c:v>
                </c:pt>
                <c:pt idx="1463">
                  <c:v>1401.3</c:v>
                </c:pt>
                <c:pt idx="1464">
                  <c:v>1362.15</c:v>
                </c:pt>
                <c:pt idx="1465">
                  <c:v>1401.25</c:v>
                </c:pt>
                <c:pt idx="1466">
                  <c:v>1409.6</c:v>
                </c:pt>
                <c:pt idx="1467">
                  <c:v>1429</c:v>
                </c:pt>
                <c:pt idx="1468">
                  <c:v>1464.75</c:v>
                </c:pt>
                <c:pt idx="1469">
                  <c:v>1477</c:v>
                </c:pt>
                <c:pt idx="1470">
                  <c:v>1456.8</c:v>
                </c:pt>
                <c:pt idx="1471">
                  <c:v>1469.75</c:v>
                </c:pt>
                <c:pt idx="1472">
                  <c:v>1482.65</c:v>
                </c:pt>
                <c:pt idx="1473">
                  <c:v>1510.3</c:v>
                </c:pt>
                <c:pt idx="1474">
                  <c:v>1511.7</c:v>
                </c:pt>
                <c:pt idx="1475">
                  <c:v>1507.65</c:v>
                </c:pt>
                <c:pt idx="1476">
                  <c:v>1526.95</c:v>
                </c:pt>
                <c:pt idx="1477">
                  <c:v>1518.65</c:v>
                </c:pt>
                <c:pt idx="1478">
                  <c:v>1499.85</c:v>
                </c:pt>
                <c:pt idx="1479">
                  <c:v>1516.65</c:v>
                </c:pt>
                <c:pt idx="1480">
                  <c:v>1524.25</c:v>
                </c:pt>
                <c:pt idx="1481">
                  <c:v>1533.7</c:v>
                </c:pt>
                <c:pt idx="1482">
                  <c:v>1538.85</c:v>
                </c:pt>
                <c:pt idx="1483">
                  <c:v>1547.65</c:v>
                </c:pt>
                <c:pt idx="1484">
                  <c:v>1545.35</c:v>
                </c:pt>
                <c:pt idx="1485">
                  <c:v>1521.1</c:v>
                </c:pt>
                <c:pt idx="1486">
                  <c:v>1550.1</c:v>
                </c:pt>
                <c:pt idx="1487">
                  <c:v>1550</c:v>
                </c:pt>
                <c:pt idx="1488">
                  <c:v>1531.35</c:v>
                </c:pt>
                <c:pt idx="1489">
                  <c:v>1554</c:v>
                </c:pt>
                <c:pt idx="1490">
                  <c:v>1595.55</c:v>
                </c:pt>
                <c:pt idx="1491">
                  <c:v>1616.55</c:v>
                </c:pt>
                <c:pt idx="1492">
                  <c:v>1682.7</c:v>
                </c:pt>
                <c:pt idx="1493">
                  <c:v>1650.2</c:v>
                </c:pt>
                <c:pt idx="1494">
                  <c:v>1667.6</c:v>
                </c:pt>
                <c:pt idx="1495">
                  <c:v>1683.9</c:v>
                </c:pt>
                <c:pt idx="1496">
                  <c:v>1682.8</c:v>
                </c:pt>
                <c:pt idx="1497">
                  <c:v>1714.4</c:v>
                </c:pt>
                <c:pt idx="1498">
                  <c:v>1734.55</c:v>
                </c:pt>
                <c:pt idx="1499">
                  <c:v>1693.5</c:v>
                </c:pt>
                <c:pt idx="1500">
                  <c:v>1686.1</c:v>
                </c:pt>
                <c:pt idx="1501">
                  <c:v>1684.7</c:v>
                </c:pt>
                <c:pt idx="1502">
                  <c:v>1671.75</c:v>
                </c:pt>
                <c:pt idx="1503">
                  <c:v>1662.9</c:v>
                </c:pt>
                <c:pt idx="1504">
                  <c:v>1698.15</c:v>
                </c:pt>
                <c:pt idx="1505">
                  <c:v>1685.65</c:v>
                </c:pt>
                <c:pt idx="1506">
                  <c:v>1710.05</c:v>
                </c:pt>
                <c:pt idx="1507">
                  <c:v>1702.85</c:v>
                </c:pt>
                <c:pt idx="1508">
                  <c:v>1687.6</c:v>
                </c:pt>
                <c:pt idx="1509">
                  <c:v>1733.2</c:v>
                </c:pt>
                <c:pt idx="1510">
                  <c:v>1743.1</c:v>
                </c:pt>
                <c:pt idx="1511">
                  <c:v>1732.35</c:v>
                </c:pt>
                <c:pt idx="1512">
                  <c:v>1705.6</c:v>
                </c:pt>
                <c:pt idx="1513">
                  <c:v>1688.95</c:v>
                </c:pt>
                <c:pt idx="1514">
                  <c:v>1672.5</c:v>
                </c:pt>
                <c:pt idx="1515">
                  <c:v>1673.7</c:v>
                </c:pt>
                <c:pt idx="1516">
                  <c:v>1651.75</c:v>
                </c:pt>
                <c:pt idx="1517">
                  <c:v>1608.75</c:v>
                </c:pt>
                <c:pt idx="1518">
                  <c:v>1623.4</c:v>
                </c:pt>
                <c:pt idx="1519">
                  <c:v>1619.55</c:v>
                </c:pt>
                <c:pt idx="1520">
                  <c:v>1650.35</c:v>
                </c:pt>
                <c:pt idx="1521">
                  <c:v>1644</c:v>
                </c:pt>
                <c:pt idx="1522">
                  <c:v>1622.15</c:v>
                </c:pt>
                <c:pt idx="1523">
                  <c:v>1642.6</c:v>
                </c:pt>
                <c:pt idx="1524">
                  <c:v>1651.2</c:v>
                </c:pt>
                <c:pt idx="1525">
                  <c:v>1659.15</c:v>
                </c:pt>
                <c:pt idx="1526">
                  <c:v>1658.9</c:v>
                </c:pt>
                <c:pt idx="1527">
                  <c:v>1670.4</c:v>
                </c:pt>
                <c:pt idx="1528">
                  <c:v>1666.65</c:v>
                </c:pt>
                <c:pt idx="1529">
                  <c:v>1636.8</c:v>
                </c:pt>
                <c:pt idx="1530">
                  <c:v>1630.8</c:v>
                </c:pt>
                <c:pt idx="1531">
                  <c:v>1679.05</c:v>
                </c:pt>
                <c:pt idx="1532">
                  <c:v>1674.1</c:v>
                </c:pt>
                <c:pt idx="1533">
                  <c:v>1662.5</c:v>
                </c:pt>
                <c:pt idx="1534">
                  <c:v>1669.6</c:v>
                </c:pt>
                <c:pt idx="1535">
                  <c:v>1651</c:v>
                </c:pt>
                <c:pt idx="1536">
                  <c:v>1618.55</c:v>
                </c:pt>
                <c:pt idx="1537">
                  <c:v>1619.35</c:v>
                </c:pt>
                <c:pt idx="1538">
                  <c:v>1629.15</c:v>
                </c:pt>
                <c:pt idx="1539">
                  <c:v>1625</c:v>
                </c:pt>
                <c:pt idx="1540">
                  <c:v>1649.85</c:v>
                </c:pt>
                <c:pt idx="1541">
                  <c:v>1666</c:v>
                </c:pt>
                <c:pt idx="1542">
                  <c:v>1661.85</c:v>
                </c:pt>
                <c:pt idx="1543">
                  <c:v>1670.55</c:v>
                </c:pt>
                <c:pt idx="1544">
                  <c:v>1670.05</c:v>
                </c:pt>
                <c:pt idx="1545">
                  <c:v>1690.35</c:v>
                </c:pt>
                <c:pt idx="1546">
                  <c:v>1700.8</c:v>
                </c:pt>
                <c:pt idx="1547">
                  <c:v>1740.2</c:v>
                </c:pt>
                <c:pt idx="1548">
                  <c:v>1741.8</c:v>
                </c:pt>
                <c:pt idx="1549">
                  <c:v>1705.75</c:v>
                </c:pt>
                <c:pt idx="1550">
                  <c:v>1744.3</c:v>
                </c:pt>
                <c:pt idx="1551">
                  <c:v>1724.7</c:v>
                </c:pt>
                <c:pt idx="1552">
                  <c:v>1722.55</c:v>
                </c:pt>
                <c:pt idx="1553">
                  <c:v>1724.85</c:v>
                </c:pt>
                <c:pt idx="1554">
                  <c:v>1763.65</c:v>
                </c:pt>
                <c:pt idx="1555">
                  <c:v>1828.6</c:v>
                </c:pt>
                <c:pt idx="1556">
                  <c:v>1803.15</c:v>
                </c:pt>
                <c:pt idx="1557">
                  <c:v>1835.4</c:v>
                </c:pt>
                <c:pt idx="1558">
                  <c:v>1861</c:v>
                </c:pt>
                <c:pt idx="1559">
                  <c:v>1908</c:v>
                </c:pt>
                <c:pt idx="1560">
                  <c:v>1915.2</c:v>
                </c:pt>
                <c:pt idx="1561">
                  <c:v>1893.35</c:v>
                </c:pt>
                <c:pt idx="1562">
                  <c:v>1874.2</c:v>
                </c:pt>
                <c:pt idx="1563">
                  <c:v>1891.45</c:v>
                </c:pt>
                <c:pt idx="1564">
                  <c:v>1890.95</c:v>
                </c:pt>
                <c:pt idx="1565">
                  <c:v>1887.6</c:v>
                </c:pt>
                <c:pt idx="1566">
                  <c:v>1898.15</c:v>
                </c:pt>
                <c:pt idx="1567">
                  <c:v>1968.1</c:v>
                </c:pt>
                <c:pt idx="1568">
                  <c:v>1915.5</c:v>
                </c:pt>
                <c:pt idx="1569">
                  <c:v>1950.75</c:v>
                </c:pt>
                <c:pt idx="1570">
                  <c:v>1948.55</c:v>
                </c:pt>
                <c:pt idx="1571">
                  <c:v>1932.05</c:v>
                </c:pt>
                <c:pt idx="1572">
                  <c:v>1889.25</c:v>
                </c:pt>
                <c:pt idx="1573">
                  <c:v>1894.1</c:v>
                </c:pt>
                <c:pt idx="1574">
                  <c:v>1780.8</c:v>
                </c:pt>
                <c:pt idx="1575">
                  <c:v>1797.15</c:v>
                </c:pt>
                <c:pt idx="1576">
                  <c:v>1906.55</c:v>
                </c:pt>
                <c:pt idx="1577">
                  <c:v>2009.5</c:v>
                </c:pt>
                <c:pt idx="1578">
                  <c:v>2012.75</c:v>
                </c:pt>
                <c:pt idx="1579">
                  <c:v>1989.9</c:v>
                </c:pt>
                <c:pt idx="1580">
                  <c:v>1999.05</c:v>
                </c:pt>
                <c:pt idx="1581">
                  <c:v>1979.25</c:v>
                </c:pt>
                <c:pt idx="1582">
                  <c:v>1926.95</c:v>
                </c:pt>
                <c:pt idx="1583">
                  <c:v>1942.35</c:v>
                </c:pt>
                <c:pt idx="1584">
                  <c:v>1945.85</c:v>
                </c:pt>
                <c:pt idx="1585">
                  <c:v>1978.05</c:v>
                </c:pt>
                <c:pt idx="1586">
                  <c:v>1979.35</c:v>
                </c:pt>
                <c:pt idx="1587">
                  <c:v>2013.15</c:v>
                </c:pt>
                <c:pt idx="1588">
                  <c:v>2031.55</c:v>
                </c:pt>
                <c:pt idx="1589">
                  <c:v>2043.7</c:v>
                </c:pt>
                <c:pt idx="1590">
                  <c:v>2006.65</c:v>
                </c:pt>
                <c:pt idx="1591">
                  <c:v>2019.45</c:v>
                </c:pt>
                <c:pt idx="1592">
                  <c:v>2024.85</c:v>
                </c:pt>
                <c:pt idx="1593">
                  <c:v>2021.7</c:v>
                </c:pt>
                <c:pt idx="1594">
                  <c:v>2018.7</c:v>
                </c:pt>
                <c:pt idx="1595">
                  <c:v>1996.15</c:v>
                </c:pt>
                <c:pt idx="1596">
                  <c:v>1960.9</c:v>
                </c:pt>
                <c:pt idx="1597">
                  <c:v>1974.7</c:v>
                </c:pt>
                <c:pt idx="1598">
                  <c:v>2016.55</c:v>
                </c:pt>
                <c:pt idx="1599">
                  <c:v>1925.65</c:v>
                </c:pt>
                <c:pt idx="1600">
                  <c:v>1892.35</c:v>
                </c:pt>
                <c:pt idx="1601">
                  <c:v>1780.5</c:v>
                </c:pt>
                <c:pt idx="1602">
                  <c:v>1830.2</c:v>
                </c:pt>
                <c:pt idx="1603">
                  <c:v>1790.65</c:v>
                </c:pt>
                <c:pt idx="1604">
                  <c:v>1876.95</c:v>
                </c:pt>
                <c:pt idx="1605">
                  <c:v>1866.35</c:v>
                </c:pt>
                <c:pt idx="1606">
                  <c:v>1850.55</c:v>
                </c:pt>
                <c:pt idx="1607">
                  <c:v>1860.35</c:v>
                </c:pt>
                <c:pt idx="1608">
                  <c:v>1782.9</c:v>
                </c:pt>
                <c:pt idx="1609">
                  <c:v>1709.35</c:v>
                </c:pt>
                <c:pt idx="1610">
                  <c:v>1794</c:v>
                </c:pt>
                <c:pt idx="1611">
                  <c:v>1767.6</c:v>
                </c:pt>
                <c:pt idx="1612">
                  <c:v>1748.9</c:v>
                </c:pt>
                <c:pt idx="1613">
                  <c:v>1703.95</c:v>
                </c:pt>
                <c:pt idx="1614">
                  <c:v>1647.9</c:v>
                </c:pt>
                <c:pt idx="1615">
                  <c:v>1671.15</c:v>
                </c:pt>
                <c:pt idx="1616">
                  <c:v>1638.75</c:v>
                </c:pt>
                <c:pt idx="1617">
                  <c:v>1570.35</c:v>
                </c:pt>
                <c:pt idx="1618">
                  <c:v>1483.65</c:v>
                </c:pt>
                <c:pt idx="1619">
                  <c:v>1550.55</c:v>
                </c:pt>
                <c:pt idx="1620">
                  <c:v>1685</c:v>
                </c:pt>
                <c:pt idx="1621">
                  <c:v>1668.35</c:v>
                </c:pt>
                <c:pt idx="1622">
                  <c:v>1607.35</c:v>
                </c:pt>
                <c:pt idx="1623">
                  <c:v>1641.3</c:v>
                </c:pt>
                <c:pt idx="1624">
                  <c:v>1676.75</c:v>
                </c:pt>
                <c:pt idx="1625">
                  <c:v>1694.85</c:v>
                </c:pt>
                <c:pt idx="1626">
                  <c:v>1700.35</c:v>
                </c:pt>
                <c:pt idx="1627">
                  <c:v>1633.5</c:v>
                </c:pt>
                <c:pt idx="1628">
                  <c:v>1644.55</c:v>
                </c:pt>
                <c:pt idx="1629">
                  <c:v>1698.6</c:v>
                </c:pt>
                <c:pt idx="1630">
                  <c:v>1680.8</c:v>
                </c:pt>
                <c:pt idx="1631">
                  <c:v>1738.75</c:v>
                </c:pt>
                <c:pt idx="1632">
                  <c:v>1800.2</c:v>
                </c:pt>
                <c:pt idx="1633">
                  <c:v>1815.1</c:v>
                </c:pt>
                <c:pt idx="1634">
                  <c:v>1842.6</c:v>
                </c:pt>
                <c:pt idx="1635">
                  <c:v>1804.3</c:v>
                </c:pt>
                <c:pt idx="1636">
                  <c:v>1746.7</c:v>
                </c:pt>
                <c:pt idx="1637">
                  <c:v>1798.35</c:v>
                </c:pt>
                <c:pt idx="1638">
                  <c:v>1769.95</c:v>
                </c:pt>
                <c:pt idx="1639">
                  <c:v>1890.3</c:v>
                </c:pt>
                <c:pt idx="1640">
                  <c:v>1867.35</c:v>
                </c:pt>
                <c:pt idx="1641">
                  <c:v>1874.3</c:v>
                </c:pt>
                <c:pt idx="1642">
                  <c:v>1859</c:v>
                </c:pt>
                <c:pt idx="1643">
                  <c:v>1834.5</c:v>
                </c:pt>
                <c:pt idx="1644">
                  <c:v>1757.55</c:v>
                </c:pt>
                <c:pt idx="1645">
                  <c:v>1806.15</c:v>
                </c:pt>
                <c:pt idx="1646">
                  <c:v>1767.55</c:v>
                </c:pt>
                <c:pt idx="1647">
                  <c:v>1818.05</c:v>
                </c:pt>
                <c:pt idx="1648">
                  <c:v>1847.3</c:v>
                </c:pt>
                <c:pt idx="1649">
                  <c:v>1888.8</c:v>
                </c:pt>
                <c:pt idx="1650">
                  <c:v>1899.7</c:v>
                </c:pt>
                <c:pt idx="1651">
                  <c:v>928.45</c:v>
                </c:pt>
                <c:pt idx="1652">
                  <c:v>936.15</c:v>
                </c:pt>
                <c:pt idx="1653">
                  <c:v>932</c:v>
                </c:pt>
                <c:pt idx="1654">
                  <c:v>940.2</c:v>
                </c:pt>
                <c:pt idx="1655">
                  <c:v>944.7</c:v>
                </c:pt>
                <c:pt idx="1656">
                  <c:v>948.55</c:v>
                </c:pt>
                <c:pt idx="1657">
                  <c:v>936.1</c:v>
                </c:pt>
                <c:pt idx="1658">
                  <c:v>954.8</c:v>
                </c:pt>
                <c:pt idx="1659">
                  <c:v>966.1</c:v>
                </c:pt>
                <c:pt idx="1660">
                  <c:v>965.75</c:v>
                </c:pt>
                <c:pt idx="1661">
                  <c:v>967.6</c:v>
                </c:pt>
                <c:pt idx="1662">
                  <c:v>964.65</c:v>
                </c:pt>
                <c:pt idx="1663">
                  <c:v>972.2</c:v>
                </c:pt>
                <c:pt idx="1664">
                  <c:v>960.15</c:v>
                </c:pt>
                <c:pt idx="1665">
                  <c:v>969.7</c:v>
                </c:pt>
                <c:pt idx="1666">
                  <c:v>969.3</c:v>
                </c:pt>
                <c:pt idx="1667">
                  <c:v>975.4</c:v>
                </c:pt>
                <c:pt idx="1668">
                  <c:v>963.1</c:v>
                </c:pt>
                <c:pt idx="1669">
                  <c:v>970.4</c:v>
                </c:pt>
                <c:pt idx="1670">
                  <c:v>974.4</c:v>
                </c:pt>
                <c:pt idx="1671">
                  <c:v>981.1</c:v>
                </c:pt>
                <c:pt idx="1672">
                  <c:v>990.1</c:v>
                </c:pt>
                <c:pt idx="1673">
                  <c:v>983.8</c:v>
                </c:pt>
                <c:pt idx="1674">
                  <c:v>998.05</c:v>
                </c:pt>
                <c:pt idx="1675">
                  <c:v>999.25</c:v>
                </c:pt>
                <c:pt idx="1676">
                  <c:v>1017.15</c:v>
                </c:pt>
                <c:pt idx="1677">
                  <c:v>1005.8</c:v>
                </c:pt>
                <c:pt idx="1678">
                  <c:v>993.6</c:v>
                </c:pt>
                <c:pt idx="1679">
                  <c:v>986.7</c:v>
                </c:pt>
                <c:pt idx="1680">
                  <c:v>991</c:v>
                </c:pt>
                <c:pt idx="1681">
                  <c:v>953.45</c:v>
                </c:pt>
                <c:pt idx="1682">
                  <c:v>977.9</c:v>
                </c:pt>
                <c:pt idx="1683">
                  <c:v>999.95</c:v>
                </c:pt>
                <c:pt idx="1684">
                  <c:v>1013.4</c:v>
                </c:pt>
                <c:pt idx="1685">
                  <c:v>1002.7</c:v>
                </c:pt>
                <c:pt idx="1686">
                  <c:v>996.15</c:v>
                </c:pt>
                <c:pt idx="1687">
                  <c:v>1010.05</c:v>
                </c:pt>
                <c:pt idx="1688">
                  <c:v>1030.05</c:v>
                </c:pt>
                <c:pt idx="1689">
                  <c:v>1053</c:v>
                </c:pt>
                <c:pt idx="1690">
                  <c:v>1039.55</c:v>
                </c:pt>
                <c:pt idx="1691">
                  <c:v>1025.5999999999999</c:v>
                </c:pt>
                <c:pt idx="1692">
                  <c:v>1044.3</c:v>
                </c:pt>
                <c:pt idx="1693">
                  <c:v>1042.6500000000001</c:v>
                </c:pt>
                <c:pt idx="1694">
                  <c:v>1020.45</c:v>
                </c:pt>
                <c:pt idx="1695">
                  <c:v>1022.05</c:v>
                </c:pt>
                <c:pt idx="1696">
                  <c:v>1014.3</c:v>
                </c:pt>
                <c:pt idx="1697">
                  <c:v>987.4</c:v>
                </c:pt>
                <c:pt idx="1698">
                  <c:v>999.75</c:v>
                </c:pt>
                <c:pt idx="1699">
                  <c:v>994.2</c:v>
                </c:pt>
                <c:pt idx="1700">
                  <c:v>1002.15</c:v>
                </c:pt>
                <c:pt idx="1701">
                  <c:v>1011.5</c:v>
                </c:pt>
                <c:pt idx="1702">
                  <c:v>1044.75</c:v>
                </c:pt>
                <c:pt idx="1703">
                  <c:v>1082.55</c:v>
                </c:pt>
                <c:pt idx="1704">
                  <c:v>1103.5999999999999</c:v>
                </c:pt>
                <c:pt idx="1705">
                  <c:v>1129.7</c:v>
                </c:pt>
                <c:pt idx="1706">
                  <c:v>1116.9000000000001</c:v>
                </c:pt>
                <c:pt idx="1707">
                  <c:v>1106.25</c:v>
                </c:pt>
                <c:pt idx="1708">
                  <c:v>1092.4000000000001</c:v>
                </c:pt>
                <c:pt idx="1709">
                  <c:v>1089.5999999999999</c:v>
                </c:pt>
                <c:pt idx="1710">
                  <c:v>1090.55</c:v>
                </c:pt>
                <c:pt idx="1711">
                  <c:v>1080.0999999999999</c:v>
                </c:pt>
                <c:pt idx="1712">
                  <c:v>1079.25</c:v>
                </c:pt>
                <c:pt idx="1713">
                  <c:v>1074.6500000000001</c:v>
                </c:pt>
                <c:pt idx="1714">
                  <c:v>1079.3499999999999</c:v>
                </c:pt>
                <c:pt idx="1715">
                  <c:v>1087.0999999999999</c:v>
                </c:pt>
                <c:pt idx="1716">
                  <c:v>1083.2</c:v>
                </c:pt>
                <c:pt idx="1717">
                  <c:v>1080.05</c:v>
                </c:pt>
                <c:pt idx="1718">
                  <c:v>1066.95</c:v>
                </c:pt>
                <c:pt idx="1719">
                  <c:v>1059.4000000000001</c:v>
                </c:pt>
                <c:pt idx="1720">
                  <c:v>1065.1500000000001</c:v>
                </c:pt>
                <c:pt idx="1721">
                  <c:v>1063.3</c:v>
                </c:pt>
                <c:pt idx="1722">
                  <c:v>1063.5999999999999</c:v>
                </c:pt>
                <c:pt idx="1723">
                  <c:v>1068.7</c:v>
                </c:pt>
                <c:pt idx="1724">
                  <c:v>1075.75</c:v>
                </c:pt>
                <c:pt idx="1725">
                  <c:v>1106.25</c:v>
                </c:pt>
                <c:pt idx="1726">
                  <c:v>1096.8</c:v>
                </c:pt>
                <c:pt idx="1727">
                  <c:v>1087.3499999999999</c:v>
                </c:pt>
                <c:pt idx="1728">
                  <c:v>1095.1500000000001</c:v>
                </c:pt>
                <c:pt idx="1729">
                  <c:v>1117.8499999999999</c:v>
                </c:pt>
                <c:pt idx="1730">
                  <c:v>1148.55</c:v>
                </c:pt>
                <c:pt idx="1731">
                  <c:v>1148.0999999999999</c:v>
                </c:pt>
                <c:pt idx="1732">
                  <c:v>1144.1500000000001</c:v>
                </c:pt>
                <c:pt idx="1733">
                  <c:v>1150</c:v>
                </c:pt>
                <c:pt idx="1734">
                  <c:v>1160.8</c:v>
                </c:pt>
                <c:pt idx="1735">
                  <c:v>1149.8499999999999</c:v>
                </c:pt>
                <c:pt idx="1736">
                  <c:v>1164.55</c:v>
                </c:pt>
                <c:pt idx="1737">
                  <c:v>1198.8</c:v>
                </c:pt>
                <c:pt idx="1738">
                  <c:v>1189.3499999999999</c:v>
                </c:pt>
                <c:pt idx="1739">
                  <c:v>1192.4000000000001</c:v>
                </c:pt>
                <c:pt idx="1740">
                  <c:v>1191.9000000000001</c:v>
                </c:pt>
                <c:pt idx="1741">
                  <c:v>1198.5999999999999</c:v>
                </c:pt>
                <c:pt idx="1742">
                  <c:v>1194.3</c:v>
                </c:pt>
                <c:pt idx="1743">
                  <c:v>1176.9000000000001</c:v>
                </c:pt>
                <c:pt idx="1744">
                  <c:v>1173.45</c:v>
                </c:pt>
                <c:pt idx="1745">
                  <c:v>1120.5</c:v>
                </c:pt>
                <c:pt idx="1746">
                  <c:v>1120.8499999999999</c:v>
                </c:pt>
                <c:pt idx="1747">
                  <c:v>1149.5999999999999</c:v>
                </c:pt>
                <c:pt idx="1748">
                  <c:v>1160.2</c:v>
                </c:pt>
                <c:pt idx="1749">
                  <c:v>1181.25</c:v>
                </c:pt>
                <c:pt idx="1750">
                  <c:v>1141.8499999999999</c:v>
                </c:pt>
                <c:pt idx="1751">
                  <c:v>1128.75</c:v>
                </c:pt>
                <c:pt idx="1752">
                  <c:v>1136.95</c:v>
                </c:pt>
                <c:pt idx="1753">
                  <c:v>1153.95</c:v>
                </c:pt>
                <c:pt idx="1754">
                  <c:v>1191.4000000000001</c:v>
                </c:pt>
                <c:pt idx="1755">
                  <c:v>1196</c:v>
                </c:pt>
                <c:pt idx="1756">
                  <c:v>1211.9000000000001</c:v>
                </c:pt>
                <c:pt idx="1757">
                  <c:v>1222</c:v>
                </c:pt>
                <c:pt idx="1758">
                  <c:v>1248.5</c:v>
                </c:pt>
                <c:pt idx="1759">
                  <c:v>1280.1500000000001</c:v>
                </c:pt>
                <c:pt idx="1760">
                  <c:v>1259.05</c:v>
                </c:pt>
                <c:pt idx="1761">
                  <c:v>1263</c:v>
                </c:pt>
                <c:pt idx="1762">
                  <c:v>1243.8</c:v>
                </c:pt>
                <c:pt idx="1763">
                  <c:v>1256.4000000000001</c:v>
                </c:pt>
                <c:pt idx="1764">
                  <c:v>1235.4000000000001</c:v>
                </c:pt>
                <c:pt idx="1765">
                  <c:v>1277.6500000000001</c:v>
                </c:pt>
                <c:pt idx="1766">
                  <c:v>1323.95</c:v>
                </c:pt>
                <c:pt idx="1767">
                  <c:v>1326.35</c:v>
                </c:pt>
                <c:pt idx="1768">
                  <c:v>1324.1</c:v>
                </c:pt>
                <c:pt idx="1769">
                  <c:v>1304.6500000000001</c:v>
                </c:pt>
                <c:pt idx="1770">
                  <c:v>1315.45</c:v>
                </c:pt>
                <c:pt idx="1771">
                  <c:v>1298.1500000000001</c:v>
                </c:pt>
                <c:pt idx="1772">
                  <c:v>1313.45</c:v>
                </c:pt>
                <c:pt idx="1773">
                  <c:v>1302.7</c:v>
                </c:pt>
                <c:pt idx="1774">
                  <c:v>1307.1500000000001</c:v>
                </c:pt>
                <c:pt idx="1775">
                  <c:v>1315.45</c:v>
                </c:pt>
                <c:pt idx="1776">
                  <c:v>1297.75</c:v>
                </c:pt>
                <c:pt idx="1777">
                  <c:v>1277.9000000000001</c:v>
                </c:pt>
                <c:pt idx="1778">
                  <c:v>1292.05</c:v>
                </c:pt>
                <c:pt idx="1779">
                  <c:v>1300.5</c:v>
                </c:pt>
                <c:pt idx="1780">
                  <c:v>1305.8</c:v>
                </c:pt>
                <c:pt idx="1781">
                  <c:v>1298.4000000000001</c:v>
                </c:pt>
                <c:pt idx="1782">
                  <c:v>1306.3</c:v>
                </c:pt>
                <c:pt idx="1783">
                  <c:v>1304.5</c:v>
                </c:pt>
                <c:pt idx="1784">
                  <c:v>1287.4000000000001</c:v>
                </c:pt>
                <c:pt idx="1785">
                  <c:v>1255.8</c:v>
                </c:pt>
                <c:pt idx="1786">
                  <c:v>1252.9000000000001</c:v>
                </c:pt>
                <c:pt idx="1787">
                  <c:v>1260.75</c:v>
                </c:pt>
                <c:pt idx="1788">
                  <c:v>1292.25</c:v>
                </c:pt>
                <c:pt idx="1789">
                  <c:v>1309.8</c:v>
                </c:pt>
                <c:pt idx="1790">
                  <c:v>1299.55</c:v>
                </c:pt>
                <c:pt idx="1791">
                  <c:v>1283.8499999999999</c:v>
                </c:pt>
                <c:pt idx="1792">
                  <c:v>1294.3</c:v>
                </c:pt>
                <c:pt idx="1793">
                  <c:v>1277.3499999999999</c:v>
                </c:pt>
                <c:pt idx="1794">
                  <c:v>1286.0999999999999</c:v>
                </c:pt>
                <c:pt idx="1795">
                  <c:v>1264.1500000000001</c:v>
                </c:pt>
                <c:pt idx="1796">
                  <c:v>1193.4000000000001</c:v>
                </c:pt>
                <c:pt idx="1797">
                  <c:v>1254.6500000000001</c:v>
                </c:pt>
                <c:pt idx="1798">
                  <c:v>1208.55</c:v>
                </c:pt>
                <c:pt idx="1799">
                  <c:v>1155.55</c:v>
                </c:pt>
                <c:pt idx="1800">
                  <c:v>1197.25</c:v>
                </c:pt>
                <c:pt idx="1801">
                  <c:v>1191.8</c:v>
                </c:pt>
                <c:pt idx="1802">
                  <c:v>1218.4000000000001</c:v>
                </c:pt>
                <c:pt idx="1803">
                  <c:v>1212.1500000000001</c:v>
                </c:pt>
                <c:pt idx="1804">
                  <c:v>1235</c:v>
                </c:pt>
                <c:pt idx="1805">
                  <c:v>1265.4000000000001</c:v>
                </c:pt>
                <c:pt idx="1806">
                  <c:v>1213.55</c:v>
                </c:pt>
                <c:pt idx="1807">
                  <c:v>1234.3</c:v>
                </c:pt>
                <c:pt idx="1808">
                  <c:v>1237.6500000000001</c:v>
                </c:pt>
                <c:pt idx="1809">
                  <c:v>1260.9000000000001</c:v>
                </c:pt>
                <c:pt idx="1810">
                  <c:v>1253</c:v>
                </c:pt>
                <c:pt idx="1811">
                  <c:v>1267</c:v>
                </c:pt>
                <c:pt idx="1812">
                  <c:v>1303.05</c:v>
                </c:pt>
                <c:pt idx="1813">
                  <c:v>1288.2</c:v>
                </c:pt>
                <c:pt idx="1814">
                  <c:v>1261.3499999999999</c:v>
                </c:pt>
                <c:pt idx="1815">
                  <c:v>1201</c:v>
                </c:pt>
                <c:pt idx="1816">
                  <c:v>1248.3499999999999</c:v>
                </c:pt>
                <c:pt idx="1817">
                  <c:v>1233.8499999999999</c:v>
                </c:pt>
                <c:pt idx="1818">
                  <c:v>1189.2</c:v>
                </c:pt>
                <c:pt idx="1819">
                  <c:v>1202.6500000000001</c:v>
                </c:pt>
                <c:pt idx="1820">
                  <c:v>1198.4000000000001</c:v>
                </c:pt>
                <c:pt idx="1821">
                  <c:v>1194.2</c:v>
                </c:pt>
                <c:pt idx="1822">
                  <c:v>1217.2</c:v>
                </c:pt>
                <c:pt idx="1823">
                  <c:v>1197.3499999999999</c:v>
                </c:pt>
                <c:pt idx="1824">
                  <c:v>1190.55</c:v>
                </c:pt>
                <c:pt idx="1825">
                  <c:v>1200.95</c:v>
                </c:pt>
                <c:pt idx="1826">
                  <c:v>1262</c:v>
                </c:pt>
                <c:pt idx="1827">
                  <c:v>1280.25</c:v>
                </c:pt>
                <c:pt idx="1828">
                  <c:v>1250.25</c:v>
                </c:pt>
                <c:pt idx="1829">
                  <c:v>1247.5</c:v>
                </c:pt>
                <c:pt idx="1830">
                  <c:v>1242.9000000000001</c:v>
                </c:pt>
                <c:pt idx="1831">
                  <c:v>1257.6500000000001</c:v>
                </c:pt>
                <c:pt idx="1832">
                  <c:v>1247.8</c:v>
                </c:pt>
                <c:pt idx="1833">
                  <c:v>1224.8499999999999</c:v>
                </c:pt>
                <c:pt idx="1834">
                  <c:v>1221.3499999999999</c:v>
                </c:pt>
                <c:pt idx="1835">
                  <c:v>1240.4000000000001</c:v>
                </c:pt>
                <c:pt idx="1836">
                  <c:v>1234.5</c:v>
                </c:pt>
                <c:pt idx="1837">
                  <c:v>1266</c:v>
                </c:pt>
                <c:pt idx="1838">
                  <c:v>1290.2</c:v>
                </c:pt>
                <c:pt idx="1839">
                  <c:v>1273.05</c:v>
                </c:pt>
                <c:pt idx="1840">
                  <c:v>1272.9000000000001</c:v>
                </c:pt>
                <c:pt idx="1841">
                  <c:v>1266.55</c:v>
                </c:pt>
                <c:pt idx="1842">
                  <c:v>1239.5</c:v>
                </c:pt>
                <c:pt idx="1843">
                  <c:v>1229.7</c:v>
                </c:pt>
                <c:pt idx="1844">
                  <c:v>1252.55</c:v>
                </c:pt>
                <c:pt idx="1845">
                  <c:v>1250.25</c:v>
                </c:pt>
                <c:pt idx="1846">
                  <c:v>1238.05</c:v>
                </c:pt>
                <c:pt idx="1847">
                  <c:v>1224.2</c:v>
                </c:pt>
                <c:pt idx="1848">
                  <c:v>1250</c:v>
                </c:pt>
                <c:pt idx="1849">
                  <c:v>1252.8499999999999</c:v>
                </c:pt>
                <c:pt idx="1850">
                  <c:v>1237.05</c:v>
                </c:pt>
                <c:pt idx="1851">
                  <c:v>1230.6500000000001</c:v>
                </c:pt>
                <c:pt idx="1852">
                  <c:v>1233.4000000000001</c:v>
                </c:pt>
                <c:pt idx="1853">
                  <c:v>1224.75</c:v>
                </c:pt>
                <c:pt idx="1854">
                  <c:v>1229.95</c:v>
                </c:pt>
                <c:pt idx="1855">
                  <c:v>1225.5</c:v>
                </c:pt>
                <c:pt idx="1856">
                  <c:v>1231.1500000000001</c:v>
                </c:pt>
                <c:pt idx="1857">
                  <c:v>1215.6500000000001</c:v>
                </c:pt>
                <c:pt idx="1858">
                  <c:v>1208.3499999999999</c:v>
                </c:pt>
                <c:pt idx="1859">
                  <c:v>1218.7</c:v>
                </c:pt>
                <c:pt idx="1860">
                  <c:v>1208.0999999999999</c:v>
                </c:pt>
                <c:pt idx="1861">
                  <c:v>1208.05</c:v>
                </c:pt>
                <c:pt idx="1862">
                  <c:v>1200.3499999999999</c:v>
                </c:pt>
                <c:pt idx="1863">
                  <c:v>1207</c:v>
                </c:pt>
                <c:pt idx="1864">
                  <c:v>1220.0999999999999</c:v>
                </c:pt>
                <c:pt idx="1865">
                  <c:v>1221.3499999999999</c:v>
                </c:pt>
                <c:pt idx="1866">
                  <c:v>1217.3499999999999</c:v>
                </c:pt>
                <c:pt idx="1867">
                  <c:v>1203.25</c:v>
                </c:pt>
                <c:pt idx="1868">
                  <c:v>1204.55</c:v>
                </c:pt>
                <c:pt idx="1869">
                  <c:v>1184.4000000000001</c:v>
                </c:pt>
                <c:pt idx="1870">
                  <c:v>1162.5999999999999</c:v>
                </c:pt>
                <c:pt idx="1871">
                  <c:v>1160</c:v>
                </c:pt>
                <c:pt idx="1872">
                  <c:v>1147</c:v>
                </c:pt>
                <c:pt idx="1873">
                  <c:v>1145.5999999999999</c:v>
                </c:pt>
                <c:pt idx="1874">
                  <c:v>1139.95</c:v>
                </c:pt>
                <c:pt idx="1875">
                  <c:v>1125.75</c:v>
                </c:pt>
                <c:pt idx="1876">
                  <c:v>1121.75</c:v>
                </c:pt>
                <c:pt idx="1877">
                  <c:v>1133.1500000000001</c:v>
                </c:pt>
                <c:pt idx="1878">
                  <c:v>1136.8499999999999</c:v>
                </c:pt>
                <c:pt idx="1879">
                  <c:v>1149.3499999999999</c:v>
                </c:pt>
                <c:pt idx="1880">
                  <c:v>1134.45</c:v>
                </c:pt>
                <c:pt idx="1881">
                  <c:v>1127.5999999999999</c:v>
                </c:pt>
                <c:pt idx="1882">
                  <c:v>1117.6500000000001</c:v>
                </c:pt>
                <c:pt idx="1883">
                  <c:v>1111.6500000000001</c:v>
                </c:pt>
                <c:pt idx="1884">
                  <c:v>1158.6500000000001</c:v>
                </c:pt>
                <c:pt idx="1885">
                  <c:v>1176.75</c:v>
                </c:pt>
                <c:pt idx="1886">
                  <c:v>1183.1500000000001</c:v>
                </c:pt>
                <c:pt idx="1887">
                  <c:v>1148.9000000000001</c:v>
                </c:pt>
                <c:pt idx="1888">
                  <c:v>1162.55</c:v>
                </c:pt>
                <c:pt idx="1889">
                  <c:v>1136</c:v>
                </c:pt>
                <c:pt idx="1890">
                  <c:v>1128.3</c:v>
                </c:pt>
                <c:pt idx="1891">
                  <c:v>1155.75</c:v>
                </c:pt>
                <c:pt idx="1892">
                  <c:v>1166.6500000000001</c:v>
                </c:pt>
                <c:pt idx="1893">
                  <c:v>1182.2</c:v>
                </c:pt>
                <c:pt idx="1894">
                  <c:v>1175.9000000000001</c:v>
                </c:pt>
                <c:pt idx="1895">
                  <c:v>1190.95</c:v>
                </c:pt>
                <c:pt idx="1896">
                  <c:v>1171.9000000000001</c:v>
                </c:pt>
                <c:pt idx="1897">
                  <c:v>1148.2</c:v>
                </c:pt>
                <c:pt idx="1898">
                  <c:v>1189.0999999999999</c:v>
                </c:pt>
                <c:pt idx="1899">
                  <c:v>1153</c:v>
                </c:pt>
                <c:pt idx="1900">
                  <c:v>1136.45</c:v>
                </c:pt>
                <c:pt idx="1901">
                  <c:v>1156.3</c:v>
                </c:pt>
                <c:pt idx="1902">
                  <c:v>1115.1500000000001</c:v>
                </c:pt>
                <c:pt idx="1903">
                  <c:v>1095.1500000000001</c:v>
                </c:pt>
                <c:pt idx="1904">
                  <c:v>1096.9000000000001</c:v>
                </c:pt>
                <c:pt idx="1905">
                  <c:v>1099.45</c:v>
                </c:pt>
                <c:pt idx="1906">
                  <c:v>1109.3</c:v>
                </c:pt>
                <c:pt idx="1907">
                  <c:v>1152.5999999999999</c:v>
                </c:pt>
                <c:pt idx="1908">
                  <c:v>1145.7</c:v>
                </c:pt>
                <c:pt idx="1909">
                  <c:v>1144.5</c:v>
                </c:pt>
                <c:pt idx="1910">
                  <c:v>1134.5</c:v>
                </c:pt>
                <c:pt idx="1911">
                  <c:v>1130.25</c:v>
                </c:pt>
                <c:pt idx="1912">
                  <c:v>1088</c:v>
                </c:pt>
                <c:pt idx="1913">
                  <c:v>1056.1500000000001</c:v>
                </c:pt>
                <c:pt idx="1914">
                  <c:v>1055.55</c:v>
                </c:pt>
                <c:pt idx="1915">
                  <c:v>1015.25</c:v>
                </c:pt>
                <c:pt idx="1916">
                  <c:v>1025.9000000000001</c:v>
                </c:pt>
                <c:pt idx="1917">
                  <c:v>1007.9</c:v>
                </c:pt>
                <c:pt idx="1918">
                  <c:v>1018.4</c:v>
                </c:pt>
                <c:pt idx="1919">
                  <c:v>1026.5</c:v>
                </c:pt>
                <c:pt idx="1920">
                  <c:v>1028.75</c:v>
                </c:pt>
                <c:pt idx="1921">
                  <c:v>1031.5999999999999</c:v>
                </c:pt>
                <c:pt idx="1922">
                  <c:v>1046</c:v>
                </c:pt>
                <c:pt idx="1923">
                  <c:v>1064.3499999999999</c:v>
                </c:pt>
                <c:pt idx="1924">
                  <c:v>1061.25</c:v>
                </c:pt>
                <c:pt idx="1925">
                  <c:v>1066.0999999999999</c:v>
                </c:pt>
                <c:pt idx="1926">
                  <c:v>1072.3499999999999</c:v>
                </c:pt>
                <c:pt idx="1927">
                  <c:v>1078</c:v>
                </c:pt>
                <c:pt idx="1928">
                  <c:v>1076.25</c:v>
                </c:pt>
                <c:pt idx="1929">
                  <c:v>1047.25</c:v>
                </c:pt>
                <c:pt idx="1930">
                  <c:v>1023.35</c:v>
                </c:pt>
                <c:pt idx="1931">
                  <c:v>1015.6</c:v>
                </c:pt>
                <c:pt idx="1932">
                  <c:v>1030.8</c:v>
                </c:pt>
                <c:pt idx="1933">
                  <c:v>1022.45</c:v>
                </c:pt>
                <c:pt idx="1934">
                  <c:v>997.65</c:v>
                </c:pt>
                <c:pt idx="1935">
                  <c:v>1002.45</c:v>
                </c:pt>
                <c:pt idx="1936">
                  <c:v>1023.05</c:v>
                </c:pt>
                <c:pt idx="1937">
                  <c:v>1002.05</c:v>
                </c:pt>
                <c:pt idx="1938">
                  <c:v>1017.8</c:v>
                </c:pt>
                <c:pt idx="1939">
                  <c:v>1007.25</c:v>
                </c:pt>
                <c:pt idx="1940">
                  <c:v>1001.7</c:v>
                </c:pt>
                <c:pt idx="1941">
                  <c:v>1040.75</c:v>
                </c:pt>
                <c:pt idx="1942">
                  <c:v>1062.5</c:v>
                </c:pt>
                <c:pt idx="1943">
                  <c:v>1060.1500000000001</c:v>
                </c:pt>
                <c:pt idx="1944">
                  <c:v>1041.6500000000001</c:v>
                </c:pt>
                <c:pt idx="1945">
                  <c:v>1079.2</c:v>
                </c:pt>
                <c:pt idx="1946">
                  <c:v>1079.3</c:v>
                </c:pt>
                <c:pt idx="1947">
                  <c:v>1072.8</c:v>
                </c:pt>
                <c:pt idx="1948">
                  <c:v>1078.3499999999999</c:v>
                </c:pt>
                <c:pt idx="1949">
                  <c:v>1094.95</c:v>
                </c:pt>
                <c:pt idx="1950">
                  <c:v>1125.5</c:v>
                </c:pt>
                <c:pt idx="1951">
                  <c:v>1072</c:v>
                </c:pt>
                <c:pt idx="1952">
                  <c:v>1063.5</c:v>
                </c:pt>
                <c:pt idx="1953">
                  <c:v>1074.1500000000001</c:v>
                </c:pt>
                <c:pt idx="1954">
                  <c:v>1068.4000000000001</c:v>
                </c:pt>
                <c:pt idx="1955">
                  <c:v>1094.7</c:v>
                </c:pt>
                <c:pt idx="1956">
                  <c:v>1123.8499999999999</c:v>
                </c:pt>
                <c:pt idx="1957">
                  <c:v>1108.8499999999999</c:v>
                </c:pt>
                <c:pt idx="1958">
                  <c:v>1071.95</c:v>
                </c:pt>
                <c:pt idx="1959">
                  <c:v>1063.5999999999999</c:v>
                </c:pt>
                <c:pt idx="1960">
                  <c:v>1048</c:v>
                </c:pt>
                <c:pt idx="1961">
                  <c:v>1049.5999999999999</c:v>
                </c:pt>
                <c:pt idx="1962">
                  <c:v>1071.3</c:v>
                </c:pt>
                <c:pt idx="1963">
                  <c:v>1068</c:v>
                </c:pt>
                <c:pt idx="1964">
                  <c:v>1048.5</c:v>
                </c:pt>
                <c:pt idx="1965">
                  <c:v>1038</c:v>
                </c:pt>
                <c:pt idx="1966">
                  <c:v>1023.05</c:v>
                </c:pt>
                <c:pt idx="1967">
                  <c:v>1021.2</c:v>
                </c:pt>
                <c:pt idx="1968">
                  <c:v>1011.3</c:v>
                </c:pt>
                <c:pt idx="1969">
                  <c:v>1004.3</c:v>
                </c:pt>
                <c:pt idx="1970">
                  <c:v>997.05</c:v>
                </c:pt>
                <c:pt idx="1971">
                  <c:v>989.65</c:v>
                </c:pt>
                <c:pt idx="1972">
                  <c:v>985.25</c:v>
                </c:pt>
                <c:pt idx="1973">
                  <c:v>963.85</c:v>
                </c:pt>
                <c:pt idx="1974">
                  <c:v>947.35</c:v>
                </c:pt>
                <c:pt idx="1975">
                  <c:v>986.7</c:v>
                </c:pt>
                <c:pt idx="1976">
                  <c:v>980.2</c:v>
                </c:pt>
                <c:pt idx="1977">
                  <c:v>982.9</c:v>
                </c:pt>
                <c:pt idx="1978">
                  <c:v>993.5</c:v>
                </c:pt>
                <c:pt idx="1979">
                  <c:v>961.3</c:v>
                </c:pt>
                <c:pt idx="1980">
                  <c:v>944.8</c:v>
                </c:pt>
                <c:pt idx="1981">
                  <c:v>950.2</c:v>
                </c:pt>
                <c:pt idx="1982">
                  <c:v>960.95</c:v>
                </c:pt>
                <c:pt idx="1983">
                  <c:v>985.1</c:v>
                </c:pt>
                <c:pt idx="1984">
                  <c:v>995.95</c:v>
                </c:pt>
                <c:pt idx="1985">
                  <c:v>976.5</c:v>
                </c:pt>
                <c:pt idx="1986">
                  <c:v>966.05</c:v>
                </c:pt>
                <c:pt idx="1987">
                  <c:v>1012.2</c:v>
                </c:pt>
                <c:pt idx="1988">
                  <c:v>1049.9000000000001</c:v>
                </c:pt>
                <c:pt idx="1989">
                  <c:v>1029.7</c:v>
                </c:pt>
                <c:pt idx="1990">
                  <c:v>1033.2</c:v>
                </c:pt>
                <c:pt idx="1991">
                  <c:v>1035.55</c:v>
                </c:pt>
                <c:pt idx="1992">
                  <c:v>1062.5999999999999</c:v>
                </c:pt>
                <c:pt idx="1993">
                  <c:v>1035.5999999999999</c:v>
                </c:pt>
                <c:pt idx="1994">
                  <c:v>1041.3</c:v>
                </c:pt>
                <c:pt idx="1995">
                  <c:v>1053.4000000000001</c:v>
                </c:pt>
                <c:pt idx="1996">
                  <c:v>1029.5999999999999</c:v>
                </c:pt>
                <c:pt idx="1997">
                  <c:v>1040.4000000000001</c:v>
                </c:pt>
                <c:pt idx="1998">
                  <c:v>1012.4</c:v>
                </c:pt>
                <c:pt idx="1999">
                  <c:v>1010.45</c:v>
                </c:pt>
                <c:pt idx="2000">
                  <c:v>1024.5</c:v>
                </c:pt>
                <c:pt idx="2001">
                  <c:v>1045.3499999999999</c:v>
                </c:pt>
                <c:pt idx="2002">
                  <c:v>1109.7</c:v>
                </c:pt>
                <c:pt idx="2003">
                  <c:v>1100.3</c:v>
                </c:pt>
                <c:pt idx="2004">
                  <c:v>1110.75</c:v>
                </c:pt>
                <c:pt idx="2005">
                  <c:v>1082.1500000000001</c:v>
                </c:pt>
                <c:pt idx="2006">
                  <c:v>1077.4000000000001</c:v>
                </c:pt>
                <c:pt idx="2007">
                  <c:v>1054.55</c:v>
                </c:pt>
                <c:pt idx="2008">
                  <c:v>1050</c:v>
                </c:pt>
                <c:pt idx="2009">
                  <c:v>1011.05</c:v>
                </c:pt>
                <c:pt idx="2010">
                  <c:v>1005.2</c:v>
                </c:pt>
                <c:pt idx="2011">
                  <c:v>975.6</c:v>
                </c:pt>
                <c:pt idx="2012">
                  <c:v>987.85</c:v>
                </c:pt>
                <c:pt idx="2013">
                  <c:v>996.3</c:v>
                </c:pt>
                <c:pt idx="2014">
                  <c:v>981.65</c:v>
                </c:pt>
                <c:pt idx="2015">
                  <c:v>989.75</c:v>
                </c:pt>
                <c:pt idx="2016">
                  <c:v>961.15</c:v>
                </c:pt>
                <c:pt idx="2017">
                  <c:v>940</c:v>
                </c:pt>
                <c:pt idx="2018">
                  <c:v>944.95</c:v>
                </c:pt>
                <c:pt idx="2019">
                  <c:v>922.7</c:v>
                </c:pt>
                <c:pt idx="2020">
                  <c:v>903.2</c:v>
                </c:pt>
                <c:pt idx="2021">
                  <c:v>831.05</c:v>
                </c:pt>
                <c:pt idx="2022">
                  <c:v>798.25</c:v>
                </c:pt>
                <c:pt idx="2023">
                  <c:v>871.95</c:v>
                </c:pt>
                <c:pt idx="2024">
                  <c:v>843.25</c:v>
                </c:pt>
                <c:pt idx="2025">
                  <c:v>884.6</c:v>
                </c:pt>
                <c:pt idx="2026">
                  <c:v>854.3</c:v>
                </c:pt>
                <c:pt idx="2027">
                  <c:v>867.7</c:v>
                </c:pt>
                <c:pt idx="2028">
                  <c:v>869.85</c:v>
                </c:pt>
                <c:pt idx="2029">
                  <c:v>873.75</c:v>
                </c:pt>
                <c:pt idx="2030">
                  <c:v>929.5</c:v>
                </c:pt>
                <c:pt idx="2031">
                  <c:v>975.65</c:v>
                </c:pt>
                <c:pt idx="2032">
                  <c:v>955.05</c:v>
                </c:pt>
                <c:pt idx="2033">
                  <c:v>906.1</c:v>
                </c:pt>
                <c:pt idx="2034">
                  <c:v>879.05</c:v>
                </c:pt>
                <c:pt idx="2035">
                  <c:v>898.4</c:v>
                </c:pt>
                <c:pt idx="2036">
                  <c:v>906.1</c:v>
                </c:pt>
                <c:pt idx="2037">
                  <c:v>864.65</c:v>
                </c:pt>
                <c:pt idx="2038">
                  <c:v>868.95</c:v>
                </c:pt>
                <c:pt idx="2039">
                  <c:v>873.8</c:v>
                </c:pt>
                <c:pt idx="2040">
                  <c:v>872.7</c:v>
                </c:pt>
                <c:pt idx="2041">
                  <c:v>853.2</c:v>
                </c:pt>
                <c:pt idx="2042">
                  <c:v>875.45</c:v>
                </c:pt>
                <c:pt idx="2043">
                  <c:v>886.1</c:v>
                </c:pt>
                <c:pt idx="2044">
                  <c:v>914.65</c:v>
                </c:pt>
                <c:pt idx="2045">
                  <c:v>900.55</c:v>
                </c:pt>
                <c:pt idx="2046">
                  <c:v>900.75</c:v>
                </c:pt>
                <c:pt idx="2047">
                  <c:v>898.4</c:v>
                </c:pt>
                <c:pt idx="2048">
                  <c:v>877.55</c:v>
                </c:pt>
                <c:pt idx="2049">
                  <c:v>880.9</c:v>
                </c:pt>
                <c:pt idx="2050">
                  <c:v>877.4</c:v>
                </c:pt>
                <c:pt idx="2051">
                  <c:v>848.6</c:v>
                </c:pt>
                <c:pt idx="2052">
                  <c:v>858.8</c:v>
                </c:pt>
                <c:pt idx="2053">
                  <c:v>875.3</c:v>
                </c:pt>
                <c:pt idx="2054">
                  <c:v>846.15</c:v>
                </c:pt>
                <c:pt idx="2055">
                  <c:v>833.65</c:v>
                </c:pt>
                <c:pt idx="2056">
                  <c:v>823.5</c:v>
                </c:pt>
                <c:pt idx="2057">
                  <c:v>823.55</c:v>
                </c:pt>
                <c:pt idx="2058">
                  <c:v>779.7</c:v>
                </c:pt>
                <c:pt idx="2059">
                  <c:v>803.85</c:v>
                </c:pt>
                <c:pt idx="2060">
                  <c:v>791.85</c:v>
                </c:pt>
                <c:pt idx="2061">
                  <c:v>817.7</c:v>
                </c:pt>
                <c:pt idx="2062">
                  <c:v>811.45</c:v>
                </c:pt>
                <c:pt idx="2063">
                  <c:v>823.7</c:v>
                </c:pt>
                <c:pt idx="2064">
                  <c:v>876.5</c:v>
                </c:pt>
                <c:pt idx="2065">
                  <c:v>878.35</c:v>
                </c:pt>
                <c:pt idx="2066">
                  <c:v>852.5</c:v>
                </c:pt>
                <c:pt idx="2067">
                  <c:v>871.05</c:v>
                </c:pt>
                <c:pt idx="2068">
                  <c:v>810.45</c:v>
                </c:pt>
                <c:pt idx="2069">
                  <c:v>832.35</c:v>
                </c:pt>
                <c:pt idx="2070">
                  <c:v>851.25</c:v>
                </c:pt>
                <c:pt idx="2071">
                  <c:v>885.4</c:v>
                </c:pt>
                <c:pt idx="2072">
                  <c:v>872.9</c:v>
                </c:pt>
                <c:pt idx="2073">
                  <c:v>904.1</c:v>
                </c:pt>
                <c:pt idx="2074">
                  <c:v>887.35</c:v>
                </c:pt>
                <c:pt idx="2075">
                  <c:v>876.25</c:v>
                </c:pt>
                <c:pt idx="2076">
                  <c:v>899.55</c:v>
                </c:pt>
                <c:pt idx="2077">
                  <c:v>908</c:v>
                </c:pt>
                <c:pt idx="2078">
                  <c:v>974.15</c:v>
                </c:pt>
                <c:pt idx="2079">
                  <c:v>971.9</c:v>
                </c:pt>
                <c:pt idx="2080">
                  <c:v>1000.9</c:v>
                </c:pt>
                <c:pt idx="2081">
                  <c:v>993.4</c:v>
                </c:pt>
                <c:pt idx="2082">
                  <c:v>887.2</c:v>
                </c:pt>
                <c:pt idx="2083">
                  <c:v>889.15</c:v>
                </c:pt>
                <c:pt idx="2084">
                  <c:v>890.75</c:v>
                </c:pt>
                <c:pt idx="2085">
                  <c:v>889.3</c:v>
                </c:pt>
                <c:pt idx="2086">
                  <c:v>881.7</c:v>
                </c:pt>
                <c:pt idx="2087">
                  <c:v>910.55</c:v>
                </c:pt>
                <c:pt idx="2088">
                  <c:v>921</c:v>
                </c:pt>
                <c:pt idx="2089">
                  <c:v>943.75</c:v>
                </c:pt>
                <c:pt idx="2090">
                  <c:v>927.45</c:v>
                </c:pt>
                <c:pt idx="2091">
                  <c:v>937.05</c:v>
                </c:pt>
                <c:pt idx="2092">
                  <c:v>966.75</c:v>
                </c:pt>
                <c:pt idx="2093">
                  <c:v>947</c:v>
                </c:pt>
                <c:pt idx="2094">
                  <c:v>917</c:v>
                </c:pt>
                <c:pt idx="2095">
                  <c:v>926.9</c:v>
                </c:pt>
                <c:pt idx="2096">
                  <c:v>905.05</c:v>
                </c:pt>
                <c:pt idx="2097">
                  <c:v>971.15</c:v>
                </c:pt>
                <c:pt idx="2098">
                  <c:v>984.75</c:v>
                </c:pt>
                <c:pt idx="2099">
                  <c:v>981.05</c:v>
                </c:pt>
                <c:pt idx="2100">
                  <c:v>956.1</c:v>
                </c:pt>
                <c:pt idx="2101">
                  <c:v>965.1</c:v>
                </c:pt>
                <c:pt idx="2102">
                  <c:v>961.15</c:v>
                </c:pt>
                <c:pt idx="2103">
                  <c:v>932.4</c:v>
                </c:pt>
                <c:pt idx="2104">
                  <c:v>955.45</c:v>
                </c:pt>
                <c:pt idx="2105">
                  <c:v>968.9</c:v>
                </c:pt>
                <c:pt idx="2106">
                  <c:v>1009.45</c:v>
                </c:pt>
                <c:pt idx="2107">
                  <c:v>994.65</c:v>
                </c:pt>
                <c:pt idx="2108">
                  <c:v>1039.1500000000001</c:v>
                </c:pt>
                <c:pt idx="2109">
                  <c:v>983.85</c:v>
                </c:pt>
                <c:pt idx="2110">
                  <c:v>975.15</c:v>
                </c:pt>
                <c:pt idx="2111">
                  <c:v>956.75</c:v>
                </c:pt>
                <c:pt idx="2112">
                  <c:v>981.85</c:v>
                </c:pt>
                <c:pt idx="2113">
                  <c:v>966.2</c:v>
                </c:pt>
                <c:pt idx="2114">
                  <c:v>914.1</c:v>
                </c:pt>
                <c:pt idx="2115">
                  <c:v>879</c:v>
                </c:pt>
                <c:pt idx="2116">
                  <c:v>890.35</c:v>
                </c:pt>
                <c:pt idx="2117">
                  <c:v>888.25</c:v>
                </c:pt>
                <c:pt idx="2118">
                  <c:v>909.6</c:v>
                </c:pt>
                <c:pt idx="2119">
                  <c:v>910.8</c:v>
                </c:pt>
                <c:pt idx="2120">
                  <c:v>921.3</c:v>
                </c:pt>
                <c:pt idx="2121">
                  <c:v>900.9</c:v>
                </c:pt>
                <c:pt idx="2122">
                  <c:v>888</c:v>
                </c:pt>
                <c:pt idx="2123">
                  <c:v>863.85</c:v>
                </c:pt>
                <c:pt idx="2124">
                  <c:v>858.45</c:v>
                </c:pt>
                <c:pt idx="2125">
                  <c:v>844.4</c:v>
                </c:pt>
                <c:pt idx="2126">
                  <c:v>876.8</c:v>
                </c:pt>
                <c:pt idx="2127">
                  <c:v>881.35</c:v>
                </c:pt>
                <c:pt idx="2128">
                  <c:v>865.5</c:v>
                </c:pt>
                <c:pt idx="2129">
                  <c:v>858.2</c:v>
                </c:pt>
                <c:pt idx="2130">
                  <c:v>847.7</c:v>
                </c:pt>
                <c:pt idx="2131">
                  <c:v>876.5</c:v>
                </c:pt>
                <c:pt idx="2132">
                  <c:v>856.65</c:v>
                </c:pt>
                <c:pt idx="2133">
                  <c:v>844.5</c:v>
                </c:pt>
                <c:pt idx="2134">
                  <c:v>852.25</c:v>
                </c:pt>
                <c:pt idx="2135">
                  <c:v>830.2</c:v>
                </c:pt>
                <c:pt idx="2136">
                  <c:v>876.75</c:v>
                </c:pt>
                <c:pt idx="2137">
                  <c:v>868.4</c:v>
                </c:pt>
                <c:pt idx="2138">
                  <c:v>798.6</c:v>
                </c:pt>
                <c:pt idx="2139">
                  <c:v>767.85</c:v>
                </c:pt>
                <c:pt idx="2140">
                  <c:v>750.65</c:v>
                </c:pt>
                <c:pt idx="2141">
                  <c:v>728.1</c:v>
                </c:pt>
                <c:pt idx="2142">
                  <c:v>783.25</c:v>
                </c:pt>
                <c:pt idx="2143">
                  <c:v>793.85</c:v>
                </c:pt>
                <c:pt idx="2144">
                  <c:v>812.8</c:v>
                </c:pt>
                <c:pt idx="2145">
                  <c:v>831.85</c:v>
                </c:pt>
                <c:pt idx="2146">
                  <c:v>860.55</c:v>
                </c:pt>
                <c:pt idx="2147">
                  <c:v>802.55</c:v>
                </c:pt>
                <c:pt idx="2148">
                  <c:v>799.2</c:v>
                </c:pt>
                <c:pt idx="2149">
                  <c:v>806.25</c:v>
                </c:pt>
                <c:pt idx="2150">
                  <c:v>808.95</c:v>
                </c:pt>
                <c:pt idx="2151">
                  <c:v>838.95</c:v>
                </c:pt>
                <c:pt idx="2152">
                  <c:v>833.75</c:v>
                </c:pt>
                <c:pt idx="2153">
                  <c:v>840.65</c:v>
                </c:pt>
                <c:pt idx="2154">
                  <c:v>815.35</c:v>
                </c:pt>
                <c:pt idx="2155">
                  <c:v>829.7</c:v>
                </c:pt>
                <c:pt idx="2156">
                  <c:v>860.55</c:v>
                </c:pt>
                <c:pt idx="2157">
                  <c:v>853.35</c:v>
                </c:pt>
                <c:pt idx="2158">
                  <c:v>845.1</c:v>
                </c:pt>
                <c:pt idx="2159">
                  <c:v>833.95</c:v>
                </c:pt>
                <c:pt idx="2160">
                  <c:v>819.25</c:v>
                </c:pt>
                <c:pt idx="2161">
                  <c:v>828.3</c:v>
                </c:pt>
                <c:pt idx="2162">
                  <c:v>833.2</c:v>
                </c:pt>
                <c:pt idx="2163">
                  <c:v>841.55</c:v>
                </c:pt>
                <c:pt idx="2164">
                  <c:v>841.25</c:v>
                </c:pt>
                <c:pt idx="2165">
                  <c:v>841.6</c:v>
                </c:pt>
                <c:pt idx="2166">
                  <c:v>817.85</c:v>
                </c:pt>
                <c:pt idx="2167">
                  <c:v>819</c:v>
                </c:pt>
                <c:pt idx="2168">
                  <c:v>818.2</c:v>
                </c:pt>
                <c:pt idx="2169">
                  <c:v>834.05</c:v>
                </c:pt>
                <c:pt idx="2170">
                  <c:v>818.45</c:v>
                </c:pt>
                <c:pt idx="2171">
                  <c:v>792.35</c:v>
                </c:pt>
                <c:pt idx="2172">
                  <c:v>812.2</c:v>
                </c:pt>
                <c:pt idx="2173">
                  <c:v>814.95</c:v>
                </c:pt>
                <c:pt idx="2174">
                  <c:v>848.8</c:v>
                </c:pt>
                <c:pt idx="2175">
                  <c:v>844.2</c:v>
                </c:pt>
                <c:pt idx="2176">
                  <c:v>838.4</c:v>
                </c:pt>
                <c:pt idx="2177">
                  <c:v>856.7</c:v>
                </c:pt>
                <c:pt idx="2178">
                  <c:v>864.8</c:v>
                </c:pt>
                <c:pt idx="2179">
                  <c:v>850.9</c:v>
                </c:pt>
                <c:pt idx="2180">
                  <c:v>836.7</c:v>
                </c:pt>
                <c:pt idx="2181">
                  <c:v>810.55</c:v>
                </c:pt>
                <c:pt idx="2182">
                  <c:v>762.8</c:v>
                </c:pt>
                <c:pt idx="2183">
                  <c:v>748.85</c:v>
                </c:pt>
                <c:pt idx="2184">
                  <c:v>730.1</c:v>
                </c:pt>
                <c:pt idx="2185">
                  <c:v>721.15</c:v>
                </c:pt>
                <c:pt idx="2186">
                  <c:v>766.85</c:v>
                </c:pt>
                <c:pt idx="2187">
                  <c:v>766.8</c:v>
                </c:pt>
                <c:pt idx="2188">
                  <c:v>721</c:v>
                </c:pt>
                <c:pt idx="2189">
                  <c:v>713.05</c:v>
                </c:pt>
                <c:pt idx="2190">
                  <c:v>688.4</c:v>
                </c:pt>
                <c:pt idx="2191">
                  <c:v>676.2</c:v>
                </c:pt>
                <c:pt idx="2192">
                  <c:v>620</c:v>
                </c:pt>
                <c:pt idx="2193">
                  <c:v>665.6</c:v>
                </c:pt>
                <c:pt idx="2194">
                  <c:v>671.75</c:v>
                </c:pt>
                <c:pt idx="2195">
                  <c:v>657.5</c:v>
                </c:pt>
                <c:pt idx="2196">
                  <c:v>619</c:v>
                </c:pt>
                <c:pt idx="2197">
                  <c:v>575.9</c:v>
                </c:pt>
                <c:pt idx="2198">
                  <c:v>546.6</c:v>
                </c:pt>
                <c:pt idx="2199">
                  <c:v>524.79999999999995</c:v>
                </c:pt>
                <c:pt idx="2200">
                  <c:v>572.85</c:v>
                </c:pt>
                <c:pt idx="2201">
                  <c:v>592.70000000000005</c:v>
                </c:pt>
                <c:pt idx="2202">
                  <c:v>543.1</c:v>
                </c:pt>
                <c:pt idx="2203">
                  <c:v>495</c:v>
                </c:pt>
                <c:pt idx="2204">
                  <c:v>453.85</c:v>
                </c:pt>
                <c:pt idx="2205">
                  <c:v>491.35</c:v>
                </c:pt>
                <c:pt idx="2206">
                  <c:v>559.1</c:v>
                </c:pt>
                <c:pt idx="2207">
                  <c:v>546.65</c:v>
                </c:pt>
                <c:pt idx="2208">
                  <c:v>547.29999999999995</c:v>
                </c:pt>
                <c:pt idx="2209">
                  <c:v>498.85</c:v>
                </c:pt>
                <c:pt idx="2210">
                  <c:v>496.75</c:v>
                </c:pt>
                <c:pt idx="2211">
                  <c:v>540.25</c:v>
                </c:pt>
                <c:pt idx="2212">
                  <c:v>540.79999999999995</c:v>
                </c:pt>
                <c:pt idx="2213">
                  <c:v>537.5</c:v>
                </c:pt>
                <c:pt idx="2214">
                  <c:v>547.4</c:v>
                </c:pt>
                <c:pt idx="2215">
                  <c:v>508.5</c:v>
                </c:pt>
                <c:pt idx="2216">
                  <c:v>506.4</c:v>
                </c:pt>
                <c:pt idx="2217">
                  <c:v>500.2</c:v>
                </c:pt>
                <c:pt idx="2218">
                  <c:v>525.15</c:v>
                </c:pt>
                <c:pt idx="2219">
                  <c:v>546.45000000000005</c:v>
                </c:pt>
                <c:pt idx="2220">
                  <c:v>528.85</c:v>
                </c:pt>
                <c:pt idx="2221">
                  <c:v>534.9</c:v>
                </c:pt>
                <c:pt idx="2222">
                  <c:v>530.85</c:v>
                </c:pt>
                <c:pt idx="2223">
                  <c:v>519</c:v>
                </c:pt>
                <c:pt idx="2224">
                  <c:v>483.15</c:v>
                </c:pt>
                <c:pt idx="2225">
                  <c:v>482.65</c:v>
                </c:pt>
                <c:pt idx="2226">
                  <c:v>469.25</c:v>
                </c:pt>
                <c:pt idx="2227">
                  <c:v>506.45</c:v>
                </c:pt>
                <c:pt idx="2228">
                  <c:v>519.9</c:v>
                </c:pt>
                <c:pt idx="2229">
                  <c:v>504</c:v>
                </c:pt>
                <c:pt idx="2230">
                  <c:v>527.45000000000005</c:v>
                </c:pt>
                <c:pt idx="2231">
                  <c:v>559.4</c:v>
                </c:pt>
                <c:pt idx="2232">
                  <c:v>564.15</c:v>
                </c:pt>
                <c:pt idx="2233">
                  <c:v>532.85</c:v>
                </c:pt>
                <c:pt idx="2234">
                  <c:v>534.79999999999995</c:v>
                </c:pt>
                <c:pt idx="2235">
                  <c:v>549.4</c:v>
                </c:pt>
                <c:pt idx="2236">
                  <c:v>521.79999999999995</c:v>
                </c:pt>
                <c:pt idx="2237">
                  <c:v>522.25</c:v>
                </c:pt>
                <c:pt idx="2238">
                  <c:v>541.04999999999995</c:v>
                </c:pt>
                <c:pt idx="2239">
                  <c:v>507.65</c:v>
                </c:pt>
                <c:pt idx="2240">
                  <c:v>481.3</c:v>
                </c:pt>
                <c:pt idx="2241">
                  <c:v>469.65</c:v>
                </c:pt>
                <c:pt idx="2242">
                  <c:v>479.35</c:v>
                </c:pt>
                <c:pt idx="2243">
                  <c:v>477.3</c:v>
                </c:pt>
                <c:pt idx="2244">
                  <c:v>510.5</c:v>
                </c:pt>
                <c:pt idx="2245">
                  <c:v>513.54999999999995</c:v>
                </c:pt>
                <c:pt idx="2246">
                  <c:v>510.55</c:v>
                </c:pt>
                <c:pt idx="2247">
                  <c:v>500.6</c:v>
                </c:pt>
                <c:pt idx="2248">
                  <c:v>478.15</c:v>
                </c:pt>
                <c:pt idx="2249">
                  <c:v>471.65</c:v>
                </c:pt>
                <c:pt idx="2250">
                  <c:v>476.8</c:v>
                </c:pt>
                <c:pt idx="2251">
                  <c:v>482.55</c:v>
                </c:pt>
                <c:pt idx="2252">
                  <c:v>477.9</c:v>
                </c:pt>
                <c:pt idx="2253">
                  <c:v>496.85</c:v>
                </c:pt>
                <c:pt idx="2254">
                  <c:v>498.3</c:v>
                </c:pt>
                <c:pt idx="2255">
                  <c:v>515.25</c:v>
                </c:pt>
                <c:pt idx="2256">
                  <c:v>506.4</c:v>
                </c:pt>
                <c:pt idx="2257">
                  <c:v>504.8</c:v>
                </c:pt>
                <c:pt idx="2258">
                  <c:v>536.95000000000005</c:v>
                </c:pt>
                <c:pt idx="2259">
                  <c:v>512.54999999999995</c:v>
                </c:pt>
                <c:pt idx="2260">
                  <c:v>525.65</c:v>
                </c:pt>
                <c:pt idx="2261">
                  <c:v>538.95000000000005</c:v>
                </c:pt>
                <c:pt idx="2262">
                  <c:v>510.45</c:v>
                </c:pt>
                <c:pt idx="2263">
                  <c:v>503</c:v>
                </c:pt>
                <c:pt idx="2264">
                  <c:v>500.75</c:v>
                </c:pt>
                <c:pt idx="2265">
                  <c:v>496.45</c:v>
                </c:pt>
                <c:pt idx="2266">
                  <c:v>492.3</c:v>
                </c:pt>
                <c:pt idx="2267">
                  <c:v>496.6</c:v>
                </c:pt>
                <c:pt idx="2268">
                  <c:v>486.15</c:v>
                </c:pt>
                <c:pt idx="2269">
                  <c:v>499.1</c:v>
                </c:pt>
                <c:pt idx="2270">
                  <c:v>507.45</c:v>
                </c:pt>
                <c:pt idx="2271">
                  <c:v>509.4</c:v>
                </c:pt>
                <c:pt idx="2272">
                  <c:v>511.6</c:v>
                </c:pt>
                <c:pt idx="2273">
                  <c:v>491.3</c:v>
                </c:pt>
                <c:pt idx="2274">
                  <c:v>499.85</c:v>
                </c:pt>
                <c:pt idx="2275">
                  <c:v>498.65</c:v>
                </c:pt>
                <c:pt idx="2276">
                  <c:v>482.9</c:v>
                </c:pt>
                <c:pt idx="2277">
                  <c:v>502.8</c:v>
                </c:pt>
                <c:pt idx="2278">
                  <c:v>515</c:v>
                </c:pt>
                <c:pt idx="2279">
                  <c:v>524.6</c:v>
                </c:pt>
                <c:pt idx="2280">
                  <c:v>514.75</c:v>
                </c:pt>
                <c:pt idx="2281">
                  <c:v>509.9</c:v>
                </c:pt>
                <c:pt idx="2282">
                  <c:v>511.2</c:v>
                </c:pt>
                <c:pt idx="2283">
                  <c:v>500.75</c:v>
                </c:pt>
                <c:pt idx="2284">
                  <c:v>485.25</c:v>
                </c:pt>
                <c:pt idx="2285">
                  <c:v>480.75</c:v>
                </c:pt>
                <c:pt idx="2286">
                  <c:v>489.5</c:v>
                </c:pt>
                <c:pt idx="2287">
                  <c:v>474.05</c:v>
                </c:pt>
                <c:pt idx="2288">
                  <c:v>468.9</c:v>
                </c:pt>
                <c:pt idx="2289">
                  <c:v>480.75</c:v>
                </c:pt>
                <c:pt idx="2290">
                  <c:v>482.2</c:v>
                </c:pt>
                <c:pt idx="2291">
                  <c:v>483.1</c:v>
                </c:pt>
                <c:pt idx="2292">
                  <c:v>459.85</c:v>
                </c:pt>
                <c:pt idx="2293">
                  <c:v>446.2</c:v>
                </c:pt>
                <c:pt idx="2294">
                  <c:v>460.55</c:v>
                </c:pt>
                <c:pt idx="2295">
                  <c:v>463.2</c:v>
                </c:pt>
                <c:pt idx="2296">
                  <c:v>481.7</c:v>
                </c:pt>
                <c:pt idx="2297">
                  <c:v>463</c:v>
                </c:pt>
                <c:pt idx="2298">
                  <c:v>477.4</c:v>
                </c:pt>
                <c:pt idx="2299">
                  <c:v>506.85</c:v>
                </c:pt>
                <c:pt idx="2300">
                  <c:v>519.79999999999995</c:v>
                </c:pt>
                <c:pt idx="2301">
                  <c:v>497.55</c:v>
                </c:pt>
                <c:pt idx="2302">
                  <c:v>505.15</c:v>
                </c:pt>
                <c:pt idx="2303">
                  <c:v>514.95000000000005</c:v>
                </c:pt>
                <c:pt idx="2304">
                  <c:v>509.8</c:v>
                </c:pt>
                <c:pt idx="2305">
                  <c:v>519.65</c:v>
                </c:pt>
                <c:pt idx="2306">
                  <c:v>521.65</c:v>
                </c:pt>
                <c:pt idx="2307">
                  <c:v>526</c:v>
                </c:pt>
                <c:pt idx="2308">
                  <c:v>558.45000000000005</c:v>
                </c:pt>
                <c:pt idx="2309">
                  <c:v>574.85</c:v>
                </c:pt>
                <c:pt idx="2310">
                  <c:v>523.25</c:v>
                </c:pt>
                <c:pt idx="2311">
                  <c:v>538.54999999999995</c:v>
                </c:pt>
                <c:pt idx="2312">
                  <c:v>544.5</c:v>
                </c:pt>
                <c:pt idx="2313">
                  <c:v>578.75</c:v>
                </c:pt>
                <c:pt idx="2314">
                  <c:v>579.54999999999995</c:v>
                </c:pt>
                <c:pt idx="2315">
                  <c:v>604.15</c:v>
                </c:pt>
                <c:pt idx="2316">
                  <c:v>602.54999999999995</c:v>
                </c:pt>
                <c:pt idx="2317">
                  <c:v>592.25</c:v>
                </c:pt>
                <c:pt idx="2318">
                  <c:v>577.70000000000005</c:v>
                </c:pt>
                <c:pt idx="2319">
                  <c:v>572.04999999999995</c:v>
                </c:pt>
                <c:pt idx="2320">
                  <c:v>573.1</c:v>
                </c:pt>
                <c:pt idx="2321">
                  <c:v>561.4</c:v>
                </c:pt>
                <c:pt idx="2322">
                  <c:v>550.75</c:v>
                </c:pt>
                <c:pt idx="2323">
                  <c:v>542.95000000000005</c:v>
                </c:pt>
                <c:pt idx="2324">
                  <c:v>568.1</c:v>
                </c:pt>
                <c:pt idx="2325">
                  <c:v>583.9</c:v>
                </c:pt>
                <c:pt idx="2326">
                  <c:v>601.9</c:v>
                </c:pt>
                <c:pt idx="2327">
                  <c:v>598.5</c:v>
                </c:pt>
                <c:pt idx="2328">
                  <c:v>623.6</c:v>
                </c:pt>
                <c:pt idx="2329">
                  <c:v>666.4</c:v>
                </c:pt>
                <c:pt idx="2330">
                  <c:v>651</c:v>
                </c:pt>
                <c:pt idx="2331">
                  <c:v>635.35</c:v>
                </c:pt>
                <c:pt idx="2332">
                  <c:v>631.70000000000005</c:v>
                </c:pt>
                <c:pt idx="2333">
                  <c:v>630.95000000000005</c:v>
                </c:pt>
                <c:pt idx="2334">
                  <c:v>615.25</c:v>
                </c:pt>
                <c:pt idx="2335">
                  <c:v>641.1</c:v>
                </c:pt>
                <c:pt idx="2336">
                  <c:v>621.70000000000005</c:v>
                </c:pt>
                <c:pt idx="2337">
                  <c:v>619.79999999999995</c:v>
                </c:pt>
                <c:pt idx="2338">
                  <c:v>644.04999999999995</c:v>
                </c:pt>
                <c:pt idx="2339">
                  <c:v>743.85</c:v>
                </c:pt>
                <c:pt idx="2340">
                  <c:v>669.75</c:v>
                </c:pt>
                <c:pt idx="2341">
                  <c:v>676.65</c:v>
                </c:pt>
                <c:pt idx="2342">
                  <c:v>647.45000000000005</c:v>
                </c:pt>
                <c:pt idx="2343">
                  <c:v>634.04999999999995</c:v>
                </c:pt>
                <c:pt idx="2344">
                  <c:v>631.35</c:v>
                </c:pt>
                <c:pt idx="2345">
                  <c:v>624.45000000000005</c:v>
                </c:pt>
                <c:pt idx="2346">
                  <c:v>648.54999999999995</c:v>
                </c:pt>
                <c:pt idx="2347">
                  <c:v>663.2</c:v>
                </c:pt>
                <c:pt idx="2348">
                  <c:v>704.6</c:v>
                </c:pt>
                <c:pt idx="2349">
                  <c:v>697.65</c:v>
                </c:pt>
                <c:pt idx="2350">
                  <c:v>694.75</c:v>
                </c:pt>
                <c:pt idx="2351">
                  <c:v>696.85</c:v>
                </c:pt>
                <c:pt idx="2352">
                  <c:v>707.2</c:v>
                </c:pt>
                <c:pt idx="2353">
                  <c:v>721.35</c:v>
                </c:pt>
                <c:pt idx="2354">
                  <c:v>742.1</c:v>
                </c:pt>
                <c:pt idx="2355">
                  <c:v>782.15</c:v>
                </c:pt>
                <c:pt idx="2356">
                  <c:v>781.8</c:v>
                </c:pt>
                <c:pt idx="2357">
                  <c:v>775.1</c:v>
                </c:pt>
                <c:pt idx="2358">
                  <c:v>764.55</c:v>
                </c:pt>
                <c:pt idx="2359">
                  <c:v>778</c:v>
                </c:pt>
                <c:pt idx="2360">
                  <c:v>389.15</c:v>
                </c:pt>
                <c:pt idx="2361">
                  <c:v>378.75</c:v>
                </c:pt>
                <c:pt idx="2362">
                  <c:v>376.4</c:v>
                </c:pt>
                <c:pt idx="2363">
                  <c:v>379.8</c:v>
                </c:pt>
                <c:pt idx="2364">
                  <c:v>369.65</c:v>
                </c:pt>
                <c:pt idx="2365">
                  <c:v>366.65</c:v>
                </c:pt>
                <c:pt idx="2366">
                  <c:v>381.75</c:v>
                </c:pt>
                <c:pt idx="2367">
                  <c:v>380.5</c:v>
                </c:pt>
                <c:pt idx="2368">
                  <c:v>397.4</c:v>
                </c:pt>
                <c:pt idx="2369">
                  <c:v>386.2</c:v>
                </c:pt>
                <c:pt idx="2370">
                  <c:v>389.85</c:v>
                </c:pt>
                <c:pt idx="2371">
                  <c:v>392.95</c:v>
                </c:pt>
                <c:pt idx="2372">
                  <c:v>390</c:v>
                </c:pt>
                <c:pt idx="2373">
                  <c:v>390.95</c:v>
                </c:pt>
                <c:pt idx="2374">
                  <c:v>380.7</c:v>
                </c:pt>
                <c:pt idx="2375">
                  <c:v>389.15</c:v>
                </c:pt>
                <c:pt idx="2376">
                  <c:v>381.15</c:v>
                </c:pt>
                <c:pt idx="2377">
                  <c:v>388.15</c:v>
                </c:pt>
                <c:pt idx="2378">
                  <c:v>395.15</c:v>
                </c:pt>
                <c:pt idx="2379">
                  <c:v>397.5</c:v>
                </c:pt>
                <c:pt idx="2380">
                  <c:v>406.95</c:v>
                </c:pt>
                <c:pt idx="2381">
                  <c:v>423.15</c:v>
                </c:pt>
                <c:pt idx="2382">
                  <c:v>419.8</c:v>
                </c:pt>
                <c:pt idx="2383">
                  <c:v>434.1</c:v>
                </c:pt>
                <c:pt idx="2384">
                  <c:v>500.55</c:v>
                </c:pt>
                <c:pt idx="2385">
                  <c:v>477.6</c:v>
                </c:pt>
                <c:pt idx="2386">
                  <c:v>466.3</c:v>
                </c:pt>
                <c:pt idx="2387">
                  <c:v>475.65</c:v>
                </c:pt>
                <c:pt idx="2388">
                  <c:v>482</c:v>
                </c:pt>
                <c:pt idx="2389">
                  <c:v>480.3</c:v>
                </c:pt>
                <c:pt idx="2390">
                  <c:v>480.65</c:v>
                </c:pt>
                <c:pt idx="2391">
                  <c:v>499.8</c:v>
                </c:pt>
                <c:pt idx="2392">
                  <c:v>533.1</c:v>
                </c:pt>
                <c:pt idx="2393">
                  <c:v>525.95000000000005</c:v>
                </c:pt>
                <c:pt idx="2394">
                  <c:v>531.65</c:v>
                </c:pt>
                <c:pt idx="2395">
                  <c:v>530.15</c:v>
                </c:pt>
                <c:pt idx="2396">
                  <c:v>529</c:v>
                </c:pt>
                <c:pt idx="2397">
                  <c:v>517.4</c:v>
                </c:pt>
                <c:pt idx="2398">
                  <c:v>509.1</c:v>
                </c:pt>
                <c:pt idx="2399">
                  <c:v>539.04999999999995</c:v>
                </c:pt>
                <c:pt idx="2400">
                  <c:v>541.9</c:v>
                </c:pt>
                <c:pt idx="2401">
                  <c:v>519.65</c:v>
                </c:pt>
                <c:pt idx="2402">
                  <c:v>526.75</c:v>
                </c:pt>
                <c:pt idx="2403">
                  <c:v>521.5</c:v>
                </c:pt>
                <c:pt idx="2404">
                  <c:v>510.15</c:v>
                </c:pt>
                <c:pt idx="2405">
                  <c:v>508.85</c:v>
                </c:pt>
                <c:pt idx="2406">
                  <c:v>498.05</c:v>
                </c:pt>
                <c:pt idx="2407">
                  <c:v>501</c:v>
                </c:pt>
                <c:pt idx="2408">
                  <c:v>509.25</c:v>
                </c:pt>
                <c:pt idx="2409">
                  <c:v>521.54999999999995</c:v>
                </c:pt>
                <c:pt idx="2410">
                  <c:v>528.29999999999995</c:v>
                </c:pt>
                <c:pt idx="2411">
                  <c:v>548.5</c:v>
                </c:pt>
                <c:pt idx="2412">
                  <c:v>547.75</c:v>
                </c:pt>
                <c:pt idx="2413">
                  <c:v>540.79999999999995</c:v>
                </c:pt>
                <c:pt idx="2414">
                  <c:v>527.04999999999995</c:v>
                </c:pt>
                <c:pt idx="2415">
                  <c:v>526.9</c:v>
                </c:pt>
                <c:pt idx="2416">
                  <c:v>534.6</c:v>
                </c:pt>
                <c:pt idx="2417">
                  <c:v>533.65</c:v>
                </c:pt>
                <c:pt idx="2418">
                  <c:v>531.9</c:v>
                </c:pt>
                <c:pt idx="2419">
                  <c:v>550.95000000000005</c:v>
                </c:pt>
                <c:pt idx="2420">
                  <c:v>554.65</c:v>
                </c:pt>
                <c:pt idx="2421">
                  <c:v>560.45000000000005</c:v>
                </c:pt>
                <c:pt idx="2422">
                  <c:v>556.54999999999995</c:v>
                </c:pt>
                <c:pt idx="2423">
                  <c:v>560.35</c:v>
                </c:pt>
                <c:pt idx="2424">
                  <c:v>559.1</c:v>
                </c:pt>
                <c:pt idx="2425">
                  <c:v>571.9</c:v>
                </c:pt>
                <c:pt idx="2426">
                  <c:v>570.5</c:v>
                </c:pt>
                <c:pt idx="2427">
                  <c:v>582.95000000000005</c:v>
                </c:pt>
                <c:pt idx="2428">
                  <c:v>584</c:v>
                </c:pt>
                <c:pt idx="2429">
                  <c:v>602.65</c:v>
                </c:pt>
                <c:pt idx="2430">
                  <c:v>590.9</c:v>
                </c:pt>
                <c:pt idx="2431">
                  <c:v>602.54999999999995</c:v>
                </c:pt>
                <c:pt idx="2432">
                  <c:v>587.4</c:v>
                </c:pt>
                <c:pt idx="2433">
                  <c:v>610.4</c:v>
                </c:pt>
                <c:pt idx="2434">
                  <c:v>621</c:v>
                </c:pt>
                <c:pt idx="2435">
                  <c:v>629.85</c:v>
                </c:pt>
                <c:pt idx="2436">
                  <c:v>615.29999999999995</c:v>
                </c:pt>
                <c:pt idx="2437">
                  <c:v>614.20000000000005</c:v>
                </c:pt>
                <c:pt idx="2438">
                  <c:v>591.70000000000005</c:v>
                </c:pt>
                <c:pt idx="2439">
                  <c:v>571.4</c:v>
                </c:pt>
                <c:pt idx="2440">
                  <c:v>561.75</c:v>
                </c:pt>
                <c:pt idx="2441">
                  <c:v>579.85</c:v>
                </c:pt>
                <c:pt idx="2442">
                  <c:v>592.95000000000005</c:v>
                </c:pt>
                <c:pt idx="2443">
                  <c:v>581.79999999999995</c:v>
                </c:pt>
                <c:pt idx="2444">
                  <c:v>598.29999999999995</c:v>
                </c:pt>
                <c:pt idx="2445">
                  <c:v>608.79999999999995</c:v>
                </c:pt>
                <c:pt idx="2446">
                  <c:v>621.04999999999995</c:v>
                </c:pt>
                <c:pt idx="2447">
                  <c:v>632.79999999999995</c:v>
                </c:pt>
                <c:pt idx="2448">
                  <c:v>625.85</c:v>
                </c:pt>
                <c:pt idx="2449">
                  <c:v>639.79999999999995</c:v>
                </c:pt>
                <c:pt idx="2450">
                  <c:v>644.54999999999995</c:v>
                </c:pt>
                <c:pt idx="2451">
                  <c:v>642.75</c:v>
                </c:pt>
                <c:pt idx="2452">
                  <c:v>642.85</c:v>
                </c:pt>
                <c:pt idx="2453">
                  <c:v>634.04999999999995</c:v>
                </c:pt>
                <c:pt idx="2454">
                  <c:v>628.29999999999995</c:v>
                </c:pt>
                <c:pt idx="2455">
                  <c:v>606.04999999999995</c:v>
                </c:pt>
                <c:pt idx="2456">
                  <c:v>625.70000000000005</c:v>
                </c:pt>
                <c:pt idx="2457">
                  <c:v>624.5</c:v>
                </c:pt>
                <c:pt idx="2458">
                  <c:v>622.15</c:v>
                </c:pt>
                <c:pt idx="2459">
                  <c:v>622.75</c:v>
                </c:pt>
                <c:pt idx="2460">
                  <c:v>626.65</c:v>
                </c:pt>
                <c:pt idx="2461">
                  <c:v>645.25</c:v>
                </c:pt>
                <c:pt idx="2462">
                  <c:v>655.35</c:v>
                </c:pt>
                <c:pt idx="2463">
                  <c:v>670.15</c:v>
                </c:pt>
                <c:pt idx="2464">
                  <c:v>665.75</c:v>
                </c:pt>
                <c:pt idx="2465">
                  <c:v>690.45</c:v>
                </c:pt>
                <c:pt idx="2466">
                  <c:v>686.9</c:v>
                </c:pt>
                <c:pt idx="2467">
                  <c:v>679.9</c:v>
                </c:pt>
                <c:pt idx="2468">
                  <c:v>693.15</c:v>
                </c:pt>
                <c:pt idx="2469">
                  <c:v>694.1</c:v>
                </c:pt>
                <c:pt idx="2470">
                  <c:v>699.05</c:v>
                </c:pt>
                <c:pt idx="2471">
                  <c:v>702.8</c:v>
                </c:pt>
                <c:pt idx="2472">
                  <c:v>687.9</c:v>
                </c:pt>
                <c:pt idx="2473">
                  <c:v>670.45</c:v>
                </c:pt>
                <c:pt idx="2474">
                  <c:v>688.4</c:v>
                </c:pt>
                <c:pt idx="2475">
                  <c:v>685.75</c:v>
                </c:pt>
                <c:pt idx="2476">
                  <c:v>684.3</c:v>
                </c:pt>
                <c:pt idx="2477">
                  <c:v>690.05</c:v>
                </c:pt>
                <c:pt idx="2478">
                  <c:v>695.2</c:v>
                </c:pt>
                <c:pt idx="2479">
                  <c:v>699.4</c:v>
                </c:pt>
                <c:pt idx="2480">
                  <c:v>698.3</c:v>
                </c:pt>
                <c:pt idx="2481">
                  <c:v>706.7</c:v>
                </c:pt>
                <c:pt idx="2482">
                  <c:v>705.65</c:v>
                </c:pt>
                <c:pt idx="2483">
                  <c:v>706.1</c:v>
                </c:pt>
                <c:pt idx="2484">
                  <c:v>705.1</c:v>
                </c:pt>
                <c:pt idx="2485">
                  <c:v>700.95</c:v>
                </c:pt>
                <c:pt idx="2486">
                  <c:v>713.15</c:v>
                </c:pt>
                <c:pt idx="2487">
                  <c:v>722.75</c:v>
                </c:pt>
                <c:pt idx="2488">
                  <c:v>727.5</c:v>
                </c:pt>
                <c:pt idx="2489">
                  <c:v>734.05</c:v>
                </c:pt>
                <c:pt idx="2490">
                  <c:v>724.05</c:v>
                </c:pt>
                <c:pt idx="2491">
                  <c:v>746.55</c:v>
                </c:pt>
                <c:pt idx="2492">
                  <c:v>749.3</c:v>
                </c:pt>
                <c:pt idx="2493">
                  <c:v>741.4</c:v>
                </c:pt>
                <c:pt idx="2494">
                  <c:v>742.75</c:v>
                </c:pt>
                <c:pt idx="2495">
                  <c:v>750.25</c:v>
                </c:pt>
                <c:pt idx="2496">
                  <c:v>751.65</c:v>
                </c:pt>
                <c:pt idx="2497">
                  <c:v>751.85</c:v>
                </c:pt>
                <c:pt idx="2498">
                  <c:v>734.85</c:v>
                </c:pt>
                <c:pt idx="2499">
                  <c:v>714.4</c:v>
                </c:pt>
                <c:pt idx="2500">
                  <c:v>699.8</c:v>
                </c:pt>
                <c:pt idx="2501">
                  <c:v>714.2</c:v>
                </c:pt>
                <c:pt idx="2502">
                  <c:v>750.05</c:v>
                </c:pt>
                <c:pt idx="2503">
                  <c:v>788.55</c:v>
                </c:pt>
                <c:pt idx="2504">
                  <c:v>779.85</c:v>
                </c:pt>
                <c:pt idx="2505">
                  <c:v>791.4</c:v>
                </c:pt>
                <c:pt idx="2506">
                  <c:v>802.2</c:v>
                </c:pt>
                <c:pt idx="2507">
                  <c:v>780.7</c:v>
                </c:pt>
                <c:pt idx="2508">
                  <c:v>779.4</c:v>
                </c:pt>
                <c:pt idx="2509">
                  <c:v>770.65</c:v>
                </c:pt>
                <c:pt idx="2510">
                  <c:v>757.85</c:v>
                </c:pt>
                <c:pt idx="2511">
                  <c:v>756.2</c:v>
                </c:pt>
                <c:pt idx="2512">
                  <c:v>743.3</c:v>
                </c:pt>
                <c:pt idx="2513">
                  <c:v>741.75</c:v>
                </c:pt>
                <c:pt idx="2514">
                  <c:v>736.2</c:v>
                </c:pt>
                <c:pt idx="2515">
                  <c:v>746.15</c:v>
                </c:pt>
                <c:pt idx="2516">
                  <c:v>738.4</c:v>
                </c:pt>
                <c:pt idx="2517">
                  <c:v>752.95</c:v>
                </c:pt>
                <c:pt idx="2518">
                  <c:v>738.7</c:v>
                </c:pt>
                <c:pt idx="2519">
                  <c:v>723.5</c:v>
                </c:pt>
                <c:pt idx="2520">
                  <c:v>729.7</c:v>
                </c:pt>
                <c:pt idx="2521">
                  <c:v>724.15</c:v>
                </c:pt>
                <c:pt idx="2522">
                  <c:v>735.15</c:v>
                </c:pt>
                <c:pt idx="2523">
                  <c:v>732.3</c:v>
                </c:pt>
                <c:pt idx="2524">
                  <c:v>742.7</c:v>
                </c:pt>
                <c:pt idx="2525">
                  <c:v>746.15</c:v>
                </c:pt>
                <c:pt idx="2526">
                  <c:v>758.15</c:v>
                </c:pt>
                <c:pt idx="2527">
                  <c:v>758.65</c:v>
                </c:pt>
                <c:pt idx="2528">
                  <c:v>758.8</c:v>
                </c:pt>
                <c:pt idx="2529">
                  <c:v>750.55</c:v>
                </c:pt>
                <c:pt idx="2530">
                  <c:v>757.25</c:v>
                </c:pt>
                <c:pt idx="2531">
                  <c:v>762.1</c:v>
                </c:pt>
                <c:pt idx="2532">
                  <c:v>765.35</c:v>
                </c:pt>
                <c:pt idx="2533">
                  <c:v>766.25</c:v>
                </c:pt>
                <c:pt idx="2534">
                  <c:v>761.8</c:v>
                </c:pt>
                <c:pt idx="2535">
                  <c:v>763.2</c:v>
                </c:pt>
                <c:pt idx="2536">
                  <c:v>768.75</c:v>
                </c:pt>
                <c:pt idx="2537">
                  <c:v>763.9</c:v>
                </c:pt>
                <c:pt idx="2538">
                  <c:v>762.6</c:v>
                </c:pt>
                <c:pt idx="2539">
                  <c:v>762.7</c:v>
                </c:pt>
                <c:pt idx="2540">
                  <c:v>768.7</c:v>
                </c:pt>
                <c:pt idx="2541">
                  <c:v>780.05</c:v>
                </c:pt>
                <c:pt idx="2542">
                  <c:v>791.6</c:v>
                </c:pt>
                <c:pt idx="2543">
                  <c:v>796.95</c:v>
                </c:pt>
                <c:pt idx="2544">
                  <c:v>818</c:v>
                </c:pt>
                <c:pt idx="2545">
                  <c:v>829</c:v>
                </c:pt>
                <c:pt idx="2546">
                  <c:v>840.7</c:v>
                </c:pt>
                <c:pt idx="2547">
                  <c:v>825.85</c:v>
                </c:pt>
                <c:pt idx="2548">
                  <c:v>820.9</c:v>
                </c:pt>
                <c:pt idx="2549">
                  <c:v>827.6</c:v>
                </c:pt>
                <c:pt idx="2550">
                  <c:v>828.65</c:v>
                </c:pt>
                <c:pt idx="2551">
                  <c:v>829.8</c:v>
                </c:pt>
                <c:pt idx="2552">
                  <c:v>825.05</c:v>
                </c:pt>
                <c:pt idx="2553">
                  <c:v>811.95</c:v>
                </c:pt>
                <c:pt idx="2554">
                  <c:v>800</c:v>
                </c:pt>
                <c:pt idx="2555">
                  <c:v>780.65</c:v>
                </c:pt>
                <c:pt idx="2556">
                  <c:v>807.8</c:v>
                </c:pt>
                <c:pt idx="2557">
                  <c:v>803.35</c:v>
                </c:pt>
                <c:pt idx="2558">
                  <c:v>796.05</c:v>
                </c:pt>
                <c:pt idx="2559">
                  <c:v>798.05</c:v>
                </c:pt>
                <c:pt idx="2560">
                  <c:v>799.45</c:v>
                </c:pt>
                <c:pt idx="2561">
                  <c:v>791.6</c:v>
                </c:pt>
                <c:pt idx="2562">
                  <c:v>798.1</c:v>
                </c:pt>
                <c:pt idx="2563">
                  <c:v>820.85</c:v>
                </c:pt>
                <c:pt idx="2564">
                  <c:v>821.7</c:v>
                </c:pt>
                <c:pt idx="2565">
                  <c:v>815.1</c:v>
                </c:pt>
                <c:pt idx="2566">
                  <c:v>811.95</c:v>
                </c:pt>
                <c:pt idx="2567">
                  <c:v>789.5</c:v>
                </c:pt>
                <c:pt idx="2568">
                  <c:v>785</c:v>
                </c:pt>
                <c:pt idx="2569">
                  <c:v>785.95</c:v>
                </c:pt>
                <c:pt idx="2570">
                  <c:v>780.2</c:v>
                </c:pt>
                <c:pt idx="2571">
                  <c:v>785.1</c:v>
                </c:pt>
                <c:pt idx="2572">
                  <c:v>787.3</c:v>
                </c:pt>
                <c:pt idx="2573">
                  <c:v>770.3</c:v>
                </c:pt>
                <c:pt idx="2574">
                  <c:v>759.75</c:v>
                </c:pt>
                <c:pt idx="2575">
                  <c:v>765.4</c:v>
                </c:pt>
                <c:pt idx="2576">
                  <c:v>766.8</c:v>
                </c:pt>
                <c:pt idx="2577">
                  <c:v>761</c:v>
                </c:pt>
                <c:pt idx="2578">
                  <c:v>765.75</c:v>
                </c:pt>
                <c:pt idx="2579">
                  <c:v>767.1</c:v>
                </c:pt>
                <c:pt idx="2580">
                  <c:v>741.4</c:v>
                </c:pt>
                <c:pt idx="2581">
                  <c:v>770.25</c:v>
                </c:pt>
                <c:pt idx="2582">
                  <c:v>756.3</c:v>
                </c:pt>
                <c:pt idx="2583">
                  <c:v>759.45</c:v>
                </c:pt>
                <c:pt idx="2584">
                  <c:v>765.6</c:v>
                </c:pt>
                <c:pt idx="2585">
                  <c:v>763.85</c:v>
                </c:pt>
                <c:pt idx="2586">
                  <c:v>745.75</c:v>
                </c:pt>
                <c:pt idx="2587">
                  <c:v>735.1</c:v>
                </c:pt>
                <c:pt idx="2588">
                  <c:v>721.5</c:v>
                </c:pt>
                <c:pt idx="2589">
                  <c:v>730</c:v>
                </c:pt>
                <c:pt idx="2590">
                  <c:v>718.7</c:v>
                </c:pt>
                <c:pt idx="2591">
                  <c:v>717.6</c:v>
                </c:pt>
                <c:pt idx="2592">
                  <c:v>699.55</c:v>
                </c:pt>
                <c:pt idx="2593">
                  <c:v>738</c:v>
                </c:pt>
                <c:pt idx="2594">
                  <c:v>741.85</c:v>
                </c:pt>
                <c:pt idx="2595">
                  <c:v>750.8</c:v>
                </c:pt>
                <c:pt idx="2596">
                  <c:v>743.05</c:v>
                </c:pt>
                <c:pt idx="2597">
                  <c:v>739.2</c:v>
                </c:pt>
                <c:pt idx="2598">
                  <c:v>754.25</c:v>
                </c:pt>
                <c:pt idx="2599">
                  <c:v>765.45</c:v>
                </c:pt>
                <c:pt idx="2600">
                  <c:v>765.35</c:v>
                </c:pt>
                <c:pt idx="2601">
                  <c:v>753.25</c:v>
                </c:pt>
                <c:pt idx="2602">
                  <c:v>750.2</c:v>
                </c:pt>
                <c:pt idx="2603">
                  <c:v>733.05</c:v>
                </c:pt>
                <c:pt idx="2604">
                  <c:v>750.5</c:v>
                </c:pt>
                <c:pt idx="2605">
                  <c:v>759.1</c:v>
                </c:pt>
                <c:pt idx="2606">
                  <c:v>781</c:v>
                </c:pt>
                <c:pt idx="2607">
                  <c:v>766.1</c:v>
                </c:pt>
                <c:pt idx="2608">
                  <c:v>774.8</c:v>
                </c:pt>
                <c:pt idx="2609">
                  <c:v>775.3</c:v>
                </c:pt>
                <c:pt idx="2610">
                  <c:v>783.2</c:v>
                </c:pt>
                <c:pt idx="2611">
                  <c:v>787.7</c:v>
                </c:pt>
                <c:pt idx="2612">
                  <c:v>778.65</c:v>
                </c:pt>
                <c:pt idx="2613">
                  <c:v>786.3</c:v>
                </c:pt>
                <c:pt idx="2614">
                  <c:v>773.45</c:v>
                </c:pt>
                <c:pt idx="2615">
                  <c:v>758.5</c:v>
                </c:pt>
                <c:pt idx="2616">
                  <c:v>764.75</c:v>
                </c:pt>
                <c:pt idx="2617">
                  <c:v>753.8</c:v>
                </c:pt>
                <c:pt idx="2618">
                  <c:v>751</c:v>
                </c:pt>
                <c:pt idx="2619">
                  <c:v>732</c:v>
                </c:pt>
                <c:pt idx="2620">
                  <c:v>743.8</c:v>
                </c:pt>
                <c:pt idx="2621">
                  <c:v>739</c:v>
                </c:pt>
                <c:pt idx="2622">
                  <c:v>759.15</c:v>
                </c:pt>
                <c:pt idx="2623">
                  <c:v>764.6</c:v>
                </c:pt>
                <c:pt idx="2624">
                  <c:v>776.8</c:v>
                </c:pt>
                <c:pt idx="2625">
                  <c:v>774.45</c:v>
                </c:pt>
                <c:pt idx="2626">
                  <c:v>791.7</c:v>
                </c:pt>
                <c:pt idx="2627">
                  <c:v>774.65</c:v>
                </c:pt>
                <c:pt idx="2628">
                  <c:v>774.65</c:v>
                </c:pt>
                <c:pt idx="2629">
                  <c:v>782.1</c:v>
                </c:pt>
                <c:pt idx="2630">
                  <c:v>833.65</c:v>
                </c:pt>
                <c:pt idx="2631">
                  <c:v>826.7</c:v>
                </c:pt>
                <c:pt idx="2632">
                  <c:v>827.25</c:v>
                </c:pt>
                <c:pt idx="2633">
                  <c:v>843</c:v>
                </c:pt>
                <c:pt idx="2634">
                  <c:v>843.7</c:v>
                </c:pt>
                <c:pt idx="2635">
                  <c:v>839.3</c:v>
                </c:pt>
                <c:pt idx="2636">
                  <c:v>849.25</c:v>
                </c:pt>
                <c:pt idx="2637">
                  <c:v>849.15</c:v>
                </c:pt>
                <c:pt idx="2638">
                  <c:v>854.45</c:v>
                </c:pt>
                <c:pt idx="2639">
                  <c:v>850</c:v>
                </c:pt>
                <c:pt idx="2640">
                  <c:v>839.8</c:v>
                </c:pt>
                <c:pt idx="2641">
                  <c:v>838.3</c:v>
                </c:pt>
                <c:pt idx="2642">
                  <c:v>832.05</c:v>
                </c:pt>
                <c:pt idx="2643">
                  <c:v>868.8</c:v>
                </c:pt>
                <c:pt idx="2644">
                  <c:v>877.85</c:v>
                </c:pt>
                <c:pt idx="2645">
                  <c:v>864.7</c:v>
                </c:pt>
                <c:pt idx="2646">
                  <c:v>879.85</c:v>
                </c:pt>
                <c:pt idx="2647">
                  <c:v>864.5</c:v>
                </c:pt>
                <c:pt idx="2648">
                  <c:v>858.15</c:v>
                </c:pt>
                <c:pt idx="2649">
                  <c:v>853.45</c:v>
                </c:pt>
                <c:pt idx="2650">
                  <c:v>854.4</c:v>
                </c:pt>
                <c:pt idx="2651">
                  <c:v>854.1</c:v>
                </c:pt>
                <c:pt idx="2652">
                  <c:v>850.2</c:v>
                </c:pt>
                <c:pt idx="2653">
                  <c:v>871.1</c:v>
                </c:pt>
                <c:pt idx="2654">
                  <c:v>872.05</c:v>
                </c:pt>
                <c:pt idx="2655">
                  <c:v>868.95</c:v>
                </c:pt>
                <c:pt idx="2656">
                  <c:v>870.4</c:v>
                </c:pt>
                <c:pt idx="2657">
                  <c:v>870.7</c:v>
                </c:pt>
                <c:pt idx="2658">
                  <c:v>871.2</c:v>
                </c:pt>
                <c:pt idx="2659">
                  <c:v>876.5</c:v>
                </c:pt>
                <c:pt idx="2660">
                  <c:v>856.05</c:v>
                </c:pt>
                <c:pt idx="2661">
                  <c:v>845.65</c:v>
                </c:pt>
                <c:pt idx="2662">
                  <c:v>843.75</c:v>
                </c:pt>
                <c:pt idx="2663">
                  <c:v>858.4</c:v>
                </c:pt>
                <c:pt idx="2664">
                  <c:v>844.1</c:v>
                </c:pt>
                <c:pt idx="2665">
                  <c:v>837.3</c:v>
                </c:pt>
                <c:pt idx="2666">
                  <c:v>855.35</c:v>
                </c:pt>
                <c:pt idx="2667">
                  <c:v>871.35</c:v>
                </c:pt>
                <c:pt idx="2668">
                  <c:v>879.05</c:v>
                </c:pt>
                <c:pt idx="2669">
                  <c:v>874.7</c:v>
                </c:pt>
                <c:pt idx="2670">
                  <c:v>879.75</c:v>
                </c:pt>
                <c:pt idx="2671">
                  <c:v>895.35</c:v>
                </c:pt>
                <c:pt idx="2672">
                  <c:v>914.8</c:v>
                </c:pt>
                <c:pt idx="2673">
                  <c:v>895.4</c:v>
                </c:pt>
                <c:pt idx="2674">
                  <c:v>913.8</c:v>
                </c:pt>
                <c:pt idx="2675">
                  <c:v>912.25</c:v>
                </c:pt>
                <c:pt idx="2676">
                  <c:v>953.95</c:v>
                </c:pt>
                <c:pt idx="2677">
                  <c:v>935.25</c:v>
                </c:pt>
                <c:pt idx="2678">
                  <c:v>931.35</c:v>
                </c:pt>
                <c:pt idx="2679">
                  <c:v>931.95</c:v>
                </c:pt>
                <c:pt idx="2680">
                  <c:v>927.6</c:v>
                </c:pt>
                <c:pt idx="2681">
                  <c:v>919.65</c:v>
                </c:pt>
                <c:pt idx="2682">
                  <c:v>920.35</c:v>
                </c:pt>
                <c:pt idx="2683">
                  <c:v>926.95</c:v>
                </c:pt>
                <c:pt idx="2684">
                  <c:v>961.6</c:v>
                </c:pt>
                <c:pt idx="2685">
                  <c:v>955.8</c:v>
                </c:pt>
                <c:pt idx="2686">
                  <c:v>950.25</c:v>
                </c:pt>
                <c:pt idx="2687">
                  <c:v>959.65</c:v>
                </c:pt>
                <c:pt idx="2688">
                  <c:v>948.8</c:v>
                </c:pt>
                <c:pt idx="2689">
                  <c:v>942.6</c:v>
                </c:pt>
                <c:pt idx="2690">
                  <c:v>940.9</c:v>
                </c:pt>
                <c:pt idx="2691">
                  <c:v>950.7</c:v>
                </c:pt>
                <c:pt idx="2692">
                  <c:v>992.85</c:v>
                </c:pt>
                <c:pt idx="2693">
                  <c:v>986.05</c:v>
                </c:pt>
                <c:pt idx="2694">
                  <c:v>950.3</c:v>
                </c:pt>
                <c:pt idx="2695">
                  <c:v>981.25</c:v>
                </c:pt>
                <c:pt idx="2696">
                  <c:v>967.75</c:v>
                </c:pt>
                <c:pt idx="2697">
                  <c:v>963.25</c:v>
                </c:pt>
                <c:pt idx="2698">
                  <c:v>986.2</c:v>
                </c:pt>
                <c:pt idx="2699">
                  <c:v>1040.2</c:v>
                </c:pt>
                <c:pt idx="2700">
                  <c:v>1066.95</c:v>
                </c:pt>
                <c:pt idx="2701">
                  <c:v>1062.5999999999999</c:v>
                </c:pt>
                <c:pt idx="2702">
                  <c:v>1048.2</c:v>
                </c:pt>
                <c:pt idx="2703">
                  <c:v>1052.9000000000001</c:v>
                </c:pt>
                <c:pt idx="2704">
                  <c:v>1052.9000000000001</c:v>
                </c:pt>
                <c:pt idx="2705">
                  <c:v>1053.4000000000001</c:v>
                </c:pt>
                <c:pt idx="2706">
                  <c:v>1049.45</c:v>
                </c:pt>
                <c:pt idx="2707">
                  <c:v>1052.8</c:v>
                </c:pt>
                <c:pt idx="2708">
                  <c:v>1069.1500000000001</c:v>
                </c:pt>
                <c:pt idx="2709">
                  <c:v>1077.75</c:v>
                </c:pt>
                <c:pt idx="2710">
                  <c:v>1068.1500000000001</c:v>
                </c:pt>
                <c:pt idx="2711">
                  <c:v>1091.0999999999999</c:v>
                </c:pt>
                <c:pt idx="2712">
                  <c:v>1092.3</c:v>
                </c:pt>
                <c:pt idx="2713">
                  <c:v>1064.75</c:v>
                </c:pt>
                <c:pt idx="2714">
                  <c:v>1055.9000000000001</c:v>
                </c:pt>
                <c:pt idx="2715">
                  <c:v>1066</c:v>
                </c:pt>
                <c:pt idx="2716">
                  <c:v>1048.9000000000001</c:v>
                </c:pt>
                <c:pt idx="2717">
                  <c:v>1042.8</c:v>
                </c:pt>
                <c:pt idx="2718">
                  <c:v>1015.4</c:v>
                </c:pt>
                <c:pt idx="2719">
                  <c:v>1039.0999999999999</c:v>
                </c:pt>
                <c:pt idx="2720">
                  <c:v>1030.05</c:v>
                </c:pt>
                <c:pt idx="2721">
                  <c:v>1004.75</c:v>
                </c:pt>
                <c:pt idx="2722">
                  <c:v>1021.8</c:v>
                </c:pt>
                <c:pt idx="2723">
                  <c:v>1047.25</c:v>
                </c:pt>
                <c:pt idx="2724">
                  <c:v>1071.3</c:v>
                </c:pt>
                <c:pt idx="2725">
                  <c:v>1076</c:v>
                </c:pt>
                <c:pt idx="2726">
                  <c:v>1081.9000000000001</c:v>
                </c:pt>
                <c:pt idx="2727">
                  <c:v>1095.8</c:v>
                </c:pt>
                <c:pt idx="2728">
                  <c:v>1097.3499999999999</c:v>
                </c:pt>
                <c:pt idx="2729">
                  <c:v>1101.7</c:v>
                </c:pt>
                <c:pt idx="2730">
                  <c:v>1087.5</c:v>
                </c:pt>
                <c:pt idx="2731">
                  <c:v>1079.1500000000001</c:v>
                </c:pt>
                <c:pt idx="2732">
                  <c:v>1072.5999999999999</c:v>
                </c:pt>
                <c:pt idx="2733">
                  <c:v>1074.9000000000001</c:v>
                </c:pt>
                <c:pt idx="2734">
                  <c:v>1076.0999999999999</c:v>
                </c:pt>
                <c:pt idx="2735">
                  <c:v>1080.95</c:v>
                </c:pt>
                <c:pt idx="2736">
                  <c:v>1103.6500000000001</c:v>
                </c:pt>
                <c:pt idx="2737">
                  <c:v>1140.7</c:v>
                </c:pt>
                <c:pt idx="2738">
                  <c:v>1166.7</c:v>
                </c:pt>
                <c:pt idx="2739">
                  <c:v>1160.8</c:v>
                </c:pt>
                <c:pt idx="2740">
                  <c:v>1149.75</c:v>
                </c:pt>
                <c:pt idx="2741">
                  <c:v>1140</c:v>
                </c:pt>
                <c:pt idx="2742">
                  <c:v>1141.0999999999999</c:v>
                </c:pt>
                <c:pt idx="2743">
                  <c:v>1141.2</c:v>
                </c:pt>
                <c:pt idx="2744">
                  <c:v>1146.3499999999999</c:v>
                </c:pt>
                <c:pt idx="2745">
                  <c:v>1156.95</c:v>
                </c:pt>
                <c:pt idx="2746">
                  <c:v>1170.2</c:v>
                </c:pt>
                <c:pt idx="2747">
                  <c:v>1165.6500000000001</c:v>
                </c:pt>
                <c:pt idx="2748">
                  <c:v>1158.05</c:v>
                </c:pt>
                <c:pt idx="2749">
                  <c:v>1144.75</c:v>
                </c:pt>
                <c:pt idx="2750">
                  <c:v>1158.95</c:v>
                </c:pt>
                <c:pt idx="2751">
                  <c:v>1171.7</c:v>
                </c:pt>
                <c:pt idx="2752">
                  <c:v>1142.6500000000001</c:v>
                </c:pt>
                <c:pt idx="2753">
                  <c:v>1130.9000000000001</c:v>
                </c:pt>
                <c:pt idx="2754">
                  <c:v>1098.5</c:v>
                </c:pt>
                <c:pt idx="2755">
                  <c:v>1135.95</c:v>
                </c:pt>
                <c:pt idx="2756">
                  <c:v>1124.25</c:v>
                </c:pt>
                <c:pt idx="2757">
                  <c:v>1120.1500000000001</c:v>
                </c:pt>
                <c:pt idx="2758">
                  <c:v>1137.4000000000001</c:v>
                </c:pt>
                <c:pt idx="2759">
                  <c:v>1202.55</c:v>
                </c:pt>
                <c:pt idx="2760">
                  <c:v>1193</c:v>
                </c:pt>
                <c:pt idx="2761">
                  <c:v>1212.2</c:v>
                </c:pt>
                <c:pt idx="2762">
                  <c:v>1211.6500000000001</c:v>
                </c:pt>
                <c:pt idx="2763">
                  <c:v>1209.2</c:v>
                </c:pt>
                <c:pt idx="2764">
                  <c:v>1188.55</c:v>
                </c:pt>
                <c:pt idx="2765">
                  <c:v>1199.4000000000001</c:v>
                </c:pt>
                <c:pt idx="2766">
                  <c:v>1181.3499999999999</c:v>
                </c:pt>
                <c:pt idx="2767">
                  <c:v>1159.5</c:v>
                </c:pt>
                <c:pt idx="2768">
                  <c:v>1150.1500000000001</c:v>
                </c:pt>
                <c:pt idx="2769">
                  <c:v>1182.45</c:v>
                </c:pt>
                <c:pt idx="2770">
                  <c:v>1183.7</c:v>
                </c:pt>
                <c:pt idx="2771">
                  <c:v>1148.8</c:v>
                </c:pt>
                <c:pt idx="2772">
                  <c:v>1131.1500000000001</c:v>
                </c:pt>
                <c:pt idx="2773">
                  <c:v>1125.0999999999999</c:v>
                </c:pt>
                <c:pt idx="2774">
                  <c:v>1098.3</c:v>
                </c:pt>
                <c:pt idx="2775">
                  <c:v>1090.75</c:v>
                </c:pt>
                <c:pt idx="2776">
                  <c:v>1089.5999999999999</c:v>
                </c:pt>
                <c:pt idx="2777">
                  <c:v>1112.3</c:v>
                </c:pt>
                <c:pt idx="2778">
                  <c:v>1097.7</c:v>
                </c:pt>
                <c:pt idx="2779">
                  <c:v>1096.5</c:v>
                </c:pt>
                <c:pt idx="2780">
                  <c:v>1109.2</c:v>
                </c:pt>
                <c:pt idx="2781">
                  <c:v>1089.7</c:v>
                </c:pt>
                <c:pt idx="2782">
                  <c:v>1138.5999999999999</c:v>
                </c:pt>
                <c:pt idx="2783">
                  <c:v>1138.75</c:v>
                </c:pt>
                <c:pt idx="2784">
                  <c:v>1125.55</c:v>
                </c:pt>
                <c:pt idx="2785">
                  <c:v>1111.8</c:v>
                </c:pt>
                <c:pt idx="2786">
                  <c:v>1110.05</c:v>
                </c:pt>
                <c:pt idx="2787">
                  <c:v>1110.25</c:v>
                </c:pt>
                <c:pt idx="2788">
                  <c:v>1124.5</c:v>
                </c:pt>
                <c:pt idx="2789">
                  <c:v>1150.2</c:v>
                </c:pt>
                <c:pt idx="2790">
                  <c:v>1135.55</c:v>
                </c:pt>
                <c:pt idx="2791">
                  <c:v>1108.25</c:v>
                </c:pt>
                <c:pt idx="2792">
                  <c:v>1117.7</c:v>
                </c:pt>
                <c:pt idx="2793">
                  <c:v>1126.7</c:v>
                </c:pt>
                <c:pt idx="2794">
                  <c:v>1108.55</c:v>
                </c:pt>
                <c:pt idx="2795">
                  <c:v>1077.05</c:v>
                </c:pt>
                <c:pt idx="2796">
                  <c:v>1097.55</c:v>
                </c:pt>
                <c:pt idx="2797">
                  <c:v>1089.8</c:v>
                </c:pt>
                <c:pt idx="2798">
                  <c:v>1114.8499999999999</c:v>
                </c:pt>
                <c:pt idx="2799">
                  <c:v>1098</c:v>
                </c:pt>
                <c:pt idx="2800">
                  <c:v>1082.75</c:v>
                </c:pt>
                <c:pt idx="2801">
                  <c:v>1070.8</c:v>
                </c:pt>
                <c:pt idx="2802">
                  <c:v>1069.5</c:v>
                </c:pt>
                <c:pt idx="2803">
                  <c:v>1064.3499999999999</c:v>
                </c:pt>
                <c:pt idx="2804">
                  <c:v>1093.4000000000001</c:v>
                </c:pt>
                <c:pt idx="2805">
                  <c:v>1119.6500000000001</c:v>
                </c:pt>
                <c:pt idx="2806">
                  <c:v>1119.9000000000001</c:v>
                </c:pt>
                <c:pt idx="2807">
                  <c:v>1138.7</c:v>
                </c:pt>
                <c:pt idx="2808">
                  <c:v>1151.95</c:v>
                </c:pt>
                <c:pt idx="2809">
                  <c:v>1183.9000000000001</c:v>
                </c:pt>
                <c:pt idx="2810">
                  <c:v>1180.1500000000001</c:v>
                </c:pt>
                <c:pt idx="2811">
                  <c:v>1213.2</c:v>
                </c:pt>
                <c:pt idx="2812">
                  <c:v>1239.8499999999999</c:v>
                </c:pt>
                <c:pt idx="2813">
                  <c:v>1221.8499999999999</c:v>
                </c:pt>
                <c:pt idx="2814">
                  <c:v>1199.2</c:v>
                </c:pt>
                <c:pt idx="2815">
                  <c:v>1196</c:v>
                </c:pt>
                <c:pt idx="2816">
                  <c:v>1178.4000000000001</c:v>
                </c:pt>
                <c:pt idx="2817">
                  <c:v>1210.0999999999999</c:v>
                </c:pt>
                <c:pt idx="2818">
                  <c:v>1191.4000000000001</c:v>
                </c:pt>
                <c:pt idx="2819">
                  <c:v>1144.5999999999999</c:v>
                </c:pt>
                <c:pt idx="2820">
                  <c:v>1164.7</c:v>
                </c:pt>
                <c:pt idx="2821">
                  <c:v>1218.7</c:v>
                </c:pt>
                <c:pt idx="2822">
                  <c:v>1192.0999999999999</c:v>
                </c:pt>
                <c:pt idx="2823">
                  <c:v>1197.8499999999999</c:v>
                </c:pt>
                <c:pt idx="2824">
                  <c:v>1189</c:v>
                </c:pt>
                <c:pt idx="2825">
                  <c:v>1180.5999999999999</c:v>
                </c:pt>
                <c:pt idx="2826">
                  <c:v>1158.6500000000001</c:v>
                </c:pt>
                <c:pt idx="2827">
                  <c:v>1165.6500000000001</c:v>
                </c:pt>
                <c:pt idx="2828">
                  <c:v>1158.45</c:v>
                </c:pt>
                <c:pt idx="2829">
                  <c:v>1138.45</c:v>
                </c:pt>
                <c:pt idx="2830">
                  <c:v>1137.05</c:v>
                </c:pt>
                <c:pt idx="2831">
                  <c:v>1115</c:v>
                </c:pt>
                <c:pt idx="2832">
                  <c:v>1148.95</c:v>
                </c:pt>
                <c:pt idx="2833">
                  <c:v>1135.55</c:v>
                </c:pt>
                <c:pt idx="2834">
                  <c:v>1139.9000000000001</c:v>
                </c:pt>
                <c:pt idx="2835">
                  <c:v>1140.25</c:v>
                </c:pt>
                <c:pt idx="2836">
                  <c:v>1111.75</c:v>
                </c:pt>
                <c:pt idx="2837">
                  <c:v>1127.0999999999999</c:v>
                </c:pt>
                <c:pt idx="2838">
                  <c:v>1131.0999999999999</c:v>
                </c:pt>
                <c:pt idx="2839">
                  <c:v>1141.7</c:v>
                </c:pt>
                <c:pt idx="2840">
                  <c:v>1155.05</c:v>
                </c:pt>
                <c:pt idx="2841">
                  <c:v>1164.8499999999999</c:v>
                </c:pt>
                <c:pt idx="2842">
                  <c:v>1175</c:v>
                </c:pt>
                <c:pt idx="2843">
                  <c:v>1166.55</c:v>
                </c:pt>
                <c:pt idx="2844">
                  <c:v>1149.9000000000001</c:v>
                </c:pt>
                <c:pt idx="2845">
                  <c:v>1128.5999999999999</c:v>
                </c:pt>
                <c:pt idx="2846">
                  <c:v>1135.75</c:v>
                </c:pt>
                <c:pt idx="2847">
                  <c:v>1144.55</c:v>
                </c:pt>
                <c:pt idx="2848">
                  <c:v>1151.95</c:v>
                </c:pt>
                <c:pt idx="2849">
                  <c:v>1157.1500000000001</c:v>
                </c:pt>
                <c:pt idx="2850">
                  <c:v>1175.4000000000001</c:v>
                </c:pt>
                <c:pt idx="2851">
                  <c:v>1167.75</c:v>
                </c:pt>
                <c:pt idx="2852">
                  <c:v>1152.0999999999999</c:v>
                </c:pt>
                <c:pt idx="2853">
                  <c:v>1164.3499999999999</c:v>
                </c:pt>
                <c:pt idx="2854">
                  <c:v>1179.3</c:v>
                </c:pt>
                <c:pt idx="2855">
                  <c:v>1181.4000000000001</c:v>
                </c:pt>
                <c:pt idx="2856">
                  <c:v>1186.3499999999999</c:v>
                </c:pt>
                <c:pt idx="2857">
                  <c:v>1189.2</c:v>
                </c:pt>
                <c:pt idx="2858">
                  <c:v>1175.3</c:v>
                </c:pt>
                <c:pt idx="2859">
                  <c:v>1191.05</c:v>
                </c:pt>
                <c:pt idx="2860">
                  <c:v>1184.25</c:v>
                </c:pt>
                <c:pt idx="2861">
                  <c:v>1151.1500000000001</c:v>
                </c:pt>
                <c:pt idx="2862">
                  <c:v>1109.2</c:v>
                </c:pt>
                <c:pt idx="2863">
                  <c:v>1069.3</c:v>
                </c:pt>
                <c:pt idx="2864">
                  <c:v>1106.75</c:v>
                </c:pt>
                <c:pt idx="2865">
                  <c:v>1083.5</c:v>
                </c:pt>
                <c:pt idx="2866">
                  <c:v>1097</c:v>
                </c:pt>
                <c:pt idx="2867">
                  <c:v>1137.75</c:v>
                </c:pt>
                <c:pt idx="2868">
                  <c:v>1150.5999999999999</c:v>
                </c:pt>
                <c:pt idx="2869">
                  <c:v>1154</c:v>
                </c:pt>
                <c:pt idx="2870">
                  <c:v>1169.8499999999999</c:v>
                </c:pt>
                <c:pt idx="2871">
                  <c:v>1184.2</c:v>
                </c:pt>
                <c:pt idx="2872">
                  <c:v>1191.9000000000001</c:v>
                </c:pt>
                <c:pt idx="2873">
                  <c:v>1185.7</c:v>
                </c:pt>
                <c:pt idx="2874">
                  <c:v>1179.45</c:v>
                </c:pt>
                <c:pt idx="2875">
                  <c:v>1182.8</c:v>
                </c:pt>
                <c:pt idx="2876">
                  <c:v>1195.9000000000001</c:v>
                </c:pt>
                <c:pt idx="2877">
                  <c:v>1171.6500000000001</c:v>
                </c:pt>
                <c:pt idx="2878">
                  <c:v>1156.6500000000001</c:v>
                </c:pt>
                <c:pt idx="2879">
                  <c:v>1145.3499999999999</c:v>
                </c:pt>
                <c:pt idx="2880">
                  <c:v>1149.05</c:v>
                </c:pt>
                <c:pt idx="2881">
                  <c:v>1123.7</c:v>
                </c:pt>
                <c:pt idx="2882">
                  <c:v>1146.05</c:v>
                </c:pt>
                <c:pt idx="2883">
                  <c:v>1125.05</c:v>
                </c:pt>
                <c:pt idx="2884">
                  <c:v>1140.05</c:v>
                </c:pt>
                <c:pt idx="2885">
                  <c:v>1132.45</c:v>
                </c:pt>
                <c:pt idx="2886">
                  <c:v>1122.55</c:v>
                </c:pt>
                <c:pt idx="2887">
                  <c:v>1133.4000000000001</c:v>
                </c:pt>
                <c:pt idx="2888">
                  <c:v>1139.9000000000001</c:v>
                </c:pt>
                <c:pt idx="2889">
                  <c:v>1144.6500000000001</c:v>
                </c:pt>
                <c:pt idx="2890">
                  <c:v>1147.1500000000001</c:v>
                </c:pt>
                <c:pt idx="2891">
                  <c:v>1129.55</c:v>
                </c:pt>
                <c:pt idx="2892">
                  <c:v>1137</c:v>
                </c:pt>
                <c:pt idx="2893">
                  <c:v>1135.25</c:v>
                </c:pt>
                <c:pt idx="2894">
                  <c:v>1130.6500000000001</c:v>
                </c:pt>
                <c:pt idx="2895">
                  <c:v>1110.3499999999999</c:v>
                </c:pt>
                <c:pt idx="2896">
                  <c:v>1095.8499999999999</c:v>
                </c:pt>
                <c:pt idx="2897">
                  <c:v>1057.95</c:v>
                </c:pt>
                <c:pt idx="2898">
                  <c:v>1005.35</c:v>
                </c:pt>
                <c:pt idx="2899">
                  <c:v>964.8</c:v>
                </c:pt>
                <c:pt idx="2900">
                  <c:v>984.05</c:v>
                </c:pt>
                <c:pt idx="2901">
                  <c:v>978.35</c:v>
                </c:pt>
                <c:pt idx="2902">
                  <c:v>947.15</c:v>
                </c:pt>
                <c:pt idx="2903">
                  <c:v>973.6</c:v>
                </c:pt>
                <c:pt idx="2904">
                  <c:v>999.9</c:v>
                </c:pt>
                <c:pt idx="2905">
                  <c:v>962.35</c:v>
                </c:pt>
                <c:pt idx="2906">
                  <c:v>928.95</c:v>
                </c:pt>
                <c:pt idx="2907">
                  <c:v>918.05</c:v>
                </c:pt>
                <c:pt idx="2908">
                  <c:v>981.6</c:v>
                </c:pt>
                <c:pt idx="2909">
                  <c:v>962.6</c:v>
                </c:pt>
                <c:pt idx="2910">
                  <c:v>950.4</c:v>
                </c:pt>
                <c:pt idx="2911">
                  <c:v>948.45</c:v>
                </c:pt>
                <c:pt idx="2912">
                  <c:v>1019.6</c:v>
                </c:pt>
                <c:pt idx="2913">
                  <c:v>1042.4000000000001</c:v>
                </c:pt>
                <c:pt idx="2914">
                  <c:v>1022.1</c:v>
                </c:pt>
                <c:pt idx="2915">
                  <c:v>1027.7</c:v>
                </c:pt>
                <c:pt idx="2916">
                  <c:v>1033.9000000000001</c:v>
                </c:pt>
                <c:pt idx="2917">
                  <c:v>1031</c:v>
                </c:pt>
                <c:pt idx="2918">
                  <c:v>1036.05</c:v>
                </c:pt>
                <c:pt idx="2919">
                  <c:v>1016.05</c:v>
                </c:pt>
                <c:pt idx="2920">
                  <c:v>985.7</c:v>
                </c:pt>
                <c:pt idx="2921">
                  <c:v>993.75</c:v>
                </c:pt>
                <c:pt idx="2922">
                  <c:v>1015.1</c:v>
                </c:pt>
                <c:pt idx="2923">
                  <c:v>1041.75</c:v>
                </c:pt>
                <c:pt idx="2924">
                  <c:v>1027.75</c:v>
                </c:pt>
                <c:pt idx="2925">
                  <c:v>1018.05</c:v>
                </c:pt>
                <c:pt idx="2926">
                  <c:v>1057.95</c:v>
                </c:pt>
                <c:pt idx="2927">
                  <c:v>1043.5</c:v>
                </c:pt>
                <c:pt idx="2928">
                  <c:v>994.4</c:v>
                </c:pt>
                <c:pt idx="2929">
                  <c:v>990.3</c:v>
                </c:pt>
                <c:pt idx="2930">
                  <c:v>996.95</c:v>
                </c:pt>
                <c:pt idx="2931">
                  <c:v>1040.55</c:v>
                </c:pt>
                <c:pt idx="2932">
                  <c:v>1047.9000000000001</c:v>
                </c:pt>
                <c:pt idx="2933">
                  <c:v>1061.45</c:v>
                </c:pt>
                <c:pt idx="2934">
                  <c:v>1037.3</c:v>
                </c:pt>
                <c:pt idx="2935">
                  <c:v>1043.3</c:v>
                </c:pt>
                <c:pt idx="2936">
                  <c:v>1045.95</c:v>
                </c:pt>
                <c:pt idx="2937">
                  <c:v>1043.55</c:v>
                </c:pt>
                <c:pt idx="2938">
                  <c:v>1048.55</c:v>
                </c:pt>
                <c:pt idx="2939">
                  <c:v>1064.7</c:v>
                </c:pt>
                <c:pt idx="2940">
                  <c:v>1040.8499999999999</c:v>
                </c:pt>
                <c:pt idx="2941">
                  <c:v>1079.05</c:v>
                </c:pt>
                <c:pt idx="2942">
                  <c:v>1092.75</c:v>
                </c:pt>
                <c:pt idx="2943">
                  <c:v>1134.25</c:v>
                </c:pt>
                <c:pt idx="2944">
                  <c:v>1120.25</c:v>
                </c:pt>
                <c:pt idx="2945">
                  <c:v>1033.55</c:v>
                </c:pt>
                <c:pt idx="2946">
                  <c:v>1048.95</c:v>
                </c:pt>
                <c:pt idx="2947">
                  <c:v>1044.9000000000001</c:v>
                </c:pt>
                <c:pt idx="2948">
                  <c:v>1049.8499999999999</c:v>
                </c:pt>
                <c:pt idx="2949">
                  <c:v>1079.75</c:v>
                </c:pt>
                <c:pt idx="2950">
                  <c:v>1098.6500000000001</c:v>
                </c:pt>
                <c:pt idx="2951">
                  <c:v>1095.9000000000001</c:v>
                </c:pt>
                <c:pt idx="2952">
                  <c:v>1121.5</c:v>
                </c:pt>
                <c:pt idx="2953">
                  <c:v>1115.8</c:v>
                </c:pt>
                <c:pt idx="2954">
                  <c:v>1108.45</c:v>
                </c:pt>
                <c:pt idx="2955">
                  <c:v>1106.8499999999999</c:v>
                </c:pt>
                <c:pt idx="2956">
                  <c:v>1105</c:v>
                </c:pt>
                <c:pt idx="2957">
                  <c:v>1099.8</c:v>
                </c:pt>
                <c:pt idx="2958">
                  <c:v>1105.25</c:v>
                </c:pt>
                <c:pt idx="2959">
                  <c:v>1122.95</c:v>
                </c:pt>
                <c:pt idx="2960">
                  <c:v>1131</c:v>
                </c:pt>
                <c:pt idx="2961">
                  <c:v>1128.4000000000001</c:v>
                </c:pt>
                <c:pt idx="2962">
                  <c:v>1124.4000000000001</c:v>
                </c:pt>
                <c:pt idx="2963">
                  <c:v>1117.25</c:v>
                </c:pt>
                <c:pt idx="2964">
                  <c:v>1115.1500000000001</c:v>
                </c:pt>
                <c:pt idx="2965">
                  <c:v>1086.5999999999999</c:v>
                </c:pt>
                <c:pt idx="2966">
                  <c:v>1067.2</c:v>
                </c:pt>
                <c:pt idx="2967">
                  <c:v>1081.8499999999999</c:v>
                </c:pt>
                <c:pt idx="2968">
                  <c:v>1062.3</c:v>
                </c:pt>
                <c:pt idx="2969">
                  <c:v>1091.8</c:v>
                </c:pt>
                <c:pt idx="2970">
                  <c:v>1063.9000000000001</c:v>
                </c:pt>
                <c:pt idx="2971">
                  <c:v>1088.5</c:v>
                </c:pt>
                <c:pt idx="2972">
                  <c:v>1093.3</c:v>
                </c:pt>
                <c:pt idx="2973">
                  <c:v>1115.55</c:v>
                </c:pt>
                <c:pt idx="2974">
                  <c:v>1134.8</c:v>
                </c:pt>
                <c:pt idx="2975">
                  <c:v>1178</c:v>
                </c:pt>
                <c:pt idx="2976">
                  <c:v>1180.95</c:v>
                </c:pt>
                <c:pt idx="2977">
                  <c:v>1179.55</c:v>
                </c:pt>
                <c:pt idx="2978">
                  <c:v>1177.5999999999999</c:v>
                </c:pt>
                <c:pt idx="2979">
                  <c:v>1172.4000000000001</c:v>
                </c:pt>
                <c:pt idx="2980">
                  <c:v>1180.3499999999999</c:v>
                </c:pt>
                <c:pt idx="2981">
                  <c:v>1178.7</c:v>
                </c:pt>
                <c:pt idx="2982">
                  <c:v>1182.45</c:v>
                </c:pt>
                <c:pt idx="2983">
                  <c:v>1182.5</c:v>
                </c:pt>
                <c:pt idx="2984">
                  <c:v>1146.3</c:v>
                </c:pt>
                <c:pt idx="2985">
                  <c:v>1143.6500000000001</c:v>
                </c:pt>
                <c:pt idx="2986">
                  <c:v>1133.3499999999999</c:v>
                </c:pt>
                <c:pt idx="2987">
                  <c:v>1158.7</c:v>
                </c:pt>
                <c:pt idx="2988">
                  <c:v>1151.7</c:v>
                </c:pt>
                <c:pt idx="2989">
                  <c:v>1157.1500000000001</c:v>
                </c:pt>
                <c:pt idx="2990">
                  <c:v>1188.4000000000001</c:v>
                </c:pt>
                <c:pt idx="2991">
                  <c:v>1179.45</c:v>
                </c:pt>
                <c:pt idx="2992">
                  <c:v>1169.2</c:v>
                </c:pt>
                <c:pt idx="2993">
                  <c:v>1165.7</c:v>
                </c:pt>
                <c:pt idx="2994">
                  <c:v>1160.6500000000001</c:v>
                </c:pt>
                <c:pt idx="2995">
                  <c:v>1178.5999999999999</c:v>
                </c:pt>
                <c:pt idx="2996">
                  <c:v>1197.5999999999999</c:v>
                </c:pt>
                <c:pt idx="2997">
                  <c:v>1173</c:v>
                </c:pt>
                <c:pt idx="2998">
                  <c:v>1172</c:v>
                </c:pt>
                <c:pt idx="2999">
                  <c:v>1169.4000000000001</c:v>
                </c:pt>
                <c:pt idx="3000">
                  <c:v>1172.5</c:v>
                </c:pt>
                <c:pt idx="3001">
                  <c:v>1171.3499999999999</c:v>
                </c:pt>
                <c:pt idx="3002">
                  <c:v>1165.4000000000001</c:v>
                </c:pt>
                <c:pt idx="3003">
                  <c:v>1137</c:v>
                </c:pt>
                <c:pt idx="3004">
                  <c:v>1089.5</c:v>
                </c:pt>
                <c:pt idx="3005">
                  <c:v>1085.75</c:v>
                </c:pt>
                <c:pt idx="3006">
                  <c:v>1109.4000000000001</c:v>
                </c:pt>
                <c:pt idx="3007">
                  <c:v>1103.95</c:v>
                </c:pt>
                <c:pt idx="3008">
                  <c:v>1076.1500000000001</c:v>
                </c:pt>
                <c:pt idx="3009">
                  <c:v>1075.55</c:v>
                </c:pt>
                <c:pt idx="3010">
                  <c:v>1079.5</c:v>
                </c:pt>
                <c:pt idx="3011">
                  <c:v>1077.7</c:v>
                </c:pt>
                <c:pt idx="3012">
                  <c:v>1088.7</c:v>
                </c:pt>
                <c:pt idx="3013">
                  <c:v>1098</c:v>
                </c:pt>
                <c:pt idx="3014">
                  <c:v>1108.75</c:v>
                </c:pt>
                <c:pt idx="3015">
                  <c:v>1111.75</c:v>
                </c:pt>
                <c:pt idx="3016">
                  <c:v>1132.4000000000001</c:v>
                </c:pt>
                <c:pt idx="3017">
                  <c:v>1128.7</c:v>
                </c:pt>
                <c:pt idx="3018">
                  <c:v>1148</c:v>
                </c:pt>
                <c:pt idx="3019">
                  <c:v>1171.55</c:v>
                </c:pt>
                <c:pt idx="3020">
                  <c:v>1193.8499999999999</c:v>
                </c:pt>
                <c:pt idx="3021">
                  <c:v>1198</c:v>
                </c:pt>
                <c:pt idx="3022">
                  <c:v>1219.6500000000001</c:v>
                </c:pt>
                <c:pt idx="3023">
                  <c:v>1228.5999999999999</c:v>
                </c:pt>
                <c:pt idx="3024">
                  <c:v>1233.4000000000001</c:v>
                </c:pt>
                <c:pt idx="3025">
                  <c:v>1225.7</c:v>
                </c:pt>
                <c:pt idx="3026">
                  <c:v>1220</c:v>
                </c:pt>
                <c:pt idx="3027">
                  <c:v>1241.5999999999999</c:v>
                </c:pt>
                <c:pt idx="3028">
                  <c:v>1225.3499999999999</c:v>
                </c:pt>
                <c:pt idx="3029">
                  <c:v>1228.75</c:v>
                </c:pt>
                <c:pt idx="3030">
                  <c:v>1237.05</c:v>
                </c:pt>
                <c:pt idx="3031">
                  <c:v>1252.3499999999999</c:v>
                </c:pt>
                <c:pt idx="3032">
                  <c:v>1259.8</c:v>
                </c:pt>
                <c:pt idx="3033">
                  <c:v>1270</c:v>
                </c:pt>
                <c:pt idx="3034">
                  <c:v>1252.05</c:v>
                </c:pt>
                <c:pt idx="3035">
                  <c:v>1226.55</c:v>
                </c:pt>
                <c:pt idx="3036">
                  <c:v>1221.95</c:v>
                </c:pt>
                <c:pt idx="3037">
                  <c:v>1219.5999999999999</c:v>
                </c:pt>
                <c:pt idx="3038">
                  <c:v>1217.25</c:v>
                </c:pt>
                <c:pt idx="3039">
                  <c:v>1218.4000000000001</c:v>
                </c:pt>
                <c:pt idx="3040">
                  <c:v>1207.3</c:v>
                </c:pt>
                <c:pt idx="3041">
                  <c:v>1202</c:v>
                </c:pt>
                <c:pt idx="3042">
                  <c:v>1192.8499999999999</c:v>
                </c:pt>
                <c:pt idx="3043">
                  <c:v>1208.55</c:v>
                </c:pt>
                <c:pt idx="3044">
                  <c:v>1189.05</c:v>
                </c:pt>
                <c:pt idx="3045">
                  <c:v>1197</c:v>
                </c:pt>
                <c:pt idx="3046">
                  <c:v>1154.55</c:v>
                </c:pt>
                <c:pt idx="3047">
                  <c:v>1163.7</c:v>
                </c:pt>
                <c:pt idx="3048">
                  <c:v>1169.55</c:v>
                </c:pt>
                <c:pt idx="3049">
                  <c:v>1122</c:v>
                </c:pt>
                <c:pt idx="3050">
                  <c:v>1134.8499999999999</c:v>
                </c:pt>
                <c:pt idx="3051">
                  <c:v>1175.75</c:v>
                </c:pt>
                <c:pt idx="3052">
                  <c:v>1167.75</c:v>
                </c:pt>
                <c:pt idx="3053">
                  <c:v>1184.6500000000001</c:v>
                </c:pt>
                <c:pt idx="3054">
                  <c:v>1161.5999999999999</c:v>
                </c:pt>
                <c:pt idx="3055">
                  <c:v>1174.75</c:v>
                </c:pt>
                <c:pt idx="3056">
                  <c:v>1165.0999999999999</c:v>
                </c:pt>
                <c:pt idx="3057">
                  <c:v>1141.2</c:v>
                </c:pt>
                <c:pt idx="3058">
                  <c:v>1168.8</c:v>
                </c:pt>
                <c:pt idx="3059">
                  <c:v>1194.25</c:v>
                </c:pt>
                <c:pt idx="3060">
                  <c:v>1178</c:v>
                </c:pt>
                <c:pt idx="3061">
                  <c:v>1178.45</c:v>
                </c:pt>
                <c:pt idx="3062">
                  <c:v>1164.0999999999999</c:v>
                </c:pt>
                <c:pt idx="3063">
                  <c:v>1156.2</c:v>
                </c:pt>
                <c:pt idx="3064">
                  <c:v>1138.0999999999999</c:v>
                </c:pt>
                <c:pt idx="3065">
                  <c:v>1131.6500000000001</c:v>
                </c:pt>
                <c:pt idx="3066">
                  <c:v>1068.3499999999999</c:v>
                </c:pt>
                <c:pt idx="3067">
                  <c:v>1069.75</c:v>
                </c:pt>
                <c:pt idx="3068">
                  <c:v>1090.8499999999999</c:v>
                </c:pt>
                <c:pt idx="3069">
                  <c:v>1097.55</c:v>
                </c:pt>
                <c:pt idx="3070">
                  <c:v>1102.95</c:v>
                </c:pt>
                <c:pt idx="3071">
                  <c:v>1088.45</c:v>
                </c:pt>
                <c:pt idx="3072">
                  <c:v>1064.25</c:v>
                </c:pt>
                <c:pt idx="3073">
                  <c:v>1194.2</c:v>
                </c:pt>
                <c:pt idx="3074">
                  <c:v>1171.05</c:v>
                </c:pt>
                <c:pt idx="3075">
                  <c:v>1194.6500000000001</c:v>
                </c:pt>
                <c:pt idx="3076">
                  <c:v>1204</c:v>
                </c:pt>
                <c:pt idx="3077">
                  <c:v>1201.8499999999999</c:v>
                </c:pt>
                <c:pt idx="3078">
                  <c:v>1246.5999999999999</c:v>
                </c:pt>
                <c:pt idx="3079">
                  <c:v>1267.25</c:v>
                </c:pt>
                <c:pt idx="3080">
                  <c:v>1279.5</c:v>
                </c:pt>
                <c:pt idx="3081">
                  <c:v>1276.8</c:v>
                </c:pt>
                <c:pt idx="3082">
                  <c:v>1273.25</c:v>
                </c:pt>
                <c:pt idx="3083">
                  <c:v>1200.7</c:v>
                </c:pt>
                <c:pt idx="3084">
                  <c:v>1225.55</c:v>
                </c:pt>
                <c:pt idx="3085">
                  <c:v>1232.55</c:v>
                </c:pt>
                <c:pt idx="3086">
                  <c:v>1230.75</c:v>
                </c:pt>
                <c:pt idx="3087">
                  <c:v>1225.95</c:v>
                </c:pt>
                <c:pt idx="3088">
                  <c:v>1226.3</c:v>
                </c:pt>
                <c:pt idx="3089">
                  <c:v>1223.4000000000001</c:v>
                </c:pt>
                <c:pt idx="3090">
                  <c:v>1222</c:v>
                </c:pt>
                <c:pt idx="3091">
                  <c:v>1210.6500000000001</c:v>
                </c:pt>
                <c:pt idx="3092">
                  <c:v>1209.2</c:v>
                </c:pt>
                <c:pt idx="3093">
                  <c:v>1224.05</c:v>
                </c:pt>
                <c:pt idx="3094">
                  <c:v>1225.1500000000001</c:v>
                </c:pt>
                <c:pt idx="3095">
                  <c:v>1221.45</c:v>
                </c:pt>
                <c:pt idx="3096">
                  <c:v>1220.8</c:v>
                </c:pt>
                <c:pt idx="3097">
                  <c:v>1224.7</c:v>
                </c:pt>
                <c:pt idx="3098">
                  <c:v>1240.3499999999999</c:v>
                </c:pt>
                <c:pt idx="3099">
                  <c:v>1240.55</c:v>
                </c:pt>
                <c:pt idx="3100">
                  <c:v>1245.3499999999999</c:v>
                </c:pt>
                <c:pt idx="3101">
                  <c:v>1224.5999999999999</c:v>
                </c:pt>
                <c:pt idx="3102">
                  <c:v>1213.25</c:v>
                </c:pt>
                <c:pt idx="3103">
                  <c:v>1226.5</c:v>
                </c:pt>
                <c:pt idx="3104">
                  <c:v>1251.1500000000001</c:v>
                </c:pt>
                <c:pt idx="3105">
                  <c:v>1240.2</c:v>
                </c:pt>
                <c:pt idx="3106">
                  <c:v>1230.9000000000001</c:v>
                </c:pt>
                <c:pt idx="3107">
                  <c:v>1233.55</c:v>
                </c:pt>
                <c:pt idx="3108">
                  <c:v>1248.0999999999999</c:v>
                </c:pt>
                <c:pt idx="3109">
                  <c:v>1250.4000000000001</c:v>
                </c:pt>
                <c:pt idx="3110">
                  <c:v>1254</c:v>
                </c:pt>
                <c:pt idx="3111">
                  <c:v>1272.45</c:v>
                </c:pt>
                <c:pt idx="3112">
                  <c:v>1257.1500000000001</c:v>
                </c:pt>
                <c:pt idx="3113">
                  <c:v>1273.95</c:v>
                </c:pt>
                <c:pt idx="3114">
                  <c:v>1252.8</c:v>
                </c:pt>
                <c:pt idx="3115">
                  <c:v>1224.05</c:v>
                </c:pt>
                <c:pt idx="3116">
                  <c:v>1233.45</c:v>
                </c:pt>
                <c:pt idx="3117">
                  <c:v>1216.75</c:v>
                </c:pt>
                <c:pt idx="3118">
                  <c:v>1235.0999999999999</c:v>
                </c:pt>
                <c:pt idx="3119">
                  <c:v>1246.7</c:v>
                </c:pt>
                <c:pt idx="3120">
                  <c:v>1258.8499999999999</c:v>
                </c:pt>
                <c:pt idx="3121">
                  <c:v>1277.45</c:v>
                </c:pt>
                <c:pt idx="3122">
                  <c:v>1259.45</c:v>
                </c:pt>
                <c:pt idx="3123">
                  <c:v>1239.4000000000001</c:v>
                </c:pt>
                <c:pt idx="3124">
                  <c:v>1247.8499999999999</c:v>
                </c:pt>
                <c:pt idx="3125">
                  <c:v>1240.5999999999999</c:v>
                </c:pt>
                <c:pt idx="3126">
                  <c:v>1247.75</c:v>
                </c:pt>
                <c:pt idx="3127">
                  <c:v>1259.4000000000001</c:v>
                </c:pt>
                <c:pt idx="3128">
                  <c:v>1261.7</c:v>
                </c:pt>
                <c:pt idx="3129">
                  <c:v>1258.3</c:v>
                </c:pt>
                <c:pt idx="3130">
                  <c:v>1236</c:v>
                </c:pt>
                <c:pt idx="3131">
                  <c:v>1249.4000000000001</c:v>
                </c:pt>
                <c:pt idx="3132">
                  <c:v>1207.3499999999999</c:v>
                </c:pt>
                <c:pt idx="3133">
                  <c:v>1185.9000000000001</c:v>
                </c:pt>
                <c:pt idx="3134">
                  <c:v>1195.3</c:v>
                </c:pt>
                <c:pt idx="3135">
                  <c:v>1201</c:v>
                </c:pt>
                <c:pt idx="3136">
                  <c:v>1223.05</c:v>
                </c:pt>
                <c:pt idx="3137">
                  <c:v>1214.25</c:v>
                </c:pt>
                <c:pt idx="3138">
                  <c:v>1209.1500000000001</c:v>
                </c:pt>
                <c:pt idx="3139">
                  <c:v>1213.1500000000001</c:v>
                </c:pt>
                <c:pt idx="3140">
                  <c:v>1198.45</c:v>
                </c:pt>
                <c:pt idx="3141">
                  <c:v>1225.3</c:v>
                </c:pt>
                <c:pt idx="3142">
                  <c:v>1231</c:v>
                </c:pt>
                <c:pt idx="3143">
                  <c:v>1243.6500000000001</c:v>
                </c:pt>
                <c:pt idx="3144">
                  <c:v>1224.6500000000001</c:v>
                </c:pt>
                <c:pt idx="3145">
                  <c:v>1232.8</c:v>
                </c:pt>
                <c:pt idx="3146">
                  <c:v>1236.9000000000001</c:v>
                </c:pt>
                <c:pt idx="3147">
                  <c:v>1228.9000000000001</c:v>
                </c:pt>
                <c:pt idx="3148">
                  <c:v>1264.05</c:v>
                </c:pt>
                <c:pt idx="3149">
                  <c:v>1249.2</c:v>
                </c:pt>
                <c:pt idx="3150">
                  <c:v>1258.1500000000001</c:v>
                </c:pt>
                <c:pt idx="3151">
                  <c:v>1280.05</c:v>
                </c:pt>
                <c:pt idx="3152">
                  <c:v>1266.3</c:v>
                </c:pt>
                <c:pt idx="3153">
                  <c:v>1268.4000000000001</c:v>
                </c:pt>
                <c:pt idx="3154">
                  <c:v>1263.55</c:v>
                </c:pt>
                <c:pt idx="3155">
                  <c:v>1278.5999999999999</c:v>
                </c:pt>
                <c:pt idx="3156">
                  <c:v>1298.6500000000001</c:v>
                </c:pt>
                <c:pt idx="3157">
                  <c:v>1291.6500000000001</c:v>
                </c:pt>
                <c:pt idx="3158">
                  <c:v>1323.45</c:v>
                </c:pt>
                <c:pt idx="3159">
                  <c:v>1322.85</c:v>
                </c:pt>
                <c:pt idx="3160">
                  <c:v>1320.45</c:v>
                </c:pt>
                <c:pt idx="3161">
                  <c:v>1350.9</c:v>
                </c:pt>
                <c:pt idx="3162">
                  <c:v>1343.3</c:v>
                </c:pt>
                <c:pt idx="3163">
                  <c:v>1367.15</c:v>
                </c:pt>
                <c:pt idx="3164">
                  <c:v>1343.75</c:v>
                </c:pt>
                <c:pt idx="3165">
                  <c:v>1337.85</c:v>
                </c:pt>
                <c:pt idx="3166">
                  <c:v>1340.85</c:v>
                </c:pt>
                <c:pt idx="3167">
                  <c:v>1364.5</c:v>
                </c:pt>
                <c:pt idx="3168">
                  <c:v>1375.6</c:v>
                </c:pt>
                <c:pt idx="3169">
                  <c:v>1386.7</c:v>
                </c:pt>
                <c:pt idx="3170">
                  <c:v>1386.5</c:v>
                </c:pt>
                <c:pt idx="3171">
                  <c:v>1371.45</c:v>
                </c:pt>
                <c:pt idx="3172">
                  <c:v>1392.65</c:v>
                </c:pt>
                <c:pt idx="3173">
                  <c:v>1414.9</c:v>
                </c:pt>
                <c:pt idx="3174">
                  <c:v>1417.7</c:v>
                </c:pt>
                <c:pt idx="3175">
                  <c:v>1413.1</c:v>
                </c:pt>
                <c:pt idx="3176">
                  <c:v>1342.1</c:v>
                </c:pt>
                <c:pt idx="3177">
                  <c:v>1299.8</c:v>
                </c:pt>
                <c:pt idx="3178">
                  <c:v>1322</c:v>
                </c:pt>
                <c:pt idx="3179">
                  <c:v>1304.05</c:v>
                </c:pt>
                <c:pt idx="3180">
                  <c:v>1289.45</c:v>
                </c:pt>
                <c:pt idx="3181">
                  <c:v>1293.2</c:v>
                </c:pt>
                <c:pt idx="3182">
                  <c:v>1285.5999999999999</c:v>
                </c:pt>
                <c:pt idx="3183">
                  <c:v>1271.55</c:v>
                </c:pt>
                <c:pt idx="3184">
                  <c:v>1295.9000000000001</c:v>
                </c:pt>
                <c:pt idx="3185">
                  <c:v>1302.95</c:v>
                </c:pt>
                <c:pt idx="3186">
                  <c:v>1322.65</c:v>
                </c:pt>
                <c:pt idx="3187">
                  <c:v>1317.15</c:v>
                </c:pt>
                <c:pt idx="3188">
                  <c:v>1304</c:v>
                </c:pt>
                <c:pt idx="3189">
                  <c:v>1292.7</c:v>
                </c:pt>
                <c:pt idx="3190">
                  <c:v>1294.8499999999999</c:v>
                </c:pt>
                <c:pt idx="3191">
                  <c:v>1289.3499999999999</c:v>
                </c:pt>
                <c:pt idx="3192">
                  <c:v>1289.45</c:v>
                </c:pt>
                <c:pt idx="3193">
                  <c:v>1298.45</c:v>
                </c:pt>
                <c:pt idx="3194">
                  <c:v>1294.6500000000001</c:v>
                </c:pt>
                <c:pt idx="3195">
                  <c:v>1295.9000000000001</c:v>
                </c:pt>
                <c:pt idx="3196">
                  <c:v>1283.1500000000001</c:v>
                </c:pt>
                <c:pt idx="3197">
                  <c:v>1307.3499999999999</c:v>
                </c:pt>
                <c:pt idx="3198">
                  <c:v>1289.7</c:v>
                </c:pt>
                <c:pt idx="3199">
                  <c:v>1318.9</c:v>
                </c:pt>
                <c:pt idx="3200">
                  <c:v>1314.6</c:v>
                </c:pt>
                <c:pt idx="3201">
                  <c:v>1315.35</c:v>
                </c:pt>
                <c:pt idx="3202">
                  <c:v>1315.3</c:v>
                </c:pt>
                <c:pt idx="3203">
                  <c:v>1308.4000000000001</c:v>
                </c:pt>
                <c:pt idx="3204">
                  <c:v>1311.5</c:v>
                </c:pt>
                <c:pt idx="3205">
                  <c:v>1315.5</c:v>
                </c:pt>
                <c:pt idx="3206">
                  <c:v>1315.25</c:v>
                </c:pt>
                <c:pt idx="3207">
                  <c:v>1331.2</c:v>
                </c:pt>
                <c:pt idx="3208">
                  <c:v>1329.6</c:v>
                </c:pt>
                <c:pt idx="3209">
                  <c:v>1320.55</c:v>
                </c:pt>
                <c:pt idx="3210">
                  <c:v>1331.5</c:v>
                </c:pt>
                <c:pt idx="3211">
                  <c:v>1331.2</c:v>
                </c:pt>
                <c:pt idx="3212">
                  <c:v>1324.95</c:v>
                </c:pt>
                <c:pt idx="3213">
                  <c:v>1334.5</c:v>
                </c:pt>
                <c:pt idx="3214">
                  <c:v>1325.3</c:v>
                </c:pt>
                <c:pt idx="3215">
                  <c:v>1294.1500000000001</c:v>
                </c:pt>
                <c:pt idx="3216">
                  <c:v>1286.8</c:v>
                </c:pt>
                <c:pt idx="3217">
                  <c:v>1262.3499999999999</c:v>
                </c:pt>
                <c:pt idx="3218">
                  <c:v>1272.8</c:v>
                </c:pt>
                <c:pt idx="3219">
                  <c:v>1282.2</c:v>
                </c:pt>
                <c:pt idx="3220">
                  <c:v>1276.45</c:v>
                </c:pt>
                <c:pt idx="3221">
                  <c:v>1288.5999999999999</c:v>
                </c:pt>
                <c:pt idx="3222">
                  <c:v>1293.7</c:v>
                </c:pt>
                <c:pt idx="3223">
                  <c:v>1295.2</c:v>
                </c:pt>
                <c:pt idx="3224">
                  <c:v>1298.0999999999999</c:v>
                </c:pt>
                <c:pt idx="3225">
                  <c:v>1314</c:v>
                </c:pt>
                <c:pt idx="3226">
                  <c:v>1316.8</c:v>
                </c:pt>
                <c:pt idx="3227">
                  <c:v>1299.45</c:v>
                </c:pt>
                <c:pt idx="3228">
                  <c:v>1297.9000000000001</c:v>
                </c:pt>
                <c:pt idx="3229">
                  <c:v>1280.7</c:v>
                </c:pt>
                <c:pt idx="3230">
                  <c:v>1264.1500000000001</c:v>
                </c:pt>
                <c:pt idx="3231">
                  <c:v>1237.2</c:v>
                </c:pt>
                <c:pt idx="3232">
                  <c:v>1219.7</c:v>
                </c:pt>
                <c:pt idx="3233">
                  <c:v>1225.8</c:v>
                </c:pt>
                <c:pt idx="3234">
                  <c:v>1222.55</c:v>
                </c:pt>
                <c:pt idx="3235">
                  <c:v>1242.9000000000001</c:v>
                </c:pt>
                <c:pt idx="3236">
                  <c:v>1205.5</c:v>
                </c:pt>
                <c:pt idx="3237">
                  <c:v>1210.6500000000001</c:v>
                </c:pt>
                <c:pt idx="3238">
                  <c:v>1232.6500000000001</c:v>
                </c:pt>
                <c:pt idx="3239">
                  <c:v>1252.05</c:v>
                </c:pt>
                <c:pt idx="3240">
                  <c:v>1258.7</c:v>
                </c:pt>
                <c:pt idx="3241">
                  <c:v>1266.2</c:v>
                </c:pt>
                <c:pt idx="3242">
                  <c:v>1262.2</c:v>
                </c:pt>
                <c:pt idx="3243">
                  <c:v>1250.95</c:v>
                </c:pt>
                <c:pt idx="3244">
                  <c:v>1267.5</c:v>
                </c:pt>
                <c:pt idx="3245">
                  <c:v>1255.8499999999999</c:v>
                </c:pt>
                <c:pt idx="3246">
                  <c:v>1264.1500000000001</c:v>
                </c:pt>
                <c:pt idx="3247">
                  <c:v>1263.3</c:v>
                </c:pt>
                <c:pt idx="3248">
                  <c:v>1280.5999999999999</c:v>
                </c:pt>
                <c:pt idx="3249">
                  <c:v>1299.2</c:v>
                </c:pt>
                <c:pt idx="3250">
                  <c:v>1294.8499999999999</c:v>
                </c:pt>
                <c:pt idx="3251">
                  <c:v>1300.25</c:v>
                </c:pt>
                <c:pt idx="3252">
                  <c:v>1276.5999999999999</c:v>
                </c:pt>
                <c:pt idx="3253">
                  <c:v>1258.4000000000001</c:v>
                </c:pt>
                <c:pt idx="3254">
                  <c:v>1306.3499999999999</c:v>
                </c:pt>
                <c:pt idx="3255">
                  <c:v>1334.5</c:v>
                </c:pt>
                <c:pt idx="3256">
                  <c:v>1337.45</c:v>
                </c:pt>
                <c:pt idx="3257">
                  <c:v>1347.75</c:v>
                </c:pt>
                <c:pt idx="3258">
                  <c:v>1362</c:v>
                </c:pt>
                <c:pt idx="3259">
                  <c:v>1351</c:v>
                </c:pt>
                <c:pt idx="3260">
                  <c:v>1330</c:v>
                </c:pt>
                <c:pt idx="3261">
                  <c:v>1317.5</c:v>
                </c:pt>
                <c:pt idx="3262">
                  <c:v>1311.95</c:v>
                </c:pt>
                <c:pt idx="3263">
                  <c:v>1328.55</c:v>
                </c:pt>
                <c:pt idx="3264">
                  <c:v>1340.5</c:v>
                </c:pt>
                <c:pt idx="3265">
                  <c:v>1345.05</c:v>
                </c:pt>
                <c:pt idx="3266">
                  <c:v>1344.95</c:v>
                </c:pt>
                <c:pt idx="3267">
                  <c:v>1346.15</c:v>
                </c:pt>
                <c:pt idx="3268">
                  <c:v>1344.15</c:v>
                </c:pt>
                <c:pt idx="3269">
                  <c:v>1348.1</c:v>
                </c:pt>
                <c:pt idx="3270">
                  <c:v>1356.35</c:v>
                </c:pt>
                <c:pt idx="3271">
                  <c:v>1360.05</c:v>
                </c:pt>
                <c:pt idx="3272">
                  <c:v>1370.55</c:v>
                </c:pt>
                <c:pt idx="3273">
                  <c:v>1387.15</c:v>
                </c:pt>
                <c:pt idx="3274">
                  <c:v>1422.6</c:v>
                </c:pt>
                <c:pt idx="3275">
                  <c:v>1414.7</c:v>
                </c:pt>
                <c:pt idx="3276">
                  <c:v>1410.05</c:v>
                </c:pt>
                <c:pt idx="3277">
                  <c:v>1435.4</c:v>
                </c:pt>
                <c:pt idx="3278">
                  <c:v>1447.7</c:v>
                </c:pt>
                <c:pt idx="3279">
                  <c:v>1442.15</c:v>
                </c:pt>
                <c:pt idx="3280">
                  <c:v>1425.35</c:v>
                </c:pt>
                <c:pt idx="3281">
                  <c:v>1443.55</c:v>
                </c:pt>
                <c:pt idx="3282">
                  <c:v>1452.8</c:v>
                </c:pt>
                <c:pt idx="3283">
                  <c:v>1451.05</c:v>
                </c:pt>
                <c:pt idx="3284">
                  <c:v>1455.1</c:v>
                </c:pt>
                <c:pt idx="3285">
                  <c:v>1473.7</c:v>
                </c:pt>
                <c:pt idx="3286">
                  <c:v>1496.4</c:v>
                </c:pt>
                <c:pt idx="3287">
                  <c:v>1483.2</c:v>
                </c:pt>
                <c:pt idx="3288">
                  <c:v>1517</c:v>
                </c:pt>
                <c:pt idx="3289">
                  <c:v>1501.85</c:v>
                </c:pt>
                <c:pt idx="3290">
                  <c:v>1513.2</c:v>
                </c:pt>
                <c:pt idx="3291">
                  <c:v>1540.15</c:v>
                </c:pt>
                <c:pt idx="3292">
                  <c:v>1561.2</c:v>
                </c:pt>
                <c:pt idx="3293">
                  <c:v>1589.9</c:v>
                </c:pt>
                <c:pt idx="3294">
                  <c:v>1583.15</c:v>
                </c:pt>
                <c:pt idx="3295">
                  <c:v>1566.2</c:v>
                </c:pt>
                <c:pt idx="3296">
                  <c:v>1560.5</c:v>
                </c:pt>
                <c:pt idx="3297">
                  <c:v>1551.7</c:v>
                </c:pt>
                <c:pt idx="3298">
                  <c:v>1567.7</c:v>
                </c:pt>
                <c:pt idx="3299">
                  <c:v>1570.25</c:v>
                </c:pt>
                <c:pt idx="3300">
                  <c:v>1566.95</c:v>
                </c:pt>
                <c:pt idx="3301">
                  <c:v>1546.75</c:v>
                </c:pt>
                <c:pt idx="3302">
                  <c:v>1557.65</c:v>
                </c:pt>
                <c:pt idx="3303">
                  <c:v>1559.95</c:v>
                </c:pt>
                <c:pt idx="3304">
                  <c:v>1542.15</c:v>
                </c:pt>
                <c:pt idx="3305">
                  <c:v>1543.35</c:v>
                </c:pt>
                <c:pt idx="3306">
                  <c:v>1556.35</c:v>
                </c:pt>
                <c:pt idx="3307">
                  <c:v>1575.75</c:v>
                </c:pt>
                <c:pt idx="3308">
                  <c:v>1556.85</c:v>
                </c:pt>
                <c:pt idx="3309">
                  <c:v>1567.35</c:v>
                </c:pt>
                <c:pt idx="3310">
                  <c:v>1543.4</c:v>
                </c:pt>
                <c:pt idx="3311">
                  <c:v>1507.8</c:v>
                </c:pt>
                <c:pt idx="3312">
                  <c:v>1498.35</c:v>
                </c:pt>
                <c:pt idx="3313">
                  <c:v>1480.75</c:v>
                </c:pt>
                <c:pt idx="3314">
                  <c:v>1497.4</c:v>
                </c:pt>
                <c:pt idx="3315">
                  <c:v>1530.45</c:v>
                </c:pt>
                <c:pt idx="3316">
                  <c:v>1536.9</c:v>
                </c:pt>
                <c:pt idx="3317">
                  <c:v>1511.75</c:v>
                </c:pt>
                <c:pt idx="3318">
                  <c:v>1472.45</c:v>
                </c:pt>
                <c:pt idx="3319">
                  <c:v>1483.15</c:v>
                </c:pt>
                <c:pt idx="3320">
                  <c:v>1456.65</c:v>
                </c:pt>
                <c:pt idx="3321">
                  <c:v>1452.75</c:v>
                </c:pt>
                <c:pt idx="3322">
                  <c:v>1425.3</c:v>
                </c:pt>
                <c:pt idx="3323">
                  <c:v>1430.55</c:v>
                </c:pt>
                <c:pt idx="3324">
                  <c:v>1402.3</c:v>
                </c:pt>
                <c:pt idx="3325">
                  <c:v>1369.35</c:v>
                </c:pt>
                <c:pt idx="3326">
                  <c:v>1370.75</c:v>
                </c:pt>
                <c:pt idx="3327">
                  <c:v>1378.4</c:v>
                </c:pt>
                <c:pt idx="3328">
                  <c:v>1433.9</c:v>
                </c:pt>
                <c:pt idx="3329">
                  <c:v>1418.5</c:v>
                </c:pt>
                <c:pt idx="3330">
                  <c:v>1467.2</c:v>
                </c:pt>
                <c:pt idx="3331">
                  <c:v>1471.6</c:v>
                </c:pt>
                <c:pt idx="3332">
                  <c:v>1480.1</c:v>
                </c:pt>
                <c:pt idx="3333">
                  <c:v>1498.45</c:v>
                </c:pt>
                <c:pt idx="3334">
                  <c:v>1495.9</c:v>
                </c:pt>
                <c:pt idx="3335">
                  <c:v>1489.65</c:v>
                </c:pt>
                <c:pt idx="3336">
                  <c:v>1451.6</c:v>
                </c:pt>
                <c:pt idx="3337">
                  <c:v>1457.95</c:v>
                </c:pt>
                <c:pt idx="3338">
                  <c:v>1471.55</c:v>
                </c:pt>
                <c:pt idx="3339">
                  <c:v>1454.05</c:v>
                </c:pt>
                <c:pt idx="3340">
                  <c:v>1473.8</c:v>
                </c:pt>
                <c:pt idx="3341">
                  <c:v>1472.4</c:v>
                </c:pt>
                <c:pt idx="3342">
                  <c:v>1492.85</c:v>
                </c:pt>
                <c:pt idx="3343">
                  <c:v>1498.4</c:v>
                </c:pt>
                <c:pt idx="3344">
                  <c:v>1492.7</c:v>
                </c:pt>
                <c:pt idx="3345">
                  <c:v>1469.55</c:v>
                </c:pt>
                <c:pt idx="3346">
                  <c:v>1498</c:v>
                </c:pt>
                <c:pt idx="3347">
                  <c:v>1514.1</c:v>
                </c:pt>
                <c:pt idx="3348">
                  <c:v>1497.35</c:v>
                </c:pt>
                <c:pt idx="3349">
                  <c:v>1499.4</c:v>
                </c:pt>
                <c:pt idx="3350">
                  <c:v>1498.45</c:v>
                </c:pt>
                <c:pt idx="3351">
                  <c:v>1469.4</c:v>
                </c:pt>
                <c:pt idx="3352">
                  <c:v>1465.35</c:v>
                </c:pt>
                <c:pt idx="3353">
                  <c:v>1467.8</c:v>
                </c:pt>
                <c:pt idx="3354">
                  <c:v>1470.75</c:v>
                </c:pt>
                <c:pt idx="3355">
                  <c:v>1518.95</c:v>
                </c:pt>
                <c:pt idx="3356">
                  <c:v>1525.05</c:v>
                </c:pt>
                <c:pt idx="3357">
                  <c:v>1501.55</c:v>
                </c:pt>
                <c:pt idx="3358">
                  <c:v>1468.1</c:v>
                </c:pt>
                <c:pt idx="3359">
                  <c:v>1445.65</c:v>
                </c:pt>
                <c:pt idx="3360">
                  <c:v>1450.7</c:v>
                </c:pt>
                <c:pt idx="3361">
                  <c:v>1452.45</c:v>
                </c:pt>
                <c:pt idx="3362">
                  <c:v>1443.8</c:v>
                </c:pt>
                <c:pt idx="3363">
                  <c:v>1427.7</c:v>
                </c:pt>
                <c:pt idx="3364">
                  <c:v>1404.5</c:v>
                </c:pt>
                <c:pt idx="3365">
                  <c:v>1422.25</c:v>
                </c:pt>
                <c:pt idx="3366">
                  <c:v>1410.7</c:v>
                </c:pt>
                <c:pt idx="3367">
                  <c:v>1392.3</c:v>
                </c:pt>
                <c:pt idx="3368">
                  <c:v>1437.7</c:v>
                </c:pt>
                <c:pt idx="3369">
                  <c:v>1491.9</c:v>
                </c:pt>
                <c:pt idx="3370">
                  <c:v>1518.15</c:v>
                </c:pt>
                <c:pt idx="3371">
                  <c:v>1492.35</c:v>
                </c:pt>
                <c:pt idx="3372">
                  <c:v>1500.55</c:v>
                </c:pt>
                <c:pt idx="3373">
                  <c:v>1489.8</c:v>
                </c:pt>
                <c:pt idx="3374">
                  <c:v>1538.3</c:v>
                </c:pt>
                <c:pt idx="3375">
                  <c:v>1530.2</c:v>
                </c:pt>
                <c:pt idx="3376">
                  <c:v>1506.65</c:v>
                </c:pt>
                <c:pt idx="3377">
                  <c:v>1504.9</c:v>
                </c:pt>
                <c:pt idx="3378">
                  <c:v>1511.95</c:v>
                </c:pt>
                <c:pt idx="3379">
                  <c:v>1564.55</c:v>
                </c:pt>
                <c:pt idx="3380">
                  <c:v>1609.85</c:v>
                </c:pt>
                <c:pt idx="3381">
                  <c:v>1641.75</c:v>
                </c:pt>
                <c:pt idx="3382">
                  <c:v>1649.35</c:v>
                </c:pt>
                <c:pt idx="3383">
                  <c:v>1678.5</c:v>
                </c:pt>
                <c:pt idx="3384">
                  <c:v>1660.4</c:v>
                </c:pt>
                <c:pt idx="3385">
                  <c:v>1742.8</c:v>
                </c:pt>
                <c:pt idx="3386">
                  <c:v>1746.5</c:v>
                </c:pt>
                <c:pt idx="3387">
                  <c:v>1749.8</c:v>
                </c:pt>
                <c:pt idx="3388">
                  <c:v>1782.8</c:v>
                </c:pt>
                <c:pt idx="3389">
                  <c:v>1795.75</c:v>
                </c:pt>
                <c:pt idx="3390">
                  <c:v>1774.5</c:v>
                </c:pt>
                <c:pt idx="3391">
                  <c:v>1779.2</c:v>
                </c:pt>
                <c:pt idx="3392">
                  <c:v>1792.3</c:v>
                </c:pt>
                <c:pt idx="3393">
                  <c:v>1815.5</c:v>
                </c:pt>
                <c:pt idx="3394">
                  <c:v>1815.4</c:v>
                </c:pt>
                <c:pt idx="3395">
                  <c:v>1845.85</c:v>
                </c:pt>
                <c:pt idx="3396">
                  <c:v>1867.2</c:v>
                </c:pt>
                <c:pt idx="3397">
                  <c:v>1870.1</c:v>
                </c:pt>
                <c:pt idx="3398">
                  <c:v>1822.7</c:v>
                </c:pt>
                <c:pt idx="3399">
                  <c:v>1845.4</c:v>
                </c:pt>
                <c:pt idx="3400">
                  <c:v>1814</c:v>
                </c:pt>
                <c:pt idx="3401">
                  <c:v>1819.8</c:v>
                </c:pt>
                <c:pt idx="3402">
                  <c:v>1833.5</c:v>
                </c:pt>
                <c:pt idx="3403">
                  <c:v>1780.9</c:v>
                </c:pt>
                <c:pt idx="3404">
                  <c:v>1777.45</c:v>
                </c:pt>
                <c:pt idx="3405">
                  <c:v>1736.4</c:v>
                </c:pt>
                <c:pt idx="3406">
                  <c:v>1717.8</c:v>
                </c:pt>
                <c:pt idx="3407">
                  <c:v>1778.95</c:v>
                </c:pt>
                <c:pt idx="3408">
                  <c:v>1829.45</c:v>
                </c:pt>
                <c:pt idx="3409">
                  <c:v>1842</c:v>
                </c:pt>
                <c:pt idx="3410">
                  <c:v>1838.8</c:v>
                </c:pt>
                <c:pt idx="3411">
                  <c:v>1907.9</c:v>
                </c:pt>
                <c:pt idx="3412">
                  <c:v>1947.1</c:v>
                </c:pt>
                <c:pt idx="3413">
                  <c:v>2033.2</c:v>
                </c:pt>
                <c:pt idx="3414">
                  <c:v>2056.85</c:v>
                </c:pt>
                <c:pt idx="3415">
                  <c:v>2001.1</c:v>
                </c:pt>
                <c:pt idx="3416">
                  <c:v>2069.1</c:v>
                </c:pt>
                <c:pt idx="3417">
                  <c:v>1990.75</c:v>
                </c:pt>
                <c:pt idx="3418">
                  <c:v>1988.8</c:v>
                </c:pt>
                <c:pt idx="3419">
                  <c:v>1987.9</c:v>
                </c:pt>
                <c:pt idx="3420">
                  <c:v>1993.8</c:v>
                </c:pt>
                <c:pt idx="3421">
                  <c:v>1967.9</c:v>
                </c:pt>
                <c:pt idx="3422">
                  <c:v>1953.75</c:v>
                </c:pt>
                <c:pt idx="3423">
                  <c:v>1902.55</c:v>
                </c:pt>
                <c:pt idx="3424">
                  <c:v>1947.45</c:v>
                </c:pt>
                <c:pt idx="3425">
                  <c:v>1954.5</c:v>
                </c:pt>
                <c:pt idx="3426">
                  <c:v>1966.3</c:v>
                </c:pt>
                <c:pt idx="3427">
                  <c:v>1950.3</c:v>
                </c:pt>
                <c:pt idx="3428">
                  <c:v>1955.1</c:v>
                </c:pt>
                <c:pt idx="3429">
                  <c:v>1939.5</c:v>
                </c:pt>
                <c:pt idx="3430">
                  <c:v>1959.05</c:v>
                </c:pt>
                <c:pt idx="3431">
                  <c:v>1942.9</c:v>
                </c:pt>
                <c:pt idx="3432">
                  <c:v>1948.1</c:v>
                </c:pt>
                <c:pt idx="3433">
                  <c:v>1927.8</c:v>
                </c:pt>
                <c:pt idx="3434">
                  <c:v>1949.05</c:v>
                </c:pt>
                <c:pt idx="3435">
                  <c:v>2024.6</c:v>
                </c:pt>
                <c:pt idx="3436">
                  <c:v>2033.6</c:v>
                </c:pt>
                <c:pt idx="3437">
                  <c:v>2089.75</c:v>
                </c:pt>
                <c:pt idx="3438">
                  <c:v>2061.4499999999998</c:v>
                </c:pt>
                <c:pt idx="3439">
                  <c:v>2090.85</c:v>
                </c:pt>
                <c:pt idx="3440">
                  <c:v>2080</c:v>
                </c:pt>
                <c:pt idx="3441">
                  <c:v>2122.0500000000002</c:v>
                </c:pt>
                <c:pt idx="3442">
                  <c:v>2212.75</c:v>
                </c:pt>
                <c:pt idx="3443">
                  <c:v>2215.4</c:v>
                </c:pt>
                <c:pt idx="3444">
                  <c:v>2108.4499999999998</c:v>
                </c:pt>
                <c:pt idx="3445">
                  <c:v>2120.65</c:v>
                </c:pt>
                <c:pt idx="3446">
                  <c:v>2071.65</c:v>
                </c:pt>
                <c:pt idx="3447">
                  <c:v>2089.35</c:v>
                </c:pt>
                <c:pt idx="3448">
                  <c:v>2061.15</c:v>
                </c:pt>
                <c:pt idx="3449">
                  <c:v>2008.7</c:v>
                </c:pt>
                <c:pt idx="3450">
                  <c:v>2067.75</c:v>
                </c:pt>
                <c:pt idx="3451">
                  <c:v>2063.9499999999998</c:v>
                </c:pt>
                <c:pt idx="3452">
                  <c:v>2069.8000000000002</c:v>
                </c:pt>
                <c:pt idx="3453">
                  <c:v>2091.9499999999998</c:v>
                </c:pt>
                <c:pt idx="3454">
                  <c:v>2112.0500000000002</c:v>
                </c:pt>
                <c:pt idx="3455">
                  <c:v>2097.6</c:v>
                </c:pt>
                <c:pt idx="3456">
                  <c:v>2099</c:v>
                </c:pt>
                <c:pt idx="3457">
                  <c:v>2042</c:v>
                </c:pt>
                <c:pt idx="3458">
                  <c:v>2091.1</c:v>
                </c:pt>
                <c:pt idx="3459">
                  <c:v>2121.9499999999998</c:v>
                </c:pt>
                <c:pt idx="3460">
                  <c:v>2090.85</c:v>
                </c:pt>
                <c:pt idx="3461">
                  <c:v>2094.65</c:v>
                </c:pt>
                <c:pt idx="3462">
                  <c:v>2087.15</c:v>
                </c:pt>
                <c:pt idx="3463">
                  <c:v>2049</c:v>
                </c:pt>
                <c:pt idx="3464">
                  <c:v>2026.2</c:v>
                </c:pt>
                <c:pt idx="3465">
                  <c:v>2044</c:v>
                </c:pt>
                <c:pt idx="3466">
                  <c:v>2029.9</c:v>
                </c:pt>
                <c:pt idx="3467">
                  <c:v>2023.6</c:v>
                </c:pt>
                <c:pt idx="3468">
                  <c:v>1986.6</c:v>
                </c:pt>
                <c:pt idx="3469">
                  <c:v>2000.85</c:v>
                </c:pt>
                <c:pt idx="3470">
                  <c:v>2013.25</c:v>
                </c:pt>
                <c:pt idx="3471">
                  <c:v>1993.7</c:v>
                </c:pt>
                <c:pt idx="3472">
                  <c:v>1986.45</c:v>
                </c:pt>
                <c:pt idx="3473">
                  <c:v>1984.6</c:v>
                </c:pt>
                <c:pt idx="3474">
                  <c:v>2004.35</c:v>
                </c:pt>
                <c:pt idx="3475">
                  <c:v>2013.9</c:v>
                </c:pt>
                <c:pt idx="3476">
                  <c:v>2020.8</c:v>
                </c:pt>
                <c:pt idx="3477">
                  <c:v>2000.05</c:v>
                </c:pt>
                <c:pt idx="3478">
                  <c:v>1987.15</c:v>
                </c:pt>
                <c:pt idx="3479">
                  <c:v>2000.3</c:v>
                </c:pt>
                <c:pt idx="3480">
                  <c:v>2004.85</c:v>
                </c:pt>
                <c:pt idx="3481">
                  <c:v>2082.75</c:v>
                </c:pt>
                <c:pt idx="3482">
                  <c:v>2058.0500000000002</c:v>
                </c:pt>
                <c:pt idx="3483">
                  <c:v>2028.9</c:v>
                </c:pt>
                <c:pt idx="3484">
                  <c:v>2001.8</c:v>
                </c:pt>
                <c:pt idx="3485">
                  <c:v>2019.15</c:v>
                </c:pt>
                <c:pt idx="3486">
                  <c:v>2045.35</c:v>
                </c:pt>
                <c:pt idx="3487">
                  <c:v>2055.8000000000002</c:v>
                </c:pt>
                <c:pt idx="3488">
                  <c:v>2081.5</c:v>
                </c:pt>
                <c:pt idx="3489">
                  <c:v>2120.5500000000002</c:v>
                </c:pt>
                <c:pt idx="3490">
                  <c:v>2109.0500000000002</c:v>
                </c:pt>
                <c:pt idx="3491">
                  <c:v>2110.6999999999998</c:v>
                </c:pt>
                <c:pt idx="3492">
                  <c:v>2100.3000000000002</c:v>
                </c:pt>
                <c:pt idx="3493">
                  <c:v>2160.65</c:v>
                </c:pt>
                <c:pt idx="3494">
                  <c:v>2156.0500000000002</c:v>
                </c:pt>
                <c:pt idx="3495">
                  <c:v>2172.0500000000002</c:v>
                </c:pt>
                <c:pt idx="3496">
                  <c:v>2153.3000000000002</c:v>
                </c:pt>
                <c:pt idx="3497">
                  <c:v>2167</c:v>
                </c:pt>
                <c:pt idx="3498">
                  <c:v>2222.1999999999998</c:v>
                </c:pt>
                <c:pt idx="3499">
                  <c:v>2239.6</c:v>
                </c:pt>
                <c:pt idx="3500">
                  <c:v>2206.15</c:v>
                </c:pt>
                <c:pt idx="3501">
                  <c:v>2232.65</c:v>
                </c:pt>
                <c:pt idx="3502">
                  <c:v>2241.9499999999998</c:v>
                </c:pt>
                <c:pt idx="3503">
                  <c:v>2280.9</c:v>
                </c:pt>
                <c:pt idx="3504">
                  <c:v>2368.75</c:v>
                </c:pt>
                <c:pt idx="3505">
                  <c:v>2326.75</c:v>
                </c:pt>
                <c:pt idx="3506">
                  <c:v>2353.6</c:v>
                </c:pt>
                <c:pt idx="3507">
                  <c:v>2350.3000000000002</c:v>
                </c:pt>
                <c:pt idx="3508">
                  <c:v>2213.0500000000002</c:v>
                </c:pt>
                <c:pt idx="3509">
                  <c:v>2338.1999999999998</c:v>
                </c:pt>
                <c:pt idx="3510">
                  <c:v>2280.3000000000002</c:v>
                </c:pt>
                <c:pt idx="3511">
                  <c:v>2274.0500000000002</c:v>
                </c:pt>
                <c:pt idx="3512">
                  <c:v>2252.4499999999998</c:v>
                </c:pt>
                <c:pt idx="3513">
                  <c:v>2248.6999999999998</c:v>
                </c:pt>
                <c:pt idx="3514">
                  <c:v>2229.6</c:v>
                </c:pt>
                <c:pt idx="3515">
                  <c:v>2212.35</c:v>
                </c:pt>
                <c:pt idx="3516">
                  <c:v>2209.8000000000002</c:v>
                </c:pt>
                <c:pt idx="3517">
                  <c:v>2217.6</c:v>
                </c:pt>
                <c:pt idx="3518">
                  <c:v>2241.0500000000002</c:v>
                </c:pt>
                <c:pt idx="3519">
                  <c:v>2194.4499999999998</c:v>
                </c:pt>
                <c:pt idx="3520">
                  <c:v>2151.35</c:v>
                </c:pt>
                <c:pt idx="3521">
                  <c:v>2194.4</c:v>
                </c:pt>
                <c:pt idx="3522">
                  <c:v>2175.25</c:v>
                </c:pt>
                <c:pt idx="3523">
                  <c:v>2144.4</c:v>
                </c:pt>
                <c:pt idx="3524">
                  <c:v>2093.5500000000002</c:v>
                </c:pt>
                <c:pt idx="3525">
                  <c:v>2101.6999999999998</c:v>
                </c:pt>
                <c:pt idx="3526">
                  <c:v>2105.4499999999998</c:v>
                </c:pt>
                <c:pt idx="3527">
                  <c:v>2133.75</c:v>
                </c:pt>
                <c:pt idx="3528">
                  <c:v>2167.9</c:v>
                </c:pt>
                <c:pt idx="3529">
                  <c:v>2165.4</c:v>
                </c:pt>
                <c:pt idx="3530">
                  <c:v>2166</c:v>
                </c:pt>
                <c:pt idx="3531">
                  <c:v>2197.9499999999998</c:v>
                </c:pt>
                <c:pt idx="3532">
                  <c:v>2189.35</c:v>
                </c:pt>
                <c:pt idx="3533">
                  <c:v>2205.6999999999998</c:v>
                </c:pt>
                <c:pt idx="3534">
                  <c:v>2177.9</c:v>
                </c:pt>
                <c:pt idx="3535">
                  <c:v>2188.9</c:v>
                </c:pt>
                <c:pt idx="3536">
                  <c:v>2182.15</c:v>
                </c:pt>
                <c:pt idx="3537">
                  <c:v>2275.75</c:v>
                </c:pt>
                <c:pt idx="3538">
                  <c:v>2240.0500000000002</c:v>
                </c:pt>
                <c:pt idx="3539">
                  <c:v>2240.65</c:v>
                </c:pt>
                <c:pt idx="3540">
                  <c:v>2251.9</c:v>
                </c:pt>
                <c:pt idx="3541">
                  <c:v>2240.75</c:v>
                </c:pt>
                <c:pt idx="3542">
                  <c:v>2228.5</c:v>
                </c:pt>
                <c:pt idx="3543">
                  <c:v>2142.65</c:v>
                </c:pt>
                <c:pt idx="3544">
                  <c:v>2151.65</c:v>
                </c:pt>
                <c:pt idx="3545">
                  <c:v>2179.4499999999998</c:v>
                </c:pt>
                <c:pt idx="3546">
                  <c:v>2149.5500000000002</c:v>
                </c:pt>
                <c:pt idx="3547">
                  <c:v>2139.5500000000002</c:v>
                </c:pt>
                <c:pt idx="3548">
                  <c:v>2122</c:v>
                </c:pt>
                <c:pt idx="3549">
                  <c:v>2039.4</c:v>
                </c:pt>
                <c:pt idx="3550">
                  <c:v>2108.1999999999998</c:v>
                </c:pt>
                <c:pt idx="3551">
                  <c:v>2127</c:v>
                </c:pt>
                <c:pt idx="3552">
                  <c:v>2128.25</c:v>
                </c:pt>
                <c:pt idx="3553">
                  <c:v>2152.6</c:v>
                </c:pt>
                <c:pt idx="3554">
                  <c:v>2146.65</c:v>
                </c:pt>
                <c:pt idx="3555">
                  <c:v>2093.5</c:v>
                </c:pt>
                <c:pt idx="3556">
                  <c:v>2094.25</c:v>
                </c:pt>
                <c:pt idx="3557">
                  <c:v>2102.1</c:v>
                </c:pt>
                <c:pt idx="3558">
                  <c:v>2133.15</c:v>
                </c:pt>
                <c:pt idx="3559">
                  <c:v>2176.6999999999998</c:v>
                </c:pt>
                <c:pt idx="3560">
                  <c:v>2172.25</c:v>
                </c:pt>
                <c:pt idx="3561">
                  <c:v>2166.5</c:v>
                </c:pt>
                <c:pt idx="3562">
                  <c:v>2138.85</c:v>
                </c:pt>
                <c:pt idx="3563">
                  <c:v>2153.8000000000002</c:v>
                </c:pt>
                <c:pt idx="3564">
                  <c:v>2140.4</c:v>
                </c:pt>
                <c:pt idx="3565">
                  <c:v>2126.15</c:v>
                </c:pt>
                <c:pt idx="3566">
                  <c:v>2164.1</c:v>
                </c:pt>
                <c:pt idx="3567">
                  <c:v>2252.75</c:v>
                </c:pt>
                <c:pt idx="3568">
                  <c:v>2196.3000000000002</c:v>
                </c:pt>
                <c:pt idx="3569">
                  <c:v>2222.9</c:v>
                </c:pt>
                <c:pt idx="3570">
                  <c:v>2221.75</c:v>
                </c:pt>
                <c:pt idx="3571">
                  <c:v>2221.0500000000002</c:v>
                </c:pt>
                <c:pt idx="3572">
                  <c:v>2213.75</c:v>
                </c:pt>
                <c:pt idx="3573">
                  <c:v>2205.25</c:v>
                </c:pt>
                <c:pt idx="3574">
                  <c:v>2191.35</c:v>
                </c:pt>
                <c:pt idx="3575">
                  <c:v>2194.25</c:v>
                </c:pt>
                <c:pt idx="3576">
                  <c:v>2189.1999999999998</c:v>
                </c:pt>
                <c:pt idx="3577">
                  <c:v>2208.4499999999998</c:v>
                </c:pt>
                <c:pt idx="3578">
                  <c:v>2213.6999999999998</c:v>
                </c:pt>
                <c:pt idx="3579">
                  <c:v>2198.9</c:v>
                </c:pt>
                <c:pt idx="3580">
                  <c:v>2165.5500000000002</c:v>
                </c:pt>
                <c:pt idx="3581">
                  <c:v>2162.0500000000002</c:v>
                </c:pt>
                <c:pt idx="3582">
                  <c:v>2159.9</c:v>
                </c:pt>
                <c:pt idx="3583">
                  <c:v>2159.35</c:v>
                </c:pt>
                <c:pt idx="3584">
                  <c:v>2210.9499999999998</c:v>
                </c:pt>
                <c:pt idx="3585">
                  <c:v>2216.1</c:v>
                </c:pt>
                <c:pt idx="3586">
                  <c:v>2193.15</c:v>
                </c:pt>
                <c:pt idx="3587">
                  <c:v>2160.75</c:v>
                </c:pt>
                <c:pt idx="3588">
                  <c:v>2036.7</c:v>
                </c:pt>
                <c:pt idx="3589">
                  <c:v>2068.1999999999998</c:v>
                </c:pt>
                <c:pt idx="3590">
                  <c:v>2082.85</c:v>
                </c:pt>
                <c:pt idx="3591">
                  <c:v>2111.9499999999998</c:v>
                </c:pt>
                <c:pt idx="3592">
                  <c:v>2127.9</c:v>
                </c:pt>
                <c:pt idx="3593">
                  <c:v>2154</c:v>
                </c:pt>
                <c:pt idx="3594">
                  <c:v>2131.4499999999998</c:v>
                </c:pt>
                <c:pt idx="3595">
                  <c:v>2150.5500000000002</c:v>
                </c:pt>
                <c:pt idx="3596">
                  <c:v>2159.9499999999998</c:v>
                </c:pt>
                <c:pt idx="3597">
                  <c:v>2141.35</c:v>
                </c:pt>
                <c:pt idx="3598">
                  <c:v>2129.85</c:v>
                </c:pt>
                <c:pt idx="3599">
                  <c:v>2128.6</c:v>
                </c:pt>
                <c:pt idx="3600">
                  <c:v>2089.25</c:v>
                </c:pt>
                <c:pt idx="3601">
                  <c:v>2104.15</c:v>
                </c:pt>
                <c:pt idx="3602">
                  <c:v>2084.25</c:v>
                </c:pt>
                <c:pt idx="3603">
                  <c:v>2113.8000000000002</c:v>
                </c:pt>
                <c:pt idx="3604">
                  <c:v>2158.15</c:v>
                </c:pt>
                <c:pt idx="3605">
                  <c:v>2206.9499999999998</c:v>
                </c:pt>
                <c:pt idx="3606">
                  <c:v>2237.35</c:v>
                </c:pt>
                <c:pt idx="3607">
                  <c:v>2213.5500000000002</c:v>
                </c:pt>
                <c:pt idx="3608">
                  <c:v>2269.75</c:v>
                </c:pt>
                <c:pt idx="3609">
                  <c:v>2279.85</c:v>
                </c:pt>
                <c:pt idx="3610">
                  <c:v>2227.0500000000002</c:v>
                </c:pt>
                <c:pt idx="3611">
                  <c:v>2276.0500000000002</c:v>
                </c:pt>
                <c:pt idx="3612">
                  <c:v>2292.4</c:v>
                </c:pt>
                <c:pt idx="3613">
                  <c:v>2268.85</c:v>
                </c:pt>
                <c:pt idx="3614">
                  <c:v>2309.0500000000002</c:v>
                </c:pt>
                <c:pt idx="3615">
                  <c:v>2310.5500000000002</c:v>
                </c:pt>
                <c:pt idx="3616">
                  <c:v>2307.65</c:v>
                </c:pt>
                <c:pt idx="3617">
                  <c:v>2399.5500000000002</c:v>
                </c:pt>
                <c:pt idx="3618">
                  <c:v>2425.4</c:v>
                </c:pt>
                <c:pt idx="3619">
                  <c:v>2390.75</c:v>
                </c:pt>
                <c:pt idx="3620">
                  <c:v>2401.6</c:v>
                </c:pt>
                <c:pt idx="3621">
                  <c:v>2417.9</c:v>
                </c:pt>
                <c:pt idx="3622">
                  <c:v>2410.5</c:v>
                </c:pt>
                <c:pt idx="3623">
                  <c:v>2488.5500000000002</c:v>
                </c:pt>
                <c:pt idx="3624">
                  <c:v>2449.4499999999998</c:v>
                </c:pt>
                <c:pt idx="3625">
                  <c:v>2398.15</c:v>
                </c:pt>
                <c:pt idx="3626">
                  <c:v>2351.8000000000002</c:v>
                </c:pt>
                <c:pt idx="3627">
                  <c:v>2394.4499999999998</c:v>
                </c:pt>
                <c:pt idx="3628">
                  <c:v>2426.25</c:v>
                </c:pt>
                <c:pt idx="3629">
                  <c:v>2399.3000000000002</c:v>
                </c:pt>
                <c:pt idx="3630">
                  <c:v>2401.85</c:v>
                </c:pt>
                <c:pt idx="3631">
                  <c:v>2381.9499999999998</c:v>
                </c:pt>
                <c:pt idx="3632">
                  <c:v>2441.1999999999998</c:v>
                </c:pt>
                <c:pt idx="3633">
                  <c:v>2463.75</c:v>
                </c:pt>
                <c:pt idx="3634">
                  <c:v>2532.4</c:v>
                </c:pt>
                <c:pt idx="3635">
                  <c:v>2586.15</c:v>
                </c:pt>
                <c:pt idx="3636">
                  <c:v>2595.1999999999998</c:v>
                </c:pt>
                <c:pt idx="3637">
                  <c:v>2605.75</c:v>
                </c:pt>
                <c:pt idx="3638">
                  <c:v>2589.3000000000002</c:v>
                </c:pt>
                <c:pt idx="3639">
                  <c:v>2595.0500000000002</c:v>
                </c:pt>
                <c:pt idx="3640">
                  <c:v>2580.0500000000002</c:v>
                </c:pt>
                <c:pt idx="3641">
                  <c:v>2516.4</c:v>
                </c:pt>
                <c:pt idx="3642">
                  <c:v>2526.0500000000002</c:v>
                </c:pt>
                <c:pt idx="3643">
                  <c:v>2523.6999999999998</c:v>
                </c:pt>
                <c:pt idx="3644">
                  <c:v>2506.65</c:v>
                </c:pt>
                <c:pt idx="3645">
                  <c:v>2469.8000000000002</c:v>
                </c:pt>
                <c:pt idx="3646">
                  <c:v>2478.6999999999998</c:v>
                </c:pt>
                <c:pt idx="3647">
                  <c:v>2468.4</c:v>
                </c:pt>
                <c:pt idx="3648">
                  <c:v>2471.75</c:v>
                </c:pt>
                <c:pt idx="3649">
                  <c:v>2500.0500000000002</c:v>
                </c:pt>
                <c:pt idx="3650">
                  <c:v>2499.75</c:v>
                </c:pt>
                <c:pt idx="3651">
                  <c:v>2487.6</c:v>
                </c:pt>
                <c:pt idx="3652">
                  <c:v>2438.5</c:v>
                </c:pt>
                <c:pt idx="3653">
                  <c:v>2436.1999999999998</c:v>
                </c:pt>
                <c:pt idx="3654">
                  <c:v>2432.4499999999998</c:v>
                </c:pt>
                <c:pt idx="3655">
                  <c:v>2464.1999999999998</c:v>
                </c:pt>
                <c:pt idx="3656">
                  <c:v>2522.0500000000002</c:v>
                </c:pt>
                <c:pt idx="3657">
                  <c:v>2533.8000000000002</c:v>
                </c:pt>
                <c:pt idx="3658">
                  <c:v>2549.9499999999998</c:v>
                </c:pt>
                <c:pt idx="3659">
                  <c:v>2522.35</c:v>
                </c:pt>
                <c:pt idx="3660">
                  <c:v>2537.15</c:v>
                </c:pt>
                <c:pt idx="3661">
                  <c:v>2537.9</c:v>
                </c:pt>
                <c:pt idx="3662">
                  <c:v>2606.4</c:v>
                </c:pt>
                <c:pt idx="3663">
                  <c:v>2584.75</c:v>
                </c:pt>
                <c:pt idx="3664">
                  <c:v>2598.6</c:v>
                </c:pt>
                <c:pt idx="3665">
                  <c:v>2642.7</c:v>
                </c:pt>
                <c:pt idx="3666">
                  <c:v>2631.25</c:v>
                </c:pt>
                <c:pt idx="3667">
                  <c:v>2600.15</c:v>
                </c:pt>
                <c:pt idx="3668">
                  <c:v>2598.35</c:v>
                </c:pt>
                <c:pt idx="3669">
                  <c:v>2607.6</c:v>
                </c:pt>
                <c:pt idx="3670">
                  <c:v>2558.3000000000002</c:v>
                </c:pt>
                <c:pt idx="3671">
                  <c:v>2550.85</c:v>
                </c:pt>
                <c:pt idx="3672">
                  <c:v>2591.1999999999998</c:v>
                </c:pt>
                <c:pt idx="3673">
                  <c:v>2642.3</c:v>
                </c:pt>
                <c:pt idx="3674">
                  <c:v>2714.2</c:v>
                </c:pt>
                <c:pt idx="3675">
                  <c:v>2721.8</c:v>
                </c:pt>
                <c:pt idx="3676">
                  <c:v>2688.2</c:v>
                </c:pt>
                <c:pt idx="3677">
                  <c:v>2643</c:v>
                </c:pt>
                <c:pt idx="3678">
                  <c:v>2708.6</c:v>
                </c:pt>
                <c:pt idx="3679">
                  <c:v>2684</c:v>
                </c:pt>
                <c:pt idx="3680">
                  <c:v>2767.95</c:v>
                </c:pt>
                <c:pt idx="3681">
                  <c:v>2736.6</c:v>
                </c:pt>
                <c:pt idx="3682">
                  <c:v>2775.6</c:v>
                </c:pt>
                <c:pt idx="3683">
                  <c:v>2731.35</c:v>
                </c:pt>
                <c:pt idx="3684">
                  <c:v>2683.2</c:v>
                </c:pt>
                <c:pt idx="3685">
                  <c:v>2706.05</c:v>
                </c:pt>
                <c:pt idx="3686">
                  <c:v>2678.5</c:v>
                </c:pt>
                <c:pt idx="3687">
                  <c:v>2716.55</c:v>
                </c:pt>
                <c:pt idx="3688">
                  <c:v>2699.2</c:v>
                </c:pt>
                <c:pt idx="3689">
                  <c:v>2678.1</c:v>
                </c:pt>
                <c:pt idx="3690">
                  <c:v>2441.15</c:v>
                </c:pt>
                <c:pt idx="3691">
                  <c:v>2423.3000000000002</c:v>
                </c:pt>
                <c:pt idx="3692">
                  <c:v>2433.4</c:v>
                </c:pt>
                <c:pt idx="3693">
                  <c:v>2451.85</c:v>
                </c:pt>
                <c:pt idx="3694">
                  <c:v>2465.35</c:v>
                </c:pt>
                <c:pt idx="3695">
                  <c:v>2457.15</c:v>
                </c:pt>
                <c:pt idx="3696">
                  <c:v>2478.6</c:v>
                </c:pt>
                <c:pt idx="3697">
                  <c:v>2506.0500000000002</c:v>
                </c:pt>
                <c:pt idx="3698">
                  <c:v>2558.1999999999998</c:v>
                </c:pt>
                <c:pt idx="3699">
                  <c:v>2607.85</c:v>
                </c:pt>
                <c:pt idx="3700">
                  <c:v>2590.35</c:v>
                </c:pt>
                <c:pt idx="3701">
                  <c:v>2599.5</c:v>
                </c:pt>
                <c:pt idx="3702">
                  <c:v>2572.85</c:v>
                </c:pt>
                <c:pt idx="3703">
                  <c:v>2569.65</c:v>
                </c:pt>
                <c:pt idx="3704">
                  <c:v>2580.6999999999998</c:v>
                </c:pt>
                <c:pt idx="3705">
                  <c:v>2591.75</c:v>
                </c:pt>
                <c:pt idx="3706">
                  <c:v>2588.4499999999998</c:v>
                </c:pt>
                <c:pt idx="3707">
                  <c:v>2606.4499999999998</c:v>
                </c:pt>
                <c:pt idx="3708">
                  <c:v>2618.3000000000002</c:v>
                </c:pt>
                <c:pt idx="3709">
                  <c:v>2585.85</c:v>
                </c:pt>
                <c:pt idx="3710">
                  <c:v>2573.75</c:v>
                </c:pt>
                <c:pt idx="3711">
                  <c:v>2605.4499999999998</c:v>
                </c:pt>
                <c:pt idx="3712">
                  <c:v>2622.15</c:v>
                </c:pt>
                <c:pt idx="3713">
                  <c:v>2657.7</c:v>
                </c:pt>
                <c:pt idx="3714">
                  <c:v>2636</c:v>
                </c:pt>
                <c:pt idx="3715">
                  <c:v>2627.3</c:v>
                </c:pt>
                <c:pt idx="3716">
                  <c:v>2653.3</c:v>
                </c:pt>
                <c:pt idx="3717">
                  <c:v>2643</c:v>
                </c:pt>
                <c:pt idx="3718">
                  <c:v>2692.95</c:v>
                </c:pt>
                <c:pt idx="3719">
                  <c:v>2657.3</c:v>
                </c:pt>
                <c:pt idx="3720">
                  <c:v>2635.35</c:v>
                </c:pt>
                <c:pt idx="3721">
                  <c:v>2637.95</c:v>
                </c:pt>
                <c:pt idx="3722">
                  <c:v>2578.9499999999998</c:v>
                </c:pt>
                <c:pt idx="3723">
                  <c:v>2512.8000000000002</c:v>
                </c:pt>
                <c:pt idx="3724">
                  <c:v>2514.85</c:v>
                </c:pt>
                <c:pt idx="3725">
                  <c:v>2507.9</c:v>
                </c:pt>
                <c:pt idx="3726">
                  <c:v>2492.15</c:v>
                </c:pt>
                <c:pt idx="3727">
                  <c:v>2450.6999999999998</c:v>
                </c:pt>
                <c:pt idx="3728">
                  <c:v>2358.65</c:v>
                </c:pt>
                <c:pt idx="3729">
                  <c:v>2443.0500000000002</c:v>
                </c:pt>
                <c:pt idx="3730">
                  <c:v>2444.1</c:v>
                </c:pt>
                <c:pt idx="3731">
                  <c:v>2460.6999999999998</c:v>
                </c:pt>
                <c:pt idx="3732">
                  <c:v>2510.5500000000002</c:v>
                </c:pt>
                <c:pt idx="3733">
                  <c:v>2513.4</c:v>
                </c:pt>
                <c:pt idx="3734">
                  <c:v>2516.6999999999998</c:v>
                </c:pt>
                <c:pt idx="3735">
                  <c:v>2479.9</c:v>
                </c:pt>
                <c:pt idx="3736">
                  <c:v>2505</c:v>
                </c:pt>
                <c:pt idx="3737">
                  <c:v>2522.9</c:v>
                </c:pt>
                <c:pt idx="3738">
                  <c:v>2530.0500000000002</c:v>
                </c:pt>
                <c:pt idx="3739">
                  <c:v>2558.25</c:v>
                </c:pt>
                <c:pt idx="3740">
                  <c:v>2545.5500000000002</c:v>
                </c:pt>
                <c:pt idx="3741">
                  <c:v>2579.4499999999998</c:v>
                </c:pt>
                <c:pt idx="3742">
                  <c:v>2540.25</c:v>
                </c:pt>
                <c:pt idx="3743">
                  <c:v>2446.6</c:v>
                </c:pt>
                <c:pt idx="3744">
                  <c:v>2417.6999999999998</c:v>
                </c:pt>
                <c:pt idx="3745">
                  <c:v>2443.8000000000002</c:v>
                </c:pt>
                <c:pt idx="3746">
                  <c:v>2512.3000000000002</c:v>
                </c:pt>
                <c:pt idx="3747">
                  <c:v>2509.6999999999998</c:v>
                </c:pt>
                <c:pt idx="3748">
                  <c:v>2497.9</c:v>
                </c:pt>
                <c:pt idx="3749">
                  <c:v>2521.9499999999998</c:v>
                </c:pt>
                <c:pt idx="3750">
                  <c:v>2539.1</c:v>
                </c:pt>
                <c:pt idx="3751">
                  <c:v>2532.15</c:v>
                </c:pt>
                <c:pt idx="3752">
                  <c:v>2511</c:v>
                </c:pt>
                <c:pt idx="3753">
                  <c:v>2500.4499999999998</c:v>
                </c:pt>
                <c:pt idx="3754">
                  <c:v>2513.8000000000002</c:v>
                </c:pt>
                <c:pt idx="3755">
                  <c:v>2513.5500000000002</c:v>
                </c:pt>
                <c:pt idx="3756">
                  <c:v>2503.6</c:v>
                </c:pt>
                <c:pt idx="3757">
                  <c:v>2502.0500000000002</c:v>
                </c:pt>
                <c:pt idx="3758">
                  <c:v>2539.6</c:v>
                </c:pt>
                <c:pt idx="3759">
                  <c:v>2544.65</c:v>
                </c:pt>
                <c:pt idx="3760">
                  <c:v>2482.0500000000002</c:v>
                </c:pt>
                <c:pt idx="3761">
                  <c:v>2514.1999999999998</c:v>
                </c:pt>
                <c:pt idx="3762">
                  <c:v>2558.25</c:v>
                </c:pt>
                <c:pt idx="3763">
                  <c:v>2514.3000000000002</c:v>
                </c:pt>
                <c:pt idx="3764">
                  <c:v>2552.4</c:v>
                </c:pt>
                <c:pt idx="3765">
                  <c:v>2575.75</c:v>
                </c:pt>
                <c:pt idx="3766">
                  <c:v>2512.9</c:v>
                </c:pt>
                <c:pt idx="3767">
                  <c:v>2441.15</c:v>
                </c:pt>
                <c:pt idx="3768">
                  <c:v>2459.9</c:v>
                </c:pt>
                <c:pt idx="3769">
                  <c:v>2462.15</c:v>
                </c:pt>
                <c:pt idx="3770">
                  <c:v>2538.75</c:v>
                </c:pt>
                <c:pt idx="3771">
                  <c:v>2584.8000000000002</c:v>
                </c:pt>
                <c:pt idx="3772">
                  <c:v>2635.65</c:v>
                </c:pt>
                <c:pt idx="3773">
                  <c:v>2681.05</c:v>
                </c:pt>
                <c:pt idx="3774">
                  <c:v>2675.55</c:v>
                </c:pt>
                <c:pt idx="3775">
                  <c:v>2696.65</c:v>
                </c:pt>
                <c:pt idx="3776">
                  <c:v>2704.75</c:v>
                </c:pt>
                <c:pt idx="3777">
                  <c:v>2672.2</c:v>
                </c:pt>
                <c:pt idx="3778">
                  <c:v>2656.45</c:v>
                </c:pt>
                <c:pt idx="3779">
                  <c:v>2662.35</c:v>
                </c:pt>
                <c:pt idx="3780">
                  <c:v>2675.25</c:v>
                </c:pt>
                <c:pt idx="3781">
                  <c:v>2669.4</c:v>
                </c:pt>
                <c:pt idx="3782">
                  <c:v>2776</c:v>
                </c:pt>
                <c:pt idx="3783">
                  <c:v>2746</c:v>
                </c:pt>
                <c:pt idx="3784">
                  <c:v>2696.45</c:v>
                </c:pt>
                <c:pt idx="3785">
                  <c:v>2646.8</c:v>
                </c:pt>
                <c:pt idx="3786">
                  <c:v>2642.7</c:v>
                </c:pt>
                <c:pt idx="3787">
                  <c:v>2606.5500000000002</c:v>
                </c:pt>
                <c:pt idx="3788">
                  <c:v>2619.0500000000002</c:v>
                </c:pt>
                <c:pt idx="3789">
                  <c:v>2582.35</c:v>
                </c:pt>
                <c:pt idx="3790">
                  <c:v>2562.3000000000002</c:v>
                </c:pt>
                <c:pt idx="3791">
                  <c:v>2583.6999999999998</c:v>
                </c:pt>
                <c:pt idx="3792">
                  <c:v>2559.35</c:v>
                </c:pt>
                <c:pt idx="3793">
                  <c:v>2596.25</c:v>
                </c:pt>
                <c:pt idx="3794">
                  <c:v>2610.9499999999998</c:v>
                </c:pt>
                <c:pt idx="3795">
                  <c:v>2617.15</c:v>
                </c:pt>
                <c:pt idx="3796">
                  <c:v>2591.3000000000002</c:v>
                </c:pt>
                <c:pt idx="3797">
                  <c:v>2573.75</c:v>
                </c:pt>
                <c:pt idx="3798">
                  <c:v>2513.1</c:v>
                </c:pt>
                <c:pt idx="3799">
                  <c:v>2514.8000000000002</c:v>
                </c:pt>
                <c:pt idx="3800">
                  <c:v>2564.15</c:v>
                </c:pt>
                <c:pt idx="3801">
                  <c:v>2553.9499999999998</c:v>
                </c:pt>
                <c:pt idx="3802">
                  <c:v>2542.65</c:v>
                </c:pt>
                <c:pt idx="3803">
                  <c:v>2547.3000000000002</c:v>
                </c:pt>
                <c:pt idx="3804">
                  <c:v>2585</c:v>
                </c:pt>
                <c:pt idx="3805">
                  <c:v>2641.4</c:v>
                </c:pt>
                <c:pt idx="3806">
                  <c:v>2664.55</c:v>
                </c:pt>
                <c:pt idx="3807">
                  <c:v>2653.75</c:v>
                </c:pt>
                <c:pt idx="3808">
                  <c:v>2655.5</c:v>
                </c:pt>
                <c:pt idx="3809">
                  <c:v>2627.75</c:v>
                </c:pt>
                <c:pt idx="3810">
                  <c:v>2582.8000000000002</c:v>
                </c:pt>
                <c:pt idx="3811">
                  <c:v>2474.85</c:v>
                </c:pt>
                <c:pt idx="3812">
                  <c:v>2428.8000000000002</c:v>
                </c:pt>
                <c:pt idx="3813">
                  <c:v>2427.0500000000002</c:v>
                </c:pt>
                <c:pt idx="3814">
                  <c:v>2445.1</c:v>
                </c:pt>
                <c:pt idx="3815">
                  <c:v>2457.25</c:v>
                </c:pt>
                <c:pt idx="3816">
                  <c:v>2493.0500000000002</c:v>
                </c:pt>
                <c:pt idx="3817">
                  <c:v>2500.1999999999998</c:v>
                </c:pt>
                <c:pt idx="3818">
                  <c:v>2495</c:v>
                </c:pt>
                <c:pt idx="3819">
                  <c:v>2487.3000000000002</c:v>
                </c:pt>
                <c:pt idx="3820">
                  <c:v>2463.6999999999998</c:v>
                </c:pt>
                <c:pt idx="3821">
                  <c:v>2481.5500000000002</c:v>
                </c:pt>
                <c:pt idx="3822">
                  <c:v>2517.85</c:v>
                </c:pt>
                <c:pt idx="3823">
                  <c:v>2463.0500000000002</c:v>
                </c:pt>
                <c:pt idx="3824">
                  <c:v>2545.25</c:v>
                </c:pt>
                <c:pt idx="3825">
                  <c:v>2527.25</c:v>
                </c:pt>
                <c:pt idx="3826">
                  <c:v>2556</c:v>
                </c:pt>
                <c:pt idx="3827">
                  <c:v>2522.9</c:v>
                </c:pt>
                <c:pt idx="3828">
                  <c:v>2515.4</c:v>
                </c:pt>
                <c:pt idx="3829">
                  <c:v>2499.25</c:v>
                </c:pt>
                <c:pt idx="3830">
                  <c:v>2511.15</c:v>
                </c:pt>
                <c:pt idx="3831">
                  <c:v>2520.4</c:v>
                </c:pt>
                <c:pt idx="3832">
                  <c:v>2512.6999999999998</c:v>
                </c:pt>
                <c:pt idx="3833">
                  <c:v>2557.0500000000002</c:v>
                </c:pt>
                <c:pt idx="3834">
                  <c:v>2555.5</c:v>
                </c:pt>
                <c:pt idx="3835">
                  <c:v>2617.9</c:v>
                </c:pt>
                <c:pt idx="3836">
                  <c:v>2601</c:v>
                </c:pt>
                <c:pt idx="3837">
                  <c:v>2608.85</c:v>
                </c:pt>
                <c:pt idx="3838">
                  <c:v>2615.25</c:v>
                </c:pt>
                <c:pt idx="3839">
                  <c:v>2609.5</c:v>
                </c:pt>
                <c:pt idx="3840">
                  <c:v>2610.3000000000002</c:v>
                </c:pt>
                <c:pt idx="3841">
                  <c:v>2617.75</c:v>
                </c:pt>
                <c:pt idx="3842">
                  <c:v>2599.9</c:v>
                </c:pt>
                <c:pt idx="3843">
                  <c:v>2610.9</c:v>
                </c:pt>
                <c:pt idx="3844">
                  <c:v>2605.65</c:v>
                </c:pt>
                <c:pt idx="3845">
                  <c:v>2575.85</c:v>
                </c:pt>
                <c:pt idx="3846">
                  <c:v>2577.4499999999998</c:v>
                </c:pt>
                <c:pt idx="3847">
                  <c:v>2561.65</c:v>
                </c:pt>
                <c:pt idx="3848">
                  <c:v>2600.75</c:v>
                </c:pt>
                <c:pt idx="3849">
                  <c:v>2571.3000000000002</c:v>
                </c:pt>
                <c:pt idx="3850">
                  <c:v>2505.8000000000002</c:v>
                </c:pt>
                <c:pt idx="3851">
                  <c:v>2504.8000000000002</c:v>
                </c:pt>
                <c:pt idx="3852">
                  <c:v>2512</c:v>
                </c:pt>
                <c:pt idx="3853">
                  <c:v>2513.8000000000002</c:v>
                </c:pt>
                <c:pt idx="3854">
                  <c:v>2530.0500000000002</c:v>
                </c:pt>
                <c:pt idx="3855">
                  <c:v>2549.5500000000002</c:v>
                </c:pt>
                <c:pt idx="3856">
                  <c:v>2591.5</c:v>
                </c:pt>
                <c:pt idx="3857">
                  <c:v>2574.6</c:v>
                </c:pt>
                <c:pt idx="3858">
                  <c:v>2570.3000000000002</c:v>
                </c:pt>
                <c:pt idx="3859">
                  <c:v>2550</c:v>
                </c:pt>
                <c:pt idx="3860">
                  <c:v>2592.8000000000002</c:v>
                </c:pt>
                <c:pt idx="3861">
                  <c:v>2592.9</c:v>
                </c:pt>
                <c:pt idx="3862">
                  <c:v>2550.9499999999998</c:v>
                </c:pt>
                <c:pt idx="3863">
                  <c:v>2593.1</c:v>
                </c:pt>
                <c:pt idx="3864">
                  <c:v>2577.75</c:v>
                </c:pt>
                <c:pt idx="3865">
                  <c:v>2603.9</c:v>
                </c:pt>
                <c:pt idx="3866">
                  <c:v>2633.3</c:v>
                </c:pt>
                <c:pt idx="3867">
                  <c:v>2616.25</c:v>
                </c:pt>
                <c:pt idx="3868">
                  <c:v>2595.1</c:v>
                </c:pt>
                <c:pt idx="3869">
                  <c:v>2522.5</c:v>
                </c:pt>
                <c:pt idx="3870">
                  <c:v>2474.35</c:v>
                </c:pt>
                <c:pt idx="3871">
                  <c:v>2509.5500000000002</c:v>
                </c:pt>
                <c:pt idx="3872">
                  <c:v>2499.5</c:v>
                </c:pt>
                <c:pt idx="3873">
                  <c:v>2545.75</c:v>
                </c:pt>
                <c:pt idx="3874">
                  <c:v>2540.1999999999998</c:v>
                </c:pt>
                <c:pt idx="3875">
                  <c:v>2564.4</c:v>
                </c:pt>
                <c:pt idx="3876">
                  <c:v>2579.15</c:v>
                </c:pt>
                <c:pt idx="3877">
                  <c:v>2561.4</c:v>
                </c:pt>
                <c:pt idx="3878">
                  <c:v>2528.0500000000002</c:v>
                </c:pt>
                <c:pt idx="3879">
                  <c:v>2488.6</c:v>
                </c:pt>
                <c:pt idx="3880">
                  <c:v>2505.15</c:v>
                </c:pt>
                <c:pt idx="3881">
                  <c:v>2497.0500000000002</c:v>
                </c:pt>
                <c:pt idx="3882">
                  <c:v>2502.0500000000002</c:v>
                </c:pt>
                <c:pt idx="3883">
                  <c:v>2506.75</c:v>
                </c:pt>
                <c:pt idx="3884">
                  <c:v>2480.65</c:v>
                </c:pt>
                <c:pt idx="3885">
                  <c:v>2510.75</c:v>
                </c:pt>
                <c:pt idx="3886">
                  <c:v>2509.6</c:v>
                </c:pt>
                <c:pt idx="3887">
                  <c:v>2508.9</c:v>
                </c:pt>
                <c:pt idx="3888">
                  <c:v>2547.15</c:v>
                </c:pt>
                <c:pt idx="3889">
                  <c:v>2573.3000000000002</c:v>
                </c:pt>
                <c:pt idx="3890">
                  <c:v>2552.0500000000002</c:v>
                </c:pt>
                <c:pt idx="3891">
                  <c:v>2572.1</c:v>
                </c:pt>
                <c:pt idx="3892">
                  <c:v>2604.1999999999998</c:v>
                </c:pt>
                <c:pt idx="3893">
                  <c:v>2671.7</c:v>
                </c:pt>
                <c:pt idx="3894">
                  <c:v>2635.6</c:v>
                </c:pt>
                <c:pt idx="3895">
                  <c:v>2703.2</c:v>
                </c:pt>
                <c:pt idx="3896">
                  <c:v>2684.75</c:v>
                </c:pt>
                <c:pt idx="3897">
                  <c:v>2740.9</c:v>
                </c:pt>
                <c:pt idx="3898">
                  <c:v>2733.6</c:v>
                </c:pt>
                <c:pt idx="3899">
                  <c:v>2686.85</c:v>
                </c:pt>
                <c:pt idx="3900">
                  <c:v>2676.15</c:v>
                </c:pt>
                <c:pt idx="3901">
                  <c:v>2578.65</c:v>
                </c:pt>
                <c:pt idx="3902">
                  <c:v>2567.15</c:v>
                </c:pt>
                <c:pt idx="3903">
                  <c:v>2576.75</c:v>
                </c:pt>
                <c:pt idx="3904">
                  <c:v>2574.65</c:v>
                </c:pt>
                <c:pt idx="3905">
                  <c:v>2570.85</c:v>
                </c:pt>
                <c:pt idx="3906">
                  <c:v>2564.0500000000002</c:v>
                </c:pt>
                <c:pt idx="3907">
                  <c:v>2537.4</c:v>
                </c:pt>
                <c:pt idx="3908">
                  <c:v>2591.8000000000002</c:v>
                </c:pt>
                <c:pt idx="3909">
                  <c:v>2605.6</c:v>
                </c:pt>
                <c:pt idx="3910">
                  <c:v>2547.4499999999998</c:v>
                </c:pt>
                <c:pt idx="3911">
                  <c:v>2539.75</c:v>
                </c:pt>
                <c:pt idx="3912">
                  <c:v>2540.3000000000002</c:v>
                </c:pt>
                <c:pt idx="3913">
                  <c:v>2549.75</c:v>
                </c:pt>
                <c:pt idx="3914">
                  <c:v>2545.4</c:v>
                </c:pt>
                <c:pt idx="3915">
                  <c:v>2552</c:v>
                </c:pt>
                <c:pt idx="3916">
                  <c:v>2551.65</c:v>
                </c:pt>
                <c:pt idx="3917">
                  <c:v>2547.6</c:v>
                </c:pt>
                <c:pt idx="3918">
                  <c:v>2550.35</c:v>
                </c:pt>
                <c:pt idx="3919">
                  <c:v>2551.25</c:v>
                </c:pt>
                <c:pt idx="3920">
                  <c:v>2551.0500000000002</c:v>
                </c:pt>
                <c:pt idx="3921">
                  <c:v>2526.8000000000002</c:v>
                </c:pt>
                <c:pt idx="3922">
                  <c:v>2532.65</c:v>
                </c:pt>
                <c:pt idx="3923">
                  <c:v>2580.4</c:v>
                </c:pt>
                <c:pt idx="3924">
                  <c:v>2593.6999999999998</c:v>
                </c:pt>
                <c:pt idx="3925">
                  <c:v>2588.25</c:v>
                </c:pt>
                <c:pt idx="3926">
                  <c:v>2588.0500000000002</c:v>
                </c:pt>
                <c:pt idx="3927">
                  <c:v>2644.6</c:v>
                </c:pt>
                <c:pt idx="3928">
                  <c:v>2711.65</c:v>
                </c:pt>
                <c:pt idx="3929">
                  <c:v>2700</c:v>
                </c:pt>
                <c:pt idx="3930">
                  <c:v>2653.95</c:v>
                </c:pt>
                <c:pt idx="3931">
                  <c:v>2633.8</c:v>
                </c:pt>
                <c:pt idx="3932">
                  <c:v>2629.65</c:v>
                </c:pt>
                <c:pt idx="3933">
                  <c:v>2592.6</c:v>
                </c:pt>
                <c:pt idx="3934">
                  <c:v>2598.5500000000002</c:v>
                </c:pt>
                <c:pt idx="3935">
                  <c:v>2483.6999999999998</c:v>
                </c:pt>
                <c:pt idx="3936">
                  <c:v>2467.75</c:v>
                </c:pt>
                <c:pt idx="3937">
                  <c:v>2473.75</c:v>
                </c:pt>
                <c:pt idx="3938">
                  <c:v>2488.75</c:v>
                </c:pt>
                <c:pt idx="3939">
                  <c:v>2526.75</c:v>
                </c:pt>
                <c:pt idx="3940">
                  <c:v>2530</c:v>
                </c:pt>
                <c:pt idx="3941">
                  <c:v>2537.15</c:v>
                </c:pt>
                <c:pt idx="3942">
                  <c:v>2536.5500000000002</c:v>
                </c:pt>
                <c:pt idx="3943">
                  <c:v>2531.1</c:v>
                </c:pt>
                <c:pt idx="3944">
                  <c:v>2529.1</c:v>
                </c:pt>
                <c:pt idx="3945">
                  <c:v>2495.35</c:v>
                </c:pt>
                <c:pt idx="3946">
                  <c:v>2495.1999999999998</c:v>
                </c:pt>
                <c:pt idx="3947">
                  <c:v>2517.35</c:v>
                </c:pt>
                <c:pt idx="3948">
                  <c:v>2543.4499999999998</c:v>
                </c:pt>
                <c:pt idx="3949">
                  <c:v>2533.8000000000002</c:v>
                </c:pt>
                <c:pt idx="3950">
                  <c:v>2482.65</c:v>
                </c:pt>
                <c:pt idx="3951">
                  <c:v>2505.75</c:v>
                </c:pt>
                <c:pt idx="3952">
                  <c:v>2471.35</c:v>
                </c:pt>
                <c:pt idx="3953">
                  <c:v>2458.15</c:v>
                </c:pt>
                <c:pt idx="3954">
                  <c:v>2468.8000000000002</c:v>
                </c:pt>
                <c:pt idx="3955">
                  <c:v>2397.4</c:v>
                </c:pt>
                <c:pt idx="3956">
                  <c:v>2374.6</c:v>
                </c:pt>
                <c:pt idx="3957">
                  <c:v>2390.5500000000002</c:v>
                </c:pt>
                <c:pt idx="3958">
                  <c:v>2351.4499999999998</c:v>
                </c:pt>
                <c:pt idx="3959">
                  <c:v>2362.5500000000002</c:v>
                </c:pt>
                <c:pt idx="3960">
                  <c:v>2398.35</c:v>
                </c:pt>
                <c:pt idx="3961">
                  <c:v>2391.0500000000002</c:v>
                </c:pt>
                <c:pt idx="3962">
                  <c:v>2367.9499999999998</c:v>
                </c:pt>
                <c:pt idx="3963">
                  <c:v>2345.5500000000002</c:v>
                </c:pt>
                <c:pt idx="3964">
                  <c:v>2353.35</c:v>
                </c:pt>
                <c:pt idx="3965">
                  <c:v>2364.6999999999998</c:v>
                </c:pt>
                <c:pt idx="3966">
                  <c:v>2361.9</c:v>
                </c:pt>
                <c:pt idx="3967">
                  <c:v>2365.1999999999998</c:v>
                </c:pt>
                <c:pt idx="3968">
                  <c:v>2350.75</c:v>
                </c:pt>
                <c:pt idx="3969">
                  <c:v>2328.4</c:v>
                </c:pt>
                <c:pt idx="3970">
                  <c:v>2319.8000000000002</c:v>
                </c:pt>
                <c:pt idx="3971">
                  <c:v>2329</c:v>
                </c:pt>
                <c:pt idx="3972">
                  <c:v>2367.65</c:v>
                </c:pt>
                <c:pt idx="3973">
                  <c:v>2384.5500000000002</c:v>
                </c:pt>
                <c:pt idx="3974">
                  <c:v>2386</c:v>
                </c:pt>
                <c:pt idx="3975">
                  <c:v>2378.4499999999998</c:v>
                </c:pt>
                <c:pt idx="3976">
                  <c:v>2375.85</c:v>
                </c:pt>
                <c:pt idx="3977">
                  <c:v>2408.4</c:v>
                </c:pt>
                <c:pt idx="3978">
                  <c:v>2439.75</c:v>
                </c:pt>
                <c:pt idx="3979">
                  <c:v>2416.8000000000002</c:v>
                </c:pt>
                <c:pt idx="3980">
                  <c:v>2446.4</c:v>
                </c:pt>
                <c:pt idx="3981">
                  <c:v>2405.0500000000002</c:v>
                </c:pt>
                <c:pt idx="3982">
                  <c:v>2425.8000000000002</c:v>
                </c:pt>
                <c:pt idx="3983">
                  <c:v>2434.25</c:v>
                </c:pt>
                <c:pt idx="3984">
                  <c:v>2462.6999999999998</c:v>
                </c:pt>
                <c:pt idx="3985">
                  <c:v>2455.8000000000002</c:v>
                </c:pt>
                <c:pt idx="3986">
                  <c:v>2418.3000000000002</c:v>
                </c:pt>
                <c:pt idx="3987">
                  <c:v>2436.85</c:v>
                </c:pt>
                <c:pt idx="3988">
                  <c:v>2416.4</c:v>
                </c:pt>
                <c:pt idx="3989">
                  <c:v>2369.6</c:v>
                </c:pt>
                <c:pt idx="3990">
                  <c:v>2348.9499999999998</c:v>
                </c:pt>
                <c:pt idx="3991">
                  <c:v>2381.6</c:v>
                </c:pt>
                <c:pt idx="3992">
                  <c:v>2371.25</c:v>
                </c:pt>
                <c:pt idx="3993">
                  <c:v>2397.6</c:v>
                </c:pt>
                <c:pt idx="3994">
                  <c:v>2362.35</c:v>
                </c:pt>
                <c:pt idx="3995">
                  <c:v>2327.0500000000002</c:v>
                </c:pt>
                <c:pt idx="3996">
                  <c:v>2279.1999999999998</c:v>
                </c:pt>
                <c:pt idx="3997">
                  <c:v>2278.8000000000002</c:v>
                </c:pt>
                <c:pt idx="3998">
                  <c:v>2261.1</c:v>
                </c:pt>
                <c:pt idx="3999">
                  <c:v>2277.65</c:v>
                </c:pt>
                <c:pt idx="4000">
                  <c:v>2279.3000000000002</c:v>
                </c:pt>
                <c:pt idx="4001">
                  <c:v>2280.1</c:v>
                </c:pt>
                <c:pt idx="4002">
                  <c:v>2254.5</c:v>
                </c:pt>
                <c:pt idx="4003">
                  <c:v>2295.75</c:v>
                </c:pt>
                <c:pt idx="4004">
                  <c:v>2304.65</c:v>
                </c:pt>
                <c:pt idx="4005">
                  <c:v>2319.75</c:v>
                </c:pt>
                <c:pt idx="4006">
                  <c:v>2331.1999999999998</c:v>
                </c:pt>
                <c:pt idx="4007">
                  <c:v>2391.3000000000002</c:v>
                </c:pt>
                <c:pt idx="4008">
                  <c:v>2402.6999999999998</c:v>
                </c:pt>
                <c:pt idx="4009">
                  <c:v>2398.1</c:v>
                </c:pt>
                <c:pt idx="4010">
                  <c:v>2416.3000000000002</c:v>
                </c:pt>
                <c:pt idx="4011">
                  <c:v>2420.0500000000002</c:v>
                </c:pt>
                <c:pt idx="4012">
                  <c:v>2421.9499999999998</c:v>
                </c:pt>
                <c:pt idx="4013">
                  <c:v>2362.9499999999998</c:v>
                </c:pt>
                <c:pt idx="4014">
                  <c:v>2281.4</c:v>
                </c:pt>
                <c:pt idx="4015">
                  <c:v>2268.8000000000002</c:v>
                </c:pt>
                <c:pt idx="4016">
                  <c:v>2197.9499999999998</c:v>
                </c:pt>
                <c:pt idx="4017">
                  <c:v>2226.6</c:v>
                </c:pt>
                <c:pt idx="4018">
                  <c:v>2269.15</c:v>
                </c:pt>
                <c:pt idx="4019">
                  <c:v>2265.5500000000002</c:v>
                </c:pt>
                <c:pt idx="4020">
                  <c:v>2275.5500000000002</c:v>
                </c:pt>
                <c:pt idx="4021">
                  <c:v>2315.85</c:v>
                </c:pt>
                <c:pt idx="4022">
                  <c:v>2319.65</c:v>
                </c:pt>
                <c:pt idx="4023">
                  <c:v>2315.9</c:v>
                </c:pt>
                <c:pt idx="4024">
                  <c:v>2264</c:v>
                </c:pt>
                <c:pt idx="4025">
                  <c:v>2210.9499999999998</c:v>
                </c:pt>
                <c:pt idx="4026">
                  <c:v>2212.85</c:v>
                </c:pt>
                <c:pt idx="4027">
                  <c:v>2210.5</c:v>
                </c:pt>
                <c:pt idx="4028">
                  <c:v>2176.8000000000002</c:v>
                </c:pt>
                <c:pt idx="4029">
                  <c:v>2276.65</c:v>
                </c:pt>
                <c:pt idx="4030">
                  <c:v>2318.85</c:v>
                </c:pt>
                <c:pt idx="4031">
                  <c:v>2373.15</c:v>
                </c:pt>
                <c:pt idx="4032">
                  <c:v>2357.5500000000002</c:v>
                </c:pt>
                <c:pt idx="4033">
                  <c:v>2354.3000000000002</c:v>
                </c:pt>
                <c:pt idx="4034">
                  <c:v>2357.25</c:v>
                </c:pt>
                <c:pt idx="4035">
                  <c:v>2348.3000000000002</c:v>
                </c:pt>
                <c:pt idx="4036">
                  <c:v>2365.25</c:v>
                </c:pt>
                <c:pt idx="4037">
                  <c:v>2355</c:v>
                </c:pt>
                <c:pt idx="4038">
                  <c:v>2329.9</c:v>
                </c:pt>
                <c:pt idx="4039">
                  <c:v>2327.0500000000002</c:v>
                </c:pt>
                <c:pt idx="4040">
                  <c:v>2352.0500000000002</c:v>
                </c:pt>
                <c:pt idx="4041">
                  <c:v>2425.85</c:v>
                </c:pt>
                <c:pt idx="4042">
                  <c:v>2446.25</c:v>
                </c:pt>
                <c:pt idx="4043">
                  <c:v>2473.1</c:v>
                </c:pt>
                <c:pt idx="4044">
                  <c:v>2473.8000000000002</c:v>
                </c:pt>
                <c:pt idx="4045">
                  <c:v>2473.4</c:v>
                </c:pt>
                <c:pt idx="4046">
                  <c:v>2469.4</c:v>
                </c:pt>
                <c:pt idx="4047">
                  <c:v>2489.5</c:v>
                </c:pt>
                <c:pt idx="4048">
                  <c:v>2520.3000000000002</c:v>
                </c:pt>
                <c:pt idx="4049">
                  <c:v>2453.9</c:v>
                </c:pt>
                <c:pt idx="4050">
                  <c:v>2471.25</c:v>
                </c:pt>
                <c:pt idx="4051">
                  <c:v>2462.75</c:v>
                </c:pt>
                <c:pt idx="4052">
                  <c:v>2481.9</c:v>
                </c:pt>
                <c:pt idx="4053">
                  <c:v>2470.8000000000002</c:v>
                </c:pt>
                <c:pt idx="4054">
                  <c:v>2432.0500000000002</c:v>
                </c:pt>
                <c:pt idx="4055">
                  <c:v>2506.65</c:v>
                </c:pt>
                <c:pt idx="4056">
                  <c:v>2518.15</c:v>
                </c:pt>
                <c:pt idx="4057">
                  <c:v>2526.1999999999998</c:v>
                </c:pt>
                <c:pt idx="4058">
                  <c:v>2519.75</c:v>
                </c:pt>
                <c:pt idx="4059">
                  <c:v>2450.35</c:v>
                </c:pt>
                <c:pt idx="4060">
                  <c:v>2424.4</c:v>
                </c:pt>
                <c:pt idx="4061">
                  <c:v>2417.0500000000002</c:v>
                </c:pt>
                <c:pt idx="4062">
                  <c:v>2451.25</c:v>
                </c:pt>
                <c:pt idx="4063">
                  <c:v>2489.8000000000002</c:v>
                </c:pt>
                <c:pt idx="4064">
                  <c:v>2511.1</c:v>
                </c:pt>
                <c:pt idx="4065">
                  <c:v>2527.75</c:v>
                </c:pt>
                <c:pt idx="4066">
                  <c:v>2535.5</c:v>
                </c:pt>
                <c:pt idx="4067">
                  <c:v>2526.6999999999998</c:v>
                </c:pt>
                <c:pt idx="4068">
                  <c:v>2478.1</c:v>
                </c:pt>
                <c:pt idx="4069">
                  <c:v>2478</c:v>
                </c:pt>
                <c:pt idx="4070">
                  <c:v>2470.3000000000002</c:v>
                </c:pt>
                <c:pt idx="4071">
                  <c:v>2473.4</c:v>
                </c:pt>
                <c:pt idx="4072">
                  <c:v>2512.5500000000002</c:v>
                </c:pt>
                <c:pt idx="4073">
                  <c:v>2522.9</c:v>
                </c:pt>
                <c:pt idx="4074">
                  <c:v>2518.3000000000002</c:v>
                </c:pt>
                <c:pt idx="4075">
                  <c:v>2566.1999999999998</c:v>
                </c:pt>
                <c:pt idx="4076">
                  <c:v>2523.4</c:v>
                </c:pt>
                <c:pt idx="4077">
                  <c:v>2551.15</c:v>
                </c:pt>
                <c:pt idx="4078">
                  <c:v>2570.1999999999998</c:v>
                </c:pt>
                <c:pt idx="4079">
                  <c:v>2551.1</c:v>
                </c:pt>
                <c:pt idx="4080">
                  <c:v>2556.9499999999998</c:v>
                </c:pt>
                <c:pt idx="4081">
                  <c:v>2529.3000000000002</c:v>
                </c:pt>
                <c:pt idx="4082">
                  <c:v>2491.4499999999998</c:v>
                </c:pt>
                <c:pt idx="4083">
                  <c:v>2467.6999999999998</c:v>
                </c:pt>
                <c:pt idx="4084">
                  <c:v>2526.4499999999998</c:v>
                </c:pt>
                <c:pt idx="4085">
                  <c:v>2548.6999999999998</c:v>
                </c:pt>
                <c:pt idx="4086">
                  <c:v>2572.65</c:v>
                </c:pt>
                <c:pt idx="4087">
                  <c:v>2636.4</c:v>
                </c:pt>
                <c:pt idx="4088">
                  <c:v>2569.4</c:v>
                </c:pt>
                <c:pt idx="4089">
                  <c:v>2633.55</c:v>
                </c:pt>
                <c:pt idx="4090">
                  <c:v>2650.15</c:v>
                </c:pt>
                <c:pt idx="4091">
                  <c:v>2629.55</c:v>
                </c:pt>
                <c:pt idx="4092">
                  <c:v>2612.5</c:v>
                </c:pt>
                <c:pt idx="4093">
                  <c:v>2631.15</c:v>
                </c:pt>
                <c:pt idx="4094">
                  <c:v>2613.1</c:v>
                </c:pt>
                <c:pt idx="4095">
                  <c:v>2577.25</c:v>
                </c:pt>
                <c:pt idx="4096">
                  <c:v>2555.75</c:v>
                </c:pt>
                <c:pt idx="4097">
                  <c:v>2547</c:v>
                </c:pt>
                <c:pt idx="4098">
                  <c:v>2534.85</c:v>
                </c:pt>
                <c:pt idx="4099">
                  <c:v>2556.85</c:v>
                </c:pt>
                <c:pt idx="4100">
                  <c:v>2558.3000000000002</c:v>
                </c:pt>
                <c:pt idx="4101">
                  <c:v>2602.6</c:v>
                </c:pt>
                <c:pt idx="4102">
                  <c:v>2659.3</c:v>
                </c:pt>
                <c:pt idx="4103">
                  <c:v>2651.2</c:v>
                </c:pt>
                <c:pt idx="4104">
                  <c:v>2667.65</c:v>
                </c:pt>
                <c:pt idx="4105">
                  <c:v>2645.35</c:v>
                </c:pt>
                <c:pt idx="4106">
                  <c:v>2573.9499999999998</c:v>
                </c:pt>
                <c:pt idx="4107">
                  <c:v>2495.85</c:v>
                </c:pt>
                <c:pt idx="4108">
                  <c:v>2463.9499999999998</c:v>
                </c:pt>
                <c:pt idx="4109">
                  <c:v>2502.9</c:v>
                </c:pt>
                <c:pt idx="4110">
                  <c:v>2553.1</c:v>
                </c:pt>
                <c:pt idx="4111">
                  <c:v>2500.85</c:v>
                </c:pt>
                <c:pt idx="4112">
                  <c:v>2494.1999999999998</c:v>
                </c:pt>
                <c:pt idx="4113">
                  <c:v>2485.3000000000002</c:v>
                </c:pt>
                <c:pt idx="4114">
                  <c:v>2429.8000000000002</c:v>
                </c:pt>
                <c:pt idx="4115">
                  <c:v>2426.6</c:v>
                </c:pt>
                <c:pt idx="4116">
                  <c:v>2464.15</c:v>
                </c:pt>
                <c:pt idx="4117">
                  <c:v>2464.9499999999998</c:v>
                </c:pt>
                <c:pt idx="4118">
                  <c:v>2493.1</c:v>
                </c:pt>
                <c:pt idx="4119">
                  <c:v>2521.9</c:v>
                </c:pt>
                <c:pt idx="4120">
                  <c:v>2445.35</c:v>
                </c:pt>
                <c:pt idx="4121">
                  <c:v>2433.4499999999998</c:v>
                </c:pt>
                <c:pt idx="4122">
                  <c:v>2466.1999999999998</c:v>
                </c:pt>
                <c:pt idx="4123">
                  <c:v>2494.9499999999998</c:v>
                </c:pt>
                <c:pt idx="4124">
                  <c:v>2506.0500000000002</c:v>
                </c:pt>
                <c:pt idx="4125">
                  <c:v>2515.1</c:v>
                </c:pt>
                <c:pt idx="4126">
                  <c:v>2558.9499999999998</c:v>
                </c:pt>
                <c:pt idx="4127">
                  <c:v>2552.6</c:v>
                </c:pt>
                <c:pt idx="4128">
                  <c:v>2577.5500000000002</c:v>
                </c:pt>
                <c:pt idx="4129">
                  <c:v>2619.25</c:v>
                </c:pt>
                <c:pt idx="4130">
                  <c:v>2619.3000000000002</c:v>
                </c:pt>
                <c:pt idx="4131">
                  <c:v>2708.25</c:v>
                </c:pt>
                <c:pt idx="4132">
                  <c:v>2699.2</c:v>
                </c:pt>
                <c:pt idx="4133">
                  <c:v>2656.3</c:v>
                </c:pt>
                <c:pt idx="4134">
                  <c:v>2652</c:v>
                </c:pt>
                <c:pt idx="4135">
                  <c:v>2649.1</c:v>
                </c:pt>
                <c:pt idx="4136">
                  <c:v>2649.5</c:v>
                </c:pt>
                <c:pt idx="4137">
                  <c:v>2650.2</c:v>
                </c:pt>
                <c:pt idx="4138">
                  <c:v>2675.4</c:v>
                </c:pt>
                <c:pt idx="4139">
                  <c:v>2709.9</c:v>
                </c:pt>
                <c:pt idx="4140">
                  <c:v>2738.45</c:v>
                </c:pt>
                <c:pt idx="4141">
                  <c:v>2691.7</c:v>
                </c:pt>
                <c:pt idx="4142">
                  <c:v>2624.55</c:v>
                </c:pt>
                <c:pt idx="4143">
                  <c:v>2638.55</c:v>
                </c:pt>
                <c:pt idx="4144">
                  <c:v>2603.5</c:v>
                </c:pt>
                <c:pt idx="4145">
                  <c:v>2548.6999999999998</c:v>
                </c:pt>
                <c:pt idx="4146">
                  <c:v>2601.0500000000002</c:v>
                </c:pt>
                <c:pt idx="4147">
                  <c:v>2572.0500000000002</c:v>
                </c:pt>
                <c:pt idx="4148">
                  <c:v>2551.0500000000002</c:v>
                </c:pt>
                <c:pt idx="4149">
                  <c:v>2524.9499999999998</c:v>
                </c:pt>
                <c:pt idx="4150">
                  <c:v>2500.5500000000002</c:v>
                </c:pt>
                <c:pt idx="4151">
                  <c:v>2544.15</c:v>
                </c:pt>
                <c:pt idx="4152">
                  <c:v>2511.3000000000002</c:v>
                </c:pt>
                <c:pt idx="4153">
                  <c:v>2507.5</c:v>
                </c:pt>
                <c:pt idx="4154">
                  <c:v>2514.8000000000002</c:v>
                </c:pt>
                <c:pt idx="4155">
                  <c:v>2484.0500000000002</c:v>
                </c:pt>
                <c:pt idx="4156">
                  <c:v>2440.5500000000002</c:v>
                </c:pt>
                <c:pt idx="4157">
                  <c:v>2322.1</c:v>
                </c:pt>
                <c:pt idx="4158">
                  <c:v>2352.4499999999998</c:v>
                </c:pt>
                <c:pt idx="4159">
                  <c:v>2359.0500000000002</c:v>
                </c:pt>
                <c:pt idx="4160">
                  <c:v>2328.4499999999998</c:v>
                </c:pt>
                <c:pt idx="4161">
                  <c:v>2326.9499999999998</c:v>
                </c:pt>
                <c:pt idx="4162">
                  <c:v>2361.6999999999998</c:v>
                </c:pt>
                <c:pt idx="4163">
                  <c:v>2411.4499999999998</c:v>
                </c:pt>
                <c:pt idx="4164">
                  <c:v>2406.5</c:v>
                </c:pt>
                <c:pt idx="4165">
                  <c:v>2413.4</c:v>
                </c:pt>
                <c:pt idx="4166">
                  <c:v>2378</c:v>
                </c:pt>
                <c:pt idx="4167">
                  <c:v>2398.1</c:v>
                </c:pt>
                <c:pt idx="4168">
                  <c:v>2401.1</c:v>
                </c:pt>
                <c:pt idx="4169">
                  <c:v>2436.1</c:v>
                </c:pt>
                <c:pt idx="4170">
                  <c:v>2423.0500000000002</c:v>
                </c:pt>
                <c:pt idx="4171">
                  <c:v>2437.8000000000002</c:v>
                </c:pt>
                <c:pt idx="4172">
                  <c:v>2430.8000000000002</c:v>
                </c:pt>
                <c:pt idx="4173">
                  <c:v>2411.6999999999998</c:v>
                </c:pt>
                <c:pt idx="4174">
                  <c:v>2405.15</c:v>
                </c:pt>
                <c:pt idx="4175">
                  <c:v>2386.35</c:v>
                </c:pt>
                <c:pt idx="4176">
                  <c:v>2388.75</c:v>
                </c:pt>
                <c:pt idx="4177">
                  <c:v>2367.8000000000002</c:v>
                </c:pt>
                <c:pt idx="4178">
                  <c:v>2380.3000000000002</c:v>
                </c:pt>
                <c:pt idx="4179">
                  <c:v>2328.9</c:v>
                </c:pt>
                <c:pt idx="4180">
                  <c:v>2366.1999999999998</c:v>
                </c:pt>
                <c:pt idx="4181">
                  <c:v>2362.4499999999998</c:v>
                </c:pt>
                <c:pt idx="4182">
                  <c:v>2400.1999999999998</c:v>
                </c:pt>
                <c:pt idx="4183">
                  <c:v>2395.1</c:v>
                </c:pt>
                <c:pt idx="4184">
                  <c:v>2401.15</c:v>
                </c:pt>
                <c:pt idx="4185">
                  <c:v>2428.65</c:v>
                </c:pt>
                <c:pt idx="4186">
                  <c:v>2427.6999999999998</c:v>
                </c:pt>
                <c:pt idx="4187">
                  <c:v>2398.4499999999998</c:v>
                </c:pt>
                <c:pt idx="4188">
                  <c:v>2396.25</c:v>
                </c:pt>
                <c:pt idx="4189">
                  <c:v>2418.1</c:v>
                </c:pt>
                <c:pt idx="4190">
                  <c:v>2398.6999999999998</c:v>
                </c:pt>
                <c:pt idx="4191">
                  <c:v>2391.0500000000002</c:v>
                </c:pt>
                <c:pt idx="4192">
                  <c:v>2350</c:v>
                </c:pt>
                <c:pt idx="4193">
                  <c:v>2304.0500000000002</c:v>
                </c:pt>
                <c:pt idx="4194">
                  <c:v>2319.4499999999998</c:v>
                </c:pt>
                <c:pt idx="4195">
                  <c:v>2330.5500000000002</c:v>
                </c:pt>
                <c:pt idx="4196">
                  <c:v>2277.0500000000002</c:v>
                </c:pt>
                <c:pt idx="4197">
                  <c:v>2283.1999999999998</c:v>
                </c:pt>
                <c:pt idx="4198">
                  <c:v>2169.85</c:v>
                </c:pt>
                <c:pt idx="4199">
                  <c:v>2155.4499999999998</c:v>
                </c:pt>
                <c:pt idx="4200">
                  <c:v>2101.15</c:v>
                </c:pt>
                <c:pt idx="4201">
                  <c:v>2121.3000000000002</c:v>
                </c:pt>
                <c:pt idx="4202">
                  <c:v>2189.6</c:v>
                </c:pt>
                <c:pt idx="4203">
                  <c:v>2137.1999999999998</c:v>
                </c:pt>
                <c:pt idx="4204">
                  <c:v>2125.1</c:v>
                </c:pt>
                <c:pt idx="4205">
                  <c:v>2132.9</c:v>
                </c:pt>
                <c:pt idx="4206">
                  <c:v>2135</c:v>
                </c:pt>
                <c:pt idx="4207">
                  <c:v>2156.35</c:v>
                </c:pt>
                <c:pt idx="4208">
                  <c:v>2188.4499999999998</c:v>
                </c:pt>
                <c:pt idx="4209">
                  <c:v>2300.35</c:v>
                </c:pt>
                <c:pt idx="4210">
                  <c:v>2282.6</c:v>
                </c:pt>
                <c:pt idx="4211">
                  <c:v>2259.85</c:v>
                </c:pt>
                <c:pt idx="4212">
                  <c:v>2276.0500000000002</c:v>
                </c:pt>
                <c:pt idx="4213">
                  <c:v>2263.4499999999998</c:v>
                </c:pt>
                <c:pt idx="4214">
                  <c:v>2221.85</c:v>
                </c:pt>
                <c:pt idx="4215">
                  <c:v>2186</c:v>
                </c:pt>
                <c:pt idx="4216">
                  <c:v>2182.35</c:v>
                </c:pt>
                <c:pt idx="4217">
                  <c:v>2154.5500000000002</c:v>
                </c:pt>
                <c:pt idx="4218">
                  <c:v>2195.75</c:v>
                </c:pt>
                <c:pt idx="4219">
                  <c:v>2195.25</c:v>
                </c:pt>
                <c:pt idx="4220">
                  <c:v>2208.1999999999998</c:v>
                </c:pt>
                <c:pt idx="4221">
                  <c:v>2200.3000000000002</c:v>
                </c:pt>
                <c:pt idx="4222">
                  <c:v>2207.6</c:v>
                </c:pt>
                <c:pt idx="4223">
                  <c:v>2259.3000000000002</c:v>
                </c:pt>
                <c:pt idx="4224">
                  <c:v>2282.65</c:v>
                </c:pt>
                <c:pt idx="4225">
                  <c:v>2288.9</c:v>
                </c:pt>
                <c:pt idx="4226">
                  <c:v>2339.3000000000002</c:v>
                </c:pt>
                <c:pt idx="4227">
                  <c:v>2313.6</c:v>
                </c:pt>
                <c:pt idx="4228">
                  <c:v>2307.6999999999998</c:v>
                </c:pt>
                <c:pt idx="4229">
                  <c:v>2288.1</c:v>
                </c:pt>
                <c:pt idx="4230">
                  <c:v>2293.1</c:v>
                </c:pt>
                <c:pt idx="4231">
                  <c:v>2323.4</c:v>
                </c:pt>
                <c:pt idx="4232">
                  <c:v>2313.4</c:v>
                </c:pt>
                <c:pt idx="4233">
                  <c:v>2351.6999999999998</c:v>
                </c:pt>
                <c:pt idx="4234">
                  <c:v>2365.5500000000002</c:v>
                </c:pt>
                <c:pt idx="4235">
                  <c:v>2361.35</c:v>
                </c:pt>
                <c:pt idx="4236">
                  <c:v>2368.25</c:v>
                </c:pt>
                <c:pt idx="4237">
                  <c:v>2379.5</c:v>
                </c:pt>
                <c:pt idx="4238">
                  <c:v>2334.4</c:v>
                </c:pt>
                <c:pt idx="4239">
                  <c:v>2281.4</c:v>
                </c:pt>
                <c:pt idx="4240">
                  <c:v>2303.6999999999998</c:v>
                </c:pt>
                <c:pt idx="4241">
                  <c:v>2315.35</c:v>
                </c:pt>
                <c:pt idx="4242">
                  <c:v>2324.4</c:v>
                </c:pt>
                <c:pt idx="4243">
                  <c:v>2344.35</c:v>
                </c:pt>
                <c:pt idx="4244">
                  <c:v>2249.3000000000002</c:v>
                </c:pt>
                <c:pt idx="4245">
                  <c:v>2258.5500000000002</c:v>
                </c:pt>
                <c:pt idx="4246">
                  <c:v>2278.75</c:v>
                </c:pt>
                <c:pt idx="4247">
                  <c:v>2295.1</c:v>
                </c:pt>
                <c:pt idx="4248">
                  <c:v>2291</c:v>
                </c:pt>
                <c:pt idx="4249">
                  <c:v>2285.35</c:v>
                </c:pt>
                <c:pt idx="4250">
                  <c:v>2306.6999999999998</c:v>
                </c:pt>
                <c:pt idx="4251">
                  <c:v>2318.35</c:v>
                </c:pt>
                <c:pt idx="4252">
                  <c:v>2353</c:v>
                </c:pt>
                <c:pt idx="4253">
                  <c:v>2357.8000000000002</c:v>
                </c:pt>
                <c:pt idx="4254">
                  <c:v>2332.9</c:v>
                </c:pt>
                <c:pt idx="4255">
                  <c:v>2229.8000000000002</c:v>
                </c:pt>
                <c:pt idx="4256">
                  <c:v>2167.9</c:v>
                </c:pt>
                <c:pt idx="4257">
                  <c:v>2207.65</c:v>
                </c:pt>
                <c:pt idx="4258">
                  <c:v>2232.5500000000002</c:v>
                </c:pt>
                <c:pt idx="4259">
                  <c:v>2240.75</c:v>
                </c:pt>
                <c:pt idx="4260">
                  <c:v>2244.6</c:v>
                </c:pt>
                <c:pt idx="4261">
                  <c:v>2270.9499999999998</c:v>
                </c:pt>
                <c:pt idx="4262">
                  <c:v>2317.3000000000002</c:v>
                </c:pt>
                <c:pt idx="4263">
                  <c:v>2397.9499999999998</c:v>
                </c:pt>
                <c:pt idx="4264">
                  <c:v>2414.25</c:v>
                </c:pt>
                <c:pt idx="4265">
                  <c:v>2406.25</c:v>
                </c:pt>
                <c:pt idx="4266">
                  <c:v>2413.6999999999998</c:v>
                </c:pt>
                <c:pt idx="4267">
                  <c:v>2447.75</c:v>
                </c:pt>
                <c:pt idx="4268">
                  <c:v>2407.9</c:v>
                </c:pt>
                <c:pt idx="4269">
                  <c:v>2502.1999999999998</c:v>
                </c:pt>
                <c:pt idx="4270">
                  <c:v>2465.35</c:v>
                </c:pt>
                <c:pt idx="4271">
                  <c:v>2411.5</c:v>
                </c:pt>
                <c:pt idx="4272">
                  <c:v>2481.8000000000002</c:v>
                </c:pt>
                <c:pt idx="4273">
                  <c:v>2489.85</c:v>
                </c:pt>
                <c:pt idx="4274">
                  <c:v>2466.25</c:v>
                </c:pt>
                <c:pt idx="4275">
                  <c:v>2479.5500000000002</c:v>
                </c:pt>
                <c:pt idx="4276">
                  <c:v>2501.4499999999998</c:v>
                </c:pt>
                <c:pt idx="4277">
                  <c:v>2494.0500000000002</c:v>
                </c:pt>
                <c:pt idx="4278">
                  <c:v>2472.5</c:v>
                </c:pt>
                <c:pt idx="4279">
                  <c:v>2499.8000000000002</c:v>
                </c:pt>
                <c:pt idx="4280">
                  <c:v>2512.1999999999998</c:v>
                </c:pt>
                <c:pt idx="4281">
                  <c:v>2519.75</c:v>
                </c:pt>
                <c:pt idx="4282">
                  <c:v>2542.25</c:v>
                </c:pt>
                <c:pt idx="4283">
                  <c:v>2567.5</c:v>
                </c:pt>
                <c:pt idx="4284">
                  <c:v>2498.3000000000002</c:v>
                </c:pt>
                <c:pt idx="4285">
                  <c:v>2520.9</c:v>
                </c:pt>
                <c:pt idx="4286">
                  <c:v>2525.75</c:v>
                </c:pt>
                <c:pt idx="4287">
                  <c:v>2480</c:v>
                </c:pt>
                <c:pt idx="4288">
                  <c:v>2486.6999999999998</c:v>
                </c:pt>
                <c:pt idx="4289">
                  <c:v>2478.9499999999998</c:v>
                </c:pt>
                <c:pt idx="4290">
                  <c:v>2460.35</c:v>
                </c:pt>
                <c:pt idx="4291">
                  <c:v>2427.1999999999998</c:v>
                </c:pt>
                <c:pt idx="4292">
                  <c:v>2412.0500000000002</c:v>
                </c:pt>
                <c:pt idx="4293">
                  <c:v>2429.9499999999998</c:v>
                </c:pt>
                <c:pt idx="4294">
                  <c:v>2444.6</c:v>
                </c:pt>
                <c:pt idx="4295">
                  <c:v>2441</c:v>
                </c:pt>
                <c:pt idx="4296">
                  <c:v>2431.8000000000002</c:v>
                </c:pt>
                <c:pt idx="4297">
                  <c:v>2411.6999999999998</c:v>
                </c:pt>
                <c:pt idx="4298">
                  <c:v>2401.25</c:v>
                </c:pt>
                <c:pt idx="4299">
                  <c:v>2400.0500000000002</c:v>
                </c:pt>
                <c:pt idx="4300">
                  <c:v>2429.0500000000002</c:v>
                </c:pt>
                <c:pt idx="4301">
                  <c:v>2422.25</c:v>
                </c:pt>
                <c:pt idx="4302">
                  <c:v>2419.3000000000002</c:v>
                </c:pt>
                <c:pt idx="4303">
                  <c:v>2393.25</c:v>
                </c:pt>
                <c:pt idx="4304">
                  <c:v>2328.65</c:v>
                </c:pt>
                <c:pt idx="4305">
                  <c:v>2314.85</c:v>
                </c:pt>
                <c:pt idx="4306">
                  <c:v>2308.8000000000002</c:v>
                </c:pt>
                <c:pt idx="4307">
                  <c:v>2299.15</c:v>
                </c:pt>
                <c:pt idx="4308">
                  <c:v>2325.5</c:v>
                </c:pt>
                <c:pt idx="4309">
                  <c:v>2310.8000000000002</c:v>
                </c:pt>
                <c:pt idx="4310">
                  <c:v>2328.1</c:v>
                </c:pt>
                <c:pt idx="4311">
                  <c:v>2311.5</c:v>
                </c:pt>
                <c:pt idx="4312">
                  <c:v>2310.35</c:v>
                </c:pt>
                <c:pt idx="4313">
                  <c:v>2302.65</c:v>
                </c:pt>
                <c:pt idx="4314">
                  <c:v>2273.15</c:v>
                </c:pt>
                <c:pt idx="4315">
                  <c:v>2289.9</c:v>
                </c:pt>
                <c:pt idx="4316">
                  <c:v>2337.3000000000002</c:v>
                </c:pt>
                <c:pt idx="4317">
                  <c:v>2330.1</c:v>
                </c:pt>
                <c:pt idx="4318">
                  <c:v>2320.5</c:v>
                </c:pt>
                <c:pt idx="4319">
                  <c:v>2342.4499999999998</c:v>
                </c:pt>
                <c:pt idx="4320">
                  <c:v>2352.5500000000002</c:v>
                </c:pt>
                <c:pt idx="4321">
                  <c:v>2332.4499999999998</c:v>
                </c:pt>
                <c:pt idx="4322">
                  <c:v>2349.4499999999998</c:v>
                </c:pt>
                <c:pt idx="4323">
                  <c:v>2360.65</c:v>
                </c:pt>
                <c:pt idx="4324">
                  <c:v>2365.1</c:v>
                </c:pt>
                <c:pt idx="4325">
                  <c:v>2429.15</c:v>
                </c:pt>
                <c:pt idx="4326">
                  <c:v>2455.35</c:v>
                </c:pt>
                <c:pt idx="4327">
                  <c:v>2536.1999999999998</c:v>
                </c:pt>
                <c:pt idx="4328">
                  <c:v>2507.15</c:v>
                </c:pt>
                <c:pt idx="4329">
                  <c:v>2531.35</c:v>
                </c:pt>
                <c:pt idx="4330">
                  <c:v>2521.6999999999998</c:v>
                </c:pt>
                <c:pt idx="4331">
                  <c:v>2559.15</c:v>
                </c:pt>
                <c:pt idx="4332">
                  <c:v>2624.6</c:v>
                </c:pt>
                <c:pt idx="4333">
                  <c:v>2578.25</c:v>
                </c:pt>
                <c:pt idx="4334">
                  <c:v>2572.85</c:v>
                </c:pt>
                <c:pt idx="4335">
                  <c:v>2551.1</c:v>
                </c:pt>
                <c:pt idx="4336">
                  <c:v>2546.6</c:v>
                </c:pt>
                <c:pt idx="4337">
                  <c:v>2553.6</c:v>
                </c:pt>
                <c:pt idx="4338">
                  <c:v>2564.9</c:v>
                </c:pt>
                <c:pt idx="4339">
                  <c:v>2603.9499999999998</c:v>
                </c:pt>
                <c:pt idx="4340">
                  <c:v>2696</c:v>
                </c:pt>
                <c:pt idx="4341">
                  <c:v>2615.25</c:v>
                </c:pt>
                <c:pt idx="4342">
                  <c:v>2521.6</c:v>
                </c:pt>
                <c:pt idx="4343">
                  <c:v>2507</c:v>
                </c:pt>
                <c:pt idx="4344">
                  <c:v>2487.1999999999998</c:v>
                </c:pt>
                <c:pt idx="4345">
                  <c:v>2451.5500000000002</c:v>
                </c:pt>
                <c:pt idx="4346">
                  <c:v>2470.1999999999998</c:v>
                </c:pt>
                <c:pt idx="4347">
                  <c:v>2411.1999999999998</c:v>
                </c:pt>
                <c:pt idx="4348">
                  <c:v>2399.6999999999998</c:v>
                </c:pt>
                <c:pt idx="4349">
                  <c:v>2431.6999999999998</c:v>
                </c:pt>
                <c:pt idx="4350">
                  <c:v>2445</c:v>
                </c:pt>
                <c:pt idx="4351">
                  <c:v>2406.3000000000002</c:v>
                </c:pt>
                <c:pt idx="4352">
                  <c:v>2394.85</c:v>
                </c:pt>
                <c:pt idx="4353">
                  <c:v>2361.6999999999998</c:v>
                </c:pt>
                <c:pt idx="4354">
                  <c:v>2342.85</c:v>
                </c:pt>
                <c:pt idx="4355">
                  <c:v>2350.0500000000002</c:v>
                </c:pt>
                <c:pt idx="4356">
                  <c:v>2333.25</c:v>
                </c:pt>
                <c:pt idx="4357">
                  <c:v>2362.35</c:v>
                </c:pt>
                <c:pt idx="4358">
                  <c:v>2373.6</c:v>
                </c:pt>
                <c:pt idx="4359">
                  <c:v>2366.85</c:v>
                </c:pt>
                <c:pt idx="4360">
                  <c:v>2356</c:v>
                </c:pt>
                <c:pt idx="4361">
                  <c:v>2347.5500000000002</c:v>
                </c:pt>
                <c:pt idx="4362">
                  <c:v>2331.9499999999998</c:v>
                </c:pt>
                <c:pt idx="4363">
                  <c:v>2434.9499999999998</c:v>
                </c:pt>
                <c:pt idx="4364">
                  <c:v>2475.8000000000002</c:v>
                </c:pt>
                <c:pt idx="4365">
                  <c:v>2439.4499999999998</c:v>
                </c:pt>
                <c:pt idx="4366">
                  <c:v>2446.4</c:v>
                </c:pt>
                <c:pt idx="4367">
                  <c:v>2397.4499999999998</c:v>
                </c:pt>
                <c:pt idx="4368">
                  <c:v>2395.4499999999998</c:v>
                </c:pt>
                <c:pt idx="4369">
                  <c:v>2408.35</c:v>
                </c:pt>
                <c:pt idx="4370">
                  <c:v>2449.6</c:v>
                </c:pt>
                <c:pt idx="4371">
                  <c:v>2444.6999999999998</c:v>
                </c:pt>
                <c:pt idx="4372">
                  <c:v>2491.1999999999998</c:v>
                </c:pt>
                <c:pt idx="4373">
                  <c:v>2530.6999999999998</c:v>
                </c:pt>
                <c:pt idx="4374">
                  <c:v>2571.5</c:v>
                </c:pt>
                <c:pt idx="4375">
                  <c:v>2556</c:v>
                </c:pt>
                <c:pt idx="4376">
                  <c:v>2481.6999999999998</c:v>
                </c:pt>
                <c:pt idx="4377">
                  <c:v>2484.3000000000002</c:v>
                </c:pt>
                <c:pt idx="4378">
                  <c:v>2491.8000000000002</c:v>
                </c:pt>
                <c:pt idx="4379">
                  <c:v>2501.65</c:v>
                </c:pt>
                <c:pt idx="4380">
                  <c:v>2473.8000000000002</c:v>
                </c:pt>
                <c:pt idx="4381">
                  <c:v>2489.4499999999998</c:v>
                </c:pt>
                <c:pt idx="4382">
                  <c:v>2522.8000000000002</c:v>
                </c:pt>
                <c:pt idx="4383">
                  <c:v>2503.4499999999998</c:v>
                </c:pt>
                <c:pt idx="4384">
                  <c:v>2503.0500000000002</c:v>
                </c:pt>
                <c:pt idx="4385">
                  <c:v>2512</c:v>
                </c:pt>
                <c:pt idx="4386">
                  <c:v>2511.4499999999998</c:v>
                </c:pt>
                <c:pt idx="4387">
                  <c:v>2496.0500000000002</c:v>
                </c:pt>
                <c:pt idx="4388">
                  <c:v>2469.4</c:v>
                </c:pt>
                <c:pt idx="4389">
                  <c:v>2492.35</c:v>
                </c:pt>
                <c:pt idx="4390">
                  <c:v>2485.65</c:v>
                </c:pt>
                <c:pt idx="4391">
                  <c:v>2513.8000000000002</c:v>
                </c:pt>
                <c:pt idx="4392">
                  <c:v>2528.8000000000002</c:v>
                </c:pt>
                <c:pt idx="4393">
                  <c:v>2497.5500000000002</c:v>
                </c:pt>
                <c:pt idx="4394">
                  <c:v>2489.4499999999998</c:v>
                </c:pt>
                <c:pt idx="4395">
                  <c:v>2496.6</c:v>
                </c:pt>
                <c:pt idx="4396">
                  <c:v>2487.3000000000002</c:v>
                </c:pt>
                <c:pt idx="4397">
                  <c:v>2470.85</c:v>
                </c:pt>
                <c:pt idx="4398">
                  <c:v>2484.5500000000002</c:v>
                </c:pt>
                <c:pt idx="4399">
                  <c:v>2496.35</c:v>
                </c:pt>
                <c:pt idx="4400">
                  <c:v>2456.4499999999998</c:v>
                </c:pt>
                <c:pt idx="4401">
                  <c:v>2456.1999999999998</c:v>
                </c:pt>
                <c:pt idx="4402">
                  <c:v>2484.35</c:v>
                </c:pt>
                <c:pt idx="4403">
                  <c:v>2453.1999999999998</c:v>
                </c:pt>
                <c:pt idx="4404">
                  <c:v>2460.1</c:v>
                </c:pt>
                <c:pt idx="4405">
                  <c:v>2470.6</c:v>
                </c:pt>
                <c:pt idx="4406">
                  <c:v>2454.4499999999998</c:v>
                </c:pt>
                <c:pt idx="4407">
                  <c:v>2488.4499999999998</c:v>
                </c:pt>
                <c:pt idx="4408">
                  <c:v>2489.1999999999998</c:v>
                </c:pt>
                <c:pt idx="4409">
                  <c:v>2486.9499999999998</c:v>
                </c:pt>
                <c:pt idx="4410">
                  <c:v>2506.0500000000002</c:v>
                </c:pt>
                <c:pt idx="4411">
                  <c:v>2499.0500000000002</c:v>
                </c:pt>
                <c:pt idx="4412">
                  <c:v>2498.25</c:v>
                </c:pt>
                <c:pt idx="4413">
                  <c:v>2493.5500000000002</c:v>
                </c:pt>
                <c:pt idx="4414">
                  <c:v>2524.9</c:v>
                </c:pt>
                <c:pt idx="4415">
                  <c:v>2503.6</c:v>
                </c:pt>
                <c:pt idx="4416">
                  <c:v>2510.75</c:v>
                </c:pt>
                <c:pt idx="4417">
                  <c:v>2474.65</c:v>
                </c:pt>
                <c:pt idx="4418">
                  <c:v>2495</c:v>
                </c:pt>
                <c:pt idx="4419">
                  <c:v>2476.4499999999998</c:v>
                </c:pt>
                <c:pt idx="4420">
                  <c:v>2435.9499999999998</c:v>
                </c:pt>
                <c:pt idx="4421">
                  <c:v>2448.4499999999998</c:v>
                </c:pt>
                <c:pt idx="4422">
                  <c:v>2442.3000000000002</c:v>
                </c:pt>
                <c:pt idx="4423">
                  <c:v>2429.6</c:v>
                </c:pt>
                <c:pt idx="4424">
                  <c:v>2446.65</c:v>
                </c:pt>
                <c:pt idx="4425">
                  <c:v>2454.1</c:v>
                </c:pt>
                <c:pt idx="4426">
                  <c:v>2459.25</c:v>
                </c:pt>
                <c:pt idx="4427">
                  <c:v>2500.35</c:v>
                </c:pt>
                <c:pt idx="4428">
                  <c:v>2548.1999999999998</c:v>
                </c:pt>
                <c:pt idx="4429">
                  <c:v>2558.6</c:v>
                </c:pt>
                <c:pt idx="4430">
                  <c:v>2584.4</c:v>
                </c:pt>
                <c:pt idx="4431">
                  <c:v>2594.5500000000002</c:v>
                </c:pt>
                <c:pt idx="4432">
                  <c:v>2586.6</c:v>
                </c:pt>
                <c:pt idx="4433">
                  <c:v>2583.9</c:v>
                </c:pt>
                <c:pt idx="4434">
                  <c:v>2587.9</c:v>
                </c:pt>
                <c:pt idx="4435">
                  <c:v>2578.4</c:v>
                </c:pt>
                <c:pt idx="4436">
                  <c:v>2559.9</c:v>
                </c:pt>
                <c:pt idx="4437">
                  <c:v>2538.85</c:v>
                </c:pt>
                <c:pt idx="4438">
                  <c:v>2584.3000000000002</c:v>
                </c:pt>
                <c:pt idx="4439">
                  <c:v>2616.1999999999998</c:v>
                </c:pt>
                <c:pt idx="4440">
                  <c:v>2624</c:v>
                </c:pt>
                <c:pt idx="4441">
                  <c:v>2602.85</c:v>
                </c:pt>
                <c:pt idx="4442">
                  <c:v>2626.15</c:v>
                </c:pt>
                <c:pt idx="4443">
                  <c:v>2620.1</c:v>
                </c:pt>
                <c:pt idx="4444">
                  <c:v>2665.55</c:v>
                </c:pt>
                <c:pt idx="4445">
                  <c:v>2710.05</c:v>
                </c:pt>
                <c:pt idx="4446">
                  <c:v>2735</c:v>
                </c:pt>
                <c:pt idx="4447">
                  <c:v>2736.4</c:v>
                </c:pt>
                <c:pt idx="4448">
                  <c:v>2708.75</c:v>
                </c:pt>
                <c:pt idx="4449">
                  <c:v>2758.95</c:v>
                </c:pt>
                <c:pt idx="4450">
                  <c:v>2714.6</c:v>
                </c:pt>
                <c:pt idx="4451">
                  <c:v>2705.3</c:v>
                </c:pt>
                <c:pt idx="4452">
                  <c:v>2746.65</c:v>
                </c:pt>
                <c:pt idx="4453">
                  <c:v>2707.3</c:v>
                </c:pt>
                <c:pt idx="4454">
                  <c:v>2703.45</c:v>
                </c:pt>
                <c:pt idx="4455">
                  <c:v>2672.95</c:v>
                </c:pt>
                <c:pt idx="4456">
                  <c:v>2680.65</c:v>
                </c:pt>
                <c:pt idx="4457">
                  <c:v>2681.25</c:v>
                </c:pt>
                <c:pt idx="4458">
                  <c:v>2688.05</c:v>
                </c:pt>
                <c:pt idx="4459">
                  <c:v>2685.85</c:v>
                </c:pt>
                <c:pt idx="4460">
                  <c:v>2685.3</c:v>
                </c:pt>
                <c:pt idx="4461">
                  <c:v>2658.15</c:v>
                </c:pt>
                <c:pt idx="4462">
                  <c:v>2637</c:v>
                </c:pt>
                <c:pt idx="4463">
                  <c:v>2629.95</c:v>
                </c:pt>
                <c:pt idx="4464">
                  <c:v>2632.35</c:v>
                </c:pt>
                <c:pt idx="4465">
                  <c:v>2635.55</c:v>
                </c:pt>
                <c:pt idx="4466">
                  <c:v>2633.3</c:v>
                </c:pt>
                <c:pt idx="4467">
                  <c:v>2617.25</c:v>
                </c:pt>
                <c:pt idx="4468">
                  <c:v>2601.5</c:v>
                </c:pt>
                <c:pt idx="4469">
                  <c:v>2661.1</c:v>
                </c:pt>
                <c:pt idx="4470">
                  <c:v>2612.15</c:v>
                </c:pt>
                <c:pt idx="4471">
                  <c:v>2628.4</c:v>
                </c:pt>
                <c:pt idx="4472">
                  <c:v>2557.8000000000002</c:v>
                </c:pt>
                <c:pt idx="4473">
                  <c:v>2545.6</c:v>
                </c:pt>
                <c:pt idx="4474">
                  <c:v>2580.5</c:v>
                </c:pt>
                <c:pt idx="4475">
                  <c:v>2575.3000000000002</c:v>
                </c:pt>
                <c:pt idx="4476">
                  <c:v>2588.9499999999998</c:v>
                </c:pt>
                <c:pt idx="4477">
                  <c:v>2595.6999999999998</c:v>
                </c:pt>
                <c:pt idx="4478">
                  <c:v>2646.75</c:v>
                </c:pt>
                <c:pt idx="4479">
                  <c:v>2649.45</c:v>
                </c:pt>
                <c:pt idx="4480">
                  <c:v>2619.9</c:v>
                </c:pt>
                <c:pt idx="4481">
                  <c:v>2626.95</c:v>
                </c:pt>
                <c:pt idx="4482">
                  <c:v>2701.2</c:v>
                </c:pt>
                <c:pt idx="4483">
                  <c:v>2645.6</c:v>
                </c:pt>
                <c:pt idx="4484">
                  <c:v>2631.2</c:v>
                </c:pt>
                <c:pt idx="4485">
                  <c:v>2638.65</c:v>
                </c:pt>
                <c:pt idx="4486">
                  <c:v>2657.1</c:v>
                </c:pt>
                <c:pt idx="4487">
                  <c:v>2689.2</c:v>
                </c:pt>
                <c:pt idx="4488">
                  <c:v>2714.4</c:v>
                </c:pt>
                <c:pt idx="4489">
                  <c:v>2709</c:v>
                </c:pt>
                <c:pt idx="4490">
                  <c:v>2806.6</c:v>
                </c:pt>
                <c:pt idx="4491">
                  <c:v>2790.5</c:v>
                </c:pt>
                <c:pt idx="4492">
                  <c:v>2776.35</c:v>
                </c:pt>
                <c:pt idx="4493">
                  <c:v>2746.1</c:v>
                </c:pt>
                <c:pt idx="4494">
                  <c:v>2850.85</c:v>
                </c:pt>
                <c:pt idx="4495">
                  <c:v>2888.95</c:v>
                </c:pt>
                <c:pt idx="4496">
                  <c:v>2918.2</c:v>
                </c:pt>
                <c:pt idx="4497">
                  <c:v>2959.3</c:v>
                </c:pt>
                <c:pt idx="4498">
                  <c:v>3116.4</c:v>
                </c:pt>
                <c:pt idx="4499">
                  <c:v>3102</c:v>
                </c:pt>
                <c:pt idx="4500">
                  <c:v>3174.6</c:v>
                </c:pt>
                <c:pt idx="4501">
                  <c:v>3121.05</c:v>
                </c:pt>
                <c:pt idx="4502">
                  <c:v>3198.85</c:v>
                </c:pt>
                <c:pt idx="4503">
                  <c:v>3152.85</c:v>
                </c:pt>
                <c:pt idx="4504">
                  <c:v>3112.35</c:v>
                </c:pt>
                <c:pt idx="4505">
                  <c:v>3138.6</c:v>
                </c:pt>
                <c:pt idx="4506">
                  <c:v>3153.65</c:v>
                </c:pt>
                <c:pt idx="4507">
                  <c:v>3103.2</c:v>
                </c:pt>
                <c:pt idx="4508">
                  <c:v>2997.25</c:v>
                </c:pt>
                <c:pt idx="4509">
                  <c:v>2955.05</c:v>
                </c:pt>
                <c:pt idx="4510">
                  <c:v>2974.2</c:v>
                </c:pt>
                <c:pt idx="4511">
                  <c:v>2971.7</c:v>
                </c:pt>
                <c:pt idx="4512">
                  <c:v>2967.3</c:v>
                </c:pt>
                <c:pt idx="4513">
                  <c:v>2911.8</c:v>
                </c:pt>
                <c:pt idx="4514">
                  <c:v>2925.85</c:v>
                </c:pt>
                <c:pt idx="4515">
                  <c:v>2933.05</c:v>
                </c:pt>
                <c:pt idx="4516">
                  <c:v>2923.6</c:v>
                </c:pt>
                <c:pt idx="4517">
                  <c:v>2944.75</c:v>
                </c:pt>
                <c:pt idx="4518">
                  <c:v>3042.3</c:v>
                </c:pt>
                <c:pt idx="4519">
                  <c:v>3050.2</c:v>
                </c:pt>
                <c:pt idx="4520">
                  <c:v>3075.8</c:v>
                </c:pt>
                <c:pt idx="4521">
                  <c:v>3031.7</c:v>
                </c:pt>
                <c:pt idx="4522">
                  <c:v>3042.35</c:v>
                </c:pt>
                <c:pt idx="4523">
                  <c:v>3035.05</c:v>
                </c:pt>
                <c:pt idx="4524">
                  <c:v>3037.7</c:v>
                </c:pt>
                <c:pt idx="4525">
                  <c:v>3105.85</c:v>
                </c:pt>
                <c:pt idx="4526">
                  <c:v>3042.8</c:v>
                </c:pt>
                <c:pt idx="4527">
                  <c:v>3027.45</c:v>
                </c:pt>
                <c:pt idx="4528">
                  <c:v>3003.95</c:v>
                </c:pt>
                <c:pt idx="4529">
                  <c:v>3034.1</c:v>
                </c:pt>
                <c:pt idx="4530">
                  <c:v>3052.15</c:v>
                </c:pt>
                <c:pt idx="4531">
                  <c:v>2886.8</c:v>
                </c:pt>
                <c:pt idx="4532">
                  <c:v>2886.9</c:v>
                </c:pt>
                <c:pt idx="4533">
                  <c:v>2869.7</c:v>
                </c:pt>
                <c:pt idx="4534">
                  <c:v>2825.7</c:v>
                </c:pt>
                <c:pt idx="4535">
                  <c:v>2831</c:v>
                </c:pt>
                <c:pt idx="4536">
                  <c:v>2864.85</c:v>
                </c:pt>
                <c:pt idx="4537">
                  <c:v>2856.75</c:v>
                </c:pt>
                <c:pt idx="4538">
                  <c:v>2831.35</c:v>
                </c:pt>
                <c:pt idx="4539">
                  <c:v>2818.15</c:v>
                </c:pt>
                <c:pt idx="4540">
                  <c:v>2817</c:v>
                </c:pt>
                <c:pt idx="4541">
                  <c:v>2847.7</c:v>
                </c:pt>
                <c:pt idx="4542">
                  <c:v>2849.15</c:v>
                </c:pt>
                <c:pt idx="4543">
                  <c:v>2909.65</c:v>
                </c:pt>
                <c:pt idx="4544">
                  <c:v>2911.25</c:v>
                </c:pt>
                <c:pt idx="4545">
                  <c:v>2910.9</c:v>
                </c:pt>
                <c:pt idx="4546">
                  <c:v>2957.95</c:v>
                </c:pt>
                <c:pt idx="4547">
                  <c:v>2950.3</c:v>
                </c:pt>
                <c:pt idx="4548">
                  <c:v>2923.9</c:v>
                </c:pt>
                <c:pt idx="4549">
                  <c:v>2937.6</c:v>
                </c:pt>
                <c:pt idx="4550">
                  <c:v>3014.15</c:v>
                </c:pt>
                <c:pt idx="4551">
                  <c:v>3139.25</c:v>
                </c:pt>
                <c:pt idx="4552">
                  <c:v>3153.3</c:v>
                </c:pt>
                <c:pt idx="4553">
                  <c:v>3187.65</c:v>
                </c:pt>
                <c:pt idx="4554">
                  <c:v>3166.6</c:v>
                </c:pt>
                <c:pt idx="4555">
                  <c:v>3159.1</c:v>
                </c:pt>
                <c:pt idx="4556">
                  <c:v>3191.15</c:v>
                </c:pt>
                <c:pt idx="4557">
                  <c:v>3402.45</c:v>
                </c:pt>
                <c:pt idx="4558">
                  <c:v>3408.65</c:v>
                </c:pt>
                <c:pt idx="4559">
                  <c:v>3385.65</c:v>
                </c:pt>
                <c:pt idx="4560">
                  <c:v>3470.25</c:v>
                </c:pt>
                <c:pt idx="4561">
                  <c:v>3539.25</c:v>
                </c:pt>
                <c:pt idx="4562">
                  <c:v>3451.95</c:v>
                </c:pt>
                <c:pt idx="4563">
                  <c:v>3532.1</c:v>
                </c:pt>
                <c:pt idx="4564">
                  <c:v>3499.75</c:v>
                </c:pt>
                <c:pt idx="4565">
                  <c:v>3481.85</c:v>
                </c:pt>
                <c:pt idx="4566">
                  <c:v>3480.75</c:v>
                </c:pt>
                <c:pt idx="4567">
                  <c:v>3420.95</c:v>
                </c:pt>
                <c:pt idx="4568">
                  <c:v>3441.2</c:v>
                </c:pt>
                <c:pt idx="4569">
                  <c:v>3489.3</c:v>
                </c:pt>
                <c:pt idx="4570">
                  <c:v>3451.25</c:v>
                </c:pt>
                <c:pt idx="4571">
                  <c:v>3456.95</c:v>
                </c:pt>
                <c:pt idx="4572">
                  <c:v>3433.55</c:v>
                </c:pt>
                <c:pt idx="4573">
                  <c:v>3482.4</c:v>
                </c:pt>
                <c:pt idx="4574">
                  <c:v>3493.9</c:v>
                </c:pt>
                <c:pt idx="4575">
                  <c:v>3491.8</c:v>
                </c:pt>
                <c:pt idx="4576">
                  <c:v>3502.05</c:v>
                </c:pt>
                <c:pt idx="4577">
                  <c:v>3556.75</c:v>
                </c:pt>
                <c:pt idx="4578">
                  <c:v>3508.9</c:v>
                </c:pt>
                <c:pt idx="4579">
                  <c:v>3495.1</c:v>
                </c:pt>
                <c:pt idx="4580">
                  <c:v>3603.7</c:v>
                </c:pt>
                <c:pt idx="4581">
                  <c:v>3585.8</c:v>
                </c:pt>
                <c:pt idx="4582">
                  <c:v>3502.05</c:v>
                </c:pt>
                <c:pt idx="4583">
                  <c:v>3523.5</c:v>
                </c:pt>
                <c:pt idx="4584">
                  <c:v>3514.1</c:v>
                </c:pt>
                <c:pt idx="4585">
                  <c:v>1741.05</c:v>
                </c:pt>
                <c:pt idx="4586">
                  <c:v>1732.45</c:v>
                </c:pt>
                <c:pt idx="4587">
                  <c:v>1744.25</c:v>
                </c:pt>
                <c:pt idx="4588">
                  <c:v>1721.6</c:v>
                </c:pt>
                <c:pt idx="4589">
                  <c:v>1725.75</c:v>
                </c:pt>
                <c:pt idx="4590">
                  <c:v>1735.55</c:v>
                </c:pt>
                <c:pt idx="4591">
                  <c:v>1747.1</c:v>
                </c:pt>
                <c:pt idx="4592">
                  <c:v>1749.7</c:v>
                </c:pt>
                <c:pt idx="4593">
                  <c:v>1781</c:v>
                </c:pt>
                <c:pt idx="4594">
                  <c:v>1824.1</c:v>
                </c:pt>
                <c:pt idx="4595">
                  <c:v>1787.55</c:v>
                </c:pt>
                <c:pt idx="4596">
                  <c:v>1840.05</c:v>
                </c:pt>
                <c:pt idx="4597">
                  <c:v>1829</c:v>
                </c:pt>
                <c:pt idx="4598">
                  <c:v>1824.5</c:v>
                </c:pt>
                <c:pt idx="4599">
                  <c:v>1822.45</c:v>
                </c:pt>
                <c:pt idx="4600">
                  <c:v>1819.35</c:v>
                </c:pt>
                <c:pt idx="4601">
                  <c:v>1809.8</c:v>
                </c:pt>
                <c:pt idx="4602">
                  <c:v>1819.25</c:v>
                </c:pt>
                <c:pt idx="4603">
                  <c:v>1852</c:v>
                </c:pt>
                <c:pt idx="4604">
                  <c:v>1858</c:v>
                </c:pt>
                <c:pt idx="4605">
                  <c:v>1842.7</c:v>
                </c:pt>
                <c:pt idx="4606">
                  <c:v>1847.75</c:v>
                </c:pt>
                <c:pt idx="4607">
                  <c:v>1851.35</c:v>
                </c:pt>
                <c:pt idx="4608">
                  <c:v>1874.05</c:v>
                </c:pt>
                <c:pt idx="4609">
                  <c:v>1866.15</c:v>
                </c:pt>
                <c:pt idx="4610">
                  <c:v>1880.3</c:v>
                </c:pt>
                <c:pt idx="4611">
                  <c:v>1912.95</c:v>
                </c:pt>
                <c:pt idx="4612">
                  <c:v>1883</c:v>
                </c:pt>
                <c:pt idx="4613">
                  <c:v>1875.1</c:v>
                </c:pt>
                <c:pt idx="4614">
                  <c:v>1979.9</c:v>
                </c:pt>
                <c:pt idx="4615">
                  <c:v>1971.35</c:v>
                </c:pt>
                <c:pt idx="4616">
                  <c:v>1981.1</c:v>
                </c:pt>
                <c:pt idx="4617">
                  <c:v>1989.2</c:v>
                </c:pt>
                <c:pt idx="4618">
                  <c:v>2002.15</c:v>
                </c:pt>
                <c:pt idx="4619">
                  <c:v>2000.25</c:v>
                </c:pt>
                <c:pt idx="4620">
                  <c:v>1981.4</c:v>
                </c:pt>
                <c:pt idx="4621">
                  <c:v>1996.6</c:v>
                </c:pt>
                <c:pt idx="4622">
                  <c:v>2005.65</c:v>
                </c:pt>
                <c:pt idx="4623">
                  <c:v>1999</c:v>
                </c:pt>
                <c:pt idx="4624">
                  <c:v>1981.5</c:v>
                </c:pt>
                <c:pt idx="4625">
                  <c:v>1964.7</c:v>
                </c:pt>
                <c:pt idx="4626">
                  <c:v>1943.75</c:v>
                </c:pt>
                <c:pt idx="4627">
                  <c:v>1944.6</c:v>
                </c:pt>
                <c:pt idx="4628">
                  <c:v>1940.2</c:v>
                </c:pt>
                <c:pt idx="4629">
                  <c:v>1976.5</c:v>
                </c:pt>
                <c:pt idx="4630">
                  <c:v>1948.4</c:v>
                </c:pt>
                <c:pt idx="4631">
                  <c:v>1979.45</c:v>
                </c:pt>
                <c:pt idx="4632">
                  <c:v>1975.55</c:v>
                </c:pt>
                <c:pt idx="4633">
                  <c:v>1967.35</c:v>
                </c:pt>
                <c:pt idx="4634">
                  <c:v>1974</c:v>
                </c:pt>
                <c:pt idx="4635">
                  <c:v>1974.35</c:v>
                </c:pt>
                <c:pt idx="4636">
                  <c:v>1993.1</c:v>
                </c:pt>
                <c:pt idx="4637">
                  <c:v>2000.15</c:v>
                </c:pt>
                <c:pt idx="4638">
                  <c:v>2003.55</c:v>
                </c:pt>
                <c:pt idx="4639">
                  <c:v>2008.5</c:v>
                </c:pt>
                <c:pt idx="4640">
                  <c:v>2012.75</c:v>
                </c:pt>
                <c:pt idx="4641">
                  <c:v>2009.95</c:v>
                </c:pt>
                <c:pt idx="4642">
                  <c:v>2017.65</c:v>
                </c:pt>
                <c:pt idx="4643">
                  <c:v>2035.1</c:v>
                </c:pt>
                <c:pt idx="4644">
                  <c:v>2043</c:v>
                </c:pt>
                <c:pt idx="4645">
                  <c:v>2050.9</c:v>
                </c:pt>
                <c:pt idx="4646">
                  <c:v>2069.1999999999998</c:v>
                </c:pt>
                <c:pt idx="4647">
                  <c:v>2072</c:v>
                </c:pt>
                <c:pt idx="4648">
                  <c:v>2082.4</c:v>
                </c:pt>
                <c:pt idx="4649">
                  <c:v>2078.4</c:v>
                </c:pt>
                <c:pt idx="4650">
                  <c:v>2052.9</c:v>
                </c:pt>
                <c:pt idx="4651">
                  <c:v>2098.9</c:v>
                </c:pt>
                <c:pt idx="4652">
                  <c:v>2079.25</c:v>
                </c:pt>
                <c:pt idx="4653">
                  <c:v>2075.3000000000002</c:v>
                </c:pt>
                <c:pt idx="4654">
                  <c:v>2079.85</c:v>
                </c:pt>
                <c:pt idx="4655">
                  <c:v>2080.75</c:v>
                </c:pt>
                <c:pt idx="4656">
                  <c:v>2046.25</c:v>
                </c:pt>
                <c:pt idx="4657">
                  <c:v>2043.95</c:v>
                </c:pt>
                <c:pt idx="4658">
                  <c:v>2065.4</c:v>
                </c:pt>
                <c:pt idx="4659">
                  <c:v>2074.15</c:v>
                </c:pt>
                <c:pt idx="4660">
                  <c:v>2070.75</c:v>
                </c:pt>
                <c:pt idx="4661">
                  <c:v>2077.9</c:v>
                </c:pt>
                <c:pt idx="4662">
                  <c:v>2103.15</c:v>
                </c:pt>
                <c:pt idx="4663">
                  <c:v>2198.4499999999998</c:v>
                </c:pt>
                <c:pt idx="4664">
                  <c:v>2183.1999999999998</c:v>
                </c:pt>
                <c:pt idx="4665">
                  <c:v>2142.15</c:v>
                </c:pt>
                <c:pt idx="4666">
                  <c:v>2188.85</c:v>
                </c:pt>
                <c:pt idx="4667">
                  <c:v>2183.6999999999998</c:v>
                </c:pt>
                <c:pt idx="4668">
                  <c:v>2255.5500000000002</c:v>
                </c:pt>
                <c:pt idx="4669">
                  <c:v>2162.85</c:v>
                </c:pt>
                <c:pt idx="4670">
                  <c:v>2064.8000000000002</c:v>
                </c:pt>
                <c:pt idx="4671">
                  <c:v>2102.65</c:v>
                </c:pt>
                <c:pt idx="4672">
                  <c:v>2077.5500000000002</c:v>
                </c:pt>
                <c:pt idx="4673">
                  <c:v>2091.8000000000002</c:v>
                </c:pt>
                <c:pt idx="4674">
                  <c:v>2043.6</c:v>
                </c:pt>
                <c:pt idx="4675">
                  <c:v>1979.95</c:v>
                </c:pt>
                <c:pt idx="4676">
                  <c:v>1918.3</c:v>
                </c:pt>
                <c:pt idx="4677">
                  <c:v>1949.5</c:v>
                </c:pt>
                <c:pt idx="4678">
                  <c:v>1962.3</c:v>
                </c:pt>
                <c:pt idx="4679">
                  <c:v>1929.4</c:v>
                </c:pt>
                <c:pt idx="4680">
                  <c:v>1913.2</c:v>
                </c:pt>
                <c:pt idx="4681">
                  <c:v>1903</c:v>
                </c:pt>
                <c:pt idx="4682">
                  <c:v>1843.65</c:v>
                </c:pt>
                <c:pt idx="4683">
                  <c:v>1848.5</c:v>
                </c:pt>
                <c:pt idx="4684">
                  <c:v>1853</c:v>
                </c:pt>
                <c:pt idx="4685">
                  <c:v>1799.1</c:v>
                </c:pt>
                <c:pt idx="4686">
                  <c:v>1871</c:v>
                </c:pt>
                <c:pt idx="4687">
                  <c:v>1894.8</c:v>
                </c:pt>
                <c:pt idx="4688">
                  <c:v>1938.15</c:v>
                </c:pt>
                <c:pt idx="4689">
                  <c:v>1935.75</c:v>
                </c:pt>
                <c:pt idx="4690">
                  <c:v>1913.45</c:v>
                </c:pt>
                <c:pt idx="4691">
                  <c:v>1890.85</c:v>
                </c:pt>
                <c:pt idx="4692">
                  <c:v>1932.7</c:v>
                </c:pt>
                <c:pt idx="4693">
                  <c:v>1942.15</c:v>
                </c:pt>
                <c:pt idx="4694">
                  <c:v>1909.2</c:v>
                </c:pt>
                <c:pt idx="4695">
                  <c:v>1914.85</c:v>
                </c:pt>
                <c:pt idx="4696">
                  <c:v>1934.95</c:v>
                </c:pt>
                <c:pt idx="4697">
                  <c:v>1880.65</c:v>
                </c:pt>
                <c:pt idx="4698">
                  <c:v>1872.85</c:v>
                </c:pt>
                <c:pt idx="4699">
                  <c:v>1886.6</c:v>
                </c:pt>
                <c:pt idx="4700">
                  <c:v>1902.45</c:v>
                </c:pt>
                <c:pt idx="4701">
                  <c:v>1878.25</c:v>
                </c:pt>
                <c:pt idx="4702">
                  <c:v>1812</c:v>
                </c:pt>
                <c:pt idx="4703">
                  <c:v>1812.55</c:v>
                </c:pt>
                <c:pt idx="4704">
                  <c:v>1846.1</c:v>
                </c:pt>
                <c:pt idx="4705">
                  <c:v>1890.25</c:v>
                </c:pt>
                <c:pt idx="4706">
                  <c:v>1983.9</c:v>
                </c:pt>
                <c:pt idx="4707">
                  <c:v>1960.55</c:v>
                </c:pt>
                <c:pt idx="4708">
                  <c:v>1968.25</c:v>
                </c:pt>
                <c:pt idx="4709">
                  <c:v>1982.4</c:v>
                </c:pt>
                <c:pt idx="4710">
                  <c:v>2010.85</c:v>
                </c:pt>
                <c:pt idx="4711">
                  <c:v>2006.75</c:v>
                </c:pt>
                <c:pt idx="4712">
                  <c:v>1992.7</c:v>
                </c:pt>
                <c:pt idx="4713">
                  <c:v>1995.2</c:v>
                </c:pt>
                <c:pt idx="4714">
                  <c:v>1975.8</c:v>
                </c:pt>
                <c:pt idx="4715">
                  <c:v>2000</c:v>
                </c:pt>
                <c:pt idx="4716">
                  <c:v>2016.8</c:v>
                </c:pt>
                <c:pt idx="4717">
                  <c:v>1982.6</c:v>
                </c:pt>
                <c:pt idx="4718">
                  <c:v>1989.75</c:v>
                </c:pt>
                <c:pt idx="4719">
                  <c:v>1994.3</c:v>
                </c:pt>
                <c:pt idx="4720">
                  <c:v>1987.85</c:v>
                </c:pt>
                <c:pt idx="4721">
                  <c:v>1968.45</c:v>
                </c:pt>
                <c:pt idx="4722">
                  <c:v>1954.05</c:v>
                </c:pt>
                <c:pt idx="4723">
                  <c:v>1895.8</c:v>
                </c:pt>
                <c:pt idx="4724">
                  <c:v>1918.5</c:v>
                </c:pt>
                <c:pt idx="4725">
                  <c:v>1889.2</c:v>
                </c:pt>
                <c:pt idx="4726">
                  <c:v>1908.95</c:v>
                </c:pt>
                <c:pt idx="4727">
                  <c:v>1896.05</c:v>
                </c:pt>
                <c:pt idx="4728">
                  <c:v>1893.05</c:v>
                </c:pt>
                <c:pt idx="4729">
                  <c:v>1902.8</c:v>
                </c:pt>
                <c:pt idx="4730">
                  <c:v>1923.3</c:v>
                </c:pt>
                <c:pt idx="4731">
                  <c:v>1899.95</c:v>
                </c:pt>
                <c:pt idx="4732">
                  <c:v>1876.85</c:v>
                </c:pt>
                <c:pt idx="4733">
                  <c:v>1897.9</c:v>
                </c:pt>
                <c:pt idx="4734">
                  <c:v>1893.55</c:v>
                </c:pt>
                <c:pt idx="4735">
                  <c:v>1886.95</c:v>
                </c:pt>
                <c:pt idx="4736">
                  <c:v>1888.55</c:v>
                </c:pt>
                <c:pt idx="4737">
                  <c:v>1842.55</c:v>
                </c:pt>
                <c:pt idx="4738">
                  <c:v>1813.25</c:v>
                </c:pt>
                <c:pt idx="4739">
                  <c:v>1867.8</c:v>
                </c:pt>
                <c:pt idx="4740">
                  <c:v>1870.15</c:v>
                </c:pt>
                <c:pt idx="4741">
                  <c:v>1894.3</c:v>
                </c:pt>
                <c:pt idx="4742">
                  <c:v>1900.65</c:v>
                </c:pt>
                <c:pt idx="4743">
                  <c:v>1908.7</c:v>
                </c:pt>
                <c:pt idx="4744">
                  <c:v>1901.9</c:v>
                </c:pt>
                <c:pt idx="4745">
                  <c:v>1875.6</c:v>
                </c:pt>
                <c:pt idx="4746">
                  <c:v>1901.55</c:v>
                </c:pt>
                <c:pt idx="4747">
                  <c:v>1920.8</c:v>
                </c:pt>
                <c:pt idx="4748">
                  <c:v>1955</c:v>
                </c:pt>
                <c:pt idx="4749">
                  <c:v>1982.75</c:v>
                </c:pt>
                <c:pt idx="4750">
                  <c:v>1981.4</c:v>
                </c:pt>
                <c:pt idx="4751">
                  <c:v>2014.1</c:v>
                </c:pt>
                <c:pt idx="4752">
                  <c:v>2029.95</c:v>
                </c:pt>
                <c:pt idx="4753">
                  <c:v>2050.25</c:v>
                </c:pt>
                <c:pt idx="4754">
                  <c:v>2044.55</c:v>
                </c:pt>
                <c:pt idx="4755">
                  <c:v>2074.8000000000002</c:v>
                </c:pt>
                <c:pt idx="4756">
                  <c:v>2082.9</c:v>
                </c:pt>
                <c:pt idx="4757">
                  <c:v>2061.4</c:v>
                </c:pt>
                <c:pt idx="4758">
                  <c:v>2065.9</c:v>
                </c:pt>
                <c:pt idx="4759">
                  <c:v>2051.6</c:v>
                </c:pt>
                <c:pt idx="4760">
                  <c:v>2065.4</c:v>
                </c:pt>
                <c:pt idx="4761">
                  <c:v>2044.6</c:v>
                </c:pt>
                <c:pt idx="4762">
                  <c:v>2029.7</c:v>
                </c:pt>
                <c:pt idx="4763">
                  <c:v>1970.3</c:v>
                </c:pt>
                <c:pt idx="4764">
                  <c:v>1904.8</c:v>
                </c:pt>
                <c:pt idx="4765">
                  <c:v>1914.75</c:v>
                </c:pt>
                <c:pt idx="4766">
                  <c:v>1914.2</c:v>
                </c:pt>
                <c:pt idx="4767">
                  <c:v>1925.65</c:v>
                </c:pt>
                <c:pt idx="4768">
                  <c:v>1985.15</c:v>
                </c:pt>
                <c:pt idx="4769">
                  <c:v>2038.7</c:v>
                </c:pt>
                <c:pt idx="4770">
                  <c:v>2058.1</c:v>
                </c:pt>
                <c:pt idx="4771">
                  <c:v>1983.45</c:v>
                </c:pt>
                <c:pt idx="4772">
                  <c:v>1995.4</c:v>
                </c:pt>
                <c:pt idx="4773">
                  <c:v>1988.1</c:v>
                </c:pt>
                <c:pt idx="4774">
                  <c:v>1999.6</c:v>
                </c:pt>
                <c:pt idx="4775">
                  <c:v>2013.3</c:v>
                </c:pt>
                <c:pt idx="4776">
                  <c:v>2022.7</c:v>
                </c:pt>
                <c:pt idx="4777">
                  <c:v>2014.8</c:v>
                </c:pt>
                <c:pt idx="4778">
                  <c:v>2012.45</c:v>
                </c:pt>
                <c:pt idx="4779">
                  <c:v>2000.5</c:v>
                </c:pt>
                <c:pt idx="4780">
                  <c:v>1987.4</c:v>
                </c:pt>
                <c:pt idx="4781">
                  <c:v>2039.95</c:v>
                </c:pt>
                <c:pt idx="4782">
                  <c:v>2022.8</c:v>
                </c:pt>
                <c:pt idx="4783">
                  <c:v>2022.8</c:v>
                </c:pt>
                <c:pt idx="4784">
                  <c:v>2015.05</c:v>
                </c:pt>
                <c:pt idx="4785">
                  <c:v>2005.65</c:v>
                </c:pt>
                <c:pt idx="4786">
                  <c:v>1984.25</c:v>
                </c:pt>
                <c:pt idx="4787">
                  <c:v>1982.65</c:v>
                </c:pt>
                <c:pt idx="4788">
                  <c:v>1967.9</c:v>
                </c:pt>
                <c:pt idx="4789">
                  <c:v>2000.3</c:v>
                </c:pt>
                <c:pt idx="4790">
                  <c:v>2001.65</c:v>
                </c:pt>
                <c:pt idx="4791">
                  <c:v>2031.65</c:v>
                </c:pt>
                <c:pt idx="4792">
                  <c:v>2079.3000000000002</c:v>
                </c:pt>
                <c:pt idx="4793">
                  <c:v>2079.3000000000002</c:v>
                </c:pt>
                <c:pt idx="4794">
                  <c:v>2014.5</c:v>
                </c:pt>
                <c:pt idx="4795">
                  <c:v>2048.3000000000002</c:v>
                </c:pt>
                <c:pt idx="4796">
                  <c:v>2070.75</c:v>
                </c:pt>
                <c:pt idx="4797">
                  <c:v>2091.5</c:v>
                </c:pt>
                <c:pt idx="4798">
                  <c:v>2040.25</c:v>
                </c:pt>
                <c:pt idx="4799">
                  <c:v>2019.5</c:v>
                </c:pt>
                <c:pt idx="4800">
                  <c:v>2014.5</c:v>
                </c:pt>
                <c:pt idx="4801">
                  <c:v>2113.3000000000002</c:v>
                </c:pt>
                <c:pt idx="4802">
                  <c:v>2131.8000000000002</c:v>
                </c:pt>
                <c:pt idx="4803">
                  <c:v>2150.0500000000002</c:v>
                </c:pt>
                <c:pt idx="4804">
                  <c:v>2161.4499999999998</c:v>
                </c:pt>
                <c:pt idx="4805">
                  <c:v>2155.0500000000002</c:v>
                </c:pt>
                <c:pt idx="4806">
                  <c:v>2183.4499999999998</c:v>
                </c:pt>
                <c:pt idx="4807">
                  <c:v>2195</c:v>
                </c:pt>
                <c:pt idx="4808">
                  <c:v>2238.5500000000002</c:v>
                </c:pt>
                <c:pt idx="4809">
                  <c:v>2260.35</c:v>
                </c:pt>
                <c:pt idx="4810">
                  <c:v>2215.4</c:v>
                </c:pt>
                <c:pt idx="4811">
                  <c:v>2132</c:v>
                </c:pt>
                <c:pt idx="4812">
                  <c:v>2157.85</c:v>
                </c:pt>
                <c:pt idx="4813">
                  <c:v>2151.9499999999998</c:v>
                </c:pt>
                <c:pt idx="4814">
                  <c:v>2152.85</c:v>
                </c:pt>
                <c:pt idx="4815">
                  <c:v>2172.5500000000002</c:v>
                </c:pt>
                <c:pt idx="4816">
                  <c:v>2135.8000000000002</c:v>
                </c:pt>
                <c:pt idx="4817">
                  <c:v>2128.75</c:v>
                </c:pt>
                <c:pt idx="4818">
                  <c:v>2092.35</c:v>
                </c:pt>
                <c:pt idx="4819">
                  <c:v>2095.4</c:v>
                </c:pt>
                <c:pt idx="4820">
                  <c:v>2108.75</c:v>
                </c:pt>
                <c:pt idx="4821">
                  <c:v>2095.4499999999998</c:v>
                </c:pt>
                <c:pt idx="4822">
                  <c:v>2143.9499999999998</c:v>
                </c:pt>
                <c:pt idx="4823">
                  <c:v>2109.75</c:v>
                </c:pt>
                <c:pt idx="4824">
                  <c:v>2081.75</c:v>
                </c:pt>
                <c:pt idx="4825">
                  <c:v>2054.0500000000002</c:v>
                </c:pt>
                <c:pt idx="4826">
                  <c:v>2048</c:v>
                </c:pt>
                <c:pt idx="4827">
                  <c:v>2055.15</c:v>
                </c:pt>
                <c:pt idx="4828">
                  <c:v>2073.75</c:v>
                </c:pt>
                <c:pt idx="4829">
                  <c:v>2107.5500000000002</c:v>
                </c:pt>
                <c:pt idx="4830">
                  <c:v>2146.3000000000002</c:v>
                </c:pt>
                <c:pt idx="4831">
                  <c:v>2196.5500000000002</c:v>
                </c:pt>
                <c:pt idx="4832">
                  <c:v>2242.3000000000002</c:v>
                </c:pt>
                <c:pt idx="4833">
                  <c:v>2183.1</c:v>
                </c:pt>
                <c:pt idx="4834">
                  <c:v>2166.1</c:v>
                </c:pt>
                <c:pt idx="4835">
                  <c:v>2181.75</c:v>
                </c:pt>
                <c:pt idx="4836">
                  <c:v>2231.5</c:v>
                </c:pt>
                <c:pt idx="4837">
                  <c:v>2252.8000000000002</c:v>
                </c:pt>
                <c:pt idx="4838">
                  <c:v>2260.9</c:v>
                </c:pt>
                <c:pt idx="4839">
                  <c:v>2254.1</c:v>
                </c:pt>
                <c:pt idx="4840">
                  <c:v>2254.5</c:v>
                </c:pt>
                <c:pt idx="4841">
                  <c:v>2249.1999999999998</c:v>
                </c:pt>
                <c:pt idx="4842">
                  <c:v>2250.85</c:v>
                </c:pt>
                <c:pt idx="4843">
                  <c:v>2259.9</c:v>
                </c:pt>
                <c:pt idx="4844">
                  <c:v>2277.9499999999998</c:v>
                </c:pt>
                <c:pt idx="4845">
                  <c:v>2249.85</c:v>
                </c:pt>
                <c:pt idx="4846">
                  <c:v>2275.5</c:v>
                </c:pt>
                <c:pt idx="4847">
                  <c:v>2267.8000000000002</c:v>
                </c:pt>
                <c:pt idx="4848">
                  <c:v>2254.1999999999998</c:v>
                </c:pt>
                <c:pt idx="4849">
                  <c:v>2252.5500000000002</c:v>
                </c:pt>
                <c:pt idx="4850">
                  <c:v>2227.1999999999998</c:v>
                </c:pt>
                <c:pt idx="4851">
                  <c:v>2239.5500000000002</c:v>
                </c:pt>
                <c:pt idx="4852">
                  <c:v>2252.1</c:v>
                </c:pt>
                <c:pt idx="4853">
                  <c:v>2237.65</c:v>
                </c:pt>
                <c:pt idx="4854">
                  <c:v>2242.65</c:v>
                </c:pt>
                <c:pt idx="4855">
                  <c:v>2163.1</c:v>
                </c:pt>
                <c:pt idx="4856">
                  <c:v>2175.4</c:v>
                </c:pt>
                <c:pt idx="4857">
                  <c:v>2133.35</c:v>
                </c:pt>
                <c:pt idx="4858">
                  <c:v>2108.1999999999998</c:v>
                </c:pt>
                <c:pt idx="4859">
                  <c:v>2102.5500000000002</c:v>
                </c:pt>
                <c:pt idx="4860">
                  <c:v>2107.6</c:v>
                </c:pt>
                <c:pt idx="4861">
                  <c:v>2145.6999999999998</c:v>
                </c:pt>
                <c:pt idx="4862">
                  <c:v>2106</c:v>
                </c:pt>
                <c:pt idx="4863">
                  <c:v>2117.25</c:v>
                </c:pt>
                <c:pt idx="4864">
                  <c:v>2065.9499999999998</c:v>
                </c:pt>
                <c:pt idx="4865">
                  <c:v>2076.9499999999998</c:v>
                </c:pt>
                <c:pt idx="4866">
                  <c:v>2109.9</c:v>
                </c:pt>
                <c:pt idx="4867">
                  <c:v>2112.4499999999998</c:v>
                </c:pt>
                <c:pt idx="4868">
                  <c:v>2096.8000000000002</c:v>
                </c:pt>
                <c:pt idx="4869">
                  <c:v>2127.9</c:v>
                </c:pt>
                <c:pt idx="4870">
                  <c:v>2109.0500000000002</c:v>
                </c:pt>
                <c:pt idx="4871">
                  <c:v>2130</c:v>
                </c:pt>
                <c:pt idx="4872">
                  <c:v>2179.15</c:v>
                </c:pt>
                <c:pt idx="4873">
                  <c:v>2205.6999999999998</c:v>
                </c:pt>
                <c:pt idx="4874">
                  <c:v>2180.0500000000002</c:v>
                </c:pt>
                <c:pt idx="4875">
                  <c:v>2205.3000000000002</c:v>
                </c:pt>
                <c:pt idx="4876">
                  <c:v>2248.6</c:v>
                </c:pt>
                <c:pt idx="4877">
                  <c:v>2214.9</c:v>
                </c:pt>
                <c:pt idx="4878">
                  <c:v>2213.4499999999998</c:v>
                </c:pt>
                <c:pt idx="4879">
                  <c:v>2258.1</c:v>
                </c:pt>
                <c:pt idx="4880">
                  <c:v>2246.25</c:v>
                </c:pt>
                <c:pt idx="4881">
                  <c:v>2199.4499999999998</c:v>
                </c:pt>
                <c:pt idx="4882">
                  <c:v>2204.4</c:v>
                </c:pt>
                <c:pt idx="4883">
                  <c:v>2165.1</c:v>
                </c:pt>
                <c:pt idx="4884">
                  <c:v>2163</c:v>
                </c:pt>
                <c:pt idx="4885">
                  <c:v>2186.75</c:v>
                </c:pt>
                <c:pt idx="4886">
                  <c:v>2186.1999999999998</c:v>
                </c:pt>
                <c:pt idx="4887">
                  <c:v>2216</c:v>
                </c:pt>
                <c:pt idx="4888">
                  <c:v>2247.6999999999998</c:v>
                </c:pt>
                <c:pt idx="4889">
                  <c:v>2276.3000000000002</c:v>
                </c:pt>
                <c:pt idx="4890">
                  <c:v>2236.5</c:v>
                </c:pt>
                <c:pt idx="4891">
                  <c:v>2239.25</c:v>
                </c:pt>
                <c:pt idx="4892">
                  <c:v>2233.4499999999998</c:v>
                </c:pt>
                <c:pt idx="4893">
                  <c:v>2259.6</c:v>
                </c:pt>
                <c:pt idx="4894">
                  <c:v>2251.6</c:v>
                </c:pt>
                <c:pt idx="4895">
                  <c:v>2245.4</c:v>
                </c:pt>
                <c:pt idx="4896">
                  <c:v>2215.3000000000002</c:v>
                </c:pt>
                <c:pt idx="4897">
                  <c:v>2197.5</c:v>
                </c:pt>
                <c:pt idx="4898">
                  <c:v>2182.85</c:v>
                </c:pt>
                <c:pt idx="4899">
                  <c:v>2154</c:v>
                </c:pt>
                <c:pt idx="4900">
                  <c:v>2133.6</c:v>
                </c:pt>
                <c:pt idx="4901">
                  <c:v>2141.9499999999998</c:v>
                </c:pt>
                <c:pt idx="4902">
                  <c:v>2150</c:v>
                </c:pt>
                <c:pt idx="4903">
                  <c:v>2122.65</c:v>
                </c:pt>
                <c:pt idx="4904">
                  <c:v>2138.5500000000002</c:v>
                </c:pt>
                <c:pt idx="4905">
                  <c:v>2101.9499999999998</c:v>
                </c:pt>
                <c:pt idx="4906">
                  <c:v>2065.4499999999998</c:v>
                </c:pt>
                <c:pt idx="4907">
                  <c:v>2015.8</c:v>
                </c:pt>
                <c:pt idx="4908">
                  <c:v>2044.7</c:v>
                </c:pt>
                <c:pt idx="4909">
                  <c:v>2088.4499999999998</c:v>
                </c:pt>
                <c:pt idx="4910">
                  <c:v>2087.6</c:v>
                </c:pt>
                <c:pt idx="4911">
                  <c:v>2056.15</c:v>
                </c:pt>
                <c:pt idx="4912">
                  <c:v>2099.3000000000002</c:v>
                </c:pt>
                <c:pt idx="4913">
                  <c:v>2059.9499999999998</c:v>
                </c:pt>
                <c:pt idx="4914">
                  <c:v>2060.25</c:v>
                </c:pt>
                <c:pt idx="4915">
                  <c:v>2079.35</c:v>
                </c:pt>
                <c:pt idx="4916">
                  <c:v>2047.7</c:v>
                </c:pt>
                <c:pt idx="4917">
                  <c:v>2020.1</c:v>
                </c:pt>
                <c:pt idx="4918">
                  <c:v>2004.45</c:v>
                </c:pt>
                <c:pt idx="4919">
                  <c:v>1986.85</c:v>
                </c:pt>
                <c:pt idx="4920">
                  <c:v>2021</c:v>
                </c:pt>
                <c:pt idx="4921">
                  <c:v>2037.3</c:v>
                </c:pt>
                <c:pt idx="4922">
                  <c:v>2046.4</c:v>
                </c:pt>
                <c:pt idx="4923">
                  <c:v>2030.95</c:v>
                </c:pt>
                <c:pt idx="4924">
                  <c:v>2057.35</c:v>
                </c:pt>
                <c:pt idx="4925">
                  <c:v>2051.4</c:v>
                </c:pt>
                <c:pt idx="4926">
                  <c:v>2070.1</c:v>
                </c:pt>
                <c:pt idx="4927">
                  <c:v>2082</c:v>
                </c:pt>
                <c:pt idx="4928">
                  <c:v>2124.9499999999998</c:v>
                </c:pt>
                <c:pt idx="4929">
                  <c:v>2115.6999999999998</c:v>
                </c:pt>
                <c:pt idx="4930">
                  <c:v>2194.85</c:v>
                </c:pt>
                <c:pt idx="4931">
                  <c:v>2252.8000000000002</c:v>
                </c:pt>
                <c:pt idx="4932">
                  <c:v>2269.65</c:v>
                </c:pt>
                <c:pt idx="4933">
                  <c:v>2200.9</c:v>
                </c:pt>
                <c:pt idx="4934">
                  <c:v>2193.9499999999998</c:v>
                </c:pt>
                <c:pt idx="4935">
                  <c:v>2201.85</c:v>
                </c:pt>
                <c:pt idx="4936">
                  <c:v>2188.5</c:v>
                </c:pt>
                <c:pt idx="4937">
                  <c:v>2185.35</c:v>
                </c:pt>
                <c:pt idx="4938">
                  <c:v>2129.9499999999998</c:v>
                </c:pt>
                <c:pt idx="4939">
                  <c:v>2100.9499999999998</c:v>
                </c:pt>
                <c:pt idx="4940">
                  <c:v>2178.6</c:v>
                </c:pt>
                <c:pt idx="4941">
                  <c:v>2196.8000000000002</c:v>
                </c:pt>
                <c:pt idx="4942">
                  <c:v>2174.4499999999998</c:v>
                </c:pt>
                <c:pt idx="4943">
                  <c:v>2152.6</c:v>
                </c:pt>
                <c:pt idx="4944">
                  <c:v>2108.8000000000002</c:v>
                </c:pt>
                <c:pt idx="4945">
                  <c:v>2108.5500000000002</c:v>
                </c:pt>
                <c:pt idx="4946">
                  <c:v>2118.1</c:v>
                </c:pt>
                <c:pt idx="4947">
                  <c:v>2071.6999999999998</c:v>
                </c:pt>
                <c:pt idx="4948">
                  <c:v>2081.5</c:v>
                </c:pt>
                <c:pt idx="4949">
                  <c:v>2046.65</c:v>
                </c:pt>
                <c:pt idx="4950">
                  <c:v>2054.3000000000002</c:v>
                </c:pt>
                <c:pt idx="4951">
                  <c:v>2077.35</c:v>
                </c:pt>
                <c:pt idx="4952">
                  <c:v>2053.25</c:v>
                </c:pt>
                <c:pt idx="4953">
                  <c:v>2021.05</c:v>
                </c:pt>
                <c:pt idx="4954">
                  <c:v>2051</c:v>
                </c:pt>
                <c:pt idx="4955">
                  <c:v>2078.5</c:v>
                </c:pt>
                <c:pt idx="4956">
                  <c:v>2121.3000000000002</c:v>
                </c:pt>
                <c:pt idx="4957">
                  <c:v>2123.6</c:v>
                </c:pt>
                <c:pt idx="4958">
                  <c:v>2060.4499999999998</c:v>
                </c:pt>
                <c:pt idx="4959">
                  <c:v>2012.85</c:v>
                </c:pt>
                <c:pt idx="4960">
                  <c:v>2041.9</c:v>
                </c:pt>
                <c:pt idx="4961">
                  <c:v>2020.9</c:v>
                </c:pt>
                <c:pt idx="4962">
                  <c:v>2071.25</c:v>
                </c:pt>
                <c:pt idx="4963">
                  <c:v>2126.75</c:v>
                </c:pt>
                <c:pt idx="4964">
                  <c:v>2164.9499999999998</c:v>
                </c:pt>
                <c:pt idx="4965">
                  <c:v>2167.75</c:v>
                </c:pt>
                <c:pt idx="4966">
                  <c:v>2229.0500000000002</c:v>
                </c:pt>
                <c:pt idx="4967">
                  <c:v>2222.9</c:v>
                </c:pt>
                <c:pt idx="4968">
                  <c:v>2231.6999999999998</c:v>
                </c:pt>
                <c:pt idx="4969">
                  <c:v>2215.6</c:v>
                </c:pt>
                <c:pt idx="4970">
                  <c:v>2201.9499999999998</c:v>
                </c:pt>
                <c:pt idx="4971">
                  <c:v>2198.5</c:v>
                </c:pt>
                <c:pt idx="4972">
                  <c:v>2183.1999999999998</c:v>
                </c:pt>
                <c:pt idx="4973">
                  <c:v>2161.6999999999998</c:v>
                </c:pt>
                <c:pt idx="4974">
                  <c:v>2167.6</c:v>
                </c:pt>
                <c:pt idx="4975">
                  <c:v>2157.65</c:v>
                </c:pt>
                <c:pt idx="4976">
                  <c:v>2200.65</c:v>
                </c:pt>
                <c:pt idx="4977">
                  <c:v>2200.4499999999998</c:v>
                </c:pt>
                <c:pt idx="4978">
                  <c:v>2205.85</c:v>
                </c:pt>
                <c:pt idx="4979">
                  <c:v>2255.25</c:v>
                </c:pt>
                <c:pt idx="4980">
                  <c:v>2214.35</c:v>
                </c:pt>
                <c:pt idx="4981">
                  <c:v>2213.5500000000002</c:v>
                </c:pt>
                <c:pt idx="4982">
                  <c:v>2190.35</c:v>
                </c:pt>
                <c:pt idx="4983">
                  <c:v>2206.9</c:v>
                </c:pt>
                <c:pt idx="4984">
                  <c:v>2226.9</c:v>
                </c:pt>
                <c:pt idx="4985">
                  <c:v>2238.8000000000002</c:v>
                </c:pt>
                <c:pt idx="4986">
                  <c:v>2219.1</c:v>
                </c:pt>
                <c:pt idx="4987">
                  <c:v>2170.35</c:v>
                </c:pt>
                <c:pt idx="4988">
                  <c:v>2171.0500000000002</c:v>
                </c:pt>
                <c:pt idx="4989">
                  <c:v>2206.9</c:v>
                </c:pt>
                <c:pt idx="4990">
                  <c:v>2190.9499999999998</c:v>
                </c:pt>
                <c:pt idx="4991">
                  <c:v>2183.4</c:v>
                </c:pt>
                <c:pt idx="4992">
                  <c:v>2169.25</c:v>
                </c:pt>
                <c:pt idx="4993">
                  <c:v>2183.75</c:v>
                </c:pt>
                <c:pt idx="4994">
                  <c:v>2154.6</c:v>
                </c:pt>
                <c:pt idx="4995">
                  <c:v>2137.85</c:v>
                </c:pt>
                <c:pt idx="4996">
                  <c:v>2079.0500000000002</c:v>
                </c:pt>
                <c:pt idx="4997">
                  <c:v>2164.85</c:v>
                </c:pt>
                <c:pt idx="4998">
                  <c:v>2102.5</c:v>
                </c:pt>
                <c:pt idx="4999">
                  <c:v>2107.75</c:v>
                </c:pt>
                <c:pt idx="5000">
                  <c:v>2146.5500000000002</c:v>
                </c:pt>
                <c:pt idx="5001">
                  <c:v>2128.35</c:v>
                </c:pt>
                <c:pt idx="5002">
                  <c:v>2136.5500000000002</c:v>
                </c:pt>
                <c:pt idx="5003">
                  <c:v>2161.9499999999998</c:v>
                </c:pt>
                <c:pt idx="5004">
                  <c:v>2153.4</c:v>
                </c:pt>
                <c:pt idx="5005">
                  <c:v>2170.75</c:v>
                </c:pt>
                <c:pt idx="5006">
                  <c:v>2191.9499999999998</c:v>
                </c:pt>
                <c:pt idx="5007">
                  <c:v>2184.1999999999998</c:v>
                </c:pt>
                <c:pt idx="5008">
                  <c:v>2203.25</c:v>
                </c:pt>
                <c:pt idx="5009">
                  <c:v>2215.75</c:v>
                </c:pt>
                <c:pt idx="5010">
                  <c:v>2196.35</c:v>
                </c:pt>
                <c:pt idx="5011">
                  <c:v>2156.8000000000002</c:v>
                </c:pt>
                <c:pt idx="5012">
                  <c:v>2115.35</c:v>
                </c:pt>
                <c:pt idx="5013">
                  <c:v>2156.15</c:v>
                </c:pt>
                <c:pt idx="5014">
                  <c:v>2123.6</c:v>
                </c:pt>
                <c:pt idx="5015">
                  <c:v>2105.5</c:v>
                </c:pt>
                <c:pt idx="5016">
                  <c:v>2000.15</c:v>
                </c:pt>
                <c:pt idx="5017">
                  <c:v>2001.3</c:v>
                </c:pt>
                <c:pt idx="5018">
                  <c:v>2036.2</c:v>
                </c:pt>
                <c:pt idx="5019">
                  <c:v>2083.1999999999998</c:v>
                </c:pt>
                <c:pt idx="5020">
                  <c:v>2125.0500000000002</c:v>
                </c:pt>
                <c:pt idx="5021">
                  <c:v>2116.4499999999998</c:v>
                </c:pt>
                <c:pt idx="5022">
                  <c:v>1972.35</c:v>
                </c:pt>
                <c:pt idx="5023">
                  <c:v>1953.7</c:v>
                </c:pt>
                <c:pt idx="5024">
                  <c:v>1769.85</c:v>
                </c:pt>
                <c:pt idx="5025">
                  <c:v>1806.3</c:v>
                </c:pt>
                <c:pt idx="5026">
                  <c:v>1696.4</c:v>
                </c:pt>
                <c:pt idx="5027">
                  <c:v>1658</c:v>
                </c:pt>
                <c:pt idx="5028">
                  <c:v>1654.4</c:v>
                </c:pt>
                <c:pt idx="5029">
                  <c:v>1636.35</c:v>
                </c:pt>
                <c:pt idx="5030">
                  <c:v>1797.45</c:v>
                </c:pt>
                <c:pt idx="5031">
                  <c:v>1669.7</c:v>
                </c:pt>
                <c:pt idx="5032">
                  <c:v>1703.15</c:v>
                </c:pt>
                <c:pt idx="5033">
                  <c:v>1750.3</c:v>
                </c:pt>
                <c:pt idx="5034">
                  <c:v>1790.95</c:v>
                </c:pt>
                <c:pt idx="5035">
                  <c:v>1824.5</c:v>
                </c:pt>
                <c:pt idx="5036">
                  <c:v>1778.5</c:v>
                </c:pt>
                <c:pt idx="5037">
                  <c:v>1826.1</c:v>
                </c:pt>
                <c:pt idx="5038">
                  <c:v>1708.75</c:v>
                </c:pt>
                <c:pt idx="5039">
                  <c:v>1654.2</c:v>
                </c:pt>
                <c:pt idx="5040">
                  <c:v>1775.2</c:v>
                </c:pt>
                <c:pt idx="5041">
                  <c:v>1705.45</c:v>
                </c:pt>
                <c:pt idx="5042">
                  <c:v>1766.15</c:v>
                </c:pt>
                <c:pt idx="5043">
                  <c:v>1759.25</c:v>
                </c:pt>
                <c:pt idx="5044">
                  <c:v>1735.15</c:v>
                </c:pt>
                <c:pt idx="5045">
                  <c:v>1716.05</c:v>
                </c:pt>
                <c:pt idx="5046">
                  <c:v>1806.2</c:v>
                </c:pt>
                <c:pt idx="5047">
                  <c:v>1818.65</c:v>
                </c:pt>
                <c:pt idx="5048">
                  <c:v>1737.65</c:v>
                </c:pt>
                <c:pt idx="5049">
                  <c:v>1769.5</c:v>
                </c:pt>
                <c:pt idx="5050">
                  <c:v>1878.25</c:v>
                </c:pt>
                <c:pt idx="5051">
                  <c:v>1818.55</c:v>
                </c:pt>
                <c:pt idx="5052">
                  <c:v>1836.6</c:v>
                </c:pt>
                <c:pt idx="5053">
                  <c:v>1859.05</c:v>
                </c:pt>
                <c:pt idx="5054">
                  <c:v>1905.65</c:v>
                </c:pt>
                <c:pt idx="5055">
                  <c:v>2014.45</c:v>
                </c:pt>
                <c:pt idx="5056">
                  <c:v>1930.45</c:v>
                </c:pt>
                <c:pt idx="5057">
                  <c:v>1932.75</c:v>
                </c:pt>
                <c:pt idx="5058">
                  <c:v>1903.6</c:v>
                </c:pt>
                <c:pt idx="5059">
                  <c:v>1891.65</c:v>
                </c:pt>
                <c:pt idx="5060">
                  <c:v>1893.4</c:v>
                </c:pt>
                <c:pt idx="5061">
                  <c:v>1935.3</c:v>
                </c:pt>
                <c:pt idx="5062">
                  <c:v>1949.5</c:v>
                </c:pt>
                <c:pt idx="5063">
                  <c:v>1949.65</c:v>
                </c:pt>
                <c:pt idx="5064">
                  <c:v>1902.35</c:v>
                </c:pt>
                <c:pt idx="5065">
                  <c:v>1892.9</c:v>
                </c:pt>
                <c:pt idx="5066">
                  <c:v>1945.6</c:v>
                </c:pt>
                <c:pt idx="5067">
                  <c:v>1948.65</c:v>
                </c:pt>
                <c:pt idx="5068">
                  <c:v>1953.6</c:v>
                </c:pt>
                <c:pt idx="5069">
                  <c:v>1991.2</c:v>
                </c:pt>
                <c:pt idx="5070">
                  <c:v>2020.35</c:v>
                </c:pt>
                <c:pt idx="5071">
                  <c:v>1943</c:v>
                </c:pt>
                <c:pt idx="5072">
                  <c:v>2005.3</c:v>
                </c:pt>
                <c:pt idx="5073">
                  <c:v>2004.3</c:v>
                </c:pt>
                <c:pt idx="5074">
                  <c:v>1972.35</c:v>
                </c:pt>
                <c:pt idx="5075">
                  <c:v>2045.25</c:v>
                </c:pt>
                <c:pt idx="5076">
                  <c:v>2047.15</c:v>
                </c:pt>
                <c:pt idx="5077">
                  <c:v>2046.15</c:v>
                </c:pt>
                <c:pt idx="5078">
                  <c:v>2091.5500000000002</c:v>
                </c:pt>
                <c:pt idx="5079">
                  <c:v>2048.25</c:v>
                </c:pt>
                <c:pt idx="5080">
                  <c:v>2071.75</c:v>
                </c:pt>
                <c:pt idx="5081">
                  <c:v>2072.0500000000002</c:v>
                </c:pt>
                <c:pt idx="5082">
                  <c:v>2108.75</c:v>
                </c:pt>
                <c:pt idx="5083">
                  <c:v>2067.65</c:v>
                </c:pt>
                <c:pt idx="5084">
                  <c:v>2039.5</c:v>
                </c:pt>
                <c:pt idx="5085">
                  <c:v>2029.9</c:v>
                </c:pt>
                <c:pt idx="5086">
                  <c:v>2045.8</c:v>
                </c:pt>
                <c:pt idx="5087">
                  <c:v>2047.8</c:v>
                </c:pt>
                <c:pt idx="5088">
                  <c:v>2038.1</c:v>
                </c:pt>
                <c:pt idx="5089">
                  <c:v>2044.6</c:v>
                </c:pt>
                <c:pt idx="5090">
                  <c:v>2027.95</c:v>
                </c:pt>
                <c:pt idx="5091">
                  <c:v>2035.3</c:v>
                </c:pt>
                <c:pt idx="5092">
                  <c:v>2042.2</c:v>
                </c:pt>
                <c:pt idx="5093">
                  <c:v>2016.1</c:v>
                </c:pt>
                <c:pt idx="5094">
                  <c:v>2118.85</c:v>
                </c:pt>
                <c:pt idx="5095">
                  <c:v>2101.65</c:v>
                </c:pt>
                <c:pt idx="5096">
                  <c:v>2082.15</c:v>
                </c:pt>
                <c:pt idx="5097">
                  <c:v>2092.0500000000002</c:v>
                </c:pt>
                <c:pt idx="5098">
                  <c:v>2157.15</c:v>
                </c:pt>
                <c:pt idx="5099">
                  <c:v>2199.65</c:v>
                </c:pt>
                <c:pt idx="5100">
                  <c:v>2263.1999999999998</c:v>
                </c:pt>
                <c:pt idx="5101">
                  <c:v>2269.9</c:v>
                </c:pt>
                <c:pt idx="5102">
                  <c:v>2218.9</c:v>
                </c:pt>
                <c:pt idx="5103">
                  <c:v>2204.35</c:v>
                </c:pt>
                <c:pt idx="5104">
                  <c:v>2222.35</c:v>
                </c:pt>
                <c:pt idx="5105">
                  <c:v>2220</c:v>
                </c:pt>
                <c:pt idx="5106">
                  <c:v>2171.9499999999998</c:v>
                </c:pt>
                <c:pt idx="5107">
                  <c:v>2233.9</c:v>
                </c:pt>
                <c:pt idx="5108">
                  <c:v>2234.75</c:v>
                </c:pt>
                <c:pt idx="5109">
                  <c:v>2200.75</c:v>
                </c:pt>
                <c:pt idx="5110">
                  <c:v>2207.9</c:v>
                </c:pt>
                <c:pt idx="5111">
                  <c:v>2225.0500000000002</c:v>
                </c:pt>
                <c:pt idx="5112">
                  <c:v>2190.9499999999998</c:v>
                </c:pt>
                <c:pt idx="5113">
                  <c:v>2171.1999999999998</c:v>
                </c:pt>
                <c:pt idx="5114">
                  <c:v>2157.4</c:v>
                </c:pt>
                <c:pt idx="5115">
                  <c:v>2206.8000000000002</c:v>
                </c:pt>
                <c:pt idx="5116">
                  <c:v>2309.75</c:v>
                </c:pt>
                <c:pt idx="5117">
                  <c:v>2276.0500000000002</c:v>
                </c:pt>
                <c:pt idx="5118">
                  <c:v>2279.5</c:v>
                </c:pt>
                <c:pt idx="5119">
                  <c:v>2281.4</c:v>
                </c:pt>
                <c:pt idx="5120">
                  <c:v>2254.15</c:v>
                </c:pt>
                <c:pt idx="5121">
                  <c:v>2249.6999999999998</c:v>
                </c:pt>
                <c:pt idx="5122">
                  <c:v>2259.5</c:v>
                </c:pt>
                <c:pt idx="5123">
                  <c:v>2308.1</c:v>
                </c:pt>
                <c:pt idx="5124">
                  <c:v>2295.35</c:v>
                </c:pt>
                <c:pt idx="5125">
                  <c:v>2282.8000000000002</c:v>
                </c:pt>
                <c:pt idx="5126">
                  <c:v>2279.9</c:v>
                </c:pt>
                <c:pt idx="5127">
                  <c:v>2257.35</c:v>
                </c:pt>
                <c:pt idx="5128">
                  <c:v>2254.4499999999998</c:v>
                </c:pt>
                <c:pt idx="5129">
                  <c:v>2242.15</c:v>
                </c:pt>
                <c:pt idx="5130">
                  <c:v>2253.4</c:v>
                </c:pt>
                <c:pt idx="5131">
                  <c:v>2269.75</c:v>
                </c:pt>
                <c:pt idx="5132">
                  <c:v>2256.6</c:v>
                </c:pt>
                <c:pt idx="5133">
                  <c:v>2252.85</c:v>
                </c:pt>
                <c:pt idx="5134">
                  <c:v>2248.6</c:v>
                </c:pt>
                <c:pt idx="5135">
                  <c:v>2248.1</c:v>
                </c:pt>
                <c:pt idx="5136">
                  <c:v>2242.65</c:v>
                </c:pt>
                <c:pt idx="5137">
                  <c:v>2253.5</c:v>
                </c:pt>
                <c:pt idx="5138">
                  <c:v>2248.4</c:v>
                </c:pt>
                <c:pt idx="5139">
                  <c:v>2238.5500000000002</c:v>
                </c:pt>
                <c:pt idx="5140">
                  <c:v>2257.25</c:v>
                </c:pt>
                <c:pt idx="5141">
                  <c:v>2246.35</c:v>
                </c:pt>
                <c:pt idx="5142">
                  <c:v>2265.15</c:v>
                </c:pt>
                <c:pt idx="5143">
                  <c:v>2299.5</c:v>
                </c:pt>
                <c:pt idx="5144">
                  <c:v>2288.8000000000002</c:v>
                </c:pt>
                <c:pt idx="5145">
                  <c:v>2327.0500000000002</c:v>
                </c:pt>
                <c:pt idx="5146">
                  <c:v>2348.1999999999998</c:v>
                </c:pt>
                <c:pt idx="5147">
                  <c:v>2327.65</c:v>
                </c:pt>
                <c:pt idx="5148">
                  <c:v>2331.15</c:v>
                </c:pt>
                <c:pt idx="5149">
                  <c:v>2374.1</c:v>
                </c:pt>
                <c:pt idx="5150">
                  <c:v>2491.4</c:v>
                </c:pt>
                <c:pt idx="5151">
                  <c:v>2491.4</c:v>
                </c:pt>
                <c:pt idx="5152">
                  <c:v>2503</c:v>
                </c:pt>
                <c:pt idx="5153">
                  <c:v>2460.9499999999998</c:v>
                </c:pt>
                <c:pt idx="5154">
                  <c:v>2449.9</c:v>
                </c:pt>
                <c:pt idx="5155">
                  <c:v>2465.3000000000002</c:v>
                </c:pt>
                <c:pt idx="5156">
                  <c:v>2522.9499999999998</c:v>
                </c:pt>
                <c:pt idx="5157">
                  <c:v>2467.4499999999998</c:v>
                </c:pt>
                <c:pt idx="5158">
                  <c:v>2332.25</c:v>
                </c:pt>
                <c:pt idx="5159">
                  <c:v>2422.3000000000002</c:v>
                </c:pt>
                <c:pt idx="5160">
                  <c:v>2426.3000000000002</c:v>
                </c:pt>
                <c:pt idx="5161">
                  <c:v>2488.4</c:v>
                </c:pt>
                <c:pt idx="5162">
                  <c:v>2492.3000000000002</c:v>
                </c:pt>
                <c:pt idx="5163">
                  <c:v>2523.4499999999998</c:v>
                </c:pt>
                <c:pt idx="5164">
                  <c:v>2705.8</c:v>
                </c:pt>
                <c:pt idx="5165">
                  <c:v>2714.3</c:v>
                </c:pt>
                <c:pt idx="5166">
                  <c:v>2735.95</c:v>
                </c:pt>
                <c:pt idx="5167">
                  <c:v>2825.7</c:v>
                </c:pt>
                <c:pt idx="5168">
                  <c:v>2812.95</c:v>
                </c:pt>
                <c:pt idx="5169">
                  <c:v>2830</c:v>
                </c:pt>
                <c:pt idx="5170">
                  <c:v>2826.55</c:v>
                </c:pt>
                <c:pt idx="5171">
                  <c:v>2809.6</c:v>
                </c:pt>
                <c:pt idx="5172">
                  <c:v>2740.6</c:v>
                </c:pt>
                <c:pt idx="5173">
                  <c:v>2763.3</c:v>
                </c:pt>
                <c:pt idx="5174">
                  <c:v>2711.55</c:v>
                </c:pt>
                <c:pt idx="5175">
                  <c:v>2739</c:v>
                </c:pt>
                <c:pt idx="5176">
                  <c:v>2675.4</c:v>
                </c:pt>
                <c:pt idx="5177">
                  <c:v>2671.15</c:v>
                </c:pt>
                <c:pt idx="5178">
                  <c:v>2686.8</c:v>
                </c:pt>
                <c:pt idx="5179">
                  <c:v>2688.2</c:v>
                </c:pt>
                <c:pt idx="5180">
                  <c:v>2630.15</c:v>
                </c:pt>
                <c:pt idx="5181">
                  <c:v>2622.2</c:v>
                </c:pt>
                <c:pt idx="5182">
                  <c:v>2632.65</c:v>
                </c:pt>
                <c:pt idx="5183">
                  <c:v>2664.85</c:v>
                </c:pt>
                <c:pt idx="5184">
                  <c:v>2604.6</c:v>
                </c:pt>
                <c:pt idx="5185">
                  <c:v>2633.6</c:v>
                </c:pt>
                <c:pt idx="5186">
                  <c:v>2653.15</c:v>
                </c:pt>
                <c:pt idx="5187">
                  <c:v>2685.7</c:v>
                </c:pt>
                <c:pt idx="5188">
                  <c:v>2707.45</c:v>
                </c:pt>
                <c:pt idx="5189">
                  <c:v>2726.6</c:v>
                </c:pt>
                <c:pt idx="5190">
                  <c:v>2649.6</c:v>
                </c:pt>
                <c:pt idx="5191">
                  <c:v>2687.8</c:v>
                </c:pt>
                <c:pt idx="5192">
                  <c:v>2671.05</c:v>
                </c:pt>
                <c:pt idx="5193">
                  <c:v>2656.85</c:v>
                </c:pt>
                <c:pt idx="5194">
                  <c:v>2670.35</c:v>
                </c:pt>
                <c:pt idx="5195">
                  <c:v>2666.05</c:v>
                </c:pt>
                <c:pt idx="5196">
                  <c:v>2626.65</c:v>
                </c:pt>
                <c:pt idx="5197">
                  <c:v>2636.9</c:v>
                </c:pt>
                <c:pt idx="5198">
                  <c:v>2660.25</c:v>
                </c:pt>
                <c:pt idx="5199">
                  <c:v>2724.25</c:v>
                </c:pt>
                <c:pt idx="5200">
                  <c:v>2722.05</c:v>
                </c:pt>
                <c:pt idx="5201">
                  <c:v>2701.3</c:v>
                </c:pt>
                <c:pt idx="5202">
                  <c:v>2720.6</c:v>
                </c:pt>
                <c:pt idx="5203">
                  <c:v>2679.65</c:v>
                </c:pt>
                <c:pt idx="5204">
                  <c:v>2726.8</c:v>
                </c:pt>
                <c:pt idx="5205">
                  <c:v>2749.55</c:v>
                </c:pt>
                <c:pt idx="5206">
                  <c:v>2709.45</c:v>
                </c:pt>
                <c:pt idx="5207">
                  <c:v>2727.55</c:v>
                </c:pt>
                <c:pt idx="5208">
                  <c:v>2737.7</c:v>
                </c:pt>
                <c:pt idx="5209">
                  <c:v>2797.3</c:v>
                </c:pt>
                <c:pt idx="5210">
                  <c:v>2810.8</c:v>
                </c:pt>
                <c:pt idx="5211">
                  <c:v>2784.3</c:v>
                </c:pt>
                <c:pt idx="5212">
                  <c:v>2783.6</c:v>
                </c:pt>
                <c:pt idx="5213">
                  <c:v>2797.7</c:v>
                </c:pt>
                <c:pt idx="5214">
                  <c:v>2761.55</c:v>
                </c:pt>
                <c:pt idx="5215">
                  <c:v>2814.2</c:v>
                </c:pt>
                <c:pt idx="5216">
                  <c:v>2838.2</c:v>
                </c:pt>
                <c:pt idx="5217">
                  <c:v>2861</c:v>
                </c:pt>
                <c:pt idx="5218">
                  <c:v>2820.15</c:v>
                </c:pt>
                <c:pt idx="5219">
                  <c:v>2872.5</c:v>
                </c:pt>
                <c:pt idx="5220">
                  <c:v>2908.75</c:v>
                </c:pt>
                <c:pt idx="5221">
                  <c:v>2909.35</c:v>
                </c:pt>
                <c:pt idx="5222">
                  <c:v>2929.4</c:v>
                </c:pt>
                <c:pt idx="5223">
                  <c:v>2930.5</c:v>
                </c:pt>
                <c:pt idx="5224">
                  <c:v>2909.3</c:v>
                </c:pt>
                <c:pt idx="5225">
                  <c:v>2862.75</c:v>
                </c:pt>
                <c:pt idx="5226">
                  <c:v>2928.25</c:v>
                </c:pt>
                <c:pt idx="5227">
                  <c:v>3039.45</c:v>
                </c:pt>
                <c:pt idx="5228">
                  <c:v>3093</c:v>
                </c:pt>
                <c:pt idx="5229">
                  <c:v>3051.5</c:v>
                </c:pt>
                <c:pt idx="5230">
                  <c:v>3032.8</c:v>
                </c:pt>
                <c:pt idx="5231">
                  <c:v>3120.9</c:v>
                </c:pt>
                <c:pt idx="5232">
                  <c:v>3176.45</c:v>
                </c:pt>
                <c:pt idx="5233">
                  <c:v>3174.85</c:v>
                </c:pt>
                <c:pt idx="5234">
                  <c:v>3158.95</c:v>
                </c:pt>
                <c:pt idx="5235">
                  <c:v>3250.7</c:v>
                </c:pt>
                <c:pt idx="5236">
                  <c:v>3233.35</c:v>
                </c:pt>
                <c:pt idx="5237">
                  <c:v>3221.75</c:v>
                </c:pt>
                <c:pt idx="5238">
                  <c:v>3260.7</c:v>
                </c:pt>
                <c:pt idx="5239">
                  <c:v>3308.8</c:v>
                </c:pt>
                <c:pt idx="5240">
                  <c:v>3273.85</c:v>
                </c:pt>
                <c:pt idx="5241">
                  <c:v>3303.1</c:v>
                </c:pt>
                <c:pt idx="5242">
                  <c:v>3291.3</c:v>
                </c:pt>
                <c:pt idx="5243">
                  <c:v>3261.05</c:v>
                </c:pt>
                <c:pt idx="5244">
                  <c:v>3196.55</c:v>
                </c:pt>
                <c:pt idx="5245">
                  <c:v>3111.35</c:v>
                </c:pt>
                <c:pt idx="5246">
                  <c:v>3139.35</c:v>
                </c:pt>
                <c:pt idx="5247">
                  <c:v>3203.45</c:v>
                </c:pt>
                <c:pt idx="5248">
                  <c:v>3200.05</c:v>
                </c:pt>
                <c:pt idx="5249">
                  <c:v>3188.45</c:v>
                </c:pt>
                <c:pt idx="5250">
                  <c:v>3157.95</c:v>
                </c:pt>
                <c:pt idx="5251">
                  <c:v>3214.1</c:v>
                </c:pt>
                <c:pt idx="5252">
                  <c:v>3176.9</c:v>
                </c:pt>
                <c:pt idx="5253">
                  <c:v>3213.3</c:v>
                </c:pt>
                <c:pt idx="5254">
                  <c:v>3206</c:v>
                </c:pt>
                <c:pt idx="5255">
                  <c:v>3190.8</c:v>
                </c:pt>
                <c:pt idx="5256">
                  <c:v>3139.85</c:v>
                </c:pt>
                <c:pt idx="5257">
                  <c:v>3108.8</c:v>
                </c:pt>
                <c:pt idx="5258">
                  <c:v>3073.1</c:v>
                </c:pt>
                <c:pt idx="5259">
                  <c:v>3057.35</c:v>
                </c:pt>
                <c:pt idx="5260">
                  <c:v>3071.85</c:v>
                </c:pt>
                <c:pt idx="5261">
                  <c:v>2958.45</c:v>
                </c:pt>
                <c:pt idx="5262">
                  <c:v>2980.2</c:v>
                </c:pt>
                <c:pt idx="5263">
                  <c:v>2948.1</c:v>
                </c:pt>
                <c:pt idx="5264">
                  <c:v>2995.3</c:v>
                </c:pt>
                <c:pt idx="5265">
                  <c:v>2894.3</c:v>
                </c:pt>
                <c:pt idx="5266">
                  <c:v>2924.2</c:v>
                </c:pt>
                <c:pt idx="5267">
                  <c:v>3006.35</c:v>
                </c:pt>
                <c:pt idx="5268">
                  <c:v>3059.1</c:v>
                </c:pt>
                <c:pt idx="5269">
                  <c:v>3049.7</c:v>
                </c:pt>
                <c:pt idx="5270">
                  <c:v>3008.05</c:v>
                </c:pt>
                <c:pt idx="5271">
                  <c:v>3006.95</c:v>
                </c:pt>
                <c:pt idx="5272">
                  <c:v>3050.95</c:v>
                </c:pt>
                <c:pt idx="5273">
                  <c:v>3070.95</c:v>
                </c:pt>
                <c:pt idx="5274">
                  <c:v>3057.95</c:v>
                </c:pt>
                <c:pt idx="5275">
                  <c:v>3066.15</c:v>
                </c:pt>
                <c:pt idx="5276">
                  <c:v>3110.05</c:v>
                </c:pt>
                <c:pt idx="5277">
                  <c:v>3112.95</c:v>
                </c:pt>
                <c:pt idx="5278">
                  <c:v>3036.5</c:v>
                </c:pt>
                <c:pt idx="5279">
                  <c:v>3050.2</c:v>
                </c:pt>
                <c:pt idx="5280">
                  <c:v>3129.65</c:v>
                </c:pt>
                <c:pt idx="5281">
                  <c:v>3142.6</c:v>
                </c:pt>
                <c:pt idx="5282">
                  <c:v>3121.1</c:v>
                </c:pt>
                <c:pt idx="5283">
                  <c:v>3064.85</c:v>
                </c:pt>
                <c:pt idx="5284">
                  <c:v>3066.8</c:v>
                </c:pt>
                <c:pt idx="5285">
                  <c:v>3158.55</c:v>
                </c:pt>
                <c:pt idx="5286">
                  <c:v>3177.85</c:v>
                </c:pt>
                <c:pt idx="5287">
                  <c:v>3165</c:v>
                </c:pt>
                <c:pt idx="5288">
                  <c:v>3238.9</c:v>
                </c:pt>
                <c:pt idx="5289">
                  <c:v>3264.7</c:v>
                </c:pt>
                <c:pt idx="5290">
                  <c:v>3271.4</c:v>
                </c:pt>
                <c:pt idx="5291">
                  <c:v>3317.35</c:v>
                </c:pt>
                <c:pt idx="5292">
                  <c:v>3322.25</c:v>
                </c:pt>
                <c:pt idx="5293">
                  <c:v>3246.55</c:v>
                </c:pt>
                <c:pt idx="5294">
                  <c:v>3104.05</c:v>
                </c:pt>
                <c:pt idx="5295">
                  <c:v>3218.95</c:v>
                </c:pt>
                <c:pt idx="5296">
                  <c:v>3195.15</c:v>
                </c:pt>
                <c:pt idx="5297">
                  <c:v>3161.8</c:v>
                </c:pt>
                <c:pt idx="5298">
                  <c:v>3144.55</c:v>
                </c:pt>
                <c:pt idx="5299">
                  <c:v>3118.8</c:v>
                </c:pt>
                <c:pt idx="5300">
                  <c:v>3109.5</c:v>
                </c:pt>
                <c:pt idx="5301">
                  <c:v>3100.8</c:v>
                </c:pt>
                <c:pt idx="5302">
                  <c:v>3132</c:v>
                </c:pt>
                <c:pt idx="5303">
                  <c:v>3124.1</c:v>
                </c:pt>
                <c:pt idx="5304">
                  <c:v>3115.25</c:v>
                </c:pt>
                <c:pt idx="5305">
                  <c:v>3035.65</c:v>
                </c:pt>
              </c:numCache>
            </c:numRef>
          </c:val>
          <c:smooth val="1"/>
          <c:extLst>
            <c:ext xmlns:c16="http://schemas.microsoft.com/office/drawing/2014/chart" uri="{C3380CC4-5D6E-409C-BE32-E72D297353CC}">
              <c16:uniqueId val="{00000001-16AC-4FC9-A81C-1591D8066638}"/>
            </c:ext>
          </c:extLst>
        </c:ser>
        <c:ser>
          <c:idx val="2"/>
          <c:order val="2"/>
          <c:tx>
            <c:strRef>
              <c:f>ITPIVOT!$D$1:$D$2</c:f>
              <c:strCache>
                <c:ptCount val="1"/>
                <c:pt idx="0">
                  <c:v>WIPRO</c:v>
                </c:pt>
              </c:strCache>
            </c:strRef>
          </c:tx>
          <c:spPr>
            <a:ln w="28575" cap="rnd">
              <a:solidFill>
                <a:srgbClr val="92D050"/>
              </a:solidFill>
              <a:round/>
            </a:ln>
            <a:effectLst/>
          </c:spPr>
          <c:marker>
            <c:symbol val="none"/>
          </c:marker>
          <c:cat>
            <c:strRef>
              <c:f>ITPIVOT!$A$3:$A$5309</c:f>
              <c:strCache>
                <c:ptCount val="5306"/>
                <c:pt idx="0">
                  <c:v>03-01-2000</c:v>
                </c:pt>
                <c:pt idx="1">
                  <c:v>04-01-2000</c:v>
                </c:pt>
                <c:pt idx="2">
                  <c:v>05-01-2000</c:v>
                </c:pt>
                <c:pt idx="3">
                  <c:v>06-01-2000</c:v>
                </c:pt>
                <c:pt idx="4">
                  <c:v>07-01-2000</c:v>
                </c:pt>
                <c:pt idx="5">
                  <c:v>10-01-2000</c:v>
                </c:pt>
                <c:pt idx="6">
                  <c:v>11-01-2000</c:v>
                </c:pt>
                <c:pt idx="7">
                  <c:v>12-01-2000</c:v>
                </c:pt>
                <c:pt idx="8">
                  <c:v>13-01-2000</c:v>
                </c:pt>
                <c:pt idx="9">
                  <c:v>14-01-2000</c:v>
                </c:pt>
                <c:pt idx="10">
                  <c:v>17-01-2000</c:v>
                </c:pt>
                <c:pt idx="11">
                  <c:v>18-01-2000</c:v>
                </c:pt>
                <c:pt idx="12">
                  <c:v>19-01-2000</c:v>
                </c:pt>
                <c:pt idx="13">
                  <c:v>20-01-2000</c:v>
                </c:pt>
                <c:pt idx="14">
                  <c:v>21-01-2000</c:v>
                </c:pt>
                <c:pt idx="15">
                  <c:v>24-01-2000</c:v>
                </c:pt>
                <c:pt idx="16">
                  <c:v>25-01-2000</c:v>
                </c:pt>
                <c:pt idx="17">
                  <c:v>27-01-2000</c:v>
                </c:pt>
                <c:pt idx="18">
                  <c:v>28-01-2000</c:v>
                </c:pt>
                <c:pt idx="19">
                  <c:v>31-01-2000</c:v>
                </c:pt>
                <c:pt idx="20">
                  <c:v>01-02-2000</c:v>
                </c:pt>
                <c:pt idx="21">
                  <c:v>02-02-2000</c:v>
                </c:pt>
                <c:pt idx="22">
                  <c:v>03-02-2000</c:v>
                </c:pt>
                <c:pt idx="23">
                  <c:v>04-02-2000</c:v>
                </c:pt>
                <c:pt idx="24">
                  <c:v>07-02-2000</c:v>
                </c:pt>
                <c:pt idx="25">
                  <c:v>08-02-2000</c:v>
                </c:pt>
                <c:pt idx="26">
                  <c:v>09-02-2000</c:v>
                </c:pt>
                <c:pt idx="27">
                  <c:v>10-02-2000</c:v>
                </c:pt>
                <c:pt idx="28">
                  <c:v>11-02-2000</c:v>
                </c:pt>
                <c:pt idx="29">
                  <c:v>14-02-2000</c:v>
                </c:pt>
                <c:pt idx="30">
                  <c:v>15-02-2000</c:v>
                </c:pt>
                <c:pt idx="31">
                  <c:v>16-02-2000</c:v>
                </c:pt>
                <c:pt idx="32">
                  <c:v>17-02-2000</c:v>
                </c:pt>
                <c:pt idx="33">
                  <c:v>18-02-2000</c:v>
                </c:pt>
                <c:pt idx="34">
                  <c:v>21-02-2000</c:v>
                </c:pt>
                <c:pt idx="35">
                  <c:v>22-02-2000</c:v>
                </c:pt>
                <c:pt idx="36">
                  <c:v>23-02-2000</c:v>
                </c:pt>
                <c:pt idx="37">
                  <c:v>24-02-2000</c:v>
                </c:pt>
                <c:pt idx="38">
                  <c:v>25-02-2000</c:v>
                </c:pt>
                <c:pt idx="39">
                  <c:v>28-02-2000</c:v>
                </c:pt>
                <c:pt idx="40">
                  <c:v>29-02-2000</c:v>
                </c:pt>
                <c:pt idx="41">
                  <c:v>01-03-2000</c:v>
                </c:pt>
                <c:pt idx="42">
                  <c:v>02-03-2000</c:v>
                </c:pt>
                <c:pt idx="43">
                  <c:v>03-03-2000</c:v>
                </c:pt>
                <c:pt idx="44">
                  <c:v>06-03-2000</c:v>
                </c:pt>
                <c:pt idx="45">
                  <c:v>07-03-2000</c:v>
                </c:pt>
                <c:pt idx="46">
                  <c:v>08-03-2000</c:v>
                </c:pt>
                <c:pt idx="47">
                  <c:v>09-03-2000</c:v>
                </c:pt>
                <c:pt idx="48">
                  <c:v>10-03-2000</c:v>
                </c:pt>
                <c:pt idx="49">
                  <c:v>13-03-2000</c:v>
                </c:pt>
                <c:pt idx="50">
                  <c:v>14-03-2000</c:v>
                </c:pt>
                <c:pt idx="51">
                  <c:v>15-03-2000</c:v>
                </c:pt>
                <c:pt idx="52">
                  <c:v>16-03-2000</c:v>
                </c:pt>
                <c:pt idx="53">
                  <c:v>21-03-2000</c:v>
                </c:pt>
                <c:pt idx="54">
                  <c:v>22-03-2000</c:v>
                </c:pt>
                <c:pt idx="55">
                  <c:v>23-03-2000</c:v>
                </c:pt>
                <c:pt idx="56">
                  <c:v>24-03-2000</c:v>
                </c:pt>
                <c:pt idx="57">
                  <c:v>27-03-2000</c:v>
                </c:pt>
                <c:pt idx="58">
                  <c:v>28-03-2000</c:v>
                </c:pt>
                <c:pt idx="59">
                  <c:v>29-03-2000</c:v>
                </c:pt>
                <c:pt idx="60">
                  <c:v>30-03-2000</c:v>
                </c:pt>
                <c:pt idx="61">
                  <c:v>31-03-2000</c:v>
                </c:pt>
                <c:pt idx="62">
                  <c:v>03-04-2000</c:v>
                </c:pt>
                <c:pt idx="63">
                  <c:v>04-04-2000</c:v>
                </c:pt>
                <c:pt idx="64">
                  <c:v>05-04-2000</c:v>
                </c:pt>
                <c:pt idx="65">
                  <c:v>06-04-2000</c:v>
                </c:pt>
                <c:pt idx="66">
                  <c:v>07-04-2000</c:v>
                </c:pt>
                <c:pt idx="67">
                  <c:v>10-04-2000</c:v>
                </c:pt>
                <c:pt idx="68">
                  <c:v>11-04-2000</c:v>
                </c:pt>
                <c:pt idx="69">
                  <c:v>12-04-2000</c:v>
                </c:pt>
                <c:pt idx="70">
                  <c:v>13-04-2000</c:v>
                </c:pt>
                <c:pt idx="71">
                  <c:v>17-04-2000</c:v>
                </c:pt>
                <c:pt idx="72">
                  <c:v>18-04-2000</c:v>
                </c:pt>
                <c:pt idx="73">
                  <c:v>19-04-2000</c:v>
                </c:pt>
                <c:pt idx="74">
                  <c:v>20-04-2000</c:v>
                </c:pt>
                <c:pt idx="75">
                  <c:v>24-04-2000</c:v>
                </c:pt>
                <c:pt idx="76">
                  <c:v>25-04-2000</c:v>
                </c:pt>
                <c:pt idx="77">
                  <c:v>26-04-2000</c:v>
                </c:pt>
                <c:pt idx="78">
                  <c:v>27-04-2000</c:v>
                </c:pt>
                <c:pt idx="79">
                  <c:v>28-04-2000</c:v>
                </c:pt>
                <c:pt idx="80">
                  <c:v>02-05-2000</c:v>
                </c:pt>
                <c:pt idx="81">
                  <c:v>03-05-2000</c:v>
                </c:pt>
                <c:pt idx="82">
                  <c:v>04-05-2000</c:v>
                </c:pt>
                <c:pt idx="83">
                  <c:v>05-05-2000</c:v>
                </c:pt>
                <c:pt idx="84">
                  <c:v>08-05-2000</c:v>
                </c:pt>
                <c:pt idx="85">
                  <c:v>09-05-2000</c:v>
                </c:pt>
                <c:pt idx="86">
                  <c:v>10-05-2000</c:v>
                </c:pt>
                <c:pt idx="87">
                  <c:v>11-05-2000</c:v>
                </c:pt>
                <c:pt idx="88">
                  <c:v>12-05-2000</c:v>
                </c:pt>
                <c:pt idx="89">
                  <c:v>15-05-2000</c:v>
                </c:pt>
                <c:pt idx="90">
                  <c:v>16-05-2000</c:v>
                </c:pt>
                <c:pt idx="91">
                  <c:v>17-05-2000</c:v>
                </c:pt>
                <c:pt idx="92">
                  <c:v>18-05-2000</c:v>
                </c:pt>
                <c:pt idx="93">
                  <c:v>19-05-2000</c:v>
                </c:pt>
                <c:pt idx="94">
                  <c:v>22-05-2000</c:v>
                </c:pt>
                <c:pt idx="95">
                  <c:v>23-05-2000</c:v>
                </c:pt>
                <c:pt idx="96">
                  <c:v>24-05-2000</c:v>
                </c:pt>
                <c:pt idx="97">
                  <c:v>25-05-2000</c:v>
                </c:pt>
                <c:pt idx="98">
                  <c:v>26-05-2000</c:v>
                </c:pt>
                <c:pt idx="99">
                  <c:v>29-05-2000</c:v>
                </c:pt>
                <c:pt idx="100">
                  <c:v>30-05-2000</c:v>
                </c:pt>
                <c:pt idx="101">
                  <c:v>31-05-2000</c:v>
                </c:pt>
                <c:pt idx="102">
                  <c:v>01-06-2000</c:v>
                </c:pt>
                <c:pt idx="103">
                  <c:v>02-06-2000</c:v>
                </c:pt>
                <c:pt idx="104">
                  <c:v>05-06-2000</c:v>
                </c:pt>
                <c:pt idx="105">
                  <c:v>06-06-2000</c:v>
                </c:pt>
                <c:pt idx="106">
                  <c:v>07-06-2000</c:v>
                </c:pt>
                <c:pt idx="107">
                  <c:v>08-06-2000</c:v>
                </c:pt>
                <c:pt idx="108">
                  <c:v>09-06-2000</c:v>
                </c:pt>
                <c:pt idx="109">
                  <c:v>12-06-2000</c:v>
                </c:pt>
                <c:pt idx="110">
                  <c:v>13-06-2000</c:v>
                </c:pt>
                <c:pt idx="111">
                  <c:v>14-06-2000</c:v>
                </c:pt>
                <c:pt idx="112">
                  <c:v>15-06-2000</c:v>
                </c:pt>
                <c:pt idx="113">
                  <c:v>16-06-2000</c:v>
                </c:pt>
                <c:pt idx="114">
                  <c:v>19-06-2000</c:v>
                </c:pt>
                <c:pt idx="115">
                  <c:v>20-06-2000</c:v>
                </c:pt>
                <c:pt idx="116">
                  <c:v>21-06-2000</c:v>
                </c:pt>
                <c:pt idx="117">
                  <c:v>22-06-2000</c:v>
                </c:pt>
                <c:pt idx="118">
                  <c:v>23-06-2000</c:v>
                </c:pt>
                <c:pt idx="119">
                  <c:v>26-06-2000</c:v>
                </c:pt>
                <c:pt idx="120">
                  <c:v>27-06-2000</c:v>
                </c:pt>
                <c:pt idx="121">
                  <c:v>28-06-2000</c:v>
                </c:pt>
                <c:pt idx="122">
                  <c:v>29-06-2000</c:v>
                </c:pt>
                <c:pt idx="123">
                  <c:v>30-06-2000</c:v>
                </c:pt>
                <c:pt idx="124">
                  <c:v>03-07-2000</c:v>
                </c:pt>
                <c:pt idx="125">
                  <c:v>04-07-2000</c:v>
                </c:pt>
                <c:pt idx="126">
                  <c:v>05-07-2000</c:v>
                </c:pt>
                <c:pt idx="127">
                  <c:v>06-07-2000</c:v>
                </c:pt>
                <c:pt idx="128">
                  <c:v>07-07-2000</c:v>
                </c:pt>
                <c:pt idx="129">
                  <c:v>10-07-2000</c:v>
                </c:pt>
                <c:pt idx="130">
                  <c:v>11-07-2000</c:v>
                </c:pt>
                <c:pt idx="131">
                  <c:v>12-07-2000</c:v>
                </c:pt>
                <c:pt idx="132">
                  <c:v>13-07-2000</c:v>
                </c:pt>
                <c:pt idx="133">
                  <c:v>14-07-2000</c:v>
                </c:pt>
                <c:pt idx="134">
                  <c:v>17-07-2000</c:v>
                </c:pt>
                <c:pt idx="135">
                  <c:v>18-07-2000</c:v>
                </c:pt>
                <c:pt idx="136">
                  <c:v>19-07-2000</c:v>
                </c:pt>
                <c:pt idx="137">
                  <c:v>20-07-2000</c:v>
                </c:pt>
                <c:pt idx="138">
                  <c:v>21-07-2000</c:v>
                </c:pt>
                <c:pt idx="139">
                  <c:v>24-07-2000</c:v>
                </c:pt>
                <c:pt idx="140">
                  <c:v>25-07-2000</c:v>
                </c:pt>
                <c:pt idx="141">
                  <c:v>26-07-2000</c:v>
                </c:pt>
                <c:pt idx="142">
                  <c:v>27-07-2000</c:v>
                </c:pt>
                <c:pt idx="143">
                  <c:v>28-07-2000</c:v>
                </c:pt>
                <c:pt idx="144">
                  <c:v>31-07-2000</c:v>
                </c:pt>
                <c:pt idx="145">
                  <c:v>01-08-2000</c:v>
                </c:pt>
                <c:pt idx="146">
                  <c:v>02-08-2000</c:v>
                </c:pt>
                <c:pt idx="147">
                  <c:v>03-08-2000</c:v>
                </c:pt>
                <c:pt idx="148">
                  <c:v>04-08-2000</c:v>
                </c:pt>
                <c:pt idx="149">
                  <c:v>07-08-2000</c:v>
                </c:pt>
                <c:pt idx="150">
                  <c:v>08-08-2000</c:v>
                </c:pt>
                <c:pt idx="151">
                  <c:v>09-08-2000</c:v>
                </c:pt>
                <c:pt idx="152">
                  <c:v>10-08-2000</c:v>
                </c:pt>
                <c:pt idx="153">
                  <c:v>11-08-2000</c:v>
                </c:pt>
                <c:pt idx="154">
                  <c:v>14-08-2000</c:v>
                </c:pt>
                <c:pt idx="155">
                  <c:v>16-08-2000</c:v>
                </c:pt>
                <c:pt idx="156">
                  <c:v>17-08-2000</c:v>
                </c:pt>
                <c:pt idx="157">
                  <c:v>18-08-2000</c:v>
                </c:pt>
                <c:pt idx="158">
                  <c:v>21-08-2000</c:v>
                </c:pt>
                <c:pt idx="159">
                  <c:v>22-08-2000</c:v>
                </c:pt>
                <c:pt idx="160">
                  <c:v>23-08-2000</c:v>
                </c:pt>
                <c:pt idx="161">
                  <c:v>24-08-2000</c:v>
                </c:pt>
                <c:pt idx="162">
                  <c:v>25-08-2000</c:v>
                </c:pt>
                <c:pt idx="163">
                  <c:v>28-08-2000</c:v>
                </c:pt>
                <c:pt idx="164">
                  <c:v>29-08-2000</c:v>
                </c:pt>
                <c:pt idx="165">
                  <c:v>30-08-2000</c:v>
                </c:pt>
                <c:pt idx="166">
                  <c:v>31-08-2000</c:v>
                </c:pt>
                <c:pt idx="167">
                  <c:v>04-09-2000</c:v>
                </c:pt>
                <c:pt idx="168">
                  <c:v>05-09-2000</c:v>
                </c:pt>
                <c:pt idx="169">
                  <c:v>06-09-2000</c:v>
                </c:pt>
                <c:pt idx="170">
                  <c:v>07-09-2000</c:v>
                </c:pt>
                <c:pt idx="171">
                  <c:v>08-09-2000</c:v>
                </c:pt>
                <c:pt idx="172">
                  <c:v>11-09-2000</c:v>
                </c:pt>
                <c:pt idx="173">
                  <c:v>12-09-2000</c:v>
                </c:pt>
                <c:pt idx="174">
                  <c:v>13-09-2000</c:v>
                </c:pt>
                <c:pt idx="175">
                  <c:v>14-09-2000</c:v>
                </c:pt>
                <c:pt idx="176">
                  <c:v>15-09-2000</c:v>
                </c:pt>
                <c:pt idx="177">
                  <c:v>18-09-2000</c:v>
                </c:pt>
                <c:pt idx="178">
                  <c:v>19-09-2000</c:v>
                </c:pt>
                <c:pt idx="179">
                  <c:v>20-09-2000</c:v>
                </c:pt>
                <c:pt idx="180">
                  <c:v>21-09-2000</c:v>
                </c:pt>
                <c:pt idx="181">
                  <c:v>22-09-2000</c:v>
                </c:pt>
                <c:pt idx="182">
                  <c:v>25-09-2000</c:v>
                </c:pt>
                <c:pt idx="183">
                  <c:v>26-09-2000</c:v>
                </c:pt>
                <c:pt idx="184">
                  <c:v>27-09-2000</c:v>
                </c:pt>
                <c:pt idx="185">
                  <c:v>28-09-2000</c:v>
                </c:pt>
                <c:pt idx="186">
                  <c:v>29-09-2000</c:v>
                </c:pt>
                <c:pt idx="187">
                  <c:v>03-10-2000</c:v>
                </c:pt>
                <c:pt idx="188">
                  <c:v>04-10-2000</c:v>
                </c:pt>
                <c:pt idx="189">
                  <c:v>05-10-2000</c:v>
                </c:pt>
                <c:pt idx="190">
                  <c:v>06-10-2000</c:v>
                </c:pt>
                <c:pt idx="191">
                  <c:v>09-10-2000</c:v>
                </c:pt>
                <c:pt idx="192">
                  <c:v>10-10-2000</c:v>
                </c:pt>
                <c:pt idx="193">
                  <c:v>11-10-2000</c:v>
                </c:pt>
                <c:pt idx="194">
                  <c:v>12-10-2000</c:v>
                </c:pt>
                <c:pt idx="195">
                  <c:v>13-10-2000</c:v>
                </c:pt>
                <c:pt idx="196">
                  <c:v>16-10-2000</c:v>
                </c:pt>
                <c:pt idx="197">
                  <c:v>17-10-2000</c:v>
                </c:pt>
                <c:pt idx="198">
                  <c:v>18-10-2000</c:v>
                </c:pt>
                <c:pt idx="199">
                  <c:v>19-10-2000</c:v>
                </c:pt>
                <c:pt idx="200">
                  <c:v>20-10-2000</c:v>
                </c:pt>
                <c:pt idx="201">
                  <c:v>23-10-2000</c:v>
                </c:pt>
                <c:pt idx="202">
                  <c:v>24-10-2000</c:v>
                </c:pt>
                <c:pt idx="203">
                  <c:v>25-10-2000</c:v>
                </c:pt>
                <c:pt idx="204">
                  <c:v>26-10-2000</c:v>
                </c:pt>
                <c:pt idx="205">
                  <c:v>27-10-2000</c:v>
                </c:pt>
                <c:pt idx="206">
                  <c:v>30-10-2000</c:v>
                </c:pt>
                <c:pt idx="207">
                  <c:v>31-10-2000</c:v>
                </c:pt>
                <c:pt idx="208">
                  <c:v>01-11-2000</c:v>
                </c:pt>
                <c:pt idx="209">
                  <c:v>02-11-2000</c:v>
                </c:pt>
                <c:pt idx="210">
                  <c:v>03-11-2000</c:v>
                </c:pt>
                <c:pt idx="211">
                  <c:v>06-11-2000</c:v>
                </c:pt>
                <c:pt idx="212">
                  <c:v>07-11-2000</c:v>
                </c:pt>
                <c:pt idx="213">
                  <c:v>08-11-2000</c:v>
                </c:pt>
                <c:pt idx="214">
                  <c:v>09-11-2000</c:v>
                </c:pt>
                <c:pt idx="215">
                  <c:v>10-11-2000</c:v>
                </c:pt>
                <c:pt idx="216">
                  <c:v>13-11-2000</c:v>
                </c:pt>
                <c:pt idx="217">
                  <c:v>14-11-2000</c:v>
                </c:pt>
                <c:pt idx="218">
                  <c:v>15-11-2000</c:v>
                </c:pt>
                <c:pt idx="219">
                  <c:v>16-11-2000</c:v>
                </c:pt>
                <c:pt idx="220">
                  <c:v>17-11-2000</c:v>
                </c:pt>
                <c:pt idx="221">
                  <c:v>20-11-2000</c:v>
                </c:pt>
                <c:pt idx="222">
                  <c:v>21-11-2000</c:v>
                </c:pt>
                <c:pt idx="223">
                  <c:v>22-11-2000</c:v>
                </c:pt>
                <c:pt idx="224">
                  <c:v>23-11-2000</c:v>
                </c:pt>
                <c:pt idx="225">
                  <c:v>24-11-2000</c:v>
                </c:pt>
                <c:pt idx="226">
                  <c:v>27-11-2000</c:v>
                </c:pt>
                <c:pt idx="227">
                  <c:v>28-11-2000</c:v>
                </c:pt>
                <c:pt idx="228">
                  <c:v>29-11-2000</c:v>
                </c:pt>
                <c:pt idx="229">
                  <c:v>30-11-2000</c:v>
                </c:pt>
                <c:pt idx="230">
                  <c:v>01-12-2000</c:v>
                </c:pt>
                <c:pt idx="231">
                  <c:v>04-12-2000</c:v>
                </c:pt>
                <c:pt idx="232">
                  <c:v>05-12-2000</c:v>
                </c:pt>
                <c:pt idx="233">
                  <c:v>06-12-2000</c:v>
                </c:pt>
                <c:pt idx="234">
                  <c:v>07-12-2000</c:v>
                </c:pt>
                <c:pt idx="235">
                  <c:v>08-12-2000</c:v>
                </c:pt>
                <c:pt idx="236">
                  <c:v>11-12-2000</c:v>
                </c:pt>
                <c:pt idx="237">
                  <c:v>12-12-2000</c:v>
                </c:pt>
                <c:pt idx="238">
                  <c:v>13-12-2000</c:v>
                </c:pt>
                <c:pt idx="239">
                  <c:v>14-12-2000</c:v>
                </c:pt>
                <c:pt idx="240">
                  <c:v>15-12-2000</c:v>
                </c:pt>
                <c:pt idx="241">
                  <c:v>18-12-2000</c:v>
                </c:pt>
                <c:pt idx="242">
                  <c:v>19-12-2000</c:v>
                </c:pt>
                <c:pt idx="243">
                  <c:v>20-12-2000</c:v>
                </c:pt>
                <c:pt idx="244">
                  <c:v>21-12-2000</c:v>
                </c:pt>
                <c:pt idx="245">
                  <c:v>22-12-2000</c:v>
                </c:pt>
                <c:pt idx="246">
                  <c:v>26-12-2000</c:v>
                </c:pt>
                <c:pt idx="247">
                  <c:v>27-12-2000</c:v>
                </c:pt>
                <c:pt idx="248">
                  <c:v>28-12-2000</c:v>
                </c:pt>
                <c:pt idx="249">
                  <c:v>29-12-2000</c:v>
                </c:pt>
                <c:pt idx="250">
                  <c:v>01-01-2001</c:v>
                </c:pt>
                <c:pt idx="251">
                  <c:v>02-01-2001</c:v>
                </c:pt>
                <c:pt idx="252">
                  <c:v>03-01-2001</c:v>
                </c:pt>
                <c:pt idx="253">
                  <c:v>04-01-2001</c:v>
                </c:pt>
                <c:pt idx="254">
                  <c:v>05-01-2001</c:v>
                </c:pt>
                <c:pt idx="255">
                  <c:v>08-01-2001</c:v>
                </c:pt>
                <c:pt idx="256">
                  <c:v>09-01-2001</c:v>
                </c:pt>
                <c:pt idx="257">
                  <c:v>10-01-2001</c:v>
                </c:pt>
                <c:pt idx="258">
                  <c:v>11-01-2001</c:v>
                </c:pt>
                <c:pt idx="259">
                  <c:v>12-01-2001</c:v>
                </c:pt>
                <c:pt idx="260">
                  <c:v>15-01-2001</c:v>
                </c:pt>
                <c:pt idx="261">
                  <c:v>16-01-2001</c:v>
                </c:pt>
                <c:pt idx="262">
                  <c:v>17-01-2001</c:v>
                </c:pt>
                <c:pt idx="263">
                  <c:v>18-01-2001</c:v>
                </c:pt>
                <c:pt idx="264">
                  <c:v>19-01-2001</c:v>
                </c:pt>
                <c:pt idx="265">
                  <c:v>22-01-2001</c:v>
                </c:pt>
                <c:pt idx="266">
                  <c:v>23-01-2001</c:v>
                </c:pt>
                <c:pt idx="267">
                  <c:v>24-01-2001</c:v>
                </c:pt>
                <c:pt idx="268">
                  <c:v>25-01-2001</c:v>
                </c:pt>
                <c:pt idx="269">
                  <c:v>29-01-2001</c:v>
                </c:pt>
                <c:pt idx="270">
                  <c:v>30-01-2001</c:v>
                </c:pt>
                <c:pt idx="271">
                  <c:v>31-01-2001</c:v>
                </c:pt>
                <c:pt idx="272">
                  <c:v>01-02-2001</c:v>
                </c:pt>
                <c:pt idx="273">
                  <c:v>02-02-2001</c:v>
                </c:pt>
                <c:pt idx="274">
                  <c:v>05-02-2001</c:v>
                </c:pt>
                <c:pt idx="275">
                  <c:v>06-02-2001</c:v>
                </c:pt>
                <c:pt idx="276">
                  <c:v>07-02-2001</c:v>
                </c:pt>
                <c:pt idx="277">
                  <c:v>08-02-2001</c:v>
                </c:pt>
                <c:pt idx="278">
                  <c:v>09-02-2001</c:v>
                </c:pt>
                <c:pt idx="279">
                  <c:v>12-02-2001</c:v>
                </c:pt>
                <c:pt idx="280">
                  <c:v>13-02-2001</c:v>
                </c:pt>
                <c:pt idx="281">
                  <c:v>14-02-2001</c:v>
                </c:pt>
                <c:pt idx="282">
                  <c:v>15-02-2001</c:v>
                </c:pt>
                <c:pt idx="283">
                  <c:v>16-02-2001</c:v>
                </c:pt>
                <c:pt idx="284">
                  <c:v>19-02-2001</c:v>
                </c:pt>
                <c:pt idx="285">
                  <c:v>20-02-2001</c:v>
                </c:pt>
                <c:pt idx="286">
                  <c:v>21-02-2001</c:v>
                </c:pt>
                <c:pt idx="287">
                  <c:v>22-02-2001</c:v>
                </c:pt>
                <c:pt idx="288">
                  <c:v>23-02-2001</c:v>
                </c:pt>
                <c:pt idx="289">
                  <c:v>26-02-2001</c:v>
                </c:pt>
                <c:pt idx="290">
                  <c:v>27-02-2001</c:v>
                </c:pt>
                <c:pt idx="291">
                  <c:v>28-02-2001</c:v>
                </c:pt>
                <c:pt idx="292">
                  <c:v>01-03-2001</c:v>
                </c:pt>
                <c:pt idx="293">
                  <c:v>02-03-2001</c:v>
                </c:pt>
                <c:pt idx="294">
                  <c:v>05-03-2001</c:v>
                </c:pt>
                <c:pt idx="295">
                  <c:v>07-03-2001</c:v>
                </c:pt>
                <c:pt idx="296">
                  <c:v>08-03-2001</c:v>
                </c:pt>
                <c:pt idx="297">
                  <c:v>09-03-2001</c:v>
                </c:pt>
                <c:pt idx="298">
                  <c:v>12-03-2001</c:v>
                </c:pt>
                <c:pt idx="299">
                  <c:v>13-03-2001</c:v>
                </c:pt>
                <c:pt idx="300">
                  <c:v>14-03-2001</c:v>
                </c:pt>
                <c:pt idx="301">
                  <c:v>15-03-2001</c:v>
                </c:pt>
                <c:pt idx="302">
                  <c:v>16-03-2001</c:v>
                </c:pt>
                <c:pt idx="303">
                  <c:v>19-03-2001</c:v>
                </c:pt>
                <c:pt idx="304">
                  <c:v>20-03-2001</c:v>
                </c:pt>
                <c:pt idx="305">
                  <c:v>21-03-2001</c:v>
                </c:pt>
                <c:pt idx="306">
                  <c:v>22-03-2001</c:v>
                </c:pt>
                <c:pt idx="307">
                  <c:v>23-03-2001</c:v>
                </c:pt>
                <c:pt idx="308">
                  <c:v>26-03-2001</c:v>
                </c:pt>
                <c:pt idx="309">
                  <c:v>27-03-2001</c:v>
                </c:pt>
                <c:pt idx="310">
                  <c:v>28-03-2001</c:v>
                </c:pt>
                <c:pt idx="311">
                  <c:v>29-03-2001</c:v>
                </c:pt>
                <c:pt idx="312">
                  <c:v>30-03-2001</c:v>
                </c:pt>
                <c:pt idx="313">
                  <c:v>02-04-2001</c:v>
                </c:pt>
                <c:pt idx="314">
                  <c:v>03-04-2001</c:v>
                </c:pt>
                <c:pt idx="315">
                  <c:v>04-04-2001</c:v>
                </c:pt>
                <c:pt idx="316">
                  <c:v>06-04-2001</c:v>
                </c:pt>
                <c:pt idx="317">
                  <c:v>09-04-2001</c:v>
                </c:pt>
                <c:pt idx="318">
                  <c:v>10-04-2001</c:v>
                </c:pt>
                <c:pt idx="319">
                  <c:v>11-04-2001</c:v>
                </c:pt>
                <c:pt idx="320">
                  <c:v>12-04-2001</c:v>
                </c:pt>
                <c:pt idx="321">
                  <c:v>16-04-2001</c:v>
                </c:pt>
                <c:pt idx="322">
                  <c:v>17-04-2001</c:v>
                </c:pt>
                <c:pt idx="323">
                  <c:v>18-04-2001</c:v>
                </c:pt>
                <c:pt idx="324">
                  <c:v>19-04-2001</c:v>
                </c:pt>
                <c:pt idx="325">
                  <c:v>20-04-2001</c:v>
                </c:pt>
                <c:pt idx="326">
                  <c:v>23-04-2001</c:v>
                </c:pt>
                <c:pt idx="327">
                  <c:v>24-04-2001</c:v>
                </c:pt>
                <c:pt idx="328">
                  <c:v>25-04-2001</c:v>
                </c:pt>
                <c:pt idx="329">
                  <c:v>26-04-2001</c:v>
                </c:pt>
                <c:pt idx="330">
                  <c:v>27-04-2001</c:v>
                </c:pt>
                <c:pt idx="331">
                  <c:v>30-04-2001</c:v>
                </c:pt>
                <c:pt idx="332">
                  <c:v>02-05-2001</c:v>
                </c:pt>
                <c:pt idx="333">
                  <c:v>03-05-2001</c:v>
                </c:pt>
                <c:pt idx="334">
                  <c:v>04-05-2001</c:v>
                </c:pt>
                <c:pt idx="335">
                  <c:v>07-05-2001</c:v>
                </c:pt>
                <c:pt idx="336">
                  <c:v>08-05-2001</c:v>
                </c:pt>
                <c:pt idx="337">
                  <c:v>09-05-2001</c:v>
                </c:pt>
                <c:pt idx="338">
                  <c:v>10-05-2001</c:v>
                </c:pt>
                <c:pt idx="339">
                  <c:v>11-05-2001</c:v>
                </c:pt>
                <c:pt idx="340">
                  <c:v>14-05-2001</c:v>
                </c:pt>
                <c:pt idx="341">
                  <c:v>15-05-2001</c:v>
                </c:pt>
                <c:pt idx="342">
                  <c:v>16-05-2001</c:v>
                </c:pt>
                <c:pt idx="343">
                  <c:v>17-05-2001</c:v>
                </c:pt>
                <c:pt idx="344">
                  <c:v>18-05-2001</c:v>
                </c:pt>
                <c:pt idx="345">
                  <c:v>21-05-2001</c:v>
                </c:pt>
                <c:pt idx="346">
                  <c:v>22-05-2001</c:v>
                </c:pt>
                <c:pt idx="347">
                  <c:v>23-05-2001</c:v>
                </c:pt>
                <c:pt idx="348">
                  <c:v>24-05-2001</c:v>
                </c:pt>
                <c:pt idx="349">
                  <c:v>25-05-2001</c:v>
                </c:pt>
                <c:pt idx="350">
                  <c:v>28-05-2001</c:v>
                </c:pt>
                <c:pt idx="351">
                  <c:v>29-05-2001</c:v>
                </c:pt>
                <c:pt idx="352">
                  <c:v>30-05-2001</c:v>
                </c:pt>
                <c:pt idx="353">
                  <c:v>31-05-2001</c:v>
                </c:pt>
                <c:pt idx="354">
                  <c:v>01-06-2001</c:v>
                </c:pt>
                <c:pt idx="355">
                  <c:v>04-06-2001</c:v>
                </c:pt>
                <c:pt idx="356">
                  <c:v>05-06-2001</c:v>
                </c:pt>
                <c:pt idx="357">
                  <c:v>06-06-2001</c:v>
                </c:pt>
                <c:pt idx="358">
                  <c:v>07-06-2001</c:v>
                </c:pt>
                <c:pt idx="359">
                  <c:v>08-06-2001</c:v>
                </c:pt>
                <c:pt idx="360">
                  <c:v>11-06-2001</c:v>
                </c:pt>
                <c:pt idx="361">
                  <c:v>12-06-2001</c:v>
                </c:pt>
                <c:pt idx="362">
                  <c:v>13-06-2001</c:v>
                </c:pt>
                <c:pt idx="363">
                  <c:v>14-06-2001</c:v>
                </c:pt>
                <c:pt idx="364">
                  <c:v>15-06-2001</c:v>
                </c:pt>
                <c:pt idx="365">
                  <c:v>18-06-2001</c:v>
                </c:pt>
                <c:pt idx="366">
                  <c:v>19-06-2001</c:v>
                </c:pt>
                <c:pt idx="367">
                  <c:v>20-06-2001</c:v>
                </c:pt>
                <c:pt idx="368">
                  <c:v>21-06-2001</c:v>
                </c:pt>
                <c:pt idx="369">
                  <c:v>22-06-2001</c:v>
                </c:pt>
                <c:pt idx="370">
                  <c:v>25-06-2001</c:v>
                </c:pt>
                <c:pt idx="371">
                  <c:v>26-06-2001</c:v>
                </c:pt>
                <c:pt idx="372">
                  <c:v>27-06-2001</c:v>
                </c:pt>
                <c:pt idx="373">
                  <c:v>28-06-2001</c:v>
                </c:pt>
                <c:pt idx="374">
                  <c:v>29-06-2001</c:v>
                </c:pt>
                <c:pt idx="375">
                  <c:v>02-07-2001</c:v>
                </c:pt>
                <c:pt idx="376">
                  <c:v>03-07-2001</c:v>
                </c:pt>
                <c:pt idx="377">
                  <c:v>04-07-2001</c:v>
                </c:pt>
                <c:pt idx="378">
                  <c:v>05-07-2001</c:v>
                </c:pt>
                <c:pt idx="379">
                  <c:v>06-07-2001</c:v>
                </c:pt>
                <c:pt idx="380">
                  <c:v>09-07-2001</c:v>
                </c:pt>
                <c:pt idx="381">
                  <c:v>10-07-2001</c:v>
                </c:pt>
                <c:pt idx="382">
                  <c:v>11-07-2001</c:v>
                </c:pt>
                <c:pt idx="383">
                  <c:v>12-07-2001</c:v>
                </c:pt>
                <c:pt idx="384">
                  <c:v>13-07-2001</c:v>
                </c:pt>
                <c:pt idx="385">
                  <c:v>16-07-2001</c:v>
                </c:pt>
                <c:pt idx="386">
                  <c:v>17-07-2001</c:v>
                </c:pt>
                <c:pt idx="387">
                  <c:v>18-07-2001</c:v>
                </c:pt>
                <c:pt idx="388">
                  <c:v>19-07-2001</c:v>
                </c:pt>
                <c:pt idx="389">
                  <c:v>20-07-2001</c:v>
                </c:pt>
                <c:pt idx="390">
                  <c:v>23-07-2001</c:v>
                </c:pt>
                <c:pt idx="391">
                  <c:v>24-07-2001</c:v>
                </c:pt>
                <c:pt idx="392">
                  <c:v>25-07-2001</c:v>
                </c:pt>
                <c:pt idx="393">
                  <c:v>26-07-2001</c:v>
                </c:pt>
                <c:pt idx="394">
                  <c:v>27-07-2001</c:v>
                </c:pt>
                <c:pt idx="395">
                  <c:v>30-07-2001</c:v>
                </c:pt>
                <c:pt idx="396">
                  <c:v>31-07-2001</c:v>
                </c:pt>
                <c:pt idx="397">
                  <c:v>01-08-2001</c:v>
                </c:pt>
                <c:pt idx="398">
                  <c:v>02-08-2001</c:v>
                </c:pt>
                <c:pt idx="399">
                  <c:v>03-08-2001</c:v>
                </c:pt>
                <c:pt idx="400">
                  <c:v>06-08-2001</c:v>
                </c:pt>
                <c:pt idx="401">
                  <c:v>07-08-2001</c:v>
                </c:pt>
                <c:pt idx="402">
                  <c:v>08-08-2001</c:v>
                </c:pt>
                <c:pt idx="403">
                  <c:v>09-08-2001</c:v>
                </c:pt>
                <c:pt idx="404">
                  <c:v>10-08-2001</c:v>
                </c:pt>
                <c:pt idx="405">
                  <c:v>13-08-2001</c:v>
                </c:pt>
                <c:pt idx="406">
                  <c:v>14-08-2001</c:v>
                </c:pt>
                <c:pt idx="407">
                  <c:v>16-08-2001</c:v>
                </c:pt>
                <c:pt idx="408">
                  <c:v>17-08-2001</c:v>
                </c:pt>
                <c:pt idx="409">
                  <c:v>20-08-2001</c:v>
                </c:pt>
                <c:pt idx="410">
                  <c:v>21-08-2001</c:v>
                </c:pt>
                <c:pt idx="411">
                  <c:v>23-08-2001</c:v>
                </c:pt>
                <c:pt idx="412">
                  <c:v>24-08-2001</c:v>
                </c:pt>
                <c:pt idx="413">
                  <c:v>27-08-2001</c:v>
                </c:pt>
                <c:pt idx="414">
                  <c:v>28-08-2001</c:v>
                </c:pt>
                <c:pt idx="415">
                  <c:v>29-08-2001</c:v>
                </c:pt>
                <c:pt idx="416">
                  <c:v>30-08-2001</c:v>
                </c:pt>
                <c:pt idx="417">
                  <c:v>31-08-2001</c:v>
                </c:pt>
                <c:pt idx="418">
                  <c:v>03-09-2001</c:v>
                </c:pt>
                <c:pt idx="419">
                  <c:v>04-09-2001</c:v>
                </c:pt>
                <c:pt idx="420">
                  <c:v>05-09-2001</c:v>
                </c:pt>
                <c:pt idx="421">
                  <c:v>06-09-2001</c:v>
                </c:pt>
                <c:pt idx="422">
                  <c:v>07-09-2001</c:v>
                </c:pt>
                <c:pt idx="423">
                  <c:v>10-09-2001</c:v>
                </c:pt>
                <c:pt idx="424">
                  <c:v>11-09-2001</c:v>
                </c:pt>
                <c:pt idx="425">
                  <c:v>12-09-2001</c:v>
                </c:pt>
                <c:pt idx="426">
                  <c:v>13-09-2001</c:v>
                </c:pt>
                <c:pt idx="427">
                  <c:v>14-09-2001</c:v>
                </c:pt>
                <c:pt idx="428">
                  <c:v>17-09-2001</c:v>
                </c:pt>
                <c:pt idx="429">
                  <c:v>18-09-2001</c:v>
                </c:pt>
                <c:pt idx="430">
                  <c:v>19-09-2001</c:v>
                </c:pt>
                <c:pt idx="431">
                  <c:v>20-09-2001</c:v>
                </c:pt>
                <c:pt idx="432">
                  <c:v>21-09-2001</c:v>
                </c:pt>
                <c:pt idx="433">
                  <c:v>24-09-2001</c:v>
                </c:pt>
                <c:pt idx="434">
                  <c:v>25-09-2001</c:v>
                </c:pt>
                <c:pt idx="435">
                  <c:v>26-09-2001</c:v>
                </c:pt>
                <c:pt idx="436">
                  <c:v>27-09-2001</c:v>
                </c:pt>
                <c:pt idx="437">
                  <c:v>28-09-2001</c:v>
                </c:pt>
                <c:pt idx="438">
                  <c:v>01-10-2001</c:v>
                </c:pt>
                <c:pt idx="439">
                  <c:v>03-10-2001</c:v>
                </c:pt>
                <c:pt idx="440">
                  <c:v>04-10-2001</c:v>
                </c:pt>
                <c:pt idx="441">
                  <c:v>05-10-2001</c:v>
                </c:pt>
                <c:pt idx="442">
                  <c:v>08-10-2001</c:v>
                </c:pt>
                <c:pt idx="443">
                  <c:v>09-10-2001</c:v>
                </c:pt>
                <c:pt idx="444">
                  <c:v>10-10-2001</c:v>
                </c:pt>
                <c:pt idx="445">
                  <c:v>11-10-2001</c:v>
                </c:pt>
                <c:pt idx="446">
                  <c:v>12-10-2001</c:v>
                </c:pt>
                <c:pt idx="447">
                  <c:v>15-10-2001</c:v>
                </c:pt>
                <c:pt idx="448">
                  <c:v>16-10-2001</c:v>
                </c:pt>
                <c:pt idx="449">
                  <c:v>17-10-2001</c:v>
                </c:pt>
                <c:pt idx="450">
                  <c:v>18-10-2001</c:v>
                </c:pt>
                <c:pt idx="451">
                  <c:v>19-10-2001</c:v>
                </c:pt>
                <c:pt idx="452">
                  <c:v>22-10-2001</c:v>
                </c:pt>
                <c:pt idx="453">
                  <c:v>23-10-2001</c:v>
                </c:pt>
                <c:pt idx="454">
                  <c:v>24-10-2001</c:v>
                </c:pt>
                <c:pt idx="455">
                  <c:v>25-10-2001</c:v>
                </c:pt>
                <c:pt idx="456">
                  <c:v>29-10-2001</c:v>
                </c:pt>
                <c:pt idx="457">
                  <c:v>30-10-2001</c:v>
                </c:pt>
                <c:pt idx="458">
                  <c:v>31-10-2001</c:v>
                </c:pt>
                <c:pt idx="459">
                  <c:v>01-11-2001</c:v>
                </c:pt>
                <c:pt idx="460">
                  <c:v>02-11-2001</c:v>
                </c:pt>
                <c:pt idx="461">
                  <c:v>05-11-2001</c:v>
                </c:pt>
                <c:pt idx="462">
                  <c:v>06-11-2001</c:v>
                </c:pt>
                <c:pt idx="463">
                  <c:v>07-11-2001</c:v>
                </c:pt>
                <c:pt idx="464">
                  <c:v>08-11-2001</c:v>
                </c:pt>
                <c:pt idx="465">
                  <c:v>09-11-2001</c:v>
                </c:pt>
                <c:pt idx="466">
                  <c:v>12-11-2001</c:v>
                </c:pt>
                <c:pt idx="467">
                  <c:v>13-11-2001</c:v>
                </c:pt>
                <c:pt idx="468">
                  <c:v>14-11-2001</c:v>
                </c:pt>
                <c:pt idx="469">
                  <c:v>15-11-2001</c:v>
                </c:pt>
                <c:pt idx="470">
                  <c:v>19-11-2001</c:v>
                </c:pt>
                <c:pt idx="471">
                  <c:v>20-11-2001</c:v>
                </c:pt>
                <c:pt idx="472">
                  <c:v>21-11-2001</c:v>
                </c:pt>
                <c:pt idx="473">
                  <c:v>22-11-2001</c:v>
                </c:pt>
                <c:pt idx="474">
                  <c:v>23-11-2001</c:v>
                </c:pt>
                <c:pt idx="475">
                  <c:v>26-11-2001</c:v>
                </c:pt>
                <c:pt idx="476">
                  <c:v>27-11-2001</c:v>
                </c:pt>
                <c:pt idx="477">
                  <c:v>28-11-2001</c:v>
                </c:pt>
                <c:pt idx="478">
                  <c:v>29-11-2001</c:v>
                </c:pt>
                <c:pt idx="479">
                  <c:v>03-12-2001</c:v>
                </c:pt>
                <c:pt idx="480">
                  <c:v>04-12-2001</c:v>
                </c:pt>
                <c:pt idx="481">
                  <c:v>05-12-2001</c:v>
                </c:pt>
                <c:pt idx="482">
                  <c:v>06-12-2001</c:v>
                </c:pt>
                <c:pt idx="483">
                  <c:v>07-12-2001</c:v>
                </c:pt>
                <c:pt idx="484">
                  <c:v>10-12-2001</c:v>
                </c:pt>
                <c:pt idx="485">
                  <c:v>11-12-2001</c:v>
                </c:pt>
                <c:pt idx="486">
                  <c:v>12-12-2001</c:v>
                </c:pt>
                <c:pt idx="487">
                  <c:v>13-12-2001</c:v>
                </c:pt>
                <c:pt idx="488">
                  <c:v>14-12-2001</c:v>
                </c:pt>
                <c:pt idx="489">
                  <c:v>18-12-2001</c:v>
                </c:pt>
                <c:pt idx="490">
                  <c:v>19-12-2001</c:v>
                </c:pt>
                <c:pt idx="491">
                  <c:v>20-12-2001</c:v>
                </c:pt>
                <c:pt idx="492">
                  <c:v>21-12-2001</c:v>
                </c:pt>
                <c:pt idx="493">
                  <c:v>24-12-2001</c:v>
                </c:pt>
                <c:pt idx="494">
                  <c:v>26-12-2001</c:v>
                </c:pt>
                <c:pt idx="495">
                  <c:v>27-12-2001</c:v>
                </c:pt>
                <c:pt idx="496">
                  <c:v>28-12-2001</c:v>
                </c:pt>
                <c:pt idx="497">
                  <c:v>31-12-2001</c:v>
                </c:pt>
                <c:pt idx="498">
                  <c:v>01-01-2002</c:v>
                </c:pt>
                <c:pt idx="499">
                  <c:v>02-01-2002</c:v>
                </c:pt>
                <c:pt idx="500">
                  <c:v>03-01-2002</c:v>
                </c:pt>
                <c:pt idx="501">
                  <c:v>04-01-2002</c:v>
                </c:pt>
                <c:pt idx="502">
                  <c:v>07-01-2002</c:v>
                </c:pt>
                <c:pt idx="503">
                  <c:v>08-01-2002</c:v>
                </c:pt>
                <c:pt idx="504">
                  <c:v>09-01-2002</c:v>
                </c:pt>
                <c:pt idx="505">
                  <c:v>10-01-2002</c:v>
                </c:pt>
                <c:pt idx="506">
                  <c:v>11-01-2002</c:v>
                </c:pt>
                <c:pt idx="507">
                  <c:v>14-01-2002</c:v>
                </c:pt>
                <c:pt idx="508">
                  <c:v>15-01-2002</c:v>
                </c:pt>
                <c:pt idx="509">
                  <c:v>16-01-2002</c:v>
                </c:pt>
                <c:pt idx="510">
                  <c:v>17-01-2002</c:v>
                </c:pt>
                <c:pt idx="511">
                  <c:v>18-01-2002</c:v>
                </c:pt>
                <c:pt idx="512">
                  <c:v>21-01-2002</c:v>
                </c:pt>
                <c:pt idx="513">
                  <c:v>22-01-2002</c:v>
                </c:pt>
                <c:pt idx="514">
                  <c:v>23-01-2002</c:v>
                </c:pt>
                <c:pt idx="515">
                  <c:v>24-01-2002</c:v>
                </c:pt>
                <c:pt idx="516">
                  <c:v>25-01-2002</c:v>
                </c:pt>
                <c:pt idx="517">
                  <c:v>28-01-2002</c:v>
                </c:pt>
                <c:pt idx="518">
                  <c:v>29-01-2002</c:v>
                </c:pt>
                <c:pt idx="519">
                  <c:v>30-01-2002</c:v>
                </c:pt>
                <c:pt idx="520">
                  <c:v>31-01-2002</c:v>
                </c:pt>
                <c:pt idx="521">
                  <c:v>01-02-2002</c:v>
                </c:pt>
                <c:pt idx="522">
                  <c:v>04-02-2002</c:v>
                </c:pt>
                <c:pt idx="523">
                  <c:v>05-02-2002</c:v>
                </c:pt>
                <c:pt idx="524">
                  <c:v>06-02-2002</c:v>
                </c:pt>
                <c:pt idx="525">
                  <c:v>07-02-2002</c:v>
                </c:pt>
                <c:pt idx="526">
                  <c:v>08-02-2002</c:v>
                </c:pt>
                <c:pt idx="527">
                  <c:v>11-02-2002</c:v>
                </c:pt>
                <c:pt idx="528">
                  <c:v>12-02-2002</c:v>
                </c:pt>
                <c:pt idx="529">
                  <c:v>13-02-2002</c:v>
                </c:pt>
                <c:pt idx="530">
                  <c:v>14-02-2002</c:v>
                </c:pt>
                <c:pt idx="531">
                  <c:v>15-02-2002</c:v>
                </c:pt>
                <c:pt idx="532">
                  <c:v>18-02-2002</c:v>
                </c:pt>
                <c:pt idx="533">
                  <c:v>19-02-2002</c:v>
                </c:pt>
                <c:pt idx="534">
                  <c:v>20-02-2002</c:v>
                </c:pt>
                <c:pt idx="535">
                  <c:v>21-02-2002</c:v>
                </c:pt>
                <c:pt idx="536">
                  <c:v>22-02-2002</c:v>
                </c:pt>
                <c:pt idx="537">
                  <c:v>25-02-2002</c:v>
                </c:pt>
                <c:pt idx="538">
                  <c:v>26-02-2002</c:v>
                </c:pt>
                <c:pt idx="539">
                  <c:v>27-02-2002</c:v>
                </c:pt>
                <c:pt idx="540">
                  <c:v>28-02-2002</c:v>
                </c:pt>
                <c:pt idx="541">
                  <c:v>01-03-2002</c:v>
                </c:pt>
                <c:pt idx="542">
                  <c:v>04-03-2002</c:v>
                </c:pt>
                <c:pt idx="543">
                  <c:v>05-03-2002</c:v>
                </c:pt>
                <c:pt idx="544">
                  <c:v>06-03-2002</c:v>
                </c:pt>
                <c:pt idx="545">
                  <c:v>07-03-2002</c:v>
                </c:pt>
                <c:pt idx="546">
                  <c:v>08-03-2002</c:v>
                </c:pt>
                <c:pt idx="547">
                  <c:v>11-03-2002</c:v>
                </c:pt>
                <c:pt idx="548">
                  <c:v>12-03-2002</c:v>
                </c:pt>
                <c:pt idx="549">
                  <c:v>13-03-2002</c:v>
                </c:pt>
                <c:pt idx="550">
                  <c:v>14-03-2002</c:v>
                </c:pt>
                <c:pt idx="551">
                  <c:v>15-03-2002</c:v>
                </c:pt>
                <c:pt idx="552">
                  <c:v>18-03-2002</c:v>
                </c:pt>
                <c:pt idx="553">
                  <c:v>19-03-2002</c:v>
                </c:pt>
                <c:pt idx="554">
                  <c:v>20-03-2002</c:v>
                </c:pt>
                <c:pt idx="555">
                  <c:v>21-03-2002</c:v>
                </c:pt>
                <c:pt idx="556">
                  <c:v>22-03-2002</c:v>
                </c:pt>
                <c:pt idx="557">
                  <c:v>26-03-2002</c:v>
                </c:pt>
                <c:pt idx="558">
                  <c:v>27-03-2002</c:v>
                </c:pt>
                <c:pt idx="559">
                  <c:v>28-03-2002</c:v>
                </c:pt>
                <c:pt idx="560">
                  <c:v>01-04-2002</c:v>
                </c:pt>
                <c:pt idx="561">
                  <c:v>02-04-2002</c:v>
                </c:pt>
                <c:pt idx="562">
                  <c:v>03-04-2002</c:v>
                </c:pt>
                <c:pt idx="563">
                  <c:v>04-04-2002</c:v>
                </c:pt>
                <c:pt idx="564">
                  <c:v>05-04-2002</c:v>
                </c:pt>
                <c:pt idx="565">
                  <c:v>08-04-2002</c:v>
                </c:pt>
                <c:pt idx="566">
                  <c:v>09-04-2002</c:v>
                </c:pt>
                <c:pt idx="567">
                  <c:v>10-04-2002</c:v>
                </c:pt>
                <c:pt idx="568">
                  <c:v>11-04-2002</c:v>
                </c:pt>
                <c:pt idx="569">
                  <c:v>12-04-2002</c:v>
                </c:pt>
                <c:pt idx="570">
                  <c:v>15-04-2002</c:v>
                </c:pt>
                <c:pt idx="571">
                  <c:v>16-04-2002</c:v>
                </c:pt>
                <c:pt idx="572">
                  <c:v>17-04-2002</c:v>
                </c:pt>
                <c:pt idx="573">
                  <c:v>18-04-2002</c:v>
                </c:pt>
                <c:pt idx="574">
                  <c:v>19-04-2002</c:v>
                </c:pt>
                <c:pt idx="575">
                  <c:v>22-04-2002</c:v>
                </c:pt>
                <c:pt idx="576">
                  <c:v>23-04-2002</c:v>
                </c:pt>
                <c:pt idx="577">
                  <c:v>24-04-2002</c:v>
                </c:pt>
                <c:pt idx="578">
                  <c:v>25-04-2002</c:v>
                </c:pt>
                <c:pt idx="579">
                  <c:v>26-04-2002</c:v>
                </c:pt>
                <c:pt idx="580">
                  <c:v>29-04-2002</c:v>
                </c:pt>
                <c:pt idx="581">
                  <c:v>30-04-2002</c:v>
                </c:pt>
                <c:pt idx="582">
                  <c:v>02-05-2002</c:v>
                </c:pt>
                <c:pt idx="583">
                  <c:v>03-05-2002</c:v>
                </c:pt>
                <c:pt idx="584">
                  <c:v>06-05-2002</c:v>
                </c:pt>
                <c:pt idx="585">
                  <c:v>07-05-2002</c:v>
                </c:pt>
                <c:pt idx="586">
                  <c:v>08-05-2002</c:v>
                </c:pt>
                <c:pt idx="587">
                  <c:v>09-05-2002</c:v>
                </c:pt>
                <c:pt idx="588">
                  <c:v>10-05-2002</c:v>
                </c:pt>
                <c:pt idx="589">
                  <c:v>13-05-2002</c:v>
                </c:pt>
                <c:pt idx="590">
                  <c:v>14-05-2002</c:v>
                </c:pt>
                <c:pt idx="591">
                  <c:v>15-05-2002</c:v>
                </c:pt>
                <c:pt idx="592">
                  <c:v>16-05-2002</c:v>
                </c:pt>
                <c:pt idx="593">
                  <c:v>17-05-2002</c:v>
                </c:pt>
                <c:pt idx="594">
                  <c:v>20-05-2002</c:v>
                </c:pt>
                <c:pt idx="595">
                  <c:v>21-05-2002</c:v>
                </c:pt>
                <c:pt idx="596">
                  <c:v>22-05-2002</c:v>
                </c:pt>
                <c:pt idx="597">
                  <c:v>23-05-2002</c:v>
                </c:pt>
                <c:pt idx="598">
                  <c:v>24-05-2002</c:v>
                </c:pt>
                <c:pt idx="599">
                  <c:v>27-05-2002</c:v>
                </c:pt>
                <c:pt idx="600">
                  <c:v>28-05-2002</c:v>
                </c:pt>
                <c:pt idx="601">
                  <c:v>29-05-2002</c:v>
                </c:pt>
                <c:pt idx="602">
                  <c:v>30-05-2002</c:v>
                </c:pt>
                <c:pt idx="603">
                  <c:v>31-05-2002</c:v>
                </c:pt>
                <c:pt idx="604">
                  <c:v>03-06-2002</c:v>
                </c:pt>
                <c:pt idx="605">
                  <c:v>04-06-2002</c:v>
                </c:pt>
                <c:pt idx="606">
                  <c:v>05-06-2002</c:v>
                </c:pt>
                <c:pt idx="607">
                  <c:v>06-06-2002</c:v>
                </c:pt>
                <c:pt idx="608">
                  <c:v>07-06-2002</c:v>
                </c:pt>
                <c:pt idx="609">
                  <c:v>10-06-2002</c:v>
                </c:pt>
                <c:pt idx="610">
                  <c:v>11-06-2002</c:v>
                </c:pt>
                <c:pt idx="611">
                  <c:v>12-06-2002</c:v>
                </c:pt>
                <c:pt idx="612">
                  <c:v>13-06-2002</c:v>
                </c:pt>
                <c:pt idx="613">
                  <c:v>14-06-2002</c:v>
                </c:pt>
                <c:pt idx="614">
                  <c:v>17-06-2002</c:v>
                </c:pt>
                <c:pt idx="615">
                  <c:v>18-06-2002</c:v>
                </c:pt>
                <c:pt idx="616">
                  <c:v>19-06-2002</c:v>
                </c:pt>
                <c:pt idx="617">
                  <c:v>20-06-2002</c:v>
                </c:pt>
                <c:pt idx="618">
                  <c:v>21-06-2002</c:v>
                </c:pt>
                <c:pt idx="619">
                  <c:v>24-06-2002</c:v>
                </c:pt>
                <c:pt idx="620">
                  <c:v>25-06-2002</c:v>
                </c:pt>
                <c:pt idx="621">
                  <c:v>26-06-2002</c:v>
                </c:pt>
                <c:pt idx="622">
                  <c:v>27-06-2002</c:v>
                </c:pt>
                <c:pt idx="623">
                  <c:v>28-06-2002</c:v>
                </c:pt>
                <c:pt idx="624">
                  <c:v>01-07-2002</c:v>
                </c:pt>
                <c:pt idx="625">
                  <c:v>02-07-2002</c:v>
                </c:pt>
                <c:pt idx="626">
                  <c:v>03-07-2002</c:v>
                </c:pt>
                <c:pt idx="627">
                  <c:v>04-07-2002</c:v>
                </c:pt>
                <c:pt idx="628">
                  <c:v>05-07-2002</c:v>
                </c:pt>
                <c:pt idx="629">
                  <c:v>08-07-2002</c:v>
                </c:pt>
                <c:pt idx="630">
                  <c:v>09-07-2002</c:v>
                </c:pt>
                <c:pt idx="631">
                  <c:v>10-07-2002</c:v>
                </c:pt>
                <c:pt idx="632">
                  <c:v>11-07-2002</c:v>
                </c:pt>
                <c:pt idx="633">
                  <c:v>12-07-2002</c:v>
                </c:pt>
                <c:pt idx="634">
                  <c:v>15-07-2002</c:v>
                </c:pt>
                <c:pt idx="635">
                  <c:v>16-07-2002</c:v>
                </c:pt>
                <c:pt idx="636">
                  <c:v>17-07-2002</c:v>
                </c:pt>
                <c:pt idx="637">
                  <c:v>18-07-2002</c:v>
                </c:pt>
                <c:pt idx="638">
                  <c:v>19-07-2002</c:v>
                </c:pt>
                <c:pt idx="639">
                  <c:v>22-07-2002</c:v>
                </c:pt>
                <c:pt idx="640">
                  <c:v>23-07-2002</c:v>
                </c:pt>
                <c:pt idx="641">
                  <c:v>24-07-2002</c:v>
                </c:pt>
                <c:pt idx="642">
                  <c:v>25-07-2002</c:v>
                </c:pt>
                <c:pt idx="643">
                  <c:v>26-07-2002</c:v>
                </c:pt>
                <c:pt idx="644">
                  <c:v>29-07-2002</c:v>
                </c:pt>
                <c:pt idx="645">
                  <c:v>30-07-2002</c:v>
                </c:pt>
                <c:pt idx="646">
                  <c:v>31-07-2002</c:v>
                </c:pt>
                <c:pt idx="647">
                  <c:v>01-08-2002</c:v>
                </c:pt>
                <c:pt idx="648">
                  <c:v>02-08-2002</c:v>
                </c:pt>
                <c:pt idx="649">
                  <c:v>05-08-2002</c:v>
                </c:pt>
                <c:pt idx="650">
                  <c:v>06-08-2002</c:v>
                </c:pt>
                <c:pt idx="651">
                  <c:v>07-08-2002</c:v>
                </c:pt>
                <c:pt idx="652">
                  <c:v>08-08-2002</c:v>
                </c:pt>
                <c:pt idx="653">
                  <c:v>09-08-2002</c:v>
                </c:pt>
                <c:pt idx="654">
                  <c:v>12-08-2002</c:v>
                </c:pt>
                <c:pt idx="655">
                  <c:v>13-08-2002</c:v>
                </c:pt>
                <c:pt idx="656">
                  <c:v>14-08-2002</c:v>
                </c:pt>
                <c:pt idx="657">
                  <c:v>16-08-2002</c:v>
                </c:pt>
                <c:pt idx="658">
                  <c:v>19-08-2002</c:v>
                </c:pt>
                <c:pt idx="659">
                  <c:v>20-08-2002</c:v>
                </c:pt>
                <c:pt idx="660">
                  <c:v>21-08-2002</c:v>
                </c:pt>
                <c:pt idx="661">
                  <c:v>22-08-2002</c:v>
                </c:pt>
                <c:pt idx="662">
                  <c:v>23-08-2002</c:v>
                </c:pt>
                <c:pt idx="663">
                  <c:v>26-08-2002</c:v>
                </c:pt>
                <c:pt idx="664">
                  <c:v>27-08-2002</c:v>
                </c:pt>
                <c:pt idx="665">
                  <c:v>28-08-2002</c:v>
                </c:pt>
                <c:pt idx="666">
                  <c:v>29-08-2002</c:v>
                </c:pt>
                <c:pt idx="667">
                  <c:v>30-08-2002</c:v>
                </c:pt>
                <c:pt idx="668">
                  <c:v>02-09-2002</c:v>
                </c:pt>
                <c:pt idx="669">
                  <c:v>03-09-2002</c:v>
                </c:pt>
                <c:pt idx="670">
                  <c:v>04-09-2002</c:v>
                </c:pt>
                <c:pt idx="671">
                  <c:v>05-09-2002</c:v>
                </c:pt>
                <c:pt idx="672">
                  <c:v>06-09-2002</c:v>
                </c:pt>
                <c:pt idx="673">
                  <c:v>09-09-2002</c:v>
                </c:pt>
                <c:pt idx="674">
                  <c:v>11-09-2002</c:v>
                </c:pt>
                <c:pt idx="675">
                  <c:v>12-09-2002</c:v>
                </c:pt>
                <c:pt idx="676">
                  <c:v>13-09-2002</c:v>
                </c:pt>
                <c:pt idx="677">
                  <c:v>16-09-2002</c:v>
                </c:pt>
                <c:pt idx="678">
                  <c:v>17-09-2002</c:v>
                </c:pt>
                <c:pt idx="679">
                  <c:v>18-09-2002</c:v>
                </c:pt>
                <c:pt idx="680">
                  <c:v>19-09-2002</c:v>
                </c:pt>
                <c:pt idx="681">
                  <c:v>20-09-2002</c:v>
                </c:pt>
                <c:pt idx="682">
                  <c:v>23-09-2002</c:v>
                </c:pt>
                <c:pt idx="683">
                  <c:v>24-09-2002</c:v>
                </c:pt>
                <c:pt idx="684">
                  <c:v>25-09-2002</c:v>
                </c:pt>
                <c:pt idx="685">
                  <c:v>26-09-2002</c:v>
                </c:pt>
                <c:pt idx="686">
                  <c:v>27-09-2002</c:v>
                </c:pt>
                <c:pt idx="687">
                  <c:v>30-09-2002</c:v>
                </c:pt>
                <c:pt idx="688">
                  <c:v>01-10-2002</c:v>
                </c:pt>
                <c:pt idx="689">
                  <c:v>03-10-2002</c:v>
                </c:pt>
                <c:pt idx="690">
                  <c:v>04-10-2002</c:v>
                </c:pt>
                <c:pt idx="691">
                  <c:v>07-10-2002</c:v>
                </c:pt>
                <c:pt idx="692">
                  <c:v>08-10-2002</c:v>
                </c:pt>
                <c:pt idx="693">
                  <c:v>09-10-2002</c:v>
                </c:pt>
                <c:pt idx="694">
                  <c:v>10-10-2002</c:v>
                </c:pt>
                <c:pt idx="695">
                  <c:v>11-10-2002</c:v>
                </c:pt>
                <c:pt idx="696">
                  <c:v>14-10-2002</c:v>
                </c:pt>
                <c:pt idx="697">
                  <c:v>16-10-2002</c:v>
                </c:pt>
                <c:pt idx="698">
                  <c:v>17-10-2002</c:v>
                </c:pt>
                <c:pt idx="699">
                  <c:v>18-10-2002</c:v>
                </c:pt>
                <c:pt idx="700">
                  <c:v>21-10-2002</c:v>
                </c:pt>
                <c:pt idx="701">
                  <c:v>22-10-2002</c:v>
                </c:pt>
                <c:pt idx="702">
                  <c:v>23-10-2002</c:v>
                </c:pt>
                <c:pt idx="703">
                  <c:v>24-10-2002</c:v>
                </c:pt>
                <c:pt idx="704">
                  <c:v>25-10-2002</c:v>
                </c:pt>
                <c:pt idx="705">
                  <c:v>28-10-2002</c:v>
                </c:pt>
                <c:pt idx="706">
                  <c:v>29-10-2002</c:v>
                </c:pt>
                <c:pt idx="707">
                  <c:v>30-10-2002</c:v>
                </c:pt>
                <c:pt idx="708">
                  <c:v>31-10-2002</c:v>
                </c:pt>
                <c:pt idx="709">
                  <c:v>01-11-2002</c:v>
                </c:pt>
                <c:pt idx="710">
                  <c:v>04-11-2002</c:v>
                </c:pt>
                <c:pt idx="711">
                  <c:v>05-11-2002</c:v>
                </c:pt>
                <c:pt idx="712">
                  <c:v>07-11-2002</c:v>
                </c:pt>
                <c:pt idx="713">
                  <c:v>08-11-2002</c:v>
                </c:pt>
                <c:pt idx="714">
                  <c:v>11-11-2002</c:v>
                </c:pt>
                <c:pt idx="715">
                  <c:v>12-11-2002</c:v>
                </c:pt>
                <c:pt idx="716">
                  <c:v>13-11-2002</c:v>
                </c:pt>
                <c:pt idx="717">
                  <c:v>14-11-2002</c:v>
                </c:pt>
                <c:pt idx="718">
                  <c:v>15-11-2002</c:v>
                </c:pt>
                <c:pt idx="719">
                  <c:v>18-11-2002</c:v>
                </c:pt>
                <c:pt idx="720">
                  <c:v>20-11-2002</c:v>
                </c:pt>
                <c:pt idx="721">
                  <c:v>21-11-2002</c:v>
                </c:pt>
                <c:pt idx="722">
                  <c:v>22-11-2002</c:v>
                </c:pt>
                <c:pt idx="723">
                  <c:v>25-11-2002</c:v>
                </c:pt>
                <c:pt idx="724">
                  <c:v>26-11-2002</c:v>
                </c:pt>
                <c:pt idx="725">
                  <c:v>27-11-2002</c:v>
                </c:pt>
                <c:pt idx="726">
                  <c:v>28-11-2002</c:v>
                </c:pt>
                <c:pt idx="727">
                  <c:v>29-11-2002</c:v>
                </c:pt>
                <c:pt idx="728">
                  <c:v>02-12-2002</c:v>
                </c:pt>
                <c:pt idx="729">
                  <c:v>03-12-2002</c:v>
                </c:pt>
                <c:pt idx="730">
                  <c:v>04-12-2002</c:v>
                </c:pt>
                <c:pt idx="731">
                  <c:v>05-12-2002</c:v>
                </c:pt>
                <c:pt idx="732">
                  <c:v>06-12-2002</c:v>
                </c:pt>
                <c:pt idx="733">
                  <c:v>09-12-2002</c:v>
                </c:pt>
                <c:pt idx="734">
                  <c:v>10-12-2002</c:v>
                </c:pt>
                <c:pt idx="735">
                  <c:v>11-12-2002</c:v>
                </c:pt>
                <c:pt idx="736">
                  <c:v>12-12-2002</c:v>
                </c:pt>
                <c:pt idx="737">
                  <c:v>13-12-2002</c:v>
                </c:pt>
                <c:pt idx="738">
                  <c:v>16-12-2002</c:v>
                </c:pt>
                <c:pt idx="739">
                  <c:v>17-12-2002</c:v>
                </c:pt>
                <c:pt idx="740">
                  <c:v>18-12-2002</c:v>
                </c:pt>
                <c:pt idx="741">
                  <c:v>19-12-2002</c:v>
                </c:pt>
                <c:pt idx="742">
                  <c:v>20-12-2002</c:v>
                </c:pt>
                <c:pt idx="743">
                  <c:v>23-12-2002</c:v>
                </c:pt>
                <c:pt idx="744">
                  <c:v>24-12-2002</c:v>
                </c:pt>
                <c:pt idx="745">
                  <c:v>26-12-2002</c:v>
                </c:pt>
                <c:pt idx="746">
                  <c:v>27-12-2002</c:v>
                </c:pt>
                <c:pt idx="747">
                  <c:v>30-12-2002</c:v>
                </c:pt>
                <c:pt idx="748">
                  <c:v>31-12-2002</c:v>
                </c:pt>
                <c:pt idx="749">
                  <c:v>01-01-2003</c:v>
                </c:pt>
                <c:pt idx="750">
                  <c:v>02-01-2003</c:v>
                </c:pt>
                <c:pt idx="751">
                  <c:v>03-01-2003</c:v>
                </c:pt>
                <c:pt idx="752">
                  <c:v>06-01-2003</c:v>
                </c:pt>
                <c:pt idx="753">
                  <c:v>07-01-2003</c:v>
                </c:pt>
                <c:pt idx="754">
                  <c:v>08-01-2003</c:v>
                </c:pt>
                <c:pt idx="755">
                  <c:v>09-01-2003</c:v>
                </c:pt>
                <c:pt idx="756">
                  <c:v>10-01-2003</c:v>
                </c:pt>
                <c:pt idx="757">
                  <c:v>13-01-2003</c:v>
                </c:pt>
                <c:pt idx="758">
                  <c:v>14-01-2003</c:v>
                </c:pt>
                <c:pt idx="759">
                  <c:v>15-01-2003</c:v>
                </c:pt>
                <c:pt idx="760">
                  <c:v>16-01-2003</c:v>
                </c:pt>
                <c:pt idx="761">
                  <c:v>17-01-2003</c:v>
                </c:pt>
                <c:pt idx="762">
                  <c:v>20-01-2003</c:v>
                </c:pt>
                <c:pt idx="763">
                  <c:v>21-01-2003</c:v>
                </c:pt>
                <c:pt idx="764">
                  <c:v>22-01-2003</c:v>
                </c:pt>
                <c:pt idx="765">
                  <c:v>23-01-2003</c:v>
                </c:pt>
                <c:pt idx="766">
                  <c:v>24-01-2003</c:v>
                </c:pt>
                <c:pt idx="767">
                  <c:v>27-01-2003</c:v>
                </c:pt>
                <c:pt idx="768">
                  <c:v>28-01-2003</c:v>
                </c:pt>
                <c:pt idx="769">
                  <c:v>29-01-2003</c:v>
                </c:pt>
                <c:pt idx="770">
                  <c:v>30-01-2003</c:v>
                </c:pt>
                <c:pt idx="771">
                  <c:v>31-01-2003</c:v>
                </c:pt>
                <c:pt idx="772">
                  <c:v>03-02-2003</c:v>
                </c:pt>
                <c:pt idx="773">
                  <c:v>04-02-2003</c:v>
                </c:pt>
                <c:pt idx="774">
                  <c:v>05-02-2003</c:v>
                </c:pt>
                <c:pt idx="775">
                  <c:v>06-02-2003</c:v>
                </c:pt>
                <c:pt idx="776">
                  <c:v>07-02-2003</c:v>
                </c:pt>
                <c:pt idx="777">
                  <c:v>10-02-2003</c:v>
                </c:pt>
                <c:pt idx="778">
                  <c:v>11-02-2003</c:v>
                </c:pt>
                <c:pt idx="779">
                  <c:v>12-02-2003</c:v>
                </c:pt>
                <c:pt idx="780">
                  <c:v>14-02-2003</c:v>
                </c:pt>
                <c:pt idx="781">
                  <c:v>17-02-2003</c:v>
                </c:pt>
                <c:pt idx="782">
                  <c:v>18-02-2003</c:v>
                </c:pt>
                <c:pt idx="783">
                  <c:v>19-02-2003</c:v>
                </c:pt>
                <c:pt idx="784">
                  <c:v>20-02-2003</c:v>
                </c:pt>
                <c:pt idx="785">
                  <c:v>21-02-2003</c:v>
                </c:pt>
                <c:pt idx="786">
                  <c:v>24-02-2003</c:v>
                </c:pt>
                <c:pt idx="787">
                  <c:v>25-02-2003</c:v>
                </c:pt>
                <c:pt idx="788">
                  <c:v>26-02-2003</c:v>
                </c:pt>
                <c:pt idx="789">
                  <c:v>27-02-2003</c:v>
                </c:pt>
                <c:pt idx="790">
                  <c:v>28-02-2003</c:v>
                </c:pt>
                <c:pt idx="791">
                  <c:v>03-03-2003</c:v>
                </c:pt>
                <c:pt idx="792">
                  <c:v>04-03-2003</c:v>
                </c:pt>
                <c:pt idx="793">
                  <c:v>05-03-2003</c:v>
                </c:pt>
                <c:pt idx="794">
                  <c:v>06-03-2003</c:v>
                </c:pt>
                <c:pt idx="795">
                  <c:v>07-03-2003</c:v>
                </c:pt>
                <c:pt idx="796">
                  <c:v>10-03-2003</c:v>
                </c:pt>
                <c:pt idx="797">
                  <c:v>11-03-2003</c:v>
                </c:pt>
                <c:pt idx="798">
                  <c:v>12-03-2003</c:v>
                </c:pt>
                <c:pt idx="799">
                  <c:v>13-03-2003</c:v>
                </c:pt>
                <c:pt idx="800">
                  <c:v>17-03-2003</c:v>
                </c:pt>
                <c:pt idx="801">
                  <c:v>19-03-2003</c:v>
                </c:pt>
                <c:pt idx="802">
                  <c:v>20-03-2003</c:v>
                </c:pt>
                <c:pt idx="803">
                  <c:v>21-03-2003</c:v>
                </c:pt>
                <c:pt idx="804">
                  <c:v>22-03-2003</c:v>
                </c:pt>
                <c:pt idx="805">
                  <c:v>24-03-2003</c:v>
                </c:pt>
                <c:pt idx="806">
                  <c:v>25-03-2003</c:v>
                </c:pt>
                <c:pt idx="807">
                  <c:v>26-03-2003</c:v>
                </c:pt>
                <c:pt idx="808">
                  <c:v>27-03-2003</c:v>
                </c:pt>
                <c:pt idx="809">
                  <c:v>28-03-2003</c:v>
                </c:pt>
                <c:pt idx="810">
                  <c:v>31-03-2003</c:v>
                </c:pt>
                <c:pt idx="811">
                  <c:v>01-04-2003</c:v>
                </c:pt>
                <c:pt idx="812">
                  <c:v>02-04-2003</c:v>
                </c:pt>
                <c:pt idx="813">
                  <c:v>03-04-2003</c:v>
                </c:pt>
                <c:pt idx="814">
                  <c:v>04-04-2003</c:v>
                </c:pt>
                <c:pt idx="815">
                  <c:v>07-04-2003</c:v>
                </c:pt>
                <c:pt idx="816">
                  <c:v>08-04-2003</c:v>
                </c:pt>
                <c:pt idx="817">
                  <c:v>09-04-2003</c:v>
                </c:pt>
                <c:pt idx="818">
                  <c:v>10-04-2003</c:v>
                </c:pt>
                <c:pt idx="819">
                  <c:v>11-04-2003</c:v>
                </c:pt>
                <c:pt idx="820">
                  <c:v>15-04-2003</c:v>
                </c:pt>
                <c:pt idx="821">
                  <c:v>16-04-2003</c:v>
                </c:pt>
                <c:pt idx="822">
                  <c:v>17-04-2003</c:v>
                </c:pt>
                <c:pt idx="823">
                  <c:v>21-04-2003</c:v>
                </c:pt>
                <c:pt idx="824">
                  <c:v>22-04-2003</c:v>
                </c:pt>
                <c:pt idx="825">
                  <c:v>23-04-2003</c:v>
                </c:pt>
                <c:pt idx="826">
                  <c:v>24-04-2003</c:v>
                </c:pt>
                <c:pt idx="827">
                  <c:v>25-04-2003</c:v>
                </c:pt>
                <c:pt idx="828">
                  <c:v>28-04-2003</c:v>
                </c:pt>
                <c:pt idx="829">
                  <c:v>29-04-2003</c:v>
                </c:pt>
                <c:pt idx="830">
                  <c:v>30-04-2003</c:v>
                </c:pt>
                <c:pt idx="831">
                  <c:v>02-05-2003</c:v>
                </c:pt>
                <c:pt idx="832">
                  <c:v>05-05-2003</c:v>
                </c:pt>
                <c:pt idx="833">
                  <c:v>06-05-2003</c:v>
                </c:pt>
                <c:pt idx="834">
                  <c:v>07-05-2003</c:v>
                </c:pt>
                <c:pt idx="835">
                  <c:v>08-05-2003</c:v>
                </c:pt>
                <c:pt idx="836">
                  <c:v>09-05-2003</c:v>
                </c:pt>
                <c:pt idx="837">
                  <c:v>12-05-2003</c:v>
                </c:pt>
                <c:pt idx="838">
                  <c:v>13-05-2003</c:v>
                </c:pt>
                <c:pt idx="839">
                  <c:v>14-05-2003</c:v>
                </c:pt>
                <c:pt idx="840">
                  <c:v>15-05-2003</c:v>
                </c:pt>
                <c:pt idx="841">
                  <c:v>16-05-2003</c:v>
                </c:pt>
                <c:pt idx="842">
                  <c:v>19-05-2003</c:v>
                </c:pt>
                <c:pt idx="843">
                  <c:v>20-05-2003</c:v>
                </c:pt>
                <c:pt idx="844">
                  <c:v>21-05-2003</c:v>
                </c:pt>
                <c:pt idx="845">
                  <c:v>22-05-2003</c:v>
                </c:pt>
                <c:pt idx="846">
                  <c:v>23-05-2003</c:v>
                </c:pt>
                <c:pt idx="847">
                  <c:v>26-05-2003</c:v>
                </c:pt>
                <c:pt idx="848">
                  <c:v>27-05-2003</c:v>
                </c:pt>
                <c:pt idx="849">
                  <c:v>28-05-2003</c:v>
                </c:pt>
                <c:pt idx="850">
                  <c:v>29-05-2003</c:v>
                </c:pt>
                <c:pt idx="851">
                  <c:v>30-05-2003</c:v>
                </c:pt>
                <c:pt idx="852">
                  <c:v>02-06-2003</c:v>
                </c:pt>
                <c:pt idx="853">
                  <c:v>03-06-2003</c:v>
                </c:pt>
                <c:pt idx="854">
                  <c:v>04-06-2003</c:v>
                </c:pt>
                <c:pt idx="855">
                  <c:v>05-06-2003</c:v>
                </c:pt>
                <c:pt idx="856">
                  <c:v>06-06-2003</c:v>
                </c:pt>
                <c:pt idx="857">
                  <c:v>09-06-2003</c:v>
                </c:pt>
                <c:pt idx="858">
                  <c:v>10-06-2003</c:v>
                </c:pt>
                <c:pt idx="859">
                  <c:v>11-06-2003</c:v>
                </c:pt>
                <c:pt idx="860">
                  <c:v>12-06-2003</c:v>
                </c:pt>
                <c:pt idx="861">
                  <c:v>13-06-2003</c:v>
                </c:pt>
                <c:pt idx="862">
                  <c:v>16-06-2003</c:v>
                </c:pt>
                <c:pt idx="863">
                  <c:v>17-06-2003</c:v>
                </c:pt>
                <c:pt idx="864">
                  <c:v>18-06-2003</c:v>
                </c:pt>
                <c:pt idx="865">
                  <c:v>19-06-2003</c:v>
                </c:pt>
                <c:pt idx="866">
                  <c:v>20-06-2003</c:v>
                </c:pt>
                <c:pt idx="867">
                  <c:v>23-06-2003</c:v>
                </c:pt>
                <c:pt idx="868">
                  <c:v>24-06-2003</c:v>
                </c:pt>
                <c:pt idx="869">
                  <c:v>25-06-2003</c:v>
                </c:pt>
                <c:pt idx="870">
                  <c:v>26-06-2003</c:v>
                </c:pt>
                <c:pt idx="871">
                  <c:v>27-06-2003</c:v>
                </c:pt>
                <c:pt idx="872">
                  <c:v>30-06-2003</c:v>
                </c:pt>
                <c:pt idx="873">
                  <c:v>01-07-2003</c:v>
                </c:pt>
                <c:pt idx="874">
                  <c:v>02-07-2003</c:v>
                </c:pt>
                <c:pt idx="875">
                  <c:v>03-07-2003</c:v>
                </c:pt>
                <c:pt idx="876">
                  <c:v>04-07-2003</c:v>
                </c:pt>
                <c:pt idx="877">
                  <c:v>07-07-2003</c:v>
                </c:pt>
                <c:pt idx="878">
                  <c:v>08-07-2003</c:v>
                </c:pt>
                <c:pt idx="879">
                  <c:v>09-07-2003</c:v>
                </c:pt>
                <c:pt idx="880">
                  <c:v>10-07-2003</c:v>
                </c:pt>
                <c:pt idx="881">
                  <c:v>11-07-2003</c:v>
                </c:pt>
                <c:pt idx="882">
                  <c:v>14-07-2003</c:v>
                </c:pt>
                <c:pt idx="883">
                  <c:v>15-07-2003</c:v>
                </c:pt>
                <c:pt idx="884">
                  <c:v>16-07-2003</c:v>
                </c:pt>
                <c:pt idx="885">
                  <c:v>17-07-2003</c:v>
                </c:pt>
                <c:pt idx="886">
                  <c:v>18-07-2003</c:v>
                </c:pt>
                <c:pt idx="887">
                  <c:v>21-07-2003</c:v>
                </c:pt>
                <c:pt idx="888">
                  <c:v>22-07-2003</c:v>
                </c:pt>
                <c:pt idx="889">
                  <c:v>23-07-2003</c:v>
                </c:pt>
                <c:pt idx="890">
                  <c:v>24-07-2003</c:v>
                </c:pt>
                <c:pt idx="891">
                  <c:v>25-07-2003</c:v>
                </c:pt>
                <c:pt idx="892">
                  <c:v>28-07-2003</c:v>
                </c:pt>
                <c:pt idx="893">
                  <c:v>29-07-2003</c:v>
                </c:pt>
                <c:pt idx="894">
                  <c:v>30-07-2003</c:v>
                </c:pt>
                <c:pt idx="895">
                  <c:v>31-07-2003</c:v>
                </c:pt>
                <c:pt idx="896">
                  <c:v>01-08-2003</c:v>
                </c:pt>
                <c:pt idx="897">
                  <c:v>04-08-2003</c:v>
                </c:pt>
                <c:pt idx="898">
                  <c:v>05-08-2003</c:v>
                </c:pt>
                <c:pt idx="899">
                  <c:v>06-08-2003</c:v>
                </c:pt>
                <c:pt idx="900">
                  <c:v>07-08-2003</c:v>
                </c:pt>
                <c:pt idx="901">
                  <c:v>08-08-2003</c:v>
                </c:pt>
                <c:pt idx="902">
                  <c:v>11-08-2003</c:v>
                </c:pt>
                <c:pt idx="903">
                  <c:v>12-08-2003</c:v>
                </c:pt>
                <c:pt idx="904">
                  <c:v>13-08-2003</c:v>
                </c:pt>
                <c:pt idx="905">
                  <c:v>14-08-2003</c:v>
                </c:pt>
                <c:pt idx="906">
                  <c:v>18-08-2003</c:v>
                </c:pt>
                <c:pt idx="907">
                  <c:v>19-08-2003</c:v>
                </c:pt>
                <c:pt idx="908">
                  <c:v>20-08-2003</c:v>
                </c:pt>
                <c:pt idx="909">
                  <c:v>21-08-2003</c:v>
                </c:pt>
                <c:pt idx="910">
                  <c:v>22-08-2003</c:v>
                </c:pt>
                <c:pt idx="911">
                  <c:v>25-08-2003</c:v>
                </c:pt>
                <c:pt idx="912">
                  <c:v>26-08-2003</c:v>
                </c:pt>
                <c:pt idx="913">
                  <c:v>27-08-2003</c:v>
                </c:pt>
                <c:pt idx="914">
                  <c:v>28-08-2003</c:v>
                </c:pt>
                <c:pt idx="915">
                  <c:v>29-08-2003</c:v>
                </c:pt>
                <c:pt idx="916">
                  <c:v>01-09-2003</c:v>
                </c:pt>
                <c:pt idx="917">
                  <c:v>02-09-2003</c:v>
                </c:pt>
                <c:pt idx="918">
                  <c:v>03-09-2003</c:v>
                </c:pt>
                <c:pt idx="919">
                  <c:v>04-09-2003</c:v>
                </c:pt>
                <c:pt idx="920">
                  <c:v>05-09-2003</c:v>
                </c:pt>
                <c:pt idx="921">
                  <c:v>08-09-2003</c:v>
                </c:pt>
                <c:pt idx="922">
                  <c:v>09-09-2003</c:v>
                </c:pt>
                <c:pt idx="923">
                  <c:v>10-09-2003</c:v>
                </c:pt>
                <c:pt idx="924">
                  <c:v>11-09-2003</c:v>
                </c:pt>
                <c:pt idx="925">
                  <c:v>12-09-2003</c:v>
                </c:pt>
                <c:pt idx="926">
                  <c:v>15-09-2003</c:v>
                </c:pt>
                <c:pt idx="927">
                  <c:v>16-09-2003</c:v>
                </c:pt>
                <c:pt idx="928">
                  <c:v>17-09-2003</c:v>
                </c:pt>
                <c:pt idx="929">
                  <c:v>18-09-2003</c:v>
                </c:pt>
                <c:pt idx="930">
                  <c:v>19-09-2003</c:v>
                </c:pt>
                <c:pt idx="931">
                  <c:v>22-09-2003</c:v>
                </c:pt>
                <c:pt idx="932">
                  <c:v>23-09-2003</c:v>
                </c:pt>
                <c:pt idx="933">
                  <c:v>24-09-2003</c:v>
                </c:pt>
                <c:pt idx="934">
                  <c:v>25-09-2003</c:v>
                </c:pt>
                <c:pt idx="935">
                  <c:v>26-09-2003</c:v>
                </c:pt>
                <c:pt idx="936">
                  <c:v>29-09-2003</c:v>
                </c:pt>
                <c:pt idx="937">
                  <c:v>30-09-2003</c:v>
                </c:pt>
                <c:pt idx="938">
                  <c:v>01-10-2003</c:v>
                </c:pt>
                <c:pt idx="939">
                  <c:v>03-10-2003</c:v>
                </c:pt>
                <c:pt idx="940">
                  <c:v>06-10-2003</c:v>
                </c:pt>
                <c:pt idx="941">
                  <c:v>07-10-2003</c:v>
                </c:pt>
                <c:pt idx="942">
                  <c:v>08-10-2003</c:v>
                </c:pt>
                <c:pt idx="943">
                  <c:v>09-10-2003</c:v>
                </c:pt>
                <c:pt idx="944">
                  <c:v>10-10-2003</c:v>
                </c:pt>
                <c:pt idx="945">
                  <c:v>13-10-2003</c:v>
                </c:pt>
                <c:pt idx="946">
                  <c:v>14-10-2003</c:v>
                </c:pt>
                <c:pt idx="947">
                  <c:v>15-10-2003</c:v>
                </c:pt>
                <c:pt idx="948">
                  <c:v>16-10-2003</c:v>
                </c:pt>
                <c:pt idx="949">
                  <c:v>17-10-2003</c:v>
                </c:pt>
                <c:pt idx="950">
                  <c:v>20-10-2003</c:v>
                </c:pt>
                <c:pt idx="951">
                  <c:v>21-10-2003</c:v>
                </c:pt>
                <c:pt idx="952">
                  <c:v>22-10-2003</c:v>
                </c:pt>
                <c:pt idx="953">
                  <c:v>23-10-2003</c:v>
                </c:pt>
                <c:pt idx="954">
                  <c:v>24-10-2003</c:v>
                </c:pt>
                <c:pt idx="955">
                  <c:v>25-10-2003</c:v>
                </c:pt>
                <c:pt idx="956">
                  <c:v>27-10-2003</c:v>
                </c:pt>
                <c:pt idx="957">
                  <c:v>28-10-2003</c:v>
                </c:pt>
                <c:pt idx="958">
                  <c:v>29-10-2003</c:v>
                </c:pt>
                <c:pt idx="959">
                  <c:v>30-10-2003</c:v>
                </c:pt>
                <c:pt idx="960">
                  <c:v>31-10-2003</c:v>
                </c:pt>
                <c:pt idx="961">
                  <c:v>03-11-2003</c:v>
                </c:pt>
                <c:pt idx="962">
                  <c:v>04-11-2003</c:v>
                </c:pt>
                <c:pt idx="963">
                  <c:v>05-11-2003</c:v>
                </c:pt>
                <c:pt idx="964">
                  <c:v>06-11-2003</c:v>
                </c:pt>
                <c:pt idx="965">
                  <c:v>07-11-2003</c:v>
                </c:pt>
                <c:pt idx="966">
                  <c:v>10-11-2003</c:v>
                </c:pt>
                <c:pt idx="967">
                  <c:v>11-11-2003</c:v>
                </c:pt>
                <c:pt idx="968">
                  <c:v>12-11-2003</c:v>
                </c:pt>
                <c:pt idx="969">
                  <c:v>13-11-2003</c:v>
                </c:pt>
                <c:pt idx="970">
                  <c:v>14-11-2003</c:v>
                </c:pt>
                <c:pt idx="971">
                  <c:v>15-11-2003</c:v>
                </c:pt>
                <c:pt idx="972">
                  <c:v>17-11-2003</c:v>
                </c:pt>
                <c:pt idx="973">
                  <c:v>18-11-2003</c:v>
                </c:pt>
                <c:pt idx="974">
                  <c:v>19-11-2003</c:v>
                </c:pt>
                <c:pt idx="975">
                  <c:v>20-11-2003</c:v>
                </c:pt>
                <c:pt idx="976">
                  <c:v>21-11-2003</c:v>
                </c:pt>
                <c:pt idx="977">
                  <c:v>24-11-2003</c:v>
                </c:pt>
                <c:pt idx="978">
                  <c:v>25-11-2003</c:v>
                </c:pt>
                <c:pt idx="979">
                  <c:v>27-11-2003</c:v>
                </c:pt>
                <c:pt idx="980">
                  <c:v>28-11-2003</c:v>
                </c:pt>
                <c:pt idx="981">
                  <c:v>01-12-2003</c:v>
                </c:pt>
                <c:pt idx="982">
                  <c:v>02-12-2003</c:v>
                </c:pt>
                <c:pt idx="983">
                  <c:v>03-12-2003</c:v>
                </c:pt>
                <c:pt idx="984">
                  <c:v>04-12-2003</c:v>
                </c:pt>
                <c:pt idx="985">
                  <c:v>05-12-2003</c:v>
                </c:pt>
                <c:pt idx="986">
                  <c:v>08-12-2003</c:v>
                </c:pt>
                <c:pt idx="987">
                  <c:v>09-12-2003</c:v>
                </c:pt>
                <c:pt idx="988">
                  <c:v>10-12-2003</c:v>
                </c:pt>
                <c:pt idx="989">
                  <c:v>11-12-2003</c:v>
                </c:pt>
                <c:pt idx="990">
                  <c:v>12-12-2003</c:v>
                </c:pt>
                <c:pt idx="991">
                  <c:v>15-12-2003</c:v>
                </c:pt>
                <c:pt idx="992">
                  <c:v>16-12-2003</c:v>
                </c:pt>
                <c:pt idx="993">
                  <c:v>17-12-2003</c:v>
                </c:pt>
                <c:pt idx="994">
                  <c:v>18-12-2003</c:v>
                </c:pt>
                <c:pt idx="995">
                  <c:v>19-12-2003</c:v>
                </c:pt>
                <c:pt idx="996">
                  <c:v>22-12-2003</c:v>
                </c:pt>
                <c:pt idx="997">
                  <c:v>23-12-2003</c:v>
                </c:pt>
                <c:pt idx="998">
                  <c:v>24-12-2003</c:v>
                </c:pt>
                <c:pt idx="999">
                  <c:v>26-12-2003</c:v>
                </c:pt>
                <c:pt idx="1000">
                  <c:v>29-12-2003</c:v>
                </c:pt>
                <c:pt idx="1001">
                  <c:v>30-12-2003</c:v>
                </c:pt>
                <c:pt idx="1002">
                  <c:v>31-12-2003</c:v>
                </c:pt>
                <c:pt idx="1003">
                  <c:v>01-01-2004</c:v>
                </c:pt>
                <c:pt idx="1004">
                  <c:v>02-01-2004</c:v>
                </c:pt>
                <c:pt idx="1005">
                  <c:v>05-01-2004</c:v>
                </c:pt>
                <c:pt idx="1006">
                  <c:v>06-01-2004</c:v>
                </c:pt>
                <c:pt idx="1007">
                  <c:v>07-01-2004</c:v>
                </c:pt>
                <c:pt idx="1008">
                  <c:v>08-01-2004</c:v>
                </c:pt>
                <c:pt idx="1009">
                  <c:v>09-01-2004</c:v>
                </c:pt>
                <c:pt idx="1010">
                  <c:v>12-01-2004</c:v>
                </c:pt>
                <c:pt idx="1011">
                  <c:v>13-01-2004</c:v>
                </c:pt>
                <c:pt idx="1012">
                  <c:v>14-01-2004</c:v>
                </c:pt>
                <c:pt idx="1013">
                  <c:v>15-01-2004</c:v>
                </c:pt>
                <c:pt idx="1014">
                  <c:v>16-01-2004</c:v>
                </c:pt>
                <c:pt idx="1015">
                  <c:v>19-01-2004</c:v>
                </c:pt>
                <c:pt idx="1016">
                  <c:v>20-01-2004</c:v>
                </c:pt>
                <c:pt idx="1017">
                  <c:v>21-01-2004</c:v>
                </c:pt>
                <c:pt idx="1018">
                  <c:v>22-01-2004</c:v>
                </c:pt>
                <c:pt idx="1019">
                  <c:v>23-01-2004</c:v>
                </c:pt>
                <c:pt idx="1020">
                  <c:v>27-01-2004</c:v>
                </c:pt>
                <c:pt idx="1021">
                  <c:v>28-01-2004</c:v>
                </c:pt>
                <c:pt idx="1022">
                  <c:v>29-01-2004</c:v>
                </c:pt>
                <c:pt idx="1023">
                  <c:v>30-01-2004</c:v>
                </c:pt>
                <c:pt idx="1024">
                  <c:v>03-02-2004</c:v>
                </c:pt>
                <c:pt idx="1025">
                  <c:v>04-02-2004</c:v>
                </c:pt>
                <c:pt idx="1026">
                  <c:v>05-02-2004</c:v>
                </c:pt>
                <c:pt idx="1027">
                  <c:v>06-02-2004</c:v>
                </c:pt>
                <c:pt idx="1028">
                  <c:v>09-02-2004</c:v>
                </c:pt>
                <c:pt idx="1029">
                  <c:v>10-02-2004</c:v>
                </c:pt>
                <c:pt idx="1030">
                  <c:v>11-02-2004</c:v>
                </c:pt>
                <c:pt idx="1031">
                  <c:v>12-02-2004</c:v>
                </c:pt>
                <c:pt idx="1032">
                  <c:v>13-02-2004</c:v>
                </c:pt>
                <c:pt idx="1033">
                  <c:v>16-02-2004</c:v>
                </c:pt>
                <c:pt idx="1034">
                  <c:v>17-02-2004</c:v>
                </c:pt>
                <c:pt idx="1035">
                  <c:v>18-02-2004</c:v>
                </c:pt>
                <c:pt idx="1036">
                  <c:v>19-02-2004</c:v>
                </c:pt>
                <c:pt idx="1037">
                  <c:v>20-02-2004</c:v>
                </c:pt>
                <c:pt idx="1038">
                  <c:v>23-02-2004</c:v>
                </c:pt>
                <c:pt idx="1039">
                  <c:v>24-02-2004</c:v>
                </c:pt>
                <c:pt idx="1040">
                  <c:v>25-02-2004</c:v>
                </c:pt>
                <c:pt idx="1041">
                  <c:v>26-02-2004</c:v>
                </c:pt>
                <c:pt idx="1042">
                  <c:v>27-02-2004</c:v>
                </c:pt>
                <c:pt idx="1043">
                  <c:v>01-03-2004</c:v>
                </c:pt>
                <c:pt idx="1044">
                  <c:v>03-03-2004</c:v>
                </c:pt>
                <c:pt idx="1045">
                  <c:v>04-03-2004</c:v>
                </c:pt>
                <c:pt idx="1046">
                  <c:v>05-03-2004</c:v>
                </c:pt>
                <c:pt idx="1047">
                  <c:v>08-03-2004</c:v>
                </c:pt>
                <c:pt idx="1048">
                  <c:v>09-03-2004</c:v>
                </c:pt>
                <c:pt idx="1049">
                  <c:v>10-03-2004</c:v>
                </c:pt>
                <c:pt idx="1050">
                  <c:v>11-03-2004</c:v>
                </c:pt>
                <c:pt idx="1051">
                  <c:v>12-03-2004</c:v>
                </c:pt>
                <c:pt idx="1052">
                  <c:v>15-03-2004</c:v>
                </c:pt>
                <c:pt idx="1053">
                  <c:v>16-03-2004</c:v>
                </c:pt>
                <c:pt idx="1054">
                  <c:v>17-03-2004</c:v>
                </c:pt>
                <c:pt idx="1055">
                  <c:v>18-03-2004</c:v>
                </c:pt>
                <c:pt idx="1056">
                  <c:v>19-03-2004</c:v>
                </c:pt>
                <c:pt idx="1057">
                  <c:v>22-03-2004</c:v>
                </c:pt>
                <c:pt idx="1058">
                  <c:v>23-03-2004</c:v>
                </c:pt>
                <c:pt idx="1059">
                  <c:v>24-03-2004</c:v>
                </c:pt>
                <c:pt idx="1060">
                  <c:v>25-03-2004</c:v>
                </c:pt>
                <c:pt idx="1061">
                  <c:v>26-03-2004</c:v>
                </c:pt>
                <c:pt idx="1062">
                  <c:v>29-03-2004</c:v>
                </c:pt>
                <c:pt idx="1063">
                  <c:v>30-03-2004</c:v>
                </c:pt>
                <c:pt idx="1064">
                  <c:v>31-03-2004</c:v>
                </c:pt>
                <c:pt idx="1065">
                  <c:v>01-04-2004</c:v>
                </c:pt>
                <c:pt idx="1066">
                  <c:v>02-04-2004</c:v>
                </c:pt>
                <c:pt idx="1067">
                  <c:v>05-04-2004</c:v>
                </c:pt>
                <c:pt idx="1068">
                  <c:v>06-04-2004</c:v>
                </c:pt>
                <c:pt idx="1069">
                  <c:v>07-04-2004</c:v>
                </c:pt>
                <c:pt idx="1070">
                  <c:v>08-04-2004</c:v>
                </c:pt>
                <c:pt idx="1071">
                  <c:v>12-04-2004</c:v>
                </c:pt>
                <c:pt idx="1072">
                  <c:v>13-04-2004</c:v>
                </c:pt>
                <c:pt idx="1073">
                  <c:v>15-04-2004</c:v>
                </c:pt>
                <c:pt idx="1074">
                  <c:v>16-04-2004</c:v>
                </c:pt>
                <c:pt idx="1075">
                  <c:v>17-04-2004</c:v>
                </c:pt>
                <c:pt idx="1076">
                  <c:v>19-04-2004</c:v>
                </c:pt>
                <c:pt idx="1077">
                  <c:v>20-04-2004</c:v>
                </c:pt>
                <c:pt idx="1078">
                  <c:v>21-04-2004</c:v>
                </c:pt>
                <c:pt idx="1079">
                  <c:v>22-04-2004</c:v>
                </c:pt>
                <c:pt idx="1080">
                  <c:v>23-04-2004</c:v>
                </c:pt>
                <c:pt idx="1081">
                  <c:v>27-04-2004</c:v>
                </c:pt>
                <c:pt idx="1082">
                  <c:v>28-04-2004</c:v>
                </c:pt>
                <c:pt idx="1083">
                  <c:v>29-04-2004</c:v>
                </c:pt>
                <c:pt idx="1084">
                  <c:v>30-04-2004</c:v>
                </c:pt>
                <c:pt idx="1085">
                  <c:v>03-05-2004</c:v>
                </c:pt>
                <c:pt idx="1086">
                  <c:v>04-05-2004</c:v>
                </c:pt>
                <c:pt idx="1087">
                  <c:v>05-05-2004</c:v>
                </c:pt>
                <c:pt idx="1088">
                  <c:v>06-05-2004</c:v>
                </c:pt>
                <c:pt idx="1089">
                  <c:v>07-05-2004</c:v>
                </c:pt>
                <c:pt idx="1090">
                  <c:v>10-05-2004</c:v>
                </c:pt>
                <c:pt idx="1091">
                  <c:v>11-05-2004</c:v>
                </c:pt>
                <c:pt idx="1092">
                  <c:v>12-05-2004</c:v>
                </c:pt>
                <c:pt idx="1093">
                  <c:v>13-05-2004</c:v>
                </c:pt>
                <c:pt idx="1094">
                  <c:v>14-05-2004</c:v>
                </c:pt>
                <c:pt idx="1095">
                  <c:v>17-05-2004</c:v>
                </c:pt>
                <c:pt idx="1096">
                  <c:v>18-05-2004</c:v>
                </c:pt>
                <c:pt idx="1097">
                  <c:v>19-05-2004</c:v>
                </c:pt>
                <c:pt idx="1098">
                  <c:v>20-05-2004</c:v>
                </c:pt>
                <c:pt idx="1099">
                  <c:v>21-05-2004</c:v>
                </c:pt>
                <c:pt idx="1100">
                  <c:v>24-05-2004</c:v>
                </c:pt>
                <c:pt idx="1101">
                  <c:v>25-05-2004</c:v>
                </c:pt>
                <c:pt idx="1102">
                  <c:v>26-05-2004</c:v>
                </c:pt>
                <c:pt idx="1103">
                  <c:v>27-05-2004</c:v>
                </c:pt>
                <c:pt idx="1104">
                  <c:v>28-05-2004</c:v>
                </c:pt>
                <c:pt idx="1105">
                  <c:v>31-05-2004</c:v>
                </c:pt>
                <c:pt idx="1106">
                  <c:v>01-06-2004</c:v>
                </c:pt>
                <c:pt idx="1107">
                  <c:v>02-06-2004</c:v>
                </c:pt>
                <c:pt idx="1108">
                  <c:v>03-06-2004</c:v>
                </c:pt>
                <c:pt idx="1109">
                  <c:v>04-06-2004</c:v>
                </c:pt>
                <c:pt idx="1110">
                  <c:v>07-06-2004</c:v>
                </c:pt>
                <c:pt idx="1111">
                  <c:v>08-06-2004</c:v>
                </c:pt>
                <c:pt idx="1112">
                  <c:v>09-06-2004</c:v>
                </c:pt>
                <c:pt idx="1113">
                  <c:v>10-06-2004</c:v>
                </c:pt>
                <c:pt idx="1114">
                  <c:v>11-06-2004</c:v>
                </c:pt>
                <c:pt idx="1115">
                  <c:v>14-06-2004</c:v>
                </c:pt>
                <c:pt idx="1116">
                  <c:v>15-06-2004</c:v>
                </c:pt>
                <c:pt idx="1117">
                  <c:v>16-06-2004</c:v>
                </c:pt>
                <c:pt idx="1118">
                  <c:v>17-06-2004</c:v>
                </c:pt>
                <c:pt idx="1119">
                  <c:v>18-06-2004</c:v>
                </c:pt>
                <c:pt idx="1120">
                  <c:v>21-06-2004</c:v>
                </c:pt>
                <c:pt idx="1121">
                  <c:v>22-06-2004</c:v>
                </c:pt>
                <c:pt idx="1122">
                  <c:v>23-06-2004</c:v>
                </c:pt>
                <c:pt idx="1123">
                  <c:v>24-06-2004</c:v>
                </c:pt>
                <c:pt idx="1124">
                  <c:v>25-06-2004</c:v>
                </c:pt>
                <c:pt idx="1125">
                  <c:v>28-06-2004</c:v>
                </c:pt>
                <c:pt idx="1126">
                  <c:v>29-06-2004</c:v>
                </c:pt>
                <c:pt idx="1127">
                  <c:v>30-06-2004</c:v>
                </c:pt>
                <c:pt idx="1128">
                  <c:v>01-07-2004</c:v>
                </c:pt>
                <c:pt idx="1129">
                  <c:v>02-07-2004</c:v>
                </c:pt>
                <c:pt idx="1130">
                  <c:v>05-07-2004</c:v>
                </c:pt>
                <c:pt idx="1131">
                  <c:v>06-07-2004</c:v>
                </c:pt>
                <c:pt idx="1132">
                  <c:v>07-07-2004</c:v>
                </c:pt>
                <c:pt idx="1133">
                  <c:v>08-07-2004</c:v>
                </c:pt>
                <c:pt idx="1134">
                  <c:v>09-07-2004</c:v>
                </c:pt>
                <c:pt idx="1135">
                  <c:v>12-07-2004</c:v>
                </c:pt>
                <c:pt idx="1136">
                  <c:v>13-07-2004</c:v>
                </c:pt>
                <c:pt idx="1137">
                  <c:v>14-07-2004</c:v>
                </c:pt>
                <c:pt idx="1138">
                  <c:v>15-07-2004</c:v>
                </c:pt>
                <c:pt idx="1139">
                  <c:v>16-07-2004</c:v>
                </c:pt>
                <c:pt idx="1140">
                  <c:v>19-07-2004</c:v>
                </c:pt>
                <c:pt idx="1141">
                  <c:v>20-07-2004</c:v>
                </c:pt>
                <c:pt idx="1142">
                  <c:v>21-07-2004</c:v>
                </c:pt>
                <c:pt idx="1143">
                  <c:v>22-07-2004</c:v>
                </c:pt>
                <c:pt idx="1144">
                  <c:v>23-07-2004</c:v>
                </c:pt>
                <c:pt idx="1145">
                  <c:v>26-07-2004</c:v>
                </c:pt>
                <c:pt idx="1146">
                  <c:v>27-07-2004</c:v>
                </c:pt>
                <c:pt idx="1147">
                  <c:v>28-07-2004</c:v>
                </c:pt>
                <c:pt idx="1148">
                  <c:v>29-07-2004</c:v>
                </c:pt>
                <c:pt idx="1149">
                  <c:v>30-07-2004</c:v>
                </c:pt>
                <c:pt idx="1150">
                  <c:v>02-08-2004</c:v>
                </c:pt>
                <c:pt idx="1151">
                  <c:v>03-08-2004</c:v>
                </c:pt>
                <c:pt idx="1152">
                  <c:v>04-08-2004</c:v>
                </c:pt>
                <c:pt idx="1153">
                  <c:v>05-08-2004</c:v>
                </c:pt>
                <c:pt idx="1154">
                  <c:v>06-08-2004</c:v>
                </c:pt>
                <c:pt idx="1155">
                  <c:v>09-08-2004</c:v>
                </c:pt>
                <c:pt idx="1156">
                  <c:v>10-08-2004</c:v>
                </c:pt>
                <c:pt idx="1157">
                  <c:v>11-08-2004</c:v>
                </c:pt>
                <c:pt idx="1158">
                  <c:v>12-08-2004</c:v>
                </c:pt>
                <c:pt idx="1159">
                  <c:v>13-08-2004</c:v>
                </c:pt>
                <c:pt idx="1160">
                  <c:v>16-08-2004</c:v>
                </c:pt>
                <c:pt idx="1161">
                  <c:v>17-08-2004</c:v>
                </c:pt>
                <c:pt idx="1162">
                  <c:v>18-08-2004</c:v>
                </c:pt>
                <c:pt idx="1163">
                  <c:v>19-08-2004</c:v>
                </c:pt>
                <c:pt idx="1164">
                  <c:v>20-08-2004</c:v>
                </c:pt>
                <c:pt idx="1165">
                  <c:v>23-08-2004</c:v>
                </c:pt>
                <c:pt idx="1166">
                  <c:v>24-08-2004</c:v>
                </c:pt>
                <c:pt idx="1167">
                  <c:v>25-08-2004</c:v>
                </c:pt>
                <c:pt idx="1168">
                  <c:v>26-08-2004</c:v>
                </c:pt>
                <c:pt idx="1169">
                  <c:v>27-08-2004</c:v>
                </c:pt>
                <c:pt idx="1170">
                  <c:v>30-08-2004</c:v>
                </c:pt>
                <c:pt idx="1171">
                  <c:v>31-08-2004</c:v>
                </c:pt>
                <c:pt idx="1172">
                  <c:v>01-09-2004</c:v>
                </c:pt>
                <c:pt idx="1173">
                  <c:v>02-09-2004</c:v>
                </c:pt>
                <c:pt idx="1174">
                  <c:v>03-09-2004</c:v>
                </c:pt>
                <c:pt idx="1175">
                  <c:v>06-09-2004</c:v>
                </c:pt>
                <c:pt idx="1176">
                  <c:v>07-09-2004</c:v>
                </c:pt>
                <c:pt idx="1177">
                  <c:v>08-09-2004</c:v>
                </c:pt>
                <c:pt idx="1178">
                  <c:v>09-09-2004</c:v>
                </c:pt>
                <c:pt idx="1179">
                  <c:v>10-09-2004</c:v>
                </c:pt>
                <c:pt idx="1180">
                  <c:v>13-09-2004</c:v>
                </c:pt>
                <c:pt idx="1181">
                  <c:v>14-09-2004</c:v>
                </c:pt>
                <c:pt idx="1182">
                  <c:v>15-09-2004</c:v>
                </c:pt>
                <c:pt idx="1183">
                  <c:v>16-09-2004</c:v>
                </c:pt>
                <c:pt idx="1184">
                  <c:v>17-09-2004</c:v>
                </c:pt>
                <c:pt idx="1185">
                  <c:v>20-09-2004</c:v>
                </c:pt>
                <c:pt idx="1186">
                  <c:v>21-09-2004</c:v>
                </c:pt>
                <c:pt idx="1187">
                  <c:v>22-09-2004</c:v>
                </c:pt>
                <c:pt idx="1188">
                  <c:v>23-09-2004</c:v>
                </c:pt>
                <c:pt idx="1189">
                  <c:v>24-09-2004</c:v>
                </c:pt>
                <c:pt idx="1190">
                  <c:v>27-09-2004</c:v>
                </c:pt>
                <c:pt idx="1191">
                  <c:v>28-09-2004</c:v>
                </c:pt>
                <c:pt idx="1192">
                  <c:v>29-09-2004</c:v>
                </c:pt>
                <c:pt idx="1193">
                  <c:v>30-09-2004</c:v>
                </c:pt>
                <c:pt idx="1194">
                  <c:v>01-10-2004</c:v>
                </c:pt>
                <c:pt idx="1195">
                  <c:v>04-10-2004</c:v>
                </c:pt>
                <c:pt idx="1196">
                  <c:v>05-10-2004</c:v>
                </c:pt>
                <c:pt idx="1197">
                  <c:v>06-10-2004</c:v>
                </c:pt>
                <c:pt idx="1198">
                  <c:v>07-10-2004</c:v>
                </c:pt>
                <c:pt idx="1199">
                  <c:v>08-10-2004</c:v>
                </c:pt>
                <c:pt idx="1200">
                  <c:v>09-10-2004</c:v>
                </c:pt>
                <c:pt idx="1201">
                  <c:v>11-10-2004</c:v>
                </c:pt>
                <c:pt idx="1202">
                  <c:v>12-10-2004</c:v>
                </c:pt>
                <c:pt idx="1203">
                  <c:v>14-10-2004</c:v>
                </c:pt>
                <c:pt idx="1204">
                  <c:v>15-10-2004</c:v>
                </c:pt>
                <c:pt idx="1205">
                  <c:v>18-10-2004</c:v>
                </c:pt>
                <c:pt idx="1206">
                  <c:v>19-10-2004</c:v>
                </c:pt>
                <c:pt idx="1207">
                  <c:v>20-10-2004</c:v>
                </c:pt>
                <c:pt idx="1208">
                  <c:v>21-10-2004</c:v>
                </c:pt>
                <c:pt idx="1209">
                  <c:v>25-10-2004</c:v>
                </c:pt>
                <c:pt idx="1210">
                  <c:v>26-10-2004</c:v>
                </c:pt>
                <c:pt idx="1211">
                  <c:v>27-10-2004</c:v>
                </c:pt>
                <c:pt idx="1212">
                  <c:v>28-10-2004</c:v>
                </c:pt>
                <c:pt idx="1213">
                  <c:v>29-10-2004</c:v>
                </c:pt>
                <c:pt idx="1214">
                  <c:v>01-11-2004</c:v>
                </c:pt>
                <c:pt idx="1215">
                  <c:v>02-11-2004</c:v>
                </c:pt>
                <c:pt idx="1216">
                  <c:v>03-11-2004</c:v>
                </c:pt>
                <c:pt idx="1217">
                  <c:v>04-11-2004</c:v>
                </c:pt>
                <c:pt idx="1218">
                  <c:v>05-11-2004</c:v>
                </c:pt>
                <c:pt idx="1219">
                  <c:v>08-11-2004</c:v>
                </c:pt>
                <c:pt idx="1220">
                  <c:v>09-11-2004</c:v>
                </c:pt>
                <c:pt idx="1221">
                  <c:v>10-11-2004</c:v>
                </c:pt>
                <c:pt idx="1222">
                  <c:v>11-11-2004</c:v>
                </c:pt>
                <c:pt idx="1223">
                  <c:v>12-11-2004</c:v>
                </c:pt>
                <c:pt idx="1224">
                  <c:v>16-11-2004</c:v>
                </c:pt>
                <c:pt idx="1225">
                  <c:v>17-11-2004</c:v>
                </c:pt>
                <c:pt idx="1226">
                  <c:v>18-11-2004</c:v>
                </c:pt>
                <c:pt idx="1227">
                  <c:v>19-11-2004</c:v>
                </c:pt>
                <c:pt idx="1228">
                  <c:v>22-11-2004</c:v>
                </c:pt>
                <c:pt idx="1229">
                  <c:v>23-11-2004</c:v>
                </c:pt>
                <c:pt idx="1230">
                  <c:v>24-11-2004</c:v>
                </c:pt>
                <c:pt idx="1231">
                  <c:v>25-11-2004</c:v>
                </c:pt>
                <c:pt idx="1232">
                  <c:v>29-11-2004</c:v>
                </c:pt>
                <c:pt idx="1233">
                  <c:v>30-11-2004</c:v>
                </c:pt>
                <c:pt idx="1234">
                  <c:v>01-12-2004</c:v>
                </c:pt>
                <c:pt idx="1235">
                  <c:v>02-12-2004</c:v>
                </c:pt>
                <c:pt idx="1236">
                  <c:v>03-12-2004</c:v>
                </c:pt>
                <c:pt idx="1237">
                  <c:v>06-12-2004</c:v>
                </c:pt>
                <c:pt idx="1238">
                  <c:v>07-12-2004</c:v>
                </c:pt>
                <c:pt idx="1239">
                  <c:v>08-12-2004</c:v>
                </c:pt>
                <c:pt idx="1240">
                  <c:v>09-12-2004</c:v>
                </c:pt>
                <c:pt idx="1241">
                  <c:v>10-12-2004</c:v>
                </c:pt>
                <c:pt idx="1242">
                  <c:v>13-12-2004</c:v>
                </c:pt>
                <c:pt idx="1243">
                  <c:v>14-12-2004</c:v>
                </c:pt>
                <c:pt idx="1244">
                  <c:v>15-12-2004</c:v>
                </c:pt>
                <c:pt idx="1245">
                  <c:v>16-12-2004</c:v>
                </c:pt>
                <c:pt idx="1246">
                  <c:v>17-12-2004</c:v>
                </c:pt>
                <c:pt idx="1247">
                  <c:v>20-12-2004</c:v>
                </c:pt>
                <c:pt idx="1248">
                  <c:v>21-12-2004</c:v>
                </c:pt>
                <c:pt idx="1249">
                  <c:v>22-12-2004</c:v>
                </c:pt>
                <c:pt idx="1250">
                  <c:v>23-12-2004</c:v>
                </c:pt>
                <c:pt idx="1251">
                  <c:v>24-12-2004</c:v>
                </c:pt>
                <c:pt idx="1252">
                  <c:v>27-12-2004</c:v>
                </c:pt>
                <c:pt idx="1253">
                  <c:v>28-12-2004</c:v>
                </c:pt>
                <c:pt idx="1254">
                  <c:v>29-12-2004</c:v>
                </c:pt>
                <c:pt idx="1255">
                  <c:v>30-12-2004</c:v>
                </c:pt>
                <c:pt idx="1256">
                  <c:v>31-12-2004</c:v>
                </c:pt>
                <c:pt idx="1257">
                  <c:v>03-01-2005</c:v>
                </c:pt>
                <c:pt idx="1258">
                  <c:v>04-01-2005</c:v>
                </c:pt>
                <c:pt idx="1259">
                  <c:v>05-01-2005</c:v>
                </c:pt>
                <c:pt idx="1260">
                  <c:v>06-01-2005</c:v>
                </c:pt>
                <c:pt idx="1261">
                  <c:v>07-01-2005</c:v>
                </c:pt>
                <c:pt idx="1262">
                  <c:v>10-01-2005</c:v>
                </c:pt>
                <c:pt idx="1263">
                  <c:v>11-01-2005</c:v>
                </c:pt>
                <c:pt idx="1264">
                  <c:v>12-01-2005</c:v>
                </c:pt>
                <c:pt idx="1265">
                  <c:v>13-01-2005</c:v>
                </c:pt>
                <c:pt idx="1266">
                  <c:v>14-01-2005</c:v>
                </c:pt>
                <c:pt idx="1267">
                  <c:v>17-01-2005</c:v>
                </c:pt>
                <c:pt idx="1268">
                  <c:v>18-01-2005</c:v>
                </c:pt>
                <c:pt idx="1269">
                  <c:v>19-01-2005</c:v>
                </c:pt>
                <c:pt idx="1270">
                  <c:v>20-01-2005</c:v>
                </c:pt>
                <c:pt idx="1271">
                  <c:v>24-01-2005</c:v>
                </c:pt>
                <c:pt idx="1272">
                  <c:v>25-01-2005</c:v>
                </c:pt>
                <c:pt idx="1273">
                  <c:v>27-01-2005</c:v>
                </c:pt>
                <c:pt idx="1274">
                  <c:v>28-01-2005</c:v>
                </c:pt>
                <c:pt idx="1275">
                  <c:v>31-01-2005</c:v>
                </c:pt>
                <c:pt idx="1276">
                  <c:v>01-02-2005</c:v>
                </c:pt>
                <c:pt idx="1277">
                  <c:v>02-02-2005</c:v>
                </c:pt>
                <c:pt idx="1278">
                  <c:v>03-02-2005</c:v>
                </c:pt>
                <c:pt idx="1279">
                  <c:v>04-02-2005</c:v>
                </c:pt>
                <c:pt idx="1280">
                  <c:v>07-02-2005</c:v>
                </c:pt>
                <c:pt idx="1281">
                  <c:v>08-02-2005</c:v>
                </c:pt>
                <c:pt idx="1282">
                  <c:v>09-02-2005</c:v>
                </c:pt>
                <c:pt idx="1283">
                  <c:v>10-02-2005</c:v>
                </c:pt>
                <c:pt idx="1284">
                  <c:v>11-02-2005</c:v>
                </c:pt>
                <c:pt idx="1285">
                  <c:v>14-02-2005</c:v>
                </c:pt>
                <c:pt idx="1286">
                  <c:v>15-02-2005</c:v>
                </c:pt>
                <c:pt idx="1287">
                  <c:v>16-02-2005</c:v>
                </c:pt>
                <c:pt idx="1288">
                  <c:v>17-02-2005</c:v>
                </c:pt>
                <c:pt idx="1289">
                  <c:v>18-02-2005</c:v>
                </c:pt>
                <c:pt idx="1290">
                  <c:v>21-02-2005</c:v>
                </c:pt>
                <c:pt idx="1291">
                  <c:v>22-02-2005</c:v>
                </c:pt>
                <c:pt idx="1292">
                  <c:v>23-02-2005</c:v>
                </c:pt>
                <c:pt idx="1293">
                  <c:v>24-02-2005</c:v>
                </c:pt>
                <c:pt idx="1294">
                  <c:v>25-02-2005</c:v>
                </c:pt>
                <c:pt idx="1295">
                  <c:v>28-02-2005</c:v>
                </c:pt>
                <c:pt idx="1296">
                  <c:v>01-03-2005</c:v>
                </c:pt>
                <c:pt idx="1297">
                  <c:v>02-03-2005</c:v>
                </c:pt>
                <c:pt idx="1298">
                  <c:v>03-03-2005</c:v>
                </c:pt>
                <c:pt idx="1299">
                  <c:v>04-03-2005</c:v>
                </c:pt>
                <c:pt idx="1300">
                  <c:v>07-03-2005</c:v>
                </c:pt>
                <c:pt idx="1301">
                  <c:v>08-03-2005</c:v>
                </c:pt>
                <c:pt idx="1302">
                  <c:v>09-03-2005</c:v>
                </c:pt>
                <c:pt idx="1303">
                  <c:v>10-03-2005</c:v>
                </c:pt>
                <c:pt idx="1304">
                  <c:v>11-03-2005</c:v>
                </c:pt>
                <c:pt idx="1305">
                  <c:v>14-03-2005</c:v>
                </c:pt>
                <c:pt idx="1306">
                  <c:v>15-03-2005</c:v>
                </c:pt>
                <c:pt idx="1307">
                  <c:v>16-03-2005</c:v>
                </c:pt>
                <c:pt idx="1308">
                  <c:v>17-03-2005</c:v>
                </c:pt>
                <c:pt idx="1309">
                  <c:v>18-03-2005</c:v>
                </c:pt>
                <c:pt idx="1310">
                  <c:v>21-03-2005</c:v>
                </c:pt>
                <c:pt idx="1311">
                  <c:v>22-03-2005</c:v>
                </c:pt>
                <c:pt idx="1312">
                  <c:v>23-03-2005</c:v>
                </c:pt>
                <c:pt idx="1313">
                  <c:v>24-03-2005</c:v>
                </c:pt>
                <c:pt idx="1314">
                  <c:v>28-03-2005</c:v>
                </c:pt>
                <c:pt idx="1315">
                  <c:v>29-03-2005</c:v>
                </c:pt>
                <c:pt idx="1316">
                  <c:v>30-03-2005</c:v>
                </c:pt>
                <c:pt idx="1317">
                  <c:v>31-03-2005</c:v>
                </c:pt>
                <c:pt idx="1318">
                  <c:v>01-04-2005</c:v>
                </c:pt>
                <c:pt idx="1319">
                  <c:v>04-04-2005</c:v>
                </c:pt>
                <c:pt idx="1320">
                  <c:v>05-04-2005</c:v>
                </c:pt>
                <c:pt idx="1321">
                  <c:v>06-04-2005</c:v>
                </c:pt>
                <c:pt idx="1322">
                  <c:v>07-04-2005</c:v>
                </c:pt>
                <c:pt idx="1323">
                  <c:v>08-04-2005</c:v>
                </c:pt>
                <c:pt idx="1324">
                  <c:v>11-04-2005</c:v>
                </c:pt>
                <c:pt idx="1325">
                  <c:v>12-04-2005</c:v>
                </c:pt>
                <c:pt idx="1326">
                  <c:v>13-04-2005</c:v>
                </c:pt>
                <c:pt idx="1327">
                  <c:v>15-04-2005</c:v>
                </c:pt>
                <c:pt idx="1328">
                  <c:v>18-04-2005</c:v>
                </c:pt>
                <c:pt idx="1329">
                  <c:v>19-04-2005</c:v>
                </c:pt>
                <c:pt idx="1330">
                  <c:v>20-04-2005</c:v>
                </c:pt>
                <c:pt idx="1331">
                  <c:v>21-04-2005</c:v>
                </c:pt>
                <c:pt idx="1332">
                  <c:v>22-04-2005</c:v>
                </c:pt>
                <c:pt idx="1333">
                  <c:v>25-04-2005</c:v>
                </c:pt>
                <c:pt idx="1334">
                  <c:v>26-04-2005</c:v>
                </c:pt>
                <c:pt idx="1335">
                  <c:v>27-04-2005</c:v>
                </c:pt>
                <c:pt idx="1336">
                  <c:v>28-04-2005</c:v>
                </c:pt>
                <c:pt idx="1337">
                  <c:v>29-04-2005</c:v>
                </c:pt>
                <c:pt idx="1338">
                  <c:v>02-05-2005</c:v>
                </c:pt>
                <c:pt idx="1339">
                  <c:v>03-05-2005</c:v>
                </c:pt>
                <c:pt idx="1340">
                  <c:v>04-05-2005</c:v>
                </c:pt>
                <c:pt idx="1341">
                  <c:v>05-05-2005</c:v>
                </c:pt>
                <c:pt idx="1342">
                  <c:v>06-05-2005</c:v>
                </c:pt>
                <c:pt idx="1343">
                  <c:v>09-05-2005</c:v>
                </c:pt>
                <c:pt idx="1344">
                  <c:v>10-05-2005</c:v>
                </c:pt>
                <c:pt idx="1345">
                  <c:v>11-05-2005</c:v>
                </c:pt>
                <c:pt idx="1346">
                  <c:v>12-05-2005</c:v>
                </c:pt>
                <c:pt idx="1347">
                  <c:v>13-05-2005</c:v>
                </c:pt>
                <c:pt idx="1348">
                  <c:v>16-05-2005</c:v>
                </c:pt>
                <c:pt idx="1349">
                  <c:v>17-05-2005</c:v>
                </c:pt>
                <c:pt idx="1350">
                  <c:v>18-05-2005</c:v>
                </c:pt>
                <c:pt idx="1351">
                  <c:v>19-05-2005</c:v>
                </c:pt>
                <c:pt idx="1352">
                  <c:v>20-05-2005</c:v>
                </c:pt>
                <c:pt idx="1353">
                  <c:v>23-05-2005</c:v>
                </c:pt>
                <c:pt idx="1354">
                  <c:v>24-05-2005</c:v>
                </c:pt>
                <c:pt idx="1355">
                  <c:v>25-05-2005</c:v>
                </c:pt>
                <c:pt idx="1356">
                  <c:v>26-05-2005</c:v>
                </c:pt>
                <c:pt idx="1357">
                  <c:v>27-05-2005</c:v>
                </c:pt>
                <c:pt idx="1358">
                  <c:v>30-05-2005</c:v>
                </c:pt>
                <c:pt idx="1359">
                  <c:v>31-05-2005</c:v>
                </c:pt>
                <c:pt idx="1360">
                  <c:v>01-06-2005</c:v>
                </c:pt>
                <c:pt idx="1361">
                  <c:v>02-06-2005</c:v>
                </c:pt>
                <c:pt idx="1362">
                  <c:v>03-06-2005</c:v>
                </c:pt>
                <c:pt idx="1363">
                  <c:v>04-06-2005</c:v>
                </c:pt>
                <c:pt idx="1364">
                  <c:v>06-06-2005</c:v>
                </c:pt>
                <c:pt idx="1365">
                  <c:v>07-06-2005</c:v>
                </c:pt>
                <c:pt idx="1366">
                  <c:v>08-06-2005</c:v>
                </c:pt>
                <c:pt idx="1367">
                  <c:v>09-06-2005</c:v>
                </c:pt>
                <c:pt idx="1368">
                  <c:v>10-06-2005</c:v>
                </c:pt>
                <c:pt idx="1369">
                  <c:v>13-06-2005</c:v>
                </c:pt>
                <c:pt idx="1370">
                  <c:v>14-06-2005</c:v>
                </c:pt>
                <c:pt idx="1371">
                  <c:v>15-06-2005</c:v>
                </c:pt>
                <c:pt idx="1372">
                  <c:v>16-06-2005</c:v>
                </c:pt>
                <c:pt idx="1373">
                  <c:v>17-06-2005</c:v>
                </c:pt>
                <c:pt idx="1374">
                  <c:v>20-06-2005</c:v>
                </c:pt>
                <c:pt idx="1375">
                  <c:v>21-06-2005</c:v>
                </c:pt>
                <c:pt idx="1376">
                  <c:v>22-06-2005</c:v>
                </c:pt>
                <c:pt idx="1377">
                  <c:v>23-06-2005</c:v>
                </c:pt>
                <c:pt idx="1378">
                  <c:v>24-06-2005</c:v>
                </c:pt>
                <c:pt idx="1379">
                  <c:v>27-06-2005</c:v>
                </c:pt>
                <c:pt idx="1380">
                  <c:v>28-06-2005</c:v>
                </c:pt>
                <c:pt idx="1381">
                  <c:v>29-06-2005</c:v>
                </c:pt>
                <c:pt idx="1382">
                  <c:v>30-06-2005</c:v>
                </c:pt>
                <c:pt idx="1383">
                  <c:v>01-07-2005</c:v>
                </c:pt>
                <c:pt idx="1384">
                  <c:v>04-07-2005</c:v>
                </c:pt>
                <c:pt idx="1385">
                  <c:v>05-07-2005</c:v>
                </c:pt>
                <c:pt idx="1386">
                  <c:v>06-07-2005</c:v>
                </c:pt>
                <c:pt idx="1387">
                  <c:v>07-07-2005</c:v>
                </c:pt>
                <c:pt idx="1388">
                  <c:v>08-07-2005</c:v>
                </c:pt>
                <c:pt idx="1389">
                  <c:v>11-07-2005</c:v>
                </c:pt>
                <c:pt idx="1390">
                  <c:v>12-07-2005</c:v>
                </c:pt>
                <c:pt idx="1391">
                  <c:v>13-07-2005</c:v>
                </c:pt>
                <c:pt idx="1392">
                  <c:v>14-07-2005</c:v>
                </c:pt>
                <c:pt idx="1393">
                  <c:v>15-07-2005</c:v>
                </c:pt>
                <c:pt idx="1394">
                  <c:v>18-07-2005</c:v>
                </c:pt>
                <c:pt idx="1395">
                  <c:v>19-07-2005</c:v>
                </c:pt>
                <c:pt idx="1396">
                  <c:v>20-07-2005</c:v>
                </c:pt>
                <c:pt idx="1397">
                  <c:v>21-07-2005</c:v>
                </c:pt>
                <c:pt idx="1398">
                  <c:v>22-07-2005</c:v>
                </c:pt>
                <c:pt idx="1399">
                  <c:v>25-07-2005</c:v>
                </c:pt>
                <c:pt idx="1400">
                  <c:v>26-07-2005</c:v>
                </c:pt>
                <c:pt idx="1401">
                  <c:v>27-07-2005</c:v>
                </c:pt>
                <c:pt idx="1402">
                  <c:v>29-07-2005</c:v>
                </c:pt>
                <c:pt idx="1403">
                  <c:v>01-08-2005</c:v>
                </c:pt>
                <c:pt idx="1404">
                  <c:v>02-08-2005</c:v>
                </c:pt>
                <c:pt idx="1405">
                  <c:v>03-08-2005</c:v>
                </c:pt>
                <c:pt idx="1406">
                  <c:v>04-08-2005</c:v>
                </c:pt>
                <c:pt idx="1407">
                  <c:v>05-08-2005</c:v>
                </c:pt>
                <c:pt idx="1408">
                  <c:v>08-08-2005</c:v>
                </c:pt>
                <c:pt idx="1409">
                  <c:v>09-08-2005</c:v>
                </c:pt>
                <c:pt idx="1410">
                  <c:v>10-08-2005</c:v>
                </c:pt>
                <c:pt idx="1411">
                  <c:v>11-08-2005</c:v>
                </c:pt>
                <c:pt idx="1412">
                  <c:v>12-08-2005</c:v>
                </c:pt>
                <c:pt idx="1413">
                  <c:v>16-08-2005</c:v>
                </c:pt>
                <c:pt idx="1414">
                  <c:v>17-08-2005</c:v>
                </c:pt>
                <c:pt idx="1415">
                  <c:v>18-08-2005</c:v>
                </c:pt>
                <c:pt idx="1416">
                  <c:v>19-08-2005</c:v>
                </c:pt>
                <c:pt idx="1417">
                  <c:v>22-08-2005</c:v>
                </c:pt>
                <c:pt idx="1418">
                  <c:v>23-08-2005</c:v>
                </c:pt>
                <c:pt idx="1419">
                  <c:v>24-08-2005</c:v>
                </c:pt>
                <c:pt idx="1420">
                  <c:v>25-08-2005</c:v>
                </c:pt>
                <c:pt idx="1421">
                  <c:v>26-08-2005</c:v>
                </c:pt>
                <c:pt idx="1422">
                  <c:v>29-08-2005</c:v>
                </c:pt>
                <c:pt idx="1423">
                  <c:v>30-08-2005</c:v>
                </c:pt>
                <c:pt idx="1424">
                  <c:v>31-08-2005</c:v>
                </c:pt>
                <c:pt idx="1425">
                  <c:v>01-09-2005</c:v>
                </c:pt>
                <c:pt idx="1426">
                  <c:v>02-09-2005</c:v>
                </c:pt>
                <c:pt idx="1427">
                  <c:v>05-09-2005</c:v>
                </c:pt>
                <c:pt idx="1428">
                  <c:v>06-09-2005</c:v>
                </c:pt>
                <c:pt idx="1429">
                  <c:v>08-09-2005</c:v>
                </c:pt>
                <c:pt idx="1430">
                  <c:v>09-09-2005</c:v>
                </c:pt>
                <c:pt idx="1431">
                  <c:v>12-09-2005</c:v>
                </c:pt>
                <c:pt idx="1432">
                  <c:v>13-09-2005</c:v>
                </c:pt>
                <c:pt idx="1433">
                  <c:v>14-09-2005</c:v>
                </c:pt>
                <c:pt idx="1434">
                  <c:v>15-09-2005</c:v>
                </c:pt>
                <c:pt idx="1435">
                  <c:v>16-09-2005</c:v>
                </c:pt>
                <c:pt idx="1436">
                  <c:v>19-09-2005</c:v>
                </c:pt>
                <c:pt idx="1437">
                  <c:v>20-09-2005</c:v>
                </c:pt>
                <c:pt idx="1438">
                  <c:v>21-09-2005</c:v>
                </c:pt>
                <c:pt idx="1439">
                  <c:v>22-09-2005</c:v>
                </c:pt>
                <c:pt idx="1440">
                  <c:v>23-09-2005</c:v>
                </c:pt>
                <c:pt idx="1441">
                  <c:v>26-09-2005</c:v>
                </c:pt>
                <c:pt idx="1442">
                  <c:v>27-09-2005</c:v>
                </c:pt>
                <c:pt idx="1443">
                  <c:v>28-09-2005</c:v>
                </c:pt>
                <c:pt idx="1444">
                  <c:v>29-09-2005</c:v>
                </c:pt>
                <c:pt idx="1445">
                  <c:v>30-09-2005</c:v>
                </c:pt>
                <c:pt idx="1446">
                  <c:v>03-10-2005</c:v>
                </c:pt>
                <c:pt idx="1447">
                  <c:v>04-10-2005</c:v>
                </c:pt>
                <c:pt idx="1448">
                  <c:v>05-10-2005</c:v>
                </c:pt>
                <c:pt idx="1449">
                  <c:v>06-10-2005</c:v>
                </c:pt>
                <c:pt idx="1450">
                  <c:v>07-10-2005</c:v>
                </c:pt>
                <c:pt idx="1451">
                  <c:v>10-10-2005</c:v>
                </c:pt>
                <c:pt idx="1452">
                  <c:v>11-10-2005</c:v>
                </c:pt>
                <c:pt idx="1453">
                  <c:v>13-10-2005</c:v>
                </c:pt>
                <c:pt idx="1454">
                  <c:v>14-10-2005</c:v>
                </c:pt>
                <c:pt idx="1455">
                  <c:v>17-10-2005</c:v>
                </c:pt>
                <c:pt idx="1456">
                  <c:v>18-10-2005</c:v>
                </c:pt>
                <c:pt idx="1457">
                  <c:v>19-10-2005</c:v>
                </c:pt>
                <c:pt idx="1458">
                  <c:v>20-10-2005</c:v>
                </c:pt>
                <c:pt idx="1459">
                  <c:v>21-10-2005</c:v>
                </c:pt>
                <c:pt idx="1460">
                  <c:v>24-10-2005</c:v>
                </c:pt>
                <c:pt idx="1461">
                  <c:v>25-10-2005</c:v>
                </c:pt>
                <c:pt idx="1462">
                  <c:v>26-10-2005</c:v>
                </c:pt>
                <c:pt idx="1463">
                  <c:v>27-10-2005</c:v>
                </c:pt>
                <c:pt idx="1464">
                  <c:v>28-10-2005</c:v>
                </c:pt>
                <c:pt idx="1465">
                  <c:v>31-10-2005</c:v>
                </c:pt>
                <c:pt idx="1466">
                  <c:v>01-11-2005</c:v>
                </c:pt>
                <c:pt idx="1467">
                  <c:v>02-11-2005</c:v>
                </c:pt>
                <c:pt idx="1468">
                  <c:v>07-11-2005</c:v>
                </c:pt>
                <c:pt idx="1469">
                  <c:v>08-11-2005</c:v>
                </c:pt>
                <c:pt idx="1470">
                  <c:v>09-11-2005</c:v>
                </c:pt>
                <c:pt idx="1471">
                  <c:v>10-11-2005</c:v>
                </c:pt>
                <c:pt idx="1472">
                  <c:v>11-11-2005</c:v>
                </c:pt>
                <c:pt idx="1473">
                  <c:v>14-11-2005</c:v>
                </c:pt>
                <c:pt idx="1474">
                  <c:v>16-11-2005</c:v>
                </c:pt>
                <c:pt idx="1475">
                  <c:v>17-11-2005</c:v>
                </c:pt>
                <c:pt idx="1476">
                  <c:v>18-11-2005</c:v>
                </c:pt>
                <c:pt idx="1477">
                  <c:v>21-11-2005</c:v>
                </c:pt>
                <c:pt idx="1478">
                  <c:v>22-11-2005</c:v>
                </c:pt>
                <c:pt idx="1479">
                  <c:v>23-11-2005</c:v>
                </c:pt>
                <c:pt idx="1480">
                  <c:v>24-11-2005</c:v>
                </c:pt>
                <c:pt idx="1481">
                  <c:v>25-11-2005</c:v>
                </c:pt>
                <c:pt idx="1482">
                  <c:v>26-11-2005</c:v>
                </c:pt>
                <c:pt idx="1483">
                  <c:v>28-11-2005</c:v>
                </c:pt>
                <c:pt idx="1484">
                  <c:v>29-11-2005</c:v>
                </c:pt>
                <c:pt idx="1485">
                  <c:v>30-11-2005</c:v>
                </c:pt>
                <c:pt idx="1486">
                  <c:v>01-12-2005</c:v>
                </c:pt>
                <c:pt idx="1487">
                  <c:v>02-12-2005</c:v>
                </c:pt>
                <c:pt idx="1488">
                  <c:v>05-12-2005</c:v>
                </c:pt>
                <c:pt idx="1489">
                  <c:v>06-12-2005</c:v>
                </c:pt>
                <c:pt idx="1490">
                  <c:v>07-12-2005</c:v>
                </c:pt>
                <c:pt idx="1491">
                  <c:v>08-12-2005</c:v>
                </c:pt>
                <c:pt idx="1492">
                  <c:v>09-12-2005</c:v>
                </c:pt>
                <c:pt idx="1493">
                  <c:v>12-12-2005</c:v>
                </c:pt>
                <c:pt idx="1494">
                  <c:v>13-12-2005</c:v>
                </c:pt>
                <c:pt idx="1495">
                  <c:v>14-12-2005</c:v>
                </c:pt>
                <c:pt idx="1496">
                  <c:v>15-12-2005</c:v>
                </c:pt>
                <c:pt idx="1497">
                  <c:v>16-12-2005</c:v>
                </c:pt>
                <c:pt idx="1498">
                  <c:v>19-12-2005</c:v>
                </c:pt>
                <c:pt idx="1499">
                  <c:v>20-12-2005</c:v>
                </c:pt>
                <c:pt idx="1500">
                  <c:v>21-12-2005</c:v>
                </c:pt>
                <c:pt idx="1501">
                  <c:v>22-12-2005</c:v>
                </c:pt>
                <c:pt idx="1502">
                  <c:v>23-12-2005</c:v>
                </c:pt>
                <c:pt idx="1503">
                  <c:v>26-12-2005</c:v>
                </c:pt>
                <c:pt idx="1504">
                  <c:v>27-12-2005</c:v>
                </c:pt>
                <c:pt idx="1505">
                  <c:v>28-12-2005</c:v>
                </c:pt>
                <c:pt idx="1506">
                  <c:v>29-12-2005</c:v>
                </c:pt>
                <c:pt idx="1507">
                  <c:v>30-12-2005</c:v>
                </c:pt>
                <c:pt idx="1508">
                  <c:v>02-01-2006</c:v>
                </c:pt>
                <c:pt idx="1509">
                  <c:v>03-01-2006</c:v>
                </c:pt>
                <c:pt idx="1510">
                  <c:v>04-01-2006</c:v>
                </c:pt>
                <c:pt idx="1511">
                  <c:v>05-01-2006</c:v>
                </c:pt>
                <c:pt idx="1512">
                  <c:v>06-01-2006</c:v>
                </c:pt>
                <c:pt idx="1513">
                  <c:v>09-01-2006</c:v>
                </c:pt>
                <c:pt idx="1514">
                  <c:v>10-01-2006</c:v>
                </c:pt>
                <c:pt idx="1515">
                  <c:v>12-01-2006</c:v>
                </c:pt>
                <c:pt idx="1516">
                  <c:v>13-01-2006</c:v>
                </c:pt>
                <c:pt idx="1517">
                  <c:v>16-01-2006</c:v>
                </c:pt>
                <c:pt idx="1518">
                  <c:v>17-01-2006</c:v>
                </c:pt>
                <c:pt idx="1519">
                  <c:v>18-01-2006</c:v>
                </c:pt>
                <c:pt idx="1520">
                  <c:v>19-01-2006</c:v>
                </c:pt>
                <c:pt idx="1521">
                  <c:v>20-01-2006</c:v>
                </c:pt>
                <c:pt idx="1522">
                  <c:v>23-01-2006</c:v>
                </c:pt>
                <c:pt idx="1523">
                  <c:v>24-01-2006</c:v>
                </c:pt>
                <c:pt idx="1524">
                  <c:v>25-01-2006</c:v>
                </c:pt>
                <c:pt idx="1525">
                  <c:v>27-01-2006</c:v>
                </c:pt>
                <c:pt idx="1526">
                  <c:v>30-01-2006</c:v>
                </c:pt>
                <c:pt idx="1527">
                  <c:v>31-01-2006</c:v>
                </c:pt>
                <c:pt idx="1528">
                  <c:v>01-02-2006</c:v>
                </c:pt>
                <c:pt idx="1529">
                  <c:v>02-02-2006</c:v>
                </c:pt>
                <c:pt idx="1530">
                  <c:v>03-02-2006</c:v>
                </c:pt>
                <c:pt idx="1531">
                  <c:v>06-02-2006</c:v>
                </c:pt>
                <c:pt idx="1532">
                  <c:v>07-02-2006</c:v>
                </c:pt>
                <c:pt idx="1533">
                  <c:v>08-02-2006</c:v>
                </c:pt>
                <c:pt idx="1534">
                  <c:v>10-02-2006</c:v>
                </c:pt>
                <c:pt idx="1535">
                  <c:v>13-02-2006</c:v>
                </c:pt>
                <c:pt idx="1536">
                  <c:v>14-02-2006</c:v>
                </c:pt>
                <c:pt idx="1537">
                  <c:v>15-02-2006</c:v>
                </c:pt>
                <c:pt idx="1538">
                  <c:v>16-02-2006</c:v>
                </c:pt>
                <c:pt idx="1539">
                  <c:v>17-02-2006</c:v>
                </c:pt>
                <c:pt idx="1540">
                  <c:v>20-02-2006</c:v>
                </c:pt>
                <c:pt idx="1541">
                  <c:v>21-02-2006</c:v>
                </c:pt>
                <c:pt idx="1542">
                  <c:v>22-02-2006</c:v>
                </c:pt>
                <c:pt idx="1543">
                  <c:v>23-02-2006</c:v>
                </c:pt>
                <c:pt idx="1544">
                  <c:v>24-02-2006</c:v>
                </c:pt>
                <c:pt idx="1545">
                  <c:v>27-02-2006</c:v>
                </c:pt>
                <c:pt idx="1546">
                  <c:v>28-02-2006</c:v>
                </c:pt>
                <c:pt idx="1547">
                  <c:v>01-03-2006</c:v>
                </c:pt>
                <c:pt idx="1548">
                  <c:v>02-03-2006</c:v>
                </c:pt>
                <c:pt idx="1549">
                  <c:v>03-03-2006</c:v>
                </c:pt>
                <c:pt idx="1550">
                  <c:v>06-03-2006</c:v>
                </c:pt>
                <c:pt idx="1551">
                  <c:v>07-03-2006</c:v>
                </c:pt>
                <c:pt idx="1552">
                  <c:v>08-03-2006</c:v>
                </c:pt>
                <c:pt idx="1553">
                  <c:v>09-03-2006</c:v>
                </c:pt>
                <c:pt idx="1554">
                  <c:v>10-03-2006</c:v>
                </c:pt>
                <c:pt idx="1555">
                  <c:v>13-03-2006</c:v>
                </c:pt>
                <c:pt idx="1556">
                  <c:v>14-03-2006</c:v>
                </c:pt>
                <c:pt idx="1557">
                  <c:v>16-03-2006</c:v>
                </c:pt>
                <c:pt idx="1558">
                  <c:v>17-03-2006</c:v>
                </c:pt>
                <c:pt idx="1559">
                  <c:v>20-03-2006</c:v>
                </c:pt>
                <c:pt idx="1560">
                  <c:v>21-03-2006</c:v>
                </c:pt>
                <c:pt idx="1561">
                  <c:v>22-03-2006</c:v>
                </c:pt>
                <c:pt idx="1562">
                  <c:v>23-03-2006</c:v>
                </c:pt>
                <c:pt idx="1563">
                  <c:v>24-03-2006</c:v>
                </c:pt>
                <c:pt idx="1564">
                  <c:v>27-03-2006</c:v>
                </c:pt>
                <c:pt idx="1565">
                  <c:v>28-03-2006</c:v>
                </c:pt>
                <c:pt idx="1566">
                  <c:v>29-03-2006</c:v>
                </c:pt>
                <c:pt idx="1567">
                  <c:v>30-03-2006</c:v>
                </c:pt>
                <c:pt idx="1568">
                  <c:v>31-03-2006</c:v>
                </c:pt>
                <c:pt idx="1569">
                  <c:v>03-04-2006</c:v>
                </c:pt>
                <c:pt idx="1570">
                  <c:v>04-04-2006</c:v>
                </c:pt>
                <c:pt idx="1571">
                  <c:v>05-04-2006</c:v>
                </c:pt>
                <c:pt idx="1572">
                  <c:v>07-04-2006</c:v>
                </c:pt>
                <c:pt idx="1573">
                  <c:v>10-04-2006</c:v>
                </c:pt>
                <c:pt idx="1574">
                  <c:v>12-04-2006</c:v>
                </c:pt>
                <c:pt idx="1575">
                  <c:v>13-04-2006</c:v>
                </c:pt>
                <c:pt idx="1576">
                  <c:v>17-04-2006</c:v>
                </c:pt>
                <c:pt idx="1577">
                  <c:v>18-04-2006</c:v>
                </c:pt>
                <c:pt idx="1578">
                  <c:v>19-04-2006</c:v>
                </c:pt>
                <c:pt idx="1579">
                  <c:v>20-04-2006</c:v>
                </c:pt>
                <c:pt idx="1580">
                  <c:v>21-04-2006</c:v>
                </c:pt>
                <c:pt idx="1581">
                  <c:v>24-04-2006</c:v>
                </c:pt>
                <c:pt idx="1582">
                  <c:v>25-04-2006</c:v>
                </c:pt>
                <c:pt idx="1583">
                  <c:v>26-04-2006</c:v>
                </c:pt>
                <c:pt idx="1584">
                  <c:v>27-04-2006</c:v>
                </c:pt>
                <c:pt idx="1585">
                  <c:v>28-04-2006</c:v>
                </c:pt>
                <c:pt idx="1586">
                  <c:v>29-04-2006</c:v>
                </c:pt>
                <c:pt idx="1587">
                  <c:v>02-05-2006</c:v>
                </c:pt>
                <c:pt idx="1588">
                  <c:v>03-05-2006</c:v>
                </c:pt>
                <c:pt idx="1589">
                  <c:v>04-05-2006</c:v>
                </c:pt>
                <c:pt idx="1590">
                  <c:v>05-05-2006</c:v>
                </c:pt>
                <c:pt idx="1591">
                  <c:v>08-05-2006</c:v>
                </c:pt>
                <c:pt idx="1592">
                  <c:v>09-05-2006</c:v>
                </c:pt>
                <c:pt idx="1593">
                  <c:v>10-05-2006</c:v>
                </c:pt>
                <c:pt idx="1594">
                  <c:v>11-05-2006</c:v>
                </c:pt>
                <c:pt idx="1595">
                  <c:v>12-05-2006</c:v>
                </c:pt>
                <c:pt idx="1596">
                  <c:v>15-05-2006</c:v>
                </c:pt>
                <c:pt idx="1597">
                  <c:v>16-05-2006</c:v>
                </c:pt>
                <c:pt idx="1598">
                  <c:v>17-05-2006</c:v>
                </c:pt>
                <c:pt idx="1599">
                  <c:v>18-05-2006</c:v>
                </c:pt>
                <c:pt idx="1600">
                  <c:v>19-05-2006</c:v>
                </c:pt>
                <c:pt idx="1601">
                  <c:v>22-05-2006</c:v>
                </c:pt>
                <c:pt idx="1602">
                  <c:v>23-05-2006</c:v>
                </c:pt>
                <c:pt idx="1603">
                  <c:v>24-05-2006</c:v>
                </c:pt>
                <c:pt idx="1604">
                  <c:v>25-05-2006</c:v>
                </c:pt>
                <c:pt idx="1605">
                  <c:v>26-05-2006</c:v>
                </c:pt>
                <c:pt idx="1606">
                  <c:v>29-05-2006</c:v>
                </c:pt>
                <c:pt idx="1607">
                  <c:v>30-05-2006</c:v>
                </c:pt>
                <c:pt idx="1608">
                  <c:v>31-05-2006</c:v>
                </c:pt>
                <c:pt idx="1609">
                  <c:v>01-06-2006</c:v>
                </c:pt>
                <c:pt idx="1610">
                  <c:v>02-06-2006</c:v>
                </c:pt>
                <c:pt idx="1611">
                  <c:v>05-06-2006</c:v>
                </c:pt>
                <c:pt idx="1612">
                  <c:v>06-06-2006</c:v>
                </c:pt>
                <c:pt idx="1613">
                  <c:v>07-06-2006</c:v>
                </c:pt>
                <c:pt idx="1614">
                  <c:v>08-06-2006</c:v>
                </c:pt>
                <c:pt idx="1615">
                  <c:v>09-06-2006</c:v>
                </c:pt>
                <c:pt idx="1616">
                  <c:v>12-06-2006</c:v>
                </c:pt>
                <c:pt idx="1617">
                  <c:v>13-06-2006</c:v>
                </c:pt>
                <c:pt idx="1618">
                  <c:v>14-06-2006</c:v>
                </c:pt>
                <c:pt idx="1619">
                  <c:v>15-06-2006</c:v>
                </c:pt>
                <c:pt idx="1620">
                  <c:v>16-06-2006</c:v>
                </c:pt>
                <c:pt idx="1621">
                  <c:v>19-06-2006</c:v>
                </c:pt>
                <c:pt idx="1622">
                  <c:v>20-06-2006</c:v>
                </c:pt>
                <c:pt idx="1623">
                  <c:v>21-06-2006</c:v>
                </c:pt>
                <c:pt idx="1624">
                  <c:v>22-06-2006</c:v>
                </c:pt>
                <c:pt idx="1625">
                  <c:v>23-06-2006</c:v>
                </c:pt>
                <c:pt idx="1626">
                  <c:v>25-06-2006</c:v>
                </c:pt>
                <c:pt idx="1627">
                  <c:v>26-06-2006</c:v>
                </c:pt>
                <c:pt idx="1628">
                  <c:v>27-06-2006</c:v>
                </c:pt>
                <c:pt idx="1629">
                  <c:v>28-06-2006</c:v>
                </c:pt>
                <c:pt idx="1630">
                  <c:v>29-06-2006</c:v>
                </c:pt>
                <c:pt idx="1631">
                  <c:v>30-06-2006</c:v>
                </c:pt>
                <c:pt idx="1632">
                  <c:v>03-07-2006</c:v>
                </c:pt>
                <c:pt idx="1633">
                  <c:v>04-07-2006</c:v>
                </c:pt>
                <c:pt idx="1634">
                  <c:v>05-07-2006</c:v>
                </c:pt>
                <c:pt idx="1635">
                  <c:v>06-07-2006</c:v>
                </c:pt>
                <c:pt idx="1636">
                  <c:v>07-07-2006</c:v>
                </c:pt>
                <c:pt idx="1637">
                  <c:v>10-07-2006</c:v>
                </c:pt>
                <c:pt idx="1638">
                  <c:v>11-07-2006</c:v>
                </c:pt>
                <c:pt idx="1639">
                  <c:v>12-07-2006</c:v>
                </c:pt>
                <c:pt idx="1640">
                  <c:v>13-07-2006</c:v>
                </c:pt>
                <c:pt idx="1641">
                  <c:v>14-07-2006</c:v>
                </c:pt>
                <c:pt idx="1642">
                  <c:v>17-07-2006</c:v>
                </c:pt>
                <c:pt idx="1643">
                  <c:v>18-07-2006</c:v>
                </c:pt>
                <c:pt idx="1644">
                  <c:v>19-07-2006</c:v>
                </c:pt>
                <c:pt idx="1645">
                  <c:v>20-07-2006</c:v>
                </c:pt>
                <c:pt idx="1646">
                  <c:v>21-07-2006</c:v>
                </c:pt>
                <c:pt idx="1647">
                  <c:v>24-07-2006</c:v>
                </c:pt>
                <c:pt idx="1648">
                  <c:v>25-07-2006</c:v>
                </c:pt>
                <c:pt idx="1649">
                  <c:v>26-07-2006</c:v>
                </c:pt>
                <c:pt idx="1650">
                  <c:v>27-07-2006</c:v>
                </c:pt>
                <c:pt idx="1651">
                  <c:v>28-07-2006</c:v>
                </c:pt>
                <c:pt idx="1652">
                  <c:v>31-07-2006</c:v>
                </c:pt>
                <c:pt idx="1653">
                  <c:v>01-08-2006</c:v>
                </c:pt>
                <c:pt idx="1654">
                  <c:v>02-08-2006</c:v>
                </c:pt>
                <c:pt idx="1655">
                  <c:v>03-08-2006</c:v>
                </c:pt>
                <c:pt idx="1656">
                  <c:v>04-08-2006</c:v>
                </c:pt>
                <c:pt idx="1657">
                  <c:v>07-08-2006</c:v>
                </c:pt>
                <c:pt idx="1658">
                  <c:v>08-08-2006</c:v>
                </c:pt>
                <c:pt idx="1659">
                  <c:v>09-08-2006</c:v>
                </c:pt>
                <c:pt idx="1660">
                  <c:v>10-08-2006</c:v>
                </c:pt>
                <c:pt idx="1661">
                  <c:v>11-08-2006</c:v>
                </c:pt>
                <c:pt idx="1662">
                  <c:v>14-08-2006</c:v>
                </c:pt>
                <c:pt idx="1663">
                  <c:v>16-08-2006</c:v>
                </c:pt>
                <c:pt idx="1664">
                  <c:v>17-08-2006</c:v>
                </c:pt>
                <c:pt idx="1665">
                  <c:v>18-08-2006</c:v>
                </c:pt>
                <c:pt idx="1666">
                  <c:v>21-08-2006</c:v>
                </c:pt>
                <c:pt idx="1667">
                  <c:v>22-08-2006</c:v>
                </c:pt>
                <c:pt idx="1668">
                  <c:v>23-08-2006</c:v>
                </c:pt>
                <c:pt idx="1669">
                  <c:v>24-08-2006</c:v>
                </c:pt>
                <c:pt idx="1670">
                  <c:v>25-08-2006</c:v>
                </c:pt>
                <c:pt idx="1671">
                  <c:v>28-08-2006</c:v>
                </c:pt>
                <c:pt idx="1672">
                  <c:v>29-08-2006</c:v>
                </c:pt>
                <c:pt idx="1673">
                  <c:v>30-08-2006</c:v>
                </c:pt>
                <c:pt idx="1674">
                  <c:v>31-08-2006</c:v>
                </c:pt>
                <c:pt idx="1675">
                  <c:v>01-09-2006</c:v>
                </c:pt>
                <c:pt idx="1676">
                  <c:v>04-09-2006</c:v>
                </c:pt>
                <c:pt idx="1677">
                  <c:v>05-09-2006</c:v>
                </c:pt>
                <c:pt idx="1678">
                  <c:v>06-09-2006</c:v>
                </c:pt>
                <c:pt idx="1679">
                  <c:v>07-09-2006</c:v>
                </c:pt>
                <c:pt idx="1680">
                  <c:v>08-09-2006</c:v>
                </c:pt>
                <c:pt idx="1681">
                  <c:v>11-09-2006</c:v>
                </c:pt>
                <c:pt idx="1682">
                  <c:v>12-09-2006</c:v>
                </c:pt>
                <c:pt idx="1683">
                  <c:v>13-09-2006</c:v>
                </c:pt>
                <c:pt idx="1684">
                  <c:v>14-09-2006</c:v>
                </c:pt>
                <c:pt idx="1685">
                  <c:v>15-09-2006</c:v>
                </c:pt>
                <c:pt idx="1686">
                  <c:v>18-09-2006</c:v>
                </c:pt>
                <c:pt idx="1687">
                  <c:v>19-09-2006</c:v>
                </c:pt>
                <c:pt idx="1688">
                  <c:v>20-09-2006</c:v>
                </c:pt>
                <c:pt idx="1689">
                  <c:v>21-09-2006</c:v>
                </c:pt>
                <c:pt idx="1690">
                  <c:v>22-09-2006</c:v>
                </c:pt>
                <c:pt idx="1691">
                  <c:v>25-09-2006</c:v>
                </c:pt>
                <c:pt idx="1692">
                  <c:v>26-09-2006</c:v>
                </c:pt>
                <c:pt idx="1693">
                  <c:v>27-09-2006</c:v>
                </c:pt>
                <c:pt idx="1694">
                  <c:v>28-09-2006</c:v>
                </c:pt>
                <c:pt idx="1695">
                  <c:v>29-09-2006</c:v>
                </c:pt>
                <c:pt idx="1696">
                  <c:v>03-10-2006</c:v>
                </c:pt>
                <c:pt idx="1697">
                  <c:v>04-10-2006</c:v>
                </c:pt>
                <c:pt idx="1698">
                  <c:v>05-10-2006</c:v>
                </c:pt>
                <c:pt idx="1699">
                  <c:v>06-10-2006</c:v>
                </c:pt>
                <c:pt idx="1700">
                  <c:v>09-10-2006</c:v>
                </c:pt>
                <c:pt idx="1701">
                  <c:v>10-10-2006</c:v>
                </c:pt>
                <c:pt idx="1702">
                  <c:v>11-10-2006</c:v>
                </c:pt>
                <c:pt idx="1703">
                  <c:v>12-10-2006</c:v>
                </c:pt>
                <c:pt idx="1704">
                  <c:v>13-10-2006</c:v>
                </c:pt>
                <c:pt idx="1705">
                  <c:v>16-10-2006</c:v>
                </c:pt>
                <c:pt idx="1706">
                  <c:v>17-10-2006</c:v>
                </c:pt>
                <c:pt idx="1707">
                  <c:v>18-10-2006</c:v>
                </c:pt>
                <c:pt idx="1708">
                  <c:v>19-10-2006</c:v>
                </c:pt>
                <c:pt idx="1709">
                  <c:v>20-10-2006</c:v>
                </c:pt>
                <c:pt idx="1710">
                  <c:v>21-10-2006</c:v>
                </c:pt>
                <c:pt idx="1711">
                  <c:v>23-10-2006</c:v>
                </c:pt>
                <c:pt idx="1712">
                  <c:v>26-10-2006</c:v>
                </c:pt>
                <c:pt idx="1713">
                  <c:v>27-10-2006</c:v>
                </c:pt>
                <c:pt idx="1714">
                  <c:v>30-10-2006</c:v>
                </c:pt>
                <c:pt idx="1715">
                  <c:v>31-10-2006</c:v>
                </c:pt>
                <c:pt idx="1716">
                  <c:v>01-11-2006</c:v>
                </c:pt>
                <c:pt idx="1717">
                  <c:v>02-11-2006</c:v>
                </c:pt>
                <c:pt idx="1718">
                  <c:v>03-11-2006</c:v>
                </c:pt>
                <c:pt idx="1719">
                  <c:v>06-11-2006</c:v>
                </c:pt>
                <c:pt idx="1720">
                  <c:v>07-11-2006</c:v>
                </c:pt>
                <c:pt idx="1721">
                  <c:v>08-11-2006</c:v>
                </c:pt>
                <c:pt idx="1722">
                  <c:v>09-11-2006</c:v>
                </c:pt>
                <c:pt idx="1723">
                  <c:v>10-11-2006</c:v>
                </c:pt>
                <c:pt idx="1724">
                  <c:v>13-11-2006</c:v>
                </c:pt>
                <c:pt idx="1725">
                  <c:v>14-11-2006</c:v>
                </c:pt>
                <c:pt idx="1726">
                  <c:v>15-11-2006</c:v>
                </c:pt>
                <c:pt idx="1727">
                  <c:v>16-11-2006</c:v>
                </c:pt>
                <c:pt idx="1728">
                  <c:v>17-11-2006</c:v>
                </c:pt>
                <c:pt idx="1729">
                  <c:v>20-11-2006</c:v>
                </c:pt>
                <c:pt idx="1730">
                  <c:v>21-11-2006</c:v>
                </c:pt>
                <c:pt idx="1731">
                  <c:v>22-11-2006</c:v>
                </c:pt>
                <c:pt idx="1732">
                  <c:v>23-11-2006</c:v>
                </c:pt>
                <c:pt idx="1733">
                  <c:v>24-11-2006</c:v>
                </c:pt>
                <c:pt idx="1734">
                  <c:v>27-11-2006</c:v>
                </c:pt>
                <c:pt idx="1735">
                  <c:v>28-11-2006</c:v>
                </c:pt>
                <c:pt idx="1736">
                  <c:v>29-11-2006</c:v>
                </c:pt>
                <c:pt idx="1737">
                  <c:v>30-11-2006</c:v>
                </c:pt>
                <c:pt idx="1738">
                  <c:v>01-12-2006</c:v>
                </c:pt>
                <c:pt idx="1739">
                  <c:v>04-12-2006</c:v>
                </c:pt>
                <c:pt idx="1740">
                  <c:v>05-12-2006</c:v>
                </c:pt>
                <c:pt idx="1741">
                  <c:v>06-12-2006</c:v>
                </c:pt>
                <c:pt idx="1742">
                  <c:v>07-12-2006</c:v>
                </c:pt>
                <c:pt idx="1743">
                  <c:v>08-12-2006</c:v>
                </c:pt>
                <c:pt idx="1744">
                  <c:v>11-12-2006</c:v>
                </c:pt>
                <c:pt idx="1745">
                  <c:v>12-12-2006</c:v>
                </c:pt>
                <c:pt idx="1746">
                  <c:v>13-12-2006</c:v>
                </c:pt>
                <c:pt idx="1747">
                  <c:v>14-12-2006</c:v>
                </c:pt>
                <c:pt idx="1748">
                  <c:v>15-12-2006</c:v>
                </c:pt>
                <c:pt idx="1749">
                  <c:v>18-12-2006</c:v>
                </c:pt>
                <c:pt idx="1750">
                  <c:v>19-12-2006</c:v>
                </c:pt>
                <c:pt idx="1751">
                  <c:v>20-12-2006</c:v>
                </c:pt>
                <c:pt idx="1752">
                  <c:v>21-12-2006</c:v>
                </c:pt>
                <c:pt idx="1753">
                  <c:v>22-12-2006</c:v>
                </c:pt>
                <c:pt idx="1754">
                  <c:v>26-12-2006</c:v>
                </c:pt>
                <c:pt idx="1755">
                  <c:v>27-12-2006</c:v>
                </c:pt>
                <c:pt idx="1756">
                  <c:v>28-12-2006</c:v>
                </c:pt>
                <c:pt idx="1757">
                  <c:v>29-12-2006</c:v>
                </c:pt>
                <c:pt idx="1758">
                  <c:v>02-01-2007</c:v>
                </c:pt>
                <c:pt idx="1759">
                  <c:v>03-01-2007</c:v>
                </c:pt>
                <c:pt idx="1760">
                  <c:v>04-01-2007</c:v>
                </c:pt>
                <c:pt idx="1761">
                  <c:v>05-01-2007</c:v>
                </c:pt>
                <c:pt idx="1762">
                  <c:v>08-01-2007</c:v>
                </c:pt>
                <c:pt idx="1763">
                  <c:v>09-01-2007</c:v>
                </c:pt>
                <c:pt idx="1764">
                  <c:v>10-01-2007</c:v>
                </c:pt>
                <c:pt idx="1765">
                  <c:v>11-01-2007</c:v>
                </c:pt>
                <c:pt idx="1766">
                  <c:v>12-01-2007</c:v>
                </c:pt>
                <c:pt idx="1767">
                  <c:v>15-01-2007</c:v>
                </c:pt>
                <c:pt idx="1768">
                  <c:v>16-01-2007</c:v>
                </c:pt>
                <c:pt idx="1769">
                  <c:v>17-01-2007</c:v>
                </c:pt>
                <c:pt idx="1770">
                  <c:v>18-01-2007</c:v>
                </c:pt>
                <c:pt idx="1771">
                  <c:v>19-01-2007</c:v>
                </c:pt>
                <c:pt idx="1772">
                  <c:v>22-01-2007</c:v>
                </c:pt>
                <c:pt idx="1773">
                  <c:v>23-01-2007</c:v>
                </c:pt>
                <c:pt idx="1774">
                  <c:v>24-01-2007</c:v>
                </c:pt>
                <c:pt idx="1775">
                  <c:v>25-01-2007</c:v>
                </c:pt>
                <c:pt idx="1776">
                  <c:v>29-01-2007</c:v>
                </c:pt>
                <c:pt idx="1777">
                  <c:v>31-01-2007</c:v>
                </c:pt>
                <c:pt idx="1778">
                  <c:v>01-02-2007</c:v>
                </c:pt>
                <c:pt idx="1779">
                  <c:v>02-02-2007</c:v>
                </c:pt>
                <c:pt idx="1780">
                  <c:v>05-02-2007</c:v>
                </c:pt>
                <c:pt idx="1781">
                  <c:v>06-02-2007</c:v>
                </c:pt>
                <c:pt idx="1782">
                  <c:v>07-02-2007</c:v>
                </c:pt>
                <c:pt idx="1783">
                  <c:v>08-02-2007</c:v>
                </c:pt>
                <c:pt idx="1784">
                  <c:v>09-02-2007</c:v>
                </c:pt>
                <c:pt idx="1785">
                  <c:v>12-02-2007</c:v>
                </c:pt>
                <c:pt idx="1786">
                  <c:v>13-02-2007</c:v>
                </c:pt>
                <c:pt idx="1787">
                  <c:v>14-02-2007</c:v>
                </c:pt>
                <c:pt idx="1788">
                  <c:v>15-02-2007</c:v>
                </c:pt>
                <c:pt idx="1789">
                  <c:v>19-02-2007</c:v>
                </c:pt>
                <c:pt idx="1790">
                  <c:v>20-02-2007</c:v>
                </c:pt>
                <c:pt idx="1791">
                  <c:v>21-02-2007</c:v>
                </c:pt>
                <c:pt idx="1792">
                  <c:v>22-02-2007</c:v>
                </c:pt>
                <c:pt idx="1793">
                  <c:v>23-02-2007</c:v>
                </c:pt>
                <c:pt idx="1794">
                  <c:v>26-02-2007</c:v>
                </c:pt>
                <c:pt idx="1795">
                  <c:v>27-02-2007</c:v>
                </c:pt>
                <c:pt idx="1796">
                  <c:v>28-02-2007</c:v>
                </c:pt>
                <c:pt idx="1797">
                  <c:v>01-03-2007</c:v>
                </c:pt>
                <c:pt idx="1798">
                  <c:v>02-03-2007</c:v>
                </c:pt>
                <c:pt idx="1799">
                  <c:v>05-03-2007</c:v>
                </c:pt>
                <c:pt idx="1800">
                  <c:v>06-03-2007</c:v>
                </c:pt>
                <c:pt idx="1801">
                  <c:v>07-03-2007</c:v>
                </c:pt>
                <c:pt idx="1802">
                  <c:v>08-03-2007</c:v>
                </c:pt>
                <c:pt idx="1803">
                  <c:v>09-03-2007</c:v>
                </c:pt>
                <c:pt idx="1804">
                  <c:v>12-03-2007</c:v>
                </c:pt>
                <c:pt idx="1805">
                  <c:v>13-03-2007</c:v>
                </c:pt>
                <c:pt idx="1806">
                  <c:v>14-03-2007</c:v>
                </c:pt>
                <c:pt idx="1807">
                  <c:v>15-03-2007</c:v>
                </c:pt>
                <c:pt idx="1808">
                  <c:v>16-03-2007</c:v>
                </c:pt>
                <c:pt idx="1809">
                  <c:v>19-03-2007</c:v>
                </c:pt>
                <c:pt idx="1810">
                  <c:v>20-03-2007</c:v>
                </c:pt>
                <c:pt idx="1811">
                  <c:v>21-03-2007</c:v>
                </c:pt>
                <c:pt idx="1812">
                  <c:v>22-03-2007</c:v>
                </c:pt>
                <c:pt idx="1813">
                  <c:v>23-03-2007</c:v>
                </c:pt>
                <c:pt idx="1814">
                  <c:v>26-03-2007</c:v>
                </c:pt>
                <c:pt idx="1815">
                  <c:v>28-03-2007</c:v>
                </c:pt>
                <c:pt idx="1816">
                  <c:v>29-03-2007</c:v>
                </c:pt>
                <c:pt idx="1817">
                  <c:v>30-03-2007</c:v>
                </c:pt>
                <c:pt idx="1818">
                  <c:v>02-04-2007</c:v>
                </c:pt>
                <c:pt idx="1819">
                  <c:v>03-04-2007</c:v>
                </c:pt>
                <c:pt idx="1820">
                  <c:v>04-04-2007</c:v>
                </c:pt>
                <c:pt idx="1821">
                  <c:v>05-04-2007</c:v>
                </c:pt>
                <c:pt idx="1822">
                  <c:v>09-04-2007</c:v>
                </c:pt>
                <c:pt idx="1823">
                  <c:v>10-04-2007</c:v>
                </c:pt>
                <c:pt idx="1824">
                  <c:v>11-04-2007</c:v>
                </c:pt>
                <c:pt idx="1825">
                  <c:v>12-04-2007</c:v>
                </c:pt>
                <c:pt idx="1826">
                  <c:v>13-04-2007</c:v>
                </c:pt>
                <c:pt idx="1827">
                  <c:v>16-04-2007</c:v>
                </c:pt>
                <c:pt idx="1828">
                  <c:v>17-04-2007</c:v>
                </c:pt>
                <c:pt idx="1829">
                  <c:v>18-04-2007</c:v>
                </c:pt>
                <c:pt idx="1830">
                  <c:v>19-04-2007</c:v>
                </c:pt>
                <c:pt idx="1831">
                  <c:v>20-04-2007</c:v>
                </c:pt>
                <c:pt idx="1832">
                  <c:v>23-04-2007</c:v>
                </c:pt>
                <c:pt idx="1833">
                  <c:v>24-04-2007</c:v>
                </c:pt>
                <c:pt idx="1834">
                  <c:v>25-04-2007</c:v>
                </c:pt>
                <c:pt idx="1835">
                  <c:v>26-04-2007</c:v>
                </c:pt>
                <c:pt idx="1836">
                  <c:v>27-04-2007</c:v>
                </c:pt>
                <c:pt idx="1837">
                  <c:v>30-04-2007</c:v>
                </c:pt>
                <c:pt idx="1838">
                  <c:v>03-05-2007</c:v>
                </c:pt>
                <c:pt idx="1839">
                  <c:v>04-05-2007</c:v>
                </c:pt>
                <c:pt idx="1840">
                  <c:v>07-05-2007</c:v>
                </c:pt>
                <c:pt idx="1841">
                  <c:v>08-05-2007</c:v>
                </c:pt>
                <c:pt idx="1842">
                  <c:v>09-05-2007</c:v>
                </c:pt>
                <c:pt idx="1843">
                  <c:v>10-05-2007</c:v>
                </c:pt>
                <c:pt idx="1844">
                  <c:v>11-05-2007</c:v>
                </c:pt>
                <c:pt idx="1845">
                  <c:v>14-05-2007</c:v>
                </c:pt>
                <c:pt idx="1846">
                  <c:v>15-05-2007</c:v>
                </c:pt>
                <c:pt idx="1847">
                  <c:v>16-05-2007</c:v>
                </c:pt>
                <c:pt idx="1848">
                  <c:v>17-05-2007</c:v>
                </c:pt>
                <c:pt idx="1849">
                  <c:v>18-05-2007</c:v>
                </c:pt>
                <c:pt idx="1850">
                  <c:v>21-05-2007</c:v>
                </c:pt>
                <c:pt idx="1851">
                  <c:v>22-05-2007</c:v>
                </c:pt>
                <c:pt idx="1852">
                  <c:v>23-05-2007</c:v>
                </c:pt>
                <c:pt idx="1853">
                  <c:v>24-05-2007</c:v>
                </c:pt>
                <c:pt idx="1854">
                  <c:v>25-05-2007</c:v>
                </c:pt>
                <c:pt idx="1855">
                  <c:v>28-05-2007</c:v>
                </c:pt>
                <c:pt idx="1856">
                  <c:v>29-05-2007</c:v>
                </c:pt>
                <c:pt idx="1857">
                  <c:v>30-05-2007</c:v>
                </c:pt>
                <c:pt idx="1858">
                  <c:v>31-05-2007</c:v>
                </c:pt>
                <c:pt idx="1859">
                  <c:v>01-06-2007</c:v>
                </c:pt>
                <c:pt idx="1860">
                  <c:v>04-06-2007</c:v>
                </c:pt>
                <c:pt idx="1861">
                  <c:v>05-06-2007</c:v>
                </c:pt>
                <c:pt idx="1862">
                  <c:v>06-06-2007</c:v>
                </c:pt>
                <c:pt idx="1863">
                  <c:v>07-06-2007</c:v>
                </c:pt>
                <c:pt idx="1864">
                  <c:v>08-06-2007</c:v>
                </c:pt>
                <c:pt idx="1865">
                  <c:v>11-06-2007</c:v>
                </c:pt>
                <c:pt idx="1866">
                  <c:v>12-06-2007</c:v>
                </c:pt>
                <c:pt idx="1867">
                  <c:v>13-06-2007</c:v>
                </c:pt>
                <c:pt idx="1868">
                  <c:v>14-06-2007</c:v>
                </c:pt>
                <c:pt idx="1869">
                  <c:v>15-06-2007</c:v>
                </c:pt>
                <c:pt idx="1870">
                  <c:v>18-06-2007</c:v>
                </c:pt>
                <c:pt idx="1871">
                  <c:v>19-06-2007</c:v>
                </c:pt>
                <c:pt idx="1872">
                  <c:v>20-06-2007</c:v>
                </c:pt>
                <c:pt idx="1873">
                  <c:v>21-06-2007</c:v>
                </c:pt>
                <c:pt idx="1874">
                  <c:v>22-06-2007</c:v>
                </c:pt>
                <c:pt idx="1875">
                  <c:v>25-06-2007</c:v>
                </c:pt>
                <c:pt idx="1876">
                  <c:v>26-06-2007</c:v>
                </c:pt>
                <c:pt idx="1877">
                  <c:v>27-06-2007</c:v>
                </c:pt>
                <c:pt idx="1878">
                  <c:v>28-06-2007</c:v>
                </c:pt>
                <c:pt idx="1879">
                  <c:v>29-06-2007</c:v>
                </c:pt>
                <c:pt idx="1880">
                  <c:v>02-07-2007</c:v>
                </c:pt>
                <c:pt idx="1881">
                  <c:v>03-07-2007</c:v>
                </c:pt>
                <c:pt idx="1882">
                  <c:v>04-07-2007</c:v>
                </c:pt>
                <c:pt idx="1883">
                  <c:v>05-07-2007</c:v>
                </c:pt>
                <c:pt idx="1884">
                  <c:v>06-07-2007</c:v>
                </c:pt>
                <c:pt idx="1885">
                  <c:v>09-07-2007</c:v>
                </c:pt>
                <c:pt idx="1886">
                  <c:v>10-07-2007</c:v>
                </c:pt>
                <c:pt idx="1887">
                  <c:v>11-07-2007</c:v>
                </c:pt>
                <c:pt idx="1888">
                  <c:v>12-07-2007</c:v>
                </c:pt>
                <c:pt idx="1889">
                  <c:v>13-07-2007</c:v>
                </c:pt>
                <c:pt idx="1890">
                  <c:v>16-07-2007</c:v>
                </c:pt>
                <c:pt idx="1891">
                  <c:v>17-07-2007</c:v>
                </c:pt>
                <c:pt idx="1892">
                  <c:v>18-07-2007</c:v>
                </c:pt>
                <c:pt idx="1893">
                  <c:v>19-07-2007</c:v>
                </c:pt>
                <c:pt idx="1894">
                  <c:v>20-07-2007</c:v>
                </c:pt>
                <c:pt idx="1895">
                  <c:v>23-07-2007</c:v>
                </c:pt>
                <c:pt idx="1896">
                  <c:v>24-07-2007</c:v>
                </c:pt>
                <c:pt idx="1897">
                  <c:v>25-07-2007</c:v>
                </c:pt>
                <c:pt idx="1898">
                  <c:v>26-07-2007</c:v>
                </c:pt>
                <c:pt idx="1899">
                  <c:v>27-07-2007</c:v>
                </c:pt>
                <c:pt idx="1900">
                  <c:v>30-07-2007</c:v>
                </c:pt>
                <c:pt idx="1901">
                  <c:v>31-07-2007</c:v>
                </c:pt>
                <c:pt idx="1902">
                  <c:v>01-08-2007</c:v>
                </c:pt>
                <c:pt idx="1903">
                  <c:v>02-08-2007</c:v>
                </c:pt>
                <c:pt idx="1904">
                  <c:v>03-08-2007</c:v>
                </c:pt>
                <c:pt idx="1905">
                  <c:v>06-08-2007</c:v>
                </c:pt>
                <c:pt idx="1906">
                  <c:v>07-08-2007</c:v>
                </c:pt>
                <c:pt idx="1907">
                  <c:v>08-08-2007</c:v>
                </c:pt>
                <c:pt idx="1908">
                  <c:v>09-08-2007</c:v>
                </c:pt>
                <c:pt idx="1909">
                  <c:v>10-08-2007</c:v>
                </c:pt>
                <c:pt idx="1910">
                  <c:v>13-08-2007</c:v>
                </c:pt>
                <c:pt idx="1911">
                  <c:v>14-08-2007</c:v>
                </c:pt>
                <c:pt idx="1912">
                  <c:v>16-08-2007</c:v>
                </c:pt>
                <c:pt idx="1913">
                  <c:v>17-08-2007</c:v>
                </c:pt>
                <c:pt idx="1914">
                  <c:v>20-08-2007</c:v>
                </c:pt>
                <c:pt idx="1915">
                  <c:v>21-08-2007</c:v>
                </c:pt>
                <c:pt idx="1916">
                  <c:v>22-08-2007</c:v>
                </c:pt>
                <c:pt idx="1917">
                  <c:v>23-08-2007</c:v>
                </c:pt>
                <c:pt idx="1918">
                  <c:v>24-08-2007</c:v>
                </c:pt>
                <c:pt idx="1919">
                  <c:v>27-08-2007</c:v>
                </c:pt>
                <c:pt idx="1920">
                  <c:v>28-08-2007</c:v>
                </c:pt>
                <c:pt idx="1921">
                  <c:v>29-08-2007</c:v>
                </c:pt>
                <c:pt idx="1922">
                  <c:v>30-08-2007</c:v>
                </c:pt>
                <c:pt idx="1923">
                  <c:v>31-08-2007</c:v>
                </c:pt>
                <c:pt idx="1924">
                  <c:v>03-09-2007</c:v>
                </c:pt>
                <c:pt idx="1925">
                  <c:v>04-09-2007</c:v>
                </c:pt>
                <c:pt idx="1926">
                  <c:v>05-09-2007</c:v>
                </c:pt>
                <c:pt idx="1927">
                  <c:v>06-09-2007</c:v>
                </c:pt>
                <c:pt idx="1928">
                  <c:v>07-09-2007</c:v>
                </c:pt>
                <c:pt idx="1929">
                  <c:v>10-09-2007</c:v>
                </c:pt>
                <c:pt idx="1930">
                  <c:v>11-09-2007</c:v>
                </c:pt>
                <c:pt idx="1931">
                  <c:v>12-09-2007</c:v>
                </c:pt>
                <c:pt idx="1932">
                  <c:v>13-09-2007</c:v>
                </c:pt>
                <c:pt idx="1933">
                  <c:v>14-09-2007</c:v>
                </c:pt>
                <c:pt idx="1934">
                  <c:v>17-09-2007</c:v>
                </c:pt>
                <c:pt idx="1935">
                  <c:v>18-09-2007</c:v>
                </c:pt>
                <c:pt idx="1936">
                  <c:v>19-09-2007</c:v>
                </c:pt>
                <c:pt idx="1937">
                  <c:v>20-09-2007</c:v>
                </c:pt>
                <c:pt idx="1938">
                  <c:v>21-09-2007</c:v>
                </c:pt>
                <c:pt idx="1939">
                  <c:v>24-09-2007</c:v>
                </c:pt>
                <c:pt idx="1940">
                  <c:v>25-09-2007</c:v>
                </c:pt>
                <c:pt idx="1941">
                  <c:v>26-09-2007</c:v>
                </c:pt>
                <c:pt idx="1942">
                  <c:v>27-09-2007</c:v>
                </c:pt>
                <c:pt idx="1943">
                  <c:v>28-09-2007</c:v>
                </c:pt>
                <c:pt idx="1944">
                  <c:v>01-10-2007</c:v>
                </c:pt>
                <c:pt idx="1945">
                  <c:v>03-10-2007</c:v>
                </c:pt>
                <c:pt idx="1946">
                  <c:v>04-10-2007</c:v>
                </c:pt>
                <c:pt idx="1947">
                  <c:v>05-10-2007</c:v>
                </c:pt>
                <c:pt idx="1948">
                  <c:v>08-10-2007</c:v>
                </c:pt>
                <c:pt idx="1949">
                  <c:v>09-10-2007</c:v>
                </c:pt>
                <c:pt idx="1950">
                  <c:v>10-10-2007</c:v>
                </c:pt>
                <c:pt idx="1951">
                  <c:v>11-10-2007</c:v>
                </c:pt>
                <c:pt idx="1952">
                  <c:v>12-10-2007</c:v>
                </c:pt>
                <c:pt idx="1953">
                  <c:v>15-10-2007</c:v>
                </c:pt>
                <c:pt idx="1954">
                  <c:v>16-10-2007</c:v>
                </c:pt>
                <c:pt idx="1955">
                  <c:v>17-10-2007</c:v>
                </c:pt>
                <c:pt idx="1956">
                  <c:v>18-10-2007</c:v>
                </c:pt>
                <c:pt idx="1957">
                  <c:v>19-10-2007</c:v>
                </c:pt>
                <c:pt idx="1958">
                  <c:v>22-10-2007</c:v>
                </c:pt>
                <c:pt idx="1959">
                  <c:v>23-10-2007</c:v>
                </c:pt>
                <c:pt idx="1960">
                  <c:v>24-10-2007</c:v>
                </c:pt>
                <c:pt idx="1961">
                  <c:v>25-10-2007</c:v>
                </c:pt>
                <c:pt idx="1962">
                  <c:v>26-10-2007</c:v>
                </c:pt>
                <c:pt idx="1963">
                  <c:v>29-10-2007</c:v>
                </c:pt>
                <c:pt idx="1964">
                  <c:v>30-10-2007</c:v>
                </c:pt>
                <c:pt idx="1965">
                  <c:v>31-10-2007</c:v>
                </c:pt>
                <c:pt idx="1966">
                  <c:v>01-11-2007</c:v>
                </c:pt>
                <c:pt idx="1967">
                  <c:v>02-11-2007</c:v>
                </c:pt>
                <c:pt idx="1968">
                  <c:v>05-11-2007</c:v>
                </c:pt>
                <c:pt idx="1969">
                  <c:v>06-11-2007</c:v>
                </c:pt>
                <c:pt idx="1970">
                  <c:v>07-11-2007</c:v>
                </c:pt>
                <c:pt idx="1971">
                  <c:v>08-11-2007</c:v>
                </c:pt>
                <c:pt idx="1972">
                  <c:v>09-11-2007</c:v>
                </c:pt>
                <c:pt idx="1973">
                  <c:v>12-11-2007</c:v>
                </c:pt>
                <c:pt idx="1974">
                  <c:v>13-11-2007</c:v>
                </c:pt>
                <c:pt idx="1975">
                  <c:v>14-11-2007</c:v>
                </c:pt>
                <c:pt idx="1976">
                  <c:v>15-11-2007</c:v>
                </c:pt>
                <c:pt idx="1977">
                  <c:v>16-11-2007</c:v>
                </c:pt>
                <c:pt idx="1978">
                  <c:v>19-11-2007</c:v>
                </c:pt>
                <c:pt idx="1979">
                  <c:v>20-11-2007</c:v>
                </c:pt>
                <c:pt idx="1980">
                  <c:v>21-11-2007</c:v>
                </c:pt>
                <c:pt idx="1981">
                  <c:v>22-11-2007</c:v>
                </c:pt>
                <c:pt idx="1982">
                  <c:v>23-11-2007</c:v>
                </c:pt>
                <c:pt idx="1983">
                  <c:v>26-11-2007</c:v>
                </c:pt>
                <c:pt idx="1984">
                  <c:v>27-11-2007</c:v>
                </c:pt>
                <c:pt idx="1985">
                  <c:v>28-11-2007</c:v>
                </c:pt>
                <c:pt idx="1986">
                  <c:v>29-11-2007</c:v>
                </c:pt>
                <c:pt idx="1987">
                  <c:v>30-11-2007</c:v>
                </c:pt>
                <c:pt idx="1988">
                  <c:v>03-12-2007</c:v>
                </c:pt>
                <c:pt idx="1989">
                  <c:v>04-12-2007</c:v>
                </c:pt>
                <c:pt idx="1990">
                  <c:v>05-12-2007</c:v>
                </c:pt>
                <c:pt idx="1991">
                  <c:v>06-12-2007</c:v>
                </c:pt>
                <c:pt idx="1992">
                  <c:v>07-12-2007</c:v>
                </c:pt>
                <c:pt idx="1993">
                  <c:v>10-12-2007</c:v>
                </c:pt>
                <c:pt idx="1994">
                  <c:v>11-12-2007</c:v>
                </c:pt>
                <c:pt idx="1995">
                  <c:v>12-12-2007</c:v>
                </c:pt>
                <c:pt idx="1996">
                  <c:v>13-12-2007</c:v>
                </c:pt>
                <c:pt idx="1997">
                  <c:v>14-12-2007</c:v>
                </c:pt>
                <c:pt idx="1998">
                  <c:v>17-12-2007</c:v>
                </c:pt>
                <c:pt idx="1999">
                  <c:v>18-12-2007</c:v>
                </c:pt>
                <c:pt idx="2000">
                  <c:v>19-12-2007</c:v>
                </c:pt>
                <c:pt idx="2001">
                  <c:v>20-12-2007</c:v>
                </c:pt>
                <c:pt idx="2002">
                  <c:v>24-12-2007</c:v>
                </c:pt>
                <c:pt idx="2003">
                  <c:v>26-12-2007</c:v>
                </c:pt>
                <c:pt idx="2004">
                  <c:v>27-12-2007</c:v>
                </c:pt>
                <c:pt idx="2005">
                  <c:v>28-12-2007</c:v>
                </c:pt>
                <c:pt idx="2006">
                  <c:v>31-12-2007</c:v>
                </c:pt>
                <c:pt idx="2007">
                  <c:v>01-01-2008</c:v>
                </c:pt>
                <c:pt idx="2008">
                  <c:v>02-01-2008</c:v>
                </c:pt>
                <c:pt idx="2009">
                  <c:v>03-01-2008</c:v>
                </c:pt>
                <c:pt idx="2010">
                  <c:v>04-01-2008</c:v>
                </c:pt>
                <c:pt idx="2011">
                  <c:v>07-01-2008</c:v>
                </c:pt>
                <c:pt idx="2012">
                  <c:v>08-01-2008</c:v>
                </c:pt>
                <c:pt idx="2013">
                  <c:v>09-01-2008</c:v>
                </c:pt>
                <c:pt idx="2014">
                  <c:v>10-01-2008</c:v>
                </c:pt>
                <c:pt idx="2015">
                  <c:v>11-01-2008</c:v>
                </c:pt>
                <c:pt idx="2016">
                  <c:v>14-01-2008</c:v>
                </c:pt>
                <c:pt idx="2017">
                  <c:v>15-01-2008</c:v>
                </c:pt>
                <c:pt idx="2018">
                  <c:v>16-01-2008</c:v>
                </c:pt>
                <c:pt idx="2019">
                  <c:v>17-01-2008</c:v>
                </c:pt>
                <c:pt idx="2020">
                  <c:v>18-01-2008</c:v>
                </c:pt>
                <c:pt idx="2021">
                  <c:v>21-01-2008</c:v>
                </c:pt>
                <c:pt idx="2022">
                  <c:v>22-01-2008</c:v>
                </c:pt>
                <c:pt idx="2023">
                  <c:v>23-01-2008</c:v>
                </c:pt>
                <c:pt idx="2024">
                  <c:v>24-01-2008</c:v>
                </c:pt>
                <c:pt idx="2025">
                  <c:v>25-01-2008</c:v>
                </c:pt>
                <c:pt idx="2026">
                  <c:v>28-01-2008</c:v>
                </c:pt>
                <c:pt idx="2027">
                  <c:v>29-01-2008</c:v>
                </c:pt>
                <c:pt idx="2028">
                  <c:v>30-01-2008</c:v>
                </c:pt>
                <c:pt idx="2029">
                  <c:v>31-01-2008</c:v>
                </c:pt>
                <c:pt idx="2030">
                  <c:v>01-02-2008</c:v>
                </c:pt>
                <c:pt idx="2031">
                  <c:v>04-02-2008</c:v>
                </c:pt>
                <c:pt idx="2032">
                  <c:v>05-02-2008</c:v>
                </c:pt>
                <c:pt idx="2033">
                  <c:v>06-02-2008</c:v>
                </c:pt>
                <c:pt idx="2034">
                  <c:v>07-02-2008</c:v>
                </c:pt>
                <c:pt idx="2035">
                  <c:v>08-02-2008</c:v>
                </c:pt>
                <c:pt idx="2036">
                  <c:v>11-02-2008</c:v>
                </c:pt>
                <c:pt idx="2037">
                  <c:v>12-02-2008</c:v>
                </c:pt>
                <c:pt idx="2038">
                  <c:v>13-02-2008</c:v>
                </c:pt>
                <c:pt idx="2039">
                  <c:v>14-02-2008</c:v>
                </c:pt>
                <c:pt idx="2040">
                  <c:v>15-02-2008</c:v>
                </c:pt>
                <c:pt idx="2041">
                  <c:v>18-02-2008</c:v>
                </c:pt>
                <c:pt idx="2042">
                  <c:v>19-02-2008</c:v>
                </c:pt>
                <c:pt idx="2043">
                  <c:v>20-02-2008</c:v>
                </c:pt>
                <c:pt idx="2044">
                  <c:v>21-02-2008</c:v>
                </c:pt>
                <c:pt idx="2045">
                  <c:v>22-02-2008</c:v>
                </c:pt>
                <c:pt idx="2046">
                  <c:v>25-02-2008</c:v>
                </c:pt>
                <c:pt idx="2047">
                  <c:v>26-02-2008</c:v>
                </c:pt>
                <c:pt idx="2048">
                  <c:v>27-02-2008</c:v>
                </c:pt>
                <c:pt idx="2049">
                  <c:v>28-02-2008</c:v>
                </c:pt>
                <c:pt idx="2050">
                  <c:v>29-02-2008</c:v>
                </c:pt>
                <c:pt idx="2051">
                  <c:v>03-03-2008</c:v>
                </c:pt>
                <c:pt idx="2052">
                  <c:v>04-03-2008</c:v>
                </c:pt>
                <c:pt idx="2053">
                  <c:v>05-03-2008</c:v>
                </c:pt>
                <c:pt idx="2054">
                  <c:v>07-03-2008</c:v>
                </c:pt>
                <c:pt idx="2055">
                  <c:v>10-03-2008</c:v>
                </c:pt>
                <c:pt idx="2056">
                  <c:v>11-03-2008</c:v>
                </c:pt>
                <c:pt idx="2057">
                  <c:v>12-03-2008</c:v>
                </c:pt>
                <c:pt idx="2058">
                  <c:v>13-03-2008</c:v>
                </c:pt>
                <c:pt idx="2059">
                  <c:v>14-03-2008</c:v>
                </c:pt>
                <c:pt idx="2060">
                  <c:v>17-03-2008</c:v>
                </c:pt>
                <c:pt idx="2061">
                  <c:v>18-03-2008</c:v>
                </c:pt>
                <c:pt idx="2062">
                  <c:v>19-03-2008</c:v>
                </c:pt>
                <c:pt idx="2063">
                  <c:v>24-03-2008</c:v>
                </c:pt>
                <c:pt idx="2064">
                  <c:v>25-03-2008</c:v>
                </c:pt>
                <c:pt idx="2065">
                  <c:v>26-03-2008</c:v>
                </c:pt>
                <c:pt idx="2066">
                  <c:v>27-03-2008</c:v>
                </c:pt>
                <c:pt idx="2067">
                  <c:v>28-03-2008</c:v>
                </c:pt>
                <c:pt idx="2068">
                  <c:v>31-03-2008</c:v>
                </c:pt>
                <c:pt idx="2069">
                  <c:v>01-04-2008</c:v>
                </c:pt>
                <c:pt idx="2070">
                  <c:v>02-04-2008</c:v>
                </c:pt>
                <c:pt idx="2071">
                  <c:v>03-04-2008</c:v>
                </c:pt>
                <c:pt idx="2072">
                  <c:v>04-04-2008</c:v>
                </c:pt>
                <c:pt idx="2073">
                  <c:v>07-04-2008</c:v>
                </c:pt>
                <c:pt idx="2074">
                  <c:v>08-04-2008</c:v>
                </c:pt>
                <c:pt idx="2075">
                  <c:v>09-04-2008</c:v>
                </c:pt>
                <c:pt idx="2076">
                  <c:v>10-04-2008</c:v>
                </c:pt>
                <c:pt idx="2077">
                  <c:v>11-04-2008</c:v>
                </c:pt>
                <c:pt idx="2078">
                  <c:v>15-04-2008</c:v>
                </c:pt>
                <c:pt idx="2079">
                  <c:v>16-04-2008</c:v>
                </c:pt>
                <c:pt idx="2080">
                  <c:v>17-04-2008</c:v>
                </c:pt>
                <c:pt idx="2081">
                  <c:v>21-04-2008</c:v>
                </c:pt>
                <c:pt idx="2082">
                  <c:v>22-04-2008</c:v>
                </c:pt>
                <c:pt idx="2083">
                  <c:v>23-04-2008</c:v>
                </c:pt>
                <c:pt idx="2084">
                  <c:v>24-04-2008</c:v>
                </c:pt>
                <c:pt idx="2085">
                  <c:v>25-04-2008</c:v>
                </c:pt>
                <c:pt idx="2086">
                  <c:v>28-04-2008</c:v>
                </c:pt>
                <c:pt idx="2087">
                  <c:v>29-04-2008</c:v>
                </c:pt>
                <c:pt idx="2088">
                  <c:v>30-04-2008</c:v>
                </c:pt>
                <c:pt idx="2089">
                  <c:v>02-05-2008</c:v>
                </c:pt>
                <c:pt idx="2090">
                  <c:v>05-05-2008</c:v>
                </c:pt>
                <c:pt idx="2091">
                  <c:v>06-05-2008</c:v>
                </c:pt>
                <c:pt idx="2092">
                  <c:v>07-05-2008</c:v>
                </c:pt>
                <c:pt idx="2093">
                  <c:v>08-05-2008</c:v>
                </c:pt>
                <c:pt idx="2094">
                  <c:v>09-05-2008</c:v>
                </c:pt>
                <c:pt idx="2095">
                  <c:v>12-05-2008</c:v>
                </c:pt>
                <c:pt idx="2096">
                  <c:v>13-05-2008</c:v>
                </c:pt>
                <c:pt idx="2097">
                  <c:v>14-05-2008</c:v>
                </c:pt>
                <c:pt idx="2098">
                  <c:v>15-05-2008</c:v>
                </c:pt>
                <c:pt idx="2099">
                  <c:v>16-05-2008</c:v>
                </c:pt>
                <c:pt idx="2100">
                  <c:v>20-05-2008</c:v>
                </c:pt>
                <c:pt idx="2101">
                  <c:v>21-05-2008</c:v>
                </c:pt>
                <c:pt idx="2102">
                  <c:v>22-05-2008</c:v>
                </c:pt>
                <c:pt idx="2103">
                  <c:v>23-05-2008</c:v>
                </c:pt>
                <c:pt idx="2104">
                  <c:v>26-05-2008</c:v>
                </c:pt>
                <c:pt idx="2105">
                  <c:v>27-05-2008</c:v>
                </c:pt>
                <c:pt idx="2106">
                  <c:v>28-05-2008</c:v>
                </c:pt>
                <c:pt idx="2107">
                  <c:v>29-05-2008</c:v>
                </c:pt>
                <c:pt idx="2108">
                  <c:v>30-05-2008</c:v>
                </c:pt>
                <c:pt idx="2109">
                  <c:v>02-06-2008</c:v>
                </c:pt>
                <c:pt idx="2110">
                  <c:v>03-06-2008</c:v>
                </c:pt>
                <c:pt idx="2111">
                  <c:v>04-06-2008</c:v>
                </c:pt>
                <c:pt idx="2112">
                  <c:v>05-06-2008</c:v>
                </c:pt>
                <c:pt idx="2113">
                  <c:v>06-06-2008</c:v>
                </c:pt>
                <c:pt idx="2114">
                  <c:v>09-06-2008</c:v>
                </c:pt>
                <c:pt idx="2115">
                  <c:v>10-06-2008</c:v>
                </c:pt>
                <c:pt idx="2116">
                  <c:v>11-06-2008</c:v>
                </c:pt>
                <c:pt idx="2117">
                  <c:v>12-06-2008</c:v>
                </c:pt>
                <c:pt idx="2118">
                  <c:v>13-06-2008</c:v>
                </c:pt>
                <c:pt idx="2119">
                  <c:v>16-06-2008</c:v>
                </c:pt>
                <c:pt idx="2120">
                  <c:v>17-06-2008</c:v>
                </c:pt>
                <c:pt idx="2121">
                  <c:v>18-06-2008</c:v>
                </c:pt>
                <c:pt idx="2122">
                  <c:v>19-06-2008</c:v>
                </c:pt>
                <c:pt idx="2123">
                  <c:v>20-06-2008</c:v>
                </c:pt>
                <c:pt idx="2124">
                  <c:v>23-06-2008</c:v>
                </c:pt>
                <c:pt idx="2125">
                  <c:v>24-06-2008</c:v>
                </c:pt>
                <c:pt idx="2126">
                  <c:v>25-06-2008</c:v>
                </c:pt>
                <c:pt idx="2127">
                  <c:v>26-06-2008</c:v>
                </c:pt>
                <c:pt idx="2128">
                  <c:v>27-06-2008</c:v>
                </c:pt>
                <c:pt idx="2129">
                  <c:v>30-06-2008</c:v>
                </c:pt>
                <c:pt idx="2130">
                  <c:v>01-07-2008</c:v>
                </c:pt>
                <c:pt idx="2131">
                  <c:v>02-07-2008</c:v>
                </c:pt>
                <c:pt idx="2132">
                  <c:v>03-07-2008</c:v>
                </c:pt>
                <c:pt idx="2133">
                  <c:v>04-07-2008</c:v>
                </c:pt>
                <c:pt idx="2134">
                  <c:v>07-07-2008</c:v>
                </c:pt>
                <c:pt idx="2135">
                  <c:v>08-07-2008</c:v>
                </c:pt>
                <c:pt idx="2136">
                  <c:v>09-07-2008</c:v>
                </c:pt>
                <c:pt idx="2137">
                  <c:v>10-07-2008</c:v>
                </c:pt>
                <c:pt idx="2138">
                  <c:v>11-07-2008</c:v>
                </c:pt>
                <c:pt idx="2139">
                  <c:v>14-07-2008</c:v>
                </c:pt>
                <c:pt idx="2140">
                  <c:v>15-07-2008</c:v>
                </c:pt>
                <c:pt idx="2141">
                  <c:v>16-07-2008</c:v>
                </c:pt>
                <c:pt idx="2142">
                  <c:v>17-07-2008</c:v>
                </c:pt>
                <c:pt idx="2143">
                  <c:v>18-07-2008</c:v>
                </c:pt>
                <c:pt idx="2144">
                  <c:v>21-07-2008</c:v>
                </c:pt>
                <c:pt idx="2145">
                  <c:v>22-07-2008</c:v>
                </c:pt>
                <c:pt idx="2146">
                  <c:v>23-07-2008</c:v>
                </c:pt>
                <c:pt idx="2147">
                  <c:v>24-07-2008</c:v>
                </c:pt>
                <c:pt idx="2148">
                  <c:v>25-07-2008</c:v>
                </c:pt>
                <c:pt idx="2149">
                  <c:v>28-07-2008</c:v>
                </c:pt>
                <c:pt idx="2150">
                  <c:v>29-07-2008</c:v>
                </c:pt>
                <c:pt idx="2151">
                  <c:v>30-07-2008</c:v>
                </c:pt>
                <c:pt idx="2152">
                  <c:v>31-07-2008</c:v>
                </c:pt>
                <c:pt idx="2153">
                  <c:v>01-08-2008</c:v>
                </c:pt>
                <c:pt idx="2154">
                  <c:v>04-08-2008</c:v>
                </c:pt>
                <c:pt idx="2155">
                  <c:v>05-08-2008</c:v>
                </c:pt>
                <c:pt idx="2156">
                  <c:v>06-08-2008</c:v>
                </c:pt>
                <c:pt idx="2157">
                  <c:v>07-08-2008</c:v>
                </c:pt>
                <c:pt idx="2158">
                  <c:v>08-08-2008</c:v>
                </c:pt>
                <c:pt idx="2159">
                  <c:v>11-08-2008</c:v>
                </c:pt>
                <c:pt idx="2160">
                  <c:v>12-08-2008</c:v>
                </c:pt>
                <c:pt idx="2161">
                  <c:v>13-08-2008</c:v>
                </c:pt>
                <c:pt idx="2162">
                  <c:v>14-08-2008</c:v>
                </c:pt>
                <c:pt idx="2163">
                  <c:v>18-08-2008</c:v>
                </c:pt>
                <c:pt idx="2164">
                  <c:v>19-08-2008</c:v>
                </c:pt>
                <c:pt idx="2165">
                  <c:v>20-08-2008</c:v>
                </c:pt>
                <c:pt idx="2166">
                  <c:v>21-08-2008</c:v>
                </c:pt>
                <c:pt idx="2167">
                  <c:v>22-08-2008</c:v>
                </c:pt>
                <c:pt idx="2168">
                  <c:v>25-08-2008</c:v>
                </c:pt>
                <c:pt idx="2169">
                  <c:v>26-08-2008</c:v>
                </c:pt>
                <c:pt idx="2170">
                  <c:v>27-08-2008</c:v>
                </c:pt>
                <c:pt idx="2171">
                  <c:v>28-08-2008</c:v>
                </c:pt>
                <c:pt idx="2172">
                  <c:v>29-08-2008</c:v>
                </c:pt>
                <c:pt idx="2173">
                  <c:v>01-09-2008</c:v>
                </c:pt>
                <c:pt idx="2174">
                  <c:v>02-09-2008</c:v>
                </c:pt>
                <c:pt idx="2175">
                  <c:v>04-09-2008</c:v>
                </c:pt>
                <c:pt idx="2176">
                  <c:v>05-09-2008</c:v>
                </c:pt>
                <c:pt idx="2177">
                  <c:v>08-09-2008</c:v>
                </c:pt>
                <c:pt idx="2178">
                  <c:v>09-09-2008</c:v>
                </c:pt>
                <c:pt idx="2179">
                  <c:v>10-09-2008</c:v>
                </c:pt>
                <c:pt idx="2180">
                  <c:v>11-09-2008</c:v>
                </c:pt>
                <c:pt idx="2181">
                  <c:v>12-09-2008</c:v>
                </c:pt>
                <c:pt idx="2182">
                  <c:v>15-09-2008</c:v>
                </c:pt>
                <c:pt idx="2183">
                  <c:v>16-09-2008</c:v>
                </c:pt>
                <c:pt idx="2184">
                  <c:v>17-09-2008</c:v>
                </c:pt>
                <c:pt idx="2185">
                  <c:v>18-09-2008</c:v>
                </c:pt>
                <c:pt idx="2186">
                  <c:v>19-09-2008</c:v>
                </c:pt>
                <c:pt idx="2187">
                  <c:v>22-09-2008</c:v>
                </c:pt>
                <c:pt idx="2188">
                  <c:v>23-09-2008</c:v>
                </c:pt>
                <c:pt idx="2189">
                  <c:v>24-09-2008</c:v>
                </c:pt>
                <c:pt idx="2190">
                  <c:v>25-09-2008</c:v>
                </c:pt>
                <c:pt idx="2191">
                  <c:v>26-09-2008</c:v>
                </c:pt>
                <c:pt idx="2192">
                  <c:v>29-09-2008</c:v>
                </c:pt>
                <c:pt idx="2193">
                  <c:v>30-09-2008</c:v>
                </c:pt>
                <c:pt idx="2194">
                  <c:v>01-10-2008</c:v>
                </c:pt>
                <c:pt idx="2195">
                  <c:v>03-10-2008</c:v>
                </c:pt>
                <c:pt idx="2196">
                  <c:v>06-10-2008</c:v>
                </c:pt>
                <c:pt idx="2197">
                  <c:v>07-10-2008</c:v>
                </c:pt>
                <c:pt idx="2198">
                  <c:v>08-10-2008</c:v>
                </c:pt>
                <c:pt idx="2199">
                  <c:v>10-10-2008</c:v>
                </c:pt>
                <c:pt idx="2200">
                  <c:v>13-10-2008</c:v>
                </c:pt>
                <c:pt idx="2201">
                  <c:v>14-10-2008</c:v>
                </c:pt>
                <c:pt idx="2202">
                  <c:v>15-10-2008</c:v>
                </c:pt>
                <c:pt idx="2203">
                  <c:v>16-10-2008</c:v>
                </c:pt>
                <c:pt idx="2204">
                  <c:v>17-10-2008</c:v>
                </c:pt>
                <c:pt idx="2205">
                  <c:v>20-10-2008</c:v>
                </c:pt>
                <c:pt idx="2206">
                  <c:v>21-10-2008</c:v>
                </c:pt>
                <c:pt idx="2207">
                  <c:v>22-10-2008</c:v>
                </c:pt>
                <c:pt idx="2208">
                  <c:v>23-10-2008</c:v>
                </c:pt>
                <c:pt idx="2209">
                  <c:v>24-10-2008</c:v>
                </c:pt>
                <c:pt idx="2210">
                  <c:v>27-10-2008</c:v>
                </c:pt>
                <c:pt idx="2211">
                  <c:v>28-10-2008</c:v>
                </c:pt>
                <c:pt idx="2212">
                  <c:v>29-10-2008</c:v>
                </c:pt>
                <c:pt idx="2213">
                  <c:v>31-10-2008</c:v>
                </c:pt>
                <c:pt idx="2214">
                  <c:v>03-11-2008</c:v>
                </c:pt>
                <c:pt idx="2215">
                  <c:v>04-11-2008</c:v>
                </c:pt>
                <c:pt idx="2216">
                  <c:v>05-11-2008</c:v>
                </c:pt>
                <c:pt idx="2217">
                  <c:v>06-11-2008</c:v>
                </c:pt>
                <c:pt idx="2218">
                  <c:v>07-11-2008</c:v>
                </c:pt>
                <c:pt idx="2219">
                  <c:v>10-11-2008</c:v>
                </c:pt>
                <c:pt idx="2220">
                  <c:v>11-11-2008</c:v>
                </c:pt>
                <c:pt idx="2221">
                  <c:v>12-11-2008</c:v>
                </c:pt>
                <c:pt idx="2222">
                  <c:v>14-11-2008</c:v>
                </c:pt>
                <c:pt idx="2223">
                  <c:v>17-11-2008</c:v>
                </c:pt>
                <c:pt idx="2224">
                  <c:v>18-11-2008</c:v>
                </c:pt>
                <c:pt idx="2225">
                  <c:v>19-11-2008</c:v>
                </c:pt>
                <c:pt idx="2226">
                  <c:v>20-11-2008</c:v>
                </c:pt>
                <c:pt idx="2227">
                  <c:v>21-11-2008</c:v>
                </c:pt>
                <c:pt idx="2228">
                  <c:v>24-11-2008</c:v>
                </c:pt>
                <c:pt idx="2229">
                  <c:v>25-11-2008</c:v>
                </c:pt>
                <c:pt idx="2230">
                  <c:v>26-11-2008</c:v>
                </c:pt>
                <c:pt idx="2231">
                  <c:v>28-11-2008</c:v>
                </c:pt>
                <c:pt idx="2232">
                  <c:v>01-12-2008</c:v>
                </c:pt>
                <c:pt idx="2233">
                  <c:v>02-12-2008</c:v>
                </c:pt>
                <c:pt idx="2234">
                  <c:v>03-12-2008</c:v>
                </c:pt>
                <c:pt idx="2235">
                  <c:v>04-12-2008</c:v>
                </c:pt>
                <c:pt idx="2236">
                  <c:v>05-12-2008</c:v>
                </c:pt>
                <c:pt idx="2237">
                  <c:v>08-12-2008</c:v>
                </c:pt>
                <c:pt idx="2238">
                  <c:v>10-12-2008</c:v>
                </c:pt>
                <c:pt idx="2239">
                  <c:v>11-12-2008</c:v>
                </c:pt>
                <c:pt idx="2240">
                  <c:v>12-12-2008</c:v>
                </c:pt>
                <c:pt idx="2241">
                  <c:v>15-12-2008</c:v>
                </c:pt>
                <c:pt idx="2242">
                  <c:v>16-12-2008</c:v>
                </c:pt>
                <c:pt idx="2243">
                  <c:v>17-12-2008</c:v>
                </c:pt>
                <c:pt idx="2244">
                  <c:v>18-12-2008</c:v>
                </c:pt>
                <c:pt idx="2245">
                  <c:v>19-12-2008</c:v>
                </c:pt>
                <c:pt idx="2246">
                  <c:v>22-12-2008</c:v>
                </c:pt>
                <c:pt idx="2247">
                  <c:v>23-12-2008</c:v>
                </c:pt>
                <c:pt idx="2248">
                  <c:v>24-12-2008</c:v>
                </c:pt>
                <c:pt idx="2249">
                  <c:v>26-12-2008</c:v>
                </c:pt>
                <c:pt idx="2250">
                  <c:v>29-12-2008</c:v>
                </c:pt>
                <c:pt idx="2251">
                  <c:v>30-12-2008</c:v>
                </c:pt>
                <c:pt idx="2252">
                  <c:v>31-12-2008</c:v>
                </c:pt>
                <c:pt idx="2253">
                  <c:v>01-01-2009</c:v>
                </c:pt>
                <c:pt idx="2254">
                  <c:v>02-01-2009</c:v>
                </c:pt>
                <c:pt idx="2255">
                  <c:v>05-01-2009</c:v>
                </c:pt>
                <c:pt idx="2256">
                  <c:v>06-01-2009</c:v>
                </c:pt>
                <c:pt idx="2257">
                  <c:v>07-01-2009</c:v>
                </c:pt>
                <c:pt idx="2258">
                  <c:v>09-01-2009</c:v>
                </c:pt>
                <c:pt idx="2259">
                  <c:v>12-01-2009</c:v>
                </c:pt>
                <c:pt idx="2260">
                  <c:v>13-01-2009</c:v>
                </c:pt>
                <c:pt idx="2261">
                  <c:v>14-01-2009</c:v>
                </c:pt>
                <c:pt idx="2262">
                  <c:v>15-01-2009</c:v>
                </c:pt>
                <c:pt idx="2263">
                  <c:v>16-01-2009</c:v>
                </c:pt>
                <c:pt idx="2264">
                  <c:v>19-01-2009</c:v>
                </c:pt>
                <c:pt idx="2265">
                  <c:v>20-01-2009</c:v>
                </c:pt>
                <c:pt idx="2266">
                  <c:v>21-01-2009</c:v>
                </c:pt>
                <c:pt idx="2267">
                  <c:v>22-01-2009</c:v>
                </c:pt>
                <c:pt idx="2268">
                  <c:v>23-01-2009</c:v>
                </c:pt>
                <c:pt idx="2269">
                  <c:v>27-01-2009</c:v>
                </c:pt>
                <c:pt idx="2270">
                  <c:v>28-01-2009</c:v>
                </c:pt>
                <c:pt idx="2271">
                  <c:v>29-01-2009</c:v>
                </c:pt>
                <c:pt idx="2272">
                  <c:v>30-01-2009</c:v>
                </c:pt>
                <c:pt idx="2273">
                  <c:v>02-02-2009</c:v>
                </c:pt>
                <c:pt idx="2274">
                  <c:v>03-02-2009</c:v>
                </c:pt>
                <c:pt idx="2275">
                  <c:v>04-02-2009</c:v>
                </c:pt>
                <c:pt idx="2276">
                  <c:v>05-02-2009</c:v>
                </c:pt>
                <c:pt idx="2277">
                  <c:v>06-02-2009</c:v>
                </c:pt>
                <c:pt idx="2278">
                  <c:v>09-02-2009</c:v>
                </c:pt>
                <c:pt idx="2279">
                  <c:v>10-02-2009</c:v>
                </c:pt>
                <c:pt idx="2280">
                  <c:v>11-02-2009</c:v>
                </c:pt>
                <c:pt idx="2281">
                  <c:v>12-02-2009</c:v>
                </c:pt>
                <c:pt idx="2282">
                  <c:v>13-02-2009</c:v>
                </c:pt>
                <c:pt idx="2283">
                  <c:v>16-02-2009</c:v>
                </c:pt>
                <c:pt idx="2284">
                  <c:v>17-02-2009</c:v>
                </c:pt>
                <c:pt idx="2285">
                  <c:v>18-02-2009</c:v>
                </c:pt>
                <c:pt idx="2286">
                  <c:v>19-02-2009</c:v>
                </c:pt>
                <c:pt idx="2287">
                  <c:v>20-02-2009</c:v>
                </c:pt>
                <c:pt idx="2288">
                  <c:v>24-02-2009</c:v>
                </c:pt>
                <c:pt idx="2289">
                  <c:v>25-02-2009</c:v>
                </c:pt>
                <c:pt idx="2290">
                  <c:v>26-02-2009</c:v>
                </c:pt>
                <c:pt idx="2291">
                  <c:v>27-02-2009</c:v>
                </c:pt>
                <c:pt idx="2292">
                  <c:v>02-03-2009</c:v>
                </c:pt>
                <c:pt idx="2293">
                  <c:v>03-03-2009</c:v>
                </c:pt>
                <c:pt idx="2294">
                  <c:v>04-03-2009</c:v>
                </c:pt>
                <c:pt idx="2295">
                  <c:v>05-03-2009</c:v>
                </c:pt>
                <c:pt idx="2296">
                  <c:v>06-03-2009</c:v>
                </c:pt>
                <c:pt idx="2297">
                  <c:v>09-03-2009</c:v>
                </c:pt>
                <c:pt idx="2298">
                  <c:v>12-03-2009</c:v>
                </c:pt>
                <c:pt idx="2299">
                  <c:v>13-03-2009</c:v>
                </c:pt>
                <c:pt idx="2300">
                  <c:v>16-03-2009</c:v>
                </c:pt>
                <c:pt idx="2301">
                  <c:v>17-03-2009</c:v>
                </c:pt>
                <c:pt idx="2302">
                  <c:v>18-03-2009</c:v>
                </c:pt>
                <c:pt idx="2303">
                  <c:v>19-03-2009</c:v>
                </c:pt>
                <c:pt idx="2304">
                  <c:v>20-03-2009</c:v>
                </c:pt>
                <c:pt idx="2305">
                  <c:v>23-03-2009</c:v>
                </c:pt>
                <c:pt idx="2306">
                  <c:v>24-03-2009</c:v>
                </c:pt>
                <c:pt idx="2307">
                  <c:v>25-03-2009</c:v>
                </c:pt>
                <c:pt idx="2308">
                  <c:v>26-03-2009</c:v>
                </c:pt>
                <c:pt idx="2309">
                  <c:v>27-03-2009</c:v>
                </c:pt>
                <c:pt idx="2310">
                  <c:v>30-03-2009</c:v>
                </c:pt>
                <c:pt idx="2311">
                  <c:v>31-03-2009</c:v>
                </c:pt>
                <c:pt idx="2312">
                  <c:v>01-04-2009</c:v>
                </c:pt>
                <c:pt idx="2313">
                  <c:v>02-04-2009</c:v>
                </c:pt>
                <c:pt idx="2314">
                  <c:v>06-04-2009</c:v>
                </c:pt>
                <c:pt idx="2315">
                  <c:v>08-04-2009</c:v>
                </c:pt>
                <c:pt idx="2316">
                  <c:v>09-04-2009</c:v>
                </c:pt>
                <c:pt idx="2317">
                  <c:v>13-04-2009</c:v>
                </c:pt>
                <c:pt idx="2318">
                  <c:v>15-04-2009</c:v>
                </c:pt>
                <c:pt idx="2319">
                  <c:v>16-04-2009</c:v>
                </c:pt>
                <c:pt idx="2320">
                  <c:v>17-04-2009</c:v>
                </c:pt>
                <c:pt idx="2321">
                  <c:v>20-04-2009</c:v>
                </c:pt>
                <c:pt idx="2322">
                  <c:v>21-04-2009</c:v>
                </c:pt>
                <c:pt idx="2323">
                  <c:v>22-04-2009</c:v>
                </c:pt>
                <c:pt idx="2324">
                  <c:v>23-04-2009</c:v>
                </c:pt>
                <c:pt idx="2325">
                  <c:v>24-04-2009</c:v>
                </c:pt>
                <c:pt idx="2326">
                  <c:v>27-04-2009</c:v>
                </c:pt>
                <c:pt idx="2327">
                  <c:v>28-04-2009</c:v>
                </c:pt>
                <c:pt idx="2328">
                  <c:v>29-04-2009</c:v>
                </c:pt>
                <c:pt idx="2329">
                  <c:v>04-05-2009</c:v>
                </c:pt>
                <c:pt idx="2330">
                  <c:v>05-05-2009</c:v>
                </c:pt>
                <c:pt idx="2331">
                  <c:v>06-05-2009</c:v>
                </c:pt>
                <c:pt idx="2332">
                  <c:v>07-05-2009</c:v>
                </c:pt>
                <c:pt idx="2333">
                  <c:v>08-05-2009</c:v>
                </c:pt>
                <c:pt idx="2334">
                  <c:v>11-05-2009</c:v>
                </c:pt>
                <c:pt idx="2335">
                  <c:v>12-05-2009</c:v>
                </c:pt>
                <c:pt idx="2336">
                  <c:v>13-05-2009</c:v>
                </c:pt>
                <c:pt idx="2337">
                  <c:v>14-05-2009</c:v>
                </c:pt>
                <c:pt idx="2338">
                  <c:v>15-05-2009</c:v>
                </c:pt>
                <c:pt idx="2339">
                  <c:v>18-05-2009</c:v>
                </c:pt>
                <c:pt idx="2340">
                  <c:v>19-05-2009</c:v>
                </c:pt>
                <c:pt idx="2341">
                  <c:v>20-05-2009</c:v>
                </c:pt>
                <c:pt idx="2342">
                  <c:v>21-05-2009</c:v>
                </c:pt>
                <c:pt idx="2343">
                  <c:v>22-05-2009</c:v>
                </c:pt>
                <c:pt idx="2344">
                  <c:v>25-05-2009</c:v>
                </c:pt>
                <c:pt idx="2345">
                  <c:v>26-05-2009</c:v>
                </c:pt>
                <c:pt idx="2346">
                  <c:v>27-05-2009</c:v>
                </c:pt>
                <c:pt idx="2347">
                  <c:v>28-05-2009</c:v>
                </c:pt>
                <c:pt idx="2348">
                  <c:v>29-05-2009</c:v>
                </c:pt>
                <c:pt idx="2349">
                  <c:v>01-06-2009</c:v>
                </c:pt>
                <c:pt idx="2350">
                  <c:v>02-06-2009</c:v>
                </c:pt>
                <c:pt idx="2351">
                  <c:v>03-06-2009</c:v>
                </c:pt>
                <c:pt idx="2352">
                  <c:v>04-06-2009</c:v>
                </c:pt>
                <c:pt idx="2353">
                  <c:v>05-06-2009</c:v>
                </c:pt>
                <c:pt idx="2354">
                  <c:v>08-06-2009</c:v>
                </c:pt>
                <c:pt idx="2355">
                  <c:v>09-06-2009</c:v>
                </c:pt>
                <c:pt idx="2356">
                  <c:v>10-06-2009</c:v>
                </c:pt>
                <c:pt idx="2357">
                  <c:v>11-06-2009</c:v>
                </c:pt>
                <c:pt idx="2358">
                  <c:v>12-06-2009</c:v>
                </c:pt>
                <c:pt idx="2359">
                  <c:v>15-06-2009</c:v>
                </c:pt>
                <c:pt idx="2360">
                  <c:v>16-06-2009</c:v>
                </c:pt>
                <c:pt idx="2361">
                  <c:v>17-06-2009</c:v>
                </c:pt>
                <c:pt idx="2362">
                  <c:v>18-06-2009</c:v>
                </c:pt>
                <c:pt idx="2363">
                  <c:v>19-06-2009</c:v>
                </c:pt>
                <c:pt idx="2364">
                  <c:v>22-06-2009</c:v>
                </c:pt>
                <c:pt idx="2365">
                  <c:v>23-06-2009</c:v>
                </c:pt>
                <c:pt idx="2366">
                  <c:v>24-06-2009</c:v>
                </c:pt>
                <c:pt idx="2367">
                  <c:v>25-06-2009</c:v>
                </c:pt>
                <c:pt idx="2368">
                  <c:v>26-06-2009</c:v>
                </c:pt>
                <c:pt idx="2369">
                  <c:v>29-06-2009</c:v>
                </c:pt>
                <c:pt idx="2370">
                  <c:v>30-06-2009</c:v>
                </c:pt>
                <c:pt idx="2371">
                  <c:v>01-07-2009</c:v>
                </c:pt>
                <c:pt idx="2372">
                  <c:v>02-07-2009</c:v>
                </c:pt>
                <c:pt idx="2373">
                  <c:v>03-07-2009</c:v>
                </c:pt>
                <c:pt idx="2374">
                  <c:v>06-07-2009</c:v>
                </c:pt>
                <c:pt idx="2375">
                  <c:v>07-07-2009</c:v>
                </c:pt>
                <c:pt idx="2376">
                  <c:v>08-07-2009</c:v>
                </c:pt>
                <c:pt idx="2377">
                  <c:v>09-07-2009</c:v>
                </c:pt>
                <c:pt idx="2378">
                  <c:v>10-07-2009</c:v>
                </c:pt>
                <c:pt idx="2379">
                  <c:v>13-07-2009</c:v>
                </c:pt>
                <c:pt idx="2380">
                  <c:v>14-07-2009</c:v>
                </c:pt>
                <c:pt idx="2381">
                  <c:v>15-07-2009</c:v>
                </c:pt>
                <c:pt idx="2382">
                  <c:v>16-07-2009</c:v>
                </c:pt>
                <c:pt idx="2383">
                  <c:v>17-07-2009</c:v>
                </c:pt>
                <c:pt idx="2384">
                  <c:v>20-07-2009</c:v>
                </c:pt>
                <c:pt idx="2385">
                  <c:v>21-07-2009</c:v>
                </c:pt>
                <c:pt idx="2386">
                  <c:v>22-07-2009</c:v>
                </c:pt>
                <c:pt idx="2387">
                  <c:v>23-07-2009</c:v>
                </c:pt>
                <c:pt idx="2388">
                  <c:v>24-07-2009</c:v>
                </c:pt>
                <c:pt idx="2389">
                  <c:v>27-07-2009</c:v>
                </c:pt>
                <c:pt idx="2390">
                  <c:v>28-07-2009</c:v>
                </c:pt>
                <c:pt idx="2391">
                  <c:v>29-07-2009</c:v>
                </c:pt>
                <c:pt idx="2392">
                  <c:v>30-07-2009</c:v>
                </c:pt>
                <c:pt idx="2393">
                  <c:v>31-07-2009</c:v>
                </c:pt>
                <c:pt idx="2394">
                  <c:v>03-08-2009</c:v>
                </c:pt>
                <c:pt idx="2395">
                  <c:v>04-08-2009</c:v>
                </c:pt>
                <c:pt idx="2396">
                  <c:v>05-08-2009</c:v>
                </c:pt>
                <c:pt idx="2397">
                  <c:v>06-08-2009</c:v>
                </c:pt>
                <c:pt idx="2398">
                  <c:v>07-08-2009</c:v>
                </c:pt>
                <c:pt idx="2399">
                  <c:v>10-08-2009</c:v>
                </c:pt>
                <c:pt idx="2400">
                  <c:v>11-08-2009</c:v>
                </c:pt>
                <c:pt idx="2401">
                  <c:v>12-08-2009</c:v>
                </c:pt>
                <c:pt idx="2402">
                  <c:v>13-08-2009</c:v>
                </c:pt>
                <c:pt idx="2403">
                  <c:v>14-08-2009</c:v>
                </c:pt>
                <c:pt idx="2404">
                  <c:v>17-08-2009</c:v>
                </c:pt>
                <c:pt idx="2405">
                  <c:v>18-08-2009</c:v>
                </c:pt>
                <c:pt idx="2406">
                  <c:v>19-08-2009</c:v>
                </c:pt>
                <c:pt idx="2407">
                  <c:v>20-08-2009</c:v>
                </c:pt>
                <c:pt idx="2408">
                  <c:v>21-08-2009</c:v>
                </c:pt>
                <c:pt idx="2409">
                  <c:v>24-08-2009</c:v>
                </c:pt>
                <c:pt idx="2410">
                  <c:v>25-08-2009</c:v>
                </c:pt>
                <c:pt idx="2411">
                  <c:v>26-08-2009</c:v>
                </c:pt>
                <c:pt idx="2412">
                  <c:v>27-08-2009</c:v>
                </c:pt>
                <c:pt idx="2413">
                  <c:v>28-08-2009</c:v>
                </c:pt>
                <c:pt idx="2414">
                  <c:v>31-08-2009</c:v>
                </c:pt>
                <c:pt idx="2415">
                  <c:v>01-09-2009</c:v>
                </c:pt>
                <c:pt idx="2416">
                  <c:v>02-09-2009</c:v>
                </c:pt>
                <c:pt idx="2417">
                  <c:v>03-09-2009</c:v>
                </c:pt>
                <c:pt idx="2418">
                  <c:v>04-09-2009</c:v>
                </c:pt>
                <c:pt idx="2419">
                  <c:v>07-09-2009</c:v>
                </c:pt>
                <c:pt idx="2420">
                  <c:v>08-09-2009</c:v>
                </c:pt>
                <c:pt idx="2421">
                  <c:v>09-09-2009</c:v>
                </c:pt>
                <c:pt idx="2422">
                  <c:v>10-09-2009</c:v>
                </c:pt>
                <c:pt idx="2423">
                  <c:v>11-09-2009</c:v>
                </c:pt>
                <c:pt idx="2424">
                  <c:v>14-09-2009</c:v>
                </c:pt>
                <c:pt idx="2425">
                  <c:v>15-09-2009</c:v>
                </c:pt>
                <c:pt idx="2426">
                  <c:v>16-09-2009</c:v>
                </c:pt>
                <c:pt idx="2427">
                  <c:v>17-09-2009</c:v>
                </c:pt>
                <c:pt idx="2428">
                  <c:v>18-09-2009</c:v>
                </c:pt>
                <c:pt idx="2429">
                  <c:v>22-09-2009</c:v>
                </c:pt>
                <c:pt idx="2430">
                  <c:v>23-09-2009</c:v>
                </c:pt>
                <c:pt idx="2431">
                  <c:v>24-09-2009</c:v>
                </c:pt>
                <c:pt idx="2432">
                  <c:v>25-09-2009</c:v>
                </c:pt>
                <c:pt idx="2433">
                  <c:v>29-09-2009</c:v>
                </c:pt>
                <c:pt idx="2434">
                  <c:v>30-09-2009</c:v>
                </c:pt>
                <c:pt idx="2435">
                  <c:v>01-10-2009</c:v>
                </c:pt>
                <c:pt idx="2436">
                  <c:v>05-10-2009</c:v>
                </c:pt>
                <c:pt idx="2437">
                  <c:v>06-10-2009</c:v>
                </c:pt>
                <c:pt idx="2438">
                  <c:v>07-10-2009</c:v>
                </c:pt>
                <c:pt idx="2439">
                  <c:v>08-10-2009</c:v>
                </c:pt>
                <c:pt idx="2440">
                  <c:v>09-10-2009</c:v>
                </c:pt>
                <c:pt idx="2441">
                  <c:v>12-10-2009</c:v>
                </c:pt>
                <c:pt idx="2442">
                  <c:v>14-10-2009</c:v>
                </c:pt>
                <c:pt idx="2443">
                  <c:v>15-10-2009</c:v>
                </c:pt>
                <c:pt idx="2444">
                  <c:v>16-10-2009</c:v>
                </c:pt>
                <c:pt idx="2445">
                  <c:v>17-10-2009</c:v>
                </c:pt>
                <c:pt idx="2446">
                  <c:v>20-10-2009</c:v>
                </c:pt>
                <c:pt idx="2447">
                  <c:v>21-10-2009</c:v>
                </c:pt>
                <c:pt idx="2448">
                  <c:v>22-10-2009</c:v>
                </c:pt>
                <c:pt idx="2449">
                  <c:v>23-10-2009</c:v>
                </c:pt>
                <c:pt idx="2450">
                  <c:v>26-10-2009</c:v>
                </c:pt>
                <c:pt idx="2451">
                  <c:v>27-10-2009</c:v>
                </c:pt>
                <c:pt idx="2452">
                  <c:v>28-10-2009</c:v>
                </c:pt>
                <c:pt idx="2453">
                  <c:v>29-10-2009</c:v>
                </c:pt>
                <c:pt idx="2454">
                  <c:v>30-10-2009</c:v>
                </c:pt>
                <c:pt idx="2455">
                  <c:v>03-11-2009</c:v>
                </c:pt>
                <c:pt idx="2456">
                  <c:v>04-11-2009</c:v>
                </c:pt>
                <c:pt idx="2457">
                  <c:v>05-11-2009</c:v>
                </c:pt>
                <c:pt idx="2458">
                  <c:v>06-11-2009</c:v>
                </c:pt>
                <c:pt idx="2459">
                  <c:v>09-11-2009</c:v>
                </c:pt>
                <c:pt idx="2460">
                  <c:v>10-11-2009</c:v>
                </c:pt>
                <c:pt idx="2461">
                  <c:v>11-11-2009</c:v>
                </c:pt>
                <c:pt idx="2462">
                  <c:v>12-11-2009</c:v>
                </c:pt>
                <c:pt idx="2463">
                  <c:v>13-11-2009</c:v>
                </c:pt>
                <c:pt idx="2464">
                  <c:v>16-11-2009</c:v>
                </c:pt>
                <c:pt idx="2465">
                  <c:v>17-11-2009</c:v>
                </c:pt>
                <c:pt idx="2466">
                  <c:v>18-11-2009</c:v>
                </c:pt>
                <c:pt idx="2467">
                  <c:v>19-11-2009</c:v>
                </c:pt>
                <c:pt idx="2468">
                  <c:v>20-11-2009</c:v>
                </c:pt>
                <c:pt idx="2469">
                  <c:v>23-11-2009</c:v>
                </c:pt>
                <c:pt idx="2470">
                  <c:v>24-11-2009</c:v>
                </c:pt>
                <c:pt idx="2471">
                  <c:v>25-11-2009</c:v>
                </c:pt>
                <c:pt idx="2472">
                  <c:v>26-11-2009</c:v>
                </c:pt>
                <c:pt idx="2473">
                  <c:v>27-11-2009</c:v>
                </c:pt>
                <c:pt idx="2474">
                  <c:v>30-11-2009</c:v>
                </c:pt>
                <c:pt idx="2475">
                  <c:v>01-12-2009</c:v>
                </c:pt>
                <c:pt idx="2476">
                  <c:v>02-12-2009</c:v>
                </c:pt>
                <c:pt idx="2477">
                  <c:v>03-12-2009</c:v>
                </c:pt>
                <c:pt idx="2478">
                  <c:v>04-12-2009</c:v>
                </c:pt>
                <c:pt idx="2479">
                  <c:v>07-12-2009</c:v>
                </c:pt>
                <c:pt idx="2480">
                  <c:v>08-12-2009</c:v>
                </c:pt>
                <c:pt idx="2481">
                  <c:v>09-12-2009</c:v>
                </c:pt>
                <c:pt idx="2482">
                  <c:v>10-12-2009</c:v>
                </c:pt>
                <c:pt idx="2483">
                  <c:v>11-12-2009</c:v>
                </c:pt>
                <c:pt idx="2484">
                  <c:v>14-12-2009</c:v>
                </c:pt>
                <c:pt idx="2485">
                  <c:v>15-12-2009</c:v>
                </c:pt>
                <c:pt idx="2486">
                  <c:v>16-12-2009</c:v>
                </c:pt>
                <c:pt idx="2487">
                  <c:v>17-12-2009</c:v>
                </c:pt>
                <c:pt idx="2488">
                  <c:v>18-12-2009</c:v>
                </c:pt>
                <c:pt idx="2489">
                  <c:v>21-12-2009</c:v>
                </c:pt>
                <c:pt idx="2490">
                  <c:v>22-12-2009</c:v>
                </c:pt>
                <c:pt idx="2491">
                  <c:v>23-12-2009</c:v>
                </c:pt>
                <c:pt idx="2492">
                  <c:v>24-12-2009</c:v>
                </c:pt>
                <c:pt idx="2493">
                  <c:v>29-12-2009</c:v>
                </c:pt>
                <c:pt idx="2494">
                  <c:v>30-12-2009</c:v>
                </c:pt>
                <c:pt idx="2495">
                  <c:v>31-12-2009</c:v>
                </c:pt>
                <c:pt idx="2496">
                  <c:v>04-01-2010</c:v>
                </c:pt>
                <c:pt idx="2497">
                  <c:v>05-01-2010</c:v>
                </c:pt>
                <c:pt idx="2498">
                  <c:v>06-01-2010</c:v>
                </c:pt>
                <c:pt idx="2499">
                  <c:v>07-01-2010</c:v>
                </c:pt>
                <c:pt idx="2500">
                  <c:v>08-01-2010</c:v>
                </c:pt>
                <c:pt idx="2501">
                  <c:v>11-01-2010</c:v>
                </c:pt>
                <c:pt idx="2502">
                  <c:v>12-01-2010</c:v>
                </c:pt>
                <c:pt idx="2503">
                  <c:v>13-01-2010</c:v>
                </c:pt>
                <c:pt idx="2504">
                  <c:v>14-01-2010</c:v>
                </c:pt>
                <c:pt idx="2505">
                  <c:v>15-01-2010</c:v>
                </c:pt>
                <c:pt idx="2506">
                  <c:v>18-01-2010</c:v>
                </c:pt>
                <c:pt idx="2507">
                  <c:v>19-01-2010</c:v>
                </c:pt>
                <c:pt idx="2508">
                  <c:v>20-01-2010</c:v>
                </c:pt>
                <c:pt idx="2509">
                  <c:v>21-01-2010</c:v>
                </c:pt>
                <c:pt idx="2510">
                  <c:v>22-01-2010</c:v>
                </c:pt>
                <c:pt idx="2511">
                  <c:v>25-01-2010</c:v>
                </c:pt>
                <c:pt idx="2512">
                  <c:v>27-01-2010</c:v>
                </c:pt>
                <c:pt idx="2513">
                  <c:v>28-01-2010</c:v>
                </c:pt>
                <c:pt idx="2514">
                  <c:v>29-01-2010</c:v>
                </c:pt>
                <c:pt idx="2515">
                  <c:v>01-02-2010</c:v>
                </c:pt>
                <c:pt idx="2516">
                  <c:v>02-02-2010</c:v>
                </c:pt>
                <c:pt idx="2517">
                  <c:v>03-02-2010</c:v>
                </c:pt>
                <c:pt idx="2518">
                  <c:v>04-02-2010</c:v>
                </c:pt>
                <c:pt idx="2519">
                  <c:v>05-02-2010</c:v>
                </c:pt>
                <c:pt idx="2520">
                  <c:v>06-02-2010</c:v>
                </c:pt>
                <c:pt idx="2521">
                  <c:v>08-02-2010</c:v>
                </c:pt>
                <c:pt idx="2522">
                  <c:v>09-02-2010</c:v>
                </c:pt>
                <c:pt idx="2523">
                  <c:v>10-02-2010</c:v>
                </c:pt>
                <c:pt idx="2524">
                  <c:v>11-02-2010</c:v>
                </c:pt>
                <c:pt idx="2525">
                  <c:v>15-02-2010</c:v>
                </c:pt>
                <c:pt idx="2526">
                  <c:v>16-02-2010</c:v>
                </c:pt>
                <c:pt idx="2527">
                  <c:v>17-02-2010</c:v>
                </c:pt>
                <c:pt idx="2528">
                  <c:v>18-02-2010</c:v>
                </c:pt>
                <c:pt idx="2529">
                  <c:v>19-02-2010</c:v>
                </c:pt>
                <c:pt idx="2530">
                  <c:v>22-02-2010</c:v>
                </c:pt>
                <c:pt idx="2531">
                  <c:v>23-02-2010</c:v>
                </c:pt>
                <c:pt idx="2532">
                  <c:v>24-02-2010</c:v>
                </c:pt>
                <c:pt idx="2533">
                  <c:v>25-02-2010</c:v>
                </c:pt>
                <c:pt idx="2534">
                  <c:v>26-02-2010</c:v>
                </c:pt>
                <c:pt idx="2535">
                  <c:v>02-03-2010</c:v>
                </c:pt>
                <c:pt idx="2536">
                  <c:v>03-03-2010</c:v>
                </c:pt>
                <c:pt idx="2537">
                  <c:v>04-03-2010</c:v>
                </c:pt>
                <c:pt idx="2538">
                  <c:v>05-03-2010</c:v>
                </c:pt>
                <c:pt idx="2539">
                  <c:v>08-03-2010</c:v>
                </c:pt>
                <c:pt idx="2540">
                  <c:v>09-03-2010</c:v>
                </c:pt>
                <c:pt idx="2541">
                  <c:v>10-03-2010</c:v>
                </c:pt>
                <c:pt idx="2542">
                  <c:v>11-03-2010</c:v>
                </c:pt>
                <c:pt idx="2543">
                  <c:v>12-03-2010</c:v>
                </c:pt>
                <c:pt idx="2544">
                  <c:v>15-03-2010</c:v>
                </c:pt>
                <c:pt idx="2545">
                  <c:v>16-03-2010</c:v>
                </c:pt>
                <c:pt idx="2546">
                  <c:v>17-03-2010</c:v>
                </c:pt>
                <c:pt idx="2547">
                  <c:v>18-03-2010</c:v>
                </c:pt>
                <c:pt idx="2548">
                  <c:v>19-03-2010</c:v>
                </c:pt>
                <c:pt idx="2549">
                  <c:v>22-03-2010</c:v>
                </c:pt>
                <c:pt idx="2550">
                  <c:v>23-03-2010</c:v>
                </c:pt>
                <c:pt idx="2551">
                  <c:v>25-03-2010</c:v>
                </c:pt>
                <c:pt idx="2552">
                  <c:v>26-03-2010</c:v>
                </c:pt>
                <c:pt idx="2553">
                  <c:v>29-03-2010</c:v>
                </c:pt>
                <c:pt idx="2554">
                  <c:v>30-03-2010</c:v>
                </c:pt>
                <c:pt idx="2555">
                  <c:v>31-03-2010</c:v>
                </c:pt>
                <c:pt idx="2556">
                  <c:v>01-04-2010</c:v>
                </c:pt>
                <c:pt idx="2557">
                  <c:v>05-04-2010</c:v>
                </c:pt>
                <c:pt idx="2558">
                  <c:v>06-04-2010</c:v>
                </c:pt>
                <c:pt idx="2559">
                  <c:v>07-04-2010</c:v>
                </c:pt>
                <c:pt idx="2560">
                  <c:v>08-04-2010</c:v>
                </c:pt>
                <c:pt idx="2561">
                  <c:v>09-04-2010</c:v>
                </c:pt>
                <c:pt idx="2562">
                  <c:v>12-04-2010</c:v>
                </c:pt>
                <c:pt idx="2563">
                  <c:v>13-04-2010</c:v>
                </c:pt>
                <c:pt idx="2564">
                  <c:v>15-04-2010</c:v>
                </c:pt>
                <c:pt idx="2565">
                  <c:v>16-04-2010</c:v>
                </c:pt>
                <c:pt idx="2566">
                  <c:v>19-04-2010</c:v>
                </c:pt>
                <c:pt idx="2567">
                  <c:v>20-04-2010</c:v>
                </c:pt>
                <c:pt idx="2568">
                  <c:v>21-04-2010</c:v>
                </c:pt>
                <c:pt idx="2569">
                  <c:v>22-04-2010</c:v>
                </c:pt>
                <c:pt idx="2570">
                  <c:v>23-04-2010</c:v>
                </c:pt>
                <c:pt idx="2571">
                  <c:v>26-04-2010</c:v>
                </c:pt>
                <c:pt idx="2572">
                  <c:v>27-04-2010</c:v>
                </c:pt>
                <c:pt idx="2573">
                  <c:v>28-04-2010</c:v>
                </c:pt>
                <c:pt idx="2574">
                  <c:v>29-04-2010</c:v>
                </c:pt>
                <c:pt idx="2575">
                  <c:v>30-04-2010</c:v>
                </c:pt>
                <c:pt idx="2576">
                  <c:v>03-05-2010</c:v>
                </c:pt>
                <c:pt idx="2577">
                  <c:v>04-05-2010</c:v>
                </c:pt>
                <c:pt idx="2578">
                  <c:v>05-05-2010</c:v>
                </c:pt>
                <c:pt idx="2579">
                  <c:v>06-05-2010</c:v>
                </c:pt>
                <c:pt idx="2580">
                  <c:v>07-05-2010</c:v>
                </c:pt>
                <c:pt idx="2581">
                  <c:v>10-05-2010</c:v>
                </c:pt>
                <c:pt idx="2582">
                  <c:v>11-05-2010</c:v>
                </c:pt>
                <c:pt idx="2583">
                  <c:v>12-05-2010</c:v>
                </c:pt>
                <c:pt idx="2584">
                  <c:v>13-05-2010</c:v>
                </c:pt>
                <c:pt idx="2585">
                  <c:v>14-05-2010</c:v>
                </c:pt>
                <c:pt idx="2586">
                  <c:v>17-05-2010</c:v>
                </c:pt>
                <c:pt idx="2587">
                  <c:v>18-05-2010</c:v>
                </c:pt>
                <c:pt idx="2588">
                  <c:v>19-05-2010</c:v>
                </c:pt>
                <c:pt idx="2589">
                  <c:v>20-05-2010</c:v>
                </c:pt>
                <c:pt idx="2590">
                  <c:v>21-05-2010</c:v>
                </c:pt>
                <c:pt idx="2591">
                  <c:v>24-05-2010</c:v>
                </c:pt>
                <c:pt idx="2592">
                  <c:v>25-05-2010</c:v>
                </c:pt>
                <c:pt idx="2593">
                  <c:v>26-05-2010</c:v>
                </c:pt>
                <c:pt idx="2594">
                  <c:v>27-05-2010</c:v>
                </c:pt>
                <c:pt idx="2595">
                  <c:v>28-05-2010</c:v>
                </c:pt>
                <c:pt idx="2596">
                  <c:v>31-05-2010</c:v>
                </c:pt>
                <c:pt idx="2597">
                  <c:v>01-06-2010</c:v>
                </c:pt>
                <c:pt idx="2598">
                  <c:v>02-06-2010</c:v>
                </c:pt>
                <c:pt idx="2599">
                  <c:v>03-06-2010</c:v>
                </c:pt>
                <c:pt idx="2600">
                  <c:v>04-06-2010</c:v>
                </c:pt>
                <c:pt idx="2601">
                  <c:v>07-06-2010</c:v>
                </c:pt>
                <c:pt idx="2602">
                  <c:v>08-06-2010</c:v>
                </c:pt>
                <c:pt idx="2603">
                  <c:v>09-06-2010</c:v>
                </c:pt>
                <c:pt idx="2604">
                  <c:v>10-06-2010</c:v>
                </c:pt>
                <c:pt idx="2605">
                  <c:v>11-06-2010</c:v>
                </c:pt>
                <c:pt idx="2606">
                  <c:v>14-06-2010</c:v>
                </c:pt>
                <c:pt idx="2607">
                  <c:v>15-06-2010</c:v>
                </c:pt>
                <c:pt idx="2608">
                  <c:v>16-06-2010</c:v>
                </c:pt>
                <c:pt idx="2609">
                  <c:v>17-06-2010</c:v>
                </c:pt>
                <c:pt idx="2610">
                  <c:v>18-06-2010</c:v>
                </c:pt>
                <c:pt idx="2611">
                  <c:v>21-06-2010</c:v>
                </c:pt>
                <c:pt idx="2612">
                  <c:v>22-06-2010</c:v>
                </c:pt>
                <c:pt idx="2613">
                  <c:v>23-06-2010</c:v>
                </c:pt>
                <c:pt idx="2614">
                  <c:v>24-06-2010</c:v>
                </c:pt>
                <c:pt idx="2615">
                  <c:v>25-06-2010</c:v>
                </c:pt>
                <c:pt idx="2616">
                  <c:v>28-06-2010</c:v>
                </c:pt>
                <c:pt idx="2617">
                  <c:v>29-06-2010</c:v>
                </c:pt>
                <c:pt idx="2618">
                  <c:v>30-06-2010</c:v>
                </c:pt>
                <c:pt idx="2619">
                  <c:v>01-07-2010</c:v>
                </c:pt>
                <c:pt idx="2620">
                  <c:v>02-07-2010</c:v>
                </c:pt>
                <c:pt idx="2621">
                  <c:v>05-07-2010</c:v>
                </c:pt>
                <c:pt idx="2622">
                  <c:v>06-07-2010</c:v>
                </c:pt>
                <c:pt idx="2623">
                  <c:v>07-07-2010</c:v>
                </c:pt>
                <c:pt idx="2624">
                  <c:v>08-07-2010</c:v>
                </c:pt>
                <c:pt idx="2625">
                  <c:v>09-07-2010</c:v>
                </c:pt>
                <c:pt idx="2626">
                  <c:v>12-07-2010</c:v>
                </c:pt>
                <c:pt idx="2627">
                  <c:v>13-07-2010</c:v>
                </c:pt>
                <c:pt idx="2628">
                  <c:v>14-07-2010</c:v>
                </c:pt>
                <c:pt idx="2629">
                  <c:v>15-07-2010</c:v>
                </c:pt>
                <c:pt idx="2630">
                  <c:v>16-07-2010</c:v>
                </c:pt>
                <c:pt idx="2631">
                  <c:v>19-07-2010</c:v>
                </c:pt>
                <c:pt idx="2632">
                  <c:v>20-07-2010</c:v>
                </c:pt>
                <c:pt idx="2633">
                  <c:v>21-07-2010</c:v>
                </c:pt>
                <c:pt idx="2634">
                  <c:v>22-07-2010</c:v>
                </c:pt>
                <c:pt idx="2635">
                  <c:v>23-07-2010</c:v>
                </c:pt>
                <c:pt idx="2636">
                  <c:v>26-07-2010</c:v>
                </c:pt>
                <c:pt idx="2637">
                  <c:v>27-07-2010</c:v>
                </c:pt>
                <c:pt idx="2638">
                  <c:v>28-07-2010</c:v>
                </c:pt>
                <c:pt idx="2639">
                  <c:v>29-07-2010</c:v>
                </c:pt>
                <c:pt idx="2640">
                  <c:v>30-07-2010</c:v>
                </c:pt>
                <c:pt idx="2641">
                  <c:v>02-08-2010</c:v>
                </c:pt>
                <c:pt idx="2642">
                  <c:v>03-08-2010</c:v>
                </c:pt>
                <c:pt idx="2643">
                  <c:v>04-08-2010</c:v>
                </c:pt>
                <c:pt idx="2644">
                  <c:v>05-08-2010</c:v>
                </c:pt>
                <c:pt idx="2645">
                  <c:v>06-08-2010</c:v>
                </c:pt>
                <c:pt idx="2646">
                  <c:v>09-08-2010</c:v>
                </c:pt>
                <c:pt idx="2647">
                  <c:v>10-08-2010</c:v>
                </c:pt>
                <c:pt idx="2648">
                  <c:v>11-08-2010</c:v>
                </c:pt>
                <c:pt idx="2649">
                  <c:v>12-08-2010</c:v>
                </c:pt>
                <c:pt idx="2650">
                  <c:v>13-08-2010</c:v>
                </c:pt>
                <c:pt idx="2651">
                  <c:v>16-08-2010</c:v>
                </c:pt>
                <c:pt idx="2652">
                  <c:v>17-08-2010</c:v>
                </c:pt>
                <c:pt idx="2653">
                  <c:v>18-08-2010</c:v>
                </c:pt>
                <c:pt idx="2654">
                  <c:v>19-08-2010</c:v>
                </c:pt>
                <c:pt idx="2655">
                  <c:v>20-08-2010</c:v>
                </c:pt>
                <c:pt idx="2656">
                  <c:v>23-08-2010</c:v>
                </c:pt>
                <c:pt idx="2657">
                  <c:v>24-08-2010</c:v>
                </c:pt>
                <c:pt idx="2658">
                  <c:v>25-08-2010</c:v>
                </c:pt>
                <c:pt idx="2659">
                  <c:v>26-08-2010</c:v>
                </c:pt>
                <c:pt idx="2660">
                  <c:v>27-08-2010</c:v>
                </c:pt>
                <c:pt idx="2661">
                  <c:v>30-08-2010</c:v>
                </c:pt>
                <c:pt idx="2662">
                  <c:v>31-08-2010</c:v>
                </c:pt>
                <c:pt idx="2663">
                  <c:v>01-09-2010</c:v>
                </c:pt>
                <c:pt idx="2664">
                  <c:v>02-09-2010</c:v>
                </c:pt>
                <c:pt idx="2665">
                  <c:v>03-09-2010</c:v>
                </c:pt>
                <c:pt idx="2666">
                  <c:v>06-09-2010</c:v>
                </c:pt>
                <c:pt idx="2667">
                  <c:v>07-09-2010</c:v>
                </c:pt>
                <c:pt idx="2668">
                  <c:v>08-09-2010</c:v>
                </c:pt>
                <c:pt idx="2669">
                  <c:v>09-09-2010</c:v>
                </c:pt>
                <c:pt idx="2670">
                  <c:v>13-09-2010</c:v>
                </c:pt>
                <c:pt idx="2671">
                  <c:v>14-09-2010</c:v>
                </c:pt>
                <c:pt idx="2672">
                  <c:v>15-09-2010</c:v>
                </c:pt>
                <c:pt idx="2673">
                  <c:v>16-09-2010</c:v>
                </c:pt>
                <c:pt idx="2674">
                  <c:v>17-09-2010</c:v>
                </c:pt>
                <c:pt idx="2675">
                  <c:v>20-09-2010</c:v>
                </c:pt>
                <c:pt idx="2676">
                  <c:v>21-09-2010</c:v>
                </c:pt>
                <c:pt idx="2677">
                  <c:v>22-09-2010</c:v>
                </c:pt>
                <c:pt idx="2678">
                  <c:v>23-09-2010</c:v>
                </c:pt>
                <c:pt idx="2679">
                  <c:v>24-09-2010</c:v>
                </c:pt>
                <c:pt idx="2680">
                  <c:v>27-09-2010</c:v>
                </c:pt>
                <c:pt idx="2681">
                  <c:v>28-09-2010</c:v>
                </c:pt>
                <c:pt idx="2682">
                  <c:v>29-09-2010</c:v>
                </c:pt>
                <c:pt idx="2683">
                  <c:v>30-09-2010</c:v>
                </c:pt>
                <c:pt idx="2684">
                  <c:v>01-10-2010</c:v>
                </c:pt>
                <c:pt idx="2685">
                  <c:v>04-10-2010</c:v>
                </c:pt>
                <c:pt idx="2686">
                  <c:v>05-10-2010</c:v>
                </c:pt>
                <c:pt idx="2687">
                  <c:v>06-10-2010</c:v>
                </c:pt>
                <c:pt idx="2688">
                  <c:v>07-10-2010</c:v>
                </c:pt>
                <c:pt idx="2689">
                  <c:v>08-10-2010</c:v>
                </c:pt>
                <c:pt idx="2690">
                  <c:v>11-10-2010</c:v>
                </c:pt>
                <c:pt idx="2691">
                  <c:v>12-10-2010</c:v>
                </c:pt>
                <c:pt idx="2692">
                  <c:v>13-10-2010</c:v>
                </c:pt>
                <c:pt idx="2693">
                  <c:v>14-10-2010</c:v>
                </c:pt>
                <c:pt idx="2694">
                  <c:v>15-10-2010</c:v>
                </c:pt>
                <c:pt idx="2695">
                  <c:v>18-10-2010</c:v>
                </c:pt>
                <c:pt idx="2696">
                  <c:v>19-10-2010</c:v>
                </c:pt>
                <c:pt idx="2697">
                  <c:v>20-10-2010</c:v>
                </c:pt>
                <c:pt idx="2698">
                  <c:v>21-10-2010</c:v>
                </c:pt>
                <c:pt idx="2699">
                  <c:v>22-10-2010</c:v>
                </c:pt>
                <c:pt idx="2700">
                  <c:v>25-10-2010</c:v>
                </c:pt>
                <c:pt idx="2701">
                  <c:v>26-10-2010</c:v>
                </c:pt>
                <c:pt idx="2702">
                  <c:v>27-10-2010</c:v>
                </c:pt>
                <c:pt idx="2703">
                  <c:v>28-10-2010</c:v>
                </c:pt>
                <c:pt idx="2704">
                  <c:v>29-10-2010</c:v>
                </c:pt>
                <c:pt idx="2705">
                  <c:v>01-11-2010</c:v>
                </c:pt>
                <c:pt idx="2706">
                  <c:v>02-11-2010</c:v>
                </c:pt>
                <c:pt idx="2707">
                  <c:v>03-11-2010</c:v>
                </c:pt>
                <c:pt idx="2708">
                  <c:v>04-11-2010</c:v>
                </c:pt>
                <c:pt idx="2709">
                  <c:v>05-11-2010</c:v>
                </c:pt>
                <c:pt idx="2710">
                  <c:v>08-11-2010</c:v>
                </c:pt>
                <c:pt idx="2711">
                  <c:v>09-11-2010</c:v>
                </c:pt>
                <c:pt idx="2712">
                  <c:v>10-11-2010</c:v>
                </c:pt>
                <c:pt idx="2713">
                  <c:v>11-11-2010</c:v>
                </c:pt>
                <c:pt idx="2714">
                  <c:v>12-11-2010</c:v>
                </c:pt>
                <c:pt idx="2715">
                  <c:v>15-11-2010</c:v>
                </c:pt>
                <c:pt idx="2716">
                  <c:v>16-11-2010</c:v>
                </c:pt>
                <c:pt idx="2717">
                  <c:v>18-11-2010</c:v>
                </c:pt>
                <c:pt idx="2718">
                  <c:v>19-11-2010</c:v>
                </c:pt>
                <c:pt idx="2719">
                  <c:v>22-11-2010</c:v>
                </c:pt>
                <c:pt idx="2720">
                  <c:v>23-11-2010</c:v>
                </c:pt>
                <c:pt idx="2721">
                  <c:v>24-11-2010</c:v>
                </c:pt>
                <c:pt idx="2722">
                  <c:v>25-11-2010</c:v>
                </c:pt>
                <c:pt idx="2723">
                  <c:v>26-11-2010</c:v>
                </c:pt>
                <c:pt idx="2724">
                  <c:v>29-11-2010</c:v>
                </c:pt>
                <c:pt idx="2725">
                  <c:v>30-11-2010</c:v>
                </c:pt>
                <c:pt idx="2726">
                  <c:v>01-12-2010</c:v>
                </c:pt>
                <c:pt idx="2727">
                  <c:v>02-12-2010</c:v>
                </c:pt>
                <c:pt idx="2728">
                  <c:v>03-12-2010</c:v>
                </c:pt>
                <c:pt idx="2729">
                  <c:v>06-12-2010</c:v>
                </c:pt>
                <c:pt idx="2730">
                  <c:v>07-12-2010</c:v>
                </c:pt>
                <c:pt idx="2731">
                  <c:v>08-12-2010</c:v>
                </c:pt>
                <c:pt idx="2732">
                  <c:v>09-12-2010</c:v>
                </c:pt>
                <c:pt idx="2733">
                  <c:v>10-12-2010</c:v>
                </c:pt>
                <c:pt idx="2734">
                  <c:v>13-12-2010</c:v>
                </c:pt>
                <c:pt idx="2735">
                  <c:v>14-12-2010</c:v>
                </c:pt>
                <c:pt idx="2736">
                  <c:v>15-12-2010</c:v>
                </c:pt>
                <c:pt idx="2737">
                  <c:v>16-12-2010</c:v>
                </c:pt>
                <c:pt idx="2738">
                  <c:v>20-12-2010</c:v>
                </c:pt>
                <c:pt idx="2739">
                  <c:v>21-12-2010</c:v>
                </c:pt>
                <c:pt idx="2740">
                  <c:v>22-12-2010</c:v>
                </c:pt>
                <c:pt idx="2741">
                  <c:v>23-12-2010</c:v>
                </c:pt>
                <c:pt idx="2742">
                  <c:v>24-12-2010</c:v>
                </c:pt>
                <c:pt idx="2743">
                  <c:v>27-12-2010</c:v>
                </c:pt>
                <c:pt idx="2744">
                  <c:v>28-12-2010</c:v>
                </c:pt>
                <c:pt idx="2745">
                  <c:v>29-12-2010</c:v>
                </c:pt>
                <c:pt idx="2746">
                  <c:v>30-12-2010</c:v>
                </c:pt>
                <c:pt idx="2747">
                  <c:v>31-12-2010</c:v>
                </c:pt>
                <c:pt idx="2748">
                  <c:v>03-01-2011</c:v>
                </c:pt>
                <c:pt idx="2749">
                  <c:v>04-01-2011</c:v>
                </c:pt>
                <c:pt idx="2750">
                  <c:v>05-01-2011</c:v>
                </c:pt>
                <c:pt idx="2751">
                  <c:v>06-01-2011</c:v>
                </c:pt>
                <c:pt idx="2752">
                  <c:v>07-01-2011</c:v>
                </c:pt>
                <c:pt idx="2753">
                  <c:v>10-01-2011</c:v>
                </c:pt>
                <c:pt idx="2754">
                  <c:v>11-01-2011</c:v>
                </c:pt>
                <c:pt idx="2755">
                  <c:v>12-01-2011</c:v>
                </c:pt>
                <c:pt idx="2756">
                  <c:v>13-01-2011</c:v>
                </c:pt>
                <c:pt idx="2757">
                  <c:v>14-01-2011</c:v>
                </c:pt>
                <c:pt idx="2758">
                  <c:v>17-01-2011</c:v>
                </c:pt>
                <c:pt idx="2759">
                  <c:v>18-01-2011</c:v>
                </c:pt>
                <c:pt idx="2760">
                  <c:v>19-01-2011</c:v>
                </c:pt>
                <c:pt idx="2761">
                  <c:v>20-01-2011</c:v>
                </c:pt>
                <c:pt idx="2762">
                  <c:v>21-01-2011</c:v>
                </c:pt>
                <c:pt idx="2763">
                  <c:v>24-01-2011</c:v>
                </c:pt>
                <c:pt idx="2764">
                  <c:v>25-01-2011</c:v>
                </c:pt>
                <c:pt idx="2765">
                  <c:v>27-01-2011</c:v>
                </c:pt>
                <c:pt idx="2766">
                  <c:v>28-01-2011</c:v>
                </c:pt>
                <c:pt idx="2767">
                  <c:v>31-01-2011</c:v>
                </c:pt>
                <c:pt idx="2768">
                  <c:v>01-02-2011</c:v>
                </c:pt>
                <c:pt idx="2769">
                  <c:v>02-02-2011</c:v>
                </c:pt>
                <c:pt idx="2770">
                  <c:v>03-02-2011</c:v>
                </c:pt>
                <c:pt idx="2771">
                  <c:v>04-02-2011</c:v>
                </c:pt>
                <c:pt idx="2772">
                  <c:v>07-02-2011</c:v>
                </c:pt>
                <c:pt idx="2773">
                  <c:v>08-02-2011</c:v>
                </c:pt>
                <c:pt idx="2774">
                  <c:v>09-02-2011</c:v>
                </c:pt>
                <c:pt idx="2775">
                  <c:v>10-02-2011</c:v>
                </c:pt>
                <c:pt idx="2776">
                  <c:v>11-02-2011</c:v>
                </c:pt>
                <c:pt idx="2777">
                  <c:v>14-02-2011</c:v>
                </c:pt>
                <c:pt idx="2778">
                  <c:v>15-02-2011</c:v>
                </c:pt>
                <c:pt idx="2779">
                  <c:v>16-02-2011</c:v>
                </c:pt>
                <c:pt idx="2780">
                  <c:v>17-02-2011</c:v>
                </c:pt>
                <c:pt idx="2781">
                  <c:v>18-02-2011</c:v>
                </c:pt>
                <c:pt idx="2782">
                  <c:v>21-02-2011</c:v>
                </c:pt>
                <c:pt idx="2783">
                  <c:v>22-02-2011</c:v>
                </c:pt>
                <c:pt idx="2784">
                  <c:v>23-02-2011</c:v>
                </c:pt>
                <c:pt idx="2785">
                  <c:v>24-02-2011</c:v>
                </c:pt>
                <c:pt idx="2786">
                  <c:v>25-02-2011</c:v>
                </c:pt>
                <c:pt idx="2787">
                  <c:v>28-02-2011</c:v>
                </c:pt>
                <c:pt idx="2788">
                  <c:v>01-03-2011</c:v>
                </c:pt>
                <c:pt idx="2789">
                  <c:v>03-03-2011</c:v>
                </c:pt>
                <c:pt idx="2790">
                  <c:v>04-03-2011</c:v>
                </c:pt>
                <c:pt idx="2791">
                  <c:v>07-03-2011</c:v>
                </c:pt>
                <c:pt idx="2792">
                  <c:v>08-03-2011</c:v>
                </c:pt>
                <c:pt idx="2793">
                  <c:v>09-03-2011</c:v>
                </c:pt>
                <c:pt idx="2794">
                  <c:v>10-03-2011</c:v>
                </c:pt>
                <c:pt idx="2795">
                  <c:v>11-03-2011</c:v>
                </c:pt>
                <c:pt idx="2796">
                  <c:v>14-03-2011</c:v>
                </c:pt>
                <c:pt idx="2797">
                  <c:v>15-03-2011</c:v>
                </c:pt>
                <c:pt idx="2798">
                  <c:v>16-03-2011</c:v>
                </c:pt>
                <c:pt idx="2799">
                  <c:v>17-03-2011</c:v>
                </c:pt>
                <c:pt idx="2800">
                  <c:v>18-03-2011</c:v>
                </c:pt>
                <c:pt idx="2801">
                  <c:v>21-03-2011</c:v>
                </c:pt>
                <c:pt idx="2802">
                  <c:v>22-03-2011</c:v>
                </c:pt>
                <c:pt idx="2803">
                  <c:v>23-03-2011</c:v>
                </c:pt>
                <c:pt idx="2804">
                  <c:v>24-03-2011</c:v>
                </c:pt>
                <c:pt idx="2805">
                  <c:v>25-03-2011</c:v>
                </c:pt>
                <c:pt idx="2806">
                  <c:v>28-03-2011</c:v>
                </c:pt>
                <c:pt idx="2807">
                  <c:v>29-03-2011</c:v>
                </c:pt>
                <c:pt idx="2808">
                  <c:v>30-03-2011</c:v>
                </c:pt>
                <c:pt idx="2809">
                  <c:v>31-03-2011</c:v>
                </c:pt>
                <c:pt idx="2810">
                  <c:v>01-04-2011</c:v>
                </c:pt>
                <c:pt idx="2811">
                  <c:v>04-04-2011</c:v>
                </c:pt>
                <c:pt idx="2812">
                  <c:v>05-04-2011</c:v>
                </c:pt>
                <c:pt idx="2813">
                  <c:v>06-04-2011</c:v>
                </c:pt>
                <c:pt idx="2814">
                  <c:v>07-04-2011</c:v>
                </c:pt>
                <c:pt idx="2815">
                  <c:v>08-04-2011</c:v>
                </c:pt>
                <c:pt idx="2816">
                  <c:v>11-04-2011</c:v>
                </c:pt>
                <c:pt idx="2817">
                  <c:v>13-04-2011</c:v>
                </c:pt>
                <c:pt idx="2818">
                  <c:v>15-04-2011</c:v>
                </c:pt>
                <c:pt idx="2819">
                  <c:v>18-04-2011</c:v>
                </c:pt>
                <c:pt idx="2820">
                  <c:v>19-04-2011</c:v>
                </c:pt>
                <c:pt idx="2821">
                  <c:v>20-04-2011</c:v>
                </c:pt>
                <c:pt idx="2822">
                  <c:v>21-04-2011</c:v>
                </c:pt>
                <c:pt idx="2823">
                  <c:v>25-04-2011</c:v>
                </c:pt>
                <c:pt idx="2824">
                  <c:v>26-04-2011</c:v>
                </c:pt>
                <c:pt idx="2825">
                  <c:v>27-04-2011</c:v>
                </c:pt>
                <c:pt idx="2826">
                  <c:v>28-04-2011</c:v>
                </c:pt>
                <c:pt idx="2827">
                  <c:v>29-04-2011</c:v>
                </c:pt>
                <c:pt idx="2828">
                  <c:v>02-05-2011</c:v>
                </c:pt>
                <c:pt idx="2829">
                  <c:v>03-05-2011</c:v>
                </c:pt>
                <c:pt idx="2830">
                  <c:v>04-05-2011</c:v>
                </c:pt>
                <c:pt idx="2831">
                  <c:v>05-05-2011</c:v>
                </c:pt>
                <c:pt idx="2832">
                  <c:v>06-05-2011</c:v>
                </c:pt>
                <c:pt idx="2833">
                  <c:v>09-05-2011</c:v>
                </c:pt>
                <c:pt idx="2834">
                  <c:v>10-05-2011</c:v>
                </c:pt>
                <c:pt idx="2835">
                  <c:v>11-05-2011</c:v>
                </c:pt>
                <c:pt idx="2836">
                  <c:v>12-05-2011</c:v>
                </c:pt>
                <c:pt idx="2837">
                  <c:v>13-05-2011</c:v>
                </c:pt>
                <c:pt idx="2838">
                  <c:v>16-05-2011</c:v>
                </c:pt>
                <c:pt idx="2839">
                  <c:v>17-05-2011</c:v>
                </c:pt>
                <c:pt idx="2840">
                  <c:v>18-05-2011</c:v>
                </c:pt>
                <c:pt idx="2841">
                  <c:v>19-05-2011</c:v>
                </c:pt>
                <c:pt idx="2842">
                  <c:v>20-05-2011</c:v>
                </c:pt>
                <c:pt idx="2843">
                  <c:v>23-05-2011</c:v>
                </c:pt>
                <c:pt idx="2844">
                  <c:v>24-05-2011</c:v>
                </c:pt>
                <c:pt idx="2845">
                  <c:v>25-05-2011</c:v>
                </c:pt>
                <c:pt idx="2846">
                  <c:v>26-05-2011</c:v>
                </c:pt>
                <c:pt idx="2847">
                  <c:v>27-05-2011</c:v>
                </c:pt>
                <c:pt idx="2848">
                  <c:v>30-05-2011</c:v>
                </c:pt>
                <c:pt idx="2849">
                  <c:v>31-05-2011</c:v>
                </c:pt>
                <c:pt idx="2850">
                  <c:v>01-06-2011</c:v>
                </c:pt>
                <c:pt idx="2851">
                  <c:v>02-06-2011</c:v>
                </c:pt>
                <c:pt idx="2852">
                  <c:v>03-06-2011</c:v>
                </c:pt>
                <c:pt idx="2853">
                  <c:v>06-06-2011</c:v>
                </c:pt>
                <c:pt idx="2854">
                  <c:v>07-06-2011</c:v>
                </c:pt>
                <c:pt idx="2855">
                  <c:v>08-06-2011</c:v>
                </c:pt>
                <c:pt idx="2856">
                  <c:v>09-06-2011</c:v>
                </c:pt>
                <c:pt idx="2857">
                  <c:v>10-06-2011</c:v>
                </c:pt>
                <c:pt idx="2858">
                  <c:v>13-06-2011</c:v>
                </c:pt>
                <c:pt idx="2859">
                  <c:v>14-06-2011</c:v>
                </c:pt>
                <c:pt idx="2860">
                  <c:v>15-06-2011</c:v>
                </c:pt>
                <c:pt idx="2861">
                  <c:v>16-06-2011</c:v>
                </c:pt>
                <c:pt idx="2862">
                  <c:v>17-06-2011</c:v>
                </c:pt>
                <c:pt idx="2863">
                  <c:v>20-06-2011</c:v>
                </c:pt>
                <c:pt idx="2864">
                  <c:v>21-06-2011</c:v>
                </c:pt>
                <c:pt idx="2865">
                  <c:v>22-06-2011</c:v>
                </c:pt>
                <c:pt idx="2866">
                  <c:v>23-06-2011</c:v>
                </c:pt>
                <c:pt idx="2867">
                  <c:v>24-06-2011</c:v>
                </c:pt>
                <c:pt idx="2868">
                  <c:v>27-06-2011</c:v>
                </c:pt>
                <c:pt idx="2869">
                  <c:v>28-06-2011</c:v>
                </c:pt>
                <c:pt idx="2870">
                  <c:v>29-06-2011</c:v>
                </c:pt>
                <c:pt idx="2871">
                  <c:v>30-06-2011</c:v>
                </c:pt>
                <c:pt idx="2872">
                  <c:v>01-07-2011</c:v>
                </c:pt>
                <c:pt idx="2873">
                  <c:v>04-07-2011</c:v>
                </c:pt>
                <c:pt idx="2874">
                  <c:v>05-07-2011</c:v>
                </c:pt>
                <c:pt idx="2875">
                  <c:v>06-07-2011</c:v>
                </c:pt>
                <c:pt idx="2876">
                  <c:v>07-07-2011</c:v>
                </c:pt>
                <c:pt idx="2877">
                  <c:v>08-07-2011</c:v>
                </c:pt>
                <c:pt idx="2878">
                  <c:v>11-07-2011</c:v>
                </c:pt>
                <c:pt idx="2879">
                  <c:v>12-07-2011</c:v>
                </c:pt>
                <c:pt idx="2880">
                  <c:v>13-07-2011</c:v>
                </c:pt>
                <c:pt idx="2881">
                  <c:v>14-07-2011</c:v>
                </c:pt>
                <c:pt idx="2882">
                  <c:v>15-07-2011</c:v>
                </c:pt>
                <c:pt idx="2883">
                  <c:v>18-07-2011</c:v>
                </c:pt>
                <c:pt idx="2884">
                  <c:v>19-07-2011</c:v>
                </c:pt>
                <c:pt idx="2885">
                  <c:v>20-07-2011</c:v>
                </c:pt>
                <c:pt idx="2886">
                  <c:v>21-07-2011</c:v>
                </c:pt>
                <c:pt idx="2887">
                  <c:v>22-07-2011</c:v>
                </c:pt>
                <c:pt idx="2888">
                  <c:v>25-07-2011</c:v>
                </c:pt>
                <c:pt idx="2889">
                  <c:v>26-07-2011</c:v>
                </c:pt>
                <c:pt idx="2890">
                  <c:v>27-07-2011</c:v>
                </c:pt>
                <c:pt idx="2891">
                  <c:v>28-07-2011</c:v>
                </c:pt>
                <c:pt idx="2892">
                  <c:v>29-07-2011</c:v>
                </c:pt>
                <c:pt idx="2893">
                  <c:v>01-08-2011</c:v>
                </c:pt>
                <c:pt idx="2894">
                  <c:v>02-08-2011</c:v>
                </c:pt>
                <c:pt idx="2895">
                  <c:v>03-08-2011</c:v>
                </c:pt>
                <c:pt idx="2896">
                  <c:v>04-08-2011</c:v>
                </c:pt>
                <c:pt idx="2897">
                  <c:v>05-08-2011</c:v>
                </c:pt>
                <c:pt idx="2898">
                  <c:v>08-08-2011</c:v>
                </c:pt>
                <c:pt idx="2899">
                  <c:v>09-08-2011</c:v>
                </c:pt>
                <c:pt idx="2900">
                  <c:v>10-08-2011</c:v>
                </c:pt>
                <c:pt idx="2901">
                  <c:v>11-08-2011</c:v>
                </c:pt>
                <c:pt idx="2902">
                  <c:v>12-08-2011</c:v>
                </c:pt>
                <c:pt idx="2903">
                  <c:v>16-08-2011</c:v>
                </c:pt>
                <c:pt idx="2904">
                  <c:v>17-08-2011</c:v>
                </c:pt>
                <c:pt idx="2905">
                  <c:v>18-08-2011</c:v>
                </c:pt>
                <c:pt idx="2906">
                  <c:v>19-08-2011</c:v>
                </c:pt>
                <c:pt idx="2907">
                  <c:v>22-08-2011</c:v>
                </c:pt>
                <c:pt idx="2908">
                  <c:v>23-08-2011</c:v>
                </c:pt>
                <c:pt idx="2909">
                  <c:v>24-08-2011</c:v>
                </c:pt>
                <c:pt idx="2910">
                  <c:v>25-08-2011</c:v>
                </c:pt>
                <c:pt idx="2911">
                  <c:v>26-08-2011</c:v>
                </c:pt>
                <c:pt idx="2912">
                  <c:v>29-08-2011</c:v>
                </c:pt>
                <c:pt idx="2913">
                  <c:v>30-08-2011</c:v>
                </c:pt>
                <c:pt idx="2914">
                  <c:v>02-09-2011</c:v>
                </c:pt>
                <c:pt idx="2915">
                  <c:v>05-09-2011</c:v>
                </c:pt>
                <c:pt idx="2916">
                  <c:v>06-09-2011</c:v>
                </c:pt>
                <c:pt idx="2917">
                  <c:v>07-09-2011</c:v>
                </c:pt>
                <c:pt idx="2918">
                  <c:v>08-09-2011</c:v>
                </c:pt>
                <c:pt idx="2919">
                  <c:v>09-09-2011</c:v>
                </c:pt>
                <c:pt idx="2920">
                  <c:v>12-09-2011</c:v>
                </c:pt>
                <c:pt idx="2921">
                  <c:v>13-09-2011</c:v>
                </c:pt>
                <c:pt idx="2922">
                  <c:v>14-09-2011</c:v>
                </c:pt>
                <c:pt idx="2923">
                  <c:v>15-09-2011</c:v>
                </c:pt>
                <c:pt idx="2924">
                  <c:v>16-09-2011</c:v>
                </c:pt>
                <c:pt idx="2925">
                  <c:v>19-09-2011</c:v>
                </c:pt>
                <c:pt idx="2926">
                  <c:v>20-09-2011</c:v>
                </c:pt>
                <c:pt idx="2927">
                  <c:v>21-09-2011</c:v>
                </c:pt>
                <c:pt idx="2928">
                  <c:v>22-09-2011</c:v>
                </c:pt>
                <c:pt idx="2929">
                  <c:v>23-09-2011</c:v>
                </c:pt>
                <c:pt idx="2930">
                  <c:v>26-09-2011</c:v>
                </c:pt>
                <c:pt idx="2931">
                  <c:v>27-09-2011</c:v>
                </c:pt>
                <c:pt idx="2932">
                  <c:v>28-09-2011</c:v>
                </c:pt>
                <c:pt idx="2933">
                  <c:v>29-09-2011</c:v>
                </c:pt>
                <c:pt idx="2934">
                  <c:v>30-09-2011</c:v>
                </c:pt>
                <c:pt idx="2935">
                  <c:v>03-10-2011</c:v>
                </c:pt>
                <c:pt idx="2936">
                  <c:v>04-10-2011</c:v>
                </c:pt>
                <c:pt idx="2937">
                  <c:v>05-10-2011</c:v>
                </c:pt>
                <c:pt idx="2938">
                  <c:v>07-10-2011</c:v>
                </c:pt>
                <c:pt idx="2939">
                  <c:v>10-10-2011</c:v>
                </c:pt>
                <c:pt idx="2940">
                  <c:v>11-10-2011</c:v>
                </c:pt>
                <c:pt idx="2941">
                  <c:v>12-10-2011</c:v>
                </c:pt>
                <c:pt idx="2942">
                  <c:v>13-10-2011</c:v>
                </c:pt>
                <c:pt idx="2943">
                  <c:v>14-10-2011</c:v>
                </c:pt>
                <c:pt idx="2944">
                  <c:v>17-10-2011</c:v>
                </c:pt>
                <c:pt idx="2945">
                  <c:v>18-10-2011</c:v>
                </c:pt>
                <c:pt idx="2946">
                  <c:v>19-10-2011</c:v>
                </c:pt>
                <c:pt idx="2947">
                  <c:v>20-10-2011</c:v>
                </c:pt>
                <c:pt idx="2948">
                  <c:v>21-10-2011</c:v>
                </c:pt>
                <c:pt idx="2949">
                  <c:v>24-10-2011</c:v>
                </c:pt>
                <c:pt idx="2950">
                  <c:v>25-10-2011</c:v>
                </c:pt>
                <c:pt idx="2951">
                  <c:v>26-10-2011</c:v>
                </c:pt>
                <c:pt idx="2952">
                  <c:v>28-10-2011</c:v>
                </c:pt>
                <c:pt idx="2953">
                  <c:v>31-10-2011</c:v>
                </c:pt>
                <c:pt idx="2954">
                  <c:v>01-11-2011</c:v>
                </c:pt>
                <c:pt idx="2955">
                  <c:v>02-11-2011</c:v>
                </c:pt>
                <c:pt idx="2956">
                  <c:v>03-11-2011</c:v>
                </c:pt>
                <c:pt idx="2957">
                  <c:v>04-11-2011</c:v>
                </c:pt>
                <c:pt idx="2958">
                  <c:v>08-11-2011</c:v>
                </c:pt>
                <c:pt idx="2959">
                  <c:v>09-11-2011</c:v>
                </c:pt>
                <c:pt idx="2960">
                  <c:v>11-11-2011</c:v>
                </c:pt>
                <c:pt idx="2961">
                  <c:v>14-11-2011</c:v>
                </c:pt>
                <c:pt idx="2962">
                  <c:v>15-11-2011</c:v>
                </c:pt>
                <c:pt idx="2963">
                  <c:v>16-11-2011</c:v>
                </c:pt>
                <c:pt idx="2964">
                  <c:v>17-11-2011</c:v>
                </c:pt>
                <c:pt idx="2965">
                  <c:v>18-11-2011</c:v>
                </c:pt>
                <c:pt idx="2966">
                  <c:v>21-11-2011</c:v>
                </c:pt>
                <c:pt idx="2967">
                  <c:v>22-11-2011</c:v>
                </c:pt>
                <c:pt idx="2968">
                  <c:v>23-11-2011</c:v>
                </c:pt>
                <c:pt idx="2969">
                  <c:v>24-11-2011</c:v>
                </c:pt>
                <c:pt idx="2970">
                  <c:v>25-11-2011</c:v>
                </c:pt>
                <c:pt idx="2971">
                  <c:v>28-11-2011</c:v>
                </c:pt>
                <c:pt idx="2972">
                  <c:v>29-11-2011</c:v>
                </c:pt>
                <c:pt idx="2973">
                  <c:v>30-11-2011</c:v>
                </c:pt>
                <c:pt idx="2974">
                  <c:v>01-12-2011</c:v>
                </c:pt>
                <c:pt idx="2975">
                  <c:v>02-12-2011</c:v>
                </c:pt>
                <c:pt idx="2976">
                  <c:v>05-12-2011</c:v>
                </c:pt>
                <c:pt idx="2977">
                  <c:v>07-12-2011</c:v>
                </c:pt>
                <c:pt idx="2978">
                  <c:v>08-12-2011</c:v>
                </c:pt>
                <c:pt idx="2979">
                  <c:v>09-12-2011</c:v>
                </c:pt>
                <c:pt idx="2980">
                  <c:v>12-12-2011</c:v>
                </c:pt>
                <c:pt idx="2981">
                  <c:v>13-12-2011</c:v>
                </c:pt>
                <c:pt idx="2982">
                  <c:v>14-12-2011</c:v>
                </c:pt>
                <c:pt idx="2983">
                  <c:v>15-12-2011</c:v>
                </c:pt>
                <c:pt idx="2984">
                  <c:v>16-12-2011</c:v>
                </c:pt>
                <c:pt idx="2985">
                  <c:v>19-12-2011</c:v>
                </c:pt>
                <c:pt idx="2986">
                  <c:v>20-12-2011</c:v>
                </c:pt>
                <c:pt idx="2987">
                  <c:v>21-12-2011</c:v>
                </c:pt>
                <c:pt idx="2988">
                  <c:v>22-12-2011</c:v>
                </c:pt>
                <c:pt idx="2989">
                  <c:v>23-12-2011</c:v>
                </c:pt>
                <c:pt idx="2990">
                  <c:v>26-12-2011</c:v>
                </c:pt>
                <c:pt idx="2991">
                  <c:v>27-12-2011</c:v>
                </c:pt>
                <c:pt idx="2992">
                  <c:v>28-12-2011</c:v>
                </c:pt>
                <c:pt idx="2993">
                  <c:v>29-12-2011</c:v>
                </c:pt>
                <c:pt idx="2994">
                  <c:v>30-12-2011</c:v>
                </c:pt>
                <c:pt idx="2995">
                  <c:v>02-01-2012</c:v>
                </c:pt>
                <c:pt idx="2996">
                  <c:v>03-01-2012</c:v>
                </c:pt>
                <c:pt idx="2997">
                  <c:v>04-01-2012</c:v>
                </c:pt>
                <c:pt idx="2998">
                  <c:v>05-01-2012</c:v>
                </c:pt>
                <c:pt idx="2999">
                  <c:v>06-01-2012</c:v>
                </c:pt>
                <c:pt idx="3000">
                  <c:v>07-01-2012</c:v>
                </c:pt>
                <c:pt idx="3001">
                  <c:v>09-01-2012</c:v>
                </c:pt>
                <c:pt idx="3002">
                  <c:v>10-01-2012</c:v>
                </c:pt>
                <c:pt idx="3003">
                  <c:v>11-01-2012</c:v>
                </c:pt>
                <c:pt idx="3004">
                  <c:v>12-01-2012</c:v>
                </c:pt>
                <c:pt idx="3005">
                  <c:v>13-01-2012</c:v>
                </c:pt>
                <c:pt idx="3006">
                  <c:v>16-01-2012</c:v>
                </c:pt>
                <c:pt idx="3007">
                  <c:v>17-01-2012</c:v>
                </c:pt>
                <c:pt idx="3008">
                  <c:v>18-01-2012</c:v>
                </c:pt>
                <c:pt idx="3009">
                  <c:v>19-01-2012</c:v>
                </c:pt>
                <c:pt idx="3010">
                  <c:v>20-01-2012</c:v>
                </c:pt>
                <c:pt idx="3011">
                  <c:v>23-01-2012</c:v>
                </c:pt>
                <c:pt idx="3012">
                  <c:v>24-01-2012</c:v>
                </c:pt>
                <c:pt idx="3013">
                  <c:v>25-01-2012</c:v>
                </c:pt>
                <c:pt idx="3014">
                  <c:v>27-01-2012</c:v>
                </c:pt>
                <c:pt idx="3015">
                  <c:v>30-01-2012</c:v>
                </c:pt>
                <c:pt idx="3016">
                  <c:v>31-01-2012</c:v>
                </c:pt>
                <c:pt idx="3017">
                  <c:v>01-02-2012</c:v>
                </c:pt>
                <c:pt idx="3018">
                  <c:v>02-02-2012</c:v>
                </c:pt>
                <c:pt idx="3019">
                  <c:v>03-02-2012</c:v>
                </c:pt>
                <c:pt idx="3020">
                  <c:v>06-02-2012</c:v>
                </c:pt>
                <c:pt idx="3021">
                  <c:v>07-02-2012</c:v>
                </c:pt>
                <c:pt idx="3022">
                  <c:v>08-02-2012</c:v>
                </c:pt>
                <c:pt idx="3023">
                  <c:v>09-02-2012</c:v>
                </c:pt>
                <c:pt idx="3024">
                  <c:v>10-02-2012</c:v>
                </c:pt>
                <c:pt idx="3025">
                  <c:v>13-02-2012</c:v>
                </c:pt>
                <c:pt idx="3026">
                  <c:v>14-02-2012</c:v>
                </c:pt>
                <c:pt idx="3027">
                  <c:v>15-02-2012</c:v>
                </c:pt>
                <c:pt idx="3028">
                  <c:v>16-02-2012</c:v>
                </c:pt>
                <c:pt idx="3029">
                  <c:v>17-02-2012</c:v>
                </c:pt>
                <c:pt idx="3030">
                  <c:v>21-02-2012</c:v>
                </c:pt>
                <c:pt idx="3031">
                  <c:v>22-02-2012</c:v>
                </c:pt>
                <c:pt idx="3032">
                  <c:v>23-02-2012</c:v>
                </c:pt>
                <c:pt idx="3033">
                  <c:v>24-02-2012</c:v>
                </c:pt>
                <c:pt idx="3034">
                  <c:v>27-02-2012</c:v>
                </c:pt>
                <c:pt idx="3035">
                  <c:v>28-02-2012</c:v>
                </c:pt>
                <c:pt idx="3036">
                  <c:v>29-02-2012</c:v>
                </c:pt>
                <c:pt idx="3037">
                  <c:v>01-03-2012</c:v>
                </c:pt>
                <c:pt idx="3038">
                  <c:v>02-03-2012</c:v>
                </c:pt>
                <c:pt idx="3039">
                  <c:v>03-03-2012</c:v>
                </c:pt>
                <c:pt idx="3040">
                  <c:v>05-03-2012</c:v>
                </c:pt>
                <c:pt idx="3041">
                  <c:v>06-03-2012</c:v>
                </c:pt>
                <c:pt idx="3042">
                  <c:v>07-03-2012</c:v>
                </c:pt>
                <c:pt idx="3043">
                  <c:v>09-03-2012</c:v>
                </c:pt>
                <c:pt idx="3044">
                  <c:v>12-03-2012</c:v>
                </c:pt>
                <c:pt idx="3045">
                  <c:v>13-03-2012</c:v>
                </c:pt>
                <c:pt idx="3046">
                  <c:v>14-03-2012</c:v>
                </c:pt>
                <c:pt idx="3047">
                  <c:v>15-03-2012</c:v>
                </c:pt>
                <c:pt idx="3048">
                  <c:v>16-03-2012</c:v>
                </c:pt>
                <c:pt idx="3049">
                  <c:v>19-03-2012</c:v>
                </c:pt>
                <c:pt idx="3050">
                  <c:v>20-03-2012</c:v>
                </c:pt>
                <c:pt idx="3051">
                  <c:v>21-03-2012</c:v>
                </c:pt>
                <c:pt idx="3052">
                  <c:v>22-03-2012</c:v>
                </c:pt>
                <c:pt idx="3053">
                  <c:v>23-03-2012</c:v>
                </c:pt>
                <c:pt idx="3054">
                  <c:v>26-03-2012</c:v>
                </c:pt>
                <c:pt idx="3055">
                  <c:v>27-03-2012</c:v>
                </c:pt>
                <c:pt idx="3056">
                  <c:v>28-03-2012</c:v>
                </c:pt>
                <c:pt idx="3057">
                  <c:v>29-03-2012</c:v>
                </c:pt>
                <c:pt idx="3058">
                  <c:v>30-03-2012</c:v>
                </c:pt>
                <c:pt idx="3059">
                  <c:v>02-04-2012</c:v>
                </c:pt>
                <c:pt idx="3060">
                  <c:v>03-04-2012</c:v>
                </c:pt>
                <c:pt idx="3061">
                  <c:v>04-04-2012</c:v>
                </c:pt>
                <c:pt idx="3062">
                  <c:v>09-04-2012</c:v>
                </c:pt>
                <c:pt idx="3063">
                  <c:v>10-04-2012</c:v>
                </c:pt>
                <c:pt idx="3064">
                  <c:v>11-04-2012</c:v>
                </c:pt>
                <c:pt idx="3065">
                  <c:v>12-04-2012</c:v>
                </c:pt>
                <c:pt idx="3066">
                  <c:v>13-04-2012</c:v>
                </c:pt>
                <c:pt idx="3067">
                  <c:v>16-04-2012</c:v>
                </c:pt>
                <c:pt idx="3068">
                  <c:v>17-04-2012</c:v>
                </c:pt>
                <c:pt idx="3069">
                  <c:v>18-04-2012</c:v>
                </c:pt>
                <c:pt idx="3070">
                  <c:v>19-04-2012</c:v>
                </c:pt>
                <c:pt idx="3071">
                  <c:v>20-04-2012</c:v>
                </c:pt>
                <c:pt idx="3072">
                  <c:v>23-04-2012</c:v>
                </c:pt>
                <c:pt idx="3073">
                  <c:v>24-04-2012</c:v>
                </c:pt>
                <c:pt idx="3074">
                  <c:v>25-04-2012</c:v>
                </c:pt>
                <c:pt idx="3075">
                  <c:v>26-04-2012</c:v>
                </c:pt>
                <c:pt idx="3076">
                  <c:v>27-04-2012</c:v>
                </c:pt>
                <c:pt idx="3077">
                  <c:v>28-04-2012</c:v>
                </c:pt>
                <c:pt idx="3078">
                  <c:v>30-04-2012</c:v>
                </c:pt>
                <c:pt idx="3079">
                  <c:v>02-05-2012</c:v>
                </c:pt>
                <c:pt idx="3080">
                  <c:v>03-05-2012</c:v>
                </c:pt>
                <c:pt idx="3081">
                  <c:v>04-05-2012</c:v>
                </c:pt>
                <c:pt idx="3082">
                  <c:v>07-05-2012</c:v>
                </c:pt>
                <c:pt idx="3083">
                  <c:v>08-05-2012</c:v>
                </c:pt>
                <c:pt idx="3084">
                  <c:v>09-05-2012</c:v>
                </c:pt>
                <c:pt idx="3085">
                  <c:v>10-05-2012</c:v>
                </c:pt>
                <c:pt idx="3086">
                  <c:v>11-05-2012</c:v>
                </c:pt>
                <c:pt idx="3087">
                  <c:v>14-05-2012</c:v>
                </c:pt>
                <c:pt idx="3088">
                  <c:v>15-05-2012</c:v>
                </c:pt>
                <c:pt idx="3089">
                  <c:v>16-05-2012</c:v>
                </c:pt>
                <c:pt idx="3090">
                  <c:v>17-05-2012</c:v>
                </c:pt>
                <c:pt idx="3091">
                  <c:v>18-05-2012</c:v>
                </c:pt>
                <c:pt idx="3092">
                  <c:v>21-05-2012</c:v>
                </c:pt>
                <c:pt idx="3093">
                  <c:v>22-05-2012</c:v>
                </c:pt>
                <c:pt idx="3094">
                  <c:v>23-05-2012</c:v>
                </c:pt>
                <c:pt idx="3095">
                  <c:v>24-05-2012</c:v>
                </c:pt>
                <c:pt idx="3096">
                  <c:v>25-05-2012</c:v>
                </c:pt>
                <c:pt idx="3097">
                  <c:v>28-05-2012</c:v>
                </c:pt>
                <c:pt idx="3098">
                  <c:v>29-05-2012</c:v>
                </c:pt>
                <c:pt idx="3099">
                  <c:v>30-05-2012</c:v>
                </c:pt>
                <c:pt idx="3100">
                  <c:v>31-05-2012</c:v>
                </c:pt>
                <c:pt idx="3101">
                  <c:v>01-06-2012</c:v>
                </c:pt>
                <c:pt idx="3102">
                  <c:v>04-06-2012</c:v>
                </c:pt>
                <c:pt idx="3103">
                  <c:v>05-06-2012</c:v>
                </c:pt>
                <c:pt idx="3104">
                  <c:v>06-06-2012</c:v>
                </c:pt>
                <c:pt idx="3105">
                  <c:v>07-06-2012</c:v>
                </c:pt>
                <c:pt idx="3106">
                  <c:v>08-06-2012</c:v>
                </c:pt>
                <c:pt idx="3107">
                  <c:v>11-06-2012</c:v>
                </c:pt>
                <c:pt idx="3108">
                  <c:v>12-06-2012</c:v>
                </c:pt>
                <c:pt idx="3109">
                  <c:v>13-06-2012</c:v>
                </c:pt>
                <c:pt idx="3110">
                  <c:v>14-06-2012</c:v>
                </c:pt>
                <c:pt idx="3111">
                  <c:v>15-06-2012</c:v>
                </c:pt>
                <c:pt idx="3112">
                  <c:v>18-06-2012</c:v>
                </c:pt>
                <c:pt idx="3113">
                  <c:v>19-06-2012</c:v>
                </c:pt>
                <c:pt idx="3114">
                  <c:v>20-06-2012</c:v>
                </c:pt>
                <c:pt idx="3115">
                  <c:v>21-06-2012</c:v>
                </c:pt>
                <c:pt idx="3116">
                  <c:v>22-06-2012</c:v>
                </c:pt>
                <c:pt idx="3117">
                  <c:v>25-06-2012</c:v>
                </c:pt>
                <c:pt idx="3118">
                  <c:v>26-06-2012</c:v>
                </c:pt>
                <c:pt idx="3119">
                  <c:v>27-06-2012</c:v>
                </c:pt>
                <c:pt idx="3120">
                  <c:v>28-06-2012</c:v>
                </c:pt>
                <c:pt idx="3121">
                  <c:v>29-06-2012</c:v>
                </c:pt>
                <c:pt idx="3122">
                  <c:v>02-07-2012</c:v>
                </c:pt>
                <c:pt idx="3123">
                  <c:v>03-07-2012</c:v>
                </c:pt>
                <c:pt idx="3124">
                  <c:v>04-07-2012</c:v>
                </c:pt>
                <c:pt idx="3125">
                  <c:v>05-07-2012</c:v>
                </c:pt>
                <c:pt idx="3126">
                  <c:v>06-07-2012</c:v>
                </c:pt>
                <c:pt idx="3127">
                  <c:v>09-07-2012</c:v>
                </c:pt>
                <c:pt idx="3128">
                  <c:v>10-07-2012</c:v>
                </c:pt>
                <c:pt idx="3129">
                  <c:v>11-07-2012</c:v>
                </c:pt>
                <c:pt idx="3130">
                  <c:v>12-07-2012</c:v>
                </c:pt>
                <c:pt idx="3131">
                  <c:v>13-07-2012</c:v>
                </c:pt>
                <c:pt idx="3132">
                  <c:v>16-07-2012</c:v>
                </c:pt>
                <c:pt idx="3133">
                  <c:v>17-07-2012</c:v>
                </c:pt>
                <c:pt idx="3134">
                  <c:v>18-07-2012</c:v>
                </c:pt>
                <c:pt idx="3135">
                  <c:v>19-07-2012</c:v>
                </c:pt>
                <c:pt idx="3136">
                  <c:v>20-07-2012</c:v>
                </c:pt>
                <c:pt idx="3137">
                  <c:v>23-07-2012</c:v>
                </c:pt>
                <c:pt idx="3138">
                  <c:v>24-07-2012</c:v>
                </c:pt>
                <c:pt idx="3139">
                  <c:v>25-07-2012</c:v>
                </c:pt>
                <c:pt idx="3140">
                  <c:v>26-07-2012</c:v>
                </c:pt>
                <c:pt idx="3141">
                  <c:v>27-07-2012</c:v>
                </c:pt>
                <c:pt idx="3142">
                  <c:v>30-07-2012</c:v>
                </c:pt>
                <c:pt idx="3143">
                  <c:v>31-07-2012</c:v>
                </c:pt>
                <c:pt idx="3144">
                  <c:v>01-08-2012</c:v>
                </c:pt>
                <c:pt idx="3145">
                  <c:v>02-08-2012</c:v>
                </c:pt>
                <c:pt idx="3146">
                  <c:v>03-08-2012</c:v>
                </c:pt>
                <c:pt idx="3147">
                  <c:v>06-08-2012</c:v>
                </c:pt>
                <c:pt idx="3148">
                  <c:v>07-08-2012</c:v>
                </c:pt>
                <c:pt idx="3149">
                  <c:v>08-08-2012</c:v>
                </c:pt>
                <c:pt idx="3150">
                  <c:v>09-08-2012</c:v>
                </c:pt>
                <c:pt idx="3151">
                  <c:v>10-08-2012</c:v>
                </c:pt>
                <c:pt idx="3152">
                  <c:v>13-08-2012</c:v>
                </c:pt>
                <c:pt idx="3153">
                  <c:v>14-08-2012</c:v>
                </c:pt>
                <c:pt idx="3154">
                  <c:v>16-08-2012</c:v>
                </c:pt>
                <c:pt idx="3155">
                  <c:v>17-08-2012</c:v>
                </c:pt>
                <c:pt idx="3156">
                  <c:v>21-08-2012</c:v>
                </c:pt>
                <c:pt idx="3157">
                  <c:v>22-08-2012</c:v>
                </c:pt>
                <c:pt idx="3158">
                  <c:v>23-08-2012</c:v>
                </c:pt>
                <c:pt idx="3159">
                  <c:v>24-08-2012</c:v>
                </c:pt>
                <c:pt idx="3160">
                  <c:v>27-08-2012</c:v>
                </c:pt>
                <c:pt idx="3161">
                  <c:v>28-08-2012</c:v>
                </c:pt>
                <c:pt idx="3162">
                  <c:v>29-08-2012</c:v>
                </c:pt>
                <c:pt idx="3163">
                  <c:v>30-08-2012</c:v>
                </c:pt>
                <c:pt idx="3164">
                  <c:v>31-08-2012</c:v>
                </c:pt>
                <c:pt idx="3165">
                  <c:v>03-09-2012</c:v>
                </c:pt>
                <c:pt idx="3166">
                  <c:v>04-09-2012</c:v>
                </c:pt>
                <c:pt idx="3167">
                  <c:v>05-09-2012</c:v>
                </c:pt>
                <c:pt idx="3168">
                  <c:v>06-09-2012</c:v>
                </c:pt>
                <c:pt idx="3169">
                  <c:v>07-09-2012</c:v>
                </c:pt>
                <c:pt idx="3170">
                  <c:v>08-09-2012</c:v>
                </c:pt>
                <c:pt idx="3171">
                  <c:v>10-09-2012</c:v>
                </c:pt>
                <c:pt idx="3172">
                  <c:v>11-09-2012</c:v>
                </c:pt>
                <c:pt idx="3173">
                  <c:v>12-09-2012</c:v>
                </c:pt>
                <c:pt idx="3174">
                  <c:v>13-09-2012</c:v>
                </c:pt>
                <c:pt idx="3175">
                  <c:v>14-09-2012</c:v>
                </c:pt>
                <c:pt idx="3176">
                  <c:v>17-09-2012</c:v>
                </c:pt>
                <c:pt idx="3177">
                  <c:v>18-09-2012</c:v>
                </c:pt>
                <c:pt idx="3178">
                  <c:v>20-09-2012</c:v>
                </c:pt>
                <c:pt idx="3179">
                  <c:v>21-09-2012</c:v>
                </c:pt>
                <c:pt idx="3180">
                  <c:v>24-09-2012</c:v>
                </c:pt>
                <c:pt idx="3181">
                  <c:v>25-09-2012</c:v>
                </c:pt>
                <c:pt idx="3182">
                  <c:v>26-09-2012</c:v>
                </c:pt>
                <c:pt idx="3183">
                  <c:v>27-09-2012</c:v>
                </c:pt>
                <c:pt idx="3184">
                  <c:v>28-09-2012</c:v>
                </c:pt>
                <c:pt idx="3185">
                  <c:v>01-10-2012</c:v>
                </c:pt>
                <c:pt idx="3186">
                  <c:v>03-10-2012</c:v>
                </c:pt>
                <c:pt idx="3187">
                  <c:v>04-10-2012</c:v>
                </c:pt>
                <c:pt idx="3188">
                  <c:v>05-10-2012</c:v>
                </c:pt>
                <c:pt idx="3189">
                  <c:v>08-10-2012</c:v>
                </c:pt>
                <c:pt idx="3190">
                  <c:v>09-10-2012</c:v>
                </c:pt>
                <c:pt idx="3191">
                  <c:v>10-10-2012</c:v>
                </c:pt>
                <c:pt idx="3192">
                  <c:v>11-10-2012</c:v>
                </c:pt>
                <c:pt idx="3193">
                  <c:v>12-10-2012</c:v>
                </c:pt>
                <c:pt idx="3194">
                  <c:v>15-10-2012</c:v>
                </c:pt>
                <c:pt idx="3195">
                  <c:v>16-10-2012</c:v>
                </c:pt>
                <c:pt idx="3196">
                  <c:v>17-10-2012</c:v>
                </c:pt>
                <c:pt idx="3197">
                  <c:v>18-10-2012</c:v>
                </c:pt>
                <c:pt idx="3198">
                  <c:v>19-10-2012</c:v>
                </c:pt>
                <c:pt idx="3199">
                  <c:v>22-10-2012</c:v>
                </c:pt>
                <c:pt idx="3200">
                  <c:v>23-10-2012</c:v>
                </c:pt>
                <c:pt idx="3201">
                  <c:v>25-10-2012</c:v>
                </c:pt>
                <c:pt idx="3202">
                  <c:v>26-10-2012</c:v>
                </c:pt>
                <c:pt idx="3203">
                  <c:v>29-10-2012</c:v>
                </c:pt>
                <c:pt idx="3204">
                  <c:v>30-10-2012</c:v>
                </c:pt>
                <c:pt idx="3205">
                  <c:v>31-10-2012</c:v>
                </c:pt>
                <c:pt idx="3206">
                  <c:v>01-11-2012</c:v>
                </c:pt>
                <c:pt idx="3207">
                  <c:v>02-11-2012</c:v>
                </c:pt>
                <c:pt idx="3208">
                  <c:v>05-11-2012</c:v>
                </c:pt>
                <c:pt idx="3209">
                  <c:v>06-11-2012</c:v>
                </c:pt>
                <c:pt idx="3210">
                  <c:v>07-11-2012</c:v>
                </c:pt>
                <c:pt idx="3211">
                  <c:v>08-11-2012</c:v>
                </c:pt>
                <c:pt idx="3212">
                  <c:v>09-11-2012</c:v>
                </c:pt>
                <c:pt idx="3213">
                  <c:v>12-11-2012</c:v>
                </c:pt>
                <c:pt idx="3214">
                  <c:v>13-11-2012</c:v>
                </c:pt>
                <c:pt idx="3215">
                  <c:v>15-11-2012</c:v>
                </c:pt>
                <c:pt idx="3216">
                  <c:v>16-11-2012</c:v>
                </c:pt>
                <c:pt idx="3217">
                  <c:v>19-11-2012</c:v>
                </c:pt>
                <c:pt idx="3218">
                  <c:v>20-11-2012</c:v>
                </c:pt>
                <c:pt idx="3219">
                  <c:v>21-11-2012</c:v>
                </c:pt>
                <c:pt idx="3220">
                  <c:v>22-11-2012</c:v>
                </c:pt>
                <c:pt idx="3221">
                  <c:v>23-11-2012</c:v>
                </c:pt>
                <c:pt idx="3222">
                  <c:v>26-11-2012</c:v>
                </c:pt>
                <c:pt idx="3223">
                  <c:v>27-11-2012</c:v>
                </c:pt>
                <c:pt idx="3224">
                  <c:v>29-11-2012</c:v>
                </c:pt>
                <c:pt idx="3225">
                  <c:v>30-11-2012</c:v>
                </c:pt>
                <c:pt idx="3226">
                  <c:v>03-12-2012</c:v>
                </c:pt>
                <c:pt idx="3227">
                  <c:v>04-12-2012</c:v>
                </c:pt>
                <c:pt idx="3228">
                  <c:v>05-12-2012</c:v>
                </c:pt>
                <c:pt idx="3229">
                  <c:v>06-12-2012</c:v>
                </c:pt>
                <c:pt idx="3230">
                  <c:v>07-12-2012</c:v>
                </c:pt>
                <c:pt idx="3231">
                  <c:v>10-12-2012</c:v>
                </c:pt>
                <c:pt idx="3232">
                  <c:v>11-12-2012</c:v>
                </c:pt>
                <c:pt idx="3233">
                  <c:v>12-12-2012</c:v>
                </c:pt>
                <c:pt idx="3234">
                  <c:v>13-12-2012</c:v>
                </c:pt>
                <c:pt idx="3235">
                  <c:v>14-12-2012</c:v>
                </c:pt>
                <c:pt idx="3236">
                  <c:v>17-12-2012</c:v>
                </c:pt>
                <c:pt idx="3237">
                  <c:v>18-12-2012</c:v>
                </c:pt>
                <c:pt idx="3238">
                  <c:v>19-12-2012</c:v>
                </c:pt>
                <c:pt idx="3239">
                  <c:v>20-12-2012</c:v>
                </c:pt>
                <c:pt idx="3240">
                  <c:v>21-12-2012</c:v>
                </c:pt>
                <c:pt idx="3241">
                  <c:v>24-12-2012</c:v>
                </c:pt>
                <c:pt idx="3242">
                  <c:v>26-12-2012</c:v>
                </c:pt>
                <c:pt idx="3243">
                  <c:v>27-12-2012</c:v>
                </c:pt>
                <c:pt idx="3244">
                  <c:v>28-12-2012</c:v>
                </c:pt>
                <c:pt idx="3245">
                  <c:v>31-12-2012</c:v>
                </c:pt>
                <c:pt idx="3246">
                  <c:v>01-01-2013</c:v>
                </c:pt>
                <c:pt idx="3247">
                  <c:v>02-01-2013</c:v>
                </c:pt>
                <c:pt idx="3248">
                  <c:v>03-01-2013</c:v>
                </c:pt>
                <c:pt idx="3249">
                  <c:v>04-01-2013</c:v>
                </c:pt>
                <c:pt idx="3250">
                  <c:v>07-01-2013</c:v>
                </c:pt>
                <c:pt idx="3251">
                  <c:v>08-01-2013</c:v>
                </c:pt>
                <c:pt idx="3252">
                  <c:v>09-01-2013</c:v>
                </c:pt>
                <c:pt idx="3253">
                  <c:v>10-01-2013</c:v>
                </c:pt>
                <c:pt idx="3254">
                  <c:v>11-01-2013</c:v>
                </c:pt>
                <c:pt idx="3255">
                  <c:v>14-01-2013</c:v>
                </c:pt>
                <c:pt idx="3256">
                  <c:v>15-01-2013</c:v>
                </c:pt>
                <c:pt idx="3257">
                  <c:v>16-01-2013</c:v>
                </c:pt>
                <c:pt idx="3258">
                  <c:v>17-01-2013</c:v>
                </c:pt>
                <c:pt idx="3259">
                  <c:v>18-01-2013</c:v>
                </c:pt>
                <c:pt idx="3260">
                  <c:v>21-01-2013</c:v>
                </c:pt>
                <c:pt idx="3261">
                  <c:v>22-01-2013</c:v>
                </c:pt>
                <c:pt idx="3262">
                  <c:v>23-01-2013</c:v>
                </c:pt>
                <c:pt idx="3263">
                  <c:v>24-01-2013</c:v>
                </c:pt>
                <c:pt idx="3264">
                  <c:v>25-01-2013</c:v>
                </c:pt>
                <c:pt idx="3265">
                  <c:v>28-01-2013</c:v>
                </c:pt>
                <c:pt idx="3266">
                  <c:v>29-01-2013</c:v>
                </c:pt>
                <c:pt idx="3267">
                  <c:v>30-01-2013</c:v>
                </c:pt>
                <c:pt idx="3268">
                  <c:v>31-01-2013</c:v>
                </c:pt>
                <c:pt idx="3269">
                  <c:v>01-02-2013</c:v>
                </c:pt>
                <c:pt idx="3270">
                  <c:v>04-02-2013</c:v>
                </c:pt>
                <c:pt idx="3271">
                  <c:v>05-02-2013</c:v>
                </c:pt>
                <c:pt idx="3272">
                  <c:v>06-02-2013</c:v>
                </c:pt>
                <c:pt idx="3273">
                  <c:v>07-02-2013</c:v>
                </c:pt>
                <c:pt idx="3274">
                  <c:v>08-02-2013</c:v>
                </c:pt>
                <c:pt idx="3275">
                  <c:v>11-02-2013</c:v>
                </c:pt>
                <c:pt idx="3276">
                  <c:v>12-02-2013</c:v>
                </c:pt>
                <c:pt idx="3277">
                  <c:v>13-02-2013</c:v>
                </c:pt>
                <c:pt idx="3278">
                  <c:v>14-02-2013</c:v>
                </c:pt>
                <c:pt idx="3279">
                  <c:v>15-02-2013</c:v>
                </c:pt>
                <c:pt idx="3280">
                  <c:v>18-02-2013</c:v>
                </c:pt>
                <c:pt idx="3281">
                  <c:v>19-02-2013</c:v>
                </c:pt>
                <c:pt idx="3282">
                  <c:v>20-02-2013</c:v>
                </c:pt>
                <c:pt idx="3283">
                  <c:v>21-02-2013</c:v>
                </c:pt>
                <c:pt idx="3284">
                  <c:v>22-02-2013</c:v>
                </c:pt>
                <c:pt idx="3285">
                  <c:v>25-02-2013</c:v>
                </c:pt>
                <c:pt idx="3286">
                  <c:v>26-02-2013</c:v>
                </c:pt>
                <c:pt idx="3287">
                  <c:v>27-02-2013</c:v>
                </c:pt>
                <c:pt idx="3288">
                  <c:v>28-02-2013</c:v>
                </c:pt>
                <c:pt idx="3289">
                  <c:v>01-03-2013</c:v>
                </c:pt>
                <c:pt idx="3290">
                  <c:v>04-03-2013</c:v>
                </c:pt>
                <c:pt idx="3291">
                  <c:v>05-03-2013</c:v>
                </c:pt>
                <c:pt idx="3292">
                  <c:v>06-03-2013</c:v>
                </c:pt>
                <c:pt idx="3293">
                  <c:v>07-03-2013</c:v>
                </c:pt>
                <c:pt idx="3294">
                  <c:v>08-03-2013</c:v>
                </c:pt>
                <c:pt idx="3295">
                  <c:v>11-03-2013</c:v>
                </c:pt>
                <c:pt idx="3296">
                  <c:v>12-03-2013</c:v>
                </c:pt>
                <c:pt idx="3297">
                  <c:v>13-03-2013</c:v>
                </c:pt>
                <c:pt idx="3298">
                  <c:v>14-03-2013</c:v>
                </c:pt>
                <c:pt idx="3299">
                  <c:v>15-03-2013</c:v>
                </c:pt>
                <c:pt idx="3300">
                  <c:v>18-03-2013</c:v>
                </c:pt>
                <c:pt idx="3301">
                  <c:v>19-03-2013</c:v>
                </c:pt>
                <c:pt idx="3302">
                  <c:v>20-03-2013</c:v>
                </c:pt>
                <c:pt idx="3303">
                  <c:v>21-03-2013</c:v>
                </c:pt>
                <c:pt idx="3304">
                  <c:v>22-03-2013</c:v>
                </c:pt>
                <c:pt idx="3305">
                  <c:v>25-03-2013</c:v>
                </c:pt>
                <c:pt idx="3306">
                  <c:v>26-03-2013</c:v>
                </c:pt>
                <c:pt idx="3307">
                  <c:v>28-03-2013</c:v>
                </c:pt>
                <c:pt idx="3308">
                  <c:v>01-04-2013</c:v>
                </c:pt>
                <c:pt idx="3309">
                  <c:v>02-04-2013</c:v>
                </c:pt>
                <c:pt idx="3310">
                  <c:v>03-04-2013</c:v>
                </c:pt>
                <c:pt idx="3311">
                  <c:v>04-04-2013</c:v>
                </c:pt>
                <c:pt idx="3312">
                  <c:v>05-04-2013</c:v>
                </c:pt>
                <c:pt idx="3313">
                  <c:v>08-04-2013</c:v>
                </c:pt>
                <c:pt idx="3314">
                  <c:v>09-04-2013</c:v>
                </c:pt>
                <c:pt idx="3315">
                  <c:v>10-04-2013</c:v>
                </c:pt>
                <c:pt idx="3316">
                  <c:v>11-04-2013</c:v>
                </c:pt>
                <c:pt idx="3317">
                  <c:v>12-04-2013</c:v>
                </c:pt>
                <c:pt idx="3318">
                  <c:v>15-04-2013</c:v>
                </c:pt>
                <c:pt idx="3319">
                  <c:v>16-04-2013</c:v>
                </c:pt>
                <c:pt idx="3320">
                  <c:v>17-04-2013</c:v>
                </c:pt>
                <c:pt idx="3321">
                  <c:v>18-04-2013</c:v>
                </c:pt>
                <c:pt idx="3322">
                  <c:v>22-04-2013</c:v>
                </c:pt>
                <c:pt idx="3323">
                  <c:v>23-04-2013</c:v>
                </c:pt>
                <c:pt idx="3324">
                  <c:v>25-04-2013</c:v>
                </c:pt>
                <c:pt idx="3325">
                  <c:v>26-04-2013</c:v>
                </c:pt>
                <c:pt idx="3326">
                  <c:v>29-04-2013</c:v>
                </c:pt>
                <c:pt idx="3327">
                  <c:v>30-04-2013</c:v>
                </c:pt>
                <c:pt idx="3328">
                  <c:v>02-05-2013</c:v>
                </c:pt>
                <c:pt idx="3329">
                  <c:v>03-05-2013</c:v>
                </c:pt>
                <c:pt idx="3330">
                  <c:v>06-05-2013</c:v>
                </c:pt>
                <c:pt idx="3331">
                  <c:v>07-05-2013</c:v>
                </c:pt>
                <c:pt idx="3332">
                  <c:v>08-05-2013</c:v>
                </c:pt>
                <c:pt idx="3333">
                  <c:v>09-05-2013</c:v>
                </c:pt>
                <c:pt idx="3334">
                  <c:v>10-05-2013</c:v>
                </c:pt>
                <c:pt idx="3335">
                  <c:v>11-05-2013</c:v>
                </c:pt>
                <c:pt idx="3336">
                  <c:v>13-05-2013</c:v>
                </c:pt>
                <c:pt idx="3337">
                  <c:v>14-05-2013</c:v>
                </c:pt>
                <c:pt idx="3338">
                  <c:v>15-05-2013</c:v>
                </c:pt>
                <c:pt idx="3339">
                  <c:v>16-05-2013</c:v>
                </c:pt>
                <c:pt idx="3340">
                  <c:v>17-05-2013</c:v>
                </c:pt>
                <c:pt idx="3341">
                  <c:v>20-05-2013</c:v>
                </c:pt>
                <c:pt idx="3342">
                  <c:v>21-05-2013</c:v>
                </c:pt>
                <c:pt idx="3343">
                  <c:v>22-05-2013</c:v>
                </c:pt>
                <c:pt idx="3344">
                  <c:v>23-05-2013</c:v>
                </c:pt>
                <c:pt idx="3345">
                  <c:v>24-05-2013</c:v>
                </c:pt>
                <c:pt idx="3346">
                  <c:v>27-05-2013</c:v>
                </c:pt>
                <c:pt idx="3347">
                  <c:v>28-05-2013</c:v>
                </c:pt>
                <c:pt idx="3348">
                  <c:v>29-05-2013</c:v>
                </c:pt>
                <c:pt idx="3349">
                  <c:v>30-05-2013</c:v>
                </c:pt>
                <c:pt idx="3350">
                  <c:v>31-05-2013</c:v>
                </c:pt>
                <c:pt idx="3351">
                  <c:v>03-06-2013</c:v>
                </c:pt>
                <c:pt idx="3352">
                  <c:v>04-06-2013</c:v>
                </c:pt>
                <c:pt idx="3353">
                  <c:v>05-06-2013</c:v>
                </c:pt>
                <c:pt idx="3354">
                  <c:v>06-06-2013</c:v>
                </c:pt>
                <c:pt idx="3355">
                  <c:v>07-06-2013</c:v>
                </c:pt>
                <c:pt idx="3356">
                  <c:v>10-06-2013</c:v>
                </c:pt>
                <c:pt idx="3357">
                  <c:v>11-06-2013</c:v>
                </c:pt>
                <c:pt idx="3358">
                  <c:v>12-06-2013</c:v>
                </c:pt>
                <c:pt idx="3359">
                  <c:v>13-06-2013</c:v>
                </c:pt>
                <c:pt idx="3360">
                  <c:v>14-06-2013</c:v>
                </c:pt>
                <c:pt idx="3361">
                  <c:v>17-06-2013</c:v>
                </c:pt>
                <c:pt idx="3362">
                  <c:v>18-06-2013</c:v>
                </c:pt>
                <c:pt idx="3363">
                  <c:v>19-06-2013</c:v>
                </c:pt>
                <c:pt idx="3364">
                  <c:v>20-06-2013</c:v>
                </c:pt>
                <c:pt idx="3365">
                  <c:v>21-06-2013</c:v>
                </c:pt>
                <c:pt idx="3366">
                  <c:v>24-06-2013</c:v>
                </c:pt>
                <c:pt idx="3367">
                  <c:v>25-06-2013</c:v>
                </c:pt>
                <c:pt idx="3368">
                  <c:v>26-06-2013</c:v>
                </c:pt>
                <c:pt idx="3369">
                  <c:v>27-06-2013</c:v>
                </c:pt>
                <c:pt idx="3370">
                  <c:v>28-06-2013</c:v>
                </c:pt>
                <c:pt idx="3371">
                  <c:v>01-07-2013</c:v>
                </c:pt>
                <c:pt idx="3372">
                  <c:v>02-07-2013</c:v>
                </c:pt>
                <c:pt idx="3373">
                  <c:v>03-07-2013</c:v>
                </c:pt>
                <c:pt idx="3374">
                  <c:v>04-07-2013</c:v>
                </c:pt>
                <c:pt idx="3375">
                  <c:v>05-07-2013</c:v>
                </c:pt>
                <c:pt idx="3376">
                  <c:v>08-07-2013</c:v>
                </c:pt>
                <c:pt idx="3377">
                  <c:v>09-07-2013</c:v>
                </c:pt>
                <c:pt idx="3378">
                  <c:v>10-07-2013</c:v>
                </c:pt>
                <c:pt idx="3379">
                  <c:v>11-07-2013</c:v>
                </c:pt>
                <c:pt idx="3380">
                  <c:v>12-07-2013</c:v>
                </c:pt>
                <c:pt idx="3381">
                  <c:v>15-07-2013</c:v>
                </c:pt>
                <c:pt idx="3382">
                  <c:v>16-07-2013</c:v>
                </c:pt>
                <c:pt idx="3383">
                  <c:v>17-07-2013</c:v>
                </c:pt>
                <c:pt idx="3384">
                  <c:v>18-07-2013</c:v>
                </c:pt>
                <c:pt idx="3385">
                  <c:v>19-07-2013</c:v>
                </c:pt>
                <c:pt idx="3386">
                  <c:v>22-07-2013</c:v>
                </c:pt>
                <c:pt idx="3387">
                  <c:v>23-07-2013</c:v>
                </c:pt>
                <c:pt idx="3388">
                  <c:v>24-07-2013</c:v>
                </c:pt>
                <c:pt idx="3389">
                  <c:v>25-07-2013</c:v>
                </c:pt>
                <c:pt idx="3390">
                  <c:v>26-07-2013</c:v>
                </c:pt>
                <c:pt idx="3391">
                  <c:v>29-07-2013</c:v>
                </c:pt>
                <c:pt idx="3392">
                  <c:v>30-07-2013</c:v>
                </c:pt>
                <c:pt idx="3393">
                  <c:v>31-07-2013</c:v>
                </c:pt>
                <c:pt idx="3394">
                  <c:v>01-08-2013</c:v>
                </c:pt>
                <c:pt idx="3395">
                  <c:v>02-08-2013</c:v>
                </c:pt>
                <c:pt idx="3396">
                  <c:v>05-08-2013</c:v>
                </c:pt>
                <c:pt idx="3397">
                  <c:v>06-08-2013</c:v>
                </c:pt>
                <c:pt idx="3398">
                  <c:v>07-08-2013</c:v>
                </c:pt>
                <c:pt idx="3399">
                  <c:v>08-08-2013</c:v>
                </c:pt>
                <c:pt idx="3400">
                  <c:v>12-08-2013</c:v>
                </c:pt>
                <c:pt idx="3401">
                  <c:v>13-08-2013</c:v>
                </c:pt>
                <c:pt idx="3402">
                  <c:v>14-08-2013</c:v>
                </c:pt>
                <c:pt idx="3403">
                  <c:v>16-08-2013</c:v>
                </c:pt>
                <c:pt idx="3404">
                  <c:v>19-08-2013</c:v>
                </c:pt>
                <c:pt idx="3405">
                  <c:v>20-08-2013</c:v>
                </c:pt>
                <c:pt idx="3406">
                  <c:v>21-08-2013</c:v>
                </c:pt>
                <c:pt idx="3407">
                  <c:v>22-08-2013</c:v>
                </c:pt>
                <c:pt idx="3408">
                  <c:v>23-08-2013</c:v>
                </c:pt>
                <c:pt idx="3409">
                  <c:v>26-08-2013</c:v>
                </c:pt>
                <c:pt idx="3410">
                  <c:v>27-08-2013</c:v>
                </c:pt>
                <c:pt idx="3411">
                  <c:v>28-08-2013</c:v>
                </c:pt>
                <c:pt idx="3412">
                  <c:v>29-08-2013</c:v>
                </c:pt>
                <c:pt idx="3413">
                  <c:v>30-08-2013</c:v>
                </c:pt>
                <c:pt idx="3414">
                  <c:v>02-09-2013</c:v>
                </c:pt>
                <c:pt idx="3415">
                  <c:v>03-09-2013</c:v>
                </c:pt>
                <c:pt idx="3416">
                  <c:v>04-09-2013</c:v>
                </c:pt>
                <c:pt idx="3417">
                  <c:v>05-09-2013</c:v>
                </c:pt>
                <c:pt idx="3418">
                  <c:v>06-09-2013</c:v>
                </c:pt>
                <c:pt idx="3419">
                  <c:v>10-09-2013</c:v>
                </c:pt>
                <c:pt idx="3420">
                  <c:v>11-09-2013</c:v>
                </c:pt>
                <c:pt idx="3421">
                  <c:v>12-09-2013</c:v>
                </c:pt>
                <c:pt idx="3422">
                  <c:v>13-09-2013</c:v>
                </c:pt>
                <c:pt idx="3423">
                  <c:v>16-09-2013</c:v>
                </c:pt>
                <c:pt idx="3424">
                  <c:v>17-09-2013</c:v>
                </c:pt>
                <c:pt idx="3425">
                  <c:v>18-09-2013</c:v>
                </c:pt>
                <c:pt idx="3426">
                  <c:v>19-09-2013</c:v>
                </c:pt>
                <c:pt idx="3427">
                  <c:v>20-09-2013</c:v>
                </c:pt>
                <c:pt idx="3428">
                  <c:v>23-09-2013</c:v>
                </c:pt>
                <c:pt idx="3429">
                  <c:v>24-09-2013</c:v>
                </c:pt>
                <c:pt idx="3430">
                  <c:v>25-09-2013</c:v>
                </c:pt>
                <c:pt idx="3431">
                  <c:v>26-09-2013</c:v>
                </c:pt>
                <c:pt idx="3432">
                  <c:v>27-09-2013</c:v>
                </c:pt>
                <c:pt idx="3433">
                  <c:v>30-09-2013</c:v>
                </c:pt>
                <c:pt idx="3434">
                  <c:v>01-10-2013</c:v>
                </c:pt>
                <c:pt idx="3435">
                  <c:v>03-10-2013</c:v>
                </c:pt>
                <c:pt idx="3436">
                  <c:v>04-10-2013</c:v>
                </c:pt>
                <c:pt idx="3437">
                  <c:v>07-10-2013</c:v>
                </c:pt>
                <c:pt idx="3438">
                  <c:v>08-10-2013</c:v>
                </c:pt>
                <c:pt idx="3439">
                  <c:v>09-10-2013</c:v>
                </c:pt>
                <c:pt idx="3440">
                  <c:v>10-10-2013</c:v>
                </c:pt>
                <c:pt idx="3441">
                  <c:v>11-10-2013</c:v>
                </c:pt>
                <c:pt idx="3442">
                  <c:v>14-10-2013</c:v>
                </c:pt>
                <c:pt idx="3443">
                  <c:v>15-10-2013</c:v>
                </c:pt>
                <c:pt idx="3444">
                  <c:v>17-10-2013</c:v>
                </c:pt>
                <c:pt idx="3445">
                  <c:v>18-10-2013</c:v>
                </c:pt>
                <c:pt idx="3446">
                  <c:v>21-10-2013</c:v>
                </c:pt>
                <c:pt idx="3447">
                  <c:v>22-10-2013</c:v>
                </c:pt>
                <c:pt idx="3448">
                  <c:v>23-10-2013</c:v>
                </c:pt>
                <c:pt idx="3449">
                  <c:v>24-10-2013</c:v>
                </c:pt>
                <c:pt idx="3450">
                  <c:v>25-10-2013</c:v>
                </c:pt>
                <c:pt idx="3451">
                  <c:v>28-10-2013</c:v>
                </c:pt>
                <c:pt idx="3452">
                  <c:v>29-10-2013</c:v>
                </c:pt>
                <c:pt idx="3453">
                  <c:v>30-10-2013</c:v>
                </c:pt>
                <c:pt idx="3454">
                  <c:v>31-10-2013</c:v>
                </c:pt>
                <c:pt idx="3455">
                  <c:v>01-11-2013</c:v>
                </c:pt>
                <c:pt idx="3456">
                  <c:v>03-11-2013</c:v>
                </c:pt>
                <c:pt idx="3457">
                  <c:v>05-11-2013</c:v>
                </c:pt>
                <c:pt idx="3458">
                  <c:v>06-11-2013</c:v>
                </c:pt>
                <c:pt idx="3459">
                  <c:v>07-11-2013</c:v>
                </c:pt>
                <c:pt idx="3460">
                  <c:v>08-11-2013</c:v>
                </c:pt>
                <c:pt idx="3461">
                  <c:v>11-11-2013</c:v>
                </c:pt>
                <c:pt idx="3462">
                  <c:v>12-11-2013</c:v>
                </c:pt>
                <c:pt idx="3463">
                  <c:v>13-11-2013</c:v>
                </c:pt>
                <c:pt idx="3464">
                  <c:v>14-11-2013</c:v>
                </c:pt>
                <c:pt idx="3465">
                  <c:v>18-11-2013</c:v>
                </c:pt>
                <c:pt idx="3466">
                  <c:v>19-11-2013</c:v>
                </c:pt>
                <c:pt idx="3467">
                  <c:v>20-11-2013</c:v>
                </c:pt>
                <c:pt idx="3468">
                  <c:v>21-11-2013</c:v>
                </c:pt>
                <c:pt idx="3469">
                  <c:v>22-11-2013</c:v>
                </c:pt>
                <c:pt idx="3470">
                  <c:v>25-11-2013</c:v>
                </c:pt>
                <c:pt idx="3471">
                  <c:v>26-11-2013</c:v>
                </c:pt>
                <c:pt idx="3472">
                  <c:v>27-11-2013</c:v>
                </c:pt>
                <c:pt idx="3473">
                  <c:v>28-11-2013</c:v>
                </c:pt>
                <c:pt idx="3474">
                  <c:v>29-11-2013</c:v>
                </c:pt>
                <c:pt idx="3475">
                  <c:v>02-12-2013</c:v>
                </c:pt>
                <c:pt idx="3476">
                  <c:v>03-12-2013</c:v>
                </c:pt>
                <c:pt idx="3477">
                  <c:v>04-12-2013</c:v>
                </c:pt>
                <c:pt idx="3478">
                  <c:v>05-12-2013</c:v>
                </c:pt>
                <c:pt idx="3479">
                  <c:v>06-12-2013</c:v>
                </c:pt>
                <c:pt idx="3480">
                  <c:v>09-12-2013</c:v>
                </c:pt>
                <c:pt idx="3481">
                  <c:v>10-12-2013</c:v>
                </c:pt>
                <c:pt idx="3482">
                  <c:v>11-12-2013</c:v>
                </c:pt>
                <c:pt idx="3483">
                  <c:v>12-12-2013</c:v>
                </c:pt>
                <c:pt idx="3484">
                  <c:v>13-12-2013</c:v>
                </c:pt>
                <c:pt idx="3485">
                  <c:v>16-12-2013</c:v>
                </c:pt>
                <c:pt idx="3486">
                  <c:v>17-12-2013</c:v>
                </c:pt>
                <c:pt idx="3487">
                  <c:v>18-12-2013</c:v>
                </c:pt>
                <c:pt idx="3488">
                  <c:v>19-12-2013</c:v>
                </c:pt>
                <c:pt idx="3489">
                  <c:v>20-12-2013</c:v>
                </c:pt>
                <c:pt idx="3490">
                  <c:v>23-12-2013</c:v>
                </c:pt>
                <c:pt idx="3491">
                  <c:v>24-12-2013</c:v>
                </c:pt>
                <c:pt idx="3492">
                  <c:v>26-12-2013</c:v>
                </c:pt>
                <c:pt idx="3493">
                  <c:v>27-12-2013</c:v>
                </c:pt>
                <c:pt idx="3494">
                  <c:v>30-12-2013</c:v>
                </c:pt>
                <c:pt idx="3495">
                  <c:v>31-12-2013</c:v>
                </c:pt>
                <c:pt idx="3496">
                  <c:v>01-01-2014</c:v>
                </c:pt>
                <c:pt idx="3497">
                  <c:v>02-01-2014</c:v>
                </c:pt>
                <c:pt idx="3498">
                  <c:v>03-01-2014</c:v>
                </c:pt>
                <c:pt idx="3499">
                  <c:v>06-01-2014</c:v>
                </c:pt>
                <c:pt idx="3500">
                  <c:v>07-01-2014</c:v>
                </c:pt>
                <c:pt idx="3501">
                  <c:v>08-01-2014</c:v>
                </c:pt>
                <c:pt idx="3502">
                  <c:v>09-01-2014</c:v>
                </c:pt>
                <c:pt idx="3503">
                  <c:v>10-01-2014</c:v>
                </c:pt>
                <c:pt idx="3504">
                  <c:v>13-01-2014</c:v>
                </c:pt>
                <c:pt idx="3505">
                  <c:v>14-01-2014</c:v>
                </c:pt>
                <c:pt idx="3506">
                  <c:v>15-01-2014</c:v>
                </c:pt>
                <c:pt idx="3507">
                  <c:v>16-01-2014</c:v>
                </c:pt>
                <c:pt idx="3508">
                  <c:v>17-01-2014</c:v>
                </c:pt>
                <c:pt idx="3509">
                  <c:v>20-01-2014</c:v>
                </c:pt>
                <c:pt idx="3510">
                  <c:v>21-01-2014</c:v>
                </c:pt>
                <c:pt idx="3511">
                  <c:v>22-01-2014</c:v>
                </c:pt>
                <c:pt idx="3512">
                  <c:v>23-01-2014</c:v>
                </c:pt>
                <c:pt idx="3513">
                  <c:v>24-01-2014</c:v>
                </c:pt>
                <c:pt idx="3514">
                  <c:v>27-01-2014</c:v>
                </c:pt>
                <c:pt idx="3515">
                  <c:v>28-01-2014</c:v>
                </c:pt>
                <c:pt idx="3516">
                  <c:v>29-01-2014</c:v>
                </c:pt>
                <c:pt idx="3517">
                  <c:v>30-01-2014</c:v>
                </c:pt>
                <c:pt idx="3518">
                  <c:v>31-01-2014</c:v>
                </c:pt>
                <c:pt idx="3519">
                  <c:v>03-02-2014</c:v>
                </c:pt>
                <c:pt idx="3520">
                  <c:v>04-02-2014</c:v>
                </c:pt>
                <c:pt idx="3521">
                  <c:v>05-02-2014</c:v>
                </c:pt>
                <c:pt idx="3522">
                  <c:v>06-02-2014</c:v>
                </c:pt>
                <c:pt idx="3523">
                  <c:v>07-02-2014</c:v>
                </c:pt>
                <c:pt idx="3524">
                  <c:v>10-02-2014</c:v>
                </c:pt>
                <c:pt idx="3525">
                  <c:v>11-02-2014</c:v>
                </c:pt>
                <c:pt idx="3526">
                  <c:v>12-02-2014</c:v>
                </c:pt>
                <c:pt idx="3527">
                  <c:v>13-02-2014</c:v>
                </c:pt>
                <c:pt idx="3528">
                  <c:v>14-02-2014</c:v>
                </c:pt>
                <c:pt idx="3529">
                  <c:v>17-02-2014</c:v>
                </c:pt>
                <c:pt idx="3530">
                  <c:v>18-02-2014</c:v>
                </c:pt>
                <c:pt idx="3531">
                  <c:v>19-02-2014</c:v>
                </c:pt>
                <c:pt idx="3532">
                  <c:v>20-02-2014</c:v>
                </c:pt>
                <c:pt idx="3533">
                  <c:v>21-02-2014</c:v>
                </c:pt>
                <c:pt idx="3534">
                  <c:v>24-02-2014</c:v>
                </c:pt>
                <c:pt idx="3535">
                  <c:v>25-02-2014</c:v>
                </c:pt>
                <c:pt idx="3536">
                  <c:v>26-02-2014</c:v>
                </c:pt>
                <c:pt idx="3537">
                  <c:v>28-02-2014</c:v>
                </c:pt>
                <c:pt idx="3538">
                  <c:v>03-03-2014</c:v>
                </c:pt>
                <c:pt idx="3539">
                  <c:v>04-03-2014</c:v>
                </c:pt>
                <c:pt idx="3540">
                  <c:v>05-03-2014</c:v>
                </c:pt>
                <c:pt idx="3541">
                  <c:v>06-03-2014</c:v>
                </c:pt>
                <c:pt idx="3542">
                  <c:v>07-03-2014</c:v>
                </c:pt>
                <c:pt idx="3543">
                  <c:v>10-03-2014</c:v>
                </c:pt>
                <c:pt idx="3544">
                  <c:v>11-03-2014</c:v>
                </c:pt>
                <c:pt idx="3545">
                  <c:v>12-03-2014</c:v>
                </c:pt>
                <c:pt idx="3546">
                  <c:v>13-03-2014</c:v>
                </c:pt>
                <c:pt idx="3547">
                  <c:v>14-03-2014</c:v>
                </c:pt>
                <c:pt idx="3548">
                  <c:v>18-03-2014</c:v>
                </c:pt>
                <c:pt idx="3549">
                  <c:v>19-03-2014</c:v>
                </c:pt>
                <c:pt idx="3550">
                  <c:v>20-03-2014</c:v>
                </c:pt>
                <c:pt idx="3551">
                  <c:v>21-03-2014</c:v>
                </c:pt>
                <c:pt idx="3552">
                  <c:v>22-03-2014</c:v>
                </c:pt>
                <c:pt idx="3553">
                  <c:v>24-03-2014</c:v>
                </c:pt>
                <c:pt idx="3554">
                  <c:v>25-03-2014</c:v>
                </c:pt>
                <c:pt idx="3555">
                  <c:v>26-03-2014</c:v>
                </c:pt>
                <c:pt idx="3556">
                  <c:v>27-03-2014</c:v>
                </c:pt>
                <c:pt idx="3557">
                  <c:v>28-03-2014</c:v>
                </c:pt>
                <c:pt idx="3558">
                  <c:v>31-03-2014</c:v>
                </c:pt>
                <c:pt idx="3559">
                  <c:v>01-04-2014</c:v>
                </c:pt>
                <c:pt idx="3560">
                  <c:v>02-04-2014</c:v>
                </c:pt>
                <c:pt idx="3561">
                  <c:v>03-04-2014</c:v>
                </c:pt>
                <c:pt idx="3562">
                  <c:v>04-04-2014</c:v>
                </c:pt>
                <c:pt idx="3563">
                  <c:v>07-04-2014</c:v>
                </c:pt>
                <c:pt idx="3564">
                  <c:v>09-04-2014</c:v>
                </c:pt>
                <c:pt idx="3565">
                  <c:v>10-04-2014</c:v>
                </c:pt>
                <c:pt idx="3566">
                  <c:v>11-04-2014</c:v>
                </c:pt>
                <c:pt idx="3567">
                  <c:v>15-04-2014</c:v>
                </c:pt>
                <c:pt idx="3568">
                  <c:v>16-04-2014</c:v>
                </c:pt>
                <c:pt idx="3569">
                  <c:v>17-04-2014</c:v>
                </c:pt>
                <c:pt idx="3570">
                  <c:v>21-04-2014</c:v>
                </c:pt>
                <c:pt idx="3571">
                  <c:v>22-04-2014</c:v>
                </c:pt>
                <c:pt idx="3572">
                  <c:v>23-04-2014</c:v>
                </c:pt>
                <c:pt idx="3573">
                  <c:v>25-04-2014</c:v>
                </c:pt>
                <c:pt idx="3574">
                  <c:v>28-04-2014</c:v>
                </c:pt>
                <c:pt idx="3575">
                  <c:v>29-04-2014</c:v>
                </c:pt>
                <c:pt idx="3576">
                  <c:v>30-04-2014</c:v>
                </c:pt>
                <c:pt idx="3577">
                  <c:v>02-05-2014</c:v>
                </c:pt>
                <c:pt idx="3578">
                  <c:v>05-05-2014</c:v>
                </c:pt>
                <c:pt idx="3579">
                  <c:v>06-05-2014</c:v>
                </c:pt>
                <c:pt idx="3580">
                  <c:v>07-05-2014</c:v>
                </c:pt>
                <c:pt idx="3581">
                  <c:v>08-05-2014</c:v>
                </c:pt>
                <c:pt idx="3582">
                  <c:v>09-05-2014</c:v>
                </c:pt>
                <c:pt idx="3583">
                  <c:v>12-05-2014</c:v>
                </c:pt>
                <c:pt idx="3584">
                  <c:v>13-05-2014</c:v>
                </c:pt>
                <c:pt idx="3585">
                  <c:v>14-05-2014</c:v>
                </c:pt>
                <c:pt idx="3586">
                  <c:v>15-05-2014</c:v>
                </c:pt>
                <c:pt idx="3587">
                  <c:v>16-05-2014</c:v>
                </c:pt>
                <c:pt idx="3588">
                  <c:v>19-05-2014</c:v>
                </c:pt>
                <c:pt idx="3589">
                  <c:v>20-05-2014</c:v>
                </c:pt>
                <c:pt idx="3590">
                  <c:v>21-05-2014</c:v>
                </c:pt>
                <c:pt idx="3591">
                  <c:v>22-05-2014</c:v>
                </c:pt>
                <c:pt idx="3592">
                  <c:v>23-05-2014</c:v>
                </c:pt>
                <c:pt idx="3593">
                  <c:v>26-05-2014</c:v>
                </c:pt>
                <c:pt idx="3594">
                  <c:v>27-05-2014</c:v>
                </c:pt>
                <c:pt idx="3595">
                  <c:v>28-05-2014</c:v>
                </c:pt>
                <c:pt idx="3596">
                  <c:v>29-05-2014</c:v>
                </c:pt>
                <c:pt idx="3597">
                  <c:v>30-05-2014</c:v>
                </c:pt>
                <c:pt idx="3598">
                  <c:v>02-06-2014</c:v>
                </c:pt>
                <c:pt idx="3599">
                  <c:v>03-06-2014</c:v>
                </c:pt>
                <c:pt idx="3600">
                  <c:v>04-06-2014</c:v>
                </c:pt>
                <c:pt idx="3601">
                  <c:v>05-06-2014</c:v>
                </c:pt>
                <c:pt idx="3602">
                  <c:v>06-06-2014</c:v>
                </c:pt>
                <c:pt idx="3603">
                  <c:v>09-06-2014</c:v>
                </c:pt>
                <c:pt idx="3604">
                  <c:v>10-06-2014</c:v>
                </c:pt>
                <c:pt idx="3605">
                  <c:v>11-06-2014</c:v>
                </c:pt>
                <c:pt idx="3606">
                  <c:v>12-06-2014</c:v>
                </c:pt>
                <c:pt idx="3607">
                  <c:v>13-06-2014</c:v>
                </c:pt>
                <c:pt idx="3608">
                  <c:v>16-06-2014</c:v>
                </c:pt>
                <c:pt idx="3609">
                  <c:v>17-06-2014</c:v>
                </c:pt>
                <c:pt idx="3610">
                  <c:v>18-06-2014</c:v>
                </c:pt>
                <c:pt idx="3611">
                  <c:v>19-06-2014</c:v>
                </c:pt>
                <c:pt idx="3612">
                  <c:v>20-06-2014</c:v>
                </c:pt>
                <c:pt idx="3613">
                  <c:v>23-06-2014</c:v>
                </c:pt>
                <c:pt idx="3614">
                  <c:v>24-06-2014</c:v>
                </c:pt>
                <c:pt idx="3615">
                  <c:v>25-06-2014</c:v>
                </c:pt>
                <c:pt idx="3616">
                  <c:v>26-06-2014</c:v>
                </c:pt>
                <c:pt idx="3617">
                  <c:v>27-06-2014</c:v>
                </c:pt>
                <c:pt idx="3618">
                  <c:v>30-06-2014</c:v>
                </c:pt>
                <c:pt idx="3619">
                  <c:v>01-07-2014</c:v>
                </c:pt>
                <c:pt idx="3620">
                  <c:v>02-07-2014</c:v>
                </c:pt>
                <c:pt idx="3621">
                  <c:v>03-07-2014</c:v>
                </c:pt>
                <c:pt idx="3622">
                  <c:v>04-07-2014</c:v>
                </c:pt>
                <c:pt idx="3623">
                  <c:v>07-07-2014</c:v>
                </c:pt>
                <c:pt idx="3624">
                  <c:v>08-07-2014</c:v>
                </c:pt>
                <c:pt idx="3625">
                  <c:v>09-07-2014</c:v>
                </c:pt>
                <c:pt idx="3626">
                  <c:v>10-07-2014</c:v>
                </c:pt>
                <c:pt idx="3627">
                  <c:v>11-07-2014</c:v>
                </c:pt>
                <c:pt idx="3628">
                  <c:v>14-07-2014</c:v>
                </c:pt>
                <c:pt idx="3629">
                  <c:v>15-07-2014</c:v>
                </c:pt>
                <c:pt idx="3630">
                  <c:v>16-07-2014</c:v>
                </c:pt>
                <c:pt idx="3631">
                  <c:v>17-07-2014</c:v>
                </c:pt>
                <c:pt idx="3632">
                  <c:v>18-07-2014</c:v>
                </c:pt>
                <c:pt idx="3633">
                  <c:v>21-07-2014</c:v>
                </c:pt>
                <c:pt idx="3634">
                  <c:v>22-07-2014</c:v>
                </c:pt>
                <c:pt idx="3635">
                  <c:v>23-07-2014</c:v>
                </c:pt>
                <c:pt idx="3636">
                  <c:v>24-07-2014</c:v>
                </c:pt>
                <c:pt idx="3637">
                  <c:v>25-07-2014</c:v>
                </c:pt>
                <c:pt idx="3638">
                  <c:v>28-07-2014</c:v>
                </c:pt>
                <c:pt idx="3639">
                  <c:v>30-07-2014</c:v>
                </c:pt>
                <c:pt idx="3640">
                  <c:v>31-07-2014</c:v>
                </c:pt>
                <c:pt idx="3641">
                  <c:v>01-08-2014</c:v>
                </c:pt>
                <c:pt idx="3642">
                  <c:v>04-08-2014</c:v>
                </c:pt>
                <c:pt idx="3643">
                  <c:v>05-08-2014</c:v>
                </c:pt>
                <c:pt idx="3644">
                  <c:v>06-08-2014</c:v>
                </c:pt>
                <c:pt idx="3645">
                  <c:v>07-08-2014</c:v>
                </c:pt>
                <c:pt idx="3646">
                  <c:v>08-08-2014</c:v>
                </c:pt>
                <c:pt idx="3647">
                  <c:v>11-08-2014</c:v>
                </c:pt>
                <c:pt idx="3648">
                  <c:v>12-08-2014</c:v>
                </c:pt>
                <c:pt idx="3649">
                  <c:v>13-08-2014</c:v>
                </c:pt>
                <c:pt idx="3650">
                  <c:v>14-08-2014</c:v>
                </c:pt>
                <c:pt idx="3651">
                  <c:v>18-08-2014</c:v>
                </c:pt>
                <c:pt idx="3652">
                  <c:v>19-08-2014</c:v>
                </c:pt>
                <c:pt idx="3653">
                  <c:v>20-08-2014</c:v>
                </c:pt>
                <c:pt idx="3654">
                  <c:v>21-08-2014</c:v>
                </c:pt>
                <c:pt idx="3655">
                  <c:v>22-08-2014</c:v>
                </c:pt>
                <c:pt idx="3656">
                  <c:v>25-08-2014</c:v>
                </c:pt>
                <c:pt idx="3657">
                  <c:v>26-08-2014</c:v>
                </c:pt>
                <c:pt idx="3658">
                  <c:v>27-08-2014</c:v>
                </c:pt>
                <c:pt idx="3659">
                  <c:v>28-08-2014</c:v>
                </c:pt>
                <c:pt idx="3660">
                  <c:v>01-09-2014</c:v>
                </c:pt>
                <c:pt idx="3661">
                  <c:v>02-09-2014</c:v>
                </c:pt>
                <c:pt idx="3662">
                  <c:v>03-09-2014</c:v>
                </c:pt>
                <c:pt idx="3663">
                  <c:v>04-09-2014</c:v>
                </c:pt>
                <c:pt idx="3664">
                  <c:v>05-09-2014</c:v>
                </c:pt>
                <c:pt idx="3665">
                  <c:v>08-09-2014</c:v>
                </c:pt>
                <c:pt idx="3666">
                  <c:v>09-09-2014</c:v>
                </c:pt>
                <c:pt idx="3667">
                  <c:v>10-09-2014</c:v>
                </c:pt>
                <c:pt idx="3668">
                  <c:v>11-09-2014</c:v>
                </c:pt>
                <c:pt idx="3669">
                  <c:v>12-09-2014</c:v>
                </c:pt>
                <c:pt idx="3670">
                  <c:v>15-09-2014</c:v>
                </c:pt>
                <c:pt idx="3671">
                  <c:v>16-09-2014</c:v>
                </c:pt>
                <c:pt idx="3672">
                  <c:v>17-09-2014</c:v>
                </c:pt>
                <c:pt idx="3673">
                  <c:v>18-09-2014</c:v>
                </c:pt>
                <c:pt idx="3674">
                  <c:v>19-09-2014</c:v>
                </c:pt>
                <c:pt idx="3675">
                  <c:v>22-09-2014</c:v>
                </c:pt>
                <c:pt idx="3676">
                  <c:v>23-09-2014</c:v>
                </c:pt>
                <c:pt idx="3677">
                  <c:v>24-09-2014</c:v>
                </c:pt>
                <c:pt idx="3678">
                  <c:v>25-09-2014</c:v>
                </c:pt>
                <c:pt idx="3679">
                  <c:v>26-09-2014</c:v>
                </c:pt>
                <c:pt idx="3680">
                  <c:v>29-09-2014</c:v>
                </c:pt>
                <c:pt idx="3681">
                  <c:v>30-09-2014</c:v>
                </c:pt>
                <c:pt idx="3682">
                  <c:v>01-10-2014</c:v>
                </c:pt>
                <c:pt idx="3683">
                  <c:v>07-10-2014</c:v>
                </c:pt>
                <c:pt idx="3684">
                  <c:v>08-10-2014</c:v>
                </c:pt>
                <c:pt idx="3685">
                  <c:v>09-10-2014</c:v>
                </c:pt>
                <c:pt idx="3686">
                  <c:v>10-10-2014</c:v>
                </c:pt>
                <c:pt idx="3687">
                  <c:v>13-10-2014</c:v>
                </c:pt>
                <c:pt idx="3688">
                  <c:v>14-10-2014</c:v>
                </c:pt>
                <c:pt idx="3689">
                  <c:v>16-10-2014</c:v>
                </c:pt>
                <c:pt idx="3690">
                  <c:v>17-10-2014</c:v>
                </c:pt>
                <c:pt idx="3691">
                  <c:v>20-10-2014</c:v>
                </c:pt>
                <c:pt idx="3692">
                  <c:v>21-10-2014</c:v>
                </c:pt>
                <c:pt idx="3693">
                  <c:v>22-10-2014</c:v>
                </c:pt>
                <c:pt idx="3694">
                  <c:v>23-10-2014</c:v>
                </c:pt>
                <c:pt idx="3695">
                  <c:v>27-10-2014</c:v>
                </c:pt>
                <c:pt idx="3696">
                  <c:v>28-10-2014</c:v>
                </c:pt>
                <c:pt idx="3697">
                  <c:v>29-10-2014</c:v>
                </c:pt>
                <c:pt idx="3698">
                  <c:v>30-10-2014</c:v>
                </c:pt>
                <c:pt idx="3699">
                  <c:v>31-10-2014</c:v>
                </c:pt>
                <c:pt idx="3700">
                  <c:v>03-11-2014</c:v>
                </c:pt>
                <c:pt idx="3701">
                  <c:v>05-11-2014</c:v>
                </c:pt>
                <c:pt idx="3702">
                  <c:v>07-11-2014</c:v>
                </c:pt>
                <c:pt idx="3703">
                  <c:v>10-11-2014</c:v>
                </c:pt>
                <c:pt idx="3704">
                  <c:v>11-11-2014</c:v>
                </c:pt>
                <c:pt idx="3705">
                  <c:v>12-11-2014</c:v>
                </c:pt>
                <c:pt idx="3706">
                  <c:v>13-11-2014</c:v>
                </c:pt>
                <c:pt idx="3707">
                  <c:v>14-11-2014</c:v>
                </c:pt>
                <c:pt idx="3708">
                  <c:v>17-11-2014</c:v>
                </c:pt>
                <c:pt idx="3709">
                  <c:v>18-11-2014</c:v>
                </c:pt>
                <c:pt idx="3710">
                  <c:v>19-11-2014</c:v>
                </c:pt>
                <c:pt idx="3711">
                  <c:v>20-11-2014</c:v>
                </c:pt>
                <c:pt idx="3712">
                  <c:v>21-11-2014</c:v>
                </c:pt>
                <c:pt idx="3713">
                  <c:v>24-11-2014</c:v>
                </c:pt>
                <c:pt idx="3714">
                  <c:v>25-11-2014</c:v>
                </c:pt>
                <c:pt idx="3715">
                  <c:v>26-11-2014</c:v>
                </c:pt>
                <c:pt idx="3716">
                  <c:v>27-11-2014</c:v>
                </c:pt>
                <c:pt idx="3717">
                  <c:v>28-11-2014</c:v>
                </c:pt>
                <c:pt idx="3718">
                  <c:v>01-12-2014</c:v>
                </c:pt>
                <c:pt idx="3719">
                  <c:v>02-12-2014</c:v>
                </c:pt>
                <c:pt idx="3720">
                  <c:v>03-12-2014</c:v>
                </c:pt>
                <c:pt idx="3721">
                  <c:v>04-12-2014</c:v>
                </c:pt>
                <c:pt idx="3722">
                  <c:v>05-12-2014</c:v>
                </c:pt>
                <c:pt idx="3723">
                  <c:v>08-12-2014</c:v>
                </c:pt>
                <c:pt idx="3724">
                  <c:v>09-12-2014</c:v>
                </c:pt>
                <c:pt idx="3725">
                  <c:v>10-12-2014</c:v>
                </c:pt>
                <c:pt idx="3726">
                  <c:v>11-12-2014</c:v>
                </c:pt>
                <c:pt idx="3727">
                  <c:v>12-12-2014</c:v>
                </c:pt>
                <c:pt idx="3728">
                  <c:v>15-12-2014</c:v>
                </c:pt>
                <c:pt idx="3729">
                  <c:v>16-12-2014</c:v>
                </c:pt>
                <c:pt idx="3730">
                  <c:v>17-12-2014</c:v>
                </c:pt>
                <c:pt idx="3731">
                  <c:v>18-12-2014</c:v>
                </c:pt>
                <c:pt idx="3732">
                  <c:v>19-12-2014</c:v>
                </c:pt>
                <c:pt idx="3733">
                  <c:v>22-12-2014</c:v>
                </c:pt>
                <c:pt idx="3734">
                  <c:v>23-12-2014</c:v>
                </c:pt>
                <c:pt idx="3735">
                  <c:v>24-12-2014</c:v>
                </c:pt>
                <c:pt idx="3736">
                  <c:v>26-12-2014</c:v>
                </c:pt>
                <c:pt idx="3737">
                  <c:v>29-12-2014</c:v>
                </c:pt>
                <c:pt idx="3738">
                  <c:v>30-12-2014</c:v>
                </c:pt>
                <c:pt idx="3739">
                  <c:v>31-12-2014</c:v>
                </c:pt>
                <c:pt idx="3740">
                  <c:v>01-01-2015</c:v>
                </c:pt>
                <c:pt idx="3741">
                  <c:v>02-01-2015</c:v>
                </c:pt>
                <c:pt idx="3742">
                  <c:v>05-01-2015</c:v>
                </c:pt>
                <c:pt idx="3743">
                  <c:v>06-01-2015</c:v>
                </c:pt>
                <c:pt idx="3744">
                  <c:v>07-01-2015</c:v>
                </c:pt>
                <c:pt idx="3745">
                  <c:v>08-01-2015</c:v>
                </c:pt>
                <c:pt idx="3746">
                  <c:v>09-01-2015</c:v>
                </c:pt>
                <c:pt idx="3747">
                  <c:v>12-01-2015</c:v>
                </c:pt>
                <c:pt idx="3748">
                  <c:v>13-01-2015</c:v>
                </c:pt>
                <c:pt idx="3749">
                  <c:v>14-01-2015</c:v>
                </c:pt>
                <c:pt idx="3750">
                  <c:v>15-01-2015</c:v>
                </c:pt>
                <c:pt idx="3751">
                  <c:v>16-01-2015</c:v>
                </c:pt>
                <c:pt idx="3752">
                  <c:v>19-01-2015</c:v>
                </c:pt>
                <c:pt idx="3753">
                  <c:v>20-01-2015</c:v>
                </c:pt>
                <c:pt idx="3754">
                  <c:v>21-01-2015</c:v>
                </c:pt>
                <c:pt idx="3755">
                  <c:v>22-01-2015</c:v>
                </c:pt>
                <c:pt idx="3756">
                  <c:v>23-01-2015</c:v>
                </c:pt>
                <c:pt idx="3757">
                  <c:v>27-01-2015</c:v>
                </c:pt>
                <c:pt idx="3758">
                  <c:v>28-01-2015</c:v>
                </c:pt>
                <c:pt idx="3759">
                  <c:v>29-01-2015</c:v>
                </c:pt>
                <c:pt idx="3760">
                  <c:v>30-01-2015</c:v>
                </c:pt>
                <c:pt idx="3761">
                  <c:v>02-02-2015</c:v>
                </c:pt>
                <c:pt idx="3762">
                  <c:v>03-02-2015</c:v>
                </c:pt>
                <c:pt idx="3763">
                  <c:v>04-02-2015</c:v>
                </c:pt>
                <c:pt idx="3764">
                  <c:v>05-02-2015</c:v>
                </c:pt>
                <c:pt idx="3765">
                  <c:v>06-02-2015</c:v>
                </c:pt>
                <c:pt idx="3766">
                  <c:v>09-02-2015</c:v>
                </c:pt>
                <c:pt idx="3767">
                  <c:v>10-02-2015</c:v>
                </c:pt>
                <c:pt idx="3768">
                  <c:v>11-02-2015</c:v>
                </c:pt>
                <c:pt idx="3769">
                  <c:v>12-02-2015</c:v>
                </c:pt>
                <c:pt idx="3770">
                  <c:v>13-02-2015</c:v>
                </c:pt>
                <c:pt idx="3771">
                  <c:v>16-02-2015</c:v>
                </c:pt>
                <c:pt idx="3772">
                  <c:v>18-02-2015</c:v>
                </c:pt>
                <c:pt idx="3773">
                  <c:v>19-02-2015</c:v>
                </c:pt>
                <c:pt idx="3774">
                  <c:v>20-02-2015</c:v>
                </c:pt>
                <c:pt idx="3775">
                  <c:v>23-02-2015</c:v>
                </c:pt>
                <c:pt idx="3776">
                  <c:v>24-02-2015</c:v>
                </c:pt>
                <c:pt idx="3777">
                  <c:v>25-02-2015</c:v>
                </c:pt>
                <c:pt idx="3778">
                  <c:v>26-02-2015</c:v>
                </c:pt>
                <c:pt idx="3779">
                  <c:v>27-02-2015</c:v>
                </c:pt>
                <c:pt idx="3780">
                  <c:v>28-02-2015</c:v>
                </c:pt>
                <c:pt idx="3781">
                  <c:v>02-03-2015</c:v>
                </c:pt>
                <c:pt idx="3782">
                  <c:v>03-03-2015</c:v>
                </c:pt>
                <c:pt idx="3783">
                  <c:v>04-03-2015</c:v>
                </c:pt>
                <c:pt idx="3784">
                  <c:v>05-03-2015</c:v>
                </c:pt>
                <c:pt idx="3785">
                  <c:v>09-03-2015</c:v>
                </c:pt>
                <c:pt idx="3786">
                  <c:v>10-03-2015</c:v>
                </c:pt>
                <c:pt idx="3787">
                  <c:v>11-03-2015</c:v>
                </c:pt>
                <c:pt idx="3788">
                  <c:v>12-03-2015</c:v>
                </c:pt>
                <c:pt idx="3789">
                  <c:v>13-03-2015</c:v>
                </c:pt>
                <c:pt idx="3790">
                  <c:v>16-03-2015</c:v>
                </c:pt>
                <c:pt idx="3791">
                  <c:v>17-03-2015</c:v>
                </c:pt>
                <c:pt idx="3792">
                  <c:v>18-03-2015</c:v>
                </c:pt>
                <c:pt idx="3793">
                  <c:v>19-03-2015</c:v>
                </c:pt>
                <c:pt idx="3794">
                  <c:v>20-03-2015</c:v>
                </c:pt>
                <c:pt idx="3795">
                  <c:v>23-03-2015</c:v>
                </c:pt>
                <c:pt idx="3796">
                  <c:v>24-03-2015</c:v>
                </c:pt>
                <c:pt idx="3797">
                  <c:v>25-03-2015</c:v>
                </c:pt>
                <c:pt idx="3798">
                  <c:v>26-03-2015</c:v>
                </c:pt>
                <c:pt idx="3799">
                  <c:v>27-03-2015</c:v>
                </c:pt>
                <c:pt idx="3800">
                  <c:v>30-03-2015</c:v>
                </c:pt>
                <c:pt idx="3801">
                  <c:v>31-03-2015</c:v>
                </c:pt>
                <c:pt idx="3802">
                  <c:v>01-04-2015</c:v>
                </c:pt>
                <c:pt idx="3803">
                  <c:v>06-04-2015</c:v>
                </c:pt>
                <c:pt idx="3804">
                  <c:v>07-04-2015</c:v>
                </c:pt>
                <c:pt idx="3805">
                  <c:v>08-04-2015</c:v>
                </c:pt>
                <c:pt idx="3806">
                  <c:v>09-04-2015</c:v>
                </c:pt>
                <c:pt idx="3807">
                  <c:v>10-04-2015</c:v>
                </c:pt>
                <c:pt idx="3808">
                  <c:v>13-04-2015</c:v>
                </c:pt>
                <c:pt idx="3809">
                  <c:v>15-04-2015</c:v>
                </c:pt>
                <c:pt idx="3810">
                  <c:v>16-04-2015</c:v>
                </c:pt>
                <c:pt idx="3811">
                  <c:v>17-04-2015</c:v>
                </c:pt>
                <c:pt idx="3812">
                  <c:v>20-04-2015</c:v>
                </c:pt>
                <c:pt idx="3813">
                  <c:v>21-04-2015</c:v>
                </c:pt>
                <c:pt idx="3814">
                  <c:v>22-04-2015</c:v>
                </c:pt>
                <c:pt idx="3815">
                  <c:v>23-04-2015</c:v>
                </c:pt>
                <c:pt idx="3816">
                  <c:v>24-04-2015</c:v>
                </c:pt>
                <c:pt idx="3817">
                  <c:v>27-04-2015</c:v>
                </c:pt>
                <c:pt idx="3818">
                  <c:v>28-04-2015</c:v>
                </c:pt>
                <c:pt idx="3819">
                  <c:v>29-04-2015</c:v>
                </c:pt>
                <c:pt idx="3820">
                  <c:v>30-04-2015</c:v>
                </c:pt>
                <c:pt idx="3821">
                  <c:v>04-05-2015</c:v>
                </c:pt>
                <c:pt idx="3822">
                  <c:v>05-05-2015</c:v>
                </c:pt>
                <c:pt idx="3823">
                  <c:v>06-05-2015</c:v>
                </c:pt>
                <c:pt idx="3824">
                  <c:v>07-05-2015</c:v>
                </c:pt>
                <c:pt idx="3825">
                  <c:v>08-05-2015</c:v>
                </c:pt>
                <c:pt idx="3826">
                  <c:v>11-05-2015</c:v>
                </c:pt>
                <c:pt idx="3827">
                  <c:v>12-05-2015</c:v>
                </c:pt>
                <c:pt idx="3828">
                  <c:v>13-05-2015</c:v>
                </c:pt>
                <c:pt idx="3829">
                  <c:v>14-05-2015</c:v>
                </c:pt>
                <c:pt idx="3830">
                  <c:v>15-05-2015</c:v>
                </c:pt>
                <c:pt idx="3831">
                  <c:v>18-05-2015</c:v>
                </c:pt>
                <c:pt idx="3832">
                  <c:v>19-05-2015</c:v>
                </c:pt>
                <c:pt idx="3833">
                  <c:v>20-05-2015</c:v>
                </c:pt>
                <c:pt idx="3834">
                  <c:v>21-05-2015</c:v>
                </c:pt>
                <c:pt idx="3835">
                  <c:v>22-05-2015</c:v>
                </c:pt>
                <c:pt idx="3836">
                  <c:v>25-05-2015</c:v>
                </c:pt>
                <c:pt idx="3837">
                  <c:v>26-05-2015</c:v>
                </c:pt>
                <c:pt idx="3838">
                  <c:v>27-05-2015</c:v>
                </c:pt>
                <c:pt idx="3839">
                  <c:v>28-05-2015</c:v>
                </c:pt>
                <c:pt idx="3840">
                  <c:v>29-05-2015</c:v>
                </c:pt>
                <c:pt idx="3841">
                  <c:v>01-06-2015</c:v>
                </c:pt>
                <c:pt idx="3842">
                  <c:v>02-06-2015</c:v>
                </c:pt>
                <c:pt idx="3843">
                  <c:v>03-06-2015</c:v>
                </c:pt>
                <c:pt idx="3844">
                  <c:v>04-06-2015</c:v>
                </c:pt>
                <c:pt idx="3845">
                  <c:v>05-06-2015</c:v>
                </c:pt>
                <c:pt idx="3846">
                  <c:v>08-06-2015</c:v>
                </c:pt>
                <c:pt idx="3847">
                  <c:v>09-06-2015</c:v>
                </c:pt>
                <c:pt idx="3848">
                  <c:v>10-06-2015</c:v>
                </c:pt>
                <c:pt idx="3849">
                  <c:v>11-06-2015</c:v>
                </c:pt>
                <c:pt idx="3850">
                  <c:v>12-06-2015</c:v>
                </c:pt>
                <c:pt idx="3851">
                  <c:v>15-06-2015</c:v>
                </c:pt>
                <c:pt idx="3852">
                  <c:v>16-06-2015</c:v>
                </c:pt>
                <c:pt idx="3853">
                  <c:v>17-06-2015</c:v>
                </c:pt>
                <c:pt idx="3854">
                  <c:v>18-06-2015</c:v>
                </c:pt>
                <c:pt idx="3855">
                  <c:v>19-06-2015</c:v>
                </c:pt>
                <c:pt idx="3856">
                  <c:v>22-06-2015</c:v>
                </c:pt>
                <c:pt idx="3857">
                  <c:v>23-06-2015</c:v>
                </c:pt>
                <c:pt idx="3858">
                  <c:v>24-06-2015</c:v>
                </c:pt>
                <c:pt idx="3859">
                  <c:v>25-06-2015</c:v>
                </c:pt>
                <c:pt idx="3860">
                  <c:v>26-06-2015</c:v>
                </c:pt>
                <c:pt idx="3861">
                  <c:v>29-06-2015</c:v>
                </c:pt>
                <c:pt idx="3862">
                  <c:v>30-06-2015</c:v>
                </c:pt>
                <c:pt idx="3863">
                  <c:v>01-07-2015</c:v>
                </c:pt>
                <c:pt idx="3864">
                  <c:v>02-07-2015</c:v>
                </c:pt>
                <c:pt idx="3865">
                  <c:v>03-07-2015</c:v>
                </c:pt>
                <c:pt idx="3866">
                  <c:v>06-07-2015</c:v>
                </c:pt>
                <c:pt idx="3867">
                  <c:v>07-07-2015</c:v>
                </c:pt>
                <c:pt idx="3868">
                  <c:v>08-07-2015</c:v>
                </c:pt>
                <c:pt idx="3869">
                  <c:v>09-07-2015</c:v>
                </c:pt>
                <c:pt idx="3870">
                  <c:v>10-07-2015</c:v>
                </c:pt>
                <c:pt idx="3871">
                  <c:v>13-07-2015</c:v>
                </c:pt>
                <c:pt idx="3872">
                  <c:v>14-07-2015</c:v>
                </c:pt>
                <c:pt idx="3873">
                  <c:v>15-07-2015</c:v>
                </c:pt>
                <c:pt idx="3874">
                  <c:v>16-07-2015</c:v>
                </c:pt>
                <c:pt idx="3875">
                  <c:v>17-07-2015</c:v>
                </c:pt>
                <c:pt idx="3876">
                  <c:v>20-07-2015</c:v>
                </c:pt>
                <c:pt idx="3877">
                  <c:v>21-07-2015</c:v>
                </c:pt>
                <c:pt idx="3878">
                  <c:v>22-07-2015</c:v>
                </c:pt>
                <c:pt idx="3879">
                  <c:v>23-07-2015</c:v>
                </c:pt>
                <c:pt idx="3880">
                  <c:v>24-07-2015</c:v>
                </c:pt>
                <c:pt idx="3881">
                  <c:v>27-07-2015</c:v>
                </c:pt>
                <c:pt idx="3882">
                  <c:v>28-07-2015</c:v>
                </c:pt>
                <c:pt idx="3883">
                  <c:v>29-07-2015</c:v>
                </c:pt>
                <c:pt idx="3884">
                  <c:v>30-07-2015</c:v>
                </c:pt>
                <c:pt idx="3885">
                  <c:v>31-07-2015</c:v>
                </c:pt>
                <c:pt idx="3886">
                  <c:v>03-08-2015</c:v>
                </c:pt>
                <c:pt idx="3887">
                  <c:v>04-08-2015</c:v>
                </c:pt>
                <c:pt idx="3888">
                  <c:v>05-08-2015</c:v>
                </c:pt>
                <c:pt idx="3889">
                  <c:v>06-08-2015</c:v>
                </c:pt>
                <c:pt idx="3890">
                  <c:v>07-08-2015</c:v>
                </c:pt>
                <c:pt idx="3891">
                  <c:v>10-08-2015</c:v>
                </c:pt>
                <c:pt idx="3892">
                  <c:v>11-08-2015</c:v>
                </c:pt>
                <c:pt idx="3893">
                  <c:v>12-08-2015</c:v>
                </c:pt>
                <c:pt idx="3894">
                  <c:v>13-08-2015</c:v>
                </c:pt>
                <c:pt idx="3895">
                  <c:v>14-08-2015</c:v>
                </c:pt>
                <c:pt idx="3896">
                  <c:v>17-08-2015</c:v>
                </c:pt>
                <c:pt idx="3897">
                  <c:v>18-08-2015</c:v>
                </c:pt>
                <c:pt idx="3898">
                  <c:v>19-08-2015</c:v>
                </c:pt>
                <c:pt idx="3899">
                  <c:v>20-08-2015</c:v>
                </c:pt>
                <c:pt idx="3900">
                  <c:v>21-08-2015</c:v>
                </c:pt>
                <c:pt idx="3901">
                  <c:v>24-08-2015</c:v>
                </c:pt>
                <c:pt idx="3902">
                  <c:v>25-08-2015</c:v>
                </c:pt>
                <c:pt idx="3903">
                  <c:v>26-08-2015</c:v>
                </c:pt>
                <c:pt idx="3904">
                  <c:v>27-08-2015</c:v>
                </c:pt>
                <c:pt idx="3905">
                  <c:v>28-08-2015</c:v>
                </c:pt>
                <c:pt idx="3906">
                  <c:v>31-08-2015</c:v>
                </c:pt>
                <c:pt idx="3907">
                  <c:v>01-09-2015</c:v>
                </c:pt>
                <c:pt idx="3908">
                  <c:v>02-09-2015</c:v>
                </c:pt>
                <c:pt idx="3909">
                  <c:v>03-09-2015</c:v>
                </c:pt>
                <c:pt idx="3910">
                  <c:v>04-09-2015</c:v>
                </c:pt>
                <c:pt idx="3911">
                  <c:v>07-09-2015</c:v>
                </c:pt>
                <c:pt idx="3912">
                  <c:v>08-09-2015</c:v>
                </c:pt>
                <c:pt idx="3913">
                  <c:v>09-09-2015</c:v>
                </c:pt>
                <c:pt idx="3914">
                  <c:v>10-09-2015</c:v>
                </c:pt>
                <c:pt idx="3915">
                  <c:v>11-09-2015</c:v>
                </c:pt>
                <c:pt idx="3916">
                  <c:v>14-09-2015</c:v>
                </c:pt>
                <c:pt idx="3917">
                  <c:v>15-09-2015</c:v>
                </c:pt>
                <c:pt idx="3918">
                  <c:v>16-09-2015</c:v>
                </c:pt>
                <c:pt idx="3919">
                  <c:v>18-09-2015</c:v>
                </c:pt>
                <c:pt idx="3920">
                  <c:v>21-09-2015</c:v>
                </c:pt>
                <c:pt idx="3921">
                  <c:v>22-09-2015</c:v>
                </c:pt>
                <c:pt idx="3922">
                  <c:v>23-09-2015</c:v>
                </c:pt>
                <c:pt idx="3923">
                  <c:v>24-09-2015</c:v>
                </c:pt>
                <c:pt idx="3924">
                  <c:v>28-09-2015</c:v>
                </c:pt>
                <c:pt idx="3925">
                  <c:v>29-09-2015</c:v>
                </c:pt>
                <c:pt idx="3926">
                  <c:v>30-09-2015</c:v>
                </c:pt>
                <c:pt idx="3927">
                  <c:v>01-10-2015</c:v>
                </c:pt>
                <c:pt idx="3928">
                  <c:v>05-10-2015</c:v>
                </c:pt>
                <c:pt idx="3929">
                  <c:v>06-10-2015</c:v>
                </c:pt>
                <c:pt idx="3930">
                  <c:v>07-10-2015</c:v>
                </c:pt>
                <c:pt idx="3931">
                  <c:v>08-10-2015</c:v>
                </c:pt>
                <c:pt idx="3932">
                  <c:v>09-10-2015</c:v>
                </c:pt>
                <c:pt idx="3933">
                  <c:v>12-10-2015</c:v>
                </c:pt>
                <c:pt idx="3934">
                  <c:v>13-10-2015</c:v>
                </c:pt>
                <c:pt idx="3935">
                  <c:v>14-10-2015</c:v>
                </c:pt>
                <c:pt idx="3936">
                  <c:v>15-10-2015</c:v>
                </c:pt>
                <c:pt idx="3937">
                  <c:v>16-10-2015</c:v>
                </c:pt>
                <c:pt idx="3938">
                  <c:v>19-10-2015</c:v>
                </c:pt>
                <c:pt idx="3939">
                  <c:v>20-10-2015</c:v>
                </c:pt>
                <c:pt idx="3940">
                  <c:v>21-10-2015</c:v>
                </c:pt>
                <c:pt idx="3941">
                  <c:v>23-10-2015</c:v>
                </c:pt>
                <c:pt idx="3942">
                  <c:v>26-10-2015</c:v>
                </c:pt>
                <c:pt idx="3943">
                  <c:v>27-10-2015</c:v>
                </c:pt>
                <c:pt idx="3944">
                  <c:v>28-10-2015</c:v>
                </c:pt>
                <c:pt idx="3945">
                  <c:v>29-10-2015</c:v>
                </c:pt>
                <c:pt idx="3946">
                  <c:v>30-10-2015</c:v>
                </c:pt>
                <c:pt idx="3947">
                  <c:v>02-11-2015</c:v>
                </c:pt>
                <c:pt idx="3948">
                  <c:v>03-11-2015</c:v>
                </c:pt>
                <c:pt idx="3949">
                  <c:v>04-11-2015</c:v>
                </c:pt>
                <c:pt idx="3950">
                  <c:v>05-11-2015</c:v>
                </c:pt>
                <c:pt idx="3951">
                  <c:v>06-11-2015</c:v>
                </c:pt>
                <c:pt idx="3952">
                  <c:v>09-11-2015</c:v>
                </c:pt>
                <c:pt idx="3953">
                  <c:v>10-11-2015</c:v>
                </c:pt>
                <c:pt idx="3954">
                  <c:v>11-11-2015</c:v>
                </c:pt>
                <c:pt idx="3955">
                  <c:v>13-11-2015</c:v>
                </c:pt>
                <c:pt idx="3956">
                  <c:v>16-11-2015</c:v>
                </c:pt>
                <c:pt idx="3957">
                  <c:v>17-11-2015</c:v>
                </c:pt>
                <c:pt idx="3958">
                  <c:v>18-11-2015</c:v>
                </c:pt>
                <c:pt idx="3959">
                  <c:v>19-11-2015</c:v>
                </c:pt>
                <c:pt idx="3960">
                  <c:v>20-11-2015</c:v>
                </c:pt>
                <c:pt idx="3961">
                  <c:v>23-11-2015</c:v>
                </c:pt>
                <c:pt idx="3962">
                  <c:v>24-11-2015</c:v>
                </c:pt>
                <c:pt idx="3963">
                  <c:v>26-11-2015</c:v>
                </c:pt>
                <c:pt idx="3964">
                  <c:v>27-11-2015</c:v>
                </c:pt>
                <c:pt idx="3965">
                  <c:v>30-11-2015</c:v>
                </c:pt>
                <c:pt idx="3966">
                  <c:v>01-12-2015</c:v>
                </c:pt>
                <c:pt idx="3967">
                  <c:v>02-12-2015</c:v>
                </c:pt>
                <c:pt idx="3968">
                  <c:v>03-12-2015</c:v>
                </c:pt>
                <c:pt idx="3969">
                  <c:v>04-12-2015</c:v>
                </c:pt>
                <c:pt idx="3970">
                  <c:v>07-12-2015</c:v>
                </c:pt>
                <c:pt idx="3971">
                  <c:v>08-12-2015</c:v>
                </c:pt>
                <c:pt idx="3972">
                  <c:v>09-12-2015</c:v>
                </c:pt>
                <c:pt idx="3973">
                  <c:v>10-12-2015</c:v>
                </c:pt>
                <c:pt idx="3974">
                  <c:v>11-12-2015</c:v>
                </c:pt>
                <c:pt idx="3975">
                  <c:v>14-12-2015</c:v>
                </c:pt>
                <c:pt idx="3976">
                  <c:v>15-12-2015</c:v>
                </c:pt>
                <c:pt idx="3977">
                  <c:v>16-12-2015</c:v>
                </c:pt>
                <c:pt idx="3978">
                  <c:v>17-12-2015</c:v>
                </c:pt>
                <c:pt idx="3979">
                  <c:v>18-12-2015</c:v>
                </c:pt>
                <c:pt idx="3980">
                  <c:v>21-12-2015</c:v>
                </c:pt>
                <c:pt idx="3981">
                  <c:v>22-12-2015</c:v>
                </c:pt>
                <c:pt idx="3982">
                  <c:v>23-12-2015</c:v>
                </c:pt>
                <c:pt idx="3983">
                  <c:v>24-12-2015</c:v>
                </c:pt>
                <c:pt idx="3984">
                  <c:v>28-12-2015</c:v>
                </c:pt>
                <c:pt idx="3985">
                  <c:v>29-12-2015</c:v>
                </c:pt>
                <c:pt idx="3986">
                  <c:v>30-12-2015</c:v>
                </c:pt>
                <c:pt idx="3987">
                  <c:v>31-12-2015</c:v>
                </c:pt>
                <c:pt idx="3988">
                  <c:v>01-01-2016</c:v>
                </c:pt>
                <c:pt idx="3989">
                  <c:v>04-01-2016</c:v>
                </c:pt>
                <c:pt idx="3990">
                  <c:v>05-01-2016</c:v>
                </c:pt>
                <c:pt idx="3991">
                  <c:v>06-01-2016</c:v>
                </c:pt>
                <c:pt idx="3992">
                  <c:v>07-01-2016</c:v>
                </c:pt>
                <c:pt idx="3993">
                  <c:v>08-01-2016</c:v>
                </c:pt>
                <c:pt idx="3994">
                  <c:v>11-01-2016</c:v>
                </c:pt>
                <c:pt idx="3995">
                  <c:v>12-01-2016</c:v>
                </c:pt>
                <c:pt idx="3996">
                  <c:v>13-01-2016</c:v>
                </c:pt>
                <c:pt idx="3997">
                  <c:v>14-01-2016</c:v>
                </c:pt>
                <c:pt idx="3998">
                  <c:v>15-01-2016</c:v>
                </c:pt>
                <c:pt idx="3999">
                  <c:v>18-01-2016</c:v>
                </c:pt>
                <c:pt idx="4000">
                  <c:v>19-01-2016</c:v>
                </c:pt>
                <c:pt idx="4001">
                  <c:v>20-01-2016</c:v>
                </c:pt>
                <c:pt idx="4002">
                  <c:v>21-01-2016</c:v>
                </c:pt>
                <c:pt idx="4003">
                  <c:v>22-01-2016</c:v>
                </c:pt>
                <c:pt idx="4004">
                  <c:v>25-01-2016</c:v>
                </c:pt>
                <c:pt idx="4005">
                  <c:v>27-01-2016</c:v>
                </c:pt>
                <c:pt idx="4006">
                  <c:v>28-01-2016</c:v>
                </c:pt>
                <c:pt idx="4007">
                  <c:v>29-01-2016</c:v>
                </c:pt>
                <c:pt idx="4008">
                  <c:v>01-02-2016</c:v>
                </c:pt>
                <c:pt idx="4009">
                  <c:v>02-02-2016</c:v>
                </c:pt>
                <c:pt idx="4010">
                  <c:v>03-02-2016</c:v>
                </c:pt>
                <c:pt idx="4011">
                  <c:v>04-02-2016</c:v>
                </c:pt>
                <c:pt idx="4012">
                  <c:v>05-02-2016</c:v>
                </c:pt>
                <c:pt idx="4013">
                  <c:v>08-02-2016</c:v>
                </c:pt>
                <c:pt idx="4014">
                  <c:v>09-02-2016</c:v>
                </c:pt>
                <c:pt idx="4015">
                  <c:v>10-02-2016</c:v>
                </c:pt>
                <c:pt idx="4016">
                  <c:v>11-02-2016</c:v>
                </c:pt>
                <c:pt idx="4017">
                  <c:v>12-02-2016</c:v>
                </c:pt>
                <c:pt idx="4018">
                  <c:v>15-02-2016</c:v>
                </c:pt>
                <c:pt idx="4019">
                  <c:v>16-02-2016</c:v>
                </c:pt>
                <c:pt idx="4020">
                  <c:v>17-02-2016</c:v>
                </c:pt>
                <c:pt idx="4021">
                  <c:v>18-02-2016</c:v>
                </c:pt>
                <c:pt idx="4022">
                  <c:v>19-02-2016</c:v>
                </c:pt>
                <c:pt idx="4023">
                  <c:v>22-02-2016</c:v>
                </c:pt>
                <c:pt idx="4024">
                  <c:v>23-02-2016</c:v>
                </c:pt>
                <c:pt idx="4025">
                  <c:v>24-02-2016</c:v>
                </c:pt>
                <c:pt idx="4026">
                  <c:v>25-02-2016</c:v>
                </c:pt>
                <c:pt idx="4027">
                  <c:v>26-02-2016</c:v>
                </c:pt>
                <c:pt idx="4028">
                  <c:v>29-02-2016</c:v>
                </c:pt>
                <c:pt idx="4029">
                  <c:v>01-03-2016</c:v>
                </c:pt>
                <c:pt idx="4030">
                  <c:v>02-03-2016</c:v>
                </c:pt>
                <c:pt idx="4031">
                  <c:v>03-03-2016</c:v>
                </c:pt>
                <c:pt idx="4032">
                  <c:v>04-03-2016</c:v>
                </c:pt>
                <c:pt idx="4033">
                  <c:v>08-03-2016</c:v>
                </c:pt>
                <c:pt idx="4034">
                  <c:v>09-03-2016</c:v>
                </c:pt>
                <c:pt idx="4035">
                  <c:v>10-03-2016</c:v>
                </c:pt>
                <c:pt idx="4036">
                  <c:v>11-03-2016</c:v>
                </c:pt>
                <c:pt idx="4037">
                  <c:v>14-03-2016</c:v>
                </c:pt>
                <c:pt idx="4038">
                  <c:v>15-03-2016</c:v>
                </c:pt>
                <c:pt idx="4039">
                  <c:v>16-03-2016</c:v>
                </c:pt>
                <c:pt idx="4040">
                  <c:v>17-03-2016</c:v>
                </c:pt>
                <c:pt idx="4041">
                  <c:v>18-03-2016</c:v>
                </c:pt>
                <c:pt idx="4042">
                  <c:v>21-03-2016</c:v>
                </c:pt>
                <c:pt idx="4043">
                  <c:v>22-03-2016</c:v>
                </c:pt>
                <c:pt idx="4044">
                  <c:v>23-03-2016</c:v>
                </c:pt>
                <c:pt idx="4045">
                  <c:v>28-03-2016</c:v>
                </c:pt>
                <c:pt idx="4046">
                  <c:v>29-03-2016</c:v>
                </c:pt>
                <c:pt idx="4047">
                  <c:v>30-03-2016</c:v>
                </c:pt>
                <c:pt idx="4048">
                  <c:v>31-03-2016</c:v>
                </c:pt>
                <c:pt idx="4049">
                  <c:v>01-04-2016</c:v>
                </c:pt>
                <c:pt idx="4050">
                  <c:v>04-04-2016</c:v>
                </c:pt>
                <c:pt idx="4051">
                  <c:v>05-04-2016</c:v>
                </c:pt>
                <c:pt idx="4052">
                  <c:v>06-04-2016</c:v>
                </c:pt>
                <c:pt idx="4053">
                  <c:v>07-04-2016</c:v>
                </c:pt>
                <c:pt idx="4054">
                  <c:v>08-04-2016</c:v>
                </c:pt>
                <c:pt idx="4055">
                  <c:v>11-04-2016</c:v>
                </c:pt>
                <c:pt idx="4056">
                  <c:v>12-04-2016</c:v>
                </c:pt>
                <c:pt idx="4057">
                  <c:v>13-04-2016</c:v>
                </c:pt>
                <c:pt idx="4058">
                  <c:v>18-04-2016</c:v>
                </c:pt>
                <c:pt idx="4059">
                  <c:v>20-04-2016</c:v>
                </c:pt>
                <c:pt idx="4060">
                  <c:v>21-04-2016</c:v>
                </c:pt>
                <c:pt idx="4061">
                  <c:v>22-04-2016</c:v>
                </c:pt>
                <c:pt idx="4062">
                  <c:v>25-04-2016</c:v>
                </c:pt>
                <c:pt idx="4063">
                  <c:v>26-04-2016</c:v>
                </c:pt>
                <c:pt idx="4064">
                  <c:v>27-04-2016</c:v>
                </c:pt>
                <c:pt idx="4065">
                  <c:v>28-04-2016</c:v>
                </c:pt>
                <c:pt idx="4066">
                  <c:v>29-04-2016</c:v>
                </c:pt>
                <c:pt idx="4067">
                  <c:v>02-05-2016</c:v>
                </c:pt>
                <c:pt idx="4068">
                  <c:v>03-05-2016</c:v>
                </c:pt>
                <c:pt idx="4069">
                  <c:v>04-05-2016</c:v>
                </c:pt>
                <c:pt idx="4070">
                  <c:v>05-05-2016</c:v>
                </c:pt>
                <c:pt idx="4071">
                  <c:v>06-05-2016</c:v>
                </c:pt>
                <c:pt idx="4072">
                  <c:v>09-05-2016</c:v>
                </c:pt>
                <c:pt idx="4073">
                  <c:v>10-05-2016</c:v>
                </c:pt>
                <c:pt idx="4074">
                  <c:v>11-05-2016</c:v>
                </c:pt>
                <c:pt idx="4075">
                  <c:v>12-05-2016</c:v>
                </c:pt>
                <c:pt idx="4076">
                  <c:v>13-05-2016</c:v>
                </c:pt>
                <c:pt idx="4077">
                  <c:v>16-05-2016</c:v>
                </c:pt>
                <c:pt idx="4078">
                  <c:v>17-05-2016</c:v>
                </c:pt>
                <c:pt idx="4079">
                  <c:v>18-05-2016</c:v>
                </c:pt>
                <c:pt idx="4080">
                  <c:v>19-05-2016</c:v>
                </c:pt>
                <c:pt idx="4081">
                  <c:v>20-05-2016</c:v>
                </c:pt>
                <c:pt idx="4082">
                  <c:v>23-05-2016</c:v>
                </c:pt>
                <c:pt idx="4083">
                  <c:v>24-05-2016</c:v>
                </c:pt>
                <c:pt idx="4084">
                  <c:v>25-05-2016</c:v>
                </c:pt>
                <c:pt idx="4085">
                  <c:v>26-05-2016</c:v>
                </c:pt>
                <c:pt idx="4086">
                  <c:v>27-05-2016</c:v>
                </c:pt>
                <c:pt idx="4087">
                  <c:v>30-05-2016</c:v>
                </c:pt>
                <c:pt idx="4088">
                  <c:v>31-05-2016</c:v>
                </c:pt>
                <c:pt idx="4089">
                  <c:v>01-06-2016</c:v>
                </c:pt>
                <c:pt idx="4090">
                  <c:v>02-06-2016</c:v>
                </c:pt>
                <c:pt idx="4091">
                  <c:v>03-06-2016</c:v>
                </c:pt>
                <c:pt idx="4092">
                  <c:v>06-06-2016</c:v>
                </c:pt>
                <c:pt idx="4093">
                  <c:v>07-06-2016</c:v>
                </c:pt>
                <c:pt idx="4094">
                  <c:v>08-06-2016</c:v>
                </c:pt>
                <c:pt idx="4095">
                  <c:v>09-06-2016</c:v>
                </c:pt>
                <c:pt idx="4096">
                  <c:v>10-06-2016</c:v>
                </c:pt>
                <c:pt idx="4097">
                  <c:v>13-06-2016</c:v>
                </c:pt>
                <c:pt idx="4098">
                  <c:v>14-06-2016</c:v>
                </c:pt>
                <c:pt idx="4099">
                  <c:v>15-06-2016</c:v>
                </c:pt>
                <c:pt idx="4100">
                  <c:v>16-06-2016</c:v>
                </c:pt>
                <c:pt idx="4101">
                  <c:v>17-06-2016</c:v>
                </c:pt>
                <c:pt idx="4102">
                  <c:v>20-06-2016</c:v>
                </c:pt>
                <c:pt idx="4103">
                  <c:v>21-06-2016</c:v>
                </c:pt>
                <c:pt idx="4104">
                  <c:v>22-06-2016</c:v>
                </c:pt>
                <c:pt idx="4105">
                  <c:v>23-06-2016</c:v>
                </c:pt>
                <c:pt idx="4106">
                  <c:v>24-06-2016</c:v>
                </c:pt>
                <c:pt idx="4107">
                  <c:v>27-06-2016</c:v>
                </c:pt>
                <c:pt idx="4108">
                  <c:v>28-06-2016</c:v>
                </c:pt>
                <c:pt idx="4109">
                  <c:v>29-06-2016</c:v>
                </c:pt>
                <c:pt idx="4110">
                  <c:v>30-06-2016</c:v>
                </c:pt>
                <c:pt idx="4111">
                  <c:v>01-07-2016</c:v>
                </c:pt>
                <c:pt idx="4112">
                  <c:v>04-07-2016</c:v>
                </c:pt>
                <c:pt idx="4113">
                  <c:v>05-07-2016</c:v>
                </c:pt>
                <c:pt idx="4114">
                  <c:v>07-07-2016</c:v>
                </c:pt>
                <c:pt idx="4115">
                  <c:v>08-07-2016</c:v>
                </c:pt>
                <c:pt idx="4116">
                  <c:v>11-07-2016</c:v>
                </c:pt>
                <c:pt idx="4117">
                  <c:v>12-07-2016</c:v>
                </c:pt>
                <c:pt idx="4118">
                  <c:v>13-07-2016</c:v>
                </c:pt>
                <c:pt idx="4119">
                  <c:v>14-07-2016</c:v>
                </c:pt>
                <c:pt idx="4120">
                  <c:v>15-07-2016</c:v>
                </c:pt>
                <c:pt idx="4121">
                  <c:v>18-07-2016</c:v>
                </c:pt>
                <c:pt idx="4122">
                  <c:v>19-07-2016</c:v>
                </c:pt>
                <c:pt idx="4123">
                  <c:v>20-07-2016</c:v>
                </c:pt>
                <c:pt idx="4124">
                  <c:v>21-07-2016</c:v>
                </c:pt>
                <c:pt idx="4125">
                  <c:v>22-07-2016</c:v>
                </c:pt>
                <c:pt idx="4126">
                  <c:v>25-07-2016</c:v>
                </c:pt>
                <c:pt idx="4127">
                  <c:v>26-07-2016</c:v>
                </c:pt>
                <c:pt idx="4128">
                  <c:v>27-07-2016</c:v>
                </c:pt>
                <c:pt idx="4129">
                  <c:v>28-07-2016</c:v>
                </c:pt>
                <c:pt idx="4130">
                  <c:v>29-07-2016</c:v>
                </c:pt>
                <c:pt idx="4131">
                  <c:v>01-08-2016</c:v>
                </c:pt>
                <c:pt idx="4132">
                  <c:v>02-08-2016</c:v>
                </c:pt>
                <c:pt idx="4133">
                  <c:v>03-08-2016</c:v>
                </c:pt>
                <c:pt idx="4134">
                  <c:v>04-08-2016</c:v>
                </c:pt>
                <c:pt idx="4135">
                  <c:v>05-08-2016</c:v>
                </c:pt>
                <c:pt idx="4136">
                  <c:v>08-08-2016</c:v>
                </c:pt>
                <c:pt idx="4137">
                  <c:v>09-08-2016</c:v>
                </c:pt>
                <c:pt idx="4138">
                  <c:v>10-08-2016</c:v>
                </c:pt>
                <c:pt idx="4139">
                  <c:v>11-08-2016</c:v>
                </c:pt>
                <c:pt idx="4140">
                  <c:v>12-08-2016</c:v>
                </c:pt>
                <c:pt idx="4141">
                  <c:v>16-08-2016</c:v>
                </c:pt>
                <c:pt idx="4142">
                  <c:v>17-08-2016</c:v>
                </c:pt>
                <c:pt idx="4143">
                  <c:v>18-08-2016</c:v>
                </c:pt>
                <c:pt idx="4144">
                  <c:v>19-08-2016</c:v>
                </c:pt>
                <c:pt idx="4145">
                  <c:v>22-08-2016</c:v>
                </c:pt>
                <c:pt idx="4146">
                  <c:v>23-08-2016</c:v>
                </c:pt>
                <c:pt idx="4147">
                  <c:v>24-08-2016</c:v>
                </c:pt>
                <c:pt idx="4148">
                  <c:v>25-08-2016</c:v>
                </c:pt>
                <c:pt idx="4149">
                  <c:v>26-08-2016</c:v>
                </c:pt>
                <c:pt idx="4150">
                  <c:v>29-08-2016</c:v>
                </c:pt>
                <c:pt idx="4151">
                  <c:v>30-08-2016</c:v>
                </c:pt>
                <c:pt idx="4152">
                  <c:v>31-08-2016</c:v>
                </c:pt>
                <c:pt idx="4153">
                  <c:v>01-09-2016</c:v>
                </c:pt>
                <c:pt idx="4154">
                  <c:v>02-09-2016</c:v>
                </c:pt>
                <c:pt idx="4155">
                  <c:v>06-09-2016</c:v>
                </c:pt>
                <c:pt idx="4156">
                  <c:v>07-09-2016</c:v>
                </c:pt>
                <c:pt idx="4157">
                  <c:v>08-09-2016</c:v>
                </c:pt>
                <c:pt idx="4158">
                  <c:v>09-09-2016</c:v>
                </c:pt>
                <c:pt idx="4159">
                  <c:v>12-09-2016</c:v>
                </c:pt>
                <c:pt idx="4160">
                  <c:v>14-09-2016</c:v>
                </c:pt>
                <c:pt idx="4161">
                  <c:v>15-09-2016</c:v>
                </c:pt>
                <c:pt idx="4162">
                  <c:v>16-09-2016</c:v>
                </c:pt>
                <c:pt idx="4163">
                  <c:v>19-09-2016</c:v>
                </c:pt>
                <c:pt idx="4164">
                  <c:v>20-09-2016</c:v>
                </c:pt>
                <c:pt idx="4165">
                  <c:v>21-09-2016</c:v>
                </c:pt>
                <c:pt idx="4166">
                  <c:v>22-09-2016</c:v>
                </c:pt>
                <c:pt idx="4167">
                  <c:v>23-09-2016</c:v>
                </c:pt>
                <c:pt idx="4168">
                  <c:v>26-09-2016</c:v>
                </c:pt>
                <c:pt idx="4169">
                  <c:v>27-09-2016</c:v>
                </c:pt>
                <c:pt idx="4170">
                  <c:v>28-09-2016</c:v>
                </c:pt>
                <c:pt idx="4171">
                  <c:v>29-09-2016</c:v>
                </c:pt>
                <c:pt idx="4172">
                  <c:v>30-09-2016</c:v>
                </c:pt>
                <c:pt idx="4173">
                  <c:v>03-10-2016</c:v>
                </c:pt>
                <c:pt idx="4174">
                  <c:v>04-10-2016</c:v>
                </c:pt>
                <c:pt idx="4175">
                  <c:v>05-10-2016</c:v>
                </c:pt>
                <c:pt idx="4176">
                  <c:v>06-10-2016</c:v>
                </c:pt>
                <c:pt idx="4177">
                  <c:v>07-10-2016</c:v>
                </c:pt>
                <c:pt idx="4178">
                  <c:v>10-10-2016</c:v>
                </c:pt>
                <c:pt idx="4179">
                  <c:v>13-10-2016</c:v>
                </c:pt>
                <c:pt idx="4180">
                  <c:v>14-10-2016</c:v>
                </c:pt>
                <c:pt idx="4181">
                  <c:v>17-10-2016</c:v>
                </c:pt>
                <c:pt idx="4182">
                  <c:v>18-10-2016</c:v>
                </c:pt>
                <c:pt idx="4183">
                  <c:v>19-10-2016</c:v>
                </c:pt>
                <c:pt idx="4184">
                  <c:v>20-10-2016</c:v>
                </c:pt>
                <c:pt idx="4185">
                  <c:v>21-10-2016</c:v>
                </c:pt>
                <c:pt idx="4186">
                  <c:v>24-10-2016</c:v>
                </c:pt>
                <c:pt idx="4187">
                  <c:v>25-10-2016</c:v>
                </c:pt>
                <c:pt idx="4188">
                  <c:v>26-10-2016</c:v>
                </c:pt>
                <c:pt idx="4189">
                  <c:v>27-10-2016</c:v>
                </c:pt>
                <c:pt idx="4190">
                  <c:v>28-10-2016</c:v>
                </c:pt>
                <c:pt idx="4191">
                  <c:v>30-10-2016</c:v>
                </c:pt>
                <c:pt idx="4192">
                  <c:v>01-11-2016</c:v>
                </c:pt>
                <c:pt idx="4193">
                  <c:v>02-11-2016</c:v>
                </c:pt>
                <c:pt idx="4194">
                  <c:v>03-11-2016</c:v>
                </c:pt>
                <c:pt idx="4195">
                  <c:v>04-11-2016</c:v>
                </c:pt>
                <c:pt idx="4196">
                  <c:v>07-11-2016</c:v>
                </c:pt>
                <c:pt idx="4197">
                  <c:v>08-11-2016</c:v>
                </c:pt>
                <c:pt idx="4198">
                  <c:v>09-11-2016</c:v>
                </c:pt>
                <c:pt idx="4199">
                  <c:v>10-11-2016</c:v>
                </c:pt>
                <c:pt idx="4200">
                  <c:v>11-11-2016</c:v>
                </c:pt>
                <c:pt idx="4201">
                  <c:v>15-11-2016</c:v>
                </c:pt>
                <c:pt idx="4202">
                  <c:v>16-11-2016</c:v>
                </c:pt>
                <c:pt idx="4203">
                  <c:v>17-11-2016</c:v>
                </c:pt>
                <c:pt idx="4204">
                  <c:v>18-11-2016</c:v>
                </c:pt>
                <c:pt idx="4205">
                  <c:v>21-11-2016</c:v>
                </c:pt>
                <c:pt idx="4206">
                  <c:v>22-11-2016</c:v>
                </c:pt>
                <c:pt idx="4207">
                  <c:v>23-11-2016</c:v>
                </c:pt>
                <c:pt idx="4208">
                  <c:v>24-11-2016</c:v>
                </c:pt>
                <c:pt idx="4209">
                  <c:v>25-11-2016</c:v>
                </c:pt>
                <c:pt idx="4210">
                  <c:v>28-11-2016</c:v>
                </c:pt>
                <c:pt idx="4211">
                  <c:v>29-11-2016</c:v>
                </c:pt>
                <c:pt idx="4212">
                  <c:v>30-11-2016</c:v>
                </c:pt>
                <c:pt idx="4213">
                  <c:v>01-12-2016</c:v>
                </c:pt>
                <c:pt idx="4214">
                  <c:v>02-12-2016</c:v>
                </c:pt>
                <c:pt idx="4215">
                  <c:v>05-12-2016</c:v>
                </c:pt>
                <c:pt idx="4216">
                  <c:v>06-12-2016</c:v>
                </c:pt>
                <c:pt idx="4217">
                  <c:v>07-12-2016</c:v>
                </c:pt>
                <c:pt idx="4218">
                  <c:v>08-12-2016</c:v>
                </c:pt>
                <c:pt idx="4219">
                  <c:v>09-12-2016</c:v>
                </c:pt>
                <c:pt idx="4220">
                  <c:v>12-12-2016</c:v>
                </c:pt>
                <c:pt idx="4221">
                  <c:v>13-12-2016</c:v>
                </c:pt>
                <c:pt idx="4222">
                  <c:v>14-12-2016</c:v>
                </c:pt>
                <c:pt idx="4223">
                  <c:v>15-12-2016</c:v>
                </c:pt>
                <c:pt idx="4224">
                  <c:v>16-12-2016</c:v>
                </c:pt>
                <c:pt idx="4225">
                  <c:v>19-12-2016</c:v>
                </c:pt>
                <c:pt idx="4226">
                  <c:v>20-12-2016</c:v>
                </c:pt>
                <c:pt idx="4227">
                  <c:v>21-12-2016</c:v>
                </c:pt>
                <c:pt idx="4228">
                  <c:v>22-12-2016</c:v>
                </c:pt>
                <c:pt idx="4229">
                  <c:v>23-12-2016</c:v>
                </c:pt>
                <c:pt idx="4230">
                  <c:v>26-12-2016</c:v>
                </c:pt>
                <c:pt idx="4231">
                  <c:v>27-12-2016</c:v>
                </c:pt>
                <c:pt idx="4232">
                  <c:v>28-12-2016</c:v>
                </c:pt>
                <c:pt idx="4233">
                  <c:v>29-12-2016</c:v>
                </c:pt>
                <c:pt idx="4234">
                  <c:v>30-12-2016</c:v>
                </c:pt>
                <c:pt idx="4235">
                  <c:v>02-01-2017</c:v>
                </c:pt>
                <c:pt idx="4236">
                  <c:v>03-01-2017</c:v>
                </c:pt>
                <c:pt idx="4237">
                  <c:v>04-01-2017</c:v>
                </c:pt>
                <c:pt idx="4238">
                  <c:v>05-01-2017</c:v>
                </c:pt>
                <c:pt idx="4239">
                  <c:v>06-01-2017</c:v>
                </c:pt>
                <c:pt idx="4240">
                  <c:v>09-01-2017</c:v>
                </c:pt>
                <c:pt idx="4241">
                  <c:v>10-01-2017</c:v>
                </c:pt>
                <c:pt idx="4242">
                  <c:v>11-01-2017</c:v>
                </c:pt>
                <c:pt idx="4243">
                  <c:v>12-01-2017</c:v>
                </c:pt>
                <c:pt idx="4244">
                  <c:v>13-01-2017</c:v>
                </c:pt>
                <c:pt idx="4245">
                  <c:v>16-01-2017</c:v>
                </c:pt>
                <c:pt idx="4246">
                  <c:v>17-01-2017</c:v>
                </c:pt>
                <c:pt idx="4247">
                  <c:v>18-01-2017</c:v>
                </c:pt>
                <c:pt idx="4248">
                  <c:v>19-01-2017</c:v>
                </c:pt>
                <c:pt idx="4249">
                  <c:v>20-01-2017</c:v>
                </c:pt>
                <c:pt idx="4250">
                  <c:v>23-01-2017</c:v>
                </c:pt>
                <c:pt idx="4251">
                  <c:v>24-01-2017</c:v>
                </c:pt>
                <c:pt idx="4252">
                  <c:v>25-01-2017</c:v>
                </c:pt>
                <c:pt idx="4253">
                  <c:v>27-01-2017</c:v>
                </c:pt>
                <c:pt idx="4254">
                  <c:v>30-01-2017</c:v>
                </c:pt>
                <c:pt idx="4255">
                  <c:v>31-01-2017</c:v>
                </c:pt>
                <c:pt idx="4256">
                  <c:v>01-02-2017</c:v>
                </c:pt>
                <c:pt idx="4257">
                  <c:v>02-02-2017</c:v>
                </c:pt>
                <c:pt idx="4258">
                  <c:v>03-02-2017</c:v>
                </c:pt>
                <c:pt idx="4259">
                  <c:v>06-02-2017</c:v>
                </c:pt>
                <c:pt idx="4260">
                  <c:v>07-02-2017</c:v>
                </c:pt>
                <c:pt idx="4261">
                  <c:v>08-02-2017</c:v>
                </c:pt>
                <c:pt idx="4262">
                  <c:v>09-02-2017</c:v>
                </c:pt>
                <c:pt idx="4263">
                  <c:v>10-02-2017</c:v>
                </c:pt>
                <c:pt idx="4264">
                  <c:v>13-02-2017</c:v>
                </c:pt>
                <c:pt idx="4265">
                  <c:v>14-02-2017</c:v>
                </c:pt>
                <c:pt idx="4266">
                  <c:v>15-02-2017</c:v>
                </c:pt>
                <c:pt idx="4267">
                  <c:v>16-02-2017</c:v>
                </c:pt>
                <c:pt idx="4268">
                  <c:v>17-02-2017</c:v>
                </c:pt>
                <c:pt idx="4269">
                  <c:v>20-02-2017</c:v>
                </c:pt>
                <c:pt idx="4270">
                  <c:v>21-02-2017</c:v>
                </c:pt>
                <c:pt idx="4271">
                  <c:v>22-02-2017</c:v>
                </c:pt>
                <c:pt idx="4272">
                  <c:v>23-02-2017</c:v>
                </c:pt>
                <c:pt idx="4273">
                  <c:v>27-02-2017</c:v>
                </c:pt>
                <c:pt idx="4274">
                  <c:v>28-02-2017</c:v>
                </c:pt>
                <c:pt idx="4275">
                  <c:v>01-03-2017</c:v>
                </c:pt>
                <c:pt idx="4276">
                  <c:v>02-03-2017</c:v>
                </c:pt>
                <c:pt idx="4277">
                  <c:v>03-03-2017</c:v>
                </c:pt>
                <c:pt idx="4278">
                  <c:v>06-03-2017</c:v>
                </c:pt>
                <c:pt idx="4279">
                  <c:v>07-03-2017</c:v>
                </c:pt>
                <c:pt idx="4280">
                  <c:v>08-03-2017</c:v>
                </c:pt>
                <c:pt idx="4281">
                  <c:v>09-03-2017</c:v>
                </c:pt>
                <c:pt idx="4282">
                  <c:v>10-03-2017</c:v>
                </c:pt>
                <c:pt idx="4283">
                  <c:v>14-03-2017</c:v>
                </c:pt>
                <c:pt idx="4284">
                  <c:v>15-03-2017</c:v>
                </c:pt>
                <c:pt idx="4285">
                  <c:v>16-03-2017</c:v>
                </c:pt>
                <c:pt idx="4286">
                  <c:v>17-03-2017</c:v>
                </c:pt>
                <c:pt idx="4287">
                  <c:v>20-03-2017</c:v>
                </c:pt>
                <c:pt idx="4288">
                  <c:v>21-03-2017</c:v>
                </c:pt>
                <c:pt idx="4289">
                  <c:v>22-03-2017</c:v>
                </c:pt>
                <c:pt idx="4290">
                  <c:v>23-03-2017</c:v>
                </c:pt>
                <c:pt idx="4291">
                  <c:v>24-03-2017</c:v>
                </c:pt>
                <c:pt idx="4292">
                  <c:v>27-03-2017</c:v>
                </c:pt>
                <c:pt idx="4293">
                  <c:v>28-03-2017</c:v>
                </c:pt>
                <c:pt idx="4294">
                  <c:v>29-03-2017</c:v>
                </c:pt>
                <c:pt idx="4295">
                  <c:v>30-03-2017</c:v>
                </c:pt>
                <c:pt idx="4296">
                  <c:v>31-03-2017</c:v>
                </c:pt>
                <c:pt idx="4297">
                  <c:v>03-04-2017</c:v>
                </c:pt>
                <c:pt idx="4298">
                  <c:v>05-04-2017</c:v>
                </c:pt>
                <c:pt idx="4299">
                  <c:v>06-04-2017</c:v>
                </c:pt>
                <c:pt idx="4300">
                  <c:v>07-04-2017</c:v>
                </c:pt>
                <c:pt idx="4301">
                  <c:v>10-04-2017</c:v>
                </c:pt>
                <c:pt idx="4302">
                  <c:v>11-04-2017</c:v>
                </c:pt>
                <c:pt idx="4303">
                  <c:v>12-04-2017</c:v>
                </c:pt>
                <c:pt idx="4304">
                  <c:v>13-04-2017</c:v>
                </c:pt>
                <c:pt idx="4305">
                  <c:v>17-04-2017</c:v>
                </c:pt>
                <c:pt idx="4306">
                  <c:v>18-04-2017</c:v>
                </c:pt>
                <c:pt idx="4307">
                  <c:v>19-04-2017</c:v>
                </c:pt>
                <c:pt idx="4308">
                  <c:v>20-04-2017</c:v>
                </c:pt>
                <c:pt idx="4309">
                  <c:v>21-04-2017</c:v>
                </c:pt>
                <c:pt idx="4310">
                  <c:v>24-04-2017</c:v>
                </c:pt>
                <c:pt idx="4311">
                  <c:v>25-04-2017</c:v>
                </c:pt>
                <c:pt idx="4312">
                  <c:v>26-04-2017</c:v>
                </c:pt>
                <c:pt idx="4313">
                  <c:v>27-04-2017</c:v>
                </c:pt>
                <c:pt idx="4314">
                  <c:v>28-04-2017</c:v>
                </c:pt>
                <c:pt idx="4315">
                  <c:v>02-05-2017</c:v>
                </c:pt>
                <c:pt idx="4316">
                  <c:v>03-05-2017</c:v>
                </c:pt>
                <c:pt idx="4317">
                  <c:v>04-05-2017</c:v>
                </c:pt>
                <c:pt idx="4318">
                  <c:v>05-05-2017</c:v>
                </c:pt>
                <c:pt idx="4319">
                  <c:v>08-05-2017</c:v>
                </c:pt>
                <c:pt idx="4320">
                  <c:v>09-05-2017</c:v>
                </c:pt>
                <c:pt idx="4321">
                  <c:v>10-05-2017</c:v>
                </c:pt>
                <c:pt idx="4322">
                  <c:v>11-05-2017</c:v>
                </c:pt>
                <c:pt idx="4323">
                  <c:v>12-05-2017</c:v>
                </c:pt>
                <c:pt idx="4324">
                  <c:v>15-05-2017</c:v>
                </c:pt>
                <c:pt idx="4325">
                  <c:v>16-05-2017</c:v>
                </c:pt>
                <c:pt idx="4326">
                  <c:v>17-05-2017</c:v>
                </c:pt>
                <c:pt idx="4327">
                  <c:v>18-05-2017</c:v>
                </c:pt>
                <c:pt idx="4328">
                  <c:v>19-05-2017</c:v>
                </c:pt>
                <c:pt idx="4329">
                  <c:v>22-05-2017</c:v>
                </c:pt>
                <c:pt idx="4330">
                  <c:v>23-05-2017</c:v>
                </c:pt>
                <c:pt idx="4331">
                  <c:v>24-05-2017</c:v>
                </c:pt>
                <c:pt idx="4332">
                  <c:v>25-05-2017</c:v>
                </c:pt>
                <c:pt idx="4333">
                  <c:v>26-05-2017</c:v>
                </c:pt>
                <c:pt idx="4334">
                  <c:v>29-05-2017</c:v>
                </c:pt>
                <c:pt idx="4335">
                  <c:v>30-05-2017</c:v>
                </c:pt>
                <c:pt idx="4336">
                  <c:v>31-05-2017</c:v>
                </c:pt>
                <c:pt idx="4337">
                  <c:v>01-06-2017</c:v>
                </c:pt>
                <c:pt idx="4338">
                  <c:v>02-06-2017</c:v>
                </c:pt>
                <c:pt idx="4339">
                  <c:v>05-06-2017</c:v>
                </c:pt>
                <c:pt idx="4340">
                  <c:v>06-06-2017</c:v>
                </c:pt>
                <c:pt idx="4341">
                  <c:v>07-06-2017</c:v>
                </c:pt>
                <c:pt idx="4342">
                  <c:v>08-06-2017</c:v>
                </c:pt>
                <c:pt idx="4343">
                  <c:v>09-06-2017</c:v>
                </c:pt>
                <c:pt idx="4344">
                  <c:v>12-06-2017</c:v>
                </c:pt>
                <c:pt idx="4345">
                  <c:v>13-06-2017</c:v>
                </c:pt>
                <c:pt idx="4346">
                  <c:v>14-06-2017</c:v>
                </c:pt>
                <c:pt idx="4347">
                  <c:v>15-06-2017</c:v>
                </c:pt>
                <c:pt idx="4348">
                  <c:v>16-06-2017</c:v>
                </c:pt>
                <c:pt idx="4349">
                  <c:v>19-06-2017</c:v>
                </c:pt>
                <c:pt idx="4350">
                  <c:v>20-06-2017</c:v>
                </c:pt>
                <c:pt idx="4351">
                  <c:v>21-06-2017</c:v>
                </c:pt>
                <c:pt idx="4352">
                  <c:v>22-06-2017</c:v>
                </c:pt>
                <c:pt idx="4353">
                  <c:v>23-06-2017</c:v>
                </c:pt>
                <c:pt idx="4354">
                  <c:v>27-06-2017</c:v>
                </c:pt>
                <c:pt idx="4355">
                  <c:v>28-06-2017</c:v>
                </c:pt>
                <c:pt idx="4356">
                  <c:v>29-06-2017</c:v>
                </c:pt>
                <c:pt idx="4357">
                  <c:v>30-06-2017</c:v>
                </c:pt>
                <c:pt idx="4358">
                  <c:v>03-07-2017</c:v>
                </c:pt>
                <c:pt idx="4359">
                  <c:v>04-07-2017</c:v>
                </c:pt>
                <c:pt idx="4360">
                  <c:v>05-07-2017</c:v>
                </c:pt>
                <c:pt idx="4361">
                  <c:v>06-07-2017</c:v>
                </c:pt>
                <c:pt idx="4362">
                  <c:v>07-07-2017</c:v>
                </c:pt>
                <c:pt idx="4363">
                  <c:v>10-07-2017</c:v>
                </c:pt>
                <c:pt idx="4364">
                  <c:v>11-07-2017</c:v>
                </c:pt>
                <c:pt idx="4365">
                  <c:v>12-07-2017</c:v>
                </c:pt>
                <c:pt idx="4366">
                  <c:v>13-07-2017</c:v>
                </c:pt>
                <c:pt idx="4367">
                  <c:v>14-07-2017</c:v>
                </c:pt>
                <c:pt idx="4368">
                  <c:v>17-07-2017</c:v>
                </c:pt>
                <c:pt idx="4369">
                  <c:v>18-07-2017</c:v>
                </c:pt>
                <c:pt idx="4370">
                  <c:v>19-07-2017</c:v>
                </c:pt>
                <c:pt idx="4371">
                  <c:v>20-07-2017</c:v>
                </c:pt>
                <c:pt idx="4372">
                  <c:v>21-07-2017</c:v>
                </c:pt>
                <c:pt idx="4373">
                  <c:v>24-07-2017</c:v>
                </c:pt>
                <c:pt idx="4374">
                  <c:v>25-07-2017</c:v>
                </c:pt>
                <c:pt idx="4375">
                  <c:v>26-07-2017</c:v>
                </c:pt>
                <c:pt idx="4376">
                  <c:v>27-07-2017</c:v>
                </c:pt>
                <c:pt idx="4377">
                  <c:v>28-07-2017</c:v>
                </c:pt>
                <c:pt idx="4378">
                  <c:v>31-07-2017</c:v>
                </c:pt>
                <c:pt idx="4379">
                  <c:v>01-08-2017</c:v>
                </c:pt>
                <c:pt idx="4380">
                  <c:v>02-08-2017</c:v>
                </c:pt>
                <c:pt idx="4381">
                  <c:v>03-08-2017</c:v>
                </c:pt>
                <c:pt idx="4382">
                  <c:v>04-08-2017</c:v>
                </c:pt>
                <c:pt idx="4383">
                  <c:v>07-08-2017</c:v>
                </c:pt>
                <c:pt idx="4384">
                  <c:v>08-08-2017</c:v>
                </c:pt>
                <c:pt idx="4385">
                  <c:v>09-08-2017</c:v>
                </c:pt>
                <c:pt idx="4386">
                  <c:v>10-08-2017</c:v>
                </c:pt>
                <c:pt idx="4387">
                  <c:v>11-08-2017</c:v>
                </c:pt>
                <c:pt idx="4388">
                  <c:v>14-08-2017</c:v>
                </c:pt>
                <c:pt idx="4389">
                  <c:v>16-08-2017</c:v>
                </c:pt>
                <c:pt idx="4390">
                  <c:v>17-08-2017</c:v>
                </c:pt>
                <c:pt idx="4391">
                  <c:v>18-08-2017</c:v>
                </c:pt>
                <c:pt idx="4392">
                  <c:v>21-08-2017</c:v>
                </c:pt>
                <c:pt idx="4393">
                  <c:v>22-08-2017</c:v>
                </c:pt>
                <c:pt idx="4394">
                  <c:v>23-08-2017</c:v>
                </c:pt>
                <c:pt idx="4395">
                  <c:v>24-08-2017</c:v>
                </c:pt>
                <c:pt idx="4396">
                  <c:v>28-08-2017</c:v>
                </c:pt>
                <c:pt idx="4397">
                  <c:v>29-08-2017</c:v>
                </c:pt>
                <c:pt idx="4398">
                  <c:v>30-08-2017</c:v>
                </c:pt>
                <c:pt idx="4399">
                  <c:v>31-08-2017</c:v>
                </c:pt>
                <c:pt idx="4400">
                  <c:v>01-09-2017</c:v>
                </c:pt>
                <c:pt idx="4401">
                  <c:v>04-09-2017</c:v>
                </c:pt>
                <c:pt idx="4402">
                  <c:v>05-09-2017</c:v>
                </c:pt>
                <c:pt idx="4403">
                  <c:v>06-09-2017</c:v>
                </c:pt>
                <c:pt idx="4404">
                  <c:v>07-09-2017</c:v>
                </c:pt>
                <c:pt idx="4405">
                  <c:v>08-09-2017</c:v>
                </c:pt>
                <c:pt idx="4406">
                  <c:v>11-09-2017</c:v>
                </c:pt>
                <c:pt idx="4407">
                  <c:v>12-09-2017</c:v>
                </c:pt>
                <c:pt idx="4408">
                  <c:v>13-09-2017</c:v>
                </c:pt>
                <c:pt idx="4409">
                  <c:v>14-09-2017</c:v>
                </c:pt>
                <c:pt idx="4410">
                  <c:v>15-09-2017</c:v>
                </c:pt>
                <c:pt idx="4411">
                  <c:v>18-09-2017</c:v>
                </c:pt>
                <c:pt idx="4412">
                  <c:v>19-09-2017</c:v>
                </c:pt>
                <c:pt idx="4413">
                  <c:v>20-09-2017</c:v>
                </c:pt>
                <c:pt idx="4414">
                  <c:v>21-09-2017</c:v>
                </c:pt>
                <c:pt idx="4415">
                  <c:v>22-09-2017</c:v>
                </c:pt>
                <c:pt idx="4416">
                  <c:v>25-09-2017</c:v>
                </c:pt>
                <c:pt idx="4417">
                  <c:v>26-09-2017</c:v>
                </c:pt>
                <c:pt idx="4418">
                  <c:v>27-09-2017</c:v>
                </c:pt>
                <c:pt idx="4419">
                  <c:v>28-09-2017</c:v>
                </c:pt>
                <c:pt idx="4420">
                  <c:v>29-09-2017</c:v>
                </c:pt>
                <c:pt idx="4421">
                  <c:v>03-10-2017</c:v>
                </c:pt>
                <c:pt idx="4422">
                  <c:v>04-10-2017</c:v>
                </c:pt>
                <c:pt idx="4423">
                  <c:v>05-10-2017</c:v>
                </c:pt>
                <c:pt idx="4424">
                  <c:v>06-10-2017</c:v>
                </c:pt>
                <c:pt idx="4425">
                  <c:v>09-10-2017</c:v>
                </c:pt>
                <c:pt idx="4426">
                  <c:v>10-10-2017</c:v>
                </c:pt>
                <c:pt idx="4427">
                  <c:v>11-10-2017</c:v>
                </c:pt>
                <c:pt idx="4428">
                  <c:v>12-10-2017</c:v>
                </c:pt>
                <c:pt idx="4429">
                  <c:v>13-10-2017</c:v>
                </c:pt>
                <c:pt idx="4430">
                  <c:v>16-10-2017</c:v>
                </c:pt>
                <c:pt idx="4431">
                  <c:v>17-10-2017</c:v>
                </c:pt>
                <c:pt idx="4432">
                  <c:v>18-10-2017</c:v>
                </c:pt>
                <c:pt idx="4433">
                  <c:v>19-10-2017</c:v>
                </c:pt>
                <c:pt idx="4434">
                  <c:v>23-10-2017</c:v>
                </c:pt>
                <c:pt idx="4435">
                  <c:v>24-10-2017</c:v>
                </c:pt>
                <c:pt idx="4436">
                  <c:v>25-10-2017</c:v>
                </c:pt>
                <c:pt idx="4437">
                  <c:v>26-10-2017</c:v>
                </c:pt>
                <c:pt idx="4438">
                  <c:v>27-10-2017</c:v>
                </c:pt>
                <c:pt idx="4439">
                  <c:v>30-10-2017</c:v>
                </c:pt>
                <c:pt idx="4440">
                  <c:v>31-10-2017</c:v>
                </c:pt>
                <c:pt idx="4441">
                  <c:v>01-11-2017</c:v>
                </c:pt>
                <c:pt idx="4442">
                  <c:v>02-11-2017</c:v>
                </c:pt>
                <c:pt idx="4443">
                  <c:v>03-11-2017</c:v>
                </c:pt>
                <c:pt idx="4444">
                  <c:v>06-11-2017</c:v>
                </c:pt>
                <c:pt idx="4445">
                  <c:v>07-11-2017</c:v>
                </c:pt>
                <c:pt idx="4446">
                  <c:v>08-11-2017</c:v>
                </c:pt>
                <c:pt idx="4447">
                  <c:v>09-11-2017</c:v>
                </c:pt>
                <c:pt idx="4448">
                  <c:v>10-11-2017</c:v>
                </c:pt>
                <c:pt idx="4449">
                  <c:v>13-11-2017</c:v>
                </c:pt>
                <c:pt idx="4450">
                  <c:v>14-11-2017</c:v>
                </c:pt>
                <c:pt idx="4451">
                  <c:v>15-11-2017</c:v>
                </c:pt>
                <c:pt idx="4452">
                  <c:v>16-11-2017</c:v>
                </c:pt>
                <c:pt idx="4453">
                  <c:v>17-11-2017</c:v>
                </c:pt>
                <c:pt idx="4454">
                  <c:v>20-11-2017</c:v>
                </c:pt>
                <c:pt idx="4455">
                  <c:v>21-11-2017</c:v>
                </c:pt>
                <c:pt idx="4456">
                  <c:v>22-11-2017</c:v>
                </c:pt>
                <c:pt idx="4457">
                  <c:v>23-11-2017</c:v>
                </c:pt>
                <c:pt idx="4458">
                  <c:v>24-11-2017</c:v>
                </c:pt>
                <c:pt idx="4459">
                  <c:v>27-11-2017</c:v>
                </c:pt>
                <c:pt idx="4460">
                  <c:v>28-11-2017</c:v>
                </c:pt>
                <c:pt idx="4461">
                  <c:v>29-11-2017</c:v>
                </c:pt>
                <c:pt idx="4462">
                  <c:v>30-11-2017</c:v>
                </c:pt>
                <c:pt idx="4463">
                  <c:v>01-12-2017</c:v>
                </c:pt>
                <c:pt idx="4464">
                  <c:v>04-12-2017</c:v>
                </c:pt>
                <c:pt idx="4465">
                  <c:v>05-12-2017</c:v>
                </c:pt>
                <c:pt idx="4466">
                  <c:v>06-12-2017</c:v>
                </c:pt>
                <c:pt idx="4467">
                  <c:v>07-12-2017</c:v>
                </c:pt>
                <c:pt idx="4468">
                  <c:v>08-12-2017</c:v>
                </c:pt>
                <c:pt idx="4469">
                  <c:v>11-12-2017</c:v>
                </c:pt>
                <c:pt idx="4470">
                  <c:v>12-12-2017</c:v>
                </c:pt>
                <c:pt idx="4471">
                  <c:v>13-12-2017</c:v>
                </c:pt>
                <c:pt idx="4472">
                  <c:v>14-12-2017</c:v>
                </c:pt>
                <c:pt idx="4473">
                  <c:v>15-12-2017</c:v>
                </c:pt>
                <c:pt idx="4474">
                  <c:v>18-12-2017</c:v>
                </c:pt>
                <c:pt idx="4475">
                  <c:v>19-12-2017</c:v>
                </c:pt>
                <c:pt idx="4476">
                  <c:v>20-12-2017</c:v>
                </c:pt>
                <c:pt idx="4477">
                  <c:v>21-12-2017</c:v>
                </c:pt>
                <c:pt idx="4478">
                  <c:v>22-12-2017</c:v>
                </c:pt>
                <c:pt idx="4479">
                  <c:v>26-12-2017</c:v>
                </c:pt>
                <c:pt idx="4480">
                  <c:v>27-12-2017</c:v>
                </c:pt>
                <c:pt idx="4481">
                  <c:v>28-12-2017</c:v>
                </c:pt>
                <c:pt idx="4482">
                  <c:v>29-12-2017</c:v>
                </c:pt>
                <c:pt idx="4483">
                  <c:v>01-01-2018</c:v>
                </c:pt>
                <c:pt idx="4484">
                  <c:v>02-01-2018</c:v>
                </c:pt>
                <c:pt idx="4485">
                  <c:v>03-01-2018</c:v>
                </c:pt>
                <c:pt idx="4486">
                  <c:v>04-01-2018</c:v>
                </c:pt>
                <c:pt idx="4487">
                  <c:v>05-01-2018</c:v>
                </c:pt>
                <c:pt idx="4488">
                  <c:v>08-01-2018</c:v>
                </c:pt>
                <c:pt idx="4489">
                  <c:v>09-01-2018</c:v>
                </c:pt>
                <c:pt idx="4490">
                  <c:v>10-01-2018</c:v>
                </c:pt>
                <c:pt idx="4491">
                  <c:v>11-01-2018</c:v>
                </c:pt>
                <c:pt idx="4492">
                  <c:v>12-01-2018</c:v>
                </c:pt>
                <c:pt idx="4493">
                  <c:v>15-01-2018</c:v>
                </c:pt>
                <c:pt idx="4494">
                  <c:v>16-01-2018</c:v>
                </c:pt>
                <c:pt idx="4495">
                  <c:v>17-01-2018</c:v>
                </c:pt>
                <c:pt idx="4496">
                  <c:v>18-01-2018</c:v>
                </c:pt>
                <c:pt idx="4497">
                  <c:v>19-01-2018</c:v>
                </c:pt>
                <c:pt idx="4498">
                  <c:v>22-01-2018</c:v>
                </c:pt>
                <c:pt idx="4499">
                  <c:v>23-01-2018</c:v>
                </c:pt>
                <c:pt idx="4500">
                  <c:v>24-01-2018</c:v>
                </c:pt>
                <c:pt idx="4501">
                  <c:v>25-01-2018</c:v>
                </c:pt>
                <c:pt idx="4502">
                  <c:v>29-01-2018</c:v>
                </c:pt>
                <c:pt idx="4503">
                  <c:v>30-01-2018</c:v>
                </c:pt>
                <c:pt idx="4504">
                  <c:v>31-01-2018</c:v>
                </c:pt>
                <c:pt idx="4505">
                  <c:v>01-02-2018</c:v>
                </c:pt>
                <c:pt idx="4506">
                  <c:v>02-02-2018</c:v>
                </c:pt>
                <c:pt idx="4507">
                  <c:v>05-02-2018</c:v>
                </c:pt>
                <c:pt idx="4508">
                  <c:v>06-02-2018</c:v>
                </c:pt>
                <c:pt idx="4509">
                  <c:v>07-02-2018</c:v>
                </c:pt>
                <c:pt idx="4510">
                  <c:v>08-02-2018</c:v>
                </c:pt>
                <c:pt idx="4511">
                  <c:v>09-02-2018</c:v>
                </c:pt>
                <c:pt idx="4512">
                  <c:v>12-02-2018</c:v>
                </c:pt>
                <c:pt idx="4513">
                  <c:v>14-02-2018</c:v>
                </c:pt>
                <c:pt idx="4514">
                  <c:v>15-02-2018</c:v>
                </c:pt>
                <c:pt idx="4515">
                  <c:v>16-02-2018</c:v>
                </c:pt>
                <c:pt idx="4516">
                  <c:v>19-02-2018</c:v>
                </c:pt>
                <c:pt idx="4517">
                  <c:v>20-02-2018</c:v>
                </c:pt>
                <c:pt idx="4518">
                  <c:v>21-02-2018</c:v>
                </c:pt>
                <c:pt idx="4519">
                  <c:v>22-02-2018</c:v>
                </c:pt>
                <c:pt idx="4520">
                  <c:v>23-02-2018</c:v>
                </c:pt>
                <c:pt idx="4521">
                  <c:v>26-02-2018</c:v>
                </c:pt>
                <c:pt idx="4522">
                  <c:v>27-02-2018</c:v>
                </c:pt>
                <c:pt idx="4523">
                  <c:v>28-02-2018</c:v>
                </c:pt>
                <c:pt idx="4524">
                  <c:v>01-03-2018</c:v>
                </c:pt>
                <c:pt idx="4525">
                  <c:v>05-03-2018</c:v>
                </c:pt>
                <c:pt idx="4526">
                  <c:v>06-03-2018</c:v>
                </c:pt>
                <c:pt idx="4527">
                  <c:v>07-03-2018</c:v>
                </c:pt>
                <c:pt idx="4528">
                  <c:v>08-03-2018</c:v>
                </c:pt>
                <c:pt idx="4529">
                  <c:v>09-03-2018</c:v>
                </c:pt>
                <c:pt idx="4530">
                  <c:v>12-03-2018</c:v>
                </c:pt>
                <c:pt idx="4531">
                  <c:v>13-03-2018</c:v>
                </c:pt>
                <c:pt idx="4532">
                  <c:v>14-03-2018</c:v>
                </c:pt>
                <c:pt idx="4533">
                  <c:v>15-03-2018</c:v>
                </c:pt>
                <c:pt idx="4534">
                  <c:v>16-03-2018</c:v>
                </c:pt>
                <c:pt idx="4535">
                  <c:v>19-03-2018</c:v>
                </c:pt>
                <c:pt idx="4536">
                  <c:v>20-03-2018</c:v>
                </c:pt>
                <c:pt idx="4537">
                  <c:v>21-03-2018</c:v>
                </c:pt>
                <c:pt idx="4538">
                  <c:v>22-03-2018</c:v>
                </c:pt>
                <c:pt idx="4539">
                  <c:v>23-03-2018</c:v>
                </c:pt>
                <c:pt idx="4540">
                  <c:v>26-03-2018</c:v>
                </c:pt>
                <c:pt idx="4541">
                  <c:v>27-03-2018</c:v>
                </c:pt>
                <c:pt idx="4542">
                  <c:v>28-03-2018</c:v>
                </c:pt>
                <c:pt idx="4543">
                  <c:v>02-04-2018</c:v>
                </c:pt>
                <c:pt idx="4544">
                  <c:v>03-04-2018</c:v>
                </c:pt>
                <c:pt idx="4545">
                  <c:v>04-04-2018</c:v>
                </c:pt>
                <c:pt idx="4546">
                  <c:v>05-04-2018</c:v>
                </c:pt>
                <c:pt idx="4547">
                  <c:v>06-04-2018</c:v>
                </c:pt>
                <c:pt idx="4548">
                  <c:v>09-04-2018</c:v>
                </c:pt>
                <c:pt idx="4549">
                  <c:v>10-04-2018</c:v>
                </c:pt>
                <c:pt idx="4550">
                  <c:v>11-04-2018</c:v>
                </c:pt>
                <c:pt idx="4551">
                  <c:v>12-04-2018</c:v>
                </c:pt>
                <c:pt idx="4552">
                  <c:v>13-04-2018</c:v>
                </c:pt>
                <c:pt idx="4553">
                  <c:v>16-04-2018</c:v>
                </c:pt>
                <c:pt idx="4554">
                  <c:v>17-04-2018</c:v>
                </c:pt>
                <c:pt idx="4555">
                  <c:v>18-04-2018</c:v>
                </c:pt>
                <c:pt idx="4556">
                  <c:v>19-04-2018</c:v>
                </c:pt>
                <c:pt idx="4557">
                  <c:v>20-04-2018</c:v>
                </c:pt>
                <c:pt idx="4558">
                  <c:v>23-04-2018</c:v>
                </c:pt>
                <c:pt idx="4559">
                  <c:v>24-04-2018</c:v>
                </c:pt>
                <c:pt idx="4560">
                  <c:v>25-04-2018</c:v>
                </c:pt>
                <c:pt idx="4561">
                  <c:v>26-04-2018</c:v>
                </c:pt>
                <c:pt idx="4562">
                  <c:v>27-04-2018</c:v>
                </c:pt>
                <c:pt idx="4563">
                  <c:v>30-04-2018</c:v>
                </c:pt>
                <c:pt idx="4564">
                  <c:v>02-05-2018</c:v>
                </c:pt>
                <c:pt idx="4565">
                  <c:v>03-05-2018</c:v>
                </c:pt>
                <c:pt idx="4566">
                  <c:v>04-05-2018</c:v>
                </c:pt>
                <c:pt idx="4567">
                  <c:v>07-05-2018</c:v>
                </c:pt>
                <c:pt idx="4568">
                  <c:v>08-05-2018</c:v>
                </c:pt>
                <c:pt idx="4569">
                  <c:v>09-05-2018</c:v>
                </c:pt>
                <c:pt idx="4570">
                  <c:v>10-05-2018</c:v>
                </c:pt>
                <c:pt idx="4571">
                  <c:v>11-05-2018</c:v>
                </c:pt>
                <c:pt idx="4572">
                  <c:v>14-05-2018</c:v>
                </c:pt>
                <c:pt idx="4573">
                  <c:v>15-05-2018</c:v>
                </c:pt>
                <c:pt idx="4574">
                  <c:v>16-05-2018</c:v>
                </c:pt>
                <c:pt idx="4575">
                  <c:v>17-05-2018</c:v>
                </c:pt>
                <c:pt idx="4576">
                  <c:v>18-05-2018</c:v>
                </c:pt>
                <c:pt idx="4577">
                  <c:v>21-05-2018</c:v>
                </c:pt>
                <c:pt idx="4578">
                  <c:v>22-05-2018</c:v>
                </c:pt>
                <c:pt idx="4579">
                  <c:v>23-05-2018</c:v>
                </c:pt>
                <c:pt idx="4580">
                  <c:v>24-05-2018</c:v>
                </c:pt>
                <c:pt idx="4581">
                  <c:v>25-05-2018</c:v>
                </c:pt>
                <c:pt idx="4582">
                  <c:v>28-05-2018</c:v>
                </c:pt>
                <c:pt idx="4583">
                  <c:v>29-05-2018</c:v>
                </c:pt>
                <c:pt idx="4584">
                  <c:v>30-05-2018</c:v>
                </c:pt>
                <c:pt idx="4585">
                  <c:v>31-05-2018</c:v>
                </c:pt>
                <c:pt idx="4586">
                  <c:v>01-06-2018</c:v>
                </c:pt>
                <c:pt idx="4587">
                  <c:v>04-06-2018</c:v>
                </c:pt>
                <c:pt idx="4588">
                  <c:v>05-06-2018</c:v>
                </c:pt>
                <c:pt idx="4589">
                  <c:v>06-06-2018</c:v>
                </c:pt>
                <c:pt idx="4590">
                  <c:v>07-06-2018</c:v>
                </c:pt>
                <c:pt idx="4591">
                  <c:v>08-06-2018</c:v>
                </c:pt>
                <c:pt idx="4592">
                  <c:v>11-06-2018</c:v>
                </c:pt>
                <c:pt idx="4593">
                  <c:v>12-06-2018</c:v>
                </c:pt>
                <c:pt idx="4594">
                  <c:v>13-06-2018</c:v>
                </c:pt>
                <c:pt idx="4595">
                  <c:v>14-06-2018</c:v>
                </c:pt>
                <c:pt idx="4596">
                  <c:v>15-06-2018</c:v>
                </c:pt>
                <c:pt idx="4597">
                  <c:v>18-06-2018</c:v>
                </c:pt>
                <c:pt idx="4598">
                  <c:v>19-06-2018</c:v>
                </c:pt>
                <c:pt idx="4599">
                  <c:v>20-06-2018</c:v>
                </c:pt>
                <c:pt idx="4600">
                  <c:v>21-06-2018</c:v>
                </c:pt>
                <c:pt idx="4601">
                  <c:v>22-06-2018</c:v>
                </c:pt>
                <c:pt idx="4602">
                  <c:v>25-06-2018</c:v>
                </c:pt>
                <c:pt idx="4603">
                  <c:v>26-06-2018</c:v>
                </c:pt>
                <c:pt idx="4604">
                  <c:v>27-06-2018</c:v>
                </c:pt>
                <c:pt idx="4605">
                  <c:v>28-06-2018</c:v>
                </c:pt>
                <c:pt idx="4606">
                  <c:v>29-06-2018</c:v>
                </c:pt>
                <c:pt idx="4607">
                  <c:v>02-07-2018</c:v>
                </c:pt>
                <c:pt idx="4608">
                  <c:v>03-07-2018</c:v>
                </c:pt>
                <c:pt idx="4609">
                  <c:v>04-07-2018</c:v>
                </c:pt>
                <c:pt idx="4610">
                  <c:v>05-07-2018</c:v>
                </c:pt>
                <c:pt idx="4611">
                  <c:v>06-07-2018</c:v>
                </c:pt>
                <c:pt idx="4612">
                  <c:v>09-07-2018</c:v>
                </c:pt>
                <c:pt idx="4613">
                  <c:v>10-07-2018</c:v>
                </c:pt>
                <c:pt idx="4614">
                  <c:v>11-07-2018</c:v>
                </c:pt>
                <c:pt idx="4615">
                  <c:v>12-07-2018</c:v>
                </c:pt>
                <c:pt idx="4616">
                  <c:v>13-07-2018</c:v>
                </c:pt>
                <c:pt idx="4617">
                  <c:v>16-07-2018</c:v>
                </c:pt>
                <c:pt idx="4618">
                  <c:v>17-07-2018</c:v>
                </c:pt>
                <c:pt idx="4619">
                  <c:v>18-07-2018</c:v>
                </c:pt>
                <c:pt idx="4620">
                  <c:v>19-07-2018</c:v>
                </c:pt>
                <c:pt idx="4621">
                  <c:v>20-07-2018</c:v>
                </c:pt>
                <c:pt idx="4622">
                  <c:v>23-07-2018</c:v>
                </c:pt>
                <c:pt idx="4623">
                  <c:v>24-07-2018</c:v>
                </c:pt>
                <c:pt idx="4624">
                  <c:v>25-07-2018</c:v>
                </c:pt>
                <c:pt idx="4625">
                  <c:v>26-07-2018</c:v>
                </c:pt>
                <c:pt idx="4626">
                  <c:v>27-07-2018</c:v>
                </c:pt>
                <c:pt idx="4627">
                  <c:v>30-07-2018</c:v>
                </c:pt>
                <c:pt idx="4628">
                  <c:v>31-07-2018</c:v>
                </c:pt>
                <c:pt idx="4629">
                  <c:v>01-08-2018</c:v>
                </c:pt>
                <c:pt idx="4630">
                  <c:v>02-08-2018</c:v>
                </c:pt>
                <c:pt idx="4631">
                  <c:v>03-08-2018</c:v>
                </c:pt>
                <c:pt idx="4632">
                  <c:v>06-08-2018</c:v>
                </c:pt>
                <c:pt idx="4633">
                  <c:v>07-08-2018</c:v>
                </c:pt>
                <c:pt idx="4634">
                  <c:v>08-08-2018</c:v>
                </c:pt>
                <c:pt idx="4635">
                  <c:v>09-08-2018</c:v>
                </c:pt>
                <c:pt idx="4636">
                  <c:v>10-08-2018</c:v>
                </c:pt>
                <c:pt idx="4637">
                  <c:v>13-08-2018</c:v>
                </c:pt>
                <c:pt idx="4638">
                  <c:v>14-08-2018</c:v>
                </c:pt>
                <c:pt idx="4639">
                  <c:v>16-08-2018</c:v>
                </c:pt>
                <c:pt idx="4640">
                  <c:v>17-08-2018</c:v>
                </c:pt>
                <c:pt idx="4641">
                  <c:v>20-08-2018</c:v>
                </c:pt>
                <c:pt idx="4642">
                  <c:v>21-08-2018</c:v>
                </c:pt>
                <c:pt idx="4643">
                  <c:v>23-08-2018</c:v>
                </c:pt>
                <c:pt idx="4644">
                  <c:v>24-08-2018</c:v>
                </c:pt>
                <c:pt idx="4645">
                  <c:v>27-08-2018</c:v>
                </c:pt>
                <c:pt idx="4646">
                  <c:v>28-08-2018</c:v>
                </c:pt>
                <c:pt idx="4647">
                  <c:v>29-08-2018</c:v>
                </c:pt>
                <c:pt idx="4648">
                  <c:v>30-08-2018</c:v>
                </c:pt>
                <c:pt idx="4649">
                  <c:v>31-08-2018</c:v>
                </c:pt>
                <c:pt idx="4650">
                  <c:v>03-09-2018</c:v>
                </c:pt>
                <c:pt idx="4651">
                  <c:v>04-09-2018</c:v>
                </c:pt>
                <c:pt idx="4652">
                  <c:v>05-09-2018</c:v>
                </c:pt>
                <c:pt idx="4653">
                  <c:v>06-09-2018</c:v>
                </c:pt>
                <c:pt idx="4654">
                  <c:v>07-09-2018</c:v>
                </c:pt>
                <c:pt idx="4655">
                  <c:v>10-09-2018</c:v>
                </c:pt>
                <c:pt idx="4656">
                  <c:v>11-09-2018</c:v>
                </c:pt>
                <c:pt idx="4657">
                  <c:v>12-09-2018</c:v>
                </c:pt>
                <c:pt idx="4658">
                  <c:v>14-09-2018</c:v>
                </c:pt>
                <c:pt idx="4659">
                  <c:v>17-09-2018</c:v>
                </c:pt>
                <c:pt idx="4660">
                  <c:v>18-09-2018</c:v>
                </c:pt>
                <c:pt idx="4661">
                  <c:v>19-09-2018</c:v>
                </c:pt>
                <c:pt idx="4662">
                  <c:v>21-09-2018</c:v>
                </c:pt>
                <c:pt idx="4663">
                  <c:v>24-09-2018</c:v>
                </c:pt>
                <c:pt idx="4664">
                  <c:v>25-09-2018</c:v>
                </c:pt>
                <c:pt idx="4665">
                  <c:v>26-09-2018</c:v>
                </c:pt>
                <c:pt idx="4666">
                  <c:v>27-09-2018</c:v>
                </c:pt>
                <c:pt idx="4667">
                  <c:v>28-09-2018</c:v>
                </c:pt>
                <c:pt idx="4668">
                  <c:v>01-10-2018</c:v>
                </c:pt>
                <c:pt idx="4669">
                  <c:v>03-10-2018</c:v>
                </c:pt>
                <c:pt idx="4670">
                  <c:v>04-10-2018</c:v>
                </c:pt>
                <c:pt idx="4671">
                  <c:v>05-10-2018</c:v>
                </c:pt>
                <c:pt idx="4672">
                  <c:v>08-10-2018</c:v>
                </c:pt>
                <c:pt idx="4673">
                  <c:v>09-10-2018</c:v>
                </c:pt>
                <c:pt idx="4674">
                  <c:v>10-10-2018</c:v>
                </c:pt>
                <c:pt idx="4675">
                  <c:v>11-10-2018</c:v>
                </c:pt>
                <c:pt idx="4676">
                  <c:v>12-10-2018</c:v>
                </c:pt>
                <c:pt idx="4677">
                  <c:v>15-10-2018</c:v>
                </c:pt>
                <c:pt idx="4678">
                  <c:v>16-10-2018</c:v>
                </c:pt>
                <c:pt idx="4679">
                  <c:v>17-10-2018</c:v>
                </c:pt>
                <c:pt idx="4680">
                  <c:v>19-10-2018</c:v>
                </c:pt>
                <c:pt idx="4681">
                  <c:v>22-10-2018</c:v>
                </c:pt>
                <c:pt idx="4682">
                  <c:v>23-10-2018</c:v>
                </c:pt>
                <c:pt idx="4683">
                  <c:v>24-10-2018</c:v>
                </c:pt>
                <c:pt idx="4684">
                  <c:v>25-10-2018</c:v>
                </c:pt>
                <c:pt idx="4685">
                  <c:v>26-10-2018</c:v>
                </c:pt>
                <c:pt idx="4686">
                  <c:v>29-10-2018</c:v>
                </c:pt>
                <c:pt idx="4687">
                  <c:v>30-10-2018</c:v>
                </c:pt>
                <c:pt idx="4688">
                  <c:v>31-10-2018</c:v>
                </c:pt>
                <c:pt idx="4689">
                  <c:v>01-11-2018</c:v>
                </c:pt>
                <c:pt idx="4690">
                  <c:v>02-11-2018</c:v>
                </c:pt>
                <c:pt idx="4691">
                  <c:v>05-11-2018</c:v>
                </c:pt>
                <c:pt idx="4692">
                  <c:v>06-11-2018</c:v>
                </c:pt>
                <c:pt idx="4693">
                  <c:v>07-11-2018</c:v>
                </c:pt>
                <c:pt idx="4694">
                  <c:v>09-11-2018</c:v>
                </c:pt>
                <c:pt idx="4695">
                  <c:v>12-11-2018</c:v>
                </c:pt>
                <c:pt idx="4696">
                  <c:v>13-11-2018</c:v>
                </c:pt>
                <c:pt idx="4697">
                  <c:v>14-11-2018</c:v>
                </c:pt>
                <c:pt idx="4698">
                  <c:v>15-11-2018</c:v>
                </c:pt>
                <c:pt idx="4699">
                  <c:v>16-11-2018</c:v>
                </c:pt>
                <c:pt idx="4700">
                  <c:v>19-11-2018</c:v>
                </c:pt>
                <c:pt idx="4701">
                  <c:v>20-11-2018</c:v>
                </c:pt>
                <c:pt idx="4702">
                  <c:v>21-11-2018</c:v>
                </c:pt>
                <c:pt idx="4703">
                  <c:v>22-11-2018</c:v>
                </c:pt>
                <c:pt idx="4704">
                  <c:v>26-11-2018</c:v>
                </c:pt>
                <c:pt idx="4705">
                  <c:v>27-11-2018</c:v>
                </c:pt>
                <c:pt idx="4706">
                  <c:v>28-11-2018</c:v>
                </c:pt>
                <c:pt idx="4707">
                  <c:v>29-11-2018</c:v>
                </c:pt>
                <c:pt idx="4708">
                  <c:v>30-11-2018</c:v>
                </c:pt>
                <c:pt idx="4709">
                  <c:v>03-12-2018</c:v>
                </c:pt>
                <c:pt idx="4710">
                  <c:v>04-12-2018</c:v>
                </c:pt>
                <c:pt idx="4711">
                  <c:v>05-12-2018</c:v>
                </c:pt>
                <c:pt idx="4712">
                  <c:v>06-12-2018</c:v>
                </c:pt>
                <c:pt idx="4713">
                  <c:v>07-12-2018</c:v>
                </c:pt>
                <c:pt idx="4714">
                  <c:v>10-12-2018</c:v>
                </c:pt>
                <c:pt idx="4715">
                  <c:v>11-12-2018</c:v>
                </c:pt>
                <c:pt idx="4716">
                  <c:v>12-12-2018</c:v>
                </c:pt>
                <c:pt idx="4717">
                  <c:v>13-12-2018</c:v>
                </c:pt>
                <c:pt idx="4718">
                  <c:v>14-12-2018</c:v>
                </c:pt>
                <c:pt idx="4719">
                  <c:v>17-12-2018</c:v>
                </c:pt>
                <c:pt idx="4720">
                  <c:v>18-12-2018</c:v>
                </c:pt>
                <c:pt idx="4721">
                  <c:v>19-12-2018</c:v>
                </c:pt>
                <c:pt idx="4722">
                  <c:v>20-12-2018</c:v>
                </c:pt>
                <c:pt idx="4723">
                  <c:v>21-12-2018</c:v>
                </c:pt>
                <c:pt idx="4724">
                  <c:v>24-12-2018</c:v>
                </c:pt>
                <c:pt idx="4725">
                  <c:v>26-12-2018</c:v>
                </c:pt>
                <c:pt idx="4726">
                  <c:v>27-12-2018</c:v>
                </c:pt>
                <c:pt idx="4727">
                  <c:v>28-12-2018</c:v>
                </c:pt>
                <c:pt idx="4728">
                  <c:v>31-12-2018</c:v>
                </c:pt>
                <c:pt idx="4729">
                  <c:v>01-01-2019</c:v>
                </c:pt>
                <c:pt idx="4730">
                  <c:v>02-01-2019</c:v>
                </c:pt>
                <c:pt idx="4731">
                  <c:v>03-01-2019</c:v>
                </c:pt>
                <c:pt idx="4732">
                  <c:v>04-01-2019</c:v>
                </c:pt>
                <c:pt idx="4733">
                  <c:v>07-01-2019</c:v>
                </c:pt>
                <c:pt idx="4734">
                  <c:v>08-01-2019</c:v>
                </c:pt>
                <c:pt idx="4735">
                  <c:v>09-01-2019</c:v>
                </c:pt>
                <c:pt idx="4736">
                  <c:v>10-01-2019</c:v>
                </c:pt>
                <c:pt idx="4737">
                  <c:v>11-01-2019</c:v>
                </c:pt>
                <c:pt idx="4738">
                  <c:v>14-01-2019</c:v>
                </c:pt>
                <c:pt idx="4739">
                  <c:v>15-01-2019</c:v>
                </c:pt>
                <c:pt idx="4740">
                  <c:v>16-01-2019</c:v>
                </c:pt>
                <c:pt idx="4741">
                  <c:v>17-01-2019</c:v>
                </c:pt>
                <c:pt idx="4742">
                  <c:v>18-01-2019</c:v>
                </c:pt>
                <c:pt idx="4743">
                  <c:v>21-01-2019</c:v>
                </c:pt>
                <c:pt idx="4744">
                  <c:v>22-01-2019</c:v>
                </c:pt>
                <c:pt idx="4745">
                  <c:v>23-01-2019</c:v>
                </c:pt>
                <c:pt idx="4746">
                  <c:v>24-01-2019</c:v>
                </c:pt>
                <c:pt idx="4747">
                  <c:v>25-01-2019</c:v>
                </c:pt>
                <c:pt idx="4748">
                  <c:v>28-01-2019</c:v>
                </c:pt>
                <c:pt idx="4749">
                  <c:v>29-01-2019</c:v>
                </c:pt>
                <c:pt idx="4750">
                  <c:v>30-01-2019</c:v>
                </c:pt>
                <c:pt idx="4751">
                  <c:v>31-01-2019</c:v>
                </c:pt>
                <c:pt idx="4752">
                  <c:v>01-02-2019</c:v>
                </c:pt>
                <c:pt idx="4753">
                  <c:v>04-02-2019</c:v>
                </c:pt>
                <c:pt idx="4754">
                  <c:v>05-02-2019</c:v>
                </c:pt>
                <c:pt idx="4755">
                  <c:v>06-02-2019</c:v>
                </c:pt>
                <c:pt idx="4756">
                  <c:v>07-02-2019</c:v>
                </c:pt>
                <c:pt idx="4757">
                  <c:v>08-02-2019</c:v>
                </c:pt>
                <c:pt idx="4758">
                  <c:v>11-02-2019</c:v>
                </c:pt>
                <c:pt idx="4759">
                  <c:v>12-02-2019</c:v>
                </c:pt>
                <c:pt idx="4760">
                  <c:v>13-02-2019</c:v>
                </c:pt>
                <c:pt idx="4761">
                  <c:v>14-02-2019</c:v>
                </c:pt>
                <c:pt idx="4762">
                  <c:v>15-02-2019</c:v>
                </c:pt>
                <c:pt idx="4763">
                  <c:v>18-02-2019</c:v>
                </c:pt>
                <c:pt idx="4764">
                  <c:v>19-02-2019</c:v>
                </c:pt>
                <c:pt idx="4765">
                  <c:v>20-02-2019</c:v>
                </c:pt>
                <c:pt idx="4766">
                  <c:v>21-02-2019</c:v>
                </c:pt>
                <c:pt idx="4767">
                  <c:v>22-02-2019</c:v>
                </c:pt>
                <c:pt idx="4768">
                  <c:v>25-02-2019</c:v>
                </c:pt>
                <c:pt idx="4769">
                  <c:v>26-02-2019</c:v>
                </c:pt>
                <c:pt idx="4770">
                  <c:v>27-02-2019</c:v>
                </c:pt>
                <c:pt idx="4771">
                  <c:v>28-02-2019</c:v>
                </c:pt>
                <c:pt idx="4772">
                  <c:v>01-03-2019</c:v>
                </c:pt>
                <c:pt idx="4773">
                  <c:v>05-03-2019</c:v>
                </c:pt>
                <c:pt idx="4774">
                  <c:v>06-03-2019</c:v>
                </c:pt>
                <c:pt idx="4775">
                  <c:v>07-03-2019</c:v>
                </c:pt>
                <c:pt idx="4776">
                  <c:v>08-03-2019</c:v>
                </c:pt>
                <c:pt idx="4777">
                  <c:v>11-03-2019</c:v>
                </c:pt>
                <c:pt idx="4778">
                  <c:v>12-03-2019</c:v>
                </c:pt>
                <c:pt idx="4779">
                  <c:v>13-03-2019</c:v>
                </c:pt>
                <c:pt idx="4780">
                  <c:v>14-03-2019</c:v>
                </c:pt>
                <c:pt idx="4781">
                  <c:v>15-03-2019</c:v>
                </c:pt>
                <c:pt idx="4782">
                  <c:v>18-03-2019</c:v>
                </c:pt>
                <c:pt idx="4783">
                  <c:v>19-03-2019</c:v>
                </c:pt>
                <c:pt idx="4784">
                  <c:v>20-03-2019</c:v>
                </c:pt>
                <c:pt idx="4785">
                  <c:v>22-03-2019</c:v>
                </c:pt>
                <c:pt idx="4786">
                  <c:v>25-03-2019</c:v>
                </c:pt>
                <c:pt idx="4787">
                  <c:v>26-03-2019</c:v>
                </c:pt>
                <c:pt idx="4788">
                  <c:v>27-03-2019</c:v>
                </c:pt>
                <c:pt idx="4789">
                  <c:v>28-03-2019</c:v>
                </c:pt>
                <c:pt idx="4790">
                  <c:v>29-03-2019</c:v>
                </c:pt>
                <c:pt idx="4791">
                  <c:v>01-04-2019</c:v>
                </c:pt>
                <c:pt idx="4792">
                  <c:v>02-04-2019</c:v>
                </c:pt>
                <c:pt idx="4793">
                  <c:v>03-04-2019</c:v>
                </c:pt>
                <c:pt idx="4794">
                  <c:v>04-04-2019</c:v>
                </c:pt>
                <c:pt idx="4795">
                  <c:v>05-04-2019</c:v>
                </c:pt>
                <c:pt idx="4796">
                  <c:v>08-04-2019</c:v>
                </c:pt>
                <c:pt idx="4797">
                  <c:v>09-04-2019</c:v>
                </c:pt>
                <c:pt idx="4798">
                  <c:v>10-04-2019</c:v>
                </c:pt>
                <c:pt idx="4799">
                  <c:v>11-04-2019</c:v>
                </c:pt>
                <c:pt idx="4800">
                  <c:v>12-04-2019</c:v>
                </c:pt>
                <c:pt idx="4801">
                  <c:v>15-04-2019</c:v>
                </c:pt>
                <c:pt idx="4802">
                  <c:v>16-04-2019</c:v>
                </c:pt>
                <c:pt idx="4803">
                  <c:v>18-04-2019</c:v>
                </c:pt>
                <c:pt idx="4804">
                  <c:v>22-04-2019</c:v>
                </c:pt>
                <c:pt idx="4805">
                  <c:v>23-04-2019</c:v>
                </c:pt>
                <c:pt idx="4806">
                  <c:v>24-04-2019</c:v>
                </c:pt>
                <c:pt idx="4807">
                  <c:v>25-04-2019</c:v>
                </c:pt>
                <c:pt idx="4808">
                  <c:v>26-04-2019</c:v>
                </c:pt>
                <c:pt idx="4809">
                  <c:v>30-04-2019</c:v>
                </c:pt>
                <c:pt idx="4810">
                  <c:v>02-05-2019</c:v>
                </c:pt>
                <c:pt idx="4811">
                  <c:v>03-05-2019</c:v>
                </c:pt>
                <c:pt idx="4812">
                  <c:v>06-05-2019</c:v>
                </c:pt>
                <c:pt idx="4813">
                  <c:v>07-05-2019</c:v>
                </c:pt>
                <c:pt idx="4814">
                  <c:v>08-05-2019</c:v>
                </c:pt>
                <c:pt idx="4815">
                  <c:v>09-05-2019</c:v>
                </c:pt>
                <c:pt idx="4816">
                  <c:v>10-05-2019</c:v>
                </c:pt>
                <c:pt idx="4817">
                  <c:v>13-05-2019</c:v>
                </c:pt>
                <c:pt idx="4818">
                  <c:v>14-05-2019</c:v>
                </c:pt>
                <c:pt idx="4819">
                  <c:v>15-05-2019</c:v>
                </c:pt>
                <c:pt idx="4820">
                  <c:v>16-05-2019</c:v>
                </c:pt>
                <c:pt idx="4821">
                  <c:v>17-05-2019</c:v>
                </c:pt>
                <c:pt idx="4822">
                  <c:v>20-05-2019</c:v>
                </c:pt>
                <c:pt idx="4823">
                  <c:v>21-05-2019</c:v>
                </c:pt>
                <c:pt idx="4824">
                  <c:v>22-05-2019</c:v>
                </c:pt>
                <c:pt idx="4825">
                  <c:v>23-05-2019</c:v>
                </c:pt>
                <c:pt idx="4826">
                  <c:v>24-05-2019</c:v>
                </c:pt>
                <c:pt idx="4827">
                  <c:v>27-05-2019</c:v>
                </c:pt>
                <c:pt idx="4828">
                  <c:v>28-05-2019</c:v>
                </c:pt>
                <c:pt idx="4829">
                  <c:v>29-05-2019</c:v>
                </c:pt>
                <c:pt idx="4830">
                  <c:v>30-05-2019</c:v>
                </c:pt>
                <c:pt idx="4831">
                  <c:v>31-05-2019</c:v>
                </c:pt>
                <c:pt idx="4832">
                  <c:v>03-06-2019</c:v>
                </c:pt>
                <c:pt idx="4833">
                  <c:v>04-06-2019</c:v>
                </c:pt>
                <c:pt idx="4834">
                  <c:v>06-06-2019</c:v>
                </c:pt>
                <c:pt idx="4835">
                  <c:v>07-06-2019</c:v>
                </c:pt>
                <c:pt idx="4836">
                  <c:v>10-06-2019</c:v>
                </c:pt>
                <c:pt idx="4837">
                  <c:v>11-06-2019</c:v>
                </c:pt>
                <c:pt idx="4838">
                  <c:v>12-06-2019</c:v>
                </c:pt>
                <c:pt idx="4839">
                  <c:v>13-06-2019</c:v>
                </c:pt>
                <c:pt idx="4840">
                  <c:v>14-06-2019</c:v>
                </c:pt>
                <c:pt idx="4841">
                  <c:v>17-06-2019</c:v>
                </c:pt>
                <c:pt idx="4842">
                  <c:v>18-06-2019</c:v>
                </c:pt>
                <c:pt idx="4843">
                  <c:v>19-06-2019</c:v>
                </c:pt>
                <c:pt idx="4844">
                  <c:v>20-06-2019</c:v>
                </c:pt>
                <c:pt idx="4845">
                  <c:v>21-06-2019</c:v>
                </c:pt>
                <c:pt idx="4846">
                  <c:v>24-06-2019</c:v>
                </c:pt>
                <c:pt idx="4847">
                  <c:v>25-06-2019</c:v>
                </c:pt>
                <c:pt idx="4848">
                  <c:v>26-06-2019</c:v>
                </c:pt>
                <c:pt idx="4849">
                  <c:v>27-06-2019</c:v>
                </c:pt>
                <c:pt idx="4850">
                  <c:v>28-06-2019</c:v>
                </c:pt>
                <c:pt idx="4851">
                  <c:v>01-07-2019</c:v>
                </c:pt>
                <c:pt idx="4852">
                  <c:v>02-07-2019</c:v>
                </c:pt>
                <c:pt idx="4853">
                  <c:v>03-07-2019</c:v>
                </c:pt>
                <c:pt idx="4854">
                  <c:v>04-07-2019</c:v>
                </c:pt>
                <c:pt idx="4855">
                  <c:v>05-07-2019</c:v>
                </c:pt>
                <c:pt idx="4856">
                  <c:v>08-07-2019</c:v>
                </c:pt>
                <c:pt idx="4857">
                  <c:v>09-07-2019</c:v>
                </c:pt>
                <c:pt idx="4858">
                  <c:v>10-07-2019</c:v>
                </c:pt>
                <c:pt idx="4859">
                  <c:v>11-07-2019</c:v>
                </c:pt>
                <c:pt idx="4860">
                  <c:v>12-07-2019</c:v>
                </c:pt>
                <c:pt idx="4861">
                  <c:v>15-07-2019</c:v>
                </c:pt>
                <c:pt idx="4862">
                  <c:v>16-07-2019</c:v>
                </c:pt>
                <c:pt idx="4863">
                  <c:v>17-07-2019</c:v>
                </c:pt>
                <c:pt idx="4864">
                  <c:v>18-07-2019</c:v>
                </c:pt>
                <c:pt idx="4865">
                  <c:v>19-07-2019</c:v>
                </c:pt>
                <c:pt idx="4866">
                  <c:v>22-07-2019</c:v>
                </c:pt>
                <c:pt idx="4867">
                  <c:v>23-07-2019</c:v>
                </c:pt>
                <c:pt idx="4868">
                  <c:v>24-07-2019</c:v>
                </c:pt>
                <c:pt idx="4869">
                  <c:v>25-07-2019</c:v>
                </c:pt>
                <c:pt idx="4870">
                  <c:v>26-07-2019</c:v>
                </c:pt>
                <c:pt idx="4871">
                  <c:v>29-07-2019</c:v>
                </c:pt>
                <c:pt idx="4872">
                  <c:v>30-07-2019</c:v>
                </c:pt>
                <c:pt idx="4873">
                  <c:v>31-07-2019</c:v>
                </c:pt>
                <c:pt idx="4874">
                  <c:v>01-08-2019</c:v>
                </c:pt>
                <c:pt idx="4875">
                  <c:v>02-08-2019</c:v>
                </c:pt>
                <c:pt idx="4876">
                  <c:v>05-08-2019</c:v>
                </c:pt>
                <c:pt idx="4877">
                  <c:v>06-08-2019</c:v>
                </c:pt>
                <c:pt idx="4878">
                  <c:v>07-08-2019</c:v>
                </c:pt>
                <c:pt idx="4879">
                  <c:v>08-08-2019</c:v>
                </c:pt>
                <c:pt idx="4880">
                  <c:v>09-08-2019</c:v>
                </c:pt>
                <c:pt idx="4881">
                  <c:v>13-08-2019</c:v>
                </c:pt>
                <c:pt idx="4882">
                  <c:v>14-08-2019</c:v>
                </c:pt>
                <c:pt idx="4883">
                  <c:v>16-08-2019</c:v>
                </c:pt>
                <c:pt idx="4884">
                  <c:v>19-08-2019</c:v>
                </c:pt>
                <c:pt idx="4885">
                  <c:v>20-08-2019</c:v>
                </c:pt>
                <c:pt idx="4886">
                  <c:v>21-08-2019</c:v>
                </c:pt>
                <c:pt idx="4887">
                  <c:v>22-08-2019</c:v>
                </c:pt>
                <c:pt idx="4888">
                  <c:v>23-08-2019</c:v>
                </c:pt>
                <c:pt idx="4889">
                  <c:v>26-08-2019</c:v>
                </c:pt>
                <c:pt idx="4890">
                  <c:v>27-08-2019</c:v>
                </c:pt>
                <c:pt idx="4891">
                  <c:v>28-08-2019</c:v>
                </c:pt>
                <c:pt idx="4892">
                  <c:v>29-08-2019</c:v>
                </c:pt>
                <c:pt idx="4893">
                  <c:v>30-08-2019</c:v>
                </c:pt>
                <c:pt idx="4894">
                  <c:v>03-09-2019</c:v>
                </c:pt>
                <c:pt idx="4895">
                  <c:v>04-09-2019</c:v>
                </c:pt>
                <c:pt idx="4896">
                  <c:v>05-09-2019</c:v>
                </c:pt>
                <c:pt idx="4897">
                  <c:v>06-09-2019</c:v>
                </c:pt>
                <c:pt idx="4898">
                  <c:v>09-09-2019</c:v>
                </c:pt>
                <c:pt idx="4899">
                  <c:v>11-09-2019</c:v>
                </c:pt>
                <c:pt idx="4900">
                  <c:v>12-09-2019</c:v>
                </c:pt>
                <c:pt idx="4901">
                  <c:v>13-09-2019</c:v>
                </c:pt>
                <c:pt idx="4902">
                  <c:v>16-09-2019</c:v>
                </c:pt>
                <c:pt idx="4903">
                  <c:v>17-09-2019</c:v>
                </c:pt>
                <c:pt idx="4904">
                  <c:v>18-09-2019</c:v>
                </c:pt>
                <c:pt idx="4905">
                  <c:v>19-09-2019</c:v>
                </c:pt>
                <c:pt idx="4906">
                  <c:v>20-09-2019</c:v>
                </c:pt>
                <c:pt idx="4907">
                  <c:v>23-09-2019</c:v>
                </c:pt>
                <c:pt idx="4908">
                  <c:v>24-09-2019</c:v>
                </c:pt>
                <c:pt idx="4909">
                  <c:v>25-09-2019</c:v>
                </c:pt>
                <c:pt idx="4910">
                  <c:v>26-09-2019</c:v>
                </c:pt>
                <c:pt idx="4911">
                  <c:v>27-09-2019</c:v>
                </c:pt>
                <c:pt idx="4912">
                  <c:v>30-09-2019</c:v>
                </c:pt>
                <c:pt idx="4913">
                  <c:v>01-10-2019</c:v>
                </c:pt>
                <c:pt idx="4914">
                  <c:v>03-10-2019</c:v>
                </c:pt>
                <c:pt idx="4915">
                  <c:v>04-10-2019</c:v>
                </c:pt>
                <c:pt idx="4916">
                  <c:v>07-10-2019</c:v>
                </c:pt>
                <c:pt idx="4917">
                  <c:v>09-10-2019</c:v>
                </c:pt>
                <c:pt idx="4918">
                  <c:v>10-10-2019</c:v>
                </c:pt>
                <c:pt idx="4919">
                  <c:v>11-10-2019</c:v>
                </c:pt>
                <c:pt idx="4920">
                  <c:v>14-10-2019</c:v>
                </c:pt>
                <c:pt idx="4921">
                  <c:v>15-10-2019</c:v>
                </c:pt>
                <c:pt idx="4922">
                  <c:v>16-10-2019</c:v>
                </c:pt>
                <c:pt idx="4923">
                  <c:v>17-10-2019</c:v>
                </c:pt>
                <c:pt idx="4924">
                  <c:v>18-10-2019</c:v>
                </c:pt>
                <c:pt idx="4925">
                  <c:v>22-10-2019</c:v>
                </c:pt>
                <c:pt idx="4926">
                  <c:v>23-10-2019</c:v>
                </c:pt>
                <c:pt idx="4927">
                  <c:v>24-10-2019</c:v>
                </c:pt>
                <c:pt idx="4928">
                  <c:v>25-10-2019</c:v>
                </c:pt>
                <c:pt idx="4929">
                  <c:v>27-10-2019</c:v>
                </c:pt>
                <c:pt idx="4930">
                  <c:v>29-10-2019</c:v>
                </c:pt>
                <c:pt idx="4931">
                  <c:v>30-10-2019</c:v>
                </c:pt>
                <c:pt idx="4932">
                  <c:v>31-10-2019</c:v>
                </c:pt>
                <c:pt idx="4933">
                  <c:v>01-11-2019</c:v>
                </c:pt>
                <c:pt idx="4934">
                  <c:v>04-11-2019</c:v>
                </c:pt>
                <c:pt idx="4935">
                  <c:v>05-11-2019</c:v>
                </c:pt>
                <c:pt idx="4936">
                  <c:v>06-11-2019</c:v>
                </c:pt>
                <c:pt idx="4937">
                  <c:v>07-11-2019</c:v>
                </c:pt>
                <c:pt idx="4938">
                  <c:v>08-11-2019</c:v>
                </c:pt>
                <c:pt idx="4939">
                  <c:v>11-11-2019</c:v>
                </c:pt>
                <c:pt idx="4940">
                  <c:v>13-11-2019</c:v>
                </c:pt>
                <c:pt idx="4941">
                  <c:v>14-11-2019</c:v>
                </c:pt>
                <c:pt idx="4942">
                  <c:v>15-11-2019</c:v>
                </c:pt>
                <c:pt idx="4943">
                  <c:v>18-11-2019</c:v>
                </c:pt>
                <c:pt idx="4944">
                  <c:v>19-11-2019</c:v>
                </c:pt>
                <c:pt idx="4945">
                  <c:v>20-11-2019</c:v>
                </c:pt>
                <c:pt idx="4946">
                  <c:v>21-11-2019</c:v>
                </c:pt>
                <c:pt idx="4947">
                  <c:v>22-11-2019</c:v>
                </c:pt>
                <c:pt idx="4948">
                  <c:v>25-11-2019</c:v>
                </c:pt>
                <c:pt idx="4949">
                  <c:v>26-11-2019</c:v>
                </c:pt>
                <c:pt idx="4950">
                  <c:v>27-11-2019</c:v>
                </c:pt>
                <c:pt idx="4951">
                  <c:v>28-11-2019</c:v>
                </c:pt>
                <c:pt idx="4952">
                  <c:v>29-11-2019</c:v>
                </c:pt>
                <c:pt idx="4953">
                  <c:v>02-12-2019</c:v>
                </c:pt>
                <c:pt idx="4954">
                  <c:v>03-12-2019</c:v>
                </c:pt>
                <c:pt idx="4955">
                  <c:v>04-12-2019</c:v>
                </c:pt>
                <c:pt idx="4956">
                  <c:v>05-12-2019</c:v>
                </c:pt>
                <c:pt idx="4957">
                  <c:v>06-12-2019</c:v>
                </c:pt>
                <c:pt idx="4958">
                  <c:v>09-12-2019</c:v>
                </c:pt>
                <c:pt idx="4959">
                  <c:v>10-12-2019</c:v>
                </c:pt>
                <c:pt idx="4960">
                  <c:v>11-12-2019</c:v>
                </c:pt>
                <c:pt idx="4961">
                  <c:v>12-12-2019</c:v>
                </c:pt>
                <c:pt idx="4962">
                  <c:v>13-12-2019</c:v>
                </c:pt>
                <c:pt idx="4963">
                  <c:v>16-12-2019</c:v>
                </c:pt>
                <c:pt idx="4964">
                  <c:v>17-12-2019</c:v>
                </c:pt>
                <c:pt idx="4965">
                  <c:v>18-12-2019</c:v>
                </c:pt>
                <c:pt idx="4966">
                  <c:v>19-12-2019</c:v>
                </c:pt>
                <c:pt idx="4967">
                  <c:v>20-12-2019</c:v>
                </c:pt>
                <c:pt idx="4968">
                  <c:v>23-12-2019</c:v>
                </c:pt>
                <c:pt idx="4969">
                  <c:v>24-12-2019</c:v>
                </c:pt>
                <c:pt idx="4970">
                  <c:v>26-12-2019</c:v>
                </c:pt>
                <c:pt idx="4971">
                  <c:v>27-12-2019</c:v>
                </c:pt>
                <c:pt idx="4972">
                  <c:v>30-12-2019</c:v>
                </c:pt>
                <c:pt idx="4973">
                  <c:v>31-12-2019</c:v>
                </c:pt>
                <c:pt idx="4974">
                  <c:v>01-01-2020</c:v>
                </c:pt>
                <c:pt idx="4975">
                  <c:v>02-01-2020</c:v>
                </c:pt>
                <c:pt idx="4976">
                  <c:v>03-01-2020</c:v>
                </c:pt>
                <c:pt idx="4977">
                  <c:v>06-01-2020</c:v>
                </c:pt>
                <c:pt idx="4978">
                  <c:v>07-01-2020</c:v>
                </c:pt>
                <c:pt idx="4979">
                  <c:v>08-01-2020</c:v>
                </c:pt>
                <c:pt idx="4980">
                  <c:v>09-01-2020</c:v>
                </c:pt>
                <c:pt idx="4981">
                  <c:v>10-01-2020</c:v>
                </c:pt>
                <c:pt idx="4982">
                  <c:v>13-01-2020</c:v>
                </c:pt>
                <c:pt idx="4983">
                  <c:v>14-01-2020</c:v>
                </c:pt>
                <c:pt idx="4984">
                  <c:v>15-01-2020</c:v>
                </c:pt>
                <c:pt idx="4985">
                  <c:v>16-01-2020</c:v>
                </c:pt>
                <c:pt idx="4986">
                  <c:v>17-01-2020</c:v>
                </c:pt>
                <c:pt idx="4987">
                  <c:v>20-01-2020</c:v>
                </c:pt>
                <c:pt idx="4988">
                  <c:v>21-01-2020</c:v>
                </c:pt>
                <c:pt idx="4989">
                  <c:v>22-01-2020</c:v>
                </c:pt>
                <c:pt idx="4990">
                  <c:v>23-01-2020</c:v>
                </c:pt>
                <c:pt idx="4991">
                  <c:v>24-01-2020</c:v>
                </c:pt>
                <c:pt idx="4992">
                  <c:v>27-01-2020</c:v>
                </c:pt>
                <c:pt idx="4993">
                  <c:v>28-01-2020</c:v>
                </c:pt>
                <c:pt idx="4994">
                  <c:v>29-01-2020</c:v>
                </c:pt>
                <c:pt idx="4995">
                  <c:v>30-01-2020</c:v>
                </c:pt>
                <c:pt idx="4996">
                  <c:v>31-01-2020</c:v>
                </c:pt>
                <c:pt idx="4997">
                  <c:v>01-02-2020</c:v>
                </c:pt>
                <c:pt idx="4998">
                  <c:v>03-02-2020</c:v>
                </c:pt>
                <c:pt idx="4999">
                  <c:v>04-02-2020</c:v>
                </c:pt>
                <c:pt idx="5000">
                  <c:v>05-02-2020</c:v>
                </c:pt>
                <c:pt idx="5001">
                  <c:v>06-02-2020</c:v>
                </c:pt>
                <c:pt idx="5002">
                  <c:v>07-02-2020</c:v>
                </c:pt>
                <c:pt idx="5003">
                  <c:v>10-02-2020</c:v>
                </c:pt>
                <c:pt idx="5004">
                  <c:v>11-02-2020</c:v>
                </c:pt>
                <c:pt idx="5005">
                  <c:v>12-02-2020</c:v>
                </c:pt>
                <c:pt idx="5006">
                  <c:v>13-02-2020</c:v>
                </c:pt>
                <c:pt idx="5007">
                  <c:v>14-02-2020</c:v>
                </c:pt>
                <c:pt idx="5008">
                  <c:v>17-02-2020</c:v>
                </c:pt>
                <c:pt idx="5009">
                  <c:v>18-02-2020</c:v>
                </c:pt>
                <c:pt idx="5010">
                  <c:v>19-02-2020</c:v>
                </c:pt>
                <c:pt idx="5011">
                  <c:v>20-02-2020</c:v>
                </c:pt>
                <c:pt idx="5012">
                  <c:v>24-02-2020</c:v>
                </c:pt>
                <c:pt idx="5013">
                  <c:v>25-02-2020</c:v>
                </c:pt>
                <c:pt idx="5014">
                  <c:v>26-02-2020</c:v>
                </c:pt>
                <c:pt idx="5015">
                  <c:v>27-02-2020</c:v>
                </c:pt>
                <c:pt idx="5016">
                  <c:v>28-02-2020</c:v>
                </c:pt>
                <c:pt idx="5017">
                  <c:v>02-03-2020</c:v>
                </c:pt>
                <c:pt idx="5018">
                  <c:v>03-03-2020</c:v>
                </c:pt>
                <c:pt idx="5019">
                  <c:v>04-03-2020</c:v>
                </c:pt>
                <c:pt idx="5020">
                  <c:v>05-03-2020</c:v>
                </c:pt>
                <c:pt idx="5021">
                  <c:v>06-03-2020</c:v>
                </c:pt>
                <c:pt idx="5022">
                  <c:v>09-03-2020</c:v>
                </c:pt>
                <c:pt idx="5023">
                  <c:v>11-03-2020</c:v>
                </c:pt>
                <c:pt idx="5024">
                  <c:v>12-03-2020</c:v>
                </c:pt>
                <c:pt idx="5025">
                  <c:v>13-03-2020</c:v>
                </c:pt>
                <c:pt idx="5026">
                  <c:v>16-03-2020</c:v>
                </c:pt>
                <c:pt idx="5027">
                  <c:v>17-03-2020</c:v>
                </c:pt>
                <c:pt idx="5028">
                  <c:v>18-03-2020</c:v>
                </c:pt>
                <c:pt idx="5029">
                  <c:v>19-03-2020</c:v>
                </c:pt>
                <c:pt idx="5030">
                  <c:v>20-03-2020</c:v>
                </c:pt>
                <c:pt idx="5031">
                  <c:v>23-03-2020</c:v>
                </c:pt>
                <c:pt idx="5032">
                  <c:v>24-03-2020</c:v>
                </c:pt>
                <c:pt idx="5033">
                  <c:v>25-03-2020</c:v>
                </c:pt>
                <c:pt idx="5034">
                  <c:v>26-03-2020</c:v>
                </c:pt>
                <c:pt idx="5035">
                  <c:v>27-03-2020</c:v>
                </c:pt>
                <c:pt idx="5036">
                  <c:v>30-03-2020</c:v>
                </c:pt>
                <c:pt idx="5037">
                  <c:v>31-03-2020</c:v>
                </c:pt>
                <c:pt idx="5038">
                  <c:v>01-04-2020</c:v>
                </c:pt>
                <c:pt idx="5039">
                  <c:v>03-04-2020</c:v>
                </c:pt>
                <c:pt idx="5040">
                  <c:v>07-04-2020</c:v>
                </c:pt>
                <c:pt idx="5041">
                  <c:v>08-04-2020</c:v>
                </c:pt>
                <c:pt idx="5042">
                  <c:v>09-04-2020</c:v>
                </c:pt>
                <c:pt idx="5043">
                  <c:v>13-04-2020</c:v>
                </c:pt>
                <c:pt idx="5044">
                  <c:v>15-04-2020</c:v>
                </c:pt>
                <c:pt idx="5045">
                  <c:v>16-04-2020</c:v>
                </c:pt>
                <c:pt idx="5046">
                  <c:v>17-04-2020</c:v>
                </c:pt>
                <c:pt idx="5047">
                  <c:v>20-04-2020</c:v>
                </c:pt>
                <c:pt idx="5048">
                  <c:v>21-04-2020</c:v>
                </c:pt>
                <c:pt idx="5049">
                  <c:v>22-04-2020</c:v>
                </c:pt>
                <c:pt idx="5050">
                  <c:v>23-04-2020</c:v>
                </c:pt>
                <c:pt idx="5051">
                  <c:v>24-04-2020</c:v>
                </c:pt>
                <c:pt idx="5052">
                  <c:v>27-04-2020</c:v>
                </c:pt>
                <c:pt idx="5053">
                  <c:v>28-04-2020</c:v>
                </c:pt>
                <c:pt idx="5054">
                  <c:v>29-04-2020</c:v>
                </c:pt>
                <c:pt idx="5055">
                  <c:v>30-04-2020</c:v>
                </c:pt>
                <c:pt idx="5056">
                  <c:v>04-05-2020</c:v>
                </c:pt>
                <c:pt idx="5057">
                  <c:v>05-05-2020</c:v>
                </c:pt>
                <c:pt idx="5058">
                  <c:v>06-05-2020</c:v>
                </c:pt>
                <c:pt idx="5059">
                  <c:v>07-05-2020</c:v>
                </c:pt>
                <c:pt idx="5060">
                  <c:v>08-05-2020</c:v>
                </c:pt>
                <c:pt idx="5061">
                  <c:v>11-05-2020</c:v>
                </c:pt>
                <c:pt idx="5062">
                  <c:v>12-05-2020</c:v>
                </c:pt>
                <c:pt idx="5063">
                  <c:v>13-05-2020</c:v>
                </c:pt>
                <c:pt idx="5064">
                  <c:v>14-05-2020</c:v>
                </c:pt>
                <c:pt idx="5065">
                  <c:v>15-05-2020</c:v>
                </c:pt>
                <c:pt idx="5066">
                  <c:v>18-05-2020</c:v>
                </c:pt>
                <c:pt idx="5067">
                  <c:v>19-05-2020</c:v>
                </c:pt>
                <c:pt idx="5068">
                  <c:v>20-05-2020</c:v>
                </c:pt>
                <c:pt idx="5069">
                  <c:v>21-05-2020</c:v>
                </c:pt>
                <c:pt idx="5070">
                  <c:v>22-05-2020</c:v>
                </c:pt>
                <c:pt idx="5071">
                  <c:v>26-05-2020</c:v>
                </c:pt>
                <c:pt idx="5072">
                  <c:v>27-05-2020</c:v>
                </c:pt>
                <c:pt idx="5073">
                  <c:v>28-05-2020</c:v>
                </c:pt>
                <c:pt idx="5074">
                  <c:v>29-05-2020</c:v>
                </c:pt>
                <c:pt idx="5075">
                  <c:v>01-06-2020</c:v>
                </c:pt>
                <c:pt idx="5076">
                  <c:v>02-06-2020</c:v>
                </c:pt>
                <c:pt idx="5077">
                  <c:v>03-06-2020</c:v>
                </c:pt>
                <c:pt idx="5078">
                  <c:v>04-06-2020</c:v>
                </c:pt>
                <c:pt idx="5079">
                  <c:v>05-06-2020</c:v>
                </c:pt>
                <c:pt idx="5080">
                  <c:v>08-06-2020</c:v>
                </c:pt>
                <c:pt idx="5081">
                  <c:v>09-06-2020</c:v>
                </c:pt>
                <c:pt idx="5082">
                  <c:v>10-06-2020</c:v>
                </c:pt>
                <c:pt idx="5083">
                  <c:v>11-06-2020</c:v>
                </c:pt>
                <c:pt idx="5084">
                  <c:v>12-06-2020</c:v>
                </c:pt>
                <c:pt idx="5085">
                  <c:v>15-06-2020</c:v>
                </c:pt>
                <c:pt idx="5086">
                  <c:v>16-06-2020</c:v>
                </c:pt>
                <c:pt idx="5087">
                  <c:v>17-06-2020</c:v>
                </c:pt>
                <c:pt idx="5088">
                  <c:v>18-06-2020</c:v>
                </c:pt>
                <c:pt idx="5089">
                  <c:v>19-06-2020</c:v>
                </c:pt>
                <c:pt idx="5090">
                  <c:v>22-06-2020</c:v>
                </c:pt>
                <c:pt idx="5091">
                  <c:v>23-06-2020</c:v>
                </c:pt>
                <c:pt idx="5092">
                  <c:v>24-06-2020</c:v>
                </c:pt>
                <c:pt idx="5093">
                  <c:v>25-06-2020</c:v>
                </c:pt>
                <c:pt idx="5094">
                  <c:v>26-06-2020</c:v>
                </c:pt>
                <c:pt idx="5095">
                  <c:v>29-06-2020</c:v>
                </c:pt>
                <c:pt idx="5096">
                  <c:v>30-06-2020</c:v>
                </c:pt>
                <c:pt idx="5097">
                  <c:v>01-07-2020</c:v>
                </c:pt>
                <c:pt idx="5098">
                  <c:v>02-07-2020</c:v>
                </c:pt>
                <c:pt idx="5099">
                  <c:v>03-07-2020</c:v>
                </c:pt>
                <c:pt idx="5100">
                  <c:v>06-07-2020</c:v>
                </c:pt>
                <c:pt idx="5101">
                  <c:v>07-07-2020</c:v>
                </c:pt>
                <c:pt idx="5102">
                  <c:v>08-07-2020</c:v>
                </c:pt>
                <c:pt idx="5103">
                  <c:v>09-07-2020</c:v>
                </c:pt>
                <c:pt idx="5104">
                  <c:v>10-07-2020</c:v>
                </c:pt>
                <c:pt idx="5105">
                  <c:v>13-07-2020</c:v>
                </c:pt>
                <c:pt idx="5106">
                  <c:v>14-07-2020</c:v>
                </c:pt>
                <c:pt idx="5107">
                  <c:v>15-07-2020</c:v>
                </c:pt>
                <c:pt idx="5108">
                  <c:v>16-07-2020</c:v>
                </c:pt>
                <c:pt idx="5109">
                  <c:v>17-07-2020</c:v>
                </c:pt>
                <c:pt idx="5110">
                  <c:v>20-07-2020</c:v>
                </c:pt>
                <c:pt idx="5111">
                  <c:v>21-07-2020</c:v>
                </c:pt>
                <c:pt idx="5112">
                  <c:v>22-07-2020</c:v>
                </c:pt>
                <c:pt idx="5113">
                  <c:v>23-07-2020</c:v>
                </c:pt>
                <c:pt idx="5114">
                  <c:v>24-07-2020</c:v>
                </c:pt>
                <c:pt idx="5115">
                  <c:v>27-07-2020</c:v>
                </c:pt>
                <c:pt idx="5116">
                  <c:v>28-07-2020</c:v>
                </c:pt>
                <c:pt idx="5117">
                  <c:v>29-07-2020</c:v>
                </c:pt>
                <c:pt idx="5118">
                  <c:v>30-07-2020</c:v>
                </c:pt>
                <c:pt idx="5119">
                  <c:v>31-07-2020</c:v>
                </c:pt>
                <c:pt idx="5120">
                  <c:v>03-08-2020</c:v>
                </c:pt>
                <c:pt idx="5121">
                  <c:v>04-08-2020</c:v>
                </c:pt>
                <c:pt idx="5122">
                  <c:v>05-08-2020</c:v>
                </c:pt>
                <c:pt idx="5123">
                  <c:v>06-08-2020</c:v>
                </c:pt>
                <c:pt idx="5124">
                  <c:v>07-08-2020</c:v>
                </c:pt>
                <c:pt idx="5125">
                  <c:v>10-08-2020</c:v>
                </c:pt>
                <c:pt idx="5126">
                  <c:v>11-08-2020</c:v>
                </c:pt>
                <c:pt idx="5127">
                  <c:v>12-08-2020</c:v>
                </c:pt>
                <c:pt idx="5128">
                  <c:v>13-08-2020</c:v>
                </c:pt>
                <c:pt idx="5129">
                  <c:v>14-08-2020</c:v>
                </c:pt>
                <c:pt idx="5130">
                  <c:v>17-08-2020</c:v>
                </c:pt>
                <c:pt idx="5131">
                  <c:v>18-08-2020</c:v>
                </c:pt>
                <c:pt idx="5132">
                  <c:v>19-08-2020</c:v>
                </c:pt>
                <c:pt idx="5133">
                  <c:v>20-08-2020</c:v>
                </c:pt>
                <c:pt idx="5134">
                  <c:v>21-08-2020</c:v>
                </c:pt>
                <c:pt idx="5135">
                  <c:v>24-08-2020</c:v>
                </c:pt>
                <c:pt idx="5136">
                  <c:v>25-08-2020</c:v>
                </c:pt>
                <c:pt idx="5137">
                  <c:v>26-08-2020</c:v>
                </c:pt>
                <c:pt idx="5138">
                  <c:v>27-08-2020</c:v>
                </c:pt>
                <c:pt idx="5139">
                  <c:v>28-08-2020</c:v>
                </c:pt>
                <c:pt idx="5140">
                  <c:v>31-08-2020</c:v>
                </c:pt>
                <c:pt idx="5141">
                  <c:v>01-09-2020</c:v>
                </c:pt>
                <c:pt idx="5142">
                  <c:v>02-09-2020</c:v>
                </c:pt>
                <c:pt idx="5143">
                  <c:v>03-09-2020</c:v>
                </c:pt>
                <c:pt idx="5144">
                  <c:v>04-09-2020</c:v>
                </c:pt>
                <c:pt idx="5145">
                  <c:v>07-09-2020</c:v>
                </c:pt>
                <c:pt idx="5146">
                  <c:v>08-09-2020</c:v>
                </c:pt>
                <c:pt idx="5147">
                  <c:v>09-09-2020</c:v>
                </c:pt>
                <c:pt idx="5148">
                  <c:v>10-09-2020</c:v>
                </c:pt>
                <c:pt idx="5149">
                  <c:v>11-09-2020</c:v>
                </c:pt>
                <c:pt idx="5150">
                  <c:v>14-09-2020</c:v>
                </c:pt>
                <c:pt idx="5151">
                  <c:v>15-09-2020</c:v>
                </c:pt>
                <c:pt idx="5152">
                  <c:v>16-09-2020</c:v>
                </c:pt>
                <c:pt idx="5153">
                  <c:v>17-09-2020</c:v>
                </c:pt>
                <c:pt idx="5154">
                  <c:v>18-09-2020</c:v>
                </c:pt>
                <c:pt idx="5155">
                  <c:v>21-09-2020</c:v>
                </c:pt>
                <c:pt idx="5156">
                  <c:v>22-09-2020</c:v>
                </c:pt>
                <c:pt idx="5157">
                  <c:v>23-09-2020</c:v>
                </c:pt>
                <c:pt idx="5158">
                  <c:v>24-09-2020</c:v>
                </c:pt>
                <c:pt idx="5159">
                  <c:v>25-09-2020</c:v>
                </c:pt>
                <c:pt idx="5160">
                  <c:v>28-09-2020</c:v>
                </c:pt>
                <c:pt idx="5161">
                  <c:v>29-09-2020</c:v>
                </c:pt>
                <c:pt idx="5162">
                  <c:v>30-09-2020</c:v>
                </c:pt>
                <c:pt idx="5163">
                  <c:v>01-10-2020</c:v>
                </c:pt>
                <c:pt idx="5164">
                  <c:v>05-10-2020</c:v>
                </c:pt>
                <c:pt idx="5165">
                  <c:v>06-10-2020</c:v>
                </c:pt>
                <c:pt idx="5166">
                  <c:v>07-10-2020</c:v>
                </c:pt>
                <c:pt idx="5167">
                  <c:v>08-10-2020</c:v>
                </c:pt>
                <c:pt idx="5168">
                  <c:v>09-10-2020</c:v>
                </c:pt>
                <c:pt idx="5169">
                  <c:v>12-10-2020</c:v>
                </c:pt>
                <c:pt idx="5170">
                  <c:v>13-10-2020</c:v>
                </c:pt>
                <c:pt idx="5171">
                  <c:v>14-10-2020</c:v>
                </c:pt>
                <c:pt idx="5172">
                  <c:v>15-10-2020</c:v>
                </c:pt>
                <c:pt idx="5173">
                  <c:v>16-10-2020</c:v>
                </c:pt>
                <c:pt idx="5174">
                  <c:v>19-10-2020</c:v>
                </c:pt>
                <c:pt idx="5175">
                  <c:v>20-10-2020</c:v>
                </c:pt>
                <c:pt idx="5176">
                  <c:v>21-10-2020</c:v>
                </c:pt>
                <c:pt idx="5177">
                  <c:v>22-10-2020</c:v>
                </c:pt>
                <c:pt idx="5178">
                  <c:v>23-10-2020</c:v>
                </c:pt>
                <c:pt idx="5179">
                  <c:v>26-10-2020</c:v>
                </c:pt>
                <c:pt idx="5180">
                  <c:v>27-10-2020</c:v>
                </c:pt>
                <c:pt idx="5181">
                  <c:v>28-10-2020</c:v>
                </c:pt>
                <c:pt idx="5182">
                  <c:v>29-10-2020</c:v>
                </c:pt>
                <c:pt idx="5183">
                  <c:v>30-10-2020</c:v>
                </c:pt>
                <c:pt idx="5184">
                  <c:v>02-11-2020</c:v>
                </c:pt>
                <c:pt idx="5185">
                  <c:v>03-11-2020</c:v>
                </c:pt>
                <c:pt idx="5186">
                  <c:v>04-11-2020</c:v>
                </c:pt>
                <c:pt idx="5187">
                  <c:v>05-11-2020</c:v>
                </c:pt>
                <c:pt idx="5188">
                  <c:v>06-11-2020</c:v>
                </c:pt>
                <c:pt idx="5189">
                  <c:v>09-11-2020</c:v>
                </c:pt>
                <c:pt idx="5190">
                  <c:v>10-11-2020</c:v>
                </c:pt>
                <c:pt idx="5191">
                  <c:v>11-11-2020</c:v>
                </c:pt>
                <c:pt idx="5192">
                  <c:v>12-11-2020</c:v>
                </c:pt>
                <c:pt idx="5193">
                  <c:v>13-11-2020</c:v>
                </c:pt>
                <c:pt idx="5194">
                  <c:v>14-11-2020</c:v>
                </c:pt>
                <c:pt idx="5195">
                  <c:v>17-11-2020</c:v>
                </c:pt>
                <c:pt idx="5196">
                  <c:v>18-11-2020</c:v>
                </c:pt>
                <c:pt idx="5197">
                  <c:v>19-11-2020</c:v>
                </c:pt>
                <c:pt idx="5198">
                  <c:v>20-11-2020</c:v>
                </c:pt>
                <c:pt idx="5199">
                  <c:v>23-11-2020</c:v>
                </c:pt>
                <c:pt idx="5200">
                  <c:v>24-11-2020</c:v>
                </c:pt>
                <c:pt idx="5201">
                  <c:v>25-11-2020</c:v>
                </c:pt>
                <c:pt idx="5202">
                  <c:v>26-11-2020</c:v>
                </c:pt>
                <c:pt idx="5203">
                  <c:v>27-11-2020</c:v>
                </c:pt>
                <c:pt idx="5204">
                  <c:v>01-12-2020</c:v>
                </c:pt>
                <c:pt idx="5205">
                  <c:v>02-12-2020</c:v>
                </c:pt>
                <c:pt idx="5206">
                  <c:v>03-12-2020</c:v>
                </c:pt>
                <c:pt idx="5207">
                  <c:v>04-12-2020</c:v>
                </c:pt>
                <c:pt idx="5208">
                  <c:v>07-12-2020</c:v>
                </c:pt>
                <c:pt idx="5209">
                  <c:v>08-12-2020</c:v>
                </c:pt>
                <c:pt idx="5210">
                  <c:v>09-12-2020</c:v>
                </c:pt>
                <c:pt idx="5211">
                  <c:v>10-12-2020</c:v>
                </c:pt>
                <c:pt idx="5212">
                  <c:v>11-12-2020</c:v>
                </c:pt>
                <c:pt idx="5213">
                  <c:v>14-12-2020</c:v>
                </c:pt>
                <c:pt idx="5214">
                  <c:v>15-12-2020</c:v>
                </c:pt>
                <c:pt idx="5215">
                  <c:v>16-12-2020</c:v>
                </c:pt>
                <c:pt idx="5216">
                  <c:v>17-12-2020</c:v>
                </c:pt>
                <c:pt idx="5217">
                  <c:v>18-12-2020</c:v>
                </c:pt>
                <c:pt idx="5218">
                  <c:v>21-12-2020</c:v>
                </c:pt>
                <c:pt idx="5219">
                  <c:v>22-12-2020</c:v>
                </c:pt>
                <c:pt idx="5220">
                  <c:v>23-12-2020</c:v>
                </c:pt>
                <c:pt idx="5221">
                  <c:v>24-12-2020</c:v>
                </c:pt>
                <c:pt idx="5222">
                  <c:v>28-12-2020</c:v>
                </c:pt>
                <c:pt idx="5223">
                  <c:v>29-12-2020</c:v>
                </c:pt>
                <c:pt idx="5224">
                  <c:v>30-12-2020</c:v>
                </c:pt>
                <c:pt idx="5225">
                  <c:v>31-12-2020</c:v>
                </c:pt>
                <c:pt idx="5226">
                  <c:v>01-01-2021</c:v>
                </c:pt>
                <c:pt idx="5227">
                  <c:v>04-01-2021</c:v>
                </c:pt>
                <c:pt idx="5228">
                  <c:v>05-01-2021</c:v>
                </c:pt>
                <c:pt idx="5229">
                  <c:v>06-01-2021</c:v>
                </c:pt>
                <c:pt idx="5230">
                  <c:v>07-01-2021</c:v>
                </c:pt>
                <c:pt idx="5231">
                  <c:v>08-01-2021</c:v>
                </c:pt>
                <c:pt idx="5232">
                  <c:v>11-01-2021</c:v>
                </c:pt>
                <c:pt idx="5233">
                  <c:v>12-01-2021</c:v>
                </c:pt>
                <c:pt idx="5234">
                  <c:v>13-01-2021</c:v>
                </c:pt>
                <c:pt idx="5235">
                  <c:v>14-01-2021</c:v>
                </c:pt>
                <c:pt idx="5236">
                  <c:v>15-01-2021</c:v>
                </c:pt>
                <c:pt idx="5237">
                  <c:v>18-01-2021</c:v>
                </c:pt>
                <c:pt idx="5238">
                  <c:v>19-01-2021</c:v>
                </c:pt>
                <c:pt idx="5239">
                  <c:v>20-01-2021</c:v>
                </c:pt>
                <c:pt idx="5240">
                  <c:v>21-01-2021</c:v>
                </c:pt>
                <c:pt idx="5241">
                  <c:v>22-01-2021</c:v>
                </c:pt>
                <c:pt idx="5242">
                  <c:v>25-01-2021</c:v>
                </c:pt>
                <c:pt idx="5243">
                  <c:v>27-01-2021</c:v>
                </c:pt>
                <c:pt idx="5244">
                  <c:v>28-01-2021</c:v>
                </c:pt>
                <c:pt idx="5245">
                  <c:v>29-01-2021</c:v>
                </c:pt>
                <c:pt idx="5246">
                  <c:v>01-02-2021</c:v>
                </c:pt>
                <c:pt idx="5247">
                  <c:v>02-02-2021</c:v>
                </c:pt>
                <c:pt idx="5248">
                  <c:v>03-02-2021</c:v>
                </c:pt>
                <c:pt idx="5249">
                  <c:v>04-02-2021</c:v>
                </c:pt>
                <c:pt idx="5250">
                  <c:v>05-02-2021</c:v>
                </c:pt>
                <c:pt idx="5251">
                  <c:v>08-02-2021</c:v>
                </c:pt>
                <c:pt idx="5252">
                  <c:v>09-02-2021</c:v>
                </c:pt>
                <c:pt idx="5253">
                  <c:v>10-02-2021</c:v>
                </c:pt>
                <c:pt idx="5254">
                  <c:v>11-02-2021</c:v>
                </c:pt>
                <c:pt idx="5255">
                  <c:v>12-02-2021</c:v>
                </c:pt>
                <c:pt idx="5256">
                  <c:v>15-02-2021</c:v>
                </c:pt>
                <c:pt idx="5257">
                  <c:v>16-02-2021</c:v>
                </c:pt>
                <c:pt idx="5258">
                  <c:v>17-02-2021</c:v>
                </c:pt>
                <c:pt idx="5259">
                  <c:v>18-02-2021</c:v>
                </c:pt>
                <c:pt idx="5260">
                  <c:v>19-02-2021</c:v>
                </c:pt>
                <c:pt idx="5261">
                  <c:v>22-02-2021</c:v>
                </c:pt>
                <c:pt idx="5262">
                  <c:v>23-02-2021</c:v>
                </c:pt>
                <c:pt idx="5263">
                  <c:v>24-02-2021</c:v>
                </c:pt>
                <c:pt idx="5264">
                  <c:v>25-02-2021</c:v>
                </c:pt>
                <c:pt idx="5265">
                  <c:v>26-02-2021</c:v>
                </c:pt>
                <c:pt idx="5266">
                  <c:v>01-03-2021</c:v>
                </c:pt>
                <c:pt idx="5267">
                  <c:v>02-03-2021</c:v>
                </c:pt>
                <c:pt idx="5268">
                  <c:v>03-03-2021</c:v>
                </c:pt>
                <c:pt idx="5269">
                  <c:v>04-03-2021</c:v>
                </c:pt>
                <c:pt idx="5270">
                  <c:v>05-03-2021</c:v>
                </c:pt>
                <c:pt idx="5271">
                  <c:v>08-03-2021</c:v>
                </c:pt>
                <c:pt idx="5272">
                  <c:v>09-03-2021</c:v>
                </c:pt>
                <c:pt idx="5273">
                  <c:v>10-03-2021</c:v>
                </c:pt>
                <c:pt idx="5274">
                  <c:v>12-03-2021</c:v>
                </c:pt>
                <c:pt idx="5275">
                  <c:v>15-03-2021</c:v>
                </c:pt>
                <c:pt idx="5276">
                  <c:v>16-03-2021</c:v>
                </c:pt>
                <c:pt idx="5277">
                  <c:v>17-03-2021</c:v>
                </c:pt>
                <c:pt idx="5278">
                  <c:v>18-03-2021</c:v>
                </c:pt>
                <c:pt idx="5279">
                  <c:v>19-03-2021</c:v>
                </c:pt>
                <c:pt idx="5280">
                  <c:v>22-03-2021</c:v>
                </c:pt>
                <c:pt idx="5281">
                  <c:v>23-03-2021</c:v>
                </c:pt>
                <c:pt idx="5282">
                  <c:v>24-03-2021</c:v>
                </c:pt>
                <c:pt idx="5283">
                  <c:v>25-03-2021</c:v>
                </c:pt>
                <c:pt idx="5284">
                  <c:v>26-03-2021</c:v>
                </c:pt>
                <c:pt idx="5285">
                  <c:v>30-03-2021</c:v>
                </c:pt>
                <c:pt idx="5286">
                  <c:v>31-03-2021</c:v>
                </c:pt>
                <c:pt idx="5287">
                  <c:v>01-04-2021</c:v>
                </c:pt>
                <c:pt idx="5288">
                  <c:v>05-04-2021</c:v>
                </c:pt>
                <c:pt idx="5289">
                  <c:v>06-04-2021</c:v>
                </c:pt>
                <c:pt idx="5290">
                  <c:v>07-04-2021</c:v>
                </c:pt>
                <c:pt idx="5291">
                  <c:v>08-04-2021</c:v>
                </c:pt>
                <c:pt idx="5292">
                  <c:v>09-04-2021</c:v>
                </c:pt>
                <c:pt idx="5293">
                  <c:v>12-04-2021</c:v>
                </c:pt>
                <c:pt idx="5294">
                  <c:v>13-04-2021</c:v>
                </c:pt>
                <c:pt idx="5295">
                  <c:v>15-04-2021</c:v>
                </c:pt>
                <c:pt idx="5296">
                  <c:v>16-04-2021</c:v>
                </c:pt>
                <c:pt idx="5297">
                  <c:v>19-04-2021</c:v>
                </c:pt>
                <c:pt idx="5298">
                  <c:v>20-04-2021</c:v>
                </c:pt>
                <c:pt idx="5299">
                  <c:v>22-04-2021</c:v>
                </c:pt>
                <c:pt idx="5300">
                  <c:v>23-04-2021</c:v>
                </c:pt>
                <c:pt idx="5301">
                  <c:v>26-04-2021</c:v>
                </c:pt>
                <c:pt idx="5302">
                  <c:v>27-04-2021</c:v>
                </c:pt>
                <c:pt idx="5303">
                  <c:v>28-04-2021</c:v>
                </c:pt>
                <c:pt idx="5304">
                  <c:v>29-04-2021</c:v>
                </c:pt>
                <c:pt idx="5305">
                  <c:v>30-04-2021</c:v>
                </c:pt>
              </c:strCache>
            </c:strRef>
          </c:cat>
          <c:val>
            <c:numRef>
              <c:f>ITPIVOT!$D$3:$D$5309</c:f>
              <c:numCache>
                <c:formatCode>General</c:formatCode>
                <c:ptCount val="5306"/>
                <c:pt idx="0">
                  <c:v>2724.2</c:v>
                </c:pt>
                <c:pt idx="1">
                  <c:v>2942.15</c:v>
                </c:pt>
                <c:pt idx="2">
                  <c:v>2990.1</c:v>
                </c:pt>
                <c:pt idx="3">
                  <c:v>2932.25</c:v>
                </c:pt>
                <c:pt idx="4">
                  <c:v>2697.7</c:v>
                </c:pt>
                <c:pt idx="5">
                  <c:v>2701.35</c:v>
                </c:pt>
                <c:pt idx="6">
                  <c:v>2485.4499999999998</c:v>
                </c:pt>
                <c:pt idx="7">
                  <c:v>2562.9</c:v>
                </c:pt>
                <c:pt idx="8">
                  <c:v>2480.25</c:v>
                </c:pt>
                <c:pt idx="9">
                  <c:v>2497.85</c:v>
                </c:pt>
                <c:pt idx="10">
                  <c:v>2697.7</c:v>
                </c:pt>
                <c:pt idx="11">
                  <c:v>2677.15</c:v>
                </c:pt>
                <c:pt idx="12">
                  <c:v>2784.5</c:v>
                </c:pt>
                <c:pt idx="13">
                  <c:v>2796.4</c:v>
                </c:pt>
                <c:pt idx="14">
                  <c:v>2989.7</c:v>
                </c:pt>
                <c:pt idx="15">
                  <c:v>3228.9</c:v>
                </c:pt>
                <c:pt idx="16">
                  <c:v>3487.25</c:v>
                </c:pt>
                <c:pt idx="17">
                  <c:v>3766.25</c:v>
                </c:pt>
                <c:pt idx="18">
                  <c:v>4067.55</c:v>
                </c:pt>
                <c:pt idx="19">
                  <c:v>3805</c:v>
                </c:pt>
                <c:pt idx="20">
                  <c:v>4109.3999999999996</c:v>
                </c:pt>
                <c:pt idx="21">
                  <c:v>4438.1499999999996</c:v>
                </c:pt>
                <c:pt idx="22">
                  <c:v>4793.2</c:v>
                </c:pt>
                <c:pt idx="23">
                  <c:v>5176.7</c:v>
                </c:pt>
                <c:pt idx="24">
                  <c:v>5259.15</c:v>
                </c:pt>
                <c:pt idx="25">
                  <c:v>4868.05</c:v>
                </c:pt>
                <c:pt idx="26">
                  <c:v>5209.5</c:v>
                </c:pt>
                <c:pt idx="27">
                  <c:v>5626.3</c:v>
                </c:pt>
                <c:pt idx="28">
                  <c:v>6076.4</c:v>
                </c:pt>
                <c:pt idx="29">
                  <c:v>6562.55</c:v>
                </c:pt>
                <c:pt idx="30">
                  <c:v>7087.55</c:v>
                </c:pt>
                <c:pt idx="31">
                  <c:v>7654.55</c:v>
                </c:pt>
                <c:pt idx="32">
                  <c:v>8266.9500000000007</c:v>
                </c:pt>
                <c:pt idx="33">
                  <c:v>8928.35</c:v>
                </c:pt>
                <c:pt idx="34">
                  <c:v>9587.4500000000007</c:v>
                </c:pt>
                <c:pt idx="35">
                  <c:v>8820.4500000000007</c:v>
                </c:pt>
                <c:pt idx="36">
                  <c:v>8114.85</c:v>
                </c:pt>
                <c:pt idx="37">
                  <c:v>7465.7</c:v>
                </c:pt>
                <c:pt idx="38">
                  <c:v>6868.45</c:v>
                </c:pt>
                <c:pt idx="39">
                  <c:v>6994.45</c:v>
                </c:pt>
                <c:pt idx="40">
                  <c:v>6616.75</c:v>
                </c:pt>
                <c:pt idx="41">
                  <c:v>7144.4</c:v>
                </c:pt>
                <c:pt idx="42">
                  <c:v>7495.85</c:v>
                </c:pt>
                <c:pt idx="43">
                  <c:v>6896.2</c:v>
                </c:pt>
                <c:pt idx="44">
                  <c:v>6938.8</c:v>
                </c:pt>
                <c:pt idx="45">
                  <c:v>6473.15</c:v>
                </c:pt>
                <c:pt idx="46">
                  <c:v>6761.95</c:v>
                </c:pt>
                <c:pt idx="47">
                  <c:v>6433.85</c:v>
                </c:pt>
                <c:pt idx="48">
                  <c:v>6342.25</c:v>
                </c:pt>
                <c:pt idx="49">
                  <c:v>5834.9</c:v>
                </c:pt>
                <c:pt idx="50">
                  <c:v>5368.15</c:v>
                </c:pt>
                <c:pt idx="51">
                  <c:v>4938.7</c:v>
                </c:pt>
                <c:pt idx="52">
                  <c:v>4596.2</c:v>
                </c:pt>
                <c:pt idx="53">
                  <c:v>4245</c:v>
                </c:pt>
                <c:pt idx="54">
                  <c:v>4584.6000000000004</c:v>
                </c:pt>
                <c:pt idx="55">
                  <c:v>4951.3999999999996</c:v>
                </c:pt>
                <c:pt idx="56">
                  <c:v>5347.55</c:v>
                </c:pt>
                <c:pt idx="57">
                  <c:v>5775.35</c:v>
                </c:pt>
                <c:pt idx="58">
                  <c:v>6117.7</c:v>
                </c:pt>
                <c:pt idx="59">
                  <c:v>6607.15</c:v>
                </c:pt>
                <c:pt idx="60">
                  <c:v>6078.6</c:v>
                </c:pt>
                <c:pt idx="61">
                  <c:v>5592.35</c:v>
                </c:pt>
                <c:pt idx="62">
                  <c:v>5145</c:v>
                </c:pt>
                <c:pt idx="63">
                  <c:v>4733.3999999999996</c:v>
                </c:pt>
                <c:pt idx="64">
                  <c:v>4780.8500000000004</c:v>
                </c:pt>
                <c:pt idx="65">
                  <c:v>4883.8500000000004</c:v>
                </c:pt>
                <c:pt idx="66">
                  <c:v>5274.6</c:v>
                </c:pt>
                <c:pt idx="67">
                  <c:v>5696.6</c:v>
                </c:pt>
                <c:pt idx="68">
                  <c:v>5627.95</c:v>
                </c:pt>
                <c:pt idx="69">
                  <c:v>5413.8</c:v>
                </c:pt>
                <c:pt idx="70">
                  <c:v>4980.7</c:v>
                </c:pt>
                <c:pt idx="71">
                  <c:v>4582.25</c:v>
                </c:pt>
                <c:pt idx="72">
                  <c:v>4215.7</c:v>
                </c:pt>
                <c:pt idx="73">
                  <c:v>3995.6</c:v>
                </c:pt>
                <c:pt idx="74">
                  <c:v>4095.95</c:v>
                </c:pt>
                <c:pt idx="75">
                  <c:v>4087.95</c:v>
                </c:pt>
                <c:pt idx="76">
                  <c:v>3760.95</c:v>
                </c:pt>
                <c:pt idx="77">
                  <c:v>3995.35</c:v>
                </c:pt>
                <c:pt idx="78">
                  <c:v>3675.75</c:v>
                </c:pt>
                <c:pt idx="79">
                  <c:v>3381.7</c:v>
                </c:pt>
                <c:pt idx="80">
                  <c:v>2975.9</c:v>
                </c:pt>
                <c:pt idx="81">
                  <c:v>2639.85</c:v>
                </c:pt>
                <c:pt idx="82">
                  <c:v>2943.3</c:v>
                </c:pt>
                <c:pt idx="83">
                  <c:v>3268.35</c:v>
                </c:pt>
                <c:pt idx="84">
                  <c:v>2878.1</c:v>
                </c:pt>
                <c:pt idx="85">
                  <c:v>2945.3</c:v>
                </c:pt>
                <c:pt idx="86">
                  <c:v>2854.9</c:v>
                </c:pt>
                <c:pt idx="87">
                  <c:v>2540.4</c:v>
                </c:pt>
                <c:pt idx="88">
                  <c:v>2427.1</c:v>
                </c:pt>
                <c:pt idx="89">
                  <c:v>2460.15</c:v>
                </c:pt>
                <c:pt idx="90">
                  <c:v>2440.8000000000002</c:v>
                </c:pt>
                <c:pt idx="91">
                  <c:v>2350.1</c:v>
                </c:pt>
                <c:pt idx="92">
                  <c:v>2068.1</c:v>
                </c:pt>
                <c:pt idx="93">
                  <c:v>1999.65</c:v>
                </c:pt>
                <c:pt idx="94">
                  <c:v>1787.1</c:v>
                </c:pt>
                <c:pt idx="95">
                  <c:v>1830.05</c:v>
                </c:pt>
                <c:pt idx="96">
                  <c:v>1817.05</c:v>
                </c:pt>
                <c:pt idx="97">
                  <c:v>1812.6</c:v>
                </c:pt>
                <c:pt idx="98">
                  <c:v>1610.7</c:v>
                </c:pt>
                <c:pt idx="99">
                  <c:v>1671.4</c:v>
                </c:pt>
                <c:pt idx="100">
                  <c:v>1722.15</c:v>
                </c:pt>
                <c:pt idx="101">
                  <c:v>1867.85</c:v>
                </c:pt>
                <c:pt idx="102">
                  <c:v>1756.7</c:v>
                </c:pt>
                <c:pt idx="103">
                  <c:v>1889.85</c:v>
                </c:pt>
                <c:pt idx="104">
                  <c:v>2061.85</c:v>
                </c:pt>
                <c:pt idx="105">
                  <c:v>2296.1999999999998</c:v>
                </c:pt>
                <c:pt idx="106">
                  <c:v>2428.75</c:v>
                </c:pt>
                <c:pt idx="107">
                  <c:v>2442.5</c:v>
                </c:pt>
                <c:pt idx="108">
                  <c:v>2395.15</c:v>
                </c:pt>
                <c:pt idx="109">
                  <c:v>2376.4499999999998</c:v>
                </c:pt>
                <c:pt idx="110">
                  <c:v>2363.35</c:v>
                </c:pt>
                <c:pt idx="111">
                  <c:v>2401.5500000000002</c:v>
                </c:pt>
                <c:pt idx="112">
                  <c:v>2583.75</c:v>
                </c:pt>
                <c:pt idx="113">
                  <c:v>2807.55</c:v>
                </c:pt>
                <c:pt idx="114">
                  <c:v>2956.5</c:v>
                </c:pt>
                <c:pt idx="115">
                  <c:v>2970.35</c:v>
                </c:pt>
                <c:pt idx="116">
                  <c:v>2730.05</c:v>
                </c:pt>
                <c:pt idx="117">
                  <c:v>2755.7</c:v>
                </c:pt>
                <c:pt idx="118">
                  <c:v>2616.25</c:v>
                </c:pt>
                <c:pt idx="119">
                  <c:v>2828.35</c:v>
                </c:pt>
                <c:pt idx="120">
                  <c:v>2764</c:v>
                </c:pt>
                <c:pt idx="121">
                  <c:v>2864.05</c:v>
                </c:pt>
                <c:pt idx="122">
                  <c:v>2875.8</c:v>
                </c:pt>
                <c:pt idx="123">
                  <c:v>2930.85</c:v>
                </c:pt>
                <c:pt idx="124">
                  <c:v>3115.45</c:v>
                </c:pt>
                <c:pt idx="125">
                  <c:v>3267.65</c:v>
                </c:pt>
                <c:pt idx="126">
                  <c:v>3198.05</c:v>
                </c:pt>
                <c:pt idx="127">
                  <c:v>3103.3</c:v>
                </c:pt>
                <c:pt idx="128">
                  <c:v>3013.95</c:v>
                </c:pt>
                <c:pt idx="129">
                  <c:v>3023.85</c:v>
                </c:pt>
                <c:pt idx="130">
                  <c:v>2882.25</c:v>
                </c:pt>
                <c:pt idx="131">
                  <c:v>3011</c:v>
                </c:pt>
                <c:pt idx="132">
                  <c:v>2900.05</c:v>
                </c:pt>
                <c:pt idx="133">
                  <c:v>2847.85</c:v>
                </c:pt>
                <c:pt idx="134">
                  <c:v>2845.55</c:v>
                </c:pt>
                <c:pt idx="135">
                  <c:v>2768.85</c:v>
                </c:pt>
                <c:pt idx="136">
                  <c:v>2722.7</c:v>
                </c:pt>
                <c:pt idx="137">
                  <c:v>2698.65</c:v>
                </c:pt>
                <c:pt idx="138">
                  <c:v>2588.15</c:v>
                </c:pt>
                <c:pt idx="139">
                  <c:v>2317.35</c:v>
                </c:pt>
                <c:pt idx="140">
                  <c:v>2515.35</c:v>
                </c:pt>
                <c:pt idx="141">
                  <c:v>2419.5</c:v>
                </c:pt>
                <c:pt idx="142">
                  <c:v>2512.1</c:v>
                </c:pt>
                <c:pt idx="143">
                  <c:v>2450.15</c:v>
                </c:pt>
                <c:pt idx="144">
                  <c:v>2411.3000000000002</c:v>
                </c:pt>
                <c:pt idx="145">
                  <c:v>2402.6999999999998</c:v>
                </c:pt>
                <c:pt idx="146">
                  <c:v>2440.5</c:v>
                </c:pt>
                <c:pt idx="147">
                  <c:v>2375.9</c:v>
                </c:pt>
                <c:pt idx="148">
                  <c:v>2198.4499999999998</c:v>
                </c:pt>
                <c:pt idx="149">
                  <c:v>2204.6</c:v>
                </c:pt>
                <c:pt idx="150">
                  <c:v>2383.4</c:v>
                </c:pt>
                <c:pt idx="151">
                  <c:v>2448.0500000000002</c:v>
                </c:pt>
                <c:pt idx="152">
                  <c:v>2321.4499999999998</c:v>
                </c:pt>
                <c:pt idx="153">
                  <c:v>2363.9499999999998</c:v>
                </c:pt>
                <c:pt idx="154">
                  <c:v>2441.35</c:v>
                </c:pt>
                <c:pt idx="155">
                  <c:v>2561.85</c:v>
                </c:pt>
                <c:pt idx="156">
                  <c:v>2496.4499999999998</c:v>
                </c:pt>
                <c:pt idx="157">
                  <c:v>2645.2</c:v>
                </c:pt>
                <c:pt idx="158">
                  <c:v>2699.2</c:v>
                </c:pt>
                <c:pt idx="159">
                  <c:v>2768.2</c:v>
                </c:pt>
                <c:pt idx="160">
                  <c:v>2779.15</c:v>
                </c:pt>
                <c:pt idx="161">
                  <c:v>3062.05</c:v>
                </c:pt>
                <c:pt idx="162">
                  <c:v>3085.65</c:v>
                </c:pt>
                <c:pt idx="163">
                  <c:v>3051.45</c:v>
                </c:pt>
                <c:pt idx="164">
                  <c:v>3105.8</c:v>
                </c:pt>
                <c:pt idx="165">
                  <c:v>3271.85</c:v>
                </c:pt>
                <c:pt idx="166">
                  <c:v>3261.45</c:v>
                </c:pt>
                <c:pt idx="167">
                  <c:v>3452.45</c:v>
                </c:pt>
                <c:pt idx="168">
                  <c:v>3379.35</c:v>
                </c:pt>
                <c:pt idx="169">
                  <c:v>3358.05</c:v>
                </c:pt>
                <c:pt idx="170">
                  <c:v>3348.45</c:v>
                </c:pt>
                <c:pt idx="171">
                  <c:v>3327.35</c:v>
                </c:pt>
                <c:pt idx="172">
                  <c:v>3260.95</c:v>
                </c:pt>
                <c:pt idx="173">
                  <c:v>3240.15</c:v>
                </c:pt>
                <c:pt idx="174">
                  <c:v>3264.8</c:v>
                </c:pt>
                <c:pt idx="175">
                  <c:v>3180.85</c:v>
                </c:pt>
                <c:pt idx="176">
                  <c:v>2954.8</c:v>
                </c:pt>
                <c:pt idx="177">
                  <c:v>2699.8</c:v>
                </c:pt>
                <c:pt idx="178">
                  <c:v>2634</c:v>
                </c:pt>
                <c:pt idx="179">
                  <c:v>2756.95</c:v>
                </c:pt>
                <c:pt idx="180">
                  <c:v>2649.65</c:v>
                </c:pt>
                <c:pt idx="181">
                  <c:v>2459.9499999999998</c:v>
                </c:pt>
                <c:pt idx="182">
                  <c:v>2813.4</c:v>
                </c:pt>
                <c:pt idx="183">
                  <c:v>2695.6</c:v>
                </c:pt>
                <c:pt idx="184">
                  <c:v>2721.15</c:v>
                </c:pt>
                <c:pt idx="185">
                  <c:v>2650.4</c:v>
                </c:pt>
                <c:pt idx="186">
                  <c:v>2656.45</c:v>
                </c:pt>
                <c:pt idx="187">
                  <c:v>2624.7</c:v>
                </c:pt>
                <c:pt idx="188">
                  <c:v>2686.9</c:v>
                </c:pt>
                <c:pt idx="189">
                  <c:v>2643.9</c:v>
                </c:pt>
                <c:pt idx="190">
                  <c:v>2608.15</c:v>
                </c:pt>
                <c:pt idx="191">
                  <c:v>2527.9499999999998</c:v>
                </c:pt>
                <c:pt idx="192">
                  <c:v>2437.6999999999998</c:v>
                </c:pt>
                <c:pt idx="193">
                  <c:v>2285.35</c:v>
                </c:pt>
                <c:pt idx="194">
                  <c:v>2327.5500000000002</c:v>
                </c:pt>
                <c:pt idx="195">
                  <c:v>2177.35</c:v>
                </c:pt>
                <c:pt idx="196">
                  <c:v>2215.0500000000002</c:v>
                </c:pt>
                <c:pt idx="197">
                  <c:v>2109.4</c:v>
                </c:pt>
                <c:pt idx="198">
                  <c:v>1914.85</c:v>
                </c:pt>
                <c:pt idx="199">
                  <c:v>2194.5</c:v>
                </c:pt>
                <c:pt idx="200">
                  <c:v>2294.65</c:v>
                </c:pt>
                <c:pt idx="201">
                  <c:v>2161.25</c:v>
                </c:pt>
                <c:pt idx="202">
                  <c:v>2191.8000000000002</c:v>
                </c:pt>
                <c:pt idx="203">
                  <c:v>2280.35</c:v>
                </c:pt>
                <c:pt idx="204">
                  <c:v>2288.15</c:v>
                </c:pt>
                <c:pt idx="205">
                  <c:v>2313.4</c:v>
                </c:pt>
                <c:pt idx="206">
                  <c:v>2240.6999999999998</c:v>
                </c:pt>
                <c:pt idx="207">
                  <c:v>2348.5</c:v>
                </c:pt>
                <c:pt idx="208">
                  <c:v>2415</c:v>
                </c:pt>
                <c:pt idx="209">
                  <c:v>2376</c:v>
                </c:pt>
                <c:pt idx="210">
                  <c:v>2404.9</c:v>
                </c:pt>
                <c:pt idx="211">
                  <c:v>2339.6999999999998</c:v>
                </c:pt>
                <c:pt idx="212">
                  <c:v>2322.9</c:v>
                </c:pt>
                <c:pt idx="213">
                  <c:v>2378.5</c:v>
                </c:pt>
                <c:pt idx="214">
                  <c:v>2423.25</c:v>
                </c:pt>
                <c:pt idx="215">
                  <c:v>2348.4</c:v>
                </c:pt>
                <c:pt idx="216">
                  <c:v>2185.9</c:v>
                </c:pt>
                <c:pt idx="217">
                  <c:v>2312.1</c:v>
                </c:pt>
                <c:pt idx="218">
                  <c:v>2372.9</c:v>
                </c:pt>
                <c:pt idx="219">
                  <c:v>2374.4</c:v>
                </c:pt>
                <c:pt idx="220">
                  <c:v>2400.9</c:v>
                </c:pt>
                <c:pt idx="221">
                  <c:v>2480.9499999999998</c:v>
                </c:pt>
                <c:pt idx="222">
                  <c:v>2548.1</c:v>
                </c:pt>
                <c:pt idx="223">
                  <c:v>2473.6</c:v>
                </c:pt>
                <c:pt idx="224">
                  <c:v>2443.1</c:v>
                </c:pt>
                <c:pt idx="225">
                  <c:v>2491.8000000000002</c:v>
                </c:pt>
                <c:pt idx="226">
                  <c:v>2618.35</c:v>
                </c:pt>
                <c:pt idx="227">
                  <c:v>2597.1</c:v>
                </c:pt>
                <c:pt idx="228">
                  <c:v>2613</c:v>
                </c:pt>
                <c:pt idx="229">
                  <c:v>2577.6</c:v>
                </c:pt>
                <c:pt idx="230">
                  <c:v>2820.1</c:v>
                </c:pt>
                <c:pt idx="231">
                  <c:v>2783.05</c:v>
                </c:pt>
                <c:pt idx="232">
                  <c:v>2922.75</c:v>
                </c:pt>
                <c:pt idx="233">
                  <c:v>2918.75</c:v>
                </c:pt>
                <c:pt idx="234">
                  <c:v>2935.4</c:v>
                </c:pt>
                <c:pt idx="235">
                  <c:v>3010.45</c:v>
                </c:pt>
                <c:pt idx="236">
                  <c:v>2997.95</c:v>
                </c:pt>
                <c:pt idx="237">
                  <c:v>2986.05</c:v>
                </c:pt>
                <c:pt idx="238">
                  <c:v>3010.45</c:v>
                </c:pt>
                <c:pt idx="239">
                  <c:v>2939.85</c:v>
                </c:pt>
                <c:pt idx="240">
                  <c:v>2782.3</c:v>
                </c:pt>
                <c:pt idx="241">
                  <c:v>2810.7</c:v>
                </c:pt>
                <c:pt idx="242">
                  <c:v>2652.15</c:v>
                </c:pt>
                <c:pt idx="243">
                  <c:v>2616.15</c:v>
                </c:pt>
                <c:pt idx="244">
                  <c:v>2499.8000000000002</c:v>
                </c:pt>
                <c:pt idx="245">
                  <c:v>2304.4499999999998</c:v>
                </c:pt>
                <c:pt idx="246">
                  <c:v>2181</c:v>
                </c:pt>
                <c:pt idx="247">
                  <c:v>2247.3000000000002</c:v>
                </c:pt>
                <c:pt idx="248">
                  <c:v>2297.0500000000002</c:v>
                </c:pt>
                <c:pt idx="249">
                  <c:v>2399.25</c:v>
                </c:pt>
                <c:pt idx="250">
                  <c:v>2365.9499999999998</c:v>
                </c:pt>
                <c:pt idx="251">
                  <c:v>2414.8000000000002</c:v>
                </c:pt>
                <c:pt idx="252">
                  <c:v>2403.8000000000002</c:v>
                </c:pt>
                <c:pt idx="253">
                  <c:v>2658</c:v>
                </c:pt>
                <c:pt idx="254">
                  <c:v>2791.65</c:v>
                </c:pt>
                <c:pt idx="255">
                  <c:v>2663.25</c:v>
                </c:pt>
                <c:pt idx="256">
                  <c:v>2702.5</c:v>
                </c:pt>
                <c:pt idx="257">
                  <c:v>2716</c:v>
                </c:pt>
                <c:pt idx="258">
                  <c:v>2526.85</c:v>
                </c:pt>
                <c:pt idx="259">
                  <c:v>2560.4499999999998</c:v>
                </c:pt>
                <c:pt idx="260">
                  <c:v>2558.4</c:v>
                </c:pt>
                <c:pt idx="261">
                  <c:v>2516.3000000000002</c:v>
                </c:pt>
                <c:pt idx="262">
                  <c:v>2501.6</c:v>
                </c:pt>
                <c:pt idx="263">
                  <c:v>2641.4</c:v>
                </c:pt>
                <c:pt idx="264">
                  <c:v>2913.25</c:v>
                </c:pt>
                <c:pt idx="265">
                  <c:v>2884.2</c:v>
                </c:pt>
                <c:pt idx="266">
                  <c:v>2821.95</c:v>
                </c:pt>
                <c:pt idx="267">
                  <c:v>2854.45</c:v>
                </c:pt>
                <c:pt idx="268">
                  <c:v>2840.35</c:v>
                </c:pt>
                <c:pt idx="269">
                  <c:v>2720</c:v>
                </c:pt>
                <c:pt idx="270">
                  <c:v>2829.1</c:v>
                </c:pt>
                <c:pt idx="271">
                  <c:v>2790.3</c:v>
                </c:pt>
                <c:pt idx="272">
                  <c:v>2745.65</c:v>
                </c:pt>
                <c:pt idx="273">
                  <c:v>2812.3</c:v>
                </c:pt>
                <c:pt idx="274">
                  <c:v>2790.95</c:v>
                </c:pt>
                <c:pt idx="275">
                  <c:v>2861.1</c:v>
                </c:pt>
                <c:pt idx="276">
                  <c:v>2826.3</c:v>
                </c:pt>
                <c:pt idx="277">
                  <c:v>2882.1</c:v>
                </c:pt>
                <c:pt idx="278">
                  <c:v>2934.25</c:v>
                </c:pt>
                <c:pt idx="279">
                  <c:v>2981.35</c:v>
                </c:pt>
                <c:pt idx="280">
                  <c:v>3002.15</c:v>
                </c:pt>
                <c:pt idx="281">
                  <c:v>2904.25</c:v>
                </c:pt>
                <c:pt idx="282">
                  <c:v>2942.05</c:v>
                </c:pt>
                <c:pt idx="283">
                  <c:v>2839.15</c:v>
                </c:pt>
                <c:pt idx="284">
                  <c:v>2860.2</c:v>
                </c:pt>
                <c:pt idx="285">
                  <c:v>2815</c:v>
                </c:pt>
                <c:pt idx="286">
                  <c:v>2732.95</c:v>
                </c:pt>
                <c:pt idx="287">
                  <c:v>2615.5</c:v>
                </c:pt>
                <c:pt idx="288">
                  <c:v>2531.25</c:v>
                </c:pt>
                <c:pt idx="289">
                  <c:v>2521.5500000000002</c:v>
                </c:pt>
                <c:pt idx="290">
                  <c:v>2340.1999999999998</c:v>
                </c:pt>
                <c:pt idx="291">
                  <c:v>2542.4</c:v>
                </c:pt>
                <c:pt idx="292">
                  <c:v>2404.9499999999998</c:v>
                </c:pt>
                <c:pt idx="293">
                  <c:v>2099.4499999999998</c:v>
                </c:pt>
                <c:pt idx="294">
                  <c:v>2006.85</c:v>
                </c:pt>
                <c:pt idx="295">
                  <c:v>2148.25</c:v>
                </c:pt>
                <c:pt idx="296">
                  <c:v>2233.1</c:v>
                </c:pt>
                <c:pt idx="297">
                  <c:v>1978.95</c:v>
                </c:pt>
                <c:pt idx="298">
                  <c:v>1662.35</c:v>
                </c:pt>
                <c:pt idx="299">
                  <c:v>1397.8</c:v>
                </c:pt>
                <c:pt idx="300">
                  <c:v>1589.9</c:v>
                </c:pt>
                <c:pt idx="301">
                  <c:v>1686.1</c:v>
                </c:pt>
                <c:pt idx="302">
                  <c:v>1657</c:v>
                </c:pt>
                <c:pt idx="303">
                  <c:v>1644</c:v>
                </c:pt>
                <c:pt idx="304">
                  <c:v>1612.25</c:v>
                </c:pt>
                <c:pt idx="305">
                  <c:v>1595.45</c:v>
                </c:pt>
                <c:pt idx="306">
                  <c:v>1505.8</c:v>
                </c:pt>
                <c:pt idx="307">
                  <c:v>1419.55</c:v>
                </c:pt>
                <c:pt idx="308">
                  <c:v>1423.2</c:v>
                </c:pt>
                <c:pt idx="309">
                  <c:v>1448.95</c:v>
                </c:pt>
                <c:pt idx="310">
                  <c:v>1495.15</c:v>
                </c:pt>
                <c:pt idx="311">
                  <c:v>1421.5</c:v>
                </c:pt>
                <c:pt idx="312">
                  <c:v>1338.4</c:v>
                </c:pt>
                <c:pt idx="313">
                  <c:v>1268.45</c:v>
                </c:pt>
                <c:pt idx="314">
                  <c:v>1298.55</c:v>
                </c:pt>
                <c:pt idx="315">
                  <c:v>1231.8</c:v>
                </c:pt>
                <c:pt idx="316">
                  <c:v>1156.75</c:v>
                </c:pt>
                <c:pt idx="317">
                  <c:v>1156.05</c:v>
                </c:pt>
                <c:pt idx="318">
                  <c:v>1075.8499999999999</c:v>
                </c:pt>
                <c:pt idx="319">
                  <c:v>903.75</c:v>
                </c:pt>
                <c:pt idx="320">
                  <c:v>842.6</c:v>
                </c:pt>
                <c:pt idx="321">
                  <c:v>977.45</c:v>
                </c:pt>
                <c:pt idx="322">
                  <c:v>1079.4000000000001</c:v>
                </c:pt>
                <c:pt idx="323">
                  <c:v>1249.3</c:v>
                </c:pt>
                <c:pt idx="324">
                  <c:v>1292.2</c:v>
                </c:pt>
                <c:pt idx="325">
                  <c:v>1372.65</c:v>
                </c:pt>
                <c:pt idx="326">
                  <c:v>1368.95</c:v>
                </c:pt>
                <c:pt idx="327">
                  <c:v>1489.5</c:v>
                </c:pt>
                <c:pt idx="328">
                  <c:v>1479.7</c:v>
                </c:pt>
                <c:pt idx="329">
                  <c:v>1443.65</c:v>
                </c:pt>
                <c:pt idx="330">
                  <c:v>1246.45</c:v>
                </c:pt>
                <c:pt idx="331">
                  <c:v>1417.05</c:v>
                </c:pt>
                <c:pt idx="332">
                  <c:v>1501.85</c:v>
                </c:pt>
                <c:pt idx="333">
                  <c:v>1586.35</c:v>
                </c:pt>
                <c:pt idx="334">
                  <c:v>1651.45</c:v>
                </c:pt>
                <c:pt idx="335">
                  <c:v>1725.75</c:v>
                </c:pt>
                <c:pt idx="336">
                  <c:v>1768.6</c:v>
                </c:pt>
                <c:pt idx="337">
                  <c:v>1622.5</c:v>
                </c:pt>
                <c:pt idx="338">
                  <c:v>1615.45</c:v>
                </c:pt>
                <c:pt idx="339">
                  <c:v>1591.05</c:v>
                </c:pt>
                <c:pt idx="340">
                  <c:v>1577.05</c:v>
                </c:pt>
                <c:pt idx="341">
                  <c:v>1611</c:v>
                </c:pt>
                <c:pt idx="342">
                  <c:v>1656.6</c:v>
                </c:pt>
                <c:pt idx="343">
                  <c:v>1665.9</c:v>
                </c:pt>
                <c:pt idx="344">
                  <c:v>1643.25</c:v>
                </c:pt>
                <c:pt idx="345">
                  <c:v>1689</c:v>
                </c:pt>
                <c:pt idx="346">
                  <c:v>1734.45</c:v>
                </c:pt>
                <c:pt idx="347">
                  <c:v>1767.7</c:v>
                </c:pt>
                <c:pt idx="348">
                  <c:v>1782.15</c:v>
                </c:pt>
                <c:pt idx="349">
                  <c:v>1789.4</c:v>
                </c:pt>
                <c:pt idx="350">
                  <c:v>1843.3</c:v>
                </c:pt>
                <c:pt idx="351">
                  <c:v>1852.65</c:v>
                </c:pt>
                <c:pt idx="352">
                  <c:v>1735.25</c:v>
                </c:pt>
                <c:pt idx="353">
                  <c:v>1673.5</c:v>
                </c:pt>
                <c:pt idx="354">
                  <c:v>1669.85</c:v>
                </c:pt>
                <c:pt idx="355">
                  <c:v>1556.7</c:v>
                </c:pt>
                <c:pt idx="356">
                  <c:v>1548</c:v>
                </c:pt>
                <c:pt idx="357">
                  <c:v>1599.55</c:v>
                </c:pt>
                <c:pt idx="358">
                  <c:v>1597.2</c:v>
                </c:pt>
                <c:pt idx="359">
                  <c:v>1682.15</c:v>
                </c:pt>
                <c:pt idx="360">
                  <c:v>1692.05</c:v>
                </c:pt>
                <c:pt idx="361">
                  <c:v>1736.6</c:v>
                </c:pt>
                <c:pt idx="362">
                  <c:v>1740.55</c:v>
                </c:pt>
                <c:pt idx="363">
                  <c:v>1657.95</c:v>
                </c:pt>
                <c:pt idx="364">
                  <c:v>1565.45</c:v>
                </c:pt>
                <c:pt idx="365">
                  <c:v>1550.5</c:v>
                </c:pt>
                <c:pt idx="366">
                  <c:v>1560.05</c:v>
                </c:pt>
                <c:pt idx="367">
                  <c:v>1521</c:v>
                </c:pt>
                <c:pt idx="368">
                  <c:v>1525.65</c:v>
                </c:pt>
                <c:pt idx="369">
                  <c:v>1481.7</c:v>
                </c:pt>
                <c:pt idx="370">
                  <c:v>1281.8</c:v>
                </c:pt>
                <c:pt idx="371">
                  <c:v>1376.75</c:v>
                </c:pt>
                <c:pt idx="372">
                  <c:v>1393</c:v>
                </c:pt>
                <c:pt idx="373">
                  <c:v>1380.9</c:v>
                </c:pt>
                <c:pt idx="374">
                  <c:v>1405.8</c:v>
                </c:pt>
                <c:pt idx="375">
                  <c:v>1337.75</c:v>
                </c:pt>
                <c:pt idx="376">
                  <c:v>1294.5999999999999</c:v>
                </c:pt>
                <c:pt idx="377">
                  <c:v>1241.9000000000001</c:v>
                </c:pt>
                <c:pt idx="378">
                  <c:v>1250.8499999999999</c:v>
                </c:pt>
                <c:pt idx="379">
                  <c:v>1213.8499999999999</c:v>
                </c:pt>
                <c:pt idx="380">
                  <c:v>1188.8</c:v>
                </c:pt>
                <c:pt idx="381">
                  <c:v>1240.6500000000001</c:v>
                </c:pt>
                <c:pt idx="382">
                  <c:v>1208.3499999999999</c:v>
                </c:pt>
                <c:pt idx="383">
                  <c:v>1315.85</c:v>
                </c:pt>
                <c:pt idx="384">
                  <c:v>1315.9</c:v>
                </c:pt>
                <c:pt idx="385">
                  <c:v>1304.2</c:v>
                </c:pt>
                <c:pt idx="386">
                  <c:v>1273.8</c:v>
                </c:pt>
                <c:pt idx="387">
                  <c:v>1374.6</c:v>
                </c:pt>
                <c:pt idx="388">
                  <c:v>1364.65</c:v>
                </c:pt>
                <c:pt idx="389">
                  <c:v>1393.6</c:v>
                </c:pt>
                <c:pt idx="390">
                  <c:v>1356.3</c:v>
                </c:pt>
                <c:pt idx="391">
                  <c:v>1351.4</c:v>
                </c:pt>
                <c:pt idx="392">
                  <c:v>1368.8</c:v>
                </c:pt>
                <c:pt idx="393">
                  <c:v>1350.55</c:v>
                </c:pt>
                <c:pt idx="394">
                  <c:v>1345.6</c:v>
                </c:pt>
                <c:pt idx="395">
                  <c:v>1358.95</c:v>
                </c:pt>
                <c:pt idx="396">
                  <c:v>1443.3</c:v>
                </c:pt>
                <c:pt idx="397">
                  <c:v>1500.8</c:v>
                </c:pt>
                <c:pt idx="398">
                  <c:v>1536.45</c:v>
                </c:pt>
                <c:pt idx="399">
                  <c:v>1541.2</c:v>
                </c:pt>
                <c:pt idx="400">
                  <c:v>1531.9</c:v>
                </c:pt>
                <c:pt idx="401">
                  <c:v>1527.2</c:v>
                </c:pt>
                <c:pt idx="402">
                  <c:v>1509.7</c:v>
                </c:pt>
                <c:pt idx="403">
                  <c:v>1487.95</c:v>
                </c:pt>
                <c:pt idx="404">
                  <c:v>1424.1</c:v>
                </c:pt>
                <c:pt idx="405">
                  <c:v>1371.55</c:v>
                </c:pt>
                <c:pt idx="406">
                  <c:v>1444.7</c:v>
                </c:pt>
                <c:pt idx="407">
                  <c:v>1463.3</c:v>
                </c:pt>
                <c:pt idx="408">
                  <c:v>1435.4</c:v>
                </c:pt>
                <c:pt idx="409">
                  <c:v>1420.75</c:v>
                </c:pt>
                <c:pt idx="410">
                  <c:v>1436.8</c:v>
                </c:pt>
                <c:pt idx="411">
                  <c:v>1418.9</c:v>
                </c:pt>
                <c:pt idx="412">
                  <c:v>1492.85</c:v>
                </c:pt>
                <c:pt idx="413">
                  <c:v>1539.15</c:v>
                </c:pt>
                <c:pt idx="414">
                  <c:v>1500.7</c:v>
                </c:pt>
                <c:pt idx="415">
                  <c:v>1524.5</c:v>
                </c:pt>
                <c:pt idx="416">
                  <c:v>1543.15</c:v>
                </c:pt>
                <c:pt idx="417">
                  <c:v>1499</c:v>
                </c:pt>
                <c:pt idx="418">
                  <c:v>1417.5</c:v>
                </c:pt>
                <c:pt idx="419">
                  <c:v>1499.45</c:v>
                </c:pt>
                <c:pt idx="420">
                  <c:v>1450</c:v>
                </c:pt>
                <c:pt idx="421">
                  <c:v>1434.1</c:v>
                </c:pt>
                <c:pt idx="422">
                  <c:v>1484.3</c:v>
                </c:pt>
                <c:pt idx="423">
                  <c:v>1454.65</c:v>
                </c:pt>
                <c:pt idx="424">
                  <c:v>1493.75</c:v>
                </c:pt>
                <c:pt idx="425">
                  <c:v>1433.95</c:v>
                </c:pt>
                <c:pt idx="426">
                  <c:v>1428.95</c:v>
                </c:pt>
                <c:pt idx="427">
                  <c:v>1255.4000000000001</c:v>
                </c:pt>
                <c:pt idx="428">
                  <c:v>1086.4000000000001</c:v>
                </c:pt>
                <c:pt idx="429">
                  <c:v>1098.3499999999999</c:v>
                </c:pt>
                <c:pt idx="430">
                  <c:v>998.7</c:v>
                </c:pt>
                <c:pt idx="431">
                  <c:v>951.65</c:v>
                </c:pt>
                <c:pt idx="432">
                  <c:v>878.7</c:v>
                </c:pt>
                <c:pt idx="433">
                  <c:v>1048.95</c:v>
                </c:pt>
                <c:pt idx="434">
                  <c:v>1057.5</c:v>
                </c:pt>
                <c:pt idx="435">
                  <c:v>1146</c:v>
                </c:pt>
                <c:pt idx="436">
                  <c:v>1015.1</c:v>
                </c:pt>
                <c:pt idx="437">
                  <c:v>1040.5999999999999</c:v>
                </c:pt>
                <c:pt idx="438">
                  <c:v>1034.25</c:v>
                </c:pt>
                <c:pt idx="439">
                  <c:v>922.85</c:v>
                </c:pt>
                <c:pt idx="440">
                  <c:v>938.1</c:v>
                </c:pt>
                <c:pt idx="441">
                  <c:v>921.8</c:v>
                </c:pt>
                <c:pt idx="442">
                  <c:v>888.8</c:v>
                </c:pt>
                <c:pt idx="443">
                  <c:v>916.65</c:v>
                </c:pt>
                <c:pt idx="444">
                  <c:v>974.55</c:v>
                </c:pt>
                <c:pt idx="445">
                  <c:v>1022.6</c:v>
                </c:pt>
                <c:pt idx="446">
                  <c:v>1048.45</c:v>
                </c:pt>
                <c:pt idx="447">
                  <c:v>1018</c:v>
                </c:pt>
                <c:pt idx="448">
                  <c:v>1102.95</c:v>
                </c:pt>
                <c:pt idx="449">
                  <c:v>1179.3</c:v>
                </c:pt>
                <c:pt idx="450">
                  <c:v>1095.95</c:v>
                </c:pt>
                <c:pt idx="451">
                  <c:v>1102.75</c:v>
                </c:pt>
                <c:pt idx="452">
                  <c:v>1134.5999999999999</c:v>
                </c:pt>
                <c:pt idx="453">
                  <c:v>1126.95</c:v>
                </c:pt>
                <c:pt idx="454">
                  <c:v>1107.95</c:v>
                </c:pt>
                <c:pt idx="455">
                  <c:v>1115.95</c:v>
                </c:pt>
                <c:pt idx="456">
                  <c:v>1132.95</c:v>
                </c:pt>
                <c:pt idx="457">
                  <c:v>1038.55</c:v>
                </c:pt>
                <c:pt idx="458">
                  <c:v>1071.55</c:v>
                </c:pt>
                <c:pt idx="459">
                  <c:v>1069.05</c:v>
                </c:pt>
                <c:pt idx="460">
                  <c:v>1031.8</c:v>
                </c:pt>
                <c:pt idx="461">
                  <c:v>1028.5</c:v>
                </c:pt>
                <c:pt idx="462">
                  <c:v>1107.5</c:v>
                </c:pt>
                <c:pt idx="463">
                  <c:v>1097.05</c:v>
                </c:pt>
                <c:pt idx="464">
                  <c:v>1062.95</c:v>
                </c:pt>
                <c:pt idx="465">
                  <c:v>1079.1500000000001</c:v>
                </c:pt>
                <c:pt idx="466">
                  <c:v>1089.8499999999999</c:v>
                </c:pt>
                <c:pt idx="467">
                  <c:v>1081.6500000000001</c:v>
                </c:pt>
                <c:pt idx="468">
                  <c:v>1112.4000000000001</c:v>
                </c:pt>
                <c:pt idx="469">
                  <c:v>1238.6500000000001</c:v>
                </c:pt>
                <c:pt idx="470">
                  <c:v>1345.85</c:v>
                </c:pt>
                <c:pt idx="471">
                  <c:v>1322.85</c:v>
                </c:pt>
                <c:pt idx="472">
                  <c:v>1348.3</c:v>
                </c:pt>
                <c:pt idx="473">
                  <c:v>1363.2</c:v>
                </c:pt>
                <c:pt idx="474">
                  <c:v>1332.4</c:v>
                </c:pt>
                <c:pt idx="475">
                  <c:v>1462.9</c:v>
                </c:pt>
                <c:pt idx="476">
                  <c:v>1533.75</c:v>
                </c:pt>
                <c:pt idx="477">
                  <c:v>1463.7</c:v>
                </c:pt>
                <c:pt idx="478">
                  <c:v>1442.35</c:v>
                </c:pt>
                <c:pt idx="479">
                  <c:v>1531.4</c:v>
                </c:pt>
                <c:pt idx="480">
                  <c:v>1592.9</c:v>
                </c:pt>
                <c:pt idx="481">
                  <c:v>1761.1</c:v>
                </c:pt>
                <c:pt idx="482">
                  <c:v>1769.95</c:v>
                </c:pt>
                <c:pt idx="483">
                  <c:v>1769.6</c:v>
                </c:pt>
                <c:pt idx="484">
                  <c:v>1723.75</c:v>
                </c:pt>
                <c:pt idx="485">
                  <c:v>1656.7</c:v>
                </c:pt>
                <c:pt idx="486">
                  <c:v>1717.65</c:v>
                </c:pt>
                <c:pt idx="487">
                  <c:v>1676.1</c:v>
                </c:pt>
                <c:pt idx="488">
                  <c:v>1653.75</c:v>
                </c:pt>
                <c:pt idx="489">
                  <c:v>1632.2</c:v>
                </c:pt>
                <c:pt idx="490">
                  <c:v>1613.65</c:v>
                </c:pt>
                <c:pt idx="491">
                  <c:v>1637.5</c:v>
                </c:pt>
                <c:pt idx="492">
                  <c:v>1630.2</c:v>
                </c:pt>
                <c:pt idx="493">
                  <c:v>1709</c:v>
                </c:pt>
                <c:pt idx="494">
                  <c:v>1671.05</c:v>
                </c:pt>
                <c:pt idx="495">
                  <c:v>1459.6</c:v>
                </c:pt>
                <c:pt idx="496">
                  <c:v>1584.95</c:v>
                </c:pt>
                <c:pt idx="497">
                  <c:v>1610.45</c:v>
                </c:pt>
                <c:pt idx="498">
                  <c:v>1589.65</c:v>
                </c:pt>
                <c:pt idx="499">
                  <c:v>1628.55</c:v>
                </c:pt>
                <c:pt idx="500">
                  <c:v>1681.15</c:v>
                </c:pt>
                <c:pt idx="501">
                  <c:v>1789.6</c:v>
                </c:pt>
                <c:pt idx="502">
                  <c:v>1829.9</c:v>
                </c:pt>
                <c:pt idx="503">
                  <c:v>1830.25</c:v>
                </c:pt>
                <c:pt idx="504">
                  <c:v>1746.55</c:v>
                </c:pt>
                <c:pt idx="505">
                  <c:v>1610.85</c:v>
                </c:pt>
                <c:pt idx="506">
                  <c:v>1528.35</c:v>
                </c:pt>
                <c:pt idx="507">
                  <c:v>1628.65</c:v>
                </c:pt>
                <c:pt idx="508">
                  <c:v>1638.15</c:v>
                </c:pt>
                <c:pt idx="509">
                  <c:v>1711.4</c:v>
                </c:pt>
                <c:pt idx="510">
                  <c:v>1751.75</c:v>
                </c:pt>
                <c:pt idx="511">
                  <c:v>1611.5</c:v>
                </c:pt>
                <c:pt idx="512">
                  <c:v>1583.95</c:v>
                </c:pt>
                <c:pt idx="513">
                  <c:v>1602.45</c:v>
                </c:pt>
                <c:pt idx="514">
                  <c:v>1574</c:v>
                </c:pt>
                <c:pt idx="515">
                  <c:v>1583.1</c:v>
                </c:pt>
                <c:pt idx="516">
                  <c:v>1581.4</c:v>
                </c:pt>
                <c:pt idx="517">
                  <c:v>1528.4</c:v>
                </c:pt>
                <c:pt idx="518">
                  <c:v>1558.6</c:v>
                </c:pt>
                <c:pt idx="519">
                  <c:v>1556.05</c:v>
                </c:pt>
                <c:pt idx="520">
                  <c:v>1645.45</c:v>
                </c:pt>
                <c:pt idx="521">
                  <c:v>1605.75</c:v>
                </c:pt>
                <c:pt idx="522">
                  <c:v>1595.95</c:v>
                </c:pt>
                <c:pt idx="523">
                  <c:v>1606.8</c:v>
                </c:pt>
                <c:pt idx="524">
                  <c:v>1737.2</c:v>
                </c:pt>
                <c:pt idx="525">
                  <c:v>1641.6</c:v>
                </c:pt>
                <c:pt idx="526">
                  <c:v>1673.8</c:v>
                </c:pt>
                <c:pt idx="527">
                  <c:v>1628.4</c:v>
                </c:pt>
                <c:pt idx="528">
                  <c:v>1688.55</c:v>
                </c:pt>
                <c:pt idx="529">
                  <c:v>1663.45</c:v>
                </c:pt>
                <c:pt idx="530">
                  <c:v>1695.5</c:v>
                </c:pt>
                <c:pt idx="531">
                  <c:v>1660.9</c:v>
                </c:pt>
                <c:pt idx="532">
                  <c:v>1669.45</c:v>
                </c:pt>
                <c:pt idx="533">
                  <c:v>1667.7</c:v>
                </c:pt>
                <c:pt idx="534">
                  <c:v>1620.6</c:v>
                </c:pt>
                <c:pt idx="535">
                  <c:v>1616.7</c:v>
                </c:pt>
                <c:pt idx="536">
                  <c:v>1649.3</c:v>
                </c:pt>
                <c:pt idx="537">
                  <c:v>1646.5</c:v>
                </c:pt>
                <c:pt idx="538">
                  <c:v>1662.7</c:v>
                </c:pt>
                <c:pt idx="539">
                  <c:v>1672.2</c:v>
                </c:pt>
                <c:pt idx="540">
                  <c:v>1586</c:v>
                </c:pt>
                <c:pt idx="541">
                  <c:v>1632.55</c:v>
                </c:pt>
                <c:pt idx="542">
                  <c:v>1710.2</c:v>
                </c:pt>
                <c:pt idx="543">
                  <c:v>1763.3</c:v>
                </c:pt>
                <c:pt idx="544">
                  <c:v>1791.8</c:v>
                </c:pt>
                <c:pt idx="545">
                  <c:v>1843.9</c:v>
                </c:pt>
                <c:pt idx="546">
                  <c:v>1847.95</c:v>
                </c:pt>
                <c:pt idx="547">
                  <c:v>1789.75</c:v>
                </c:pt>
                <c:pt idx="548">
                  <c:v>1785.6</c:v>
                </c:pt>
                <c:pt idx="549">
                  <c:v>1762.95</c:v>
                </c:pt>
                <c:pt idx="550">
                  <c:v>1759.35</c:v>
                </c:pt>
                <c:pt idx="551">
                  <c:v>1760.75</c:v>
                </c:pt>
                <c:pt idx="552">
                  <c:v>1750.05</c:v>
                </c:pt>
                <c:pt idx="553">
                  <c:v>1714.4</c:v>
                </c:pt>
                <c:pt idx="554">
                  <c:v>1701.95</c:v>
                </c:pt>
                <c:pt idx="555">
                  <c:v>1704.15</c:v>
                </c:pt>
                <c:pt idx="556">
                  <c:v>1697.65</c:v>
                </c:pt>
                <c:pt idx="557">
                  <c:v>1658.25</c:v>
                </c:pt>
                <c:pt idx="558">
                  <c:v>1674.15</c:v>
                </c:pt>
                <c:pt idx="559">
                  <c:v>1700.6</c:v>
                </c:pt>
                <c:pt idx="560">
                  <c:v>1690.45</c:v>
                </c:pt>
                <c:pt idx="561">
                  <c:v>1665.85</c:v>
                </c:pt>
                <c:pt idx="562">
                  <c:v>1634.7</c:v>
                </c:pt>
                <c:pt idx="563">
                  <c:v>1768.85</c:v>
                </c:pt>
                <c:pt idx="564">
                  <c:v>1728.3</c:v>
                </c:pt>
                <c:pt idx="565">
                  <c:v>1693.7</c:v>
                </c:pt>
                <c:pt idx="566">
                  <c:v>1659.7</c:v>
                </c:pt>
                <c:pt idx="567">
                  <c:v>1767.55</c:v>
                </c:pt>
                <c:pt idx="568">
                  <c:v>1765.75</c:v>
                </c:pt>
                <c:pt idx="569">
                  <c:v>1753.85</c:v>
                </c:pt>
                <c:pt idx="570">
                  <c:v>1746.5</c:v>
                </c:pt>
                <c:pt idx="571">
                  <c:v>1713.35</c:v>
                </c:pt>
                <c:pt idx="572">
                  <c:v>1791.5</c:v>
                </c:pt>
                <c:pt idx="573">
                  <c:v>1836.3</c:v>
                </c:pt>
                <c:pt idx="574">
                  <c:v>1658.3</c:v>
                </c:pt>
                <c:pt idx="575">
                  <c:v>1662.1</c:v>
                </c:pt>
                <c:pt idx="576">
                  <c:v>1614.55</c:v>
                </c:pt>
                <c:pt idx="577">
                  <c:v>1631.6</c:v>
                </c:pt>
                <c:pt idx="578">
                  <c:v>1589.35</c:v>
                </c:pt>
                <c:pt idx="579">
                  <c:v>1586.55</c:v>
                </c:pt>
                <c:pt idx="580">
                  <c:v>1519.6</c:v>
                </c:pt>
                <c:pt idx="581">
                  <c:v>1540.55</c:v>
                </c:pt>
                <c:pt idx="582">
                  <c:v>1530.65</c:v>
                </c:pt>
                <c:pt idx="583">
                  <c:v>1548.85</c:v>
                </c:pt>
                <c:pt idx="584">
                  <c:v>1557.4</c:v>
                </c:pt>
                <c:pt idx="585">
                  <c:v>1558.3</c:v>
                </c:pt>
                <c:pt idx="586">
                  <c:v>1602.65</c:v>
                </c:pt>
                <c:pt idx="587">
                  <c:v>1633.25</c:v>
                </c:pt>
                <c:pt idx="588">
                  <c:v>1603.45</c:v>
                </c:pt>
                <c:pt idx="589">
                  <c:v>1605.3</c:v>
                </c:pt>
                <c:pt idx="590">
                  <c:v>1603.8</c:v>
                </c:pt>
                <c:pt idx="591">
                  <c:v>1599.8</c:v>
                </c:pt>
                <c:pt idx="592">
                  <c:v>1553.8</c:v>
                </c:pt>
                <c:pt idx="593">
                  <c:v>1589.55</c:v>
                </c:pt>
                <c:pt idx="594">
                  <c:v>1548.85</c:v>
                </c:pt>
                <c:pt idx="595">
                  <c:v>1545.9</c:v>
                </c:pt>
                <c:pt idx="596">
                  <c:v>1545.45</c:v>
                </c:pt>
                <c:pt idx="597">
                  <c:v>1535.05</c:v>
                </c:pt>
                <c:pt idx="598">
                  <c:v>1561.8</c:v>
                </c:pt>
                <c:pt idx="599">
                  <c:v>1560.05</c:v>
                </c:pt>
                <c:pt idx="600">
                  <c:v>1531.25</c:v>
                </c:pt>
                <c:pt idx="601">
                  <c:v>1539.2</c:v>
                </c:pt>
                <c:pt idx="602">
                  <c:v>1529.1</c:v>
                </c:pt>
                <c:pt idx="603">
                  <c:v>1520.9</c:v>
                </c:pt>
                <c:pt idx="604">
                  <c:v>1526.25</c:v>
                </c:pt>
                <c:pt idx="605">
                  <c:v>1519.05</c:v>
                </c:pt>
                <c:pt idx="606">
                  <c:v>1530.95</c:v>
                </c:pt>
                <c:pt idx="607">
                  <c:v>1518.9</c:v>
                </c:pt>
                <c:pt idx="608">
                  <c:v>1485.95</c:v>
                </c:pt>
                <c:pt idx="609">
                  <c:v>1553.25</c:v>
                </c:pt>
                <c:pt idx="610">
                  <c:v>1584.75</c:v>
                </c:pt>
                <c:pt idx="611">
                  <c:v>1565.95</c:v>
                </c:pt>
                <c:pt idx="612">
                  <c:v>1567.9</c:v>
                </c:pt>
                <c:pt idx="613">
                  <c:v>1585.1</c:v>
                </c:pt>
                <c:pt idx="614">
                  <c:v>1575.8</c:v>
                </c:pt>
                <c:pt idx="615">
                  <c:v>1516.3</c:v>
                </c:pt>
                <c:pt idx="616">
                  <c:v>1520.15</c:v>
                </c:pt>
                <c:pt idx="617">
                  <c:v>1523.4</c:v>
                </c:pt>
                <c:pt idx="618">
                  <c:v>1523.8</c:v>
                </c:pt>
                <c:pt idx="619">
                  <c:v>1525.15</c:v>
                </c:pt>
                <c:pt idx="620">
                  <c:v>1515.2</c:v>
                </c:pt>
                <c:pt idx="621">
                  <c:v>1484.65</c:v>
                </c:pt>
                <c:pt idx="622">
                  <c:v>1462.05</c:v>
                </c:pt>
                <c:pt idx="623">
                  <c:v>1480.65</c:v>
                </c:pt>
                <c:pt idx="624">
                  <c:v>1486.5</c:v>
                </c:pt>
                <c:pt idx="625">
                  <c:v>1477.05</c:v>
                </c:pt>
                <c:pt idx="626">
                  <c:v>1450.95</c:v>
                </c:pt>
                <c:pt idx="627">
                  <c:v>1403.85</c:v>
                </c:pt>
                <c:pt idx="628">
                  <c:v>1398.9</c:v>
                </c:pt>
                <c:pt idx="629">
                  <c:v>1403.6</c:v>
                </c:pt>
                <c:pt idx="630">
                  <c:v>1396.45</c:v>
                </c:pt>
                <c:pt idx="631">
                  <c:v>1363.55</c:v>
                </c:pt>
                <c:pt idx="632">
                  <c:v>1305.55</c:v>
                </c:pt>
                <c:pt idx="633">
                  <c:v>1303.45</c:v>
                </c:pt>
                <c:pt idx="634">
                  <c:v>1279.5999999999999</c:v>
                </c:pt>
                <c:pt idx="635">
                  <c:v>1260.3499999999999</c:v>
                </c:pt>
                <c:pt idx="636">
                  <c:v>1290.3499999999999</c:v>
                </c:pt>
                <c:pt idx="637">
                  <c:v>1305.0999999999999</c:v>
                </c:pt>
                <c:pt idx="638">
                  <c:v>1261.55</c:v>
                </c:pt>
                <c:pt idx="639">
                  <c:v>1210.75</c:v>
                </c:pt>
                <c:pt idx="640">
                  <c:v>1274.9000000000001</c:v>
                </c:pt>
                <c:pt idx="641">
                  <c:v>1273.9000000000001</c:v>
                </c:pt>
                <c:pt idx="642">
                  <c:v>1264.45</c:v>
                </c:pt>
                <c:pt idx="643">
                  <c:v>1161.0999999999999</c:v>
                </c:pt>
                <c:pt idx="644">
                  <c:v>1154.55</c:v>
                </c:pt>
                <c:pt idx="645">
                  <c:v>1127.95</c:v>
                </c:pt>
                <c:pt idx="646">
                  <c:v>1135.8499999999999</c:v>
                </c:pt>
                <c:pt idx="647">
                  <c:v>1129.5999999999999</c:v>
                </c:pt>
                <c:pt idx="648">
                  <c:v>1087.3499999999999</c:v>
                </c:pt>
                <c:pt idx="649">
                  <c:v>1093.05</c:v>
                </c:pt>
                <c:pt idx="650">
                  <c:v>1100.0999999999999</c:v>
                </c:pt>
                <c:pt idx="651">
                  <c:v>1137.8</c:v>
                </c:pt>
                <c:pt idx="652">
                  <c:v>1148.25</c:v>
                </c:pt>
                <c:pt idx="653">
                  <c:v>1172.2</c:v>
                </c:pt>
                <c:pt idx="654">
                  <c:v>1192.9000000000001</c:v>
                </c:pt>
                <c:pt idx="655">
                  <c:v>1171.25</c:v>
                </c:pt>
                <c:pt idx="656">
                  <c:v>1155.8</c:v>
                </c:pt>
                <c:pt idx="657">
                  <c:v>1139.95</c:v>
                </c:pt>
                <c:pt idx="658">
                  <c:v>1155.45</c:v>
                </c:pt>
                <c:pt idx="659">
                  <c:v>1216.3</c:v>
                </c:pt>
                <c:pt idx="660">
                  <c:v>1225.2</c:v>
                </c:pt>
                <c:pt idx="661">
                  <c:v>1199.75</c:v>
                </c:pt>
                <c:pt idx="662">
                  <c:v>1218.8499999999999</c:v>
                </c:pt>
                <c:pt idx="663">
                  <c:v>1256.5999999999999</c:v>
                </c:pt>
                <c:pt idx="664">
                  <c:v>1187.6500000000001</c:v>
                </c:pt>
                <c:pt idx="665">
                  <c:v>1178.5999999999999</c:v>
                </c:pt>
                <c:pt idx="666">
                  <c:v>1194.75</c:v>
                </c:pt>
                <c:pt idx="667">
                  <c:v>1267.7</c:v>
                </c:pt>
                <c:pt idx="668">
                  <c:v>1280.7</c:v>
                </c:pt>
                <c:pt idx="669">
                  <c:v>1227.8499999999999</c:v>
                </c:pt>
                <c:pt idx="670">
                  <c:v>1245.8499999999999</c:v>
                </c:pt>
                <c:pt idx="671">
                  <c:v>1244.75</c:v>
                </c:pt>
                <c:pt idx="672">
                  <c:v>1211.3499999999999</c:v>
                </c:pt>
                <c:pt idx="673">
                  <c:v>1437.75</c:v>
                </c:pt>
                <c:pt idx="674">
                  <c:v>1336.95</c:v>
                </c:pt>
                <c:pt idx="675">
                  <c:v>1343.65</c:v>
                </c:pt>
                <c:pt idx="676">
                  <c:v>1313</c:v>
                </c:pt>
                <c:pt idx="677">
                  <c:v>1299.7</c:v>
                </c:pt>
                <c:pt idx="678">
                  <c:v>1348.85</c:v>
                </c:pt>
                <c:pt idx="679">
                  <c:v>1307.3</c:v>
                </c:pt>
                <c:pt idx="680">
                  <c:v>1314.65</c:v>
                </c:pt>
                <c:pt idx="681">
                  <c:v>1303.4000000000001</c:v>
                </c:pt>
                <c:pt idx="682">
                  <c:v>1316.95</c:v>
                </c:pt>
                <c:pt idx="683">
                  <c:v>1288.8499999999999</c:v>
                </c:pt>
                <c:pt idx="684">
                  <c:v>1333.5</c:v>
                </c:pt>
                <c:pt idx="685">
                  <c:v>1345.8</c:v>
                </c:pt>
                <c:pt idx="686">
                  <c:v>1354.95</c:v>
                </c:pt>
                <c:pt idx="687">
                  <c:v>1323.6</c:v>
                </c:pt>
                <c:pt idx="688">
                  <c:v>1341.95</c:v>
                </c:pt>
                <c:pt idx="689">
                  <c:v>1334.35</c:v>
                </c:pt>
                <c:pt idx="690">
                  <c:v>1326.35</c:v>
                </c:pt>
                <c:pt idx="691">
                  <c:v>1327.35</c:v>
                </c:pt>
                <c:pt idx="692">
                  <c:v>1355.15</c:v>
                </c:pt>
                <c:pt idx="693">
                  <c:v>1329.95</c:v>
                </c:pt>
                <c:pt idx="694">
                  <c:v>1345.9</c:v>
                </c:pt>
                <c:pt idx="695">
                  <c:v>1418.25</c:v>
                </c:pt>
                <c:pt idx="696">
                  <c:v>1417.45</c:v>
                </c:pt>
                <c:pt idx="697">
                  <c:v>1461.6</c:v>
                </c:pt>
                <c:pt idx="698">
                  <c:v>1454.85</c:v>
                </c:pt>
                <c:pt idx="699">
                  <c:v>1434.2</c:v>
                </c:pt>
                <c:pt idx="700">
                  <c:v>1402.9</c:v>
                </c:pt>
                <c:pt idx="701">
                  <c:v>1418.95</c:v>
                </c:pt>
                <c:pt idx="702">
                  <c:v>1410.75</c:v>
                </c:pt>
                <c:pt idx="703">
                  <c:v>1402.4</c:v>
                </c:pt>
                <c:pt idx="704">
                  <c:v>1375.1</c:v>
                </c:pt>
                <c:pt idx="705">
                  <c:v>1348.4</c:v>
                </c:pt>
                <c:pt idx="706">
                  <c:v>1380.2</c:v>
                </c:pt>
                <c:pt idx="707">
                  <c:v>1381.6</c:v>
                </c:pt>
                <c:pt idx="708">
                  <c:v>1374.2</c:v>
                </c:pt>
                <c:pt idx="709">
                  <c:v>1358.15</c:v>
                </c:pt>
                <c:pt idx="710">
                  <c:v>1373</c:v>
                </c:pt>
                <c:pt idx="711">
                  <c:v>1388.5</c:v>
                </c:pt>
                <c:pt idx="712">
                  <c:v>1420.9</c:v>
                </c:pt>
                <c:pt idx="713">
                  <c:v>1421.05</c:v>
                </c:pt>
                <c:pt idx="714">
                  <c:v>1398.1</c:v>
                </c:pt>
                <c:pt idx="715">
                  <c:v>1442.05</c:v>
                </c:pt>
                <c:pt idx="716">
                  <c:v>1493.6</c:v>
                </c:pt>
                <c:pt idx="717">
                  <c:v>1532.45</c:v>
                </c:pt>
                <c:pt idx="718">
                  <c:v>1603</c:v>
                </c:pt>
                <c:pt idx="719">
                  <c:v>1563.5</c:v>
                </c:pt>
                <c:pt idx="720">
                  <c:v>1582</c:v>
                </c:pt>
                <c:pt idx="721">
                  <c:v>1598.95</c:v>
                </c:pt>
                <c:pt idx="722">
                  <c:v>1581.05</c:v>
                </c:pt>
                <c:pt idx="723">
                  <c:v>1586.85</c:v>
                </c:pt>
                <c:pt idx="724">
                  <c:v>1612.05</c:v>
                </c:pt>
                <c:pt idx="725">
                  <c:v>1639.1</c:v>
                </c:pt>
                <c:pt idx="726">
                  <c:v>1685.5</c:v>
                </c:pt>
                <c:pt idx="727">
                  <c:v>1685.5</c:v>
                </c:pt>
                <c:pt idx="728">
                  <c:v>1728.1</c:v>
                </c:pt>
                <c:pt idx="729">
                  <c:v>1711.5</c:v>
                </c:pt>
                <c:pt idx="730">
                  <c:v>1542.85</c:v>
                </c:pt>
                <c:pt idx="731">
                  <c:v>1572.8</c:v>
                </c:pt>
                <c:pt idx="732">
                  <c:v>1599.65</c:v>
                </c:pt>
                <c:pt idx="733">
                  <c:v>1568.65</c:v>
                </c:pt>
                <c:pt idx="734">
                  <c:v>1604.15</c:v>
                </c:pt>
                <c:pt idx="735">
                  <c:v>1612.25</c:v>
                </c:pt>
                <c:pt idx="736">
                  <c:v>1630.65</c:v>
                </c:pt>
                <c:pt idx="737">
                  <c:v>1666.55</c:v>
                </c:pt>
                <c:pt idx="738">
                  <c:v>1618.1</c:v>
                </c:pt>
                <c:pt idx="739">
                  <c:v>1617.2</c:v>
                </c:pt>
                <c:pt idx="740">
                  <c:v>1595.6</c:v>
                </c:pt>
                <c:pt idx="741">
                  <c:v>1560.2</c:v>
                </c:pt>
                <c:pt idx="742">
                  <c:v>1581.85</c:v>
                </c:pt>
                <c:pt idx="743">
                  <c:v>1560.3</c:v>
                </c:pt>
                <c:pt idx="744">
                  <c:v>1594.95</c:v>
                </c:pt>
                <c:pt idx="745">
                  <c:v>1613.3</c:v>
                </c:pt>
                <c:pt idx="746">
                  <c:v>1607.45</c:v>
                </c:pt>
                <c:pt idx="747">
                  <c:v>1624.15</c:v>
                </c:pt>
                <c:pt idx="748">
                  <c:v>1631.35</c:v>
                </c:pt>
                <c:pt idx="749">
                  <c:v>1660.45</c:v>
                </c:pt>
                <c:pt idx="750">
                  <c:v>1643.4</c:v>
                </c:pt>
                <c:pt idx="751">
                  <c:v>1638.95</c:v>
                </c:pt>
                <c:pt idx="752">
                  <c:v>1666.85</c:v>
                </c:pt>
                <c:pt idx="753">
                  <c:v>1651.6</c:v>
                </c:pt>
                <c:pt idx="754">
                  <c:v>1646.35</c:v>
                </c:pt>
                <c:pt idx="755">
                  <c:v>1645.5</c:v>
                </c:pt>
                <c:pt idx="756">
                  <c:v>1529</c:v>
                </c:pt>
                <c:pt idx="757">
                  <c:v>1536.65</c:v>
                </c:pt>
                <c:pt idx="758">
                  <c:v>1578.9</c:v>
                </c:pt>
                <c:pt idx="759">
                  <c:v>1582.95</c:v>
                </c:pt>
                <c:pt idx="760">
                  <c:v>1573.8</c:v>
                </c:pt>
                <c:pt idx="761">
                  <c:v>1531.2</c:v>
                </c:pt>
                <c:pt idx="762">
                  <c:v>1495.55</c:v>
                </c:pt>
                <c:pt idx="763">
                  <c:v>1483.2</c:v>
                </c:pt>
                <c:pt idx="764">
                  <c:v>1517.25</c:v>
                </c:pt>
                <c:pt idx="765">
                  <c:v>1468.95</c:v>
                </c:pt>
                <c:pt idx="766">
                  <c:v>1428.05</c:v>
                </c:pt>
                <c:pt idx="767">
                  <c:v>1369.6</c:v>
                </c:pt>
                <c:pt idx="768">
                  <c:v>1414.45</c:v>
                </c:pt>
                <c:pt idx="769">
                  <c:v>1404.8</c:v>
                </c:pt>
                <c:pt idx="770">
                  <c:v>1408.85</c:v>
                </c:pt>
                <c:pt idx="771">
                  <c:v>1403.45</c:v>
                </c:pt>
                <c:pt idx="772">
                  <c:v>1453.9</c:v>
                </c:pt>
                <c:pt idx="773">
                  <c:v>1445.5</c:v>
                </c:pt>
                <c:pt idx="774">
                  <c:v>1432.05</c:v>
                </c:pt>
                <c:pt idx="775">
                  <c:v>1465.9</c:v>
                </c:pt>
                <c:pt idx="776">
                  <c:v>1445.65</c:v>
                </c:pt>
                <c:pt idx="777">
                  <c:v>1426</c:v>
                </c:pt>
                <c:pt idx="778">
                  <c:v>1405.5</c:v>
                </c:pt>
                <c:pt idx="779">
                  <c:v>1410</c:v>
                </c:pt>
                <c:pt idx="780">
                  <c:v>1393.15</c:v>
                </c:pt>
                <c:pt idx="781">
                  <c:v>1446.7</c:v>
                </c:pt>
                <c:pt idx="782">
                  <c:v>1435.45</c:v>
                </c:pt>
                <c:pt idx="783">
                  <c:v>1436.7</c:v>
                </c:pt>
                <c:pt idx="784">
                  <c:v>1445.9</c:v>
                </c:pt>
                <c:pt idx="785">
                  <c:v>1438.15</c:v>
                </c:pt>
                <c:pt idx="786">
                  <c:v>1435.55</c:v>
                </c:pt>
                <c:pt idx="787">
                  <c:v>1411.5</c:v>
                </c:pt>
                <c:pt idx="788">
                  <c:v>1400.65</c:v>
                </c:pt>
                <c:pt idx="789">
                  <c:v>1398.1</c:v>
                </c:pt>
                <c:pt idx="790">
                  <c:v>1469.5</c:v>
                </c:pt>
                <c:pt idx="791">
                  <c:v>1453.8</c:v>
                </c:pt>
                <c:pt idx="792">
                  <c:v>1410.9</c:v>
                </c:pt>
                <c:pt idx="793">
                  <c:v>1421.1</c:v>
                </c:pt>
                <c:pt idx="794">
                  <c:v>1398.9</c:v>
                </c:pt>
                <c:pt idx="795">
                  <c:v>1365.85</c:v>
                </c:pt>
                <c:pt idx="796">
                  <c:v>1360.35</c:v>
                </c:pt>
                <c:pt idx="797">
                  <c:v>1351.1</c:v>
                </c:pt>
                <c:pt idx="798">
                  <c:v>1326.2</c:v>
                </c:pt>
                <c:pt idx="799">
                  <c:v>1329.5</c:v>
                </c:pt>
                <c:pt idx="800">
                  <c:v>1319.8</c:v>
                </c:pt>
                <c:pt idx="801">
                  <c:v>1336.45</c:v>
                </c:pt>
                <c:pt idx="802">
                  <c:v>1355.1</c:v>
                </c:pt>
                <c:pt idx="803">
                  <c:v>1376.65</c:v>
                </c:pt>
                <c:pt idx="804">
                  <c:v>1417.3</c:v>
                </c:pt>
                <c:pt idx="805">
                  <c:v>1379.75</c:v>
                </c:pt>
                <c:pt idx="806">
                  <c:v>1357.1</c:v>
                </c:pt>
                <c:pt idx="807">
                  <c:v>1356.5</c:v>
                </c:pt>
                <c:pt idx="808">
                  <c:v>1329.4</c:v>
                </c:pt>
                <c:pt idx="809">
                  <c:v>1301.7</c:v>
                </c:pt>
                <c:pt idx="810">
                  <c:v>1233.45</c:v>
                </c:pt>
                <c:pt idx="811">
                  <c:v>1231.2</c:v>
                </c:pt>
                <c:pt idx="812">
                  <c:v>1277.25</c:v>
                </c:pt>
                <c:pt idx="813">
                  <c:v>1273.7</c:v>
                </c:pt>
                <c:pt idx="814">
                  <c:v>1293.3499999999999</c:v>
                </c:pt>
                <c:pt idx="815">
                  <c:v>1293.5999999999999</c:v>
                </c:pt>
                <c:pt idx="816">
                  <c:v>1253.5</c:v>
                </c:pt>
                <c:pt idx="817">
                  <c:v>1231.25</c:v>
                </c:pt>
                <c:pt idx="818">
                  <c:v>1007.35</c:v>
                </c:pt>
                <c:pt idx="819">
                  <c:v>935.2</c:v>
                </c:pt>
                <c:pt idx="820">
                  <c:v>980.85</c:v>
                </c:pt>
                <c:pt idx="821">
                  <c:v>957.1</c:v>
                </c:pt>
                <c:pt idx="822">
                  <c:v>880.85</c:v>
                </c:pt>
                <c:pt idx="823">
                  <c:v>911.7</c:v>
                </c:pt>
                <c:pt idx="824">
                  <c:v>901.65</c:v>
                </c:pt>
                <c:pt idx="825">
                  <c:v>914.25</c:v>
                </c:pt>
                <c:pt idx="826">
                  <c:v>913.15</c:v>
                </c:pt>
                <c:pt idx="827">
                  <c:v>886.4</c:v>
                </c:pt>
                <c:pt idx="828">
                  <c:v>882.3</c:v>
                </c:pt>
                <c:pt idx="829">
                  <c:v>868.8</c:v>
                </c:pt>
                <c:pt idx="830">
                  <c:v>866.7</c:v>
                </c:pt>
                <c:pt idx="831">
                  <c:v>868.5</c:v>
                </c:pt>
                <c:pt idx="832">
                  <c:v>884.55</c:v>
                </c:pt>
                <c:pt idx="833">
                  <c:v>912.9</c:v>
                </c:pt>
                <c:pt idx="834">
                  <c:v>919.85</c:v>
                </c:pt>
                <c:pt idx="835">
                  <c:v>903.35</c:v>
                </c:pt>
                <c:pt idx="836">
                  <c:v>890.05</c:v>
                </c:pt>
                <c:pt idx="837">
                  <c:v>876.8</c:v>
                </c:pt>
                <c:pt idx="838">
                  <c:v>901.6</c:v>
                </c:pt>
                <c:pt idx="839">
                  <c:v>902.5</c:v>
                </c:pt>
                <c:pt idx="840">
                  <c:v>905.05</c:v>
                </c:pt>
                <c:pt idx="841">
                  <c:v>941.45</c:v>
                </c:pt>
                <c:pt idx="842">
                  <c:v>903</c:v>
                </c:pt>
                <c:pt idx="843">
                  <c:v>905.55</c:v>
                </c:pt>
                <c:pt idx="844">
                  <c:v>859.45</c:v>
                </c:pt>
                <c:pt idx="845">
                  <c:v>826</c:v>
                </c:pt>
                <c:pt idx="846">
                  <c:v>823.05</c:v>
                </c:pt>
                <c:pt idx="847">
                  <c:v>811.05</c:v>
                </c:pt>
                <c:pt idx="848">
                  <c:v>807.5</c:v>
                </c:pt>
                <c:pt idx="849">
                  <c:v>839.8</c:v>
                </c:pt>
                <c:pt idx="850">
                  <c:v>824.85</c:v>
                </c:pt>
                <c:pt idx="851">
                  <c:v>806.15</c:v>
                </c:pt>
                <c:pt idx="852">
                  <c:v>820.55</c:v>
                </c:pt>
                <c:pt idx="853">
                  <c:v>827.5</c:v>
                </c:pt>
                <c:pt idx="854">
                  <c:v>834.25</c:v>
                </c:pt>
                <c:pt idx="855">
                  <c:v>862.6</c:v>
                </c:pt>
                <c:pt idx="856">
                  <c:v>870.8</c:v>
                </c:pt>
                <c:pt idx="857">
                  <c:v>849.2</c:v>
                </c:pt>
                <c:pt idx="858">
                  <c:v>830.1</c:v>
                </c:pt>
                <c:pt idx="859">
                  <c:v>831.35</c:v>
                </c:pt>
                <c:pt idx="860">
                  <c:v>839.6</c:v>
                </c:pt>
                <c:pt idx="861">
                  <c:v>849.7</c:v>
                </c:pt>
                <c:pt idx="862">
                  <c:v>852.75</c:v>
                </c:pt>
                <c:pt idx="863">
                  <c:v>897.55</c:v>
                </c:pt>
                <c:pt idx="864">
                  <c:v>924.75</c:v>
                </c:pt>
                <c:pt idx="865">
                  <c:v>909.15</c:v>
                </c:pt>
                <c:pt idx="866">
                  <c:v>929.75</c:v>
                </c:pt>
                <c:pt idx="867">
                  <c:v>913.25</c:v>
                </c:pt>
                <c:pt idx="868">
                  <c:v>888.95</c:v>
                </c:pt>
                <c:pt idx="869">
                  <c:v>902.6</c:v>
                </c:pt>
                <c:pt idx="870">
                  <c:v>915.3</c:v>
                </c:pt>
                <c:pt idx="871">
                  <c:v>935.3</c:v>
                </c:pt>
                <c:pt idx="872">
                  <c:v>947.8</c:v>
                </c:pt>
                <c:pt idx="873">
                  <c:v>935.15</c:v>
                </c:pt>
                <c:pt idx="874">
                  <c:v>912.55</c:v>
                </c:pt>
                <c:pt idx="875">
                  <c:v>907.8</c:v>
                </c:pt>
                <c:pt idx="876">
                  <c:v>901.75</c:v>
                </c:pt>
                <c:pt idx="877">
                  <c:v>917.35</c:v>
                </c:pt>
                <c:pt idx="878">
                  <c:v>938.1</c:v>
                </c:pt>
                <c:pt idx="879">
                  <c:v>918.35</c:v>
                </c:pt>
                <c:pt idx="880">
                  <c:v>1005.5</c:v>
                </c:pt>
                <c:pt idx="881">
                  <c:v>953.7</c:v>
                </c:pt>
                <c:pt idx="882">
                  <c:v>968</c:v>
                </c:pt>
                <c:pt idx="883">
                  <c:v>945.5</c:v>
                </c:pt>
                <c:pt idx="884">
                  <c:v>974.65</c:v>
                </c:pt>
                <c:pt idx="885">
                  <c:v>935.95</c:v>
                </c:pt>
                <c:pt idx="886">
                  <c:v>916.65</c:v>
                </c:pt>
                <c:pt idx="887">
                  <c:v>885.1</c:v>
                </c:pt>
                <c:pt idx="888">
                  <c:v>898.45</c:v>
                </c:pt>
                <c:pt idx="889">
                  <c:v>925.2</c:v>
                </c:pt>
                <c:pt idx="890">
                  <c:v>917.1</c:v>
                </c:pt>
                <c:pt idx="891">
                  <c:v>929.35</c:v>
                </c:pt>
                <c:pt idx="892">
                  <c:v>955.6</c:v>
                </c:pt>
                <c:pt idx="893">
                  <c:v>949.7</c:v>
                </c:pt>
                <c:pt idx="894">
                  <c:v>941.15</c:v>
                </c:pt>
                <c:pt idx="895">
                  <c:v>947.6</c:v>
                </c:pt>
                <c:pt idx="896">
                  <c:v>986.6</c:v>
                </c:pt>
                <c:pt idx="897">
                  <c:v>989.5</c:v>
                </c:pt>
                <c:pt idx="898">
                  <c:v>958.2</c:v>
                </c:pt>
                <c:pt idx="899">
                  <c:v>921.75</c:v>
                </c:pt>
                <c:pt idx="900">
                  <c:v>934.15</c:v>
                </c:pt>
                <c:pt idx="901">
                  <c:v>959</c:v>
                </c:pt>
                <c:pt idx="902">
                  <c:v>945.9</c:v>
                </c:pt>
                <c:pt idx="903">
                  <c:v>924.85</c:v>
                </c:pt>
                <c:pt idx="904">
                  <c:v>927.25</c:v>
                </c:pt>
                <c:pt idx="905">
                  <c:v>912.8</c:v>
                </c:pt>
                <c:pt idx="906">
                  <c:v>912.35</c:v>
                </c:pt>
                <c:pt idx="907">
                  <c:v>924.8</c:v>
                </c:pt>
                <c:pt idx="908">
                  <c:v>951.65</c:v>
                </c:pt>
                <c:pt idx="909">
                  <c:v>981.45</c:v>
                </c:pt>
                <c:pt idx="910">
                  <c:v>973.1</c:v>
                </c:pt>
                <c:pt idx="911">
                  <c:v>949.7</c:v>
                </c:pt>
                <c:pt idx="912">
                  <c:v>976.35</c:v>
                </c:pt>
                <c:pt idx="913">
                  <c:v>1020.1</c:v>
                </c:pt>
                <c:pt idx="914">
                  <c:v>1069.9000000000001</c:v>
                </c:pt>
                <c:pt idx="915">
                  <c:v>1068.8499999999999</c:v>
                </c:pt>
                <c:pt idx="916">
                  <c:v>1107.5</c:v>
                </c:pt>
                <c:pt idx="917">
                  <c:v>1135.1500000000001</c:v>
                </c:pt>
                <c:pt idx="918">
                  <c:v>1111.1500000000001</c:v>
                </c:pt>
                <c:pt idx="919">
                  <c:v>1187.3</c:v>
                </c:pt>
                <c:pt idx="920">
                  <c:v>1246.05</c:v>
                </c:pt>
                <c:pt idx="921">
                  <c:v>1267.95</c:v>
                </c:pt>
                <c:pt idx="922">
                  <c:v>1288.2</c:v>
                </c:pt>
                <c:pt idx="923">
                  <c:v>1266.45</c:v>
                </c:pt>
                <c:pt idx="924">
                  <c:v>1223.2</c:v>
                </c:pt>
                <c:pt idx="925">
                  <c:v>1190.45</c:v>
                </c:pt>
                <c:pt idx="926">
                  <c:v>1108.8499999999999</c:v>
                </c:pt>
                <c:pt idx="927">
                  <c:v>1194.8499999999999</c:v>
                </c:pt>
                <c:pt idx="928">
                  <c:v>1191.75</c:v>
                </c:pt>
                <c:pt idx="929">
                  <c:v>1131.5999999999999</c:v>
                </c:pt>
                <c:pt idx="930">
                  <c:v>1150.2</c:v>
                </c:pt>
                <c:pt idx="931">
                  <c:v>1129.6500000000001</c:v>
                </c:pt>
                <c:pt idx="932">
                  <c:v>1141.5</c:v>
                </c:pt>
                <c:pt idx="933">
                  <c:v>1197</c:v>
                </c:pt>
                <c:pt idx="934">
                  <c:v>1179.3499999999999</c:v>
                </c:pt>
                <c:pt idx="935">
                  <c:v>1245.5999999999999</c:v>
                </c:pt>
                <c:pt idx="936">
                  <c:v>1243.55</c:v>
                </c:pt>
                <c:pt idx="937">
                  <c:v>1255.75</c:v>
                </c:pt>
                <c:pt idx="938">
                  <c:v>1247.55</c:v>
                </c:pt>
                <c:pt idx="939">
                  <c:v>1216.75</c:v>
                </c:pt>
                <c:pt idx="940">
                  <c:v>1237.8499999999999</c:v>
                </c:pt>
                <c:pt idx="941">
                  <c:v>1232.05</c:v>
                </c:pt>
                <c:pt idx="942">
                  <c:v>1212.3499999999999</c:v>
                </c:pt>
                <c:pt idx="943">
                  <c:v>1244.05</c:v>
                </c:pt>
                <c:pt idx="944">
                  <c:v>1347.15</c:v>
                </c:pt>
                <c:pt idx="945">
                  <c:v>1371.8</c:v>
                </c:pt>
                <c:pt idx="946">
                  <c:v>1334.45</c:v>
                </c:pt>
                <c:pt idx="947">
                  <c:v>1333.55</c:v>
                </c:pt>
                <c:pt idx="948">
                  <c:v>1379.4</c:v>
                </c:pt>
                <c:pt idx="949">
                  <c:v>1419.4</c:v>
                </c:pt>
                <c:pt idx="950">
                  <c:v>1372.15</c:v>
                </c:pt>
                <c:pt idx="951">
                  <c:v>1318.25</c:v>
                </c:pt>
                <c:pt idx="952">
                  <c:v>1268.5999999999999</c:v>
                </c:pt>
                <c:pt idx="953">
                  <c:v>1232.1500000000001</c:v>
                </c:pt>
                <c:pt idx="954">
                  <c:v>1284.8</c:v>
                </c:pt>
                <c:pt idx="955">
                  <c:v>1283.4000000000001</c:v>
                </c:pt>
                <c:pt idx="956">
                  <c:v>1229.9000000000001</c:v>
                </c:pt>
                <c:pt idx="957">
                  <c:v>1252.75</c:v>
                </c:pt>
                <c:pt idx="958">
                  <c:v>1258.6500000000001</c:v>
                </c:pt>
                <c:pt idx="959">
                  <c:v>1252.1500000000001</c:v>
                </c:pt>
                <c:pt idx="960">
                  <c:v>1342.25</c:v>
                </c:pt>
                <c:pt idx="961">
                  <c:v>1425.65</c:v>
                </c:pt>
                <c:pt idx="962">
                  <c:v>1454.2</c:v>
                </c:pt>
                <c:pt idx="963">
                  <c:v>1419.9</c:v>
                </c:pt>
                <c:pt idx="964">
                  <c:v>1449.65</c:v>
                </c:pt>
                <c:pt idx="965">
                  <c:v>1429.35</c:v>
                </c:pt>
                <c:pt idx="966">
                  <c:v>1420.45</c:v>
                </c:pt>
                <c:pt idx="967">
                  <c:v>1437.6</c:v>
                </c:pt>
                <c:pt idx="968">
                  <c:v>1458.8</c:v>
                </c:pt>
                <c:pt idx="969">
                  <c:v>1424.95</c:v>
                </c:pt>
                <c:pt idx="970">
                  <c:v>1415.05</c:v>
                </c:pt>
                <c:pt idx="971">
                  <c:v>1413.7</c:v>
                </c:pt>
                <c:pt idx="972">
                  <c:v>1444.65</c:v>
                </c:pt>
                <c:pt idx="973">
                  <c:v>1414.3</c:v>
                </c:pt>
                <c:pt idx="974">
                  <c:v>1414.4</c:v>
                </c:pt>
                <c:pt idx="975">
                  <c:v>1402.45</c:v>
                </c:pt>
                <c:pt idx="976">
                  <c:v>1444.8</c:v>
                </c:pt>
                <c:pt idx="977">
                  <c:v>1444</c:v>
                </c:pt>
                <c:pt idx="978">
                  <c:v>1450.35</c:v>
                </c:pt>
                <c:pt idx="979">
                  <c:v>1515.45</c:v>
                </c:pt>
                <c:pt idx="980">
                  <c:v>1537.95</c:v>
                </c:pt>
                <c:pt idx="981">
                  <c:v>1615.25</c:v>
                </c:pt>
                <c:pt idx="982">
                  <c:v>1565</c:v>
                </c:pt>
                <c:pt idx="983">
                  <c:v>1583.15</c:v>
                </c:pt>
                <c:pt idx="984">
                  <c:v>1569.95</c:v>
                </c:pt>
                <c:pt idx="985">
                  <c:v>1508.55</c:v>
                </c:pt>
                <c:pt idx="986">
                  <c:v>1526.15</c:v>
                </c:pt>
                <c:pt idx="987">
                  <c:v>1548.55</c:v>
                </c:pt>
                <c:pt idx="988">
                  <c:v>1591.45</c:v>
                </c:pt>
                <c:pt idx="989">
                  <c:v>1635.75</c:v>
                </c:pt>
                <c:pt idx="990">
                  <c:v>1609.4</c:v>
                </c:pt>
                <c:pt idx="991">
                  <c:v>1666.75</c:v>
                </c:pt>
                <c:pt idx="992">
                  <c:v>1685.75</c:v>
                </c:pt>
                <c:pt idx="993">
                  <c:v>1660.65</c:v>
                </c:pt>
                <c:pt idx="994">
                  <c:v>1681.85</c:v>
                </c:pt>
                <c:pt idx="995">
                  <c:v>1705.75</c:v>
                </c:pt>
                <c:pt idx="996">
                  <c:v>1681.15</c:v>
                </c:pt>
                <c:pt idx="997">
                  <c:v>1656.5</c:v>
                </c:pt>
                <c:pt idx="998">
                  <c:v>1720.5</c:v>
                </c:pt>
                <c:pt idx="999">
                  <c:v>1713.8</c:v>
                </c:pt>
                <c:pt idx="1000">
                  <c:v>1753.6</c:v>
                </c:pt>
                <c:pt idx="1001">
                  <c:v>1757.65</c:v>
                </c:pt>
                <c:pt idx="1002">
                  <c:v>1736.05</c:v>
                </c:pt>
                <c:pt idx="1003">
                  <c:v>1760.9</c:v>
                </c:pt>
                <c:pt idx="1004">
                  <c:v>1762.3</c:v>
                </c:pt>
                <c:pt idx="1005">
                  <c:v>1740.75</c:v>
                </c:pt>
                <c:pt idx="1006">
                  <c:v>1692.5</c:v>
                </c:pt>
                <c:pt idx="1007">
                  <c:v>1695.55</c:v>
                </c:pt>
                <c:pt idx="1008">
                  <c:v>1735.75</c:v>
                </c:pt>
                <c:pt idx="1009">
                  <c:v>1756.65</c:v>
                </c:pt>
                <c:pt idx="1010">
                  <c:v>1737.15</c:v>
                </c:pt>
                <c:pt idx="1011">
                  <c:v>1748.3</c:v>
                </c:pt>
                <c:pt idx="1012">
                  <c:v>1759.4</c:v>
                </c:pt>
                <c:pt idx="1013">
                  <c:v>1704.2</c:v>
                </c:pt>
                <c:pt idx="1014">
                  <c:v>1699.5</c:v>
                </c:pt>
                <c:pt idx="1015">
                  <c:v>1734.65</c:v>
                </c:pt>
                <c:pt idx="1016">
                  <c:v>1717.85</c:v>
                </c:pt>
                <c:pt idx="1017">
                  <c:v>1656.9</c:v>
                </c:pt>
                <c:pt idx="1018">
                  <c:v>1639</c:v>
                </c:pt>
                <c:pt idx="1019">
                  <c:v>1719.95</c:v>
                </c:pt>
                <c:pt idx="1020">
                  <c:v>1731.15</c:v>
                </c:pt>
                <c:pt idx="1021">
                  <c:v>1648.1</c:v>
                </c:pt>
                <c:pt idx="1022">
                  <c:v>1573.8</c:v>
                </c:pt>
                <c:pt idx="1023">
                  <c:v>1558.8</c:v>
                </c:pt>
                <c:pt idx="1024">
                  <c:v>1525.45</c:v>
                </c:pt>
                <c:pt idx="1025">
                  <c:v>1517.2</c:v>
                </c:pt>
                <c:pt idx="1026">
                  <c:v>1499</c:v>
                </c:pt>
                <c:pt idx="1027">
                  <c:v>1555.7</c:v>
                </c:pt>
                <c:pt idx="1028">
                  <c:v>1625.35</c:v>
                </c:pt>
                <c:pt idx="1029">
                  <c:v>1598.05</c:v>
                </c:pt>
                <c:pt idx="1030">
                  <c:v>1608.9</c:v>
                </c:pt>
                <c:pt idx="1031">
                  <c:v>1577.35</c:v>
                </c:pt>
                <c:pt idx="1032">
                  <c:v>1625.55</c:v>
                </c:pt>
                <c:pt idx="1033">
                  <c:v>1616.8</c:v>
                </c:pt>
                <c:pt idx="1034">
                  <c:v>1608.45</c:v>
                </c:pt>
                <c:pt idx="1035">
                  <c:v>1590.6</c:v>
                </c:pt>
                <c:pt idx="1036">
                  <c:v>1511</c:v>
                </c:pt>
                <c:pt idx="1037">
                  <c:v>1503.9</c:v>
                </c:pt>
                <c:pt idx="1038">
                  <c:v>1468.4</c:v>
                </c:pt>
                <c:pt idx="1039">
                  <c:v>1467.05</c:v>
                </c:pt>
                <c:pt idx="1040">
                  <c:v>1442.5</c:v>
                </c:pt>
                <c:pt idx="1041">
                  <c:v>1418.8</c:v>
                </c:pt>
                <c:pt idx="1042">
                  <c:v>1454.55</c:v>
                </c:pt>
                <c:pt idx="1043">
                  <c:v>1498.1</c:v>
                </c:pt>
                <c:pt idx="1044">
                  <c:v>1508</c:v>
                </c:pt>
                <c:pt idx="1045">
                  <c:v>1514.8</c:v>
                </c:pt>
                <c:pt idx="1046">
                  <c:v>1488.75</c:v>
                </c:pt>
                <c:pt idx="1047">
                  <c:v>1442.7</c:v>
                </c:pt>
                <c:pt idx="1048">
                  <c:v>1429.1</c:v>
                </c:pt>
                <c:pt idx="1049">
                  <c:v>1461.6</c:v>
                </c:pt>
                <c:pt idx="1050">
                  <c:v>1437.55</c:v>
                </c:pt>
                <c:pt idx="1051">
                  <c:v>1469.8</c:v>
                </c:pt>
                <c:pt idx="1052">
                  <c:v>1424.45</c:v>
                </c:pt>
                <c:pt idx="1053">
                  <c:v>1458.15</c:v>
                </c:pt>
                <c:pt idx="1054">
                  <c:v>1468.05</c:v>
                </c:pt>
                <c:pt idx="1055">
                  <c:v>1424.65</c:v>
                </c:pt>
                <c:pt idx="1056">
                  <c:v>1436.45</c:v>
                </c:pt>
                <c:pt idx="1057">
                  <c:v>1382.1</c:v>
                </c:pt>
                <c:pt idx="1058">
                  <c:v>1401.25</c:v>
                </c:pt>
                <c:pt idx="1059">
                  <c:v>1382.2</c:v>
                </c:pt>
                <c:pt idx="1060">
                  <c:v>1384.55</c:v>
                </c:pt>
                <c:pt idx="1061">
                  <c:v>1427.7</c:v>
                </c:pt>
                <c:pt idx="1062">
                  <c:v>1411.7</c:v>
                </c:pt>
                <c:pt idx="1063">
                  <c:v>1377.7</c:v>
                </c:pt>
                <c:pt idx="1064">
                  <c:v>1361.2</c:v>
                </c:pt>
                <c:pt idx="1065">
                  <c:v>1368.75</c:v>
                </c:pt>
                <c:pt idx="1066">
                  <c:v>1349.45</c:v>
                </c:pt>
                <c:pt idx="1067">
                  <c:v>1392.9</c:v>
                </c:pt>
                <c:pt idx="1068">
                  <c:v>1409.3</c:v>
                </c:pt>
                <c:pt idx="1069">
                  <c:v>1417.2</c:v>
                </c:pt>
                <c:pt idx="1070">
                  <c:v>1463.9</c:v>
                </c:pt>
                <c:pt idx="1071">
                  <c:v>1451.8</c:v>
                </c:pt>
                <c:pt idx="1072">
                  <c:v>1607.1</c:v>
                </c:pt>
                <c:pt idx="1073">
                  <c:v>1599</c:v>
                </c:pt>
                <c:pt idx="1074">
                  <c:v>1626.15</c:v>
                </c:pt>
                <c:pt idx="1075">
                  <c:v>1619.25</c:v>
                </c:pt>
                <c:pt idx="1076">
                  <c:v>1594.4</c:v>
                </c:pt>
                <c:pt idx="1077">
                  <c:v>1606.7</c:v>
                </c:pt>
                <c:pt idx="1078">
                  <c:v>1597.25</c:v>
                </c:pt>
                <c:pt idx="1079">
                  <c:v>1612.8</c:v>
                </c:pt>
                <c:pt idx="1080">
                  <c:v>1593.5</c:v>
                </c:pt>
                <c:pt idx="1081">
                  <c:v>1531.25</c:v>
                </c:pt>
                <c:pt idx="1082">
                  <c:v>1521.55</c:v>
                </c:pt>
                <c:pt idx="1083">
                  <c:v>1534.3</c:v>
                </c:pt>
                <c:pt idx="1084">
                  <c:v>1545.2</c:v>
                </c:pt>
                <c:pt idx="1085">
                  <c:v>1554.75</c:v>
                </c:pt>
                <c:pt idx="1086">
                  <c:v>1591.4</c:v>
                </c:pt>
                <c:pt idx="1087">
                  <c:v>1605.75</c:v>
                </c:pt>
                <c:pt idx="1088">
                  <c:v>1591.6</c:v>
                </c:pt>
                <c:pt idx="1089">
                  <c:v>1549.75</c:v>
                </c:pt>
                <c:pt idx="1090">
                  <c:v>1535.05</c:v>
                </c:pt>
                <c:pt idx="1091">
                  <c:v>1506.5</c:v>
                </c:pt>
                <c:pt idx="1092">
                  <c:v>1528.3</c:v>
                </c:pt>
                <c:pt idx="1093">
                  <c:v>1595.65</c:v>
                </c:pt>
                <c:pt idx="1094">
                  <c:v>1545.6</c:v>
                </c:pt>
                <c:pt idx="1095">
                  <c:v>1243.05</c:v>
                </c:pt>
                <c:pt idx="1096">
                  <c:v>1539.25</c:v>
                </c:pt>
                <c:pt idx="1097">
                  <c:v>1521.55</c:v>
                </c:pt>
                <c:pt idx="1098">
                  <c:v>1474.7</c:v>
                </c:pt>
                <c:pt idx="1099">
                  <c:v>1511.65</c:v>
                </c:pt>
                <c:pt idx="1100">
                  <c:v>1610.1</c:v>
                </c:pt>
                <c:pt idx="1101">
                  <c:v>1619.95</c:v>
                </c:pt>
                <c:pt idx="1102">
                  <c:v>1588.95</c:v>
                </c:pt>
                <c:pt idx="1103">
                  <c:v>1605.45</c:v>
                </c:pt>
                <c:pt idx="1104">
                  <c:v>1503.65</c:v>
                </c:pt>
                <c:pt idx="1105">
                  <c:v>1523.7</c:v>
                </c:pt>
                <c:pt idx="1106">
                  <c:v>1526.55</c:v>
                </c:pt>
                <c:pt idx="1107">
                  <c:v>1529.2</c:v>
                </c:pt>
                <c:pt idx="1108">
                  <c:v>1459.75</c:v>
                </c:pt>
                <c:pt idx="1109">
                  <c:v>1504.85</c:v>
                </c:pt>
                <c:pt idx="1110">
                  <c:v>1485.5</c:v>
                </c:pt>
                <c:pt idx="1111">
                  <c:v>1495.35</c:v>
                </c:pt>
                <c:pt idx="1112">
                  <c:v>1495</c:v>
                </c:pt>
                <c:pt idx="1113">
                  <c:v>1523.55</c:v>
                </c:pt>
                <c:pt idx="1114">
                  <c:v>1479.75</c:v>
                </c:pt>
                <c:pt idx="1115">
                  <c:v>1443.65</c:v>
                </c:pt>
                <c:pt idx="1116">
                  <c:v>1487.15</c:v>
                </c:pt>
                <c:pt idx="1117">
                  <c:v>1483.4</c:v>
                </c:pt>
                <c:pt idx="1118">
                  <c:v>1504.1</c:v>
                </c:pt>
                <c:pt idx="1119">
                  <c:v>1515</c:v>
                </c:pt>
                <c:pt idx="1120">
                  <c:v>1568.05</c:v>
                </c:pt>
                <c:pt idx="1121">
                  <c:v>1557.55</c:v>
                </c:pt>
                <c:pt idx="1122">
                  <c:v>1535.6</c:v>
                </c:pt>
                <c:pt idx="1123">
                  <c:v>1588.1</c:v>
                </c:pt>
                <c:pt idx="1124">
                  <c:v>533.25</c:v>
                </c:pt>
                <c:pt idx="1125">
                  <c:v>556.15</c:v>
                </c:pt>
                <c:pt idx="1126">
                  <c:v>541.65</c:v>
                </c:pt>
                <c:pt idx="1127">
                  <c:v>532.1</c:v>
                </c:pt>
                <c:pt idx="1128">
                  <c:v>535.75</c:v>
                </c:pt>
                <c:pt idx="1129">
                  <c:v>527.70000000000005</c:v>
                </c:pt>
                <c:pt idx="1130">
                  <c:v>523.25</c:v>
                </c:pt>
                <c:pt idx="1131">
                  <c:v>532.15</c:v>
                </c:pt>
                <c:pt idx="1132">
                  <c:v>516.15</c:v>
                </c:pt>
                <c:pt idx="1133">
                  <c:v>500.55</c:v>
                </c:pt>
                <c:pt idx="1134">
                  <c:v>499.85</c:v>
                </c:pt>
                <c:pt idx="1135">
                  <c:v>498.6</c:v>
                </c:pt>
                <c:pt idx="1136">
                  <c:v>496.25</c:v>
                </c:pt>
                <c:pt idx="1137">
                  <c:v>511.8</c:v>
                </c:pt>
                <c:pt idx="1138">
                  <c:v>525.15</c:v>
                </c:pt>
                <c:pt idx="1139">
                  <c:v>525.79999999999995</c:v>
                </c:pt>
                <c:pt idx="1140">
                  <c:v>528.6</c:v>
                </c:pt>
                <c:pt idx="1141">
                  <c:v>519.79999999999995</c:v>
                </c:pt>
                <c:pt idx="1142">
                  <c:v>524.54999999999995</c:v>
                </c:pt>
                <c:pt idx="1143">
                  <c:v>524.04999999999995</c:v>
                </c:pt>
                <c:pt idx="1144">
                  <c:v>529.95000000000005</c:v>
                </c:pt>
                <c:pt idx="1145">
                  <c:v>523.75</c:v>
                </c:pt>
                <c:pt idx="1146">
                  <c:v>519.6</c:v>
                </c:pt>
                <c:pt idx="1147">
                  <c:v>526.75</c:v>
                </c:pt>
                <c:pt idx="1148">
                  <c:v>541.45000000000005</c:v>
                </c:pt>
                <c:pt idx="1149">
                  <c:v>546.85</c:v>
                </c:pt>
                <c:pt idx="1150">
                  <c:v>540.79999999999995</c:v>
                </c:pt>
                <c:pt idx="1151">
                  <c:v>537.9</c:v>
                </c:pt>
                <c:pt idx="1152">
                  <c:v>531.54999999999995</c:v>
                </c:pt>
                <c:pt idx="1153">
                  <c:v>564.70000000000005</c:v>
                </c:pt>
                <c:pt idx="1154">
                  <c:v>551.15</c:v>
                </c:pt>
                <c:pt idx="1155">
                  <c:v>557.9</c:v>
                </c:pt>
                <c:pt idx="1156">
                  <c:v>561.45000000000005</c:v>
                </c:pt>
                <c:pt idx="1157">
                  <c:v>556.85</c:v>
                </c:pt>
                <c:pt idx="1158">
                  <c:v>543.54999999999995</c:v>
                </c:pt>
                <c:pt idx="1159">
                  <c:v>534.4</c:v>
                </c:pt>
                <c:pt idx="1160">
                  <c:v>540.25</c:v>
                </c:pt>
                <c:pt idx="1161">
                  <c:v>546.20000000000005</c:v>
                </c:pt>
                <c:pt idx="1162">
                  <c:v>546.25</c:v>
                </c:pt>
                <c:pt idx="1163">
                  <c:v>560.35</c:v>
                </c:pt>
                <c:pt idx="1164">
                  <c:v>564.5</c:v>
                </c:pt>
                <c:pt idx="1165">
                  <c:v>564.25</c:v>
                </c:pt>
                <c:pt idx="1166">
                  <c:v>576.95000000000005</c:v>
                </c:pt>
                <c:pt idx="1167">
                  <c:v>565.15</c:v>
                </c:pt>
                <c:pt idx="1168">
                  <c:v>574.25</c:v>
                </c:pt>
                <c:pt idx="1169">
                  <c:v>568.5</c:v>
                </c:pt>
                <c:pt idx="1170">
                  <c:v>580.15</c:v>
                </c:pt>
                <c:pt idx="1171">
                  <c:v>578.5</c:v>
                </c:pt>
                <c:pt idx="1172">
                  <c:v>576.20000000000005</c:v>
                </c:pt>
                <c:pt idx="1173">
                  <c:v>578.20000000000005</c:v>
                </c:pt>
                <c:pt idx="1174">
                  <c:v>581.5</c:v>
                </c:pt>
                <c:pt idx="1175">
                  <c:v>584</c:v>
                </c:pt>
                <c:pt idx="1176">
                  <c:v>592.20000000000005</c:v>
                </c:pt>
                <c:pt idx="1177">
                  <c:v>590.04999999999995</c:v>
                </c:pt>
                <c:pt idx="1178">
                  <c:v>590.04999999999995</c:v>
                </c:pt>
                <c:pt idx="1179">
                  <c:v>591.25</c:v>
                </c:pt>
                <c:pt idx="1180">
                  <c:v>589.4</c:v>
                </c:pt>
                <c:pt idx="1181">
                  <c:v>600.9</c:v>
                </c:pt>
                <c:pt idx="1182">
                  <c:v>589.15</c:v>
                </c:pt>
                <c:pt idx="1183">
                  <c:v>590.45000000000005</c:v>
                </c:pt>
                <c:pt idx="1184">
                  <c:v>592.5</c:v>
                </c:pt>
                <c:pt idx="1185">
                  <c:v>580.9</c:v>
                </c:pt>
                <c:pt idx="1186">
                  <c:v>599.25</c:v>
                </c:pt>
                <c:pt idx="1187">
                  <c:v>606.15</c:v>
                </c:pt>
                <c:pt idx="1188">
                  <c:v>593.15</c:v>
                </c:pt>
                <c:pt idx="1189">
                  <c:v>582.75</c:v>
                </c:pt>
                <c:pt idx="1190">
                  <c:v>577</c:v>
                </c:pt>
                <c:pt idx="1191">
                  <c:v>571.04999999999995</c:v>
                </c:pt>
                <c:pt idx="1192">
                  <c:v>584.04999999999995</c:v>
                </c:pt>
                <c:pt idx="1193">
                  <c:v>596.79999999999995</c:v>
                </c:pt>
                <c:pt idx="1194">
                  <c:v>604.45000000000005</c:v>
                </c:pt>
                <c:pt idx="1195">
                  <c:v>628</c:v>
                </c:pt>
                <c:pt idx="1196">
                  <c:v>637.15</c:v>
                </c:pt>
                <c:pt idx="1197">
                  <c:v>622</c:v>
                </c:pt>
                <c:pt idx="1198">
                  <c:v>632.45000000000005</c:v>
                </c:pt>
                <c:pt idx="1199">
                  <c:v>637.9</c:v>
                </c:pt>
                <c:pt idx="1200">
                  <c:v>636.70000000000005</c:v>
                </c:pt>
                <c:pt idx="1201">
                  <c:v>631.20000000000005</c:v>
                </c:pt>
                <c:pt idx="1202">
                  <c:v>627.70000000000005</c:v>
                </c:pt>
                <c:pt idx="1203">
                  <c:v>659.85</c:v>
                </c:pt>
                <c:pt idx="1204">
                  <c:v>649.65</c:v>
                </c:pt>
                <c:pt idx="1205">
                  <c:v>637.9</c:v>
                </c:pt>
                <c:pt idx="1206">
                  <c:v>651.95000000000005</c:v>
                </c:pt>
                <c:pt idx="1207">
                  <c:v>646.79999999999995</c:v>
                </c:pt>
                <c:pt idx="1208">
                  <c:v>641.1</c:v>
                </c:pt>
                <c:pt idx="1209">
                  <c:v>634.29999999999995</c:v>
                </c:pt>
                <c:pt idx="1210">
                  <c:v>638.79999999999995</c:v>
                </c:pt>
                <c:pt idx="1211">
                  <c:v>641.70000000000005</c:v>
                </c:pt>
                <c:pt idx="1212">
                  <c:v>658.8</c:v>
                </c:pt>
                <c:pt idx="1213">
                  <c:v>657.5</c:v>
                </c:pt>
                <c:pt idx="1214">
                  <c:v>654.79999999999995</c:v>
                </c:pt>
                <c:pt idx="1215">
                  <c:v>660.4</c:v>
                </c:pt>
                <c:pt idx="1216">
                  <c:v>675.6</c:v>
                </c:pt>
                <c:pt idx="1217">
                  <c:v>671.8</c:v>
                </c:pt>
                <c:pt idx="1218">
                  <c:v>688.1</c:v>
                </c:pt>
                <c:pt idx="1219">
                  <c:v>687.35</c:v>
                </c:pt>
                <c:pt idx="1220">
                  <c:v>689.4</c:v>
                </c:pt>
                <c:pt idx="1221">
                  <c:v>699.1</c:v>
                </c:pt>
                <c:pt idx="1222">
                  <c:v>694.65</c:v>
                </c:pt>
                <c:pt idx="1223">
                  <c:v>691.85</c:v>
                </c:pt>
                <c:pt idx="1224">
                  <c:v>706.85</c:v>
                </c:pt>
                <c:pt idx="1225">
                  <c:v>717.75</c:v>
                </c:pt>
                <c:pt idx="1226">
                  <c:v>720.7</c:v>
                </c:pt>
                <c:pt idx="1227">
                  <c:v>713</c:v>
                </c:pt>
                <c:pt idx="1228">
                  <c:v>709.7</c:v>
                </c:pt>
                <c:pt idx="1229">
                  <c:v>714.9</c:v>
                </c:pt>
                <c:pt idx="1230">
                  <c:v>715.55</c:v>
                </c:pt>
                <c:pt idx="1231">
                  <c:v>736.55</c:v>
                </c:pt>
                <c:pt idx="1232">
                  <c:v>761.85</c:v>
                </c:pt>
                <c:pt idx="1233">
                  <c:v>766.4</c:v>
                </c:pt>
                <c:pt idx="1234">
                  <c:v>755.2</c:v>
                </c:pt>
                <c:pt idx="1235">
                  <c:v>756.4</c:v>
                </c:pt>
                <c:pt idx="1236">
                  <c:v>749.65</c:v>
                </c:pt>
                <c:pt idx="1237">
                  <c:v>742.6</c:v>
                </c:pt>
                <c:pt idx="1238">
                  <c:v>757.15</c:v>
                </c:pt>
                <c:pt idx="1239">
                  <c:v>739.65</c:v>
                </c:pt>
                <c:pt idx="1240">
                  <c:v>738.5</c:v>
                </c:pt>
                <c:pt idx="1241">
                  <c:v>747.05</c:v>
                </c:pt>
                <c:pt idx="1242">
                  <c:v>750</c:v>
                </c:pt>
                <c:pt idx="1243">
                  <c:v>754.65</c:v>
                </c:pt>
                <c:pt idx="1244">
                  <c:v>763.85</c:v>
                </c:pt>
                <c:pt idx="1245">
                  <c:v>769.85</c:v>
                </c:pt>
                <c:pt idx="1246">
                  <c:v>756.65</c:v>
                </c:pt>
                <c:pt idx="1247">
                  <c:v>767.45</c:v>
                </c:pt>
                <c:pt idx="1248">
                  <c:v>771.45</c:v>
                </c:pt>
                <c:pt idx="1249">
                  <c:v>755.45</c:v>
                </c:pt>
                <c:pt idx="1250">
                  <c:v>748.7</c:v>
                </c:pt>
                <c:pt idx="1251">
                  <c:v>757.2</c:v>
                </c:pt>
                <c:pt idx="1252">
                  <c:v>750.6</c:v>
                </c:pt>
                <c:pt idx="1253">
                  <c:v>751.5</c:v>
                </c:pt>
                <c:pt idx="1254">
                  <c:v>754.85</c:v>
                </c:pt>
                <c:pt idx="1255">
                  <c:v>747.6</c:v>
                </c:pt>
                <c:pt idx="1256">
                  <c:v>748.8</c:v>
                </c:pt>
                <c:pt idx="1257">
                  <c:v>754.2</c:v>
                </c:pt>
                <c:pt idx="1258">
                  <c:v>749.05</c:v>
                </c:pt>
                <c:pt idx="1259">
                  <c:v>707.3</c:v>
                </c:pt>
                <c:pt idx="1260">
                  <c:v>689.4</c:v>
                </c:pt>
                <c:pt idx="1261">
                  <c:v>699.75</c:v>
                </c:pt>
                <c:pt idx="1262">
                  <c:v>678</c:v>
                </c:pt>
                <c:pt idx="1263">
                  <c:v>675.9</c:v>
                </c:pt>
                <c:pt idx="1264">
                  <c:v>656</c:v>
                </c:pt>
                <c:pt idx="1265">
                  <c:v>670.8</c:v>
                </c:pt>
                <c:pt idx="1266">
                  <c:v>664.6</c:v>
                </c:pt>
                <c:pt idx="1267">
                  <c:v>675.15</c:v>
                </c:pt>
                <c:pt idx="1268">
                  <c:v>682.1</c:v>
                </c:pt>
                <c:pt idx="1269">
                  <c:v>688.15</c:v>
                </c:pt>
                <c:pt idx="1270">
                  <c:v>674.65</c:v>
                </c:pt>
                <c:pt idx="1271">
                  <c:v>647.79999999999995</c:v>
                </c:pt>
                <c:pt idx="1272">
                  <c:v>656.7</c:v>
                </c:pt>
                <c:pt idx="1273">
                  <c:v>674.7</c:v>
                </c:pt>
                <c:pt idx="1274">
                  <c:v>698.5</c:v>
                </c:pt>
                <c:pt idx="1275">
                  <c:v>705.35</c:v>
                </c:pt>
                <c:pt idx="1276">
                  <c:v>696.25</c:v>
                </c:pt>
                <c:pt idx="1277">
                  <c:v>686.2</c:v>
                </c:pt>
                <c:pt idx="1278">
                  <c:v>694.3</c:v>
                </c:pt>
                <c:pt idx="1279">
                  <c:v>703.15</c:v>
                </c:pt>
                <c:pt idx="1280">
                  <c:v>688.4</c:v>
                </c:pt>
                <c:pt idx="1281">
                  <c:v>693.15</c:v>
                </c:pt>
                <c:pt idx="1282">
                  <c:v>691.55</c:v>
                </c:pt>
                <c:pt idx="1283">
                  <c:v>684.85</c:v>
                </c:pt>
                <c:pt idx="1284">
                  <c:v>695.25</c:v>
                </c:pt>
                <c:pt idx="1285">
                  <c:v>713.65</c:v>
                </c:pt>
                <c:pt idx="1286">
                  <c:v>706.65</c:v>
                </c:pt>
                <c:pt idx="1287">
                  <c:v>706.9</c:v>
                </c:pt>
                <c:pt idx="1288">
                  <c:v>698.5</c:v>
                </c:pt>
                <c:pt idx="1289">
                  <c:v>691.25</c:v>
                </c:pt>
                <c:pt idx="1290">
                  <c:v>678.65</c:v>
                </c:pt>
                <c:pt idx="1291">
                  <c:v>683.45</c:v>
                </c:pt>
                <c:pt idx="1292">
                  <c:v>679.4</c:v>
                </c:pt>
                <c:pt idx="1293">
                  <c:v>677.4</c:v>
                </c:pt>
                <c:pt idx="1294">
                  <c:v>672.7</c:v>
                </c:pt>
                <c:pt idx="1295">
                  <c:v>699.5</c:v>
                </c:pt>
                <c:pt idx="1296">
                  <c:v>675.65</c:v>
                </c:pt>
                <c:pt idx="1297">
                  <c:v>671.1</c:v>
                </c:pt>
                <c:pt idx="1298">
                  <c:v>696.55</c:v>
                </c:pt>
                <c:pt idx="1299">
                  <c:v>720.05</c:v>
                </c:pt>
                <c:pt idx="1300">
                  <c:v>721.85</c:v>
                </c:pt>
                <c:pt idx="1301">
                  <c:v>717.45</c:v>
                </c:pt>
                <c:pt idx="1302">
                  <c:v>713.55</c:v>
                </c:pt>
                <c:pt idx="1303">
                  <c:v>704.5</c:v>
                </c:pt>
                <c:pt idx="1304">
                  <c:v>697.6</c:v>
                </c:pt>
                <c:pt idx="1305">
                  <c:v>693.95</c:v>
                </c:pt>
                <c:pt idx="1306">
                  <c:v>683.7</c:v>
                </c:pt>
                <c:pt idx="1307">
                  <c:v>682.95</c:v>
                </c:pt>
                <c:pt idx="1308">
                  <c:v>679.45</c:v>
                </c:pt>
                <c:pt idx="1309">
                  <c:v>686</c:v>
                </c:pt>
                <c:pt idx="1310">
                  <c:v>684.85</c:v>
                </c:pt>
                <c:pt idx="1311">
                  <c:v>676.2</c:v>
                </c:pt>
                <c:pt idx="1312">
                  <c:v>655.7</c:v>
                </c:pt>
                <c:pt idx="1313">
                  <c:v>645.4</c:v>
                </c:pt>
                <c:pt idx="1314">
                  <c:v>643.20000000000005</c:v>
                </c:pt>
                <c:pt idx="1315">
                  <c:v>641.20000000000005</c:v>
                </c:pt>
                <c:pt idx="1316">
                  <c:v>630.35</c:v>
                </c:pt>
                <c:pt idx="1317">
                  <c:v>670.95</c:v>
                </c:pt>
                <c:pt idx="1318">
                  <c:v>672.65</c:v>
                </c:pt>
                <c:pt idx="1319">
                  <c:v>674.3</c:v>
                </c:pt>
                <c:pt idx="1320">
                  <c:v>660.6</c:v>
                </c:pt>
                <c:pt idx="1321">
                  <c:v>669.45</c:v>
                </c:pt>
                <c:pt idx="1322">
                  <c:v>680.15</c:v>
                </c:pt>
                <c:pt idx="1323">
                  <c:v>665.2</c:v>
                </c:pt>
                <c:pt idx="1324">
                  <c:v>652.54999999999995</c:v>
                </c:pt>
                <c:pt idx="1325">
                  <c:v>645.79999999999995</c:v>
                </c:pt>
                <c:pt idx="1326">
                  <c:v>645.45000000000005</c:v>
                </c:pt>
                <c:pt idx="1327">
                  <c:v>605.6</c:v>
                </c:pt>
                <c:pt idx="1328">
                  <c:v>594.75</c:v>
                </c:pt>
                <c:pt idx="1329">
                  <c:v>576.95000000000005</c:v>
                </c:pt>
                <c:pt idx="1330">
                  <c:v>594.95000000000005</c:v>
                </c:pt>
                <c:pt idx="1331">
                  <c:v>604.04999999999995</c:v>
                </c:pt>
                <c:pt idx="1332">
                  <c:v>643.95000000000005</c:v>
                </c:pt>
                <c:pt idx="1333">
                  <c:v>648.45000000000005</c:v>
                </c:pt>
                <c:pt idx="1334">
                  <c:v>639.95000000000005</c:v>
                </c:pt>
                <c:pt idx="1335">
                  <c:v>635</c:v>
                </c:pt>
                <c:pt idx="1336">
                  <c:v>643.35</c:v>
                </c:pt>
                <c:pt idx="1337">
                  <c:v>630.79999999999995</c:v>
                </c:pt>
                <c:pt idx="1338">
                  <c:v>638</c:v>
                </c:pt>
                <c:pt idx="1339">
                  <c:v>627.35</c:v>
                </c:pt>
                <c:pt idx="1340">
                  <c:v>630.95000000000005</c:v>
                </c:pt>
                <c:pt idx="1341">
                  <c:v>637.4</c:v>
                </c:pt>
                <c:pt idx="1342">
                  <c:v>636.15</c:v>
                </c:pt>
                <c:pt idx="1343">
                  <c:v>646.25</c:v>
                </c:pt>
                <c:pt idx="1344">
                  <c:v>647.79999999999995</c:v>
                </c:pt>
                <c:pt idx="1345">
                  <c:v>637.79999999999995</c:v>
                </c:pt>
                <c:pt idx="1346">
                  <c:v>643.25</c:v>
                </c:pt>
                <c:pt idx="1347">
                  <c:v>636.20000000000005</c:v>
                </c:pt>
                <c:pt idx="1348">
                  <c:v>659</c:v>
                </c:pt>
                <c:pt idx="1349">
                  <c:v>657.45</c:v>
                </c:pt>
                <c:pt idx="1350">
                  <c:v>652.35</c:v>
                </c:pt>
                <c:pt idx="1351">
                  <c:v>658.05</c:v>
                </c:pt>
                <c:pt idx="1352">
                  <c:v>663.3</c:v>
                </c:pt>
                <c:pt idx="1353">
                  <c:v>666.4</c:v>
                </c:pt>
                <c:pt idx="1354">
                  <c:v>682.45</c:v>
                </c:pt>
                <c:pt idx="1355">
                  <c:v>687</c:v>
                </c:pt>
                <c:pt idx="1356">
                  <c:v>716.3</c:v>
                </c:pt>
                <c:pt idx="1357">
                  <c:v>724.15</c:v>
                </c:pt>
                <c:pt idx="1358">
                  <c:v>707.45</c:v>
                </c:pt>
                <c:pt idx="1359">
                  <c:v>715.75</c:v>
                </c:pt>
                <c:pt idx="1360">
                  <c:v>711.25</c:v>
                </c:pt>
                <c:pt idx="1361">
                  <c:v>700.8</c:v>
                </c:pt>
                <c:pt idx="1362">
                  <c:v>721.65</c:v>
                </c:pt>
                <c:pt idx="1363">
                  <c:v>722.6</c:v>
                </c:pt>
                <c:pt idx="1364">
                  <c:v>716.2</c:v>
                </c:pt>
                <c:pt idx="1365">
                  <c:v>731.55</c:v>
                </c:pt>
                <c:pt idx="1366">
                  <c:v>734.4</c:v>
                </c:pt>
                <c:pt idx="1367">
                  <c:v>725.9</c:v>
                </c:pt>
                <c:pt idx="1368">
                  <c:v>723.8</c:v>
                </c:pt>
                <c:pt idx="1369">
                  <c:v>721.9</c:v>
                </c:pt>
                <c:pt idx="1370">
                  <c:v>723.25</c:v>
                </c:pt>
                <c:pt idx="1371">
                  <c:v>733.55</c:v>
                </c:pt>
                <c:pt idx="1372">
                  <c:v>734.55</c:v>
                </c:pt>
                <c:pt idx="1373">
                  <c:v>743.8</c:v>
                </c:pt>
                <c:pt idx="1374">
                  <c:v>756.55</c:v>
                </c:pt>
                <c:pt idx="1375">
                  <c:v>756.25</c:v>
                </c:pt>
                <c:pt idx="1376">
                  <c:v>759.2</c:v>
                </c:pt>
                <c:pt idx="1377">
                  <c:v>756.55</c:v>
                </c:pt>
                <c:pt idx="1378">
                  <c:v>749.8</c:v>
                </c:pt>
                <c:pt idx="1379">
                  <c:v>754.4</c:v>
                </c:pt>
                <c:pt idx="1380">
                  <c:v>740.65</c:v>
                </c:pt>
                <c:pt idx="1381">
                  <c:v>753.65</c:v>
                </c:pt>
                <c:pt idx="1382">
                  <c:v>766.3</c:v>
                </c:pt>
                <c:pt idx="1383">
                  <c:v>744.8</c:v>
                </c:pt>
                <c:pt idx="1384">
                  <c:v>746.5</c:v>
                </c:pt>
                <c:pt idx="1385">
                  <c:v>736.1</c:v>
                </c:pt>
                <c:pt idx="1386">
                  <c:v>735.25</c:v>
                </c:pt>
                <c:pt idx="1387">
                  <c:v>710.5</c:v>
                </c:pt>
                <c:pt idx="1388">
                  <c:v>722.9</c:v>
                </c:pt>
                <c:pt idx="1389">
                  <c:v>716.75</c:v>
                </c:pt>
                <c:pt idx="1390">
                  <c:v>702.35</c:v>
                </c:pt>
                <c:pt idx="1391">
                  <c:v>709.2</c:v>
                </c:pt>
                <c:pt idx="1392">
                  <c:v>696.25</c:v>
                </c:pt>
                <c:pt idx="1393">
                  <c:v>704.45</c:v>
                </c:pt>
                <c:pt idx="1394">
                  <c:v>711</c:v>
                </c:pt>
                <c:pt idx="1395">
                  <c:v>714.55</c:v>
                </c:pt>
                <c:pt idx="1396">
                  <c:v>717.3</c:v>
                </c:pt>
                <c:pt idx="1397">
                  <c:v>711.6</c:v>
                </c:pt>
                <c:pt idx="1398">
                  <c:v>715.3</c:v>
                </c:pt>
                <c:pt idx="1399">
                  <c:v>713.25</c:v>
                </c:pt>
                <c:pt idx="1400">
                  <c:v>708.6</c:v>
                </c:pt>
                <c:pt idx="1401">
                  <c:v>727.85</c:v>
                </c:pt>
                <c:pt idx="1402">
                  <c:v>736.35</c:v>
                </c:pt>
                <c:pt idx="1403">
                  <c:v>723.75</c:v>
                </c:pt>
                <c:pt idx="1404">
                  <c:v>724.2</c:v>
                </c:pt>
                <c:pt idx="1405">
                  <c:v>731.9</c:v>
                </c:pt>
                <c:pt idx="1406">
                  <c:v>731.6</c:v>
                </c:pt>
                <c:pt idx="1407">
                  <c:v>721.75</c:v>
                </c:pt>
                <c:pt idx="1408">
                  <c:v>704.5</c:v>
                </c:pt>
                <c:pt idx="1409">
                  <c:v>716.05</c:v>
                </c:pt>
                <c:pt idx="1410">
                  <c:v>727.65</c:v>
                </c:pt>
                <c:pt idx="1411">
                  <c:v>732.95</c:v>
                </c:pt>
                <c:pt idx="1412">
                  <c:v>714.8</c:v>
                </c:pt>
                <c:pt idx="1413">
                  <c:v>720.5</c:v>
                </c:pt>
                <c:pt idx="1414">
                  <c:v>724.25</c:v>
                </c:pt>
                <c:pt idx="1415">
                  <c:v>728.95</c:v>
                </c:pt>
                <c:pt idx="1416">
                  <c:v>720.05</c:v>
                </c:pt>
                <c:pt idx="1417">
                  <c:v>362.55</c:v>
                </c:pt>
                <c:pt idx="1418">
                  <c:v>356.7</c:v>
                </c:pt>
                <c:pt idx="1419">
                  <c:v>353.25</c:v>
                </c:pt>
                <c:pt idx="1420">
                  <c:v>367.45</c:v>
                </c:pt>
                <c:pt idx="1421">
                  <c:v>359.55</c:v>
                </c:pt>
                <c:pt idx="1422">
                  <c:v>351.75</c:v>
                </c:pt>
                <c:pt idx="1423">
                  <c:v>358.95</c:v>
                </c:pt>
                <c:pt idx="1424">
                  <c:v>364.65</c:v>
                </c:pt>
                <c:pt idx="1425">
                  <c:v>372.2</c:v>
                </c:pt>
                <c:pt idx="1426">
                  <c:v>374.3</c:v>
                </c:pt>
                <c:pt idx="1427">
                  <c:v>377.45</c:v>
                </c:pt>
                <c:pt idx="1428">
                  <c:v>378</c:v>
                </c:pt>
                <c:pt idx="1429">
                  <c:v>373.25</c:v>
                </c:pt>
                <c:pt idx="1430">
                  <c:v>371.45</c:v>
                </c:pt>
                <c:pt idx="1431">
                  <c:v>372.05</c:v>
                </c:pt>
                <c:pt idx="1432">
                  <c:v>372.95</c:v>
                </c:pt>
                <c:pt idx="1433">
                  <c:v>380.2</c:v>
                </c:pt>
                <c:pt idx="1434">
                  <c:v>382.5</c:v>
                </c:pt>
                <c:pt idx="1435">
                  <c:v>382.55</c:v>
                </c:pt>
                <c:pt idx="1436">
                  <c:v>379.9</c:v>
                </c:pt>
                <c:pt idx="1437">
                  <c:v>376.35</c:v>
                </c:pt>
                <c:pt idx="1438">
                  <c:v>373.6</c:v>
                </c:pt>
                <c:pt idx="1439">
                  <c:v>356.05</c:v>
                </c:pt>
                <c:pt idx="1440">
                  <c:v>357.8</c:v>
                </c:pt>
                <c:pt idx="1441">
                  <c:v>373.75</c:v>
                </c:pt>
                <c:pt idx="1442">
                  <c:v>376.2</c:v>
                </c:pt>
                <c:pt idx="1443">
                  <c:v>372.25</c:v>
                </c:pt>
                <c:pt idx="1444">
                  <c:v>375.95</c:v>
                </c:pt>
                <c:pt idx="1445">
                  <c:v>371.45</c:v>
                </c:pt>
                <c:pt idx="1446">
                  <c:v>380.05</c:v>
                </c:pt>
                <c:pt idx="1447">
                  <c:v>401</c:v>
                </c:pt>
                <c:pt idx="1448">
                  <c:v>404.4</c:v>
                </c:pt>
                <c:pt idx="1449">
                  <c:v>390.35</c:v>
                </c:pt>
                <c:pt idx="1450">
                  <c:v>388.25</c:v>
                </c:pt>
                <c:pt idx="1451">
                  <c:v>394.4</c:v>
                </c:pt>
                <c:pt idx="1452">
                  <c:v>399.05</c:v>
                </c:pt>
                <c:pt idx="1453">
                  <c:v>389.35</c:v>
                </c:pt>
                <c:pt idx="1454">
                  <c:v>385.95</c:v>
                </c:pt>
                <c:pt idx="1455">
                  <c:v>382.55</c:v>
                </c:pt>
                <c:pt idx="1456">
                  <c:v>373.3</c:v>
                </c:pt>
                <c:pt idx="1457">
                  <c:v>368.3</c:v>
                </c:pt>
                <c:pt idx="1458">
                  <c:v>368.7</c:v>
                </c:pt>
                <c:pt idx="1459">
                  <c:v>385.45</c:v>
                </c:pt>
                <c:pt idx="1460">
                  <c:v>372.75</c:v>
                </c:pt>
                <c:pt idx="1461">
                  <c:v>377.2</c:v>
                </c:pt>
                <c:pt idx="1462">
                  <c:v>376.7</c:v>
                </c:pt>
                <c:pt idx="1463">
                  <c:v>373.6</c:v>
                </c:pt>
                <c:pt idx="1464">
                  <c:v>356.9</c:v>
                </c:pt>
                <c:pt idx="1465">
                  <c:v>364.6</c:v>
                </c:pt>
                <c:pt idx="1466">
                  <c:v>364.5</c:v>
                </c:pt>
                <c:pt idx="1467">
                  <c:v>369.65</c:v>
                </c:pt>
                <c:pt idx="1468">
                  <c:v>377.15</c:v>
                </c:pt>
                <c:pt idx="1469">
                  <c:v>390.85</c:v>
                </c:pt>
                <c:pt idx="1470">
                  <c:v>384.5</c:v>
                </c:pt>
                <c:pt idx="1471">
                  <c:v>385.6</c:v>
                </c:pt>
                <c:pt idx="1472">
                  <c:v>404.15</c:v>
                </c:pt>
                <c:pt idx="1473">
                  <c:v>404.35</c:v>
                </c:pt>
                <c:pt idx="1474">
                  <c:v>409.05</c:v>
                </c:pt>
                <c:pt idx="1475">
                  <c:v>413.2</c:v>
                </c:pt>
                <c:pt idx="1476">
                  <c:v>423.95</c:v>
                </c:pt>
                <c:pt idx="1477">
                  <c:v>421.2</c:v>
                </c:pt>
                <c:pt idx="1478">
                  <c:v>417.45</c:v>
                </c:pt>
                <c:pt idx="1479">
                  <c:v>431.4</c:v>
                </c:pt>
                <c:pt idx="1480">
                  <c:v>438.55</c:v>
                </c:pt>
                <c:pt idx="1481">
                  <c:v>439.55</c:v>
                </c:pt>
                <c:pt idx="1482">
                  <c:v>437.55</c:v>
                </c:pt>
                <c:pt idx="1483">
                  <c:v>445.2</c:v>
                </c:pt>
                <c:pt idx="1484">
                  <c:v>443.95</c:v>
                </c:pt>
                <c:pt idx="1485">
                  <c:v>423.25</c:v>
                </c:pt>
                <c:pt idx="1486">
                  <c:v>432.9</c:v>
                </c:pt>
                <c:pt idx="1487">
                  <c:v>431.7</c:v>
                </c:pt>
                <c:pt idx="1488">
                  <c:v>422.75</c:v>
                </c:pt>
                <c:pt idx="1489">
                  <c:v>427.8</c:v>
                </c:pt>
                <c:pt idx="1490">
                  <c:v>436.4</c:v>
                </c:pt>
                <c:pt idx="1491">
                  <c:v>435.4</c:v>
                </c:pt>
                <c:pt idx="1492">
                  <c:v>441.45</c:v>
                </c:pt>
                <c:pt idx="1493">
                  <c:v>436.85</c:v>
                </c:pt>
                <c:pt idx="1494">
                  <c:v>448.85</c:v>
                </c:pt>
                <c:pt idx="1495">
                  <c:v>445.15</c:v>
                </c:pt>
                <c:pt idx="1496">
                  <c:v>438.4</c:v>
                </c:pt>
                <c:pt idx="1497">
                  <c:v>441.75</c:v>
                </c:pt>
                <c:pt idx="1498">
                  <c:v>456</c:v>
                </c:pt>
                <c:pt idx="1499">
                  <c:v>464.75</c:v>
                </c:pt>
                <c:pt idx="1500">
                  <c:v>458.4</c:v>
                </c:pt>
                <c:pt idx="1501">
                  <c:v>462.45</c:v>
                </c:pt>
                <c:pt idx="1502">
                  <c:v>465.45</c:v>
                </c:pt>
                <c:pt idx="1503">
                  <c:v>453.75</c:v>
                </c:pt>
                <c:pt idx="1504">
                  <c:v>462.25</c:v>
                </c:pt>
                <c:pt idx="1505">
                  <c:v>456.4</c:v>
                </c:pt>
                <c:pt idx="1506">
                  <c:v>463.3</c:v>
                </c:pt>
                <c:pt idx="1507">
                  <c:v>463.35</c:v>
                </c:pt>
                <c:pt idx="1508">
                  <c:v>461.7</c:v>
                </c:pt>
                <c:pt idx="1509">
                  <c:v>473</c:v>
                </c:pt>
                <c:pt idx="1510">
                  <c:v>481.1</c:v>
                </c:pt>
                <c:pt idx="1511">
                  <c:v>474.05</c:v>
                </c:pt>
                <c:pt idx="1512">
                  <c:v>472.7</c:v>
                </c:pt>
                <c:pt idx="1513">
                  <c:v>460.95</c:v>
                </c:pt>
                <c:pt idx="1514">
                  <c:v>459.65</c:v>
                </c:pt>
                <c:pt idx="1515">
                  <c:v>461.35</c:v>
                </c:pt>
                <c:pt idx="1516">
                  <c:v>460.05</c:v>
                </c:pt>
                <c:pt idx="1517">
                  <c:v>460</c:v>
                </c:pt>
                <c:pt idx="1518">
                  <c:v>448.35</c:v>
                </c:pt>
                <c:pt idx="1519">
                  <c:v>461.05</c:v>
                </c:pt>
                <c:pt idx="1520">
                  <c:v>498.05</c:v>
                </c:pt>
                <c:pt idx="1521">
                  <c:v>498.75</c:v>
                </c:pt>
                <c:pt idx="1522">
                  <c:v>492.3</c:v>
                </c:pt>
                <c:pt idx="1523">
                  <c:v>493.85</c:v>
                </c:pt>
                <c:pt idx="1524">
                  <c:v>508.2</c:v>
                </c:pt>
                <c:pt idx="1525">
                  <c:v>505.15</c:v>
                </c:pt>
                <c:pt idx="1526">
                  <c:v>522.4</c:v>
                </c:pt>
                <c:pt idx="1527">
                  <c:v>529.70000000000005</c:v>
                </c:pt>
                <c:pt idx="1528">
                  <c:v>522.25</c:v>
                </c:pt>
                <c:pt idx="1529">
                  <c:v>527.45000000000005</c:v>
                </c:pt>
                <c:pt idx="1530">
                  <c:v>516</c:v>
                </c:pt>
                <c:pt idx="1531">
                  <c:v>514.5</c:v>
                </c:pt>
                <c:pt idx="1532">
                  <c:v>520.35</c:v>
                </c:pt>
                <c:pt idx="1533">
                  <c:v>507.55</c:v>
                </c:pt>
                <c:pt idx="1534">
                  <c:v>512.35</c:v>
                </c:pt>
                <c:pt idx="1535">
                  <c:v>505.6</c:v>
                </c:pt>
                <c:pt idx="1536">
                  <c:v>491.2</c:v>
                </c:pt>
                <c:pt idx="1537">
                  <c:v>495.5</c:v>
                </c:pt>
                <c:pt idx="1538">
                  <c:v>490.15</c:v>
                </c:pt>
                <c:pt idx="1539">
                  <c:v>499.1</c:v>
                </c:pt>
                <c:pt idx="1540">
                  <c:v>510.9</c:v>
                </c:pt>
                <c:pt idx="1541">
                  <c:v>512.85</c:v>
                </c:pt>
                <c:pt idx="1542">
                  <c:v>516.35</c:v>
                </c:pt>
                <c:pt idx="1543">
                  <c:v>522.4</c:v>
                </c:pt>
                <c:pt idx="1544">
                  <c:v>516.5</c:v>
                </c:pt>
                <c:pt idx="1545">
                  <c:v>520.20000000000005</c:v>
                </c:pt>
                <c:pt idx="1546">
                  <c:v>520.45000000000005</c:v>
                </c:pt>
                <c:pt idx="1547">
                  <c:v>528.4</c:v>
                </c:pt>
                <c:pt idx="1548">
                  <c:v>530.54999999999995</c:v>
                </c:pt>
                <c:pt idx="1549">
                  <c:v>529.70000000000005</c:v>
                </c:pt>
                <c:pt idx="1550">
                  <c:v>528.65</c:v>
                </c:pt>
                <c:pt idx="1551">
                  <c:v>522.9</c:v>
                </c:pt>
                <c:pt idx="1552">
                  <c:v>507.4</c:v>
                </c:pt>
                <c:pt idx="1553">
                  <c:v>511.45</c:v>
                </c:pt>
                <c:pt idx="1554">
                  <c:v>520.4</c:v>
                </c:pt>
                <c:pt idx="1555">
                  <c:v>532.4</c:v>
                </c:pt>
                <c:pt idx="1556">
                  <c:v>521.65</c:v>
                </c:pt>
                <c:pt idx="1557">
                  <c:v>517.4</c:v>
                </c:pt>
                <c:pt idx="1558">
                  <c:v>520.4</c:v>
                </c:pt>
                <c:pt idx="1559">
                  <c:v>544.29999999999995</c:v>
                </c:pt>
                <c:pt idx="1560">
                  <c:v>532.20000000000005</c:v>
                </c:pt>
                <c:pt idx="1561">
                  <c:v>522.4</c:v>
                </c:pt>
                <c:pt idx="1562">
                  <c:v>522.85</c:v>
                </c:pt>
                <c:pt idx="1563">
                  <c:v>531.35</c:v>
                </c:pt>
                <c:pt idx="1564">
                  <c:v>520.15</c:v>
                </c:pt>
                <c:pt idx="1565">
                  <c:v>529.04999999999995</c:v>
                </c:pt>
                <c:pt idx="1566">
                  <c:v>542.70000000000005</c:v>
                </c:pt>
                <c:pt idx="1567">
                  <c:v>569.85</c:v>
                </c:pt>
                <c:pt idx="1568">
                  <c:v>559.70000000000005</c:v>
                </c:pt>
                <c:pt idx="1569">
                  <c:v>560</c:v>
                </c:pt>
                <c:pt idx="1570">
                  <c:v>559.70000000000005</c:v>
                </c:pt>
                <c:pt idx="1571">
                  <c:v>558.20000000000005</c:v>
                </c:pt>
                <c:pt idx="1572">
                  <c:v>540.75</c:v>
                </c:pt>
                <c:pt idx="1573">
                  <c:v>536.70000000000005</c:v>
                </c:pt>
                <c:pt idx="1574">
                  <c:v>517.04999999999995</c:v>
                </c:pt>
                <c:pt idx="1575">
                  <c:v>515.35</c:v>
                </c:pt>
                <c:pt idx="1576">
                  <c:v>541.04999999999995</c:v>
                </c:pt>
                <c:pt idx="1577">
                  <c:v>570.9</c:v>
                </c:pt>
                <c:pt idx="1578">
                  <c:v>560.20000000000005</c:v>
                </c:pt>
                <c:pt idx="1579">
                  <c:v>554.1</c:v>
                </c:pt>
                <c:pt idx="1580">
                  <c:v>548.9</c:v>
                </c:pt>
                <c:pt idx="1581">
                  <c:v>532.4</c:v>
                </c:pt>
                <c:pt idx="1582">
                  <c:v>526.95000000000005</c:v>
                </c:pt>
                <c:pt idx="1583">
                  <c:v>548.9</c:v>
                </c:pt>
                <c:pt idx="1584">
                  <c:v>547.25</c:v>
                </c:pt>
                <c:pt idx="1585">
                  <c:v>537.15</c:v>
                </c:pt>
                <c:pt idx="1586">
                  <c:v>538.54999999999995</c:v>
                </c:pt>
                <c:pt idx="1587">
                  <c:v>539.29999999999995</c:v>
                </c:pt>
                <c:pt idx="1588">
                  <c:v>539.20000000000005</c:v>
                </c:pt>
                <c:pt idx="1589">
                  <c:v>540.85</c:v>
                </c:pt>
                <c:pt idx="1590">
                  <c:v>539.45000000000005</c:v>
                </c:pt>
                <c:pt idx="1591">
                  <c:v>538.5</c:v>
                </c:pt>
                <c:pt idx="1592">
                  <c:v>538.70000000000005</c:v>
                </c:pt>
                <c:pt idx="1593">
                  <c:v>542.6</c:v>
                </c:pt>
                <c:pt idx="1594">
                  <c:v>544.85</c:v>
                </c:pt>
                <c:pt idx="1595">
                  <c:v>544.54999999999995</c:v>
                </c:pt>
                <c:pt idx="1596">
                  <c:v>534.6</c:v>
                </c:pt>
                <c:pt idx="1597">
                  <c:v>534.15</c:v>
                </c:pt>
                <c:pt idx="1598">
                  <c:v>543.95000000000005</c:v>
                </c:pt>
                <c:pt idx="1599">
                  <c:v>507.55</c:v>
                </c:pt>
                <c:pt idx="1600">
                  <c:v>487.7</c:v>
                </c:pt>
                <c:pt idx="1601">
                  <c:v>441.8</c:v>
                </c:pt>
                <c:pt idx="1602">
                  <c:v>474.15</c:v>
                </c:pt>
                <c:pt idx="1603">
                  <c:v>454.4</c:v>
                </c:pt>
                <c:pt idx="1604">
                  <c:v>486.25</c:v>
                </c:pt>
                <c:pt idx="1605">
                  <c:v>475</c:v>
                </c:pt>
                <c:pt idx="1606">
                  <c:v>470.65</c:v>
                </c:pt>
                <c:pt idx="1607">
                  <c:v>471.1</c:v>
                </c:pt>
                <c:pt idx="1608">
                  <c:v>449.7</c:v>
                </c:pt>
                <c:pt idx="1609">
                  <c:v>444.7</c:v>
                </c:pt>
                <c:pt idx="1610">
                  <c:v>469.9</c:v>
                </c:pt>
                <c:pt idx="1611">
                  <c:v>457.5</c:v>
                </c:pt>
                <c:pt idx="1612">
                  <c:v>445.2</c:v>
                </c:pt>
                <c:pt idx="1613">
                  <c:v>445.35</c:v>
                </c:pt>
                <c:pt idx="1614">
                  <c:v>419.55</c:v>
                </c:pt>
                <c:pt idx="1615">
                  <c:v>434.9</c:v>
                </c:pt>
                <c:pt idx="1616">
                  <c:v>422.3</c:v>
                </c:pt>
                <c:pt idx="1617">
                  <c:v>395.3</c:v>
                </c:pt>
                <c:pt idx="1618">
                  <c:v>389.5</c:v>
                </c:pt>
                <c:pt idx="1619">
                  <c:v>420</c:v>
                </c:pt>
                <c:pt idx="1620">
                  <c:v>440.5</c:v>
                </c:pt>
                <c:pt idx="1621">
                  <c:v>435.85</c:v>
                </c:pt>
                <c:pt idx="1622">
                  <c:v>421.9</c:v>
                </c:pt>
                <c:pt idx="1623">
                  <c:v>438.9</c:v>
                </c:pt>
                <c:pt idx="1624">
                  <c:v>450.45</c:v>
                </c:pt>
                <c:pt idx="1625">
                  <c:v>469.6</c:v>
                </c:pt>
                <c:pt idx="1626">
                  <c:v>475.35</c:v>
                </c:pt>
                <c:pt idx="1627">
                  <c:v>463.9</c:v>
                </c:pt>
                <c:pt idx="1628">
                  <c:v>473.9</c:v>
                </c:pt>
                <c:pt idx="1629">
                  <c:v>484.15</c:v>
                </c:pt>
                <c:pt idx="1630">
                  <c:v>496.7</c:v>
                </c:pt>
                <c:pt idx="1631">
                  <c:v>513.35</c:v>
                </c:pt>
                <c:pt idx="1632">
                  <c:v>502.5</c:v>
                </c:pt>
                <c:pt idx="1633">
                  <c:v>500.65</c:v>
                </c:pt>
                <c:pt idx="1634">
                  <c:v>496.85</c:v>
                </c:pt>
                <c:pt idx="1635">
                  <c:v>491.1</c:v>
                </c:pt>
                <c:pt idx="1636">
                  <c:v>468.85</c:v>
                </c:pt>
                <c:pt idx="1637">
                  <c:v>493.85</c:v>
                </c:pt>
                <c:pt idx="1638">
                  <c:v>495.5</c:v>
                </c:pt>
                <c:pt idx="1639">
                  <c:v>516.4</c:v>
                </c:pt>
                <c:pt idx="1640">
                  <c:v>502.6</c:v>
                </c:pt>
                <c:pt idx="1641">
                  <c:v>489.1</c:v>
                </c:pt>
                <c:pt idx="1642">
                  <c:v>478.7</c:v>
                </c:pt>
                <c:pt idx="1643">
                  <c:v>485.25</c:v>
                </c:pt>
                <c:pt idx="1644">
                  <c:v>458.35</c:v>
                </c:pt>
                <c:pt idx="1645">
                  <c:v>469.95</c:v>
                </c:pt>
                <c:pt idx="1646">
                  <c:v>449</c:v>
                </c:pt>
                <c:pt idx="1647">
                  <c:v>468.95</c:v>
                </c:pt>
                <c:pt idx="1648">
                  <c:v>469.8</c:v>
                </c:pt>
                <c:pt idx="1649">
                  <c:v>476.35</c:v>
                </c:pt>
                <c:pt idx="1650">
                  <c:v>493.75</c:v>
                </c:pt>
                <c:pt idx="1651">
                  <c:v>483.1</c:v>
                </c:pt>
                <c:pt idx="1652">
                  <c:v>490.8</c:v>
                </c:pt>
                <c:pt idx="1653">
                  <c:v>495.15</c:v>
                </c:pt>
                <c:pt idx="1654">
                  <c:v>502.6</c:v>
                </c:pt>
                <c:pt idx="1655">
                  <c:v>508.3</c:v>
                </c:pt>
                <c:pt idx="1656">
                  <c:v>507.85</c:v>
                </c:pt>
                <c:pt idx="1657">
                  <c:v>494.05</c:v>
                </c:pt>
                <c:pt idx="1658">
                  <c:v>502.05</c:v>
                </c:pt>
                <c:pt idx="1659">
                  <c:v>506.1</c:v>
                </c:pt>
                <c:pt idx="1660">
                  <c:v>515.35</c:v>
                </c:pt>
                <c:pt idx="1661">
                  <c:v>504.95</c:v>
                </c:pt>
                <c:pt idx="1662">
                  <c:v>510.15</c:v>
                </c:pt>
                <c:pt idx="1663">
                  <c:v>514.70000000000005</c:v>
                </c:pt>
                <c:pt idx="1664">
                  <c:v>511.25</c:v>
                </c:pt>
                <c:pt idx="1665">
                  <c:v>512.20000000000005</c:v>
                </c:pt>
                <c:pt idx="1666">
                  <c:v>510.75</c:v>
                </c:pt>
                <c:pt idx="1667">
                  <c:v>512.15</c:v>
                </c:pt>
                <c:pt idx="1668">
                  <c:v>511</c:v>
                </c:pt>
                <c:pt idx="1669">
                  <c:v>515.4</c:v>
                </c:pt>
                <c:pt idx="1670">
                  <c:v>510.75</c:v>
                </c:pt>
                <c:pt idx="1671">
                  <c:v>513.25</c:v>
                </c:pt>
                <c:pt idx="1672">
                  <c:v>525.6</c:v>
                </c:pt>
                <c:pt idx="1673">
                  <c:v>526.35</c:v>
                </c:pt>
                <c:pt idx="1674">
                  <c:v>518.65</c:v>
                </c:pt>
                <c:pt idx="1675">
                  <c:v>518.29999999999995</c:v>
                </c:pt>
                <c:pt idx="1676">
                  <c:v>522.75</c:v>
                </c:pt>
                <c:pt idx="1677">
                  <c:v>515.6</c:v>
                </c:pt>
                <c:pt idx="1678">
                  <c:v>522.6</c:v>
                </c:pt>
                <c:pt idx="1679">
                  <c:v>512.1</c:v>
                </c:pt>
                <c:pt idx="1680">
                  <c:v>509.2</c:v>
                </c:pt>
                <c:pt idx="1681">
                  <c:v>499.65</c:v>
                </c:pt>
                <c:pt idx="1682">
                  <c:v>503.5</c:v>
                </c:pt>
                <c:pt idx="1683">
                  <c:v>513.45000000000005</c:v>
                </c:pt>
                <c:pt idx="1684">
                  <c:v>512.29999999999995</c:v>
                </c:pt>
                <c:pt idx="1685">
                  <c:v>508.9</c:v>
                </c:pt>
                <c:pt idx="1686">
                  <c:v>513.79999999999995</c:v>
                </c:pt>
                <c:pt idx="1687">
                  <c:v>512.75</c:v>
                </c:pt>
                <c:pt idx="1688">
                  <c:v>517.6</c:v>
                </c:pt>
                <c:pt idx="1689">
                  <c:v>523.6</c:v>
                </c:pt>
                <c:pt idx="1690">
                  <c:v>519.25</c:v>
                </c:pt>
                <c:pt idx="1691">
                  <c:v>510</c:v>
                </c:pt>
                <c:pt idx="1692">
                  <c:v>526.35</c:v>
                </c:pt>
                <c:pt idx="1693">
                  <c:v>520.6</c:v>
                </c:pt>
                <c:pt idx="1694">
                  <c:v>521.79999999999995</c:v>
                </c:pt>
                <c:pt idx="1695">
                  <c:v>524.9</c:v>
                </c:pt>
                <c:pt idx="1696">
                  <c:v>519.6</c:v>
                </c:pt>
                <c:pt idx="1697">
                  <c:v>506.85</c:v>
                </c:pt>
                <c:pt idx="1698">
                  <c:v>520.85</c:v>
                </c:pt>
                <c:pt idx="1699">
                  <c:v>514.29999999999995</c:v>
                </c:pt>
                <c:pt idx="1700">
                  <c:v>515.65</c:v>
                </c:pt>
                <c:pt idx="1701">
                  <c:v>519.79999999999995</c:v>
                </c:pt>
                <c:pt idx="1702">
                  <c:v>528.85</c:v>
                </c:pt>
                <c:pt idx="1703">
                  <c:v>545.25</c:v>
                </c:pt>
                <c:pt idx="1704">
                  <c:v>557.54999999999995</c:v>
                </c:pt>
                <c:pt idx="1705">
                  <c:v>570.6</c:v>
                </c:pt>
                <c:pt idx="1706">
                  <c:v>575.15</c:v>
                </c:pt>
                <c:pt idx="1707">
                  <c:v>557.54999999999995</c:v>
                </c:pt>
                <c:pt idx="1708">
                  <c:v>550.6</c:v>
                </c:pt>
                <c:pt idx="1709">
                  <c:v>556.54999999999995</c:v>
                </c:pt>
                <c:pt idx="1710">
                  <c:v>553.6</c:v>
                </c:pt>
                <c:pt idx="1711">
                  <c:v>547.29999999999995</c:v>
                </c:pt>
                <c:pt idx="1712">
                  <c:v>557.1</c:v>
                </c:pt>
                <c:pt idx="1713">
                  <c:v>563.20000000000005</c:v>
                </c:pt>
                <c:pt idx="1714">
                  <c:v>554.54999999999995</c:v>
                </c:pt>
                <c:pt idx="1715">
                  <c:v>538.29999999999995</c:v>
                </c:pt>
                <c:pt idx="1716">
                  <c:v>537.5</c:v>
                </c:pt>
                <c:pt idx="1717">
                  <c:v>533.15</c:v>
                </c:pt>
                <c:pt idx="1718">
                  <c:v>529.29999999999995</c:v>
                </c:pt>
                <c:pt idx="1719">
                  <c:v>532</c:v>
                </c:pt>
                <c:pt idx="1720">
                  <c:v>530.95000000000005</c:v>
                </c:pt>
                <c:pt idx="1721">
                  <c:v>535.29999999999995</c:v>
                </c:pt>
                <c:pt idx="1722">
                  <c:v>533.9</c:v>
                </c:pt>
                <c:pt idx="1723">
                  <c:v>536.65</c:v>
                </c:pt>
                <c:pt idx="1724">
                  <c:v>542.04999999999995</c:v>
                </c:pt>
                <c:pt idx="1725">
                  <c:v>545.4</c:v>
                </c:pt>
                <c:pt idx="1726">
                  <c:v>548.04999999999995</c:v>
                </c:pt>
                <c:pt idx="1727">
                  <c:v>553.65</c:v>
                </c:pt>
                <c:pt idx="1728">
                  <c:v>550.25</c:v>
                </c:pt>
                <c:pt idx="1729">
                  <c:v>554.5</c:v>
                </c:pt>
                <c:pt idx="1730">
                  <c:v>569.29999999999995</c:v>
                </c:pt>
                <c:pt idx="1731">
                  <c:v>585.1</c:v>
                </c:pt>
                <c:pt idx="1732">
                  <c:v>582.75</c:v>
                </c:pt>
                <c:pt idx="1733">
                  <c:v>590.15</c:v>
                </c:pt>
                <c:pt idx="1734">
                  <c:v>601.29999999999995</c:v>
                </c:pt>
                <c:pt idx="1735">
                  <c:v>585.35</c:v>
                </c:pt>
                <c:pt idx="1736">
                  <c:v>582.85</c:v>
                </c:pt>
                <c:pt idx="1737">
                  <c:v>599.9</c:v>
                </c:pt>
                <c:pt idx="1738">
                  <c:v>601.04999999999995</c:v>
                </c:pt>
                <c:pt idx="1739">
                  <c:v>590.75</c:v>
                </c:pt>
                <c:pt idx="1740">
                  <c:v>593.29999999999995</c:v>
                </c:pt>
                <c:pt idx="1741">
                  <c:v>589.95000000000005</c:v>
                </c:pt>
                <c:pt idx="1742">
                  <c:v>584.25</c:v>
                </c:pt>
                <c:pt idx="1743">
                  <c:v>576.95000000000005</c:v>
                </c:pt>
                <c:pt idx="1744">
                  <c:v>567.20000000000005</c:v>
                </c:pt>
                <c:pt idx="1745">
                  <c:v>558.5</c:v>
                </c:pt>
                <c:pt idx="1746">
                  <c:v>555.45000000000005</c:v>
                </c:pt>
                <c:pt idx="1747">
                  <c:v>569.54999999999995</c:v>
                </c:pt>
                <c:pt idx="1748">
                  <c:v>566.65</c:v>
                </c:pt>
                <c:pt idx="1749">
                  <c:v>583</c:v>
                </c:pt>
                <c:pt idx="1750">
                  <c:v>566.75</c:v>
                </c:pt>
                <c:pt idx="1751">
                  <c:v>555.25</c:v>
                </c:pt>
                <c:pt idx="1752">
                  <c:v>558.25</c:v>
                </c:pt>
                <c:pt idx="1753">
                  <c:v>574.5</c:v>
                </c:pt>
                <c:pt idx="1754">
                  <c:v>597.5</c:v>
                </c:pt>
                <c:pt idx="1755">
                  <c:v>607.1</c:v>
                </c:pt>
                <c:pt idx="1756">
                  <c:v>608.45000000000005</c:v>
                </c:pt>
                <c:pt idx="1757">
                  <c:v>605.9</c:v>
                </c:pt>
                <c:pt idx="1758">
                  <c:v>611.54999999999995</c:v>
                </c:pt>
                <c:pt idx="1759">
                  <c:v>620.20000000000005</c:v>
                </c:pt>
                <c:pt idx="1760">
                  <c:v>606.5</c:v>
                </c:pt>
                <c:pt idx="1761">
                  <c:v>598.04999999999995</c:v>
                </c:pt>
                <c:pt idx="1762">
                  <c:v>578.5</c:v>
                </c:pt>
                <c:pt idx="1763">
                  <c:v>579.9</c:v>
                </c:pt>
                <c:pt idx="1764">
                  <c:v>590.04999999999995</c:v>
                </c:pt>
                <c:pt idx="1765">
                  <c:v>619.54999999999995</c:v>
                </c:pt>
                <c:pt idx="1766">
                  <c:v>626.45000000000005</c:v>
                </c:pt>
                <c:pt idx="1767">
                  <c:v>626.95000000000005</c:v>
                </c:pt>
                <c:pt idx="1768">
                  <c:v>636.9</c:v>
                </c:pt>
                <c:pt idx="1769">
                  <c:v>633.9</c:v>
                </c:pt>
                <c:pt idx="1770">
                  <c:v>641.6</c:v>
                </c:pt>
                <c:pt idx="1771">
                  <c:v>620.65</c:v>
                </c:pt>
                <c:pt idx="1772">
                  <c:v>621.75</c:v>
                </c:pt>
                <c:pt idx="1773">
                  <c:v>620.75</c:v>
                </c:pt>
                <c:pt idx="1774">
                  <c:v>632.9</c:v>
                </c:pt>
                <c:pt idx="1775">
                  <c:v>651.29999999999995</c:v>
                </c:pt>
                <c:pt idx="1776">
                  <c:v>630.29999999999995</c:v>
                </c:pt>
                <c:pt idx="1777">
                  <c:v>613.25</c:v>
                </c:pt>
                <c:pt idx="1778">
                  <c:v>622.29999999999995</c:v>
                </c:pt>
                <c:pt idx="1779">
                  <c:v>643.1</c:v>
                </c:pt>
                <c:pt idx="1780">
                  <c:v>633.85</c:v>
                </c:pt>
                <c:pt idx="1781">
                  <c:v>634.79999999999995</c:v>
                </c:pt>
                <c:pt idx="1782">
                  <c:v>642.79999999999995</c:v>
                </c:pt>
                <c:pt idx="1783">
                  <c:v>635.45000000000005</c:v>
                </c:pt>
                <c:pt idx="1784">
                  <c:v>643.1</c:v>
                </c:pt>
                <c:pt idx="1785">
                  <c:v>630.4</c:v>
                </c:pt>
                <c:pt idx="1786">
                  <c:v>637.79999999999995</c:v>
                </c:pt>
                <c:pt idx="1787">
                  <c:v>650.20000000000005</c:v>
                </c:pt>
                <c:pt idx="1788">
                  <c:v>677</c:v>
                </c:pt>
                <c:pt idx="1789">
                  <c:v>681.25</c:v>
                </c:pt>
                <c:pt idx="1790">
                  <c:v>664.25</c:v>
                </c:pt>
                <c:pt idx="1791">
                  <c:v>668.4</c:v>
                </c:pt>
                <c:pt idx="1792">
                  <c:v>649.85</c:v>
                </c:pt>
                <c:pt idx="1793">
                  <c:v>623.29999999999995</c:v>
                </c:pt>
                <c:pt idx="1794">
                  <c:v>613.6</c:v>
                </c:pt>
                <c:pt idx="1795">
                  <c:v>604.54999999999995</c:v>
                </c:pt>
                <c:pt idx="1796">
                  <c:v>562.4</c:v>
                </c:pt>
                <c:pt idx="1797">
                  <c:v>591.5</c:v>
                </c:pt>
                <c:pt idx="1798">
                  <c:v>574.20000000000005</c:v>
                </c:pt>
                <c:pt idx="1799">
                  <c:v>536.95000000000005</c:v>
                </c:pt>
                <c:pt idx="1800">
                  <c:v>578.29999999999995</c:v>
                </c:pt>
                <c:pt idx="1801">
                  <c:v>553.85</c:v>
                </c:pt>
                <c:pt idx="1802">
                  <c:v>572.5</c:v>
                </c:pt>
                <c:pt idx="1803">
                  <c:v>565.65</c:v>
                </c:pt>
                <c:pt idx="1804">
                  <c:v>571.79999999999995</c:v>
                </c:pt>
                <c:pt idx="1805">
                  <c:v>583.9</c:v>
                </c:pt>
                <c:pt idx="1806">
                  <c:v>555.25</c:v>
                </c:pt>
                <c:pt idx="1807">
                  <c:v>562.29999999999995</c:v>
                </c:pt>
                <c:pt idx="1808">
                  <c:v>565.25</c:v>
                </c:pt>
                <c:pt idx="1809">
                  <c:v>578.25</c:v>
                </c:pt>
                <c:pt idx="1810">
                  <c:v>573.4</c:v>
                </c:pt>
                <c:pt idx="1811">
                  <c:v>581.75</c:v>
                </c:pt>
                <c:pt idx="1812">
                  <c:v>594.70000000000005</c:v>
                </c:pt>
                <c:pt idx="1813">
                  <c:v>597.29999999999995</c:v>
                </c:pt>
                <c:pt idx="1814">
                  <c:v>581.70000000000005</c:v>
                </c:pt>
                <c:pt idx="1815">
                  <c:v>559.1</c:v>
                </c:pt>
                <c:pt idx="1816">
                  <c:v>565.9</c:v>
                </c:pt>
                <c:pt idx="1817">
                  <c:v>559.4</c:v>
                </c:pt>
                <c:pt idx="1818">
                  <c:v>518.75</c:v>
                </c:pt>
                <c:pt idx="1819">
                  <c:v>534.25</c:v>
                </c:pt>
                <c:pt idx="1820">
                  <c:v>549.35</c:v>
                </c:pt>
                <c:pt idx="1821">
                  <c:v>552.6</c:v>
                </c:pt>
                <c:pt idx="1822">
                  <c:v>560.79999999999995</c:v>
                </c:pt>
                <c:pt idx="1823">
                  <c:v>547.70000000000005</c:v>
                </c:pt>
                <c:pt idx="1824">
                  <c:v>547.25</c:v>
                </c:pt>
                <c:pt idx="1825">
                  <c:v>540.45000000000005</c:v>
                </c:pt>
                <c:pt idx="1826">
                  <c:v>567.65</c:v>
                </c:pt>
                <c:pt idx="1827">
                  <c:v>585.70000000000005</c:v>
                </c:pt>
                <c:pt idx="1828">
                  <c:v>573.95000000000005</c:v>
                </c:pt>
                <c:pt idx="1829">
                  <c:v>585.85</c:v>
                </c:pt>
                <c:pt idx="1830">
                  <c:v>575.85</c:v>
                </c:pt>
                <c:pt idx="1831">
                  <c:v>571.25</c:v>
                </c:pt>
                <c:pt idx="1832">
                  <c:v>567.4</c:v>
                </c:pt>
                <c:pt idx="1833">
                  <c:v>554.6</c:v>
                </c:pt>
                <c:pt idx="1834">
                  <c:v>555.79999999999995</c:v>
                </c:pt>
                <c:pt idx="1835">
                  <c:v>563.65</c:v>
                </c:pt>
                <c:pt idx="1836">
                  <c:v>565.75</c:v>
                </c:pt>
                <c:pt idx="1837">
                  <c:v>571.6</c:v>
                </c:pt>
                <c:pt idx="1838">
                  <c:v>570.9</c:v>
                </c:pt>
                <c:pt idx="1839">
                  <c:v>567.29999999999995</c:v>
                </c:pt>
                <c:pt idx="1840">
                  <c:v>552.6</c:v>
                </c:pt>
                <c:pt idx="1841">
                  <c:v>547.35</c:v>
                </c:pt>
                <c:pt idx="1842">
                  <c:v>550.45000000000005</c:v>
                </c:pt>
                <c:pt idx="1843">
                  <c:v>552.75</c:v>
                </c:pt>
                <c:pt idx="1844">
                  <c:v>545.79999999999995</c:v>
                </c:pt>
                <c:pt idx="1845">
                  <c:v>544.04999999999995</c:v>
                </c:pt>
                <c:pt idx="1846">
                  <c:v>535.04999999999995</c:v>
                </c:pt>
                <c:pt idx="1847">
                  <c:v>540.54999999999995</c:v>
                </c:pt>
                <c:pt idx="1848">
                  <c:v>546.85</c:v>
                </c:pt>
                <c:pt idx="1849">
                  <c:v>543.29999999999995</c:v>
                </c:pt>
                <c:pt idx="1850">
                  <c:v>534.1</c:v>
                </c:pt>
                <c:pt idx="1851">
                  <c:v>532.20000000000005</c:v>
                </c:pt>
                <c:pt idx="1852">
                  <c:v>534.95000000000005</c:v>
                </c:pt>
                <c:pt idx="1853">
                  <c:v>532.4</c:v>
                </c:pt>
                <c:pt idx="1854">
                  <c:v>543.4</c:v>
                </c:pt>
                <c:pt idx="1855">
                  <c:v>539.70000000000005</c:v>
                </c:pt>
                <c:pt idx="1856">
                  <c:v>540.6</c:v>
                </c:pt>
                <c:pt idx="1857">
                  <c:v>536.54999999999995</c:v>
                </c:pt>
                <c:pt idx="1858">
                  <c:v>543.70000000000005</c:v>
                </c:pt>
                <c:pt idx="1859">
                  <c:v>544.25</c:v>
                </c:pt>
                <c:pt idx="1860">
                  <c:v>533.9</c:v>
                </c:pt>
                <c:pt idx="1861">
                  <c:v>535.25</c:v>
                </c:pt>
                <c:pt idx="1862">
                  <c:v>532.25</c:v>
                </c:pt>
                <c:pt idx="1863">
                  <c:v>545.4</c:v>
                </c:pt>
                <c:pt idx="1864">
                  <c:v>547.6</c:v>
                </c:pt>
                <c:pt idx="1865">
                  <c:v>542.79999999999995</c:v>
                </c:pt>
                <c:pt idx="1866">
                  <c:v>538.70000000000005</c:v>
                </c:pt>
                <c:pt idx="1867">
                  <c:v>530.45000000000005</c:v>
                </c:pt>
                <c:pt idx="1868">
                  <c:v>532.4</c:v>
                </c:pt>
                <c:pt idx="1869">
                  <c:v>530.5</c:v>
                </c:pt>
                <c:pt idx="1870">
                  <c:v>523.04999999999995</c:v>
                </c:pt>
                <c:pt idx="1871">
                  <c:v>521.54999999999995</c:v>
                </c:pt>
                <c:pt idx="1872">
                  <c:v>522.85</c:v>
                </c:pt>
                <c:pt idx="1873">
                  <c:v>524.79999999999995</c:v>
                </c:pt>
                <c:pt idx="1874">
                  <c:v>517.29999999999995</c:v>
                </c:pt>
                <c:pt idx="1875">
                  <c:v>515.54999999999995</c:v>
                </c:pt>
                <c:pt idx="1876">
                  <c:v>508.75</c:v>
                </c:pt>
                <c:pt idx="1877">
                  <c:v>509.9</c:v>
                </c:pt>
                <c:pt idx="1878">
                  <c:v>514.79999999999995</c:v>
                </c:pt>
                <c:pt idx="1879">
                  <c:v>518.45000000000005</c:v>
                </c:pt>
                <c:pt idx="1880">
                  <c:v>512.70000000000005</c:v>
                </c:pt>
                <c:pt idx="1881">
                  <c:v>515.15</c:v>
                </c:pt>
                <c:pt idx="1882">
                  <c:v>508.75</c:v>
                </c:pt>
                <c:pt idx="1883">
                  <c:v>504.65</c:v>
                </c:pt>
                <c:pt idx="1884">
                  <c:v>519.6</c:v>
                </c:pt>
                <c:pt idx="1885">
                  <c:v>525.04999999999995</c:v>
                </c:pt>
                <c:pt idx="1886">
                  <c:v>519.29999999999995</c:v>
                </c:pt>
                <c:pt idx="1887">
                  <c:v>511.15</c:v>
                </c:pt>
                <c:pt idx="1888">
                  <c:v>511.55</c:v>
                </c:pt>
                <c:pt idx="1889">
                  <c:v>512.54999999999995</c:v>
                </c:pt>
                <c:pt idx="1890">
                  <c:v>502.45</c:v>
                </c:pt>
                <c:pt idx="1891">
                  <c:v>505.35</c:v>
                </c:pt>
                <c:pt idx="1892">
                  <c:v>506.35</c:v>
                </c:pt>
                <c:pt idx="1893">
                  <c:v>505.15</c:v>
                </c:pt>
                <c:pt idx="1894">
                  <c:v>505.2</c:v>
                </c:pt>
                <c:pt idx="1895">
                  <c:v>509</c:v>
                </c:pt>
                <c:pt idx="1896">
                  <c:v>505.5</c:v>
                </c:pt>
                <c:pt idx="1897">
                  <c:v>498.85</c:v>
                </c:pt>
                <c:pt idx="1898">
                  <c:v>514</c:v>
                </c:pt>
                <c:pt idx="1899">
                  <c:v>492.7</c:v>
                </c:pt>
                <c:pt idx="1900">
                  <c:v>493.55</c:v>
                </c:pt>
                <c:pt idx="1901">
                  <c:v>497.35</c:v>
                </c:pt>
                <c:pt idx="1902">
                  <c:v>476.55</c:v>
                </c:pt>
                <c:pt idx="1903">
                  <c:v>462.15</c:v>
                </c:pt>
                <c:pt idx="1904">
                  <c:v>470.2</c:v>
                </c:pt>
                <c:pt idx="1905">
                  <c:v>457.4</c:v>
                </c:pt>
                <c:pt idx="1906">
                  <c:v>459.7</c:v>
                </c:pt>
                <c:pt idx="1907">
                  <c:v>476.75</c:v>
                </c:pt>
                <c:pt idx="1908">
                  <c:v>477.7</c:v>
                </c:pt>
                <c:pt idx="1909">
                  <c:v>480.25</c:v>
                </c:pt>
                <c:pt idx="1910">
                  <c:v>480.2</c:v>
                </c:pt>
                <c:pt idx="1911">
                  <c:v>481.45</c:v>
                </c:pt>
                <c:pt idx="1912">
                  <c:v>469.45</c:v>
                </c:pt>
                <c:pt idx="1913">
                  <c:v>474.4</c:v>
                </c:pt>
                <c:pt idx="1914">
                  <c:v>469.25</c:v>
                </c:pt>
                <c:pt idx="1915">
                  <c:v>446.85</c:v>
                </c:pt>
                <c:pt idx="1916">
                  <c:v>453.3</c:v>
                </c:pt>
                <c:pt idx="1917">
                  <c:v>448.7</c:v>
                </c:pt>
                <c:pt idx="1918">
                  <c:v>457.4</c:v>
                </c:pt>
                <c:pt idx="1919">
                  <c:v>464.4</c:v>
                </c:pt>
                <c:pt idx="1920">
                  <c:v>466.75</c:v>
                </c:pt>
                <c:pt idx="1921">
                  <c:v>470</c:v>
                </c:pt>
                <c:pt idx="1922">
                  <c:v>477.7</c:v>
                </c:pt>
                <c:pt idx="1923">
                  <c:v>482.35</c:v>
                </c:pt>
                <c:pt idx="1924">
                  <c:v>474.75</c:v>
                </c:pt>
                <c:pt idx="1925">
                  <c:v>465.95</c:v>
                </c:pt>
                <c:pt idx="1926">
                  <c:v>472.85</c:v>
                </c:pt>
                <c:pt idx="1927">
                  <c:v>478</c:v>
                </c:pt>
                <c:pt idx="1928">
                  <c:v>478.25</c:v>
                </c:pt>
                <c:pt idx="1929">
                  <c:v>465.1</c:v>
                </c:pt>
                <c:pt idx="1930">
                  <c:v>455.45</c:v>
                </c:pt>
                <c:pt idx="1931">
                  <c:v>452.55</c:v>
                </c:pt>
                <c:pt idx="1932">
                  <c:v>456.4</c:v>
                </c:pt>
                <c:pt idx="1933">
                  <c:v>450.25</c:v>
                </c:pt>
                <c:pt idx="1934">
                  <c:v>449.4</c:v>
                </c:pt>
                <c:pt idx="1935">
                  <c:v>444.2</c:v>
                </c:pt>
                <c:pt idx="1936">
                  <c:v>448.45</c:v>
                </c:pt>
                <c:pt idx="1937">
                  <c:v>434.7</c:v>
                </c:pt>
                <c:pt idx="1938">
                  <c:v>438.7</c:v>
                </c:pt>
                <c:pt idx="1939">
                  <c:v>443.3</c:v>
                </c:pt>
                <c:pt idx="1940">
                  <c:v>435.9</c:v>
                </c:pt>
                <c:pt idx="1941">
                  <c:v>454.4</c:v>
                </c:pt>
                <c:pt idx="1942">
                  <c:v>460.4</c:v>
                </c:pt>
                <c:pt idx="1943">
                  <c:v>460.25</c:v>
                </c:pt>
                <c:pt idx="1944">
                  <c:v>454.25</c:v>
                </c:pt>
                <c:pt idx="1945">
                  <c:v>470.4</c:v>
                </c:pt>
                <c:pt idx="1946">
                  <c:v>462.05</c:v>
                </c:pt>
                <c:pt idx="1947">
                  <c:v>460.15</c:v>
                </c:pt>
                <c:pt idx="1948">
                  <c:v>469.5</c:v>
                </c:pt>
                <c:pt idx="1949">
                  <c:v>489</c:v>
                </c:pt>
                <c:pt idx="1950">
                  <c:v>503.3</c:v>
                </c:pt>
                <c:pt idx="1951">
                  <c:v>488</c:v>
                </c:pt>
                <c:pt idx="1952">
                  <c:v>486.8</c:v>
                </c:pt>
                <c:pt idx="1953">
                  <c:v>492.2</c:v>
                </c:pt>
                <c:pt idx="1954">
                  <c:v>485.75</c:v>
                </c:pt>
                <c:pt idx="1955">
                  <c:v>488.3</c:v>
                </c:pt>
                <c:pt idx="1956">
                  <c:v>493.8</c:v>
                </c:pt>
                <c:pt idx="1957">
                  <c:v>499.95</c:v>
                </c:pt>
                <c:pt idx="1958">
                  <c:v>495.25</c:v>
                </c:pt>
                <c:pt idx="1959">
                  <c:v>492.55</c:v>
                </c:pt>
                <c:pt idx="1960">
                  <c:v>486.3</c:v>
                </c:pt>
                <c:pt idx="1961">
                  <c:v>496.9</c:v>
                </c:pt>
                <c:pt idx="1962">
                  <c:v>499.85</c:v>
                </c:pt>
                <c:pt idx="1963">
                  <c:v>509.85</c:v>
                </c:pt>
                <c:pt idx="1964">
                  <c:v>510.65</c:v>
                </c:pt>
                <c:pt idx="1965">
                  <c:v>507.15</c:v>
                </c:pt>
                <c:pt idx="1966">
                  <c:v>499.4</c:v>
                </c:pt>
                <c:pt idx="1967">
                  <c:v>491.8</c:v>
                </c:pt>
                <c:pt idx="1968">
                  <c:v>484.75</c:v>
                </c:pt>
                <c:pt idx="1969">
                  <c:v>486.9</c:v>
                </c:pt>
                <c:pt idx="1970">
                  <c:v>477.25</c:v>
                </c:pt>
                <c:pt idx="1971">
                  <c:v>471.55</c:v>
                </c:pt>
                <c:pt idx="1972">
                  <c:v>459.5</c:v>
                </c:pt>
                <c:pt idx="1973">
                  <c:v>456.4</c:v>
                </c:pt>
                <c:pt idx="1974">
                  <c:v>442.15</c:v>
                </c:pt>
                <c:pt idx="1975">
                  <c:v>472.95</c:v>
                </c:pt>
                <c:pt idx="1976">
                  <c:v>457.2</c:v>
                </c:pt>
                <c:pt idx="1977">
                  <c:v>460.85</c:v>
                </c:pt>
                <c:pt idx="1978">
                  <c:v>458.65</c:v>
                </c:pt>
                <c:pt idx="1979">
                  <c:v>448.3</c:v>
                </c:pt>
                <c:pt idx="1980">
                  <c:v>436.75</c:v>
                </c:pt>
                <c:pt idx="1981">
                  <c:v>437.85</c:v>
                </c:pt>
                <c:pt idx="1982">
                  <c:v>441.45</c:v>
                </c:pt>
                <c:pt idx="1983">
                  <c:v>453.15</c:v>
                </c:pt>
                <c:pt idx="1984">
                  <c:v>457.8</c:v>
                </c:pt>
                <c:pt idx="1985">
                  <c:v>449.75</c:v>
                </c:pt>
                <c:pt idx="1986">
                  <c:v>448.1</c:v>
                </c:pt>
                <c:pt idx="1987">
                  <c:v>460.65</c:v>
                </c:pt>
                <c:pt idx="1988">
                  <c:v>492.1</c:v>
                </c:pt>
                <c:pt idx="1989">
                  <c:v>498.2</c:v>
                </c:pt>
                <c:pt idx="1990">
                  <c:v>498.8</c:v>
                </c:pt>
                <c:pt idx="1991">
                  <c:v>495.1</c:v>
                </c:pt>
                <c:pt idx="1992">
                  <c:v>503.2</c:v>
                </c:pt>
                <c:pt idx="1993">
                  <c:v>501.35</c:v>
                </c:pt>
                <c:pt idx="1994">
                  <c:v>505.65</c:v>
                </c:pt>
                <c:pt idx="1995">
                  <c:v>507.5</c:v>
                </c:pt>
                <c:pt idx="1996">
                  <c:v>500.45</c:v>
                </c:pt>
                <c:pt idx="1997">
                  <c:v>497.2</c:v>
                </c:pt>
                <c:pt idx="1998">
                  <c:v>488.15</c:v>
                </c:pt>
                <c:pt idx="1999">
                  <c:v>483.85</c:v>
                </c:pt>
                <c:pt idx="2000">
                  <c:v>483.75</c:v>
                </c:pt>
                <c:pt idx="2001">
                  <c:v>493.35</c:v>
                </c:pt>
                <c:pt idx="2002">
                  <c:v>535</c:v>
                </c:pt>
                <c:pt idx="2003">
                  <c:v>535.54999999999995</c:v>
                </c:pt>
                <c:pt idx="2004">
                  <c:v>549.5</c:v>
                </c:pt>
                <c:pt idx="2005">
                  <c:v>527.85</c:v>
                </c:pt>
                <c:pt idx="2006">
                  <c:v>525.65</c:v>
                </c:pt>
                <c:pt idx="2007">
                  <c:v>516</c:v>
                </c:pt>
                <c:pt idx="2008">
                  <c:v>511.35</c:v>
                </c:pt>
                <c:pt idx="2009">
                  <c:v>496.2</c:v>
                </c:pt>
                <c:pt idx="2010">
                  <c:v>496.65</c:v>
                </c:pt>
                <c:pt idx="2011">
                  <c:v>482.45</c:v>
                </c:pt>
                <c:pt idx="2012">
                  <c:v>489.4</c:v>
                </c:pt>
                <c:pt idx="2013">
                  <c:v>490.8</c:v>
                </c:pt>
                <c:pt idx="2014">
                  <c:v>487.7</c:v>
                </c:pt>
                <c:pt idx="2015">
                  <c:v>488.85</c:v>
                </c:pt>
                <c:pt idx="2016">
                  <c:v>461.15</c:v>
                </c:pt>
                <c:pt idx="2017">
                  <c:v>460.1</c:v>
                </c:pt>
                <c:pt idx="2018">
                  <c:v>456.3</c:v>
                </c:pt>
                <c:pt idx="2019">
                  <c:v>462.55</c:v>
                </c:pt>
                <c:pt idx="2020">
                  <c:v>454.35</c:v>
                </c:pt>
                <c:pt idx="2021">
                  <c:v>439.5</c:v>
                </c:pt>
                <c:pt idx="2022">
                  <c:v>431.95</c:v>
                </c:pt>
                <c:pt idx="2023">
                  <c:v>431.4</c:v>
                </c:pt>
                <c:pt idx="2024">
                  <c:v>411.1</c:v>
                </c:pt>
                <c:pt idx="2025">
                  <c:v>431.95</c:v>
                </c:pt>
                <c:pt idx="2026">
                  <c:v>408.4</c:v>
                </c:pt>
                <c:pt idx="2027">
                  <c:v>412.5</c:v>
                </c:pt>
                <c:pt idx="2028">
                  <c:v>413.65</c:v>
                </c:pt>
                <c:pt idx="2029">
                  <c:v>422.75</c:v>
                </c:pt>
                <c:pt idx="2030">
                  <c:v>440.05</c:v>
                </c:pt>
                <c:pt idx="2031">
                  <c:v>464.5</c:v>
                </c:pt>
                <c:pt idx="2032">
                  <c:v>455.65</c:v>
                </c:pt>
                <c:pt idx="2033">
                  <c:v>424.95</c:v>
                </c:pt>
                <c:pt idx="2034">
                  <c:v>410.35</c:v>
                </c:pt>
                <c:pt idx="2035">
                  <c:v>422.1</c:v>
                </c:pt>
                <c:pt idx="2036">
                  <c:v>422.65</c:v>
                </c:pt>
                <c:pt idx="2037">
                  <c:v>423.15</c:v>
                </c:pt>
                <c:pt idx="2038">
                  <c:v>410</c:v>
                </c:pt>
                <c:pt idx="2039">
                  <c:v>416.35</c:v>
                </c:pt>
                <c:pt idx="2040">
                  <c:v>420.6</c:v>
                </c:pt>
                <c:pt idx="2041">
                  <c:v>415.05</c:v>
                </c:pt>
                <c:pt idx="2042">
                  <c:v>412.35</c:v>
                </c:pt>
                <c:pt idx="2043">
                  <c:v>411</c:v>
                </c:pt>
                <c:pt idx="2044">
                  <c:v>431.7</c:v>
                </c:pt>
                <c:pt idx="2045">
                  <c:v>426.8</c:v>
                </c:pt>
                <c:pt idx="2046">
                  <c:v>439.4</c:v>
                </c:pt>
                <c:pt idx="2047">
                  <c:v>445.25</c:v>
                </c:pt>
                <c:pt idx="2048">
                  <c:v>440.65</c:v>
                </c:pt>
                <c:pt idx="2049">
                  <c:v>447.4</c:v>
                </c:pt>
                <c:pt idx="2050">
                  <c:v>437.05</c:v>
                </c:pt>
                <c:pt idx="2051">
                  <c:v>421.45</c:v>
                </c:pt>
                <c:pt idx="2052">
                  <c:v>419.6</c:v>
                </c:pt>
                <c:pt idx="2053">
                  <c:v>436.9</c:v>
                </c:pt>
                <c:pt idx="2054">
                  <c:v>416.8</c:v>
                </c:pt>
                <c:pt idx="2055">
                  <c:v>402.5</c:v>
                </c:pt>
                <c:pt idx="2056">
                  <c:v>393.2</c:v>
                </c:pt>
                <c:pt idx="2057">
                  <c:v>389.95</c:v>
                </c:pt>
                <c:pt idx="2058">
                  <c:v>365.85</c:v>
                </c:pt>
                <c:pt idx="2059">
                  <c:v>369.3</c:v>
                </c:pt>
                <c:pt idx="2060">
                  <c:v>354.1</c:v>
                </c:pt>
                <c:pt idx="2061">
                  <c:v>359.3</c:v>
                </c:pt>
                <c:pt idx="2062">
                  <c:v>378.4</c:v>
                </c:pt>
                <c:pt idx="2063">
                  <c:v>398.7</c:v>
                </c:pt>
                <c:pt idx="2064">
                  <c:v>436</c:v>
                </c:pt>
                <c:pt idx="2065">
                  <c:v>428.7</c:v>
                </c:pt>
                <c:pt idx="2066">
                  <c:v>429.45</c:v>
                </c:pt>
                <c:pt idx="2067">
                  <c:v>453.5</c:v>
                </c:pt>
                <c:pt idx="2068">
                  <c:v>432.1</c:v>
                </c:pt>
                <c:pt idx="2069">
                  <c:v>409.4</c:v>
                </c:pt>
                <c:pt idx="2070">
                  <c:v>415.25</c:v>
                </c:pt>
                <c:pt idx="2071">
                  <c:v>436.35</c:v>
                </c:pt>
                <c:pt idx="2072">
                  <c:v>414.9</c:v>
                </c:pt>
                <c:pt idx="2073">
                  <c:v>434.65</c:v>
                </c:pt>
                <c:pt idx="2074">
                  <c:v>413.9</c:v>
                </c:pt>
                <c:pt idx="2075">
                  <c:v>410.95</c:v>
                </c:pt>
                <c:pt idx="2076">
                  <c:v>407.25</c:v>
                </c:pt>
                <c:pt idx="2077">
                  <c:v>405.5</c:v>
                </c:pt>
                <c:pt idx="2078">
                  <c:v>423.9</c:v>
                </c:pt>
                <c:pt idx="2079">
                  <c:v>447.3</c:v>
                </c:pt>
                <c:pt idx="2080">
                  <c:v>459.25</c:v>
                </c:pt>
                <c:pt idx="2081">
                  <c:v>454.8</c:v>
                </c:pt>
                <c:pt idx="2082">
                  <c:v>431.2</c:v>
                </c:pt>
                <c:pt idx="2083">
                  <c:v>443.15</c:v>
                </c:pt>
                <c:pt idx="2084">
                  <c:v>449.7</c:v>
                </c:pt>
                <c:pt idx="2085">
                  <c:v>466.35</c:v>
                </c:pt>
                <c:pt idx="2086">
                  <c:v>458.1</c:v>
                </c:pt>
                <c:pt idx="2087">
                  <c:v>478.9</c:v>
                </c:pt>
                <c:pt idx="2088">
                  <c:v>488.75</c:v>
                </c:pt>
                <c:pt idx="2089">
                  <c:v>502.25</c:v>
                </c:pt>
                <c:pt idx="2090">
                  <c:v>490.25</c:v>
                </c:pt>
                <c:pt idx="2091">
                  <c:v>497.35</c:v>
                </c:pt>
                <c:pt idx="2092">
                  <c:v>498.3</c:v>
                </c:pt>
                <c:pt idx="2093">
                  <c:v>496.7</c:v>
                </c:pt>
                <c:pt idx="2094">
                  <c:v>500.95</c:v>
                </c:pt>
                <c:pt idx="2095">
                  <c:v>505.15</c:v>
                </c:pt>
                <c:pt idx="2096">
                  <c:v>492.8</c:v>
                </c:pt>
                <c:pt idx="2097">
                  <c:v>503.05</c:v>
                </c:pt>
                <c:pt idx="2098">
                  <c:v>510.55</c:v>
                </c:pt>
                <c:pt idx="2099">
                  <c:v>505.75</c:v>
                </c:pt>
                <c:pt idx="2100">
                  <c:v>496.9</c:v>
                </c:pt>
                <c:pt idx="2101">
                  <c:v>495.5</c:v>
                </c:pt>
                <c:pt idx="2102">
                  <c:v>488.9</c:v>
                </c:pt>
                <c:pt idx="2103">
                  <c:v>481.1</c:v>
                </c:pt>
                <c:pt idx="2104">
                  <c:v>478.85</c:v>
                </c:pt>
                <c:pt idx="2105">
                  <c:v>490.9</c:v>
                </c:pt>
                <c:pt idx="2106">
                  <c:v>507.6</c:v>
                </c:pt>
                <c:pt idx="2107">
                  <c:v>511.65</c:v>
                </c:pt>
                <c:pt idx="2108">
                  <c:v>509.25</c:v>
                </c:pt>
                <c:pt idx="2109">
                  <c:v>499.1</c:v>
                </c:pt>
                <c:pt idx="2110">
                  <c:v>505.2</c:v>
                </c:pt>
                <c:pt idx="2111">
                  <c:v>497.1</c:v>
                </c:pt>
                <c:pt idx="2112">
                  <c:v>529.1</c:v>
                </c:pt>
                <c:pt idx="2113">
                  <c:v>505.6</c:v>
                </c:pt>
                <c:pt idx="2114">
                  <c:v>480.3</c:v>
                </c:pt>
                <c:pt idx="2115">
                  <c:v>476.35</c:v>
                </c:pt>
                <c:pt idx="2116">
                  <c:v>476.3</c:v>
                </c:pt>
                <c:pt idx="2117">
                  <c:v>482.35</c:v>
                </c:pt>
                <c:pt idx="2118">
                  <c:v>478</c:v>
                </c:pt>
                <c:pt idx="2119">
                  <c:v>487.55</c:v>
                </c:pt>
                <c:pt idx="2120">
                  <c:v>494.3</c:v>
                </c:pt>
                <c:pt idx="2121">
                  <c:v>486</c:v>
                </c:pt>
                <c:pt idx="2122">
                  <c:v>490.85</c:v>
                </c:pt>
                <c:pt idx="2123">
                  <c:v>473.75</c:v>
                </c:pt>
                <c:pt idx="2124">
                  <c:v>478.65</c:v>
                </c:pt>
                <c:pt idx="2125">
                  <c:v>470.15</c:v>
                </c:pt>
                <c:pt idx="2126">
                  <c:v>453.95</c:v>
                </c:pt>
                <c:pt idx="2127">
                  <c:v>482.65</c:v>
                </c:pt>
                <c:pt idx="2128">
                  <c:v>440.7</c:v>
                </c:pt>
                <c:pt idx="2129">
                  <c:v>439.95</c:v>
                </c:pt>
                <c:pt idx="2130">
                  <c:v>414.75</c:v>
                </c:pt>
                <c:pt idx="2131">
                  <c:v>438.15</c:v>
                </c:pt>
                <c:pt idx="2132">
                  <c:v>430.3</c:v>
                </c:pt>
                <c:pt idx="2133">
                  <c:v>427.65</c:v>
                </c:pt>
                <c:pt idx="2134">
                  <c:v>442.8</c:v>
                </c:pt>
                <c:pt idx="2135">
                  <c:v>420.75</c:v>
                </c:pt>
                <c:pt idx="2136">
                  <c:v>434.4</c:v>
                </c:pt>
                <c:pt idx="2137">
                  <c:v>431.45</c:v>
                </c:pt>
                <c:pt idx="2138">
                  <c:v>412.2</c:v>
                </c:pt>
                <c:pt idx="2139">
                  <c:v>403.1</c:v>
                </c:pt>
                <c:pt idx="2140">
                  <c:v>378.2</c:v>
                </c:pt>
                <c:pt idx="2141">
                  <c:v>370.3</c:v>
                </c:pt>
                <c:pt idx="2142">
                  <c:v>380.2</c:v>
                </c:pt>
                <c:pt idx="2143">
                  <c:v>366.25</c:v>
                </c:pt>
                <c:pt idx="2144">
                  <c:v>373.05</c:v>
                </c:pt>
                <c:pt idx="2145">
                  <c:v>394.8</c:v>
                </c:pt>
                <c:pt idx="2146">
                  <c:v>407.85</c:v>
                </c:pt>
                <c:pt idx="2147">
                  <c:v>407.7</c:v>
                </c:pt>
                <c:pt idx="2148">
                  <c:v>407.3</c:v>
                </c:pt>
                <c:pt idx="2149">
                  <c:v>407.8</c:v>
                </c:pt>
                <c:pt idx="2150">
                  <c:v>402.65</c:v>
                </c:pt>
                <c:pt idx="2151">
                  <c:v>422.65</c:v>
                </c:pt>
                <c:pt idx="2152">
                  <c:v>415.4</c:v>
                </c:pt>
                <c:pt idx="2153">
                  <c:v>433.85</c:v>
                </c:pt>
                <c:pt idx="2154">
                  <c:v>431.45</c:v>
                </c:pt>
                <c:pt idx="2155">
                  <c:v>447.55</c:v>
                </c:pt>
                <c:pt idx="2156">
                  <c:v>453.1</c:v>
                </c:pt>
                <c:pt idx="2157">
                  <c:v>449.6</c:v>
                </c:pt>
                <c:pt idx="2158">
                  <c:v>437.65</c:v>
                </c:pt>
                <c:pt idx="2159">
                  <c:v>442.7</c:v>
                </c:pt>
                <c:pt idx="2160">
                  <c:v>433.3</c:v>
                </c:pt>
                <c:pt idx="2161">
                  <c:v>432.65</c:v>
                </c:pt>
                <c:pt idx="2162">
                  <c:v>429.4</c:v>
                </c:pt>
                <c:pt idx="2163">
                  <c:v>432</c:v>
                </c:pt>
                <c:pt idx="2164">
                  <c:v>432.45</c:v>
                </c:pt>
                <c:pt idx="2165">
                  <c:v>433.65</c:v>
                </c:pt>
                <c:pt idx="2166">
                  <c:v>421.05</c:v>
                </c:pt>
                <c:pt idx="2167">
                  <c:v>418.75</c:v>
                </c:pt>
                <c:pt idx="2168">
                  <c:v>420</c:v>
                </c:pt>
                <c:pt idx="2169">
                  <c:v>429.3</c:v>
                </c:pt>
                <c:pt idx="2170">
                  <c:v>426.25</c:v>
                </c:pt>
                <c:pt idx="2171">
                  <c:v>414.1</c:v>
                </c:pt>
                <c:pt idx="2172">
                  <c:v>432.4</c:v>
                </c:pt>
                <c:pt idx="2173">
                  <c:v>434.05</c:v>
                </c:pt>
                <c:pt idx="2174">
                  <c:v>450.95</c:v>
                </c:pt>
                <c:pt idx="2175">
                  <c:v>448.15</c:v>
                </c:pt>
                <c:pt idx="2176">
                  <c:v>424.85</c:v>
                </c:pt>
                <c:pt idx="2177">
                  <c:v>433.75</c:v>
                </c:pt>
                <c:pt idx="2178">
                  <c:v>435.2</c:v>
                </c:pt>
                <c:pt idx="2179">
                  <c:v>431.9</c:v>
                </c:pt>
                <c:pt idx="2180">
                  <c:v>426.8</c:v>
                </c:pt>
                <c:pt idx="2181">
                  <c:v>419.65</c:v>
                </c:pt>
                <c:pt idx="2182">
                  <c:v>403.9</c:v>
                </c:pt>
                <c:pt idx="2183">
                  <c:v>391.55</c:v>
                </c:pt>
                <c:pt idx="2184">
                  <c:v>399.85</c:v>
                </c:pt>
                <c:pt idx="2185">
                  <c:v>397.35</c:v>
                </c:pt>
                <c:pt idx="2186">
                  <c:v>416.95</c:v>
                </c:pt>
                <c:pt idx="2187">
                  <c:v>414.7</c:v>
                </c:pt>
                <c:pt idx="2188">
                  <c:v>389.2</c:v>
                </c:pt>
                <c:pt idx="2189">
                  <c:v>370.45</c:v>
                </c:pt>
                <c:pt idx="2190">
                  <c:v>352.1</c:v>
                </c:pt>
                <c:pt idx="2191">
                  <c:v>344.25</c:v>
                </c:pt>
                <c:pt idx="2192">
                  <c:v>343.1</c:v>
                </c:pt>
                <c:pt idx="2193">
                  <c:v>339.9</c:v>
                </c:pt>
                <c:pt idx="2194">
                  <c:v>349.2</c:v>
                </c:pt>
                <c:pt idx="2195">
                  <c:v>341.7</c:v>
                </c:pt>
                <c:pt idx="2196">
                  <c:v>318.2</c:v>
                </c:pt>
                <c:pt idx="2197">
                  <c:v>308.3</c:v>
                </c:pt>
                <c:pt idx="2198">
                  <c:v>282.75</c:v>
                </c:pt>
                <c:pt idx="2199">
                  <c:v>263.14999999999998</c:v>
                </c:pt>
                <c:pt idx="2200">
                  <c:v>284.2</c:v>
                </c:pt>
                <c:pt idx="2201">
                  <c:v>291.7</c:v>
                </c:pt>
                <c:pt idx="2202">
                  <c:v>276.64999999999998</c:v>
                </c:pt>
                <c:pt idx="2203">
                  <c:v>278.60000000000002</c:v>
                </c:pt>
                <c:pt idx="2204">
                  <c:v>257.5</c:v>
                </c:pt>
                <c:pt idx="2205">
                  <c:v>281.89999999999998</c:v>
                </c:pt>
                <c:pt idx="2206">
                  <c:v>296.85000000000002</c:v>
                </c:pt>
                <c:pt idx="2207">
                  <c:v>279.39999999999998</c:v>
                </c:pt>
                <c:pt idx="2208">
                  <c:v>272.14999999999998</c:v>
                </c:pt>
                <c:pt idx="2209">
                  <c:v>235.1</c:v>
                </c:pt>
                <c:pt idx="2210">
                  <c:v>219.6</c:v>
                </c:pt>
                <c:pt idx="2211">
                  <c:v>239.05</c:v>
                </c:pt>
                <c:pt idx="2212">
                  <c:v>257</c:v>
                </c:pt>
                <c:pt idx="2213">
                  <c:v>272.64999999999998</c:v>
                </c:pt>
                <c:pt idx="2214">
                  <c:v>276.5</c:v>
                </c:pt>
                <c:pt idx="2215">
                  <c:v>262.89999999999998</c:v>
                </c:pt>
                <c:pt idx="2216">
                  <c:v>271.5</c:v>
                </c:pt>
                <c:pt idx="2217">
                  <c:v>253.05</c:v>
                </c:pt>
                <c:pt idx="2218">
                  <c:v>259.89999999999998</c:v>
                </c:pt>
                <c:pt idx="2219">
                  <c:v>269.35000000000002</c:v>
                </c:pt>
                <c:pt idx="2220">
                  <c:v>248.4</c:v>
                </c:pt>
                <c:pt idx="2221">
                  <c:v>247.65</c:v>
                </c:pt>
                <c:pt idx="2222">
                  <c:v>241.3</c:v>
                </c:pt>
                <c:pt idx="2223">
                  <c:v>252.15</c:v>
                </c:pt>
                <c:pt idx="2224">
                  <c:v>230</c:v>
                </c:pt>
                <c:pt idx="2225">
                  <c:v>222.55</c:v>
                </c:pt>
                <c:pt idx="2226">
                  <c:v>218.7</c:v>
                </c:pt>
                <c:pt idx="2227">
                  <c:v>229.75</c:v>
                </c:pt>
                <c:pt idx="2228">
                  <c:v>234.2</c:v>
                </c:pt>
                <c:pt idx="2229">
                  <c:v>228.6</c:v>
                </c:pt>
                <c:pt idx="2230">
                  <c:v>240.8</c:v>
                </c:pt>
                <c:pt idx="2231">
                  <c:v>242.65</c:v>
                </c:pt>
                <c:pt idx="2232">
                  <c:v>233.7</c:v>
                </c:pt>
                <c:pt idx="2233">
                  <c:v>233</c:v>
                </c:pt>
                <c:pt idx="2234">
                  <c:v>222.55</c:v>
                </c:pt>
                <c:pt idx="2235">
                  <c:v>232.65</c:v>
                </c:pt>
                <c:pt idx="2236">
                  <c:v>227.3</c:v>
                </c:pt>
                <c:pt idx="2237">
                  <c:v>238.4</c:v>
                </c:pt>
                <c:pt idx="2238">
                  <c:v>261.3</c:v>
                </c:pt>
                <c:pt idx="2239">
                  <c:v>249.7</c:v>
                </c:pt>
                <c:pt idx="2240">
                  <c:v>237.85</c:v>
                </c:pt>
                <c:pt idx="2241">
                  <c:v>234</c:v>
                </c:pt>
                <c:pt idx="2242">
                  <c:v>239.55</c:v>
                </c:pt>
                <c:pt idx="2243">
                  <c:v>243.9</c:v>
                </c:pt>
                <c:pt idx="2244">
                  <c:v>249.9</c:v>
                </c:pt>
                <c:pt idx="2245">
                  <c:v>249.05</c:v>
                </c:pt>
                <c:pt idx="2246">
                  <c:v>246.8</c:v>
                </c:pt>
                <c:pt idx="2247">
                  <c:v>242.95</c:v>
                </c:pt>
                <c:pt idx="2248">
                  <c:v>232.45</c:v>
                </c:pt>
                <c:pt idx="2249">
                  <c:v>226.65</c:v>
                </c:pt>
                <c:pt idx="2250">
                  <c:v>226.85</c:v>
                </c:pt>
                <c:pt idx="2251">
                  <c:v>235.9</c:v>
                </c:pt>
                <c:pt idx="2252">
                  <c:v>233.4</c:v>
                </c:pt>
                <c:pt idx="2253">
                  <c:v>248.15</c:v>
                </c:pt>
                <c:pt idx="2254">
                  <c:v>243.7</c:v>
                </c:pt>
                <c:pt idx="2255">
                  <c:v>245.75</c:v>
                </c:pt>
                <c:pt idx="2256">
                  <c:v>242.7</c:v>
                </c:pt>
                <c:pt idx="2257">
                  <c:v>244.65</c:v>
                </c:pt>
                <c:pt idx="2258">
                  <c:v>250.95</c:v>
                </c:pt>
                <c:pt idx="2259">
                  <c:v>227.4</c:v>
                </c:pt>
                <c:pt idx="2260">
                  <c:v>240.3</c:v>
                </c:pt>
                <c:pt idx="2261">
                  <c:v>243.8</c:v>
                </c:pt>
                <c:pt idx="2262">
                  <c:v>235.25</c:v>
                </c:pt>
                <c:pt idx="2263">
                  <c:v>238.35</c:v>
                </c:pt>
                <c:pt idx="2264">
                  <c:v>231.4</c:v>
                </c:pt>
                <c:pt idx="2265">
                  <c:v>228.15</c:v>
                </c:pt>
                <c:pt idx="2266">
                  <c:v>219.7</c:v>
                </c:pt>
                <c:pt idx="2267">
                  <c:v>218</c:v>
                </c:pt>
                <c:pt idx="2268">
                  <c:v>213.55</c:v>
                </c:pt>
                <c:pt idx="2269">
                  <c:v>226.05</c:v>
                </c:pt>
                <c:pt idx="2270">
                  <c:v>234.1</c:v>
                </c:pt>
                <c:pt idx="2271">
                  <c:v>227.25</c:v>
                </c:pt>
                <c:pt idx="2272">
                  <c:v>231.55</c:v>
                </c:pt>
                <c:pt idx="2273">
                  <c:v>220.05</c:v>
                </c:pt>
                <c:pt idx="2274">
                  <c:v>224.7</c:v>
                </c:pt>
                <c:pt idx="2275">
                  <c:v>224.05</c:v>
                </c:pt>
                <c:pt idx="2276">
                  <c:v>219.85</c:v>
                </c:pt>
                <c:pt idx="2277">
                  <c:v>224.25</c:v>
                </c:pt>
                <c:pt idx="2278">
                  <c:v>226.15</c:v>
                </c:pt>
                <c:pt idx="2279">
                  <c:v>225.85</c:v>
                </c:pt>
                <c:pt idx="2280">
                  <c:v>221.95</c:v>
                </c:pt>
                <c:pt idx="2281">
                  <c:v>222.35</c:v>
                </c:pt>
                <c:pt idx="2282">
                  <c:v>223.8</c:v>
                </c:pt>
                <c:pt idx="2283">
                  <c:v>216.05</c:v>
                </c:pt>
                <c:pt idx="2284">
                  <c:v>209.65</c:v>
                </c:pt>
                <c:pt idx="2285">
                  <c:v>209.2</c:v>
                </c:pt>
                <c:pt idx="2286">
                  <c:v>220.35</c:v>
                </c:pt>
                <c:pt idx="2287">
                  <c:v>215.25</c:v>
                </c:pt>
                <c:pt idx="2288">
                  <c:v>212.9</c:v>
                </c:pt>
                <c:pt idx="2289">
                  <c:v>217.6</c:v>
                </c:pt>
                <c:pt idx="2290">
                  <c:v>215.15</c:v>
                </c:pt>
                <c:pt idx="2291">
                  <c:v>207.5</c:v>
                </c:pt>
                <c:pt idx="2292">
                  <c:v>203.4</c:v>
                </c:pt>
                <c:pt idx="2293">
                  <c:v>200.9</c:v>
                </c:pt>
                <c:pt idx="2294">
                  <c:v>205.95</c:v>
                </c:pt>
                <c:pt idx="2295">
                  <c:v>206.7</c:v>
                </c:pt>
                <c:pt idx="2296">
                  <c:v>213.3</c:v>
                </c:pt>
                <c:pt idx="2297">
                  <c:v>206.3</c:v>
                </c:pt>
                <c:pt idx="2298">
                  <c:v>212.05</c:v>
                </c:pt>
                <c:pt idx="2299">
                  <c:v>224.9</c:v>
                </c:pt>
                <c:pt idx="2300">
                  <c:v>228.4</c:v>
                </c:pt>
                <c:pt idx="2301">
                  <c:v>227.8</c:v>
                </c:pt>
                <c:pt idx="2302">
                  <c:v>230.55</c:v>
                </c:pt>
                <c:pt idx="2303">
                  <c:v>232.6</c:v>
                </c:pt>
                <c:pt idx="2304">
                  <c:v>231.05</c:v>
                </c:pt>
                <c:pt idx="2305">
                  <c:v>239.3</c:v>
                </c:pt>
                <c:pt idx="2306">
                  <c:v>243.35</c:v>
                </c:pt>
                <c:pt idx="2307">
                  <c:v>242.55</c:v>
                </c:pt>
                <c:pt idx="2308">
                  <c:v>255.5</c:v>
                </c:pt>
                <c:pt idx="2309">
                  <c:v>253.05</c:v>
                </c:pt>
                <c:pt idx="2310">
                  <c:v>241.05</c:v>
                </c:pt>
                <c:pt idx="2311">
                  <c:v>245.9</c:v>
                </c:pt>
                <c:pt idx="2312">
                  <c:v>252.4</c:v>
                </c:pt>
                <c:pt idx="2313">
                  <c:v>270.10000000000002</c:v>
                </c:pt>
                <c:pt idx="2314">
                  <c:v>269.5</c:v>
                </c:pt>
                <c:pt idx="2315">
                  <c:v>282.35000000000002</c:v>
                </c:pt>
                <c:pt idx="2316">
                  <c:v>274.45</c:v>
                </c:pt>
                <c:pt idx="2317">
                  <c:v>268.75</c:v>
                </c:pt>
                <c:pt idx="2318">
                  <c:v>268.95</c:v>
                </c:pt>
                <c:pt idx="2319">
                  <c:v>277.60000000000002</c:v>
                </c:pt>
                <c:pt idx="2320">
                  <c:v>274.95</c:v>
                </c:pt>
                <c:pt idx="2321">
                  <c:v>273.75</c:v>
                </c:pt>
                <c:pt idx="2322">
                  <c:v>274.5</c:v>
                </c:pt>
                <c:pt idx="2323">
                  <c:v>281.05</c:v>
                </c:pt>
                <c:pt idx="2324">
                  <c:v>312.89999999999998</c:v>
                </c:pt>
                <c:pt idx="2325">
                  <c:v>312.25</c:v>
                </c:pt>
                <c:pt idx="2326">
                  <c:v>325.95</c:v>
                </c:pt>
                <c:pt idx="2327">
                  <c:v>315.39999999999998</c:v>
                </c:pt>
                <c:pt idx="2328">
                  <c:v>330.85</c:v>
                </c:pt>
                <c:pt idx="2329">
                  <c:v>365.55</c:v>
                </c:pt>
                <c:pt idx="2330">
                  <c:v>369.5</c:v>
                </c:pt>
                <c:pt idx="2331">
                  <c:v>359.4</c:v>
                </c:pt>
                <c:pt idx="2332">
                  <c:v>381.15</c:v>
                </c:pt>
                <c:pt idx="2333">
                  <c:v>355.1</c:v>
                </c:pt>
                <c:pt idx="2334">
                  <c:v>349.6</c:v>
                </c:pt>
                <c:pt idx="2335">
                  <c:v>374.5</c:v>
                </c:pt>
                <c:pt idx="2336">
                  <c:v>374.55</c:v>
                </c:pt>
                <c:pt idx="2337">
                  <c:v>363.4</c:v>
                </c:pt>
                <c:pt idx="2338">
                  <c:v>377.6</c:v>
                </c:pt>
                <c:pt idx="2339">
                  <c:v>416.95</c:v>
                </c:pt>
                <c:pt idx="2340">
                  <c:v>385.35</c:v>
                </c:pt>
                <c:pt idx="2341">
                  <c:v>396.25</c:v>
                </c:pt>
                <c:pt idx="2342">
                  <c:v>375.85</c:v>
                </c:pt>
                <c:pt idx="2343">
                  <c:v>369.35</c:v>
                </c:pt>
                <c:pt idx="2344">
                  <c:v>366.95</c:v>
                </c:pt>
                <c:pt idx="2345">
                  <c:v>374</c:v>
                </c:pt>
                <c:pt idx="2346">
                  <c:v>379.25</c:v>
                </c:pt>
                <c:pt idx="2347">
                  <c:v>369.15</c:v>
                </c:pt>
                <c:pt idx="2348">
                  <c:v>382.25</c:v>
                </c:pt>
                <c:pt idx="2349">
                  <c:v>398.9</c:v>
                </c:pt>
                <c:pt idx="2350">
                  <c:v>391.7</c:v>
                </c:pt>
                <c:pt idx="2351">
                  <c:v>396.1</c:v>
                </c:pt>
                <c:pt idx="2352">
                  <c:v>390.65</c:v>
                </c:pt>
                <c:pt idx="2353">
                  <c:v>393.45</c:v>
                </c:pt>
                <c:pt idx="2354">
                  <c:v>405.7</c:v>
                </c:pt>
                <c:pt idx="2355">
                  <c:v>423.6</c:v>
                </c:pt>
                <c:pt idx="2356">
                  <c:v>432.3</c:v>
                </c:pt>
                <c:pt idx="2357">
                  <c:v>423.8</c:v>
                </c:pt>
                <c:pt idx="2358">
                  <c:v>410</c:v>
                </c:pt>
                <c:pt idx="2359">
                  <c:v>401.95</c:v>
                </c:pt>
                <c:pt idx="2360">
                  <c:v>396.5</c:v>
                </c:pt>
                <c:pt idx="2361">
                  <c:v>380.4</c:v>
                </c:pt>
                <c:pt idx="2362">
                  <c:v>376.7</c:v>
                </c:pt>
                <c:pt idx="2363">
                  <c:v>380.35</c:v>
                </c:pt>
                <c:pt idx="2364">
                  <c:v>379.35</c:v>
                </c:pt>
                <c:pt idx="2365">
                  <c:v>377.4</c:v>
                </c:pt>
                <c:pt idx="2366">
                  <c:v>381.25</c:v>
                </c:pt>
                <c:pt idx="2367">
                  <c:v>374.55</c:v>
                </c:pt>
                <c:pt idx="2368">
                  <c:v>384.3</c:v>
                </c:pt>
                <c:pt idx="2369">
                  <c:v>379.2</c:v>
                </c:pt>
                <c:pt idx="2370">
                  <c:v>377.95</c:v>
                </c:pt>
                <c:pt idx="2371">
                  <c:v>379.3</c:v>
                </c:pt>
                <c:pt idx="2372">
                  <c:v>381.75</c:v>
                </c:pt>
                <c:pt idx="2373">
                  <c:v>385.35</c:v>
                </c:pt>
                <c:pt idx="2374">
                  <c:v>372.2</c:v>
                </c:pt>
                <c:pt idx="2375">
                  <c:v>378.6</c:v>
                </c:pt>
                <c:pt idx="2376">
                  <c:v>375.15</c:v>
                </c:pt>
                <c:pt idx="2377">
                  <c:v>373.3</c:v>
                </c:pt>
                <c:pt idx="2378">
                  <c:v>384.75</c:v>
                </c:pt>
                <c:pt idx="2379">
                  <c:v>388.95</c:v>
                </c:pt>
                <c:pt idx="2380">
                  <c:v>400.35</c:v>
                </c:pt>
                <c:pt idx="2381">
                  <c:v>413.2</c:v>
                </c:pt>
                <c:pt idx="2382">
                  <c:v>416.6</c:v>
                </c:pt>
                <c:pt idx="2383">
                  <c:v>429.45</c:v>
                </c:pt>
                <c:pt idx="2384">
                  <c:v>459.9</c:v>
                </c:pt>
                <c:pt idx="2385">
                  <c:v>458.7</c:v>
                </c:pt>
                <c:pt idx="2386">
                  <c:v>451.15</c:v>
                </c:pt>
                <c:pt idx="2387">
                  <c:v>456.5</c:v>
                </c:pt>
                <c:pt idx="2388">
                  <c:v>460.6</c:v>
                </c:pt>
                <c:pt idx="2389">
                  <c:v>460.3</c:v>
                </c:pt>
                <c:pt idx="2390">
                  <c:v>463.95</c:v>
                </c:pt>
                <c:pt idx="2391">
                  <c:v>467.1</c:v>
                </c:pt>
                <c:pt idx="2392">
                  <c:v>487.25</c:v>
                </c:pt>
                <c:pt idx="2393">
                  <c:v>490.15</c:v>
                </c:pt>
                <c:pt idx="2394">
                  <c:v>490.95</c:v>
                </c:pt>
                <c:pt idx="2395">
                  <c:v>482.4</c:v>
                </c:pt>
                <c:pt idx="2396">
                  <c:v>498.15</c:v>
                </c:pt>
                <c:pt idx="2397">
                  <c:v>498.6</c:v>
                </c:pt>
                <c:pt idx="2398">
                  <c:v>499.8</c:v>
                </c:pt>
                <c:pt idx="2399">
                  <c:v>513.25</c:v>
                </c:pt>
                <c:pt idx="2400">
                  <c:v>508.9</c:v>
                </c:pt>
                <c:pt idx="2401">
                  <c:v>505.85</c:v>
                </c:pt>
                <c:pt idx="2402">
                  <c:v>516.65</c:v>
                </c:pt>
                <c:pt idx="2403">
                  <c:v>511.45</c:v>
                </c:pt>
                <c:pt idx="2404">
                  <c:v>496.95</c:v>
                </c:pt>
                <c:pt idx="2405">
                  <c:v>500.4</c:v>
                </c:pt>
                <c:pt idx="2406">
                  <c:v>494.85</c:v>
                </c:pt>
                <c:pt idx="2407">
                  <c:v>504.6</c:v>
                </c:pt>
                <c:pt idx="2408">
                  <c:v>513</c:v>
                </c:pt>
                <c:pt idx="2409">
                  <c:v>524.35</c:v>
                </c:pt>
                <c:pt idx="2410">
                  <c:v>543.75</c:v>
                </c:pt>
                <c:pt idx="2411">
                  <c:v>557</c:v>
                </c:pt>
                <c:pt idx="2412">
                  <c:v>568.70000000000005</c:v>
                </c:pt>
                <c:pt idx="2413">
                  <c:v>564.9</c:v>
                </c:pt>
                <c:pt idx="2414">
                  <c:v>549.95000000000005</c:v>
                </c:pt>
                <c:pt idx="2415">
                  <c:v>559.04999999999995</c:v>
                </c:pt>
                <c:pt idx="2416">
                  <c:v>554.35</c:v>
                </c:pt>
                <c:pt idx="2417">
                  <c:v>551.6</c:v>
                </c:pt>
                <c:pt idx="2418">
                  <c:v>552.29999999999995</c:v>
                </c:pt>
                <c:pt idx="2419">
                  <c:v>554.35</c:v>
                </c:pt>
                <c:pt idx="2420">
                  <c:v>550.70000000000005</c:v>
                </c:pt>
                <c:pt idx="2421">
                  <c:v>542.54999999999995</c:v>
                </c:pt>
                <c:pt idx="2422">
                  <c:v>543.54999999999995</c:v>
                </c:pt>
                <c:pt idx="2423">
                  <c:v>550.95000000000005</c:v>
                </c:pt>
                <c:pt idx="2424">
                  <c:v>557.45000000000005</c:v>
                </c:pt>
                <c:pt idx="2425">
                  <c:v>559.45000000000005</c:v>
                </c:pt>
                <c:pt idx="2426">
                  <c:v>554.9</c:v>
                </c:pt>
                <c:pt idx="2427">
                  <c:v>566.25</c:v>
                </c:pt>
                <c:pt idx="2428">
                  <c:v>569.15</c:v>
                </c:pt>
                <c:pt idx="2429">
                  <c:v>577.04999999999995</c:v>
                </c:pt>
                <c:pt idx="2430">
                  <c:v>566.85</c:v>
                </c:pt>
                <c:pt idx="2431">
                  <c:v>580.79999999999995</c:v>
                </c:pt>
                <c:pt idx="2432">
                  <c:v>566.35</c:v>
                </c:pt>
                <c:pt idx="2433">
                  <c:v>582.04999999999995</c:v>
                </c:pt>
                <c:pt idx="2434">
                  <c:v>602.1</c:v>
                </c:pt>
                <c:pt idx="2435">
                  <c:v>608.04999999999995</c:v>
                </c:pt>
                <c:pt idx="2436">
                  <c:v>608.54999999999995</c:v>
                </c:pt>
                <c:pt idx="2437">
                  <c:v>599.54999999999995</c:v>
                </c:pt>
                <c:pt idx="2438">
                  <c:v>572.20000000000005</c:v>
                </c:pt>
                <c:pt idx="2439">
                  <c:v>565.15</c:v>
                </c:pt>
                <c:pt idx="2440">
                  <c:v>551.6</c:v>
                </c:pt>
                <c:pt idx="2441">
                  <c:v>573.5</c:v>
                </c:pt>
                <c:pt idx="2442">
                  <c:v>581.70000000000005</c:v>
                </c:pt>
                <c:pt idx="2443">
                  <c:v>574.95000000000005</c:v>
                </c:pt>
                <c:pt idx="2444">
                  <c:v>572.4</c:v>
                </c:pt>
                <c:pt idx="2445">
                  <c:v>573.75</c:v>
                </c:pt>
                <c:pt idx="2446">
                  <c:v>584</c:v>
                </c:pt>
                <c:pt idx="2447">
                  <c:v>586.54999999999995</c:v>
                </c:pt>
                <c:pt idx="2448">
                  <c:v>577.04999999999995</c:v>
                </c:pt>
                <c:pt idx="2449">
                  <c:v>588.79999999999995</c:v>
                </c:pt>
                <c:pt idx="2450">
                  <c:v>591.4</c:v>
                </c:pt>
                <c:pt idx="2451">
                  <c:v>605.65</c:v>
                </c:pt>
                <c:pt idx="2452">
                  <c:v>625.70000000000005</c:v>
                </c:pt>
                <c:pt idx="2453">
                  <c:v>624.5</c:v>
                </c:pt>
                <c:pt idx="2454">
                  <c:v>605.9</c:v>
                </c:pt>
                <c:pt idx="2455">
                  <c:v>581.4</c:v>
                </c:pt>
                <c:pt idx="2456">
                  <c:v>597.65</c:v>
                </c:pt>
                <c:pt idx="2457">
                  <c:v>599.9</c:v>
                </c:pt>
                <c:pt idx="2458">
                  <c:v>598.45000000000005</c:v>
                </c:pt>
                <c:pt idx="2459">
                  <c:v>603.1</c:v>
                </c:pt>
                <c:pt idx="2460">
                  <c:v>593.70000000000005</c:v>
                </c:pt>
                <c:pt idx="2461">
                  <c:v>616.65</c:v>
                </c:pt>
                <c:pt idx="2462">
                  <c:v>624.5</c:v>
                </c:pt>
                <c:pt idx="2463">
                  <c:v>632.9</c:v>
                </c:pt>
                <c:pt idx="2464">
                  <c:v>637.70000000000005</c:v>
                </c:pt>
                <c:pt idx="2465">
                  <c:v>642.5</c:v>
                </c:pt>
                <c:pt idx="2466">
                  <c:v>644.6</c:v>
                </c:pt>
                <c:pt idx="2467">
                  <c:v>646.15</c:v>
                </c:pt>
                <c:pt idx="2468">
                  <c:v>649.04999999999995</c:v>
                </c:pt>
                <c:pt idx="2469">
                  <c:v>644.9</c:v>
                </c:pt>
                <c:pt idx="2470">
                  <c:v>647.15</c:v>
                </c:pt>
                <c:pt idx="2471">
                  <c:v>645.5</c:v>
                </c:pt>
                <c:pt idx="2472">
                  <c:v>629.29999999999995</c:v>
                </c:pt>
                <c:pt idx="2473">
                  <c:v>622.6</c:v>
                </c:pt>
                <c:pt idx="2474">
                  <c:v>629.04999999999995</c:v>
                </c:pt>
                <c:pt idx="2475">
                  <c:v>638.15</c:v>
                </c:pt>
                <c:pt idx="2476">
                  <c:v>633</c:v>
                </c:pt>
                <c:pt idx="2477">
                  <c:v>640.70000000000005</c:v>
                </c:pt>
                <c:pt idx="2478">
                  <c:v>637.9</c:v>
                </c:pt>
                <c:pt idx="2479">
                  <c:v>637.85</c:v>
                </c:pt>
                <c:pt idx="2480">
                  <c:v>647.54999999999995</c:v>
                </c:pt>
                <c:pt idx="2481">
                  <c:v>654.65</c:v>
                </c:pt>
                <c:pt idx="2482">
                  <c:v>648.4</c:v>
                </c:pt>
                <c:pt idx="2483">
                  <c:v>644.4</c:v>
                </c:pt>
                <c:pt idx="2484">
                  <c:v>658.55</c:v>
                </c:pt>
                <c:pt idx="2485">
                  <c:v>659.1</c:v>
                </c:pt>
                <c:pt idx="2486">
                  <c:v>671.05</c:v>
                </c:pt>
                <c:pt idx="2487">
                  <c:v>671.6</c:v>
                </c:pt>
                <c:pt idx="2488">
                  <c:v>674.7</c:v>
                </c:pt>
                <c:pt idx="2489">
                  <c:v>677.35</c:v>
                </c:pt>
                <c:pt idx="2490">
                  <c:v>678.7</c:v>
                </c:pt>
                <c:pt idx="2491">
                  <c:v>693.5</c:v>
                </c:pt>
                <c:pt idx="2492">
                  <c:v>694.4</c:v>
                </c:pt>
                <c:pt idx="2493">
                  <c:v>681.1</c:v>
                </c:pt>
                <c:pt idx="2494">
                  <c:v>681.35</c:v>
                </c:pt>
                <c:pt idx="2495">
                  <c:v>680</c:v>
                </c:pt>
                <c:pt idx="2496">
                  <c:v>693.8</c:v>
                </c:pt>
                <c:pt idx="2497">
                  <c:v>704.75</c:v>
                </c:pt>
                <c:pt idx="2498">
                  <c:v>690.5</c:v>
                </c:pt>
                <c:pt idx="2499">
                  <c:v>678.25</c:v>
                </c:pt>
                <c:pt idx="2500">
                  <c:v>668.05</c:v>
                </c:pt>
                <c:pt idx="2501">
                  <c:v>661.4</c:v>
                </c:pt>
                <c:pt idx="2502">
                  <c:v>693.8</c:v>
                </c:pt>
                <c:pt idx="2503">
                  <c:v>715.6</c:v>
                </c:pt>
                <c:pt idx="2504">
                  <c:v>741.1</c:v>
                </c:pt>
                <c:pt idx="2505">
                  <c:v>735.9</c:v>
                </c:pt>
                <c:pt idx="2506">
                  <c:v>747.5</c:v>
                </c:pt>
                <c:pt idx="2507">
                  <c:v>738.95</c:v>
                </c:pt>
                <c:pt idx="2508">
                  <c:v>726.55</c:v>
                </c:pt>
                <c:pt idx="2509">
                  <c:v>709.45</c:v>
                </c:pt>
                <c:pt idx="2510">
                  <c:v>700.05</c:v>
                </c:pt>
                <c:pt idx="2511">
                  <c:v>695.1</c:v>
                </c:pt>
                <c:pt idx="2512">
                  <c:v>655.4</c:v>
                </c:pt>
                <c:pt idx="2513">
                  <c:v>673.45</c:v>
                </c:pt>
                <c:pt idx="2514">
                  <c:v>647.95000000000005</c:v>
                </c:pt>
                <c:pt idx="2515">
                  <c:v>668.3</c:v>
                </c:pt>
                <c:pt idx="2516">
                  <c:v>653.20000000000005</c:v>
                </c:pt>
                <c:pt idx="2517">
                  <c:v>671.65</c:v>
                </c:pt>
                <c:pt idx="2518">
                  <c:v>655.20000000000005</c:v>
                </c:pt>
                <c:pt idx="2519">
                  <c:v>644.04999999999995</c:v>
                </c:pt>
                <c:pt idx="2520">
                  <c:v>648.1</c:v>
                </c:pt>
                <c:pt idx="2521">
                  <c:v>636.20000000000005</c:v>
                </c:pt>
                <c:pt idx="2522">
                  <c:v>654.29999999999995</c:v>
                </c:pt>
                <c:pt idx="2523">
                  <c:v>647.70000000000005</c:v>
                </c:pt>
                <c:pt idx="2524">
                  <c:v>655.7</c:v>
                </c:pt>
                <c:pt idx="2525">
                  <c:v>659.9</c:v>
                </c:pt>
                <c:pt idx="2526">
                  <c:v>669.95</c:v>
                </c:pt>
                <c:pt idx="2527">
                  <c:v>671.4</c:v>
                </c:pt>
                <c:pt idx="2528">
                  <c:v>667.9</c:v>
                </c:pt>
                <c:pt idx="2529">
                  <c:v>665.8</c:v>
                </c:pt>
                <c:pt idx="2530">
                  <c:v>668.15</c:v>
                </c:pt>
                <c:pt idx="2531">
                  <c:v>676.35</c:v>
                </c:pt>
                <c:pt idx="2532">
                  <c:v>672.2</c:v>
                </c:pt>
                <c:pt idx="2533">
                  <c:v>669.4</c:v>
                </c:pt>
                <c:pt idx="2534">
                  <c:v>677.5</c:v>
                </c:pt>
                <c:pt idx="2535">
                  <c:v>701.25</c:v>
                </c:pt>
                <c:pt idx="2536">
                  <c:v>698.5</c:v>
                </c:pt>
                <c:pt idx="2537">
                  <c:v>693.75</c:v>
                </c:pt>
                <c:pt idx="2538">
                  <c:v>685.85</c:v>
                </c:pt>
                <c:pt idx="2539">
                  <c:v>697.7</c:v>
                </c:pt>
                <c:pt idx="2540">
                  <c:v>702.05</c:v>
                </c:pt>
                <c:pt idx="2541">
                  <c:v>696.3</c:v>
                </c:pt>
                <c:pt idx="2542">
                  <c:v>709.4</c:v>
                </c:pt>
                <c:pt idx="2543">
                  <c:v>710.05</c:v>
                </c:pt>
                <c:pt idx="2544">
                  <c:v>728.65</c:v>
                </c:pt>
                <c:pt idx="2545">
                  <c:v>727.7</c:v>
                </c:pt>
                <c:pt idx="2546">
                  <c:v>739.1</c:v>
                </c:pt>
                <c:pt idx="2547">
                  <c:v>728.95</c:v>
                </c:pt>
                <c:pt idx="2548">
                  <c:v>726.5</c:v>
                </c:pt>
                <c:pt idx="2549">
                  <c:v>728</c:v>
                </c:pt>
                <c:pt idx="2550">
                  <c:v>720.25</c:v>
                </c:pt>
                <c:pt idx="2551">
                  <c:v>719.15</c:v>
                </c:pt>
                <c:pt idx="2552">
                  <c:v>717.5</c:v>
                </c:pt>
                <c:pt idx="2553">
                  <c:v>715.6</c:v>
                </c:pt>
                <c:pt idx="2554">
                  <c:v>701.6</c:v>
                </c:pt>
                <c:pt idx="2555">
                  <c:v>706.95</c:v>
                </c:pt>
                <c:pt idx="2556">
                  <c:v>721.35</c:v>
                </c:pt>
                <c:pt idx="2557">
                  <c:v>722.15</c:v>
                </c:pt>
                <c:pt idx="2558">
                  <c:v>715.2</c:v>
                </c:pt>
                <c:pt idx="2559">
                  <c:v>714.75</c:v>
                </c:pt>
                <c:pt idx="2560">
                  <c:v>716.75</c:v>
                </c:pt>
                <c:pt idx="2561">
                  <c:v>710.55</c:v>
                </c:pt>
                <c:pt idx="2562">
                  <c:v>701.75</c:v>
                </c:pt>
                <c:pt idx="2563">
                  <c:v>719.75</c:v>
                </c:pt>
                <c:pt idx="2564">
                  <c:v>722.15</c:v>
                </c:pt>
                <c:pt idx="2565">
                  <c:v>722.1</c:v>
                </c:pt>
                <c:pt idx="2566">
                  <c:v>704.1</c:v>
                </c:pt>
                <c:pt idx="2567">
                  <c:v>695.65</c:v>
                </c:pt>
                <c:pt idx="2568">
                  <c:v>705</c:v>
                </c:pt>
                <c:pt idx="2569">
                  <c:v>704.25</c:v>
                </c:pt>
                <c:pt idx="2570">
                  <c:v>691.9</c:v>
                </c:pt>
                <c:pt idx="2571">
                  <c:v>699.1</c:v>
                </c:pt>
                <c:pt idx="2572">
                  <c:v>698.4</c:v>
                </c:pt>
                <c:pt idx="2573">
                  <c:v>690.8</c:v>
                </c:pt>
                <c:pt idx="2574">
                  <c:v>689.85</c:v>
                </c:pt>
                <c:pt idx="2575">
                  <c:v>671.5</c:v>
                </c:pt>
                <c:pt idx="2576">
                  <c:v>674.65</c:v>
                </c:pt>
                <c:pt idx="2577">
                  <c:v>660</c:v>
                </c:pt>
                <c:pt idx="2578">
                  <c:v>671.4</c:v>
                </c:pt>
                <c:pt idx="2579">
                  <c:v>659.45</c:v>
                </c:pt>
                <c:pt idx="2580">
                  <c:v>637.70000000000005</c:v>
                </c:pt>
                <c:pt idx="2581">
                  <c:v>672.3</c:v>
                </c:pt>
                <c:pt idx="2582">
                  <c:v>668.05</c:v>
                </c:pt>
                <c:pt idx="2583">
                  <c:v>680.9</c:v>
                </c:pt>
                <c:pt idx="2584">
                  <c:v>673.3</c:v>
                </c:pt>
                <c:pt idx="2585">
                  <c:v>666.4</c:v>
                </c:pt>
                <c:pt idx="2586">
                  <c:v>645.45000000000005</c:v>
                </c:pt>
                <c:pt idx="2587">
                  <c:v>659.85</c:v>
                </c:pt>
                <c:pt idx="2588">
                  <c:v>649.70000000000005</c:v>
                </c:pt>
                <c:pt idx="2589">
                  <c:v>654.1</c:v>
                </c:pt>
                <c:pt idx="2590">
                  <c:v>641.70000000000005</c:v>
                </c:pt>
                <c:pt idx="2591">
                  <c:v>647.95000000000005</c:v>
                </c:pt>
                <c:pt idx="2592">
                  <c:v>633.65</c:v>
                </c:pt>
                <c:pt idx="2593">
                  <c:v>650.20000000000005</c:v>
                </c:pt>
                <c:pt idx="2594">
                  <c:v>657.45</c:v>
                </c:pt>
                <c:pt idx="2595">
                  <c:v>663.8</c:v>
                </c:pt>
                <c:pt idx="2596">
                  <c:v>669.65</c:v>
                </c:pt>
                <c:pt idx="2597">
                  <c:v>658.3</c:v>
                </c:pt>
                <c:pt idx="2598">
                  <c:v>649.95000000000005</c:v>
                </c:pt>
                <c:pt idx="2599">
                  <c:v>655.6</c:v>
                </c:pt>
                <c:pt idx="2600">
                  <c:v>655.45</c:v>
                </c:pt>
                <c:pt idx="2601">
                  <c:v>652.75</c:v>
                </c:pt>
                <c:pt idx="2602">
                  <c:v>642.35</c:v>
                </c:pt>
                <c:pt idx="2603">
                  <c:v>629.29999999999995</c:v>
                </c:pt>
                <c:pt idx="2604">
                  <c:v>642.54999999999995</c:v>
                </c:pt>
                <c:pt idx="2605">
                  <c:v>647.4</c:v>
                </c:pt>
                <c:pt idx="2606">
                  <c:v>674.2</c:v>
                </c:pt>
                <c:pt idx="2607">
                  <c:v>408.2</c:v>
                </c:pt>
                <c:pt idx="2608">
                  <c:v>408.8</c:v>
                </c:pt>
                <c:pt idx="2609">
                  <c:v>413.4</c:v>
                </c:pt>
                <c:pt idx="2610">
                  <c:v>409.6</c:v>
                </c:pt>
                <c:pt idx="2611">
                  <c:v>415.45</c:v>
                </c:pt>
                <c:pt idx="2612">
                  <c:v>406.4</c:v>
                </c:pt>
                <c:pt idx="2613">
                  <c:v>404.85</c:v>
                </c:pt>
                <c:pt idx="2614">
                  <c:v>402.25</c:v>
                </c:pt>
                <c:pt idx="2615">
                  <c:v>389.3</c:v>
                </c:pt>
                <c:pt idx="2616">
                  <c:v>394.7</c:v>
                </c:pt>
                <c:pt idx="2617">
                  <c:v>389.65</c:v>
                </c:pt>
                <c:pt idx="2618">
                  <c:v>384.5</c:v>
                </c:pt>
                <c:pt idx="2619">
                  <c:v>375.15</c:v>
                </c:pt>
                <c:pt idx="2620">
                  <c:v>385.6</c:v>
                </c:pt>
                <c:pt idx="2621">
                  <c:v>390.05</c:v>
                </c:pt>
                <c:pt idx="2622">
                  <c:v>397.35</c:v>
                </c:pt>
                <c:pt idx="2623">
                  <c:v>393.3</c:v>
                </c:pt>
                <c:pt idx="2624">
                  <c:v>395.4</c:v>
                </c:pt>
                <c:pt idx="2625">
                  <c:v>401.2</c:v>
                </c:pt>
                <c:pt idx="2626">
                  <c:v>409.8</c:v>
                </c:pt>
                <c:pt idx="2627">
                  <c:v>403.95</c:v>
                </c:pt>
                <c:pt idx="2628">
                  <c:v>399.15</c:v>
                </c:pt>
                <c:pt idx="2629">
                  <c:v>402</c:v>
                </c:pt>
                <c:pt idx="2630">
                  <c:v>402.25</c:v>
                </c:pt>
                <c:pt idx="2631">
                  <c:v>404.25</c:v>
                </c:pt>
                <c:pt idx="2632">
                  <c:v>408</c:v>
                </c:pt>
                <c:pt idx="2633">
                  <c:v>415.05</c:v>
                </c:pt>
                <c:pt idx="2634">
                  <c:v>415.4</c:v>
                </c:pt>
                <c:pt idx="2635">
                  <c:v>412.45</c:v>
                </c:pt>
                <c:pt idx="2636">
                  <c:v>413.45</c:v>
                </c:pt>
                <c:pt idx="2637">
                  <c:v>418.05</c:v>
                </c:pt>
                <c:pt idx="2638">
                  <c:v>414.8</c:v>
                </c:pt>
                <c:pt idx="2639">
                  <c:v>416.65</c:v>
                </c:pt>
                <c:pt idx="2640">
                  <c:v>412.3</c:v>
                </c:pt>
                <c:pt idx="2641">
                  <c:v>413.75</c:v>
                </c:pt>
                <c:pt idx="2642">
                  <c:v>411.95</c:v>
                </c:pt>
                <c:pt idx="2643">
                  <c:v>428.8</c:v>
                </c:pt>
                <c:pt idx="2644">
                  <c:v>431.2</c:v>
                </c:pt>
                <c:pt idx="2645">
                  <c:v>432.95</c:v>
                </c:pt>
                <c:pt idx="2646">
                  <c:v>436.95</c:v>
                </c:pt>
                <c:pt idx="2647">
                  <c:v>427.8</c:v>
                </c:pt>
                <c:pt idx="2648">
                  <c:v>418.95</c:v>
                </c:pt>
                <c:pt idx="2649">
                  <c:v>411.65</c:v>
                </c:pt>
                <c:pt idx="2650">
                  <c:v>415</c:v>
                </c:pt>
                <c:pt idx="2651">
                  <c:v>414.15</c:v>
                </c:pt>
                <c:pt idx="2652">
                  <c:v>411.85</c:v>
                </c:pt>
                <c:pt idx="2653">
                  <c:v>420.6</c:v>
                </c:pt>
                <c:pt idx="2654">
                  <c:v>419.55</c:v>
                </c:pt>
                <c:pt idx="2655">
                  <c:v>411.7</c:v>
                </c:pt>
                <c:pt idx="2656">
                  <c:v>412.95</c:v>
                </c:pt>
                <c:pt idx="2657">
                  <c:v>408.1</c:v>
                </c:pt>
                <c:pt idx="2658">
                  <c:v>399.55</c:v>
                </c:pt>
                <c:pt idx="2659">
                  <c:v>399.8</c:v>
                </c:pt>
                <c:pt idx="2660">
                  <c:v>396.95</c:v>
                </c:pt>
                <c:pt idx="2661">
                  <c:v>398</c:v>
                </c:pt>
                <c:pt idx="2662">
                  <c:v>400.25</c:v>
                </c:pt>
                <c:pt idx="2663">
                  <c:v>403.55</c:v>
                </c:pt>
                <c:pt idx="2664">
                  <c:v>403.45</c:v>
                </c:pt>
                <c:pt idx="2665">
                  <c:v>401.3</c:v>
                </c:pt>
                <c:pt idx="2666">
                  <c:v>405.25</c:v>
                </c:pt>
                <c:pt idx="2667">
                  <c:v>408.25</c:v>
                </c:pt>
                <c:pt idx="2668">
                  <c:v>410.55</c:v>
                </c:pt>
                <c:pt idx="2669">
                  <c:v>408</c:v>
                </c:pt>
                <c:pt idx="2670">
                  <c:v>403.2</c:v>
                </c:pt>
                <c:pt idx="2671">
                  <c:v>417.9</c:v>
                </c:pt>
                <c:pt idx="2672">
                  <c:v>428.05</c:v>
                </c:pt>
                <c:pt idx="2673">
                  <c:v>423.45</c:v>
                </c:pt>
                <c:pt idx="2674">
                  <c:v>420.25</c:v>
                </c:pt>
                <c:pt idx="2675">
                  <c:v>420.35</c:v>
                </c:pt>
                <c:pt idx="2676">
                  <c:v>435.3</c:v>
                </c:pt>
                <c:pt idx="2677">
                  <c:v>439.65</c:v>
                </c:pt>
                <c:pt idx="2678">
                  <c:v>443.15</c:v>
                </c:pt>
                <c:pt idx="2679">
                  <c:v>447.05</c:v>
                </c:pt>
                <c:pt idx="2680">
                  <c:v>444.6</c:v>
                </c:pt>
                <c:pt idx="2681">
                  <c:v>441.5</c:v>
                </c:pt>
                <c:pt idx="2682">
                  <c:v>442.35</c:v>
                </c:pt>
                <c:pt idx="2683">
                  <c:v>449.45</c:v>
                </c:pt>
                <c:pt idx="2684">
                  <c:v>461.7</c:v>
                </c:pt>
                <c:pt idx="2685">
                  <c:v>464.3</c:v>
                </c:pt>
                <c:pt idx="2686">
                  <c:v>461.1</c:v>
                </c:pt>
                <c:pt idx="2687">
                  <c:v>464.9</c:v>
                </c:pt>
                <c:pt idx="2688">
                  <c:v>457.7</c:v>
                </c:pt>
                <c:pt idx="2689">
                  <c:v>462.5</c:v>
                </c:pt>
                <c:pt idx="2690">
                  <c:v>463.65</c:v>
                </c:pt>
                <c:pt idx="2691">
                  <c:v>463.45</c:v>
                </c:pt>
                <c:pt idx="2692">
                  <c:v>483.4</c:v>
                </c:pt>
                <c:pt idx="2693">
                  <c:v>490.45</c:v>
                </c:pt>
                <c:pt idx="2694">
                  <c:v>473.45</c:v>
                </c:pt>
                <c:pt idx="2695">
                  <c:v>467.85</c:v>
                </c:pt>
                <c:pt idx="2696">
                  <c:v>464.5</c:v>
                </c:pt>
                <c:pt idx="2697">
                  <c:v>464</c:v>
                </c:pt>
                <c:pt idx="2698">
                  <c:v>470.15</c:v>
                </c:pt>
                <c:pt idx="2699">
                  <c:v>448.9</c:v>
                </c:pt>
                <c:pt idx="2700">
                  <c:v>430.35</c:v>
                </c:pt>
                <c:pt idx="2701">
                  <c:v>430.4</c:v>
                </c:pt>
                <c:pt idx="2702">
                  <c:v>430.75</c:v>
                </c:pt>
                <c:pt idx="2703">
                  <c:v>427.05</c:v>
                </c:pt>
                <c:pt idx="2704">
                  <c:v>419.75</c:v>
                </c:pt>
                <c:pt idx="2705">
                  <c:v>423.7</c:v>
                </c:pt>
                <c:pt idx="2706">
                  <c:v>433.85</c:v>
                </c:pt>
                <c:pt idx="2707">
                  <c:v>434.7</c:v>
                </c:pt>
                <c:pt idx="2708">
                  <c:v>436.75</c:v>
                </c:pt>
                <c:pt idx="2709">
                  <c:v>438.05</c:v>
                </c:pt>
                <c:pt idx="2710">
                  <c:v>431.2</c:v>
                </c:pt>
                <c:pt idx="2711">
                  <c:v>431.65</c:v>
                </c:pt>
                <c:pt idx="2712">
                  <c:v>436.55</c:v>
                </c:pt>
                <c:pt idx="2713">
                  <c:v>428.65</c:v>
                </c:pt>
                <c:pt idx="2714">
                  <c:v>425.2</c:v>
                </c:pt>
                <c:pt idx="2715">
                  <c:v>433.2</c:v>
                </c:pt>
                <c:pt idx="2716">
                  <c:v>421.75</c:v>
                </c:pt>
                <c:pt idx="2717">
                  <c:v>418.4</c:v>
                </c:pt>
                <c:pt idx="2718">
                  <c:v>400.85</c:v>
                </c:pt>
                <c:pt idx="2719">
                  <c:v>418.3</c:v>
                </c:pt>
                <c:pt idx="2720">
                  <c:v>417.05</c:v>
                </c:pt>
                <c:pt idx="2721">
                  <c:v>409.7</c:v>
                </c:pt>
                <c:pt idx="2722">
                  <c:v>406.25</c:v>
                </c:pt>
                <c:pt idx="2723">
                  <c:v>407.5</c:v>
                </c:pt>
                <c:pt idx="2724">
                  <c:v>417.75</c:v>
                </c:pt>
                <c:pt idx="2725">
                  <c:v>419.6</c:v>
                </c:pt>
                <c:pt idx="2726">
                  <c:v>414.7</c:v>
                </c:pt>
                <c:pt idx="2727">
                  <c:v>426.05</c:v>
                </c:pt>
                <c:pt idx="2728">
                  <c:v>427.6</c:v>
                </c:pt>
                <c:pt idx="2729">
                  <c:v>430.65</c:v>
                </c:pt>
                <c:pt idx="2730">
                  <c:v>434.95</c:v>
                </c:pt>
                <c:pt idx="2731">
                  <c:v>435.3</c:v>
                </c:pt>
                <c:pt idx="2732">
                  <c:v>437.1</c:v>
                </c:pt>
                <c:pt idx="2733">
                  <c:v>450.95</c:v>
                </c:pt>
                <c:pt idx="2734">
                  <c:v>448.15</c:v>
                </c:pt>
                <c:pt idx="2735">
                  <c:v>454.4</c:v>
                </c:pt>
                <c:pt idx="2736">
                  <c:v>458.4</c:v>
                </c:pt>
                <c:pt idx="2737">
                  <c:v>470.05</c:v>
                </c:pt>
                <c:pt idx="2738">
                  <c:v>477.6</c:v>
                </c:pt>
                <c:pt idx="2739">
                  <c:v>485.5</c:v>
                </c:pt>
                <c:pt idx="2740">
                  <c:v>477.3</c:v>
                </c:pt>
                <c:pt idx="2741">
                  <c:v>479.5</c:v>
                </c:pt>
                <c:pt idx="2742">
                  <c:v>483.45</c:v>
                </c:pt>
                <c:pt idx="2743">
                  <c:v>485.1</c:v>
                </c:pt>
                <c:pt idx="2744">
                  <c:v>491.35</c:v>
                </c:pt>
                <c:pt idx="2745">
                  <c:v>488.5</c:v>
                </c:pt>
                <c:pt idx="2746">
                  <c:v>489.95</c:v>
                </c:pt>
                <c:pt idx="2747">
                  <c:v>491.25</c:v>
                </c:pt>
                <c:pt idx="2748">
                  <c:v>483.05</c:v>
                </c:pt>
                <c:pt idx="2749">
                  <c:v>484.65</c:v>
                </c:pt>
                <c:pt idx="2750">
                  <c:v>485.65</c:v>
                </c:pt>
                <c:pt idx="2751">
                  <c:v>486.35</c:v>
                </c:pt>
                <c:pt idx="2752">
                  <c:v>476.95</c:v>
                </c:pt>
                <c:pt idx="2753">
                  <c:v>464.6</c:v>
                </c:pt>
                <c:pt idx="2754">
                  <c:v>467.45</c:v>
                </c:pt>
                <c:pt idx="2755">
                  <c:v>467.7</c:v>
                </c:pt>
                <c:pt idx="2756">
                  <c:v>453.55</c:v>
                </c:pt>
                <c:pt idx="2757">
                  <c:v>463.1</c:v>
                </c:pt>
                <c:pt idx="2758">
                  <c:v>466.75</c:v>
                </c:pt>
                <c:pt idx="2759">
                  <c:v>478.55</c:v>
                </c:pt>
                <c:pt idx="2760">
                  <c:v>476.1</c:v>
                </c:pt>
                <c:pt idx="2761">
                  <c:v>477.5</c:v>
                </c:pt>
                <c:pt idx="2762">
                  <c:v>455.95</c:v>
                </c:pt>
                <c:pt idx="2763">
                  <c:v>443.9</c:v>
                </c:pt>
                <c:pt idx="2764">
                  <c:v>446.9</c:v>
                </c:pt>
                <c:pt idx="2765">
                  <c:v>438.65</c:v>
                </c:pt>
                <c:pt idx="2766">
                  <c:v>437.6</c:v>
                </c:pt>
                <c:pt idx="2767">
                  <c:v>438.1</c:v>
                </c:pt>
                <c:pt idx="2768">
                  <c:v>429.35</c:v>
                </c:pt>
                <c:pt idx="2769">
                  <c:v>437.85</c:v>
                </c:pt>
                <c:pt idx="2770">
                  <c:v>442</c:v>
                </c:pt>
                <c:pt idx="2771">
                  <c:v>436.7</c:v>
                </c:pt>
                <c:pt idx="2772">
                  <c:v>426.9</c:v>
                </c:pt>
                <c:pt idx="2773">
                  <c:v>425.75</c:v>
                </c:pt>
                <c:pt idx="2774">
                  <c:v>424.1</c:v>
                </c:pt>
                <c:pt idx="2775">
                  <c:v>417.95</c:v>
                </c:pt>
                <c:pt idx="2776">
                  <c:v>420.25</c:v>
                </c:pt>
                <c:pt idx="2777">
                  <c:v>424.4</c:v>
                </c:pt>
                <c:pt idx="2778">
                  <c:v>425.45</c:v>
                </c:pt>
                <c:pt idx="2779">
                  <c:v>437.15</c:v>
                </c:pt>
                <c:pt idx="2780">
                  <c:v>432.05</c:v>
                </c:pt>
                <c:pt idx="2781">
                  <c:v>432.7</c:v>
                </c:pt>
                <c:pt idx="2782">
                  <c:v>451.05</c:v>
                </c:pt>
                <c:pt idx="2783">
                  <c:v>444.8</c:v>
                </c:pt>
                <c:pt idx="2784">
                  <c:v>436.8</c:v>
                </c:pt>
                <c:pt idx="2785">
                  <c:v>427.15</c:v>
                </c:pt>
                <c:pt idx="2786">
                  <c:v>433.05</c:v>
                </c:pt>
                <c:pt idx="2787">
                  <c:v>438.2</c:v>
                </c:pt>
                <c:pt idx="2788">
                  <c:v>443.45</c:v>
                </c:pt>
                <c:pt idx="2789">
                  <c:v>444.3</c:v>
                </c:pt>
                <c:pt idx="2790">
                  <c:v>441.4</c:v>
                </c:pt>
                <c:pt idx="2791">
                  <c:v>447.25</c:v>
                </c:pt>
                <c:pt idx="2792">
                  <c:v>449</c:v>
                </c:pt>
                <c:pt idx="2793">
                  <c:v>450.95</c:v>
                </c:pt>
                <c:pt idx="2794">
                  <c:v>454.8</c:v>
                </c:pt>
                <c:pt idx="2795">
                  <c:v>449.3</c:v>
                </c:pt>
                <c:pt idx="2796">
                  <c:v>456.25</c:v>
                </c:pt>
                <c:pt idx="2797">
                  <c:v>442.4</c:v>
                </c:pt>
                <c:pt idx="2798">
                  <c:v>445.4</c:v>
                </c:pt>
                <c:pt idx="2799">
                  <c:v>443.45</c:v>
                </c:pt>
                <c:pt idx="2800">
                  <c:v>439.9</c:v>
                </c:pt>
                <c:pt idx="2801">
                  <c:v>433.9</c:v>
                </c:pt>
                <c:pt idx="2802">
                  <c:v>434.4</c:v>
                </c:pt>
                <c:pt idx="2803">
                  <c:v>436.6</c:v>
                </c:pt>
                <c:pt idx="2804">
                  <c:v>439.65</c:v>
                </c:pt>
                <c:pt idx="2805">
                  <c:v>455.9</c:v>
                </c:pt>
                <c:pt idx="2806">
                  <c:v>461.9</c:v>
                </c:pt>
                <c:pt idx="2807">
                  <c:v>463.5</c:v>
                </c:pt>
                <c:pt idx="2808">
                  <c:v>472.85</c:v>
                </c:pt>
                <c:pt idx="2809">
                  <c:v>480.2</c:v>
                </c:pt>
                <c:pt idx="2810">
                  <c:v>476.05</c:v>
                </c:pt>
                <c:pt idx="2811">
                  <c:v>481</c:v>
                </c:pt>
                <c:pt idx="2812">
                  <c:v>481</c:v>
                </c:pt>
                <c:pt idx="2813">
                  <c:v>465.95</c:v>
                </c:pt>
                <c:pt idx="2814">
                  <c:v>472.45</c:v>
                </c:pt>
                <c:pt idx="2815">
                  <c:v>465.55</c:v>
                </c:pt>
                <c:pt idx="2816">
                  <c:v>460</c:v>
                </c:pt>
                <c:pt idx="2817">
                  <c:v>472.4</c:v>
                </c:pt>
                <c:pt idx="2818">
                  <c:v>449.8</c:v>
                </c:pt>
                <c:pt idx="2819">
                  <c:v>445.4</c:v>
                </c:pt>
                <c:pt idx="2820">
                  <c:v>449.55</c:v>
                </c:pt>
                <c:pt idx="2821">
                  <c:v>463.65</c:v>
                </c:pt>
                <c:pt idx="2822">
                  <c:v>463.15</c:v>
                </c:pt>
                <c:pt idx="2823">
                  <c:v>466.2</c:v>
                </c:pt>
                <c:pt idx="2824">
                  <c:v>464.7</c:v>
                </c:pt>
                <c:pt idx="2825">
                  <c:v>451.1</c:v>
                </c:pt>
                <c:pt idx="2826">
                  <c:v>446.6</c:v>
                </c:pt>
                <c:pt idx="2827">
                  <c:v>450.3</c:v>
                </c:pt>
                <c:pt idx="2828">
                  <c:v>447.6</c:v>
                </c:pt>
                <c:pt idx="2829">
                  <c:v>436.65</c:v>
                </c:pt>
                <c:pt idx="2830">
                  <c:v>437</c:v>
                </c:pt>
                <c:pt idx="2831">
                  <c:v>432.5</c:v>
                </c:pt>
                <c:pt idx="2832">
                  <c:v>442.45</c:v>
                </c:pt>
                <c:pt idx="2833">
                  <c:v>436.15</c:v>
                </c:pt>
                <c:pt idx="2834">
                  <c:v>436.3</c:v>
                </c:pt>
                <c:pt idx="2835">
                  <c:v>439.15</c:v>
                </c:pt>
                <c:pt idx="2836">
                  <c:v>433.3</c:v>
                </c:pt>
                <c:pt idx="2837">
                  <c:v>442.55</c:v>
                </c:pt>
                <c:pt idx="2838">
                  <c:v>439.95</c:v>
                </c:pt>
                <c:pt idx="2839">
                  <c:v>437.5</c:v>
                </c:pt>
                <c:pt idx="2840">
                  <c:v>446.15</c:v>
                </c:pt>
                <c:pt idx="2841">
                  <c:v>442.8</c:v>
                </c:pt>
                <c:pt idx="2842">
                  <c:v>447.35</c:v>
                </c:pt>
                <c:pt idx="2843">
                  <c:v>440.05</c:v>
                </c:pt>
                <c:pt idx="2844">
                  <c:v>439.9</c:v>
                </c:pt>
                <c:pt idx="2845">
                  <c:v>435.6</c:v>
                </c:pt>
                <c:pt idx="2846">
                  <c:v>434.9</c:v>
                </c:pt>
                <c:pt idx="2847">
                  <c:v>442.05</c:v>
                </c:pt>
                <c:pt idx="2848">
                  <c:v>441.8</c:v>
                </c:pt>
                <c:pt idx="2849">
                  <c:v>446.4</c:v>
                </c:pt>
                <c:pt idx="2850">
                  <c:v>448.3</c:v>
                </c:pt>
                <c:pt idx="2851">
                  <c:v>442.95</c:v>
                </c:pt>
                <c:pt idx="2852">
                  <c:v>443.1</c:v>
                </c:pt>
                <c:pt idx="2853">
                  <c:v>445.05</c:v>
                </c:pt>
                <c:pt idx="2854">
                  <c:v>440.6</c:v>
                </c:pt>
                <c:pt idx="2855">
                  <c:v>441.2</c:v>
                </c:pt>
                <c:pt idx="2856">
                  <c:v>438.8</c:v>
                </c:pt>
                <c:pt idx="2857">
                  <c:v>437.45</c:v>
                </c:pt>
                <c:pt idx="2858">
                  <c:v>435.45</c:v>
                </c:pt>
                <c:pt idx="2859">
                  <c:v>436.85</c:v>
                </c:pt>
                <c:pt idx="2860">
                  <c:v>424.4</c:v>
                </c:pt>
                <c:pt idx="2861">
                  <c:v>416.05</c:v>
                </c:pt>
                <c:pt idx="2862">
                  <c:v>408.85</c:v>
                </c:pt>
                <c:pt idx="2863">
                  <c:v>402.3</c:v>
                </c:pt>
                <c:pt idx="2864">
                  <c:v>402.4</c:v>
                </c:pt>
                <c:pt idx="2865">
                  <c:v>403.8</c:v>
                </c:pt>
                <c:pt idx="2866">
                  <c:v>409.9</c:v>
                </c:pt>
                <c:pt idx="2867">
                  <c:v>424.2</c:v>
                </c:pt>
                <c:pt idx="2868">
                  <c:v>422.65</c:v>
                </c:pt>
                <c:pt idx="2869">
                  <c:v>419.1</c:v>
                </c:pt>
                <c:pt idx="2870">
                  <c:v>420.55</c:v>
                </c:pt>
                <c:pt idx="2871">
                  <c:v>417.6</c:v>
                </c:pt>
                <c:pt idx="2872">
                  <c:v>423.15</c:v>
                </c:pt>
                <c:pt idx="2873">
                  <c:v>424.4</c:v>
                </c:pt>
                <c:pt idx="2874">
                  <c:v>428</c:v>
                </c:pt>
                <c:pt idx="2875">
                  <c:v>424.85</c:v>
                </c:pt>
                <c:pt idx="2876">
                  <c:v>431.05</c:v>
                </c:pt>
                <c:pt idx="2877">
                  <c:v>431.5</c:v>
                </c:pt>
                <c:pt idx="2878">
                  <c:v>420.9</c:v>
                </c:pt>
                <c:pt idx="2879">
                  <c:v>414.6</c:v>
                </c:pt>
                <c:pt idx="2880">
                  <c:v>413.5</c:v>
                </c:pt>
                <c:pt idx="2881">
                  <c:v>411.5</c:v>
                </c:pt>
                <c:pt idx="2882">
                  <c:v>414.8</c:v>
                </c:pt>
                <c:pt idx="2883">
                  <c:v>413.65</c:v>
                </c:pt>
                <c:pt idx="2884">
                  <c:v>415.2</c:v>
                </c:pt>
                <c:pt idx="2885">
                  <c:v>398.95</c:v>
                </c:pt>
                <c:pt idx="2886">
                  <c:v>401.1</c:v>
                </c:pt>
                <c:pt idx="2887">
                  <c:v>405.85</c:v>
                </c:pt>
                <c:pt idx="2888">
                  <c:v>410.15</c:v>
                </c:pt>
                <c:pt idx="2889">
                  <c:v>410.45</c:v>
                </c:pt>
                <c:pt idx="2890">
                  <c:v>402.55</c:v>
                </c:pt>
                <c:pt idx="2891">
                  <c:v>395</c:v>
                </c:pt>
                <c:pt idx="2892">
                  <c:v>389.3</c:v>
                </c:pt>
                <c:pt idx="2893">
                  <c:v>391.9</c:v>
                </c:pt>
                <c:pt idx="2894">
                  <c:v>383.45</c:v>
                </c:pt>
                <c:pt idx="2895">
                  <c:v>381.2</c:v>
                </c:pt>
                <c:pt idx="2896">
                  <c:v>375.7</c:v>
                </c:pt>
                <c:pt idx="2897">
                  <c:v>367.3</c:v>
                </c:pt>
                <c:pt idx="2898">
                  <c:v>357.85</c:v>
                </c:pt>
                <c:pt idx="2899">
                  <c:v>346.75</c:v>
                </c:pt>
                <c:pt idx="2900">
                  <c:v>354.9</c:v>
                </c:pt>
                <c:pt idx="2901">
                  <c:v>352.9</c:v>
                </c:pt>
                <c:pt idx="2902">
                  <c:v>342.95</c:v>
                </c:pt>
                <c:pt idx="2903">
                  <c:v>340.4</c:v>
                </c:pt>
                <c:pt idx="2904">
                  <c:v>344.3</c:v>
                </c:pt>
                <c:pt idx="2905">
                  <c:v>328.15</c:v>
                </c:pt>
                <c:pt idx="2906">
                  <c:v>320.35000000000002</c:v>
                </c:pt>
                <c:pt idx="2907">
                  <c:v>332.35</c:v>
                </c:pt>
                <c:pt idx="2908">
                  <c:v>332.95</c:v>
                </c:pt>
                <c:pt idx="2909">
                  <c:v>329.85</c:v>
                </c:pt>
                <c:pt idx="2910">
                  <c:v>328.2</c:v>
                </c:pt>
                <c:pt idx="2911">
                  <c:v>319.75</c:v>
                </c:pt>
                <c:pt idx="2912">
                  <c:v>328.9</c:v>
                </c:pt>
                <c:pt idx="2913">
                  <c:v>335.25</c:v>
                </c:pt>
                <c:pt idx="2914">
                  <c:v>334.35</c:v>
                </c:pt>
                <c:pt idx="2915">
                  <c:v>321.75</c:v>
                </c:pt>
                <c:pt idx="2916">
                  <c:v>323.05</c:v>
                </c:pt>
                <c:pt idx="2917">
                  <c:v>329.55</c:v>
                </c:pt>
                <c:pt idx="2918">
                  <c:v>338.15</c:v>
                </c:pt>
                <c:pt idx="2919">
                  <c:v>338.35</c:v>
                </c:pt>
                <c:pt idx="2920">
                  <c:v>325.2</c:v>
                </c:pt>
                <c:pt idx="2921">
                  <c:v>329.1</c:v>
                </c:pt>
                <c:pt idx="2922">
                  <c:v>342.4</c:v>
                </c:pt>
                <c:pt idx="2923">
                  <c:v>348.2</c:v>
                </c:pt>
                <c:pt idx="2924">
                  <c:v>338.75</c:v>
                </c:pt>
                <c:pt idx="2925">
                  <c:v>341</c:v>
                </c:pt>
                <c:pt idx="2926">
                  <c:v>350.95</c:v>
                </c:pt>
                <c:pt idx="2927">
                  <c:v>356.65</c:v>
                </c:pt>
                <c:pt idx="2928">
                  <c:v>340.35</c:v>
                </c:pt>
                <c:pt idx="2929">
                  <c:v>339.5</c:v>
                </c:pt>
                <c:pt idx="2930">
                  <c:v>340.05</c:v>
                </c:pt>
                <c:pt idx="2931">
                  <c:v>348.2</c:v>
                </c:pt>
                <c:pt idx="2932">
                  <c:v>347.55</c:v>
                </c:pt>
                <c:pt idx="2933">
                  <c:v>347.6</c:v>
                </c:pt>
                <c:pt idx="2934">
                  <c:v>340.8</c:v>
                </c:pt>
                <c:pt idx="2935">
                  <c:v>330.2</c:v>
                </c:pt>
                <c:pt idx="2936">
                  <c:v>333.55</c:v>
                </c:pt>
                <c:pt idx="2937">
                  <c:v>327.95</c:v>
                </c:pt>
                <c:pt idx="2938">
                  <c:v>333.8</c:v>
                </c:pt>
                <c:pt idx="2939">
                  <c:v>348.9</c:v>
                </c:pt>
                <c:pt idx="2940">
                  <c:v>341.7</c:v>
                </c:pt>
                <c:pt idx="2941">
                  <c:v>350.55</c:v>
                </c:pt>
                <c:pt idx="2942">
                  <c:v>349.5</c:v>
                </c:pt>
                <c:pt idx="2943">
                  <c:v>363.3</c:v>
                </c:pt>
                <c:pt idx="2944">
                  <c:v>356.8</c:v>
                </c:pt>
                <c:pt idx="2945">
                  <c:v>346.05</c:v>
                </c:pt>
                <c:pt idx="2946">
                  <c:v>357.6</c:v>
                </c:pt>
                <c:pt idx="2947">
                  <c:v>354.55</c:v>
                </c:pt>
                <c:pt idx="2948">
                  <c:v>354.05</c:v>
                </c:pt>
                <c:pt idx="2949">
                  <c:v>358.1</c:v>
                </c:pt>
                <c:pt idx="2950">
                  <c:v>372.15</c:v>
                </c:pt>
                <c:pt idx="2951">
                  <c:v>368.7</c:v>
                </c:pt>
                <c:pt idx="2952">
                  <c:v>374.05</c:v>
                </c:pt>
                <c:pt idx="2953">
                  <c:v>366.6</c:v>
                </c:pt>
                <c:pt idx="2954">
                  <c:v>372.05</c:v>
                </c:pt>
                <c:pt idx="2955">
                  <c:v>374.15</c:v>
                </c:pt>
                <c:pt idx="2956">
                  <c:v>370.8</c:v>
                </c:pt>
                <c:pt idx="2957">
                  <c:v>371.85</c:v>
                </c:pt>
                <c:pt idx="2958">
                  <c:v>369.3</c:v>
                </c:pt>
                <c:pt idx="2959">
                  <c:v>376.5</c:v>
                </c:pt>
                <c:pt idx="2960">
                  <c:v>382.1</c:v>
                </c:pt>
                <c:pt idx="2961">
                  <c:v>387.4</c:v>
                </c:pt>
                <c:pt idx="2962">
                  <c:v>383.75</c:v>
                </c:pt>
                <c:pt idx="2963">
                  <c:v>374.15</c:v>
                </c:pt>
                <c:pt idx="2964">
                  <c:v>367.65</c:v>
                </c:pt>
                <c:pt idx="2965">
                  <c:v>374</c:v>
                </c:pt>
                <c:pt idx="2966">
                  <c:v>370.1</c:v>
                </c:pt>
                <c:pt idx="2967">
                  <c:v>377.8</c:v>
                </c:pt>
                <c:pt idx="2968">
                  <c:v>365.9</c:v>
                </c:pt>
                <c:pt idx="2969">
                  <c:v>370.65</c:v>
                </c:pt>
                <c:pt idx="2970">
                  <c:v>369.95</c:v>
                </c:pt>
                <c:pt idx="2971">
                  <c:v>372.05</c:v>
                </c:pt>
                <c:pt idx="2972">
                  <c:v>373.7</c:v>
                </c:pt>
                <c:pt idx="2973">
                  <c:v>377.2</c:v>
                </c:pt>
                <c:pt idx="2974">
                  <c:v>386.45</c:v>
                </c:pt>
                <c:pt idx="2975">
                  <c:v>391.8</c:v>
                </c:pt>
                <c:pt idx="2976">
                  <c:v>390.15</c:v>
                </c:pt>
                <c:pt idx="2977">
                  <c:v>404.1</c:v>
                </c:pt>
                <c:pt idx="2978">
                  <c:v>412.75</c:v>
                </c:pt>
                <c:pt idx="2979">
                  <c:v>404.95</c:v>
                </c:pt>
                <c:pt idx="2980">
                  <c:v>414.75</c:v>
                </c:pt>
                <c:pt idx="2981">
                  <c:v>412.6</c:v>
                </c:pt>
                <c:pt idx="2982">
                  <c:v>415.55</c:v>
                </c:pt>
                <c:pt idx="2983">
                  <c:v>406.6</c:v>
                </c:pt>
                <c:pt idx="2984">
                  <c:v>403.65</c:v>
                </c:pt>
                <c:pt idx="2985">
                  <c:v>404</c:v>
                </c:pt>
                <c:pt idx="2986">
                  <c:v>396.15</c:v>
                </c:pt>
                <c:pt idx="2987">
                  <c:v>407.15</c:v>
                </c:pt>
                <c:pt idx="2988">
                  <c:v>397.55</c:v>
                </c:pt>
                <c:pt idx="2989">
                  <c:v>406</c:v>
                </c:pt>
                <c:pt idx="2990">
                  <c:v>406.3</c:v>
                </c:pt>
                <c:pt idx="2991">
                  <c:v>406.85</c:v>
                </c:pt>
                <c:pt idx="2992">
                  <c:v>397.05</c:v>
                </c:pt>
                <c:pt idx="2993">
                  <c:v>398.35</c:v>
                </c:pt>
                <c:pt idx="2994">
                  <c:v>398.7</c:v>
                </c:pt>
                <c:pt idx="2995">
                  <c:v>399</c:v>
                </c:pt>
                <c:pt idx="2996">
                  <c:v>416.5</c:v>
                </c:pt>
                <c:pt idx="2997">
                  <c:v>418.25</c:v>
                </c:pt>
                <c:pt idx="2998">
                  <c:v>414.95</c:v>
                </c:pt>
                <c:pt idx="2999">
                  <c:v>405.75</c:v>
                </c:pt>
                <c:pt idx="3000">
                  <c:v>406.85</c:v>
                </c:pt>
                <c:pt idx="3001">
                  <c:v>401.15</c:v>
                </c:pt>
                <c:pt idx="3002">
                  <c:v>403.55</c:v>
                </c:pt>
                <c:pt idx="3003">
                  <c:v>401.3</c:v>
                </c:pt>
                <c:pt idx="3004">
                  <c:v>391.45</c:v>
                </c:pt>
                <c:pt idx="3005">
                  <c:v>401</c:v>
                </c:pt>
                <c:pt idx="3006">
                  <c:v>407.45</c:v>
                </c:pt>
                <c:pt idx="3007">
                  <c:v>415.15</c:v>
                </c:pt>
                <c:pt idx="3008">
                  <c:v>404.1</c:v>
                </c:pt>
                <c:pt idx="3009">
                  <c:v>404.15</c:v>
                </c:pt>
                <c:pt idx="3010">
                  <c:v>413.75</c:v>
                </c:pt>
                <c:pt idx="3011">
                  <c:v>415.8</c:v>
                </c:pt>
                <c:pt idx="3012">
                  <c:v>419.05</c:v>
                </c:pt>
                <c:pt idx="3013">
                  <c:v>419.55</c:v>
                </c:pt>
                <c:pt idx="3014">
                  <c:v>418</c:v>
                </c:pt>
                <c:pt idx="3015">
                  <c:v>409.8</c:v>
                </c:pt>
                <c:pt idx="3016">
                  <c:v>413.9</c:v>
                </c:pt>
                <c:pt idx="3017">
                  <c:v>411.85</c:v>
                </c:pt>
                <c:pt idx="3018">
                  <c:v>426.05</c:v>
                </c:pt>
                <c:pt idx="3019">
                  <c:v>427.45</c:v>
                </c:pt>
                <c:pt idx="3020">
                  <c:v>427.1</c:v>
                </c:pt>
                <c:pt idx="3021">
                  <c:v>428.05</c:v>
                </c:pt>
                <c:pt idx="3022">
                  <c:v>434.6</c:v>
                </c:pt>
                <c:pt idx="3023">
                  <c:v>445.6</c:v>
                </c:pt>
                <c:pt idx="3024">
                  <c:v>449.35</c:v>
                </c:pt>
                <c:pt idx="3025">
                  <c:v>436.6</c:v>
                </c:pt>
                <c:pt idx="3026">
                  <c:v>435.1</c:v>
                </c:pt>
                <c:pt idx="3027">
                  <c:v>436.1</c:v>
                </c:pt>
                <c:pt idx="3028">
                  <c:v>439.35</c:v>
                </c:pt>
                <c:pt idx="3029">
                  <c:v>448.85</c:v>
                </c:pt>
                <c:pt idx="3030">
                  <c:v>443.7</c:v>
                </c:pt>
                <c:pt idx="3031">
                  <c:v>442.8</c:v>
                </c:pt>
                <c:pt idx="3032">
                  <c:v>441.45</c:v>
                </c:pt>
                <c:pt idx="3033">
                  <c:v>437.9</c:v>
                </c:pt>
                <c:pt idx="3034">
                  <c:v>424.8</c:v>
                </c:pt>
                <c:pt idx="3035">
                  <c:v>420.25</c:v>
                </c:pt>
                <c:pt idx="3036">
                  <c:v>432.35</c:v>
                </c:pt>
                <c:pt idx="3037">
                  <c:v>424.85</c:v>
                </c:pt>
                <c:pt idx="3038">
                  <c:v>429</c:v>
                </c:pt>
                <c:pt idx="3039">
                  <c:v>427.3</c:v>
                </c:pt>
                <c:pt idx="3040">
                  <c:v>431.35</c:v>
                </c:pt>
                <c:pt idx="3041">
                  <c:v>432.1</c:v>
                </c:pt>
                <c:pt idx="3042">
                  <c:v>439.95</c:v>
                </c:pt>
                <c:pt idx="3043">
                  <c:v>432.2</c:v>
                </c:pt>
                <c:pt idx="3044">
                  <c:v>437.75</c:v>
                </c:pt>
                <c:pt idx="3045">
                  <c:v>430.95</c:v>
                </c:pt>
                <c:pt idx="3046">
                  <c:v>426.05</c:v>
                </c:pt>
                <c:pt idx="3047">
                  <c:v>427.45</c:v>
                </c:pt>
                <c:pt idx="3048">
                  <c:v>428.55</c:v>
                </c:pt>
                <c:pt idx="3049">
                  <c:v>428</c:v>
                </c:pt>
                <c:pt idx="3050">
                  <c:v>429.6</c:v>
                </c:pt>
                <c:pt idx="3051">
                  <c:v>427.6</c:v>
                </c:pt>
                <c:pt idx="3052">
                  <c:v>421.3</c:v>
                </c:pt>
                <c:pt idx="3053">
                  <c:v>425.25</c:v>
                </c:pt>
                <c:pt idx="3054">
                  <c:v>423.1</c:v>
                </c:pt>
                <c:pt idx="3055">
                  <c:v>428.4</c:v>
                </c:pt>
                <c:pt idx="3056">
                  <c:v>429.85</c:v>
                </c:pt>
                <c:pt idx="3057">
                  <c:v>436.8</c:v>
                </c:pt>
                <c:pt idx="3058">
                  <c:v>440.1</c:v>
                </c:pt>
                <c:pt idx="3059">
                  <c:v>443.15</c:v>
                </c:pt>
                <c:pt idx="3060">
                  <c:v>446.5</c:v>
                </c:pt>
                <c:pt idx="3061">
                  <c:v>443.8</c:v>
                </c:pt>
                <c:pt idx="3062">
                  <c:v>439.05</c:v>
                </c:pt>
                <c:pt idx="3063">
                  <c:v>445.4</c:v>
                </c:pt>
                <c:pt idx="3064">
                  <c:v>445.95</c:v>
                </c:pt>
                <c:pt idx="3065">
                  <c:v>439.1</c:v>
                </c:pt>
                <c:pt idx="3066">
                  <c:v>419.3</c:v>
                </c:pt>
                <c:pt idx="3067">
                  <c:v>420.95</c:v>
                </c:pt>
                <c:pt idx="3068">
                  <c:v>421.2</c:v>
                </c:pt>
                <c:pt idx="3069">
                  <c:v>427.4</c:v>
                </c:pt>
                <c:pt idx="3070">
                  <c:v>420.65</c:v>
                </c:pt>
                <c:pt idx="3071">
                  <c:v>424.8</c:v>
                </c:pt>
                <c:pt idx="3072">
                  <c:v>424.15</c:v>
                </c:pt>
                <c:pt idx="3073">
                  <c:v>442</c:v>
                </c:pt>
                <c:pt idx="3074">
                  <c:v>410.4</c:v>
                </c:pt>
                <c:pt idx="3075">
                  <c:v>402.65</c:v>
                </c:pt>
                <c:pt idx="3076">
                  <c:v>405.8</c:v>
                </c:pt>
                <c:pt idx="3077">
                  <c:v>406.7</c:v>
                </c:pt>
                <c:pt idx="3078">
                  <c:v>405.05</c:v>
                </c:pt>
                <c:pt idx="3079">
                  <c:v>404</c:v>
                </c:pt>
                <c:pt idx="3080">
                  <c:v>412.35</c:v>
                </c:pt>
                <c:pt idx="3081">
                  <c:v>414.9</c:v>
                </c:pt>
                <c:pt idx="3082">
                  <c:v>413.85</c:v>
                </c:pt>
                <c:pt idx="3083">
                  <c:v>404</c:v>
                </c:pt>
                <c:pt idx="3084">
                  <c:v>406.25</c:v>
                </c:pt>
                <c:pt idx="3085">
                  <c:v>408.65</c:v>
                </c:pt>
                <c:pt idx="3086">
                  <c:v>400.9</c:v>
                </c:pt>
                <c:pt idx="3087">
                  <c:v>403.5</c:v>
                </c:pt>
                <c:pt idx="3088">
                  <c:v>404.25</c:v>
                </c:pt>
                <c:pt idx="3089">
                  <c:v>390.35</c:v>
                </c:pt>
                <c:pt idx="3090">
                  <c:v>390.75</c:v>
                </c:pt>
                <c:pt idx="3091">
                  <c:v>391.25</c:v>
                </c:pt>
                <c:pt idx="3092">
                  <c:v>383.2</c:v>
                </c:pt>
                <c:pt idx="3093">
                  <c:v>381.45</c:v>
                </c:pt>
                <c:pt idx="3094">
                  <c:v>384.95</c:v>
                </c:pt>
                <c:pt idx="3095">
                  <c:v>392.3</c:v>
                </c:pt>
                <c:pt idx="3096">
                  <c:v>394.1</c:v>
                </c:pt>
                <c:pt idx="3097">
                  <c:v>399.85</c:v>
                </c:pt>
                <c:pt idx="3098">
                  <c:v>409.75</c:v>
                </c:pt>
                <c:pt idx="3099">
                  <c:v>412.15</c:v>
                </c:pt>
                <c:pt idx="3100">
                  <c:v>410</c:v>
                </c:pt>
                <c:pt idx="3101">
                  <c:v>401.5</c:v>
                </c:pt>
                <c:pt idx="3102">
                  <c:v>396.25</c:v>
                </c:pt>
                <c:pt idx="3103">
                  <c:v>398.6</c:v>
                </c:pt>
                <c:pt idx="3104">
                  <c:v>410.6</c:v>
                </c:pt>
                <c:pt idx="3105">
                  <c:v>400.8</c:v>
                </c:pt>
                <c:pt idx="3106">
                  <c:v>403.35</c:v>
                </c:pt>
                <c:pt idx="3107">
                  <c:v>400.25</c:v>
                </c:pt>
                <c:pt idx="3108">
                  <c:v>393.15</c:v>
                </c:pt>
                <c:pt idx="3109">
                  <c:v>396.55</c:v>
                </c:pt>
                <c:pt idx="3110">
                  <c:v>394.35</c:v>
                </c:pt>
                <c:pt idx="3111">
                  <c:v>397.95</c:v>
                </c:pt>
                <c:pt idx="3112">
                  <c:v>395.3</c:v>
                </c:pt>
                <c:pt idx="3113">
                  <c:v>399.55</c:v>
                </c:pt>
                <c:pt idx="3114">
                  <c:v>400</c:v>
                </c:pt>
                <c:pt idx="3115">
                  <c:v>401.75</c:v>
                </c:pt>
                <c:pt idx="3116">
                  <c:v>400.05</c:v>
                </c:pt>
                <c:pt idx="3117">
                  <c:v>400.05</c:v>
                </c:pt>
                <c:pt idx="3118">
                  <c:v>401.05</c:v>
                </c:pt>
                <c:pt idx="3119">
                  <c:v>399.2</c:v>
                </c:pt>
                <c:pt idx="3120">
                  <c:v>398.8</c:v>
                </c:pt>
                <c:pt idx="3121">
                  <c:v>399.9</c:v>
                </c:pt>
                <c:pt idx="3122">
                  <c:v>400.25</c:v>
                </c:pt>
                <c:pt idx="3123">
                  <c:v>400.5</c:v>
                </c:pt>
                <c:pt idx="3124">
                  <c:v>394.75</c:v>
                </c:pt>
                <c:pt idx="3125">
                  <c:v>395.65</c:v>
                </c:pt>
                <c:pt idx="3126">
                  <c:v>392.15</c:v>
                </c:pt>
                <c:pt idx="3127">
                  <c:v>385.9</c:v>
                </c:pt>
                <c:pt idx="3128">
                  <c:v>384.5</c:v>
                </c:pt>
                <c:pt idx="3129">
                  <c:v>374.3</c:v>
                </c:pt>
                <c:pt idx="3130">
                  <c:v>359.25</c:v>
                </c:pt>
                <c:pt idx="3131">
                  <c:v>358.85</c:v>
                </c:pt>
                <c:pt idx="3132">
                  <c:v>355.75</c:v>
                </c:pt>
                <c:pt idx="3133">
                  <c:v>362.65</c:v>
                </c:pt>
                <c:pt idx="3134">
                  <c:v>364.35</c:v>
                </c:pt>
                <c:pt idx="3135">
                  <c:v>368.55</c:v>
                </c:pt>
                <c:pt idx="3136">
                  <c:v>363.3</c:v>
                </c:pt>
                <c:pt idx="3137">
                  <c:v>356.45</c:v>
                </c:pt>
                <c:pt idx="3138">
                  <c:v>345.9</c:v>
                </c:pt>
                <c:pt idx="3139">
                  <c:v>338.65</c:v>
                </c:pt>
                <c:pt idx="3140">
                  <c:v>329.95</c:v>
                </c:pt>
                <c:pt idx="3141">
                  <c:v>334.4</c:v>
                </c:pt>
                <c:pt idx="3142">
                  <c:v>332.7</c:v>
                </c:pt>
                <c:pt idx="3143">
                  <c:v>340.05</c:v>
                </c:pt>
                <c:pt idx="3144">
                  <c:v>339.55</c:v>
                </c:pt>
                <c:pt idx="3145">
                  <c:v>340.05</c:v>
                </c:pt>
                <c:pt idx="3146">
                  <c:v>347.15</c:v>
                </c:pt>
                <c:pt idx="3147">
                  <c:v>345.8</c:v>
                </c:pt>
                <c:pt idx="3148">
                  <c:v>348.4</c:v>
                </c:pt>
                <c:pt idx="3149">
                  <c:v>350.55</c:v>
                </c:pt>
                <c:pt idx="3150">
                  <c:v>345.6</c:v>
                </c:pt>
                <c:pt idx="3151">
                  <c:v>349.7</c:v>
                </c:pt>
                <c:pt idx="3152">
                  <c:v>355.6</c:v>
                </c:pt>
                <c:pt idx="3153">
                  <c:v>355.5</c:v>
                </c:pt>
                <c:pt idx="3154">
                  <c:v>349.4</c:v>
                </c:pt>
                <c:pt idx="3155">
                  <c:v>353.5</c:v>
                </c:pt>
                <c:pt idx="3156">
                  <c:v>355.75</c:v>
                </c:pt>
                <c:pt idx="3157">
                  <c:v>354.5</c:v>
                </c:pt>
                <c:pt idx="3158">
                  <c:v>363.1</c:v>
                </c:pt>
                <c:pt idx="3159">
                  <c:v>365.1</c:v>
                </c:pt>
                <c:pt idx="3160">
                  <c:v>361.25</c:v>
                </c:pt>
                <c:pt idx="3161">
                  <c:v>363.65</c:v>
                </c:pt>
                <c:pt idx="3162">
                  <c:v>364.15</c:v>
                </c:pt>
                <c:pt idx="3163">
                  <c:v>369</c:v>
                </c:pt>
                <c:pt idx="3164">
                  <c:v>362.6</c:v>
                </c:pt>
                <c:pt idx="3165">
                  <c:v>364.2</c:v>
                </c:pt>
                <c:pt idx="3166">
                  <c:v>363.05</c:v>
                </c:pt>
                <c:pt idx="3167">
                  <c:v>362.1</c:v>
                </c:pt>
                <c:pt idx="3168">
                  <c:v>377.45</c:v>
                </c:pt>
                <c:pt idx="3169">
                  <c:v>377.8</c:v>
                </c:pt>
                <c:pt idx="3170">
                  <c:v>380.75</c:v>
                </c:pt>
                <c:pt idx="3171">
                  <c:v>376.45</c:v>
                </c:pt>
                <c:pt idx="3172">
                  <c:v>374.85</c:v>
                </c:pt>
                <c:pt idx="3173">
                  <c:v>384.55</c:v>
                </c:pt>
                <c:pt idx="3174">
                  <c:v>387.9</c:v>
                </c:pt>
                <c:pt idx="3175">
                  <c:v>391.55</c:v>
                </c:pt>
                <c:pt idx="3176">
                  <c:v>384.8</c:v>
                </c:pt>
                <c:pt idx="3177">
                  <c:v>369.7</c:v>
                </c:pt>
                <c:pt idx="3178">
                  <c:v>373.05</c:v>
                </c:pt>
                <c:pt idx="3179">
                  <c:v>378</c:v>
                </c:pt>
                <c:pt idx="3180">
                  <c:v>380.45</c:v>
                </c:pt>
                <c:pt idx="3181">
                  <c:v>377.25</c:v>
                </c:pt>
                <c:pt idx="3182">
                  <c:v>379.85</c:v>
                </c:pt>
                <c:pt idx="3183">
                  <c:v>375.7</c:v>
                </c:pt>
                <c:pt idx="3184">
                  <c:v>381.05</c:v>
                </c:pt>
                <c:pt idx="3185">
                  <c:v>382.7</c:v>
                </c:pt>
                <c:pt idx="3186">
                  <c:v>380.25</c:v>
                </c:pt>
                <c:pt idx="3187">
                  <c:v>382.9</c:v>
                </c:pt>
                <c:pt idx="3188">
                  <c:v>373.25</c:v>
                </c:pt>
                <c:pt idx="3189">
                  <c:v>365.4</c:v>
                </c:pt>
                <c:pt idx="3190">
                  <c:v>367.15</c:v>
                </c:pt>
                <c:pt idx="3191">
                  <c:v>360.85</c:v>
                </c:pt>
                <c:pt idx="3192">
                  <c:v>358.25</c:v>
                </c:pt>
                <c:pt idx="3193">
                  <c:v>352.05</c:v>
                </c:pt>
                <c:pt idx="3194">
                  <c:v>351.9</c:v>
                </c:pt>
                <c:pt idx="3195">
                  <c:v>352.3</c:v>
                </c:pt>
                <c:pt idx="3196">
                  <c:v>352.05</c:v>
                </c:pt>
                <c:pt idx="3197">
                  <c:v>346.1</c:v>
                </c:pt>
                <c:pt idx="3198">
                  <c:v>344.55</c:v>
                </c:pt>
                <c:pt idx="3199">
                  <c:v>343.6</c:v>
                </c:pt>
                <c:pt idx="3200">
                  <c:v>342.9</c:v>
                </c:pt>
                <c:pt idx="3201">
                  <c:v>340.1</c:v>
                </c:pt>
                <c:pt idx="3202">
                  <c:v>336.05</c:v>
                </c:pt>
                <c:pt idx="3203">
                  <c:v>344.85</c:v>
                </c:pt>
                <c:pt idx="3204">
                  <c:v>347.55</c:v>
                </c:pt>
                <c:pt idx="3205">
                  <c:v>350.65</c:v>
                </c:pt>
                <c:pt idx="3206">
                  <c:v>361.25</c:v>
                </c:pt>
                <c:pt idx="3207">
                  <c:v>364.6</c:v>
                </c:pt>
                <c:pt idx="3208">
                  <c:v>362.5</c:v>
                </c:pt>
                <c:pt idx="3209">
                  <c:v>366</c:v>
                </c:pt>
                <c:pt idx="3210">
                  <c:v>367.85</c:v>
                </c:pt>
                <c:pt idx="3211">
                  <c:v>375.4</c:v>
                </c:pt>
                <c:pt idx="3212">
                  <c:v>370.8</c:v>
                </c:pt>
                <c:pt idx="3213">
                  <c:v>368.75</c:v>
                </c:pt>
                <c:pt idx="3214">
                  <c:v>369.2</c:v>
                </c:pt>
                <c:pt idx="3215">
                  <c:v>361.75</c:v>
                </c:pt>
                <c:pt idx="3216">
                  <c:v>359.1</c:v>
                </c:pt>
                <c:pt idx="3217">
                  <c:v>358.15</c:v>
                </c:pt>
                <c:pt idx="3218">
                  <c:v>361.75</c:v>
                </c:pt>
                <c:pt idx="3219">
                  <c:v>366.8</c:v>
                </c:pt>
                <c:pt idx="3220">
                  <c:v>370.8</c:v>
                </c:pt>
                <c:pt idx="3221">
                  <c:v>366.85</c:v>
                </c:pt>
                <c:pt idx="3222">
                  <c:v>375.45</c:v>
                </c:pt>
                <c:pt idx="3223">
                  <c:v>378.95</c:v>
                </c:pt>
                <c:pt idx="3224">
                  <c:v>386.35</c:v>
                </c:pt>
                <c:pt idx="3225">
                  <c:v>393.25</c:v>
                </c:pt>
                <c:pt idx="3226">
                  <c:v>394.6</c:v>
                </c:pt>
                <c:pt idx="3227">
                  <c:v>388.1</c:v>
                </c:pt>
                <c:pt idx="3228">
                  <c:v>380.95</c:v>
                </c:pt>
                <c:pt idx="3229">
                  <c:v>379.85</c:v>
                </c:pt>
                <c:pt idx="3230">
                  <c:v>380.2</c:v>
                </c:pt>
                <c:pt idx="3231">
                  <c:v>382.1</c:v>
                </c:pt>
                <c:pt idx="3232">
                  <c:v>379.55</c:v>
                </c:pt>
                <c:pt idx="3233">
                  <c:v>374.8</c:v>
                </c:pt>
                <c:pt idx="3234">
                  <c:v>373.6</c:v>
                </c:pt>
                <c:pt idx="3235">
                  <c:v>375.95</c:v>
                </c:pt>
                <c:pt idx="3236">
                  <c:v>370.2</c:v>
                </c:pt>
                <c:pt idx="3237">
                  <c:v>375.85</c:v>
                </c:pt>
                <c:pt idx="3238">
                  <c:v>386.15</c:v>
                </c:pt>
                <c:pt idx="3239">
                  <c:v>382.05</c:v>
                </c:pt>
                <c:pt idx="3240">
                  <c:v>379.45</c:v>
                </c:pt>
                <c:pt idx="3241">
                  <c:v>385.95</c:v>
                </c:pt>
                <c:pt idx="3242">
                  <c:v>385.05</c:v>
                </c:pt>
                <c:pt idx="3243">
                  <c:v>385.5</c:v>
                </c:pt>
                <c:pt idx="3244">
                  <c:v>392.05</c:v>
                </c:pt>
                <c:pt idx="3245">
                  <c:v>394.5</c:v>
                </c:pt>
                <c:pt idx="3246">
                  <c:v>396.9</c:v>
                </c:pt>
                <c:pt idx="3247">
                  <c:v>393.75</c:v>
                </c:pt>
                <c:pt idx="3248">
                  <c:v>397.8</c:v>
                </c:pt>
                <c:pt idx="3249">
                  <c:v>403.65</c:v>
                </c:pt>
                <c:pt idx="3250">
                  <c:v>404.95</c:v>
                </c:pt>
                <c:pt idx="3251">
                  <c:v>398.15</c:v>
                </c:pt>
                <c:pt idx="3252">
                  <c:v>397.05</c:v>
                </c:pt>
                <c:pt idx="3253">
                  <c:v>395.6</c:v>
                </c:pt>
                <c:pt idx="3254">
                  <c:v>419.95</c:v>
                </c:pt>
                <c:pt idx="3255">
                  <c:v>419.15</c:v>
                </c:pt>
                <c:pt idx="3256">
                  <c:v>420.95</c:v>
                </c:pt>
                <c:pt idx="3257">
                  <c:v>419.95</c:v>
                </c:pt>
                <c:pt idx="3258">
                  <c:v>430.7</c:v>
                </c:pt>
                <c:pt idx="3259">
                  <c:v>397.35</c:v>
                </c:pt>
                <c:pt idx="3260">
                  <c:v>397.55</c:v>
                </c:pt>
                <c:pt idx="3261">
                  <c:v>398.75</c:v>
                </c:pt>
                <c:pt idx="3262">
                  <c:v>401.75</c:v>
                </c:pt>
                <c:pt idx="3263">
                  <c:v>404.95</c:v>
                </c:pt>
                <c:pt idx="3264">
                  <c:v>407.65</c:v>
                </c:pt>
                <c:pt idx="3265">
                  <c:v>413.55</c:v>
                </c:pt>
                <c:pt idx="3266">
                  <c:v>408.65</c:v>
                </c:pt>
                <c:pt idx="3267">
                  <c:v>414.85</c:v>
                </c:pt>
                <c:pt idx="3268">
                  <c:v>411.55</c:v>
                </c:pt>
                <c:pt idx="3269">
                  <c:v>407.6</c:v>
                </c:pt>
                <c:pt idx="3270">
                  <c:v>408.1</c:v>
                </c:pt>
                <c:pt idx="3271">
                  <c:v>407</c:v>
                </c:pt>
                <c:pt idx="3272">
                  <c:v>405.65</c:v>
                </c:pt>
                <c:pt idx="3273">
                  <c:v>405.7</c:v>
                </c:pt>
                <c:pt idx="3274">
                  <c:v>412.4</c:v>
                </c:pt>
                <c:pt idx="3275">
                  <c:v>409.5</c:v>
                </c:pt>
                <c:pt idx="3276">
                  <c:v>411.85</c:v>
                </c:pt>
                <c:pt idx="3277">
                  <c:v>409.45</c:v>
                </c:pt>
                <c:pt idx="3278">
                  <c:v>395.8</c:v>
                </c:pt>
                <c:pt idx="3279">
                  <c:v>399.25</c:v>
                </c:pt>
                <c:pt idx="3280">
                  <c:v>402.9</c:v>
                </c:pt>
                <c:pt idx="3281">
                  <c:v>410.75</c:v>
                </c:pt>
                <c:pt idx="3282">
                  <c:v>412.3</c:v>
                </c:pt>
                <c:pt idx="3283">
                  <c:v>405.8</c:v>
                </c:pt>
                <c:pt idx="3284">
                  <c:v>415.95</c:v>
                </c:pt>
                <c:pt idx="3285">
                  <c:v>419.1</c:v>
                </c:pt>
                <c:pt idx="3286">
                  <c:v>415.9</c:v>
                </c:pt>
                <c:pt idx="3287">
                  <c:v>418.5</c:v>
                </c:pt>
                <c:pt idx="3288">
                  <c:v>416.4</c:v>
                </c:pt>
                <c:pt idx="3289">
                  <c:v>421.7</c:v>
                </c:pt>
                <c:pt idx="3290">
                  <c:v>419.5</c:v>
                </c:pt>
                <c:pt idx="3291">
                  <c:v>433.05</c:v>
                </c:pt>
                <c:pt idx="3292">
                  <c:v>441.9</c:v>
                </c:pt>
                <c:pt idx="3293">
                  <c:v>449.35</c:v>
                </c:pt>
                <c:pt idx="3294">
                  <c:v>445.35</c:v>
                </c:pt>
                <c:pt idx="3295">
                  <c:v>439.55</c:v>
                </c:pt>
                <c:pt idx="3296">
                  <c:v>438.65</c:v>
                </c:pt>
                <c:pt idx="3297">
                  <c:v>439.3</c:v>
                </c:pt>
                <c:pt idx="3298">
                  <c:v>438.5</c:v>
                </c:pt>
                <c:pt idx="3299">
                  <c:v>440.95</c:v>
                </c:pt>
                <c:pt idx="3300">
                  <c:v>433.65</c:v>
                </c:pt>
                <c:pt idx="3301">
                  <c:v>433.65</c:v>
                </c:pt>
                <c:pt idx="3302">
                  <c:v>429.95</c:v>
                </c:pt>
                <c:pt idx="3303">
                  <c:v>434.75</c:v>
                </c:pt>
                <c:pt idx="3304">
                  <c:v>435.7</c:v>
                </c:pt>
                <c:pt idx="3305">
                  <c:v>431.35</c:v>
                </c:pt>
                <c:pt idx="3306">
                  <c:v>437.95</c:v>
                </c:pt>
                <c:pt idx="3307">
                  <c:v>437.15</c:v>
                </c:pt>
                <c:pt idx="3308">
                  <c:v>431</c:v>
                </c:pt>
                <c:pt idx="3309">
                  <c:v>449.65</c:v>
                </c:pt>
                <c:pt idx="3310">
                  <c:v>448.6</c:v>
                </c:pt>
                <c:pt idx="3311">
                  <c:v>445.1</c:v>
                </c:pt>
                <c:pt idx="3312">
                  <c:v>454.6</c:v>
                </c:pt>
                <c:pt idx="3313">
                  <c:v>448.8</c:v>
                </c:pt>
                <c:pt idx="3314">
                  <c:v>393.7</c:v>
                </c:pt>
                <c:pt idx="3315">
                  <c:v>402.25</c:v>
                </c:pt>
                <c:pt idx="3316">
                  <c:v>402.95</c:v>
                </c:pt>
                <c:pt idx="3317">
                  <c:v>383.8</c:v>
                </c:pt>
                <c:pt idx="3318">
                  <c:v>379.1</c:v>
                </c:pt>
                <c:pt idx="3319">
                  <c:v>381.35</c:v>
                </c:pt>
                <c:pt idx="3320">
                  <c:v>374.55</c:v>
                </c:pt>
                <c:pt idx="3321">
                  <c:v>369.05</c:v>
                </c:pt>
                <c:pt idx="3322">
                  <c:v>339.4</c:v>
                </c:pt>
                <c:pt idx="3323">
                  <c:v>342.75</c:v>
                </c:pt>
                <c:pt idx="3324">
                  <c:v>335.5</c:v>
                </c:pt>
                <c:pt idx="3325">
                  <c:v>330.2</c:v>
                </c:pt>
                <c:pt idx="3326">
                  <c:v>342</c:v>
                </c:pt>
                <c:pt idx="3327">
                  <c:v>348.35</c:v>
                </c:pt>
                <c:pt idx="3328">
                  <c:v>352.25</c:v>
                </c:pt>
                <c:pt idx="3329">
                  <c:v>355.25</c:v>
                </c:pt>
                <c:pt idx="3330">
                  <c:v>357.35</c:v>
                </c:pt>
                <c:pt idx="3331">
                  <c:v>350.8</c:v>
                </c:pt>
                <c:pt idx="3332">
                  <c:v>351.05</c:v>
                </c:pt>
                <c:pt idx="3333">
                  <c:v>354.8</c:v>
                </c:pt>
                <c:pt idx="3334">
                  <c:v>355</c:v>
                </c:pt>
                <c:pt idx="3335">
                  <c:v>355</c:v>
                </c:pt>
                <c:pt idx="3336">
                  <c:v>347.95</c:v>
                </c:pt>
                <c:pt idx="3337">
                  <c:v>347.65</c:v>
                </c:pt>
                <c:pt idx="3338">
                  <c:v>346.15</c:v>
                </c:pt>
                <c:pt idx="3339">
                  <c:v>346.45</c:v>
                </c:pt>
                <c:pt idx="3340">
                  <c:v>344</c:v>
                </c:pt>
                <c:pt idx="3341">
                  <c:v>337.95</c:v>
                </c:pt>
                <c:pt idx="3342">
                  <c:v>338.9</c:v>
                </c:pt>
                <c:pt idx="3343">
                  <c:v>342.05</c:v>
                </c:pt>
                <c:pt idx="3344">
                  <c:v>337.1</c:v>
                </c:pt>
                <c:pt idx="3345">
                  <c:v>336.2</c:v>
                </c:pt>
                <c:pt idx="3346">
                  <c:v>340.25</c:v>
                </c:pt>
                <c:pt idx="3347">
                  <c:v>340.1</c:v>
                </c:pt>
                <c:pt idx="3348">
                  <c:v>339.35</c:v>
                </c:pt>
                <c:pt idx="3349">
                  <c:v>336.1</c:v>
                </c:pt>
                <c:pt idx="3350">
                  <c:v>327.64999999999998</c:v>
                </c:pt>
                <c:pt idx="3351">
                  <c:v>324.95</c:v>
                </c:pt>
                <c:pt idx="3352">
                  <c:v>330.9</c:v>
                </c:pt>
                <c:pt idx="3353">
                  <c:v>325</c:v>
                </c:pt>
                <c:pt idx="3354">
                  <c:v>330</c:v>
                </c:pt>
                <c:pt idx="3355">
                  <c:v>334.9</c:v>
                </c:pt>
                <c:pt idx="3356">
                  <c:v>343.25</c:v>
                </c:pt>
                <c:pt idx="3357">
                  <c:v>345.05</c:v>
                </c:pt>
                <c:pt idx="3358">
                  <c:v>344.35</c:v>
                </c:pt>
                <c:pt idx="3359">
                  <c:v>340</c:v>
                </c:pt>
                <c:pt idx="3360">
                  <c:v>337.55</c:v>
                </c:pt>
                <c:pt idx="3361">
                  <c:v>338.05</c:v>
                </c:pt>
                <c:pt idx="3362">
                  <c:v>341.2</c:v>
                </c:pt>
                <c:pt idx="3363">
                  <c:v>343.5</c:v>
                </c:pt>
                <c:pt idx="3364">
                  <c:v>347.5</c:v>
                </c:pt>
                <c:pt idx="3365">
                  <c:v>348.4</c:v>
                </c:pt>
                <c:pt idx="3366">
                  <c:v>346.55</c:v>
                </c:pt>
                <c:pt idx="3367">
                  <c:v>343.75</c:v>
                </c:pt>
                <c:pt idx="3368">
                  <c:v>348.1</c:v>
                </c:pt>
                <c:pt idx="3369">
                  <c:v>347.1</c:v>
                </c:pt>
                <c:pt idx="3370">
                  <c:v>349</c:v>
                </c:pt>
                <c:pt idx="3371">
                  <c:v>351.25</c:v>
                </c:pt>
                <c:pt idx="3372">
                  <c:v>352.95</c:v>
                </c:pt>
                <c:pt idx="3373">
                  <c:v>343.35</c:v>
                </c:pt>
                <c:pt idx="3374">
                  <c:v>349.65</c:v>
                </c:pt>
                <c:pt idx="3375">
                  <c:v>350.95</c:v>
                </c:pt>
                <c:pt idx="3376">
                  <c:v>355.5</c:v>
                </c:pt>
                <c:pt idx="3377">
                  <c:v>360.15</c:v>
                </c:pt>
                <c:pt idx="3378">
                  <c:v>364.85</c:v>
                </c:pt>
                <c:pt idx="3379">
                  <c:v>364</c:v>
                </c:pt>
                <c:pt idx="3380">
                  <c:v>375.6</c:v>
                </c:pt>
                <c:pt idx="3381">
                  <c:v>381.9</c:v>
                </c:pt>
                <c:pt idx="3382">
                  <c:v>375.4</c:v>
                </c:pt>
                <c:pt idx="3383">
                  <c:v>387.1</c:v>
                </c:pt>
                <c:pt idx="3384">
                  <c:v>385.85</c:v>
                </c:pt>
                <c:pt idx="3385">
                  <c:v>391.4</c:v>
                </c:pt>
                <c:pt idx="3386">
                  <c:v>392.95</c:v>
                </c:pt>
                <c:pt idx="3387">
                  <c:v>384.2</c:v>
                </c:pt>
                <c:pt idx="3388">
                  <c:v>392.35</c:v>
                </c:pt>
                <c:pt idx="3389">
                  <c:v>376.25</c:v>
                </c:pt>
                <c:pt idx="3390">
                  <c:v>381.95</c:v>
                </c:pt>
                <c:pt idx="3391">
                  <c:v>408.05</c:v>
                </c:pt>
                <c:pt idx="3392">
                  <c:v>418.8</c:v>
                </c:pt>
                <c:pt idx="3393">
                  <c:v>438</c:v>
                </c:pt>
                <c:pt idx="3394">
                  <c:v>436.4</c:v>
                </c:pt>
                <c:pt idx="3395">
                  <c:v>438.7</c:v>
                </c:pt>
                <c:pt idx="3396">
                  <c:v>449.25</c:v>
                </c:pt>
                <c:pt idx="3397">
                  <c:v>451.3</c:v>
                </c:pt>
                <c:pt idx="3398">
                  <c:v>451.05</c:v>
                </c:pt>
                <c:pt idx="3399">
                  <c:v>447.15</c:v>
                </c:pt>
                <c:pt idx="3400">
                  <c:v>454.7</c:v>
                </c:pt>
                <c:pt idx="3401">
                  <c:v>467.6</c:v>
                </c:pt>
                <c:pt idx="3402">
                  <c:v>460.1</c:v>
                </c:pt>
                <c:pt idx="3403">
                  <c:v>456.5</c:v>
                </c:pt>
                <c:pt idx="3404">
                  <c:v>456.45</c:v>
                </c:pt>
                <c:pt idx="3405">
                  <c:v>448.25</c:v>
                </c:pt>
                <c:pt idx="3406">
                  <c:v>441.95</c:v>
                </c:pt>
                <c:pt idx="3407">
                  <c:v>444.7</c:v>
                </c:pt>
                <c:pt idx="3408">
                  <c:v>448.2</c:v>
                </c:pt>
                <c:pt idx="3409">
                  <c:v>459.1</c:v>
                </c:pt>
                <c:pt idx="3410">
                  <c:v>454.95</c:v>
                </c:pt>
                <c:pt idx="3411">
                  <c:v>471.45</c:v>
                </c:pt>
                <c:pt idx="3412">
                  <c:v>473.45</c:v>
                </c:pt>
                <c:pt idx="3413">
                  <c:v>483.6</c:v>
                </c:pt>
                <c:pt idx="3414">
                  <c:v>484.45</c:v>
                </c:pt>
                <c:pt idx="3415">
                  <c:v>479.35</c:v>
                </c:pt>
                <c:pt idx="3416">
                  <c:v>481.3</c:v>
                </c:pt>
                <c:pt idx="3417">
                  <c:v>468.9</c:v>
                </c:pt>
                <c:pt idx="3418">
                  <c:v>468.5</c:v>
                </c:pt>
                <c:pt idx="3419">
                  <c:v>472.05</c:v>
                </c:pt>
                <c:pt idx="3420">
                  <c:v>475</c:v>
                </c:pt>
                <c:pt idx="3421">
                  <c:v>471.9</c:v>
                </c:pt>
                <c:pt idx="3422">
                  <c:v>455.5</c:v>
                </c:pt>
                <c:pt idx="3423">
                  <c:v>451.7</c:v>
                </c:pt>
                <c:pt idx="3424">
                  <c:v>474.95</c:v>
                </c:pt>
                <c:pt idx="3425">
                  <c:v>480.7</c:v>
                </c:pt>
                <c:pt idx="3426">
                  <c:v>472</c:v>
                </c:pt>
                <c:pt idx="3427">
                  <c:v>474.9</c:v>
                </c:pt>
                <c:pt idx="3428">
                  <c:v>483.5</c:v>
                </c:pt>
                <c:pt idx="3429">
                  <c:v>477.85</c:v>
                </c:pt>
                <c:pt idx="3430">
                  <c:v>475.55</c:v>
                </c:pt>
                <c:pt idx="3431">
                  <c:v>478.25</c:v>
                </c:pt>
                <c:pt idx="3432">
                  <c:v>475.85</c:v>
                </c:pt>
                <c:pt idx="3433">
                  <c:v>473.05</c:v>
                </c:pt>
                <c:pt idx="3434">
                  <c:v>471.85</c:v>
                </c:pt>
                <c:pt idx="3435">
                  <c:v>485.1</c:v>
                </c:pt>
                <c:pt idx="3436">
                  <c:v>482.95</c:v>
                </c:pt>
                <c:pt idx="3437">
                  <c:v>482</c:v>
                </c:pt>
                <c:pt idx="3438">
                  <c:v>483.45</c:v>
                </c:pt>
                <c:pt idx="3439">
                  <c:v>477.25</c:v>
                </c:pt>
                <c:pt idx="3440">
                  <c:v>480.15</c:v>
                </c:pt>
                <c:pt idx="3441">
                  <c:v>488.25</c:v>
                </c:pt>
                <c:pt idx="3442">
                  <c:v>501.1</c:v>
                </c:pt>
                <c:pt idx="3443">
                  <c:v>510.6</c:v>
                </c:pt>
                <c:pt idx="3444">
                  <c:v>495</c:v>
                </c:pt>
                <c:pt idx="3445">
                  <c:v>506.4</c:v>
                </c:pt>
                <c:pt idx="3446">
                  <c:v>506</c:v>
                </c:pt>
                <c:pt idx="3447">
                  <c:v>514.79999999999995</c:v>
                </c:pt>
                <c:pt idx="3448">
                  <c:v>492.45</c:v>
                </c:pt>
                <c:pt idx="3449">
                  <c:v>470.85</c:v>
                </c:pt>
                <c:pt idx="3450">
                  <c:v>481.1</c:v>
                </c:pt>
                <c:pt idx="3451">
                  <c:v>483.85</c:v>
                </c:pt>
                <c:pt idx="3452">
                  <c:v>486.55</c:v>
                </c:pt>
                <c:pt idx="3453">
                  <c:v>476.75</c:v>
                </c:pt>
                <c:pt idx="3454">
                  <c:v>477.7</c:v>
                </c:pt>
                <c:pt idx="3455">
                  <c:v>482.55</c:v>
                </c:pt>
                <c:pt idx="3456">
                  <c:v>485.05</c:v>
                </c:pt>
                <c:pt idx="3457">
                  <c:v>480.1</c:v>
                </c:pt>
                <c:pt idx="3458">
                  <c:v>482.4</c:v>
                </c:pt>
                <c:pt idx="3459">
                  <c:v>481.95</c:v>
                </c:pt>
                <c:pt idx="3460">
                  <c:v>481.55</c:v>
                </c:pt>
                <c:pt idx="3461">
                  <c:v>481.6</c:v>
                </c:pt>
                <c:pt idx="3462">
                  <c:v>482.6</c:v>
                </c:pt>
                <c:pt idx="3463">
                  <c:v>482.3</c:v>
                </c:pt>
                <c:pt idx="3464">
                  <c:v>486.3</c:v>
                </c:pt>
                <c:pt idx="3465">
                  <c:v>492.2</c:v>
                </c:pt>
                <c:pt idx="3466">
                  <c:v>488.05</c:v>
                </c:pt>
                <c:pt idx="3467">
                  <c:v>483.05</c:v>
                </c:pt>
                <c:pt idx="3468">
                  <c:v>478.4</c:v>
                </c:pt>
                <c:pt idx="3469">
                  <c:v>477.95</c:v>
                </c:pt>
                <c:pt idx="3470">
                  <c:v>478.85</c:v>
                </c:pt>
                <c:pt idx="3471">
                  <c:v>474.9</c:v>
                </c:pt>
                <c:pt idx="3472">
                  <c:v>469.8</c:v>
                </c:pt>
                <c:pt idx="3473">
                  <c:v>472.6</c:v>
                </c:pt>
                <c:pt idx="3474">
                  <c:v>470.8</c:v>
                </c:pt>
                <c:pt idx="3475">
                  <c:v>481.25</c:v>
                </c:pt>
                <c:pt idx="3476">
                  <c:v>482.45</c:v>
                </c:pt>
                <c:pt idx="3477">
                  <c:v>491.35</c:v>
                </c:pt>
                <c:pt idx="3478">
                  <c:v>492.9</c:v>
                </c:pt>
                <c:pt idx="3479">
                  <c:v>493.8</c:v>
                </c:pt>
                <c:pt idx="3480">
                  <c:v>507.2</c:v>
                </c:pt>
                <c:pt idx="3481">
                  <c:v>516.70000000000005</c:v>
                </c:pt>
                <c:pt idx="3482">
                  <c:v>518.6</c:v>
                </c:pt>
                <c:pt idx="3483">
                  <c:v>510.65</c:v>
                </c:pt>
                <c:pt idx="3484">
                  <c:v>518.75</c:v>
                </c:pt>
                <c:pt idx="3485">
                  <c:v>524.1</c:v>
                </c:pt>
                <c:pt idx="3486">
                  <c:v>517.9</c:v>
                </c:pt>
                <c:pt idx="3487">
                  <c:v>521.70000000000005</c:v>
                </c:pt>
                <c:pt idx="3488">
                  <c:v>529.15</c:v>
                </c:pt>
                <c:pt idx="3489">
                  <c:v>548.9</c:v>
                </c:pt>
                <c:pt idx="3490">
                  <c:v>552</c:v>
                </c:pt>
                <c:pt idx="3491">
                  <c:v>540.1</c:v>
                </c:pt>
                <c:pt idx="3492">
                  <c:v>548.6</c:v>
                </c:pt>
                <c:pt idx="3493">
                  <c:v>555.1</c:v>
                </c:pt>
                <c:pt idx="3494">
                  <c:v>551.54999999999995</c:v>
                </c:pt>
                <c:pt idx="3495">
                  <c:v>559.20000000000005</c:v>
                </c:pt>
                <c:pt idx="3496">
                  <c:v>552.70000000000005</c:v>
                </c:pt>
                <c:pt idx="3497">
                  <c:v>552.95000000000005</c:v>
                </c:pt>
                <c:pt idx="3498">
                  <c:v>556.6</c:v>
                </c:pt>
                <c:pt idx="3499">
                  <c:v>558</c:v>
                </c:pt>
                <c:pt idx="3500">
                  <c:v>550.20000000000005</c:v>
                </c:pt>
                <c:pt idx="3501">
                  <c:v>547.15</c:v>
                </c:pt>
                <c:pt idx="3502">
                  <c:v>540.9</c:v>
                </c:pt>
                <c:pt idx="3503">
                  <c:v>553.35</c:v>
                </c:pt>
                <c:pt idx="3504">
                  <c:v>561.45000000000005</c:v>
                </c:pt>
                <c:pt idx="3505">
                  <c:v>553.6</c:v>
                </c:pt>
                <c:pt idx="3506">
                  <c:v>560.70000000000005</c:v>
                </c:pt>
                <c:pt idx="3507">
                  <c:v>571.54999999999995</c:v>
                </c:pt>
                <c:pt idx="3508">
                  <c:v>552.70000000000005</c:v>
                </c:pt>
                <c:pt idx="3509">
                  <c:v>573.04999999999995</c:v>
                </c:pt>
                <c:pt idx="3510">
                  <c:v>571.54999999999995</c:v>
                </c:pt>
                <c:pt idx="3511">
                  <c:v>577.95000000000005</c:v>
                </c:pt>
                <c:pt idx="3512">
                  <c:v>578.5</c:v>
                </c:pt>
                <c:pt idx="3513">
                  <c:v>572.85</c:v>
                </c:pt>
                <c:pt idx="3514">
                  <c:v>570.54999999999995</c:v>
                </c:pt>
                <c:pt idx="3515">
                  <c:v>567.6</c:v>
                </c:pt>
                <c:pt idx="3516">
                  <c:v>571.5</c:v>
                </c:pt>
                <c:pt idx="3517">
                  <c:v>571.20000000000005</c:v>
                </c:pt>
                <c:pt idx="3518">
                  <c:v>575.04999999999995</c:v>
                </c:pt>
                <c:pt idx="3519">
                  <c:v>565.95000000000005</c:v>
                </c:pt>
                <c:pt idx="3520">
                  <c:v>555.65</c:v>
                </c:pt>
                <c:pt idx="3521">
                  <c:v>560.4</c:v>
                </c:pt>
                <c:pt idx="3522">
                  <c:v>568.54999999999995</c:v>
                </c:pt>
                <c:pt idx="3523">
                  <c:v>561.65</c:v>
                </c:pt>
                <c:pt idx="3524">
                  <c:v>563.20000000000005</c:v>
                </c:pt>
                <c:pt idx="3525">
                  <c:v>563.15</c:v>
                </c:pt>
                <c:pt idx="3526">
                  <c:v>562.45000000000005</c:v>
                </c:pt>
                <c:pt idx="3527">
                  <c:v>555.20000000000005</c:v>
                </c:pt>
                <c:pt idx="3528">
                  <c:v>563.79999999999995</c:v>
                </c:pt>
                <c:pt idx="3529">
                  <c:v>561</c:v>
                </c:pt>
                <c:pt idx="3530">
                  <c:v>557.04999999999995</c:v>
                </c:pt>
                <c:pt idx="3531">
                  <c:v>565.54999999999995</c:v>
                </c:pt>
                <c:pt idx="3532">
                  <c:v>565.20000000000005</c:v>
                </c:pt>
                <c:pt idx="3533">
                  <c:v>571.54999999999995</c:v>
                </c:pt>
                <c:pt idx="3534">
                  <c:v>577.65</c:v>
                </c:pt>
                <c:pt idx="3535">
                  <c:v>596.25</c:v>
                </c:pt>
                <c:pt idx="3536">
                  <c:v>603.04999999999995</c:v>
                </c:pt>
                <c:pt idx="3537">
                  <c:v>597.25</c:v>
                </c:pt>
                <c:pt idx="3538">
                  <c:v>585.9</c:v>
                </c:pt>
                <c:pt idx="3539">
                  <c:v>588.20000000000005</c:v>
                </c:pt>
                <c:pt idx="3540">
                  <c:v>590.5</c:v>
                </c:pt>
                <c:pt idx="3541">
                  <c:v>584.85</c:v>
                </c:pt>
                <c:pt idx="3542">
                  <c:v>565.35</c:v>
                </c:pt>
                <c:pt idx="3543">
                  <c:v>557.25</c:v>
                </c:pt>
                <c:pt idx="3544">
                  <c:v>559.85</c:v>
                </c:pt>
                <c:pt idx="3545">
                  <c:v>566.75</c:v>
                </c:pt>
                <c:pt idx="3546">
                  <c:v>563.6</c:v>
                </c:pt>
                <c:pt idx="3547">
                  <c:v>547.6</c:v>
                </c:pt>
                <c:pt idx="3548">
                  <c:v>540.45000000000005</c:v>
                </c:pt>
                <c:pt idx="3549">
                  <c:v>545.1</c:v>
                </c:pt>
                <c:pt idx="3550">
                  <c:v>552.35</c:v>
                </c:pt>
                <c:pt idx="3551">
                  <c:v>568.20000000000005</c:v>
                </c:pt>
                <c:pt idx="3552">
                  <c:v>569.65</c:v>
                </c:pt>
                <c:pt idx="3553">
                  <c:v>562.79999999999995</c:v>
                </c:pt>
                <c:pt idx="3554">
                  <c:v>548.5</c:v>
                </c:pt>
                <c:pt idx="3555">
                  <c:v>545.54999999999995</c:v>
                </c:pt>
                <c:pt idx="3556">
                  <c:v>553.4</c:v>
                </c:pt>
                <c:pt idx="3557">
                  <c:v>552.04999999999995</c:v>
                </c:pt>
                <c:pt idx="3558">
                  <c:v>543.20000000000005</c:v>
                </c:pt>
                <c:pt idx="3559">
                  <c:v>561.04999999999995</c:v>
                </c:pt>
                <c:pt idx="3560">
                  <c:v>565.9</c:v>
                </c:pt>
                <c:pt idx="3561">
                  <c:v>560.95000000000005</c:v>
                </c:pt>
                <c:pt idx="3562">
                  <c:v>553.4</c:v>
                </c:pt>
                <c:pt idx="3563">
                  <c:v>556.9</c:v>
                </c:pt>
                <c:pt idx="3564">
                  <c:v>554.45000000000005</c:v>
                </c:pt>
                <c:pt idx="3565">
                  <c:v>561.20000000000005</c:v>
                </c:pt>
                <c:pt idx="3566">
                  <c:v>568.1</c:v>
                </c:pt>
                <c:pt idx="3567">
                  <c:v>588.54999999999995</c:v>
                </c:pt>
                <c:pt idx="3568">
                  <c:v>572.1</c:v>
                </c:pt>
                <c:pt idx="3569">
                  <c:v>585.85</c:v>
                </c:pt>
                <c:pt idx="3570">
                  <c:v>546.20000000000005</c:v>
                </c:pt>
                <c:pt idx="3571">
                  <c:v>530.54999999999995</c:v>
                </c:pt>
                <c:pt idx="3572">
                  <c:v>524.70000000000005</c:v>
                </c:pt>
                <c:pt idx="3573">
                  <c:v>519.25</c:v>
                </c:pt>
                <c:pt idx="3574">
                  <c:v>529.6</c:v>
                </c:pt>
                <c:pt idx="3575">
                  <c:v>524.79999999999995</c:v>
                </c:pt>
                <c:pt idx="3576">
                  <c:v>522.35</c:v>
                </c:pt>
                <c:pt idx="3577">
                  <c:v>528.5</c:v>
                </c:pt>
                <c:pt idx="3578">
                  <c:v>520.75</c:v>
                </c:pt>
                <c:pt idx="3579">
                  <c:v>514.85</c:v>
                </c:pt>
                <c:pt idx="3580">
                  <c:v>506.1</c:v>
                </c:pt>
                <c:pt idx="3581">
                  <c:v>510.95</c:v>
                </c:pt>
                <c:pt idx="3582">
                  <c:v>513.95000000000005</c:v>
                </c:pt>
                <c:pt idx="3583">
                  <c:v>511.95</c:v>
                </c:pt>
                <c:pt idx="3584">
                  <c:v>529.20000000000005</c:v>
                </c:pt>
                <c:pt idx="3585">
                  <c:v>524.54999999999995</c:v>
                </c:pt>
                <c:pt idx="3586">
                  <c:v>516.5</c:v>
                </c:pt>
                <c:pt idx="3587">
                  <c:v>502.8</c:v>
                </c:pt>
                <c:pt idx="3588">
                  <c:v>482.05</c:v>
                </c:pt>
                <c:pt idx="3589">
                  <c:v>494.65</c:v>
                </c:pt>
                <c:pt idx="3590">
                  <c:v>493.1</c:v>
                </c:pt>
                <c:pt idx="3591">
                  <c:v>483.5</c:v>
                </c:pt>
                <c:pt idx="3592">
                  <c:v>490</c:v>
                </c:pt>
                <c:pt idx="3593">
                  <c:v>506</c:v>
                </c:pt>
                <c:pt idx="3594">
                  <c:v>508.2</c:v>
                </c:pt>
                <c:pt idx="3595">
                  <c:v>514.25</c:v>
                </c:pt>
                <c:pt idx="3596">
                  <c:v>499.8</c:v>
                </c:pt>
                <c:pt idx="3597">
                  <c:v>506.2</c:v>
                </c:pt>
                <c:pt idx="3598">
                  <c:v>499.1</c:v>
                </c:pt>
                <c:pt idx="3599">
                  <c:v>494.2</c:v>
                </c:pt>
                <c:pt idx="3600">
                  <c:v>492.05</c:v>
                </c:pt>
                <c:pt idx="3601">
                  <c:v>500.95</c:v>
                </c:pt>
                <c:pt idx="3602">
                  <c:v>509.15</c:v>
                </c:pt>
                <c:pt idx="3603">
                  <c:v>511.75</c:v>
                </c:pt>
                <c:pt idx="3604">
                  <c:v>525</c:v>
                </c:pt>
                <c:pt idx="3605">
                  <c:v>527.70000000000005</c:v>
                </c:pt>
                <c:pt idx="3606">
                  <c:v>532.15</c:v>
                </c:pt>
                <c:pt idx="3607">
                  <c:v>530.4</c:v>
                </c:pt>
                <c:pt idx="3608">
                  <c:v>536.1</c:v>
                </c:pt>
                <c:pt idx="3609">
                  <c:v>536.1</c:v>
                </c:pt>
                <c:pt idx="3610">
                  <c:v>530.5</c:v>
                </c:pt>
                <c:pt idx="3611">
                  <c:v>537.20000000000005</c:v>
                </c:pt>
                <c:pt idx="3612">
                  <c:v>536.79999999999995</c:v>
                </c:pt>
                <c:pt idx="3613">
                  <c:v>531.4</c:v>
                </c:pt>
                <c:pt idx="3614">
                  <c:v>531.29999999999995</c:v>
                </c:pt>
                <c:pt idx="3615">
                  <c:v>529.15</c:v>
                </c:pt>
                <c:pt idx="3616">
                  <c:v>535.45000000000005</c:v>
                </c:pt>
                <c:pt idx="3617">
                  <c:v>545.95000000000005</c:v>
                </c:pt>
                <c:pt idx="3618">
                  <c:v>546.4</c:v>
                </c:pt>
                <c:pt idx="3619">
                  <c:v>538.20000000000005</c:v>
                </c:pt>
                <c:pt idx="3620">
                  <c:v>540.85</c:v>
                </c:pt>
                <c:pt idx="3621">
                  <c:v>555.5</c:v>
                </c:pt>
                <c:pt idx="3622">
                  <c:v>546.75</c:v>
                </c:pt>
                <c:pt idx="3623">
                  <c:v>557.6</c:v>
                </c:pt>
                <c:pt idx="3624">
                  <c:v>549.75</c:v>
                </c:pt>
                <c:pt idx="3625">
                  <c:v>545.29999999999995</c:v>
                </c:pt>
                <c:pt idx="3626">
                  <c:v>544.75</c:v>
                </c:pt>
                <c:pt idx="3627">
                  <c:v>552.85</c:v>
                </c:pt>
                <c:pt idx="3628">
                  <c:v>538.79999999999995</c:v>
                </c:pt>
                <c:pt idx="3629">
                  <c:v>535.85</c:v>
                </c:pt>
                <c:pt idx="3630">
                  <c:v>535.29999999999995</c:v>
                </c:pt>
                <c:pt idx="3631">
                  <c:v>537.35</c:v>
                </c:pt>
                <c:pt idx="3632">
                  <c:v>547.04999999999995</c:v>
                </c:pt>
                <c:pt idx="3633">
                  <c:v>544.95000000000005</c:v>
                </c:pt>
                <c:pt idx="3634">
                  <c:v>558.75</c:v>
                </c:pt>
                <c:pt idx="3635">
                  <c:v>570.9</c:v>
                </c:pt>
                <c:pt idx="3636">
                  <c:v>576.85</c:v>
                </c:pt>
                <c:pt idx="3637">
                  <c:v>551.04999999999995</c:v>
                </c:pt>
                <c:pt idx="3638">
                  <c:v>557.04999999999995</c:v>
                </c:pt>
                <c:pt idx="3639">
                  <c:v>550.75</c:v>
                </c:pt>
                <c:pt idx="3640">
                  <c:v>544.4</c:v>
                </c:pt>
                <c:pt idx="3641">
                  <c:v>536</c:v>
                </c:pt>
                <c:pt idx="3642">
                  <c:v>548.65</c:v>
                </c:pt>
                <c:pt idx="3643">
                  <c:v>549.54999999999995</c:v>
                </c:pt>
                <c:pt idx="3644">
                  <c:v>551.4</c:v>
                </c:pt>
                <c:pt idx="3645">
                  <c:v>552.65</c:v>
                </c:pt>
                <c:pt idx="3646">
                  <c:v>548.04999999999995</c:v>
                </c:pt>
                <c:pt idx="3647">
                  <c:v>542.95000000000005</c:v>
                </c:pt>
                <c:pt idx="3648">
                  <c:v>543.75</c:v>
                </c:pt>
                <c:pt idx="3649">
                  <c:v>550.25</c:v>
                </c:pt>
                <c:pt idx="3650">
                  <c:v>545.95000000000005</c:v>
                </c:pt>
                <c:pt idx="3651">
                  <c:v>547.65</c:v>
                </c:pt>
                <c:pt idx="3652">
                  <c:v>547.4</c:v>
                </c:pt>
                <c:pt idx="3653">
                  <c:v>552.15</c:v>
                </c:pt>
                <c:pt idx="3654">
                  <c:v>551.15</c:v>
                </c:pt>
                <c:pt idx="3655">
                  <c:v>556.95000000000005</c:v>
                </c:pt>
                <c:pt idx="3656">
                  <c:v>555.35</c:v>
                </c:pt>
                <c:pt idx="3657">
                  <c:v>550.9</c:v>
                </c:pt>
                <c:pt idx="3658">
                  <c:v>558.54999999999995</c:v>
                </c:pt>
                <c:pt idx="3659">
                  <c:v>565.25</c:v>
                </c:pt>
                <c:pt idx="3660">
                  <c:v>565.85</c:v>
                </c:pt>
                <c:pt idx="3661">
                  <c:v>561</c:v>
                </c:pt>
                <c:pt idx="3662">
                  <c:v>577.20000000000005</c:v>
                </c:pt>
                <c:pt idx="3663">
                  <c:v>577.15</c:v>
                </c:pt>
                <c:pt idx="3664">
                  <c:v>581.9</c:v>
                </c:pt>
                <c:pt idx="3665">
                  <c:v>592.70000000000005</c:v>
                </c:pt>
                <c:pt idx="3666">
                  <c:v>588</c:v>
                </c:pt>
                <c:pt idx="3667">
                  <c:v>581.65</c:v>
                </c:pt>
                <c:pt idx="3668">
                  <c:v>574</c:v>
                </c:pt>
                <c:pt idx="3669">
                  <c:v>575</c:v>
                </c:pt>
                <c:pt idx="3670">
                  <c:v>568.25</c:v>
                </c:pt>
                <c:pt idx="3671">
                  <c:v>559.45000000000005</c:v>
                </c:pt>
                <c:pt idx="3672">
                  <c:v>567.35</c:v>
                </c:pt>
                <c:pt idx="3673">
                  <c:v>581.79999999999995</c:v>
                </c:pt>
                <c:pt idx="3674">
                  <c:v>588.4</c:v>
                </c:pt>
                <c:pt idx="3675">
                  <c:v>581.5</c:v>
                </c:pt>
                <c:pt idx="3676">
                  <c:v>582.70000000000005</c:v>
                </c:pt>
                <c:pt idx="3677">
                  <c:v>592.75</c:v>
                </c:pt>
                <c:pt idx="3678">
                  <c:v>582.54999999999995</c:v>
                </c:pt>
                <c:pt idx="3679">
                  <c:v>588.6</c:v>
                </c:pt>
                <c:pt idx="3680">
                  <c:v>592.85</c:v>
                </c:pt>
                <c:pt idx="3681">
                  <c:v>596.79999999999995</c:v>
                </c:pt>
                <c:pt idx="3682">
                  <c:v>615.75</c:v>
                </c:pt>
                <c:pt idx="3683">
                  <c:v>618.5</c:v>
                </c:pt>
                <c:pt idx="3684">
                  <c:v>593.54999999999995</c:v>
                </c:pt>
                <c:pt idx="3685">
                  <c:v>587.25</c:v>
                </c:pt>
                <c:pt idx="3686">
                  <c:v>584.70000000000005</c:v>
                </c:pt>
                <c:pt idx="3687">
                  <c:v>584.54999999999995</c:v>
                </c:pt>
                <c:pt idx="3688">
                  <c:v>580.04999999999995</c:v>
                </c:pt>
                <c:pt idx="3689">
                  <c:v>573.29999999999995</c:v>
                </c:pt>
                <c:pt idx="3690">
                  <c:v>565.9</c:v>
                </c:pt>
                <c:pt idx="3691">
                  <c:v>556.4</c:v>
                </c:pt>
                <c:pt idx="3692">
                  <c:v>573.29999999999995</c:v>
                </c:pt>
                <c:pt idx="3693">
                  <c:v>583.65</c:v>
                </c:pt>
                <c:pt idx="3694">
                  <c:v>560.25</c:v>
                </c:pt>
                <c:pt idx="3695">
                  <c:v>554.79999999999995</c:v>
                </c:pt>
                <c:pt idx="3696">
                  <c:v>553.70000000000005</c:v>
                </c:pt>
                <c:pt idx="3697">
                  <c:v>556.79999999999995</c:v>
                </c:pt>
                <c:pt idx="3698">
                  <c:v>560.25</c:v>
                </c:pt>
                <c:pt idx="3699">
                  <c:v>563.70000000000005</c:v>
                </c:pt>
                <c:pt idx="3700">
                  <c:v>564.9</c:v>
                </c:pt>
                <c:pt idx="3701">
                  <c:v>559</c:v>
                </c:pt>
                <c:pt idx="3702">
                  <c:v>553.45000000000005</c:v>
                </c:pt>
                <c:pt idx="3703">
                  <c:v>558.85</c:v>
                </c:pt>
                <c:pt idx="3704">
                  <c:v>557.29999999999995</c:v>
                </c:pt>
                <c:pt idx="3705">
                  <c:v>556.04999999999995</c:v>
                </c:pt>
                <c:pt idx="3706">
                  <c:v>558.79999999999995</c:v>
                </c:pt>
                <c:pt idx="3707">
                  <c:v>563.9</c:v>
                </c:pt>
                <c:pt idx="3708">
                  <c:v>564.15</c:v>
                </c:pt>
                <c:pt idx="3709">
                  <c:v>566.25</c:v>
                </c:pt>
                <c:pt idx="3710">
                  <c:v>564.9</c:v>
                </c:pt>
                <c:pt idx="3711">
                  <c:v>571.9</c:v>
                </c:pt>
                <c:pt idx="3712">
                  <c:v>572.1</c:v>
                </c:pt>
                <c:pt idx="3713">
                  <c:v>579.35</c:v>
                </c:pt>
                <c:pt idx="3714">
                  <c:v>581.54999999999995</c:v>
                </c:pt>
                <c:pt idx="3715">
                  <c:v>579.79999999999995</c:v>
                </c:pt>
                <c:pt idx="3716">
                  <c:v>582</c:v>
                </c:pt>
                <c:pt idx="3717">
                  <c:v>585.79999999999995</c:v>
                </c:pt>
                <c:pt idx="3718">
                  <c:v>592.6</c:v>
                </c:pt>
                <c:pt idx="3719">
                  <c:v>590.95000000000005</c:v>
                </c:pt>
                <c:pt idx="3720">
                  <c:v>593.85</c:v>
                </c:pt>
                <c:pt idx="3721">
                  <c:v>592.70000000000005</c:v>
                </c:pt>
                <c:pt idx="3722">
                  <c:v>578.85</c:v>
                </c:pt>
                <c:pt idx="3723">
                  <c:v>568.35</c:v>
                </c:pt>
                <c:pt idx="3724">
                  <c:v>556.9</c:v>
                </c:pt>
                <c:pt idx="3725">
                  <c:v>552.15</c:v>
                </c:pt>
                <c:pt idx="3726">
                  <c:v>546.29999999999995</c:v>
                </c:pt>
                <c:pt idx="3727">
                  <c:v>543.15</c:v>
                </c:pt>
                <c:pt idx="3728">
                  <c:v>541.54999999999995</c:v>
                </c:pt>
                <c:pt idx="3729">
                  <c:v>536.75</c:v>
                </c:pt>
                <c:pt idx="3730">
                  <c:v>535.15</c:v>
                </c:pt>
                <c:pt idx="3731">
                  <c:v>537.95000000000005</c:v>
                </c:pt>
                <c:pt idx="3732">
                  <c:v>550.54999999999995</c:v>
                </c:pt>
                <c:pt idx="3733">
                  <c:v>555.15</c:v>
                </c:pt>
                <c:pt idx="3734">
                  <c:v>552.4</c:v>
                </c:pt>
                <c:pt idx="3735">
                  <c:v>545.5</c:v>
                </c:pt>
                <c:pt idx="3736">
                  <c:v>547.4</c:v>
                </c:pt>
                <c:pt idx="3737">
                  <c:v>550.15</c:v>
                </c:pt>
                <c:pt idx="3738">
                  <c:v>552.54999999999995</c:v>
                </c:pt>
                <c:pt idx="3739">
                  <c:v>555.20000000000005</c:v>
                </c:pt>
                <c:pt idx="3740">
                  <c:v>552.4</c:v>
                </c:pt>
                <c:pt idx="3741">
                  <c:v>557.29999999999995</c:v>
                </c:pt>
                <c:pt idx="3742">
                  <c:v>558.29999999999995</c:v>
                </c:pt>
                <c:pt idx="3743">
                  <c:v>545.25</c:v>
                </c:pt>
                <c:pt idx="3744">
                  <c:v>541.1</c:v>
                </c:pt>
                <c:pt idx="3745">
                  <c:v>545</c:v>
                </c:pt>
                <c:pt idx="3746">
                  <c:v>553.5</c:v>
                </c:pt>
                <c:pt idx="3747">
                  <c:v>556.04999999999995</c:v>
                </c:pt>
                <c:pt idx="3748">
                  <c:v>563.5</c:v>
                </c:pt>
                <c:pt idx="3749">
                  <c:v>551.95000000000005</c:v>
                </c:pt>
                <c:pt idx="3750">
                  <c:v>559.5</c:v>
                </c:pt>
                <c:pt idx="3751">
                  <c:v>555.04999999999995</c:v>
                </c:pt>
                <c:pt idx="3752">
                  <c:v>584.20000000000005</c:v>
                </c:pt>
                <c:pt idx="3753">
                  <c:v>590.4</c:v>
                </c:pt>
                <c:pt idx="3754">
                  <c:v>588.70000000000005</c:v>
                </c:pt>
                <c:pt idx="3755">
                  <c:v>594.54999999999995</c:v>
                </c:pt>
                <c:pt idx="3756">
                  <c:v>601.79999999999995</c:v>
                </c:pt>
                <c:pt idx="3757">
                  <c:v>598.54999999999995</c:v>
                </c:pt>
                <c:pt idx="3758">
                  <c:v>607.25</c:v>
                </c:pt>
                <c:pt idx="3759">
                  <c:v>602.70000000000005</c:v>
                </c:pt>
                <c:pt idx="3760">
                  <c:v>606.54999999999995</c:v>
                </c:pt>
                <c:pt idx="3761">
                  <c:v>625.1</c:v>
                </c:pt>
                <c:pt idx="3762">
                  <c:v>621.54999999999995</c:v>
                </c:pt>
                <c:pt idx="3763">
                  <c:v>619.20000000000005</c:v>
                </c:pt>
                <c:pt idx="3764">
                  <c:v>638.25</c:v>
                </c:pt>
                <c:pt idx="3765">
                  <c:v>643.25</c:v>
                </c:pt>
                <c:pt idx="3766">
                  <c:v>647.79999999999995</c:v>
                </c:pt>
                <c:pt idx="3767">
                  <c:v>642.6</c:v>
                </c:pt>
                <c:pt idx="3768">
                  <c:v>638.4</c:v>
                </c:pt>
                <c:pt idx="3769">
                  <c:v>646.79999999999995</c:v>
                </c:pt>
                <c:pt idx="3770">
                  <c:v>660.7</c:v>
                </c:pt>
                <c:pt idx="3771">
                  <c:v>661.5</c:v>
                </c:pt>
                <c:pt idx="3772">
                  <c:v>669</c:v>
                </c:pt>
                <c:pt idx="3773">
                  <c:v>659.5</c:v>
                </c:pt>
                <c:pt idx="3774">
                  <c:v>650</c:v>
                </c:pt>
                <c:pt idx="3775">
                  <c:v>649.75</c:v>
                </c:pt>
                <c:pt idx="3776">
                  <c:v>653</c:v>
                </c:pt>
                <c:pt idx="3777">
                  <c:v>663.8</c:v>
                </c:pt>
                <c:pt idx="3778">
                  <c:v>657.9</c:v>
                </c:pt>
                <c:pt idx="3779">
                  <c:v>654.29999999999995</c:v>
                </c:pt>
                <c:pt idx="3780">
                  <c:v>659.2</c:v>
                </c:pt>
                <c:pt idx="3781">
                  <c:v>664.5</c:v>
                </c:pt>
                <c:pt idx="3782">
                  <c:v>672.45</c:v>
                </c:pt>
                <c:pt idx="3783">
                  <c:v>659.5</c:v>
                </c:pt>
                <c:pt idx="3784">
                  <c:v>667.8</c:v>
                </c:pt>
                <c:pt idx="3785">
                  <c:v>660.1</c:v>
                </c:pt>
                <c:pt idx="3786">
                  <c:v>654.29999999999995</c:v>
                </c:pt>
                <c:pt idx="3787">
                  <c:v>654.75</c:v>
                </c:pt>
                <c:pt idx="3788">
                  <c:v>655.29999999999995</c:v>
                </c:pt>
                <c:pt idx="3789">
                  <c:v>639.25</c:v>
                </c:pt>
                <c:pt idx="3790">
                  <c:v>646.25</c:v>
                </c:pt>
                <c:pt idx="3791">
                  <c:v>643.4</c:v>
                </c:pt>
                <c:pt idx="3792">
                  <c:v>631.4</c:v>
                </c:pt>
                <c:pt idx="3793">
                  <c:v>635.04999999999995</c:v>
                </c:pt>
                <c:pt idx="3794">
                  <c:v>652.65</c:v>
                </c:pt>
                <c:pt idx="3795">
                  <c:v>645.1</c:v>
                </c:pt>
                <c:pt idx="3796">
                  <c:v>652.25</c:v>
                </c:pt>
                <c:pt idx="3797">
                  <c:v>661.1</c:v>
                </c:pt>
                <c:pt idx="3798">
                  <c:v>631.9</c:v>
                </c:pt>
                <c:pt idx="3799">
                  <c:v>612.15</c:v>
                </c:pt>
                <c:pt idx="3800">
                  <c:v>623.4</c:v>
                </c:pt>
                <c:pt idx="3801">
                  <c:v>628.85</c:v>
                </c:pt>
                <c:pt idx="3802">
                  <c:v>633.20000000000005</c:v>
                </c:pt>
                <c:pt idx="3803">
                  <c:v>621.15</c:v>
                </c:pt>
                <c:pt idx="3804">
                  <c:v>615.04999999999995</c:v>
                </c:pt>
                <c:pt idx="3805">
                  <c:v>616.29999999999995</c:v>
                </c:pt>
                <c:pt idx="3806">
                  <c:v>617.15</c:v>
                </c:pt>
                <c:pt idx="3807">
                  <c:v>617.70000000000005</c:v>
                </c:pt>
                <c:pt idx="3808">
                  <c:v>624.20000000000005</c:v>
                </c:pt>
                <c:pt idx="3809">
                  <c:v>606.65</c:v>
                </c:pt>
                <c:pt idx="3810">
                  <c:v>601.95000000000005</c:v>
                </c:pt>
                <c:pt idx="3811">
                  <c:v>586.85</c:v>
                </c:pt>
                <c:pt idx="3812">
                  <c:v>575.4</c:v>
                </c:pt>
                <c:pt idx="3813">
                  <c:v>578.15</c:v>
                </c:pt>
                <c:pt idx="3814">
                  <c:v>544.54999999999995</c:v>
                </c:pt>
                <c:pt idx="3815">
                  <c:v>534.25</c:v>
                </c:pt>
                <c:pt idx="3816">
                  <c:v>523.20000000000005</c:v>
                </c:pt>
                <c:pt idx="3817">
                  <c:v>533.79999999999995</c:v>
                </c:pt>
                <c:pt idx="3818">
                  <c:v>532.25</c:v>
                </c:pt>
                <c:pt idx="3819">
                  <c:v>541.65</c:v>
                </c:pt>
                <c:pt idx="3820">
                  <c:v>538.6</c:v>
                </c:pt>
                <c:pt idx="3821">
                  <c:v>541.15</c:v>
                </c:pt>
                <c:pt idx="3822">
                  <c:v>544.9</c:v>
                </c:pt>
                <c:pt idx="3823">
                  <c:v>532.35</c:v>
                </c:pt>
                <c:pt idx="3824">
                  <c:v>538.15</c:v>
                </c:pt>
                <c:pt idx="3825">
                  <c:v>540.5</c:v>
                </c:pt>
                <c:pt idx="3826">
                  <c:v>541.5</c:v>
                </c:pt>
                <c:pt idx="3827">
                  <c:v>533.85</c:v>
                </c:pt>
                <c:pt idx="3828">
                  <c:v>542.25</c:v>
                </c:pt>
                <c:pt idx="3829">
                  <c:v>536.5</c:v>
                </c:pt>
                <c:pt idx="3830">
                  <c:v>538.45000000000005</c:v>
                </c:pt>
                <c:pt idx="3831">
                  <c:v>544.25</c:v>
                </c:pt>
                <c:pt idx="3832">
                  <c:v>552.6</c:v>
                </c:pt>
                <c:pt idx="3833">
                  <c:v>564</c:v>
                </c:pt>
                <c:pt idx="3834">
                  <c:v>564.25</c:v>
                </c:pt>
                <c:pt idx="3835">
                  <c:v>560.5</c:v>
                </c:pt>
                <c:pt idx="3836">
                  <c:v>563.1</c:v>
                </c:pt>
                <c:pt idx="3837">
                  <c:v>558.25</c:v>
                </c:pt>
                <c:pt idx="3838">
                  <c:v>552.35</c:v>
                </c:pt>
                <c:pt idx="3839">
                  <c:v>554.54999999999995</c:v>
                </c:pt>
                <c:pt idx="3840">
                  <c:v>561.70000000000005</c:v>
                </c:pt>
                <c:pt idx="3841">
                  <c:v>563.54999999999995</c:v>
                </c:pt>
                <c:pt idx="3842">
                  <c:v>548.79999999999995</c:v>
                </c:pt>
                <c:pt idx="3843">
                  <c:v>545.6</c:v>
                </c:pt>
                <c:pt idx="3844">
                  <c:v>552.70000000000005</c:v>
                </c:pt>
                <c:pt idx="3845">
                  <c:v>555.79999999999995</c:v>
                </c:pt>
                <c:pt idx="3846">
                  <c:v>555</c:v>
                </c:pt>
                <c:pt idx="3847">
                  <c:v>543.54999999999995</c:v>
                </c:pt>
                <c:pt idx="3848">
                  <c:v>562.75</c:v>
                </c:pt>
                <c:pt idx="3849">
                  <c:v>546.04999999999995</c:v>
                </c:pt>
                <c:pt idx="3850">
                  <c:v>537.35</c:v>
                </c:pt>
                <c:pt idx="3851">
                  <c:v>540.9</c:v>
                </c:pt>
                <c:pt idx="3852">
                  <c:v>540.29999999999995</c:v>
                </c:pt>
                <c:pt idx="3853">
                  <c:v>546.54999999999995</c:v>
                </c:pt>
                <c:pt idx="3854">
                  <c:v>556.1</c:v>
                </c:pt>
                <c:pt idx="3855">
                  <c:v>561.54999999999995</c:v>
                </c:pt>
                <c:pt idx="3856">
                  <c:v>560.20000000000005</c:v>
                </c:pt>
                <c:pt idx="3857">
                  <c:v>557.4</c:v>
                </c:pt>
                <c:pt idx="3858">
                  <c:v>565.4</c:v>
                </c:pt>
                <c:pt idx="3859">
                  <c:v>552.15</c:v>
                </c:pt>
                <c:pt idx="3860">
                  <c:v>558.65</c:v>
                </c:pt>
                <c:pt idx="3861">
                  <c:v>552.4</c:v>
                </c:pt>
                <c:pt idx="3862">
                  <c:v>546.70000000000005</c:v>
                </c:pt>
                <c:pt idx="3863">
                  <c:v>552.75</c:v>
                </c:pt>
                <c:pt idx="3864">
                  <c:v>555.75</c:v>
                </c:pt>
                <c:pt idx="3865">
                  <c:v>549.54999999999995</c:v>
                </c:pt>
                <c:pt idx="3866">
                  <c:v>550.04999999999995</c:v>
                </c:pt>
                <c:pt idx="3867">
                  <c:v>553.79999999999995</c:v>
                </c:pt>
                <c:pt idx="3868">
                  <c:v>552.75</c:v>
                </c:pt>
                <c:pt idx="3869">
                  <c:v>544.9</c:v>
                </c:pt>
                <c:pt idx="3870">
                  <c:v>548.65</c:v>
                </c:pt>
                <c:pt idx="3871">
                  <c:v>559.65</c:v>
                </c:pt>
                <c:pt idx="3872">
                  <c:v>565.4</c:v>
                </c:pt>
                <c:pt idx="3873">
                  <c:v>577.75</c:v>
                </c:pt>
                <c:pt idx="3874">
                  <c:v>575.29999999999995</c:v>
                </c:pt>
                <c:pt idx="3875">
                  <c:v>568.35</c:v>
                </c:pt>
                <c:pt idx="3876">
                  <c:v>568.6</c:v>
                </c:pt>
                <c:pt idx="3877">
                  <c:v>576.6</c:v>
                </c:pt>
                <c:pt idx="3878">
                  <c:v>584.6</c:v>
                </c:pt>
                <c:pt idx="3879">
                  <c:v>589.04999999999995</c:v>
                </c:pt>
                <c:pt idx="3880">
                  <c:v>566.75</c:v>
                </c:pt>
                <c:pt idx="3881">
                  <c:v>561.65</c:v>
                </c:pt>
                <c:pt idx="3882">
                  <c:v>556.65</c:v>
                </c:pt>
                <c:pt idx="3883">
                  <c:v>564.85</c:v>
                </c:pt>
                <c:pt idx="3884">
                  <c:v>562</c:v>
                </c:pt>
                <c:pt idx="3885">
                  <c:v>569.85</c:v>
                </c:pt>
                <c:pt idx="3886">
                  <c:v>570.4</c:v>
                </c:pt>
                <c:pt idx="3887">
                  <c:v>559.85</c:v>
                </c:pt>
                <c:pt idx="3888">
                  <c:v>575.35</c:v>
                </c:pt>
                <c:pt idx="3889">
                  <c:v>571.6</c:v>
                </c:pt>
                <c:pt idx="3890">
                  <c:v>569.1</c:v>
                </c:pt>
                <c:pt idx="3891">
                  <c:v>563.45000000000005</c:v>
                </c:pt>
                <c:pt idx="3892">
                  <c:v>566.15</c:v>
                </c:pt>
                <c:pt idx="3893">
                  <c:v>577.75</c:v>
                </c:pt>
                <c:pt idx="3894">
                  <c:v>571.20000000000005</c:v>
                </c:pt>
                <c:pt idx="3895">
                  <c:v>575.25</c:v>
                </c:pt>
                <c:pt idx="3896">
                  <c:v>575.85</c:v>
                </c:pt>
                <c:pt idx="3897">
                  <c:v>571.15</c:v>
                </c:pt>
                <c:pt idx="3898">
                  <c:v>584.75</c:v>
                </c:pt>
                <c:pt idx="3899">
                  <c:v>576.75</c:v>
                </c:pt>
                <c:pt idx="3900">
                  <c:v>576</c:v>
                </c:pt>
                <c:pt idx="3901">
                  <c:v>544.35</c:v>
                </c:pt>
                <c:pt idx="3902">
                  <c:v>541.29999999999995</c:v>
                </c:pt>
                <c:pt idx="3903">
                  <c:v>550.95000000000005</c:v>
                </c:pt>
                <c:pt idx="3904">
                  <c:v>551.35</c:v>
                </c:pt>
                <c:pt idx="3905">
                  <c:v>563.6</c:v>
                </c:pt>
                <c:pt idx="3906">
                  <c:v>571.79999999999995</c:v>
                </c:pt>
                <c:pt idx="3907">
                  <c:v>564.15</c:v>
                </c:pt>
                <c:pt idx="3908">
                  <c:v>554.25</c:v>
                </c:pt>
                <c:pt idx="3909">
                  <c:v>567.15</c:v>
                </c:pt>
                <c:pt idx="3910">
                  <c:v>554</c:v>
                </c:pt>
                <c:pt idx="3911">
                  <c:v>552.1</c:v>
                </c:pt>
                <c:pt idx="3912">
                  <c:v>563.6</c:v>
                </c:pt>
                <c:pt idx="3913">
                  <c:v>561.1</c:v>
                </c:pt>
                <c:pt idx="3914">
                  <c:v>552.1</c:v>
                </c:pt>
                <c:pt idx="3915">
                  <c:v>559.1</c:v>
                </c:pt>
                <c:pt idx="3916">
                  <c:v>571.65</c:v>
                </c:pt>
                <c:pt idx="3917">
                  <c:v>569.9</c:v>
                </c:pt>
                <c:pt idx="3918">
                  <c:v>580.54999999999995</c:v>
                </c:pt>
                <c:pt idx="3919">
                  <c:v>592</c:v>
                </c:pt>
                <c:pt idx="3920">
                  <c:v>592.20000000000005</c:v>
                </c:pt>
                <c:pt idx="3921">
                  <c:v>595.9</c:v>
                </c:pt>
                <c:pt idx="3922">
                  <c:v>590.75</c:v>
                </c:pt>
                <c:pt idx="3923">
                  <c:v>603.04999999999995</c:v>
                </c:pt>
                <c:pt idx="3924">
                  <c:v>592.95000000000005</c:v>
                </c:pt>
                <c:pt idx="3925">
                  <c:v>588.29999999999995</c:v>
                </c:pt>
                <c:pt idx="3926">
                  <c:v>597.85</c:v>
                </c:pt>
                <c:pt idx="3927">
                  <c:v>599.75</c:v>
                </c:pt>
                <c:pt idx="3928">
                  <c:v>600.29999999999995</c:v>
                </c:pt>
                <c:pt idx="3929">
                  <c:v>599.35</c:v>
                </c:pt>
                <c:pt idx="3930">
                  <c:v>588.85</c:v>
                </c:pt>
                <c:pt idx="3931">
                  <c:v>589.79999999999995</c:v>
                </c:pt>
                <c:pt idx="3932">
                  <c:v>592.35</c:v>
                </c:pt>
                <c:pt idx="3933">
                  <c:v>583.95000000000005</c:v>
                </c:pt>
                <c:pt idx="3934">
                  <c:v>585.35</c:v>
                </c:pt>
                <c:pt idx="3935">
                  <c:v>582.9</c:v>
                </c:pt>
                <c:pt idx="3936">
                  <c:v>577.1</c:v>
                </c:pt>
                <c:pt idx="3937">
                  <c:v>577.35</c:v>
                </c:pt>
                <c:pt idx="3938">
                  <c:v>577.54999999999995</c:v>
                </c:pt>
                <c:pt idx="3939">
                  <c:v>571.79999999999995</c:v>
                </c:pt>
                <c:pt idx="3940">
                  <c:v>577.85</c:v>
                </c:pt>
                <c:pt idx="3941">
                  <c:v>567.75</c:v>
                </c:pt>
                <c:pt idx="3942">
                  <c:v>569.04999999999995</c:v>
                </c:pt>
                <c:pt idx="3943">
                  <c:v>575.1</c:v>
                </c:pt>
                <c:pt idx="3944">
                  <c:v>578</c:v>
                </c:pt>
                <c:pt idx="3945">
                  <c:v>574.6</c:v>
                </c:pt>
                <c:pt idx="3946">
                  <c:v>572.85</c:v>
                </c:pt>
                <c:pt idx="3947">
                  <c:v>575.15</c:v>
                </c:pt>
                <c:pt idx="3948">
                  <c:v>574.25</c:v>
                </c:pt>
                <c:pt idx="3949">
                  <c:v>573.04999999999995</c:v>
                </c:pt>
                <c:pt idx="3950">
                  <c:v>570.85</c:v>
                </c:pt>
                <c:pt idx="3951">
                  <c:v>569.95000000000005</c:v>
                </c:pt>
                <c:pt idx="3952">
                  <c:v>560.25</c:v>
                </c:pt>
                <c:pt idx="3953">
                  <c:v>556.04999999999995</c:v>
                </c:pt>
                <c:pt idx="3954">
                  <c:v>556.5</c:v>
                </c:pt>
                <c:pt idx="3955">
                  <c:v>551.5</c:v>
                </c:pt>
                <c:pt idx="3956">
                  <c:v>553.5</c:v>
                </c:pt>
                <c:pt idx="3957">
                  <c:v>555.85</c:v>
                </c:pt>
                <c:pt idx="3958">
                  <c:v>554.35</c:v>
                </c:pt>
                <c:pt idx="3959">
                  <c:v>556.75</c:v>
                </c:pt>
                <c:pt idx="3960">
                  <c:v>569.70000000000005</c:v>
                </c:pt>
                <c:pt idx="3961">
                  <c:v>570.1</c:v>
                </c:pt>
                <c:pt idx="3962">
                  <c:v>563.85</c:v>
                </c:pt>
                <c:pt idx="3963">
                  <c:v>569.5</c:v>
                </c:pt>
                <c:pt idx="3964">
                  <c:v>569.95000000000005</c:v>
                </c:pt>
                <c:pt idx="3965">
                  <c:v>573.29999999999995</c:v>
                </c:pt>
                <c:pt idx="3966">
                  <c:v>581.95000000000005</c:v>
                </c:pt>
                <c:pt idx="3967">
                  <c:v>577.75</c:v>
                </c:pt>
                <c:pt idx="3968">
                  <c:v>572.54999999999995</c:v>
                </c:pt>
                <c:pt idx="3969">
                  <c:v>569.29999999999995</c:v>
                </c:pt>
                <c:pt idx="3970">
                  <c:v>576.04999999999995</c:v>
                </c:pt>
                <c:pt idx="3971">
                  <c:v>566.70000000000005</c:v>
                </c:pt>
                <c:pt idx="3972">
                  <c:v>565.29999999999995</c:v>
                </c:pt>
                <c:pt idx="3973">
                  <c:v>565.1</c:v>
                </c:pt>
                <c:pt idx="3974">
                  <c:v>565.9</c:v>
                </c:pt>
                <c:pt idx="3975">
                  <c:v>567.04999999999995</c:v>
                </c:pt>
                <c:pt idx="3976">
                  <c:v>558.9</c:v>
                </c:pt>
                <c:pt idx="3977">
                  <c:v>554.95000000000005</c:v>
                </c:pt>
                <c:pt idx="3978">
                  <c:v>556.1</c:v>
                </c:pt>
                <c:pt idx="3979">
                  <c:v>554.20000000000005</c:v>
                </c:pt>
                <c:pt idx="3980">
                  <c:v>555.85</c:v>
                </c:pt>
                <c:pt idx="3981">
                  <c:v>555.45000000000005</c:v>
                </c:pt>
                <c:pt idx="3982">
                  <c:v>556.29999999999995</c:v>
                </c:pt>
                <c:pt idx="3983">
                  <c:v>557.20000000000005</c:v>
                </c:pt>
                <c:pt idx="3984">
                  <c:v>561.45000000000005</c:v>
                </c:pt>
                <c:pt idx="3985">
                  <c:v>564.04999999999995</c:v>
                </c:pt>
                <c:pt idx="3986">
                  <c:v>558.1</c:v>
                </c:pt>
                <c:pt idx="3987">
                  <c:v>559.9</c:v>
                </c:pt>
                <c:pt idx="3988">
                  <c:v>556.45000000000005</c:v>
                </c:pt>
                <c:pt idx="3989">
                  <c:v>557.70000000000005</c:v>
                </c:pt>
                <c:pt idx="3990">
                  <c:v>556.9</c:v>
                </c:pt>
                <c:pt idx="3991">
                  <c:v>555.1</c:v>
                </c:pt>
                <c:pt idx="3992">
                  <c:v>549.85</c:v>
                </c:pt>
                <c:pt idx="3993">
                  <c:v>555.79999999999995</c:v>
                </c:pt>
                <c:pt idx="3994">
                  <c:v>537.45000000000005</c:v>
                </c:pt>
                <c:pt idx="3995">
                  <c:v>548.9</c:v>
                </c:pt>
                <c:pt idx="3996">
                  <c:v>546.5</c:v>
                </c:pt>
                <c:pt idx="3997">
                  <c:v>545.25</c:v>
                </c:pt>
                <c:pt idx="3998">
                  <c:v>543.1</c:v>
                </c:pt>
                <c:pt idx="3999">
                  <c:v>547.15</c:v>
                </c:pt>
                <c:pt idx="4000">
                  <c:v>542</c:v>
                </c:pt>
                <c:pt idx="4001">
                  <c:v>542.54999999999995</c:v>
                </c:pt>
                <c:pt idx="4002">
                  <c:v>550.79999999999995</c:v>
                </c:pt>
                <c:pt idx="4003">
                  <c:v>550.1</c:v>
                </c:pt>
                <c:pt idx="4004">
                  <c:v>547.04999999999995</c:v>
                </c:pt>
                <c:pt idx="4005">
                  <c:v>552.54999999999995</c:v>
                </c:pt>
                <c:pt idx="4006">
                  <c:v>547.25</c:v>
                </c:pt>
                <c:pt idx="4007">
                  <c:v>562.79999999999995</c:v>
                </c:pt>
                <c:pt idx="4008">
                  <c:v>568.15</c:v>
                </c:pt>
                <c:pt idx="4009">
                  <c:v>567.25</c:v>
                </c:pt>
                <c:pt idx="4010">
                  <c:v>557.79999999999995</c:v>
                </c:pt>
                <c:pt idx="4011">
                  <c:v>559.95000000000005</c:v>
                </c:pt>
                <c:pt idx="4012">
                  <c:v>557.9</c:v>
                </c:pt>
                <c:pt idx="4013">
                  <c:v>545</c:v>
                </c:pt>
                <c:pt idx="4014">
                  <c:v>536.25</c:v>
                </c:pt>
                <c:pt idx="4015">
                  <c:v>531.20000000000005</c:v>
                </c:pt>
                <c:pt idx="4016">
                  <c:v>517.20000000000005</c:v>
                </c:pt>
                <c:pt idx="4017">
                  <c:v>517.29999999999995</c:v>
                </c:pt>
                <c:pt idx="4018">
                  <c:v>525.75</c:v>
                </c:pt>
                <c:pt idx="4019">
                  <c:v>526.6</c:v>
                </c:pt>
                <c:pt idx="4020">
                  <c:v>526.95000000000005</c:v>
                </c:pt>
                <c:pt idx="4021">
                  <c:v>541.29999999999995</c:v>
                </c:pt>
                <c:pt idx="4022">
                  <c:v>547.35</c:v>
                </c:pt>
                <c:pt idx="4023">
                  <c:v>542.75</c:v>
                </c:pt>
                <c:pt idx="4024">
                  <c:v>539.95000000000005</c:v>
                </c:pt>
                <c:pt idx="4025">
                  <c:v>533.95000000000005</c:v>
                </c:pt>
                <c:pt idx="4026">
                  <c:v>533.85</c:v>
                </c:pt>
                <c:pt idx="4027">
                  <c:v>530.5</c:v>
                </c:pt>
                <c:pt idx="4028">
                  <c:v>520.25</c:v>
                </c:pt>
                <c:pt idx="4029">
                  <c:v>535.45000000000005</c:v>
                </c:pt>
                <c:pt idx="4030">
                  <c:v>539.54999999999995</c:v>
                </c:pt>
                <c:pt idx="4031">
                  <c:v>542.70000000000005</c:v>
                </c:pt>
                <c:pt idx="4032">
                  <c:v>536.95000000000005</c:v>
                </c:pt>
                <c:pt idx="4033">
                  <c:v>541.45000000000005</c:v>
                </c:pt>
                <c:pt idx="4034">
                  <c:v>538.15</c:v>
                </c:pt>
                <c:pt idx="4035">
                  <c:v>535.85</c:v>
                </c:pt>
                <c:pt idx="4036">
                  <c:v>539</c:v>
                </c:pt>
                <c:pt idx="4037">
                  <c:v>540.85</c:v>
                </c:pt>
                <c:pt idx="4038">
                  <c:v>533.20000000000005</c:v>
                </c:pt>
                <c:pt idx="4039">
                  <c:v>538.45000000000005</c:v>
                </c:pt>
                <c:pt idx="4040">
                  <c:v>539.20000000000005</c:v>
                </c:pt>
                <c:pt idx="4041">
                  <c:v>551.25</c:v>
                </c:pt>
                <c:pt idx="4042">
                  <c:v>556.45000000000005</c:v>
                </c:pt>
                <c:pt idx="4043">
                  <c:v>552.85</c:v>
                </c:pt>
                <c:pt idx="4044">
                  <c:v>555.75</c:v>
                </c:pt>
                <c:pt idx="4045">
                  <c:v>556.15</c:v>
                </c:pt>
                <c:pt idx="4046">
                  <c:v>553.15</c:v>
                </c:pt>
                <c:pt idx="4047">
                  <c:v>561.95000000000005</c:v>
                </c:pt>
                <c:pt idx="4048">
                  <c:v>564.25</c:v>
                </c:pt>
                <c:pt idx="4049">
                  <c:v>562.15</c:v>
                </c:pt>
                <c:pt idx="4050">
                  <c:v>566.25</c:v>
                </c:pt>
                <c:pt idx="4051">
                  <c:v>559</c:v>
                </c:pt>
                <c:pt idx="4052">
                  <c:v>558.20000000000005</c:v>
                </c:pt>
                <c:pt idx="4053">
                  <c:v>551.79999999999995</c:v>
                </c:pt>
                <c:pt idx="4054">
                  <c:v>549.54999999999995</c:v>
                </c:pt>
                <c:pt idx="4055">
                  <c:v>565.75</c:v>
                </c:pt>
                <c:pt idx="4056">
                  <c:v>569.54999999999995</c:v>
                </c:pt>
                <c:pt idx="4057">
                  <c:v>584.9</c:v>
                </c:pt>
                <c:pt idx="4058">
                  <c:v>588.6</c:v>
                </c:pt>
                <c:pt idx="4059">
                  <c:v>601.25</c:v>
                </c:pt>
                <c:pt idx="4060">
                  <c:v>558.85</c:v>
                </c:pt>
                <c:pt idx="4061">
                  <c:v>557.95000000000005</c:v>
                </c:pt>
                <c:pt idx="4062">
                  <c:v>552.45000000000005</c:v>
                </c:pt>
                <c:pt idx="4063">
                  <c:v>554.45000000000005</c:v>
                </c:pt>
                <c:pt idx="4064">
                  <c:v>560</c:v>
                </c:pt>
                <c:pt idx="4065">
                  <c:v>553.1</c:v>
                </c:pt>
                <c:pt idx="4066">
                  <c:v>554.35</c:v>
                </c:pt>
                <c:pt idx="4067">
                  <c:v>548.5</c:v>
                </c:pt>
                <c:pt idx="4068">
                  <c:v>543.85</c:v>
                </c:pt>
                <c:pt idx="4069">
                  <c:v>540</c:v>
                </c:pt>
                <c:pt idx="4070">
                  <c:v>543.1</c:v>
                </c:pt>
                <c:pt idx="4071">
                  <c:v>533.1</c:v>
                </c:pt>
                <c:pt idx="4072">
                  <c:v>539</c:v>
                </c:pt>
                <c:pt idx="4073">
                  <c:v>538.65</c:v>
                </c:pt>
                <c:pt idx="4074">
                  <c:v>537.79999999999995</c:v>
                </c:pt>
                <c:pt idx="4075">
                  <c:v>542.29999999999995</c:v>
                </c:pt>
                <c:pt idx="4076">
                  <c:v>539.65</c:v>
                </c:pt>
                <c:pt idx="4077">
                  <c:v>540.79999999999995</c:v>
                </c:pt>
                <c:pt idx="4078">
                  <c:v>540.15</c:v>
                </c:pt>
                <c:pt idx="4079">
                  <c:v>539.54999999999995</c:v>
                </c:pt>
                <c:pt idx="4080">
                  <c:v>542.95000000000005</c:v>
                </c:pt>
                <c:pt idx="4081">
                  <c:v>543.4</c:v>
                </c:pt>
                <c:pt idx="4082">
                  <c:v>539.85</c:v>
                </c:pt>
                <c:pt idx="4083">
                  <c:v>537.65</c:v>
                </c:pt>
                <c:pt idx="4084">
                  <c:v>546.1</c:v>
                </c:pt>
                <c:pt idx="4085">
                  <c:v>544.95000000000005</c:v>
                </c:pt>
                <c:pt idx="4086">
                  <c:v>545.4</c:v>
                </c:pt>
                <c:pt idx="4087">
                  <c:v>550.15</c:v>
                </c:pt>
                <c:pt idx="4088">
                  <c:v>545.45000000000005</c:v>
                </c:pt>
                <c:pt idx="4089">
                  <c:v>554.5</c:v>
                </c:pt>
                <c:pt idx="4090">
                  <c:v>540.4</c:v>
                </c:pt>
                <c:pt idx="4091">
                  <c:v>540.79999999999995</c:v>
                </c:pt>
                <c:pt idx="4092">
                  <c:v>535.1</c:v>
                </c:pt>
                <c:pt idx="4093">
                  <c:v>539.85</c:v>
                </c:pt>
                <c:pt idx="4094">
                  <c:v>544.6</c:v>
                </c:pt>
                <c:pt idx="4095">
                  <c:v>544.79999999999995</c:v>
                </c:pt>
                <c:pt idx="4096">
                  <c:v>545.35</c:v>
                </c:pt>
                <c:pt idx="4097">
                  <c:v>541.20000000000005</c:v>
                </c:pt>
                <c:pt idx="4098">
                  <c:v>543.1</c:v>
                </c:pt>
                <c:pt idx="4099">
                  <c:v>547.04999999999995</c:v>
                </c:pt>
                <c:pt idx="4100">
                  <c:v>549.9</c:v>
                </c:pt>
                <c:pt idx="4101">
                  <c:v>552.04999999999995</c:v>
                </c:pt>
                <c:pt idx="4102">
                  <c:v>557.04999999999995</c:v>
                </c:pt>
                <c:pt idx="4103">
                  <c:v>561</c:v>
                </c:pt>
                <c:pt idx="4104">
                  <c:v>563.15</c:v>
                </c:pt>
                <c:pt idx="4105">
                  <c:v>563.70000000000005</c:v>
                </c:pt>
                <c:pt idx="4106">
                  <c:v>555.15</c:v>
                </c:pt>
                <c:pt idx="4107">
                  <c:v>548</c:v>
                </c:pt>
                <c:pt idx="4108">
                  <c:v>542.4</c:v>
                </c:pt>
                <c:pt idx="4109">
                  <c:v>554.54999999999995</c:v>
                </c:pt>
                <c:pt idx="4110">
                  <c:v>557.95000000000005</c:v>
                </c:pt>
                <c:pt idx="4111">
                  <c:v>558.9</c:v>
                </c:pt>
                <c:pt idx="4112">
                  <c:v>561.70000000000005</c:v>
                </c:pt>
                <c:pt idx="4113">
                  <c:v>564.95000000000005</c:v>
                </c:pt>
                <c:pt idx="4114">
                  <c:v>559.6</c:v>
                </c:pt>
                <c:pt idx="4115">
                  <c:v>561.65</c:v>
                </c:pt>
                <c:pt idx="4116">
                  <c:v>568.85</c:v>
                </c:pt>
                <c:pt idx="4117">
                  <c:v>570.79999999999995</c:v>
                </c:pt>
                <c:pt idx="4118">
                  <c:v>573.95000000000005</c:v>
                </c:pt>
                <c:pt idx="4119">
                  <c:v>570.6</c:v>
                </c:pt>
                <c:pt idx="4120">
                  <c:v>554.5</c:v>
                </c:pt>
                <c:pt idx="4121">
                  <c:v>551.95000000000005</c:v>
                </c:pt>
                <c:pt idx="4122">
                  <c:v>549.25</c:v>
                </c:pt>
                <c:pt idx="4123">
                  <c:v>538.85</c:v>
                </c:pt>
                <c:pt idx="4124">
                  <c:v>542</c:v>
                </c:pt>
                <c:pt idx="4125">
                  <c:v>537.75</c:v>
                </c:pt>
                <c:pt idx="4126">
                  <c:v>542.85</c:v>
                </c:pt>
                <c:pt idx="4127">
                  <c:v>546.1</c:v>
                </c:pt>
                <c:pt idx="4128">
                  <c:v>549.15</c:v>
                </c:pt>
                <c:pt idx="4129">
                  <c:v>553.79999999999995</c:v>
                </c:pt>
                <c:pt idx="4130">
                  <c:v>545.04999999999995</c:v>
                </c:pt>
                <c:pt idx="4131">
                  <c:v>557.70000000000005</c:v>
                </c:pt>
                <c:pt idx="4132">
                  <c:v>549.6</c:v>
                </c:pt>
                <c:pt idx="4133">
                  <c:v>547.95000000000005</c:v>
                </c:pt>
                <c:pt idx="4134">
                  <c:v>548.20000000000005</c:v>
                </c:pt>
                <c:pt idx="4135">
                  <c:v>547.20000000000005</c:v>
                </c:pt>
                <c:pt idx="4136">
                  <c:v>549</c:v>
                </c:pt>
                <c:pt idx="4137">
                  <c:v>551.35</c:v>
                </c:pt>
                <c:pt idx="4138">
                  <c:v>542.65</c:v>
                </c:pt>
                <c:pt idx="4139">
                  <c:v>543</c:v>
                </c:pt>
                <c:pt idx="4140">
                  <c:v>543.75</c:v>
                </c:pt>
                <c:pt idx="4141">
                  <c:v>536.5</c:v>
                </c:pt>
                <c:pt idx="4142">
                  <c:v>527.79999999999995</c:v>
                </c:pt>
                <c:pt idx="4143">
                  <c:v>525.1</c:v>
                </c:pt>
                <c:pt idx="4144">
                  <c:v>520.1</c:v>
                </c:pt>
                <c:pt idx="4145">
                  <c:v>515.5</c:v>
                </c:pt>
                <c:pt idx="4146">
                  <c:v>519.6</c:v>
                </c:pt>
                <c:pt idx="4147">
                  <c:v>519.65</c:v>
                </c:pt>
                <c:pt idx="4148">
                  <c:v>504</c:v>
                </c:pt>
                <c:pt idx="4149">
                  <c:v>490</c:v>
                </c:pt>
                <c:pt idx="4150">
                  <c:v>478.8</c:v>
                </c:pt>
                <c:pt idx="4151">
                  <c:v>489.45</c:v>
                </c:pt>
                <c:pt idx="4152">
                  <c:v>491.65</c:v>
                </c:pt>
                <c:pt idx="4153">
                  <c:v>483.95</c:v>
                </c:pt>
                <c:pt idx="4154">
                  <c:v>483.6</c:v>
                </c:pt>
                <c:pt idx="4155">
                  <c:v>482.9</c:v>
                </c:pt>
                <c:pt idx="4156">
                  <c:v>481.75</c:v>
                </c:pt>
                <c:pt idx="4157">
                  <c:v>473.95</c:v>
                </c:pt>
                <c:pt idx="4158">
                  <c:v>480.65</c:v>
                </c:pt>
                <c:pt idx="4159">
                  <c:v>480.4</c:v>
                </c:pt>
                <c:pt idx="4160">
                  <c:v>478.05</c:v>
                </c:pt>
                <c:pt idx="4161">
                  <c:v>478.45</c:v>
                </c:pt>
                <c:pt idx="4162">
                  <c:v>479.4</c:v>
                </c:pt>
                <c:pt idx="4163">
                  <c:v>479.95</c:v>
                </c:pt>
                <c:pt idx="4164">
                  <c:v>481.05</c:v>
                </c:pt>
                <c:pt idx="4165">
                  <c:v>483.85</c:v>
                </c:pt>
                <c:pt idx="4166">
                  <c:v>481.75</c:v>
                </c:pt>
                <c:pt idx="4167">
                  <c:v>480.2</c:v>
                </c:pt>
                <c:pt idx="4168">
                  <c:v>479.3</c:v>
                </c:pt>
                <c:pt idx="4169">
                  <c:v>484.2</c:v>
                </c:pt>
                <c:pt idx="4170">
                  <c:v>483.7</c:v>
                </c:pt>
                <c:pt idx="4171">
                  <c:v>472.2</c:v>
                </c:pt>
                <c:pt idx="4172">
                  <c:v>478.95</c:v>
                </c:pt>
                <c:pt idx="4173">
                  <c:v>478.95</c:v>
                </c:pt>
                <c:pt idx="4174">
                  <c:v>481.8</c:v>
                </c:pt>
                <c:pt idx="4175">
                  <c:v>479.55</c:v>
                </c:pt>
                <c:pt idx="4176">
                  <c:v>478</c:v>
                </c:pt>
                <c:pt idx="4177">
                  <c:v>476.95</c:v>
                </c:pt>
                <c:pt idx="4178">
                  <c:v>477</c:v>
                </c:pt>
                <c:pt idx="4179">
                  <c:v>478.25</c:v>
                </c:pt>
                <c:pt idx="4180">
                  <c:v>475</c:v>
                </c:pt>
                <c:pt idx="4181">
                  <c:v>472.15</c:v>
                </c:pt>
                <c:pt idx="4182">
                  <c:v>482.75</c:v>
                </c:pt>
                <c:pt idx="4183">
                  <c:v>495</c:v>
                </c:pt>
                <c:pt idx="4184">
                  <c:v>495.4</c:v>
                </c:pt>
                <c:pt idx="4185">
                  <c:v>499.2</c:v>
                </c:pt>
                <c:pt idx="4186">
                  <c:v>483.95</c:v>
                </c:pt>
                <c:pt idx="4187">
                  <c:v>481.4</c:v>
                </c:pt>
                <c:pt idx="4188">
                  <c:v>471.55</c:v>
                </c:pt>
                <c:pt idx="4189">
                  <c:v>461.7</c:v>
                </c:pt>
                <c:pt idx="4190">
                  <c:v>462.1</c:v>
                </c:pt>
                <c:pt idx="4191">
                  <c:v>464.4</c:v>
                </c:pt>
                <c:pt idx="4192">
                  <c:v>460.75</c:v>
                </c:pt>
                <c:pt idx="4193">
                  <c:v>457.9</c:v>
                </c:pt>
                <c:pt idx="4194">
                  <c:v>447.6</c:v>
                </c:pt>
                <c:pt idx="4195">
                  <c:v>452.5</c:v>
                </c:pt>
                <c:pt idx="4196">
                  <c:v>450</c:v>
                </c:pt>
                <c:pt idx="4197">
                  <c:v>451.75</c:v>
                </c:pt>
                <c:pt idx="4198">
                  <c:v>446.9</c:v>
                </c:pt>
                <c:pt idx="4199">
                  <c:v>444.95</c:v>
                </c:pt>
                <c:pt idx="4200">
                  <c:v>442.35</c:v>
                </c:pt>
                <c:pt idx="4201">
                  <c:v>447.95</c:v>
                </c:pt>
                <c:pt idx="4202">
                  <c:v>445.3</c:v>
                </c:pt>
                <c:pt idx="4203">
                  <c:v>438.4</c:v>
                </c:pt>
                <c:pt idx="4204">
                  <c:v>437.15</c:v>
                </c:pt>
                <c:pt idx="4205">
                  <c:v>441.8</c:v>
                </c:pt>
                <c:pt idx="4206">
                  <c:v>450.4</c:v>
                </c:pt>
                <c:pt idx="4207">
                  <c:v>448.9</c:v>
                </c:pt>
                <c:pt idx="4208">
                  <c:v>450.75</c:v>
                </c:pt>
                <c:pt idx="4209">
                  <c:v>464.75</c:v>
                </c:pt>
                <c:pt idx="4210">
                  <c:v>460.6</c:v>
                </c:pt>
                <c:pt idx="4211">
                  <c:v>465.15</c:v>
                </c:pt>
                <c:pt idx="4212">
                  <c:v>465.25</c:v>
                </c:pt>
                <c:pt idx="4213">
                  <c:v>468.3</c:v>
                </c:pt>
                <c:pt idx="4214">
                  <c:v>460.4</c:v>
                </c:pt>
                <c:pt idx="4215">
                  <c:v>456.65</c:v>
                </c:pt>
                <c:pt idx="4216">
                  <c:v>457.8</c:v>
                </c:pt>
                <c:pt idx="4217">
                  <c:v>453.35</c:v>
                </c:pt>
                <c:pt idx="4218">
                  <c:v>458.6</c:v>
                </c:pt>
                <c:pt idx="4219">
                  <c:v>458.1</c:v>
                </c:pt>
                <c:pt idx="4220">
                  <c:v>453.55</c:v>
                </c:pt>
                <c:pt idx="4221">
                  <c:v>463.75</c:v>
                </c:pt>
                <c:pt idx="4222">
                  <c:v>466.3</c:v>
                </c:pt>
                <c:pt idx="4223">
                  <c:v>466.1</c:v>
                </c:pt>
                <c:pt idx="4224">
                  <c:v>463.5</c:v>
                </c:pt>
                <c:pt idx="4225">
                  <c:v>463.55</c:v>
                </c:pt>
                <c:pt idx="4226">
                  <c:v>466.65</c:v>
                </c:pt>
                <c:pt idx="4227">
                  <c:v>462.45</c:v>
                </c:pt>
                <c:pt idx="4228">
                  <c:v>461.7</c:v>
                </c:pt>
                <c:pt idx="4229">
                  <c:v>458.75</c:v>
                </c:pt>
                <c:pt idx="4230">
                  <c:v>456.1</c:v>
                </c:pt>
                <c:pt idx="4231">
                  <c:v>465.2</c:v>
                </c:pt>
                <c:pt idx="4232">
                  <c:v>469.35</c:v>
                </c:pt>
                <c:pt idx="4233">
                  <c:v>472.35</c:v>
                </c:pt>
                <c:pt idx="4234">
                  <c:v>474.45</c:v>
                </c:pt>
                <c:pt idx="4235">
                  <c:v>471.55</c:v>
                </c:pt>
                <c:pt idx="4236">
                  <c:v>467</c:v>
                </c:pt>
                <c:pt idx="4237">
                  <c:v>475.6</c:v>
                </c:pt>
                <c:pt idx="4238">
                  <c:v>480.4</c:v>
                </c:pt>
                <c:pt idx="4239">
                  <c:v>469.95</c:v>
                </c:pt>
                <c:pt idx="4240">
                  <c:v>472</c:v>
                </c:pt>
                <c:pt idx="4241">
                  <c:v>476.5</c:v>
                </c:pt>
                <c:pt idx="4242">
                  <c:v>476.2</c:v>
                </c:pt>
                <c:pt idx="4243">
                  <c:v>483.2</c:v>
                </c:pt>
                <c:pt idx="4244">
                  <c:v>484.65</c:v>
                </c:pt>
                <c:pt idx="4245">
                  <c:v>484.75</c:v>
                </c:pt>
                <c:pt idx="4246">
                  <c:v>482.4</c:v>
                </c:pt>
                <c:pt idx="4247">
                  <c:v>482.95</c:v>
                </c:pt>
                <c:pt idx="4248">
                  <c:v>479</c:v>
                </c:pt>
                <c:pt idx="4249">
                  <c:v>477.9</c:v>
                </c:pt>
                <c:pt idx="4250">
                  <c:v>479.75</c:v>
                </c:pt>
                <c:pt idx="4251">
                  <c:v>481.5</c:v>
                </c:pt>
                <c:pt idx="4252">
                  <c:v>473.7</c:v>
                </c:pt>
                <c:pt idx="4253">
                  <c:v>465.55</c:v>
                </c:pt>
                <c:pt idx="4254">
                  <c:v>465.75</c:v>
                </c:pt>
                <c:pt idx="4255">
                  <c:v>458</c:v>
                </c:pt>
                <c:pt idx="4256">
                  <c:v>456</c:v>
                </c:pt>
                <c:pt idx="4257">
                  <c:v>455.65</c:v>
                </c:pt>
                <c:pt idx="4258">
                  <c:v>457.75</c:v>
                </c:pt>
                <c:pt idx="4259">
                  <c:v>461.1</c:v>
                </c:pt>
                <c:pt idx="4260">
                  <c:v>458.55</c:v>
                </c:pt>
                <c:pt idx="4261">
                  <c:v>460.5</c:v>
                </c:pt>
                <c:pt idx="4262">
                  <c:v>466</c:v>
                </c:pt>
                <c:pt idx="4263">
                  <c:v>469.25</c:v>
                </c:pt>
                <c:pt idx="4264">
                  <c:v>474.45</c:v>
                </c:pt>
                <c:pt idx="4265">
                  <c:v>476.7</c:v>
                </c:pt>
                <c:pt idx="4266">
                  <c:v>474.7</c:v>
                </c:pt>
                <c:pt idx="4267">
                  <c:v>480.8</c:v>
                </c:pt>
                <c:pt idx="4268">
                  <c:v>475.35</c:v>
                </c:pt>
                <c:pt idx="4269">
                  <c:v>475.65</c:v>
                </c:pt>
                <c:pt idx="4270">
                  <c:v>475.8</c:v>
                </c:pt>
                <c:pt idx="4271">
                  <c:v>474.5</c:v>
                </c:pt>
                <c:pt idx="4272">
                  <c:v>486.1</c:v>
                </c:pt>
                <c:pt idx="4273">
                  <c:v>489.75</c:v>
                </c:pt>
                <c:pt idx="4274">
                  <c:v>488.8</c:v>
                </c:pt>
                <c:pt idx="4275">
                  <c:v>488.55</c:v>
                </c:pt>
                <c:pt idx="4276">
                  <c:v>490.2</c:v>
                </c:pt>
                <c:pt idx="4277">
                  <c:v>493.85</c:v>
                </c:pt>
                <c:pt idx="4278">
                  <c:v>491.9</c:v>
                </c:pt>
                <c:pt idx="4279">
                  <c:v>495.15</c:v>
                </c:pt>
                <c:pt idx="4280">
                  <c:v>495.1</c:v>
                </c:pt>
                <c:pt idx="4281">
                  <c:v>484.5</c:v>
                </c:pt>
                <c:pt idx="4282">
                  <c:v>487.05</c:v>
                </c:pt>
                <c:pt idx="4283">
                  <c:v>501.35</c:v>
                </c:pt>
                <c:pt idx="4284">
                  <c:v>494.8</c:v>
                </c:pt>
                <c:pt idx="4285">
                  <c:v>500.55</c:v>
                </c:pt>
                <c:pt idx="4286">
                  <c:v>504.25</c:v>
                </c:pt>
                <c:pt idx="4287">
                  <c:v>497.5</c:v>
                </c:pt>
                <c:pt idx="4288">
                  <c:v>498.65</c:v>
                </c:pt>
                <c:pt idx="4289">
                  <c:v>500.55</c:v>
                </c:pt>
                <c:pt idx="4290">
                  <c:v>510</c:v>
                </c:pt>
                <c:pt idx="4291">
                  <c:v>513.25</c:v>
                </c:pt>
                <c:pt idx="4292">
                  <c:v>504</c:v>
                </c:pt>
                <c:pt idx="4293">
                  <c:v>507.55</c:v>
                </c:pt>
                <c:pt idx="4294">
                  <c:v>512.25</c:v>
                </c:pt>
                <c:pt idx="4295">
                  <c:v>515.95000000000005</c:v>
                </c:pt>
                <c:pt idx="4296">
                  <c:v>515.70000000000005</c:v>
                </c:pt>
                <c:pt idx="4297">
                  <c:v>507.1</c:v>
                </c:pt>
                <c:pt idx="4298">
                  <c:v>510.65</c:v>
                </c:pt>
                <c:pt idx="4299">
                  <c:v>514.70000000000005</c:v>
                </c:pt>
                <c:pt idx="4300">
                  <c:v>511.9</c:v>
                </c:pt>
                <c:pt idx="4301">
                  <c:v>504.4</c:v>
                </c:pt>
                <c:pt idx="4302">
                  <c:v>510.15</c:v>
                </c:pt>
                <c:pt idx="4303">
                  <c:v>500.75</c:v>
                </c:pt>
                <c:pt idx="4304">
                  <c:v>495.4</c:v>
                </c:pt>
                <c:pt idx="4305">
                  <c:v>492.3</c:v>
                </c:pt>
                <c:pt idx="4306">
                  <c:v>494</c:v>
                </c:pt>
                <c:pt idx="4307">
                  <c:v>498.25</c:v>
                </c:pt>
                <c:pt idx="4308">
                  <c:v>499.75</c:v>
                </c:pt>
                <c:pt idx="4309">
                  <c:v>491.25</c:v>
                </c:pt>
                <c:pt idx="4310">
                  <c:v>491.55</c:v>
                </c:pt>
                <c:pt idx="4311">
                  <c:v>494.3</c:v>
                </c:pt>
                <c:pt idx="4312">
                  <c:v>490.85</c:v>
                </c:pt>
                <c:pt idx="4313">
                  <c:v>496.05</c:v>
                </c:pt>
                <c:pt idx="4314">
                  <c:v>494.25</c:v>
                </c:pt>
                <c:pt idx="4315">
                  <c:v>494.9</c:v>
                </c:pt>
                <c:pt idx="4316">
                  <c:v>496.45</c:v>
                </c:pt>
                <c:pt idx="4317">
                  <c:v>499.95</c:v>
                </c:pt>
                <c:pt idx="4318">
                  <c:v>499.3</c:v>
                </c:pt>
                <c:pt idx="4319">
                  <c:v>502.3</c:v>
                </c:pt>
                <c:pt idx="4320">
                  <c:v>508.9</c:v>
                </c:pt>
                <c:pt idx="4321">
                  <c:v>499.65</c:v>
                </c:pt>
                <c:pt idx="4322">
                  <c:v>504.65</c:v>
                </c:pt>
                <c:pt idx="4323">
                  <c:v>507.05</c:v>
                </c:pt>
                <c:pt idx="4324">
                  <c:v>506.3</c:v>
                </c:pt>
                <c:pt idx="4325">
                  <c:v>515.35</c:v>
                </c:pt>
                <c:pt idx="4326">
                  <c:v>510.55</c:v>
                </c:pt>
                <c:pt idx="4327">
                  <c:v>525.4</c:v>
                </c:pt>
                <c:pt idx="4328">
                  <c:v>519.75</c:v>
                </c:pt>
                <c:pt idx="4329">
                  <c:v>521.20000000000005</c:v>
                </c:pt>
                <c:pt idx="4330">
                  <c:v>526.4</c:v>
                </c:pt>
                <c:pt idx="4331">
                  <c:v>525</c:v>
                </c:pt>
                <c:pt idx="4332">
                  <c:v>536.45000000000005</c:v>
                </c:pt>
                <c:pt idx="4333">
                  <c:v>539</c:v>
                </c:pt>
                <c:pt idx="4334">
                  <c:v>534.6</c:v>
                </c:pt>
                <c:pt idx="4335">
                  <c:v>536.15</c:v>
                </c:pt>
                <c:pt idx="4336">
                  <c:v>535.5</c:v>
                </c:pt>
                <c:pt idx="4337">
                  <c:v>541.15</c:v>
                </c:pt>
                <c:pt idx="4338">
                  <c:v>551.65</c:v>
                </c:pt>
                <c:pt idx="4339">
                  <c:v>555.54999999999995</c:v>
                </c:pt>
                <c:pt idx="4340">
                  <c:v>560.54999999999995</c:v>
                </c:pt>
                <c:pt idx="4341">
                  <c:v>549.4</c:v>
                </c:pt>
                <c:pt idx="4342">
                  <c:v>545.9</c:v>
                </c:pt>
                <c:pt idx="4343">
                  <c:v>536.95000000000005</c:v>
                </c:pt>
                <c:pt idx="4344">
                  <c:v>526.35</c:v>
                </c:pt>
                <c:pt idx="4345">
                  <c:v>259</c:v>
                </c:pt>
                <c:pt idx="4346">
                  <c:v>256.10000000000002</c:v>
                </c:pt>
                <c:pt idx="4347">
                  <c:v>260.85000000000002</c:v>
                </c:pt>
                <c:pt idx="4348">
                  <c:v>255.25</c:v>
                </c:pt>
                <c:pt idx="4349">
                  <c:v>254.55</c:v>
                </c:pt>
                <c:pt idx="4350">
                  <c:v>254.25</c:v>
                </c:pt>
                <c:pt idx="4351">
                  <c:v>255.9</c:v>
                </c:pt>
                <c:pt idx="4352">
                  <c:v>255.05</c:v>
                </c:pt>
                <c:pt idx="4353">
                  <c:v>256.85000000000002</c:v>
                </c:pt>
                <c:pt idx="4354">
                  <c:v>256.55</c:v>
                </c:pt>
                <c:pt idx="4355">
                  <c:v>258.39999999999998</c:v>
                </c:pt>
                <c:pt idx="4356">
                  <c:v>259.3</c:v>
                </c:pt>
                <c:pt idx="4357">
                  <c:v>258.35000000000002</c:v>
                </c:pt>
                <c:pt idx="4358">
                  <c:v>259.60000000000002</c:v>
                </c:pt>
                <c:pt idx="4359">
                  <c:v>260</c:v>
                </c:pt>
                <c:pt idx="4360">
                  <c:v>257.8</c:v>
                </c:pt>
                <c:pt idx="4361">
                  <c:v>257.75</c:v>
                </c:pt>
                <c:pt idx="4362">
                  <c:v>257.7</c:v>
                </c:pt>
                <c:pt idx="4363">
                  <c:v>268.25</c:v>
                </c:pt>
                <c:pt idx="4364">
                  <c:v>263.2</c:v>
                </c:pt>
                <c:pt idx="4365">
                  <c:v>263.8</c:v>
                </c:pt>
                <c:pt idx="4366">
                  <c:v>264.05</c:v>
                </c:pt>
                <c:pt idx="4367">
                  <c:v>259.85000000000002</c:v>
                </c:pt>
                <c:pt idx="4368">
                  <c:v>266.85000000000002</c:v>
                </c:pt>
                <c:pt idx="4369">
                  <c:v>269</c:v>
                </c:pt>
                <c:pt idx="4370">
                  <c:v>271.10000000000002</c:v>
                </c:pt>
                <c:pt idx="4371">
                  <c:v>269.14999999999998</c:v>
                </c:pt>
                <c:pt idx="4372">
                  <c:v>286.05</c:v>
                </c:pt>
                <c:pt idx="4373">
                  <c:v>291.55</c:v>
                </c:pt>
                <c:pt idx="4374">
                  <c:v>289.55</c:v>
                </c:pt>
                <c:pt idx="4375">
                  <c:v>289.35000000000002</c:v>
                </c:pt>
                <c:pt idx="4376">
                  <c:v>289.7</c:v>
                </c:pt>
                <c:pt idx="4377">
                  <c:v>289.05</c:v>
                </c:pt>
                <c:pt idx="4378">
                  <c:v>288.45</c:v>
                </c:pt>
                <c:pt idx="4379">
                  <c:v>294.8</c:v>
                </c:pt>
                <c:pt idx="4380">
                  <c:v>293.8</c:v>
                </c:pt>
                <c:pt idx="4381">
                  <c:v>289.10000000000002</c:v>
                </c:pt>
                <c:pt idx="4382">
                  <c:v>289.39999999999998</c:v>
                </c:pt>
                <c:pt idx="4383">
                  <c:v>287.75</c:v>
                </c:pt>
                <c:pt idx="4384">
                  <c:v>287.39999999999998</c:v>
                </c:pt>
                <c:pt idx="4385">
                  <c:v>286.5</c:v>
                </c:pt>
                <c:pt idx="4386">
                  <c:v>288.14999999999998</c:v>
                </c:pt>
                <c:pt idx="4387">
                  <c:v>289.7</c:v>
                </c:pt>
                <c:pt idx="4388">
                  <c:v>288.5</c:v>
                </c:pt>
                <c:pt idx="4389">
                  <c:v>289.95</c:v>
                </c:pt>
                <c:pt idx="4390">
                  <c:v>288.35000000000002</c:v>
                </c:pt>
                <c:pt idx="4391">
                  <c:v>288.10000000000002</c:v>
                </c:pt>
                <c:pt idx="4392">
                  <c:v>287.7</c:v>
                </c:pt>
                <c:pt idx="4393">
                  <c:v>290.25</c:v>
                </c:pt>
                <c:pt idx="4394">
                  <c:v>290</c:v>
                </c:pt>
                <c:pt idx="4395">
                  <c:v>289.39999999999998</c:v>
                </c:pt>
                <c:pt idx="4396">
                  <c:v>290.7</c:v>
                </c:pt>
                <c:pt idx="4397">
                  <c:v>290.75</c:v>
                </c:pt>
                <c:pt idx="4398">
                  <c:v>291.2</c:v>
                </c:pt>
                <c:pt idx="4399">
                  <c:v>299.10000000000002</c:v>
                </c:pt>
                <c:pt idx="4400">
                  <c:v>296.45</c:v>
                </c:pt>
                <c:pt idx="4401">
                  <c:v>297.3</c:v>
                </c:pt>
                <c:pt idx="4402">
                  <c:v>297.25</c:v>
                </c:pt>
                <c:pt idx="4403">
                  <c:v>297.2</c:v>
                </c:pt>
                <c:pt idx="4404">
                  <c:v>298.95</c:v>
                </c:pt>
                <c:pt idx="4405">
                  <c:v>300.5</c:v>
                </c:pt>
                <c:pt idx="4406">
                  <c:v>301.14999999999998</c:v>
                </c:pt>
                <c:pt idx="4407">
                  <c:v>298.10000000000002</c:v>
                </c:pt>
                <c:pt idx="4408">
                  <c:v>295.89999999999998</c:v>
                </c:pt>
                <c:pt idx="4409">
                  <c:v>283.45</c:v>
                </c:pt>
                <c:pt idx="4410">
                  <c:v>285.75</c:v>
                </c:pt>
                <c:pt idx="4411">
                  <c:v>289.3</c:v>
                </c:pt>
                <c:pt idx="4412">
                  <c:v>289.25</c:v>
                </c:pt>
                <c:pt idx="4413">
                  <c:v>291.89999999999998</c:v>
                </c:pt>
                <c:pt idx="4414">
                  <c:v>291.89999999999998</c:v>
                </c:pt>
                <c:pt idx="4415">
                  <c:v>294.45</c:v>
                </c:pt>
                <c:pt idx="4416">
                  <c:v>291.89999999999998</c:v>
                </c:pt>
                <c:pt idx="4417">
                  <c:v>290.25</c:v>
                </c:pt>
                <c:pt idx="4418">
                  <c:v>288.3</c:v>
                </c:pt>
                <c:pt idx="4419">
                  <c:v>285.89999999999998</c:v>
                </c:pt>
                <c:pt idx="4420">
                  <c:v>280.25</c:v>
                </c:pt>
                <c:pt idx="4421">
                  <c:v>282.95</c:v>
                </c:pt>
                <c:pt idx="4422">
                  <c:v>282.75</c:v>
                </c:pt>
                <c:pt idx="4423">
                  <c:v>283.60000000000002</c:v>
                </c:pt>
                <c:pt idx="4424">
                  <c:v>286.60000000000002</c:v>
                </c:pt>
                <c:pt idx="4425">
                  <c:v>286.8</c:v>
                </c:pt>
                <c:pt idx="4426">
                  <c:v>287</c:v>
                </c:pt>
                <c:pt idx="4427">
                  <c:v>290.64999999999998</c:v>
                </c:pt>
                <c:pt idx="4428">
                  <c:v>293.45</c:v>
                </c:pt>
                <c:pt idx="4429">
                  <c:v>291.89999999999998</c:v>
                </c:pt>
                <c:pt idx="4430">
                  <c:v>290.7</c:v>
                </c:pt>
                <c:pt idx="4431">
                  <c:v>289.85000000000002</c:v>
                </c:pt>
                <c:pt idx="4432">
                  <c:v>294.75</c:v>
                </c:pt>
                <c:pt idx="4433">
                  <c:v>292.05</c:v>
                </c:pt>
                <c:pt idx="4434">
                  <c:v>296.89999999999998</c:v>
                </c:pt>
                <c:pt idx="4435">
                  <c:v>296.8</c:v>
                </c:pt>
                <c:pt idx="4436">
                  <c:v>298.89999999999998</c:v>
                </c:pt>
                <c:pt idx="4437">
                  <c:v>302.3</c:v>
                </c:pt>
                <c:pt idx="4438">
                  <c:v>296.95</c:v>
                </c:pt>
                <c:pt idx="4439">
                  <c:v>293.25</c:v>
                </c:pt>
                <c:pt idx="4440">
                  <c:v>294.05</c:v>
                </c:pt>
                <c:pt idx="4441">
                  <c:v>293.55</c:v>
                </c:pt>
                <c:pt idx="4442">
                  <c:v>293.25</c:v>
                </c:pt>
                <c:pt idx="4443">
                  <c:v>294.55</c:v>
                </c:pt>
                <c:pt idx="4444">
                  <c:v>299.85000000000002</c:v>
                </c:pt>
                <c:pt idx="4445">
                  <c:v>302.25</c:v>
                </c:pt>
                <c:pt idx="4446">
                  <c:v>302.39999999999998</c:v>
                </c:pt>
                <c:pt idx="4447">
                  <c:v>302.5</c:v>
                </c:pt>
                <c:pt idx="4448">
                  <c:v>302.64999999999998</c:v>
                </c:pt>
                <c:pt idx="4449">
                  <c:v>298.60000000000002</c:v>
                </c:pt>
                <c:pt idx="4450">
                  <c:v>298.5</c:v>
                </c:pt>
                <c:pt idx="4451">
                  <c:v>296.5</c:v>
                </c:pt>
                <c:pt idx="4452">
                  <c:v>297.64999999999998</c:v>
                </c:pt>
                <c:pt idx="4453">
                  <c:v>295.14999999999998</c:v>
                </c:pt>
                <c:pt idx="4454">
                  <c:v>294.35000000000002</c:v>
                </c:pt>
                <c:pt idx="4455">
                  <c:v>294</c:v>
                </c:pt>
                <c:pt idx="4456">
                  <c:v>294.3</c:v>
                </c:pt>
                <c:pt idx="4457">
                  <c:v>293.55</c:v>
                </c:pt>
                <c:pt idx="4458">
                  <c:v>292.7</c:v>
                </c:pt>
                <c:pt idx="4459">
                  <c:v>294.8</c:v>
                </c:pt>
                <c:pt idx="4460">
                  <c:v>294.85000000000002</c:v>
                </c:pt>
                <c:pt idx="4461">
                  <c:v>298.64999999999998</c:v>
                </c:pt>
                <c:pt idx="4462">
                  <c:v>291.89999999999998</c:v>
                </c:pt>
                <c:pt idx="4463">
                  <c:v>289.39999999999998</c:v>
                </c:pt>
                <c:pt idx="4464">
                  <c:v>289.95</c:v>
                </c:pt>
                <c:pt idx="4465">
                  <c:v>283.45</c:v>
                </c:pt>
                <c:pt idx="4466">
                  <c:v>282.5</c:v>
                </c:pt>
                <c:pt idx="4467">
                  <c:v>281.2</c:v>
                </c:pt>
                <c:pt idx="4468">
                  <c:v>282.89999999999998</c:v>
                </c:pt>
                <c:pt idx="4469">
                  <c:v>289.39999999999998</c:v>
                </c:pt>
                <c:pt idx="4470">
                  <c:v>287.8</c:v>
                </c:pt>
                <c:pt idx="4471">
                  <c:v>287.2</c:v>
                </c:pt>
                <c:pt idx="4472">
                  <c:v>288.60000000000002</c:v>
                </c:pt>
                <c:pt idx="4473">
                  <c:v>289.7</c:v>
                </c:pt>
                <c:pt idx="4474">
                  <c:v>295.8</c:v>
                </c:pt>
                <c:pt idx="4475">
                  <c:v>292.39999999999998</c:v>
                </c:pt>
                <c:pt idx="4476">
                  <c:v>296.5</c:v>
                </c:pt>
                <c:pt idx="4477">
                  <c:v>297.75</c:v>
                </c:pt>
                <c:pt idx="4478">
                  <c:v>301.60000000000002</c:v>
                </c:pt>
                <c:pt idx="4479">
                  <c:v>302.89999999999998</c:v>
                </c:pt>
                <c:pt idx="4480">
                  <c:v>306.60000000000002</c:v>
                </c:pt>
                <c:pt idx="4481">
                  <c:v>308</c:v>
                </c:pt>
                <c:pt idx="4482">
                  <c:v>314.25</c:v>
                </c:pt>
                <c:pt idx="4483">
                  <c:v>316.55</c:v>
                </c:pt>
                <c:pt idx="4484">
                  <c:v>318.7</c:v>
                </c:pt>
                <c:pt idx="4485">
                  <c:v>309.95</c:v>
                </c:pt>
                <c:pt idx="4486">
                  <c:v>311.64999999999998</c:v>
                </c:pt>
                <c:pt idx="4487">
                  <c:v>309.55</c:v>
                </c:pt>
                <c:pt idx="4488">
                  <c:v>311.14999999999998</c:v>
                </c:pt>
                <c:pt idx="4489">
                  <c:v>317.2</c:v>
                </c:pt>
                <c:pt idx="4490">
                  <c:v>326.7</c:v>
                </c:pt>
                <c:pt idx="4491">
                  <c:v>321.10000000000002</c:v>
                </c:pt>
                <c:pt idx="4492">
                  <c:v>318.8</c:v>
                </c:pt>
                <c:pt idx="4493">
                  <c:v>315</c:v>
                </c:pt>
                <c:pt idx="4494">
                  <c:v>331.95</c:v>
                </c:pt>
                <c:pt idx="4495">
                  <c:v>325.7</c:v>
                </c:pt>
                <c:pt idx="4496">
                  <c:v>325.35000000000002</c:v>
                </c:pt>
                <c:pt idx="4497">
                  <c:v>328.95</c:v>
                </c:pt>
                <c:pt idx="4498">
                  <c:v>321.55</c:v>
                </c:pt>
                <c:pt idx="4499">
                  <c:v>315.25</c:v>
                </c:pt>
                <c:pt idx="4500">
                  <c:v>313.95</c:v>
                </c:pt>
                <c:pt idx="4501">
                  <c:v>311.95</c:v>
                </c:pt>
                <c:pt idx="4502">
                  <c:v>311.14999999999998</c:v>
                </c:pt>
                <c:pt idx="4503">
                  <c:v>307.3</c:v>
                </c:pt>
                <c:pt idx="4504">
                  <c:v>304.7</c:v>
                </c:pt>
                <c:pt idx="4505">
                  <c:v>300.75</c:v>
                </c:pt>
                <c:pt idx="4506">
                  <c:v>300.60000000000002</c:v>
                </c:pt>
                <c:pt idx="4507">
                  <c:v>298.75</c:v>
                </c:pt>
                <c:pt idx="4508">
                  <c:v>294.64999999999998</c:v>
                </c:pt>
                <c:pt idx="4509">
                  <c:v>289.35000000000002</c:v>
                </c:pt>
                <c:pt idx="4510">
                  <c:v>289.8</c:v>
                </c:pt>
                <c:pt idx="4511">
                  <c:v>285</c:v>
                </c:pt>
                <c:pt idx="4512">
                  <c:v>288.95</c:v>
                </c:pt>
                <c:pt idx="4513">
                  <c:v>293.45</c:v>
                </c:pt>
                <c:pt idx="4514">
                  <c:v>292.5</c:v>
                </c:pt>
                <c:pt idx="4515">
                  <c:v>291</c:v>
                </c:pt>
                <c:pt idx="4516">
                  <c:v>289.95</c:v>
                </c:pt>
                <c:pt idx="4517">
                  <c:v>291.45</c:v>
                </c:pt>
                <c:pt idx="4518">
                  <c:v>292.2</c:v>
                </c:pt>
                <c:pt idx="4519">
                  <c:v>292.64999999999998</c:v>
                </c:pt>
                <c:pt idx="4520">
                  <c:v>295</c:v>
                </c:pt>
                <c:pt idx="4521">
                  <c:v>291.60000000000002</c:v>
                </c:pt>
                <c:pt idx="4522">
                  <c:v>291.75</c:v>
                </c:pt>
                <c:pt idx="4523">
                  <c:v>292.8</c:v>
                </c:pt>
                <c:pt idx="4524">
                  <c:v>292.5</c:v>
                </c:pt>
                <c:pt idx="4525">
                  <c:v>290.95</c:v>
                </c:pt>
                <c:pt idx="4526">
                  <c:v>286.95</c:v>
                </c:pt>
                <c:pt idx="4527">
                  <c:v>285.35000000000002</c:v>
                </c:pt>
                <c:pt idx="4528">
                  <c:v>285.2</c:v>
                </c:pt>
                <c:pt idx="4529">
                  <c:v>285.05</c:v>
                </c:pt>
                <c:pt idx="4530">
                  <c:v>290.7</c:v>
                </c:pt>
                <c:pt idx="4531">
                  <c:v>296.60000000000002</c:v>
                </c:pt>
                <c:pt idx="4532">
                  <c:v>293.85000000000002</c:v>
                </c:pt>
                <c:pt idx="4533">
                  <c:v>293.39999999999998</c:v>
                </c:pt>
                <c:pt idx="4534">
                  <c:v>295.75</c:v>
                </c:pt>
                <c:pt idx="4535">
                  <c:v>288.64999999999998</c:v>
                </c:pt>
                <c:pt idx="4536">
                  <c:v>293.60000000000002</c:v>
                </c:pt>
                <c:pt idx="4537">
                  <c:v>295.25</c:v>
                </c:pt>
                <c:pt idx="4538">
                  <c:v>288.45</c:v>
                </c:pt>
                <c:pt idx="4539">
                  <c:v>284.64999999999998</c:v>
                </c:pt>
                <c:pt idx="4540">
                  <c:v>274</c:v>
                </c:pt>
                <c:pt idx="4541">
                  <c:v>274.05</c:v>
                </c:pt>
                <c:pt idx="4542">
                  <c:v>281.14999999999998</c:v>
                </c:pt>
                <c:pt idx="4543">
                  <c:v>289.64999999999998</c:v>
                </c:pt>
                <c:pt idx="4544">
                  <c:v>283.89999999999998</c:v>
                </c:pt>
                <c:pt idx="4545">
                  <c:v>281.60000000000002</c:v>
                </c:pt>
                <c:pt idx="4546">
                  <c:v>286.25</c:v>
                </c:pt>
                <c:pt idx="4547">
                  <c:v>283.95</c:v>
                </c:pt>
                <c:pt idx="4548">
                  <c:v>285.05</c:v>
                </c:pt>
                <c:pt idx="4549">
                  <c:v>286</c:v>
                </c:pt>
                <c:pt idx="4550">
                  <c:v>285.7</c:v>
                </c:pt>
                <c:pt idx="4551">
                  <c:v>286.85000000000002</c:v>
                </c:pt>
                <c:pt idx="4552">
                  <c:v>294.14999999999998</c:v>
                </c:pt>
                <c:pt idx="4553">
                  <c:v>289.89999999999998</c:v>
                </c:pt>
                <c:pt idx="4554">
                  <c:v>284.75</c:v>
                </c:pt>
                <c:pt idx="4555">
                  <c:v>292.64999999999998</c:v>
                </c:pt>
                <c:pt idx="4556">
                  <c:v>292.45</c:v>
                </c:pt>
                <c:pt idx="4557">
                  <c:v>298.05</c:v>
                </c:pt>
                <c:pt idx="4558">
                  <c:v>297.35000000000002</c:v>
                </c:pt>
                <c:pt idx="4559">
                  <c:v>286.95</c:v>
                </c:pt>
                <c:pt idx="4560">
                  <c:v>287.14999999999998</c:v>
                </c:pt>
                <c:pt idx="4561">
                  <c:v>281.35000000000002</c:v>
                </c:pt>
                <c:pt idx="4562">
                  <c:v>276.14999999999998</c:v>
                </c:pt>
                <c:pt idx="4563">
                  <c:v>278.75</c:v>
                </c:pt>
                <c:pt idx="4564">
                  <c:v>275.55</c:v>
                </c:pt>
                <c:pt idx="4565">
                  <c:v>271.45</c:v>
                </c:pt>
                <c:pt idx="4566">
                  <c:v>269.89999999999998</c:v>
                </c:pt>
                <c:pt idx="4567">
                  <c:v>274.75</c:v>
                </c:pt>
                <c:pt idx="4568">
                  <c:v>272.75</c:v>
                </c:pt>
                <c:pt idx="4569">
                  <c:v>270.25</c:v>
                </c:pt>
                <c:pt idx="4570">
                  <c:v>270.45</c:v>
                </c:pt>
                <c:pt idx="4571">
                  <c:v>272.64999999999998</c:v>
                </c:pt>
                <c:pt idx="4572">
                  <c:v>272.35000000000002</c:v>
                </c:pt>
                <c:pt idx="4573">
                  <c:v>271</c:v>
                </c:pt>
                <c:pt idx="4574">
                  <c:v>274.7</c:v>
                </c:pt>
                <c:pt idx="4575">
                  <c:v>278.35000000000002</c:v>
                </c:pt>
                <c:pt idx="4576">
                  <c:v>268.89999999999998</c:v>
                </c:pt>
                <c:pt idx="4577">
                  <c:v>264.85000000000002</c:v>
                </c:pt>
                <c:pt idx="4578">
                  <c:v>264.95</c:v>
                </c:pt>
                <c:pt idx="4579">
                  <c:v>263.45</c:v>
                </c:pt>
                <c:pt idx="4580">
                  <c:v>264.35000000000002</c:v>
                </c:pt>
                <c:pt idx="4581">
                  <c:v>264.60000000000002</c:v>
                </c:pt>
                <c:pt idx="4582">
                  <c:v>263.3</c:v>
                </c:pt>
                <c:pt idx="4583">
                  <c:v>263</c:v>
                </c:pt>
                <c:pt idx="4584">
                  <c:v>260.85000000000002</c:v>
                </c:pt>
                <c:pt idx="4585">
                  <c:v>261.89999999999998</c:v>
                </c:pt>
                <c:pt idx="4586">
                  <c:v>260.60000000000002</c:v>
                </c:pt>
                <c:pt idx="4587">
                  <c:v>260.14999999999998</c:v>
                </c:pt>
                <c:pt idx="4588">
                  <c:v>255.25</c:v>
                </c:pt>
                <c:pt idx="4589">
                  <c:v>259.25</c:v>
                </c:pt>
                <c:pt idx="4590">
                  <c:v>264.60000000000002</c:v>
                </c:pt>
                <c:pt idx="4591">
                  <c:v>264</c:v>
                </c:pt>
                <c:pt idx="4592">
                  <c:v>264.39999999999998</c:v>
                </c:pt>
                <c:pt idx="4593">
                  <c:v>266.45</c:v>
                </c:pt>
                <c:pt idx="4594">
                  <c:v>268.8</c:v>
                </c:pt>
                <c:pt idx="4595">
                  <c:v>266.39999999999998</c:v>
                </c:pt>
                <c:pt idx="4596">
                  <c:v>266.89999999999998</c:v>
                </c:pt>
                <c:pt idx="4597">
                  <c:v>265.75</c:v>
                </c:pt>
                <c:pt idx="4598">
                  <c:v>261</c:v>
                </c:pt>
                <c:pt idx="4599">
                  <c:v>259.7</c:v>
                </c:pt>
                <c:pt idx="4600">
                  <c:v>258.64999999999998</c:v>
                </c:pt>
                <c:pt idx="4601">
                  <c:v>258.25</c:v>
                </c:pt>
                <c:pt idx="4602">
                  <c:v>257.5</c:v>
                </c:pt>
                <c:pt idx="4603">
                  <c:v>257.60000000000002</c:v>
                </c:pt>
                <c:pt idx="4604">
                  <c:v>256.05</c:v>
                </c:pt>
                <c:pt idx="4605">
                  <c:v>257.10000000000002</c:v>
                </c:pt>
                <c:pt idx="4606">
                  <c:v>261.5</c:v>
                </c:pt>
                <c:pt idx="4607">
                  <c:v>260.60000000000002</c:v>
                </c:pt>
                <c:pt idx="4608">
                  <c:v>261.89999999999998</c:v>
                </c:pt>
                <c:pt idx="4609">
                  <c:v>261.95</c:v>
                </c:pt>
                <c:pt idx="4610">
                  <c:v>264.10000000000002</c:v>
                </c:pt>
                <c:pt idx="4611">
                  <c:v>262.8</c:v>
                </c:pt>
                <c:pt idx="4612">
                  <c:v>264.95</c:v>
                </c:pt>
                <c:pt idx="4613">
                  <c:v>270.60000000000002</c:v>
                </c:pt>
                <c:pt idx="4614">
                  <c:v>272.10000000000002</c:v>
                </c:pt>
                <c:pt idx="4615">
                  <c:v>279.45</c:v>
                </c:pt>
                <c:pt idx="4616">
                  <c:v>280.85000000000002</c:v>
                </c:pt>
                <c:pt idx="4617">
                  <c:v>283.10000000000002</c:v>
                </c:pt>
                <c:pt idx="4618">
                  <c:v>283.89999999999998</c:v>
                </c:pt>
                <c:pt idx="4619">
                  <c:v>284.8</c:v>
                </c:pt>
                <c:pt idx="4620">
                  <c:v>285.8</c:v>
                </c:pt>
                <c:pt idx="4621">
                  <c:v>283</c:v>
                </c:pt>
                <c:pt idx="4622">
                  <c:v>276.45</c:v>
                </c:pt>
                <c:pt idx="4623">
                  <c:v>272.95</c:v>
                </c:pt>
                <c:pt idx="4624">
                  <c:v>274.7</c:v>
                </c:pt>
                <c:pt idx="4625">
                  <c:v>271.39999999999998</c:v>
                </c:pt>
                <c:pt idx="4626">
                  <c:v>274.5</c:v>
                </c:pt>
                <c:pt idx="4627">
                  <c:v>273.14999999999998</c:v>
                </c:pt>
                <c:pt idx="4628">
                  <c:v>276.39999999999998</c:v>
                </c:pt>
                <c:pt idx="4629">
                  <c:v>277.35000000000002</c:v>
                </c:pt>
                <c:pt idx="4630">
                  <c:v>279.10000000000002</c:v>
                </c:pt>
                <c:pt idx="4631">
                  <c:v>278</c:v>
                </c:pt>
                <c:pt idx="4632">
                  <c:v>277.05</c:v>
                </c:pt>
                <c:pt idx="4633">
                  <c:v>277.45</c:v>
                </c:pt>
                <c:pt idx="4634">
                  <c:v>278.5</c:v>
                </c:pt>
                <c:pt idx="4635">
                  <c:v>278.7</c:v>
                </c:pt>
                <c:pt idx="4636">
                  <c:v>278.85000000000002</c:v>
                </c:pt>
                <c:pt idx="4637">
                  <c:v>281.85000000000002</c:v>
                </c:pt>
                <c:pt idx="4638">
                  <c:v>285.05</c:v>
                </c:pt>
                <c:pt idx="4639">
                  <c:v>279.45</c:v>
                </c:pt>
                <c:pt idx="4640">
                  <c:v>280.05</c:v>
                </c:pt>
                <c:pt idx="4641">
                  <c:v>285.05</c:v>
                </c:pt>
                <c:pt idx="4642">
                  <c:v>288.95</c:v>
                </c:pt>
                <c:pt idx="4643">
                  <c:v>289.75</c:v>
                </c:pt>
                <c:pt idx="4644">
                  <c:v>292.14999999999998</c:v>
                </c:pt>
                <c:pt idx="4645">
                  <c:v>295.85000000000002</c:v>
                </c:pt>
                <c:pt idx="4646">
                  <c:v>295.60000000000002</c:v>
                </c:pt>
                <c:pt idx="4647">
                  <c:v>296.75</c:v>
                </c:pt>
                <c:pt idx="4648">
                  <c:v>298.95</c:v>
                </c:pt>
                <c:pt idx="4649">
                  <c:v>301.25</c:v>
                </c:pt>
                <c:pt idx="4650">
                  <c:v>308.35000000000002</c:v>
                </c:pt>
                <c:pt idx="4651">
                  <c:v>313.35000000000002</c:v>
                </c:pt>
                <c:pt idx="4652">
                  <c:v>318.85000000000002</c:v>
                </c:pt>
                <c:pt idx="4653">
                  <c:v>321.2</c:v>
                </c:pt>
                <c:pt idx="4654">
                  <c:v>324.7</c:v>
                </c:pt>
                <c:pt idx="4655">
                  <c:v>325</c:v>
                </c:pt>
                <c:pt idx="4656">
                  <c:v>323.95</c:v>
                </c:pt>
                <c:pt idx="4657">
                  <c:v>328.75</c:v>
                </c:pt>
                <c:pt idx="4658">
                  <c:v>330.2</c:v>
                </c:pt>
                <c:pt idx="4659">
                  <c:v>329.9</c:v>
                </c:pt>
                <c:pt idx="4660">
                  <c:v>332.55</c:v>
                </c:pt>
                <c:pt idx="4661">
                  <c:v>332.7</c:v>
                </c:pt>
                <c:pt idx="4662">
                  <c:v>335.2</c:v>
                </c:pt>
                <c:pt idx="4663">
                  <c:v>332.7</c:v>
                </c:pt>
                <c:pt idx="4664">
                  <c:v>328.3</c:v>
                </c:pt>
                <c:pt idx="4665">
                  <c:v>319.25</c:v>
                </c:pt>
                <c:pt idx="4666">
                  <c:v>318.95</c:v>
                </c:pt>
                <c:pt idx="4667">
                  <c:v>324</c:v>
                </c:pt>
                <c:pt idx="4668">
                  <c:v>330.15</c:v>
                </c:pt>
                <c:pt idx="4669">
                  <c:v>327.5</c:v>
                </c:pt>
                <c:pt idx="4670">
                  <c:v>325.64999999999998</c:v>
                </c:pt>
                <c:pt idx="4671">
                  <c:v>325.3</c:v>
                </c:pt>
                <c:pt idx="4672">
                  <c:v>317.5</c:v>
                </c:pt>
                <c:pt idx="4673">
                  <c:v>321.64999999999998</c:v>
                </c:pt>
                <c:pt idx="4674">
                  <c:v>315.95</c:v>
                </c:pt>
                <c:pt idx="4675">
                  <c:v>313.05</c:v>
                </c:pt>
                <c:pt idx="4676">
                  <c:v>316.3</c:v>
                </c:pt>
                <c:pt idx="4677">
                  <c:v>319.95</c:v>
                </c:pt>
                <c:pt idx="4678">
                  <c:v>319.05</c:v>
                </c:pt>
                <c:pt idx="4679">
                  <c:v>323.14999999999998</c:v>
                </c:pt>
                <c:pt idx="4680">
                  <c:v>323.14999999999998</c:v>
                </c:pt>
                <c:pt idx="4681">
                  <c:v>322.2</c:v>
                </c:pt>
                <c:pt idx="4682">
                  <c:v>309.10000000000002</c:v>
                </c:pt>
                <c:pt idx="4683">
                  <c:v>308.8</c:v>
                </c:pt>
                <c:pt idx="4684">
                  <c:v>318.55</c:v>
                </c:pt>
                <c:pt idx="4685">
                  <c:v>320.60000000000002</c:v>
                </c:pt>
                <c:pt idx="4686">
                  <c:v>329.5</c:v>
                </c:pt>
                <c:pt idx="4687">
                  <c:v>327.5</c:v>
                </c:pt>
                <c:pt idx="4688">
                  <c:v>331.2</c:v>
                </c:pt>
                <c:pt idx="4689">
                  <c:v>329.65</c:v>
                </c:pt>
                <c:pt idx="4690">
                  <c:v>318.39999999999998</c:v>
                </c:pt>
                <c:pt idx="4691">
                  <c:v>324.10000000000002</c:v>
                </c:pt>
                <c:pt idx="4692">
                  <c:v>324.89999999999998</c:v>
                </c:pt>
                <c:pt idx="4693">
                  <c:v>325.35000000000002</c:v>
                </c:pt>
                <c:pt idx="4694">
                  <c:v>324.85000000000002</c:v>
                </c:pt>
                <c:pt idx="4695">
                  <c:v>323.35000000000002</c:v>
                </c:pt>
                <c:pt idx="4696">
                  <c:v>326.14999999999998</c:v>
                </c:pt>
                <c:pt idx="4697">
                  <c:v>324.55</c:v>
                </c:pt>
                <c:pt idx="4698">
                  <c:v>323.14999999999998</c:v>
                </c:pt>
                <c:pt idx="4699">
                  <c:v>326.2</c:v>
                </c:pt>
                <c:pt idx="4700">
                  <c:v>332.85</c:v>
                </c:pt>
                <c:pt idx="4701">
                  <c:v>321.3</c:v>
                </c:pt>
                <c:pt idx="4702">
                  <c:v>314.14999999999998</c:v>
                </c:pt>
                <c:pt idx="4703">
                  <c:v>307.10000000000002</c:v>
                </c:pt>
                <c:pt idx="4704">
                  <c:v>318.45</c:v>
                </c:pt>
                <c:pt idx="4705">
                  <c:v>312.05</c:v>
                </c:pt>
                <c:pt idx="4706">
                  <c:v>310.3</c:v>
                </c:pt>
                <c:pt idx="4707">
                  <c:v>314.89999999999998</c:v>
                </c:pt>
                <c:pt idx="4708">
                  <c:v>324.64999999999998</c:v>
                </c:pt>
                <c:pt idx="4709">
                  <c:v>328.25</c:v>
                </c:pt>
                <c:pt idx="4710">
                  <c:v>334.95</c:v>
                </c:pt>
                <c:pt idx="4711">
                  <c:v>336.45</c:v>
                </c:pt>
                <c:pt idx="4712">
                  <c:v>331.65</c:v>
                </c:pt>
                <c:pt idx="4713">
                  <c:v>333.3</c:v>
                </c:pt>
                <c:pt idx="4714">
                  <c:v>326.60000000000002</c:v>
                </c:pt>
                <c:pt idx="4715">
                  <c:v>328</c:v>
                </c:pt>
                <c:pt idx="4716">
                  <c:v>330.05</c:v>
                </c:pt>
                <c:pt idx="4717">
                  <c:v>338.65</c:v>
                </c:pt>
                <c:pt idx="4718">
                  <c:v>333.1</c:v>
                </c:pt>
                <c:pt idx="4719">
                  <c:v>339.6</c:v>
                </c:pt>
                <c:pt idx="4720">
                  <c:v>335.05</c:v>
                </c:pt>
                <c:pt idx="4721">
                  <c:v>340.7</c:v>
                </c:pt>
                <c:pt idx="4722">
                  <c:v>333.25</c:v>
                </c:pt>
                <c:pt idx="4723">
                  <c:v>322.10000000000002</c:v>
                </c:pt>
                <c:pt idx="4724">
                  <c:v>326.7</c:v>
                </c:pt>
                <c:pt idx="4725">
                  <c:v>326.14999999999998</c:v>
                </c:pt>
                <c:pt idx="4726">
                  <c:v>327.45</c:v>
                </c:pt>
                <c:pt idx="4727">
                  <c:v>330.05</c:v>
                </c:pt>
                <c:pt idx="4728">
                  <c:v>330.85</c:v>
                </c:pt>
                <c:pt idx="4729">
                  <c:v>326.64999999999998</c:v>
                </c:pt>
                <c:pt idx="4730">
                  <c:v>325.55</c:v>
                </c:pt>
                <c:pt idx="4731">
                  <c:v>325.5</c:v>
                </c:pt>
                <c:pt idx="4732">
                  <c:v>324.45</c:v>
                </c:pt>
                <c:pt idx="4733">
                  <c:v>324.25</c:v>
                </c:pt>
                <c:pt idx="4734">
                  <c:v>325.55</c:v>
                </c:pt>
                <c:pt idx="4735">
                  <c:v>329</c:v>
                </c:pt>
                <c:pt idx="4736">
                  <c:v>325.75</c:v>
                </c:pt>
                <c:pt idx="4737">
                  <c:v>328.7</c:v>
                </c:pt>
                <c:pt idx="4738">
                  <c:v>312.55</c:v>
                </c:pt>
                <c:pt idx="4739">
                  <c:v>329.8</c:v>
                </c:pt>
                <c:pt idx="4740">
                  <c:v>336.55</c:v>
                </c:pt>
                <c:pt idx="4741">
                  <c:v>335.4</c:v>
                </c:pt>
                <c:pt idx="4742">
                  <c:v>346.15</c:v>
                </c:pt>
                <c:pt idx="4743">
                  <c:v>337.8</c:v>
                </c:pt>
                <c:pt idx="4744">
                  <c:v>346.5</c:v>
                </c:pt>
                <c:pt idx="4745">
                  <c:v>351.55</c:v>
                </c:pt>
                <c:pt idx="4746">
                  <c:v>351.75</c:v>
                </c:pt>
                <c:pt idx="4747">
                  <c:v>353.45</c:v>
                </c:pt>
                <c:pt idx="4748">
                  <c:v>355.15</c:v>
                </c:pt>
                <c:pt idx="4749">
                  <c:v>359.4</c:v>
                </c:pt>
                <c:pt idx="4750">
                  <c:v>363.25</c:v>
                </c:pt>
                <c:pt idx="4751">
                  <c:v>369.2</c:v>
                </c:pt>
                <c:pt idx="4752">
                  <c:v>371.55</c:v>
                </c:pt>
                <c:pt idx="4753">
                  <c:v>371.25</c:v>
                </c:pt>
                <c:pt idx="4754">
                  <c:v>368.45</c:v>
                </c:pt>
                <c:pt idx="4755">
                  <c:v>372.2</c:v>
                </c:pt>
                <c:pt idx="4756">
                  <c:v>373.6</c:v>
                </c:pt>
                <c:pt idx="4757">
                  <c:v>372.7</c:v>
                </c:pt>
                <c:pt idx="4758">
                  <c:v>373.05</c:v>
                </c:pt>
                <c:pt idx="4759">
                  <c:v>375</c:v>
                </c:pt>
                <c:pt idx="4760">
                  <c:v>377.45</c:v>
                </c:pt>
                <c:pt idx="4761">
                  <c:v>375.1</c:v>
                </c:pt>
                <c:pt idx="4762">
                  <c:v>376.1</c:v>
                </c:pt>
                <c:pt idx="4763">
                  <c:v>375.6</c:v>
                </c:pt>
                <c:pt idx="4764">
                  <c:v>363.45</c:v>
                </c:pt>
                <c:pt idx="4765">
                  <c:v>372.2</c:v>
                </c:pt>
                <c:pt idx="4766">
                  <c:v>374.55</c:v>
                </c:pt>
                <c:pt idx="4767">
                  <c:v>378.75</c:v>
                </c:pt>
                <c:pt idx="4768">
                  <c:v>385.4</c:v>
                </c:pt>
                <c:pt idx="4769">
                  <c:v>387.65</c:v>
                </c:pt>
                <c:pt idx="4770">
                  <c:v>374.4</c:v>
                </c:pt>
                <c:pt idx="4771">
                  <c:v>368.9</c:v>
                </c:pt>
                <c:pt idx="4772">
                  <c:v>375.7</c:v>
                </c:pt>
                <c:pt idx="4773">
                  <c:v>363.6</c:v>
                </c:pt>
                <c:pt idx="4774">
                  <c:v>277.45</c:v>
                </c:pt>
                <c:pt idx="4775">
                  <c:v>268.85000000000002</c:v>
                </c:pt>
                <c:pt idx="4776">
                  <c:v>257.7</c:v>
                </c:pt>
                <c:pt idx="4777">
                  <c:v>259.75</c:v>
                </c:pt>
                <c:pt idx="4778">
                  <c:v>261.35000000000002</c:v>
                </c:pt>
                <c:pt idx="4779">
                  <c:v>257.89999999999998</c:v>
                </c:pt>
                <c:pt idx="4780">
                  <c:v>256.85000000000002</c:v>
                </c:pt>
                <c:pt idx="4781">
                  <c:v>263.45</c:v>
                </c:pt>
                <c:pt idx="4782">
                  <c:v>257.60000000000002</c:v>
                </c:pt>
                <c:pt idx="4783">
                  <c:v>257.45</c:v>
                </c:pt>
                <c:pt idx="4784">
                  <c:v>261.55</c:v>
                </c:pt>
                <c:pt idx="4785">
                  <c:v>260.55</c:v>
                </c:pt>
                <c:pt idx="4786">
                  <c:v>256.5</c:v>
                </c:pt>
                <c:pt idx="4787">
                  <c:v>255</c:v>
                </c:pt>
                <c:pt idx="4788">
                  <c:v>254.55</c:v>
                </c:pt>
                <c:pt idx="4789">
                  <c:v>254.75</c:v>
                </c:pt>
                <c:pt idx="4790">
                  <c:v>254.8</c:v>
                </c:pt>
                <c:pt idx="4791">
                  <c:v>261.64999999999998</c:v>
                </c:pt>
                <c:pt idx="4792">
                  <c:v>261.64999999999998</c:v>
                </c:pt>
                <c:pt idx="4793">
                  <c:v>261.64999999999998</c:v>
                </c:pt>
                <c:pt idx="4794">
                  <c:v>259.05</c:v>
                </c:pt>
                <c:pt idx="4795">
                  <c:v>262.10000000000002</c:v>
                </c:pt>
                <c:pt idx="4796">
                  <c:v>263.7</c:v>
                </c:pt>
                <c:pt idx="4797">
                  <c:v>273.8</c:v>
                </c:pt>
                <c:pt idx="4798">
                  <c:v>281</c:v>
                </c:pt>
                <c:pt idx="4799">
                  <c:v>281.3</c:v>
                </c:pt>
                <c:pt idx="4800">
                  <c:v>283.39999999999998</c:v>
                </c:pt>
                <c:pt idx="4801">
                  <c:v>287.7</c:v>
                </c:pt>
                <c:pt idx="4802">
                  <c:v>280.89999999999998</c:v>
                </c:pt>
                <c:pt idx="4803">
                  <c:v>284.8</c:v>
                </c:pt>
                <c:pt idx="4804">
                  <c:v>288.25</c:v>
                </c:pt>
                <c:pt idx="4805">
                  <c:v>291.10000000000002</c:v>
                </c:pt>
                <c:pt idx="4806">
                  <c:v>293.05</c:v>
                </c:pt>
                <c:pt idx="4807">
                  <c:v>295.2</c:v>
                </c:pt>
                <c:pt idx="4808">
                  <c:v>294.8</c:v>
                </c:pt>
                <c:pt idx="4809">
                  <c:v>298.55</c:v>
                </c:pt>
                <c:pt idx="4810">
                  <c:v>293.64999999999998</c:v>
                </c:pt>
                <c:pt idx="4811">
                  <c:v>290.89999999999998</c:v>
                </c:pt>
                <c:pt idx="4812">
                  <c:v>290.85000000000002</c:v>
                </c:pt>
                <c:pt idx="4813">
                  <c:v>293.85000000000002</c:v>
                </c:pt>
                <c:pt idx="4814">
                  <c:v>290.85000000000002</c:v>
                </c:pt>
                <c:pt idx="4815">
                  <c:v>291.05</c:v>
                </c:pt>
                <c:pt idx="4816">
                  <c:v>290.35000000000002</c:v>
                </c:pt>
                <c:pt idx="4817">
                  <c:v>289.10000000000002</c:v>
                </c:pt>
                <c:pt idx="4818">
                  <c:v>284.60000000000002</c:v>
                </c:pt>
                <c:pt idx="4819">
                  <c:v>283</c:v>
                </c:pt>
                <c:pt idx="4820">
                  <c:v>285.35000000000002</c:v>
                </c:pt>
                <c:pt idx="4821">
                  <c:v>286.39999999999998</c:v>
                </c:pt>
                <c:pt idx="4822">
                  <c:v>290.25</c:v>
                </c:pt>
                <c:pt idx="4823">
                  <c:v>286.89999999999998</c:v>
                </c:pt>
                <c:pt idx="4824">
                  <c:v>283.10000000000002</c:v>
                </c:pt>
                <c:pt idx="4825">
                  <c:v>282.2</c:v>
                </c:pt>
                <c:pt idx="4826">
                  <c:v>282.89999999999998</c:v>
                </c:pt>
                <c:pt idx="4827">
                  <c:v>280.5</c:v>
                </c:pt>
                <c:pt idx="4828">
                  <c:v>282.95</c:v>
                </c:pt>
                <c:pt idx="4829">
                  <c:v>285.7</c:v>
                </c:pt>
                <c:pt idx="4830">
                  <c:v>288</c:v>
                </c:pt>
                <c:pt idx="4831">
                  <c:v>286.39999999999998</c:v>
                </c:pt>
                <c:pt idx="4832">
                  <c:v>291.3</c:v>
                </c:pt>
                <c:pt idx="4833">
                  <c:v>293.75</c:v>
                </c:pt>
                <c:pt idx="4834">
                  <c:v>291.5</c:v>
                </c:pt>
                <c:pt idx="4835">
                  <c:v>295.05</c:v>
                </c:pt>
                <c:pt idx="4836">
                  <c:v>297.10000000000002</c:v>
                </c:pt>
                <c:pt idx="4837">
                  <c:v>297.7</c:v>
                </c:pt>
                <c:pt idx="4838">
                  <c:v>298</c:v>
                </c:pt>
                <c:pt idx="4839">
                  <c:v>298.39999999999998</c:v>
                </c:pt>
                <c:pt idx="4840">
                  <c:v>298.8</c:v>
                </c:pt>
                <c:pt idx="4841">
                  <c:v>299.14999999999998</c:v>
                </c:pt>
                <c:pt idx="4842">
                  <c:v>298</c:v>
                </c:pt>
                <c:pt idx="4843">
                  <c:v>294.05</c:v>
                </c:pt>
                <c:pt idx="4844">
                  <c:v>286.95</c:v>
                </c:pt>
                <c:pt idx="4845">
                  <c:v>285.85000000000002</c:v>
                </c:pt>
                <c:pt idx="4846">
                  <c:v>283.89999999999998</c:v>
                </c:pt>
                <c:pt idx="4847">
                  <c:v>285.3</c:v>
                </c:pt>
                <c:pt idx="4848">
                  <c:v>286.14999999999998</c:v>
                </c:pt>
                <c:pt idx="4849">
                  <c:v>282.10000000000002</c:v>
                </c:pt>
                <c:pt idx="4850">
                  <c:v>280.5</c:v>
                </c:pt>
                <c:pt idx="4851">
                  <c:v>282</c:v>
                </c:pt>
                <c:pt idx="4852">
                  <c:v>284.25</c:v>
                </c:pt>
                <c:pt idx="4853">
                  <c:v>282.85000000000002</c:v>
                </c:pt>
                <c:pt idx="4854">
                  <c:v>283.85000000000002</c:v>
                </c:pt>
                <c:pt idx="4855">
                  <c:v>271.85000000000002</c:v>
                </c:pt>
                <c:pt idx="4856">
                  <c:v>266.89999999999998</c:v>
                </c:pt>
                <c:pt idx="4857">
                  <c:v>265.5</c:v>
                </c:pt>
                <c:pt idx="4858">
                  <c:v>266.95</c:v>
                </c:pt>
                <c:pt idx="4859">
                  <c:v>267.75</c:v>
                </c:pt>
                <c:pt idx="4860">
                  <c:v>258.95</c:v>
                </c:pt>
                <c:pt idx="4861">
                  <c:v>259.89999999999998</c:v>
                </c:pt>
                <c:pt idx="4862">
                  <c:v>260</c:v>
                </c:pt>
                <c:pt idx="4863">
                  <c:v>259.60000000000002</c:v>
                </c:pt>
                <c:pt idx="4864">
                  <c:v>269.10000000000002</c:v>
                </c:pt>
                <c:pt idx="4865">
                  <c:v>264.7</c:v>
                </c:pt>
                <c:pt idx="4866">
                  <c:v>264.8</c:v>
                </c:pt>
                <c:pt idx="4867">
                  <c:v>264.5</c:v>
                </c:pt>
                <c:pt idx="4868">
                  <c:v>264.2</c:v>
                </c:pt>
                <c:pt idx="4869">
                  <c:v>262.25</c:v>
                </c:pt>
                <c:pt idx="4870">
                  <c:v>263.60000000000002</c:v>
                </c:pt>
                <c:pt idx="4871">
                  <c:v>262.39999999999998</c:v>
                </c:pt>
                <c:pt idx="4872">
                  <c:v>262.3</c:v>
                </c:pt>
                <c:pt idx="4873">
                  <c:v>265.3</c:v>
                </c:pt>
                <c:pt idx="4874">
                  <c:v>270.39999999999998</c:v>
                </c:pt>
                <c:pt idx="4875">
                  <c:v>263.64999999999998</c:v>
                </c:pt>
                <c:pt idx="4876">
                  <c:v>262</c:v>
                </c:pt>
                <c:pt idx="4877">
                  <c:v>258.89999999999998</c:v>
                </c:pt>
                <c:pt idx="4878">
                  <c:v>262.55</c:v>
                </c:pt>
                <c:pt idx="4879">
                  <c:v>265.75</c:v>
                </c:pt>
                <c:pt idx="4880">
                  <c:v>263.5</c:v>
                </c:pt>
                <c:pt idx="4881">
                  <c:v>258.5</c:v>
                </c:pt>
                <c:pt idx="4882">
                  <c:v>251.05</c:v>
                </c:pt>
                <c:pt idx="4883">
                  <c:v>249.2</c:v>
                </c:pt>
                <c:pt idx="4884">
                  <c:v>252.1</c:v>
                </c:pt>
                <c:pt idx="4885">
                  <c:v>253.3</c:v>
                </c:pt>
                <c:pt idx="4886">
                  <c:v>252.4</c:v>
                </c:pt>
                <c:pt idx="4887">
                  <c:v>252.05</c:v>
                </c:pt>
                <c:pt idx="4888">
                  <c:v>251.4</c:v>
                </c:pt>
                <c:pt idx="4889">
                  <c:v>249.1</c:v>
                </c:pt>
                <c:pt idx="4890">
                  <c:v>250.1</c:v>
                </c:pt>
                <c:pt idx="4891">
                  <c:v>249.25</c:v>
                </c:pt>
                <c:pt idx="4892">
                  <c:v>248.8</c:v>
                </c:pt>
                <c:pt idx="4893">
                  <c:v>254.4</c:v>
                </c:pt>
                <c:pt idx="4894">
                  <c:v>253.65</c:v>
                </c:pt>
                <c:pt idx="4895">
                  <c:v>256.05</c:v>
                </c:pt>
                <c:pt idx="4896">
                  <c:v>255.6</c:v>
                </c:pt>
                <c:pt idx="4897">
                  <c:v>252</c:v>
                </c:pt>
                <c:pt idx="4898">
                  <c:v>255.6</c:v>
                </c:pt>
                <c:pt idx="4899">
                  <c:v>248.15</c:v>
                </c:pt>
                <c:pt idx="4900">
                  <c:v>244.55</c:v>
                </c:pt>
                <c:pt idx="4901">
                  <c:v>245.35</c:v>
                </c:pt>
                <c:pt idx="4902">
                  <c:v>247.1</c:v>
                </c:pt>
                <c:pt idx="4903">
                  <c:v>244.15</c:v>
                </c:pt>
                <c:pt idx="4904">
                  <c:v>244.3</c:v>
                </c:pt>
                <c:pt idx="4905">
                  <c:v>241.5</c:v>
                </c:pt>
                <c:pt idx="4906">
                  <c:v>245.95</c:v>
                </c:pt>
                <c:pt idx="4907">
                  <c:v>239.35</c:v>
                </c:pt>
                <c:pt idx="4908">
                  <c:v>240.7</c:v>
                </c:pt>
                <c:pt idx="4909">
                  <c:v>238.8</c:v>
                </c:pt>
                <c:pt idx="4910">
                  <c:v>237.1</c:v>
                </c:pt>
                <c:pt idx="4911">
                  <c:v>236.6</c:v>
                </c:pt>
                <c:pt idx="4912">
                  <c:v>239.8</c:v>
                </c:pt>
                <c:pt idx="4913">
                  <c:v>233.5</c:v>
                </c:pt>
                <c:pt idx="4914">
                  <c:v>235.85</c:v>
                </c:pt>
                <c:pt idx="4915">
                  <c:v>237.7</c:v>
                </c:pt>
                <c:pt idx="4916">
                  <c:v>237.05</c:v>
                </c:pt>
                <c:pt idx="4917">
                  <c:v>237.75</c:v>
                </c:pt>
                <c:pt idx="4918">
                  <c:v>239.2</c:v>
                </c:pt>
                <c:pt idx="4919">
                  <c:v>239.45</c:v>
                </c:pt>
                <c:pt idx="4920">
                  <c:v>243.45</c:v>
                </c:pt>
                <c:pt idx="4921">
                  <c:v>243.65</c:v>
                </c:pt>
                <c:pt idx="4922">
                  <c:v>248.9</c:v>
                </c:pt>
                <c:pt idx="4923">
                  <c:v>247.85</c:v>
                </c:pt>
                <c:pt idx="4924">
                  <c:v>248.9</c:v>
                </c:pt>
                <c:pt idx="4925">
                  <c:v>253.55</c:v>
                </c:pt>
                <c:pt idx="4926">
                  <c:v>254.35</c:v>
                </c:pt>
                <c:pt idx="4927">
                  <c:v>249.6</c:v>
                </c:pt>
                <c:pt idx="4928">
                  <c:v>253</c:v>
                </c:pt>
                <c:pt idx="4929">
                  <c:v>253.65</c:v>
                </c:pt>
                <c:pt idx="4930">
                  <c:v>255.2</c:v>
                </c:pt>
                <c:pt idx="4931">
                  <c:v>254.75</c:v>
                </c:pt>
                <c:pt idx="4932">
                  <c:v>259.3</c:v>
                </c:pt>
                <c:pt idx="4933">
                  <c:v>258.60000000000002</c:v>
                </c:pt>
                <c:pt idx="4934">
                  <c:v>256.60000000000002</c:v>
                </c:pt>
                <c:pt idx="4935">
                  <c:v>258.5</c:v>
                </c:pt>
                <c:pt idx="4936">
                  <c:v>256.85000000000002</c:v>
                </c:pt>
                <c:pt idx="4937">
                  <c:v>259.64999999999998</c:v>
                </c:pt>
                <c:pt idx="4938">
                  <c:v>256.39999999999998</c:v>
                </c:pt>
                <c:pt idx="4939">
                  <c:v>256.45</c:v>
                </c:pt>
                <c:pt idx="4940">
                  <c:v>253.1</c:v>
                </c:pt>
                <c:pt idx="4941">
                  <c:v>252.75</c:v>
                </c:pt>
                <c:pt idx="4942">
                  <c:v>252.55</c:v>
                </c:pt>
                <c:pt idx="4943">
                  <c:v>249.45</c:v>
                </c:pt>
                <c:pt idx="4944">
                  <c:v>250.4</c:v>
                </c:pt>
                <c:pt idx="4945">
                  <c:v>248.9</c:v>
                </c:pt>
                <c:pt idx="4946">
                  <c:v>247.55</c:v>
                </c:pt>
                <c:pt idx="4947">
                  <c:v>243.1</c:v>
                </c:pt>
                <c:pt idx="4948">
                  <c:v>243</c:v>
                </c:pt>
                <c:pt idx="4949">
                  <c:v>237.55</c:v>
                </c:pt>
                <c:pt idx="4950">
                  <c:v>240.05</c:v>
                </c:pt>
                <c:pt idx="4951">
                  <c:v>239.8</c:v>
                </c:pt>
                <c:pt idx="4952">
                  <c:v>237.7</c:v>
                </c:pt>
                <c:pt idx="4953">
                  <c:v>238.6</c:v>
                </c:pt>
                <c:pt idx="4954">
                  <c:v>236.8</c:v>
                </c:pt>
                <c:pt idx="4955">
                  <c:v>242.2</c:v>
                </c:pt>
                <c:pt idx="4956">
                  <c:v>243.7</c:v>
                </c:pt>
                <c:pt idx="4957">
                  <c:v>241</c:v>
                </c:pt>
                <c:pt idx="4958">
                  <c:v>240.4</c:v>
                </c:pt>
                <c:pt idx="4959">
                  <c:v>238.15</c:v>
                </c:pt>
                <c:pt idx="4960">
                  <c:v>240.05</c:v>
                </c:pt>
                <c:pt idx="4961">
                  <c:v>239.45</c:v>
                </c:pt>
                <c:pt idx="4962">
                  <c:v>243.85</c:v>
                </c:pt>
                <c:pt idx="4963">
                  <c:v>243.15</c:v>
                </c:pt>
                <c:pt idx="4964">
                  <c:v>244.75</c:v>
                </c:pt>
                <c:pt idx="4965">
                  <c:v>248.3</c:v>
                </c:pt>
                <c:pt idx="4966">
                  <c:v>249.2</c:v>
                </c:pt>
                <c:pt idx="4967">
                  <c:v>251.8</c:v>
                </c:pt>
                <c:pt idx="4968">
                  <c:v>253.85</c:v>
                </c:pt>
                <c:pt idx="4969">
                  <c:v>252.25</c:v>
                </c:pt>
                <c:pt idx="4970">
                  <c:v>250.3</c:v>
                </c:pt>
                <c:pt idx="4971">
                  <c:v>247.55</c:v>
                </c:pt>
                <c:pt idx="4972">
                  <c:v>248.95</c:v>
                </c:pt>
                <c:pt idx="4973">
                  <c:v>245.8</c:v>
                </c:pt>
                <c:pt idx="4974">
                  <c:v>247.7</c:v>
                </c:pt>
                <c:pt idx="4975">
                  <c:v>248.3</c:v>
                </c:pt>
                <c:pt idx="4976">
                  <c:v>251.1</c:v>
                </c:pt>
                <c:pt idx="4977">
                  <c:v>252.15</c:v>
                </c:pt>
                <c:pt idx="4978">
                  <c:v>255.2</c:v>
                </c:pt>
                <c:pt idx="4979">
                  <c:v>254.8</c:v>
                </c:pt>
                <c:pt idx="4980">
                  <c:v>253.65</c:v>
                </c:pt>
                <c:pt idx="4981">
                  <c:v>251.75</c:v>
                </c:pt>
                <c:pt idx="4982">
                  <c:v>254.8</c:v>
                </c:pt>
                <c:pt idx="4983">
                  <c:v>257.2</c:v>
                </c:pt>
                <c:pt idx="4984">
                  <c:v>248.25</c:v>
                </c:pt>
                <c:pt idx="4985">
                  <c:v>250.45</c:v>
                </c:pt>
                <c:pt idx="4986">
                  <c:v>251.1</c:v>
                </c:pt>
                <c:pt idx="4987">
                  <c:v>248</c:v>
                </c:pt>
                <c:pt idx="4988">
                  <c:v>247.1</c:v>
                </c:pt>
                <c:pt idx="4989">
                  <c:v>245.85</c:v>
                </c:pt>
                <c:pt idx="4990">
                  <c:v>248.7</c:v>
                </c:pt>
                <c:pt idx="4991">
                  <c:v>247.6</c:v>
                </c:pt>
                <c:pt idx="4992">
                  <c:v>245.35</c:v>
                </c:pt>
                <c:pt idx="4993">
                  <c:v>244.05</c:v>
                </c:pt>
                <c:pt idx="4994">
                  <c:v>246.75</c:v>
                </c:pt>
                <c:pt idx="4995">
                  <c:v>240.7</c:v>
                </c:pt>
                <c:pt idx="4996">
                  <c:v>236.8</c:v>
                </c:pt>
                <c:pt idx="4997">
                  <c:v>236.8</c:v>
                </c:pt>
                <c:pt idx="4998">
                  <c:v>237.4</c:v>
                </c:pt>
                <c:pt idx="4999">
                  <c:v>240.25</c:v>
                </c:pt>
                <c:pt idx="5000">
                  <c:v>242.25</c:v>
                </c:pt>
                <c:pt idx="5001">
                  <c:v>243.65</c:v>
                </c:pt>
                <c:pt idx="5002">
                  <c:v>243.95</c:v>
                </c:pt>
                <c:pt idx="5003">
                  <c:v>240.9</c:v>
                </c:pt>
                <c:pt idx="5004">
                  <c:v>241.25</c:v>
                </c:pt>
                <c:pt idx="5005">
                  <c:v>244.45</c:v>
                </c:pt>
                <c:pt idx="5006">
                  <c:v>243.75</c:v>
                </c:pt>
                <c:pt idx="5007">
                  <c:v>242.9</c:v>
                </c:pt>
                <c:pt idx="5008">
                  <c:v>243.8</c:v>
                </c:pt>
                <c:pt idx="5009">
                  <c:v>244.05</c:v>
                </c:pt>
                <c:pt idx="5010">
                  <c:v>247.6</c:v>
                </c:pt>
                <c:pt idx="5011">
                  <c:v>245.7</c:v>
                </c:pt>
                <c:pt idx="5012">
                  <c:v>244.2</c:v>
                </c:pt>
                <c:pt idx="5013">
                  <c:v>244.1</c:v>
                </c:pt>
                <c:pt idx="5014">
                  <c:v>239.9</c:v>
                </c:pt>
                <c:pt idx="5015">
                  <c:v>231.6</c:v>
                </c:pt>
                <c:pt idx="5016">
                  <c:v>221.45</c:v>
                </c:pt>
                <c:pt idx="5017">
                  <c:v>220.8</c:v>
                </c:pt>
                <c:pt idx="5018">
                  <c:v>223.7</c:v>
                </c:pt>
                <c:pt idx="5019">
                  <c:v>228.85</c:v>
                </c:pt>
                <c:pt idx="5020">
                  <c:v>229.7</c:v>
                </c:pt>
                <c:pt idx="5021">
                  <c:v>223.55</c:v>
                </c:pt>
                <c:pt idx="5022">
                  <c:v>214.4</c:v>
                </c:pt>
                <c:pt idx="5023">
                  <c:v>213.1</c:v>
                </c:pt>
                <c:pt idx="5024">
                  <c:v>199.1</c:v>
                </c:pt>
                <c:pt idx="5025">
                  <c:v>197.4</c:v>
                </c:pt>
                <c:pt idx="5026">
                  <c:v>179.75</c:v>
                </c:pt>
                <c:pt idx="5027">
                  <c:v>173.1</c:v>
                </c:pt>
                <c:pt idx="5028">
                  <c:v>169.95</c:v>
                </c:pt>
                <c:pt idx="5029">
                  <c:v>162.35</c:v>
                </c:pt>
                <c:pt idx="5030">
                  <c:v>179.2</c:v>
                </c:pt>
                <c:pt idx="5031">
                  <c:v>170.15</c:v>
                </c:pt>
                <c:pt idx="5032">
                  <c:v>176.35</c:v>
                </c:pt>
                <c:pt idx="5033">
                  <c:v>174.65</c:v>
                </c:pt>
                <c:pt idx="5034">
                  <c:v>182.6</c:v>
                </c:pt>
                <c:pt idx="5035">
                  <c:v>183.5</c:v>
                </c:pt>
                <c:pt idx="5036">
                  <c:v>184.15</c:v>
                </c:pt>
                <c:pt idx="5037">
                  <c:v>196.7</c:v>
                </c:pt>
                <c:pt idx="5038">
                  <c:v>189.5</c:v>
                </c:pt>
                <c:pt idx="5039">
                  <c:v>180</c:v>
                </c:pt>
                <c:pt idx="5040">
                  <c:v>191.9</c:v>
                </c:pt>
                <c:pt idx="5041">
                  <c:v>192.9</c:v>
                </c:pt>
                <c:pt idx="5042">
                  <c:v>196.7</c:v>
                </c:pt>
                <c:pt idx="5043">
                  <c:v>189.2</c:v>
                </c:pt>
                <c:pt idx="5044">
                  <c:v>186.55</c:v>
                </c:pt>
                <c:pt idx="5045">
                  <c:v>187.85</c:v>
                </c:pt>
                <c:pt idx="5046">
                  <c:v>187</c:v>
                </c:pt>
                <c:pt idx="5047">
                  <c:v>181.1</c:v>
                </c:pt>
                <c:pt idx="5048">
                  <c:v>178.05</c:v>
                </c:pt>
                <c:pt idx="5049">
                  <c:v>178.55</c:v>
                </c:pt>
                <c:pt idx="5050">
                  <c:v>180.9</c:v>
                </c:pt>
                <c:pt idx="5051">
                  <c:v>177.75</c:v>
                </c:pt>
                <c:pt idx="5052">
                  <c:v>182.05</c:v>
                </c:pt>
                <c:pt idx="5053">
                  <c:v>179.7</c:v>
                </c:pt>
                <c:pt idx="5054">
                  <c:v>180.65</c:v>
                </c:pt>
                <c:pt idx="5055">
                  <c:v>190.95</c:v>
                </c:pt>
                <c:pt idx="5056">
                  <c:v>190.05</c:v>
                </c:pt>
                <c:pt idx="5057">
                  <c:v>184.2</c:v>
                </c:pt>
                <c:pt idx="5058">
                  <c:v>187.05</c:v>
                </c:pt>
                <c:pt idx="5059">
                  <c:v>184.1</c:v>
                </c:pt>
                <c:pt idx="5060">
                  <c:v>184</c:v>
                </c:pt>
                <c:pt idx="5061">
                  <c:v>184.7</c:v>
                </c:pt>
                <c:pt idx="5062">
                  <c:v>187.05</c:v>
                </c:pt>
                <c:pt idx="5063">
                  <c:v>189.7</c:v>
                </c:pt>
                <c:pt idx="5064">
                  <c:v>186</c:v>
                </c:pt>
                <c:pt idx="5065">
                  <c:v>183.8</c:v>
                </c:pt>
                <c:pt idx="5066">
                  <c:v>182.2</c:v>
                </c:pt>
                <c:pt idx="5067">
                  <c:v>184.4</c:v>
                </c:pt>
                <c:pt idx="5068">
                  <c:v>184.95</c:v>
                </c:pt>
                <c:pt idx="5069">
                  <c:v>189.1</c:v>
                </c:pt>
                <c:pt idx="5070">
                  <c:v>189</c:v>
                </c:pt>
                <c:pt idx="5071">
                  <c:v>188.8</c:v>
                </c:pt>
                <c:pt idx="5072">
                  <c:v>201.25</c:v>
                </c:pt>
                <c:pt idx="5073">
                  <c:v>199.35</c:v>
                </c:pt>
                <c:pt idx="5074">
                  <c:v>212.8</c:v>
                </c:pt>
                <c:pt idx="5075">
                  <c:v>215.05</c:v>
                </c:pt>
                <c:pt idx="5076">
                  <c:v>215.85</c:v>
                </c:pt>
                <c:pt idx="5077">
                  <c:v>211.35</c:v>
                </c:pt>
                <c:pt idx="5078">
                  <c:v>216.25</c:v>
                </c:pt>
                <c:pt idx="5079">
                  <c:v>218.75</c:v>
                </c:pt>
                <c:pt idx="5080">
                  <c:v>226.45</c:v>
                </c:pt>
                <c:pt idx="5081">
                  <c:v>218.35</c:v>
                </c:pt>
                <c:pt idx="5082">
                  <c:v>217</c:v>
                </c:pt>
                <c:pt idx="5083">
                  <c:v>212.9</c:v>
                </c:pt>
                <c:pt idx="5084">
                  <c:v>207.9</c:v>
                </c:pt>
                <c:pt idx="5085">
                  <c:v>213.8</c:v>
                </c:pt>
                <c:pt idx="5086">
                  <c:v>212.4</c:v>
                </c:pt>
                <c:pt idx="5087">
                  <c:v>217.8</c:v>
                </c:pt>
                <c:pt idx="5088">
                  <c:v>218.15</c:v>
                </c:pt>
                <c:pt idx="5089">
                  <c:v>222.05</c:v>
                </c:pt>
                <c:pt idx="5090">
                  <c:v>218.05</c:v>
                </c:pt>
                <c:pt idx="5091">
                  <c:v>220.6</c:v>
                </c:pt>
                <c:pt idx="5092">
                  <c:v>218.2</c:v>
                </c:pt>
                <c:pt idx="5093">
                  <c:v>218.2</c:v>
                </c:pt>
                <c:pt idx="5094">
                  <c:v>225.45</c:v>
                </c:pt>
                <c:pt idx="5095">
                  <c:v>219.7</c:v>
                </c:pt>
                <c:pt idx="5096">
                  <c:v>219.65</c:v>
                </c:pt>
                <c:pt idx="5097">
                  <c:v>219.05</c:v>
                </c:pt>
                <c:pt idx="5098">
                  <c:v>224.2</c:v>
                </c:pt>
                <c:pt idx="5099">
                  <c:v>224.8</c:v>
                </c:pt>
                <c:pt idx="5100">
                  <c:v>222.65</c:v>
                </c:pt>
                <c:pt idx="5101">
                  <c:v>224.9</c:v>
                </c:pt>
                <c:pt idx="5102">
                  <c:v>223.1</c:v>
                </c:pt>
                <c:pt idx="5103">
                  <c:v>221.6</c:v>
                </c:pt>
                <c:pt idx="5104">
                  <c:v>222.1</c:v>
                </c:pt>
                <c:pt idx="5105">
                  <c:v>227.6</c:v>
                </c:pt>
                <c:pt idx="5106">
                  <c:v>225</c:v>
                </c:pt>
                <c:pt idx="5107">
                  <c:v>262.75</c:v>
                </c:pt>
                <c:pt idx="5108">
                  <c:v>261.89999999999998</c:v>
                </c:pt>
                <c:pt idx="5109">
                  <c:v>261.35000000000002</c:v>
                </c:pt>
                <c:pt idx="5110">
                  <c:v>270.8</c:v>
                </c:pt>
                <c:pt idx="5111">
                  <c:v>271.35000000000002</c:v>
                </c:pt>
                <c:pt idx="5112">
                  <c:v>266</c:v>
                </c:pt>
                <c:pt idx="5113">
                  <c:v>266.60000000000002</c:v>
                </c:pt>
                <c:pt idx="5114">
                  <c:v>270.55</c:v>
                </c:pt>
                <c:pt idx="5115">
                  <c:v>268.85000000000002</c:v>
                </c:pt>
                <c:pt idx="5116">
                  <c:v>275.45</c:v>
                </c:pt>
                <c:pt idx="5117">
                  <c:v>277</c:v>
                </c:pt>
                <c:pt idx="5118">
                  <c:v>284.10000000000002</c:v>
                </c:pt>
                <c:pt idx="5119">
                  <c:v>280.95</c:v>
                </c:pt>
                <c:pt idx="5120">
                  <c:v>281.55</c:v>
                </c:pt>
                <c:pt idx="5121">
                  <c:v>281.05</c:v>
                </c:pt>
                <c:pt idx="5122">
                  <c:v>278.2</c:v>
                </c:pt>
                <c:pt idx="5123">
                  <c:v>279.64999999999998</c:v>
                </c:pt>
                <c:pt idx="5124">
                  <c:v>277.39999999999998</c:v>
                </c:pt>
                <c:pt idx="5125">
                  <c:v>277.39999999999998</c:v>
                </c:pt>
                <c:pt idx="5126">
                  <c:v>279.64999999999998</c:v>
                </c:pt>
                <c:pt idx="5127">
                  <c:v>276.2</c:v>
                </c:pt>
                <c:pt idx="5128">
                  <c:v>277</c:v>
                </c:pt>
                <c:pt idx="5129">
                  <c:v>276.5</c:v>
                </c:pt>
                <c:pt idx="5130">
                  <c:v>281.95</c:v>
                </c:pt>
                <c:pt idx="5131">
                  <c:v>282.7</c:v>
                </c:pt>
                <c:pt idx="5132">
                  <c:v>279.75</c:v>
                </c:pt>
                <c:pt idx="5133">
                  <c:v>274.2</c:v>
                </c:pt>
                <c:pt idx="5134">
                  <c:v>273.35000000000002</c:v>
                </c:pt>
                <c:pt idx="5135">
                  <c:v>272.7</c:v>
                </c:pt>
                <c:pt idx="5136">
                  <c:v>269.95</c:v>
                </c:pt>
                <c:pt idx="5137">
                  <c:v>272.05</c:v>
                </c:pt>
                <c:pt idx="5138">
                  <c:v>272.35000000000002</c:v>
                </c:pt>
                <c:pt idx="5139">
                  <c:v>272.05</c:v>
                </c:pt>
                <c:pt idx="5140">
                  <c:v>271.3</c:v>
                </c:pt>
                <c:pt idx="5141">
                  <c:v>271.60000000000002</c:v>
                </c:pt>
                <c:pt idx="5142">
                  <c:v>273.7</c:v>
                </c:pt>
                <c:pt idx="5143">
                  <c:v>282.85000000000002</c:v>
                </c:pt>
                <c:pt idx="5144">
                  <c:v>276</c:v>
                </c:pt>
                <c:pt idx="5145">
                  <c:v>278.75</c:v>
                </c:pt>
                <c:pt idx="5146">
                  <c:v>282.55</c:v>
                </c:pt>
                <c:pt idx="5147">
                  <c:v>282.85000000000002</c:v>
                </c:pt>
                <c:pt idx="5148">
                  <c:v>284.55</c:v>
                </c:pt>
                <c:pt idx="5149">
                  <c:v>293.3</c:v>
                </c:pt>
                <c:pt idx="5150">
                  <c:v>307.2</c:v>
                </c:pt>
                <c:pt idx="5151">
                  <c:v>307.35000000000002</c:v>
                </c:pt>
                <c:pt idx="5152">
                  <c:v>312.14999999999998</c:v>
                </c:pt>
                <c:pt idx="5153">
                  <c:v>311.7</c:v>
                </c:pt>
                <c:pt idx="5154">
                  <c:v>316.5</c:v>
                </c:pt>
                <c:pt idx="5155">
                  <c:v>311.89999999999998</c:v>
                </c:pt>
                <c:pt idx="5156">
                  <c:v>312.25</c:v>
                </c:pt>
                <c:pt idx="5157">
                  <c:v>314.85000000000002</c:v>
                </c:pt>
                <c:pt idx="5158">
                  <c:v>304.7</c:v>
                </c:pt>
                <c:pt idx="5159">
                  <c:v>313.89999999999998</c:v>
                </c:pt>
                <c:pt idx="5160">
                  <c:v>311.55</c:v>
                </c:pt>
                <c:pt idx="5161">
                  <c:v>311.5</c:v>
                </c:pt>
                <c:pt idx="5162">
                  <c:v>313.55</c:v>
                </c:pt>
                <c:pt idx="5163">
                  <c:v>313.05</c:v>
                </c:pt>
                <c:pt idx="5164">
                  <c:v>333.95</c:v>
                </c:pt>
                <c:pt idx="5165">
                  <c:v>330.05</c:v>
                </c:pt>
                <c:pt idx="5166">
                  <c:v>335.3</c:v>
                </c:pt>
                <c:pt idx="5167">
                  <c:v>359.45</c:v>
                </c:pt>
                <c:pt idx="5168">
                  <c:v>374</c:v>
                </c:pt>
                <c:pt idx="5169">
                  <c:v>377.5</c:v>
                </c:pt>
                <c:pt idx="5170">
                  <c:v>375.95</c:v>
                </c:pt>
                <c:pt idx="5171">
                  <c:v>350.45</c:v>
                </c:pt>
                <c:pt idx="5172">
                  <c:v>341.6</c:v>
                </c:pt>
                <c:pt idx="5173">
                  <c:v>339.65</c:v>
                </c:pt>
                <c:pt idx="5174">
                  <c:v>343.2</c:v>
                </c:pt>
                <c:pt idx="5175">
                  <c:v>346.75</c:v>
                </c:pt>
                <c:pt idx="5176">
                  <c:v>343.45</c:v>
                </c:pt>
                <c:pt idx="5177">
                  <c:v>344.45</c:v>
                </c:pt>
                <c:pt idx="5178">
                  <c:v>342.4</c:v>
                </c:pt>
                <c:pt idx="5179">
                  <c:v>339.8</c:v>
                </c:pt>
                <c:pt idx="5180">
                  <c:v>334.05</c:v>
                </c:pt>
                <c:pt idx="5181">
                  <c:v>335.65</c:v>
                </c:pt>
                <c:pt idx="5182">
                  <c:v>337.45</c:v>
                </c:pt>
                <c:pt idx="5183">
                  <c:v>340.7</c:v>
                </c:pt>
                <c:pt idx="5184">
                  <c:v>334.8</c:v>
                </c:pt>
                <c:pt idx="5185">
                  <c:v>335.65</c:v>
                </c:pt>
                <c:pt idx="5186">
                  <c:v>342.95</c:v>
                </c:pt>
                <c:pt idx="5187">
                  <c:v>345.4</c:v>
                </c:pt>
                <c:pt idx="5188">
                  <c:v>345.75</c:v>
                </c:pt>
                <c:pt idx="5189">
                  <c:v>351.95</c:v>
                </c:pt>
                <c:pt idx="5190">
                  <c:v>342.3</c:v>
                </c:pt>
                <c:pt idx="5191">
                  <c:v>346.75</c:v>
                </c:pt>
                <c:pt idx="5192">
                  <c:v>345.55</c:v>
                </c:pt>
                <c:pt idx="5193">
                  <c:v>344.15</c:v>
                </c:pt>
                <c:pt idx="5194">
                  <c:v>345.45</c:v>
                </c:pt>
                <c:pt idx="5195">
                  <c:v>348.7</c:v>
                </c:pt>
                <c:pt idx="5196">
                  <c:v>345.3</c:v>
                </c:pt>
                <c:pt idx="5197">
                  <c:v>342.6</c:v>
                </c:pt>
                <c:pt idx="5198">
                  <c:v>346.3</c:v>
                </c:pt>
                <c:pt idx="5199">
                  <c:v>355.85</c:v>
                </c:pt>
                <c:pt idx="5200">
                  <c:v>355.5</c:v>
                </c:pt>
                <c:pt idx="5201">
                  <c:v>350</c:v>
                </c:pt>
                <c:pt idx="5202">
                  <c:v>354.85</c:v>
                </c:pt>
                <c:pt idx="5203">
                  <c:v>350.5</c:v>
                </c:pt>
                <c:pt idx="5204">
                  <c:v>352.85</c:v>
                </c:pt>
                <c:pt idx="5205">
                  <c:v>358.9</c:v>
                </c:pt>
                <c:pt idx="5206">
                  <c:v>360.3</c:v>
                </c:pt>
                <c:pt idx="5207">
                  <c:v>360.8</c:v>
                </c:pt>
                <c:pt idx="5208">
                  <c:v>358.45</c:v>
                </c:pt>
                <c:pt idx="5209">
                  <c:v>363.7</c:v>
                </c:pt>
                <c:pt idx="5210">
                  <c:v>359.5</c:v>
                </c:pt>
                <c:pt idx="5211">
                  <c:v>355.9</c:v>
                </c:pt>
                <c:pt idx="5212">
                  <c:v>353.5</c:v>
                </c:pt>
                <c:pt idx="5213">
                  <c:v>349.35</c:v>
                </c:pt>
                <c:pt idx="5214">
                  <c:v>352.7</c:v>
                </c:pt>
                <c:pt idx="5215">
                  <c:v>358.4</c:v>
                </c:pt>
                <c:pt idx="5216">
                  <c:v>356.9</c:v>
                </c:pt>
                <c:pt idx="5217">
                  <c:v>363.55</c:v>
                </c:pt>
                <c:pt idx="5218">
                  <c:v>353.95</c:v>
                </c:pt>
                <c:pt idx="5219">
                  <c:v>364.2</c:v>
                </c:pt>
                <c:pt idx="5220">
                  <c:v>385.55</c:v>
                </c:pt>
                <c:pt idx="5221">
                  <c:v>382.2</c:v>
                </c:pt>
                <c:pt idx="5222">
                  <c:v>382.9</c:v>
                </c:pt>
                <c:pt idx="5223">
                  <c:v>385</c:v>
                </c:pt>
                <c:pt idx="5224">
                  <c:v>384.4</c:v>
                </c:pt>
                <c:pt idx="5225">
                  <c:v>386.25</c:v>
                </c:pt>
                <c:pt idx="5226">
                  <c:v>388.1</c:v>
                </c:pt>
                <c:pt idx="5227">
                  <c:v>396.4</c:v>
                </c:pt>
                <c:pt idx="5228">
                  <c:v>406.3</c:v>
                </c:pt>
                <c:pt idx="5229">
                  <c:v>406.4</c:v>
                </c:pt>
                <c:pt idx="5230">
                  <c:v>406.75</c:v>
                </c:pt>
                <c:pt idx="5231">
                  <c:v>430.2</c:v>
                </c:pt>
                <c:pt idx="5232">
                  <c:v>446.8</c:v>
                </c:pt>
                <c:pt idx="5233">
                  <c:v>457.7</c:v>
                </c:pt>
                <c:pt idx="5234">
                  <c:v>459</c:v>
                </c:pt>
                <c:pt idx="5235">
                  <c:v>454.35</c:v>
                </c:pt>
                <c:pt idx="5236">
                  <c:v>438.55</c:v>
                </c:pt>
                <c:pt idx="5237">
                  <c:v>431.55</c:v>
                </c:pt>
                <c:pt idx="5238">
                  <c:v>430.25</c:v>
                </c:pt>
                <c:pt idx="5239">
                  <c:v>444.95</c:v>
                </c:pt>
                <c:pt idx="5240">
                  <c:v>445.8</c:v>
                </c:pt>
                <c:pt idx="5241">
                  <c:v>444.75</c:v>
                </c:pt>
                <c:pt idx="5242">
                  <c:v>437.25</c:v>
                </c:pt>
                <c:pt idx="5243">
                  <c:v>446.45</c:v>
                </c:pt>
                <c:pt idx="5244">
                  <c:v>431.9</c:v>
                </c:pt>
                <c:pt idx="5245">
                  <c:v>417.9</c:v>
                </c:pt>
                <c:pt idx="5246">
                  <c:v>421.5</c:v>
                </c:pt>
                <c:pt idx="5247">
                  <c:v>428.35</c:v>
                </c:pt>
                <c:pt idx="5248">
                  <c:v>433.5</c:v>
                </c:pt>
                <c:pt idx="5249">
                  <c:v>429.9</c:v>
                </c:pt>
                <c:pt idx="5250">
                  <c:v>425.55</c:v>
                </c:pt>
                <c:pt idx="5251">
                  <c:v>435.3</c:v>
                </c:pt>
                <c:pt idx="5252">
                  <c:v>439.35</c:v>
                </c:pt>
                <c:pt idx="5253">
                  <c:v>439</c:v>
                </c:pt>
                <c:pt idx="5254">
                  <c:v>437</c:v>
                </c:pt>
                <c:pt idx="5255">
                  <c:v>442</c:v>
                </c:pt>
                <c:pt idx="5256">
                  <c:v>439.7</c:v>
                </c:pt>
                <c:pt idx="5257">
                  <c:v>437.55</c:v>
                </c:pt>
                <c:pt idx="5258">
                  <c:v>430.2</c:v>
                </c:pt>
                <c:pt idx="5259">
                  <c:v>432.95</c:v>
                </c:pt>
                <c:pt idx="5260">
                  <c:v>429.95</c:v>
                </c:pt>
                <c:pt idx="5261">
                  <c:v>418.7</c:v>
                </c:pt>
                <c:pt idx="5262">
                  <c:v>415.5</c:v>
                </c:pt>
                <c:pt idx="5263">
                  <c:v>423.1</c:v>
                </c:pt>
                <c:pt idx="5264">
                  <c:v>421.3</c:v>
                </c:pt>
                <c:pt idx="5265">
                  <c:v>410.3</c:v>
                </c:pt>
                <c:pt idx="5266">
                  <c:v>414.4</c:v>
                </c:pt>
                <c:pt idx="5267">
                  <c:v>430.4</c:v>
                </c:pt>
                <c:pt idx="5268">
                  <c:v>435.5</c:v>
                </c:pt>
                <c:pt idx="5269">
                  <c:v>438.8</c:v>
                </c:pt>
                <c:pt idx="5270">
                  <c:v>420.85</c:v>
                </c:pt>
                <c:pt idx="5271">
                  <c:v>416.9</c:v>
                </c:pt>
                <c:pt idx="5272">
                  <c:v>419.2</c:v>
                </c:pt>
                <c:pt idx="5273">
                  <c:v>426.7</c:v>
                </c:pt>
                <c:pt idx="5274">
                  <c:v>425.2</c:v>
                </c:pt>
                <c:pt idx="5275">
                  <c:v>426.35</c:v>
                </c:pt>
                <c:pt idx="5276">
                  <c:v>429.3</c:v>
                </c:pt>
                <c:pt idx="5277">
                  <c:v>419.65</c:v>
                </c:pt>
                <c:pt idx="5278">
                  <c:v>410.15</c:v>
                </c:pt>
                <c:pt idx="5279">
                  <c:v>410.5</c:v>
                </c:pt>
                <c:pt idx="5280">
                  <c:v>414.45</c:v>
                </c:pt>
                <c:pt idx="5281">
                  <c:v>415.5</c:v>
                </c:pt>
                <c:pt idx="5282">
                  <c:v>411</c:v>
                </c:pt>
                <c:pt idx="5283">
                  <c:v>399.65</c:v>
                </c:pt>
                <c:pt idx="5284">
                  <c:v>403.9</c:v>
                </c:pt>
                <c:pt idx="5285">
                  <c:v>418.1</c:v>
                </c:pt>
                <c:pt idx="5286">
                  <c:v>414.15</c:v>
                </c:pt>
                <c:pt idx="5287">
                  <c:v>416.4</c:v>
                </c:pt>
                <c:pt idx="5288">
                  <c:v>425.45</c:v>
                </c:pt>
                <c:pt idx="5289">
                  <c:v>427.15</c:v>
                </c:pt>
                <c:pt idx="5290">
                  <c:v>438</c:v>
                </c:pt>
                <c:pt idx="5291">
                  <c:v>442.1</c:v>
                </c:pt>
                <c:pt idx="5292">
                  <c:v>450.1</c:v>
                </c:pt>
                <c:pt idx="5293">
                  <c:v>432.6</c:v>
                </c:pt>
                <c:pt idx="5294">
                  <c:v>418.95</c:v>
                </c:pt>
                <c:pt idx="5295">
                  <c:v>430.7</c:v>
                </c:pt>
                <c:pt idx="5296">
                  <c:v>469.2</c:v>
                </c:pt>
                <c:pt idx="5297">
                  <c:v>472.75</c:v>
                </c:pt>
                <c:pt idx="5298">
                  <c:v>470.1</c:v>
                </c:pt>
                <c:pt idx="5299">
                  <c:v>486.65</c:v>
                </c:pt>
                <c:pt idx="5300">
                  <c:v>475.7</c:v>
                </c:pt>
                <c:pt idx="5301">
                  <c:v>480.3</c:v>
                </c:pt>
                <c:pt idx="5302">
                  <c:v>485.05</c:v>
                </c:pt>
                <c:pt idx="5303">
                  <c:v>489.3</c:v>
                </c:pt>
                <c:pt idx="5304">
                  <c:v>489.85</c:v>
                </c:pt>
                <c:pt idx="5305">
                  <c:v>492.75</c:v>
                </c:pt>
              </c:numCache>
            </c:numRef>
          </c:val>
          <c:smooth val="1"/>
          <c:extLst>
            <c:ext xmlns:c16="http://schemas.microsoft.com/office/drawing/2014/chart" uri="{C3380CC4-5D6E-409C-BE32-E72D297353CC}">
              <c16:uniqueId val="{00000002-16AC-4FC9-A81C-1591D8066638}"/>
            </c:ext>
          </c:extLst>
        </c:ser>
        <c:dLbls>
          <c:showLegendKey val="0"/>
          <c:showVal val="0"/>
          <c:showCatName val="0"/>
          <c:showSerName val="0"/>
          <c:showPercent val="0"/>
          <c:showBubbleSize val="0"/>
        </c:dLbls>
        <c:smooth val="0"/>
        <c:axId val="439347984"/>
        <c:axId val="439348464"/>
      </c:lineChart>
      <c:catAx>
        <c:axId val="4393479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439348464"/>
        <c:crosses val="autoZero"/>
        <c:auto val="1"/>
        <c:lblAlgn val="ctr"/>
        <c:lblOffset val="100"/>
        <c:tickLblSkip val="252"/>
        <c:noMultiLvlLbl val="0"/>
      </c:catAx>
      <c:valAx>
        <c:axId val="43934846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439347984"/>
        <c:crosses val="autoZero"/>
        <c:crossBetween val="between"/>
      </c:valAx>
      <c:spPr>
        <a:noFill/>
        <a:ln w="25400" cmpd="sng">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[stockinfo20years(AutoRecovered).xlsx]ENERGYPIVOT!PivotTable4</c:name>
    <c:fmtId val="-1"/>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ENERGYPIVOT!$B$1:$B$2</c:f>
              <c:strCache>
                <c:ptCount val="1"/>
                <c:pt idx="0">
                  <c:v>ONGC</c:v>
                </c:pt>
              </c:strCache>
            </c:strRef>
          </c:tx>
          <c:spPr>
            <a:ln w="28575" cap="rnd">
              <a:solidFill>
                <a:schemeClr val="accent1"/>
              </a:solidFill>
              <a:round/>
            </a:ln>
            <a:effectLst/>
          </c:spPr>
          <c:marker>
            <c:symbol val="none"/>
          </c:marker>
          <c:cat>
            <c:strRef>
              <c:f>ENERGYPIVOT!$A$3:$A$5309</c:f>
              <c:strCache>
                <c:ptCount val="5306"/>
                <c:pt idx="0">
                  <c:v>03-01-2000</c:v>
                </c:pt>
                <c:pt idx="1">
                  <c:v>04-01-2000</c:v>
                </c:pt>
                <c:pt idx="2">
                  <c:v>05-01-2000</c:v>
                </c:pt>
                <c:pt idx="3">
                  <c:v>06-01-2000</c:v>
                </c:pt>
                <c:pt idx="4">
                  <c:v>07-01-2000</c:v>
                </c:pt>
                <c:pt idx="5">
                  <c:v>10-01-2000</c:v>
                </c:pt>
                <c:pt idx="6">
                  <c:v>11-01-2000</c:v>
                </c:pt>
                <c:pt idx="7">
                  <c:v>12-01-2000</c:v>
                </c:pt>
                <c:pt idx="8">
                  <c:v>13-01-2000</c:v>
                </c:pt>
                <c:pt idx="9">
                  <c:v>14-01-2000</c:v>
                </c:pt>
                <c:pt idx="10">
                  <c:v>17-01-2000</c:v>
                </c:pt>
                <c:pt idx="11">
                  <c:v>18-01-2000</c:v>
                </c:pt>
                <c:pt idx="12">
                  <c:v>19-01-2000</c:v>
                </c:pt>
                <c:pt idx="13">
                  <c:v>20-01-2000</c:v>
                </c:pt>
                <c:pt idx="14">
                  <c:v>21-01-2000</c:v>
                </c:pt>
                <c:pt idx="15">
                  <c:v>24-01-2000</c:v>
                </c:pt>
                <c:pt idx="16">
                  <c:v>25-01-2000</c:v>
                </c:pt>
                <c:pt idx="17">
                  <c:v>27-01-2000</c:v>
                </c:pt>
                <c:pt idx="18">
                  <c:v>28-01-2000</c:v>
                </c:pt>
                <c:pt idx="19">
                  <c:v>31-01-2000</c:v>
                </c:pt>
                <c:pt idx="20">
                  <c:v>01-02-2000</c:v>
                </c:pt>
                <c:pt idx="21">
                  <c:v>02-02-2000</c:v>
                </c:pt>
                <c:pt idx="22">
                  <c:v>03-02-2000</c:v>
                </c:pt>
                <c:pt idx="23">
                  <c:v>04-02-2000</c:v>
                </c:pt>
                <c:pt idx="24">
                  <c:v>07-02-2000</c:v>
                </c:pt>
                <c:pt idx="25">
                  <c:v>08-02-2000</c:v>
                </c:pt>
                <c:pt idx="26">
                  <c:v>09-02-2000</c:v>
                </c:pt>
                <c:pt idx="27">
                  <c:v>10-02-2000</c:v>
                </c:pt>
                <c:pt idx="28">
                  <c:v>11-02-2000</c:v>
                </c:pt>
                <c:pt idx="29">
                  <c:v>14-02-2000</c:v>
                </c:pt>
                <c:pt idx="30">
                  <c:v>15-02-2000</c:v>
                </c:pt>
                <c:pt idx="31">
                  <c:v>16-02-2000</c:v>
                </c:pt>
                <c:pt idx="32">
                  <c:v>17-02-2000</c:v>
                </c:pt>
                <c:pt idx="33">
                  <c:v>18-02-2000</c:v>
                </c:pt>
                <c:pt idx="34">
                  <c:v>21-02-2000</c:v>
                </c:pt>
                <c:pt idx="35">
                  <c:v>22-02-2000</c:v>
                </c:pt>
                <c:pt idx="36">
                  <c:v>23-02-2000</c:v>
                </c:pt>
                <c:pt idx="37">
                  <c:v>24-02-2000</c:v>
                </c:pt>
                <c:pt idx="38">
                  <c:v>25-02-2000</c:v>
                </c:pt>
                <c:pt idx="39">
                  <c:v>28-02-2000</c:v>
                </c:pt>
                <c:pt idx="40">
                  <c:v>29-02-2000</c:v>
                </c:pt>
                <c:pt idx="41">
                  <c:v>01-03-2000</c:v>
                </c:pt>
                <c:pt idx="42">
                  <c:v>02-03-2000</c:v>
                </c:pt>
                <c:pt idx="43">
                  <c:v>03-03-2000</c:v>
                </c:pt>
                <c:pt idx="44">
                  <c:v>06-03-2000</c:v>
                </c:pt>
                <c:pt idx="45">
                  <c:v>07-03-2000</c:v>
                </c:pt>
                <c:pt idx="46">
                  <c:v>08-03-2000</c:v>
                </c:pt>
                <c:pt idx="47">
                  <c:v>09-03-2000</c:v>
                </c:pt>
                <c:pt idx="48">
                  <c:v>10-03-2000</c:v>
                </c:pt>
                <c:pt idx="49">
                  <c:v>13-03-2000</c:v>
                </c:pt>
                <c:pt idx="50">
                  <c:v>14-03-2000</c:v>
                </c:pt>
                <c:pt idx="51">
                  <c:v>15-03-2000</c:v>
                </c:pt>
                <c:pt idx="52">
                  <c:v>16-03-2000</c:v>
                </c:pt>
                <c:pt idx="53">
                  <c:v>21-03-2000</c:v>
                </c:pt>
                <c:pt idx="54">
                  <c:v>22-03-2000</c:v>
                </c:pt>
                <c:pt idx="55">
                  <c:v>23-03-2000</c:v>
                </c:pt>
                <c:pt idx="56">
                  <c:v>24-03-2000</c:v>
                </c:pt>
                <c:pt idx="57">
                  <c:v>27-03-2000</c:v>
                </c:pt>
                <c:pt idx="58">
                  <c:v>28-03-2000</c:v>
                </c:pt>
                <c:pt idx="59">
                  <c:v>29-03-2000</c:v>
                </c:pt>
                <c:pt idx="60">
                  <c:v>30-03-2000</c:v>
                </c:pt>
                <c:pt idx="61">
                  <c:v>31-03-2000</c:v>
                </c:pt>
                <c:pt idx="62">
                  <c:v>03-04-2000</c:v>
                </c:pt>
                <c:pt idx="63">
                  <c:v>04-04-2000</c:v>
                </c:pt>
                <c:pt idx="64">
                  <c:v>05-04-2000</c:v>
                </c:pt>
                <c:pt idx="65">
                  <c:v>06-04-2000</c:v>
                </c:pt>
                <c:pt idx="66">
                  <c:v>07-04-2000</c:v>
                </c:pt>
                <c:pt idx="67">
                  <c:v>10-04-2000</c:v>
                </c:pt>
                <c:pt idx="68">
                  <c:v>11-04-2000</c:v>
                </c:pt>
                <c:pt idx="69">
                  <c:v>12-04-2000</c:v>
                </c:pt>
                <c:pt idx="70">
                  <c:v>13-04-2000</c:v>
                </c:pt>
                <c:pt idx="71">
                  <c:v>17-04-2000</c:v>
                </c:pt>
                <c:pt idx="72">
                  <c:v>18-04-2000</c:v>
                </c:pt>
                <c:pt idx="73">
                  <c:v>19-04-2000</c:v>
                </c:pt>
                <c:pt idx="74">
                  <c:v>20-04-2000</c:v>
                </c:pt>
                <c:pt idx="75">
                  <c:v>24-04-2000</c:v>
                </c:pt>
                <c:pt idx="76">
                  <c:v>25-04-2000</c:v>
                </c:pt>
                <c:pt idx="77">
                  <c:v>26-04-2000</c:v>
                </c:pt>
                <c:pt idx="78">
                  <c:v>27-04-2000</c:v>
                </c:pt>
                <c:pt idx="79">
                  <c:v>28-04-2000</c:v>
                </c:pt>
                <c:pt idx="80">
                  <c:v>02-05-2000</c:v>
                </c:pt>
                <c:pt idx="81">
                  <c:v>03-05-2000</c:v>
                </c:pt>
                <c:pt idx="82">
                  <c:v>04-05-2000</c:v>
                </c:pt>
                <c:pt idx="83">
                  <c:v>05-05-2000</c:v>
                </c:pt>
                <c:pt idx="84">
                  <c:v>08-05-2000</c:v>
                </c:pt>
                <c:pt idx="85">
                  <c:v>09-05-2000</c:v>
                </c:pt>
                <c:pt idx="86">
                  <c:v>10-05-2000</c:v>
                </c:pt>
                <c:pt idx="87">
                  <c:v>11-05-2000</c:v>
                </c:pt>
                <c:pt idx="88">
                  <c:v>12-05-2000</c:v>
                </c:pt>
                <c:pt idx="89">
                  <c:v>15-05-2000</c:v>
                </c:pt>
                <c:pt idx="90">
                  <c:v>16-05-2000</c:v>
                </c:pt>
                <c:pt idx="91">
                  <c:v>17-05-2000</c:v>
                </c:pt>
                <c:pt idx="92">
                  <c:v>18-05-2000</c:v>
                </c:pt>
                <c:pt idx="93">
                  <c:v>19-05-2000</c:v>
                </c:pt>
                <c:pt idx="94">
                  <c:v>22-05-2000</c:v>
                </c:pt>
                <c:pt idx="95">
                  <c:v>23-05-2000</c:v>
                </c:pt>
                <c:pt idx="96">
                  <c:v>24-05-2000</c:v>
                </c:pt>
                <c:pt idx="97">
                  <c:v>25-05-2000</c:v>
                </c:pt>
                <c:pt idx="98">
                  <c:v>26-05-2000</c:v>
                </c:pt>
                <c:pt idx="99">
                  <c:v>29-05-2000</c:v>
                </c:pt>
                <c:pt idx="100">
                  <c:v>30-05-2000</c:v>
                </c:pt>
                <c:pt idx="101">
                  <c:v>31-05-2000</c:v>
                </c:pt>
                <c:pt idx="102">
                  <c:v>01-06-2000</c:v>
                </c:pt>
                <c:pt idx="103">
                  <c:v>02-06-2000</c:v>
                </c:pt>
                <c:pt idx="104">
                  <c:v>05-06-2000</c:v>
                </c:pt>
                <c:pt idx="105">
                  <c:v>06-06-2000</c:v>
                </c:pt>
                <c:pt idx="106">
                  <c:v>07-06-2000</c:v>
                </c:pt>
                <c:pt idx="107">
                  <c:v>08-06-2000</c:v>
                </c:pt>
                <c:pt idx="108">
                  <c:v>09-06-2000</c:v>
                </c:pt>
                <c:pt idx="109">
                  <c:v>12-06-2000</c:v>
                </c:pt>
                <c:pt idx="110">
                  <c:v>13-06-2000</c:v>
                </c:pt>
                <c:pt idx="111">
                  <c:v>14-06-2000</c:v>
                </c:pt>
                <c:pt idx="112">
                  <c:v>15-06-2000</c:v>
                </c:pt>
                <c:pt idx="113">
                  <c:v>16-06-2000</c:v>
                </c:pt>
                <c:pt idx="114">
                  <c:v>19-06-2000</c:v>
                </c:pt>
                <c:pt idx="115">
                  <c:v>20-06-2000</c:v>
                </c:pt>
                <c:pt idx="116">
                  <c:v>21-06-2000</c:v>
                </c:pt>
                <c:pt idx="117">
                  <c:v>22-06-2000</c:v>
                </c:pt>
                <c:pt idx="118">
                  <c:v>23-06-2000</c:v>
                </c:pt>
                <c:pt idx="119">
                  <c:v>26-06-2000</c:v>
                </c:pt>
                <c:pt idx="120">
                  <c:v>27-06-2000</c:v>
                </c:pt>
                <c:pt idx="121">
                  <c:v>28-06-2000</c:v>
                </c:pt>
                <c:pt idx="122">
                  <c:v>29-06-2000</c:v>
                </c:pt>
                <c:pt idx="123">
                  <c:v>30-06-2000</c:v>
                </c:pt>
                <c:pt idx="124">
                  <c:v>03-07-2000</c:v>
                </c:pt>
                <c:pt idx="125">
                  <c:v>04-07-2000</c:v>
                </c:pt>
                <c:pt idx="126">
                  <c:v>05-07-2000</c:v>
                </c:pt>
                <c:pt idx="127">
                  <c:v>06-07-2000</c:v>
                </c:pt>
                <c:pt idx="128">
                  <c:v>07-07-2000</c:v>
                </c:pt>
                <c:pt idx="129">
                  <c:v>10-07-2000</c:v>
                </c:pt>
                <c:pt idx="130">
                  <c:v>11-07-2000</c:v>
                </c:pt>
                <c:pt idx="131">
                  <c:v>12-07-2000</c:v>
                </c:pt>
                <c:pt idx="132">
                  <c:v>13-07-2000</c:v>
                </c:pt>
                <c:pt idx="133">
                  <c:v>14-07-2000</c:v>
                </c:pt>
                <c:pt idx="134">
                  <c:v>17-07-2000</c:v>
                </c:pt>
                <c:pt idx="135">
                  <c:v>18-07-2000</c:v>
                </c:pt>
                <c:pt idx="136">
                  <c:v>19-07-2000</c:v>
                </c:pt>
                <c:pt idx="137">
                  <c:v>20-07-2000</c:v>
                </c:pt>
                <c:pt idx="138">
                  <c:v>21-07-2000</c:v>
                </c:pt>
                <c:pt idx="139">
                  <c:v>24-07-2000</c:v>
                </c:pt>
                <c:pt idx="140">
                  <c:v>25-07-2000</c:v>
                </c:pt>
                <c:pt idx="141">
                  <c:v>26-07-2000</c:v>
                </c:pt>
                <c:pt idx="142">
                  <c:v>27-07-2000</c:v>
                </c:pt>
                <c:pt idx="143">
                  <c:v>28-07-2000</c:v>
                </c:pt>
                <c:pt idx="144">
                  <c:v>31-07-2000</c:v>
                </c:pt>
                <c:pt idx="145">
                  <c:v>01-08-2000</c:v>
                </c:pt>
                <c:pt idx="146">
                  <c:v>02-08-2000</c:v>
                </c:pt>
                <c:pt idx="147">
                  <c:v>03-08-2000</c:v>
                </c:pt>
                <c:pt idx="148">
                  <c:v>04-08-2000</c:v>
                </c:pt>
                <c:pt idx="149">
                  <c:v>07-08-2000</c:v>
                </c:pt>
                <c:pt idx="150">
                  <c:v>08-08-2000</c:v>
                </c:pt>
                <c:pt idx="151">
                  <c:v>09-08-2000</c:v>
                </c:pt>
                <c:pt idx="152">
                  <c:v>10-08-2000</c:v>
                </c:pt>
                <c:pt idx="153">
                  <c:v>11-08-2000</c:v>
                </c:pt>
                <c:pt idx="154">
                  <c:v>14-08-2000</c:v>
                </c:pt>
                <c:pt idx="155">
                  <c:v>16-08-2000</c:v>
                </c:pt>
                <c:pt idx="156">
                  <c:v>17-08-2000</c:v>
                </c:pt>
                <c:pt idx="157">
                  <c:v>18-08-2000</c:v>
                </c:pt>
                <c:pt idx="158">
                  <c:v>21-08-2000</c:v>
                </c:pt>
                <c:pt idx="159">
                  <c:v>22-08-2000</c:v>
                </c:pt>
                <c:pt idx="160">
                  <c:v>23-08-2000</c:v>
                </c:pt>
                <c:pt idx="161">
                  <c:v>24-08-2000</c:v>
                </c:pt>
                <c:pt idx="162">
                  <c:v>25-08-2000</c:v>
                </c:pt>
                <c:pt idx="163">
                  <c:v>28-08-2000</c:v>
                </c:pt>
                <c:pt idx="164">
                  <c:v>29-08-2000</c:v>
                </c:pt>
                <c:pt idx="165">
                  <c:v>30-08-2000</c:v>
                </c:pt>
                <c:pt idx="166">
                  <c:v>31-08-2000</c:v>
                </c:pt>
                <c:pt idx="167">
                  <c:v>04-09-2000</c:v>
                </c:pt>
                <c:pt idx="168">
                  <c:v>05-09-2000</c:v>
                </c:pt>
                <c:pt idx="169">
                  <c:v>06-09-2000</c:v>
                </c:pt>
                <c:pt idx="170">
                  <c:v>07-09-2000</c:v>
                </c:pt>
                <c:pt idx="171">
                  <c:v>08-09-2000</c:v>
                </c:pt>
                <c:pt idx="172">
                  <c:v>11-09-2000</c:v>
                </c:pt>
                <c:pt idx="173">
                  <c:v>12-09-2000</c:v>
                </c:pt>
                <c:pt idx="174">
                  <c:v>13-09-2000</c:v>
                </c:pt>
                <c:pt idx="175">
                  <c:v>14-09-2000</c:v>
                </c:pt>
                <c:pt idx="176">
                  <c:v>15-09-2000</c:v>
                </c:pt>
                <c:pt idx="177">
                  <c:v>18-09-2000</c:v>
                </c:pt>
                <c:pt idx="178">
                  <c:v>19-09-2000</c:v>
                </c:pt>
                <c:pt idx="179">
                  <c:v>20-09-2000</c:v>
                </c:pt>
                <c:pt idx="180">
                  <c:v>21-09-2000</c:v>
                </c:pt>
                <c:pt idx="181">
                  <c:v>22-09-2000</c:v>
                </c:pt>
                <c:pt idx="182">
                  <c:v>25-09-2000</c:v>
                </c:pt>
                <c:pt idx="183">
                  <c:v>26-09-2000</c:v>
                </c:pt>
                <c:pt idx="184">
                  <c:v>27-09-2000</c:v>
                </c:pt>
                <c:pt idx="185">
                  <c:v>28-09-2000</c:v>
                </c:pt>
                <c:pt idx="186">
                  <c:v>29-09-2000</c:v>
                </c:pt>
                <c:pt idx="187">
                  <c:v>03-10-2000</c:v>
                </c:pt>
                <c:pt idx="188">
                  <c:v>04-10-2000</c:v>
                </c:pt>
                <c:pt idx="189">
                  <c:v>05-10-2000</c:v>
                </c:pt>
                <c:pt idx="190">
                  <c:v>06-10-2000</c:v>
                </c:pt>
                <c:pt idx="191">
                  <c:v>09-10-2000</c:v>
                </c:pt>
                <c:pt idx="192">
                  <c:v>10-10-2000</c:v>
                </c:pt>
                <c:pt idx="193">
                  <c:v>11-10-2000</c:v>
                </c:pt>
                <c:pt idx="194">
                  <c:v>12-10-2000</c:v>
                </c:pt>
                <c:pt idx="195">
                  <c:v>13-10-2000</c:v>
                </c:pt>
                <c:pt idx="196">
                  <c:v>16-10-2000</c:v>
                </c:pt>
                <c:pt idx="197">
                  <c:v>17-10-2000</c:v>
                </c:pt>
                <c:pt idx="198">
                  <c:v>18-10-2000</c:v>
                </c:pt>
                <c:pt idx="199">
                  <c:v>19-10-2000</c:v>
                </c:pt>
                <c:pt idx="200">
                  <c:v>20-10-2000</c:v>
                </c:pt>
                <c:pt idx="201">
                  <c:v>23-10-2000</c:v>
                </c:pt>
                <c:pt idx="202">
                  <c:v>24-10-2000</c:v>
                </c:pt>
                <c:pt idx="203">
                  <c:v>25-10-2000</c:v>
                </c:pt>
                <c:pt idx="204">
                  <c:v>26-10-2000</c:v>
                </c:pt>
                <c:pt idx="205">
                  <c:v>27-10-2000</c:v>
                </c:pt>
                <c:pt idx="206">
                  <c:v>30-10-2000</c:v>
                </c:pt>
                <c:pt idx="207">
                  <c:v>31-10-2000</c:v>
                </c:pt>
                <c:pt idx="208">
                  <c:v>01-11-2000</c:v>
                </c:pt>
                <c:pt idx="209">
                  <c:v>02-11-2000</c:v>
                </c:pt>
                <c:pt idx="210">
                  <c:v>03-11-2000</c:v>
                </c:pt>
                <c:pt idx="211">
                  <c:v>06-11-2000</c:v>
                </c:pt>
                <c:pt idx="212">
                  <c:v>07-11-2000</c:v>
                </c:pt>
                <c:pt idx="213">
                  <c:v>08-11-2000</c:v>
                </c:pt>
                <c:pt idx="214">
                  <c:v>09-11-2000</c:v>
                </c:pt>
                <c:pt idx="215">
                  <c:v>10-11-2000</c:v>
                </c:pt>
                <c:pt idx="216">
                  <c:v>13-11-2000</c:v>
                </c:pt>
                <c:pt idx="217">
                  <c:v>14-11-2000</c:v>
                </c:pt>
                <c:pt idx="218">
                  <c:v>15-11-2000</c:v>
                </c:pt>
                <c:pt idx="219">
                  <c:v>16-11-2000</c:v>
                </c:pt>
                <c:pt idx="220">
                  <c:v>17-11-2000</c:v>
                </c:pt>
                <c:pt idx="221">
                  <c:v>20-11-2000</c:v>
                </c:pt>
                <c:pt idx="222">
                  <c:v>21-11-2000</c:v>
                </c:pt>
                <c:pt idx="223">
                  <c:v>22-11-2000</c:v>
                </c:pt>
                <c:pt idx="224">
                  <c:v>23-11-2000</c:v>
                </c:pt>
                <c:pt idx="225">
                  <c:v>24-11-2000</c:v>
                </c:pt>
                <c:pt idx="226">
                  <c:v>27-11-2000</c:v>
                </c:pt>
                <c:pt idx="227">
                  <c:v>28-11-2000</c:v>
                </c:pt>
                <c:pt idx="228">
                  <c:v>29-11-2000</c:v>
                </c:pt>
                <c:pt idx="229">
                  <c:v>30-11-2000</c:v>
                </c:pt>
                <c:pt idx="230">
                  <c:v>01-12-2000</c:v>
                </c:pt>
                <c:pt idx="231">
                  <c:v>04-12-2000</c:v>
                </c:pt>
                <c:pt idx="232">
                  <c:v>05-12-2000</c:v>
                </c:pt>
                <c:pt idx="233">
                  <c:v>06-12-2000</c:v>
                </c:pt>
                <c:pt idx="234">
                  <c:v>07-12-2000</c:v>
                </c:pt>
                <c:pt idx="235">
                  <c:v>08-12-2000</c:v>
                </c:pt>
                <c:pt idx="236">
                  <c:v>11-12-2000</c:v>
                </c:pt>
                <c:pt idx="237">
                  <c:v>12-12-2000</c:v>
                </c:pt>
                <c:pt idx="238">
                  <c:v>13-12-2000</c:v>
                </c:pt>
                <c:pt idx="239">
                  <c:v>14-12-2000</c:v>
                </c:pt>
                <c:pt idx="240">
                  <c:v>15-12-2000</c:v>
                </c:pt>
                <c:pt idx="241">
                  <c:v>18-12-2000</c:v>
                </c:pt>
                <c:pt idx="242">
                  <c:v>19-12-2000</c:v>
                </c:pt>
                <c:pt idx="243">
                  <c:v>20-12-2000</c:v>
                </c:pt>
                <c:pt idx="244">
                  <c:v>21-12-2000</c:v>
                </c:pt>
                <c:pt idx="245">
                  <c:v>22-12-2000</c:v>
                </c:pt>
                <c:pt idx="246">
                  <c:v>26-12-2000</c:v>
                </c:pt>
                <c:pt idx="247">
                  <c:v>27-12-2000</c:v>
                </c:pt>
                <c:pt idx="248">
                  <c:v>28-12-2000</c:v>
                </c:pt>
                <c:pt idx="249">
                  <c:v>29-12-2000</c:v>
                </c:pt>
                <c:pt idx="250">
                  <c:v>01-01-2001</c:v>
                </c:pt>
                <c:pt idx="251">
                  <c:v>02-01-2001</c:v>
                </c:pt>
                <c:pt idx="252">
                  <c:v>03-01-2001</c:v>
                </c:pt>
                <c:pt idx="253">
                  <c:v>04-01-2001</c:v>
                </c:pt>
                <c:pt idx="254">
                  <c:v>05-01-2001</c:v>
                </c:pt>
                <c:pt idx="255">
                  <c:v>08-01-2001</c:v>
                </c:pt>
                <c:pt idx="256">
                  <c:v>09-01-2001</c:v>
                </c:pt>
                <c:pt idx="257">
                  <c:v>10-01-2001</c:v>
                </c:pt>
                <c:pt idx="258">
                  <c:v>11-01-2001</c:v>
                </c:pt>
                <c:pt idx="259">
                  <c:v>12-01-2001</c:v>
                </c:pt>
                <c:pt idx="260">
                  <c:v>15-01-2001</c:v>
                </c:pt>
                <c:pt idx="261">
                  <c:v>16-01-2001</c:v>
                </c:pt>
                <c:pt idx="262">
                  <c:v>17-01-2001</c:v>
                </c:pt>
                <c:pt idx="263">
                  <c:v>18-01-2001</c:v>
                </c:pt>
                <c:pt idx="264">
                  <c:v>19-01-2001</c:v>
                </c:pt>
                <c:pt idx="265">
                  <c:v>22-01-2001</c:v>
                </c:pt>
                <c:pt idx="266">
                  <c:v>23-01-2001</c:v>
                </c:pt>
                <c:pt idx="267">
                  <c:v>24-01-2001</c:v>
                </c:pt>
                <c:pt idx="268">
                  <c:v>25-01-2001</c:v>
                </c:pt>
                <c:pt idx="269">
                  <c:v>29-01-2001</c:v>
                </c:pt>
                <c:pt idx="270">
                  <c:v>30-01-2001</c:v>
                </c:pt>
                <c:pt idx="271">
                  <c:v>31-01-2001</c:v>
                </c:pt>
                <c:pt idx="272">
                  <c:v>01-02-2001</c:v>
                </c:pt>
                <c:pt idx="273">
                  <c:v>02-02-2001</c:v>
                </c:pt>
                <c:pt idx="274">
                  <c:v>05-02-2001</c:v>
                </c:pt>
                <c:pt idx="275">
                  <c:v>06-02-2001</c:v>
                </c:pt>
                <c:pt idx="276">
                  <c:v>07-02-2001</c:v>
                </c:pt>
                <c:pt idx="277">
                  <c:v>08-02-2001</c:v>
                </c:pt>
                <c:pt idx="278">
                  <c:v>09-02-2001</c:v>
                </c:pt>
                <c:pt idx="279">
                  <c:v>12-02-2001</c:v>
                </c:pt>
                <c:pt idx="280">
                  <c:v>13-02-2001</c:v>
                </c:pt>
                <c:pt idx="281">
                  <c:v>14-02-2001</c:v>
                </c:pt>
                <c:pt idx="282">
                  <c:v>15-02-2001</c:v>
                </c:pt>
                <c:pt idx="283">
                  <c:v>16-02-2001</c:v>
                </c:pt>
                <c:pt idx="284">
                  <c:v>19-02-2001</c:v>
                </c:pt>
                <c:pt idx="285">
                  <c:v>20-02-2001</c:v>
                </c:pt>
                <c:pt idx="286">
                  <c:v>21-02-2001</c:v>
                </c:pt>
                <c:pt idx="287">
                  <c:v>22-02-2001</c:v>
                </c:pt>
                <c:pt idx="288">
                  <c:v>23-02-2001</c:v>
                </c:pt>
                <c:pt idx="289">
                  <c:v>26-02-2001</c:v>
                </c:pt>
                <c:pt idx="290">
                  <c:v>27-02-2001</c:v>
                </c:pt>
                <c:pt idx="291">
                  <c:v>28-02-2001</c:v>
                </c:pt>
                <c:pt idx="292">
                  <c:v>01-03-2001</c:v>
                </c:pt>
                <c:pt idx="293">
                  <c:v>02-03-2001</c:v>
                </c:pt>
                <c:pt idx="294">
                  <c:v>05-03-2001</c:v>
                </c:pt>
                <c:pt idx="295">
                  <c:v>07-03-2001</c:v>
                </c:pt>
                <c:pt idx="296">
                  <c:v>08-03-2001</c:v>
                </c:pt>
                <c:pt idx="297">
                  <c:v>09-03-2001</c:v>
                </c:pt>
                <c:pt idx="298">
                  <c:v>12-03-2001</c:v>
                </c:pt>
                <c:pt idx="299">
                  <c:v>13-03-2001</c:v>
                </c:pt>
                <c:pt idx="300">
                  <c:v>14-03-2001</c:v>
                </c:pt>
                <c:pt idx="301">
                  <c:v>15-03-2001</c:v>
                </c:pt>
                <c:pt idx="302">
                  <c:v>16-03-2001</c:v>
                </c:pt>
                <c:pt idx="303">
                  <c:v>19-03-2001</c:v>
                </c:pt>
                <c:pt idx="304">
                  <c:v>20-03-2001</c:v>
                </c:pt>
                <c:pt idx="305">
                  <c:v>21-03-2001</c:v>
                </c:pt>
                <c:pt idx="306">
                  <c:v>22-03-2001</c:v>
                </c:pt>
                <c:pt idx="307">
                  <c:v>23-03-2001</c:v>
                </c:pt>
                <c:pt idx="308">
                  <c:v>26-03-2001</c:v>
                </c:pt>
                <c:pt idx="309">
                  <c:v>27-03-2001</c:v>
                </c:pt>
                <c:pt idx="310">
                  <c:v>28-03-2001</c:v>
                </c:pt>
                <c:pt idx="311">
                  <c:v>29-03-2001</c:v>
                </c:pt>
                <c:pt idx="312">
                  <c:v>30-03-2001</c:v>
                </c:pt>
                <c:pt idx="313">
                  <c:v>02-04-2001</c:v>
                </c:pt>
                <c:pt idx="314">
                  <c:v>03-04-2001</c:v>
                </c:pt>
                <c:pt idx="315">
                  <c:v>04-04-2001</c:v>
                </c:pt>
                <c:pt idx="316">
                  <c:v>06-04-2001</c:v>
                </c:pt>
                <c:pt idx="317">
                  <c:v>09-04-2001</c:v>
                </c:pt>
                <c:pt idx="318">
                  <c:v>10-04-2001</c:v>
                </c:pt>
                <c:pt idx="319">
                  <c:v>11-04-2001</c:v>
                </c:pt>
                <c:pt idx="320">
                  <c:v>12-04-2001</c:v>
                </c:pt>
                <c:pt idx="321">
                  <c:v>16-04-2001</c:v>
                </c:pt>
                <c:pt idx="322">
                  <c:v>17-04-2001</c:v>
                </c:pt>
                <c:pt idx="323">
                  <c:v>18-04-2001</c:v>
                </c:pt>
                <c:pt idx="324">
                  <c:v>19-04-2001</c:v>
                </c:pt>
                <c:pt idx="325">
                  <c:v>20-04-2001</c:v>
                </c:pt>
                <c:pt idx="326">
                  <c:v>23-04-2001</c:v>
                </c:pt>
                <c:pt idx="327">
                  <c:v>24-04-2001</c:v>
                </c:pt>
                <c:pt idx="328">
                  <c:v>25-04-2001</c:v>
                </c:pt>
                <c:pt idx="329">
                  <c:v>26-04-2001</c:v>
                </c:pt>
                <c:pt idx="330">
                  <c:v>27-04-2001</c:v>
                </c:pt>
                <c:pt idx="331">
                  <c:v>30-04-2001</c:v>
                </c:pt>
                <c:pt idx="332">
                  <c:v>02-05-2001</c:v>
                </c:pt>
                <c:pt idx="333">
                  <c:v>03-05-2001</c:v>
                </c:pt>
                <c:pt idx="334">
                  <c:v>04-05-2001</c:v>
                </c:pt>
                <c:pt idx="335">
                  <c:v>07-05-2001</c:v>
                </c:pt>
                <c:pt idx="336">
                  <c:v>08-05-2001</c:v>
                </c:pt>
                <c:pt idx="337">
                  <c:v>09-05-2001</c:v>
                </c:pt>
                <c:pt idx="338">
                  <c:v>10-05-2001</c:v>
                </c:pt>
                <c:pt idx="339">
                  <c:v>11-05-2001</c:v>
                </c:pt>
                <c:pt idx="340">
                  <c:v>14-05-2001</c:v>
                </c:pt>
                <c:pt idx="341">
                  <c:v>15-05-2001</c:v>
                </c:pt>
                <c:pt idx="342">
                  <c:v>16-05-2001</c:v>
                </c:pt>
                <c:pt idx="343">
                  <c:v>17-05-2001</c:v>
                </c:pt>
                <c:pt idx="344">
                  <c:v>18-05-2001</c:v>
                </c:pt>
                <c:pt idx="345">
                  <c:v>21-05-2001</c:v>
                </c:pt>
                <c:pt idx="346">
                  <c:v>22-05-2001</c:v>
                </c:pt>
                <c:pt idx="347">
                  <c:v>23-05-2001</c:v>
                </c:pt>
                <c:pt idx="348">
                  <c:v>24-05-2001</c:v>
                </c:pt>
                <c:pt idx="349">
                  <c:v>25-05-2001</c:v>
                </c:pt>
                <c:pt idx="350">
                  <c:v>28-05-2001</c:v>
                </c:pt>
                <c:pt idx="351">
                  <c:v>29-05-2001</c:v>
                </c:pt>
                <c:pt idx="352">
                  <c:v>30-05-2001</c:v>
                </c:pt>
                <c:pt idx="353">
                  <c:v>31-05-2001</c:v>
                </c:pt>
                <c:pt idx="354">
                  <c:v>01-06-2001</c:v>
                </c:pt>
                <c:pt idx="355">
                  <c:v>04-06-2001</c:v>
                </c:pt>
                <c:pt idx="356">
                  <c:v>05-06-2001</c:v>
                </c:pt>
                <c:pt idx="357">
                  <c:v>06-06-2001</c:v>
                </c:pt>
                <c:pt idx="358">
                  <c:v>07-06-2001</c:v>
                </c:pt>
                <c:pt idx="359">
                  <c:v>08-06-2001</c:v>
                </c:pt>
                <c:pt idx="360">
                  <c:v>11-06-2001</c:v>
                </c:pt>
                <c:pt idx="361">
                  <c:v>12-06-2001</c:v>
                </c:pt>
                <c:pt idx="362">
                  <c:v>13-06-2001</c:v>
                </c:pt>
                <c:pt idx="363">
                  <c:v>14-06-2001</c:v>
                </c:pt>
                <c:pt idx="364">
                  <c:v>15-06-2001</c:v>
                </c:pt>
                <c:pt idx="365">
                  <c:v>18-06-2001</c:v>
                </c:pt>
                <c:pt idx="366">
                  <c:v>19-06-2001</c:v>
                </c:pt>
                <c:pt idx="367">
                  <c:v>20-06-2001</c:v>
                </c:pt>
                <c:pt idx="368">
                  <c:v>21-06-2001</c:v>
                </c:pt>
                <c:pt idx="369">
                  <c:v>22-06-2001</c:v>
                </c:pt>
                <c:pt idx="370">
                  <c:v>25-06-2001</c:v>
                </c:pt>
                <c:pt idx="371">
                  <c:v>26-06-2001</c:v>
                </c:pt>
                <c:pt idx="372">
                  <c:v>27-06-2001</c:v>
                </c:pt>
                <c:pt idx="373">
                  <c:v>28-06-2001</c:v>
                </c:pt>
                <c:pt idx="374">
                  <c:v>29-06-2001</c:v>
                </c:pt>
                <c:pt idx="375">
                  <c:v>02-07-2001</c:v>
                </c:pt>
                <c:pt idx="376">
                  <c:v>03-07-2001</c:v>
                </c:pt>
                <c:pt idx="377">
                  <c:v>04-07-2001</c:v>
                </c:pt>
                <c:pt idx="378">
                  <c:v>05-07-2001</c:v>
                </c:pt>
                <c:pt idx="379">
                  <c:v>06-07-2001</c:v>
                </c:pt>
                <c:pt idx="380">
                  <c:v>09-07-2001</c:v>
                </c:pt>
                <c:pt idx="381">
                  <c:v>10-07-2001</c:v>
                </c:pt>
                <c:pt idx="382">
                  <c:v>11-07-2001</c:v>
                </c:pt>
                <c:pt idx="383">
                  <c:v>12-07-2001</c:v>
                </c:pt>
                <c:pt idx="384">
                  <c:v>13-07-2001</c:v>
                </c:pt>
                <c:pt idx="385">
                  <c:v>16-07-2001</c:v>
                </c:pt>
                <c:pt idx="386">
                  <c:v>17-07-2001</c:v>
                </c:pt>
                <c:pt idx="387">
                  <c:v>18-07-2001</c:v>
                </c:pt>
                <c:pt idx="388">
                  <c:v>19-07-2001</c:v>
                </c:pt>
                <c:pt idx="389">
                  <c:v>20-07-2001</c:v>
                </c:pt>
                <c:pt idx="390">
                  <c:v>23-07-2001</c:v>
                </c:pt>
                <c:pt idx="391">
                  <c:v>24-07-2001</c:v>
                </c:pt>
                <c:pt idx="392">
                  <c:v>25-07-2001</c:v>
                </c:pt>
                <c:pt idx="393">
                  <c:v>26-07-2001</c:v>
                </c:pt>
                <c:pt idx="394">
                  <c:v>27-07-2001</c:v>
                </c:pt>
                <c:pt idx="395">
                  <c:v>30-07-2001</c:v>
                </c:pt>
                <c:pt idx="396">
                  <c:v>31-07-2001</c:v>
                </c:pt>
                <c:pt idx="397">
                  <c:v>01-08-2001</c:v>
                </c:pt>
                <c:pt idx="398">
                  <c:v>02-08-2001</c:v>
                </c:pt>
                <c:pt idx="399">
                  <c:v>03-08-2001</c:v>
                </c:pt>
                <c:pt idx="400">
                  <c:v>06-08-2001</c:v>
                </c:pt>
                <c:pt idx="401">
                  <c:v>07-08-2001</c:v>
                </c:pt>
                <c:pt idx="402">
                  <c:v>08-08-2001</c:v>
                </c:pt>
                <c:pt idx="403">
                  <c:v>09-08-2001</c:v>
                </c:pt>
                <c:pt idx="404">
                  <c:v>10-08-2001</c:v>
                </c:pt>
                <c:pt idx="405">
                  <c:v>13-08-2001</c:v>
                </c:pt>
                <c:pt idx="406">
                  <c:v>14-08-2001</c:v>
                </c:pt>
                <c:pt idx="407">
                  <c:v>16-08-2001</c:v>
                </c:pt>
                <c:pt idx="408">
                  <c:v>17-08-2001</c:v>
                </c:pt>
                <c:pt idx="409">
                  <c:v>20-08-2001</c:v>
                </c:pt>
                <c:pt idx="410">
                  <c:v>21-08-2001</c:v>
                </c:pt>
                <c:pt idx="411">
                  <c:v>23-08-2001</c:v>
                </c:pt>
                <c:pt idx="412">
                  <c:v>24-08-2001</c:v>
                </c:pt>
                <c:pt idx="413">
                  <c:v>27-08-2001</c:v>
                </c:pt>
                <c:pt idx="414">
                  <c:v>28-08-2001</c:v>
                </c:pt>
                <c:pt idx="415">
                  <c:v>29-08-2001</c:v>
                </c:pt>
                <c:pt idx="416">
                  <c:v>30-08-2001</c:v>
                </c:pt>
                <c:pt idx="417">
                  <c:v>31-08-2001</c:v>
                </c:pt>
                <c:pt idx="418">
                  <c:v>03-09-2001</c:v>
                </c:pt>
                <c:pt idx="419">
                  <c:v>04-09-2001</c:v>
                </c:pt>
                <c:pt idx="420">
                  <c:v>05-09-2001</c:v>
                </c:pt>
                <c:pt idx="421">
                  <c:v>06-09-2001</c:v>
                </c:pt>
                <c:pt idx="422">
                  <c:v>07-09-2001</c:v>
                </c:pt>
                <c:pt idx="423">
                  <c:v>10-09-2001</c:v>
                </c:pt>
                <c:pt idx="424">
                  <c:v>11-09-2001</c:v>
                </c:pt>
                <c:pt idx="425">
                  <c:v>12-09-2001</c:v>
                </c:pt>
                <c:pt idx="426">
                  <c:v>13-09-2001</c:v>
                </c:pt>
                <c:pt idx="427">
                  <c:v>14-09-2001</c:v>
                </c:pt>
                <c:pt idx="428">
                  <c:v>17-09-2001</c:v>
                </c:pt>
                <c:pt idx="429">
                  <c:v>18-09-2001</c:v>
                </c:pt>
                <c:pt idx="430">
                  <c:v>19-09-2001</c:v>
                </c:pt>
                <c:pt idx="431">
                  <c:v>20-09-2001</c:v>
                </c:pt>
                <c:pt idx="432">
                  <c:v>21-09-2001</c:v>
                </c:pt>
                <c:pt idx="433">
                  <c:v>24-09-2001</c:v>
                </c:pt>
                <c:pt idx="434">
                  <c:v>25-09-2001</c:v>
                </c:pt>
                <c:pt idx="435">
                  <c:v>26-09-2001</c:v>
                </c:pt>
                <c:pt idx="436">
                  <c:v>27-09-2001</c:v>
                </c:pt>
                <c:pt idx="437">
                  <c:v>28-09-2001</c:v>
                </c:pt>
                <c:pt idx="438">
                  <c:v>01-10-2001</c:v>
                </c:pt>
                <c:pt idx="439">
                  <c:v>03-10-2001</c:v>
                </c:pt>
                <c:pt idx="440">
                  <c:v>04-10-2001</c:v>
                </c:pt>
                <c:pt idx="441">
                  <c:v>05-10-2001</c:v>
                </c:pt>
                <c:pt idx="442">
                  <c:v>08-10-2001</c:v>
                </c:pt>
                <c:pt idx="443">
                  <c:v>09-10-2001</c:v>
                </c:pt>
                <c:pt idx="444">
                  <c:v>10-10-2001</c:v>
                </c:pt>
                <c:pt idx="445">
                  <c:v>11-10-2001</c:v>
                </c:pt>
                <c:pt idx="446">
                  <c:v>12-10-2001</c:v>
                </c:pt>
                <c:pt idx="447">
                  <c:v>15-10-2001</c:v>
                </c:pt>
                <c:pt idx="448">
                  <c:v>16-10-2001</c:v>
                </c:pt>
                <c:pt idx="449">
                  <c:v>17-10-2001</c:v>
                </c:pt>
                <c:pt idx="450">
                  <c:v>18-10-2001</c:v>
                </c:pt>
                <c:pt idx="451">
                  <c:v>19-10-2001</c:v>
                </c:pt>
                <c:pt idx="452">
                  <c:v>22-10-2001</c:v>
                </c:pt>
                <c:pt idx="453">
                  <c:v>23-10-2001</c:v>
                </c:pt>
                <c:pt idx="454">
                  <c:v>24-10-2001</c:v>
                </c:pt>
                <c:pt idx="455">
                  <c:v>25-10-2001</c:v>
                </c:pt>
                <c:pt idx="456">
                  <c:v>29-10-2001</c:v>
                </c:pt>
                <c:pt idx="457">
                  <c:v>30-10-2001</c:v>
                </c:pt>
                <c:pt idx="458">
                  <c:v>31-10-2001</c:v>
                </c:pt>
                <c:pt idx="459">
                  <c:v>01-11-2001</c:v>
                </c:pt>
                <c:pt idx="460">
                  <c:v>02-11-2001</c:v>
                </c:pt>
                <c:pt idx="461">
                  <c:v>05-11-2001</c:v>
                </c:pt>
                <c:pt idx="462">
                  <c:v>06-11-2001</c:v>
                </c:pt>
                <c:pt idx="463">
                  <c:v>07-11-2001</c:v>
                </c:pt>
                <c:pt idx="464">
                  <c:v>08-11-2001</c:v>
                </c:pt>
                <c:pt idx="465">
                  <c:v>09-11-2001</c:v>
                </c:pt>
                <c:pt idx="466">
                  <c:v>12-11-2001</c:v>
                </c:pt>
                <c:pt idx="467">
                  <c:v>13-11-2001</c:v>
                </c:pt>
                <c:pt idx="468">
                  <c:v>14-11-2001</c:v>
                </c:pt>
                <c:pt idx="469">
                  <c:v>15-11-2001</c:v>
                </c:pt>
                <c:pt idx="470">
                  <c:v>19-11-2001</c:v>
                </c:pt>
                <c:pt idx="471">
                  <c:v>20-11-2001</c:v>
                </c:pt>
                <c:pt idx="472">
                  <c:v>21-11-2001</c:v>
                </c:pt>
                <c:pt idx="473">
                  <c:v>22-11-2001</c:v>
                </c:pt>
                <c:pt idx="474">
                  <c:v>23-11-2001</c:v>
                </c:pt>
                <c:pt idx="475">
                  <c:v>26-11-2001</c:v>
                </c:pt>
                <c:pt idx="476">
                  <c:v>27-11-2001</c:v>
                </c:pt>
                <c:pt idx="477">
                  <c:v>28-11-2001</c:v>
                </c:pt>
                <c:pt idx="478">
                  <c:v>29-11-2001</c:v>
                </c:pt>
                <c:pt idx="479">
                  <c:v>03-12-2001</c:v>
                </c:pt>
                <c:pt idx="480">
                  <c:v>04-12-2001</c:v>
                </c:pt>
                <c:pt idx="481">
                  <c:v>05-12-2001</c:v>
                </c:pt>
                <c:pt idx="482">
                  <c:v>06-12-2001</c:v>
                </c:pt>
                <c:pt idx="483">
                  <c:v>07-12-2001</c:v>
                </c:pt>
                <c:pt idx="484">
                  <c:v>10-12-2001</c:v>
                </c:pt>
                <c:pt idx="485">
                  <c:v>11-12-2001</c:v>
                </c:pt>
                <c:pt idx="486">
                  <c:v>12-12-2001</c:v>
                </c:pt>
                <c:pt idx="487">
                  <c:v>13-12-2001</c:v>
                </c:pt>
                <c:pt idx="488">
                  <c:v>14-12-2001</c:v>
                </c:pt>
                <c:pt idx="489">
                  <c:v>18-12-2001</c:v>
                </c:pt>
                <c:pt idx="490">
                  <c:v>19-12-2001</c:v>
                </c:pt>
                <c:pt idx="491">
                  <c:v>20-12-2001</c:v>
                </c:pt>
                <c:pt idx="492">
                  <c:v>21-12-2001</c:v>
                </c:pt>
                <c:pt idx="493">
                  <c:v>24-12-2001</c:v>
                </c:pt>
                <c:pt idx="494">
                  <c:v>26-12-2001</c:v>
                </c:pt>
                <c:pt idx="495">
                  <c:v>27-12-2001</c:v>
                </c:pt>
                <c:pt idx="496">
                  <c:v>28-12-2001</c:v>
                </c:pt>
                <c:pt idx="497">
                  <c:v>31-12-2001</c:v>
                </c:pt>
                <c:pt idx="498">
                  <c:v>01-01-2002</c:v>
                </c:pt>
                <c:pt idx="499">
                  <c:v>02-01-2002</c:v>
                </c:pt>
                <c:pt idx="500">
                  <c:v>03-01-2002</c:v>
                </c:pt>
                <c:pt idx="501">
                  <c:v>04-01-2002</c:v>
                </c:pt>
                <c:pt idx="502">
                  <c:v>07-01-2002</c:v>
                </c:pt>
                <c:pt idx="503">
                  <c:v>08-01-2002</c:v>
                </c:pt>
                <c:pt idx="504">
                  <c:v>09-01-2002</c:v>
                </c:pt>
                <c:pt idx="505">
                  <c:v>10-01-2002</c:v>
                </c:pt>
                <c:pt idx="506">
                  <c:v>11-01-2002</c:v>
                </c:pt>
                <c:pt idx="507">
                  <c:v>14-01-2002</c:v>
                </c:pt>
                <c:pt idx="508">
                  <c:v>15-01-2002</c:v>
                </c:pt>
                <c:pt idx="509">
                  <c:v>16-01-2002</c:v>
                </c:pt>
                <c:pt idx="510">
                  <c:v>17-01-2002</c:v>
                </c:pt>
                <c:pt idx="511">
                  <c:v>18-01-2002</c:v>
                </c:pt>
                <c:pt idx="512">
                  <c:v>21-01-2002</c:v>
                </c:pt>
                <c:pt idx="513">
                  <c:v>22-01-2002</c:v>
                </c:pt>
                <c:pt idx="514">
                  <c:v>23-01-2002</c:v>
                </c:pt>
                <c:pt idx="515">
                  <c:v>24-01-2002</c:v>
                </c:pt>
                <c:pt idx="516">
                  <c:v>25-01-2002</c:v>
                </c:pt>
                <c:pt idx="517">
                  <c:v>28-01-2002</c:v>
                </c:pt>
                <c:pt idx="518">
                  <c:v>29-01-2002</c:v>
                </c:pt>
                <c:pt idx="519">
                  <c:v>30-01-2002</c:v>
                </c:pt>
                <c:pt idx="520">
                  <c:v>31-01-2002</c:v>
                </c:pt>
                <c:pt idx="521">
                  <c:v>01-02-2002</c:v>
                </c:pt>
                <c:pt idx="522">
                  <c:v>04-02-2002</c:v>
                </c:pt>
                <c:pt idx="523">
                  <c:v>05-02-2002</c:v>
                </c:pt>
                <c:pt idx="524">
                  <c:v>06-02-2002</c:v>
                </c:pt>
                <c:pt idx="525">
                  <c:v>07-02-2002</c:v>
                </c:pt>
                <c:pt idx="526">
                  <c:v>08-02-2002</c:v>
                </c:pt>
                <c:pt idx="527">
                  <c:v>11-02-2002</c:v>
                </c:pt>
                <c:pt idx="528">
                  <c:v>12-02-2002</c:v>
                </c:pt>
                <c:pt idx="529">
                  <c:v>13-02-2002</c:v>
                </c:pt>
                <c:pt idx="530">
                  <c:v>14-02-2002</c:v>
                </c:pt>
                <c:pt idx="531">
                  <c:v>15-02-2002</c:v>
                </c:pt>
                <c:pt idx="532">
                  <c:v>18-02-2002</c:v>
                </c:pt>
                <c:pt idx="533">
                  <c:v>19-02-2002</c:v>
                </c:pt>
                <c:pt idx="534">
                  <c:v>20-02-2002</c:v>
                </c:pt>
                <c:pt idx="535">
                  <c:v>21-02-2002</c:v>
                </c:pt>
                <c:pt idx="536">
                  <c:v>22-02-2002</c:v>
                </c:pt>
                <c:pt idx="537">
                  <c:v>25-02-2002</c:v>
                </c:pt>
                <c:pt idx="538">
                  <c:v>26-02-2002</c:v>
                </c:pt>
                <c:pt idx="539">
                  <c:v>27-02-2002</c:v>
                </c:pt>
                <c:pt idx="540">
                  <c:v>28-02-2002</c:v>
                </c:pt>
                <c:pt idx="541">
                  <c:v>01-03-2002</c:v>
                </c:pt>
                <c:pt idx="542">
                  <c:v>04-03-2002</c:v>
                </c:pt>
                <c:pt idx="543">
                  <c:v>05-03-2002</c:v>
                </c:pt>
                <c:pt idx="544">
                  <c:v>06-03-2002</c:v>
                </c:pt>
                <c:pt idx="545">
                  <c:v>07-03-2002</c:v>
                </c:pt>
                <c:pt idx="546">
                  <c:v>08-03-2002</c:v>
                </c:pt>
                <c:pt idx="547">
                  <c:v>11-03-2002</c:v>
                </c:pt>
                <c:pt idx="548">
                  <c:v>12-03-2002</c:v>
                </c:pt>
                <c:pt idx="549">
                  <c:v>13-03-2002</c:v>
                </c:pt>
                <c:pt idx="550">
                  <c:v>14-03-2002</c:v>
                </c:pt>
                <c:pt idx="551">
                  <c:v>15-03-2002</c:v>
                </c:pt>
                <c:pt idx="552">
                  <c:v>18-03-2002</c:v>
                </c:pt>
                <c:pt idx="553">
                  <c:v>19-03-2002</c:v>
                </c:pt>
                <c:pt idx="554">
                  <c:v>20-03-2002</c:v>
                </c:pt>
                <c:pt idx="555">
                  <c:v>21-03-2002</c:v>
                </c:pt>
                <c:pt idx="556">
                  <c:v>22-03-2002</c:v>
                </c:pt>
                <c:pt idx="557">
                  <c:v>26-03-2002</c:v>
                </c:pt>
                <c:pt idx="558">
                  <c:v>27-03-2002</c:v>
                </c:pt>
                <c:pt idx="559">
                  <c:v>28-03-2002</c:v>
                </c:pt>
                <c:pt idx="560">
                  <c:v>01-04-2002</c:v>
                </c:pt>
                <c:pt idx="561">
                  <c:v>02-04-2002</c:v>
                </c:pt>
                <c:pt idx="562">
                  <c:v>03-04-2002</c:v>
                </c:pt>
                <c:pt idx="563">
                  <c:v>04-04-2002</c:v>
                </c:pt>
                <c:pt idx="564">
                  <c:v>05-04-2002</c:v>
                </c:pt>
                <c:pt idx="565">
                  <c:v>08-04-2002</c:v>
                </c:pt>
                <c:pt idx="566">
                  <c:v>09-04-2002</c:v>
                </c:pt>
                <c:pt idx="567">
                  <c:v>10-04-2002</c:v>
                </c:pt>
                <c:pt idx="568">
                  <c:v>11-04-2002</c:v>
                </c:pt>
                <c:pt idx="569">
                  <c:v>12-04-2002</c:v>
                </c:pt>
                <c:pt idx="570">
                  <c:v>15-04-2002</c:v>
                </c:pt>
                <c:pt idx="571">
                  <c:v>16-04-2002</c:v>
                </c:pt>
                <c:pt idx="572">
                  <c:v>17-04-2002</c:v>
                </c:pt>
                <c:pt idx="573">
                  <c:v>18-04-2002</c:v>
                </c:pt>
                <c:pt idx="574">
                  <c:v>19-04-2002</c:v>
                </c:pt>
                <c:pt idx="575">
                  <c:v>22-04-2002</c:v>
                </c:pt>
                <c:pt idx="576">
                  <c:v>23-04-2002</c:v>
                </c:pt>
                <c:pt idx="577">
                  <c:v>24-04-2002</c:v>
                </c:pt>
                <c:pt idx="578">
                  <c:v>25-04-2002</c:v>
                </c:pt>
                <c:pt idx="579">
                  <c:v>26-04-2002</c:v>
                </c:pt>
                <c:pt idx="580">
                  <c:v>29-04-2002</c:v>
                </c:pt>
                <c:pt idx="581">
                  <c:v>30-04-2002</c:v>
                </c:pt>
                <c:pt idx="582">
                  <c:v>02-05-2002</c:v>
                </c:pt>
                <c:pt idx="583">
                  <c:v>03-05-2002</c:v>
                </c:pt>
                <c:pt idx="584">
                  <c:v>06-05-2002</c:v>
                </c:pt>
                <c:pt idx="585">
                  <c:v>07-05-2002</c:v>
                </c:pt>
                <c:pt idx="586">
                  <c:v>08-05-2002</c:v>
                </c:pt>
                <c:pt idx="587">
                  <c:v>09-05-2002</c:v>
                </c:pt>
                <c:pt idx="588">
                  <c:v>10-05-2002</c:v>
                </c:pt>
                <c:pt idx="589">
                  <c:v>13-05-2002</c:v>
                </c:pt>
                <c:pt idx="590">
                  <c:v>14-05-2002</c:v>
                </c:pt>
                <c:pt idx="591">
                  <c:v>15-05-2002</c:v>
                </c:pt>
                <c:pt idx="592">
                  <c:v>16-05-2002</c:v>
                </c:pt>
                <c:pt idx="593">
                  <c:v>17-05-2002</c:v>
                </c:pt>
                <c:pt idx="594">
                  <c:v>20-05-2002</c:v>
                </c:pt>
                <c:pt idx="595">
                  <c:v>21-05-2002</c:v>
                </c:pt>
                <c:pt idx="596">
                  <c:v>22-05-2002</c:v>
                </c:pt>
                <c:pt idx="597">
                  <c:v>23-05-2002</c:v>
                </c:pt>
                <c:pt idx="598">
                  <c:v>24-05-2002</c:v>
                </c:pt>
                <c:pt idx="599">
                  <c:v>27-05-2002</c:v>
                </c:pt>
                <c:pt idx="600">
                  <c:v>28-05-2002</c:v>
                </c:pt>
                <c:pt idx="601">
                  <c:v>29-05-2002</c:v>
                </c:pt>
                <c:pt idx="602">
                  <c:v>30-05-2002</c:v>
                </c:pt>
                <c:pt idx="603">
                  <c:v>31-05-2002</c:v>
                </c:pt>
                <c:pt idx="604">
                  <c:v>03-06-2002</c:v>
                </c:pt>
                <c:pt idx="605">
                  <c:v>04-06-2002</c:v>
                </c:pt>
                <c:pt idx="606">
                  <c:v>05-06-2002</c:v>
                </c:pt>
                <c:pt idx="607">
                  <c:v>06-06-2002</c:v>
                </c:pt>
                <c:pt idx="608">
                  <c:v>07-06-2002</c:v>
                </c:pt>
                <c:pt idx="609">
                  <c:v>10-06-2002</c:v>
                </c:pt>
                <c:pt idx="610">
                  <c:v>11-06-2002</c:v>
                </c:pt>
                <c:pt idx="611">
                  <c:v>12-06-2002</c:v>
                </c:pt>
                <c:pt idx="612">
                  <c:v>13-06-2002</c:v>
                </c:pt>
                <c:pt idx="613">
                  <c:v>14-06-2002</c:v>
                </c:pt>
                <c:pt idx="614">
                  <c:v>17-06-2002</c:v>
                </c:pt>
                <c:pt idx="615">
                  <c:v>18-06-2002</c:v>
                </c:pt>
                <c:pt idx="616">
                  <c:v>19-06-2002</c:v>
                </c:pt>
                <c:pt idx="617">
                  <c:v>20-06-2002</c:v>
                </c:pt>
                <c:pt idx="618">
                  <c:v>21-06-2002</c:v>
                </c:pt>
                <c:pt idx="619">
                  <c:v>24-06-2002</c:v>
                </c:pt>
                <c:pt idx="620">
                  <c:v>25-06-2002</c:v>
                </c:pt>
                <c:pt idx="621">
                  <c:v>26-06-2002</c:v>
                </c:pt>
                <c:pt idx="622">
                  <c:v>27-06-2002</c:v>
                </c:pt>
                <c:pt idx="623">
                  <c:v>28-06-2002</c:v>
                </c:pt>
                <c:pt idx="624">
                  <c:v>01-07-2002</c:v>
                </c:pt>
                <c:pt idx="625">
                  <c:v>02-07-2002</c:v>
                </c:pt>
                <c:pt idx="626">
                  <c:v>03-07-2002</c:v>
                </c:pt>
                <c:pt idx="627">
                  <c:v>04-07-2002</c:v>
                </c:pt>
                <c:pt idx="628">
                  <c:v>05-07-2002</c:v>
                </c:pt>
                <c:pt idx="629">
                  <c:v>08-07-2002</c:v>
                </c:pt>
                <c:pt idx="630">
                  <c:v>09-07-2002</c:v>
                </c:pt>
                <c:pt idx="631">
                  <c:v>10-07-2002</c:v>
                </c:pt>
                <c:pt idx="632">
                  <c:v>11-07-2002</c:v>
                </c:pt>
                <c:pt idx="633">
                  <c:v>12-07-2002</c:v>
                </c:pt>
                <c:pt idx="634">
                  <c:v>15-07-2002</c:v>
                </c:pt>
                <c:pt idx="635">
                  <c:v>16-07-2002</c:v>
                </c:pt>
                <c:pt idx="636">
                  <c:v>17-07-2002</c:v>
                </c:pt>
                <c:pt idx="637">
                  <c:v>18-07-2002</c:v>
                </c:pt>
                <c:pt idx="638">
                  <c:v>19-07-2002</c:v>
                </c:pt>
                <c:pt idx="639">
                  <c:v>22-07-2002</c:v>
                </c:pt>
                <c:pt idx="640">
                  <c:v>23-07-2002</c:v>
                </c:pt>
                <c:pt idx="641">
                  <c:v>24-07-2002</c:v>
                </c:pt>
                <c:pt idx="642">
                  <c:v>25-07-2002</c:v>
                </c:pt>
                <c:pt idx="643">
                  <c:v>26-07-2002</c:v>
                </c:pt>
                <c:pt idx="644">
                  <c:v>29-07-2002</c:v>
                </c:pt>
                <c:pt idx="645">
                  <c:v>30-07-2002</c:v>
                </c:pt>
                <c:pt idx="646">
                  <c:v>31-07-2002</c:v>
                </c:pt>
                <c:pt idx="647">
                  <c:v>01-08-2002</c:v>
                </c:pt>
                <c:pt idx="648">
                  <c:v>02-08-2002</c:v>
                </c:pt>
                <c:pt idx="649">
                  <c:v>05-08-2002</c:v>
                </c:pt>
                <c:pt idx="650">
                  <c:v>06-08-2002</c:v>
                </c:pt>
                <c:pt idx="651">
                  <c:v>07-08-2002</c:v>
                </c:pt>
                <c:pt idx="652">
                  <c:v>08-08-2002</c:v>
                </c:pt>
                <c:pt idx="653">
                  <c:v>09-08-2002</c:v>
                </c:pt>
                <c:pt idx="654">
                  <c:v>12-08-2002</c:v>
                </c:pt>
                <c:pt idx="655">
                  <c:v>13-08-2002</c:v>
                </c:pt>
                <c:pt idx="656">
                  <c:v>14-08-2002</c:v>
                </c:pt>
                <c:pt idx="657">
                  <c:v>16-08-2002</c:v>
                </c:pt>
                <c:pt idx="658">
                  <c:v>19-08-2002</c:v>
                </c:pt>
                <c:pt idx="659">
                  <c:v>20-08-2002</c:v>
                </c:pt>
                <c:pt idx="660">
                  <c:v>21-08-2002</c:v>
                </c:pt>
                <c:pt idx="661">
                  <c:v>22-08-2002</c:v>
                </c:pt>
                <c:pt idx="662">
                  <c:v>23-08-2002</c:v>
                </c:pt>
                <c:pt idx="663">
                  <c:v>26-08-2002</c:v>
                </c:pt>
                <c:pt idx="664">
                  <c:v>27-08-2002</c:v>
                </c:pt>
                <c:pt idx="665">
                  <c:v>28-08-2002</c:v>
                </c:pt>
                <c:pt idx="666">
                  <c:v>29-08-2002</c:v>
                </c:pt>
                <c:pt idx="667">
                  <c:v>30-08-2002</c:v>
                </c:pt>
                <c:pt idx="668">
                  <c:v>02-09-2002</c:v>
                </c:pt>
                <c:pt idx="669">
                  <c:v>03-09-2002</c:v>
                </c:pt>
                <c:pt idx="670">
                  <c:v>04-09-2002</c:v>
                </c:pt>
                <c:pt idx="671">
                  <c:v>05-09-2002</c:v>
                </c:pt>
                <c:pt idx="672">
                  <c:v>06-09-2002</c:v>
                </c:pt>
                <c:pt idx="673">
                  <c:v>09-09-2002</c:v>
                </c:pt>
                <c:pt idx="674">
                  <c:v>11-09-2002</c:v>
                </c:pt>
                <c:pt idx="675">
                  <c:v>12-09-2002</c:v>
                </c:pt>
                <c:pt idx="676">
                  <c:v>13-09-2002</c:v>
                </c:pt>
                <c:pt idx="677">
                  <c:v>16-09-2002</c:v>
                </c:pt>
                <c:pt idx="678">
                  <c:v>17-09-2002</c:v>
                </c:pt>
                <c:pt idx="679">
                  <c:v>18-09-2002</c:v>
                </c:pt>
                <c:pt idx="680">
                  <c:v>19-09-2002</c:v>
                </c:pt>
                <c:pt idx="681">
                  <c:v>20-09-2002</c:v>
                </c:pt>
                <c:pt idx="682">
                  <c:v>23-09-2002</c:v>
                </c:pt>
                <c:pt idx="683">
                  <c:v>24-09-2002</c:v>
                </c:pt>
                <c:pt idx="684">
                  <c:v>25-09-2002</c:v>
                </c:pt>
                <c:pt idx="685">
                  <c:v>26-09-2002</c:v>
                </c:pt>
                <c:pt idx="686">
                  <c:v>27-09-2002</c:v>
                </c:pt>
                <c:pt idx="687">
                  <c:v>30-09-2002</c:v>
                </c:pt>
                <c:pt idx="688">
                  <c:v>01-10-2002</c:v>
                </c:pt>
                <c:pt idx="689">
                  <c:v>03-10-2002</c:v>
                </c:pt>
                <c:pt idx="690">
                  <c:v>04-10-2002</c:v>
                </c:pt>
                <c:pt idx="691">
                  <c:v>07-10-2002</c:v>
                </c:pt>
                <c:pt idx="692">
                  <c:v>08-10-2002</c:v>
                </c:pt>
                <c:pt idx="693">
                  <c:v>09-10-2002</c:v>
                </c:pt>
                <c:pt idx="694">
                  <c:v>10-10-2002</c:v>
                </c:pt>
                <c:pt idx="695">
                  <c:v>11-10-2002</c:v>
                </c:pt>
                <c:pt idx="696">
                  <c:v>14-10-2002</c:v>
                </c:pt>
                <c:pt idx="697">
                  <c:v>16-10-2002</c:v>
                </c:pt>
                <c:pt idx="698">
                  <c:v>17-10-2002</c:v>
                </c:pt>
                <c:pt idx="699">
                  <c:v>18-10-2002</c:v>
                </c:pt>
                <c:pt idx="700">
                  <c:v>21-10-2002</c:v>
                </c:pt>
                <c:pt idx="701">
                  <c:v>22-10-2002</c:v>
                </c:pt>
                <c:pt idx="702">
                  <c:v>23-10-2002</c:v>
                </c:pt>
                <c:pt idx="703">
                  <c:v>24-10-2002</c:v>
                </c:pt>
                <c:pt idx="704">
                  <c:v>25-10-2002</c:v>
                </c:pt>
                <c:pt idx="705">
                  <c:v>28-10-2002</c:v>
                </c:pt>
                <c:pt idx="706">
                  <c:v>29-10-2002</c:v>
                </c:pt>
                <c:pt idx="707">
                  <c:v>30-10-2002</c:v>
                </c:pt>
                <c:pt idx="708">
                  <c:v>31-10-2002</c:v>
                </c:pt>
                <c:pt idx="709">
                  <c:v>01-11-2002</c:v>
                </c:pt>
                <c:pt idx="710">
                  <c:v>04-11-2002</c:v>
                </c:pt>
                <c:pt idx="711">
                  <c:v>05-11-2002</c:v>
                </c:pt>
                <c:pt idx="712">
                  <c:v>07-11-2002</c:v>
                </c:pt>
                <c:pt idx="713">
                  <c:v>08-11-2002</c:v>
                </c:pt>
                <c:pt idx="714">
                  <c:v>11-11-2002</c:v>
                </c:pt>
                <c:pt idx="715">
                  <c:v>12-11-2002</c:v>
                </c:pt>
                <c:pt idx="716">
                  <c:v>13-11-2002</c:v>
                </c:pt>
                <c:pt idx="717">
                  <c:v>14-11-2002</c:v>
                </c:pt>
                <c:pt idx="718">
                  <c:v>15-11-2002</c:v>
                </c:pt>
                <c:pt idx="719">
                  <c:v>18-11-2002</c:v>
                </c:pt>
                <c:pt idx="720">
                  <c:v>20-11-2002</c:v>
                </c:pt>
                <c:pt idx="721">
                  <c:v>21-11-2002</c:v>
                </c:pt>
                <c:pt idx="722">
                  <c:v>22-11-2002</c:v>
                </c:pt>
                <c:pt idx="723">
                  <c:v>25-11-2002</c:v>
                </c:pt>
                <c:pt idx="724">
                  <c:v>26-11-2002</c:v>
                </c:pt>
                <c:pt idx="725">
                  <c:v>27-11-2002</c:v>
                </c:pt>
                <c:pt idx="726">
                  <c:v>28-11-2002</c:v>
                </c:pt>
                <c:pt idx="727">
                  <c:v>29-11-2002</c:v>
                </c:pt>
                <c:pt idx="728">
                  <c:v>02-12-2002</c:v>
                </c:pt>
                <c:pt idx="729">
                  <c:v>03-12-2002</c:v>
                </c:pt>
                <c:pt idx="730">
                  <c:v>04-12-2002</c:v>
                </c:pt>
                <c:pt idx="731">
                  <c:v>05-12-2002</c:v>
                </c:pt>
                <c:pt idx="732">
                  <c:v>06-12-2002</c:v>
                </c:pt>
                <c:pt idx="733">
                  <c:v>09-12-2002</c:v>
                </c:pt>
                <c:pt idx="734">
                  <c:v>10-12-2002</c:v>
                </c:pt>
                <c:pt idx="735">
                  <c:v>11-12-2002</c:v>
                </c:pt>
                <c:pt idx="736">
                  <c:v>12-12-2002</c:v>
                </c:pt>
                <c:pt idx="737">
                  <c:v>13-12-2002</c:v>
                </c:pt>
                <c:pt idx="738">
                  <c:v>16-12-2002</c:v>
                </c:pt>
                <c:pt idx="739">
                  <c:v>17-12-2002</c:v>
                </c:pt>
                <c:pt idx="740">
                  <c:v>18-12-2002</c:v>
                </c:pt>
                <c:pt idx="741">
                  <c:v>19-12-2002</c:v>
                </c:pt>
                <c:pt idx="742">
                  <c:v>20-12-2002</c:v>
                </c:pt>
                <c:pt idx="743">
                  <c:v>23-12-2002</c:v>
                </c:pt>
                <c:pt idx="744">
                  <c:v>24-12-2002</c:v>
                </c:pt>
                <c:pt idx="745">
                  <c:v>26-12-2002</c:v>
                </c:pt>
                <c:pt idx="746">
                  <c:v>27-12-2002</c:v>
                </c:pt>
                <c:pt idx="747">
                  <c:v>30-12-2002</c:v>
                </c:pt>
                <c:pt idx="748">
                  <c:v>31-12-2002</c:v>
                </c:pt>
                <c:pt idx="749">
                  <c:v>01-01-2003</c:v>
                </c:pt>
                <c:pt idx="750">
                  <c:v>02-01-2003</c:v>
                </c:pt>
                <c:pt idx="751">
                  <c:v>03-01-2003</c:v>
                </c:pt>
                <c:pt idx="752">
                  <c:v>06-01-2003</c:v>
                </c:pt>
                <c:pt idx="753">
                  <c:v>07-01-2003</c:v>
                </c:pt>
                <c:pt idx="754">
                  <c:v>08-01-2003</c:v>
                </c:pt>
                <c:pt idx="755">
                  <c:v>09-01-2003</c:v>
                </c:pt>
                <c:pt idx="756">
                  <c:v>10-01-2003</c:v>
                </c:pt>
                <c:pt idx="757">
                  <c:v>13-01-2003</c:v>
                </c:pt>
                <c:pt idx="758">
                  <c:v>14-01-2003</c:v>
                </c:pt>
                <c:pt idx="759">
                  <c:v>15-01-2003</c:v>
                </c:pt>
                <c:pt idx="760">
                  <c:v>16-01-2003</c:v>
                </c:pt>
                <c:pt idx="761">
                  <c:v>17-01-2003</c:v>
                </c:pt>
                <c:pt idx="762">
                  <c:v>20-01-2003</c:v>
                </c:pt>
                <c:pt idx="763">
                  <c:v>21-01-2003</c:v>
                </c:pt>
                <c:pt idx="764">
                  <c:v>22-01-2003</c:v>
                </c:pt>
                <c:pt idx="765">
                  <c:v>23-01-2003</c:v>
                </c:pt>
                <c:pt idx="766">
                  <c:v>24-01-2003</c:v>
                </c:pt>
                <c:pt idx="767">
                  <c:v>27-01-2003</c:v>
                </c:pt>
                <c:pt idx="768">
                  <c:v>28-01-2003</c:v>
                </c:pt>
                <c:pt idx="769">
                  <c:v>29-01-2003</c:v>
                </c:pt>
                <c:pt idx="770">
                  <c:v>30-01-2003</c:v>
                </c:pt>
                <c:pt idx="771">
                  <c:v>31-01-2003</c:v>
                </c:pt>
                <c:pt idx="772">
                  <c:v>03-02-2003</c:v>
                </c:pt>
                <c:pt idx="773">
                  <c:v>04-02-2003</c:v>
                </c:pt>
                <c:pt idx="774">
                  <c:v>05-02-2003</c:v>
                </c:pt>
                <c:pt idx="775">
                  <c:v>06-02-2003</c:v>
                </c:pt>
                <c:pt idx="776">
                  <c:v>07-02-2003</c:v>
                </c:pt>
                <c:pt idx="777">
                  <c:v>10-02-2003</c:v>
                </c:pt>
                <c:pt idx="778">
                  <c:v>11-02-2003</c:v>
                </c:pt>
                <c:pt idx="779">
                  <c:v>12-02-2003</c:v>
                </c:pt>
                <c:pt idx="780">
                  <c:v>14-02-2003</c:v>
                </c:pt>
                <c:pt idx="781">
                  <c:v>17-02-2003</c:v>
                </c:pt>
                <c:pt idx="782">
                  <c:v>18-02-2003</c:v>
                </c:pt>
                <c:pt idx="783">
                  <c:v>19-02-2003</c:v>
                </c:pt>
                <c:pt idx="784">
                  <c:v>20-02-2003</c:v>
                </c:pt>
                <c:pt idx="785">
                  <c:v>21-02-2003</c:v>
                </c:pt>
                <c:pt idx="786">
                  <c:v>24-02-2003</c:v>
                </c:pt>
                <c:pt idx="787">
                  <c:v>25-02-2003</c:v>
                </c:pt>
                <c:pt idx="788">
                  <c:v>26-02-2003</c:v>
                </c:pt>
                <c:pt idx="789">
                  <c:v>27-02-2003</c:v>
                </c:pt>
                <c:pt idx="790">
                  <c:v>28-02-2003</c:v>
                </c:pt>
                <c:pt idx="791">
                  <c:v>03-03-2003</c:v>
                </c:pt>
                <c:pt idx="792">
                  <c:v>04-03-2003</c:v>
                </c:pt>
                <c:pt idx="793">
                  <c:v>05-03-2003</c:v>
                </c:pt>
                <c:pt idx="794">
                  <c:v>06-03-2003</c:v>
                </c:pt>
                <c:pt idx="795">
                  <c:v>07-03-2003</c:v>
                </c:pt>
                <c:pt idx="796">
                  <c:v>10-03-2003</c:v>
                </c:pt>
                <c:pt idx="797">
                  <c:v>11-03-2003</c:v>
                </c:pt>
                <c:pt idx="798">
                  <c:v>12-03-2003</c:v>
                </c:pt>
                <c:pt idx="799">
                  <c:v>13-03-2003</c:v>
                </c:pt>
                <c:pt idx="800">
                  <c:v>17-03-2003</c:v>
                </c:pt>
                <c:pt idx="801">
                  <c:v>19-03-2003</c:v>
                </c:pt>
                <c:pt idx="802">
                  <c:v>20-03-2003</c:v>
                </c:pt>
                <c:pt idx="803">
                  <c:v>21-03-2003</c:v>
                </c:pt>
                <c:pt idx="804">
                  <c:v>22-03-2003</c:v>
                </c:pt>
                <c:pt idx="805">
                  <c:v>24-03-2003</c:v>
                </c:pt>
                <c:pt idx="806">
                  <c:v>25-03-2003</c:v>
                </c:pt>
                <c:pt idx="807">
                  <c:v>26-03-2003</c:v>
                </c:pt>
                <c:pt idx="808">
                  <c:v>27-03-2003</c:v>
                </c:pt>
                <c:pt idx="809">
                  <c:v>28-03-2003</c:v>
                </c:pt>
                <c:pt idx="810">
                  <c:v>31-03-2003</c:v>
                </c:pt>
                <c:pt idx="811">
                  <c:v>01-04-2003</c:v>
                </c:pt>
                <c:pt idx="812">
                  <c:v>02-04-2003</c:v>
                </c:pt>
                <c:pt idx="813">
                  <c:v>03-04-2003</c:v>
                </c:pt>
                <c:pt idx="814">
                  <c:v>04-04-2003</c:v>
                </c:pt>
                <c:pt idx="815">
                  <c:v>07-04-2003</c:v>
                </c:pt>
                <c:pt idx="816">
                  <c:v>08-04-2003</c:v>
                </c:pt>
                <c:pt idx="817">
                  <c:v>09-04-2003</c:v>
                </c:pt>
                <c:pt idx="818">
                  <c:v>10-04-2003</c:v>
                </c:pt>
                <c:pt idx="819">
                  <c:v>11-04-2003</c:v>
                </c:pt>
                <c:pt idx="820">
                  <c:v>15-04-2003</c:v>
                </c:pt>
                <c:pt idx="821">
                  <c:v>16-04-2003</c:v>
                </c:pt>
                <c:pt idx="822">
                  <c:v>17-04-2003</c:v>
                </c:pt>
                <c:pt idx="823">
                  <c:v>21-04-2003</c:v>
                </c:pt>
                <c:pt idx="824">
                  <c:v>22-04-2003</c:v>
                </c:pt>
                <c:pt idx="825">
                  <c:v>23-04-2003</c:v>
                </c:pt>
                <c:pt idx="826">
                  <c:v>24-04-2003</c:v>
                </c:pt>
                <c:pt idx="827">
                  <c:v>25-04-2003</c:v>
                </c:pt>
                <c:pt idx="828">
                  <c:v>28-04-2003</c:v>
                </c:pt>
                <c:pt idx="829">
                  <c:v>29-04-2003</c:v>
                </c:pt>
                <c:pt idx="830">
                  <c:v>30-04-2003</c:v>
                </c:pt>
                <c:pt idx="831">
                  <c:v>02-05-2003</c:v>
                </c:pt>
                <c:pt idx="832">
                  <c:v>05-05-2003</c:v>
                </c:pt>
                <c:pt idx="833">
                  <c:v>06-05-2003</c:v>
                </c:pt>
                <c:pt idx="834">
                  <c:v>07-05-2003</c:v>
                </c:pt>
                <c:pt idx="835">
                  <c:v>08-05-2003</c:v>
                </c:pt>
                <c:pt idx="836">
                  <c:v>09-05-2003</c:v>
                </c:pt>
                <c:pt idx="837">
                  <c:v>12-05-2003</c:v>
                </c:pt>
                <c:pt idx="838">
                  <c:v>13-05-2003</c:v>
                </c:pt>
                <c:pt idx="839">
                  <c:v>14-05-2003</c:v>
                </c:pt>
                <c:pt idx="840">
                  <c:v>15-05-2003</c:v>
                </c:pt>
                <c:pt idx="841">
                  <c:v>16-05-2003</c:v>
                </c:pt>
                <c:pt idx="842">
                  <c:v>19-05-2003</c:v>
                </c:pt>
                <c:pt idx="843">
                  <c:v>20-05-2003</c:v>
                </c:pt>
                <c:pt idx="844">
                  <c:v>21-05-2003</c:v>
                </c:pt>
                <c:pt idx="845">
                  <c:v>22-05-2003</c:v>
                </c:pt>
                <c:pt idx="846">
                  <c:v>23-05-2003</c:v>
                </c:pt>
                <c:pt idx="847">
                  <c:v>26-05-2003</c:v>
                </c:pt>
                <c:pt idx="848">
                  <c:v>27-05-2003</c:v>
                </c:pt>
                <c:pt idx="849">
                  <c:v>28-05-2003</c:v>
                </c:pt>
                <c:pt idx="850">
                  <c:v>29-05-2003</c:v>
                </c:pt>
                <c:pt idx="851">
                  <c:v>30-05-2003</c:v>
                </c:pt>
                <c:pt idx="852">
                  <c:v>02-06-2003</c:v>
                </c:pt>
                <c:pt idx="853">
                  <c:v>03-06-2003</c:v>
                </c:pt>
                <c:pt idx="854">
                  <c:v>04-06-2003</c:v>
                </c:pt>
                <c:pt idx="855">
                  <c:v>05-06-2003</c:v>
                </c:pt>
                <c:pt idx="856">
                  <c:v>06-06-2003</c:v>
                </c:pt>
                <c:pt idx="857">
                  <c:v>09-06-2003</c:v>
                </c:pt>
                <c:pt idx="858">
                  <c:v>10-06-2003</c:v>
                </c:pt>
                <c:pt idx="859">
                  <c:v>11-06-2003</c:v>
                </c:pt>
                <c:pt idx="860">
                  <c:v>12-06-2003</c:v>
                </c:pt>
                <c:pt idx="861">
                  <c:v>13-06-2003</c:v>
                </c:pt>
                <c:pt idx="862">
                  <c:v>16-06-2003</c:v>
                </c:pt>
                <c:pt idx="863">
                  <c:v>17-06-2003</c:v>
                </c:pt>
                <c:pt idx="864">
                  <c:v>18-06-2003</c:v>
                </c:pt>
                <c:pt idx="865">
                  <c:v>19-06-2003</c:v>
                </c:pt>
                <c:pt idx="866">
                  <c:v>20-06-2003</c:v>
                </c:pt>
                <c:pt idx="867">
                  <c:v>23-06-2003</c:v>
                </c:pt>
                <c:pt idx="868">
                  <c:v>24-06-2003</c:v>
                </c:pt>
                <c:pt idx="869">
                  <c:v>25-06-2003</c:v>
                </c:pt>
                <c:pt idx="870">
                  <c:v>26-06-2003</c:v>
                </c:pt>
                <c:pt idx="871">
                  <c:v>27-06-2003</c:v>
                </c:pt>
                <c:pt idx="872">
                  <c:v>30-06-2003</c:v>
                </c:pt>
                <c:pt idx="873">
                  <c:v>01-07-2003</c:v>
                </c:pt>
                <c:pt idx="874">
                  <c:v>02-07-2003</c:v>
                </c:pt>
                <c:pt idx="875">
                  <c:v>03-07-2003</c:v>
                </c:pt>
                <c:pt idx="876">
                  <c:v>04-07-2003</c:v>
                </c:pt>
                <c:pt idx="877">
                  <c:v>07-07-2003</c:v>
                </c:pt>
                <c:pt idx="878">
                  <c:v>08-07-2003</c:v>
                </c:pt>
                <c:pt idx="879">
                  <c:v>09-07-2003</c:v>
                </c:pt>
                <c:pt idx="880">
                  <c:v>10-07-2003</c:v>
                </c:pt>
                <c:pt idx="881">
                  <c:v>11-07-2003</c:v>
                </c:pt>
                <c:pt idx="882">
                  <c:v>14-07-2003</c:v>
                </c:pt>
                <c:pt idx="883">
                  <c:v>15-07-2003</c:v>
                </c:pt>
                <c:pt idx="884">
                  <c:v>16-07-2003</c:v>
                </c:pt>
                <c:pt idx="885">
                  <c:v>17-07-2003</c:v>
                </c:pt>
                <c:pt idx="886">
                  <c:v>18-07-2003</c:v>
                </c:pt>
                <c:pt idx="887">
                  <c:v>21-07-2003</c:v>
                </c:pt>
                <c:pt idx="888">
                  <c:v>22-07-2003</c:v>
                </c:pt>
                <c:pt idx="889">
                  <c:v>23-07-2003</c:v>
                </c:pt>
                <c:pt idx="890">
                  <c:v>24-07-2003</c:v>
                </c:pt>
                <c:pt idx="891">
                  <c:v>25-07-2003</c:v>
                </c:pt>
                <c:pt idx="892">
                  <c:v>28-07-2003</c:v>
                </c:pt>
                <c:pt idx="893">
                  <c:v>29-07-2003</c:v>
                </c:pt>
                <c:pt idx="894">
                  <c:v>30-07-2003</c:v>
                </c:pt>
                <c:pt idx="895">
                  <c:v>31-07-2003</c:v>
                </c:pt>
                <c:pt idx="896">
                  <c:v>01-08-2003</c:v>
                </c:pt>
                <c:pt idx="897">
                  <c:v>04-08-2003</c:v>
                </c:pt>
                <c:pt idx="898">
                  <c:v>05-08-2003</c:v>
                </c:pt>
                <c:pt idx="899">
                  <c:v>06-08-2003</c:v>
                </c:pt>
                <c:pt idx="900">
                  <c:v>07-08-2003</c:v>
                </c:pt>
                <c:pt idx="901">
                  <c:v>08-08-2003</c:v>
                </c:pt>
                <c:pt idx="902">
                  <c:v>11-08-2003</c:v>
                </c:pt>
                <c:pt idx="903">
                  <c:v>12-08-2003</c:v>
                </c:pt>
                <c:pt idx="904">
                  <c:v>13-08-2003</c:v>
                </c:pt>
                <c:pt idx="905">
                  <c:v>14-08-2003</c:v>
                </c:pt>
                <c:pt idx="906">
                  <c:v>18-08-2003</c:v>
                </c:pt>
                <c:pt idx="907">
                  <c:v>19-08-2003</c:v>
                </c:pt>
                <c:pt idx="908">
                  <c:v>20-08-2003</c:v>
                </c:pt>
                <c:pt idx="909">
                  <c:v>21-08-2003</c:v>
                </c:pt>
                <c:pt idx="910">
                  <c:v>22-08-2003</c:v>
                </c:pt>
                <c:pt idx="911">
                  <c:v>25-08-2003</c:v>
                </c:pt>
                <c:pt idx="912">
                  <c:v>26-08-2003</c:v>
                </c:pt>
                <c:pt idx="913">
                  <c:v>27-08-2003</c:v>
                </c:pt>
                <c:pt idx="914">
                  <c:v>28-08-2003</c:v>
                </c:pt>
                <c:pt idx="915">
                  <c:v>29-08-2003</c:v>
                </c:pt>
                <c:pt idx="916">
                  <c:v>01-09-2003</c:v>
                </c:pt>
                <c:pt idx="917">
                  <c:v>02-09-2003</c:v>
                </c:pt>
                <c:pt idx="918">
                  <c:v>03-09-2003</c:v>
                </c:pt>
                <c:pt idx="919">
                  <c:v>04-09-2003</c:v>
                </c:pt>
                <c:pt idx="920">
                  <c:v>05-09-2003</c:v>
                </c:pt>
                <c:pt idx="921">
                  <c:v>08-09-2003</c:v>
                </c:pt>
                <c:pt idx="922">
                  <c:v>09-09-2003</c:v>
                </c:pt>
                <c:pt idx="923">
                  <c:v>10-09-2003</c:v>
                </c:pt>
                <c:pt idx="924">
                  <c:v>11-09-2003</c:v>
                </c:pt>
                <c:pt idx="925">
                  <c:v>12-09-2003</c:v>
                </c:pt>
                <c:pt idx="926">
                  <c:v>15-09-2003</c:v>
                </c:pt>
                <c:pt idx="927">
                  <c:v>16-09-2003</c:v>
                </c:pt>
                <c:pt idx="928">
                  <c:v>17-09-2003</c:v>
                </c:pt>
                <c:pt idx="929">
                  <c:v>18-09-2003</c:v>
                </c:pt>
                <c:pt idx="930">
                  <c:v>19-09-2003</c:v>
                </c:pt>
                <c:pt idx="931">
                  <c:v>22-09-2003</c:v>
                </c:pt>
                <c:pt idx="932">
                  <c:v>23-09-2003</c:v>
                </c:pt>
                <c:pt idx="933">
                  <c:v>24-09-2003</c:v>
                </c:pt>
                <c:pt idx="934">
                  <c:v>25-09-2003</c:v>
                </c:pt>
                <c:pt idx="935">
                  <c:v>26-09-2003</c:v>
                </c:pt>
                <c:pt idx="936">
                  <c:v>29-09-2003</c:v>
                </c:pt>
                <c:pt idx="937">
                  <c:v>30-09-2003</c:v>
                </c:pt>
                <c:pt idx="938">
                  <c:v>01-10-2003</c:v>
                </c:pt>
                <c:pt idx="939">
                  <c:v>03-10-2003</c:v>
                </c:pt>
                <c:pt idx="940">
                  <c:v>06-10-2003</c:v>
                </c:pt>
                <c:pt idx="941">
                  <c:v>07-10-2003</c:v>
                </c:pt>
                <c:pt idx="942">
                  <c:v>08-10-2003</c:v>
                </c:pt>
                <c:pt idx="943">
                  <c:v>09-10-2003</c:v>
                </c:pt>
                <c:pt idx="944">
                  <c:v>10-10-2003</c:v>
                </c:pt>
                <c:pt idx="945">
                  <c:v>13-10-2003</c:v>
                </c:pt>
                <c:pt idx="946">
                  <c:v>14-10-2003</c:v>
                </c:pt>
                <c:pt idx="947">
                  <c:v>15-10-2003</c:v>
                </c:pt>
                <c:pt idx="948">
                  <c:v>16-10-2003</c:v>
                </c:pt>
                <c:pt idx="949">
                  <c:v>17-10-2003</c:v>
                </c:pt>
                <c:pt idx="950">
                  <c:v>20-10-2003</c:v>
                </c:pt>
                <c:pt idx="951">
                  <c:v>21-10-2003</c:v>
                </c:pt>
                <c:pt idx="952">
                  <c:v>22-10-2003</c:v>
                </c:pt>
                <c:pt idx="953">
                  <c:v>23-10-2003</c:v>
                </c:pt>
                <c:pt idx="954">
                  <c:v>24-10-2003</c:v>
                </c:pt>
                <c:pt idx="955">
                  <c:v>25-10-2003</c:v>
                </c:pt>
                <c:pt idx="956">
                  <c:v>27-10-2003</c:v>
                </c:pt>
                <c:pt idx="957">
                  <c:v>28-10-2003</c:v>
                </c:pt>
                <c:pt idx="958">
                  <c:v>29-10-2003</c:v>
                </c:pt>
                <c:pt idx="959">
                  <c:v>30-10-2003</c:v>
                </c:pt>
                <c:pt idx="960">
                  <c:v>31-10-2003</c:v>
                </c:pt>
                <c:pt idx="961">
                  <c:v>03-11-2003</c:v>
                </c:pt>
                <c:pt idx="962">
                  <c:v>04-11-2003</c:v>
                </c:pt>
                <c:pt idx="963">
                  <c:v>05-11-2003</c:v>
                </c:pt>
                <c:pt idx="964">
                  <c:v>06-11-2003</c:v>
                </c:pt>
                <c:pt idx="965">
                  <c:v>07-11-2003</c:v>
                </c:pt>
                <c:pt idx="966">
                  <c:v>10-11-2003</c:v>
                </c:pt>
                <c:pt idx="967">
                  <c:v>11-11-2003</c:v>
                </c:pt>
                <c:pt idx="968">
                  <c:v>12-11-2003</c:v>
                </c:pt>
                <c:pt idx="969">
                  <c:v>13-11-2003</c:v>
                </c:pt>
                <c:pt idx="970">
                  <c:v>14-11-2003</c:v>
                </c:pt>
                <c:pt idx="971">
                  <c:v>15-11-2003</c:v>
                </c:pt>
                <c:pt idx="972">
                  <c:v>17-11-2003</c:v>
                </c:pt>
                <c:pt idx="973">
                  <c:v>18-11-2003</c:v>
                </c:pt>
                <c:pt idx="974">
                  <c:v>19-11-2003</c:v>
                </c:pt>
                <c:pt idx="975">
                  <c:v>20-11-2003</c:v>
                </c:pt>
                <c:pt idx="976">
                  <c:v>21-11-2003</c:v>
                </c:pt>
                <c:pt idx="977">
                  <c:v>24-11-2003</c:v>
                </c:pt>
                <c:pt idx="978">
                  <c:v>25-11-2003</c:v>
                </c:pt>
                <c:pt idx="979">
                  <c:v>27-11-2003</c:v>
                </c:pt>
                <c:pt idx="980">
                  <c:v>28-11-2003</c:v>
                </c:pt>
                <c:pt idx="981">
                  <c:v>01-12-2003</c:v>
                </c:pt>
                <c:pt idx="982">
                  <c:v>02-12-2003</c:v>
                </c:pt>
                <c:pt idx="983">
                  <c:v>03-12-2003</c:v>
                </c:pt>
                <c:pt idx="984">
                  <c:v>04-12-2003</c:v>
                </c:pt>
                <c:pt idx="985">
                  <c:v>05-12-2003</c:v>
                </c:pt>
                <c:pt idx="986">
                  <c:v>08-12-2003</c:v>
                </c:pt>
                <c:pt idx="987">
                  <c:v>09-12-2003</c:v>
                </c:pt>
                <c:pt idx="988">
                  <c:v>10-12-2003</c:v>
                </c:pt>
                <c:pt idx="989">
                  <c:v>11-12-2003</c:v>
                </c:pt>
                <c:pt idx="990">
                  <c:v>12-12-2003</c:v>
                </c:pt>
                <c:pt idx="991">
                  <c:v>15-12-2003</c:v>
                </c:pt>
                <c:pt idx="992">
                  <c:v>16-12-2003</c:v>
                </c:pt>
                <c:pt idx="993">
                  <c:v>17-12-2003</c:v>
                </c:pt>
                <c:pt idx="994">
                  <c:v>18-12-2003</c:v>
                </c:pt>
                <c:pt idx="995">
                  <c:v>19-12-2003</c:v>
                </c:pt>
                <c:pt idx="996">
                  <c:v>22-12-2003</c:v>
                </c:pt>
                <c:pt idx="997">
                  <c:v>23-12-2003</c:v>
                </c:pt>
                <c:pt idx="998">
                  <c:v>24-12-2003</c:v>
                </c:pt>
                <c:pt idx="999">
                  <c:v>26-12-2003</c:v>
                </c:pt>
                <c:pt idx="1000">
                  <c:v>29-12-2003</c:v>
                </c:pt>
                <c:pt idx="1001">
                  <c:v>30-12-2003</c:v>
                </c:pt>
                <c:pt idx="1002">
                  <c:v>31-12-2003</c:v>
                </c:pt>
                <c:pt idx="1003">
                  <c:v>01-01-2004</c:v>
                </c:pt>
                <c:pt idx="1004">
                  <c:v>02-01-2004</c:v>
                </c:pt>
                <c:pt idx="1005">
                  <c:v>05-01-2004</c:v>
                </c:pt>
                <c:pt idx="1006">
                  <c:v>06-01-2004</c:v>
                </c:pt>
                <c:pt idx="1007">
                  <c:v>07-01-2004</c:v>
                </c:pt>
                <c:pt idx="1008">
                  <c:v>08-01-2004</c:v>
                </c:pt>
                <c:pt idx="1009">
                  <c:v>09-01-2004</c:v>
                </c:pt>
                <c:pt idx="1010">
                  <c:v>12-01-2004</c:v>
                </c:pt>
                <c:pt idx="1011">
                  <c:v>13-01-2004</c:v>
                </c:pt>
                <c:pt idx="1012">
                  <c:v>14-01-2004</c:v>
                </c:pt>
                <c:pt idx="1013">
                  <c:v>15-01-2004</c:v>
                </c:pt>
                <c:pt idx="1014">
                  <c:v>16-01-2004</c:v>
                </c:pt>
                <c:pt idx="1015">
                  <c:v>19-01-2004</c:v>
                </c:pt>
                <c:pt idx="1016">
                  <c:v>20-01-2004</c:v>
                </c:pt>
                <c:pt idx="1017">
                  <c:v>21-01-2004</c:v>
                </c:pt>
                <c:pt idx="1018">
                  <c:v>22-01-2004</c:v>
                </c:pt>
                <c:pt idx="1019">
                  <c:v>23-01-2004</c:v>
                </c:pt>
                <c:pt idx="1020">
                  <c:v>27-01-2004</c:v>
                </c:pt>
                <c:pt idx="1021">
                  <c:v>28-01-2004</c:v>
                </c:pt>
                <c:pt idx="1022">
                  <c:v>29-01-2004</c:v>
                </c:pt>
                <c:pt idx="1023">
                  <c:v>30-01-2004</c:v>
                </c:pt>
                <c:pt idx="1024">
                  <c:v>03-02-2004</c:v>
                </c:pt>
                <c:pt idx="1025">
                  <c:v>04-02-2004</c:v>
                </c:pt>
                <c:pt idx="1026">
                  <c:v>05-02-2004</c:v>
                </c:pt>
                <c:pt idx="1027">
                  <c:v>06-02-2004</c:v>
                </c:pt>
                <c:pt idx="1028">
                  <c:v>09-02-2004</c:v>
                </c:pt>
                <c:pt idx="1029">
                  <c:v>10-02-2004</c:v>
                </c:pt>
                <c:pt idx="1030">
                  <c:v>11-02-2004</c:v>
                </c:pt>
                <c:pt idx="1031">
                  <c:v>12-02-2004</c:v>
                </c:pt>
                <c:pt idx="1032">
                  <c:v>13-02-2004</c:v>
                </c:pt>
                <c:pt idx="1033">
                  <c:v>16-02-2004</c:v>
                </c:pt>
                <c:pt idx="1034">
                  <c:v>17-02-2004</c:v>
                </c:pt>
                <c:pt idx="1035">
                  <c:v>18-02-2004</c:v>
                </c:pt>
                <c:pt idx="1036">
                  <c:v>19-02-2004</c:v>
                </c:pt>
                <c:pt idx="1037">
                  <c:v>20-02-2004</c:v>
                </c:pt>
                <c:pt idx="1038">
                  <c:v>23-02-2004</c:v>
                </c:pt>
                <c:pt idx="1039">
                  <c:v>24-02-2004</c:v>
                </c:pt>
                <c:pt idx="1040">
                  <c:v>25-02-2004</c:v>
                </c:pt>
                <c:pt idx="1041">
                  <c:v>26-02-2004</c:v>
                </c:pt>
                <c:pt idx="1042">
                  <c:v>27-02-2004</c:v>
                </c:pt>
                <c:pt idx="1043">
                  <c:v>01-03-2004</c:v>
                </c:pt>
                <c:pt idx="1044">
                  <c:v>03-03-2004</c:v>
                </c:pt>
                <c:pt idx="1045">
                  <c:v>04-03-2004</c:v>
                </c:pt>
                <c:pt idx="1046">
                  <c:v>05-03-2004</c:v>
                </c:pt>
                <c:pt idx="1047">
                  <c:v>08-03-2004</c:v>
                </c:pt>
                <c:pt idx="1048">
                  <c:v>09-03-2004</c:v>
                </c:pt>
                <c:pt idx="1049">
                  <c:v>10-03-2004</c:v>
                </c:pt>
                <c:pt idx="1050">
                  <c:v>11-03-2004</c:v>
                </c:pt>
                <c:pt idx="1051">
                  <c:v>12-03-2004</c:v>
                </c:pt>
                <c:pt idx="1052">
                  <c:v>15-03-2004</c:v>
                </c:pt>
                <c:pt idx="1053">
                  <c:v>16-03-2004</c:v>
                </c:pt>
                <c:pt idx="1054">
                  <c:v>17-03-2004</c:v>
                </c:pt>
                <c:pt idx="1055">
                  <c:v>18-03-2004</c:v>
                </c:pt>
                <c:pt idx="1056">
                  <c:v>19-03-2004</c:v>
                </c:pt>
                <c:pt idx="1057">
                  <c:v>22-03-2004</c:v>
                </c:pt>
                <c:pt idx="1058">
                  <c:v>23-03-2004</c:v>
                </c:pt>
                <c:pt idx="1059">
                  <c:v>24-03-2004</c:v>
                </c:pt>
                <c:pt idx="1060">
                  <c:v>25-03-2004</c:v>
                </c:pt>
                <c:pt idx="1061">
                  <c:v>26-03-2004</c:v>
                </c:pt>
                <c:pt idx="1062">
                  <c:v>29-03-2004</c:v>
                </c:pt>
                <c:pt idx="1063">
                  <c:v>30-03-2004</c:v>
                </c:pt>
                <c:pt idx="1064">
                  <c:v>31-03-2004</c:v>
                </c:pt>
                <c:pt idx="1065">
                  <c:v>01-04-2004</c:v>
                </c:pt>
                <c:pt idx="1066">
                  <c:v>02-04-2004</c:v>
                </c:pt>
                <c:pt idx="1067">
                  <c:v>05-04-2004</c:v>
                </c:pt>
                <c:pt idx="1068">
                  <c:v>06-04-2004</c:v>
                </c:pt>
                <c:pt idx="1069">
                  <c:v>07-04-2004</c:v>
                </c:pt>
                <c:pt idx="1070">
                  <c:v>08-04-2004</c:v>
                </c:pt>
                <c:pt idx="1071">
                  <c:v>12-04-2004</c:v>
                </c:pt>
                <c:pt idx="1072">
                  <c:v>13-04-2004</c:v>
                </c:pt>
                <c:pt idx="1073">
                  <c:v>15-04-2004</c:v>
                </c:pt>
                <c:pt idx="1074">
                  <c:v>16-04-2004</c:v>
                </c:pt>
                <c:pt idx="1075">
                  <c:v>17-04-2004</c:v>
                </c:pt>
                <c:pt idx="1076">
                  <c:v>19-04-2004</c:v>
                </c:pt>
                <c:pt idx="1077">
                  <c:v>20-04-2004</c:v>
                </c:pt>
                <c:pt idx="1078">
                  <c:v>21-04-2004</c:v>
                </c:pt>
                <c:pt idx="1079">
                  <c:v>22-04-2004</c:v>
                </c:pt>
                <c:pt idx="1080">
                  <c:v>23-04-2004</c:v>
                </c:pt>
                <c:pt idx="1081">
                  <c:v>27-04-2004</c:v>
                </c:pt>
                <c:pt idx="1082">
                  <c:v>28-04-2004</c:v>
                </c:pt>
                <c:pt idx="1083">
                  <c:v>29-04-2004</c:v>
                </c:pt>
                <c:pt idx="1084">
                  <c:v>30-04-2004</c:v>
                </c:pt>
                <c:pt idx="1085">
                  <c:v>03-05-2004</c:v>
                </c:pt>
                <c:pt idx="1086">
                  <c:v>04-05-2004</c:v>
                </c:pt>
                <c:pt idx="1087">
                  <c:v>05-05-2004</c:v>
                </c:pt>
                <c:pt idx="1088">
                  <c:v>06-05-2004</c:v>
                </c:pt>
                <c:pt idx="1089">
                  <c:v>07-05-2004</c:v>
                </c:pt>
                <c:pt idx="1090">
                  <c:v>10-05-2004</c:v>
                </c:pt>
                <c:pt idx="1091">
                  <c:v>11-05-2004</c:v>
                </c:pt>
                <c:pt idx="1092">
                  <c:v>12-05-2004</c:v>
                </c:pt>
                <c:pt idx="1093">
                  <c:v>13-05-2004</c:v>
                </c:pt>
                <c:pt idx="1094">
                  <c:v>14-05-2004</c:v>
                </c:pt>
                <c:pt idx="1095">
                  <c:v>17-05-2004</c:v>
                </c:pt>
                <c:pt idx="1096">
                  <c:v>18-05-2004</c:v>
                </c:pt>
                <c:pt idx="1097">
                  <c:v>19-05-2004</c:v>
                </c:pt>
                <c:pt idx="1098">
                  <c:v>20-05-2004</c:v>
                </c:pt>
                <c:pt idx="1099">
                  <c:v>21-05-2004</c:v>
                </c:pt>
                <c:pt idx="1100">
                  <c:v>24-05-2004</c:v>
                </c:pt>
                <c:pt idx="1101">
                  <c:v>25-05-2004</c:v>
                </c:pt>
                <c:pt idx="1102">
                  <c:v>26-05-2004</c:v>
                </c:pt>
                <c:pt idx="1103">
                  <c:v>27-05-2004</c:v>
                </c:pt>
                <c:pt idx="1104">
                  <c:v>28-05-2004</c:v>
                </c:pt>
                <c:pt idx="1105">
                  <c:v>31-05-2004</c:v>
                </c:pt>
                <c:pt idx="1106">
                  <c:v>01-06-2004</c:v>
                </c:pt>
                <c:pt idx="1107">
                  <c:v>02-06-2004</c:v>
                </c:pt>
                <c:pt idx="1108">
                  <c:v>03-06-2004</c:v>
                </c:pt>
                <c:pt idx="1109">
                  <c:v>04-06-2004</c:v>
                </c:pt>
                <c:pt idx="1110">
                  <c:v>07-06-2004</c:v>
                </c:pt>
                <c:pt idx="1111">
                  <c:v>08-06-2004</c:v>
                </c:pt>
                <c:pt idx="1112">
                  <c:v>09-06-2004</c:v>
                </c:pt>
                <c:pt idx="1113">
                  <c:v>10-06-2004</c:v>
                </c:pt>
                <c:pt idx="1114">
                  <c:v>11-06-2004</c:v>
                </c:pt>
                <c:pt idx="1115">
                  <c:v>14-06-2004</c:v>
                </c:pt>
                <c:pt idx="1116">
                  <c:v>15-06-2004</c:v>
                </c:pt>
                <c:pt idx="1117">
                  <c:v>16-06-2004</c:v>
                </c:pt>
                <c:pt idx="1118">
                  <c:v>17-06-2004</c:v>
                </c:pt>
                <c:pt idx="1119">
                  <c:v>18-06-2004</c:v>
                </c:pt>
                <c:pt idx="1120">
                  <c:v>21-06-2004</c:v>
                </c:pt>
                <c:pt idx="1121">
                  <c:v>22-06-2004</c:v>
                </c:pt>
                <c:pt idx="1122">
                  <c:v>23-06-2004</c:v>
                </c:pt>
                <c:pt idx="1123">
                  <c:v>24-06-2004</c:v>
                </c:pt>
                <c:pt idx="1124">
                  <c:v>25-06-2004</c:v>
                </c:pt>
                <c:pt idx="1125">
                  <c:v>28-06-2004</c:v>
                </c:pt>
                <c:pt idx="1126">
                  <c:v>29-06-2004</c:v>
                </c:pt>
                <c:pt idx="1127">
                  <c:v>30-06-2004</c:v>
                </c:pt>
                <c:pt idx="1128">
                  <c:v>01-07-2004</c:v>
                </c:pt>
                <c:pt idx="1129">
                  <c:v>02-07-2004</c:v>
                </c:pt>
                <c:pt idx="1130">
                  <c:v>05-07-2004</c:v>
                </c:pt>
                <c:pt idx="1131">
                  <c:v>06-07-2004</c:v>
                </c:pt>
                <c:pt idx="1132">
                  <c:v>07-07-2004</c:v>
                </c:pt>
                <c:pt idx="1133">
                  <c:v>08-07-2004</c:v>
                </c:pt>
                <c:pt idx="1134">
                  <c:v>09-07-2004</c:v>
                </c:pt>
                <c:pt idx="1135">
                  <c:v>12-07-2004</c:v>
                </c:pt>
                <c:pt idx="1136">
                  <c:v>13-07-2004</c:v>
                </c:pt>
                <c:pt idx="1137">
                  <c:v>14-07-2004</c:v>
                </c:pt>
                <c:pt idx="1138">
                  <c:v>15-07-2004</c:v>
                </c:pt>
                <c:pt idx="1139">
                  <c:v>16-07-2004</c:v>
                </c:pt>
                <c:pt idx="1140">
                  <c:v>19-07-2004</c:v>
                </c:pt>
                <c:pt idx="1141">
                  <c:v>20-07-2004</c:v>
                </c:pt>
                <c:pt idx="1142">
                  <c:v>21-07-2004</c:v>
                </c:pt>
                <c:pt idx="1143">
                  <c:v>22-07-2004</c:v>
                </c:pt>
                <c:pt idx="1144">
                  <c:v>23-07-2004</c:v>
                </c:pt>
                <c:pt idx="1145">
                  <c:v>26-07-2004</c:v>
                </c:pt>
                <c:pt idx="1146">
                  <c:v>27-07-2004</c:v>
                </c:pt>
                <c:pt idx="1147">
                  <c:v>28-07-2004</c:v>
                </c:pt>
                <c:pt idx="1148">
                  <c:v>29-07-2004</c:v>
                </c:pt>
                <c:pt idx="1149">
                  <c:v>30-07-2004</c:v>
                </c:pt>
                <c:pt idx="1150">
                  <c:v>02-08-2004</c:v>
                </c:pt>
                <c:pt idx="1151">
                  <c:v>03-08-2004</c:v>
                </c:pt>
                <c:pt idx="1152">
                  <c:v>04-08-2004</c:v>
                </c:pt>
                <c:pt idx="1153">
                  <c:v>05-08-2004</c:v>
                </c:pt>
                <c:pt idx="1154">
                  <c:v>06-08-2004</c:v>
                </c:pt>
                <c:pt idx="1155">
                  <c:v>09-08-2004</c:v>
                </c:pt>
                <c:pt idx="1156">
                  <c:v>10-08-2004</c:v>
                </c:pt>
                <c:pt idx="1157">
                  <c:v>11-08-2004</c:v>
                </c:pt>
                <c:pt idx="1158">
                  <c:v>12-08-2004</c:v>
                </c:pt>
                <c:pt idx="1159">
                  <c:v>13-08-2004</c:v>
                </c:pt>
                <c:pt idx="1160">
                  <c:v>16-08-2004</c:v>
                </c:pt>
                <c:pt idx="1161">
                  <c:v>17-08-2004</c:v>
                </c:pt>
                <c:pt idx="1162">
                  <c:v>18-08-2004</c:v>
                </c:pt>
                <c:pt idx="1163">
                  <c:v>19-08-2004</c:v>
                </c:pt>
                <c:pt idx="1164">
                  <c:v>20-08-2004</c:v>
                </c:pt>
                <c:pt idx="1165">
                  <c:v>23-08-2004</c:v>
                </c:pt>
                <c:pt idx="1166">
                  <c:v>24-08-2004</c:v>
                </c:pt>
                <c:pt idx="1167">
                  <c:v>25-08-2004</c:v>
                </c:pt>
                <c:pt idx="1168">
                  <c:v>26-08-2004</c:v>
                </c:pt>
                <c:pt idx="1169">
                  <c:v>27-08-2004</c:v>
                </c:pt>
                <c:pt idx="1170">
                  <c:v>30-08-2004</c:v>
                </c:pt>
                <c:pt idx="1171">
                  <c:v>31-08-2004</c:v>
                </c:pt>
                <c:pt idx="1172">
                  <c:v>01-09-2004</c:v>
                </c:pt>
                <c:pt idx="1173">
                  <c:v>02-09-2004</c:v>
                </c:pt>
                <c:pt idx="1174">
                  <c:v>03-09-2004</c:v>
                </c:pt>
                <c:pt idx="1175">
                  <c:v>06-09-2004</c:v>
                </c:pt>
                <c:pt idx="1176">
                  <c:v>07-09-2004</c:v>
                </c:pt>
                <c:pt idx="1177">
                  <c:v>08-09-2004</c:v>
                </c:pt>
                <c:pt idx="1178">
                  <c:v>09-09-2004</c:v>
                </c:pt>
                <c:pt idx="1179">
                  <c:v>10-09-2004</c:v>
                </c:pt>
                <c:pt idx="1180">
                  <c:v>13-09-2004</c:v>
                </c:pt>
                <c:pt idx="1181">
                  <c:v>14-09-2004</c:v>
                </c:pt>
                <c:pt idx="1182">
                  <c:v>15-09-2004</c:v>
                </c:pt>
                <c:pt idx="1183">
                  <c:v>16-09-2004</c:v>
                </c:pt>
                <c:pt idx="1184">
                  <c:v>17-09-2004</c:v>
                </c:pt>
                <c:pt idx="1185">
                  <c:v>20-09-2004</c:v>
                </c:pt>
                <c:pt idx="1186">
                  <c:v>21-09-2004</c:v>
                </c:pt>
                <c:pt idx="1187">
                  <c:v>22-09-2004</c:v>
                </c:pt>
                <c:pt idx="1188">
                  <c:v>23-09-2004</c:v>
                </c:pt>
                <c:pt idx="1189">
                  <c:v>24-09-2004</c:v>
                </c:pt>
                <c:pt idx="1190">
                  <c:v>27-09-2004</c:v>
                </c:pt>
                <c:pt idx="1191">
                  <c:v>28-09-2004</c:v>
                </c:pt>
                <c:pt idx="1192">
                  <c:v>29-09-2004</c:v>
                </c:pt>
                <c:pt idx="1193">
                  <c:v>30-09-2004</c:v>
                </c:pt>
                <c:pt idx="1194">
                  <c:v>01-10-2004</c:v>
                </c:pt>
                <c:pt idx="1195">
                  <c:v>04-10-2004</c:v>
                </c:pt>
                <c:pt idx="1196">
                  <c:v>05-10-2004</c:v>
                </c:pt>
                <c:pt idx="1197">
                  <c:v>06-10-2004</c:v>
                </c:pt>
                <c:pt idx="1198">
                  <c:v>07-10-2004</c:v>
                </c:pt>
                <c:pt idx="1199">
                  <c:v>08-10-2004</c:v>
                </c:pt>
                <c:pt idx="1200">
                  <c:v>09-10-2004</c:v>
                </c:pt>
                <c:pt idx="1201">
                  <c:v>11-10-2004</c:v>
                </c:pt>
                <c:pt idx="1202">
                  <c:v>12-10-2004</c:v>
                </c:pt>
                <c:pt idx="1203">
                  <c:v>14-10-2004</c:v>
                </c:pt>
                <c:pt idx="1204">
                  <c:v>15-10-2004</c:v>
                </c:pt>
                <c:pt idx="1205">
                  <c:v>18-10-2004</c:v>
                </c:pt>
                <c:pt idx="1206">
                  <c:v>19-10-2004</c:v>
                </c:pt>
                <c:pt idx="1207">
                  <c:v>20-10-2004</c:v>
                </c:pt>
                <c:pt idx="1208">
                  <c:v>21-10-2004</c:v>
                </c:pt>
                <c:pt idx="1209">
                  <c:v>25-10-2004</c:v>
                </c:pt>
                <c:pt idx="1210">
                  <c:v>26-10-2004</c:v>
                </c:pt>
                <c:pt idx="1211">
                  <c:v>27-10-2004</c:v>
                </c:pt>
                <c:pt idx="1212">
                  <c:v>28-10-2004</c:v>
                </c:pt>
                <c:pt idx="1213">
                  <c:v>29-10-2004</c:v>
                </c:pt>
                <c:pt idx="1214">
                  <c:v>01-11-2004</c:v>
                </c:pt>
                <c:pt idx="1215">
                  <c:v>02-11-2004</c:v>
                </c:pt>
                <c:pt idx="1216">
                  <c:v>03-11-2004</c:v>
                </c:pt>
                <c:pt idx="1217">
                  <c:v>04-11-2004</c:v>
                </c:pt>
                <c:pt idx="1218">
                  <c:v>05-11-2004</c:v>
                </c:pt>
                <c:pt idx="1219">
                  <c:v>08-11-2004</c:v>
                </c:pt>
                <c:pt idx="1220">
                  <c:v>09-11-2004</c:v>
                </c:pt>
                <c:pt idx="1221">
                  <c:v>10-11-2004</c:v>
                </c:pt>
                <c:pt idx="1222">
                  <c:v>11-11-2004</c:v>
                </c:pt>
                <c:pt idx="1223">
                  <c:v>12-11-2004</c:v>
                </c:pt>
                <c:pt idx="1224">
                  <c:v>16-11-2004</c:v>
                </c:pt>
                <c:pt idx="1225">
                  <c:v>17-11-2004</c:v>
                </c:pt>
                <c:pt idx="1226">
                  <c:v>18-11-2004</c:v>
                </c:pt>
                <c:pt idx="1227">
                  <c:v>19-11-2004</c:v>
                </c:pt>
                <c:pt idx="1228">
                  <c:v>22-11-2004</c:v>
                </c:pt>
                <c:pt idx="1229">
                  <c:v>23-11-2004</c:v>
                </c:pt>
                <c:pt idx="1230">
                  <c:v>24-11-2004</c:v>
                </c:pt>
                <c:pt idx="1231">
                  <c:v>25-11-2004</c:v>
                </c:pt>
                <c:pt idx="1232">
                  <c:v>29-11-2004</c:v>
                </c:pt>
                <c:pt idx="1233">
                  <c:v>30-11-2004</c:v>
                </c:pt>
                <c:pt idx="1234">
                  <c:v>01-12-2004</c:v>
                </c:pt>
                <c:pt idx="1235">
                  <c:v>02-12-2004</c:v>
                </c:pt>
                <c:pt idx="1236">
                  <c:v>03-12-2004</c:v>
                </c:pt>
                <c:pt idx="1237">
                  <c:v>06-12-2004</c:v>
                </c:pt>
                <c:pt idx="1238">
                  <c:v>07-12-2004</c:v>
                </c:pt>
                <c:pt idx="1239">
                  <c:v>08-12-2004</c:v>
                </c:pt>
                <c:pt idx="1240">
                  <c:v>09-12-2004</c:v>
                </c:pt>
                <c:pt idx="1241">
                  <c:v>10-12-2004</c:v>
                </c:pt>
                <c:pt idx="1242">
                  <c:v>13-12-2004</c:v>
                </c:pt>
                <c:pt idx="1243">
                  <c:v>14-12-2004</c:v>
                </c:pt>
                <c:pt idx="1244">
                  <c:v>15-12-2004</c:v>
                </c:pt>
                <c:pt idx="1245">
                  <c:v>16-12-2004</c:v>
                </c:pt>
                <c:pt idx="1246">
                  <c:v>17-12-2004</c:v>
                </c:pt>
                <c:pt idx="1247">
                  <c:v>20-12-2004</c:v>
                </c:pt>
                <c:pt idx="1248">
                  <c:v>21-12-2004</c:v>
                </c:pt>
                <c:pt idx="1249">
                  <c:v>22-12-2004</c:v>
                </c:pt>
                <c:pt idx="1250">
                  <c:v>23-12-2004</c:v>
                </c:pt>
                <c:pt idx="1251">
                  <c:v>24-12-2004</c:v>
                </c:pt>
                <c:pt idx="1252">
                  <c:v>27-12-2004</c:v>
                </c:pt>
                <c:pt idx="1253">
                  <c:v>28-12-2004</c:v>
                </c:pt>
                <c:pt idx="1254">
                  <c:v>29-12-2004</c:v>
                </c:pt>
                <c:pt idx="1255">
                  <c:v>30-12-2004</c:v>
                </c:pt>
                <c:pt idx="1256">
                  <c:v>31-12-2004</c:v>
                </c:pt>
                <c:pt idx="1257">
                  <c:v>03-01-2005</c:v>
                </c:pt>
                <c:pt idx="1258">
                  <c:v>04-01-2005</c:v>
                </c:pt>
                <c:pt idx="1259">
                  <c:v>05-01-2005</c:v>
                </c:pt>
                <c:pt idx="1260">
                  <c:v>06-01-2005</c:v>
                </c:pt>
                <c:pt idx="1261">
                  <c:v>07-01-2005</c:v>
                </c:pt>
                <c:pt idx="1262">
                  <c:v>10-01-2005</c:v>
                </c:pt>
                <c:pt idx="1263">
                  <c:v>11-01-2005</c:v>
                </c:pt>
                <c:pt idx="1264">
                  <c:v>12-01-2005</c:v>
                </c:pt>
                <c:pt idx="1265">
                  <c:v>13-01-2005</c:v>
                </c:pt>
                <c:pt idx="1266">
                  <c:v>14-01-2005</c:v>
                </c:pt>
                <c:pt idx="1267">
                  <c:v>17-01-2005</c:v>
                </c:pt>
                <c:pt idx="1268">
                  <c:v>18-01-2005</c:v>
                </c:pt>
                <c:pt idx="1269">
                  <c:v>19-01-2005</c:v>
                </c:pt>
                <c:pt idx="1270">
                  <c:v>20-01-2005</c:v>
                </c:pt>
                <c:pt idx="1271">
                  <c:v>24-01-2005</c:v>
                </c:pt>
                <c:pt idx="1272">
                  <c:v>25-01-2005</c:v>
                </c:pt>
                <c:pt idx="1273">
                  <c:v>27-01-2005</c:v>
                </c:pt>
                <c:pt idx="1274">
                  <c:v>28-01-2005</c:v>
                </c:pt>
                <c:pt idx="1275">
                  <c:v>31-01-2005</c:v>
                </c:pt>
                <c:pt idx="1276">
                  <c:v>01-02-2005</c:v>
                </c:pt>
                <c:pt idx="1277">
                  <c:v>02-02-2005</c:v>
                </c:pt>
                <c:pt idx="1278">
                  <c:v>03-02-2005</c:v>
                </c:pt>
                <c:pt idx="1279">
                  <c:v>04-02-2005</c:v>
                </c:pt>
                <c:pt idx="1280">
                  <c:v>07-02-2005</c:v>
                </c:pt>
                <c:pt idx="1281">
                  <c:v>08-02-2005</c:v>
                </c:pt>
                <c:pt idx="1282">
                  <c:v>09-02-2005</c:v>
                </c:pt>
                <c:pt idx="1283">
                  <c:v>10-02-2005</c:v>
                </c:pt>
                <c:pt idx="1284">
                  <c:v>11-02-2005</c:v>
                </c:pt>
                <c:pt idx="1285">
                  <c:v>14-02-2005</c:v>
                </c:pt>
                <c:pt idx="1286">
                  <c:v>15-02-2005</c:v>
                </c:pt>
                <c:pt idx="1287">
                  <c:v>16-02-2005</c:v>
                </c:pt>
                <c:pt idx="1288">
                  <c:v>17-02-2005</c:v>
                </c:pt>
                <c:pt idx="1289">
                  <c:v>18-02-2005</c:v>
                </c:pt>
                <c:pt idx="1290">
                  <c:v>21-02-2005</c:v>
                </c:pt>
                <c:pt idx="1291">
                  <c:v>22-02-2005</c:v>
                </c:pt>
                <c:pt idx="1292">
                  <c:v>23-02-2005</c:v>
                </c:pt>
                <c:pt idx="1293">
                  <c:v>24-02-2005</c:v>
                </c:pt>
                <c:pt idx="1294">
                  <c:v>25-02-2005</c:v>
                </c:pt>
                <c:pt idx="1295">
                  <c:v>28-02-2005</c:v>
                </c:pt>
                <c:pt idx="1296">
                  <c:v>01-03-2005</c:v>
                </c:pt>
                <c:pt idx="1297">
                  <c:v>02-03-2005</c:v>
                </c:pt>
                <c:pt idx="1298">
                  <c:v>03-03-2005</c:v>
                </c:pt>
                <c:pt idx="1299">
                  <c:v>04-03-2005</c:v>
                </c:pt>
                <c:pt idx="1300">
                  <c:v>07-03-2005</c:v>
                </c:pt>
                <c:pt idx="1301">
                  <c:v>08-03-2005</c:v>
                </c:pt>
                <c:pt idx="1302">
                  <c:v>09-03-2005</c:v>
                </c:pt>
                <c:pt idx="1303">
                  <c:v>10-03-2005</c:v>
                </c:pt>
                <c:pt idx="1304">
                  <c:v>11-03-2005</c:v>
                </c:pt>
                <c:pt idx="1305">
                  <c:v>14-03-2005</c:v>
                </c:pt>
                <c:pt idx="1306">
                  <c:v>15-03-2005</c:v>
                </c:pt>
                <c:pt idx="1307">
                  <c:v>16-03-2005</c:v>
                </c:pt>
                <c:pt idx="1308">
                  <c:v>17-03-2005</c:v>
                </c:pt>
                <c:pt idx="1309">
                  <c:v>18-03-2005</c:v>
                </c:pt>
                <c:pt idx="1310">
                  <c:v>21-03-2005</c:v>
                </c:pt>
                <c:pt idx="1311">
                  <c:v>22-03-2005</c:v>
                </c:pt>
                <c:pt idx="1312">
                  <c:v>23-03-2005</c:v>
                </c:pt>
                <c:pt idx="1313">
                  <c:v>24-03-2005</c:v>
                </c:pt>
                <c:pt idx="1314">
                  <c:v>28-03-2005</c:v>
                </c:pt>
                <c:pt idx="1315">
                  <c:v>29-03-2005</c:v>
                </c:pt>
                <c:pt idx="1316">
                  <c:v>30-03-2005</c:v>
                </c:pt>
                <c:pt idx="1317">
                  <c:v>31-03-2005</c:v>
                </c:pt>
                <c:pt idx="1318">
                  <c:v>01-04-2005</c:v>
                </c:pt>
                <c:pt idx="1319">
                  <c:v>04-04-2005</c:v>
                </c:pt>
                <c:pt idx="1320">
                  <c:v>05-04-2005</c:v>
                </c:pt>
                <c:pt idx="1321">
                  <c:v>06-04-2005</c:v>
                </c:pt>
                <c:pt idx="1322">
                  <c:v>07-04-2005</c:v>
                </c:pt>
                <c:pt idx="1323">
                  <c:v>08-04-2005</c:v>
                </c:pt>
                <c:pt idx="1324">
                  <c:v>11-04-2005</c:v>
                </c:pt>
                <c:pt idx="1325">
                  <c:v>12-04-2005</c:v>
                </c:pt>
                <c:pt idx="1326">
                  <c:v>13-04-2005</c:v>
                </c:pt>
                <c:pt idx="1327">
                  <c:v>15-04-2005</c:v>
                </c:pt>
                <c:pt idx="1328">
                  <c:v>18-04-2005</c:v>
                </c:pt>
                <c:pt idx="1329">
                  <c:v>19-04-2005</c:v>
                </c:pt>
                <c:pt idx="1330">
                  <c:v>20-04-2005</c:v>
                </c:pt>
                <c:pt idx="1331">
                  <c:v>21-04-2005</c:v>
                </c:pt>
                <c:pt idx="1332">
                  <c:v>22-04-2005</c:v>
                </c:pt>
                <c:pt idx="1333">
                  <c:v>25-04-2005</c:v>
                </c:pt>
                <c:pt idx="1334">
                  <c:v>26-04-2005</c:v>
                </c:pt>
                <c:pt idx="1335">
                  <c:v>27-04-2005</c:v>
                </c:pt>
                <c:pt idx="1336">
                  <c:v>28-04-2005</c:v>
                </c:pt>
                <c:pt idx="1337">
                  <c:v>29-04-2005</c:v>
                </c:pt>
                <c:pt idx="1338">
                  <c:v>02-05-2005</c:v>
                </c:pt>
                <c:pt idx="1339">
                  <c:v>03-05-2005</c:v>
                </c:pt>
                <c:pt idx="1340">
                  <c:v>04-05-2005</c:v>
                </c:pt>
                <c:pt idx="1341">
                  <c:v>05-05-2005</c:v>
                </c:pt>
                <c:pt idx="1342">
                  <c:v>06-05-2005</c:v>
                </c:pt>
                <c:pt idx="1343">
                  <c:v>09-05-2005</c:v>
                </c:pt>
                <c:pt idx="1344">
                  <c:v>10-05-2005</c:v>
                </c:pt>
                <c:pt idx="1345">
                  <c:v>11-05-2005</c:v>
                </c:pt>
                <c:pt idx="1346">
                  <c:v>12-05-2005</c:v>
                </c:pt>
                <c:pt idx="1347">
                  <c:v>13-05-2005</c:v>
                </c:pt>
                <c:pt idx="1348">
                  <c:v>16-05-2005</c:v>
                </c:pt>
                <c:pt idx="1349">
                  <c:v>17-05-2005</c:v>
                </c:pt>
                <c:pt idx="1350">
                  <c:v>18-05-2005</c:v>
                </c:pt>
                <c:pt idx="1351">
                  <c:v>19-05-2005</c:v>
                </c:pt>
                <c:pt idx="1352">
                  <c:v>20-05-2005</c:v>
                </c:pt>
                <c:pt idx="1353">
                  <c:v>23-05-2005</c:v>
                </c:pt>
                <c:pt idx="1354">
                  <c:v>24-05-2005</c:v>
                </c:pt>
                <c:pt idx="1355">
                  <c:v>25-05-2005</c:v>
                </c:pt>
                <c:pt idx="1356">
                  <c:v>26-05-2005</c:v>
                </c:pt>
                <c:pt idx="1357">
                  <c:v>27-05-2005</c:v>
                </c:pt>
                <c:pt idx="1358">
                  <c:v>30-05-2005</c:v>
                </c:pt>
                <c:pt idx="1359">
                  <c:v>31-05-2005</c:v>
                </c:pt>
                <c:pt idx="1360">
                  <c:v>01-06-2005</c:v>
                </c:pt>
                <c:pt idx="1361">
                  <c:v>02-06-2005</c:v>
                </c:pt>
                <c:pt idx="1362">
                  <c:v>03-06-2005</c:v>
                </c:pt>
                <c:pt idx="1363">
                  <c:v>04-06-2005</c:v>
                </c:pt>
                <c:pt idx="1364">
                  <c:v>06-06-2005</c:v>
                </c:pt>
                <c:pt idx="1365">
                  <c:v>07-06-2005</c:v>
                </c:pt>
                <c:pt idx="1366">
                  <c:v>08-06-2005</c:v>
                </c:pt>
                <c:pt idx="1367">
                  <c:v>09-06-2005</c:v>
                </c:pt>
                <c:pt idx="1368">
                  <c:v>10-06-2005</c:v>
                </c:pt>
                <c:pt idx="1369">
                  <c:v>13-06-2005</c:v>
                </c:pt>
                <c:pt idx="1370">
                  <c:v>14-06-2005</c:v>
                </c:pt>
                <c:pt idx="1371">
                  <c:v>15-06-2005</c:v>
                </c:pt>
                <c:pt idx="1372">
                  <c:v>16-06-2005</c:v>
                </c:pt>
                <c:pt idx="1373">
                  <c:v>17-06-2005</c:v>
                </c:pt>
                <c:pt idx="1374">
                  <c:v>20-06-2005</c:v>
                </c:pt>
                <c:pt idx="1375">
                  <c:v>21-06-2005</c:v>
                </c:pt>
                <c:pt idx="1376">
                  <c:v>22-06-2005</c:v>
                </c:pt>
                <c:pt idx="1377">
                  <c:v>23-06-2005</c:v>
                </c:pt>
                <c:pt idx="1378">
                  <c:v>24-06-2005</c:v>
                </c:pt>
                <c:pt idx="1379">
                  <c:v>27-06-2005</c:v>
                </c:pt>
                <c:pt idx="1380">
                  <c:v>28-06-2005</c:v>
                </c:pt>
                <c:pt idx="1381">
                  <c:v>29-06-2005</c:v>
                </c:pt>
                <c:pt idx="1382">
                  <c:v>30-06-2005</c:v>
                </c:pt>
                <c:pt idx="1383">
                  <c:v>01-07-2005</c:v>
                </c:pt>
                <c:pt idx="1384">
                  <c:v>04-07-2005</c:v>
                </c:pt>
                <c:pt idx="1385">
                  <c:v>05-07-2005</c:v>
                </c:pt>
                <c:pt idx="1386">
                  <c:v>06-07-2005</c:v>
                </c:pt>
                <c:pt idx="1387">
                  <c:v>07-07-2005</c:v>
                </c:pt>
                <c:pt idx="1388">
                  <c:v>08-07-2005</c:v>
                </c:pt>
                <c:pt idx="1389">
                  <c:v>11-07-2005</c:v>
                </c:pt>
                <c:pt idx="1390">
                  <c:v>12-07-2005</c:v>
                </c:pt>
                <c:pt idx="1391">
                  <c:v>13-07-2005</c:v>
                </c:pt>
                <c:pt idx="1392">
                  <c:v>14-07-2005</c:v>
                </c:pt>
                <c:pt idx="1393">
                  <c:v>15-07-2005</c:v>
                </c:pt>
                <c:pt idx="1394">
                  <c:v>18-07-2005</c:v>
                </c:pt>
                <c:pt idx="1395">
                  <c:v>19-07-2005</c:v>
                </c:pt>
                <c:pt idx="1396">
                  <c:v>20-07-2005</c:v>
                </c:pt>
                <c:pt idx="1397">
                  <c:v>21-07-2005</c:v>
                </c:pt>
                <c:pt idx="1398">
                  <c:v>22-07-2005</c:v>
                </c:pt>
                <c:pt idx="1399">
                  <c:v>25-07-2005</c:v>
                </c:pt>
                <c:pt idx="1400">
                  <c:v>26-07-2005</c:v>
                </c:pt>
                <c:pt idx="1401">
                  <c:v>27-07-2005</c:v>
                </c:pt>
                <c:pt idx="1402">
                  <c:v>29-07-2005</c:v>
                </c:pt>
                <c:pt idx="1403">
                  <c:v>01-08-2005</c:v>
                </c:pt>
                <c:pt idx="1404">
                  <c:v>02-08-2005</c:v>
                </c:pt>
                <c:pt idx="1405">
                  <c:v>03-08-2005</c:v>
                </c:pt>
                <c:pt idx="1406">
                  <c:v>04-08-2005</c:v>
                </c:pt>
                <c:pt idx="1407">
                  <c:v>05-08-2005</c:v>
                </c:pt>
                <c:pt idx="1408">
                  <c:v>08-08-2005</c:v>
                </c:pt>
                <c:pt idx="1409">
                  <c:v>09-08-2005</c:v>
                </c:pt>
                <c:pt idx="1410">
                  <c:v>10-08-2005</c:v>
                </c:pt>
                <c:pt idx="1411">
                  <c:v>11-08-2005</c:v>
                </c:pt>
                <c:pt idx="1412">
                  <c:v>12-08-2005</c:v>
                </c:pt>
                <c:pt idx="1413">
                  <c:v>16-08-2005</c:v>
                </c:pt>
                <c:pt idx="1414">
                  <c:v>17-08-2005</c:v>
                </c:pt>
                <c:pt idx="1415">
                  <c:v>18-08-2005</c:v>
                </c:pt>
                <c:pt idx="1416">
                  <c:v>19-08-2005</c:v>
                </c:pt>
                <c:pt idx="1417">
                  <c:v>22-08-2005</c:v>
                </c:pt>
                <c:pt idx="1418">
                  <c:v>23-08-2005</c:v>
                </c:pt>
                <c:pt idx="1419">
                  <c:v>24-08-2005</c:v>
                </c:pt>
                <c:pt idx="1420">
                  <c:v>25-08-2005</c:v>
                </c:pt>
                <c:pt idx="1421">
                  <c:v>26-08-2005</c:v>
                </c:pt>
                <c:pt idx="1422">
                  <c:v>29-08-2005</c:v>
                </c:pt>
                <c:pt idx="1423">
                  <c:v>30-08-2005</c:v>
                </c:pt>
                <c:pt idx="1424">
                  <c:v>31-08-2005</c:v>
                </c:pt>
                <c:pt idx="1425">
                  <c:v>01-09-2005</c:v>
                </c:pt>
                <c:pt idx="1426">
                  <c:v>02-09-2005</c:v>
                </c:pt>
                <c:pt idx="1427">
                  <c:v>05-09-2005</c:v>
                </c:pt>
                <c:pt idx="1428">
                  <c:v>06-09-2005</c:v>
                </c:pt>
                <c:pt idx="1429">
                  <c:v>08-09-2005</c:v>
                </c:pt>
                <c:pt idx="1430">
                  <c:v>09-09-2005</c:v>
                </c:pt>
                <c:pt idx="1431">
                  <c:v>12-09-2005</c:v>
                </c:pt>
                <c:pt idx="1432">
                  <c:v>13-09-2005</c:v>
                </c:pt>
                <c:pt idx="1433">
                  <c:v>14-09-2005</c:v>
                </c:pt>
                <c:pt idx="1434">
                  <c:v>15-09-2005</c:v>
                </c:pt>
                <c:pt idx="1435">
                  <c:v>16-09-2005</c:v>
                </c:pt>
                <c:pt idx="1436">
                  <c:v>19-09-2005</c:v>
                </c:pt>
                <c:pt idx="1437">
                  <c:v>20-09-2005</c:v>
                </c:pt>
                <c:pt idx="1438">
                  <c:v>21-09-2005</c:v>
                </c:pt>
                <c:pt idx="1439">
                  <c:v>22-09-2005</c:v>
                </c:pt>
                <c:pt idx="1440">
                  <c:v>23-09-2005</c:v>
                </c:pt>
                <c:pt idx="1441">
                  <c:v>26-09-2005</c:v>
                </c:pt>
                <c:pt idx="1442">
                  <c:v>27-09-2005</c:v>
                </c:pt>
                <c:pt idx="1443">
                  <c:v>28-09-2005</c:v>
                </c:pt>
                <c:pt idx="1444">
                  <c:v>29-09-2005</c:v>
                </c:pt>
                <c:pt idx="1445">
                  <c:v>30-09-2005</c:v>
                </c:pt>
                <c:pt idx="1446">
                  <c:v>03-10-2005</c:v>
                </c:pt>
                <c:pt idx="1447">
                  <c:v>04-10-2005</c:v>
                </c:pt>
                <c:pt idx="1448">
                  <c:v>05-10-2005</c:v>
                </c:pt>
                <c:pt idx="1449">
                  <c:v>06-10-2005</c:v>
                </c:pt>
                <c:pt idx="1450">
                  <c:v>07-10-2005</c:v>
                </c:pt>
                <c:pt idx="1451">
                  <c:v>10-10-2005</c:v>
                </c:pt>
                <c:pt idx="1452">
                  <c:v>11-10-2005</c:v>
                </c:pt>
                <c:pt idx="1453">
                  <c:v>13-10-2005</c:v>
                </c:pt>
                <c:pt idx="1454">
                  <c:v>14-10-2005</c:v>
                </c:pt>
                <c:pt idx="1455">
                  <c:v>17-10-2005</c:v>
                </c:pt>
                <c:pt idx="1456">
                  <c:v>18-10-2005</c:v>
                </c:pt>
                <c:pt idx="1457">
                  <c:v>19-10-2005</c:v>
                </c:pt>
                <c:pt idx="1458">
                  <c:v>20-10-2005</c:v>
                </c:pt>
                <c:pt idx="1459">
                  <c:v>21-10-2005</c:v>
                </c:pt>
                <c:pt idx="1460">
                  <c:v>24-10-2005</c:v>
                </c:pt>
                <c:pt idx="1461">
                  <c:v>25-10-2005</c:v>
                </c:pt>
                <c:pt idx="1462">
                  <c:v>26-10-2005</c:v>
                </c:pt>
                <c:pt idx="1463">
                  <c:v>27-10-2005</c:v>
                </c:pt>
                <c:pt idx="1464">
                  <c:v>28-10-2005</c:v>
                </c:pt>
                <c:pt idx="1465">
                  <c:v>31-10-2005</c:v>
                </c:pt>
                <c:pt idx="1466">
                  <c:v>01-11-2005</c:v>
                </c:pt>
                <c:pt idx="1467">
                  <c:v>02-11-2005</c:v>
                </c:pt>
                <c:pt idx="1468">
                  <c:v>07-11-2005</c:v>
                </c:pt>
                <c:pt idx="1469">
                  <c:v>08-11-2005</c:v>
                </c:pt>
                <c:pt idx="1470">
                  <c:v>09-11-2005</c:v>
                </c:pt>
                <c:pt idx="1471">
                  <c:v>10-11-2005</c:v>
                </c:pt>
                <c:pt idx="1472">
                  <c:v>11-11-2005</c:v>
                </c:pt>
                <c:pt idx="1473">
                  <c:v>14-11-2005</c:v>
                </c:pt>
                <c:pt idx="1474">
                  <c:v>16-11-2005</c:v>
                </c:pt>
                <c:pt idx="1475">
                  <c:v>17-11-2005</c:v>
                </c:pt>
                <c:pt idx="1476">
                  <c:v>18-11-2005</c:v>
                </c:pt>
                <c:pt idx="1477">
                  <c:v>21-11-2005</c:v>
                </c:pt>
                <c:pt idx="1478">
                  <c:v>22-11-2005</c:v>
                </c:pt>
                <c:pt idx="1479">
                  <c:v>23-11-2005</c:v>
                </c:pt>
                <c:pt idx="1480">
                  <c:v>24-11-2005</c:v>
                </c:pt>
                <c:pt idx="1481">
                  <c:v>25-11-2005</c:v>
                </c:pt>
                <c:pt idx="1482">
                  <c:v>26-11-2005</c:v>
                </c:pt>
                <c:pt idx="1483">
                  <c:v>28-11-2005</c:v>
                </c:pt>
                <c:pt idx="1484">
                  <c:v>29-11-2005</c:v>
                </c:pt>
                <c:pt idx="1485">
                  <c:v>30-11-2005</c:v>
                </c:pt>
                <c:pt idx="1486">
                  <c:v>01-12-2005</c:v>
                </c:pt>
                <c:pt idx="1487">
                  <c:v>02-12-2005</c:v>
                </c:pt>
                <c:pt idx="1488">
                  <c:v>05-12-2005</c:v>
                </c:pt>
                <c:pt idx="1489">
                  <c:v>06-12-2005</c:v>
                </c:pt>
                <c:pt idx="1490">
                  <c:v>07-12-2005</c:v>
                </c:pt>
                <c:pt idx="1491">
                  <c:v>08-12-2005</c:v>
                </c:pt>
                <c:pt idx="1492">
                  <c:v>09-12-2005</c:v>
                </c:pt>
                <c:pt idx="1493">
                  <c:v>12-12-2005</c:v>
                </c:pt>
                <c:pt idx="1494">
                  <c:v>13-12-2005</c:v>
                </c:pt>
                <c:pt idx="1495">
                  <c:v>14-12-2005</c:v>
                </c:pt>
                <c:pt idx="1496">
                  <c:v>15-12-2005</c:v>
                </c:pt>
                <c:pt idx="1497">
                  <c:v>16-12-2005</c:v>
                </c:pt>
                <c:pt idx="1498">
                  <c:v>19-12-2005</c:v>
                </c:pt>
                <c:pt idx="1499">
                  <c:v>20-12-2005</c:v>
                </c:pt>
                <c:pt idx="1500">
                  <c:v>21-12-2005</c:v>
                </c:pt>
                <c:pt idx="1501">
                  <c:v>22-12-2005</c:v>
                </c:pt>
                <c:pt idx="1502">
                  <c:v>23-12-2005</c:v>
                </c:pt>
                <c:pt idx="1503">
                  <c:v>26-12-2005</c:v>
                </c:pt>
                <c:pt idx="1504">
                  <c:v>27-12-2005</c:v>
                </c:pt>
                <c:pt idx="1505">
                  <c:v>28-12-2005</c:v>
                </c:pt>
                <c:pt idx="1506">
                  <c:v>29-12-2005</c:v>
                </c:pt>
                <c:pt idx="1507">
                  <c:v>30-12-2005</c:v>
                </c:pt>
                <c:pt idx="1508">
                  <c:v>02-01-2006</c:v>
                </c:pt>
                <c:pt idx="1509">
                  <c:v>03-01-2006</c:v>
                </c:pt>
                <c:pt idx="1510">
                  <c:v>04-01-2006</c:v>
                </c:pt>
                <c:pt idx="1511">
                  <c:v>05-01-2006</c:v>
                </c:pt>
                <c:pt idx="1512">
                  <c:v>06-01-2006</c:v>
                </c:pt>
                <c:pt idx="1513">
                  <c:v>09-01-2006</c:v>
                </c:pt>
                <c:pt idx="1514">
                  <c:v>10-01-2006</c:v>
                </c:pt>
                <c:pt idx="1515">
                  <c:v>12-01-2006</c:v>
                </c:pt>
                <c:pt idx="1516">
                  <c:v>13-01-2006</c:v>
                </c:pt>
                <c:pt idx="1517">
                  <c:v>16-01-2006</c:v>
                </c:pt>
                <c:pt idx="1518">
                  <c:v>17-01-2006</c:v>
                </c:pt>
                <c:pt idx="1519">
                  <c:v>18-01-2006</c:v>
                </c:pt>
                <c:pt idx="1520">
                  <c:v>19-01-2006</c:v>
                </c:pt>
                <c:pt idx="1521">
                  <c:v>20-01-2006</c:v>
                </c:pt>
                <c:pt idx="1522">
                  <c:v>23-01-2006</c:v>
                </c:pt>
                <c:pt idx="1523">
                  <c:v>24-01-2006</c:v>
                </c:pt>
                <c:pt idx="1524">
                  <c:v>25-01-2006</c:v>
                </c:pt>
                <c:pt idx="1525">
                  <c:v>27-01-2006</c:v>
                </c:pt>
                <c:pt idx="1526">
                  <c:v>30-01-2006</c:v>
                </c:pt>
                <c:pt idx="1527">
                  <c:v>31-01-2006</c:v>
                </c:pt>
                <c:pt idx="1528">
                  <c:v>01-02-2006</c:v>
                </c:pt>
                <c:pt idx="1529">
                  <c:v>02-02-2006</c:v>
                </c:pt>
                <c:pt idx="1530">
                  <c:v>03-02-2006</c:v>
                </c:pt>
                <c:pt idx="1531">
                  <c:v>06-02-2006</c:v>
                </c:pt>
                <c:pt idx="1532">
                  <c:v>07-02-2006</c:v>
                </c:pt>
                <c:pt idx="1533">
                  <c:v>08-02-2006</c:v>
                </c:pt>
                <c:pt idx="1534">
                  <c:v>10-02-2006</c:v>
                </c:pt>
                <c:pt idx="1535">
                  <c:v>13-02-2006</c:v>
                </c:pt>
                <c:pt idx="1536">
                  <c:v>14-02-2006</c:v>
                </c:pt>
                <c:pt idx="1537">
                  <c:v>15-02-2006</c:v>
                </c:pt>
                <c:pt idx="1538">
                  <c:v>16-02-2006</c:v>
                </c:pt>
                <c:pt idx="1539">
                  <c:v>17-02-2006</c:v>
                </c:pt>
                <c:pt idx="1540">
                  <c:v>20-02-2006</c:v>
                </c:pt>
                <c:pt idx="1541">
                  <c:v>21-02-2006</c:v>
                </c:pt>
                <c:pt idx="1542">
                  <c:v>22-02-2006</c:v>
                </c:pt>
                <c:pt idx="1543">
                  <c:v>23-02-2006</c:v>
                </c:pt>
                <c:pt idx="1544">
                  <c:v>24-02-2006</c:v>
                </c:pt>
                <c:pt idx="1545">
                  <c:v>27-02-2006</c:v>
                </c:pt>
                <c:pt idx="1546">
                  <c:v>28-02-2006</c:v>
                </c:pt>
                <c:pt idx="1547">
                  <c:v>01-03-2006</c:v>
                </c:pt>
                <c:pt idx="1548">
                  <c:v>02-03-2006</c:v>
                </c:pt>
                <c:pt idx="1549">
                  <c:v>03-03-2006</c:v>
                </c:pt>
                <c:pt idx="1550">
                  <c:v>06-03-2006</c:v>
                </c:pt>
                <c:pt idx="1551">
                  <c:v>07-03-2006</c:v>
                </c:pt>
                <c:pt idx="1552">
                  <c:v>08-03-2006</c:v>
                </c:pt>
                <c:pt idx="1553">
                  <c:v>09-03-2006</c:v>
                </c:pt>
                <c:pt idx="1554">
                  <c:v>10-03-2006</c:v>
                </c:pt>
                <c:pt idx="1555">
                  <c:v>13-03-2006</c:v>
                </c:pt>
                <c:pt idx="1556">
                  <c:v>14-03-2006</c:v>
                </c:pt>
                <c:pt idx="1557">
                  <c:v>16-03-2006</c:v>
                </c:pt>
                <c:pt idx="1558">
                  <c:v>17-03-2006</c:v>
                </c:pt>
                <c:pt idx="1559">
                  <c:v>20-03-2006</c:v>
                </c:pt>
                <c:pt idx="1560">
                  <c:v>21-03-2006</c:v>
                </c:pt>
                <c:pt idx="1561">
                  <c:v>22-03-2006</c:v>
                </c:pt>
                <c:pt idx="1562">
                  <c:v>23-03-2006</c:v>
                </c:pt>
                <c:pt idx="1563">
                  <c:v>24-03-2006</c:v>
                </c:pt>
                <c:pt idx="1564">
                  <c:v>27-03-2006</c:v>
                </c:pt>
                <c:pt idx="1565">
                  <c:v>28-03-2006</c:v>
                </c:pt>
                <c:pt idx="1566">
                  <c:v>29-03-2006</c:v>
                </c:pt>
                <c:pt idx="1567">
                  <c:v>30-03-2006</c:v>
                </c:pt>
                <c:pt idx="1568">
                  <c:v>31-03-2006</c:v>
                </c:pt>
                <c:pt idx="1569">
                  <c:v>03-04-2006</c:v>
                </c:pt>
                <c:pt idx="1570">
                  <c:v>04-04-2006</c:v>
                </c:pt>
                <c:pt idx="1571">
                  <c:v>05-04-2006</c:v>
                </c:pt>
                <c:pt idx="1572">
                  <c:v>07-04-2006</c:v>
                </c:pt>
                <c:pt idx="1573">
                  <c:v>10-04-2006</c:v>
                </c:pt>
                <c:pt idx="1574">
                  <c:v>12-04-2006</c:v>
                </c:pt>
                <c:pt idx="1575">
                  <c:v>13-04-2006</c:v>
                </c:pt>
                <c:pt idx="1576">
                  <c:v>17-04-2006</c:v>
                </c:pt>
                <c:pt idx="1577">
                  <c:v>18-04-2006</c:v>
                </c:pt>
                <c:pt idx="1578">
                  <c:v>19-04-2006</c:v>
                </c:pt>
                <c:pt idx="1579">
                  <c:v>20-04-2006</c:v>
                </c:pt>
                <c:pt idx="1580">
                  <c:v>21-04-2006</c:v>
                </c:pt>
                <c:pt idx="1581">
                  <c:v>24-04-2006</c:v>
                </c:pt>
                <c:pt idx="1582">
                  <c:v>25-04-2006</c:v>
                </c:pt>
                <c:pt idx="1583">
                  <c:v>26-04-2006</c:v>
                </c:pt>
                <c:pt idx="1584">
                  <c:v>27-04-2006</c:v>
                </c:pt>
                <c:pt idx="1585">
                  <c:v>28-04-2006</c:v>
                </c:pt>
                <c:pt idx="1586">
                  <c:v>29-04-2006</c:v>
                </c:pt>
                <c:pt idx="1587">
                  <c:v>02-05-2006</c:v>
                </c:pt>
                <c:pt idx="1588">
                  <c:v>03-05-2006</c:v>
                </c:pt>
                <c:pt idx="1589">
                  <c:v>04-05-2006</c:v>
                </c:pt>
                <c:pt idx="1590">
                  <c:v>05-05-2006</c:v>
                </c:pt>
                <c:pt idx="1591">
                  <c:v>08-05-2006</c:v>
                </c:pt>
                <c:pt idx="1592">
                  <c:v>09-05-2006</c:v>
                </c:pt>
                <c:pt idx="1593">
                  <c:v>10-05-2006</c:v>
                </c:pt>
                <c:pt idx="1594">
                  <c:v>11-05-2006</c:v>
                </c:pt>
                <c:pt idx="1595">
                  <c:v>12-05-2006</c:v>
                </c:pt>
                <c:pt idx="1596">
                  <c:v>15-05-2006</c:v>
                </c:pt>
                <c:pt idx="1597">
                  <c:v>16-05-2006</c:v>
                </c:pt>
                <c:pt idx="1598">
                  <c:v>17-05-2006</c:v>
                </c:pt>
                <c:pt idx="1599">
                  <c:v>18-05-2006</c:v>
                </c:pt>
                <c:pt idx="1600">
                  <c:v>19-05-2006</c:v>
                </c:pt>
                <c:pt idx="1601">
                  <c:v>22-05-2006</c:v>
                </c:pt>
                <c:pt idx="1602">
                  <c:v>23-05-2006</c:v>
                </c:pt>
                <c:pt idx="1603">
                  <c:v>24-05-2006</c:v>
                </c:pt>
                <c:pt idx="1604">
                  <c:v>25-05-2006</c:v>
                </c:pt>
                <c:pt idx="1605">
                  <c:v>26-05-2006</c:v>
                </c:pt>
                <c:pt idx="1606">
                  <c:v>29-05-2006</c:v>
                </c:pt>
                <c:pt idx="1607">
                  <c:v>30-05-2006</c:v>
                </c:pt>
                <c:pt idx="1608">
                  <c:v>31-05-2006</c:v>
                </c:pt>
                <c:pt idx="1609">
                  <c:v>01-06-2006</c:v>
                </c:pt>
                <c:pt idx="1610">
                  <c:v>02-06-2006</c:v>
                </c:pt>
                <c:pt idx="1611">
                  <c:v>05-06-2006</c:v>
                </c:pt>
                <c:pt idx="1612">
                  <c:v>06-06-2006</c:v>
                </c:pt>
                <c:pt idx="1613">
                  <c:v>07-06-2006</c:v>
                </c:pt>
                <c:pt idx="1614">
                  <c:v>08-06-2006</c:v>
                </c:pt>
                <c:pt idx="1615">
                  <c:v>09-06-2006</c:v>
                </c:pt>
                <c:pt idx="1616">
                  <c:v>12-06-2006</c:v>
                </c:pt>
                <c:pt idx="1617">
                  <c:v>13-06-2006</c:v>
                </c:pt>
                <c:pt idx="1618">
                  <c:v>14-06-2006</c:v>
                </c:pt>
                <c:pt idx="1619">
                  <c:v>15-06-2006</c:v>
                </c:pt>
                <c:pt idx="1620">
                  <c:v>16-06-2006</c:v>
                </c:pt>
                <c:pt idx="1621">
                  <c:v>19-06-2006</c:v>
                </c:pt>
                <c:pt idx="1622">
                  <c:v>20-06-2006</c:v>
                </c:pt>
                <c:pt idx="1623">
                  <c:v>21-06-2006</c:v>
                </c:pt>
                <c:pt idx="1624">
                  <c:v>22-06-2006</c:v>
                </c:pt>
                <c:pt idx="1625">
                  <c:v>23-06-2006</c:v>
                </c:pt>
                <c:pt idx="1626">
                  <c:v>25-06-2006</c:v>
                </c:pt>
                <c:pt idx="1627">
                  <c:v>26-06-2006</c:v>
                </c:pt>
                <c:pt idx="1628">
                  <c:v>27-06-2006</c:v>
                </c:pt>
                <c:pt idx="1629">
                  <c:v>28-06-2006</c:v>
                </c:pt>
                <c:pt idx="1630">
                  <c:v>29-06-2006</c:v>
                </c:pt>
                <c:pt idx="1631">
                  <c:v>30-06-2006</c:v>
                </c:pt>
                <c:pt idx="1632">
                  <c:v>03-07-2006</c:v>
                </c:pt>
                <c:pt idx="1633">
                  <c:v>04-07-2006</c:v>
                </c:pt>
                <c:pt idx="1634">
                  <c:v>05-07-2006</c:v>
                </c:pt>
                <c:pt idx="1635">
                  <c:v>06-07-2006</c:v>
                </c:pt>
                <c:pt idx="1636">
                  <c:v>07-07-2006</c:v>
                </c:pt>
                <c:pt idx="1637">
                  <c:v>10-07-2006</c:v>
                </c:pt>
                <c:pt idx="1638">
                  <c:v>11-07-2006</c:v>
                </c:pt>
                <c:pt idx="1639">
                  <c:v>12-07-2006</c:v>
                </c:pt>
                <c:pt idx="1640">
                  <c:v>13-07-2006</c:v>
                </c:pt>
                <c:pt idx="1641">
                  <c:v>14-07-2006</c:v>
                </c:pt>
                <c:pt idx="1642">
                  <c:v>17-07-2006</c:v>
                </c:pt>
                <c:pt idx="1643">
                  <c:v>18-07-2006</c:v>
                </c:pt>
                <c:pt idx="1644">
                  <c:v>19-07-2006</c:v>
                </c:pt>
                <c:pt idx="1645">
                  <c:v>20-07-2006</c:v>
                </c:pt>
                <c:pt idx="1646">
                  <c:v>21-07-2006</c:v>
                </c:pt>
                <c:pt idx="1647">
                  <c:v>24-07-2006</c:v>
                </c:pt>
                <c:pt idx="1648">
                  <c:v>25-07-2006</c:v>
                </c:pt>
                <c:pt idx="1649">
                  <c:v>26-07-2006</c:v>
                </c:pt>
                <c:pt idx="1650">
                  <c:v>27-07-2006</c:v>
                </c:pt>
                <c:pt idx="1651">
                  <c:v>28-07-2006</c:v>
                </c:pt>
                <c:pt idx="1652">
                  <c:v>31-07-2006</c:v>
                </c:pt>
                <c:pt idx="1653">
                  <c:v>01-08-2006</c:v>
                </c:pt>
                <c:pt idx="1654">
                  <c:v>02-08-2006</c:v>
                </c:pt>
                <c:pt idx="1655">
                  <c:v>03-08-2006</c:v>
                </c:pt>
                <c:pt idx="1656">
                  <c:v>04-08-2006</c:v>
                </c:pt>
                <c:pt idx="1657">
                  <c:v>07-08-2006</c:v>
                </c:pt>
                <c:pt idx="1658">
                  <c:v>08-08-2006</c:v>
                </c:pt>
                <c:pt idx="1659">
                  <c:v>09-08-2006</c:v>
                </c:pt>
                <c:pt idx="1660">
                  <c:v>10-08-2006</c:v>
                </c:pt>
                <c:pt idx="1661">
                  <c:v>11-08-2006</c:v>
                </c:pt>
                <c:pt idx="1662">
                  <c:v>14-08-2006</c:v>
                </c:pt>
                <c:pt idx="1663">
                  <c:v>16-08-2006</c:v>
                </c:pt>
                <c:pt idx="1664">
                  <c:v>17-08-2006</c:v>
                </c:pt>
                <c:pt idx="1665">
                  <c:v>18-08-2006</c:v>
                </c:pt>
                <c:pt idx="1666">
                  <c:v>21-08-2006</c:v>
                </c:pt>
                <c:pt idx="1667">
                  <c:v>22-08-2006</c:v>
                </c:pt>
                <c:pt idx="1668">
                  <c:v>23-08-2006</c:v>
                </c:pt>
                <c:pt idx="1669">
                  <c:v>24-08-2006</c:v>
                </c:pt>
                <c:pt idx="1670">
                  <c:v>25-08-2006</c:v>
                </c:pt>
                <c:pt idx="1671">
                  <c:v>28-08-2006</c:v>
                </c:pt>
                <c:pt idx="1672">
                  <c:v>29-08-2006</c:v>
                </c:pt>
                <c:pt idx="1673">
                  <c:v>30-08-2006</c:v>
                </c:pt>
                <c:pt idx="1674">
                  <c:v>31-08-2006</c:v>
                </c:pt>
                <c:pt idx="1675">
                  <c:v>01-09-2006</c:v>
                </c:pt>
                <c:pt idx="1676">
                  <c:v>04-09-2006</c:v>
                </c:pt>
                <c:pt idx="1677">
                  <c:v>05-09-2006</c:v>
                </c:pt>
                <c:pt idx="1678">
                  <c:v>06-09-2006</c:v>
                </c:pt>
                <c:pt idx="1679">
                  <c:v>07-09-2006</c:v>
                </c:pt>
                <c:pt idx="1680">
                  <c:v>08-09-2006</c:v>
                </c:pt>
                <c:pt idx="1681">
                  <c:v>11-09-2006</c:v>
                </c:pt>
                <c:pt idx="1682">
                  <c:v>12-09-2006</c:v>
                </c:pt>
                <c:pt idx="1683">
                  <c:v>13-09-2006</c:v>
                </c:pt>
                <c:pt idx="1684">
                  <c:v>14-09-2006</c:v>
                </c:pt>
                <c:pt idx="1685">
                  <c:v>15-09-2006</c:v>
                </c:pt>
                <c:pt idx="1686">
                  <c:v>18-09-2006</c:v>
                </c:pt>
                <c:pt idx="1687">
                  <c:v>19-09-2006</c:v>
                </c:pt>
                <c:pt idx="1688">
                  <c:v>20-09-2006</c:v>
                </c:pt>
                <c:pt idx="1689">
                  <c:v>21-09-2006</c:v>
                </c:pt>
                <c:pt idx="1690">
                  <c:v>22-09-2006</c:v>
                </c:pt>
                <c:pt idx="1691">
                  <c:v>25-09-2006</c:v>
                </c:pt>
                <c:pt idx="1692">
                  <c:v>26-09-2006</c:v>
                </c:pt>
                <c:pt idx="1693">
                  <c:v>27-09-2006</c:v>
                </c:pt>
                <c:pt idx="1694">
                  <c:v>28-09-2006</c:v>
                </c:pt>
                <c:pt idx="1695">
                  <c:v>29-09-2006</c:v>
                </c:pt>
                <c:pt idx="1696">
                  <c:v>03-10-2006</c:v>
                </c:pt>
                <c:pt idx="1697">
                  <c:v>04-10-2006</c:v>
                </c:pt>
                <c:pt idx="1698">
                  <c:v>05-10-2006</c:v>
                </c:pt>
                <c:pt idx="1699">
                  <c:v>06-10-2006</c:v>
                </c:pt>
                <c:pt idx="1700">
                  <c:v>09-10-2006</c:v>
                </c:pt>
                <c:pt idx="1701">
                  <c:v>10-10-2006</c:v>
                </c:pt>
                <c:pt idx="1702">
                  <c:v>11-10-2006</c:v>
                </c:pt>
                <c:pt idx="1703">
                  <c:v>12-10-2006</c:v>
                </c:pt>
                <c:pt idx="1704">
                  <c:v>13-10-2006</c:v>
                </c:pt>
                <c:pt idx="1705">
                  <c:v>16-10-2006</c:v>
                </c:pt>
                <c:pt idx="1706">
                  <c:v>17-10-2006</c:v>
                </c:pt>
                <c:pt idx="1707">
                  <c:v>18-10-2006</c:v>
                </c:pt>
                <c:pt idx="1708">
                  <c:v>19-10-2006</c:v>
                </c:pt>
                <c:pt idx="1709">
                  <c:v>20-10-2006</c:v>
                </c:pt>
                <c:pt idx="1710">
                  <c:v>21-10-2006</c:v>
                </c:pt>
                <c:pt idx="1711">
                  <c:v>23-10-2006</c:v>
                </c:pt>
                <c:pt idx="1712">
                  <c:v>26-10-2006</c:v>
                </c:pt>
                <c:pt idx="1713">
                  <c:v>27-10-2006</c:v>
                </c:pt>
                <c:pt idx="1714">
                  <c:v>30-10-2006</c:v>
                </c:pt>
                <c:pt idx="1715">
                  <c:v>31-10-2006</c:v>
                </c:pt>
                <c:pt idx="1716">
                  <c:v>01-11-2006</c:v>
                </c:pt>
                <c:pt idx="1717">
                  <c:v>02-11-2006</c:v>
                </c:pt>
                <c:pt idx="1718">
                  <c:v>03-11-2006</c:v>
                </c:pt>
                <c:pt idx="1719">
                  <c:v>06-11-2006</c:v>
                </c:pt>
                <c:pt idx="1720">
                  <c:v>07-11-2006</c:v>
                </c:pt>
                <c:pt idx="1721">
                  <c:v>08-11-2006</c:v>
                </c:pt>
                <c:pt idx="1722">
                  <c:v>09-11-2006</c:v>
                </c:pt>
                <c:pt idx="1723">
                  <c:v>10-11-2006</c:v>
                </c:pt>
                <c:pt idx="1724">
                  <c:v>13-11-2006</c:v>
                </c:pt>
                <c:pt idx="1725">
                  <c:v>14-11-2006</c:v>
                </c:pt>
                <c:pt idx="1726">
                  <c:v>15-11-2006</c:v>
                </c:pt>
                <c:pt idx="1727">
                  <c:v>16-11-2006</c:v>
                </c:pt>
                <c:pt idx="1728">
                  <c:v>17-11-2006</c:v>
                </c:pt>
                <c:pt idx="1729">
                  <c:v>20-11-2006</c:v>
                </c:pt>
                <c:pt idx="1730">
                  <c:v>21-11-2006</c:v>
                </c:pt>
                <c:pt idx="1731">
                  <c:v>22-11-2006</c:v>
                </c:pt>
                <c:pt idx="1732">
                  <c:v>23-11-2006</c:v>
                </c:pt>
                <c:pt idx="1733">
                  <c:v>24-11-2006</c:v>
                </c:pt>
                <c:pt idx="1734">
                  <c:v>27-11-2006</c:v>
                </c:pt>
                <c:pt idx="1735">
                  <c:v>28-11-2006</c:v>
                </c:pt>
                <c:pt idx="1736">
                  <c:v>29-11-2006</c:v>
                </c:pt>
                <c:pt idx="1737">
                  <c:v>30-11-2006</c:v>
                </c:pt>
                <c:pt idx="1738">
                  <c:v>01-12-2006</c:v>
                </c:pt>
                <c:pt idx="1739">
                  <c:v>04-12-2006</c:v>
                </c:pt>
                <c:pt idx="1740">
                  <c:v>05-12-2006</c:v>
                </c:pt>
                <c:pt idx="1741">
                  <c:v>06-12-2006</c:v>
                </c:pt>
                <c:pt idx="1742">
                  <c:v>07-12-2006</c:v>
                </c:pt>
                <c:pt idx="1743">
                  <c:v>08-12-2006</c:v>
                </c:pt>
                <c:pt idx="1744">
                  <c:v>11-12-2006</c:v>
                </c:pt>
                <c:pt idx="1745">
                  <c:v>12-12-2006</c:v>
                </c:pt>
                <c:pt idx="1746">
                  <c:v>13-12-2006</c:v>
                </c:pt>
                <c:pt idx="1747">
                  <c:v>14-12-2006</c:v>
                </c:pt>
                <c:pt idx="1748">
                  <c:v>15-12-2006</c:v>
                </c:pt>
                <c:pt idx="1749">
                  <c:v>18-12-2006</c:v>
                </c:pt>
                <c:pt idx="1750">
                  <c:v>19-12-2006</c:v>
                </c:pt>
                <c:pt idx="1751">
                  <c:v>20-12-2006</c:v>
                </c:pt>
                <c:pt idx="1752">
                  <c:v>21-12-2006</c:v>
                </c:pt>
                <c:pt idx="1753">
                  <c:v>22-12-2006</c:v>
                </c:pt>
                <c:pt idx="1754">
                  <c:v>26-12-2006</c:v>
                </c:pt>
                <c:pt idx="1755">
                  <c:v>27-12-2006</c:v>
                </c:pt>
                <c:pt idx="1756">
                  <c:v>28-12-2006</c:v>
                </c:pt>
                <c:pt idx="1757">
                  <c:v>29-12-2006</c:v>
                </c:pt>
                <c:pt idx="1758">
                  <c:v>02-01-2007</c:v>
                </c:pt>
                <c:pt idx="1759">
                  <c:v>03-01-2007</c:v>
                </c:pt>
                <c:pt idx="1760">
                  <c:v>04-01-2007</c:v>
                </c:pt>
                <c:pt idx="1761">
                  <c:v>05-01-2007</c:v>
                </c:pt>
                <c:pt idx="1762">
                  <c:v>08-01-2007</c:v>
                </c:pt>
                <c:pt idx="1763">
                  <c:v>09-01-2007</c:v>
                </c:pt>
                <c:pt idx="1764">
                  <c:v>10-01-2007</c:v>
                </c:pt>
                <c:pt idx="1765">
                  <c:v>11-01-2007</c:v>
                </c:pt>
                <c:pt idx="1766">
                  <c:v>12-01-2007</c:v>
                </c:pt>
                <c:pt idx="1767">
                  <c:v>15-01-2007</c:v>
                </c:pt>
                <c:pt idx="1768">
                  <c:v>16-01-2007</c:v>
                </c:pt>
                <c:pt idx="1769">
                  <c:v>17-01-2007</c:v>
                </c:pt>
                <c:pt idx="1770">
                  <c:v>18-01-2007</c:v>
                </c:pt>
                <c:pt idx="1771">
                  <c:v>19-01-2007</c:v>
                </c:pt>
                <c:pt idx="1772">
                  <c:v>22-01-2007</c:v>
                </c:pt>
                <c:pt idx="1773">
                  <c:v>23-01-2007</c:v>
                </c:pt>
                <c:pt idx="1774">
                  <c:v>24-01-2007</c:v>
                </c:pt>
                <c:pt idx="1775">
                  <c:v>25-01-2007</c:v>
                </c:pt>
                <c:pt idx="1776">
                  <c:v>29-01-2007</c:v>
                </c:pt>
                <c:pt idx="1777">
                  <c:v>31-01-2007</c:v>
                </c:pt>
                <c:pt idx="1778">
                  <c:v>01-02-2007</c:v>
                </c:pt>
                <c:pt idx="1779">
                  <c:v>02-02-2007</c:v>
                </c:pt>
                <c:pt idx="1780">
                  <c:v>05-02-2007</c:v>
                </c:pt>
                <c:pt idx="1781">
                  <c:v>06-02-2007</c:v>
                </c:pt>
                <c:pt idx="1782">
                  <c:v>07-02-2007</c:v>
                </c:pt>
                <c:pt idx="1783">
                  <c:v>08-02-2007</c:v>
                </c:pt>
                <c:pt idx="1784">
                  <c:v>09-02-2007</c:v>
                </c:pt>
                <c:pt idx="1785">
                  <c:v>12-02-2007</c:v>
                </c:pt>
                <c:pt idx="1786">
                  <c:v>13-02-2007</c:v>
                </c:pt>
                <c:pt idx="1787">
                  <c:v>14-02-2007</c:v>
                </c:pt>
                <c:pt idx="1788">
                  <c:v>15-02-2007</c:v>
                </c:pt>
                <c:pt idx="1789">
                  <c:v>19-02-2007</c:v>
                </c:pt>
                <c:pt idx="1790">
                  <c:v>20-02-2007</c:v>
                </c:pt>
                <c:pt idx="1791">
                  <c:v>21-02-2007</c:v>
                </c:pt>
                <c:pt idx="1792">
                  <c:v>22-02-2007</c:v>
                </c:pt>
                <c:pt idx="1793">
                  <c:v>23-02-2007</c:v>
                </c:pt>
                <c:pt idx="1794">
                  <c:v>26-02-2007</c:v>
                </c:pt>
                <c:pt idx="1795">
                  <c:v>27-02-2007</c:v>
                </c:pt>
                <c:pt idx="1796">
                  <c:v>28-02-2007</c:v>
                </c:pt>
                <c:pt idx="1797">
                  <c:v>01-03-2007</c:v>
                </c:pt>
                <c:pt idx="1798">
                  <c:v>02-03-2007</c:v>
                </c:pt>
                <c:pt idx="1799">
                  <c:v>05-03-2007</c:v>
                </c:pt>
                <c:pt idx="1800">
                  <c:v>06-03-2007</c:v>
                </c:pt>
                <c:pt idx="1801">
                  <c:v>07-03-2007</c:v>
                </c:pt>
                <c:pt idx="1802">
                  <c:v>08-03-2007</c:v>
                </c:pt>
                <c:pt idx="1803">
                  <c:v>09-03-2007</c:v>
                </c:pt>
                <c:pt idx="1804">
                  <c:v>12-03-2007</c:v>
                </c:pt>
                <c:pt idx="1805">
                  <c:v>13-03-2007</c:v>
                </c:pt>
                <c:pt idx="1806">
                  <c:v>14-03-2007</c:v>
                </c:pt>
                <c:pt idx="1807">
                  <c:v>15-03-2007</c:v>
                </c:pt>
                <c:pt idx="1808">
                  <c:v>16-03-2007</c:v>
                </c:pt>
                <c:pt idx="1809">
                  <c:v>19-03-2007</c:v>
                </c:pt>
                <c:pt idx="1810">
                  <c:v>20-03-2007</c:v>
                </c:pt>
                <c:pt idx="1811">
                  <c:v>21-03-2007</c:v>
                </c:pt>
                <c:pt idx="1812">
                  <c:v>22-03-2007</c:v>
                </c:pt>
                <c:pt idx="1813">
                  <c:v>23-03-2007</c:v>
                </c:pt>
                <c:pt idx="1814">
                  <c:v>26-03-2007</c:v>
                </c:pt>
                <c:pt idx="1815">
                  <c:v>28-03-2007</c:v>
                </c:pt>
                <c:pt idx="1816">
                  <c:v>29-03-2007</c:v>
                </c:pt>
                <c:pt idx="1817">
                  <c:v>30-03-2007</c:v>
                </c:pt>
                <c:pt idx="1818">
                  <c:v>02-04-2007</c:v>
                </c:pt>
                <c:pt idx="1819">
                  <c:v>03-04-2007</c:v>
                </c:pt>
                <c:pt idx="1820">
                  <c:v>04-04-2007</c:v>
                </c:pt>
                <c:pt idx="1821">
                  <c:v>05-04-2007</c:v>
                </c:pt>
                <c:pt idx="1822">
                  <c:v>09-04-2007</c:v>
                </c:pt>
                <c:pt idx="1823">
                  <c:v>10-04-2007</c:v>
                </c:pt>
                <c:pt idx="1824">
                  <c:v>11-04-2007</c:v>
                </c:pt>
                <c:pt idx="1825">
                  <c:v>12-04-2007</c:v>
                </c:pt>
                <c:pt idx="1826">
                  <c:v>13-04-2007</c:v>
                </c:pt>
                <c:pt idx="1827">
                  <c:v>16-04-2007</c:v>
                </c:pt>
                <c:pt idx="1828">
                  <c:v>17-04-2007</c:v>
                </c:pt>
                <c:pt idx="1829">
                  <c:v>18-04-2007</c:v>
                </c:pt>
                <c:pt idx="1830">
                  <c:v>19-04-2007</c:v>
                </c:pt>
                <c:pt idx="1831">
                  <c:v>20-04-2007</c:v>
                </c:pt>
                <c:pt idx="1832">
                  <c:v>23-04-2007</c:v>
                </c:pt>
                <c:pt idx="1833">
                  <c:v>24-04-2007</c:v>
                </c:pt>
                <c:pt idx="1834">
                  <c:v>25-04-2007</c:v>
                </c:pt>
                <c:pt idx="1835">
                  <c:v>26-04-2007</c:v>
                </c:pt>
                <c:pt idx="1836">
                  <c:v>27-04-2007</c:v>
                </c:pt>
                <c:pt idx="1837">
                  <c:v>30-04-2007</c:v>
                </c:pt>
                <c:pt idx="1838">
                  <c:v>03-05-2007</c:v>
                </c:pt>
                <c:pt idx="1839">
                  <c:v>04-05-2007</c:v>
                </c:pt>
                <c:pt idx="1840">
                  <c:v>07-05-2007</c:v>
                </c:pt>
                <c:pt idx="1841">
                  <c:v>08-05-2007</c:v>
                </c:pt>
                <c:pt idx="1842">
                  <c:v>09-05-2007</c:v>
                </c:pt>
                <c:pt idx="1843">
                  <c:v>10-05-2007</c:v>
                </c:pt>
                <c:pt idx="1844">
                  <c:v>11-05-2007</c:v>
                </c:pt>
                <c:pt idx="1845">
                  <c:v>14-05-2007</c:v>
                </c:pt>
                <c:pt idx="1846">
                  <c:v>15-05-2007</c:v>
                </c:pt>
                <c:pt idx="1847">
                  <c:v>16-05-2007</c:v>
                </c:pt>
                <c:pt idx="1848">
                  <c:v>17-05-2007</c:v>
                </c:pt>
                <c:pt idx="1849">
                  <c:v>18-05-2007</c:v>
                </c:pt>
                <c:pt idx="1850">
                  <c:v>21-05-2007</c:v>
                </c:pt>
                <c:pt idx="1851">
                  <c:v>22-05-2007</c:v>
                </c:pt>
                <c:pt idx="1852">
                  <c:v>23-05-2007</c:v>
                </c:pt>
                <c:pt idx="1853">
                  <c:v>24-05-2007</c:v>
                </c:pt>
                <c:pt idx="1854">
                  <c:v>25-05-2007</c:v>
                </c:pt>
                <c:pt idx="1855">
                  <c:v>28-05-2007</c:v>
                </c:pt>
                <c:pt idx="1856">
                  <c:v>29-05-2007</c:v>
                </c:pt>
                <c:pt idx="1857">
                  <c:v>30-05-2007</c:v>
                </c:pt>
                <c:pt idx="1858">
                  <c:v>31-05-2007</c:v>
                </c:pt>
                <c:pt idx="1859">
                  <c:v>01-06-2007</c:v>
                </c:pt>
                <c:pt idx="1860">
                  <c:v>04-06-2007</c:v>
                </c:pt>
                <c:pt idx="1861">
                  <c:v>05-06-2007</c:v>
                </c:pt>
                <c:pt idx="1862">
                  <c:v>06-06-2007</c:v>
                </c:pt>
                <c:pt idx="1863">
                  <c:v>07-06-2007</c:v>
                </c:pt>
                <c:pt idx="1864">
                  <c:v>08-06-2007</c:v>
                </c:pt>
                <c:pt idx="1865">
                  <c:v>11-06-2007</c:v>
                </c:pt>
                <c:pt idx="1866">
                  <c:v>12-06-2007</c:v>
                </c:pt>
                <c:pt idx="1867">
                  <c:v>13-06-2007</c:v>
                </c:pt>
                <c:pt idx="1868">
                  <c:v>14-06-2007</c:v>
                </c:pt>
                <c:pt idx="1869">
                  <c:v>15-06-2007</c:v>
                </c:pt>
                <c:pt idx="1870">
                  <c:v>18-06-2007</c:v>
                </c:pt>
                <c:pt idx="1871">
                  <c:v>19-06-2007</c:v>
                </c:pt>
                <c:pt idx="1872">
                  <c:v>20-06-2007</c:v>
                </c:pt>
                <c:pt idx="1873">
                  <c:v>21-06-2007</c:v>
                </c:pt>
                <c:pt idx="1874">
                  <c:v>22-06-2007</c:v>
                </c:pt>
                <c:pt idx="1875">
                  <c:v>25-06-2007</c:v>
                </c:pt>
                <c:pt idx="1876">
                  <c:v>26-06-2007</c:v>
                </c:pt>
                <c:pt idx="1877">
                  <c:v>27-06-2007</c:v>
                </c:pt>
                <c:pt idx="1878">
                  <c:v>28-06-2007</c:v>
                </c:pt>
                <c:pt idx="1879">
                  <c:v>29-06-2007</c:v>
                </c:pt>
                <c:pt idx="1880">
                  <c:v>02-07-2007</c:v>
                </c:pt>
                <c:pt idx="1881">
                  <c:v>03-07-2007</c:v>
                </c:pt>
                <c:pt idx="1882">
                  <c:v>04-07-2007</c:v>
                </c:pt>
                <c:pt idx="1883">
                  <c:v>05-07-2007</c:v>
                </c:pt>
                <c:pt idx="1884">
                  <c:v>06-07-2007</c:v>
                </c:pt>
                <c:pt idx="1885">
                  <c:v>09-07-2007</c:v>
                </c:pt>
                <c:pt idx="1886">
                  <c:v>10-07-2007</c:v>
                </c:pt>
                <c:pt idx="1887">
                  <c:v>11-07-2007</c:v>
                </c:pt>
                <c:pt idx="1888">
                  <c:v>12-07-2007</c:v>
                </c:pt>
                <c:pt idx="1889">
                  <c:v>13-07-2007</c:v>
                </c:pt>
                <c:pt idx="1890">
                  <c:v>16-07-2007</c:v>
                </c:pt>
                <c:pt idx="1891">
                  <c:v>17-07-2007</c:v>
                </c:pt>
                <c:pt idx="1892">
                  <c:v>18-07-2007</c:v>
                </c:pt>
                <c:pt idx="1893">
                  <c:v>19-07-2007</c:v>
                </c:pt>
                <c:pt idx="1894">
                  <c:v>20-07-2007</c:v>
                </c:pt>
                <c:pt idx="1895">
                  <c:v>23-07-2007</c:v>
                </c:pt>
                <c:pt idx="1896">
                  <c:v>24-07-2007</c:v>
                </c:pt>
                <c:pt idx="1897">
                  <c:v>25-07-2007</c:v>
                </c:pt>
                <c:pt idx="1898">
                  <c:v>26-07-2007</c:v>
                </c:pt>
                <c:pt idx="1899">
                  <c:v>27-07-2007</c:v>
                </c:pt>
                <c:pt idx="1900">
                  <c:v>30-07-2007</c:v>
                </c:pt>
                <c:pt idx="1901">
                  <c:v>31-07-2007</c:v>
                </c:pt>
                <c:pt idx="1902">
                  <c:v>01-08-2007</c:v>
                </c:pt>
                <c:pt idx="1903">
                  <c:v>02-08-2007</c:v>
                </c:pt>
                <c:pt idx="1904">
                  <c:v>03-08-2007</c:v>
                </c:pt>
                <c:pt idx="1905">
                  <c:v>06-08-2007</c:v>
                </c:pt>
                <c:pt idx="1906">
                  <c:v>07-08-2007</c:v>
                </c:pt>
                <c:pt idx="1907">
                  <c:v>08-08-2007</c:v>
                </c:pt>
                <c:pt idx="1908">
                  <c:v>09-08-2007</c:v>
                </c:pt>
                <c:pt idx="1909">
                  <c:v>10-08-2007</c:v>
                </c:pt>
                <c:pt idx="1910">
                  <c:v>13-08-2007</c:v>
                </c:pt>
                <c:pt idx="1911">
                  <c:v>14-08-2007</c:v>
                </c:pt>
                <c:pt idx="1912">
                  <c:v>16-08-2007</c:v>
                </c:pt>
                <c:pt idx="1913">
                  <c:v>17-08-2007</c:v>
                </c:pt>
                <c:pt idx="1914">
                  <c:v>20-08-2007</c:v>
                </c:pt>
                <c:pt idx="1915">
                  <c:v>21-08-2007</c:v>
                </c:pt>
                <c:pt idx="1916">
                  <c:v>22-08-2007</c:v>
                </c:pt>
                <c:pt idx="1917">
                  <c:v>23-08-2007</c:v>
                </c:pt>
                <c:pt idx="1918">
                  <c:v>24-08-2007</c:v>
                </c:pt>
                <c:pt idx="1919">
                  <c:v>27-08-2007</c:v>
                </c:pt>
                <c:pt idx="1920">
                  <c:v>28-08-2007</c:v>
                </c:pt>
                <c:pt idx="1921">
                  <c:v>29-08-2007</c:v>
                </c:pt>
                <c:pt idx="1922">
                  <c:v>30-08-2007</c:v>
                </c:pt>
                <c:pt idx="1923">
                  <c:v>31-08-2007</c:v>
                </c:pt>
                <c:pt idx="1924">
                  <c:v>03-09-2007</c:v>
                </c:pt>
                <c:pt idx="1925">
                  <c:v>04-09-2007</c:v>
                </c:pt>
                <c:pt idx="1926">
                  <c:v>05-09-2007</c:v>
                </c:pt>
                <c:pt idx="1927">
                  <c:v>06-09-2007</c:v>
                </c:pt>
                <c:pt idx="1928">
                  <c:v>07-09-2007</c:v>
                </c:pt>
                <c:pt idx="1929">
                  <c:v>10-09-2007</c:v>
                </c:pt>
                <c:pt idx="1930">
                  <c:v>11-09-2007</c:v>
                </c:pt>
                <c:pt idx="1931">
                  <c:v>12-09-2007</c:v>
                </c:pt>
                <c:pt idx="1932">
                  <c:v>13-09-2007</c:v>
                </c:pt>
                <c:pt idx="1933">
                  <c:v>14-09-2007</c:v>
                </c:pt>
                <c:pt idx="1934">
                  <c:v>17-09-2007</c:v>
                </c:pt>
                <c:pt idx="1935">
                  <c:v>18-09-2007</c:v>
                </c:pt>
                <c:pt idx="1936">
                  <c:v>19-09-2007</c:v>
                </c:pt>
                <c:pt idx="1937">
                  <c:v>20-09-2007</c:v>
                </c:pt>
                <c:pt idx="1938">
                  <c:v>21-09-2007</c:v>
                </c:pt>
                <c:pt idx="1939">
                  <c:v>24-09-2007</c:v>
                </c:pt>
                <c:pt idx="1940">
                  <c:v>25-09-2007</c:v>
                </c:pt>
                <c:pt idx="1941">
                  <c:v>26-09-2007</c:v>
                </c:pt>
                <c:pt idx="1942">
                  <c:v>27-09-2007</c:v>
                </c:pt>
                <c:pt idx="1943">
                  <c:v>28-09-2007</c:v>
                </c:pt>
                <c:pt idx="1944">
                  <c:v>01-10-2007</c:v>
                </c:pt>
                <c:pt idx="1945">
                  <c:v>03-10-2007</c:v>
                </c:pt>
                <c:pt idx="1946">
                  <c:v>04-10-2007</c:v>
                </c:pt>
                <c:pt idx="1947">
                  <c:v>05-10-2007</c:v>
                </c:pt>
                <c:pt idx="1948">
                  <c:v>08-10-2007</c:v>
                </c:pt>
                <c:pt idx="1949">
                  <c:v>09-10-2007</c:v>
                </c:pt>
                <c:pt idx="1950">
                  <c:v>10-10-2007</c:v>
                </c:pt>
                <c:pt idx="1951">
                  <c:v>11-10-2007</c:v>
                </c:pt>
                <c:pt idx="1952">
                  <c:v>12-10-2007</c:v>
                </c:pt>
                <c:pt idx="1953">
                  <c:v>15-10-2007</c:v>
                </c:pt>
                <c:pt idx="1954">
                  <c:v>16-10-2007</c:v>
                </c:pt>
                <c:pt idx="1955">
                  <c:v>17-10-2007</c:v>
                </c:pt>
                <c:pt idx="1956">
                  <c:v>18-10-2007</c:v>
                </c:pt>
                <c:pt idx="1957">
                  <c:v>19-10-2007</c:v>
                </c:pt>
                <c:pt idx="1958">
                  <c:v>22-10-2007</c:v>
                </c:pt>
                <c:pt idx="1959">
                  <c:v>23-10-2007</c:v>
                </c:pt>
                <c:pt idx="1960">
                  <c:v>24-10-2007</c:v>
                </c:pt>
                <c:pt idx="1961">
                  <c:v>25-10-2007</c:v>
                </c:pt>
                <c:pt idx="1962">
                  <c:v>26-10-2007</c:v>
                </c:pt>
                <c:pt idx="1963">
                  <c:v>29-10-2007</c:v>
                </c:pt>
                <c:pt idx="1964">
                  <c:v>30-10-2007</c:v>
                </c:pt>
                <c:pt idx="1965">
                  <c:v>31-10-2007</c:v>
                </c:pt>
                <c:pt idx="1966">
                  <c:v>01-11-2007</c:v>
                </c:pt>
                <c:pt idx="1967">
                  <c:v>02-11-2007</c:v>
                </c:pt>
                <c:pt idx="1968">
                  <c:v>05-11-2007</c:v>
                </c:pt>
                <c:pt idx="1969">
                  <c:v>06-11-2007</c:v>
                </c:pt>
                <c:pt idx="1970">
                  <c:v>07-11-2007</c:v>
                </c:pt>
                <c:pt idx="1971">
                  <c:v>08-11-2007</c:v>
                </c:pt>
                <c:pt idx="1972">
                  <c:v>09-11-2007</c:v>
                </c:pt>
                <c:pt idx="1973">
                  <c:v>12-11-2007</c:v>
                </c:pt>
                <c:pt idx="1974">
                  <c:v>13-11-2007</c:v>
                </c:pt>
                <c:pt idx="1975">
                  <c:v>14-11-2007</c:v>
                </c:pt>
                <c:pt idx="1976">
                  <c:v>15-11-2007</c:v>
                </c:pt>
                <c:pt idx="1977">
                  <c:v>16-11-2007</c:v>
                </c:pt>
                <c:pt idx="1978">
                  <c:v>19-11-2007</c:v>
                </c:pt>
                <c:pt idx="1979">
                  <c:v>20-11-2007</c:v>
                </c:pt>
                <c:pt idx="1980">
                  <c:v>21-11-2007</c:v>
                </c:pt>
                <c:pt idx="1981">
                  <c:v>22-11-2007</c:v>
                </c:pt>
                <c:pt idx="1982">
                  <c:v>23-11-2007</c:v>
                </c:pt>
                <c:pt idx="1983">
                  <c:v>26-11-2007</c:v>
                </c:pt>
                <c:pt idx="1984">
                  <c:v>27-11-2007</c:v>
                </c:pt>
                <c:pt idx="1985">
                  <c:v>28-11-2007</c:v>
                </c:pt>
                <c:pt idx="1986">
                  <c:v>29-11-2007</c:v>
                </c:pt>
                <c:pt idx="1987">
                  <c:v>30-11-2007</c:v>
                </c:pt>
                <c:pt idx="1988">
                  <c:v>03-12-2007</c:v>
                </c:pt>
                <c:pt idx="1989">
                  <c:v>04-12-2007</c:v>
                </c:pt>
                <c:pt idx="1990">
                  <c:v>05-12-2007</c:v>
                </c:pt>
                <c:pt idx="1991">
                  <c:v>06-12-2007</c:v>
                </c:pt>
                <c:pt idx="1992">
                  <c:v>07-12-2007</c:v>
                </c:pt>
                <c:pt idx="1993">
                  <c:v>10-12-2007</c:v>
                </c:pt>
                <c:pt idx="1994">
                  <c:v>11-12-2007</c:v>
                </c:pt>
                <c:pt idx="1995">
                  <c:v>12-12-2007</c:v>
                </c:pt>
                <c:pt idx="1996">
                  <c:v>13-12-2007</c:v>
                </c:pt>
                <c:pt idx="1997">
                  <c:v>14-12-2007</c:v>
                </c:pt>
                <c:pt idx="1998">
                  <c:v>17-12-2007</c:v>
                </c:pt>
                <c:pt idx="1999">
                  <c:v>18-12-2007</c:v>
                </c:pt>
                <c:pt idx="2000">
                  <c:v>19-12-2007</c:v>
                </c:pt>
                <c:pt idx="2001">
                  <c:v>20-12-2007</c:v>
                </c:pt>
                <c:pt idx="2002">
                  <c:v>24-12-2007</c:v>
                </c:pt>
                <c:pt idx="2003">
                  <c:v>26-12-2007</c:v>
                </c:pt>
                <c:pt idx="2004">
                  <c:v>27-12-2007</c:v>
                </c:pt>
                <c:pt idx="2005">
                  <c:v>28-12-2007</c:v>
                </c:pt>
                <c:pt idx="2006">
                  <c:v>31-12-2007</c:v>
                </c:pt>
                <c:pt idx="2007">
                  <c:v>01-01-2008</c:v>
                </c:pt>
                <c:pt idx="2008">
                  <c:v>02-01-2008</c:v>
                </c:pt>
                <c:pt idx="2009">
                  <c:v>03-01-2008</c:v>
                </c:pt>
                <c:pt idx="2010">
                  <c:v>04-01-2008</c:v>
                </c:pt>
                <c:pt idx="2011">
                  <c:v>07-01-2008</c:v>
                </c:pt>
                <c:pt idx="2012">
                  <c:v>08-01-2008</c:v>
                </c:pt>
                <c:pt idx="2013">
                  <c:v>09-01-2008</c:v>
                </c:pt>
                <c:pt idx="2014">
                  <c:v>10-01-2008</c:v>
                </c:pt>
                <c:pt idx="2015">
                  <c:v>11-01-2008</c:v>
                </c:pt>
                <c:pt idx="2016">
                  <c:v>14-01-2008</c:v>
                </c:pt>
                <c:pt idx="2017">
                  <c:v>15-01-2008</c:v>
                </c:pt>
                <c:pt idx="2018">
                  <c:v>16-01-2008</c:v>
                </c:pt>
                <c:pt idx="2019">
                  <c:v>17-01-2008</c:v>
                </c:pt>
                <c:pt idx="2020">
                  <c:v>18-01-2008</c:v>
                </c:pt>
                <c:pt idx="2021">
                  <c:v>21-01-2008</c:v>
                </c:pt>
                <c:pt idx="2022">
                  <c:v>22-01-2008</c:v>
                </c:pt>
                <c:pt idx="2023">
                  <c:v>23-01-2008</c:v>
                </c:pt>
                <c:pt idx="2024">
                  <c:v>24-01-2008</c:v>
                </c:pt>
                <c:pt idx="2025">
                  <c:v>25-01-2008</c:v>
                </c:pt>
                <c:pt idx="2026">
                  <c:v>28-01-2008</c:v>
                </c:pt>
                <c:pt idx="2027">
                  <c:v>29-01-2008</c:v>
                </c:pt>
                <c:pt idx="2028">
                  <c:v>30-01-2008</c:v>
                </c:pt>
                <c:pt idx="2029">
                  <c:v>31-01-2008</c:v>
                </c:pt>
                <c:pt idx="2030">
                  <c:v>01-02-2008</c:v>
                </c:pt>
                <c:pt idx="2031">
                  <c:v>04-02-2008</c:v>
                </c:pt>
                <c:pt idx="2032">
                  <c:v>05-02-2008</c:v>
                </c:pt>
                <c:pt idx="2033">
                  <c:v>06-02-2008</c:v>
                </c:pt>
                <c:pt idx="2034">
                  <c:v>07-02-2008</c:v>
                </c:pt>
                <c:pt idx="2035">
                  <c:v>08-02-2008</c:v>
                </c:pt>
                <c:pt idx="2036">
                  <c:v>11-02-2008</c:v>
                </c:pt>
                <c:pt idx="2037">
                  <c:v>12-02-2008</c:v>
                </c:pt>
                <c:pt idx="2038">
                  <c:v>13-02-2008</c:v>
                </c:pt>
                <c:pt idx="2039">
                  <c:v>14-02-2008</c:v>
                </c:pt>
                <c:pt idx="2040">
                  <c:v>15-02-2008</c:v>
                </c:pt>
                <c:pt idx="2041">
                  <c:v>18-02-2008</c:v>
                </c:pt>
                <c:pt idx="2042">
                  <c:v>19-02-2008</c:v>
                </c:pt>
                <c:pt idx="2043">
                  <c:v>20-02-2008</c:v>
                </c:pt>
                <c:pt idx="2044">
                  <c:v>21-02-2008</c:v>
                </c:pt>
                <c:pt idx="2045">
                  <c:v>22-02-2008</c:v>
                </c:pt>
                <c:pt idx="2046">
                  <c:v>25-02-2008</c:v>
                </c:pt>
                <c:pt idx="2047">
                  <c:v>26-02-2008</c:v>
                </c:pt>
                <c:pt idx="2048">
                  <c:v>27-02-2008</c:v>
                </c:pt>
                <c:pt idx="2049">
                  <c:v>28-02-2008</c:v>
                </c:pt>
                <c:pt idx="2050">
                  <c:v>29-02-2008</c:v>
                </c:pt>
                <c:pt idx="2051">
                  <c:v>03-03-2008</c:v>
                </c:pt>
                <c:pt idx="2052">
                  <c:v>04-03-2008</c:v>
                </c:pt>
                <c:pt idx="2053">
                  <c:v>05-03-2008</c:v>
                </c:pt>
                <c:pt idx="2054">
                  <c:v>07-03-2008</c:v>
                </c:pt>
                <c:pt idx="2055">
                  <c:v>10-03-2008</c:v>
                </c:pt>
                <c:pt idx="2056">
                  <c:v>11-03-2008</c:v>
                </c:pt>
                <c:pt idx="2057">
                  <c:v>12-03-2008</c:v>
                </c:pt>
                <c:pt idx="2058">
                  <c:v>13-03-2008</c:v>
                </c:pt>
                <c:pt idx="2059">
                  <c:v>14-03-2008</c:v>
                </c:pt>
                <c:pt idx="2060">
                  <c:v>17-03-2008</c:v>
                </c:pt>
                <c:pt idx="2061">
                  <c:v>18-03-2008</c:v>
                </c:pt>
                <c:pt idx="2062">
                  <c:v>19-03-2008</c:v>
                </c:pt>
                <c:pt idx="2063">
                  <c:v>24-03-2008</c:v>
                </c:pt>
                <c:pt idx="2064">
                  <c:v>25-03-2008</c:v>
                </c:pt>
                <c:pt idx="2065">
                  <c:v>26-03-2008</c:v>
                </c:pt>
                <c:pt idx="2066">
                  <c:v>27-03-2008</c:v>
                </c:pt>
                <c:pt idx="2067">
                  <c:v>28-03-2008</c:v>
                </c:pt>
                <c:pt idx="2068">
                  <c:v>31-03-2008</c:v>
                </c:pt>
                <c:pt idx="2069">
                  <c:v>01-04-2008</c:v>
                </c:pt>
                <c:pt idx="2070">
                  <c:v>02-04-2008</c:v>
                </c:pt>
                <c:pt idx="2071">
                  <c:v>03-04-2008</c:v>
                </c:pt>
                <c:pt idx="2072">
                  <c:v>04-04-2008</c:v>
                </c:pt>
                <c:pt idx="2073">
                  <c:v>07-04-2008</c:v>
                </c:pt>
                <c:pt idx="2074">
                  <c:v>08-04-2008</c:v>
                </c:pt>
                <c:pt idx="2075">
                  <c:v>09-04-2008</c:v>
                </c:pt>
                <c:pt idx="2076">
                  <c:v>10-04-2008</c:v>
                </c:pt>
                <c:pt idx="2077">
                  <c:v>11-04-2008</c:v>
                </c:pt>
                <c:pt idx="2078">
                  <c:v>15-04-2008</c:v>
                </c:pt>
                <c:pt idx="2079">
                  <c:v>16-04-2008</c:v>
                </c:pt>
                <c:pt idx="2080">
                  <c:v>17-04-2008</c:v>
                </c:pt>
                <c:pt idx="2081">
                  <c:v>21-04-2008</c:v>
                </c:pt>
                <c:pt idx="2082">
                  <c:v>22-04-2008</c:v>
                </c:pt>
                <c:pt idx="2083">
                  <c:v>23-04-2008</c:v>
                </c:pt>
                <c:pt idx="2084">
                  <c:v>24-04-2008</c:v>
                </c:pt>
                <c:pt idx="2085">
                  <c:v>25-04-2008</c:v>
                </c:pt>
                <c:pt idx="2086">
                  <c:v>28-04-2008</c:v>
                </c:pt>
                <c:pt idx="2087">
                  <c:v>29-04-2008</c:v>
                </c:pt>
                <c:pt idx="2088">
                  <c:v>30-04-2008</c:v>
                </c:pt>
                <c:pt idx="2089">
                  <c:v>02-05-2008</c:v>
                </c:pt>
                <c:pt idx="2090">
                  <c:v>05-05-2008</c:v>
                </c:pt>
                <c:pt idx="2091">
                  <c:v>06-05-2008</c:v>
                </c:pt>
                <c:pt idx="2092">
                  <c:v>07-05-2008</c:v>
                </c:pt>
                <c:pt idx="2093">
                  <c:v>08-05-2008</c:v>
                </c:pt>
                <c:pt idx="2094">
                  <c:v>09-05-2008</c:v>
                </c:pt>
                <c:pt idx="2095">
                  <c:v>12-05-2008</c:v>
                </c:pt>
                <c:pt idx="2096">
                  <c:v>13-05-2008</c:v>
                </c:pt>
                <c:pt idx="2097">
                  <c:v>14-05-2008</c:v>
                </c:pt>
                <c:pt idx="2098">
                  <c:v>15-05-2008</c:v>
                </c:pt>
                <c:pt idx="2099">
                  <c:v>16-05-2008</c:v>
                </c:pt>
                <c:pt idx="2100">
                  <c:v>20-05-2008</c:v>
                </c:pt>
                <c:pt idx="2101">
                  <c:v>21-05-2008</c:v>
                </c:pt>
                <c:pt idx="2102">
                  <c:v>22-05-2008</c:v>
                </c:pt>
                <c:pt idx="2103">
                  <c:v>23-05-2008</c:v>
                </c:pt>
                <c:pt idx="2104">
                  <c:v>26-05-2008</c:v>
                </c:pt>
                <c:pt idx="2105">
                  <c:v>27-05-2008</c:v>
                </c:pt>
                <c:pt idx="2106">
                  <c:v>28-05-2008</c:v>
                </c:pt>
                <c:pt idx="2107">
                  <c:v>29-05-2008</c:v>
                </c:pt>
                <c:pt idx="2108">
                  <c:v>30-05-2008</c:v>
                </c:pt>
                <c:pt idx="2109">
                  <c:v>02-06-2008</c:v>
                </c:pt>
                <c:pt idx="2110">
                  <c:v>03-06-2008</c:v>
                </c:pt>
                <c:pt idx="2111">
                  <c:v>04-06-2008</c:v>
                </c:pt>
                <c:pt idx="2112">
                  <c:v>05-06-2008</c:v>
                </c:pt>
                <c:pt idx="2113">
                  <c:v>06-06-2008</c:v>
                </c:pt>
                <c:pt idx="2114">
                  <c:v>09-06-2008</c:v>
                </c:pt>
                <c:pt idx="2115">
                  <c:v>10-06-2008</c:v>
                </c:pt>
                <c:pt idx="2116">
                  <c:v>11-06-2008</c:v>
                </c:pt>
                <c:pt idx="2117">
                  <c:v>12-06-2008</c:v>
                </c:pt>
                <c:pt idx="2118">
                  <c:v>13-06-2008</c:v>
                </c:pt>
                <c:pt idx="2119">
                  <c:v>16-06-2008</c:v>
                </c:pt>
                <c:pt idx="2120">
                  <c:v>17-06-2008</c:v>
                </c:pt>
                <c:pt idx="2121">
                  <c:v>18-06-2008</c:v>
                </c:pt>
                <c:pt idx="2122">
                  <c:v>19-06-2008</c:v>
                </c:pt>
                <c:pt idx="2123">
                  <c:v>20-06-2008</c:v>
                </c:pt>
                <c:pt idx="2124">
                  <c:v>23-06-2008</c:v>
                </c:pt>
                <c:pt idx="2125">
                  <c:v>24-06-2008</c:v>
                </c:pt>
                <c:pt idx="2126">
                  <c:v>25-06-2008</c:v>
                </c:pt>
                <c:pt idx="2127">
                  <c:v>26-06-2008</c:v>
                </c:pt>
                <c:pt idx="2128">
                  <c:v>27-06-2008</c:v>
                </c:pt>
                <c:pt idx="2129">
                  <c:v>30-06-2008</c:v>
                </c:pt>
                <c:pt idx="2130">
                  <c:v>01-07-2008</c:v>
                </c:pt>
                <c:pt idx="2131">
                  <c:v>02-07-2008</c:v>
                </c:pt>
                <c:pt idx="2132">
                  <c:v>03-07-2008</c:v>
                </c:pt>
                <c:pt idx="2133">
                  <c:v>04-07-2008</c:v>
                </c:pt>
                <c:pt idx="2134">
                  <c:v>07-07-2008</c:v>
                </c:pt>
                <c:pt idx="2135">
                  <c:v>08-07-2008</c:v>
                </c:pt>
                <c:pt idx="2136">
                  <c:v>09-07-2008</c:v>
                </c:pt>
                <c:pt idx="2137">
                  <c:v>10-07-2008</c:v>
                </c:pt>
                <c:pt idx="2138">
                  <c:v>11-07-2008</c:v>
                </c:pt>
                <c:pt idx="2139">
                  <c:v>14-07-2008</c:v>
                </c:pt>
                <c:pt idx="2140">
                  <c:v>15-07-2008</c:v>
                </c:pt>
                <c:pt idx="2141">
                  <c:v>16-07-2008</c:v>
                </c:pt>
                <c:pt idx="2142">
                  <c:v>17-07-2008</c:v>
                </c:pt>
                <c:pt idx="2143">
                  <c:v>18-07-2008</c:v>
                </c:pt>
                <c:pt idx="2144">
                  <c:v>21-07-2008</c:v>
                </c:pt>
                <c:pt idx="2145">
                  <c:v>22-07-2008</c:v>
                </c:pt>
                <c:pt idx="2146">
                  <c:v>23-07-2008</c:v>
                </c:pt>
                <c:pt idx="2147">
                  <c:v>24-07-2008</c:v>
                </c:pt>
                <c:pt idx="2148">
                  <c:v>25-07-2008</c:v>
                </c:pt>
                <c:pt idx="2149">
                  <c:v>28-07-2008</c:v>
                </c:pt>
                <c:pt idx="2150">
                  <c:v>29-07-2008</c:v>
                </c:pt>
                <c:pt idx="2151">
                  <c:v>30-07-2008</c:v>
                </c:pt>
                <c:pt idx="2152">
                  <c:v>31-07-2008</c:v>
                </c:pt>
                <c:pt idx="2153">
                  <c:v>01-08-2008</c:v>
                </c:pt>
                <c:pt idx="2154">
                  <c:v>04-08-2008</c:v>
                </c:pt>
                <c:pt idx="2155">
                  <c:v>05-08-2008</c:v>
                </c:pt>
                <c:pt idx="2156">
                  <c:v>06-08-2008</c:v>
                </c:pt>
                <c:pt idx="2157">
                  <c:v>07-08-2008</c:v>
                </c:pt>
                <c:pt idx="2158">
                  <c:v>08-08-2008</c:v>
                </c:pt>
                <c:pt idx="2159">
                  <c:v>11-08-2008</c:v>
                </c:pt>
                <c:pt idx="2160">
                  <c:v>12-08-2008</c:v>
                </c:pt>
                <c:pt idx="2161">
                  <c:v>13-08-2008</c:v>
                </c:pt>
                <c:pt idx="2162">
                  <c:v>14-08-2008</c:v>
                </c:pt>
                <c:pt idx="2163">
                  <c:v>18-08-2008</c:v>
                </c:pt>
                <c:pt idx="2164">
                  <c:v>19-08-2008</c:v>
                </c:pt>
                <c:pt idx="2165">
                  <c:v>20-08-2008</c:v>
                </c:pt>
                <c:pt idx="2166">
                  <c:v>21-08-2008</c:v>
                </c:pt>
                <c:pt idx="2167">
                  <c:v>22-08-2008</c:v>
                </c:pt>
                <c:pt idx="2168">
                  <c:v>25-08-2008</c:v>
                </c:pt>
                <c:pt idx="2169">
                  <c:v>26-08-2008</c:v>
                </c:pt>
                <c:pt idx="2170">
                  <c:v>27-08-2008</c:v>
                </c:pt>
                <c:pt idx="2171">
                  <c:v>28-08-2008</c:v>
                </c:pt>
                <c:pt idx="2172">
                  <c:v>29-08-2008</c:v>
                </c:pt>
                <c:pt idx="2173">
                  <c:v>01-09-2008</c:v>
                </c:pt>
                <c:pt idx="2174">
                  <c:v>02-09-2008</c:v>
                </c:pt>
                <c:pt idx="2175">
                  <c:v>04-09-2008</c:v>
                </c:pt>
                <c:pt idx="2176">
                  <c:v>05-09-2008</c:v>
                </c:pt>
                <c:pt idx="2177">
                  <c:v>08-09-2008</c:v>
                </c:pt>
                <c:pt idx="2178">
                  <c:v>09-09-2008</c:v>
                </c:pt>
                <c:pt idx="2179">
                  <c:v>10-09-2008</c:v>
                </c:pt>
                <c:pt idx="2180">
                  <c:v>11-09-2008</c:v>
                </c:pt>
                <c:pt idx="2181">
                  <c:v>12-09-2008</c:v>
                </c:pt>
                <c:pt idx="2182">
                  <c:v>15-09-2008</c:v>
                </c:pt>
                <c:pt idx="2183">
                  <c:v>16-09-2008</c:v>
                </c:pt>
                <c:pt idx="2184">
                  <c:v>17-09-2008</c:v>
                </c:pt>
                <c:pt idx="2185">
                  <c:v>18-09-2008</c:v>
                </c:pt>
                <c:pt idx="2186">
                  <c:v>19-09-2008</c:v>
                </c:pt>
                <c:pt idx="2187">
                  <c:v>22-09-2008</c:v>
                </c:pt>
                <c:pt idx="2188">
                  <c:v>23-09-2008</c:v>
                </c:pt>
                <c:pt idx="2189">
                  <c:v>24-09-2008</c:v>
                </c:pt>
                <c:pt idx="2190">
                  <c:v>25-09-2008</c:v>
                </c:pt>
                <c:pt idx="2191">
                  <c:v>26-09-2008</c:v>
                </c:pt>
                <c:pt idx="2192">
                  <c:v>29-09-2008</c:v>
                </c:pt>
                <c:pt idx="2193">
                  <c:v>30-09-2008</c:v>
                </c:pt>
                <c:pt idx="2194">
                  <c:v>01-10-2008</c:v>
                </c:pt>
                <c:pt idx="2195">
                  <c:v>03-10-2008</c:v>
                </c:pt>
                <c:pt idx="2196">
                  <c:v>06-10-2008</c:v>
                </c:pt>
                <c:pt idx="2197">
                  <c:v>07-10-2008</c:v>
                </c:pt>
                <c:pt idx="2198">
                  <c:v>08-10-2008</c:v>
                </c:pt>
                <c:pt idx="2199">
                  <c:v>10-10-2008</c:v>
                </c:pt>
                <c:pt idx="2200">
                  <c:v>13-10-2008</c:v>
                </c:pt>
                <c:pt idx="2201">
                  <c:v>14-10-2008</c:v>
                </c:pt>
                <c:pt idx="2202">
                  <c:v>15-10-2008</c:v>
                </c:pt>
                <c:pt idx="2203">
                  <c:v>16-10-2008</c:v>
                </c:pt>
                <c:pt idx="2204">
                  <c:v>17-10-2008</c:v>
                </c:pt>
                <c:pt idx="2205">
                  <c:v>20-10-2008</c:v>
                </c:pt>
                <c:pt idx="2206">
                  <c:v>21-10-2008</c:v>
                </c:pt>
                <c:pt idx="2207">
                  <c:v>22-10-2008</c:v>
                </c:pt>
                <c:pt idx="2208">
                  <c:v>23-10-2008</c:v>
                </c:pt>
                <c:pt idx="2209">
                  <c:v>24-10-2008</c:v>
                </c:pt>
                <c:pt idx="2210">
                  <c:v>27-10-2008</c:v>
                </c:pt>
                <c:pt idx="2211">
                  <c:v>28-10-2008</c:v>
                </c:pt>
                <c:pt idx="2212">
                  <c:v>29-10-2008</c:v>
                </c:pt>
                <c:pt idx="2213">
                  <c:v>31-10-2008</c:v>
                </c:pt>
                <c:pt idx="2214">
                  <c:v>03-11-2008</c:v>
                </c:pt>
                <c:pt idx="2215">
                  <c:v>04-11-2008</c:v>
                </c:pt>
                <c:pt idx="2216">
                  <c:v>05-11-2008</c:v>
                </c:pt>
                <c:pt idx="2217">
                  <c:v>06-11-2008</c:v>
                </c:pt>
                <c:pt idx="2218">
                  <c:v>07-11-2008</c:v>
                </c:pt>
                <c:pt idx="2219">
                  <c:v>10-11-2008</c:v>
                </c:pt>
                <c:pt idx="2220">
                  <c:v>11-11-2008</c:v>
                </c:pt>
                <c:pt idx="2221">
                  <c:v>12-11-2008</c:v>
                </c:pt>
                <c:pt idx="2222">
                  <c:v>14-11-2008</c:v>
                </c:pt>
                <c:pt idx="2223">
                  <c:v>17-11-2008</c:v>
                </c:pt>
                <c:pt idx="2224">
                  <c:v>18-11-2008</c:v>
                </c:pt>
                <c:pt idx="2225">
                  <c:v>19-11-2008</c:v>
                </c:pt>
                <c:pt idx="2226">
                  <c:v>20-11-2008</c:v>
                </c:pt>
                <c:pt idx="2227">
                  <c:v>21-11-2008</c:v>
                </c:pt>
                <c:pt idx="2228">
                  <c:v>24-11-2008</c:v>
                </c:pt>
                <c:pt idx="2229">
                  <c:v>25-11-2008</c:v>
                </c:pt>
                <c:pt idx="2230">
                  <c:v>26-11-2008</c:v>
                </c:pt>
                <c:pt idx="2231">
                  <c:v>28-11-2008</c:v>
                </c:pt>
                <c:pt idx="2232">
                  <c:v>01-12-2008</c:v>
                </c:pt>
                <c:pt idx="2233">
                  <c:v>02-12-2008</c:v>
                </c:pt>
                <c:pt idx="2234">
                  <c:v>03-12-2008</c:v>
                </c:pt>
                <c:pt idx="2235">
                  <c:v>04-12-2008</c:v>
                </c:pt>
                <c:pt idx="2236">
                  <c:v>05-12-2008</c:v>
                </c:pt>
                <c:pt idx="2237">
                  <c:v>08-12-2008</c:v>
                </c:pt>
                <c:pt idx="2238">
                  <c:v>10-12-2008</c:v>
                </c:pt>
                <c:pt idx="2239">
                  <c:v>11-12-2008</c:v>
                </c:pt>
                <c:pt idx="2240">
                  <c:v>12-12-2008</c:v>
                </c:pt>
                <c:pt idx="2241">
                  <c:v>15-12-2008</c:v>
                </c:pt>
                <c:pt idx="2242">
                  <c:v>16-12-2008</c:v>
                </c:pt>
                <c:pt idx="2243">
                  <c:v>17-12-2008</c:v>
                </c:pt>
                <c:pt idx="2244">
                  <c:v>18-12-2008</c:v>
                </c:pt>
                <c:pt idx="2245">
                  <c:v>19-12-2008</c:v>
                </c:pt>
                <c:pt idx="2246">
                  <c:v>22-12-2008</c:v>
                </c:pt>
                <c:pt idx="2247">
                  <c:v>23-12-2008</c:v>
                </c:pt>
                <c:pt idx="2248">
                  <c:v>24-12-2008</c:v>
                </c:pt>
                <c:pt idx="2249">
                  <c:v>26-12-2008</c:v>
                </c:pt>
                <c:pt idx="2250">
                  <c:v>29-12-2008</c:v>
                </c:pt>
                <c:pt idx="2251">
                  <c:v>30-12-2008</c:v>
                </c:pt>
                <c:pt idx="2252">
                  <c:v>31-12-2008</c:v>
                </c:pt>
                <c:pt idx="2253">
                  <c:v>01-01-2009</c:v>
                </c:pt>
                <c:pt idx="2254">
                  <c:v>02-01-2009</c:v>
                </c:pt>
                <c:pt idx="2255">
                  <c:v>05-01-2009</c:v>
                </c:pt>
                <c:pt idx="2256">
                  <c:v>06-01-2009</c:v>
                </c:pt>
                <c:pt idx="2257">
                  <c:v>07-01-2009</c:v>
                </c:pt>
                <c:pt idx="2258">
                  <c:v>09-01-2009</c:v>
                </c:pt>
                <c:pt idx="2259">
                  <c:v>12-01-2009</c:v>
                </c:pt>
                <c:pt idx="2260">
                  <c:v>13-01-2009</c:v>
                </c:pt>
                <c:pt idx="2261">
                  <c:v>14-01-2009</c:v>
                </c:pt>
                <c:pt idx="2262">
                  <c:v>15-01-2009</c:v>
                </c:pt>
                <c:pt idx="2263">
                  <c:v>16-01-2009</c:v>
                </c:pt>
                <c:pt idx="2264">
                  <c:v>19-01-2009</c:v>
                </c:pt>
                <c:pt idx="2265">
                  <c:v>20-01-2009</c:v>
                </c:pt>
                <c:pt idx="2266">
                  <c:v>21-01-2009</c:v>
                </c:pt>
                <c:pt idx="2267">
                  <c:v>22-01-2009</c:v>
                </c:pt>
                <c:pt idx="2268">
                  <c:v>23-01-2009</c:v>
                </c:pt>
                <c:pt idx="2269">
                  <c:v>27-01-2009</c:v>
                </c:pt>
                <c:pt idx="2270">
                  <c:v>28-01-2009</c:v>
                </c:pt>
                <c:pt idx="2271">
                  <c:v>29-01-2009</c:v>
                </c:pt>
                <c:pt idx="2272">
                  <c:v>30-01-2009</c:v>
                </c:pt>
                <c:pt idx="2273">
                  <c:v>02-02-2009</c:v>
                </c:pt>
                <c:pt idx="2274">
                  <c:v>03-02-2009</c:v>
                </c:pt>
                <c:pt idx="2275">
                  <c:v>04-02-2009</c:v>
                </c:pt>
                <c:pt idx="2276">
                  <c:v>05-02-2009</c:v>
                </c:pt>
                <c:pt idx="2277">
                  <c:v>06-02-2009</c:v>
                </c:pt>
                <c:pt idx="2278">
                  <c:v>09-02-2009</c:v>
                </c:pt>
                <c:pt idx="2279">
                  <c:v>10-02-2009</c:v>
                </c:pt>
                <c:pt idx="2280">
                  <c:v>11-02-2009</c:v>
                </c:pt>
                <c:pt idx="2281">
                  <c:v>12-02-2009</c:v>
                </c:pt>
                <c:pt idx="2282">
                  <c:v>13-02-2009</c:v>
                </c:pt>
                <c:pt idx="2283">
                  <c:v>16-02-2009</c:v>
                </c:pt>
                <c:pt idx="2284">
                  <c:v>17-02-2009</c:v>
                </c:pt>
                <c:pt idx="2285">
                  <c:v>18-02-2009</c:v>
                </c:pt>
                <c:pt idx="2286">
                  <c:v>19-02-2009</c:v>
                </c:pt>
                <c:pt idx="2287">
                  <c:v>20-02-2009</c:v>
                </c:pt>
                <c:pt idx="2288">
                  <c:v>24-02-2009</c:v>
                </c:pt>
                <c:pt idx="2289">
                  <c:v>25-02-2009</c:v>
                </c:pt>
                <c:pt idx="2290">
                  <c:v>26-02-2009</c:v>
                </c:pt>
                <c:pt idx="2291">
                  <c:v>27-02-2009</c:v>
                </c:pt>
                <c:pt idx="2292">
                  <c:v>02-03-2009</c:v>
                </c:pt>
                <c:pt idx="2293">
                  <c:v>03-03-2009</c:v>
                </c:pt>
                <c:pt idx="2294">
                  <c:v>04-03-2009</c:v>
                </c:pt>
                <c:pt idx="2295">
                  <c:v>05-03-2009</c:v>
                </c:pt>
                <c:pt idx="2296">
                  <c:v>06-03-2009</c:v>
                </c:pt>
                <c:pt idx="2297">
                  <c:v>09-03-2009</c:v>
                </c:pt>
                <c:pt idx="2298">
                  <c:v>12-03-2009</c:v>
                </c:pt>
                <c:pt idx="2299">
                  <c:v>13-03-2009</c:v>
                </c:pt>
                <c:pt idx="2300">
                  <c:v>16-03-2009</c:v>
                </c:pt>
                <c:pt idx="2301">
                  <c:v>17-03-2009</c:v>
                </c:pt>
                <c:pt idx="2302">
                  <c:v>18-03-2009</c:v>
                </c:pt>
                <c:pt idx="2303">
                  <c:v>19-03-2009</c:v>
                </c:pt>
                <c:pt idx="2304">
                  <c:v>20-03-2009</c:v>
                </c:pt>
                <c:pt idx="2305">
                  <c:v>23-03-2009</c:v>
                </c:pt>
                <c:pt idx="2306">
                  <c:v>24-03-2009</c:v>
                </c:pt>
                <c:pt idx="2307">
                  <c:v>25-03-2009</c:v>
                </c:pt>
                <c:pt idx="2308">
                  <c:v>26-03-2009</c:v>
                </c:pt>
                <c:pt idx="2309">
                  <c:v>27-03-2009</c:v>
                </c:pt>
                <c:pt idx="2310">
                  <c:v>30-03-2009</c:v>
                </c:pt>
                <c:pt idx="2311">
                  <c:v>31-03-2009</c:v>
                </c:pt>
                <c:pt idx="2312">
                  <c:v>01-04-2009</c:v>
                </c:pt>
                <c:pt idx="2313">
                  <c:v>02-04-2009</c:v>
                </c:pt>
                <c:pt idx="2314">
                  <c:v>06-04-2009</c:v>
                </c:pt>
                <c:pt idx="2315">
                  <c:v>08-04-2009</c:v>
                </c:pt>
                <c:pt idx="2316">
                  <c:v>09-04-2009</c:v>
                </c:pt>
                <c:pt idx="2317">
                  <c:v>13-04-2009</c:v>
                </c:pt>
                <c:pt idx="2318">
                  <c:v>15-04-2009</c:v>
                </c:pt>
                <c:pt idx="2319">
                  <c:v>16-04-2009</c:v>
                </c:pt>
                <c:pt idx="2320">
                  <c:v>17-04-2009</c:v>
                </c:pt>
                <c:pt idx="2321">
                  <c:v>20-04-2009</c:v>
                </c:pt>
                <c:pt idx="2322">
                  <c:v>21-04-2009</c:v>
                </c:pt>
                <c:pt idx="2323">
                  <c:v>22-04-2009</c:v>
                </c:pt>
                <c:pt idx="2324">
                  <c:v>23-04-2009</c:v>
                </c:pt>
                <c:pt idx="2325">
                  <c:v>24-04-2009</c:v>
                </c:pt>
                <c:pt idx="2326">
                  <c:v>27-04-2009</c:v>
                </c:pt>
                <c:pt idx="2327">
                  <c:v>28-04-2009</c:v>
                </c:pt>
                <c:pt idx="2328">
                  <c:v>29-04-2009</c:v>
                </c:pt>
                <c:pt idx="2329">
                  <c:v>04-05-2009</c:v>
                </c:pt>
                <c:pt idx="2330">
                  <c:v>05-05-2009</c:v>
                </c:pt>
                <c:pt idx="2331">
                  <c:v>06-05-2009</c:v>
                </c:pt>
                <c:pt idx="2332">
                  <c:v>07-05-2009</c:v>
                </c:pt>
                <c:pt idx="2333">
                  <c:v>08-05-2009</c:v>
                </c:pt>
                <c:pt idx="2334">
                  <c:v>11-05-2009</c:v>
                </c:pt>
                <c:pt idx="2335">
                  <c:v>12-05-2009</c:v>
                </c:pt>
                <c:pt idx="2336">
                  <c:v>13-05-2009</c:v>
                </c:pt>
                <c:pt idx="2337">
                  <c:v>14-05-2009</c:v>
                </c:pt>
                <c:pt idx="2338">
                  <c:v>15-05-2009</c:v>
                </c:pt>
                <c:pt idx="2339">
                  <c:v>18-05-2009</c:v>
                </c:pt>
                <c:pt idx="2340">
                  <c:v>19-05-2009</c:v>
                </c:pt>
                <c:pt idx="2341">
                  <c:v>20-05-2009</c:v>
                </c:pt>
                <c:pt idx="2342">
                  <c:v>21-05-2009</c:v>
                </c:pt>
                <c:pt idx="2343">
                  <c:v>22-05-2009</c:v>
                </c:pt>
                <c:pt idx="2344">
                  <c:v>25-05-2009</c:v>
                </c:pt>
                <c:pt idx="2345">
                  <c:v>26-05-2009</c:v>
                </c:pt>
                <c:pt idx="2346">
                  <c:v>27-05-2009</c:v>
                </c:pt>
                <c:pt idx="2347">
                  <c:v>28-05-2009</c:v>
                </c:pt>
                <c:pt idx="2348">
                  <c:v>29-05-2009</c:v>
                </c:pt>
                <c:pt idx="2349">
                  <c:v>01-06-2009</c:v>
                </c:pt>
                <c:pt idx="2350">
                  <c:v>02-06-2009</c:v>
                </c:pt>
                <c:pt idx="2351">
                  <c:v>03-06-2009</c:v>
                </c:pt>
                <c:pt idx="2352">
                  <c:v>04-06-2009</c:v>
                </c:pt>
                <c:pt idx="2353">
                  <c:v>05-06-2009</c:v>
                </c:pt>
                <c:pt idx="2354">
                  <c:v>08-06-2009</c:v>
                </c:pt>
                <c:pt idx="2355">
                  <c:v>09-06-2009</c:v>
                </c:pt>
                <c:pt idx="2356">
                  <c:v>10-06-2009</c:v>
                </c:pt>
                <c:pt idx="2357">
                  <c:v>11-06-2009</c:v>
                </c:pt>
                <c:pt idx="2358">
                  <c:v>12-06-2009</c:v>
                </c:pt>
                <c:pt idx="2359">
                  <c:v>15-06-2009</c:v>
                </c:pt>
                <c:pt idx="2360">
                  <c:v>16-06-2009</c:v>
                </c:pt>
                <c:pt idx="2361">
                  <c:v>17-06-2009</c:v>
                </c:pt>
                <c:pt idx="2362">
                  <c:v>18-06-2009</c:v>
                </c:pt>
                <c:pt idx="2363">
                  <c:v>19-06-2009</c:v>
                </c:pt>
                <c:pt idx="2364">
                  <c:v>22-06-2009</c:v>
                </c:pt>
                <c:pt idx="2365">
                  <c:v>23-06-2009</c:v>
                </c:pt>
                <c:pt idx="2366">
                  <c:v>24-06-2009</c:v>
                </c:pt>
                <c:pt idx="2367">
                  <c:v>25-06-2009</c:v>
                </c:pt>
                <c:pt idx="2368">
                  <c:v>26-06-2009</c:v>
                </c:pt>
                <c:pt idx="2369">
                  <c:v>29-06-2009</c:v>
                </c:pt>
                <c:pt idx="2370">
                  <c:v>30-06-2009</c:v>
                </c:pt>
                <c:pt idx="2371">
                  <c:v>01-07-2009</c:v>
                </c:pt>
                <c:pt idx="2372">
                  <c:v>02-07-2009</c:v>
                </c:pt>
                <c:pt idx="2373">
                  <c:v>03-07-2009</c:v>
                </c:pt>
                <c:pt idx="2374">
                  <c:v>06-07-2009</c:v>
                </c:pt>
                <c:pt idx="2375">
                  <c:v>07-07-2009</c:v>
                </c:pt>
                <c:pt idx="2376">
                  <c:v>08-07-2009</c:v>
                </c:pt>
                <c:pt idx="2377">
                  <c:v>09-07-2009</c:v>
                </c:pt>
                <c:pt idx="2378">
                  <c:v>10-07-2009</c:v>
                </c:pt>
                <c:pt idx="2379">
                  <c:v>13-07-2009</c:v>
                </c:pt>
                <c:pt idx="2380">
                  <c:v>14-07-2009</c:v>
                </c:pt>
                <c:pt idx="2381">
                  <c:v>15-07-2009</c:v>
                </c:pt>
                <c:pt idx="2382">
                  <c:v>16-07-2009</c:v>
                </c:pt>
                <c:pt idx="2383">
                  <c:v>17-07-2009</c:v>
                </c:pt>
                <c:pt idx="2384">
                  <c:v>20-07-2009</c:v>
                </c:pt>
                <c:pt idx="2385">
                  <c:v>21-07-2009</c:v>
                </c:pt>
                <c:pt idx="2386">
                  <c:v>22-07-2009</c:v>
                </c:pt>
                <c:pt idx="2387">
                  <c:v>23-07-2009</c:v>
                </c:pt>
                <c:pt idx="2388">
                  <c:v>24-07-2009</c:v>
                </c:pt>
                <c:pt idx="2389">
                  <c:v>27-07-2009</c:v>
                </c:pt>
                <c:pt idx="2390">
                  <c:v>28-07-2009</c:v>
                </c:pt>
                <c:pt idx="2391">
                  <c:v>29-07-2009</c:v>
                </c:pt>
                <c:pt idx="2392">
                  <c:v>30-07-2009</c:v>
                </c:pt>
                <c:pt idx="2393">
                  <c:v>31-07-2009</c:v>
                </c:pt>
                <c:pt idx="2394">
                  <c:v>03-08-2009</c:v>
                </c:pt>
                <c:pt idx="2395">
                  <c:v>04-08-2009</c:v>
                </c:pt>
                <c:pt idx="2396">
                  <c:v>05-08-2009</c:v>
                </c:pt>
                <c:pt idx="2397">
                  <c:v>06-08-2009</c:v>
                </c:pt>
                <c:pt idx="2398">
                  <c:v>07-08-2009</c:v>
                </c:pt>
                <c:pt idx="2399">
                  <c:v>10-08-2009</c:v>
                </c:pt>
                <c:pt idx="2400">
                  <c:v>11-08-2009</c:v>
                </c:pt>
                <c:pt idx="2401">
                  <c:v>12-08-2009</c:v>
                </c:pt>
                <c:pt idx="2402">
                  <c:v>13-08-2009</c:v>
                </c:pt>
                <c:pt idx="2403">
                  <c:v>14-08-2009</c:v>
                </c:pt>
                <c:pt idx="2404">
                  <c:v>17-08-2009</c:v>
                </c:pt>
                <c:pt idx="2405">
                  <c:v>18-08-2009</c:v>
                </c:pt>
                <c:pt idx="2406">
                  <c:v>19-08-2009</c:v>
                </c:pt>
                <c:pt idx="2407">
                  <c:v>20-08-2009</c:v>
                </c:pt>
                <c:pt idx="2408">
                  <c:v>21-08-2009</c:v>
                </c:pt>
                <c:pt idx="2409">
                  <c:v>24-08-2009</c:v>
                </c:pt>
                <c:pt idx="2410">
                  <c:v>25-08-2009</c:v>
                </c:pt>
                <c:pt idx="2411">
                  <c:v>26-08-2009</c:v>
                </c:pt>
                <c:pt idx="2412">
                  <c:v>27-08-2009</c:v>
                </c:pt>
                <c:pt idx="2413">
                  <c:v>28-08-2009</c:v>
                </c:pt>
                <c:pt idx="2414">
                  <c:v>31-08-2009</c:v>
                </c:pt>
                <c:pt idx="2415">
                  <c:v>01-09-2009</c:v>
                </c:pt>
                <c:pt idx="2416">
                  <c:v>02-09-2009</c:v>
                </c:pt>
                <c:pt idx="2417">
                  <c:v>03-09-2009</c:v>
                </c:pt>
                <c:pt idx="2418">
                  <c:v>04-09-2009</c:v>
                </c:pt>
                <c:pt idx="2419">
                  <c:v>07-09-2009</c:v>
                </c:pt>
                <c:pt idx="2420">
                  <c:v>08-09-2009</c:v>
                </c:pt>
                <c:pt idx="2421">
                  <c:v>09-09-2009</c:v>
                </c:pt>
                <c:pt idx="2422">
                  <c:v>10-09-2009</c:v>
                </c:pt>
                <c:pt idx="2423">
                  <c:v>11-09-2009</c:v>
                </c:pt>
                <c:pt idx="2424">
                  <c:v>14-09-2009</c:v>
                </c:pt>
                <c:pt idx="2425">
                  <c:v>15-09-2009</c:v>
                </c:pt>
                <c:pt idx="2426">
                  <c:v>16-09-2009</c:v>
                </c:pt>
                <c:pt idx="2427">
                  <c:v>17-09-2009</c:v>
                </c:pt>
                <c:pt idx="2428">
                  <c:v>18-09-2009</c:v>
                </c:pt>
                <c:pt idx="2429">
                  <c:v>22-09-2009</c:v>
                </c:pt>
                <c:pt idx="2430">
                  <c:v>23-09-2009</c:v>
                </c:pt>
                <c:pt idx="2431">
                  <c:v>24-09-2009</c:v>
                </c:pt>
                <c:pt idx="2432">
                  <c:v>25-09-2009</c:v>
                </c:pt>
                <c:pt idx="2433">
                  <c:v>29-09-2009</c:v>
                </c:pt>
                <c:pt idx="2434">
                  <c:v>30-09-2009</c:v>
                </c:pt>
                <c:pt idx="2435">
                  <c:v>01-10-2009</c:v>
                </c:pt>
                <c:pt idx="2436">
                  <c:v>05-10-2009</c:v>
                </c:pt>
                <c:pt idx="2437">
                  <c:v>06-10-2009</c:v>
                </c:pt>
                <c:pt idx="2438">
                  <c:v>07-10-2009</c:v>
                </c:pt>
                <c:pt idx="2439">
                  <c:v>08-10-2009</c:v>
                </c:pt>
                <c:pt idx="2440">
                  <c:v>09-10-2009</c:v>
                </c:pt>
                <c:pt idx="2441">
                  <c:v>12-10-2009</c:v>
                </c:pt>
                <c:pt idx="2442">
                  <c:v>14-10-2009</c:v>
                </c:pt>
                <c:pt idx="2443">
                  <c:v>15-10-2009</c:v>
                </c:pt>
                <c:pt idx="2444">
                  <c:v>16-10-2009</c:v>
                </c:pt>
                <c:pt idx="2445">
                  <c:v>17-10-2009</c:v>
                </c:pt>
                <c:pt idx="2446">
                  <c:v>20-10-2009</c:v>
                </c:pt>
                <c:pt idx="2447">
                  <c:v>21-10-2009</c:v>
                </c:pt>
                <c:pt idx="2448">
                  <c:v>22-10-2009</c:v>
                </c:pt>
                <c:pt idx="2449">
                  <c:v>23-10-2009</c:v>
                </c:pt>
                <c:pt idx="2450">
                  <c:v>26-10-2009</c:v>
                </c:pt>
                <c:pt idx="2451">
                  <c:v>27-10-2009</c:v>
                </c:pt>
                <c:pt idx="2452">
                  <c:v>28-10-2009</c:v>
                </c:pt>
                <c:pt idx="2453">
                  <c:v>29-10-2009</c:v>
                </c:pt>
                <c:pt idx="2454">
                  <c:v>30-10-2009</c:v>
                </c:pt>
                <c:pt idx="2455">
                  <c:v>03-11-2009</c:v>
                </c:pt>
                <c:pt idx="2456">
                  <c:v>04-11-2009</c:v>
                </c:pt>
                <c:pt idx="2457">
                  <c:v>05-11-2009</c:v>
                </c:pt>
                <c:pt idx="2458">
                  <c:v>06-11-2009</c:v>
                </c:pt>
                <c:pt idx="2459">
                  <c:v>09-11-2009</c:v>
                </c:pt>
                <c:pt idx="2460">
                  <c:v>10-11-2009</c:v>
                </c:pt>
                <c:pt idx="2461">
                  <c:v>11-11-2009</c:v>
                </c:pt>
                <c:pt idx="2462">
                  <c:v>12-11-2009</c:v>
                </c:pt>
                <c:pt idx="2463">
                  <c:v>13-11-2009</c:v>
                </c:pt>
                <c:pt idx="2464">
                  <c:v>16-11-2009</c:v>
                </c:pt>
                <c:pt idx="2465">
                  <c:v>17-11-2009</c:v>
                </c:pt>
                <c:pt idx="2466">
                  <c:v>18-11-2009</c:v>
                </c:pt>
                <c:pt idx="2467">
                  <c:v>19-11-2009</c:v>
                </c:pt>
                <c:pt idx="2468">
                  <c:v>20-11-2009</c:v>
                </c:pt>
                <c:pt idx="2469">
                  <c:v>23-11-2009</c:v>
                </c:pt>
                <c:pt idx="2470">
                  <c:v>24-11-2009</c:v>
                </c:pt>
                <c:pt idx="2471">
                  <c:v>25-11-2009</c:v>
                </c:pt>
                <c:pt idx="2472">
                  <c:v>26-11-2009</c:v>
                </c:pt>
                <c:pt idx="2473">
                  <c:v>27-11-2009</c:v>
                </c:pt>
                <c:pt idx="2474">
                  <c:v>30-11-2009</c:v>
                </c:pt>
                <c:pt idx="2475">
                  <c:v>01-12-2009</c:v>
                </c:pt>
                <c:pt idx="2476">
                  <c:v>02-12-2009</c:v>
                </c:pt>
                <c:pt idx="2477">
                  <c:v>03-12-2009</c:v>
                </c:pt>
                <c:pt idx="2478">
                  <c:v>04-12-2009</c:v>
                </c:pt>
                <c:pt idx="2479">
                  <c:v>07-12-2009</c:v>
                </c:pt>
                <c:pt idx="2480">
                  <c:v>08-12-2009</c:v>
                </c:pt>
                <c:pt idx="2481">
                  <c:v>09-12-2009</c:v>
                </c:pt>
                <c:pt idx="2482">
                  <c:v>10-12-2009</c:v>
                </c:pt>
                <c:pt idx="2483">
                  <c:v>11-12-2009</c:v>
                </c:pt>
                <c:pt idx="2484">
                  <c:v>14-12-2009</c:v>
                </c:pt>
                <c:pt idx="2485">
                  <c:v>15-12-2009</c:v>
                </c:pt>
                <c:pt idx="2486">
                  <c:v>16-12-2009</c:v>
                </c:pt>
                <c:pt idx="2487">
                  <c:v>17-12-2009</c:v>
                </c:pt>
                <c:pt idx="2488">
                  <c:v>18-12-2009</c:v>
                </c:pt>
                <c:pt idx="2489">
                  <c:v>21-12-2009</c:v>
                </c:pt>
                <c:pt idx="2490">
                  <c:v>22-12-2009</c:v>
                </c:pt>
                <c:pt idx="2491">
                  <c:v>23-12-2009</c:v>
                </c:pt>
                <c:pt idx="2492">
                  <c:v>24-12-2009</c:v>
                </c:pt>
                <c:pt idx="2493">
                  <c:v>29-12-2009</c:v>
                </c:pt>
                <c:pt idx="2494">
                  <c:v>30-12-2009</c:v>
                </c:pt>
                <c:pt idx="2495">
                  <c:v>31-12-2009</c:v>
                </c:pt>
                <c:pt idx="2496">
                  <c:v>04-01-2010</c:v>
                </c:pt>
                <c:pt idx="2497">
                  <c:v>05-01-2010</c:v>
                </c:pt>
                <c:pt idx="2498">
                  <c:v>06-01-2010</c:v>
                </c:pt>
                <c:pt idx="2499">
                  <c:v>07-01-2010</c:v>
                </c:pt>
                <c:pt idx="2500">
                  <c:v>08-01-2010</c:v>
                </c:pt>
                <c:pt idx="2501">
                  <c:v>11-01-2010</c:v>
                </c:pt>
                <c:pt idx="2502">
                  <c:v>12-01-2010</c:v>
                </c:pt>
                <c:pt idx="2503">
                  <c:v>13-01-2010</c:v>
                </c:pt>
                <c:pt idx="2504">
                  <c:v>14-01-2010</c:v>
                </c:pt>
                <c:pt idx="2505">
                  <c:v>15-01-2010</c:v>
                </c:pt>
                <c:pt idx="2506">
                  <c:v>18-01-2010</c:v>
                </c:pt>
                <c:pt idx="2507">
                  <c:v>19-01-2010</c:v>
                </c:pt>
                <c:pt idx="2508">
                  <c:v>20-01-2010</c:v>
                </c:pt>
                <c:pt idx="2509">
                  <c:v>21-01-2010</c:v>
                </c:pt>
                <c:pt idx="2510">
                  <c:v>22-01-2010</c:v>
                </c:pt>
                <c:pt idx="2511">
                  <c:v>25-01-2010</c:v>
                </c:pt>
                <c:pt idx="2512">
                  <c:v>27-01-2010</c:v>
                </c:pt>
                <c:pt idx="2513">
                  <c:v>28-01-2010</c:v>
                </c:pt>
                <c:pt idx="2514">
                  <c:v>29-01-2010</c:v>
                </c:pt>
                <c:pt idx="2515">
                  <c:v>01-02-2010</c:v>
                </c:pt>
                <c:pt idx="2516">
                  <c:v>02-02-2010</c:v>
                </c:pt>
                <c:pt idx="2517">
                  <c:v>03-02-2010</c:v>
                </c:pt>
                <c:pt idx="2518">
                  <c:v>04-02-2010</c:v>
                </c:pt>
                <c:pt idx="2519">
                  <c:v>05-02-2010</c:v>
                </c:pt>
                <c:pt idx="2520">
                  <c:v>06-02-2010</c:v>
                </c:pt>
                <c:pt idx="2521">
                  <c:v>08-02-2010</c:v>
                </c:pt>
                <c:pt idx="2522">
                  <c:v>09-02-2010</c:v>
                </c:pt>
                <c:pt idx="2523">
                  <c:v>10-02-2010</c:v>
                </c:pt>
                <c:pt idx="2524">
                  <c:v>11-02-2010</c:v>
                </c:pt>
                <c:pt idx="2525">
                  <c:v>15-02-2010</c:v>
                </c:pt>
                <c:pt idx="2526">
                  <c:v>16-02-2010</c:v>
                </c:pt>
                <c:pt idx="2527">
                  <c:v>17-02-2010</c:v>
                </c:pt>
                <c:pt idx="2528">
                  <c:v>18-02-2010</c:v>
                </c:pt>
                <c:pt idx="2529">
                  <c:v>19-02-2010</c:v>
                </c:pt>
                <c:pt idx="2530">
                  <c:v>22-02-2010</c:v>
                </c:pt>
                <c:pt idx="2531">
                  <c:v>23-02-2010</c:v>
                </c:pt>
                <c:pt idx="2532">
                  <c:v>24-02-2010</c:v>
                </c:pt>
                <c:pt idx="2533">
                  <c:v>25-02-2010</c:v>
                </c:pt>
                <c:pt idx="2534">
                  <c:v>26-02-2010</c:v>
                </c:pt>
                <c:pt idx="2535">
                  <c:v>02-03-2010</c:v>
                </c:pt>
                <c:pt idx="2536">
                  <c:v>03-03-2010</c:v>
                </c:pt>
                <c:pt idx="2537">
                  <c:v>04-03-2010</c:v>
                </c:pt>
                <c:pt idx="2538">
                  <c:v>05-03-2010</c:v>
                </c:pt>
                <c:pt idx="2539">
                  <c:v>08-03-2010</c:v>
                </c:pt>
                <c:pt idx="2540">
                  <c:v>09-03-2010</c:v>
                </c:pt>
                <c:pt idx="2541">
                  <c:v>10-03-2010</c:v>
                </c:pt>
                <c:pt idx="2542">
                  <c:v>11-03-2010</c:v>
                </c:pt>
                <c:pt idx="2543">
                  <c:v>12-03-2010</c:v>
                </c:pt>
                <c:pt idx="2544">
                  <c:v>15-03-2010</c:v>
                </c:pt>
                <c:pt idx="2545">
                  <c:v>16-03-2010</c:v>
                </c:pt>
                <c:pt idx="2546">
                  <c:v>17-03-2010</c:v>
                </c:pt>
                <c:pt idx="2547">
                  <c:v>18-03-2010</c:v>
                </c:pt>
                <c:pt idx="2548">
                  <c:v>19-03-2010</c:v>
                </c:pt>
                <c:pt idx="2549">
                  <c:v>22-03-2010</c:v>
                </c:pt>
                <c:pt idx="2550">
                  <c:v>23-03-2010</c:v>
                </c:pt>
                <c:pt idx="2551">
                  <c:v>25-03-2010</c:v>
                </c:pt>
                <c:pt idx="2552">
                  <c:v>26-03-2010</c:v>
                </c:pt>
                <c:pt idx="2553">
                  <c:v>29-03-2010</c:v>
                </c:pt>
                <c:pt idx="2554">
                  <c:v>30-03-2010</c:v>
                </c:pt>
                <c:pt idx="2555">
                  <c:v>31-03-2010</c:v>
                </c:pt>
                <c:pt idx="2556">
                  <c:v>01-04-2010</c:v>
                </c:pt>
                <c:pt idx="2557">
                  <c:v>05-04-2010</c:v>
                </c:pt>
                <c:pt idx="2558">
                  <c:v>06-04-2010</c:v>
                </c:pt>
                <c:pt idx="2559">
                  <c:v>07-04-2010</c:v>
                </c:pt>
                <c:pt idx="2560">
                  <c:v>08-04-2010</c:v>
                </c:pt>
                <c:pt idx="2561">
                  <c:v>09-04-2010</c:v>
                </c:pt>
                <c:pt idx="2562">
                  <c:v>12-04-2010</c:v>
                </c:pt>
                <c:pt idx="2563">
                  <c:v>13-04-2010</c:v>
                </c:pt>
                <c:pt idx="2564">
                  <c:v>15-04-2010</c:v>
                </c:pt>
                <c:pt idx="2565">
                  <c:v>16-04-2010</c:v>
                </c:pt>
                <c:pt idx="2566">
                  <c:v>19-04-2010</c:v>
                </c:pt>
                <c:pt idx="2567">
                  <c:v>20-04-2010</c:v>
                </c:pt>
                <c:pt idx="2568">
                  <c:v>21-04-2010</c:v>
                </c:pt>
                <c:pt idx="2569">
                  <c:v>22-04-2010</c:v>
                </c:pt>
                <c:pt idx="2570">
                  <c:v>23-04-2010</c:v>
                </c:pt>
                <c:pt idx="2571">
                  <c:v>26-04-2010</c:v>
                </c:pt>
                <c:pt idx="2572">
                  <c:v>27-04-2010</c:v>
                </c:pt>
                <c:pt idx="2573">
                  <c:v>28-04-2010</c:v>
                </c:pt>
                <c:pt idx="2574">
                  <c:v>29-04-2010</c:v>
                </c:pt>
                <c:pt idx="2575">
                  <c:v>30-04-2010</c:v>
                </c:pt>
                <c:pt idx="2576">
                  <c:v>03-05-2010</c:v>
                </c:pt>
                <c:pt idx="2577">
                  <c:v>04-05-2010</c:v>
                </c:pt>
                <c:pt idx="2578">
                  <c:v>05-05-2010</c:v>
                </c:pt>
                <c:pt idx="2579">
                  <c:v>06-05-2010</c:v>
                </c:pt>
                <c:pt idx="2580">
                  <c:v>07-05-2010</c:v>
                </c:pt>
                <c:pt idx="2581">
                  <c:v>10-05-2010</c:v>
                </c:pt>
                <c:pt idx="2582">
                  <c:v>11-05-2010</c:v>
                </c:pt>
                <c:pt idx="2583">
                  <c:v>12-05-2010</c:v>
                </c:pt>
                <c:pt idx="2584">
                  <c:v>13-05-2010</c:v>
                </c:pt>
                <c:pt idx="2585">
                  <c:v>14-05-2010</c:v>
                </c:pt>
                <c:pt idx="2586">
                  <c:v>17-05-2010</c:v>
                </c:pt>
                <c:pt idx="2587">
                  <c:v>18-05-2010</c:v>
                </c:pt>
                <c:pt idx="2588">
                  <c:v>19-05-2010</c:v>
                </c:pt>
                <c:pt idx="2589">
                  <c:v>20-05-2010</c:v>
                </c:pt>
                <c:pt idx="2590">
                  <c:v>21-05-2010</c:v>
                </c:pt>
                <c:pt idx="2591">
                  <c:v>24-05-2010</c:v>
                </c:pt>
                <c:pt idx="2592">
                  <c:v>25-05-2010</c:v>
                </c:pt>
                <c:pt idx="2593">
                  <c:v>26-05-2010</c:v>
                </c:pt>
                <c:pt idx="2594">
                  <c:v>27-05-2010</c:v>
                </c:pt>
                <c:pt idx="2595">
                  <c:v>28-05-2010</c:v>
                </c:pt>
                <c:pt idx="2596">
                  <c:v>31-05-2010</c:v>
                </c:pt>
                <c:pt idx="2597">
                  <c:v>01-06-2010</c:v>
                </c:pt>
                <c:pt idx="2598">
                  <c:v>02-06-2010</c:v>
                </c:pt>
                <c:pt idx="2599">
                  <c:v>03-06-2010</c:v>
                </c:pt>
                <c:pt idx="2600">
                  <c:v>04-06-2010</c:v>
                </c:pt>
                <c:pt idx="2601">
                  <c:v>07-06-2010</c:v>
                </c:pt>
                <c:pt idx="2602">
                  <c:v>08-06-2010</c:v>
                </c:pt>
                <c:pt idx="2603">
                  <c:v>09-06-2010</c:v>
                </c:pt>
                <c:pt idx="2604">
                  <c:v>10-06-2010</c:v>
                </c:pt>
                <c:pt idx="2605">
                  <c:v>11-06-2010</c:v>
                </c:pt>
                <c:pt idx="2606">
                  <c:v>14-06-2010</c:v>
                </c:pt>
                <c:pt idx="2607">
                  <c:v>15-06-2010</c:v>
                </c:pt>
                <c:pt idx="2608">
                  <c:v>16-06-2010</c:v>
                </c:pt>
                <c:pt idx="2609">
                  <c:v>17-06-2010</c:v>
                </c:pt>
                <c:pt idx="2610">
                  <c:v>18-06-2010</c:v>
                </c:pt>
                <c:pt idx="2611">
                  <c:v>21-06-2010</c:v>
                </c:pt>
                <c:pt idx="2612">
                  <c:v>22-06-2010</c:v>
                </c:pt>
                <c:pt idx="2613">
                  <c:v>23-06-2010</c:v>
                </c:pt>
                <c:pt idx="2614">
                  <c:v>24-06-2010</c:v>
                </c:pt>
                <c:pt idx="2615">
                  <c:v>25-06-2010</c:v>
                </c:pt>
                <c:pt idx="2616">
                  <c:v>28-06-2010</c:v>
                </c:pt>
                <c:pt idx="2617">
                  <c:v>29-06-2010</c:v>
                </c:pt>
                <c:pt idx="2618">
                  <c:v>30-06-2010</c:v>
                </c:pt>
                <c:pt idx="2619">
                  <c:v>01-07-2010</c:v>
                </c:pt>
                <c:pt idx="2620">
                  <c:v>02-07-2010</c:v>
                </c:pt>
                <c:pt idx="2621">
                  <c:v>05-07-2010</c:v>
                </c:pt>
                <c:pt idx="2622">
                  <c:v>06-07-2010</c:v>
                </c:pt>
                <c:pt idx="2623">
                  <c:v>07-07-2010</c:v>
                </c:pt>
                <c:pt idx="2624">
                  <c:v>08-07-2010</c:v>
                </c:pt>
                <c:pt idx="2625">
                  <c:v>09-07-2010</c:v>
                </c:pt>
                <c:pt idx="2626">
                  <c:v>12-07-2010</c:v>
                </c:pt>
                <c:pt idx="2627">
                  <c:v>13-07-2010</c:v>
                </c:pt>
                <c:pt idx="2628">
                  <c:v>14-07-2010</c:v>
                </c:pt>
                <c:pt idx="2629">
                  <c:v>15-07-2010</c:v>
                </c:pt>
                <c:pt idx="2630">
                  <c:v>16-07-2010</c:v>
                </c:pt>
                <c:pt idx="2631">
                  <c:v>19-07-2010</c:v>
                </c:pt>
                <c:pt idx="2632">
                  <c:v>20-07-2010</c:v>
                </c:pt>
                <c:pt idx="2633">
                  <c:v>21-07-2010</c:v>
                </c:pt>
                <c:pt idx="2634">
                  <c:v>22-07-2010</c:v>
                </c:pt>
                <c:pt idx="2635">
                  <c:v>23-07-2010</c:v>
                </c:pt>
                <c:pt idx="2636">
                  <c:v>26-07-2010</c:v>
                </c:pt>
                <c:pt idx="2637">
                  <c:v>27-07-2010</c:v>
                </c:pt>
                <c:pt idx="2638">
                  <c:v>28-07-2010</c:v>
                </c:pt>
                <c:pt idx="2639">
                  <c:v>29-07-2010</c:v>
                </c:pt>
                <c:pt idx="2640">
                  <c:v>30-07-2010</c:v>
                </c:pt>
                <c:pt idx="2641">
                  <c:v>02-08-2010</c:v>
                </c:pt>
                <c:pt idx="2642">
                  <c:v>03-08-2010</c:v>
                </c:pt>
                <c:pt idx="2643">
                  <c:v>04-08-2010</c:v>
                </c:pt>
                <c:pt idx="2644">
                  <c:v>05-08-2010</c:v>
                </c:pt>
                <c:pt idx="2645">
                  <c:v>06-08-2010</c:v>
                </c:pt>
                <c:pt idx="2646">
                  <c:v>09-08-2010</c:v>
                </c:pt>
                <c:pt idx="2647">
                  <c:v>10-08-2010</c:v>
                </c:pt>
                <c:pt idx="2648">
                  <c:v>11-08-2010</c:v>
                </c:pt>
                <c:pt idx="2649">
                  <c:v>12-08-2010</c:v>
                </c:pt>
                <c:pt idx="2650">
                  <c:v>13-08-2010</c:v>
                </c:pt>
                <c:pt idx="2651">
                  <c:v>16-08-2010</c:v>
                </c:pt>
                <c:pt idx="2652">
                  <c:v>17-08-2010</c:v>
                </c:pt>
                <c:pt idx="2653">
                  <c:v>18-08-2010</c:v>
                </c:pt>
                <c:pt idx="2654">
                  <c:v>19-08-2010</c:v>
                </c:pt>
                <c:pt idx="2655">
                  <c:v>20-08-2010</c:v>
                </c:pt>
                <c:pt idx="2656">
                  <c:v>23-08-2010</c:v>
                </c:pt>
                <c:pt idx="2657">
                  <c:v>24-08-2010</c:v>
                </c:pt>
                <c:pt idx="2658">
                  <c:v>25-08-2010</c:v>
                </c:pt>
                <c:pt idx="2659">
                  <c:v>26-08-2010</c:v>
                </c:pt>
                <c:pt idx="2660">
                  <c:v>27-08-2010</c:v>
                </c:pt>
                <c:pt idx="2661">
                  <c:v>30-08-2010</c:v>
                </c:pt>
                <c:pt idx="2662">
                  <c:v>31-08-2010</c:v>
                </c:pt>
                <c:pt idx="2663">
                  <c:v>01-09-2010</c:v>
                </c:pt>
                <c:pt idx="2664">
                  <c:v>02-09-2010</c:v>
                </c:pt>
                <c:pt idx="2665">
                  <c:v>03-09-2010</c:v>
                </c:pt>
                <c:pt idx="2666">
                  <c:v>06-09-2010</c:v>
                </c:pt>
                <c:pt idx="2667">
                  <c:v>07-09-2010</c:v>
                </c:pt>
                <c:pt idx="2668">
                  <c:v>08-09-2010</c:v>
                </c:pt>
                <c:pt idx="2669">
                  <c:v>09-09-2010</c:v>
                </c:pt>
                <c:pt idx="2670">
                  <c:v>13-09-2010</c:v>
                </c:pt>
                <c:pt idx="2671">
                  <c:v>14-09-2010</c:v>
                </c:pt>
                <c:pt idx="2672">
                  <c:v>15-09-2010</c:v>
                </c:pt>
                <c:pt idx="2673">
                  <c:v>16-09-2010</c:v>
                </c:pt>
                <c:pt idx="2674">
                  <c:v>17-09-2010</c:v>
                </c:pt>
                <c:pt idx="2675">
                  <c:v>20-09-2010</c:v>
                </c:pt>
                <c:pt idx="2676">
                  <c:v>21-09-2010</c:v>
                </c:pt>
                <c:pt idx="2677">
                  <c:v>22-09-2010</c:v>
                </c:pt>
                <c:pt idx="2678">
                  <c:v>23-09-2010</c:v>
                </c:pt>
                <c:pt idx="2679">
                  <c:v>24-09-2010</c:v>
                </c:pt>
                <c:pt idx="2680">
                  <c:v>27-09-2010</c:v>
                </c:pt>
                <c:pt idx="2681">
                  <c:v>28-09-2010</c:v>
                </c:pt>
                <c:pt idx="2682">
                  <c:v>29-09-2010</c:v>
                </c:pt>
                <c:pt idx="2683">
                  <c:v>30-09-2010</c:v>
                </c:pt>
                <c:pt idx="2684">
                  <c:v>01-10-2010</c:v>
                </c:pt>
                <c:pt idx="2685">
                  <c:v>04-10-2010</c:v>
                </c:pt>
                <c:pt idx="2686">
                  <c:v>05-10-2010</c:v>
                </c:pt>
                <c:pt idx="2687">
                  <c:v>06-10-2010</c:v>
                </c:pt>
                <c:pt idx="2688">
                  <c:v>07-10-2010</c:v>
                </c:pt>
                <c:pt idx="2689">
                  <c:v>08-10-2010</c:v>
                </c:pt>
                <c:pt idx="2690">
                  <c:v>11-10-2010</c:v>
                </c:pt>
                <c:pt idx="2691">
                  <c:v>12-10-2010</c:v>
                </c:pt>
                <c:pt idx="2692">
                  <c:v>13-10-2010</c:v>
                </c:pt>
                <c:pt idx="2693">
                  <c:v>14-10-2010</c:v>
                </c:pt>
                <c:pt idx="2694">
                  <c:v>15-10-2010</c:v>
                </c:pt>
                <c:pt idx="2695">
                  <c:v>18-10-2010</c:v>
                </c:pt>
                <c:pt idx="2696">
                  <c:v>19-10-2010</c:v>
                </c:pt>
                <c:pt idx="2697">
                  <c:v>20-10-2010</c:v>
                </c:pt>
                <c:pt idx="2698">
                  <c:v>21-10-2010</c:v>
                </c:pt>
                <c:pt idx="2699">
                  <c:v>22-10-2010</c:v>
                </c:pt>
                <c:pt idx="2700">
                  <c:v>25-10-2010</c:v>
                </c:pt>
                <c:pt idx="2701">
                  <c:v>26-10-2010</c:v>
                </c:pt>
                <c:pt idx="2702">
                  <c:v>27-10-2010</c:v>
                </c:pt>
                <c:pt idx="2703">
                  <c:v>28-10-2010</c:v>
                </c:pt>
                <c:pt idx="2704">
                  <c:v>29-10-2010</c:v>
                </c:pt>
                <c:pt idx="2705">
                  <c:v>01-11-2010</c:v>
                </c:pt>
                <c:pt idx="2706">
                  <c:v>02-11-2010</c:v>
                </c:pt>
                <c:pt idx="2707">
                  <c:v>03-11-2010</c:v>
                </c:pt>
                <c:pt idx="2708">
                  <c:v>04-11-2010</c:v>
                </c:pt>
                <c:pt idx="2709">
                  <c:v>05-11-2010</c:v>
                </c:pt>
                <c:pt idx="2710">
                  <c:v>08-11-2010</c:v>
                </c:pt>
                <c:pt idx="2711">
                  <c:v>09-11-2010</c:v>
                </c:pt>
                <c:pt idx="2712">
                  <c:v>10-11-2010</c:v>
                </c:pt>
                <c:pt idx="2713">
                  <c:v>11-11-2010</c:v>
                </c:pt>
                <c:pt idx="2714">
                  <c:v>12-11-2010</c:v>
                </c:pt>
                <c:pt idx="2715">
                  <c:v>15-11-2010</c:v>
                </c:pt>
                <c:pt idx="2716">
                  <c:v>16-11-2010</c:v>
                </c:pt>
                <c:pt idx="2717">
                  <c:v>18-11-2010</c:v>
                </c:pt>
                <c:pt idx="2718">
                  <c:v>19-11-2010</c:v>
                </c:pt>
                <c:pt idx="2719">
                  <c:v>22-11-2010</c:v>
                </c:pt>
                <c:pt idx="2720">
                  <c:v>23-11-2010</c:v>
                </c:pt>
                <c:pt idx="2721">
                  <c:v>24-11-2010</c:v>
                </c:pt>
                <c:pt idx="2722">
                  <c:v>25-11-2010</c:v>
                </c:pt>
                <c:pt idx="2723">
                  <c:v>26-11-2010</c:v>
                </c:pt>
                <c:pt idx="2724">
                  <c:v>29-11-2010</c:v>
                </c:pt>
                <c:pt idx="2725">
                  <c:v>30-11-2010</c:v>
                </c:pt>
                <c:pt idx="2726">
                  <c:v>01-12-2010</c:v>
                </c:pt>
                <c:pt idx="2727">
                  <c:v>02-12-2010</c:v>
                </c:pt>
                <c:pt idx="2728">
                  <c:v>03-12-2010</c:v>
                </c:pt>
                <c:pt idx="2729">
                  <c:v>06-12-2010</c:v>
                </c:pt>
                <c:pt idx="2730">
                  <c:v>07-12-2010</c:v>
                </c:pt>
                <c:pt idx="2731">
                  <c:v>08-12-2010</c:v>
                </c:pt>
                <c:pt idx="2732">
                  <c:v>09-12-2010</c:v>
                </c:pt>
                <c:pt idx="2733">
                  <c:v>10-12-2010</c:v>
                </c:pt>
                <c:pt idx="2734">
                  <c:v>13-12-2010</c:v>
                </c:pt>
                <c:pt idx="2735">
                  <c:v>14-12-2010</c:v>
                </c:pt>
                <c:pt idx="2736">
                  <c:v>15-12-2010</c:v>
                </c:pt>
                <c:pt idx="2737">
                  <c:v>16-12-2010</c:v>
                </c:pt>
                <c:pt idx="2738">
                  <c:v>20-12-2010</c:v>
                </c:pt>
                <c:pt idx="2739">
                  <c:v>21-12-2010</c:v>
                </c:pt>
                <c:pt idx="2740">
                  <c:v>22-12-2010</c:v>
                </c:pt>
                <c:pt idx="2741">
                  <c:v>23-12-2010</c:v>
                </c:pt>
                <c:pt idx="2742">
                  <c:v>24-12-2010</c:v>
                </c:pt>
                <c:pt idx="2743">
                  <c:v>27-12-2010</c:v>
                </c:pt>
                <c:pt idx="2744">
                  <c:v>28-12-2010</c:v>
                </c:pt>
                <c:pt idx="2745">
                  <c:v>29-12-2010</c:v>
                </c:pt>
                <c:pt idx="2746">
                  <c:v>30-12-2010</c:v>
                </c:pt>
                <c:pt idx="2747">
                  <c:v>31-12-2010</c:v>
                </c:pt>
                <c:pt idx="2748">
                  <c:v>03-01-2011</c:v>
                </c:pt>
                <c:pt idx="2749">
                  <c:v>04-01-2011</c:v>
                </c:pt>
                <c:pt idx="2750">
                  <c:v>05-01-2011</c:v>
                </c:pt>
                <c:pt idx="2751">
                  <c:v>06-01-2011</c:v>
                </c:pt>
                <c:pt idx="2752">
                  <c:v>07-01-2011</c:v>
                </c:pt>
                <c:pt idx="2753">
                  <c:v>10-01-2011</c:v>
                </c:pt>
                <c:pt idx="2754">
                  <c:v>11-01-2011</c:v>
                </c:pt>
                <c:pt idx="2755">
                  <c:v>12-01-2011</c:v>
                </c:pt>
                <c:pt idx="2756">
                  <c:v>13-01-2011</c:v>
                </c:pt>
                <c:pt idx="2757">
                  <c:v>14-01-2011</c:v>
                </c:pt>
                <c:pt idx="2758">
                  <c:v>17-01-2011</c:v>
                </c:pt>
                <c:pt idx="2759">
                  <c:v>18-01-2011</c:v>
                </c:pt>
                <c:pt idx="2760">
                  <c:v>19-01-2011</c:v>
                </c:pt>
                <c:pt idx="2761">
                  <c:v>20-01-2011</c:v>
                </c:pt>
                <c:pt idx="2762">
                  <c:v>21-01-2011</c:v>
                </c:pt>
                <c:pt idx="2763">
                  <c:v>24-01-2011</c:v>
                </c:pt>
                <c:pt idx="2764">
                  <c:v>25-01-2011</c:v>
                </c:pt>
                <c:pt idx="2765">
                  <c:v>27-01-2011</c:v>
                </c:pt>
                <c:pt idx="2766">
                  <c:v>28-01-2011</c:v>
                </c:pt>
                <c:pt idx="2767">
                  <c:v>31-01-2011</c:v>
                </c:pt>
                <c:pt idx="2768">
                  <c:v>01-02-2011</c:v>
                </c:pt>
                <c:pt idx="2769">
                  <c:v>02-02-2011</c:v>
                </c:pt>
                <c:pt idx="2770">
                  <c:v>03-02-2011</c:v>
                </c:pt>
                <c:pt idx="2771">
                  <c:v>04-02-2011</c:v>
                </c:pt>
                <c:pt idx="2772">
                  <c:v>07-02-2011</c:v>
                </c:pt>
                <c:pt idx="2773">
                  <c:v>08-02-2011</c:v>
                </c:pt>
                <c:pt idx="2774">
                  <c:v>09-02-2011</c:v>
                </c:pt>
                <c:pt idx="2775">
                  <c:v>10-02-2011</c:v>
                </c:pt>
                <c:pt idx="2776">
                  <c:v>11-02-2011</c:v>
                </c:pt>
                <c:pt idx="2777">
                  <c:v>14-02-2011</c:v>
                </c:pt>
                <c:pt idx="2778">
                  <c:v>15-02-2011</c:v>
                </c:pt>
                <c:pt idx="2779">
                  <c:v>16-02-2011</c:v>
                </c:pt>
                <c:pt idx="2780">
                  <c:v>17-02-2011</c:v>
                </c:pt>
                <c:pt idx="2781">
                  <c:v>18-02-2011</c:v>
                </c:pt>
                <c:pt idx="2782">
                  <c:v>21-02-2011</c:v>
                </c:pt>
                <c:pt idx="2783">
                  <c:v>22-02-2011</c:v>
                </c:pt>
                <c:pt idx="2784">
                  <c:v>23-02-2011</c:v>
                </c:pt>
                <c:pt idx="2785">
                  <c:v>24-02-2011</c:v>
                </c:pt>
                <c:pt idx="2786">
                  <c:v>25-02-2011</c:v>
                </c:pt>
                <c:pt idx="2787">
                  <c:v>28-02-2011</c:v>
                </c:pt>
                <c:pt idx="2788">
                  <c:v>01-03-2011</c:v>
                </c:pt>
                <c:pt idx="2789">
                  <c:v>03-03-2011</c:v>
                </c:pt>
                <c:pt idx="2790">
                  <c:v>04-03-2011</c:v>
                </c:pt>
                <c:pt idx="2791">
                  <c:v>07-03-2011</c:v>
                </c:pt>
                <c:pt idx="2792">
                  <c:v>08-03-2011</c:v>
                </c:pt>
                <c:pt idx="2793">
                  <c:v>09-03-2011</c:v>
                </c:pt>
                <c:pt idx="2794">
                  <c:v>10-03-2011</c:v>
                </c:pt>
                <c:pt idx="2795">
                  <c:v>11-03-2011</c:v>
                </c:pt>
                <c:pt idx="2796">
                  <c:v>14-03-2011</c:v>
                </c:pt>
                <c:pt idx="2797">
                  <c:v>15-03-2011</c:v>
                </c:pt>
                <c:pt idx="2798">
                  <c:v>16-03-2011</c:v>
                </c:pt>
                <c:pt idx="2799">
                  <c:v>17-03-2011</c:v>
                </c:pt>
                <c:pt idx="2800">
                  <c:v>18-03-2011</c:v>
                </c:pt>
                <c:pt idx="2801">
                  <c:v>21-03-2011</c:v>
                </c:pt>
                <c:pt idx="2802">
                  <c:v>22-03-2011</c:v>
                </c:pt>
                <c:pt idx="2803">
                  <c:v>23-03-2011</c:v>
                </c:pt>
                <c:pt idx="2804">
                  <c:v>24-03-2011</c:v>
                </c:pt>
                <c:pt idx="2805">
                  <c:v>25-03-2011</c:v>
                </c:pt>
                <c:pt idx="2806">
                  <c:v>28-03-2011</c:v>
                </c:pt>
                <c:pt idx="2807">
                  <c:v>29-03-2011</c:v>
                </c:pt>
                <c:pt idx="2808">
                  <c:v>30-03-2011</c:v>
                </c:pt>
                <c:pt idx="2809">
                  <c:v>31-03-2011</c:v>
                </c:pt>
                <c:pt idx="2810">
                  <c:v>01-04-2011</c:v>
                </c:pt>
                <c:pt idx="2811">
                  <c:v>04-04-2011</c:v>
                </c:pt>
                <c:pt idx="2812">
                  <c:v>05-04-2011</c:v>
                </c:pt>
                <c:pt idx="2813">
                  <c:v>06-04-2011</c:v>
                </c:pt>
                <c:pt idx="2814">
                  <c:v>07-04-2011</c:v>
                </c:pt>
                <c:pt idx="2815">
                  <c:v>08-04-2011</c:v>
                </c:pt>
                <c:pt idx="2816">
                  <c:v>11-04-2011</c:v>
                </c:pt>
                <c:pt idx="2817">
                  <c:v>13-04-2011</c:v>
                </c:pt>
                <c:pt idx="2818">
                  <c:v>15-04-2011</c:v>
                </c:pt>
                <c:pt idx="2819">
                  <c:v>18-04-2011</c:v>
                </c:pt>
                <c:pt idx="2820">
                  <c:v>19-04-2011</c:v>
                </c:pt>
                <c:pt idx="2821">
                  <c:v>20-04-2011</c:v>
                </c:pt>
                <c:pt idx="2822">
                  <c:v>21-04-2011</c:v>
                </c:pt>
                <c:pt idx="2823">
                  <c:v>25-04-2011</c:v>
                </c:pt>
                <c:pt idx="2824">
                  <c:v>26-04-2011</c:v>
                </c:pt>
                <c:pt idx="2825">
                  <c:v>27-04-2011</c:v>
                </c:pt>
                <c:pt idx="2826">
                  <c:v>28-04-2011</c:v>
                </c:pt>
                <c:pt idx="2827">
                  <c:v>29-04-2011</c:v>
                </c:pt>
                <c:pt idx="2828">
                  <c:v>02-05-2011</c:v>
                </c:pt>
                <c:pt idx="2829">
                  <c:v>03-05-2011</c:v>
                </c:pt>
                <c:pt idx="2830">
                  <c:v>04-05-2011</c:v>
                </c:pt>
                <c:pt idx="2831">
                  <c:v>05-05-2011</c:v>
                </c:pt>
                <c:pt idx="2832">
                  <c:v>06-05-2011</c:v>
                </c:pt>
                <c:pt idx="2833">
                  <c:v>09-05-2011</c:v>
                </c:pt>
                <c:pt idx="2834">
                  <c:v>10-05-2011</c:v>
                </c:pt>
                <c:pt idx="2835">
                  <c:v>11-05-2011</c:v>
                </c:pt>
                <c:pt idx="2836">
                  <c:v>12-05-2011</c:v>
                </c:pt>
                <c:pt idx="2837">
                  <c:v>13-05-2011</c:v>
                </c:pt>
                <c:pt idx="2838">
                  <c:v>16-05-2011</c:v>
                </c:pt>
                <c:pt idx="2839">
                  <c:v>17-05-2011</c:v>
                </c:pt>
                <c:pt idx="2840">
                  <c:v>18-05-2011</c:v>
                </c:pt>
                <c:pt idx="2841">
                  <c:v>19-05-2011</c:v>
                </c:pt>
                <c:pt idx="2842">
                  <c:v>20-05-2011</c:v>
                </c:pt>
                <c:pt idx="2843">
                  <c:v>23-05-2011</c:v>
                </c:pt>
                <c:pt idx="2844">
                  <c:v>24-05-2011</c:v>
                </c:pt>
                <c:pt idx="2845">
                  <c:v>25-05-2011</c:v>
                </c:pt>
                <c:pt idx="2846">
                  <c:v>26-05-2011</c:v>
                </c:pt>
                <c:pt idx="2847">
                  <c:v>27-05-2011</c:v>
                </c:pt>
                <c:pt idx="2848">
                  <c:v>30-05-2011</c:v>
                </c:pt>
                <c:pt idx="2849">
                  <c:v>31-05-2011</c:v>
                </c:pt>
                <c:pt idx="2850">
                  <c:v>01-06-2011</c:v>
                </c:pt>
                <c:pt idx="2851">
                  <c:v>02-06-2011</c:v>
                </c:pt>
                <c:pt idx="2852">
                  <c:v>03-06-2011</c:v>
                </c:pt>
                <c:pt idx="2853">
                  <c:v>06-06-2011</c:v>
                </c:pt>
                <c:pt idx="2854">
                  <c:v>07-06-2011</c:v>
                </c:pt>
                <c:pt idx="2855">
                  <c:v>08-06-2011</c:v>
                </c:pt>
                <c:pt idx="2856">
                  <c:v>09-06-2011</c:v>
                </c:pt>
                <c:pt idx="2857">
                  <c:v>10-06-2011</c:v>
                </c:pt>
                <c:pt idx="2858">
                  <c:v>13-06-2011</c:v>
                </c:pt>
                <c:pt idx="2859">
                  <c:v>14-06-2011</c:v>
                </c:pt>
                <c:pt idx="2860">
                  <c:v>15-06-2011</c:v>
                </c:pt>
                <c:pt idx="2861">
                  <c:v>16-06-2011</c:v>
                </c:pt>
                <c:pt idx="2862">
                  <c:v>17-06-2011</c:v>
                </c:pt>
                <c:pt idx="2863">
                  <c:v>20-06-2011</c:v>
                </c:pt>
                <c:pt idx="2864">
                  <c:v>21-06-2011</c:v>
                </c:pt>
                <c:pt idx="2865">
                  <c:v>22-06-2011</c:v>
                </c:pt>
                <c:pt idx="2866">
                  <c:v>23-06-2011</c:v>
                </c:pt>
                <c:pt idx="2867">
                  <c:v>24-06-2011</c:v>
                </c:pt>
                <c:pt idx="2868">
                  <c:v>27-06-2011</c:v>
                </c:pt>
                <c:pt idx="2869">
                  <c:v>28-06-2011</c:v>
                </c:pt>
                <c:pt idx="2870">
                  <c:v>29-06-2011</c:v>
                </c:pt>
                <c:pt idx="2871">
                  <c:v>30-06-2011</c:v>
                </c:pt>
                <c:pt idx="2872">
                  <c:v>01-07-2011</c:v>
                </c:pt>
                <c:pt idx="2873">
                  <c:v>04-07-2011</c:v>
                </c:pt>
                <c:pt idx="2874">
                  <c:v>05-07-2011</c:v>
                </c:pt>
                <c:pt idx="2875">
                  <c:v>06-07-2011</c:v>
                </c:pt>
                <c:pt idx="2876">
                  <c:v>07-07-2011</c:v>
                </c:pt>
                <c:pt idx="2877">
                  <c:v>08-07-2011</c:v>
                </c:pt>
                <c:pt idx="2878">
                  <c:v>11-07-2011</c:v>
                </c:pt>
                <c:pt idx="2879">
                  <c:v>12-07-2011</c:v>
                </c:pt>
                <c:pt idx="2880">
                  <c:v>13-07-2011</c:v>
                </c:pt>
                <c:pt idx="2881">
                  <c:v>14-07-2011</c:v>
                </c:pt>
                <c:pt idx="2882">
                  <c:v>15-07-2011</c:v>
                </c:pt>
                <c:pt idx="2883">
                  <c:v>18-07-2011</c:v>
                </c:pt>
                <c:pt idx="2884">
                  <c:v>19-07-2011</c:v>
                </c:pt>
                <c:pt idx="2885">
                  <c:v>20-07-2011</c:v>
                </c:pt>
                <c:pt idx="2886">
                  <c:v>21-07-2011</c:v>
                </c:pt>
                <c:pt idx="2887">
                  <c:v>22-07-2011</c:v>
                </c:pt>
                <c:pt idx="2888">
                  <c:v>25-07-2011</c:v>
                </c:pt>
                <c:pt idx="2889">
                  <c:v>26-07-2011</c:v>
                </c:pt>
                <c:pt idx="2890">
                  <c:v>27-07-2011</c:v>
                </c:pt>
                <c:pt idx="2891">
                  <c:v>28-07-2011</c:v>
                </c:pt>
                <c:pt idx="2892">
                  <c:v>29-07-2011</c:v>
                </c:pt>
                <c:pt idx="2893">
                  <c:v>01-08-2011</c:v>
                </c:pt>
                <c:pt idx="2894">
                  <c:v>02-08-2011</c:v>
                </c:pt>
                <c:pt idx="2895">
                  <c:v>03-08-2011</c:v>
                </c:pt>
                <c:pt idx="2896">
                  <c:v>04-08-2011</c:v>
                </c:pt>
                <c:pt idx="2897">
                  <c:v>05-08-2011</c:v>
                </c:pt>
                <c:pt idx="2898">
                  <c:v>08-08-2011</c:v>
                </c:pt>
                <c:pt idx="2899">
                  <c:v>09-08-2011</c:v>
                </c:pt>
                <c:pt idx="2900">
                  <c:v>10-08-2011</c:v>
                </c:pt>
                <c:pt idx="2901">
                  <c:v>11-08-2011</c:v>
                </c:pt>
                <c:pt idx="2902">
                  <c:v>12-08-2011</c:v>
                </c:pt>
                <c:pt idx="2903">
                  <c:v>16-08-2011</c:v>
                </c:pt>
                <c:pt idx="2904">
                  <c:v>17-08-2011</c:v>
                </c:pt>
                <c:pt idx="2905">
                  <c:v>18-08-2011</c:v>
                </c:pt>
                <c:pt idx="2906">
                  <c:v>19-08-2011</c:v>
                </c:pt>
                <c:pt idx="2907">
                  <c:v>22-08-2011</c:v>
                </c:pt>
                <c:pt idx="2908">
                  <c:v>23-08-2011</c:v>
                </c:pt>
                <c:pt idx="2909">
                  <c:v>24-08-2011</c:v>
                </c:pt>
                <c:pt idx="2910">
                  <c:v>25-08-2011</c:v>
                </c:pt>
                <c:pt idx="2911">
                  <c:v>26-08-2011</c:v>
                </c:pt>
                <c:pt idx="2912">
                  <c:v>29-08-2011</c:v>
                </c:pt>
                <c:pt idx="2913">
                  <c:v>30-08-2011</c:v>
                </c:pt>
                <c:pt idx="2914">
                  <c:v>02-09-2011</c:v>
                </c:pt>
                <c:pt idx="2915">
                  <c:v>05-09-2011</c:v>
                </c:pt>
                <c:pt idx="2916">
                  <c:v>06-09-2011</c:v>
                </c:pt>
                <c:pt idx="2917">
                  <c:v>07-09-2011</c:v>
                </c:pt>
                <c:pt idx="2918">
                  <c:v>08-09-2011</c:v>
                </c:pt>
                <c:pt idx="2919">
                  <c:v>09-09-2011</c:v>
                </c:pt>
                <c:pt idx="2920">
                  <c:v>12-09-2011</c:v>
                </c:pt>
                <c:pt idx="2921">
                  <c:v>13-09-2011</c:v>
                </c:pt>
                <c:pt idx="2922">
                  <c:v>14-09-2011</c:v>
                </c:pt>
                <c:pt idx="2923">
                  <c:v>15-09-2011</c:v>
                </c:pt>
                <c:pt idx="2924">
                  <c:v>16-09-2011</c:v>
                </c:pt>
                <c:pt idx="2925">
                  <c:v>19-09-2011</c:v>
                </c:pt>
                <c:pt idx="2926">
                  <c:v>20-09-2011</c:v>
                </c:pt>
                <c:pt idx="2927">
                  <c:v>21-09-2011</c:v>
                </c:pt>
                <c:pt idx="2928">
                  <c:v>22-09-2011</c:v>
                </c:pt>
                <c:pt idx="2929">
                  <c:v>23-09-2011</c:v>
                </c:pt>
                <c:pt idx="2930">
                  <c:v>26-09-2011</c:v>
                </c:pt>
                <c:pt idx="2931">
                  <c:v>27-09-2011</c:v>
                </c:pt>
                <c:pt idx="2932">
                  <c:v>28-09-2011</c:v>
                </c:pt>
                <c:pt idx="2933">
                  <c:v>29-09-2011</c:v>
                </c:pt>
                <c:pt idx="2934">
                  <c:v>30-09-2011</c:v>
                </c:pt>
                <c:pt idx="2935">
                  <c:v>03-10-2011</c:v>
                </c:pt>
                <c:pt idx="2936">
                  <c:v>04-10-2011</c:v>
                </c:pt>
                <c:pt idx="2937">
                  <c:v>05-10-2011</c:v>
                </c:pt>
                <c:pt idx="2938">
                  <c:v>07-10-2011</c:v>
                </c:pt>
                <c:pt idx="2939">
                  <c:v>10-10-2011</c:v>
                </c:pt>
                <c:pt idx="2940">
                  <c:v>11-10-2011</c:v>
                </c:pt>
                <c:pt idx="2941">
                  <c:v>12-10-2011</c:v>
                </c:pt>
                <c:pt idx="2942">
                  <c:v>13-10-2011</c:v>
                </c:pt>
                <c:pt idx="2943">
                  <c:v>14-10-2011</c:v>
                </c:pt>
                <c:pt idx="2944">
                  <c:v>17-10-2011</c:v>
                </c:pt>
                <c:pt idx="2945">
                  <c:v>18-10-2011</c:v>
                </c:pt>
                <c:pt idx="2946">
                  <c:v>19-10-2011</c:v>
                </c:pt>
                <c:pt idx="2947">
                  <c:v>20-10-2011</c:v>
                </c:pt>
                <c:pt idx="2948">
                  <c:v>21-10-2011</c:v>
                </c:pt>
                <c:pt idx="2949">
                  <c:v>24-10-2011</c:v>
                </c:pt>
                <c:pt idx="2950">
                  <c:v>25-10-2011</c:v>
                </c:pt>
                <c:pt idx="2951">
                  <c:v>26-10-2011</c:v>
                </c:pt>
                <c:pt idx="2952">
                  <c:v>28-10-2011</c:v>
                </c:pt>
                <c:pt idx="2953">
                  <c:v>31-10-2011</c:v>
                </c:pt>
                <c:pt idx="2954">
                  <c:v>01-11-2011</c:v>
                </c:pt>
                <c:pt idx="2955">
                  <c:v>02-11-2011</c:v>
                </c:pt>
                <c:pt idx="2956">
                  <c:v>03-11-2011</c:v>
                </c:pt>
                <c:pt idx="2957">
                  <c:v>04-11-2011</c:v>
                </c:pt>
                <c:pt idx="2958">
                  <c:v>08-11-2011</c:v>
                </c:pt>
                <c:pt idx="2959">
                  <c:v>09-11-2011</c:v>
                </c:pt>
                <c:pt idx="2960">
                  <c:v>11-11-2011</c:v>
                </c:pt>
                <c:pt idx="2961">
                  <c:v>14-11-2011</c:v>
                </c:pt>
                <c:pt idx="2962">
                  <c:v>15-11-2011</c:v>
                </c:pt>
                <c:pt idx="2963">
                  <c:v>16-11-2011</c:v>
                </c:pt>
                <c:pt idx="2964">
                  <c:v>17-11-2011</c:v>
                </c:pt>
                <c:pt idx="2965">
                  <c:v>18-11-2011</c:v>
                </c:pt>
                <c:pt idx="2966">
                  <c:v>21-11-2011</c:v>
                </c:pt>
                <c:pt idx="2967">
                  <c:v>22-11-2011</c:v>
                </c:pt>
                <c:pt idx="2968">
                  <c:v>23-11-2011</c:v>
                </c:pt>
                <c:pt idx="2969">
                  <c:v>24-11-2011</c:v>
                </c:pt>
                <c:pt idx="2970">
                  <c:v>25-11-2011</c:v>
                </c:pt>
                <c:pt idx="2971">
                  <c:v>28-11-2011</c:v>
                </c:pt>
                <c:pt idx="2972">
                  <c:v>29-11-2011</c:v>
                </c:pt>
                <c:pt idx="2973">
                  <c:v>30-11-2011</c:v>
                </c:pt>
                <c:pt idx="2974">
                  <c:v>01-12-2011</c:v>
                </c:pt>
                <c:pt idx="2975">
                  <c:v>02-12-2011</c:v>
                </c:pt>
                <c:pt idx="2976">
                  <c:v>05-12-2011</c:v>
                </c:pt>
                <c:pt idx="2977">
                  <c:v>07-12-2011</c:v>
                </c:pt>
                <c:pt idx="2978">
                  <c:v>08-12-2011</c:v>
                </c:pt>
                <c:pt idx="2979">
                  <c:v>09-12-2011</c:v>
                </c:pt>
                <c:pt idx="2980">
                  <c:v>12-12-2011</c:v>
                </c:pt>
                <c:pt idx="2981">
                  <c:v>13-12-2011</c:v>
                </c:pt>
                <c:pt idx="2982">
                  <c:v>14-12-2011</c:v>
                </c:pt>
                <c:pt idx="2983">
                  <c:v>15-12-2011</c:v>
                </c:pt>
                <c:pt idx="2984">
                  <c:v>16-12-2011</c:v>
                </c:pt>
                <c:pt idx="2985">
                  <c:v>19-12-2011</c:v>
                </c:pt>
                <c:pt idx="2986">
                  <c:v>20-12-2011</c:v>
                </c:pt>
                <c:pt idx="2987">
                  <c:v>21-12-2011</c:v>
                </c:pt>
                <c:pt idx="2988">
                  <c:v>22-12-2011</c:v>
                </c:pt>
                <c:pt idx="2989">
                  <c:v>23-12-2011</c:v>
                </c:pt>
                <c:pt idx="2990">
                  <c:v>26-12-2011</c:v>
                </c:pt>
                <c:pt idx="2991">
                  <c:v>27-12-2011</c:v>
                </c:pt>
                <c:pt idx="2992">
                  <c:v>28-12-2011</c:v>
                </c:pt>
                <c:pt idx="2993">
                  <c:v>29-12-2011</c:v>
                </c:pt>
                <c:pt idx="2994">
                  <c:v>30-12-2011</c:v>
                </c:pt>
                <c:pt idx="2995">
                  <c:v>02-01-2012</c:v>
                </c:pt>
                <c:pt idx="2996">
                  <c:v>03-01-2012</c:v>
                </c:pt>
                <c:pt idx="2997">
                  <c:v>04-01-2012</c:v>
                </c:pt>
                <c:pt idx="2998">
                  <c:v>05-01-2012</c:v>
                </c:pt>
                <c:pt idx="2999">
                  <c:v>06-01-2012</c:v>
                </c:pt>
                <c:pt idx="3000">
                  <c:v>07-01-2012</c:v>
                </c:pt>
                <c:pt idx="3001">
                  <c:v>09-01-2012</c:v>
                </c:pt>
                <c:pt idx="3002">
                  <c:v>10-01-2012</c:v>
                </c:pt>
                <c:pt idx="3003">
                  <c:v>11-01-2012</c:v>
                </c:pt>
                <c:pt idx="3004">
                  <c:v>12-01-2012</c:v>
                </c:pt>
                <c:pt idx="3005">
                  <c:v>13-01-2012</c:v>
                </c:pt>
                <c:pt idx="3006">
                  <c:v>16-01-2012</c:v>
                </c:pt>
                <c:pt idx="3007">
                  <c:v>17-01-2012</c:v>
                </c:pt>
                <c:pt idx="3008">
                  <c:v>18-01-2012</c:v>
                </c:pt>
                <c:pt idx="3009">
                  <c:v>19-01-2012</c:v>
                </c:pt>
                <c:pt idx="3010">
                  <c:v>20-01-2012</c:v>
                </c:pt>
                <c:pt idx="3011">
                  <c:v>23-01-2012</c:v>
                </c:pt>
                <c:pt idx="3012">
                  <c:v>24-01-2012</c:v>
                </c:pt>
                <c:pt idx="3013">
                  <c:v>25-01-2012</c:v>
                </c:pt>
                <c:pt idx="3014">
                  <c:v>27-01-2012</c:v>
                </c:pt>
                <c:pt idx="3015">
                  <c:v>30-01-2012</c:v>
                </c:pt>
                <c:pt idx="3016">
                  <c:v>31-01-2012</c:v>
                </c:pt>
                <c:pt idx="3017">
                  <c:v>01-02-2012</c:v>
                </c:pt>
                <c:pt idx="3018">
                  <c:v>02-02-2012</c:v>
                </c:pt>
                <c:pt idx="3019">
                  <c:v>03-02-2012</c:v>
                </c:pt>
                <c:pt idx="3020">
                  <c:v>06-02-2012</c:v>
                </c:pt>
                <c:pt idx="3021">
                  <c:v>07-02-2012</c:v>
                </c:pt>
                <c:pt idx="3022">
                  <c:v>08-02-2012</c:v>
                </c:pt>
                <c:pt idx="3023">
                  <c:v>09-02-2012</c:v>
                </c:pt>
                <c:pt idx="3024">
                  <c:v>10-02-2012</c:v>
                </c:pt>
                <c:pt idx="3025">
                  <c:v>13-02-2012</c:v>
                </c:pt>
                <c:pt idx="3026">
                  <c:v>14-02-2012</c:v>
                </c:pt>
                <c:pt idx="3027">
                  <c:v>15-02-2012</c:v>
                </c:pt>
                <c:pt idx="3028">
                  <c:v>16-02-2012</c:v>
                </c:pt>
                <c:pt idx="3029">
                  <c:v>17-02-2012</c:v>
                </c:pt>
                <c:pt idx="3030">
                  <c:v>21-02-2012</c:v>
                </c:pt>
                <c:pt idx="3031">
                  <c:v>22-02-2012</c:v>
                </c:pt>
                <c:pt idx="3032">
                  <c:v>23-02-2012</c:v>
                </c:pt>
                <c:pt idx="3033">
                  <c:v>24-02-2012</c:v>
                </c:pt>
                <c:pt idx="3034">
                  <c:v>27-02-2012</c:v>
                </c:pt>
                <c:pt idx="3035">
                  <c:v>28-02-2012</c:v>
                </c:pt>
                <c:pt idx="3036">
                  <c:v>29-02-2012</c:v>
                </c:pt>
                <c:pt idx="3037">
                  <c:v>01-03-2012</c:v>
                </c:pt>
                <c:pt idx="3038">
                  <c:v>02-03-2012</c:v>
                </c:pt>
                <c:pt idx="3039">
                  <c:v>03-03-2012</c:v>
                </c:pt>
                <c:pt idx="3040">
                  <c:v>05-03-2012</c:v>
                </c:pt>
                <c:pt idx="3041">
                  <c:v>06-03-2012</c:v>
                </c:pt>
                <c:pt idx="3042">
                  <c:v>07-03-2012</c:v>
                </c:pt>
                <c:pt idx="3043">
                  <c:v>09-03-2012</c:v>
                </c:pt>
                <c:pt idx="3044">
                  <c:v>12-03-2012</c:v>
                </c:pt>
                <c:pt idx="3045">
                  <c:v>13-03-2012</c:v>
                </c:pt>
                <c:pt idx="3046">
                  <c:v>14-03-2012</c:v>
                </c:pt>
                <c:pt idx="3047">
                  <c:v>15-03-2012</c:v>
                </c:pt>
                <c:pt idx="3048">
                  <c:v>16-03-2012</c:v>
                </c:pt>
                <c:pt idx="3049">
                  <c:v>19-03-2012</c:v>
                </c:pt>
                <c:pt idx="3050">
                  <c:v>20-03-2012</c:v>
                </c:pt>
                <c:pt idx="3051">
                  <c:v>21-03-2012</c:v>
                </c:pt>
                <c:pt idx="3052">
                  <c:v>22-03-2012</c:v>
                </c:pt>
                <c:pt idx="3053">
                  <c:v>23-03-2012</c:v>
                </c:pt>
                <c:pt idx="3054">
                  <c:v>26-03-2012</c:v>
                </c:pt>
                <c:pt idx="3055">
                  <c:v>27-03-2012</c:v>
                </c:pt>
                <c:pt idx="3056">
                  <c:v>28-03-2012</c:v>
                </c:pt>
                <c:pt idx="3057">
                  <c:v>29-03-2012</c:v>
                </c:pt>
                <c:pt idx="3058">
                  <c:v>30-03-2012</c:v>
                </c:pt>
                <c:pt idx="3059">
                  <c:v>02-04-2012</c:v>
                </c:pt>
                <c:pt idx="3060">
                  <c:v>03-04-2012</c:v>
                </c:pt>
                <c:pt idx="3061">
                  <c:v>04-04-2012</c:v>
                </c:pt>
                <c:pt idx="3062">
                  <c:v>09-04-2012</c:v>
                </c:pt>
                <c:pt idx="3063">
                  <c:v>10-04-2012</c:v>
                </c:pt>
                <c:pt idx="3064">
                  <c:v>11-04-2012</c:v>
                </c:pt>
                <c:pt idx="3065">
                  <c:v>12-04-2012</c:v>
                </c:pt>
                <c:pt idx="3066">
                  <c:v>13-04-2012</c:v>
                </c:pt>
                <c:pt idx="3067">
                  <c:v>16-04-2012</c:v>
                </c:pt>
                <c:pt idx="3068">
                  <c:v>17-04-2012</c:v>
                </c:pt>
                <c:pt idx="3069">
                  <c:v>18-04-2012</c:v>
                </c:pt>
                <c:pt idx="3070">
                  <c:v>19-04-2012</c:v>
                </c:pt>
                <c:pt idx="3071">
                  <c:v>20-04-2012</c:v>
                </c:pt>
                <c:pt idx="3072">
                  <c:v>23-04-2012</c:v>
                </c:pt>
                <c:pt idx="3073">
                  <c:v>24-04-2012</c:v>
                </c:pt>
                <c:pt idx="3074">
                  <c:v>25-04-2012</c:v>
                </c:pt>
                <c:pt idx="3075">
                  <c:v>26-04-2012</c:v>
                </c:pt>
                <c:pt idx="3076">
                  <c:v>27-04-2012</c:v>
                </c:pt>
                <c:pt idx="3077">
                  <c:v>28-04-2012</c:v>
                </c:pt>
                <c:pt idx="3078">
                  <c:v>30-04-2012</c:v>
                </c:pt>
                <c:pt idx="3079">
                  <c:v>02-05-2012</c:v>
                </c:pt>
                <c:pt idx="3080">
                  <c:v>03-05-2012</c:v>
                </c:pt>
                <c:pt idx="3081">
                  <c:v>04-05-2012</c:v>
                </c:pt>
                <c:pt idx="3082">
                  <c:v>07-05-2012</c:v>
                </c:pt>
                <c:pt idx="3083">
                  <c:v>08-05-2012</c:v>
                </c:pt>
                <c:pt idx="3084">
                  <c:v>09-05-2012</c:v>
                </c:pt>
                <c:pt idx="3085">
                  <c:v>10-05-2012</c:v>
                </c:pt>
                <c:pt idx="3086">
                  <c:v>11-05-2012</c:v>
                </c:pt>
                <c:pt idx="3087">
                  <c:v>14-05-2012</c:v>
                </c:pt>
                <c:pt idx="3088">
                  <c:v>15-05-2012</c:v>
                </c:pt>
                <c:pt idx="3089">
                  <c:v>16-05-2012</c:v>
                </c:pt>
                <c:pt idx="3090">
                  <c:v>17-05-2012</c:v>
                </c:pt>
                <c:pt idx="3091">
                  <c:v>18-05-2012</c:v>
                </c:pt>
                <c:pt idx="3092">
                  <c:v>21-05-2012</c:v>
                </c:pt>
                <c:pt idx="3093">
                  <c:v>22-05-2012</c:v>
                </c:pt>
                <c:pt idx="3094">
                  <c:v>23-05-2012</c:v>
                </c:pt>
                <c:pt idx="3095">
                  <c:v>24-05-2012</c:v>
                </c:pt>
                <c:pt idx="3096">
                  <c:v>25-05-2012</c:v>
                </c:pt>
                <c:pt idx="3097">
                  <c:v>28-05-2012</c:v>
                </c:pt>
                <c:pt idx="3098">
                  <c:v>29-05-2012</c:v>
                </c:pt>
                <c:pt idx="3099">
                  <c:v>30-05-2012</c:v>
                </c:pt>
                <c:pt idx="3100">
                  <c:v>31-05-2012</c:v>
                </c:pt>
                <c:pt idx="3101">
                  <c:v>01-06-2012</c:v>
                </c:pt>
                <c:pt idx="3102">
                  <c:v>04-06-2012</c:v>
                </c:pt>
                <c:pt idx="3103">
                  <c:v>05-06-2012</c:v>
                </c:pt>
                <c:pt idx="3104">
                  <c:v>06-06-2012</c:v>
                </c:pt>
                <c:pt idx="3105">
                  <c:v>07-06-2012</c:v>
                </c:pt>
                <c:pt idx="3106">
                  <c:v>08-06-2012</c:v>
                </c:pt>
                <c:pt idx="3107">
                  <c:v>11-06-2012</c:v>
                </c:pt>
                <c:pt idx="3108">
                  <c:v>12-06-2012</c:v>
                </c:pt>
                <c:pt idx="3109">
                  <c:v>13-06-2012</c:v>
                </c:pt>
                <c:pt idx="3110">
                  <c:v>14-06-2012</c:v>
                </c:pt>
                <c:pt idx="3111">
                  <c:v>15-06-2012</c:v>
                </c:pt>
                <c:pt idx="3112">
                  <c:v>18-06-2012</c:v>
                </c:pt>
                <c:pt idx="3113">
                  <c:v>19-06-2012</c:v>
                </c:pt>
                <c:pt idx="3114">
                  <c:v>20-06-2012</c:v>
                </c:pt>
                <c:pt idx="3115">
                  <c:v>21-06-2012</c:v>
                </c:pt>
                <c:pt idx="3116">
                  <c:v>22-06-2012</c:v>
                </c:pt>
                <c:pt idx="3117">
                  <c:v>25-06-2012</c:v>
                </c:pt>
                <c:pt idx="3118">
                  <c:v>26-06-2012</c:v>
                </c:pt>
                <c:pt idx="3119">
                  <c:v>27-06-2012</c:v>
                </c:pt>
                <c:pt idx="3120">
                  <c:v>28-06-2012</c:v>
                </c:pt>
                <c:pt idx="3121">
                  <c:v>29-06-2012</c:v>
                </c:pt>
                <c:pt idx="3122">
                  <c:v>02-07-2012</c:v>
                </c:pt>
                <c:pt idx="3123">
                  <c:v>03-07-2012</c:v>
                </c:pt>
                <c:pt idx="3124">
                  <c:v>04-07-2012</c:v>
                </c:pt>
                <c:pt idx="3125">
                  <c:v>05-07-2012</c:v>
                </c:pt>
                <c:pt idx="3126">
                  <c:v>06-07-2012</c:v>
                </c:pt>
                <c:pt idx="3127">
                  <c:v>09-07-2012</c:v>
                </c:pt>
                <c:pt idx="3128">
                  <c:v>10-07-2012</c:v>
                </c:pt>
                <c:pt idx="3129">
                  <c:v>11-07-2012</c:v>
                </c:pt>
                <c:pt idx="3130">
                  <c:v>12-07-2012</c:v>
                </c:pt>
                <c:pt idx="3131">
                  <c:v>13-07-2012</c:v>
                </c:pt>
                <c:pt idx="3132">
                  <c:v>16-07-2012</c:v>
                </c:pt>
                <c:pt idx="3133">
                  <c:v>17-07-2012</c:v>
                </c:pt>
                <c:pt idx="3134">
                  <c:v>18-07-2012</c:v>
                </c:pt>
                <c:pt idx="3135">
                  <c:v>19-07-2012</c:v>
                </c:pt>
                <c:pt idx="3136">
                  <c:v>20-07-2012</c:v>
                </c:pt>
                <c:pt idx="3137">
                  <c:v>23-07-2012</c:v>
                </c:pt>
                <c:pt idx="3138">
                  <c:v>24-07-2012</c:v>
                </c:pt>
                <c:pt idx="3139">
                  <c:v>25-07-2012</c:v>
                </c:pt>
                <c:pt idx="3140">
                  <c:v>26-07-2012</c:v>
                </c:pt>
                <c:pt idx="3141">
                  <c:v>27-07-2012</c:v>
                </c:pt>
                <c:pt idx="3142">
                  <c:v>30-07-2012</c:v>
                </c:pt>
                <c:pt idx="3143">
                  <c:v>31-07-2012</c:v>
                </c:pt>
                <c:pt idx="3144">
                  <c:v>01-08-2012</c:v>
                </c:pt>
                <c:pt idx="3145">
                  <c:v>02-08-2012</c:v>
                </c:pt>
                <c:pt idx="3146">
                  <c:v>03-08-2012</c:v>
                </c:pt>
                <c:pt idx="3147">
                  <c:v>06-08-2012</c:v>
                </c:pt>
                <c:pt idx="3148">
                  <c:v>07-08-2012</c:v>
                </c:pt>
                <c:pt idx="3149">
                  <c:v>08-08-2012</c:v>
                </c:pt>
                <c:pt idx="3150">
                  <c:v>09-08-2012</c:v>
                </c:pt>
                <c:pt idx="3151">
                  <c:v>10-08-2012</c:v>
                </c:pt>
                <c:pt idx="3152">
                  <c:v>13-08-2012</c:v>
                </c:pt>
                <c:pt idx="3153">
                  <c:v>14-08-2012</c:v>
                </c:pt>
                <c:pt idx="3154">
                  <c:v>16-08-2012</c:v>
                </c:pt>
                <c:pt idx="3155">
                  <c:v>17-08-2012</c:v>
                </c:pt>
                <c:pt idx="3156">
                  <c:v>21-08-2012</c:v>
                </c:pt>
                <c:pt idx="3157">
                  <c:v>22-08-2012</c:v>
                </c:pt>
                <c:pt idx="3158">
                  <c:v>23-08-2012</c:v>
                </c:pt>
                <c:pt idx="3159">
                  <c:v>24-08-2012</c:v>
                </c:pt>
                <c:pt idx="3160">
                  <c:v>27-08-2012</c:v>
                </c:pt>
                <c:pt idx="3161">
                  <c:v>28-08-2012</c:v>
                </c:pt>
                <c:pt idx="3162">
                  <c:v>29-08-2012</c:v>
                </c:pt>
                <c:pt idx="3163">
                  <c:v>30-08-2012</c:v>
                </c:pt>
                <c:pt idx="3164">
                  <c:v>31-08-2012</c:v>
                </c:pt>
                <c:pt idx="3165">
                  <c:v>03-09-2012</c:v>
                </c:pt>
                <c:pt idx="3166">
                  <c:v>04-09-2012</c:v>
                </c:pt>
                <c:pt idx="3167">
                  <c:v>05-09-2012</c:v>
                </c:pt>
                <c:pt idx="3168">
                  <c:v>06-09-2012</c:v>
                </c:pt>
                <c:pt idx="3169">
                  <c:v>07-09-2012</c:v>
                </c:pt>
                <c:pt idx="3170">
                  <c:v>08-09-2012</c:v>
                </c:pt>
                <c:pt idx="3171">
                  <c:v>10-09-2012</c:v>
                </c:pt>
                <c:pt idx="3172">
                  <c:v>11-09-2012</c:v>
                </c:pt>
                <c:pt idx="3173">
                  <c:v>12-09-2012</c:v>
                </c:pt>
                <c:pt idx="3174">
                  <c:v>13-09-2012</c:v>
                </c:pt>
                <c:pt idx="3175">
                  <c:v>14-09-2012</c:v>
                </c:pt>
                <c:pt idx="3176">
                  <c:v>17-09-2012</c:v>
                </c:pt>
                <c:pt idx="3177">
                  <c:v>18-09-2012</c:v>
                </c:pt>
                <c:pt idx="3178">
                  <c:v>20-09-2012</c:v>
                </c:pt>
                <c:pt idx="3179">
                  <c:v>21-09-2012</c:v>
                </c:pt>
                <c:pt idx="3180">
                  <c:v>24-09-2012</c:v>
                </c:pt>
                <c:pt idx="3181">
                  <c:v>25-09-2012</c:v>
                </c:pt>
                <c:pt idx="3182">
                  <c:v>26-09-2012</c:v>
                </c:pt>
                <c:pt idx="3183">
                  <c:v>27-09-2012</c:v>
                </c:pt>
                <c:pt idx="3184">
                  <c:v>28-09-2012</c:v>
                </c:pt>
                <c:pt idx="3185">
                  <c:v>01-10-2012</c:v>
                </c:pt>
                <c:pt idx="3186">
                  <c:v>03-10-2012</c:v>
                </c:pt>
                <c:pt idx="3187">
                  <c:v>04-10-2012</c:v>
                </c:pt>
                <c:pt idx="3188">
                  <c:v>05-10-2012</c:v>
                </c:pt>
                <c:pt idx="3189">
                  <c:v>08-10-2012</c:v>
                </c:pt>
                <c:pt idx="3190">
                  <c:v>09-10-2012</c:v>
                </c:pt>
                <c:pt idx="3191">
                  <c:v>10-10-2012</c:v>
                </c:pt>
                <c:pt idx="3192">
                  <c:v>11-10-2012</c:v>
                </c:pt>
                <c:pt idx="3193">
                  <c:v>12-10-2012</c:v>
                </c:pt>
                <c:pt idx="3194">
                  <c:v>15-10-2012</c:v>
                </c:pt>
                <c:pt idx="3195">
                  <c:v>16-10-2012</c:v>
                </c:pt>
                <c:pt idx="3196">
                  <c:v>17-10-2012</c:v>
                </c:pt>
                <c:pt idx="3197">
                  <c:v>18-10-2012</c:v>
                </c:pt>
                <c:pt idx="3198">
                  <c:v>19-10-2012</c:v>
                </c:pt>
                <c:pt idx="3199">
                  <c:v>22-10-2012</c:v>
                </c:pt>
                <c:pt idx="3200">
                  <c:v>23-10-2012</c:v>
                </c:pt>
                <c:pt idx="3201">
                  <c:v>25-10-2012</c:v>
                </c:pt>
                <c:pt idx="3202">
                  <c:v>26-10-2012</c:v>
                </c:pt>
                <c:pt idx="3203">
                  <c:v>29-10-2012</c:v>
                </c:pt>
                <c:pt idx="3204">
                  <c:v>30-10-2012</c:v>
                </c:pt>
                <c:pt idx="3205">
                  <c:v>31-10-2012</c:v>
                </c:pt>
                <c:pt idx="3206">
                  <c:v>01-11-2012</c:v>
                </c:pt>
                <c:pt idx="3207">
                  <c:v>02-11-2012</c:v>
                </c:pt>
                <c:pt idx="3208">
                  <c:v>05-11-2012</c:v>
                </c:pt>
                <c:pt idx="3209">
                  <c:v>06-11-2012</c:v>
                </c:pt>
                <c:pt idx="3210">
                  <c:v>07-11-2012</c:v>
                </c:pt>
                <c:pt idx="3211">
                  <c:v>08-11-2012</c:v>
                </c:pt>
                <c:pt idx="3212">
                  <c:v>09-11-2012</c:v>
                </c:pt>
                <c:pt idx="3213">
                  <c:v>12-11-2012</c:v>
                </c:pt>
                <c:pt idx="3214">
                  <c:v>13-11-2012</c:v>
                </c:pt>
                <c:pt idx="3215">
                  <c:v>15-11-2012</c:v>
                </c:pt>
                <c:pt idx="3216">
                  <c:v>16-11-2012</c:v>
                </c:pt>
                <c:pt idx="3217">
                  <c:v>19-11-2012</c:v>
                </c:pt>
                <c:pt idx="3218">
                  <c:v>20-11-2012</c:v>
                </c:pt>
                <c:pt idx="3219">
                  <c:v>21-11-2012</c:v>
                </c:pt>
                <c:pt idx="3220">
                  <c:v>22-11-2012</c:v>
                </c:pt>
                <c:pt idx="3221">
                  <c:v>23-11-2012</c:v>
                </c:pt>
                <c:pt idx="3222">
                  <c:v>26-11-2012</c:v>
                </c:pt>
                <c:pt idx="3223">
                  <c:v>27-11-2012</c:v>
                </c:pt>
                <c:pt idx="3224">
                  <c:v>29-11-2012</c:v>
                </c:pt>
                <c:pt idx="3225">
                  <c:v>30-11-2012</c:v>
                </c:pt>
                <c:pt idx="3226">
                  <c:v>03-12-2012</c:v>
                </c:pt>
                <c:pt idx="3227">
                  <c:v>04-12-2012</c:v>
                </c:pt>
                <c:pt idx="3228">
                  <c:v>05-12-2012</c:v>
                </c:pt>
                <c:pt idx="3229">
                  <c:v>06-12-2012</c:v>
                </c:pt>
                <c:pt idx="3230">
                  <c:v>07-12-2012</c:v>
                </c:pt>
                <c:pt idx="3231">
                  <c:v>10-12-2012</c:v>
                </c:pt>
                <c:pt idx="3232">
                  <c:v>11-12-2012</c:v>
                </c:pt>
                <c:pt idx="3233">
                  <c:v>12-12-2012</c:v>
                </c:pt>
                <c:pt idx="3234">
                  <c:v>13-12-2012</c:v>
                </c:pt>
                <c:pt idx="3235">
                  <c:v>14-12-2012</c:v>
                </c:pt>
                <c:pt idx="3236">
                  <c:v>17-12-2012</c:v>
                </c:pt>
                <c:pt idx="3237">
                  <c:v>18-12-2012</c:v>
                </c:pt>
                <c:pt idx="3238">
                  <c:v>19-12-2012</c:v>
                </c:pt>
                <c:pt idx="3239">
                  <c:v>20-12-2012</c:v>
                </c:pt>
                <c:pt idx="3240">
                  <c:v>21-12-2012</c:v>
                </c:pt>
                <c:pt idx="3241">
                  <c:v>24-12-2012</c:v>
                </c:pt>
                <c:pt idx="3242">
                  <c:v>26-12-2012</c:v>
                </c:pt>
                <c:pt idx="3243">
                  <c:v>27-12-2012</c:v>
                </c:pt>
                <c:pt idx="3244">
                  <c:v>28-12-2012</c:v>
                </c:pt>
                <c:pt idx="3245">
                  <c:v>31-12-2012</c:v>
                </c:pt>
                <c:pt idx="3246">
                  <c:v>01-01-2013</c:v>
                </c:pt>
                <c:pt idx="3247">
                  <c:v>02-01-2013</c:v>
                </c:pt>
                <c:pt idx="3248">
                  <c:v>03-01-2013</c:v>
                </c:pt>
                <c:pt idx="3249">
                  <c:v>04-01-2013</c:v>
                </c:pt>
                <c:pt idx="3250">
                  <c:v>07-01-2013</c:v>
                </c:pt>
                <c:pt idx="3251">
                  <c:v>08-01-2013</c:v>
                </c:pt>
                <c:pt idx="3252">
                  <c:v>09-01-2013</c:v>
                </c:pt>
                <c:pt idx="3253">
                  <c:v>10-01-2013</c:v>
                </c:pt>
                <c:pt idx="3254">
                  <c:v>11-01-2013</c:v>
                </c:pt>
                <c:pt idx="3255">
                  <c:v>14-01-2013</c:v>
                </c:pt>
                <c:pt idx="3256">
                  <c:v>15-01-2013</c:v>
                </c:pt>
                <c:pt idx="3257">
                  <c:v>16-01-2013</c:v>
                </c:pt>
                <c:pt idx="3258">
                  <c:v>17-01-2013</c:v>
                </c:pt>
                <c:pt idx="3259">
                  <c:v>18-01-2013</c:v>
                </c:pt>
                <c:pt idx="3260">
                  <c:v>21-01-2013</c:v>
                </c:pt>
                <c:pt idx="3261">
                  <c:v>22-01-2013</c:v>
                </c:pt>
                <c:pt idx="3262">
                  <c:v>23-01-2013</c:v>
                </c:pt>
                <c:pt idx="3263">
                  <c:v>24-01-2013</c:v>
                </c:pt>
                <c:pt idx="3264">
                  <c:v>25-01-2013</c:v>
                </c:pt>
                <c:pt idx="3265">
                  <c:v>28-01-2013</c:v>
                </c:pt>
                <c:pt idx="3266">
                  <c:v>29-01-2013</c:v>
                </c:pt>
                <c:pt idx="3267">
                  <c:v>30-01-2013</c:v>
                </c:pt>
                <c:pt idx="3268">
                  <c:v>31-01-2013</c:v>
                </c:pt>
                <c:pt idx="3269">
                  <c:v>01-02-2013</c:v>
                </c:pt>
                <c:pt idx="3270">
                  <c:v>04-02-2013</c:v>
                </c:pt>
                <c:pt idx="3271">
                  <c:v>05-02-2013</c:v>
                </c:pt>
                <c:pt idx="3272">
                  <c:v>06-02-2013</c:v>
                </c:pt>
                <c:pt idx="3273">
                  <c:v>07-02-2013</c:v>
                </c:pt>
                <c:pt idx="3274">
                  <c:v>08-02-2013</c:v>
                </c:pt>
                <c:pt idx="3275">
                  <c:v>11-02-2013</c:v>
                </c:pt>
                <c:pt idx="3276">
                  <c:v>12-02-2013</c:v>
                </c:pt>
                <c:pt idx="3277">
                  <c:v>13-02-2013</c:v>
                </c:pt>
                <c:pt idx="3278">
                  <c:v>14-02-2013</c:v>
                </c:pt>
                <c:pt idx="3279">
                  <c:v>15-02-2013</c:v>
                </c:pt>
                <c:pt idx="3280">
                  <c:v>18-02-2013</c:v>
                </c:pt>
                <c:pt idx="3281">
                  <c:v>19-02-2013</c:v>
                </c:pt>
                <c:pt idx="3282">
                  <c:v>20-02-2013</c:v>
                </c:pt>
                <c:pt idx="3283">
                  <c:v>21-02-2013</c:v>
                </c:pt>
                <c:pt idx="3284">
                  <c:v>22-02-2013</c:v>
                </c:pt>
                <c:pt idx="3285">
                  <c:v>25-02-2013</c:v>
                </c:pt>
                <c:pt idx="3286">
                  <c:v>26-02-2013</c:v>
                </c:pt>
                <c:pt idx="3287">
                  <c:v>27-02-2013</c:v>
                </c:pt>
                <c:pt idx="3288">
                  <c:v>28-02-2013</c:v>
                </c:pt>
                <c:pt idx="3289">
                  <c:v>01-03-2013</c:v>
                </c:pt>
                <c:pt idx="3290">
                  <c:v>04-03-2013</c:v>
                </c:pt>
                <c:pt idx="3291">
                  <c:v>05-03-2013</c:v>
                </c:pt>
                <c:pt idx="3292">
                  <c:v>06-03-2013</c:v>
                </c:pt>
                <c:pt idx="3293">
                  <c:v>07-03-2013</c:v>
                </c:pt>
                <c:pt idx="3294">
                  <c:v>08-03-2013</c:v>
                </c:pt>
                <c:pt idx="3295">
                  <c:v>11-03-2013</c:v>
                </c:pt>
                <c:pt idx="3296">
                  <c:v>12-03-2013</c:v>
                </c:pt>
                <c:pt idx="3297">
                  <c:v>13-03-2013</c:v>
                </c:pt>
                <c:pt idx="3298">
                  <c:v>14-03-2013</c:v>
                </c:pt>
                <c:pt idx="3299">
                  <c:v>15-03-2013</c:v>
                </c:pt>
                <c:pt idx="3300">
                  <c:v>18-03-2013</c:v>
                </c:pt>
                <c:pt idx="3301">
                  <c:v>19-03-2013</c:v>
                </c:pt>
                <c:pt idx="3302">
                  <c:v>20-03-2013</c:v>
                </c:pt>
                <c:pt idx="3303">
                  <c:v>21-03-2013</c:v>
                </c:pt>
                <c:pt idx="3304">
                  <c:v>22-03-2013</c:v>
                </c:pt>
                <c:pt idx="3305">
                  <c:v>25-03-2013</c:v>
                </c:pt>
                <c:pt idx="3306">
                  <c:v>26-03-2013</c:v>
                </c:pt>
                <c:pt idx="3307">
                  <c:v>28-03-2013</c:v>
                </c:pt>
                <c:pt idx="3308">
                  <c:v>01-04-2013</c:v>
                </c:pt>
                <c:pt idx="3309">
                  <c:v>02-04-2013</c:v>
                </c:pt>
                <c:pt idx="3310">
                  <c:v>03-04-2013</c:v>
                </c:pt>
                <c:pt idx="3311">
                  <c:v>04-04-2013</c:v>
                </c:pt>
                <c:pt idx="3312">
                  <c:v>05-04-2013</c:v>
                </c:pt>
                <c:pt idx="3313">
                  <c:v>08-04-2013</c:v>
                </c:pt>
                <c:pt idx="3314">
                  <c:v>09-04-2013</c:v>
                </c:pt>
                <c:pt idx="3315">
                  <c:v>10-04-2013</c:v>
                </c:pt>
                <c:pt idx="3316">
                  <c:v>11-04-2013</c:v>
                </c:pt>
                <c:pt idx="3317">
                  <c:v>12-04-2013</c:v>
                </c:pt>
                <c:pt idx="3318">
                  <c:v>15-04-2013</c:v>
                </c:pt>
                <c:pt idx="3319">
                  <c:v>16-04-2013</c:v>
                </c:pt>
                <c:pt idx="3320">
                  <c:v>17-04-2013</c:v>
                </c:pt>
                <c:pt idx="3321">
                  <c:v>18-04-2013</c:v>
                </c:pt>
                <c:pt idx="3322">
                  <c:v>22-04-2013</c:v>
                </c:pt>
                <c:pt idx="3323">
                  <c:v>23-04-2013</c:v>
                </c:pt>
                <c:pt idx="3324">
                  <c:v>25-04-2013</c:v>
                </c:pt>
                <c:pt idx="3325">
                  <c:v>26-04-2013</c:v>
                </c:pt>
                <c:pt idx="3326">
                  <c:v>29-04-2013</c:v>
                </c:pt>
                <c:pt idx="3327">
                  <c:v>30-04-2013</c:v>
                </c:pt>
                <c:pt idx="3328">
                  <c:v>02-05-2013</c:v>
                </c:pt>
                <c:pt idx="3329">
                  <c:v>03-05-2013</c:v>
                </c:pt>
                <c:pt idx="3330">
                  <c:v>06-05-2013</c:v>
                </c:pt>
                <c:pt idx="3331">
                  <c:v>07-05-2013</c:v>
                </c:pt>
                <c:pt idx="3332">
                  <c:v>08-05-2013</c:v>
                </c:pt>
                <c:pt idx="3333">
                  <c:v>09-05-2013</c:v>
                </c:pt>
                <c:pt idx="3334">
                  <c:v>10-05-2013</c:v>
                </c:pt>
                <c:pt idx="3335">
                  <c:v>11-05-2013</c:v>
                </c:pt>
                <c:pt idx="3336">
                  <c:v>13-05-2013</c:v>
                </c:pt>
                <c:pt idx="3337">
                  <c:v>14-05-2013</c:v>
                </c:pt>
                <c:pt idx="3338">
                  <c:v>15-05-2013</c:v>
                </c:pt>
                <c:pt idx="3339">
                  <c:v>16-05-2013</c:v>
                </c:pt>
                <c:pt idx="3340">
                  <c:v>17-05-2013</c:v>
                </c:pt>
                <c:pt idx="3341">
                  <c:v>20-05-2013</c:v>
                </c:pt>
                <c:pt idx="3342">
                  <c:v>21-05-2013</c:v>
                </c:pt>
                <c:pt idx="3343">
                  <c:v>22-05-2013</c:v>
                </c:pt>
                <c:pt idx="3344">
                  <c:v>23-05-2013</c:v>
                </c:pt>
                <c:pt idx="3345">
                  <c:v>24-05-2013</c:v>
                </c:pt>
                <c:pt idx="3346">
                  <c:v>27-05-2013</c:v>
                </c:pt>
                <c:pt idx="3347">
                  <c:v>28-05-2013</c:v>
                </c:pt>
                <c:pt idx="3348">
                  <c:v>29-05-2013</c:v>
                </c:pt>
                <c:pt idx="3349">
                  <c:v>30-05-2013</c:v>
                </c:pt>
                <c:pt idx="3350">
                  <c:v>31-05-2013</c:v>
                </c:pt>
                <c:pt idx="3351">
                  <c:v>03-06-2013</c:v>
                </c:pt>
                <c:pt idx="3352">
                  <c:v>04-06-2013</c:v>
                </c:pt>
                <c:pt idx="3353">
                  <c:v>05-06-2013</c:v>
                </c:pt>
                <c:pt idx="3354">
                  <c:v>06-06-2013</c:v>
                </c:pt>
                <c:pt idx="3355">
                  <c:v>07-06-2013</c:v>
                </c:pt>
                <c:pt idx="3356">
                  <c:v>10-06-2013</c:v>
                </c:pt>
                <c:pt idx="3357">
                  <c:v>11-06-2013</c:v>
                </c:pt>
                <c:pt idx="3358">
                  <c:v>12-06-2013</c:v>
                </c:pt>
                <c:pt idx="3359">
                  <c:v>13-06-2013</c:v>
                </c:pt>
                <c:pt idx="3360">
                  <c:v>14-06-2013</c:v>
                </c:pt>
                <c:pt idx="3361">
                  <c:v>17-06-2013</c:v>
                </c:pt>
                <c:pt idx="3362">
                  <c:v>18-06-2013</c:v>
                </c:pt>
                <c:pt idx="3363">
                  <c:v>19-06-2013</c:v>
                </c:pt>
                <c:pt idx="3364">
                  <c:v>20-06-2013</c:v>
                </c:pt>
                <c:pt idx="3365">
                  <c:v>21-06-2013</c:v>
                </c:pt>
                <c:pt idx="3366">
                  <c:v>24-06-2013</c:v>
                </c:pt>
                <c:pt idx="3367">
                  <c:v>25-06-2013</c:v>
                </c:pt>
                <c:pt idx="3368">
                  <c:v>26-06-2013</c:v>
                </c:pt>
                <c:pt idx="3369">
                  <c:v>27-06-2013</c:v>
                </c:pt>
                <c:pt idx="3370">
                  <c:v>28-06-2013</c:v>
                </c:pt>
                <c:pt idx="3371">
                  <c:v>01-07-2013</c:v>
                </c:pt>
                <c:pt idx="3372">
                  <c:v>02-07-2013</c:v>
                </c:pt>
                <c:pt idx="3373">
                  <c:v>03-07-2013</c:v>
                </c:pt>
                <c:pt idx="3374">
                  <c:v>04-07-2013</c:v>
                </c:pt>
                <c:pt idx="3375">
                  <c:v>05-07-2013</c:v>
                </c:pt>
                <c:pt idx="3376">
                  <c:v>08-07-2013</c:v>
                </c:pt>
                <c:pt idx="3377">
                  <c:v>09-07-2013</c:v>
                </c:pt>
                <c:pt idx="3378">
                  <c:v>10-07-2013</c:v>
                </c:pt>
                <c:pt idx="3379">
                  <c:v>11-07-2013</c:v>
                </c:pt>
                <c:pt idx="3380">
                  <c:v>12-07-2013</c:v>
                </c:pt>
                <c:pt idx="3381">
                  <c:v>15-07-2013</c:v>
                </c:pt>
                <c:pt idx="3382">
                  <c:v>16-07-2013</c:v>
                </c:pt>
                <c:pt idx="3383">
                  <c:v>17-07-2013</c:v>
                </c:pt>
                <c:pt idx="3384">
                  <c:v>18-07-2013</c:v>
                </c:pt>
                <c:pt idx="3385">
                  <c:v>19-07-2013</c:v>
                </c:pt>
                <c:pt idx="3386">
                  <c:v>22-07-2013</c:v>
                </c:pt>
                <c:pt idx="3387">
                  <c:v>23-07-2013</c:v>
                </c:pt>
                <c:pt idx="3388">
                  <c:v>24-07-2013</c:v>
                </c:pt>
                <c:pt idx="3389">
                  <c:v>25-07-2013</c:v>
                </c:pt>
                <c:pt idx="3390">
                  <c:v>26-07-2013</c:v>
                </c:pt>
                <c:pt idx="3391">
                  <c:v>29-07-2013</c:v>
                </c:pt>
                <c:pt idx="3392">
                  <c:v>30-07-2013</c:v>
                </c:pt>
                <c:pt idx="3393">
                  <c:v>31-07-2013</c:v>
                </c:pt>
                <c:pt idx="3394">
                  <c:v>01-08-2013</c:v>
                </c:pt>
                <c:pt idx="3395">
                  <c:v>02-08-2013</c:v>
                </c:pt>
                <c:pt idx="3396">
                  <c:v>05-08-2013</c:v>
                </c:pt>
                <c:pt idx="3397">
                  <c:v>06-08-2013</c:v>
                </c:pt>
                <c:pt idx="3398">
                  <c:v>07-08-2013</c:v>
                </c:pt>
                <c:pt idx="3399">
                  <c:v>08-08-2013</c:v>
                </c:pt>
                <c:pt idx="3400">
                  <c:v>12-08-2013</c:v>
                </c:pt>
                <c:pt idx="3401">
                  <c:v>13-08-2013</c:v>
                </c:pt>
                <c:pt idx="3402">
                  <c:v>14-08-2013</c:v>
                </c:pt>
                <c:pt idx="3403">
                  <c:v>16-08-2013</c:v>
                </c:pt>
                <c:pt idx="3404">
                  <c:v>19-08-2013</c:v>
                </c:pt>
                <c:pt idx="3405">
                  <c:v>20-08-2013</c:v>
                </c:pt>
                <c:pt idx="3406">
                  <c:v>21-08-2013</c:v>
                </c:pt>
                <c:pt idx="3407">
                  <c:v>22-08-2013</c:v>
                </c:pt>
                <c:pt idx="3408">
                  <c:v>23-08-2013</c:v>
                </c:pt>
                <c:pt idx="3409">
                  <c:v>26-08-2013</c:v>
                </c:pt>
                <c:pt idx="3410">
                  <c:v>27-08-2013</c:v>
                </c:pt>
                <c:pt idx="3411">
                  <c:v>28-08-2013</c:v>
                </c:pt>
                <c:pt idx="3412">
                  <c:v>29-08-2013</c:v>
                </c:pt>
                <c:pt idx="3413">
                  <c:v>30-08-2013</c:v>
                </c:pt>
                <c:pt idx="3414">
                  <c:v>02-09-2013</c:v>
                </c:pt>
                <c:pt idx="3415">
                  <c:v>03-09-2013</c:v>
                </c:pt>
                <c:pt idx="3416">
                  <c:v>04-09-2013</c:v>
                </c:pt>
                <c:pt idx="3417">
                  <c:v>05-09-2013</c:v>
                </c:pt>
                <c:pt idx="3418">
                  <c:v>06-09-2013</c:v>
                </c:pt>
                <c:pt idx="3419">
                  <c:v>10-09-2013</c:v>
                </c:pt>
                <c:pt idx="3420">
                  <c:v>11-09-2013</c:v>
                </c:pt>
                <c:pt idx="3421">
                  <c:v>12-09-2013</c:v>
                </c:pt>
                <c:pt idx="3422">
                  <c:v>13-09-2013</c:v>
                </c:pt>
                <c:pt idx="3423">
                  <c:v>16-09-2013</c:v>
                </c:pt>
                <c:pt idx="3424">
                  <c:v>17-09-2013</c:v>
                </c:pt>
                <c:pt idx="3425">
                  <c:v>18-09-2013</c:v>
                </c:pt>
                <c:pt idx="3426">
                  <c:v>19-09-2013</c:v>
                </c:pt>
                <c:pt idx="3427">
                  <c:v>20-09-2013</c:v>
                </c:pt>
                <c:pt idx="3428">
                  <c:v>23-09-2013</c:v>
                </c:pt>
                <c:pt idx="3429">
                  <c:v>24-09-2013</c:v>
                </c:pt>
                <c:pt idx="3430">
                  <c:v>25-09-2013</c:v>
                </c:pt>
                <c:pt idx="3431">
                  <c:v>26-09-2013</c:v>
                </c:pt>
                <c:pt idx="3432">
                  <c:v>27-09-2013</c:v>
                </c:pt>
                <c:pt idx="3433">
                  <c:v>30-09-2013</c:v>
                </c:pt>
                <c:pt idx="3434">
                  <c:v>01-10-2013</c:v>
                </c:pt>
                <c:pt idx="3435">
                  <c:v>03-10-2013</c:v>
                </c:pt>
                <c:pt idx="3436">
                  <c:v>04-10-2013</c:v>
                </c:pt>
                <c:pt idx="3437">
                  <c:v>07-10-2013</c:v>
                </c:pt>
                <c:pt idx="3438">
                  <c:v>08-10-2013</c:v>
                </c:pt>
                <c:pt idx="3439">
                  <c:v>09-10-2013</c:v>
                </c:pt>
                <c:pt idx="3440">
                  <c:v>10-10-2013</c:v>
                </c:pt>
                <c:pt idx="3441">
                  <c:v>11-10-2013</c:v>
                </c:pt>
                <c:pt idx="3442">
                  <c:v>14-10-2013</c:v>
                </c:pt>
                <c:pt idx="3443">
                  <c:v>15-10-2013</c:v>
                </c:pt>
                <c:pt idx="3444">
                  <c:v>17-10-2013</c:v>
                </c:pt>
                <c:pt idx="3445">
                  <c:v>18-10-2013</c:v>
                </c:pt>
                <c:pt idx="3446">
                  <c:v>21-10-2013</c:v>
                </c:pt>
                <c:pt idx="3447">
                  <c:v>22-10-2013</c:v>
                </c:pt>
                <c:pt idx="3448">
                  <c:v>23-10-2013</c:v>
                </c:pt>
                <c:pt idx="3449">
                  <c:v>24-10-2013</c:v>
                </c:pt>
                <c:pt idx="3450">
                  <c:v>25-10-2013</c:v>
                </c:pt>
                <c:pt idx="3451">
                  <c:v>28-10-2013</c:v>
                </c:pt>
                <c:pt idx="3452">
                  <c:v>29-10-2013</c:v>
                </c:pt>
                <c:pt idx="3453">
                  <c:v>30-10-2013</c:v>
                </c:pt>
                <c:pt idx="3454">
                  <c:v>31-10-2013</c:v>
                </c:pt>
                <c:pt idx="3455">
                  <c:v>01-11-2013</c:v>
                </c:pt>
                <c:pt idx="3456">
                  <c:v>03-11-2013</c:v>
                </c:pt>
                <c:pt idx="3457">
                  <c:v>05-11-2013</c:v>
                </c:pt>
                <c:pt idx="3458">
                  <c:v>06-11-2013</c:v>
                </c:pt>
                <c:pt idx="3459">
                  <c:v>07-11-2013</c:v>
                </c:pt>
                <c:pt idx="3460">
                  <c:v>08-11-2013</c:v>
                </c:pt>
                <c:pt idx="3461">
                  <c:v>11-11-2013</c:v>
                </c:pt>
                <c:pt idx="3462">
                  <c:v>12-11-2013</c:v>
                </c:pt>
                <c:pt idx="3463">
                  <c:v>13-11-2013</c:v>
                </c:pt>
                <c:pt idx="3464">
                  <c:v>14-11-2013</c:v>
                </c:pt>
                <c:pt idx="3465">
                  <c:v>18-11-2013</c:v>
                </c:pt>
                <c:pt idx="3466">
                  <c:v>19-11-2013</c:v>
                </c:pt>
                <c:pt idx="3467">
                  <c:v>20-11-2013</c:v>
                </c:pt>
                <c:pt idx="3468">
                  <c:v>21-11-2013</c:v>
                </c:pt>
                <c:pt idx="3469">
                  <c:v>22-11-2013</c:v>
                </c:pt>
                <c:pt idx="3470">
                  <c:v>25-11-2013</c:v>
                </c:pt>
                <c:pt idx="3471">
                  <c:v>26-11-2013</c:v>
                </c:pt>
                <c:pt idx="3472">
                  <c:v>27-11-2013</c:v>
                </c:pt>
                <c:pt idx="3473">
                  <c:v>28-11-2013</c:v>
                </c:pt>
                <c:pt idx="3474">
                  <c:v>29-11-2013</c:v>
                </c:pt>
                <c:pt idx="3475">
                  <c:v>02-12-2013</c:v>
                </c:pt>
                <c:pt idx="3476">
                  <c:v>03-12-2013</c:v>
                </c:pt>
                <c:pt idx="3477">
                  <c:v>04-12-2013</c:v>
                </c:pt>
                <c:pt idx="3478">
                  <c:v>05-12-2013</c:v>
                </c:pt>
                <c:pt idx="3479">
                  <c:v>06-12-2013</c:v>
                </c:pt>
                <c:pt idx="3480">
                  <c:v>09-12-2013</c:v>
                </c:pt>
                <c:pt idx="3481">
                  <c:v>10-12-2013</c:v>
                </c:pt>
                <c:pt idx="3482">
                  <c:v>11-12-2013</c:v>
                </c:pt>
                <c:pt idx="3483">
                  <c:v>12-12-2013</c:v>
                </c:pt>
                <c:pt idx="3484">
                  <c:v>13-12-2013</c:v>
                </c:pt>
                <c:pt idx="3485">
                  <c:v>16-12-2013</c:v>
                </c:pt>
                <c:pt idx="3486">
                  <c:v>17-12-2013</c:v>
                </c:pt>
                <c:pt idx="3487">
                  <c:v>18-12-2013</c:v>
                </c:pt>
                <c:pt idx="3488">
                  <c:v>19-12-2013</c:v>
                </c:pt>
                <c:pt idx="3489">
                  <c:v>20-12-2013</c:v>
                </c:pt>
                <c:pt idx="3490">
                  <c:v>23-12-2013</c:v>
                </c:pt>
                <c:pt idx="3491">
                  <c:v>24-12-2013</c:v>
                </c:pt>
                <c:pt idx="3492">
                  <c:v>26-12-2013</c:v>
                </c:pt>
                <c:pt idx="3493">
                  <c:v>27-12-2013</c:v>
                </c:pt>
                <c:pt idx="3494">
                  <c:v>30-12-2013</c:v>
                </c:pt>
                <c:pt idx="3495">
                  <c:v>31-12-2013</c:v>
                </c:pt>
                <c:pt idx="3496">
                  <c:v>01-01-2014</c:v>
                </c:pt>
                <c:pt idx="3497">
                  <c:v>02-01-2014</c:v>
                </c:pt>
                <c:pt idx="3498">
                  <c:v>03-01-2014</c:v>
                </c:pt>
                <c:pt idx="3499">
                  <c:v>06-01-2014</c:v>
                </c:pt>
                <c:pt idx="3500">
                  <c:v>07-01-2014</c:v>
                </c:pt>
                <c:pt idx="3501">
                  <c:v>08-01-2014</c:v>
                </c:pt>
                <c:pt idx="3502">
                  <c:v>09-01-2014</c:v>
                </c:pt>
                <c:pt idx="3503">
                  <c:v>10-01-2014</c:v>
                </c:pt>
                <c:pt idx="3504">
                  <c:v>13-01-2014</c:v>
                </c:pt>
                <c:pt idx="3505">
                  <c:v>14-01-2014</c:v>
                </c:pt>
                <c:pt idx="3506">
                  <c:v>15-01-2014</c:v>
                </c:pt>
                <c:pt idx="3507">
                  <c:v>16-01-2014</c:v>
                </c:pt>
                <c:pt idx="3508">
                  <c:v>17-01-2014</c:v>
                </c:pt>
                <c:pt idx="3509">
                  <c:v>20-01-2014</c:v>
                </c:pt>
                <c:pt idx="3510">
                  <c:v>21-01-2014</c:v>
                </c:pt>
                <c:pt idx="3511">
                  <c:v>22-01-2014</c:v>
                </c:pt>
                <c:pt idx="3512">
                  <c:v>23-01-2014</c:v>
                </c:pt>
                <c:pt idx="3513">
                  <c:v>24-01-2014</c:v>
                </c:pt>
                <c:pt idx="3514">
                  <c:v>27-01-2014</c:v>
                </c:pt>
                <c:pt idx="3515">
                  <c:v>28-01-2014</c:v>
                </c:pt>
                <c:pt idx="3516">
                  <c:v>29-01-2014</c:v>
                </c:pt>
                <c:pt idx="3517">
                  <c:v>30-01-2014</c:v>
                </c:pt>
                <c:pt idx="3518">
                  <c:v>31-01-2014</c:v>
                </c:pt>
                <c:pt idx="3519">
                  <c:v>03-02-2014</c:v>
                </c:pt>
                <c:pt idx="3520">
                  <c:v>04-02-2014</c:v>
                </c:pt>
                <c:pt idx="3521">
                  <c:v>05-02-2014</c:v>
                </c:pt>
                <c:pt idx="3522">
                  <c:v>06-02-2014</c:v>
                </c:pt>
                <c:pt idx="3523">
                  <c:v>07-02-2014</c:v>
                </c:pt>
                <c:pt idx="3524">
                  <c:v>10-02-2014</c:v>
                </c:pt>
                <c:pt idx="3525">
                  <c:v>11-02-2014</c:v>
                </c:pt>
                <c:pt idx="3526">
                  <c:v>12-02-2014</c:v>
                </c:pt>
                <c:pt idx="3527">
                  <c:v>13-02-2014</c:v>
                </c:pt>
                <c:pt idx="3528">
                  <c:v>14-02-2014</c:v>
                </c:pt>
                <c:pt idx="3529">
                  <c:v>17-02-2014</c:v>
                </c:pt>
                <c:pt idx="3530">
                  <c:v>18-02-2014</c:v>
                </c:pt>
                <c:pt idx="3531">
                  <c:v>19-02-2014</c:v>
                </c:pt>
                <c:pt idx="3532">
                  <c:v>20-02-2014</c:v>
                </c:pt>
                <c:pt idx="3533">
                  <c:v>21-02-2014</c:v>
                </c:pt>
                <c:pt idx="3534">
                  <c:v>24-02-2014</c:v>
                </c:pt>
                <c:pt idx="3535">
                  <c:v>25-02-2014</c:v>
                </c:pt>
                <c:pt idx="3536">
                  <c:v>26-02-2014</c:v>
                </c:pt>
                <c:pt idx="3537">
                  <c:v>28-02-2014</c:v>
                </c:pt>
                <c:pt idx="3538">
                  <c:v>03-03-2014</c:v>
                </c:pt>
                <c:pt idx="3539">
                  <c:v>04-03-2014</c:v>
                </c:pt>
                <c:pt idx="3540">
                  <c:v>05-03-2014</c:v>
                </c:pt>
                <c:pt idx="3541">
                  <c:v>06-03-2014</c:v>
                </c:pt>
                <c:pt idx="3542">
                  <c:v>07-03-2014</c:v>
                </c:pt>
                <c:pt idx="3543">
                  <c:v>10-03-2014</c:v>
                </c:pt>
                <c:pt idx="3544">
                  <c:v>11-03-2014</c:v>
                </c:pt>
                <c:pt idx="3545">
                  <c:v>12-03-2014</c:v>
                </c:pt>
                <c:pt idx="3546">
                  <c:v>13-03-2014</c:v>
                </c:pt>
                <c:pt idx="3547">
                  <c:v>14-03-2014</c:v>
                </c:pt>
                <c:pt idx="3548">
                  <c:v>18-03-2014</c:v>
                </c:pt>
                <c:pt idx="3549">
                  <c:v>19-03-2014</c:v>
                </c:pt>
                <c:pt idx="3550">
                  <c:v>20-03-2014</c:v>
                </c:pt>
                <c:pt idx="3551">
                  <c:v>21-03-2014</c:v>
                </c:pt>
                <c:pt idx="3552">
                  <c:v>22-03-2014</c:v>
                </c:pt>
                <c:pt idx="3553">
                  <c:v>24-03-2014</c:v>
                </c:pt>
                <c:pt idx="3554">
                  <c:v>25-03-2014</c:v>
                </c:pt>
                <c:pt idx="3555">
                  <c:v>26-03-2014</c:v>
                </c:pt>
                <c:pt idx="3556">
                  <c:v>27-03-2014</c:v>
                </c:pt>
                <c:pt idx="3557">
                  <c:v>28-03-2014</c:v>
                </c:pt>
                <c:pt idx="3558">
                  <c:v>31-03-2014</c:v>
                </c:pt>
                <c:pt idx="3559">
                  <c:v>01-04-2014</c:v>
                </c:pt>
                <c:pt idx="3560">
                  <c:v>02-04-2014</c:v>
                </c:pt>
                <c:pt idx="3561">
                  <c:v>03-04-2014</c:v>
                </c:pt>
                <c:pt idx="3562">
                  <c:v>04-04-2014</c:v>
                </c:pt>
                <c:pt idx="3563">
                  <c:v>07-04-2014</c:v>
                </c:pt>
                <c:pt idx="3564">
                  <c:v>09-04-2014</c:v>
                </c:pt>
                <c:pt idx="3565">
                  <c:v>10-04-2014</c:v>
                </c:pt>
                <c:pt idx="3566">
                  <c:v>11-04-2014</c:v>
                </c:pt>
                <c:pt idx="3567">
                  <c:v>15-04-2014</c:v>
                </c:pt>
                <c:pt idx="3568">
                  <c:v>16-04-2014</c:v>
                </c:pt>
                <c:pt idx="3569">
                  <c:v>17-04-2014</c:v>
                </c:pt>
                <c:pt idx="3570">
                  <c:v>21-04-2014</c:v>
                </c:pt>
                <c:pt idx="3571">
                  <c:v>22-04-2014</c:v>
                </c:pt>
                <c:pt idx="3572">
                  <c:v>23-04-2014</c:v>
                </c:pt>
                <c:pt idx="3573">
                  <c:v>25-04-2014</c:v>
                </c:pt>
                <c:pt idx="3574">
                  <c:v>28-04-2014</c:v>
                </c:pt>
                <c:pt idx="3575">
                  <c:v>29-04-2014</c:v>
                </c:pt>
                <c:pt idx="3576">
                  <c:v>30-04-2014</c:v>
                </c:pt>
                <c:pt idx="3577">
                  <c:v>02-05-2014</c:v>
                </c:pt>
                <c:pt idx="3578">
                  <c:v>05-05-2014</c:v>
                </c:pt>
                <c:pt idx="3579">
                  <c:v>06-05-2014</c:v>
                </c:pt>
                <c:pt idx="3580">
                  <c:v>07-05-2014</c:v>
                </c:pt>
                <c:pt idx="3581">
                  <c:v>08-05-2014</c:v>
                </c:pt>
                <c:pt idx="3582">
                  <c:v>09-05-2014</c:v>
                </c:pt>
                <c:pt idx="3583">
                  <c:v>12-05-2014</c:v>
                </c:pt>
                <c:pt idx="3584">
                  <c:v>13-05-2014</c:v>
                </c:pt>
                <c:pt idx="3585">
                  <c:v>14-05-2014</c:v>
                </c:pt>
                <c:pt idx="3586">
                  <c:v>15-05-2014</c:v>
                </c:pt>
                <c:pt idx="3587">
                  <c:v>16-05-2014</c:v>
                </c:pt>
                <c:pt idx="3588">
                  <c:v>19-05-2014</c:v>
                </c:pt>
                <c:pt idx="3589">
                  <c:v>20-05-2014</c:v>
                </c:pt>
                <c:pt idx="3590">
                  <c:v>21-05-2014</c:v>
                </c:pt>
                <c:pt idx="3591">
                  <c:v>22-05-2014</c:v>
                </c:pt>
                <c:pt idx="3592">
                  <c:v>23-05-2014</c:v>
                </c:pt>
                <c:pt idx="3593">
                  <c:v>26-05-2014</c:v>
                </c:pt>
                <c:pt idx="3594">
                  <c:v>27-05-2014</c:v>
                </c:pt>
                <c:pt idx="3595">
                  <c:v>28-05-2014</c:v>
                </c:pt>
                <c:pt idx="3596">
                  <c:v>29-05-2014</c:v>
                </c:pt>
                <c:pt idx="3597">
                  <c:v>30-05-2014</c:v>
                </c:pt>
                <c:pt idx="3598">
                  <c:v>02-06-2014</c:v>
                </c:pt>
                <c:pt idx="3599">
                  <c:v>03-06-2014</c:v>
                </c:pt>
                <c:pt idx="3600">
                  <c:v>04-06-2014</c:v>
                </c:pt>
                <c:pt idx="3601">
                  <c:v>05-06-2014</c:v>
                </c:pt>
                <c:pt idx="3602">
                  <c:v>06-06-2014</c:v>
                </c:pt>
                <c:pt idx="3603">
                  <c:v>09-06-2014</c:v>
                </c:pt>
                <c:pt idx="3604">
                  <c:v>10-06-2014</c:v>
                </c:pt>
                <c:pt idx="3605">
                  <c:v>11-06-2014</c:v>
                </c:pt>
                <c:pt idx="3606">
                  <c:v>12-06-2014</c:v>
                </c:pt>
                <c:pt idx="3607">
                  <c:v>13-06-2014</c:v>
                </c:pt>
                <c:pt idx="3608">
                  <c:v>16-06-2014</c:v>
                </c:pt>
                <c:pt idx="3609">
                  <c:v>17-06-2014</c:v>
                </c:pt>
                <c:pt idx="3610">
                  <c:v>18-06-2014</c:v>
                </c:pt>
                <c:pt idx="3611">
                  <c:v>19-06-2014</c:v>
                </c:pt>
                <c:pt idx="3612">
                  <c:v>20-06-2014</c:v>
                </c:pt>
                <c:pt idx="3613">
                  <c:v>23-06-2014</c:v>
                </c:pt>
                <c:pt idx="3614">
                  <c:v>24-06-2014</c:v>
                </c:pt>
                <c:pt idx="3615">
                  <c:v>25-06-2014</c:v>
                </c:pt>
                <c:pt idx="3616">
                  <c:v>26-06-2014</c:v>
                </c:pt>
                <c:pt idx="3617">
                  <c:v>27-06-2014</c:v>
                </c:pt>
                <c:pt idx="3618">
                  <c:v>30-06-2014</c:v>
                </c:pt>
                <c:pt idx="3619">
                  <c:v>01-07-2014</c:v>
                </c:pt>
                <c:pt idx="3620">
                  <c:v>02-07-2014</c:v>
                </c:pt>
                <c:pt idx="3621">
                  <c:v>03-07-2014</c:v>
                </c:pt>
                <c:pt idx="3622">
                  <c:v>04-07-2014</c:v>
                </c:pt>
                <c:pt idx="3623">
                  <c:v>07-07-2014</c:v>
                </c:pt>
                <c:pt idx="3624">
                  <c:v>08-07-2014</c:v>
                </c:pt>
                <c:pt idx="3625">
                  <c:v>09-07-2014</c:v>
                </c:pt>
                <c:pt idx="3626">
                  <c:v>10-07-2014</c:v>
                </c:pt>
                <c:pt idx="3627">
                  <c:v>11-07-2014</c:v>
                </c:pt>
                <c:pt idx="3628">
                  <c:v>14-07-2014</c:v>
                </c:pt>
                <c:pt idx="3629">
                  <c:v>15-07-2014</c:v>
                </c:pt>
                <c:pt idx="3630">
                  <c:v>16-07-2014</c:v>
                </c:pt>
                <c:pt idx="3631">
                  <c:v>17-07-2014</c:v>
                </c:pt>
                <c:pt idx="3632">
                  <c:v>18-07-2014</c:v>
                </c:pt>
                <c:pt idx="3633">
                  <c:v>21-07-2014</c:v>
                </c:pt>
                <c:pt idx="3634">
                  <c:v>22-07-2014</c:v>
                </c:pt>
                <c:pt idx="3635">
                  <c:v>23-07-2014</c:v>
                </c:pt>
                <c:pt idx="3636">
                  <c:v>24-07-2014</c:v>
                </c:pt>
                <c:pt idx="3637">
                  <c:v>25-07-2014</c:v>
                </c:pt>
                <c:pt idx="3638">
                  <c:v>28-07-2014</c:v>
                </c:pt>
                <c:pt idx="3639">
                  <c:v>30-07-2014</c:v>
                </c:pt>
                <c:pt idx="3640">
                  <c:v>31-07-2014</c:v>
                </c:pt>
                <c:pt idx="3641">
                  <c:v>01-08-2014</c:v>
                </c:pt>
                <c:pt idx="3642">
                  <c:v>04-08-2014</c:v>
                </c:pt>
                <c:pt idx="3643">
                  <c:v>05-08-2014</c:v>
                </c:pt>
                <c:pt idx="3644">
                  <c:v>06-08-2014</c:v>
                </c:pt>
                <c:pt idx="3645">
                  <c:v>07-08-2014</c:v>
                </c:pt>
                <c:pt idx="3646">
                  <c:v>08-08-2014</c:v>
                </c:pt>
                <c:pt idx="3647">
                  <c:v>11-08-2014</c:v>
                </c:pt>
                <c:pt idx="3648">
                  <c:v>12-08-2014</c:v>
                </c:pt>
                <c:pt idx="3649">
                  <c:v>13-08-2014</c:v>
                </c:pt>
                <c:pt idx="3650">
                  <c:v>14-08-2014</c:v>
                </c:pt>
                <c:pt idx="3651">
                  <c:v>18-08-2014</c:v>
                </c:pt>
                <c:pt idx="3652">
                  <c:v>19-08-2014</c:v>
                </c:pt>
                <c:pt idx="3653">
                  <c:v>20-08-2014</c:v>
                </c:pt>
                <c:pt idx="3654">
                  <c:v>21-08-2014</c:v>
                </c:pt>
                <c:pt idx="3655">
                  <c:v>22-08-2014</c:v>
                </c:pt>
                <c:pt idx="3656">
                  <c:v>25-08-2014</c:v>
                </c:pt>
                <c:pt idx="3657">
                  <c:v>26-08-2014</c:v>
                </c:pt>
                <c:pt idx="3658">
                  <c:v>27-08-2014</c:v>
                </c:pt>
                <c:pt idx="3659">
                  <c:v>28-08-2014</c:v>
                </c:pt>
                <c:pt idx="3660">
                  <c:v>01-09-2014</c:v>
                </c:pt>
                <c:pt idx="3661">
                  <c:v>02-09-2014</c:v>
                </c:pt>
                <c:pt idx="3662">
                  <c:v>03-09-2014</c:v>
                </c:pt>
                <c:pt idx="3663">
                  <c:v>04-09-2014</c:v>
                </c:pt>
                <c:pt idx="3664">
                  <c:v>05-09-2014</c:v>
                </c:pt>
                <c:pt idx="3665">
                  <c:v>08-09-2014</c:v>
                </c:pt>
                <c:pt idx="3666">
                  <c:v>09-09-2014</c:v>
                </c:pt>
                <c:pt idx="3667">
                  <c:v>10-09-2014</c:v>
                </c:pt>
                <c:pt idx="3668">
                  <c:v>11-09-2014</c:v>
                </c:pt>
                <c:pt idx="3669">
                  <c:v>12-09-2014</c:v>
                </c:pt>
                <c:pt idx="3670">
                  <c:v>15-09-2014</c:v>
                </c:pt>
                <c:pt idx="3671">
                  <c:v>16-09-2014</c:v>
                </c:pt>
                <c:pt idx="3672">
                  <c:v>17-09-2014</c:v>
                </c:pt>
                <c:pt idx="3673">
                  <c:v>18-09-2014</c:v>
                </c:pt>
                <c:pt idx="3674">
                  <c:v>19-09-2014</c:v>
                </c:pt>
                <c:pt idx="3675">
                  <c:v>22-09-2014</c:v>
                </c:pt>
                <c:pt idx="3676">
                  <c:v>23-09-2014</c:v>
                </c:pt>
                <c:pt idx="3677">
                  <c:v>24-09-2014</c:v>
                </c:pt>
                <c:pt idx="3678">
                  <c:v>25-09-2014</c:v>
                </c:pt>
                <c:pt idx="3679">
                  <c:v>26-09-2014</c:v>
                </c:pt>
                <c:pt idx="3680">
                  <c:v>29-09-2014</c:v>
                </c:pt>
                <c:pt idx="3681">
                  <c:v>30-09-2014</c:v>
                </c:pt>
                <c:pt idx="3682">
                  <c:v>01-10-2014</c:v>
                </c:pt>
                <c:pt idx="3683">
                  <c:v>07-10-2014</c:v>
                </c:pt>
                <c:pt idx="3684">
                  <c:v>08-10-2014</c:v>
                </c:pt>
                <c:pt idx="3685">
                  <c:v>09-10-2014</c:v>
                </c:pt>
                <c:pt idx="3686">
                  <c:v>10-10-2014</c:v>
                </c:pt>
                <c:pt idx="3687">
                  <c:v>13-10-2014</c:v>
                </c:pt>
                <c:pt idx="3688">
                  <c:v>14-10-2014</c:v>
                </c:pt>
                <c:pt idx="3689">
                  <c:v>16-10-2014</c:v>
                </c:pt>
                <c:pt idx="3690">
                  <c:v>17-10-2014</c:v>
                </c:pt>
                <c:pt idx="3691">
                  <c:v>20-10-2014</c:v>
                </c:pt>
                <c:pt idx="3692">
                  <c:v>21-10-2014</c:v>
                </c:pt>
                <c:pt idx="3693">
                  <c:v>22-10-2014</c:v>
                </c:pt>
                <c:pt idx="3694">
                  <c:v>23-10-2014</c:v>
                </c:pt>
                <c:pt idx="3695">
                  <c:v>27-10-2014</c:v>
                </c:pt>
                <c:pt idx="3696">
                  <c:v>28-10-2014</c:v>
                </c:pt>
                <c:pt idx="3697">
                  <c:v>29-10-2014</c:v>
                </c:pt>
                <c:pt idx="3698">
                  <c:v>30-10-2014</c:v>
                </c:pt>
                <c:pt idx="3699">
                  <c:v>31-10-2014</c:v>
                </c:pt>
                <c:pt idx="3700">
                  <c:v>03-11-2014</c:v>
                </c:pt>
                <c:pt idx="3701">
                  <c:v>05-11-2014</c:v>
                </c:pt>
                <c:pt idx="3702">
                  <c:v>07-11-2014</c:v>
                </c:pt>
                <c:pt idx="3703">
                  <c:v>10-11-2014</c:v>
                </c:pt>
                <c:pt idx="3704">
                  <c:v>11-11-2014</c:v>
                </c:pt>
                <c:pt idx="3705">
                  <c:v>12-11-2014</c:v>
                </c:pt>
                <c:pt idx="3706">
                  <c:v>13-11-2014</c:v>
                </c:pt>
                <c:pt idx="3707">
                  <c:v>14-11-2014</c:v>
                </c:pt>
                <c:pt idx="3708">
                  <c:v>17-11-2014</c:v>
                </c:pt>
                <c:pt idx="3709">
                  <c:v>18-11-2014</c:v>
                </c:pt>
                <c:pt idx="3710">
                  <c:v>19-11-2014</c:v>
                </c:pt>
                <c:pt idx="3711">
                  <c:v>20-11-2014</c:v>
                </c:pt>
                <c:pt idx="3712">
                  <c:v>21-11-2014</c:v>
                </c:pt>
                <c:pt idx="3713">
                  <c:v>24-11-2014</c:v>
                </c:pt>
                <c:pt idx="3714">
                  <c:v>25-11-2014</c:v>
                </c:pt>
                <c:pt idx="3715">
                  <c:v>26-11-2014</c:v>
                </c:pt>
                <c:pt idx="3716">
                  <c:v>27-11-2014</c:v>
                </c:pt>
                <c:pt idx="3717">
                  <c:v>28-11-2014</c:v>
                </c:pt>
                <c:pt idx="3718">
                  <c:v>01-12-2014</c:v>
                </c:pt>
                <c:pt idx="3719">
                  <c:v>02-12-2014</c:v>
                </c:pt>
                <c:pt idx="3720">
                  <c:v>03-12-2014</c:v>
                </c:pt>
                <c:pt idx="3721">
                  <c:v>04-12-2014</c:v>
                </c:pt>
                <c:pt idx="3722">
                  <c:v>05-12-2014</c:v>
                </c:pt>
                <c:pt idx="3723">
                  <c:v>08-12-2014</c:v>
                </c:pt>
                <c:pt idx="3724">
                  <c:v>09-12-2014</c:v>
                </c:pt>
                <c:pt idx="3725">
                  <c:v>10-12-2014</c:v>
                </c:pt>
                <c:pt idx="3726">
                  <c:v>11-12-2014</c:v>
                </c:pt>
                <c:pt idx="3727">
                  <c:v>12-12-2014</c:v>
                </c:pt>
                <c:pt idx="3728">
                  <c:v>15-12-2014</c:v>
                </c:pt>
                <c:pt idx="3729">
                  <c:v>16-12-2014</c:v>
                </c:pt>
                <c:pt idx="3730">
                  <c:v>17-12-2014</c:v>
                </c:pt>
                <c:pt idx="3731">
                  <c:v>18-12-2014</c:v>
                </c:pt>
                <c:pt idx="3732">
                  <c:v>19-12-2014</c:v>
                </c:pt>
                <c:pt idx="3733">
                  <c:v>22-12-2014</c:v>
                </c:pt>
                <c:pt idx="3734">
                  <c:v>23-12-2014</c:v>
                </c:pt>
                <c:pt idx="3735">
                  <c:v>24-12-2014</c:v>
                </c:pt>
                <c:pt idx="3736">
                  <c:v>26-12-2014</c:v>
                </c:pt>
                <c:pt idx="3737">
                  <c:v>29-12-2014</c:v>
                </c:pt>
                <c:pt idx="3738">
                  <c:v>30-12-2014</c:v>
                </c:pt>
                <c:pt idx="3739">
                  <c:v>31-12-2014</c:v>
                </c:pt>
                <c:pt idx="3740">
                  <c:v>01-01-2015</c:v>
                </c:pt>
                <c:pt idx="3741">
                  <c:v>02-01-2015</c:v>
                </c:pt>
                <c:pt idx="3742">
                  <c:v>05-01-2015</c:v>
                </c:pt>
                <c:pt idx="3743">
                  <c:v>06-01-2015</c:v>
                </c:pt>
                <c:pt idx="3744">
                  <c:v>07-01-2015</c:v>
                </c:pt>
                <c:pt idx="3745">
                  <c:v>08-01-2015</c:v>
                </c:pt>
                <c:pt idx="3746">
                  <c:v>09-01-2015</c:v>
                </c:pt>
                <c:pt idx="3747">
                  <c:v>12-01-2015</c:v>
                </c:pt>
                <c:pt idx="3748">
                  <c:v>13-01-2015</c:v>
                </c:pt>
                <c:pt idx="3749">
                  <c:v>14-01-2015</c:v>
                </c:pt>
                <c:pt idx="3750">
                  <c:v>15-01-2015</c:v>
                </c:pt>
                <c:pt idx="3751">
                  <c:v>16-01-2015</c:v>
                </c:pt>
                <c:pt idx="3752">
                  <c:v>19-01-2015</c:v>
                </c:pt>
                <c:pt idx="3753">
                  <c:v>20-01-2015</c:v>
                </c:pt>
                <c:pt idx="3754">
                  <c:v>21-01-2015</c:v>
                </c:pt>
                <c:pt idx="3755">
                  <c:v>22-01-2015</c:v>
                </c:pt>
                <c:pt idx="3756">
                  <c:v>23-01-2015</c:v>
                </c:pt>
                <c:pt idx="3757">
                  <c:v>27-01-2015</c:v>
                </c:pt>
                <c:pt idx="3758">
                  <c:v>28-01-2015</c:v>
                </c:pt>
                <c:pt idx="3759">
                  <c:v>29-01-2015</c:v>
                </c:pt>
                <c:pt idx="3760">
                  <c:v>30-01-2015</c:v>
                </c:pt>
                <c:pt idx="3761">
                  <c:v>02-02-2015</c:v>
                </c:pt>
                <c:pt idx="3762">
                  <c:v>03-02-2015</c:v>
                </c:pt>
                <c:pt idx="3763">
                  <c:v>04-02-2015</c:v>
                </c:pt>
                <c:pt idx="3764">
                  <c:v>05-02-2015</c:v>
                </c:pt>
                <c:pt idx="3765">
                  <c:v>06-02-2015</c:v>
                </c:pt>
                <c:pt idx="3766">
                  <c:v>09-02-2015</c:v>
                </c:pt>
                <c:pt idx="3767">
                  <c:v>10-02-2015</c:v>
                </c:pt>
                <c:pt idx="3768">
                  <c:v>11-02-2015</c:v>
                </c:pt>
                <c:pt idx="3769">
                  <c:v>12-02-2015</c:v>
                </c:pt>
                <c:pt idx="3770">
                  <c:v>13-02-2015</c:v>
                </c:pt>
                <c:pt idx="3771">
                  <c:v>16-02-2015</c:v>
                </c:pt>
                <c:pt idx="3772">
                  <c:v>18-02-2015</c:v>
                </c:pt>
                <c:pt idx="3773">
                  <c:v>19-02-2015</c:v>
                </c:pt>
                <c:pt idx="3774">
                  <c:v>20-02-2015</c:v>
                </c:pt>
                <c:pt idx="3775">
                  <c:v>23-02-2015</c:v>
                </c:pt>
                <c:pt idx="3776">
                  <c:v>24-02-2015</c:v>
                </c:pt>
                <c:pt idx="3777">
                  <c:v>25-02-2015</c:v>
                </c:pt>
                <c:pt idx="3778">
                  <c:v>26-02-2015</c:v>
                </c:pt>
                <c:pt idx="3779">
                  <c:v>27-02-2015</c:v>
                </c:pt>
                <c:pt idx="3780">
                  <c:v>28-02-2015</c:v>
                </c:pt>
                <c:pt idx="3781">
                  <c:v>02-03-2015</c:v>
                </c:pt>
                <c:pt idx="3782">
                  <c:v>03-03-2015</c:v>
                </c:pt>
                <c:pt idx="3783">
                  <c:v>04-03-2015</c:v>
                </c:pt>
                <c:pt idx="3784">
                  <c:v>05-03-2015</c:v>
                </c:pt>
                <c:pt idx="3785">
                  <c:v>09-03-2015</c:v>
                </c:pt>
                <c:pt idx="3786">
                  <c:v>10-03-2015</c:v>
                </c:pt>
                <c:pt idx="3787">
                  <c:v>11-03-2015</c:v>
                </c:pt>
                <c:pt idx="3788">
                  <c:v>12-03-2015</c:v>
                </c:pt>
                <c:pt idx="3789">
                  <c:v>13-03-2015</c:v>
                </c:pt>
                <c:pt idx="3790">
                  <c:v>16-03-2015</c:v>
                </c:pt>
                <c:pt idx="3791">
                  <c:v>17-03-2015</c:v>
                </c:pt>
                <c:pt idx="3792">
                  <c:v>18-03-2015</c:v>
                </c:pt>
                <c:pt idx="3793">
                  <c:v>19-03-2015</c:v>
                </c:pt>
                <c:pt idx="3794">
                  <c:v>20-03-2015</c:v>
                </c:pt>
                <c:pt idx="3795">
                  <c:v>23-03-2015</c:v>
                </c:pt>
                <c:pt idx="3796">
                  <c:v>24-03-2015</c:v>
                </c:pt>
                <c:pt idx="3797">
                  <c:v>25-03-2015</c:v>
                </c:pt>
                <c:pt idx="3798">
                  <c:v>26-03-2015</c:v>
                </c:pt>
                <c:pt idx="3799">
                  <c:v>27-03-2015</c:v>
                </c:pt>
                <c:pt idx="3800">
                  <c:v>30-03-2015</c:v>
                </c:pt>
                <c:pt idx="3801">
                  <c:v>31-03-2015</c:v>
                </c:pt>
                <c:pt idx="3802">
                  <c:v>01-04-2015</c:v>
                </c:pt>
                <c:pt idx="3803">
                  <c:v>06-04-2015</c:v>
                </c:pt>
                <c:pt idx="3804">
                  <c:v>07-04-2015</c:v>
                </c:pt>
                <c:pt idx="3805">
                  <c:v>08-04-2015</c:v>
                </c:pt>
                <c:pt idx="3806">
                  <c:v>09-04-2015</c:v>
                </c:pt>
                <c:pt idx="3807">
                  <c:v>10-04-2015</c:v>
                </c:pt>
                <c:pt idx="3808">
                  <c:v>13-04-2015</c:v>
                </c:pt>
                <c:pt idx="3809">
                  <c:v>15-04-2015</c:v>
                </c:pt>
                <c:pt idx="3810">
                  <c:v>16-04-2015</c:v>
                </c:pt>
                <c:pt idx="3811">
                  <c:v>17-04-2015</c:v>
                </c:pt>
                <c:pt idx="3812">
                  <c:v>20-04-2015</c:v>
                </c:pt>
                <c:pt idx="3813">
                  <c:v>21-04-2015</c:v>
                </c:pt>
                <c:pt idx="3814">
                  <c:v>22-04-2015</c:v>
                </c:pt>
                <c:pt idx="3815">
                  <c:v>23-04-2015</c:v>
                </c:pt>
                <c:pt idx="3816">
                  <c:v>24-04-2015</c:v>
                </c:pt>
                <c:pt idx="3817">
                  <c:v>27-04-2015</c:v>
                </c:pt>
                <c:pt idx="3818">
                  <c:v>28-04-2015</c:v>
                </c:pt>
                <c:pt idx="3819">
                  <c:v>29-04-2015</c:v>
                </c:pt>
                <c:pt idx="3820">
                  <c:v>30-04-2015</c:v>
                </c:pt>
                <c:pt idx="3821">
                  <c:v>04-05-2015</c:v>
                </c:pt>
                <c:pt idx="3822">
                  <c:v>05-05-2015</c:v>
                </c:pt>
                <c:pt idx="3823">
                  <c:v>06-05-2015</c:v>
                </c:pt>
                <c:pt idx="3824">
                  <c:v>07-05-2015</c:v>
                </c:pt>
                <c:pt idx="3825">
                  <c:v>08-05-2015</c:v>
                </c:pt>
                <c:pt idx="3826">
                  <c:v>11-05-2015</c:v>
                </c:pt>
                <c:pt idx="3827">
                  <c:v>12-05-2015</c:v>
                </c:pt>
                <c:pt idx="3828">
                  <c:v>13-05-2015</c:v>
                </c:pt>
                <c:pt idx="3829">
                  <c:v>14-05-2015</c:v>
                </c:pt>
                <c:pt idx="3830">
                  <c:v>15-05-2015</c:v>
                </c:pt>
                <c:pt idx="3831">
                  <c:v>18-05-2015</c:v>
                </c:pt>
                <c:pt idx="3832">
                  <c:v>19-05-2015</c:v>
                </c:pt>
                <c:pt idx="3833">
                  <c:v>20-05-2015</c:v>
                </c:pt>
                <c:pt idx="3834">
                  <c:v>21-05-2015</c:v>
                </c:pt>
                <c:pt idx="3835">
                  <c:v>22-05-2015</c:v>
                </c:pt>
                <c:pt idx="3836">
                  <c:v>25-05-2015</c:v>
                </c:pt>
                <c:pt idx="3837">
                  <c:v>26-05-2015</c:v>
                </c:pt>
                <c:pt idx="3838">
                  <c:v>27-05-2015</c:v>
                </c:pt>
                <c:pt idx="3839">
                  <c:v>28-05-2015</c:v>
                </c:pt>
                <c:pt idx="3840">
                  <c:v>29-05-2015</c:v>
                </c:pt>
                <c:pt idx="3841">
                  <c:v>01-06-2015</c:v>
                </c:pt>
                <c:pt idx="3842">
                  <c:v>02-06-2015</c:v>
                </c:pt>
                <c:pt idx="3843">
                  <c:v>03-06-2015</c:v>
                </c:pt>
                <c:pt idx="3844">
                  <c:v>04-06-2015</c:v>
                </c:pt>
                <c:pt idx="3845">
                  <c:v>05-06-2015</c:v>
                </c:pt>
                <c:pt idx="3846">
                  <c:v>08-06-2015</c:v>
                </c:pt>
                <c:pt idx="3847">
                  <c:v>09-06-2015</c:v>
                </c:pt>
                <c:pt idx="3848">
                  <c:v>10-06-2015</c:v>
                </c:pt>
                <c:pt idx="3849">
                  <c:v>11-06-2015</c:v>
                </c:pt>
                <c:pt idx="3850">
                  <c:v>12-06-2015</c:v>
                </c:pt>
                <c:pt idx="3851">
                  <c:v>15-06-2015</c:v>
                </c:pt>
                <c:pt idx="3852">
                  <c:v>16-06-2015</c:v>
                </c:pt>
                <c:pt idx="3853">
                  <c:v>17-06-2015</c:v>
                </c:pt>
                <c:pt idx="3854">
                  <c:v>18-06-2015</c:v>
                </c:pt>
                <c:pt idx="3855">
                  <c:v>19-06-2015</c:v>
                </c:pt>
                <c:pt idx="3856">
                  <c:v>22-06-2015</c:v>
                </c:pt>
                <c:pt idx="3857">
                  <c:v>23-06-2015</c:v>
                </c:pt>
                <c:pt idx="3858">
                  <c:v>24-06-2015</c:v>
                </c:pt>
                <c:pt idx="3859">
                  <c:v>25-06-2015</c:v>
                </c:pt>
                <c:pt idx="3860">
                  <c:v>26-06-2015</c:v>
                </c:pt>
                <c:pt idx="3861">
                  <c:v>29-06-2015</c:v>
                </c:pt>
                <c:pt idx="3862">
                  <c:v>30-06-2015</c:v>
                </c:pt>
                <c:pt idx="3863">
                  <c:v>01-07-2015</c:v>
                </c:pt>
                <c:pt idx="3864">
                  <c:v>02-07-2015</c:v>
                </c:pt>
                <c:pt idx="3865">
                  <c:v>03-07-2015</c:v>
                </c:pt>
                <c:pt idx="3866">
                  <c:v>06-07-2015</c:v>
                </c:pt>
                <c:pt idx="3867">
                  <c:v>07-07-2015</c:v>
                </c:pt>
                <c:pt idx="3868">
                  <c:v>08-07-2015</c:v>
                </c:pt>
                <c:pt idx="3869">
                  <c:v>09-07-2015</c:v>
                </c:pt>
                <c:pt idx="3870">
                  <c:v>10-07-2015</c:v>
                </c:pt>
                <c:pt idx="3871">
                  <c:v>13-07-2015</c:v>
                </c:pt>
                <c:pt idx="3872">
                  <c:v>14-07-2015</c:v>
                </c:pt>
                <c:pt idx="3873">
                  <c:v>15-07-2015</c:v>
                </c:pt>
                <c:pt idx="3874">
                  <c:v>16-07-2015</c:v>
                </c:pt>
                <c:pt idx="3875">
                  <c:v>17-07-2015</c:v>
                </c:pt>
                <c:pt idx="3876">
                  <c:v>20-07-2015</c:v>
                </c:pt>
                <c:pt idx="3877">
                  <c:v>21-07-2015</c:v>
                </c:pt>
                <c:pt idx="3878">
                  <c:v>22-07-2015</c:v>
                </c:pt>
                <c:pt idx="3879">
                  <c:v>23-07-2015</c:v>
                </c:pt>
                <c:pt idx="3880">
                  <c:v>24-07-2015</c:v>
                </c:pt>
                <c:pt idx="3881">
                  <c:v>27-07-2015</c:v>
                </c:pt>
                <c:pt idx="3882">
                  <c:v>28-07-2015</c:v>
                </c:pt>
                <c:pt idx="3883">
                  <c:v>29-07-2015</c:v>
                </c:pt>
                <c:pt idx="3884">
                  <c:v>30-07-2015</c:v>
                </c:pt>
                <c:pt idx="3885">
                  <c:v>31-07-2015</c:v>
                </c:pt>
                <c:pt idx="3886">
                  <c:v>03-08-2015</c:v>
                </c:pt>
                <c:pt idx="3887">
                  <c:v>04-08-2015</c:v>
                </c:pt>
                <c:pt idx="3888">
                  <c:v>05-08-2015</c:v>
                </c:pt>
                <c:pt idx="3889">
                  <c:v>06-08-2015</c:v>
                </c:pt>
                <c:pt idx="3890">
                  <c:v>07-08-2015</c:v>
                </c:pt>
                <c:pt idx="3891">
                  <c:v>10-08-2015</c:v>
                </c:pt>
                <c:pt idx="3892">
                  <c:v>11-08-2015</c:v>
                </c:pt>
                <c:pt idx="3893">
                  <c:v>12-08-2015</c:v>
                </c:pt>
                <c:pt idx="3894">
                  <c:v>13-08-2015</c:v>
                </c:pt>
                <c:pt idx="3895">
                  <c:v>14-08-2015</c:v>
                </c:pt>
                <c:pt idx="3896">
                  <c:v>17-08-2015</c:v>
                </c:pt>
                <c:pt idx="3897">
                  <c:v>18-08-2015</c:v>
                </c:pt>
                <c:pt idx="3898">
                  <c:v>19-08-2015</c:v>
                </c:pt>
                <c:pt idx="3899">
                  <c:v>20-08-2015</c:v>
                </c:pt>
                <c:pt idx="3900">
                  <c:v>21-08-2015</c:v>
                </c:pt>
                <c:pt idx="3901">
                  <c:v>24-08-2015</c:v>
                </c:pt>
                <c:pt idx="3902">
                  <c:v>25-08-2015</c:v>
                </c:pt>
                <c:pt idx="3903">
                  <c:v>26-08-2015</c:v>
                </c:pt>
                <c:pt idx="3904">
                  <c:v>27-08-2015</c:v>
                </c:pt>
                <c:pt idx="3905">
                  <c:v>28-08-2015</c:v>
                </c:pt>
                <c:pt idx="3906">
                  <c:v>31-08-2015</c:v>
                </c:pt>
                <c:pt idx="3907">
                  <c:v>01-09-2015</c:v>
                </c:pt>
                <c:pt idx="3908">
                  <c:v>02-09-2015</c:v>
                </c:pt>
                <c:pt idx="3909">
                  <c:v>03-09-2015</c:v>
                </c:pt>
                <c:pt idx="3910">
                  <c:v>04-09-2015</c:v>
                </c:pt>
                <c:pt idx="3911">
                  <c:v>07-09-2015</c:v>
                </c:pt>
                <c:pt idx="3912">
                  <c:v>08-09-2015</c:v>
                </c:pt>
                <c:pt idx="3913">
                  <c:v>09-09-2015</c:v>
                </c:pt>
                <c:pt idx="3914">
                  <c:v>10-09-2015</c:v>
                </c:pt>
                <c:pt idx="3915">
                  <c:v>11-09-2015</c:v>
                </c:pt>
                <c:pt idx="3916">
                  <c:v>14-09-2015</c:v>
                </c:pt>
                <c:pt idx="3917">
                  <c:v>15-09-2015</c:v>
                </c:pt>
                <c:pt idx="3918">
                  <c:v>16-09-2015</c:v>
                </c:pt>
                <c:pt idx="3919">
                  <c:v>18-09-2015</c:v>
                </c:pt>
                <c:pt idx="3920">
                  <c:v>21-09-2015</c:v>
                </c:pt>
                <c:pt idx="3921">
                  <c:v>22-09-2015</c:v>
                </c:pt>
                <c:pt idx="3922">
                  <c:v>23-09-2015</c:v>
                </c:pt>
                <c:pt idx="3923">
                  <c:v>24-09-2015</c:v>
                </c:pt>
                <c:pt idx="3924">
                  <c:v>28-09-2015</c:v>
                </c:pt>
                <c:pt idx="3925">
                  <c:v>29-09-2015</c:v>
                </c:pt>
                <c:pt idx="3926">
                  <c:v>30-09-2015</c:v>
                </c:pt>
                <c:pt idx="3927">
                  <c:v>01-10-2015</c:v>
                </c:pt>
                <c:pt idx="3928">
                  <c:v>05-10-2015</c:v>
                </c:pt>
                <c:pt idx="3929">
                  <c:v>06-10-2015</c:v>
                </c:pt>
                <c:pt idx="3930">
                  <c:v>07-10-2015</c:v>
                </c:pt>
                <c:pt idx="3931">
                  <c:v>08-10-2015</c:v>
                </c:pt>
                <c:pt idx="3932">
                  <c:v>09-10-2015</c:v>
                </c:pt>
                <c:pt idx="3933">
                  <c:v>12-10-2015</c:v>
                </c:pt>
                <c:pt idx="3934">
                  <c:v>13-10-2015</c:v>
                </c:pt>
                <c:pt idx="3935">
                  <c:v>14-10-2015</c:v>
                </c:pt>
                <c:pt idx="3936">
                  <c:v>15-10-2015</c:v>
                </c:pt>
                <c:pt idx="3937">
                  <c:v>16-10-2015</c:v>
                </c:pt>
                <c:pt idx="3938">
                  <c:v>19-10-2015</c:v>
                </c:pt>
                <c:pt idx="3939">
                  <c:v>20-10-2015</c:v>
                </c:pt>
                <c:pt idx="3940">
                  <c:v>21-10-2015</c:v>
                </c:pt>
                <c:pt idx="3941">
                  <c:v>23-10-2015</c:v>
                </c:pt>
                <c:pt idx="3942">
                  <c:v>26-10-2015</c:v>
                </c:pt>
                <c:pt idx="3943">
                  <c:v>27-10-2015</c:v>
                </c:pt>
                <c:pt idx="3944">
                  <c:v>28-10-2015</c:v>
                </c:pt>
                <c:pt idx="3945">
                  <c:v>29-10-2015</c:v>
                </c:pt>
                <c:pt idx="3946">
                  <c:v>30-10-2015</c:v>
                </c:pt>
                <c:pt idx="3947">
                  <c:v>02-11-2015</c:v>
                </c:pt>
                <c:pt idx="3948">
                  <c:v>03-11-2015</c:v>
                </c:pt>
                <c:pt idx="3949">
                  <c:v>04-11-2015</c:v>
                </c:pt>
                <c:pt idx="3950">
                  <c:v>05-11-2015</c:v>
                </c:pt>
                <c:pt idx="3951">
                  <c:v>06-11-2015</c:v>
                </c:pt>
                <c:pt idx="3952">
                  <c:v>09-11-2015</c:v>
                </c:pt>
                <c:pt idx="3953">
                  <c:v>10-11-2015</c:v>
                </c:pt>
                <c:pt idx="3954">
                  <c:v>11-11-2015</c:v>
                </c:pt>
                <c:pt idx="3955">
                  <c:v>13-11-2015</c:v>
                </c:pt>
                <c:pt idx="3956">
                  <c:v>16-11-2015</c:v>
                </c:pt>
                <c:pt idx="3957">
                  <c:v>17-11-2015</c:v>
                </c:pt>
                <c:pt idx="3958">
                  <c:v>18-11-2015</c:v>
                </c:pt>
                <c:pt idx="3959">
                  <c:v>19-11-2015</c:v>
                </c:pt>
                <c:pt idx="3960">
                  <c:v>20-11-2015</c:v>
                </c:pt>
                <c:pt idx="3961">
                  <c:v>23-11-2015</c:v>
                </c:pt>
                <c:pt idx="3962">
                  <c:v>24-11-2015</c:v>
                </c:pt>
                <c:pt idx="3963">
                  <c:v>26-11-2015</c:v>
                </c:pt>
                <c:pt idx="3964">
                  <c:v>27-11-2015</c:v>
                </c:pt>
                <c:pt idx="3965">
                  <c:v>30-11-2015</c:v>
                </c:pt>
                <c:pt idx="3966">
                  <c:v>01-12-2015</c:v>
                </c:pt>
                <c:pt idx="3967">
                  <c:v>02-12-2015</c:v>
                </c:pt>
                <c:pt idx="3968">
                  <c:v>03-12-2015</c:v>
                </c:pt>
                <c:pt idx="3969">
                  <c:v>04-12-2015</c:v>
                </c:pt>
                <c:pt idx="3970">
                  <c:v>07-12-2015</c:v>
                </c:pt>
                <c:pt idx="3971">
                  <c:v>08-12-2015</c:v>
                </c:pt>
                <c:pt idx="3972">
                  <c:v>09-12-2015</c:v>
                </c:pt>
                <c:pt idx="3973">
                  <c:v>10-12-2015</c:v>
                </c:pt>
                <c:pt idx="3974">
                  <c:v>11-12-2015</c:v>
                </c:pt>
                <c:pt idx="3975">
                  <c:v>14-12-2015</c:v>
                </c:pt>
                <c:pt idx="3976">
                  <c:v>15-12-2015</c:v>
                </c:pt>
                <c:pt idx="3977">
                  <c:v>16-12-2015</c:v>
                </c:pt>
                <c:pt idx="3978">
                  <c:v>17-12-2015</c:v>
                </c:pt>
                <c:pt idx="3979">
                  <c:v>18-12-2015</c:v>
                </c:pt>
                <c:pt idx="3980">
                  <c:v>21-12-2015</c:v>
                </c:pt>
                <c:pt idx="3981">
                  <c:v>22-12-2015</c:v>
                </c:pt>
                <c:pt idx="3982">
                  <c:v>23-12-2015</c:v>
                </c:pt>
                <c:pt idx="3983">
                  <c:v>24-12-2015</c:v>
                </c:pt>
                <c:pt idx="3984">
                  <c:v>28-12-2015</c:v>
                </c:pt>
                <c:pt idx="3985">
                  <c:v>29-12-2015</c:v>
                </c:pt>
                <c:pt idx="3986">
                  <c:v>30-12-2015</c:v>
                </c:pt>
                <c:pt idx="3987">
                  <c:v>31-12-2015</c:v>
                </c:pt>
                <c:pt idx="3988">
                  <c:v>01-01-2016</c:v>
                </c:pt>
                <c:pt idx="3989">
                  <c:v>04-01-2016</c:v>
                </c:pt>
                <c:pt idx="3990">
                  <c:v>05-01-2016</c:v>
                </c:pt>
                <c:pt idx="3991">
                  <c:v>06-01-2016</c:v>
                </c:pt>
                <c:pt idx="3992">
                  <c:v>07-01-2016</c:v>
                </c:pt>
                <c:pt idx="3993">
                  <c:v>08-01-2016</c:v>
                </c:pt>
                <c:pt idx="3994">
                  <c:v>11-01-2016</c:v>
                </c:pt>
                <c:pt idx="3995">
                  <c:v>12-01-2016</c:v>
                </c:pt>
                <c:pt idx="3996">
                  <c:v>13-01-2016</c:v>
                </c:pt>
                <c:pt idx="3997">
                  <c:v>14-01-2016</c:v>
                </c:pt>
                <c:pt idx="3998">
                  <c:v>15-01-2016</c:v>
                </c:pt>
                <c:pt idx="3999">
                  <c:v>18-01-2016</c:v>
                </c:pt>
                <c:pt idx="4000">
                  <c:v>19-01-2016</c:v>
                </c:pt>
                <c:pt idx="4001">
                  <c:v>20-01-2016</c:v>
                </c:pt>
                <c:pt idx="4002">
                  <c:v>21-01-2016</c:v>
                </c:pt>
                <c:pt idx="4003">
                  <c:v>22-01-2016</c:v>
                </c:pt>
                <c:pt idx="4004">
                  <c:v>25-01-2016</c:v>
                </c:pt>
                <c:pt idx="4005">
                  <c:v>27-01-2016</c:v>
                </c:pt>
                <c:pt idx="4006">
                  <c:v>28-01-2016</c:v>
                </c:pt>
                <c:pt idx="4007">
                  <c:v>29-01-2016</c:v>
                </c:pt>
                <c:pt idx="4008">
                  <c:v>01-02-2016</c:v>
                </c:pt>
                <c:pt idx="4009">
                  <c:v>02-02-2016</c:v>
                </c:pt>
                <c:pt idx="4010">
                  <c:v>03-02-2016</c:v>
                </c:pt>
                <c:pt idx="4011">
                  <c:v>04-02-2016</c:v>
                </c:pt>
                <c:pt idx="4012">
                  <c:v>05-02-2016</c:v>
                </c:pt>
                <c:pt idx="4013">
                  <c:v>08-02-2016</c:v>
                </c:pt>
                <c:pt idx="4014">
                  <c:v>09-02-2016</c:v>
                </c:pt>
                <c:pt idx="4015">
                  <c:v>10-02-2016</c:v>
                </c:pt>
                <c:pt idx="4016">
                  <c:v>11-02-2016</c:v>
                </c:pt>
                <c:pt idx="4017">
                  <c:v>12-02-2016</c:v>
                </c:pt>
                <c:pt idx="4018">
                  <c:v>15-02-2016</c:v>
                </c:pt>
                <c:pt idx="4019">
                  <c:v>16-02-2016</c:v>
                </c:pt>
                <c:pt idx="4020">
                  <c:v>17-02-2016</c:v>
                </c:pt>
                <c:pt idx="4021">
                  <c:v>18-02-2016</c:v>
                </c:pt>
                <c:pt idx="4022">
                  <c:v>19-02-2016</c:v>
                </c:pt>
                <c:pt idx="4023">
                  <c:v>22-02-2016</c:v>
                </c:pt>
                <c:pt idx="4024">
                  <c:v>23-02-2016</c:v>
                </c:pt>
                <c:pt idx="4025">
                  <c:v>24-02-2016</c:v>
                </c:pt>
                <c:pt idx="4026">
                  <c:v>25-02-2016</c:v>
                </c:pt>
                <c:pt idx="4027">
                  <c:v>26-02-2016</c:v>
                </c:pt>
                <c:pt idx="4028">
                  <c:v>29-02-2016</c:v>
                </c:pt>
                <c:pt idx="4029">
                  <c:v>01-03-2016</c:v>
                </c:pt>
                <c:pt idx="4030">
                  <c:v>02-03-2016</c:v>
                </c:pt>
                <c:pt idx="4031">
                  <c:v>03-03-2016</c:v>
                </c:pt>
                <c:pt idx="4032">
                  <c:v>04-03-2016</c:v>
                </c:pt>
                <c:pt idx="4033">
                  <c:v>08-03-2016</c:v>
                </c:pt>
                <c:pt idx="4034">
                  <c:v>09-03-2016</c:v>
                </c:pt>
                <c:pt idx="4035">
                  <c:v>10-03-2016</c:v>
                </c:pt>
                <c:pt idx="4036">
                  <c:v>11-03-2016</c:v>
                </c:pt>
                <c:pt idx="4037">
                  <c:v>14-03-2016</c:v>
                </c:pt>
                <c:pt idx="4038">
                  <c:v>15-03-2016</c:v>
                </c:pt>
                <c:pt idx="4039">
                  <c:v>16-03-2016</c:v>
                </c:pt>
                <c:pt idx="4040">
                  <c:v>17-03-2016</c:v>
                </c:pt>
                <c:pt idx="4041">
                  <c:v>18-03-2016</c:v>
                </c:pt>
                <c:pt idx="4042">
                  <c:v>21-03-2016</c:v>
                </c:pt>
                <c:pt idx="4043">
                  <c:v>22-03-2016</c:v>
                </c:pt>
                <c:pt idx="4044">
                  <c:v>23-03-2016</c:v>
                </c:pt>
                <c:pt idx="4045">
                  <c:v>28-03-2016</c:v>
                </c:pt>
                <c:pt idx="4046">
                  <c:v>29-03-2016</c:v>
                </c:pt>
                <c:pt idx="4047">
                  <c:v>30-03-2016</c:v>
                </c:pt>
                <c:pt idx="4048">
                  <c:v>31-03-2016</c:v>
                </c:pt>
                <c:pt idx="4049">
                  <c:v>01-04-2016</c:v>
                </c:pt>
                <c:pt idx="4050">
                  <c:v>04-04-2016</c:v>
                </c:pt>
                <c:pt idx="4051">
                  <c:v>05-04-2016</c:v>
                </c:pt>
                <c:pt idx="4052">
                  <c:v>06-04-2016</c:v>
                </c:pt>
                <c:pt idx="4053">
                  <c:v>07-04-2016</c:v>
                </c:pt>
                <c:pt idx="4054">
                  <c:v>08-04-2016</c:v>
                </c:pt>
                <c:pt idx="4055">
                  <c:v>11-04-2016</c:v>
                </c:pt>
                <c:pt idx="4056">
                  <c:v>12-04-2016</c:v>
                </c:pt>
                <c:pt idx="4057">
                  <c:v>13-04-2016</c:v>
                </c:pt>
                <c:pt idx="4058">
                  <c:v>18-04-2016</c:v>
                </c:pt>
                <c:pt idx="4059">
                  <c:v>20-04-2016</c:v>
                </c:pt>
                <c:pt idx="4060">
                  <c:v>21-04-2016</c:v>
                </c:pt>
                <c:pt idx="4061">
                  <c:v>22-04-2016</c:v>
                </c:pt>
                <c:pt idx="4062">
                  <c:v>25-04-2016</c:v>
                </c:pt>
                <c:pt idx="4063">
                  <c:v>26-04-2016</c:v>
                </c:pt>
                <c:pt idx="4064">
                  <c:v>27-04-2016</c:v>
                </c:pt>
                <c:pt idx="4065">
                  <c:v>28-04-2016</c:v>
                </c:pt>
                <c:pt idx="4066">
                  <c:v>29-04-2016</c:v>
                </c:pt>
                <c:pt idx="4067">
                  <c:v>02-05-2016</c:v>
                </c:pt>
                <c:pt idx="4068">
                  <c:v>03-05-2016</c:v>
                </c:pt>
                <c:pt idx="4069">
                  <c:v>04-05-2016</c:v>
                </c:pt>
                <c:pt idx="4070">
                  <c:v>05-05-2016</c:v>
                </c:pt>
                <c:pt idx="4071">
                  <c:v>06-05-2016</c:v>
                </c:pt>
                <c:pt idx="4072">
                  <c:v>09-05-2016</c:v>
                </c:pt>
                <c:pt idx="4073">
                  <c:v>10-05-2016</c:v>
                </c:pt>
                <c:pt idx="4074">
                  <c:v>11-05-2016</c:v>
                </c:pt>
                <c:pt idx="4075">
                  <c:v>12-05-2016</c:v>
                </c:pt>
                <c:pt idx="4076">
                  <c:v>13-05-2016</c:v>
                </c:pt>
                <c:pt idx="4077">
                  <c:v>16-05-2016</c:v>
                </c:pt>
                <c:pt idx="4078">
                  <c:v>17-05-2016</c:v>
                </c:pt>
                <c:pt idx="4079">
                  <c:v>18-05-2016</c:v>
                </c:pt>
                <c:pt idx="4080">
                  <c:v>19-05-2016</c:v>
                </c:pt>
                <c:pt idx="4081">
                  <c:v>20-05-2016</c:v>
                </c:pt>
                <c:pt idx="4082">
                  <c:v>23-05-2016</c:v>
                </c:pt>
                <c:pt idx="4083">
                  <c:v>24-05-2016</c:v>
                </c:pt>
                <c:pt idx="4084">
                  <c:v>25-05-2016</c:v>
                </c:pt>
                <c:pt idx="4085">
                  <c:v>26-05-2016</c:v>
                </c:pt>
                <c:pt idx="4086">
                  <c:v>27-05-2016</c:v>
                </c:pt>
                <c:pt idx="4087">
                  <c:v>30-05-2016</c:v>
                </c:pt>
                <c:pt idx="4088">
                  <c:v>31-05-2016</c:v>
                </c:pt>
                <c:pt idx="4089">
                  <c:v>01-06-2016</c:v>
                </c:pt>
                <c:pt idx="4090">
                  <c:v>02-06-2016</c:v>
                </c:pt>
                <c:pt idx="4091">
                  <c:v>03-06-2016</c:v>
                </c:pt>
                <c:pt idx="4092">
                  <c:v>06-06-2016</c:v>
                </c:pt>
                <c:pt idx="4093">
                  <c:v>07-06-2016</c:v>
                </c:pt>
                <c:pt idx="4094">
                  <c:v>08-06-2016</c:v>
                </c:pt>
                <c:pt idx="4095">
                  <c:v>09-06-2016</c:v>
                </c:pt>
                <c:pt idx="4096">
                  <c:v>10-06-2016</c:v>
                </c:pt>
                <c:pt idx="4097">
                  <c:v>13-06-2016</c:v>
                </c:pt>
                <c:pt idx="4098">
                  <c:v>14-06-2016</c:v>
                </c:pt>
                <c:pt idx="4099">
                  <c:v>15-06-2016</c:v>
                </c:pt>
                <c:pt idx="4100">
                  <c:v>16-06-2016</c:v>
                </c:pt>
                <c:pt idx="4101">
                  <c:v>17-06-2016</c:v>
                </c:pt>
                <c:pt idx="4102">
                  <c:v>20-06-2016</c:v>
                </c:pt>
                <c:pt idx="4103">
                  <c:v>21-06-2016</c:v>
                </c:pt>
                <c:pt idx="4104">
                  <c:v>22-06-2016</c:v>
                </c:pt>
                <c:pt idx="4105">
                  <c:v>23-06-2016</c:v>
                </c:pt>
                <c:pt idx="4106">
                  <c:v>24-06-2016</c:v>
                </c:pt>
                <c:pt idx="4107">
                  <c:v>27-06-2016</c:v>
                </c:pt>
                <c:pt idx="4108">
                  <c:v>28-06-2016</c:v>
                </c:pt>
                <c:pt idx="4109">
                  <c:v>29-06-2016</c:v>
                </c:pt>
                <c:pt idx="4110">
                  <c:v>30-06-2016</c:v>
                </c:pt>
                <c:pt idx="4111">
                  <c:v>01-07-2016</c:v>
                </c:pt>
                <c:pt idx="4112">
                  <c:v>04-07-2016</c:v>
                </c:pt>
                <c:pt idx="4113">
                  <c:v>05-07-2016</c:v>
                </c:pt>
                <c:pt idx="4114">
                  <c:v>07-07-2016</c:v>
                </c:pt>
                <c:pt idx="4115">
                  <c:v>08-07-2016</c:v>
                </c:pt>
                <c:pt idx="4116">
                  <c:v>11-07-2016</c:v>
                </c:pt>
                <c:pt idx="4117">
                  <c:v>12-07-2016</c:v>
                </c:pt>
                <c:pt idx="4118">
                  <c:v>13-07-2016</c:v>
                </c:pt>
                <c:pt idx="4119">
                  <c:v>14-07-2016</c:v>
                </c:pt>
                <c:pt idx="4120">
                  <c:v>15-07-2016</c:v>
                </c:pt>
                <c:pt idx="4121">
                  <c:v>18-07-2016</c:v>
                </c:pt>
                <c:pt idx="4122">
                  <c:v>19-07-2016</c:v>
                </c:pt>
                <c:pt idx="4123">
                  <c:v>20-07-2016</c:v>
                </c:pt>
                <c:pt idx="4124">
                  <c:v>21-07-2016</c:v>
                </c:pt>
                <c:pt idx="4125">
                  <c:v>22-07-2016</c:v>
                </c:pt>
                <c:pt idx="4126">
                  <c:v>25-07-2016</c:v>
                </c:pt>
                <c:pt idx="4127">
                  <c:v>26-07-2016</c:v>
                </c:pt>
                <c:pt idx="4128">
                  <c:v>27-07-2016</c:v>
                </c:pt>
                <c:pt idx="4129">
                  <c:v>28-07-2016</c:v>
                </c:pt>
                <c:pt idx="4130">
                  <c:v>29-07-2016</c:v>
                </c:pt>
                <c:pt idx="4131">
                  <c:v>01-08-2016</c:v>
                </c:pt>
                <c:pt idx="4132">
                  <c:v>02-08-2016</c:v>
                </c:pt>
                <c:pt idx="4133">
                  <c:v>03-08-2016</c:v>
                </c:pt>
                <c:pt idx="4134">
                  <c:v>04-08-2016</c:v>
                </c:pt>
                <c:pt idx="4135">
                  <c:v>05-08-2016</c:v>
                </c:pt>
                <c:pt idx="4136">
                  <c:v>08-08-2016</c:v>
                </c:pt>
                <c:pt idx="4137">
                  <c:v>09-08-2016</c:v>
                </c:pt>
                <c:pt idx="4138">
                  <c:v>10-08-2016</c:v>
                </c:pt>
                <c:pt idx="4139">
                  <c:v>11-08-2016</c:v>
                </c:pt>
                <c:pt idx="4140">
                  <c:v>12-08-2016</c:v>
                </c:pt>
                <c:pt idx="4141">
                  <c:v>16-08-2016</c:v>
                </c:pt>
                <c:pt idx="4142">
                  <c:v>17-08-2016</c:v>
                </c:pt>
                <c:pt idx="4143">
                  <c:v>18-08-2016</c:v>
                </c:pt>
                <c:pt idx="4144">
                  <c:v>19-08-2016</c:v>
                </c:pt>
                <c:pt idx="4145">
                  <c:v>22-08-2016</c:v>
                </c:pt>
                <c:pt idx="4146">
                  <c:v>23-08-2016</c:v>
                </c:pt>
                <c:pt idx="4147">
                  <c:v>24-08-2016</c:v>
                </c:pt>
                <c:pt idx="4148">
                  <c:v>25-08-2016</c:v>
                </c:pt>
                <c:pt idx="4149">
                  <c:v>26-08-2016</c:v>
                </c:pt>
                <c:pt idx="4150">
                  <c:v>29-08-2016</c:v>
                </c:pt>
                <c:pt idx="4151">
                  <c:v>30-08-2016</c:v>
                </c:pt>
                <c:pt idx="4152">
                  <c:v>31-08-2016</c:v>
                </c:pt>
                <c:pt idx="4153">
                  <c:v>01-09-2016</c:v>
                </c:pt>
                <c:pt idx="4154">
                  <c:v>02-09-2016</c:v>
                </c:pt>
                <c:pt idx="4155">
                  <c:v>06-09-2016</c:v>
                </c:pt>
                <c:pt idx="4156">
                  <c:v>07-09-2016</c:v>
                </c:pt>
                <c:pt idx="4157">
                  <c:v>08-09-2016</c:v>
                </c:pt>
                <c:pt idx="4158">
                  <c:v>09-09-2016</c:v>
                </c:pt>
                <c:pt idx="4159">
                  <c:v>12-09-2016</c:v>
                </c:pt>
                <c:pt idx="4160">
                  <c:v>14-09-2016</c:v>
                </c:pt>
                <c:pt idx="4161">
                  <c:v>15-09-2016</c:v>
                </c:pt>
                <c:pt idx="4162">
                  <c:v>16-09-2016</c:v>
                </c:pt>
                <c:pt idx="4163">
                  <c:v>19-09-2016</c:v>
                </c:pt>
                <c:pt idx="4164">
                  <c:v>20-09-2016</c:v>
                </c:pt>
                <c:pt idx="4165">
                  <c:v>21-09-2016</c:v>
                </c:pt>
                <c:pt idx="4166">
                  <c:v>22-09-2016</c:v>
                </c:pt>
                <c:pt idx="4167">
                  <c:v>23-09-2016</c:v>
                </c:pt>
                <c:pt idx="4168">
                  <c:v>26-09-2016</c:v>
                </c:pt>
                <c:pt idx="4169">
                  <c:v>27-09-2016</c:v>
                </c:pt>
                <c:pt idx="4170">
                  <c:v>28-09-2016</c:v>
                </c:pt>
                <c:pt idx="4171">
                  <c:v>29-09-2016</c:v>
                </c:pt>
                <c:pt idx="4172">
                  <c:v>30-09-2016</c:v>
                </c:pt>
                <c:pt idx="4173">
                  <c:v>03-10-2016</c:v>
                </c:pt>
                <c:pt idx="4174">
                  <c:v>04-10-2016</c:v>
                </c:pt>
                <c:pt idx="4175">
                  <c:v>05-10-2016</c:v>
                </c:pt>
                <c:pt idx="4176">
                  <c:v>06-10-2016</c:v>
                </c:pt>
                <c:pt idx="4177">
                  <c:v>07-10-2016</c:v>
                </c:pt>
                <c:pt idx="4178">
                  <c:v>10-10-2016</c:v>
                </c:pt>
                <c:pt idx="4179">
                  <c:v>13-10-2016</c:v>
                </c:pt>
                <c:pt idx="4180">
                  <c:v>14-10-2016</c:v>
                </c:pt>
                <c:pt idx="4181">
                  <c:v>17-10-2016</c:v>
                </c:pt>
                <c:pt idx="4182">
                  <c:v>18-10-2016</c:v>
                </c:pt>
                <c:pt idx="4183">
                  <c:v>19-10-2016</c:v>
                </c:pt>
                <c:pt idx="4184">
                  <c:v>20-10-2016</c:v>
                </c:pt>
                <c:pt idx="4185">
                  <c:v>21-10-2016</c:v>
                </c:pt>
                <c:pt idx="4186">
                  <c:v>24-10-2016</c:v>
                </c:pt>
                <c:pt idx="4187">
                  <c:v>25-10-2016</c:v>
                </c:pt>
                <c:pt idx="4188">
                  <c:v>26-10-2016</c:v>
                </c:pt>
                <c:pt idx="4189">
                  <c:v>27-10-2016</c:v>
                </c:pt>
                <c:pt idx="4190">
                  <c:v>28-10-2016</c:v>
                </c:pt>
                <c:pt idx="4191">
                  <c:v>30-10-2016</c:v>
                </c:pt>
                <c:pt idx="4192">
                  <c:v>01-11-2016</c:v>
                </c:pt>
                <c:pt idx="4193">
                  <c:v>02-11-2016</c:v>
                </c:pt>
                <c:pt idx="4194">
                  <c:v>03-11-2016</c:v>
                </c:pt>
                <c:pt idx="4195">
                  <c:v>04-11-2016</c:v>
                </c:pt>
                <c:pt idx="4196">
                  <c:v>07-11-2016</c:v>
                </c:pt>
                <c:pt idx="4197">
                  <c:v>08-11-2016</c:v>
                </c:pt>
                <c:pt idx="4198">
                  <c:v>09-11-2016</c:v>
                </c:pt>
                <c:pt idx="4199">
                  <c:v>10-11-2016</c:v>
                </c:pt>
                <c:pt idx="4200">
                  <c:v>11-11-2016</c:v>
                </c:pt>
                <c:pt idx="4201">
                  <c:v>15-11-2016</c:v>
                </c:pt>
                <c:pt idx="4202">
                  <c:v>16-11-2016</c:v>
                </c:pt>
                <c:pt idx="4203">
                  <c:v>17-11-2016</c:v>
                </c:pt>
                <c:pt idx="4204">
                  <c:v>18-11-2016</c:v>
                </c:pt>
                <c:pt idx="4205">
                  <c:v>21-11-2016</c:v>
                </c:pt>
                <c:pt idx="4206">
                  <c:v>22-11-2016</c:v>
                </c:pt>
                <c:pt idx="4207">
                  <c:v>23-11-2016</c:v>
                </c:pt>
                <c:pt idx="4208">
                  <c:v>24-11-2016</c:v>
                </c:pt>
                <c:pt idx="4209">
                  <c:v>25-11-2016</c:v>
                </c:pt>
                <c:pt idx="4210">
                  <c:v>28-11-2016</c:v>
                </c:pt>
                <c:pt idx="4211">
                  <c:v>29-11-2016</c:v>
                </c:pt>
                <c:pt idx="4212">
                  <c:v>30-11-2016</c:v>
                </c:pt>
                <c:pt idx="4213">
                  <c:v>01-12-2016</c:v>
                </c:pt>
                <c:pt idx="4214">
                  <c:v>02-12-2016</c:v>
                </c:pt>
                <c:pt idx="4215">
                  <c:v>05-12-2016</c:v>
                </c:pt>
                <c:pt idx="4216">
                  <c:v>06-12-2016</c:v>
                </c:pt>
                <c:pt idx="4217">
                  <c:v>07-12-2016</c:v>
                </c:pt>
                <c:pt idx="4218">
                  <c:v>08-12-2016</c:v>
                </c:pt>
                <c:pt idx="4219">
                  <c:v>09-12-2016</c:v>
                </c:pt>
                <c:pt idx="4220">
                  <c:v>12-12-2016</c:v>
                </c:pt>
                <c:pt idx="4221">
                  <c:v>13-12-2016</c:v>
                </c:pt>
                <c:pt idx="4222">
                  <c:v>14-12-2016</c:v>
                </c:pt>
                <c:pt idx="4223">
                  <c:v>15-12-2016</c:v>
                </c:pt>
                <c:pt idx="4224">
                  <c:v>16-12-2016</c:v>
                </c:pt>
                <c:pt idx="4225">
                  <c:v>19-12-2016</c:v>
                </c:pt>
                <c:pt idx="4226">
                  <c:v>20-12-2016</c:v>
                </c:pt>
                <c:pt idx="4227">
                  <c:v>21-12-2016</c:v>
                </c:pt>
                <c:pt idx="4228">
                  <c:v>22-12-2016</c:v>
                </c:pt>
                <c:pt idx="4229">
                  <c:v>23-12-2016</c:v>
                </c:pt>
                <c:pt idx="4230">
                  <c:v>26-12-2016</c:v>
                </c:pt>
                <c:pt idx="4231">
                  <c:v>27-12-2016</c:v>
                </c:pt>
                <c:pt idx="4232">
                  <c:v>28-12-2016</c:v>
                </c:pt>
                <c:pt idx="4233">
                  <c:v>29-12-2016</c:v>
                </c:pt>
                <c:pt idx="4234">
                  <c:v>30-12-2016</c:v>
                </c:pt>
                <c:pt idx="4235">
                  <c:v>02-01-2017</c:v>
                </c:pt>
                <c:pt idx="4236">
                  <c:v>03-01-2017</c:v>
                </c:pt>
                <c:pt idx="4237">
                  <c:v>04-01-2017</c:v>
                </c:pt>
                <c:pt idx="4238">
                  <c:v>05-01-2017</c:v>
                </c:pt>
                <c:pt idx="4239">
                  <c:v>06-01-2017</c:v>
                </c:pt>
                <c:pt idx="4240">
                  <c:v>09-01-2017</c:v>
                </c:pt>
                <c:pt idx="4241">
                  <c:v>10-01-2017</c:v>
                </c:pt>
                <c:pt idx="4242">
                  <c:v>11-01-2017</c:v>
                </c:pt>
                <c:pt idx="4243">
                  <c:v>12-01-2017</c:v>
                </c:pt>
                <c:pt idx="4244">
                  <c:v>13-01-2017</c:v>
                </c:pt>
                <c:pt idx="4245">
                  <c:v>16-01-2017</c:v>
                </c:pt>
                <c:pt idx="4246">
                  <c:v>17-01-2017</c:v>
                </c:pt>
                <c:pt idx="4247">
                  <c:v>18-01-2017</c:v>
                </c:pt>
                <c:pt idx="4248">
                  <c:v>19-01-2017</c:v>
                </c:pt>
                <c:pt idx="4249">
                  <c:v>20-01-2017</c:v>
                </c:pt>
                <c:pt idx="4250">
                  <c:v>23-01-2017</c:v>
                </c:pt>
                <c:pt idx="4251">
                  <c:v>24-01-2017</c:v>
                </c:pt>
                <c:pt idx="4252">
                  <c:v>25-01-2017</c:v>
                </c:pt>
                <c:pt idx="4253">
                  <c:v>27-01-2017</c:v>
                </c:pt>
                <c:pt idx="4254">
                  <c:v>30-01-2017</c:v>
                </c:pt>
                <c:pt idx="4255">
                  <c:v>31-01-2017</c:v>
                </c:pt>
                <c:pt idx="4256">
                  <c:v>01-02-2017</c:v>
                </c:pt>
                <c:pt idx="4257">
                  <c:v>02-02-2017</c:v>
                </c:pt>
                <c:pt idx="4258">
                  <c:v>03-02-2017</c:v>
                </c:pt>
                <c:pt idx="4259">
                  <c:v>06-02-2017</c:v>
                </c:pt>
                <c:pt idx="4260">
                  <c:v>07-02-2017</c:v>
                </c:pt>
                <c:pt idx="4261">
                  <c:v>08-02-2017</c:v>
                </c:pt>
                <c:pt idx="4262">
                  <c:v>09-02-2017</c:v>
                </c:pt>
                <c:pt idx="4263">
                  <c:v>10-02-2017</c:v>
                </c:pt>
                <c:pt idx="4264">
                  <c:v>13-02-2017</c:v>
                </c:pt>
                <c:pt idx="4265">
                  <c:v>14-02-2017</c:v>
                </c:pt>
                <c:pt idx="4266">
                  <c:v>15-02-2017</c:v>
                </c:pt>
                <c:pt idx="4267">
                  <c:v>16-02-2017</c:v>
                </c:pt>
                <c:pt idx="4268">
                  <c:v>17-02-2017</c:v>
                </c:pt>
                <c:pt idx="4269">
                  <c:v>20-02-2017</c:v>
                </c:pt>
                <c:pt idx="4270">
                  <c:v>21-02-2017</c:v>
                </c:pt>
                <c:pt idx="4271">
                  <c:v>22-02-2017</c:v>
                </c:pt>
                <c:pt idx="4272">
                  <c:v>23-02-2017</c:v>
                </c:pt>
                <c:pt idx="4273">
                  <c:v>27-02-2017</c:v>
                </c:pt>
                <c:pt idx="4274">
                  <c:v>28-02-2017</c:v>
                </c:pt>
                <c:pt idx="4275">
                  <c:v>01-03-2017</c:v>
                </c:pt>
                <c:pt idx="4276">
                  <c:v>02-03-2017</c:v>
                </c:pt>
                <c:pt idx="4277">
                  <c:v>03-03-2017</c:v>
                </c:pt>
                <c:pt idx="4278">
                  <c:v>06-03-2017</c:v>
                </c:pt>
                <c:pt idx="4279">
                  <c:v>07-03-2017</c:v>
                </c:pt>
                <c:pt idx="4280">
                  <c:v>08-03-2017</c:v>
                </c:pt>
                <c:pt idx="4281">
                  <c:v>09-03-2017</c:v>
                </c:pt>
                <c:pt idx="4282">
                  <c:v>10-03-2017</c:v>
                </c:pt>
                <c:pt idx="4283">
                  <c:v>14-03-2017</c:v>
                </c:pt>
                <c:pt idx="4284">
                  <c:v>15-03-2017</c:v>
                </c:pt>
                <c:pt idx="4285">
                  <c:v>16-03-2017</c:v>
                </c:pt>
                <c:pt idx="4286">
                  <c:v>17-03-2017</c:v>
                </c:pt>
                <c:pt idx="4287">
                  <c:v>20-03-2017</c:v>
                </c:pt>
                <c:pt idx="4288">
                  <c:v>21-03-2017</c:v>
                </c:pt>
                <c:pt idx="4289">
                  <c:v>22-03-2017</c:v>
                </c:pt>
                <c:pt idx="4290">
                  <c:v>23-03-2017</c:v>
                </c:pt>
                <c:pt idx="4291">
                  <c:v>24-03-2017</c:v>
                </c:pt>
                <c:pt idx="4292">
                  <c:v>27-03-2017</c:v>
                </c:pt>
                <c:pt idx="4293">
                  <c:v>28-03-2017</c:v>
                </c:pt>
                <c:pt idx="4294">
                  <c:v>29-03-2017</c:v>
                </c:pt>
                <c:pt idx="4295">
                  <c:v>30-03-2017</c:v>
                </c:pt>
                <c:pt idx="4296">
                  <c:v>31-03-2017</c:v>
                </c:pt>
                <c:pt idx="4297">
                  <c:v>03-04-2017</c:v>
                </c:pt>
                <c:pt idx="4298">
                  <c:v>05-04-2017</c:v>
                </c:pt>
                <c:pt idx="4299">
                  <c:v>06-04-2017</c:v>
                </c:pt>
                <c:pt idx="4300">
                  <c:v>07-04-2017</c:v>
                </c:pt>
                <c:pt idx="4301">
                  <c:v>10-04-2017</c:v>
                </c:pt>
                <c:pt idx="4302">
                  <c:v>11-04-2017</c:v>
                </c:pt>
                <c:pt idx="4303">
                  <c:v>12-04-2017</c:v>
                </c:pt>
                <c:pt idx="4304">
                  <c:v>13-04-2017</c:v>
                </c:pt>
                <c:pt idx="4305">
                  <c:v>17-04-2017</c:v>
                </c:pt>
                <c:pt idx="4306">
                  <c:v>18-04-2017</c:v>
                </c:pt>
                <c:pt idx="4307">
                  <c:v>19-04-2017</c:v>
                </c:pt>
                <c:pt idx="4308">
                  <c:v>20-04-2017</c:v>
                </c:pt>
                <c:pt idx="4309">
                  <c:v>21-04-2017</c:v>
                </c:pt>
                <c:pt idx="4310">
                  <c:v>24-04-2017</c:v>
                </c:pt>
                <c:pt idx="4311">
                  <c:v>25-04-2017</c:v>
                </c:pt>
                <c:pt idx="4312">
                  <c:v>26-04-2017</c:v>
                </c:pt>
                <c:pt idx="4313">
                  <c:v>27-04-2017</c:v>
                </c:pt>
                <c:pt idx="4314">
                  <c:v>28-04-2017</c:v>
                </c:pt>
                <c:pt idx="4315">
                  <c:v>02-05-2017</c:v>
                </c:pt>
                <c:pt idx="4316">
                  <c:v>03-05-2017</c:v>
                </c:pt>
                <c:pt idx="4317">
                  <c:v>04-05-2017</c:v>
                </c:pt>
                <c:pt idx="4318">
                  <c:v>05-05-2017</c:v>
                </c:pt>
                <c:pt idx="4319">
                  <c:v>08-05-2017</c:v>
                </c:pt>
                <c:pt idx="4320">
                  <c:v>09-05-2017</c:v>
                </c:pt>
                <c:pt idx="4321">
                  <c:v>10-05-2017</c:v>
                </c:pt>
                <c:pt idx="4322">
                  <c:v>11-05-2017</c:v>
                </c:pt>
                <c:pt idx="4323">
                  <c:v>12-05-2017</c:v>
                </c:pt>
                <c:pt idx="4324">
                  <c:v>15-05-2017</c:v>
                </c:pt>
                <c:pt idx="4325">
                  <c:v>16-05-2017</c:v>
                </c:pt>
                <c:pt idx="4326">
                  <c:v>17-05-2017</c:v>
                </c:pt>
                <c:pt idx="4327">
                  <c:v>18-05-2017</c:v>
                </c:pt>
                <c:pt idx="4328">
                  <c:v>19-05-2017</c:v>
                </c:pt>
                <c:pt idx="4329">
                  <c:v>22-05-2017</c:v>
                </c:pt>
                <c:pt idx="4330">
                  <c:v>23-05-2017</c:v>
                </c:pt>
                <c:pt idx="4331">
                  <c:v>24-05-2017</c:v>
                </c:pt>
                <c:pt idx="4332">
                  <c:v>25-05-2017</c:v>
                </c:pt>
                <c:pt idx="4333">
                  <c:v>26-05-2017</c:v>
                </c:pt>
                <c:pt idx="4334">
                  <c:v>29-05-2017</c:v>
                </c:pt>
                <c:pt idx="4335">
                  <c:v>30-05-2017</c:v>
                </c:pt>
                <c:pt idx="4336">
                  <c:v>31-05-2017</c:v>
                </c:pt>
                <c:pt idx="4337">
                  <c:v>01-06-2017</c:v>
                </c:pt>
                <c:pt idx="4338">
                  <c:v>02-06-2017</c:v>
                </c:pt>
                <c:pt idx="4339">
                  <c:v>05-06-2017</c:v>
                </c:pt>
                <c:pt idx="4340">
                  <c:v>06-06-2017</c:v>
                </c:pt>
                <c:pt idx="4341">
                  <c:v>07-06-2017</c:v>
                </c:pt>
                <c:pt idx="4342">
                  <c:v>08-06-2017</c:v>
                </c:pt>
                <c:pt idx="4343">
                  <c:v>09-06-2017</c:v>
                </c:pt>
                <c:pt idx="4344">
                  <c:v>12-06-2017</c:v>
                </c:pt>
                <c:pt idx="4345">
                  <c:v>13-06-2017</c:v>
                </c:pt>
                <c:pt idx="4346">
                  <c:v>14-06-2017</c:v>
                </c:pt>
                <c:pt idx="4347">
                  <c:v>15-06-2017</c:v>
                </c:pt>
                <c:pt idx="4348">
                  <c:v>16-06-2017</c:v>
                </c:pt>
                <c:pt idx="4349">
                  <c:v>19-06-2017</c:v>
                </c:pt>
                <c:pt idx="4350">
                  <c:v>20-06-2017</c:v>
                </c:pt>
                <c:pt idx="4351">
                  <c:v>21-06-2017</c:v>
                </c:pt>
                <c:pt idx="4352">
                  <c:v>22-06-2017</c:v>
                </c:pt>
                <c:pt idx="4353">
                  <c:v>23-06-2017</c:v>
                </c:pt>
                <c:pt idx="4354">
                  <c:v>27-06-2017</c:v>
                </c:pt>
                <c:pt idx="4355">
                  <c:v>28-06-2017</c:v>
                </c:pt>
                <c:pt idx="4356">
                  <c:v>29-06-2017</c:v>
                </c:pt>
                <c:pt idx="4357">
                  <c:v>30-06-2017</c:v>
                </c:pt>
                <c:pt idx="4358">
                  <c:v>03-07-2017</c:v>
                </c:pt>
                <c:pt idx="4359">
                  <c:v>04-07-2017</c:v>
                </c:pt>
                <c:pt idx="4360">
                  <c:v>05-07-2017</c:v>
                </c:pt>
                <c:pt idx="4361">
                  <c:v>06-07-2017</c:v>
                </c:pt>
                <c:pt idx="4362">
                  <c:v>07-07-2017</c:v>
                </c:pt>
                <c:pt idx="4363">
                  <c:v>10-07-2017</c:v>
                </c:pt>
                <c:pt idx="4364">
                  <c:v>11-07-2017</c:v>
                </c:pt>
                <c:pt idx="4365">
                  <c:v>12-07-2017</c:v>
                </c:pt>
                <c:pt idx="4366">
                  <c:v>13-07-2017</c:v>
                </c:pt>
                <c:pt idx="4367">
                  <c:v>14-07-2017</c:v>
                </c:pt>
                <c:pt idx="4368">
                  <c:v>17-07-2017</c:v>
                </c:pt>
                <c:pt idx="4369">
                  <c:v>18-07-2017</c:v>
                </c:pt>
                <c:pt idx="4370">
                  <c:v>19-07-2017</c:v>
                </c:pt>
                <c:pt idx="4371">
                  <c:v>20-07-2017</c:v>
                </c:pt>
                <c:pt idx="4372">
                  <c:v>21-07-2017</c:v>
                </c:pt>
                <c:pt idx="4373">
                  <c:v>24-07-2017</c:v>
                </c:pt>
                <c:pt idx="4374">
                  <c:v>25-07-2017</c:v>
                </c:pt>
                <c:pt idx="4375">
                  <c:v>26-07-2017</c:v>
                </c:pt>
                <c:pt idx="4376">
                  <c:v>27-07-2017</c:v>
                </c:pt>
                <c:pt idx="4377">
                  <c:v>28-07-2017</c:v>
                </c:pt>
                <c:pt idx="4378">
                  <c:v>31-07-2017</c:v>
                </c:pt>
                <c:pt idx="4379">
                  <c:v>01-08-2017</c:v>
                </c:pt>
                <c:pt idx="4380">
                  <c:v>02-08-2017</c:v>
                </c:pt>
                <c:pt idx="4381">
                  <c:v>03-08-2017</c:v>
                </c:pt>
                <c:pt idx="4382">
                  <c:v>04-08-2017</c:v>
                </c:pt>
                <c:pt idx="4383">
                  <c:v>07-08-2017</c:v>
                </c:pt>
                <c:pt idx="4384">
                  <c:v>08-08-2017</c:v>
                </c:pt>
                <c:pt idx="4385">
                  <c:v>09-08-2017</c:v>
                </c:pt>
                <c:pt idx="4386">
                  <c:v>10-08-2017</c:v>
                </c:pt>
                <c:pt idx="4387">
                  <c:v>11-08-2017</c:v>
                </c:pt>
                <c:pt idx="4388">
                  <c:v>14-08-2017</c:v>
                </c:pt>
                <c:pt idx="4389">
                  <c:v>16-08-2017</c:v>
                </c:pt>
                <c:pt idx="4390">
                  <c:v>17-08-2017</c:v>
                </c:pt>
                <c:pt idx="4391">
                  <c:v>18-08-2017</c:v>
                </c:pt>
                <c:pt idx="4392">
                  <c:v>21-08-2017</c:v>
                </c:pt>
                <c:pt idx="4393">
                  <c:v>22-08-2017</c:v>
                </c:pt>
                <c:pt idx="4394">
                  <c:v>23-08-2017</c:v>
                </c:pt>
                <c:pt idx="4395">
                  <c:v>24-08-2017</c:v>
                </c:pt>
                <c:pt idx="4396">
                  <c:v>28-08-2017</c:v>
                </c:pt>
                <c:pt idx="4397">
                  <c:v>29-08-2017</c:v>
                </c:pt>
                <c:pt idx="4398">
                  <c:v>30-08-2017</c:v>
                </c:pt>
                <c:pt idx="4399">
                  <c:v>31-08-2017</c:v>
                </c:pt>
                <c:pt idx="4400">
                  <c:v>01-09-2017</c:v>
                </c:pt>
                <c:pt idx="4401">
                  <c:v>04-09-2017</c:v>
                </c:pt>
                <c:pt idx="4402">
                  <c:v>05-09-2017</c:v>
                </c:pt>
                <c:pt idx="4403">
                  <c:v>06-09-2017</c:v>
                </c:pt>
                <c:pt idx="4404">
                  <c:v>07-09-2017</c:v>
                </c:pt>
                <c:pt idx="4405">
                  <c:v>08-09-2017</c:v>
                </c:pt>
                <c:pt idx="4406">
                  <c:v>11-09-2017</c:v>
                </c:pt>
                <c:pt idx="4407">
                  <c:v>12-09-2017</c:v>
                </c:pt>
                <c:pt idx="4408">
                  <c:v>13-09-2017</c:v>
                </c:pt>
                <c:pt idx="4409">
                  <c:v>14-09-2017</c:v>
                </c:pt>
                <c:pt idx="4410">
                  <c:v>15-09-2017</c:v>
                </c:pt>
                <c:pt idx="4411">
                  <c:v>18-09-2017</c:v>
                </c:pt>
                <c:pt idx="4412">
                  <c:v>19-09-2017</c:v>
                </c:pt>
                <c:pt idx="4413">
                  <c:v>20-09-2017</c:v>
                </c:pt>
                <c:pt idx="4414">
                  <c:v>21-09-2017</c:v>
                </c:pt>
                <c:pt idx="4415">
                  <c:v>22-09-2017</c:v>
                </c:pt>
                <c:pt idx="4416">
                  <c:v>25-09-2017</c:v>
                </c:pt>
                <c:pt idx="4417">
                  <c:v>26-09-2017</c:v>
                </c:pt>
                <c:pt idx="4418">
                  <c:v>27-09-2017</c:v>
                </c:pt>
                <c:pt idx="4419">
                  <c:v>28-09-2017</c:v>
                </c:pt>
                <c:pt idx="4420">
                  <c:v>29-09-2017</c:v>
                </c:pt>
                <c:pt idx="4421">
                  <c:v>03-10-2017</c:v>
                </c:pt>
                <c:pt idx="4422">
                  <c:v>04-10-2017</c:v>
                </c:pt>
                <c:pt idx="4423">
                  <c:v>05-10-2017</c:v>
                </c:pt>
                <c:pt idx="4424">
                  <c:v>06-10-2017</c:v>
                </c:pt>
                <c:pt idx="4425">
                  <c:v>09-10-2017</c:v>
                </c:pt>
                <c:pt idx="4426">
                  <c:v>10-10-2017</c:v>
                </c:pt>
                <c:pt idx="4427">
                  <c:v>11-10-2017</c:v>
                </c:pt>
                <c:pt idx="4428">
                  <c:v>12-10-2017</c:v>
                </c:pt>
                <c:pt idx="4429">
                  <c:v>13-10-2017</c:v>
                </c:pt>
                <c:pt idx="4430">
                  <c:v>16-10-2017</c:v>
                </c:pt>
                <c:pt idx="4431">
                  <c:v>17-10-2017</c:v>
                </c:pt>
                <c:pt idx="4432">
                  <c:v>18-10-2017</c:v>
                </c:pt>
                <c:pt idx="4433">
                  <c:v>19-10-2017</c:v>
                </c:pt>
                <c:pt idx="4434">
                  <c:v>23-10-2017</c:v>
                </c:pt>
                <c:pt idx="4435">
                  <c:v>24-10-2017</c:v>
                </c:pt>
                <c:pt idx="4436">
                  <c:v>25-10-2017</c:v>
                </c:pt>
                <c:pt idx="4437">
                  <c:v>26-10-2017</c:v>
                </c:pt>
                <c:pt idx="4438">
                  <c:v>27-10-2017</c:v>
                </c:pt>
                <c:pt idx="4439">
                  <c:v>30-10-2017</c:v>
                </c:pt>
                <c:pt idx="4440">
                  <c:v>31-10-2017</c:v>
                </c:pt>
                <c:pt idx="4441">
                  <c:v>01-11-2017</c:v>
                </c:pt>
                <c:pt idx="4442">
                  <c:v>02-11-2017</c:v>
                </c:pt>
                <c:pt idx="4443">
                  <c:v>03-11-2017</c:v>
                </c:pt>
                <c:pt idx="4444">
                  <c:v>06-11-2017</c:v>
                </c:pt>
                <c:pt idx="4445">
                  <c:v>07-11-2017</c:v>
                </c:pt>
                <c:pt idx="4446">
                  <c:v>08-11-2017</c:v>
                </c:pt>
                <c:pt idx="4447">
                  <c:v>09-11-2017</c:v>
                </c:pt>
                <c:pt idx="4448">
                  <c:v>10-11-2017</c:v>
                </c:pt>
                <c:pt idx="4449">
                  <c:v>13-11-2017</c:v>
                </c:pt>
                <c:pt idx="4450">
                  <c:v>14-11-2017</c:v>
                </c:pt>
                <c:pt idx="4451">
                  <c:v>15-11-2017</c:v>
                </c:pt>
                <c:pt idx="4452">
                  <c:v>16-11-2017</c:v>
                </c:pt>
                <c:pt idx="4453">
                  <c:v>17-11-2017</c:v>
                </c:pt>
                <c:pt idx="4454">
                  <c:v>20-11-2017</c:v>
                </c:pt>
                <c:pt idx="4455">
                  <c:v>21-11-2017</c:v>
                </c:pt>
                <c:pt idx="4456">
                  <c:v>22-11-2017</c:v>
                </c:pt>
                <c:pt idx="4457">
                  <c:v>23-11-2017</c:v>
                </c:pt>
                <c:pt idx="4458">
                  <c:v>24-11-2017</c:v>
                </c:pt>
                <c:pt idx="4459">
                  <c:v>27-11-2017</c:v>
                </c:pt>
                <c:pt idx="4460">
                  <c:v>28-11-2017</c:v>
                </c:pt>
                <c:pt idx="4461">
                  <c:v>29-11-2017</c:v>
                </c:pt>
                <c:pt idx="4462">
                  <c:v>30-11-2017</c:v>
                </c:pt>
                <c:pt idx="4463">
                  <c:v>01-12-2017</c:v>
                </c:pt>
                <c:pt idx="4464">
                  <c:v>04-12-2017</c:v>
                </c:pt>
                <c:pt idx="4465">
                  <c:v>05-12-2017</c:v>
                </c:pt>
                <c:pt idx="4466">
                  <c:v>06-12-2017</c:v>
                </c:pt>
                <c:pt idx="4467">
                  <c:v>07-12-2017</c:v>
                </c:pt>
                <c:pt idx="4468">
                  <c:v>08-12-2017</c:v>
                </c:pt>
                <c:pt idx="4469">
                  <c:v>11-12-2017</c:v>
                </c:pt>
                <c:pt idx="4470">
                  <c:v>12-12-2017</c:v>
                </c:pt>
                <c:pt idx="4471">
                  <c:v>13-12-2017</c:v>
                </c:pt>
                <c:pt idx="4472">
                  <c:v>14-12-2017</c:v>
                </c:pt>
                <c:pt idx="4473">
                  <c:v>15-12-2017</c:v>
                </c:pt>
                <c:pt idx="4474">
                  <c:v>18-12-2017</c:v>
                </c:pt>
                <c:pt idx="4475">
                  <c:v>19-12-2017</c:v>
                </c:pt>
                <c:pt idx="4476">
                  <c:v>20-12-2017</c:v>
                </c:pt>
                <c:pt idx="4477">
                  <c:v>21-12-2017</c:v>
                </c:pt>
                <c:pt idx="4478">
                  <c:v>22-12-2017</c:v>
                </c:pt>
                <c:pt idx="4479">
                  <c:v>26-12-2017</c:v>
                </c:pt>
                <c:pt idx="4480">
                  <c:v>27-12-2017</c:v>
                </c:pt>
                <c:pt idx="4481">
                  <c:v>28-12-2017</c:v>
                </c:pt>
                <c:pt idx="4482">
                  <c:v>29-12-2017</c:v>
                </c:pt>
                <c:pt idx="4483">
                  <c:v>01-01-2018</c:v>
                </c:pt>
                <c:pt idx="4484">
                  <c:v>02-01-2018</c:v>
                </c:pt>
                <c:pt idx="4485">
                  <c:v>03-01-2018</c:v>
                </c:pt>
                <c:pt idx="4486">
                  <c:v>04-01-2018</c:v>
                </c:pt>
                <c:pt idx="4487">
                  <c:v>05-01-2018</c:v>
                </c:pt>
                <c:pt idx="4488">
                  <c:v>08-01-2018</c:v>
                </c:pt>
                <c:pt idx="4489">
                  <c:v>09-01-2018</c:v>
                </c:pt>
                <c:pt idx="4490">
                  <c:v>10-01-2018</c:v>
                </c:pt>
                <c:pt idx="4491">
                  <c:v>11-01-2018</c:v>
                </c:pt>
                <c:pt idx="4492">
                  <c:v>12-01-2018</c:v>
                </c:pt>
                <c:pt idx="4493">
                  <c:v>15-01-2018</c:v>
                </c:pt>
                <c:pt idx="4494">
                  <c:v>16-01-2018</c:v>
                </c:pt>
                <c:pt idx="4495">
                  <c:v>17-01-2018</c:v>
                </c:pt>
                <c:pt idx="4496">
                  <c:v>18-01-2018</c:v>
                </c:pt>
                <c:pt idx="4497">
                  <c:v>19-01-2018</c:v>
                </c:pt>
                <c:pt idx="4498">
                  <c:v>22-01-2018</c:v>
                </c:pt>
                <c:pt idx="4499">
                  <c:v>23-01-2018</c:v>
                </c:pt>
                <c:pt idx="4500">
                  <c:v>24-01-2018</c:v>
                </c:pt>
                <c:pt idx="4501">
                  <c:v>25-01-2018</c:v>
                </c:pt>
                <c:pt idx="4502">
                  <c:v>29-01-2018</c:v>
                </c:pt>
                <c:pt idx="4503">
                  <c:v>30-01-2018</c:v>
                </c:pt>
                <c:pt idx="4504">
                  <c:v>31-01-2018</c:v>
                </c:pt>
                <c:pt idx="4505">
                  <c:v>01-02-2018</c:v>
                </c:pt>
                <c:pt idx="4506">
                  <c:v>02-02-2018</c:v>
                </c:pt>
                <c:pt idx="4507">
                  <c:v>05-02-2018</c:v>
                </c:pt>
                <c:pt idx="4508">
                  <c:v>06-02-2018</c:v>
                </c:pt>
                <c:pt idx="4509">
                  <c:v>07-02-2018</c:v>
                </c:pt>
                <c:pt idx="4510">
                  <c:v>08-02-2018</c:v>
                </c:pt>
                <c:pt idx="4511">
                  <c:v>09-02-2018</c:v>
                </c:pt>
                <c:pt idx="4512">
                  <c:v>12-02-2018</c:v>
                </c:pt>
                <c:pt idx="4513">
                  <c:v>14-02-2018</c:v>
                </c:pt>
                <c:pt idx="4514">
                  <c:v>15-02-2018</c:v>
                </c:pt>
                <c:pt idx="4515">
                  <c:v>16-02-2018</c:v>
                </c:pt>
                <c:pt idx="4516">
                  <c:v>19-02-2018</c:v>
                </c:pt>
                <c:pt idx="4517">
                  <c:v>20-02-2018</c:v>
                </c:pt>
                <c:pt idx="4518">
                  <c:v>21-02-2018</c:v>
                </c:pt>
                <c:pt idx="4519">
                  <c:v>22-02-2018</c:v>
                </c:pt>
                <c:pt idx="4520">
                  <c:v>23-02-2018</c:v>
                </c:pt>
                <c:pt idx="4521">
                  <c:v>26-02-2018</c:v>
                </c:pt>
                <c:pt idx="4522">
                  <c:v>27-02-2018</c:v>
                </c:pt>
                <c:pt idx="4523">
                  <c:v>28-02-2018</c:v>
                </c:pt>
                <c:pt idx="4524">
                  <c:v>01-03-2018</c:v>
                </c:pt>
                <c:pt idx="4525">
                  <c:v>05-03-2018</c:v>
                </c:pt>
                <c:pt idx="4526">
                  <c:v>06-03-2018</c:v>
                </c:pt>
                <c:pt idx="4527">
                  <c:v>07-03-2018</c:v>
                </c:pt>
                <c:pt idx="4528">
                  <c:v>08-03-2018</c:v>
                </c:pt>
                <c:pt idx="4529">
                  <c:v>09-03-2018</c:v>
                </c:pt>
                <c:pt idx="4530">
                  <c:v>12-03-2018</c:v>
                </c:pt>
                <c:pt idx="4531">
                  <c:v>13-03-2018</c:v>
                </c:pt>
                <c:pt idx="4532">
                  <c:v>14-03-2018</c:v>
                </c:pt>
                <c:pt idx="4533">
                  <c:v>15-03-2018</c:v>
                </c:pt>
                <c:pt idx="4534">
                  <c:v>16-03-2018</c:v>
                </c:pt>
                <c:pt idx="4535">
                  <c:v>19-03-2018</c:v>
                </c:pt>
                <c:pt idx="4536">
                  <c:v>20-03-2018</c:v>
                </c:pt>
                <c:pt idx="4537">
                  <c:v>21-03-2018</c:v>
                </c:pt>
                <c:pt idx="4538">
                  <c:v>22-03-2018</c:v>
                </c:pt>
                <c:pt idx="4539">
                  <c:v>23-03-2018</c:v>
                </c:pt>
                <c:pt idx="4540">
                  <c:v>26-03-2018</c:v>
                </c:pt>
                <c:pt idx="4541">
                  <c:v>27-03-2018</c:v>
                </c:pt>
                <c:pt idx="4542">
                  <c:v>28-03-2018</c:v>
                </c:pt>
                <c:pt idx="4543">
                  <c:v>02-04-2018</c:v>
                </c:pt>
                <c:pt idx="4544">
                  <c:v>03-04-2018</c:v>
                </c:pt>
                <c:pt idx="4545">
                  <c:v>04-04-2018</c:v>
                </c:pt>
                <c:pt idx="4546">
                  <c:v>05-04-2018</c:v>
                </c:pt>
                <c:pt idx="4547">
                  <c:v>06-04-2018</c:v>
                </c:pt>
                <c:pt idx="4548">
                  <c:v>09-04-2018</c:v>
                </c:pt>
                <c:pt idx="4549">
                  <c:v>10-04-2018</c:v>
                </c:pt>
                <c:pt idx="4550">
                  <c:v>11-04-2018</c:v>
                </c:pt>
                <c:pt idx="4551">
                  <c:v>12-04-2018</c:v>
                </c:pt>
                <c:pt idx="4552">
                  <c:v>13-04-2018</c:v>
                </c:pt>
                <c:pt idx="4553">
                  <c:v>16-04-2018</c:v>
                </c:pt>
                <c:pt idx="4554">
                  <c:v>17-04-2018</c:v>
                </c:pt>
                <c:pt idx="4555">
                  <c:v>18-04-2018</c:v>
                </c:pt>
                <c:pt idx="4556">
                  <c:v>19-04-2018</c:v>
                </c:pt>
                <c:pt idx="4557">
                  <c:v>20-04-2018</c:v>
                </c:pt>
                <c:pt idx="4558">
                  <c:v>23-04-2018</c:v>
                </c:pt>
                <c:pt idx="4559">
                  <c:v>24-04-2018</c:v>
                </c:pt>
                <c:pt idx="4560">
                  <c:v>25-04-2018</c:v>
                </c:pt>
                <c:pt idx="4561">
                  <c:v>26-04-2018</c:v>
                </c:pt>
                <c:pt idx="4562">
                  <c:v>27-04-2018</c:v>
                </c:pt>
                <c:pt idx="4563">
                  <c:v>30-04-2018</c:v>
                </c:pt>
                <c:pt idx="4564">
                  <c:v>02-05-2018</c:v>
                </c:pt>
                <c:pt idx="4565">
                  <c:v>03-05-2018</c:v>
                </c:pt>
                <c:pt idx="4566">
                  <c:v>04-05-2018</c:v>
                </c:pt>
                <c:pt idx="4567">
                  <c:v>07-05-2018</c:v>
                </c:pt>
                <c:pt idx="4568">
                  <c:v>08-05-2018</c:v>
                </c:pt>
                <c:pt idx="4569">
                  <c:v>09-05-2018</c:v>
                </c:pt>
                <c:pt idx="4570">
                  <c:v>10-05-2018</c:v>
                </c:pt>
                <c:pt idx="4571">
                  <c:v>11-05-2018</c:v>
                </c:pt>
                <c:pt idx="4572">
                  <c:v>14-05-2018</c:v>
                </c:pt>
                <c:pt idx="4573">
                  <c:v>15-05-2018</c:v>
                </c:pt>
                <c:pt idx="4574">
                  <c:v>16-05-2018</c:v>
                </c:pt>
                <c:pt idx="4575">
                  <c:v>17-05-2018</c:v>
                </c:pt>
                <c:pt idx="4576">
                  <c:v>18-05-2018</c:v>
                </c:pt>
                <c:pt idx="4577">
                  <c:v>21-05-2018</c:v>
                </c:pt>
                <c:pt idx="4578">
                  <c:v>22-05-2018</c:v>
                </c:pt>
                <c:pt idx="4579">
                  <c:v>23-05-2018</c:v>
                </c:pt>
                <c:pt idx="4580">
                  <c:v>24-05-2018</c:v>
                </c:pt>
                <c:pt idx="4581">
                  <c:v>25-05-2018</c:v>
                </c:pt>
                <c:pt idx="4582">
                  <c:v>28-05-2018</c:v>
                </c:pt>
                <c:pt idx="4583">
                  <c:v>29-05-2018</c:v>
                </c:pt>
                <c:pt idx="4584">
                  <c:v>30-05-2018</c:v>
                </c:pt>
                <c:pt idx="4585">
                  <c:v>31-05-2018</c:v>
                </c:pt>
                <c:pt idx="4586">
                  <c:v>01-06-2018</c:v>
                </c:pt>
                <c:pt idx="4587">
                  <c:v>04-06-2018</c:v>
                </c:pt>
                <c:pt idx="4588">
                  <c:v>05-06-2018</c:v>
                </c:pt>
                <c:pt idx="4589">
                  <c:v>06-06-2018</c:v>
                </c:pt>
                <c:pt idx="4590">
                  <c:v>07-06-2018</c:v>
                </c:pt>
                <c:pt idx="4591">
                  <c:v>08-06-2018</c:v>
                </c:pt>
                <c:pt idx="4592">
                  <c:v>11-06-2018</c:v>
                </c:pt>
                <c:pt idx="4593">
                  <c:v>12-06-2018</c:v>
                </c:pt>
                <c:pt idx="4594">
                  <c:v>13-06-2018</c:v>
                </c:pt>
                <c:pt idx="4595">
                  <c:v>14-06-2018</c:v>
                </c:pt>
                <c:pt idx="4596">
                  <c:v>15-06-2018</c:v>
                </c:pt>
                <c:pt idx="4597">
                  <c:v>18-06-2018</c:v>
                </c:pt>
                <c:pt idx="4598">
                  <c:v>19-06-2018</c:v>
                </c:pt>
                <c:pt idx="4599">
                  <c:v>20-06-2018</c:v>
                </c:pt>
                <c:pt idx="4600">
                  <c:v>21-06-2018</c:v>
                </c:pt>
                <c:pt idx="4601">
                  <c:v>22-06-2018</c:v>
                </c:pt>
                <c:pt idx="4602">
                  <c:v>25-06-2018</c:v>
                </c:pt>
                <c:pt idx="4603">
                  <c:v>26-06-2018</c:v>
                </c:pt>
                <c:pt idx="4604">
                  <c:v>27-06-2018</c:v>
                </c:pt>
                <c:pt idx="4605">
                  <c:v>28-06-2018</c:v>
                </c:pt>
                <c:pt idx="4606">
                  <c:v>29-06-2018</c:v>
                </c:pt>
                <c:pt idx="4607">
                  <c:v>02-07-2018</c:v>
                </c:pt>
                <c:pt idx="4608">
                  <c:v>03-07-2018</c:v>
                </c:pt>
                <c:pt idx="4609">
                  <c:v>04-07-2018</c:v>
                </c:pt>
                <c:pt idx="4610">
                  <c:v>05-07-2018</c:v>
                </c:pt>
                <c:pt idx="4611">
                  <c:v>06-07-2018</c:v>
                </c:pt>
                <c:pt idx="4612">
                  <c:v>09-07-2018</c:v>
                </c:pt>
                <c:pt idx="4613">
                  <c:v>10-07-2018</c:v>
                </c:pt>
                <c:pt idx="4614">
                  <c:v>11-07-2018</c:v>
                </c:pt>
                <c:pt idx="4615">
                  <c:v>12-07-2018</c:v>
                </c:pt>
                <c:pt idx="4616">
                  <c:v>13-07-2018</c:v>
                </c:pt>
                <c:pt idx="4617">
                  <c:v>16-07-2018</c:v>
                </c:pt>
                <c:pt idx="4618">
                  <c:v>17-07-2018</c:v>
                </c:pt>
                <c:pt idx="4619">
                  <c:v>18-07-2018</c:v>
                </c:pt>
                <c:pt idx="4620">
                  <c:v>19-07-2018</c:v>
                </c:pt>
                <c:pt idx="4621">
                  <c:v>20-07-2018</c:v>
                </c:pt>
                <c:pt idx="4622">
                  <c:v>23-07-2018</c:v>
                </c:pt>
                <c:pt idx="4623">
                  <c:v>24-07-2018</c:v>
                </c:pt>
                <c:pt idx="4624">
                  <c:v>25-07-2018</c:v>
                </c:pt>
                <c:pt idx="4625">
                  <c:v>26-07-2018</c:v>
                </c:pt>
                <c:pt idx="4626">
                  <c:v>27-07-2018</c:v>
                </c:pt>
                <c:pt idx="4627">
                  <c:v>30-07-2018</c:v>
                </c:pt>
                <c:pt idx="4628">
                  <c:v>31-07-2018</c:v>
                </c:pt>
                <c:pt idx="4629">
                  <c:v>01-08-2018</c:v>
                </c:pt>
                <c:pt idx="4630">
                  <c:v>02-08-2018</c:v>
                </c:pt>
                <c:pt idx="4631">
                  <c:v>03-08-2018</c:v>
                </c:pt>
                <c:pt idx="4632">
                  <c:v>06-08-2018</c:v>
                </c:pt>
                <c:pt idx="4633">
                  <c:v>07-08-2018</c:v>
                </c:pt>
                <c:pt idx="4634">
                  <c:v>08-08-2018</c:v>
                </c:pt>
                <c:pt idx="4635">
                  <c:v>09-08-2018</c:v>
                </c:pt>
                <c:pt idx="4636">
                  <c:v>10-08-2018</c:v>
                </c:pt>
                <c:pt idx="4637">
                  <c:v>13-08-2018</c:v>
                </c:pt>
                <c:pt idx="4638">
                  <c:v>14-08-2018</c:v>
                </c:pt>
                <c:pt idx="4639">
                  <c:v>16-08-2018</c:v>
                </c:pt>
                <c:pt idx="4640">
                  <c:v>17-08-2018</c:v>
                </c:pt>
                <c:pt idx="4641">
                  <c:v>20-08-2018</c:v>
                </c:pt>
                <c:pt idx="4642">
                  <c:v>21-08-2018</c:v>
                </c:pt>
                <c:pt idx="4643">
                  <c:v>23-08-2018</c:v>
                </c:pt>
                <c:pt idx="4644">
                  <c:v>24-08-2018</c:v>
                </c:pt>
                <c:pt idx="4645">
                  <c:v>27-08-2018</c:v>
                </c:pt>
                <c:pt idx="4646">
                  <c:v>28-08-2018</c:v>
                </c:pt>
                <c:pt idx="4647">
                  <c:v>29-08-2018</c:v>
                </c:pt>
                <c:pt idx="4648">
                  <c:v>30-08-2018</c:v>
                </c:pt>
                <c:pt idx="4649">
                  <c:v>31-08-2018</c:v>
                </c:pt>
                <c:pt idx="4650">
                  <c:v>03-09-2018</c:v>
                </c:pt>
                <c:pt idx="4651">
                  <c:v>04-09-2018</c:v>
                </c:pt>
                <c:pt idx="4652">
                  <c:v>05-09-2018</c:v>
                </c:pt>
                <c:pt idx="4653">
                  <c:v>06-09-2018</c:v>
                </c:pt>
                <c:pt idx="4654">
                  <c:v>07-09-2018</c:v>
                </c:pt>
                <c:pt idx="4655">
                  <c:v>10-09-2018</c:v>
                </c:pt>
                <c:pt idx="4656">
                  <c:v>11-09-2018</c:v>
                </c:pt>
                <c:pt idx="4657">
                  <c:v>12-09-2018</c:v>
                </c:pt>
                <c:pt idx="4658">
                  <c:v>14-09-2018</c:v>
                </c:pt>
                <c:pt idx="4659">
                  <c:v>17-09-2018</c:v>
                </c:pt>
                <c:pt idx="4660">
                  <c:v>18-09-2018</c:v>
                </c:pt>
                <c:pt idx="4661">
                  <c:v>19-09-2018</c:v>
                </c:pt>
                <c:pt idx="4662">
                  <c:v>21-09-2018</c:v>
                </c:pt>
                <c:pt idx="4663">
                  <c:v>24-09-2018</c:v>
                </c:pt>
                <c:pt idx="4664">
                  <c:v>25-09-2018</c:v>
                </c:pt>
                <c:pt idx="4665">
                  <c:v>26-09-2018</c:v>
                </c:pt>
                <c:pt idx="4666">
                  <c:v>27-09-2018</c:v>
                </c:pt>
                <c:pt idx="4667">
                  <c:v>28-09-2018</c:v>
                </c:pt>
                <c:pt idx="4668">
                  <c:v>01-10-2018</c:v>
                </c:pt>
                <c:pt idx="4669">
                  <c:v>03-10-2018</c:v>
                </c:pt>
                <c:pt idx="4670">
                  <c:v>04-10-2018</c:v>
                </c:pt>
                <c:pt idx="4671">
                  <c:v>05-10-2018</c:v>
                </c:pt>
                <c:pt idx="4672">
                  <c:v>08-10-2018</c:v>
                </c:pt>
                <c:pt idx="4673">
                  <c:v>09-10-2018</c:v>
                </c:pt>
                <c:pt idx="4674">
                  <c:v>10-10-2018</c:v>
                </c:pt>
                <c:pt idx="4675">
                  <c:v>11-10-2018</c:v>
                </c:pt>
                <c:pt idx="4676">
                  <c:v>12-10-2018</c:v>
                </c:pt>
                <c:pt idx="4677">
                  <c:v>15-10-2018</c:v>
                </c:pt>
                <c:pt idx="4678">
                  <c:v>16-10-2018</c:v>
                </c:pt>
                <c:pt idx="4679">
                  <c:v>17-10-2018</c:v>
                </c:pt>
                <c:pt idx="4680">
                  <c:v>19-10-2018</c:v>
                </c:pt>
                <c:pt idx="4681">
                  <c:v>22-10-2018</c:v>
                </c:pt>
                <c:pt idx="4682">
                  <c:v>23-10-2018</c:v>
                </c:pt>
                <c:pt idx="4683">
                  <c:v>24-10-2018</c:v>
                </c:pt>
                <c:pt idx="4684">
                  <c:v>25-10-2018</c:v>
                </c:pt>
                <c:pt idx="4685">
                  <c:v>26-10-2018</c:v>
                </c:pt>
                <c:pt idx="4686">
                  <c:v>29-10-2018</c:v>
                </c:pt>
                <c:pt idx="4687">
                  <c:v>30-10-2018</c:v>
                </c:pt>
                <c:pt idx="4688">
                  <c:v>31-10-2018</c:v>
                </c:pt>
                <c:pt idx="4689">
                  <c:v>01-11-2018</c:v>
                </c:pt>
                <c:pt idx="4690">
                  <c:v>02-11-2018</c:v>
                </c:pt>
                <c:pt idx="4691">
                  <c:v>05-11-2018</c:v>
                </c:pt>
                <c:pt idx="4692">
                  <c:v>06-11-2018</c:v>
                </c:pt>
                <c:pt idx="4693">
                  <c:v>07-11-2018</c:v>
                </c:pt>
                <c:pt idx="4694">
                  <c:v>09-11-2018</c:v>
                </c:pt>
                <c:pt idx="4695">
                  <c:v>12-11-2018</c:v>
                </c:pt>
                <c:pt idx="4696">
                  <c:v>13-11-2018</c:v>
                </c:pt>
                <c:pt idx="4697">
                  <c:v>14-11-2018</c:v>
                </c:pt>
                <c:pt idx="4698">
                  <c:v>15-11-2018</c:v>
                </c:pt>
                <c:pt idx="4699">
                  <c:v>16-11-2018</c:v>
                </c:pt>
                <c:pt idx="4700">
                  <c:v>19-11-2018</c:v>
                </c:pt>
                <c:pt idx="4701">
                  <c:v>20-11-2018</c:v>
                </c:pt>
                <c:pt idx="4702">
                  <c:v>21-11-2018</c:v>
                </c:pt>
                <c:pt idx="4703">
                  <c:v>22-11-2018</c:v>
                </c:pt>
                <c:pt idx="4704">
                  <c:v>26-11-2018</c:v>
                </c:pt>
                <c:pt idx="4705">
                  <c:v>27-11-2018</c:v>
                </c:pt>
                <c:pt idx="4706">
                  <c:v>28-11-2018</c:v>
                </c:pt>
                <c:pt idx="4707">
                  <c:v>29-11-2018</c:v>
                </c:pt>
                <c:pt idx="4708">
                  <c:v>30-11-2018</c:v>
                </c:pt>
                <c:pt idx="4709">
                  <c:v>03-12-2018</c:v>
                </c:pt>
                <c:pt idx="4710">
                  <c:v>04-12-2018</c:v>
                </c:pt>
                <c:pt idx="4711">
                  <c:v>05-12-2018</c:v>
                </c:pt>
                <c:pt idx="4712">
                  <c:v>06-12-2018</c:v>
                </c:pt>
                <c:pt idx="4713">
                  <c:v>07-12-2018</c:v>
                </c:pt>
                <c:pt idx="4714">
                  <c:v>10-12-2018</c:v>
                </c:pt>
                <c:pt idx="4715">
                  <c:v>11-12-2018</c:v>
                </c:pt>
                <c:pt idx="4716">
                  <c:v>12-12-2018</c:v>
                </c:pt>
                <c:pt idx="4717">
                  <c:v>13-12-2018</c:v>
                </c:pt>
                <c:pt idx="4718">
                  <c:v>14-12-2018</c:v>
                </c:pt>
                <c:pt idx="4719">
                  <c:v>17-12-2018</c:v>
                </c:pt>
                <c:pt idx="4720">
                  <c:v>18-12-2018</c:v>
                </c:pt>
                <c:pt idx="4721">
                  <c:v>19-12-2018</c:v>
                </c:pt>
                <c:pt idx="4722">
                  <c:v>20-12-2018</c:v>
                </c:pt>
                <c:pt idx="4723">
                  <c:v>21-12-2018</c:v>
                </c:pt>
                <c:pt idx="4724">
                  <c:v>24-12-2018</c:v>
                </c:pt>
                <c:pt idx="4725">
                  <c:v>26-12-2018</c:v>
                </c:pt>
                <c:pt idx="4726">
                  <c:v>27-12-2018</c:v>
                </c:pt>
                <c:pt idx="4727">
                  <c:v>28-12-2018</c:v>
                </c:pt>
                <c:pt idx="4728">
                  <c:v>31-12-2018</c:v>
                </c:pt>
                <c:pt idx="4729">
                  <c:v>01-01-2019</c:v>
                </c:pt>
                <c:pt idx="4730">
                  <c:v>02-01-2019</c:v>
                </c:pt>
                <c:pt idx="4731">
                  <c:v>03-01-2019</c:v>
                </c:pt>
                <c:pt idx="4732">
                  <c:v>04-01-2019</c:v>
                </c:pt>
                <c:pt idx="4733">
                  <c:v>07-01-2019</c:v>
                </c:pt>
                <c:pt idx="4734">
                  <c:v>08-01-2019</c:v>
                </c:pt>
                <c:pt idx="4735">
                  <c:v>09-01-2019</c:v>
                </c:pt>
                <c:pt idx="4736">
                  <c:v>10-01-2019</c:v>
                </c:pt>
                <c:pt idx="4737">
                  <c:v>11-01-2019</c:v>
                </c:pt>
                <c:pt idx="4738">
                  <c:v>14-01-2019</c:v>
                </c:pt>
                <c:pt idx="4739">
                  <c:v>15-01-2019</c:v>
                </c:pt>
                <c:pt idx="4740">
                  <c:v>16-01-2019</c:v>
                </c:pt>
                <c:pt idx="4741">
                  <c:v>17-01-2019</c:v>
                </c:pt>
                <c:pt idx="4742">
                  <c:v>18-01-2019</c:v>
                </c:pt>
                <c:pt idx="4743">
                  <c:v>21-01-2019</c:v>
                </c:pt>
                <c:pt idx="4744">
                  <c:v>22-01-2019</c:v>
                </c:pt>
                <c:pt idx="4745">
                  <c:v>23-01-2019</c:v>
                </c:pt>
                <c:pt idx="4746">
                  <c:v>24-01-2019</c:v>
                </c:pt>
                <c:pt idx="4747">
                  <c:v>25-01-2019</c:v>
                </c:pt>
                <c:pt idx="4748">
                  <c:v>28-01-2019</c:v>
                </c:pt>
                <c:pt idx="4749">
                  <c:v>29-01-2019</c:v>
                </c:pt>
                <c:pt idx="4750">
                  <c:v>30-01-2019</c:v>
                </c:pt>
                <c:pt idx="4751">
                  <c:v>31-01-2019</c:v>
                </c:pt>
                <c:pt idx="4752">
                  <c:v>01-02-2019</c:v>
                </c:pt>
                <c:pt idx="4753">
                  <c:v>04-02-2019</c:v>
                </c:pt>
                <c:pt idx="4754">
                  <c:v>05-02-2019</c:v>
                </c:pt>
                <c:pt idx="4755">
                  <c:v>06-02-2019</c:v>
                </c:pt>
                <c:pt idx="4756">
                  <c:v>07-02-2019</c:v>
                </c:pt>
                <c:pt idx="4757">
                  <c:v>08-02-2019</c:v>
                </c:pt>
                <c:pt idx="4758">
                  <c:v>11-02-2019</c:v>
                </c:pt>
                <c:pt idx="4759">
                  <c:v>12-02-2019</c:v>
                </c:pt>
                <c:pt idx="4760">
                  <c:v>13-02-2019</c:v>
                </c:pt>
                <c:pt idx="4761">
                  <c:v>14-02-2019</c:v>
                </c:pt>
                <c:pt idx="4762">
                  <c:v>15-02-2019</c:v>
                </c:pt>
                <c:pt idx="4763">
                  <c:v>18-02-2019</c:v>
                </c:pt>
                <c:pt idx="4764">
                  <c:v>19-02-2019</c:v>
                </c:pt>
                <c:pt idx="4765">
                  <c:v>20-02-2019</c:v>
                </c:pt>
                <c:pt idx="4766">
                  <c:v>21-02-2019</c:v>
                </c:pt>
                <c:pt idx="4767">
                  <c:v>22-02-2019</c:v>
                </c:pt>
                <c:pt idx="4768">
                  <c:v>25-02-2019</c:v>
                </c:pt>
                <c:pt idx="4769">
                  <c:v>26-02-2019</c:v>
                </c:pt>
                <c:pt idx="4770">
                  <c:v>27-02-2019</c:v>
                </c:pt>
                <c:pt idx="4771">
                  <c:v>28-02-2019</c:v>
                </c:pt>
                <c:pt idx="4772">
                  <c:v>01-03-2019</c:v>
                </c:pt>
                <c:pt idx="4773">
                  <c:v>05-03-2019</c:v>
                </c:pt>
                <c:pt idx="4774">
                  <c:v>06-03-2019</c:v>
                </c:pt>
                <c:pt idx="4775">
                  <c:v>07-03-2019</c:v>
                </c:pt>
                <c:pt idx="4776">
                  <c:v>08-03-2019</c:v>
                </c:pt>
                <c:pt idx="4777">
                  <c:v>11-03-2019</c:v>
                </c:pt>
                <c:pt idx="4778">
                  <c:v>12-03-2019</c:v>
                </c:pt>
                <c:pt idx="4779">
                  <c:v>13-03-2019</c:v>
                </c:pt>
                <c:pt idx="4780">
                  <c:v>14-03-2019</c:v>
                </c:pt>
                <c:pt idx="4781">
                  <c:v>15-03-2019</c:v>
                </c:pt>
                <c:pt idx="4782">
                  <c:v>18-03-2019</c:v>
                </c:pt>
                <c:pt idx="4783">
                  <c:v>19-03-2019</c:v>
                </c:pt>
                <c:pt idx="4784">
                  <c:v>20-03-2019</c:v>
                </c:pt>
                <c:pt idx="4785">
                  <c:v>22-03-2019</c:v>
                </c:pt>
                <c:pt idx="4786">
                  <c:v>25-03-2019</c:v>
                </c:pt>
                <c:pt idx="4787">
                  <c:v>26-03-2019</c:v>
                </c:pt>
                <c:pt idx="4788">
                  <c:v>27-03-2019</c:v>
                </c:pt>
                <c:pt idx="4789">
                  <c:v>28-03-2019</c:v>
                </c:pt>
                <c:pt idx="4790">
                  <c:v>29-03-2019</c:v>
                </c:pt>
                <c:pt idx="4791">
                  <c:v>01-04-2019</c:v>
                </c:pt>
                <c:pt idx="4792">
                  <c:v>02-04-2019</c:v>
                </c:pt>
                <c:pt idx="4793">
                  <c:v>03-04-2019</c:v>
                </c:pt>
                <c:pt idx="4794">
                  <c:v>04-04-2019</c:v>
                </c:pt>
                <c:pt idx="4795">
                  <c:v>05-04-2019</c:v>
                </c:pt>
                <c:pt idx="4796">
                  <c:v>08-04-2019</c:v>
                </c:pt>
                <c:pt idx="4797">
                  <c:v>09-04-2019</c:v>
                </c:pt>
                <c:pt idx="4798">
                  <c:v>10-04-2019</c:v>
                </c:pt>
                <c:pt idx="4799">
                  <c:v>11-04-2019</c:v>
                </c:pt>
                <c:pt idx="4800">
                  <c:v>12-04-2019</c:v>
                </c:pt>
                <c:pt idx="4801">
                  <c:v>15-04-2019</c:v>
                </c:pt>
                <c:pt idx="4802">
                  <c:v>16-04-2019</c:v>
                </c:pt>
                <c:pt idx="4803">
                  <c:v>18-04-2019</c:v>
                </c:pt>
                <c:pt idx="4804">
                  <c:v>22-04-2019</c:v>
                </c:pt>
                <c:pt idx="4805">
                  <c:v>23-04-2019</c:v>
                </c:pt>
                <c:pt idx="4806">
                  <c:v>24-04-2019</c:v>
                </c:pt>
                <c:pt idx="4807">
                  <c:v>25-04-2019</c:v>
                </c:pt>
                <c:pt idx="4808">
                  <c:v>26-04-2019</c:v>
                </c:pt>
                <c:pt idx="4809">
                  <c:v>30-04-2019</c:v>
                </c:pt>
                <c:pt idx="4810">
                  <c:v>02-05-2019</c:v>
                </c:pt>
                <c:pt idx="4811">
                  <c:v>03-05-2019</c:v>
                </c:pt>
                <c:pt idx="4812">
                  <c:v>06-05-2019</c:v>
                </c:pt>
                <c:pt idx="4813">
                  <c:v>07-05-2019</c:v>
                </c:pt>
                <c:pt idx="4814">
                  <c:v>08-05-2019</c:v>
                </c:pt>
                <c:pt idx="4815">
                  <c:v>09-05-2019</c:v>
                </c:pt>
                <c:pt idx="4816">
                  <c:v>10-05-2019</c:v>
                </c:pt>
                <c:pt idx="4817">
                  <c:v>13-05-2019</c:v>
                </c:pt>
                <c:pt idx="4818">
                  <c:v>14-05-2019</c:v>
                </c:pt>
                <c:pt idx="4819">
                  <c:v>15-05-2019</c:v>
                </c:pt>
                <c:pt idx="4820">
                  <c:v>16-05-2019</c:v>
                </c:pt>
                <c:pt idx="4821">
                  <c:v>17-05-2019</c:v>
                </c:pt>
                <c:pt idx="4822">
                  <c:v>20-05-2019</c:v>
                </c:pt>
                <c:pt idx="4823">
                  <c:v>21-05-2019</c:v>
                </c:pt>
                <c:pt idx="4824">
                  <c:v>22-05-2019</c:v>
                </c:pt>
                <c:pt idx="4825">
                  <c:v>23-05-2019</c:v>
                </c:pt>
                <c:pt idx="4826">
                  <c:v>24-05-2019</c:v>
                </c:pt>
                <c:pt idx="4827">
                  <c:v>27-05-2019</c:v>
                </c:pt>
                <c:pt idx="4828">
                  <c:v>28-05-2019</c:v>
                </c:pt>
                <c:pt idx="4829">
                  <c:v>29-05-2019</c:v>
                </c:pt>
                <c:pt idx="4830">
                  <c:v>30-05-2019</c:v>
                </c:pt>
                <c:pt idx="4831">
                  <c:v>31-05-2019</c:v>
                </c:pt>
                <c:pt idx="4832">
                  <c:v>03-06-2019</c:v>
                </c:pt>
                <c:pt idx="4833">
                  <c:v>04-06-2019</c:v>
                </c:pt>
                <c:pt idx="4834">
                  <c:v>06-06-2019</c:v>
                </c:pt>
                <c:pt idx="4835">
                  <c:v>07-06-2019</c:v>
                </c:pt>
                <c:pt idx="4836">
                  <c:v>10-06-2019</c:v>
                </c:pt>
                <c:pt idx="4837">
                  <c:v>11-06-2019</c:v>
                </c:pt>
                <c:pt idx="4838">
                  <c:v>12-06-2019</c:v>
                </c:pt>
                <c:pt idx="4839">
                  <c:v>13-06-2019</c:v>
                </c:pt>
                <c:pt idx="4840">
                  <c:v>14-06-2019</c:v>
                </c:pt>
                <c:pt idx="4841">
                  <c:v>17-06-2019</c:v>
                </c:pt>
                <c:pt idx="4842">
                  <c:v>18-06-2019</c:v>
                </c:pt>
                <c:pt idx="4843">
                  <c:v>19-06-2019</c:v>
                </c:pt>
                <c:pt idx="4844">
                  <c:v>20-06-2019</c:v>
                </c:pt>
                <c:pt idx="4845">
                  <c:v>21-06-2019</c:v>
                </c:pt>
                <c:pt idx="4846">
                  <c:v>24-06-2019</c:v>
                </c:pt>
                <c:pt idx="4847">
                  <c:v>25-06-2019</c:v>
                </c:pt>
                <c:pt idx="4848">
                  <c:v>26-06-2019</c:v>
                </c:pt>
                <c:pt idx="4849">
                  <c:v>27-06-2019</c:v>
                </c:pt>
                <c:pt idx="4850">
                  <c:v>28-06-2019</c:v>
                </c:pt>
                <c:pt idx="4851">
                  <c:v>01-07-2019</c:v>
                </c:pt>
                <c:pt idx="4852">
                  <c:v>02-07-2019</c:v>
                </c:pt>
                <c:pt idx="4853">
                  <c:v>03-07-2019</c:v>
                </c:pt>
                <c:pt idx="4854">
                  <c:v>04-07-2019</c:v>
                </c:pt>
                <c:pt idx="4855">
                  <c:v>05-07-2019</c:v>
                </c:pt>
                <c:pt idx="4856">
                  <c:v>08-07-2019</c:v>
                </c:pt>
                <c:pt idx="4857">
                  <c:v>09-07-2019</c:v>
                </c:pt>
                <c:pt idx="4858">
                  <c:v>10-07-2019</c:v>
                </c:pt>
                <c:pt idx="4859">
                  <c:v>11-07-2019</c:v>
                </c:pt>
                <c:pt idx="4860">
                  <c:v>12-07-2019</c:v>
                </c:pt>
                <c:pt idx="4861">
                  <c:v>15-07-2019</c:v>
                </c:pt>
                <c:pt idx="4862">
                  <c:v>16-07-2019</c:v>
                </c:pt>
                <c:pt idx="4863">
                  <c:v>17-07-2019</c:v>
                </c:pt>
                <c:pt idx="4864">
                  <c:v>18-07-2019</c:v>
                </c:pt>
                <c:pt idx="4865">
                  <c:v>19-07-2019</c:v>
                </c:pt>
                <c:pt idx="4866">
                  <c:v>22-07-2019</c:v>
                </c:pt>
                <c:pt idx="4867">
                  <c:v>23-07-2019</c:v>
                </c:pt>
                <c:pt idx="4868">
                  <c:v>24-07-2019</c:v>
                </c:pt>
                <c:pt idx="4869">
                  <c:v>25-07-2019</c:v>
                </c:pt>
                <c:pt idx="4870">
                  <c:v>26-07-2019</c:v>
                </c:pt>
                <c:pt idx="4871">
                  <c:v>29-07-2019</c:v>
                </c:pt>
                <c:pt idx="4872">
                  <c:v>30-07-2019</c:v>
                </c:pt>
                <c:pt idx="4873">
                  <c:v>31-07-2019</c:v>
                </c:pt>
                <c:pt idx="4874">
                  <c:v>01-08-2019</c:v>
                </c:pt>
                <c:pt idx="4875">
                  <c:v>02-08-2019</c:v>
                </c:pt>
                <c:pt idx="4876">
                  <c:v>05-08-2019</c:v>
                </c:pt>
                <c:pt idx="4877">
                  <c:v>06-08-2019</c:v>
                </c:pt>
                <c:pt idx="4878">
                  <c:v>07-08-2019</c:v>
                </c:pt>
                <c:pt idx="4879">
                  <c:v>08-08-2019</c:v>
                </c:pt>
                <c:pt idx="4880">
                  <c:v>09-08-2019</c:v>
                </c:pt>
                <c:pt idx="4881">
                  <c:v>13-08-2019</c:v>
                </c:pt>
                <c:pt idx="4882">
                  <c:v>14-08-2019</c:v>
                </c:pt>
                <c:pt idx="4883">
                  <c:v>16-08-2019</c:v>
                </c:pt>
                <c:pt idx="4884">
                  <c:v>19-08-2019</c:v>
                </c:pt>
                <c:pt idx="4885">
                  <c:v>20-08-2019</c:v>
                </c:pt>
                <c:pt idx="4886">
                  <c:v>21-08-2019</c:v>
                </c:pt>
                <c:pt idx="4887">
                  <c:v>22-08-2019</c:v>
                </c:pt>
                <c:pt idx="4888">
                  <c:v>23-08-2019</c:v>
                </c:pt>
                <c:pt idx="4889">
                  <c:v>26-08-2019</c:v>
                </c:pt>
                <c:pt idx="4890">
                  <c:v>27-08-2019</c:v>
                </c:pt>
                <c:pt idx="4891">
                  <c:v>28-08-2019</c:v>
                </c:pt>
                <c:pt idx="4892">
                  <c:v>29-08-2019</c:v>
                </c:pt>
                <c:pt idx="4893">
                  <c:v>30-08-2019</c:v>
                </c:pt>
                <c:pt idx="4894">
                  <c:v>03-09-2019</c:v>
                </c:pt>
                <c:pt idx="4895">
                  <c:v>04-09-2019</c:v>
                </c:pt>
                <c:pt idx="4896">
                  <c:v>05-09-2019</c:v>
                </c:pt>
                <c:pt idx="4897">
                  <c:v>06-09-2019</c:v>
                </c:pt>
                <c:pt idx="4898">
                  <c:v>09-09-2019</c:v>
                </c:pt>
                <c:pt idx="4899">
                  <c:v>11-09-2019</c:v>
                </c:pt>
                <c:pt idx="4900">
                  <c:v>12-09-2019</c:v>
                </c:pt>
                <c:pt idx="4901">
                  <c:v>13-09-2019</c:v>
                </c:pt>
                <c:pt idx="4902">
                  <c:v>16-09-2019</c:v>
                </c:pt>
                <c:pt idx="4903">
                  <c:v>17-09-2019</c:v>
                </c:pt>
                <c:pt idx="4904">
                  <c:v>18-09-2019</c:v>
                </c:pt>
                <c:pt idx="4905">
                  <c:v>19-09-2019</c:v>
                </c:pt>
                <c:pt idx="4906">
                  <c:v>20-09-2019</c:v>
                </c:pt>
                <c:pt idx="4907">
                  <c:v>23-09-2019</c:v>
                </c:pt>
                <c:pt idx="4908">
                  <c:v>24-09-2019</c:v>
                </c:pt>
                <c:pt idx="4909">
                  <c:v>25-09-2019</c:v>
                </c:pt>
                <c:pt idx="4910">
                  <c:v>26-09-2019</c:v>
                </c:pt>
                <c:pt idx="4911">
                  <c:v>27-09-2019</c:v>
                </c:pt>
                <c:pt idx="4912">
                  <c:v>30-09-2019</c:v>
                </c:pt>
                <c:pt idx="4913">
                  <c:v>01-10-2019</c:v>
                </c:pt>
                <c:pt idx="4914">
                  <c:v>03-10-2019</c:v>
                </c:pt>
                <c:pt idx="4915">
                  <c:v>04-10-2019</c:v>
                </c:pt>
                <c:pt idx="4916">
                  <c:v>07-10-2019</c:v>
                </c:pt>
                <c:pt idx="4917">
                  <c:v>09-10-2019</c:v>
                </c:pt>
                <c:pt idx="4918">
                  <c:v>10-10-2019</c:v>
                </c:pt>
                <c:pt idx="4919">
                  <c:v>11-10-2019</c:v>
                </c:pt>
                <c:pt idx="4920">
                  <c:v>14-10-2019</c:v>
                </c:pt>
                <c:pt idx="4921">
                  <c:v>15-10-2019</c:v>
                </c:pt>
                <c:pt idx="4922">
                  <c:v>16-10-2019</c:v>
                </c:pt>
                <c:pt idx="4923">
                  <c:v>17-10-2019</c:v>
                </c:pt>
                <c:pt idx="4924">
                  <c:v>18-10-2019</c:v>
                </c:pt>
                <c:pt idx="4925">
                  <c:v>22-10-2019</c:v>
                </c:pt>
                <c:pt idx="4926">
                  <c:v>23-10-2019</c:v>
                </c:pt>
                <c:pt idx="4927">
                  <c:v>24-10-2019</c:v>
                </c:pt>
                <c:pt idx="4928">
                  <c:v>25-10-2019</c:v>
                </c:pt>
                <c:pt idx="4929">
                  <c:v>27-10-2019</c:v>
                </c:pt>
                <c:pt idx="4930">
                  <c:v>29-10-2019</c:v>
                </c:pt>
                <c:pt idx="4931">
                  <c:v>30-10-2019</c:v>
                </c:pt>
                <c:pt idx="4932">
                  <c:v>31-10-2019</c:v>
                </c:pt>
                <c:pt idx="4933">
                  <c:v>01-11-2019</c:v>
                </c:pt>
                <c:pt idx="4934">
                  <c:v>04-11-2019</c:v>
                </c:pt>
                <c:pt idx="4935">
                  <c:v>05-11-2019</c:v>
                </c:pt>
                <c:pt idx="4936">
                  <c:v>06-11-2019</c:v>
                </c:pt>
                <c:pt idx="4937">
                  <c:v>07-11-2019</c:v>
                </c:pt>
                <c:pt idx="4938">
                  <c:v>08-11-2019</c:v>
                </c:pt>
                <c:pt idx="4939">
                  <c:v>11-11-2019</c:v>
                </c:pt>
                <c:pt idx="4940">
                  <c:v>13-11-2019</c:v>
                </c:pt>
                <c:pt idx="4941">
                  <c:v>14-11-2019</c:v>
                </c:pt>
                <c:pt idx="4942">
                  <c:v>15-11-2019</c:v>
                </c:pt>
                <c:pt idx="4943">
                  <c:v>18-11-2019</c:v>
                </c:pt>
                <c:pt idx="4944">
                  <c:v>19-11-2019</c:v>
                </c:pt>
                <c:pt idx="4945">
                  <c:v>20-11-2019</c:v>
                </c:pt>
                <c:pt idx="4946">
                  <c:v>21-11-2019</c:v>
                </c:pt>
                <c:pt idx="4947">
                  <c:v>22-11-2019</c:v>
                </c:pt>
                <c:pt idx="4948">
                  <c:v>25-11-2019</c:v>
                </c:pt>
                <c:pt idx="4949">
                  <c:v>26-11-2019</c:v>
                </c:pt>
                <c:pt idx="4950">
                  <c:v>27-11-2019</c:v>
                </c:pt>
                <c:pt idx="4951">
                  <c:v>28-11-2019</c:v>
                </c:pt>
                <c:pt idx="4952">
                  <c:v>29-11-2019</c:v>
                </c:pt>
                <c:pt idx="4953">
                  <c:v>02-12-2019</c:v>
                </c:pt>
                <c:pt idx="4954">
                  <c:v>03-12-2019</c:v>
                </c:pt>
                <c:pt idx="4955">
                  <c:v>04-12-2019</c:v>
                </c:pt>
                <c:pt idx="4956">
                  <c:v>05-12-2019</c:v>
                </c:pt>
                <c:pt idx="4957">
                  <c:v>06-12-2019</c:v>
                </c:pt>
                <c:pt idx="4958">
                  <c:v>09-12-2019</c:v>
                </c:pt>
                <c:pt idx="4959">
                  <c:v>10-12-2019</c:v>
                </c:pt>
                <c:pt idx="4960">
                  <c:v>11-12-2019</c:v>
                </c:pt>
                <c:pt idx="4961">
                  <c:v>12-12-2019</c:v>
                </c:pt>
                <c:pt idx="4962">
                  <c:v>13-12-2019</c:v>
                </c:pt>
                <c:pt idx="4963">
                  <c:v>16-12-2019</c:v>
                </c:pt>
                <c:pt idx="4964">
                  <c:v>17-12-2019</c:v>
                </c:pt>
                <c:pt idx="4965">
                  <c:v>18-12-2019</c:v>
                </c:pt>
                <c:pt idx="4966">
                  <c:v>19-12-2019</c:v>
                </c:pt>
                <c:pt idx="4967">
                  <c:v>20-12-2019</c:v>
                </c:pt>
                <c:pt idx="4968">
                  <c:v>23-12-2019</c:v>
                </c:pt>
                <c:pt idx="4969">
                  <c:v>24-12-2019</c:v>
                </c:pt>
                <c:pt idx="4970">
                  <c:v>26-12-2019</c:v>
                </c:pt>
                <c:pt idx="4971">
                  <c:v>27-12-2019</c:v>
                </c:pt>
                <c:pt idx="4972">
                  <c:v>30-12-2019</c:v>
                </c:pt>
                <c:pt idx="4973">
                  <c:v>31-12-2019</c:v>
                </c:pt>
                <c:pt idx="4974">
                  <c:v>01-01-2020</c:v>
                </c:pt>
                <c:pt idx="4975">
                  <c:v>02-01-2020</c:v>
                </c:pt>
                <c:pt idx="4976">
                  <c:v>03-01-2020</c:v>
                </c:pt>
                <c:pt idx="4977">
                  <c:v>06-01-2020</c:v>
                </c:pt>
                <c:pt idx="4978">
                  <c:v>07-01-2020</c:v>
                </c:pt>
                <c:pt idx="4979">
                  <c:v>08-01-2020</c:v>
                </c:pt>
                <c:pt idx="4980">
                  <c:v>09-01-2020</c:v>
                </c:pt>
                <c:pt idx="4981">
                  <c:v>10-01-2020</c:v>
                </c:pt>
                <c:pt idx="4982">
                  <c:v>13-01-2020</c:v>
                </c:pt>
                <c:pt idx="4983">
                  <c:v>14-01-2020</c:v>
                </c:pt>
                <c:pt idx="4984">
                  <c:v>15-01-2020</c:v>
                </c:pt>
                <c:pt idx="4985">
                  <c:v>16-01-2020</c:v>
                </c:pt>
                <c:pt idx="4986">
                  <c:v>17-01-2020</c:v>
                </c:pt>
                <c:pt idx="4987">
                  <c:v>20-01-2020</c:v>
                </c:pt>
                <c:pt idx="4988">
                  <c:v>21-01-2020</c:v>
                </c:pt>
                <c:pt idx="4989">
                  <c:v>22-01-2020</c:v>
                </c:pt>
                <c:pt idx="4990">
                  <c:v>23-01-2020</c:v>
                </c:pt>
                <c:pt idx="4991">
                  <c:v>24-01-2020</c:v>
                </c:pt>
                <c:pt idx="4992">
                  <c:v>27-01-2020</c:v>
                </c:pt>
                <c:pt idx="4993">
                  <c:v>28-01-2020</c:v>
                </c:pt>
                <c:pt idx="4994">
                  <c:v>29-01-2020</c:v>
                </c:pt>
                <c:pt idx="4995">
                  <c:v>30-01-2020</c:v>
                </c:pt>
                <c:pt idx="4996">
                  <c:v>31-01-2020</c:v>
                </c:pt>
                <c:pt idx="4997">
                  <c:v>01-02-2020</c:v>
                </c:pt>
                <c:pt idx="4998">
                  <c:v>03-02-2020</c:v>
                </c:pt>
                <c:pt idx="4999">
                  <c:v>04-02-2020</c:v>
                </c:pt>
                <c:pt idx="5000">
                  <c:v>05-02-2020</c:v>
                </c:pt>
                <c:pt idx="5001">
                  <c:v>06-02-2020</c:v>
                </c:pt>
                <c:pt idx="5002">
                  <c:v>07-02-2020</c:v>
                </c:pt>
                <c:pt idx="5003">
                  <c:v>10-02-2020</c:v>
                </c:pt>
                <c:pt idx="5004">
                  <c:v>11-02-2020</c:v>
                </c:pt>
                <c:pt idx="5005">
                  <c:v>12-02-2020</c:v>
                </c:pt>
                <c:pt idx="5006">
                  <c:v>13-02-2020</c:v>
                </c:pt>
                <c:pt idx="5007">
                  <c:v>14-02-2020</c:v>
                </c:pt>
                <c:pt idx="5008">
                  <c:v>17-02-2020</c:v>
                </c:pt>
                <c:pt idx="5009">
                  <c:v>18-02-2020</c:v>
                </c:pt>
                <c:pt idx="5010">
                  <c:v>19-02-2020</c:v>
                </c:pt>
                <c:pt idx="5011">
                  <c:v>20-02-2020</c:v>
                </c:pt>
                <c:pt idx="5012">
                  <c:v>24-02-2020</c:v>
                </c:pt>
                <c:pt idx="5013">
                  <c:v>25-02-2020</c:v>
                </c:pt>
                <c:pt idx="5014">
                  <c:v>26-02-2020</c:v>
                </c:pt>
                <c:pt idx="5015">
                  <c:v>27-02-2020</c:v>
                </c:pt>
                <c:pt idx="5016">
                  <c:v>28-02-2020</c:v>
                </c:pt>
                <c:pt idx="5017">
                  <c:v>02-03-2020</c:v>
                </c:pt>
                <c:pt idx="5018">
                  <c:v>03-03-2020</c:v>
                </c:pt>
                <c:pt idx="5019">
                  <c:v>04-03-2020</c:v>
                </c:pt>
                <c:pt idx="5020">
                  <c:v>05-03-2020</c:v>
                </c:pt>
                <c:pt idx="5021">
                  <c:v>06-03-2020</c:v>
                </c:pt>
                <c:pt idx="5022">
                  <c:v>09-03-2020</c:v>
                </c:pt>
                <c:pt idx="5023">
                  <c:v>11-03-2020</c:v>
                </c:pt>
                <c:pt idx="5024">
                  <c:v>12-03-2020</c:v>
                </c:pt>
                <c:pt idx="5025">
                  <c:v>13-03-2020</c:v>
                </c:pt>
                <c:pt idx="5026">
                  <c:v>16-03-2020</c:v>
                </c:pt>
                <c:pt idx="5027">
                  <c:v>17-03-2020</c:v>
                </c:pt>
                <c:pt idx="5028">
                  <c:v>18-03-2020</c:v>
                </c:pt>
                <c:pt idx="5029">
                  <c:v>19-03-2020</c:v>
                </c:pt>
                <c:pt idx="5030">
                  <c:v>20-03-2020</c:v>
                </c:pt>
                <c:pt idx="5031">
                  <c:v>23-03-2020</c:v>
                </c:pt>
                <c:pt idx="5032">
                  <c:v>24-03-2020</c:v>
                </c:pt>
                <c:pt idx="5033">
                  <c:v>25-03-2020</c:v>
                </c:pt>
                <c:pt idx="5034">
                  <c:v>26-03-2020</c:v>
                </c:pt>
                <c:pt idx="5035">
                  <c:v>27-03-2020</c:v>
                </c:pt>
                <c:pt idx="5036">
                  <c:v>30-03-2020</c:v>
                </c:pt>
                <c:pt idx="5037">
                  <c:v>31-03-2020</c:v>
                </c:pt>
                <c:pt idx="5038">
                  <c:v>01-04-2020</c:v>
                </c:pt>
                <c:pt idx="5039">
                  <c:v>03-04-2020</c:v>
                </c:pt>
                <c:pt idx="5040">
                  <c:v>07-04-2020</c:v>
                </c:pt>
                <c:pt idx="5041">
                  <c:v>08-04-2020</c:v>
                </c:pt>
                <c:pt idx="5042">
                  <c:v>09-04-2020</c:v>
                </c:pt>
                <c:pt idx="5043">
                  <c:v>13-04-2020</c:v>
                </c:pt>
                <c:pt idx="5044">
                  <c:v>15-04-2020</c:v>
                </c:pt>
                <c:pt idx="5045">
                  <c:v>16-04-2020</c:v>
                </c:pt>
                <c:pt idx="5046">
                  <c:v>17-04-2020</c:v>
                </c:pt>
                <c:pt idx="5047">
                  <c:v>20-04-2020</c:v>
                </c:pt>
                <c:pt idx="5048">
                  <c:v>21-04-2020</c:v>
                </c:pt>
                <c:pt idx="5049">
                  <c:v>22-04-2020</c:v>
                </c:pt>
                <c:pt idx="5050">
                  <c:v>23-04-2020</c:v>
                </c:pt>
                <c:pt idx="5051">
                  <c:v>24-04-2020</c:v>
                </c:pt>
                <c:pt idx="5052">
                  <c:v>27-04-2020</c:v>
                </c:pt>
                <c:pt idx="5053">
                  <c:v>28-04-2020</c:v>
                </c:pt>
                <c:pt idx="5054">
                  <c:v>29-04-2020</c:v>
                </c:pt>
                <c:pt idx="5055">
                  <c:v>30-04-2020</c:v>
                </c:pt>
                <c:pt idx="5056">
                  <c:v>04-05-2020</c:v>
                </c:pt>
                <c:pt idx="5057">
                  <c:v>05-05-2020</c:v>
                </c:pt>
                <c:pt idx="5058">
                  <c:v>06-05-2020</c:v>
                </c:pt>
                <c:pt idx="5059">
                  <c:v>07-05-2020</c:v>
                </c:pt>
                <c:pt idx="5060">
                  <c:v>08-05-2020</c:v>
                </c:pt>
                <c:pt idx="5061">
                  <c:v>11-05-2020</c:v>
                </c:pt>
                <c:pt idx="5062">
                  <c:v>12-05-2020</c:v>
                </c:pt>
                <c:pt idx="5063">
                  <c:v>13-05-2020</c:v>
                </c:pt>
                <c:pt idx="5064">
                  <c:v>14-05-2020</c:v>
                </c:pt>
                <c:pt idx="5065">
                  <c:v>15-05-2020</c:v>
                </c:pt>
                <c:pt idx="5066">
                  <c:v>18-05-2020</c:v>
                </c:pt>
                <c:pt idx="5067">
                  <c:v>19-05-2020</c:v>
                </c:pt>
                <c:pt idx="5068">
                  <c:v>20-05-2020</c:v>
                </c:pt>
                <c:pt idx="5069">
                  <c:v>21-05-2020</c:v>
                </c:pt>
                <c:pt idx="5070">
                  <c:v>22-05-2020</c:v>
                </c:pt>
                <c:pt idx="5071">
                  <c:v>26-05-2020</c:v>
                </c:pt>
                <c:pt idx="5072">
                  <c:v>27-05-2020</c:v>
                </c:pt>
                <c:pt idx="5073">
                  <c:v>28-05-2020</c:v>
                </c:pt>
                <c:pt idx="5074">
                  <c:v>29-05-2020</c:v>
                </c:pt>
                <c:pt idx="5075">
                  <c:v>01-06-2020</c:v>
                </c:pt>
                <c:pt idx="5076">
                  <c:v>02-06-2020</c:v>
                </c:pt>
                <c:pt idx="5077">
                  <c:v>03-06-2020</c:v>
                </c:pt>
                <c:pt idx="5078">
                  <c:v>04-06-2020</c:v>
                </c:pt>
                <c:pt idx="5079">
                  <c:v>05-06-2020</c:v>
                </c:pt>
                <c:pt idx="5080">
                  <c:v>08-06-2020</c:v>
                </c:pt>
                <c:pt idx="5081">
                  <c:v>09-06-2020</c:v>
                </c:pt>
                <c:pt idx="5082">
                  <c:v>10-06-2020</c:v>
                </c:pt>
                <c:pt idx="5083">
                  <c:v>11-06-2020</c:v>
                </c:pt>
                <c:pt idx="5084">
                  <c:v>12-06-2020</c:v>
                </c:pt>
                <c:pt idx="5085">
                  <c:v>15-06-2020</c:v>
                </c:pt>
                <c:pt idx="5086">
                  <c:v>16-06-2020</c:v>
                </c:pt>
                <c:pt idx="5087">
                  <c:v>17-06-2020</c:v>
                </c:pt>
                <c:pt idx="5088">
                  <c:v>18-06-2020</c:v>
                </c:pt>
                <c:pt idx="5089">
                  <c:v>19-06-2020</c:v>
                </c:pt>
                <c:pt idx="5090">
                  <c:v>22-06-2020</c:v>
                </c:pt>
                <c:pt idx="5091">
                  <c:v>23-06-2020</c:v>
                </c:pt>
                <c:pt idx="5092">
                  <c:v>24-06-2020</c:v>
                </c:pt>
                <c:pt idx="5093">
                  <c:v>25-06-2020</c:v>
                </c:pt>
                <c:pt idx="5094">
                  <c:v>26-06-2020</c:v>
                </c:pt>
                <c:pt idx="5095">
                  <c:v>29-06-2020</c:v>
                </c:pt>
                <c:pt idx="5096">
                  <c:v>30-06-2020</c:v>
                </c:pt>
                <c:pt idx="5097">
                  <c:v>01-07-2020</c:v>
                </c:pt>
                <c:pt idx="5098">
                  <c:v>02-07-2020</c:v>
                </c:pt>
                <c:pt idx="5099">
                  <c:v>03-07-2020</c:v>
                </c:pt>
                <c:pt idx="5100">
                  <c:v>06-07-2020</c:v>
                </c:pt>
                <c:pt idx="5101">
                  <c:v>07-07-2020</c:v>
                </c:pt>
                <c:pt idx="5102">
                  <c:v>08-07-2020</c:v>
                </c:pt>
                <c:pt idx="5103">
                  <c:v>09-07-2020</c:v>
                </c:pt>
                <c:pt idx="5104">
                  <c:v>10-07-2020</c:v>
                </c:pt>
                <c:pt idx="5105">
                  <c:v>13-07-2020</c:v>
                </c:pt>
                <c:pt idx="5106">
                  <c:v>14-07-2020</c:v>
                </c:pt>
                <c:pt idx="5107">
                  <c:v>15-07-2020</c:v>
                </c:pt>
                <c:pt idx="5108">
                  <c:v>16-07-2020</c:v>
                </c:pt>
                <c:pt idx="5109">
                  <c:v>17-07-2020</c:v>
                </c:pt>
                <c:pt idx="5110">
                  <c:v>20-07-2020</c:v>
                </c:pt>
                <c:pt idx="5111">
                  <c:v>21-07-2020</c:v>
                </c:pt>
                <c:pt idx="5112">
                  <c:v>22-07-2020</c:v>
                </c:pt>
                <c:pt idx="5113">
                  <c:v>23-07-2020</c:v>
                </c:pt>
                <c:pt idx="5114">
                  <c:v>24-07-2020</c:v>
                </c:pt>
                <c:pt idx="5115">
                  <c:v>27-07-2020</c:v>
                </c:pt>
                <c:pt idx="5116">
                  <c:v>28-07-2020</c:v>
                </c:pt>
                <c:pt idx="5117">
                  <c:v>29-07-2020</c:v>
                </c:pt>
                <c:pt idx="5118">
                  <c:v>30-07-2020</c:v>
                </c:pt>
                <c:pt idx="5119">
                  <c:v>31-07-2020</c:v>
                </c:pt>
                <c:pt idx="5120">
                  <c:v>03-08-2020</c:v>
                </c:pt>
                <c:pt idx="5121">
                  <c:v>04-08-2020</c:v>
                </c:pt>
                <c:pt idx="5122">
                  <c:v>05-08-2020</c:v>
                </c:pt>
                <c:pt idx="5123">
                  <c:v>06-08-2020</c:v>
                </c:pt>
                <c:pt idx="5124">
                  <c:v>07-08-2020</c:v>
                </c:pt>
                <c:pt idx="5125">
                  <c:v>10-08-2020</c:v>
                </c:pt>
                <c:pt idx="5126">
                  <c:v>11-08-2020</c:v>
                </c:pt>
                <c:pt idx="5127">
                  <c:v>12-08-2020</c:v>
                </c:pt>
                <c:pt idx="5128">
                  <c:v>13-08-2020</c:v>
                </c:pt>
                <c:pt idx="5129">
                  <c:v>14-08-2020</c:v>
                </c:pt>
                <c:pt idx="5130">
                  <c:v>17-08-2020</c:v>
                </c:pt>
                <c:pt idx="5131">
                  <c:v>18-08-2020</c:v>
                </c:pt>
                <c:pt idx="5132">
                  <c:v>19-08-2020</c:v>
                </c:pt>
                <c:pt idx="5133">
                  <c:v>20-08-2020</c:v>
                </c:pt>
                <c:pt idx="5134">
                  <c:v>21-08-2020</c:v>
                </c:pt>
                <c:pt idx="5135">
                  <c:v>24-08-2020</c:v>
                </c:pt>
                <c:pt idx="5136">
                  <c:v>25-08-2020</c:v>
                </c:pt>
                <c:pt idx="5137">
                  <c:v>26-08-2020</c:v>
                </c:pt>
                <c:pt idx="5138">
                  <c:v>27-08-2020</c:v>
                </c:pt>
                <c:pt idx="5139">
                  <c:v>28-08-2020</c:v>
                </c:pt>
                <c:pt idx="5140">
                  <c:v>31-08-2020</c:v>
                </c:pt>
                <c:pt idx="5141">
                  <c:v>01-09-2020</c:v>
                </c:pt>
                <c:pt idx="5142">
                  <c:v>02-09-2020</c:v>
                </c:pt>
                <c:pt idx="5143">
                  <c:v>03-09-2020</c:v>
                </c:pt>
                <c:pt idx="5144">
                  <c:v>04-09-2020</c:v>
                </c:pt>
                <c:pt idx="5145">
                  <c:v>07-09-2020</c:v>
                </c:pt>
                <c:pt idx="5146">
                  <c:v>08-09-2020</c:v>
                </c:pt>
                <c:pt idx="5147">
                  <c:v>09-09-2020</c:v>
                </c:pt>
                <c:pt idx="5148">
                  <c:v>10-09-2020</c:v>
                </c:pt>
                <c:pt idx="5149">
                  <c:v>11-09-2020</c:v>
                </c:pt>
                <c:pt idx="5150">
                  <c:v>14-09-2020</c:v>
                </c:pt>
                <c:pt idx="5151">
                  <c:v>15-09-2020</c:v>
                </c:pt>
                <c:pt idx="5152">
                  <c:v>16-09-2020</c:v>
                </c:pt>
                <c:pt idx="5153">
                  <c:v>17-09-2020</c:v>
                </c:pt>
                <c:pt idx="5154">
                  <c:v>18-09-2020</c:v>
                </c:pt>
                <c:pt idx="5155">
                  <c:v>21-09-2020</c:v>
                </c:pt>
                <c:pt idx="5156">
                  <c:v>22-09-2020</c:v>
                </c:pt>
                <c:pt idx="5157">
                  <c:v>23-09-2020</c:v>
                </c:pt>
                <c:pt idx="5158">
                  <c:v>24-09-2020</c:v>
                </c:pt>
                <c:pt idx="5159">
                  <c:v>25-09-2020</c:v>
                </c:pt>
                <c:pt idx="5160">
                  <c:v>28-09-2020</c:v>
                </c:pt>
                <c:pt idx="5161">
                  <c:v>29-09-2020</c:v>
                </c:pt>
                <c:pt idx="5162">
                  <c:v>30-09-2020</c:v>
                </c:pt>
                <c:pt idx="5163">
                  <c:v>01-10-2020</c:v>
                </c:pt>
                <c:pt idx="5164">
                  <c:v>05-10-2020</c:v>
                </c:pt>
                <c:pt idx="5165">
                  <c:v>06-10-2020</c:v>
                </c:pt>
                <c:pt idx="5166">
                  <c:v>07-10-2020</c:v>
                </c:pt>
                <c:pt idx="5167">
                  <c:v>08-10-2020</c:v>
                </c:pt>
                <c:pt idx="5168">
                  <c:v>09-10-2020</c:v>
                </c:pt>
                <c:pt idx="5169">
                  <c:v>12-10-2020</c:v>
                </c:pt>
                <c:pt idx="5170">
                  <c:v>13-10-2020</c:v>
                </c:pt>
                <c:pt idx="5171">
                  <c:v>14-10-2020</c:v>
                </c:pt>
                <c:pt idx="5172">
                  <c:v>15-10-2020</c:v>
                </c:pt>
                <c:pt idx="5173">
                  <c:v>16-10-2020</c:v>
                </c:pt>
                <c:pt idx="5174">
                  <c:v>19-10-2020</c:v>
                </c:pt>
                <c:pt idx="5175">
                  <c:v>20-10-2020</c:v>
                </c:pt>
                <c:pt idx="5176">
                  <c:v>21-10-2020</c:v>
                </c:pt>
                <c:pt idx="5177">
                  <c:v>22-10-2020</c:v>
                </c:pt>
                <c:pt idx="5178">
                  <c:v>23-10-2020</c:v>
                </c:pt>
                <c:pt idx="5179">
                  <c:v>26-10-2020</c:v>
                </c:pt>
                <c:pt idx="5180">
                  <c:v>27-10-2020</c:v>
                </c:pt>
                <c:pt idx="5181">
                  <c:v>28-10-2020</c:v>
                </c:pt>
                <c:pt idx="5182">
                  <c:v>29-10-2020</c:v>
                </c:pt>
                <c:pt idx="5183">
                  <c:v>30-10-2020</c:v>
                </c:pt>
                <c:pt idx="5184">
                  <c:v>02-11-2020</c:v>
                </c:pt>
                <c:pt idx="5185">
                  <c:v>03-11-2020</c:v>
                </c:pt>
                <c:pt idx="5186">
                  <c:v>04-11-2020</c:v>
                </c:pt>
                <c:pt idx="5187">
                  <c:v>05-11-2020</c:v>
                </c:pt>
                <c:pt idx="5188">
                  <c:v>06-11-2020</c:v>
                </c:pt>
                <c:pt idx="5189">
                  <c:v>09-11-2020</c:v>
                </c:pt>
                <c:pt idx="5190">
                  <c:v>10-11-2020</c:v>
                </c:pt>
                <c:pt idx="5191">
                  <c:v>11-11-2020</c:v>
                </c:pt>
                <c:pt idx="5192">
                  <c:v>12-11-2020</c:v>
                </c:pt>
                <c:pt idx="5193">
                  <c:v>13-11-2020</c:v>
                </c:pt>
                <c:pt idx="5194">
                  <c:v>14-11-2020</c:v>
                </c:pt>
                <c:pt idx="5195">
                  <c:v>17-11-2020</c:v>
                </c:pt>
                <c:pt idx="5196">
                  <c:v>18-11-2020</c:v>
                </c:pt>
                <c:pt idx="5197">
                  <c:v>19-11-2020</c:v>
                </c:pt>
                <c:pt idx="5198">
                  <c:v>20-11-2020</c:v>
                </c:pt>
                <c:pt idx="5199">
                  <c:v>23-11-2020</c:v>
                </c:pt>
                <c:pt idx="5200">
                  <c:v>24-11-2020</c:v>
                </c:pt>
                <c:pt idx="5201">
                  <c:v>25-11-2020</c:v>
                </c:pt>
                <c:pt idx="5202">
                  <c:v>26-11-2020</c:v>
                </c:pt>
                <c:pt idx="5203">
                  <c:v>27-11-2020</c:v>
                </c:pt>
                <c:pt idx="5204">
                  <c:v>01-12-2020</c:v>
                </c:pt>
                <c:pt idx="5205">
                  <c:v>02-12-2020</c:v>
                </c:pt>
                <c:pt idx="5206">
                  <c:v>03-12-2020</c:v>
                </c:pt>
                <c:pt idx="5207">
                  <c:v>04-12-2020</c:v>
                </c:pt>
                <c:pt idx="5208">
                  <c:v>07-12-2020</c:v>
                </c:pt>
                <c:pt idx="5209">
                  <c:v>08-12-2020</c:v>
                </c:pt>
                <c:pt idx="5210">
                  <c:v>09-12-2020</c:v>
                </c:pt>
                <c:pt idx="5211">
                  <c:v>10-12-2020</c:v>
                </c:pt>
                <c:pt idx="5212">
                  <c:v>11-12-2020</c:v>
                </c:pt>
                <c:pt idx="5213">
                  <c:v>14-12-2020</c:v>
                </c:pt>
                <c:pt idx="5214">
                  <c:v>15-12-2020</c:v>
                </c:pt>
                <c:pt idx="5215">
                  <c:v>16-12-2020</c:v>
                </c:pt>
                <c:pt idx="5216">
                  <c:v>17-12-2020</c:v>
                </c:pt>
                <c:pt idx="5217">
                  <c:v>18-12-2020</c:v>
                </c:pt>
                <c:pt idx="5218">
                  <c:v>21-12-2020</c:v>
                </c:pt>
                <c:pt idx="5219">
                  <c:v>22-12-2020</c:v>
                </c:pt>
                <c:pt idx="5220">
                  <c:v>23-12-2020</c:v>
                </c:pt>
                <c:pt idx="5221">
                  <c:v>24-12-2020</c:v>
                </c:pt>
                <c:pt idx="5222">
                  <c:v>28-12-2020</c:v>
                </c:pt>
                <c:pt idx="5223">
                  <c:v>29-12-2020</c:v>
                </c:pt>
                <c:pt idx="5224">
                  <c:v>30-12-2020</c:v>
                </c:pt>
                <c:pt idx="5225">
                  <c:v>31-12-2020</c:v>
                </c:pt>
                <c:pt idx="5226">
                  <c:v>01-01-2021</c:v>
                </c:pt>
                <c:pt idx="5227">
                  <c:v>04-01-2021</c:v>
                </c:pt>
                <c:pt idx="5228">
                  <c:v>05-01-2021</c:v>
                </c:pt>
                <c:pt idx="5229">
                  <c:v>06-01-2021</c:v>
                </c:pt>
                <c:pt idx="5230">
                  <c:v>07-01-2021</c:v>
                </c:pt>
                <c:pt idx="5231">
                  <c:v>08-01-2021</c:v>
                </c:pt>
                <c:pt idx="5232">
                  <c:v>11-01-2021</c:v>
                </c:pt>
                <c:pt idx="5233">
                  <c:v>12-01-2021</c:v>
                </c:pt>
                <c:pt idx="5234">
                  <c:v>13-01-2021</c:v>
                </c:pt>
                <c:pt idx="5235">
                  <c:v>14-01-2021</c:v>
                </c:pt>
                <c:pt idx="5236">
                  <c:v>15-01-2021</c:v>
                </c:pt>
                <c:pt idx="5237">
                  <c:v>18-01-2021</c:v>
                </c:pt>
                <c:pt idx="5238">
                  <c:v>19-01-2021</c:v>
                </c:pt>
                <c:pt idx="5239">
                  <c:v>20-01-2021</c:v>
                </c:pt>
                <c:pt idx="5240">
                  <c:v>21-01-2021</c:v>
                </c:pt>
                <c:pt idx="5241">
                  <c:v>22-01-2021</c:v>
                </c:pt>
                <c:pt idx="5242">
                  <c:v>25-01-2021</c:v>
                </c:pt>
                <c:pt idx="5243">
                  <c:v>27-01-2021</c:v>
                </c:pt>
                <c:pt idx="5244">
                  <c:v>28-01-2021</c:v>
                </c:pt>
                <c:pt idx="5245">
                  <c:v>29-01-2021</c:v>
                </c:pt>
                <c:pt idx="5246">
                  <c:v>01-02-2021</c:v>
                </c:pt>
                <c:pt idx="5247">
                  <c:v>02-02-2021</c:v>
                </c:pt>
                <c:pt idx="5248">
                  <c:v>03-02-2021</c:v>
                </c:pt>
                <c:pt idx="5249">
                  <c:v>04-02-2021</c:v>
                </c:pt>
                <c:pt idx="5250">
                  <c:v>05-02-2021</c:v>
                </c:pt>
                <c:pt idx="5251">
                  <c:v>08-02-2021</c:v>
                </c:pt>
                <c:pt idx="5252">
                  <c:v>09-02-2021</c:v>
                </c:pt>
                <c:pt idx="5253">
                  <c:v>10-02-2021</c:v>
                </c:pt>
                <c:pt idx="5254">
                  <c:v>11-02-2021</c:v>
                </c:pt>
                <c:pt idx="5255">
                  <c:v>12-02-2021</c:v>
                </c:pt>
                <c:pt idx="5256">
                  <c:v>15-02-2021</c:v>
                </c:pt>
                <c:pt idx="5257">
                  <c:v>16-02-2021</c:v>
                </c:pt>
                <c:pt idx="5258">
                  <c:v>17-02-2021</c:v>
                </c:pt>
                <c:pt idx="5259">
                  <c:v>18-02-2021</c:v>
                </c:pt>
                <c:pt idx="5260">
                  <c:v>19-02-2021</c:v>
                </c:pt>
                <c:pt idx="5261">
                  <c:v>22-02-2021</c:v>
                </c:pt>
                <c:pt idx="5262">
                  <c:v>23-02-2021</c:v>
                </c:pt>
                <c:pt idx="5263">
                  <c:v>24-02-2021</c:v>
                </c:pt>
                <c:pt idx="5264">
                  <c:v>25-02-2021</c:v>
                </c:pt>
                <c:pt idx="5265">
                  <c:v>26-02-2021</c:v>
                </c:pt>
                <c:pt idx="5266">
                  <c:v>01-03-2021</c:v>
                </c:pt>
                <c:pt idx="5267">
                  <c:v>02-03-2021</c:v>
                </c:pt>
                <c:pt idx="5268">
                  <c:v>03-03-2021</c:v>
                </c:pt>
                <c:pt idx="5269">
                  <c:v>04-03-2021</c:v>
                </c:pt>
                <c:pt idx="5270">
                  <c:v>05-03-2021</c:v>
                </c:pt>
                <c:pt idx="5271">
                  <c:v>08-03-2021</c:v>
                </c:pt>
                <c:pt idx="5272">
                  <c:v>09-03-2021</c:v>
                </c:pt>
                <c:pt idx="5273">
                  <c:v>10-03-2021</c:v>
                </c:pt>
                <c:pt idx="5274">
                  <c:v>12-03-2021</c:v>
                </c:pt>
                <c:pt idx="5275">
                  <c:v>15-03-2021</c:v>
                </c:pt>
                <c:pt idx="5276">
                  <c:v>16-03-2021</c:v>
                </c:pt>
                <c:pt idx="5277">
                  <c:v>17-03-2021</c:v>
                </c:pt>
                <c:pt idx="5278">
                  <c:v>18-03-2021</c:v>
                </c:pt>
                <c:pt idx="5279">
                  <c:v>19-03-2021</c:v>
                </c:pt>
                <c:pt idx="5280">
                  <c:v>22-03-2021</c:v>
                </c:pt>
                <c:pt idx="5281">
                  <c:v>23-03-2021</c:v>
                </c:pt>
                <c:pt idx="5282">
                  <c:v>24-03-2021</c:v>
                </c:pt>
                <c:pt idx="5283">
                  <c:v>25-03-2021</c:v>
                </c:pt>
                <c:pt idx="5284">
                  <c:v>26-03-2021</c:v>
                </c:pt>
                <c:pt idx="5285">
                  <c:v>30-03-2021</c:v>
                </c:pt>
                <c:pt idx="5286">
                  <c:v>31-03-2021</c:v>
                </c:pt>
                <c:pt idx="5287">
                  <c:v>01-04-2021</c:v>
                </c:pt>
                <c:pt idx="5288">
                  <c:v>05-04-2021</c:v>
                </c:pt>
                <c:pt idx="5289">
                  <c:v>06-04-2021</c:v>
                </c:pt>
                <c:pt idx="5290">
                  <c:v>07-04-2021</c:v>
                </c:pt>
                <c:pt idx="5291">
                  <c:v>08-04-2021</c:v>
                </c:pt>
                <c:pt idx="5292">
                  <c:v>09-04-2021</c:v>
                </c:pt>
                <c:pt idx="5293">
                  <c:v>12-04-2021</c:v>
                </c:pt>
                <c:pt idx="5294">
                  <c:v>13-04-2021</c:v>
                </c:pt>
                <c:pt idx="5295">
                  <c:v>15-04-2021</c:v>
                </c:pt>
                <c:pt idx="5296">
                  <c:v>16-04-2021</c:v>
                </c:pt>
                <c:pt idx="5297">
                  <c:v>19-04-2021</c:v>
                </c:pt>
                <c:pt idx="5298">
                  <c:v>20-04-2021</c:v>
                </c:pt>
                <c:pt idx="5299">
                  <c:v>22-04-2021</c:v>
                </c:pt>
                <c:pt idx="5300">
                  <c:v>23-04-2021</c:v>
                </c:pt>
                <c:pt idx="5301">
                  <c:v>26-04-2021</c:v>
                </c:pt>
                <c:pt idx="5302">
                  <c:v>27-04-2021</c:v>
                </c:pt>
                <c:pt idx="5303">
                  <c:v>28-04-2021</c:v>
                </c:pt>
                <c:pt idx="5304">
                  <c:v>29-04-2021</c:v>
                </c:pt>
                <c:pt idx="5305">
                  <c:v>30-04-2021</c:v>
                </c:pt>
              </c:strCache>
            </c:strRef>
          </c:cat>
          <c:val>
            <c:numRef>
              <c:f>ENERGYPIVOT!$B$3:$B$5309</c:f>
              <c:numCache>
                <c:formatCode>General</c:formatCode>
                <c:ptCount val="5306"/>
                <c:pt idx="0">
                  <c:v>213.45</c:v>
                </c:pt>
                <c:pt idx="1">
                  <c:v>206.55</c:v>
                </c:pt>
                <c:pt idx="2">
                  <c:v>223.1</c:v>
                </c:pt>
                <c:pt idx="3">
                  <c:v>219.3</c:v>
                </c:pt>
                <c:pt idx="4">
                  <c:v>215.75</c:v>
                </c:pt>
                <c:pt idx="5">
                  <c:v>209.5</c:v>
                </c:pt>
                <c:pt idx="6">
                  <c:v>195.1</c:v>
                </c:pt>
                <c:pt idx="7">
                  <c:v>202.2</c:v>
                </c:pt>
                <c:pt idx="8">
                  <c:v>198.85</c:v>
                </c:pt>
                <c:pt idx="9">
                  <c:v>194.4</c:v>
                </c:pt>
                <c:pt idx="10">
                  <c:v>195</c:v>
                </c:pt>
                <c:pt idx="11">
                  <c:v>186.4</c:v>
                </c:pt>
                <c:pt idx="12">
                  <c:v>192.15</c:v>
                </c:pt>
                <c:pt idx="13">
                  <c:v>192.4</c:v>
                </c:pt>
                <c:pt idx="14">
                  <c:v>190.75</c:v>
                </c:pt>
                <c:pt idx="15">
                  <c:v>191.85</c:v>
                </c:pt>
                <c:pt idx="16">
                  <c:v>189.3</c:v>
                </c:pt>
                <c:pt idx="17">
                  <c:v>204.45</c:v>
                </c:pt>
                <c:pt idx="18">
                  <c:v>205.4</c:v>
                </c:pt>
                <c:pt idx="19">
                  <c:v>209.7</c:v>
                </c:pt>
                <c:pt idx="20">
                  <c:v>215.1</c:v>
                </c:pt>
                <c:pt idx="21">
                  <c:v>214.65</c:v>
                </c:pt>
                <c:pt idx="22">
                  <c:v>209.7</c:v>
                </c:pt>
                <c:pt idx="23">
                  <c:v>212.1</c:v>
                </c:pt>
                <c:pt idx="24">
                  <c:v>216.5</c:v>
                </c:pt>
                <c:pt idx="25">
                  <c:v>209.8</c:v>
                </c:pt>
                <c:pt idx="26">
                  <c:v>212.75</c:v>
                </c:pt>
                <c:pt idx="27">
                  <c:v>206.6</c:v>
                </c:pt>
                <c:pt idx="28">
                  <c:v>191.45</c:v>
                </c:pt>
                <c:pt idx="29">
                  <c:v>189.45</c:v>
                </c:pt>
                <c:pt idx="30">
                  <c:v>177.9</c:v>
                </c:pt>
                <c:pt idx="31">
                  <c:v>186.25</c:v>
                </c:pt>
                <c:pt idx="32">
                  <c:v>186.65</c:v>
                </c:pt>
                <c:pt idx="33">
                  <c:v>183.25</c:v>
                </c:pt>
                <c:pt idx="34">
                  <c:v>179.3</c:v>
                </c:pt>
                <c:pt idx="35">
                  <c:v>175.3</c:v>
                </c:pt>
                <c:pt idx="36">
                  <c:v>175</c:v>
                </c:pt>
                <c:pt idx="37">
                  <c:v>171.8</c:v>
                </c:pt>
                <c:pt idx="38">
                  <c:v>163.35</c:v>
                </c:pt>
                <c:pt idx="39">
                  <c:v>176.45</c:v>
                </c:pt>
                <c:pt idx="40">
                  <c:v>167.25</c:v>
                </c:pt>
                <c:pt idx="41">
                  <c:v>172.5</c:v>
                </c:pt>
                <c:pt idx="42">
                  <c:v>160.25</c:v>
                </c:pt>
                <c:pt idx="43">
                  <c:v>155.30000000000001</c:v>
                </c:pt>
                <c:pt idx="44">
                  <c:v>157.30000000000001</c:v>
                </c:pt>
                <c:pt idx="45">
                  <c:v>150.55000000000001</c:v>
                </c:pt>
                <c:pt idx="46">
                  <c:v>147.4</c:v>
                </c:pt>
                <c:pt idx="47">
                  <c:v>154</c:v>
                </c:pt>
                <c:pt idx="48">
                  <c:v>144.69999999999999</c:v>
                </c:pt>
                <c:pt idx="49">
                  <c:v>140.5</c:v>
                </c:pt>
                <c:pt idx="50">
                  <c:v>144</c:v>
                </c:pt>
                <c:pt idx="51">
                  <c:v>153.05000000000001</c:v>
                </c:pt>
                <c:pt idx="52">
                  <c:v>148.65</c:v>
                </c:pt>
                <c:pt idx="53">
                  <c:v>138.6</c:v>
                </c:pt>
                <c:pt idx="54">
                  <c:v>143.65</c:v>
                </c:pt>
                <c:pt idx="55">
                  <c:v>143.5</c:v>
                </c:pt>
                <c:pt idx="56">
                  <c:v>145.35</c:v>
                </c:pt>
                <c:pt idx="57">
                  <c:v>139.30000000000001</c:v>
                </c:pt>
                <c:pt idx="58">
                  <c:v>137.80000000000001</c:v>
                </c:pt>
                <c:pt idx="59">
                  <c:v>137.25</c:v>
                </c:pt>
                <c:pt idx="60">
                  <c:v>135.5</c:v>
                </c:pt>
                <c:pt idx="61">
                  <c:v>136.5</c:v>
                </c:pt>
                <c:pt idx="62">
                  <c:v>133.75</c:v>
                </c:pt>
                <c:pt idx="63">
                  <c:v>130.5</c:v>
                </c:pt>
                <c:pt idx="64">
                  <c:v>132.5</c:v>
                </c:pt>
                <c:pt idx="65">
                  <c:v>126</c:v>
                </c:pt>
                <c:pt idx="66">
                  <c:v>132.4</c:v>
                </c:pt>
                <c:pt idx="67">
                  <c:v>133</c:v>
                </c:pt>
                <c:pt idx="68">
                  <c:v>128.05000000000001</c:v>
                </c:pt>
                <c:pt idx="69">
                  <c:v>130.6</c:v>
                </c:pt>
                <c:pt idx="70">
                  <c:v>127.8</c:v>
                </c:pt>
                <c:pt idx="71">
                  <c:v>117.6</c:v>
                </c:pt>
                <c:pt idx="72">
                  <c:v>109.3</c:v>
                </c:pt>
                <c:pt idx="73">
                  <c:v>100.6</c:v>
                </c:pt>
                <c:pt idx="74">
                  <c:v>103.8</c:v>
                </c:pt>
                <c:pt idx="75">
                  <c:v>106.75</c:v>
                </c:pt>
                <c:pt idx="76">
                  <c:v>106.15</c:v>
                </c:pt>
                <c:pt idx="77">
                  <c:v>110.75</c:v>
                </c:pt>
                <c:pt idx="78">
                  <c:v>108.5</c:v>
                </c:pt>
                <c:pt idx="79">
                  <c:v>109.65</c:v>
                </c:pt>
                <c:pt idx="80">
                  <c:v>107.8</c:v>
                </c:pt>
                <c:pt idx="81">
                  <c:v>108.35</c:v>
                </c:pt>
                <c:pt idx="82">
                  <c:v>110.5</c:v>
                </c:pt>
                <c:pt idx="83">
                  <c:v>108.7</c:v>
                </c:pt>
                <c:pt idx="84">
                  <c:v>102.25</c:v>
                </c:pt>
                <c:pt idx="85">
                  <c:v>100.45</c:v>
                </c:pt>
                <c:pt idx="86">
                  <c:v>104.95</c:v>
                </c:pt>
                <c:pt idx="87">
                  <c:v>103.85</c:v>
                </c:pt>
                <c:pt idx="88">
                  <c:v>104.9</c:v>
                </c:pt>
                <c:pt idx="89">
                  <c:v>104.45</c:v>
                </c:pt>
                <c:pt idx="90">
                  <c:v>105.85</c:v>
                </c:pt>
                <c:pt idx="91">
                  <c:v>113.85</c:v>
                </c:pt>
                <c:pt idx="92">
                  <c:v>115.85</c:v>
                </c:pt>
                <c:pt idx="93">
                  <c:v>114.8</c:v>
                </c:pt>
                <c:pt idx="94">
                  <c:v>114.85</c:v>
                </c:pt>
                <c:pt idx="95">
                  <c:v>114.75</c:v>
                </c:pt>
                <c:pt idx="96">
                  <c:v>117.35</c:v>
                </c:pt>
                <c:pt idx="97">
                  <c:v>121.85</c:v>
                </c:pt>
                <c:pt idx="98">
                  <c:v>123.1</c:v>
                </c:pt>
                <c:pt idx="99">
                  <c:v>124.45</c:v>
                </c:pt>
                <c:pt idx="100">
                  <c:v>127.65</c:v>
                </c:pt>
                <c:pt idx="101">
                  <c:v>128.4</c:v>
                </c:pt>
                <c:pt idx="102">
                  <c:v>124.35</c:v>
                </c:pt>
                <c:pt idx="103">
                  <c:v>125.15</c:v>
                </c:pt>
                <c:pt idx="104">
                  <c:v>126.65</c:v>
                </c:pt>
                <c:pt idx="105">
                  <c:v>124.45</c:v>
                </c:pt>
                <c:pt idx="106">
                  <c:v>126.1</c:v>
                </c:pt>
                <c:pt idx="107">
                  <c:v>129.25</c:v>
                </c:pt>
                <c:pt idx="108">
                  <c:v>129.55000000000001</c:v>
                </c:pt>
                <c:pt idx="109">
                  <c:v>130.80000000000001</c:v>
                </c:pt>
                <c:pt idx="110">
                  <c:v>128.85</c:v>
                </c:pt>
                <c:pt idx="111">
                  <c:v>130.9</c:v>
                </c:pt>
                <c:pt idx="112">
                  <c:v>127.9</c:v>
                </c:pt>
                <c:pt idx="113">
                  <c:v>128.65</c:v>
                </c:pt>
                <c:pt idx="114">
                  <c:v>128.75</c:v>
                </c:pt>
                <c:pt idx="115">
                  <c:v>128.05000000000001</c:v>
                </c:pt>
                <c:pt idx="116">
                  <c:v>133</c:v>
                </c:pt>
                <c:pt idx="117">
                  <c:v>143.65</c:v>
                </c:pt>
                <c:pt idx="118">
                  <c:v>154.5</c:v>
                </c:pt>
                <c:pt idx="119">
                  <c:v>152.65</c:v>
                </c:pt>
                <c:pt idx="120">
                  <c:v>152.30000000000001</c:v>
                </c:pt>
                <c:pt idx="121">
                  <c:v>148.44999999999999</c:v>
                </c:pt>
                <c:pt idx="122">
                  <c:v>147.69999999999999</c:v>
                </c:pt>
                <c:pt idx="123">
                  <c:v>141.05000000000001</c:v>
                </c:pt>
                <c:pt idx="124">
                  <c:v>139.80000000000001</c:v>
                </c:pt>
                <c:pt idx="125">
                  <c:v>140.9</c:v>
                </c:pt>
                <c:pt idx="126">
                  <c:v>139.85</c:v>
                </c:pt>
                <c:pt idx="127">
                  <c:v>142.35</c:v>
                </c:pt>
                <c:pt idx="128">
                  <c:v>143.9</c:v>
                </c:pt>
                <c:pt idx="129">
                  <c:v>144.19999999999999</c:v>
                </c:pt>
                <c:pt idx="130">
                  <c:v>143.55000000000001</c:v>
                </c:pt>
                <c:pt idx="131">
                  <c:v>147.69999999999999</c:v>
                </c:pt>
                <c:pt idx="132">
                  <c:v>144.9</c:v>
                </c:pt>
                <c:pt idx="133">
                  <c:v>143.6</c:v>
                </c:pt>
                <c:pt idx="134">
                  <c:v>143</c:v>
                </c:pt>
                <c:pt idx="135">
                  <c:v>139.9</c:v>
                </c:pt>
                <c:pt idx="136">
                  <c:v>142.94999999999999</c:v>
                </c:pt>
                <c:pt idx="137">
                  <c:v>140.65</c:v>
                </c:pt>
                <c:pt idx="138">
                  <c:v>140.94999999999999</c:v>
                </c:pt>
                <c:pt idx="139">
                  <c:v>134.6</c:v>
                </c:pt>
                <c:pt idx="140">
                  <c:v>135.35</c:v>
                </c:pt>
                <c:pt idx="141">
                  <c:v>139.35</c:v>
                </c:pt>
                <c:pt idx="142">
                  <c:v>138.5</c:v>
                </c:pt>
                <c:pt idx="143">
                  <c:v>139.44999999999999</c:v>
                </c:pt>
                <c:pt idx="144">
                  <c:v>135.65</c:v>
                </c:pt>
                <c:pt idx="145">
                  <c:v>130</c:v>
                </c:pt>
                <c:pt idx="146">
                  <c:v>133</c:v>
                </c:pt>
                <c:pt idx="147">
                  <c:v>134.85</c:v>
                </c:pt>
                <c:pt idx="148">
                  <c:v>125.7</c:v>
                </c:pt>
                <c:pt idx="149">
                  <c:v>121.2</c:v>
                </c:pt>
                <c:pt idx="150">
                  <c:v>119.65</c:v>
                </c:pt>
                <c:pt idx="151">
                  <c:v>119.7</c:v>
                </c:pt>
                <c:pt idx="152">
                  <c:v>119.4</c:v>
                </c:pt>
                <c:pt idx="153">
                  <c:v>116.5</c:v>
                </c:pt>
                <c:pt idx="154">
                  <c:v>110.3</c:v>
                </c:pt>
                <c:pt idx="155">
                  <c:v>114.25</c:v>
                </c:pt>
                <c:pt idx="156">
                  <c:v>114.15</c:v>
                </c:pt>
                <c:pt idx="157">
                  <c:v>112.2</c:v>
                </c:pt>
                <c:pt idx="158">
                  <c:v>110.65</c:v>
                </c:pt>
                <c:pt idx="159">
                  <c:v>107.25</c:v>
                </c:pt>
                <c:pt idx="160">
                  <c:v>111.95</c:v>
                </c:pt>
                <c:pt idx="161">
                  <c:v>111.8</c:v>
                </c:pt>
                <c:pt idx="162">
                  <c:v>111.25</c:v>
                </c:pt>
                <c:pt idx="163">
                  <c:v>112.75</c:v>
                </c:pt>
                <c:pt idx="164">
                  <c:v>112</c:v>
                </c:pt>
                <c:pt idx="165">
                  <c:v>114.25</c:v>
                </c:pt>
                <c:pt idx="166">
                  <c:v>114.5</c:v>
                </c:pt>
                <c:pt idx="167">
                  <c:v>116</c:v>
                </c:pt>
                <c:pt idx="168">
                  <c:v>116.4</c:v>
                </c:pt>
                <c:pt idx="169">
                  <c:v>116.95</c:v>
                </c:pt>
                <c:pt idx="170">
                  <c:v>118.45</c:v>
                </c:pt>
                <c:pt idx="171">
                  <c:v>116.15</c:v>
                </c:pt>
                <c:pt idx="172">
                  <c:v>116.3</c:v>
                </c:pt>
                <c:pt idx="173">
                  <c:v>115.25</c:v>
                </c:pt>
                <c:pt idx="174">
                  <c:v>116.75</c:v>
                </c:pt>
                <c:pt idx="175">
                  <c:v>116.05</c:v>
                </c:pt>
                <c:pt idx="176">
                  <c:v>114.65</c:v>
                </c:pt>
                <c:pt idx="177">
                  <c:v>113.35</c:v>
                </c:pt>
                <c:pt idx="178">
                  <c:v>110.2</c:v>
                </c:pt>
                <c:pt idx="179">
                  <c:v>114.25</c:v>
                </c:pt>
                <c:pt idx="180">
                  <c:v>117.4</c:v>
                </c:pt>
                <c:pt idx="181">
                  <c:v>117.45</c:v>
                </c:pt>
                <c:pt idx="182">
                  <c:v>110.35</c:v>
                </c:pt>
                <c:pt idx="183">
                  <c:v>109</c:v>
                </c:pt>
                <c:pt idx="184">
                  <c:v>110.8</c:v>
                </c:pt>
                <c:pt idx="185">
                  <c:v>109.95</c:v>
                </c:pt>
                <c:pt idx="186">
                  <c:v>106.6</c:v>
                </c:pt>
                <c:pt idx="187">
                  <c:v>105.65</c:v>
                </c:pt>
                <c:pt idx="188">
                  <c:v>107.05</c:v>
                </c:pt>
                <c:pt idx="189">
                  <c:v>106</c:v>
                </c:pt>
                <c:pt idx="190">
                  <c:v>104.5</c:v>
                </c:pt>
                <c:pt idx="191">
                  <c:v>104.2</c:v>
                </c:pt>
                <c:pt idx="192">
                  <c:v>100.1</c:v>
                </c:pt>
                <c:pt idx="193">
                  <c:v>100.95</c:v>
                </c:pt>
                <c:pt idx="194">
                  <c:v>101.75</c:v>
                </c:pt>
                <c:pt idx="195">
                  <c:v>100.2</c:v>
                </c:pt>
                <c:pt idx="196">
                  <c:v>100.1</c:v>
                </c:pt>
                <c:pt idx="197">
                  <c:v>98.9</c:v>
                </c:pt>
                <c:pt idx="198">
                  <c:v>101.85</c:v>
                </c:pt>
                <c:pt idx="199">
                  <c:v>102.75</c:v>
                </c:pt>
                <c:pt idx="200">
                  <c:v>102.75</c:v>
                </c:pt>
                <c:pt idx="201">
                  <c:v>102.75</c:v>
                </c:pt>
                <c:pt idx="202">
                  <c:v>99.8</c:v>
                </c:pt>
                <c:pt idx="203">
                  <c:v>103.4</c:v>
                </c:pt>
                <c:pt idx="204">
                  <c:v>106.75</c:v>
                </c:pt>
                <c:pt idx="205">
                  <c:v>104.4</c:v>
                </c:pt>
                <c:pt idx="206">
                  <c:v>103.6</c:v>
                </c:pt>
                <c:pt idx="207">
                  <c:v>104.4</c:v>
                </c:pt>
                <c:pt idx="208">
                  <c:v>107.05</c:v>
                </c:pt>
                <c:pt idx="209">
                  <c:v>108.55</c:v>
                </c:pt>
                <c:pt idx="210">
                  <c:v>108.7</c:v>
                </c:pt>
                <c:pt idx="211">
                  <c:v>108.5</c:v>
                </c:pt>
                <c:pt idx="212">
                  <c:v>106.95</c:v>
                </c:pt>
                <c:pt idx="213">
                  <c:v>108.9</c:v>
                </c:pt>
                <c:pt idx="214">
                  <c:v>108.75</c:v>
                </c:pt>
                <c:pt idx="215">
                  <c:v>107.7</c:v>
                </c:pt>
                <c:pt idx="216">
                  <c:v>106.25</c:v>
                </c:pt>
                <c:pt idx="217">
                  <c:v>106.95</c:v>
                </c:pt>
                <c:pt idx="218">
                  <c:v>108.15</c:v>
                </c:pt>
                <c:pt idx="219">
                  <c:v>106.4</c:v>
                </c:pt>
                <c:pt idx="220">
                  <c:v>106</c:v>
                </c:pt>
                <c:pt idx="221">
                  <c:v>108.85</c:v>
                </c:pt>
                <c:pt idx="222">
                  <c:v>107.5</c:v>
                </c:pt>
                <c:pt idx="223">
                  <c:v>107.65</c:v>
                </c:pt>
                <c:pt idx="224">
                  <c:v>106.6</c:v>
                </c:pt>
                <c:pt idx="225">
                  <c:v>107.2</c:v>
                </c:pt>
                <c:pt idx="226">
                  <c:v>112</c:v>
                </c:pt>
                <c:pt idx="227">
                  <c:v>115.9</c:v>
                </c:pt>
                <c:pt idx="228">
                  <c:v>110.75</c:v>
                </c:pt>
                <c:pt idx="229">
                  <c:v>112.75</c:v>
                </c:pt>
                <c:pt idx="230">
                  <c:v>112.6</c:v>
                </c:pt>
                <c:pt idx="231">
                  <c:v>119.5</c:v>
                </c:pt>
                <c:pt idx="232">
                  <c:v>125.05</c:v>
                </c:pt>
                <c:pt idx="233">
                  <c:v>123.55</c:v>
                </c:pt>
                <c:pt idx="234">
                  <c:v>122.4</c:v>
                </c:pt>
                <c:pt idx="235">
                  <c:v>124.3</c:v>
                </c:pt>
                <c:pt idx="236">
                  <c:v>126</c:v>
                </c:pt>
                <c:pt idx="237">
                  <c:v>124.75</c:v>
                </c:pt>
                <c:pt idx="238">
                  <c:v>126.3</c:v>
                </c:pt>
                <c:pt idx="239">
                  <c:v>125.35</c:v>
                </c:pt>
                <c:pt idx="240">
                  <c:v>125.95</c:v>
                </c:pt>
                <c:pt idx="241">
                  <c:v>125.8</c:v>
                </c:pt>
                <c:pt idx="242">
                  <c:v>124.9</c:v>
                </c:pt>
                <c:pt idx="243">
                  <c:v>124.95</c:v>
                </c:pt>
                <c:pt idx="244">
                  <c:v>124.55</c:v>
                </c:pt>
                <c:pt idx="245">
                  <c:v>120.7</c:v>
                </c:pt>
                <c:pt idx="246">
                  <c:v>116.35</c:v>
                </c:pt>
                <c:pt idx="247">
                  <c:v>118.1</c:v>
                </c:pt>
                <c:pt idx="248">
                  <c:v>119.15</c:v>
                </c:pt>
                <c:pt idx="249">
                  <c:v>119.85</c:v>
                </c:pt>
                <c:pt idx="250">
                  <c:v>122.65</c:v>
                </c:pt>
                <c:pt idx="251">
                  <c:v>124.25</c:v>
                </c:pt>
                <c:pt idx="252">
                  <c:v>131.4</c:v>
                </c:pt>
                <c:pt idx="253">
                  <c:v>131.4</c:v>
                </c:pt>
                <c:pt idx="254">
                  <c:v>128.44999999999999</c:v>
                </c:pt>
                <c:pt idx="255">
                  <c:v>128.85</c:v>
                </c:pt>
                <c:pt idx="256">
                  <c:v>123.9</c:v>
                </c:pt>
                <c:pt idx="257">
                  <c:v>124.5</c:v>
                </c:pt>
                <c:pt idx="258">
                  <c:v>125.2</c:v>
                </c:pt>
                <c:pt idx="259">
                  <c:v>127.6</c:v>
                </c:pt>
                <c:pt idx="260">
                  <c:v>131.80000000000001</c:v>
                </c:pt>
                <c:pt idx="261">
                  <c:v>129.15</c:v>
                </c:pt>
                <c:pt idx="262">
                  <c:v>131.5</c:v>
                </c:pt>
                <c:pt idx="263">
                  <c:v>134.69999999999999</c:v>
                </c:pt>
                <c:pt idx="264">
                  <c:v>136.55000000000001</c:v>
                </c:pt>
                <c:pt idx="265">
                  <c:v>142.30000000000001</c:v>
                </c:pt>
                <c:pt idx="266">
                  <c:v>141.5</c:v>
                </c:pt>
                <c:pt idx="267">
                  <c:v>144.75</c:v>
                </c:pt>
                <c:pt idx="268">
                  <c:v>146.15</c:v>
                </c:pt>
                <c:pt idx="269">
                  <c:v>137.75</c:v>
                </c:pt>
                <c:pt idx="270">
                  <c:v>137.94999999999999</c:v>
                </c:pt>
                <c:pt idx="271">
                  <c:v>141.05000000000001</c:v>
                </c:pt>
                <c:pt idx="272">
                  <c:v>145.94999999999999</c:v>
                </c:pt>
                <c:pt idx="273">
                  <c:v>149.65</c:v>
                </c:pt>
                <c:pt idx="274">
                  <c:v>152.5</c:v>
                </c:pt>
                <c:pt idx="275">
                  <c:v>153.15</c:v>
                </c:pt>
                <c:pt idx="276">
                  <c:v>153.9</c:v>
                </c:pt>
                <c:pt idx="277">
                  <c:v>154.65</c:v>
                </c:pt>
                <c:pt idx="278">
                  <c:v>154.6</c:v>
                </c:pt>
                <c:pt idx="279">
                  <c:v>165.4</c:v>
                </c:pt>
                <c:pt idx="280">
                  <c:v>164.05</c:v>
                </c:pt>
                <c:pt idx="281">
                  <c:v>156.80000000000001</c:v>
                </c:pt>
                <c:pt idx="282">
                  <c:v>158</c:v>
                </c:pt>
                <c:pt idx="283">
                  <c:v>149.69999999999999</c:v>
                </c:pt>
                <c:pt idx="284">
                  <c:v>144.5</c:v>
                </c:pt>
                <c:pt idx="285">
                  <c:v>137.30000000000001</c:v>
                </c:pt>
                <c:pt idx="286">
                  <c:v>143.80000000000001</c:v>
                </c:pt>
                <c:pt idx="287">
                  <c:v>144.4</c:v>
                </c:pt>
                <c:pt idx="288">
                  <c:v>141.05000000000001</c:v>
                </c:pt>
                <c:pt idx="289">
                  <c:v>139.55000000000001</c:v>
                </c:pt>
                <c:pt idx="290">
                  <c:v>140.65</c:v>
                </c:pt>
                <c:pt idx="291">
                  <c:v>143.6</c:v>
                </c:pt>
                <c:pt idx="292">
                  <c:v>152.25</c:v>
                </c:pt>
                <c:pt idx="293">
                  <c:v>150.6</c:v>
                </c:pt>
                <c:pt idx="294">
                  <c:v>142.9</c:v>
                </c:pt>
                <c:pt idx="295">
                  <c:v>147.19999999999999</c:v>
                </c:pt>
                <c:pt idx="296">
                  <c:v>145.9</c:v>
                </c:pt>
                <c:pt idx="297">
                  <c:v>142</c:v>
                </c:pt>
                <c:pt idx="298">
                  <c:v>139.65</c:v>
                </c:pt>
                <c:pt idx="299">
                  <c:v>128.5</c:v>
                </c:pt>
                <c:pt idx="300">
                  <c:v>130.35</c:v>
                </c:pt>
                <c:pt idx="301">
                  <c:v>131.44999999999999</c:v>
                </c:pt>
                <c:pt idx="302">
                  <c:v>129</c:v>
                </c:pt>
                <c:pt idx="303">
                  <c:v>133.05000000000001</c:v>
                </c:pt>
                <c:pt idx="304">
                  <c:v>135.44999999999999</c:v>
                </c:pt>
                <c:pt idx="305">
                  <c:v>137.05000000000001</c:v>
                </c:pt>
                <c:pt idx="306">
                  <c:v>133.05000000000001</c:v>
                </c:pt>
                <c:pt idx="307">
                  <c:v>128.30000000000001</c:v>
                </c:pt>
                <c:pt idx="308">
                  <c:v>127.25</c:v>
                </c:pt>
                <c:pt idx="309">
                  <c:v>127.6</c:v>
                </c:pt>
                <c:pt idx="310">
                  <c:v>130.94999999999999</c:v>
                </c:pt>
                <c:pt idx="311">
                  <c:v>135.4</c:v>
                </c:pt>
                <c:pt idx="312">
                  <c:v>132.69999999999999</c:v>
                </c:pt>
                <c:pt idx="313">
                  <c:v>125.65</c:v>
                </c:pt>
                <c:pt idx="314">
                  <c:v>127.95</c:v>
                </c:pt>
                <c:pt idx="315">
                  <c:v>131.80000000000001</c:v>
                </c:pt>
                <c:pt idx="316">
                  <c:v>128.69999999999999</c:v>
                </c:pt>
                <c:pt idx="317">
                  <c:v>129.5</c:v>
                </c:pt>
                <c:pt idx="318">
                  <c:v>131</c:v>
                </c:pt>
                <c:pt idx="319">
                  <c:v>135.05000000000001</c:v>
                </c:pt>
                <c:pt idx="320">
                  <c:v>132.4</c:v>
                </c:pt>
                <c:pt idx="321">
                  <c:v>131.6</c:v>
                </c:pt>
                <c:pt idx="322">
                  <c:v>135.30000000000001</c:v>
                </c:pt>
                <c:pt idx="323">
                  <c:v>138.80000000000001</c:v>
                </c:pt>
                <c:pt idx="324">
                  <c:v>137.9</c:v>
                </c:pt>
                <c:pt idx="325">
                  <c:v>138.1</c:v>
                </c:pt>
                <c:pt idx="326">
                  <c:v>139.4</c:v>
                </c:pt>
                <c:pt idx="327">
                  <c:v>140.4</c:v>
                </c:pt>
                <c:pt idx="328">
                  <c:v>143.15</c:v>
                </c:pt>
                <c:pt idx="329">
                  <c:v>139.65</c:v>
                </c:pt>
                <c:pt idx="330">
                  <c:v>135.1</c:v>
                </c:pt>
                <c:pt idx="331">
                  <c:v>137.85</c:v>
                </c:pt>
                <c:pt idx="332">
                  <c:v>139.80000000000001</c:v>
                </c:pt>
                <c:pt idx="333">
                  <c:v>139.65</c:v>
                </c:pt>
                <c:pt idx="334">
                  <c:v>139.55000000000001</c:v>
                </c:pt>
                <c:pt idx="335">
                  <c:v>138.94999999999999</c:v>
                </c:pt>
                <c:pt idx="336">
                  <c:v>138.4</c:v>
                </c:pt>
                <c:pt idx="337">
                  <c:v>138.55000000000001</c:v>
                </c:pt>
                <c:pt idx="338">
                  <c:v>137.19999999999999</c:v>
                </c:pt>
                <c:pt idx="339">
                  <c:v>137.35</c:v>
                </c:pt>
                <c:pt idx="340">
                  <c:v>137.4</c:v>
                </c:pt>
                <c:pt idx="341">
                  <c:v>135.9</c:v>
                </c:pt>
                <c:pt idx="342">
                  <c:v>136.35</c:v>
                </c:pt>
                <c:pt idx="343">
                  <c:v>138.6</c:v>
                </c:pt>
                <c:pt idx="344">
                  <c:v>142.9</c:v>
                </c:pt>
                <c:pt idx="345">
                  <c:v>149.5</c:v>
                </c:pt>
                <c:pt idx="346">
                  <c:v>148.94999999999999</c:v>
                </c:pt>
                <c:pt idx="347">
                  <c:v>146.94999999999999</c:v>
                </c:pt>
                <c:pt idx="348">
                  <c:v>145.05000000000001</c:v>
                </c:pt>
                <c:pt idx="349">
                  <c:v>139.85</c:v>
                </c:pt>
                <c:pt idx="350">
                  <c:v>142.94999999999999</c:v>
                </c:pt>
                <c:pt idx="351">
                  <c:v>146.05000000000001</c:v>
                </c:pt>
                <c:pt idx="352">
                  <c:v>145.69999999999999</c:v>
                </c:pt>
                <c:pt idx="353">
                  <c:v>147.6</c:v>
                </c:pt>
                <c:pt idx="354">
                  <c:v>152.80000000000001</c:v>
                </c:pt>
                <c:pt idx="355">
                  <c:v>145.9</c:v>
                </c:pt>
                <c:pt idx="356">
                  <c:v>148.69999999999999</c:v>
                </c:pt>
                <c:pt idx="357">
                  <c:v>152.1</c:v>
                </c:pt>
                <c:pt idx="358">
                  <c:v>153.25</c:v>
                </c:pt>
                <c:pt idx="359">
                  <c:v>155.15</c:v>
                </c:pt>
                <c:pt idx="360">
                  <c:v>155.80000000000001</c:v>
                </c:pt>
                <c:pt idx="361">
                  <c:v>156.15</c:v>
                </c:pt>
                <c:pt idx="362">
                  <c:v>163.44999999999999</c:v>
                </c:pt>
                <c:pt idx="363">
                  <c:v>165.75</c:v>
                </c:pt>
                <c:pt idx="364">
                  <c:v>167.7</c:v>
                </c:pt>
                <c:pt idx="365">
                  <c:v>164.95</c:v>
                </c:pt>
                <c:pt idx="366">
                  <c:v>174.55</c:v>
                </c:pt>
                <c:pt idx="367">
                  <c:v>180.75</c:v>
                </c:pt>
                <c:pt idx="368">
                  <c:v>168.55</c:v>
                </c:pt>
                <c:pt idx="369">
                  <c:v>158.65</c:v>
                </c:pt>
                <c:pt idx="370">
                  <c:v>158.55000000000001</c:v>
                </c:pt>
                <c:pt idx="371">
                  <c:v>160.15</c:v>
                </c:pt>
                <c:pt idx="372">
                  <c:v>159.30000000000001</c:v>
                </c:pt>
                <c:pt idx="373">
                  <c:v>158.44999999999999</c:v>
                </c:pt>
                <c:pt idx="374">
                  <c:v>155.69999999999999</c:v>
                </c:pt>
                <c:pt idx="375">
                  <c:v>154.94999999999999</c:v>
                </c:pt>
                <c:pt idx="376">
                  <c:v>155.25</c:v>
                </c:pt>
                <c:pt idx="377">
                  <c:v>156.80000000000001</c:v>
                </c:pt>
                <c:pt idx="378">
                  <c:v>159.44999999999999</c:v>
                </c:pt>
                <c:pt idx="379">
                  <c:v>156</c:v>
                </c:pt>
                <c:pt idx="380">
                  <c:v>154.6</c:v>
                </c:pt>
                <c:pt idx="381">
                  <c:v>157.9</c:v>
                </c:pt>
                <c:pt idx="382">
                  <c:v>159.30000000000001</c:v>
                </c:pt>
                <c:pt idx="383">
                  <c:v>156.19999999999999</c:v>
                </c:pt>
                <c:pt idx="384">
                  <c:v>170.8</c:v>
                </c:pt>
                <c:pt idx="385">
                  <c:v>169.55</c:v>
                </c:pt>
                <c:pt idx="386">
                  <c:v>167.8</c:v>
                </c:pt>
                <c:pt idx="387">
                  <c:v>165.7</c:v>
                </c:pt>
                <c:pt idx="388">
                  <c:v>167.8</c:v>
                </c:pt>
                <c:pt idx="389">
                  <c:v>166.85</c:v>
                </c:pt>
                <c:pt idx="390">
                  <c:v>160.25</c:v>
                </c:pt>
                <c:pt idx="391">
                  <c:v>161.55000000000001</c:v>
                </c:pt>
                <c:pt idx="392">
                  <c:v>158.44999999999999</c:v>
                </c:pt>
                <c:pt idx="393">
                  <c:v>157.55000000000001</c:v>
                </c:pt>
                <c:pt idx="394">
                  <c:v>160.44999999999999</c:v>
                </c:pt>
                <c:pt idx="395">
                  <c:v>167.7</c:v>
                </c:pt>
                <c:pt idx="396">
                  <c:v>166.9</c:v>
                </c:pt>
                <c:pt idx="397">
                  <c:v>157.69999999999999</c:v>
                </c:pt>
                <c:pt idx="398">
                  <c:v>162.5</c:v>
                </c:pt>
                <c:pt idx="399">
                  <c:v>162.85</c:v>
                </c:pt>
                <c:pt idx="400">
                  <c:v>162.65</c:v>
                </c:pt>
                <c:pt idx="401">
                  <c:v>162.4</c:v>
                </c:pt>
                <c:pt idx="402">
                  <c:v>161.80000000000001</c:v>
                </c:pt>
                <c:pt idx="403">
                  <c:v>160.69999999999999</c:v>
                </c:pt>
                <c:pt idx="404">
                  <c:v>160.69999999999999</c:v>
                </c:pt>
                <c:pt idx="405">
                  <c:v>161.44999999999999</c:v>
                </c:pt>
                <c:pt idx="406">
                  <c:v>152.1</c:v>
                </c:pt>
                <c:pt idx="407">
                  <c:v>152.85</c:v>
                </c:pt>
                <c:pt idx="408">
                  <c:v>155.55000000000001</c:v>
                </c:pt>
                <c:pt idx="409">
                  <c:v>152.19999999999999</c:v>
                </c:pt>
                <c:pt idx="410">
                  <c:v>150.30000000000001</c:v>
                </c:pt>
                <c:pt idx="411">
                  <c:v>149.55000000000001</c:v>
                </c:pt>
                <c:pt idx="412">
                  <c:v>149.30000000000001</c:v>
                </c:pt>
                <c:pt idx="413">
                  <c:v>150.6</c:v>
                </c:pt>
                <c:pt idx="414">
                  <c:v>148.85</c:v>
                </c:pt>
                <c:pt idx="415">
                  <c:v>148.19999999999999</c:v>
                </c:pt>
                <c:pt idx="416">
                  <c:v>149.9</c:v>
                </c:pt>
                <c:pt idx="417">
                  <c:v>149.9</c:v>
                </c:pt>
                <c:pt idx="418">
                  <c:v>149.9</c:v>
                </c:pt>
                <c:pt idx="419">
                  <c:v>146.25</c:v>
                </c:pt>
                <c:pt idx="420">
                  <c:v>145.35</c:v>
                </c:pt>
                <c:pt idx="421">
                  <c:v>141.05000000000001</c:v>
                </c:pt>
                <c:pt idx="422">
                  <c:v>138.75</c:v>
                </c:pt>
                <c:pt idx="423">
                  <c:v>139.15</c:v>
                </c:pt>
                <c:pt idx="424">
                  <c:v>136.44999999999999</c:v>
                </c:pt>
                <c:pt idx="425">
                  <c:v>137.75</c:v>
                </c:pt>
                <c:pt idx="426">
                  <c:v>138.75</c:v>
                </c:pt>
                <c:pt idx="427">
                  <c:v>131.1</c:v>
                </c:pt>
                <c:pt idx="428">
                  <c:v>123</c:v>
                </c:pt>
                <c:pt idx="429">
                  <c:v>131.15</c:v>
                </c:pt>
                <c:pt idx="430">
                  <c:v>132.19999999999999</c:v>
                </c:pt>
                <c:pt idx="431">
                  <c:v>127.55</c:v>
                </c:pt>
                <c:pt idx="432">
                  <c:v>127.7</c:v>
                </c:pt>
                <c:pt idx="433">
                  <c:v>132.1</c:v>
                </c:pt>
                <c:pt idx="434">
                  <c:v>131.05000000000001</c:v>
                </c:pt>
                <c:pt idx="435">
                  <c:v>132.4</c:v>
                </c:pt>
                <c:pt idx="436">
                  <c:v>131.75</c:v>
                </c:pt>
                <c:pt idx="437">
                  <c:v>135.05000000000001</c:v>
                </c:pt>
                <c:pt idx="438">
                  <c:v>132.55000000000001</c:v>
                </c:pt>
                <c:pt idx="439">
                  <c:v>136.30000000000001</c:v>
                </c:pt>
                <c:pt idx="440">
                  <c:v>137</c:v>
                </c:pt>
                <c:pt idx="441">
                  <c:v>135.55000000000001</c:v>
                </c:pt>
                <c:pt idx="442">
                  <c:v>132.30000000000001</c:v>
                </c:pt>
                <c:pt idx="443">
                  <c:v>135.65</c:v>
                </c:pt>
                <c:pt idx="444">
                  <c:v>136.25</c:v>
                </c:pt>
                <c:pt idx="445">
                  <c:v>139.69999999999999</c:v>
                </c:pt>
                <c:pt idx="446">
                  <c:v>140.75</c:v>
                </c:pt>
                <c:pt idx="447">
                  <c:v>138.5</c:v>
                </c:pt>
                <c:pt idx="448">
                  <c:v>139.44999999999999</c:v>
                </c:pt>
                <c:pt idx="449">
                  <c:v>137.19999999999999</c:v>
                </c:pt>
                <c:pt idx="450">
                  <c:v>136.9</c:v>
                </c:pt>
                <c:pt idx="451">
                  <c:v>136</c:v>
                </c:pt>
                <c:pt idx="452">
                  <c:v>138</c:v>
                </c:pt>
                <c:pt idx="453">
                  <c:v>139.05000000000001</c:v>
                </c:pt>
                <c:pt idx="454">
                  <c:v>139.55000000000001</c:v>
                </c:pt>
                <c:pt idx="455">
                  <c:v>139.05000000000001</c:v>
                </c:pt>
                <c:pt idx="456">
                  <c:v>140.4</c:v>
                </c:pt>
                <c:pt idx="457">
                  <c:v>140.25</c:v>
                </c:pt>
                <c:pt idx="458">
                  <c:v>140.15</c:v>
                </c:pt>
                <c:pt idx="459">
                  <c:v>140.35</c:v>
                </c:pt>
                <c:pt idx="460">
                  <c:v>143.69999999999999</c:v>
                </c:pt>
                <c:pt idx="461">
                  <c:v>143.1</c:v>
                </c:pt>
                <c:pt idx="462">
                  <c:v>144.44999999999999</c:v>
                </c:pt>
                <c:pt idx="463">
                  <c:v>144.65</c:v>
                </c:pt>
                <c:pt idx="464">
                  <c:v>149.85</c:v>
                </c:pt>
                <c:pt idx="465">
                  <c:v>146.05000000000001</c:v>
                </c:pt>
                <c:pt idx="466">
                  <c:v>147.65</c:v>
                </c:pt>
                <c:pt idx="467">
                  <c:v>146.5</c:v>
                </c:pt>
                <c:pt idx="468">
                  <c:v>148.05000000000001</c:v>
                </c:pt>
                <c:pt idx="469">
                  <c:v>148.44999999999999</c:v>
                </c:pt>
                <c:pt idx="470">
                  <c:v>147</c:v>
                </c:pt>
                <c:pt idx="471">
                  <c:v>143.4</c:v>
                </c:pt>
                <c:pt idx="472">
                  <c:v>144.44999999999999</c:v>
                </c:pt>
                <c:pt idx="473">
                  <c:v>144.94999999999999</c:v>
                </c:pt>
                <c:pt idx="474">
                  <c:v>145.94999999999999</c:v>
                </c:pt>
                <c:pt idx="475">
                  <c:v>144</c:v>
                </c:pt>
                <c:pt idx="476">
                  <c:v>144.9</c:v>
                </c:pt>
                <c:pt idx="477">
                  <c:v>145.94999999999999</c:v>
                </c:pt>
                <c:pt idx="478">
                  <c:v>144.1</c:v>
                </c:pt>
                <c:pt idx="479">
                  <c:v>144.44999999999999</c:v>
                </c:pt>
                <c:pt idx="480">
                  <c:v>142.4</c:v>
                </c:pt>
                <c:pt idx="481">
                  <c:v>143.15</c:v>
                </c:pt>
                <c:pt idx="482">
                  <c:v>142.4</c:v>
                </c:pt>
                <c:pt idx="483">
                  <c:v>142.35</c:v>
                </c:pt>
                <c:pt idx="484">
                  <c:v>142.1</c:v>
                </c:pt>
                <c:pt idx="485">
                  <c:v>142.05000000000001</c:v>
                </c:pt>
                <c:pt idx="486">
                  <c:v>143.85</c:v>
                </c:pt>
                <c:pt idx="487">
                  <c:v>143.15</c:v>
                </c:pt>
                <c:pt idx="488">
                  <c:v>142.75</c:v>
                </c:pt>
                <c:pt idx="489">
                  <c:v>139.65</c:v>
                </c:pt>
                <c:pt idx="490">
                  <c:v>137.25</c:v>
                </c:pt>
                <c:pt idx="491">
                  <c:v>136.15</c:v>
                </c:pt>
                <c:pt idx="492">
                  <c:v>136.35</c:v>
                </c:pt>
                <c:pt idx="493">
                  <c:v>133.30000000000001</c:v>
                </c:pt>
                <c:pt idx="494">
                  <c:v>132.9</c:v>
                </c:pt>
                <c:pt idx="495">
                  <c:v>132.05000000000001</c:v>
                </c:pt>
                <c:pt idx="496">
                  <c:v>130.44999999999999</c:v>
                </c:pt>
                <c:pt idx="497">
                  <c:v>135.9</c:v>
                </c:pt>
                <c:pt idx="498">
                  <c:v>136.5</c:v>
                </c:pt>
                <c:pt idx="499">
                  <c:v>139.65</c:v>
                </c:pt>
                <c:pt idx="500">
                  <c:v>139.85</c:v>
                </c:pt>
                <c:pt idx="501">
                  <c:v>139.69999999999999</c:v>
                </c:pt>
                <c:pt idx="502">
                  <c:v>139.80000000000001</c:v>
                </c:pt>
                <c:pt idx="503">
                  <c:v>139.25</c:v>
                </c:pt>
                <c:pt idx="504">
                  <c:v>139.65</c:v>
                </c:pt>
                <c:pt idx="505">
                  <c:v>139.69999999999999</c:v>
                </c:pt>
                <c:pt idx="506">
                  <c:v>139.65</c:v>
                </c:pt>
                <c:pt idx="507">
                  <c:v>141.30000000000001</c:v>
                </c:pt>
                <c:pt idx="508">
                  <c:v>140.55000000000001</c:v>
                </c:pt>
                <c:pt idx="509">
                  <c:v>141.5</c:v>
                </c:pt>
                <c:pt idx="510">
                  <c:v>142.19999999999999</c:v>
                </c:pt>
                <c:pt idx="511">
                  <c:v>143</c:v>
                </c:pt>
                <c:pt idx="512">
                  <c:v>149.15</c:v>
                </c:pt>
                <c:pt idx="513">
                  <c:v>144.9</c:v>
                </c:pt>
                <c:pt idx="514">
                  <c:v>149</c:v>
                </c:pt>
                <c:pt idx="515">
                  <c:v>141.94999999999999</c:v>
                </c:pt>
                <c:pt idx="516">
                  <c:v>137.85</c:v>
                </c:pt>
                <c:pt idx="517">
                  <c:v>139.94999999999999</c:v>
                </c:pt>
                <c:pt idx="518">
                  <c:v>142.25</c:v>
                </c:pt>
                <c:pt idx="519">
                  <c:v>141.94999999999999</c:v>
                </c:pt>
                <c:pt idx="520">
                  <c:v>144.9</c:v>
                </c:pt>
                <c:pt idx="521">
                  <c:v>154.5</c:v>
                </c:pt>
                <c:pt idx="522">
                  <c:v>158.80000000000001</c:v>
                </c:pt>
                <c:pt idx="523">
                  <c:v>163.35</c:v>
                </c:pt>
                <c:pt idx="524">
                  <c:v>185.8</c:v>
                </c:pt>
                <c:pt idx="525">
                  <c:v>175.25</c:v>
                </c:pt>
                <c:pt idx="526">
                  <c:v>171.3</c:v>
                </c:pt>
                <c:pt idx="527">
                  <c:v>170.35</c:v>
                </c:pt>
                <c:pt idx="528">
                  <c:v>178.8</c:v>
                </c:pt>
                <c:pt idx="529">
                  <c:v>212.2</c:v>
                </c:pt>
                <c:pt idx="530">
                  <c:v>239.6</c:v>
                </c:pt>
                <c:pt idx="531">
                  <c:v>234.3</c:v>
                </c:pt>
                <c:pt idx="532">
                  <c:v>229.2</c:v>
                </c:pt>
                <c:pt idx="533">
                  <c:v>225.4</c:v>
                </c:pt>
                <c:pt idx="534">
                  <c:v>232.6</c:v>
                </c:pt>
                <c:pt idx="535">
                  <c:v>228.65</c:v>
                </c:pt>
                <c:pt idx="536">
                  <c:v>235.1</c:v>
                </c:pt>
                <c:pt idx="537">
                  <c:v>233.85</c:v>
                </c:pt>
                <c:pt idx="538">
                  <c:v>243.9</c:v>
                </c:pt>
                <c:pt idx="539">
                  <c:v>233.65</c:v>
                </c:pt>
                <c:pt idx="540">
                  <c:v>223.3</c:v>
                </c:pt>
                <c:pt idx="541">
                  <c:v>241.4</c:v>
                </c:pt>
                <c:pt idx="542">
                  <c:v>247.5</c:v>
                </c:pt>
                <c:pt idx="543">
                  <c:v>247.95</c:v>
                </c:pt>
                <c:pt idx="544">
                  <c:v>245.45</c:v>
                </c:pt>
                <c:pt idx="545">
                  <c:v>242.5</c:v>
                </c:pt>
                <c:pt idx="546">
                  <c:v>245.05</c:v>
                </c:pt>
                <c:pt idx="547">
                  <c:v>241.9</c:v>
                </c:pt>
                <c:pt idx="548">
                  <c:v>235.55</c:v>
                </c:pt>
                <c:pt idx="549">
                  <c:v>239.8</c:v>
                </c:pt>
                <c:pt idx="550">
                  <c:v>240.7</c:v>
                </c:pt>
                <c:pt idx="551">
                  <c:v>248.85</c:v>
                </c:pt>
                <c:pt idx="552">
                  <c:v>256.85000000000002</c:v>
                </c:pt>
                <c:pt idx="553">
                  <c:v>249.6</c:v>
                </c:pt>
                <c:pt idx="554">
                  <c:v>247.9</c:v>
                </c:pt>
                <c:pt idx="555">
                  <c:v>249.75</c:v>
                </c:pt>
                <c:pt idx="556">
                  <c:v>257.45</c:v>
                </c:pt>
                <c:pt idx="557">
                  <c:v>258.75</c:v>
                </c:pt>
                <c:pt idx="558">
                  <c:v>271.39999999999998</c:v>
                </c:pt>
                <c:pt idx="559">
                  <c:v>274.64999999999998</c:v>
                </c:pt>
                <c:pt idx="560">
                  <c:v>329.6</c:v>
                </c:pt>
                <c:pt idx="561">
                  <c:v>345.85</c:v>
                </c:pt>
                <c:pt idx="562">
                  <c:v>348.65</c:v>
                </c:pt>
                <c:pt idx="563">
                  <c:v>332.9</c:v>
                </c:pt>
                <c:pt idx="564">
                  <c:v>341.4</c:v>
                </c:pt>
                <c:pt idx="565">
                  <c:v>353.25</c:v>
                </c:pt>
                <c:pt idx="566">
                  <c:v>332.05</c:v>
                </c:pt>
                <c:pt idx="567">
                  <c:v>322.75</c:v>
                </c:pt>
                <c:pt idx="568">
                  <c:v>342.35</c:v>
                </c:pt>
                <c:pt idx="569">
                  <c:v>342.2</c:v>
                </c:pt>
                <c:pt idx="570">
                  <c:v>330.25</c:v>
                </c:pt>
                <c:pt idx="571">
                  <c:v>329.05</c:v>
                </c:pt>
                <c:pt idx="572">
                  <c:v>328.1</c:v>
                </c:pt>
                <c:pt idx="573">
                  <c:v>334.85</c:v>
                </c:pt>
                <c:pt idx="574">
                  <c:v>333.05</c:v>
                </c:pt>
                <c:pt idx="575">
                  <c:v>328.2</c:v>
                </c:pt>
                <c:pt idx="576">
                  <c:v>330.65</c:v>
                </c:pt>
                <c:pt idx="577">
                  <c:v>336.4</c:v>
                </c:pt>
                <c:pt idx="578">
                  <c:v>331.4</c:v>
                </c:pt>
                <c:pt idx="579">
                  <c:v>317.3</c:v>
                </c:pt>
                <c:pt idx="580">
                  <c:v>324.89999999999998</c:v>
                </c:pt>
                <c:pt idx="581">
                  <c:v>344.1</c:v>
                </c:pt>
                <c:pt idx="582">
                  <c:v>352.25</c:v>
                </c:pt>
                <c:pt idx="583">
                  <c:v>346.55</c:v>
                </c:pt>
                <c:pt idx="584">
                  <c:v>348.6</c:v>
                </c:pt>
                <c:pt idx="585">
                  <c:v>345.75</c:v>
                </c:pt>
                <c:pt idx="586">
                  <c:v>346.05</c:v>
                </c:pt>
                <c:pt idx="587">
                  <c:v>349.15</c:v>
                </c:pt>
                <c:pt idx="588">
                  <c:v>360.8</c:v>
                </c:pt>
                <c:pt idx="589">
                  <c:v>357.9</c:v>
                </c:pt>
                <c:pt idx="590">
                  <c:v>356.75</c:v>
                </c:pt>
                <c:pt idx="591">
                  <c:v>371.85</c:v>
                </c:pt>
                <c:pt idx="592">
                  <c:v>392.1</c:v>
                </c:pt>
                <c:pt idx="593">
                  <c:v>381.65</c:v>
                </c:pt>
                <c:pt idx="594">
                  <c:v>357.35</c:v>
                </c:pt>
                <c:pt idx="595">
                  <c:v>348.7</c:v>
                </c:pt>
                <c:pt idx="596">
                  <c:v>351.75</c:v>
                </c:pt>
                <c:pt idx="597">
                  <c:v>343.7</c:v>
                </c:pt>
                <c:pt idx="598">
                  <c:v>336.35</c:v>
                </c:pt>
                <c:pt idx="599">
                  <c:v>310.3</c:v>
                </c:pt>
                <c:pt idx="600">
                  <c:v>307.39999999999998</c:v>
                </c:pt>
                <c:pt idx="601">
                  <c:v>320</c:v>
                </c:pt>
                <c:pt idx="602">
                  <c:v>318.05</c:v>
                </c:pt>
                <c:pt idx="603">
                  <c:v>319.45</c:v>
                </c:pt>
                <c:pt idx="604">
                  <c:v>326.95</c:v>
                </c:pt>
                <c:pt idx="605">
                  <c:v>320.85000000000002</c:v>
                </c:pt>
                <c:pt idx="606">
                  <c:v>332.95</c:v>
                </c:pt>
                <c:pt idx="607">
                  <c:v>327.3</c:v>
                </c:pt>
                <c:pt idx="608">
                  <c:v>320.35000000000002</c:v>
                </c:pt>
                <c:pt idx="609">
                  <c:v>326.8</c:v>
                </c:pt>
                <c:pt idx="610">
                  <c:v>343.45</c:v>
                </c:pt>
                <c:pt idx="611">
                  <c:v>346.45</c:v>
                </c:pt>
                <c:pt idx="612">
                  <c:v>344.3</c:v>
                </c:pt>
                <c:pt idx="613">
                  <c:v>340.1</c:v>
                </c:pt>
                <c:pt idx="614">
                  <c:v>340.85</c:v>
                </c:pt>
                <c:pt idx="615">
                  <c:v>337.15</c:v>
                </c:pt>
                <c:pt idx="616">
                  <c:v>331.85</c:v>
                </c:pt>
                <c:pt idx="617">
                  <c:v>331.4</c:v>
                </c:pt>
                <c:pt idx="618">
                  <c:v>328.45</c:v>
                </c:pt>
                <c:pt idx="619">
                  <c:v>326</c:v>
                </c:pt>
                <c:pt idx="620">
                  <c:v>324.35000000000002</c:v>
                </c:pt>
                <c:pt idx="621">
                  <c:v>321.35000000000002</c:v>
                </c:pt>
                <c:pt idx="622">
                  <c:v>324.85000000000002</c:v>
                </c:pt>
                <c:pt idx="623">
                  <c:v>326.8</c:v>
                </c:pt>
                <c:pt idx="624">
                  <c:v>330.25</c:v>
                </c:pt>
                <c:pt idx="625">
                  <c:v>327.5</c:v>
                </c:pt>
                <c:pt idx="626">
                  <c:v>329.1</c:v>
                </c:pt>
                <c:pt idx="627">
                  <c:v>337.35</c:v>
                </c:pt>
                <c:pt idx="628">
                  <c:v>331.55</c:v>
                </c:pt>
                <c:pt idx="629">
                  <c:v>329.7</c:v>
                </c:pt>
                <c:pt idx="630">
                  <c:v>331.05</c:v>
                </c:pt>
                <c:pt idx="631">
                  <c:v>330.25</c:v>
                </c:pt>
                <c:pt idx="632">
                  <c:v>330.95</c:v>
                </c:pt>
                <c:pt idx="633">
                  <c:v>343.65</c:v>
                </c:pt>
                <c:pt idx="634">
                  <c:v>370.65</c:v>
                </c:pt>
                <c:pt idx="635">
                  <c:v>357.05</c:v>
                </c:pt>
                <c:pt idx="636">
                  <c:v>345.3</c:v>
                </c:pt>
                <c:pt idx="637">
                  <c:v>351.85</c:v>
                </c:pt>
                <c:pt idx="638">
                  <c:v>345.2</c:v>
                </c:pt>
                <c:pt idx="639">
                  <c:v>338.35</c:v>
                </c:pt>
                <c:pt idx="640">
                  <c:v>349.45</c:v>
                </c:pt>
                <c:pt idx="641">
                  <c:v>344.55</c:v>
                </c:pt>
                <c:pt idx="642">
                  <c:v>346.15</c:v>
                </c:pt>
                <c:pt idx="643">
                  <c:v>349.3</c:v>
                </c:pt>
                <c:pt idx="644">
                  <c:v>347.6</c:v>
                </c:pt>
                <c:pt idx="645">
                  <c:v>340.75</c:v>
                </c:pt>
                <c:pt idx="646">
                  <c:v>342.2</c:v>
                </c:pt>
                <c:pt idx="647">
                  <c:v>341.5</c:v>
                </c:pt>
                <c:pt idx="648">
                  <c:v>355.85</c:v>
                </c:pt>
                <c:pt idx="649">
                  <c:v>348.5</c:v>
                </c:pt>
                <c:pt idx="650">
                  <c:v>346</c:v>
                </c:pt>
                <c:pt idx="651">
                  <c:v>348.25</c:v>
                </c:pt>
                <c:pt idx="652">
                  <c:v>346.8</c:v>
                </c:pt>
                <c:pt idx="653">
                  <c:v>346.45</c:v>
                </c:pt>
                <c:pt idx="654">
                  <c:v>347.15</c:v>
                </c:pt>
                <c:pt idx="655">
                  <c:v>352.55</c:v>
                </c:pt>
                <c:pt idx="656">
                  <c:v>360.25</c:v>
                </c:pt>
                <c:pt idx="657">
                  <c:v>365.25</c:v>
                </c:pt>
                <c:pt idx="658">
                  <c:v>363.05</c:v>
                </c:pt>
                <c:pt idx="659">
                  <c:v>368.6</c:v>
                </c:pt>
                <c:pt idx="660">
                  <c:v>376.35</c:v>
                </c:pt>
                <c:pt idx="661">
                  <c:v>364.45</c:v>
                </c:pt>
                <c:pt idx="662">
                  <c:v>362.35</c:v>
                </c:pt>
                <c:pt idx="663">
                  <c:v>368.3</c:v>
                </c:pt>
                <c:pt idx="664">
                  <c:v>369.75</c:v>
                </c:pt>
                <c:pt idx="665">
                  <c:v>370.05</c:v>
                </c:pt>
                <c:pt idx="666">
                  <c:v>359.25</c:v>
                </c:pt>
                <c:pt idx="667">
                  <c:v>353.8</c:v>
                </c:pt>
                <c:pt idx="668">
                  <c:v>355.6</c:v>
                </c:pt>
                <c:pt idx="669">
                  <c:v>369.9</c:v>
                </c:pt>
                <c:pt idx="670">
                  <c:v>368.55</c:v>
                </c:pt>
                <c:pt idx="671">
                  <c:v>369.7</c:v>
                </c:pt>
                <c:pt idx="672">
                  <c:v>373.4</c:v>
                </c:pt>
                <c:pt idx="673">
                  <c:v>356.55</c:v>
                </c:pt>
                <c:pt idx="674">
                  <c:v>343.1</c:v>
                </c:pt>
                <c:pt idx="675">
                  <c:v>346.8</c:v>
                </c:pt>
                <c:pt idx="676">
                  <c:v>346.4</c:v>
                </c:pt>
                <c:pt idx="677">
                  <c:v>344.1</c:v>
                </c:pt>
                <c:pt idx="678">
                  <c:v>341.75</c:v>
                </c:pt>
                <c:pt idx="679">
                  <c:v>347.6</c:v>
                </c:pt>
                <c:pt idx="680">
                  <c:v>342.95</c:v>
                </c:pt>
                <c:pt idx="681">
                  <c:v>340.95</c:v>
                </c:pt>
                <c:pt idx="682">
                  <c:v>342.9</c:v>
                </c:pt>
                <c:pt idx="683">
                  <c:v>345.45</c:v>
                </c:pt>
                <c:pt idx="684">
                  <c:v>348.8</c:v>
                </c:pt>
                <c:pt idx="685">
                  <c:v>347</c:v>
                </c:pt>
                <c:pt idx="686">
                  <c:v>344.9</c:v>
                </c:pt>
                <c:pt idx="687">
                  <c:v>341.25</c:v>
                </c:pt>
                <c:pt idx="688">
                  <c:v>338.25</c:v>
                </c:pt>
                <c:pt idx="689">
                  <c:v>341.6</c:v>
                </c:pt>
                <c:pt idx="690">
                  <c:v>339.8</c:v>
                </c:pt>
                <c:pt idx="691">
                  <c:v>349.55</c:v>
                </c:pt>
                <c:pt idx="692">
                  <c:v>344.7</c:v>
                </c:pt>
                <c:pt idx="693">
                  <c:v>342.6</c:v>
                </c:pt>
                <c:pt idx="694">
                  <c:v>358</c:v>
                </c:pt>
                <c:pt idx="695">
                  <c:v>379.4</c:v>
                </c:pt>
                <c:pt idx="696">
                  <c:v>378.65</c:v>
                </c:pt>
                <c:pt idx="697">
                  <c:v>377.65</c:v>
                </c:pt>
                <c:pt idx="698">
                  <c:v>371.5</c:v>
                </c:pt>
                <c:pt idx="699">
                  <c:v>386.95</c:v>
                </c:pt>
                <c:pt idx="700">
                  <c:v>384.2</c:v>
                </c:pt>
                <c:pt idx="701">
                  <c:v>357</c:v>
                </c:pt>
                <c:pt idx="702">
                  <c:v>357.95</c:v>
                </c:pt>
                <c:pt idx="703">
                  <c:v>358</c:v>
                </c:pt>
                <c:pt idx="704">
                  <c:v>355.85</c:v>
                </c:pt>
                <c:pt idx="705">
                  <c:v>361.55</c:v>
                </c:pt>
                <c:pt idx="706">
                  <c:v>366.45</c:v>
                </c:pt>
                <c:pt idx="707">
                  <c:v>364.2</c:v>
                </c:pt>
                <c:pt idx="708">
                  <c:v>378.1</c:v>
                </c:pt>
                <c:pt idx="709">
                  <c:v>389.1</c:v>
                </c:pt>
                <c:pt idx="710">
                  <c:v>385.9</c:v>
                </c:pt>
                <c:pt idx="711">
                  <c:v>382.2</c:v>
                </c:pt>
                <c:pt idx="712">
                  <c:v>387.15</c:v>
                </c:pt>
                <c:pt idx="713">
                  <c:v>391.65</c:v>
                </c:pt>
                <c:pt idx="714">
                  <c:v>390.2</c:v>
                </c:pt>
                <c:pt idx="715">
                  <c:v>391.35</c:v>
                </c:pt>
                <c:pt idx="716">
                  <c:v>390.65</c:v>
                </c:pt>
                <c:pt idx="717">
                  <c:v>367</c:v>
                </c:pt>
                <c:pt idx="718">
                  <c:v>366</c:v>
                </c:pt>
                <c:pt idx="719">
                  <c:v>372.3</c:v>
                </c:pt>
                <c:pt idx="720">
                  <c:v>347.45</c:v>
                </c:pt>
                <c:pt idx="721">
                  <c:v>341.1</c:v>
                </c:pt>
                <c:pt idx="722">
                  <c:v>346.05</c:v>
                </c:pt>
                <c:pt idx="723">
                  <c:v>354.5</c:v>
                </c:pt>
                <c:pt idx="724">
                  <c:v>353.25</c:v>
                </c:pt>
                <c:pt idx="725">
                  <c:v>352.35</c:v>
                </c:pt>
                <c:pt idx="726">
                  <c:v>349.25</c:v>
                </c:pt>
                <c:pt idx="727">
                  <c:v>352.85</c:v>
                </c:pt>
                <c:pt idx="728">
                  <c:v>359.2</c:v>
                </c:pt>
                <c:pt idx="729">
                  <c:v>355.5</c:v>
                </c:pt>
                <c:pt idx="730">
                  <c:v>354.5</c:v>
                </c:pt>
                <c:pt idx="731">
                  <c:v>356.65</c:v>
                </c:pt>
                <c:pt idx="732">
                  <c:v>364.8</c:v>
                </c:pt>
                <c:pt idx="733">
                  <c:v>358.2</c:v>
                </c:pt>
                <c:pt idx="734">
                  <c:v>358.65</c:v>
                </c:pt>
                <c:pt idx="735">
                  <c:v>359.4</c:v>
                </c:pt>
                <c:pt idx="736">
                  <c:v>356.85</c:v>
                </c:pt>
                <c:pt idx="737">
                  <c:v>358.75</c:v>
                </c:pt>
                <c:pt idx="738">
                  <c:v>357.4</c:v>
                </c:pt>
                <c:pt idx="739">
                  <c:v>357.15</c:v>
                </c:pt>
                <c:pt idx="740">
                  <c:v>357.1</c:v>
                </c:pt>
                <c:pt idx="741">
                  <c:v>352.25</c:v>
                </c:pt>
                <c:pt idx="742">
                  <c:v>356</c:v>
                </c:pt>
                <c:pt idx="743">
                  <c:v>358.25</c:v>
                </c:pt>
                <c:pt idx="744">
                  <c:v>354.85</c:v>
                </c:pt>
                <c:pt idx="745">
                  <c:v>351.15</c:v>
                </c:pt>
                <c:pt idx="746">
                  <c:v>350.15</c:v>
                </c:pt>
                <c:pt idx="747">
                  <c:v>350.3</c:v>
                </c:pt>
                <c:pt idx="748">
                  <c:v>350.25</c:v>
                </c:pt>
                <c:pt idx="749">
                  <c:v>351</c:v>
                </c:pt>
                <c:pt idx="750">
                  <c:v>362.6</c:v>
                </c:pt>
                <c:pt idx="751">
                  <c:v>362.5</c:v>
                </c:pt>
                <c:pt idx="752">
                  <c:v>367.8</c:v>
                </c:pt>
                <c:pt idx="753">
                  <c:v>371.4</c:v>
                </c:pt>
                <c:pt idx="754">
                  <c:v>361.55</c:v>
                </c:pt>
                <c:pt idx="755">
                  <c:v>379.3</c:v>
                </c:pt>
                <c:pt idx="756">
                  <c:v>372.15</c:v>
                </c:pt>
                <c:pt idx="757">
                  <c:v>369.45</c:v>
                </c:pt>
                <c:pt idx="758">
                  <c:v>370.95</c:v>
                </c:pt>
                <c:pt idx="759">
                  <c:v>369.85</c:v>
                </c:pt>
                <c:pt idx="760">
                  <c:v>370.75</c:v>
                </c:pt>
                <c:pt idx="761">
                  <c:v>375.4</c:v>
                </c:pt>
                <c:pt idx="762">
                  <c:v>375.35</c:v>
                </c:pt>
                <c:pt idx="763">
                  <c:v>376.75</c:v>
                </c:pt>
                <c:pt idx="764">
                  <c:v>373.3</c:v>
                </c:pt>
                <c:pt idx="765">
                  <c:v>377.8</c:v>
                </c:pt>
                <c:pt idx="766">
                  <c:v>376.25</c:v>
                </c:pt>
                <c:pt idx="767">
                  <c:v>365.9</c:v>
                </c:pt>
                <c:pt idx="768">
                  <c:v>368</c:v>
                </c:pt>
                <c:pt idx="769">
                  <c:v>378.05</c:v>
                </c:pt>
                <c:pt idx="770">
                  <c:v>375.1</c:v>
                </c:pt>
                <c:pt idx="771">
                  <c:v>370.85</c:v>
                </c:pt>
                <c:pt idx="772">
                  <c:v>364.6</c:v>
                </c:pt>
                <c:pt idx="773">
                  <c:v>362.85</c:v>
                </c:pt>
                <c:pt idx="774">
                  <c:v>361.9</c:v>
                </c:pt>
                <c:pt idx="775">
                  <c:v>367.75</c:v>
                </c:pt>
                <c:pt idx="776">
                  <c:v>366.2</c:v>
                </c:pt>
                <c:pt idx="777">
                  <c:v>363.25</c:v>
                </c:pt>
                <c:pt idx="778">
                  <c:v>362</c:v>
                </c:pt>
                <c:pt idx="779">
                  <c:v>360.2</c:v>
                </c:pt>
                <c:pt idx="780">
                  <c:v>360.6</c:v>
                </c:pt>
                <c:pt idx="781">
                  <c:v>364.8</c:v>
                </c:pt>
                <c:pt idx="782">
                  <c:v>365.25</c:v>
                </c:pt>
                <c:pt idx="783">
                  <c:v>367.1</c:v>
                </c:pt>
                <c:pt idx="784">
                  <c:v>368.8</c:v>
                </c:pt>
                <c:pt idx="785">
                  <c:v>370.4</c:v>
                </c:pt>
                <c:pt idx="786">
                  <c:v>370.4</c:v>
                </c:pt>
                <c:pt idx="787">
                  <c:v>369.1</c:v>
                </c:pt>
                <c:pt idx="788">
                  <c:v>370.05</c:v>
                </c:pt>
                <c:pt idx="789">
                  <c:v>374.15</c:v>
                </c:pt>
                <c:pt idx="790">
                  <c:v>375.7</c:v>
                </c:pt>
                <c:pt idx="791">
                  <c:v>385.7</c:v>
                </c:pt>
                <c:pt idx="792">
                  <c:v>382.85</c:v>
                </c:pt>
                <c:pt idx="793">
                  <c:v>380.35</c:v>
                </c:pt>
                <c:pt idx="794">
                  <c:v>373.7</c:v>
                </c:pt>
                <c:pt idx="795">
                  <c:v>367</c:v>
                </c:pt>
                <c:pt idx="796">
                  <c:v>368.7</c:v>
                </c:pt>
                <c:pt idx="797">
                  <c:v>370.2</c:v>
                </c:pt>
                <c:pt idx="798">
                  <c:v>369.2</c:v>
                </c:pt>
                <c:pt idx="799">
                  <c:v>369.05</c:v>
                </c:pt>
                <c:pt idx="800">
                  <c:v>366.45</c:v>
                </c:pt>
                <c:pt idx="801">
                  <c:v>361.5</c:v>
                </c:pt>
                <c:pt idx="802">
                  <c:v>355.05</c:v>
                </c:pt>
                <c:pt idx="803">
                  <c:v>358.6</c:v>
                </c:pt>
                <c:pt idx="804">
                  <c:v>355.6</c:v>
                </c:pt>
                <c:pt idx="805">
                  <c:v>357.3</c:v>
                </c:pt>
                <c:pt idx="806">
                  <c:v>356.25</c:v>
                </c:pt>
                <c:pt idx="807">
                  <c:v>354.95</c:v>
                </c:pt>
                <c:pt idx="808">
                  <c:v>356.45</c:v>
                </c:pt>
                <c:pt idx="809">
                  <c:v>357.1</c:v>
                </c:pt>
                <c:pt idx="810">
                  <c:v>355.5</c:v>
                </c:pt>
                <c:pt idx="811">
                  <c:v>356.25</c:v>
                </c:pt>
                <c:pt idx="812">
                  <c:v>355.5</c:v>
                </c:pt>
                <c:pt idx="813">
                  <c:v>360</c:v>
                </c:pt>
                <c:pt idx="814">
                  <c:v>357.5</c:v>
                </c:pt>
                <c:pt idx="815">
                  <c:v>365.15</c:v>
                </c:pt>
                <c:pt idx="816">
                  <c:v>363.55</c:v>
                </c:pt>
                <c:pt idx="817">
                  <c:v>358.75</c:v>
                </c:pt>
                <c:pt idx="818">
                  <c:v>356.95</c:v>
                </c:pt>
                <c:pt idx="819">
                  <c:v>356.65</c:v>
                </c:pt>
                <c:pt idx="820">
                  <c:v>355.85</c:v>
                </c:pt>
                <c:pt idx="821">
                  <c:v>355</c:v>
                </c:pt>
                <c:pt idx="822">
                  <c:v>353</c:v>
                </c:pt>
                <c:pt idx="823">
                  <c:v>355.4</c:v>
                </c:pt>
                <c:pt idx="824">
                  <c:v>354.45</c:v>
                </c:pt>
                <c:pt idx="825">
                  <c:v>352.85</c:v>
                </c:pt>
                <c:pt idx="826">
                  <c:v>352.9</c:v>
                </c:pt>
                <c:pt idx="827">
                  <c:v>353.05</c:v>
                </c:pt>
                <c:pt idx="828">
                  <c:v>355.65</c:v>
                </c:pt>
                <c:pt idx="829">
                  <c:v>354.05</c:v>
                </c:pt>
                <c:pt idx="830">
                  <c:v>354.55</c:v>
                </c:pt>
                <c:pt idx="831">
                  <c:v>353.6</c:v>
                </c:pt>
                <c:pt idx="832">
                  <c:v>361</c:v>
                </c:pt>
                <c:pt idx="833">
                  <c:v>364.65</c:v>
                </c:pt>
                <c:pt idx="834">
                  <c:v>372.8</c:v>
                </c:pt>
                <c:pt idx="835">
                  <c:v>365.7</c:v>
                </c:pt>
                <c:pt idx="836">
                  <c:v>364.55</c:v>
                </c:pt>
                <c:pt idx="837">
                  <c:v>370.85</c:v>
                </c:pt>
                <c:pt idx="838">
                  <c:v>371.55</c:v>
                </c:pt>
                <c:pt idx="839">
                  <c:v>371.75</c:v>
                </c:pt>
                <c:pt idx="840">
                  <c:v>389.05</c:v>
                </c:pt>
                <c:pt idx="841">
                  <c:v>397.75</c:v>
                </c:pt>
                <c:pt idx="842">
                  <c:v>399.65</c:v>
                </c:pt>
                <c:pt idx="843">
                  <c:v>418.35</c:v>
                </c:pt>
                <c:pt idx="844">
                  <c:v>422.8</c:v>
                </c:pt>
                <c:pt idx="845">
                  <c:v>436.1</c:v>
                </c:pt>
                <c:pt idx="846">
                  <c:v>448.2</c:v>
                </c:pt>
                <c:pt idx="847">
                  <c:v>457.7</c:v>
                </c:pt>
                <c:pt idx="848">
                  <c:v>455</c:v>
                </c:pt>
                <c:pt idx="849">
                  <c:v>446.65</c:v>
                </c:pt>
                <c:pt idx="850">
                  <c:v>447.55</c:v>
                </c:pt>
                <c:pt idx="851">
                  <c:v>477.4</c:v>
                </c:pt>
                <c:pt idx="852">
                  <c:v>480.05</c:v>
                </c:pt>
                <c:pt idx="853">
                  <c:v>489.15</c:v>
                </c:pt>
                <c:pt idx="854">
                  <c:v>496.6</c:v>
                </c:pt>
                <c:pt idx="855">
                  <c:v>488.1</c:v>
                </c:pt>
                <c:pt idx="856">
                  <c:v>485.15</c:v>
                </c:pt>
                <c:pt idx="857">
                  <c:v>474.3</c:v>
                </c:pt>
                <c:pt idx="858">
                  <c:v>465.55</c:v>
                </c:pt>
                <c:pt idx="859">
                  <c:v>467.15</c:v>
                </c:pt>
                <c:pt idx="860">
                  <c:v>481.45</c:v>
                </c:pt>
                <c:pt idx="861">
                  <c:v>481.05</c:v>
                </c:pt>
                <c:pt idx="862">
                  <c:v>479.7</c:v>
                </c:pt>
                <c:pt idx="863">
                  <c:v>480.75</c:v>
                </c:pt>
                <c:pt idx="864">
                  <c:v>497.3</c:v>
                </c:pt>
                <c:pt idx="865">
                  <c:v>502</c:v>
                </c:pt>
                <c:pt idx="866">
                  <c:v>507.9</c:v>
                </c:pt>
                <c:pt idx="867">
                  <c:v>485.1</c:v>
                </c:pt>
                <c:pt idx="868">
                  <c:v>485.9</c:v>
                </c:pt>
                <c:pt idx="869">
                  <c:v>491.6</c:v>
                </c:pt>
                <c:pt idx="870">
                  <c:v>487.95</c:v>
                </c:pt>
                <c:pt idx="871">
                  <c:v>488.35</c:v>
                </c:pt>
                <c:pt idx="872">
                  <c:v>483.5</c:v>
                </c:pt>
                <c:pt idx="873">
                  <c:v>481.95</c:v>
                </c:pt>
                <c:pt idx="874">
                  <c:v>476.95</c:v>
                </c:pt>
                <c:pt idx="875">
                  <c:v>476.95</c:v>
                </c:pt>
                <c:pt idx="876">
                  <c:v>490.45</c:v>
                </c:pt>
                <c:pt idx="877">
                  <c:v>493.65</c:v>
                </c:pt>
                <c:pt idx="878">
                  <c:v>481.1</c:v>
                </c:pt>
                <c:pt idx="879">
                  <c:v>474.45</c:v>
                </c:pt>
                <c:pt idx="880">
                  <c:v>470.4</c:v>
                </c:pt>
                <c:pt idx="881">
                  <c:v>471.65</c:v>
                </c:pt>
                <c:pt idx="882">
                  <c:v>471.1</c:v>
                </c:pt>
                <c:pt idx="883">
                  <c:v>469.25</c:v>
                </c:pt>
                <c:pt idx="884">
                  <c:v>480.35</c:v>
                </c:pt>
                <c:pt idx="885">
                  <c:v>478.5</c:v>
                </c:pt>
                <c:pt idx="886">
                  <c:v>469.3</c:v>
                </c:pt>
                <c:pt idx="887">
                  <c:v>457.85</c:v>
                </c:pt>
                <c:pt idx="888">
                  <c:v>451.25</c:v>
                </c:pt>
                <c:pt idx="889">
                  <c:v>453.05</c:v>
                </c:pt>
                <c:pt idx="890">
                  <c:v>461.6</c:v>
                </c:pt>
                <c:pt idx="891">
                  <c:v>468.05</c:v>
                </c:pt>
                <c:pt idx="892">
                  <c:v>466.1</c:v>
                </c:pt>
                <c:pt idx="893">
                  <c:v>463</c:v>
                </c:pt>
                <c:pt idx="894">
                  <c:v>468.8</c:v>
                </c:pt>
                <c:pt idx="895">
                  <c:v>454.65</c:v>
                </c:pt>
                <c:pt idx="896">
                  <c:v>456</c:v>
                </c:pt>
                <c:pt idx="897">
                  <c:v>480.4</c:v>
                </c:pt>
                <c:pt idx="898">
                  <c:v>475.2</c:v>
                </c:pt>
                <c:pt idx="899">
                  <c:v>481.45</c:v>
                </c:pt>
                <c:pt idx="900">
                  <c:v>499.75</c:v>
                </c:pt>
                <c:pt idx="901">
                  <c:v>524.5</c:v>
                </c:pt>
                <c:pt idx="902">
                  <c:v>543.35</c:v>
                </c:pt>
                <c:pt idx="903">
                  <c:v>535.15</c:v>
                </c:pt>
                <c:pt idx="904">
                  <c:v>555.70000000000005</c:v>
                </c:pt>
                <c:pt idx="905">
                  <c:v>546.95000000000005</c:v>
                </c:pt>
                <c:pt idx="906">
                  <c:v>548.5</c:v>
                </c:pt>
                <c:pt idx="907">
                  <c:v>541.4</c:v>
                </c:pt>
                <c:pt idx="908">
                  <c:v>542.79999999999995</c:v>
                </c:pt>
                <c:pt idx="909">
                  <c:v>556.25</c:v>
                </c:pt>
                <c:pt idx="910">
                  <c:v>567.15</c:v>
                </c:pt>
                <c:pt idx="911">
                  <c:v>554.9</c:v>
                </c:pt>
                <c:pt idx="912">
                  <c:v>578.65</c:v>
                </c:pt>
                <c:pt idx="913">
                  <c:v>609.20000000000005</c:v>
                </c:pt>
                <c:pt idx="914">
                  <c:v>604.95000000000005</c:v>
                </c:pt>
                <c:pt idx="915">
                  <c:v>616.04999999999995</c:v>
                </c:pt>
                <c:pt idx="916">
                  <c:v>652.25</c:v>
                </c:pt>
                <c:pt idx="917">
                  <c:v>653.25</c:v>
                </c:pt>
                <c:pt idx="918">
                  <c:v>635.25</c:v>
                </c:pt>
                <c:pt idx="919">
                  <c:v>647.5</c:v>
                </c:pt>
                <c:pt idx="920">
                  <c:v>653.15</c:v>
                </c:pt>
                <c:pt idx="921">
                  <c:v>674.7</c:v>
                </c:pt>
                <c:pt idx="922">
                  <c:v>675.6</c:v>
                </c:pt>
                <c:pt idx="923">
                  <c:v>688.8</c:v>
                </c:pt>
                <c:pt idx="924">
                  <c:v>678.75</c:v>
                </c:pt>
                <c:pt idx="925">
                  <c:v>657.45</c:v>
                </c:pt>
                <c:pt idx="926">
                  <c:v>595.9</c:v>
                </c:pt>
                <c:pt idx="927">
                  <c:v>612.75</c:v>
                </c:pt>
                <c:pt idx="928">
                  <c:v>571.79999999999995</c:v>
                </c:pt>
                <c:pt idx="929">
                  <c:v>543.35</c:v>
                </c:pt>
                <c:pt idx="930">
                  <c:v>541.25</c:v>
                </c:pt>
                <c:pt idx="931">
                  <c:v>524</c:v>
                </c:pt>
                <c:pt idx="932">
                  <c:v>554.85</c:v>
                </c:pt>
                <c:pt idx="933">
                  <c:v>570.85</c:v>
                </c:pt>
                <c:pt idx="934">
                  <c:v>576.20000000000005</c:v>
                </c:pt>
                <c:pt idx="935">
                  <c:v>574.15</c:v>
                </c:pt>
                <c:pt idx="936">
                  <c:v>606.95000000000005</c:v>
                </c:pt>
                <c:pt idx="937">
                  <c:v>611.20000000000005</c:v>
                </c:pt>
                <c:pt idx="938">
                  <c:v>605.4</c:v>
                </c:pt>
                <c:pt idx="939">
                  <c:v>608.20000000000005</c:v>
                </c:pt>
                <c:pt idx="940">
                  <c:v>631.25</c:v>
                </c:pt>
                <c:pt idx="941">
                  <c:v>625.29999999999995</c:v>
                </c:pt>
                <c:pt idx="942">
                  <c:v>625.4</c:v>
                </c:pt>
                <c:pt idx="943">
                  <c:v>629.35</c:v>
                </c:pt>
                <c:pt idx="944">
                  <c:v>615.1</c:v>
                </c:pt>
                <c:pt idx="945">
                  <c:v>638.4</c:v>
                </c:pt>
                <c:pt idx="946">
                  <c:v>621.20000000000005</c:v>
                </c:pt>
                <c:pt idx="947">
                  <c:v>623.4</c:v>
                </c:pt>
                <c:pt idx="948">
                  <c:v>619.65</c:v>
                </c:pt>
                <c:pt idx="949">
                  <c:v>627.54999999999995</c:v>
                </c:pt>
                <c:pt idx="950">
                  <c:v>611.70000000000005</c:v>
                </c:pt>
                <c:pt idx="951">
                  <c:v>597.4</c:v>
                </c:pt>
                <c:pt idx="952">
                  <c:v>578.79999999999995</c:v>
                </c:pt>
                <c:pt idx="953">
                  <c:v>576.65</c:v>
                </c:pt>
                <c:pt idx="954">
                  <c:v>583.1</c:v>
                </c:pt>
                <c:pt idx="955">
                  <c:v>602.15</c:v>
                </c:pt>
                <c:pt idx="956">
                  <c:v>590.45000000000005</c:v>
                </c:pt>
                <c:pt idx="957">
                  <c:v>586.25</c:v>
                </c:pt>
                <c:pt idx="958">
                  <c:v>578.04999999999995</c:v>
                </c:pt>
                <c:pt idx="959">
                  <c:v>572.85</c:v>
                </c:pt>
                <c:pt idx="960">
                  <c:v>596.04999999999995</c:v>
                </c:pt>
                <c:pt idx="961">
                  <c:v>609.45000000000005</c:v>
                </c:pt>
                <c:pt idx="962">
                  <c:v>625.70000000000005</c:v>
                </c:pt>
                <c:pt idx="963">
                  <c:v>638.9</c:v>
                </c:pt>
                <c:pt idx="964">
                  <c:v>639.70000000000005</c:v>
                </c:pt>
                <c:pt idx="965">
                  <c:v>640.29999999999995</c:v>
                </c:pt>
                <c:pt idx="966">
                  <c:v>658.9</c:v>
                </c:pt>
                <c:pt idx="967">
                  <c:v>664.45</c:v>
                </c:pt>
                <c:pt idx="968">
                  <c:v>663.1</c:v>
                </c:pt>
                <c:pt idx="969">
                  <c:v>642</c:v>
                </c:pt>
                <c:pt idx="970">
                  <c:v>624</c:v>
                </c:pt>
                <c:pt idx="971">
                  <c:v>624.04999999999995</c:v>
                </c:pt>
                <c:pt idx="972">
                  <c:v>630.1</c:v>
                </c:pt>
                <c:pt idx="973">
                  <c:v>618.29999999999995</c:v>
                </c:pt>
                <c:pt idx="974">
                  <c:v>612.4</c:v>
                </c:pt>
                <c:pt idx="975">
                  <c:v>604.20000000000005</c:v>
                </c:pt>
                <c:pt idx="976">
                  <c:v>600.65</c:v>
                </c:pt>
                <c:pt idx="977">
                  <c:v>607.25</c:v>
                </c:pt>
                <c:pt idx="978">
                  <c:v>607.5</c:v>
                </c:pt>
                <c:pt idx="979">
                  <c:v>603.6</c:v>
                </c:pt>
                <c:pt idx="980">
                  <c:v>617.5</c:v>
                </c:pt>
                <c:pt idx="981">
                  <c:v>622.79999999999995</c:v>
                </c:pt>
                <c:pt idx="982">
                  <c:v>614.9</c:v>
                </c:pt>
                <c:pt idx="983">
                  <c:v>624.6</c:v>
                </c:pt>
                <c:pt idx="984">
                  <c:v>626.9</c:v>
                </c:pt>
                <c:pt idx="985">
                  <c:v>616.5</c:v>
                </c:pt>
                <c:pt idx="986">
                  <c:v>615.9</c:v>
                </c:pt>
                <c:pt idx="987">
                  <c:v>645.25</c:v>
                </c:pt>
                <c:pt idx="988">
                  <c:v>677.8</c:v>
                </c:pt>
                <c:pt idx="989">
                  <c:v>693.6</c:v>
                </c:pt>
                <c:pt idx="990">
                  <c:v>693.5</c:v>
                </c:pt>
                <c:pt idx="991">
                  <c:v>687</c:v>
                </c:pt>
                <c:pt idx="992">
                  <c:v>676.85</c:v>
                </c:pt>
                <c:pt idx="993">
                  <c:v>676.6</c:v>
                </c:pt>
                <c:pt idx="994">
                  <c:v>710.35</c:v>
                </c:pt>
                <c:pt idx="995">
                  <c:v>745.65</c:v>
                </c:pt>
                <c:pt idx="996">
                  <c:v>757.75</c:v>
                </c:pt>
                <c:pt idx="997">
                  <c:v>738.5</c:v>
                </c:pt>
                <c:pt idx="998">
                  <c:v>734.05</c:v>
                </c:pt>
                <c:pt idx="999">
                  <c:v>736.55</c:v>
                </c:pt>
                <c:pt idx="1000">
                  <c:v>749.35</c:v>
                </c:pt>
                <c:pt idx="1001">
                  <c:v>781.1</c:v>
                </c:pt>
                <c:pt idx="1002">
                  <c:v>798.25</c:v>
                </c:pt>
                <c:pt idx="1003">
                  <c:v>822.05</c:v>
                </c:pt>
                <c:pt idx="1004">
                  <c:v>919.3</c:v>
                </c:pt>
                <c:pt idx="1005">
                  <c:v>936.75</c:v>
                </c:pt>
                <c:pt idx="1006">
                  <c:v>889.45</c:v>
                </c:pt>
                <c:pt idx="1007">
                  <c:v>902.4</c:v>
                </c:pt>
                <c:pt idx="1008">
                  <c:v>949.1</c:v>
                </c:pt>
                <c:pt idx="1009">
                  <c:v>915</c:v>
                </c:pt>
                <c:pt idx="1010">
                  <c:v>868.95</c:v>
                </c:pt>
                <c:pt idx="1011">
                  <c:v>849.25</c:v>
                </c:pt>
                <c:pt idx="1012">
                  <c:v>842.65</c:v>
                </c:pt>
                <c:pt idx="1013">
                  <c:v>840.4</c:v>
                </c:pt>
                <c:pt idx="1014">
                  <c:v>814</c:v>
                </c:pt>
                <c:pt idx="1015">
                  <c:v>840.55</c:v>
                </c:pt>
                <c:pt idx="1016">
                  <c:v>823.6</c:v>
                </c:pt>
                <c:pt idx="1017">
                  <c:v>747.3</c:v>
                </c:pt>
                <c:pt idx="1018">
                  <c:v>729.75</c:v>
                </c:pt>
                <c:pt idx="1019">
                  <c:v>781.85</c:v>
                </c:pt>
                <c:pt idx="1020">
                  <c:v>811.4</c:v>
                </c:pt>
                <c:pt idx="1021">
                  <c:v>772.8</c:v>
                </c:pt>
                <c:pt idx="1022">
                  <c:v>767.2</c:v>
                </c:pt>
                <c:pt idx="1023">
                  <c:v>740.6</c:v>
                </c:pt>
                <c:pt idx="1024">
                  <c:v>692</c:v>
                </c:pt>
                <c:pt idx="1025">
                  <c:v>716.15</c:v>
                </c:pt>
                <c:pt idx="1026">
                  <c:v>712.15</c:v>
                </c:pt>
                <c:pt idx="1027">
                  <c:v>734.85</c:v>
                </c:pt>
                <c:pt idx="1028">
                  <c:v>744.65</c:v>
                </c:pt>
                <c:pt idx="1029">
                  <c:v>745</c:v>
                </c:pt>
                <c:pt idx="1030">
                  <c:v>749.7</c:v>
                </c:pt>
                <c:pt idx="1031">
                  <c:v>736.95</c:v>
                </c:pt>
                <c:pt idx="1032">
                  <c:v>737.2</c:v>
                </c:pt>
                <c:pt idx="1033">
                  <c:v>728.85</c:v>
                </c:pt>
                <c:pt idx="1034">
                  <c:v>719</c:v>
                </c:pt>
                <c:pt idx="1035">
                  <c:v>766.95</c:v>
                </c:pt>
                <c:pt idx="1036">
                  <c:v>755.95</c:v>
                </c:pt>
                <c:pt idx="1037">
                  <c:v>745.25</c:v>
                </c:pt>
                <c:pt idx="1038">
                  <c:v>719.55</c:v>
                </c:pt>
                <c:pt idx="1039">
                  <c:v>714</c:v>
                </c:pt>
                <c:pt idx="1040">
                  <c:v>673.4</c:v>
                </c:pt>
                <c:pt idx="1041">
                  <c:v>700.1</c:v>
                </c:pt>
                <c:pt idx="1042">
                  <c:v>719.9</c:v>
                </c:pt>
                <c:pt idx="1043">
                  <c:v>757.55</c:v>
                </c:pt>
                <c:pt idx="1044">
                  <c:v>751.85</c:v>
                </c:pt>
                <c:pt idx="1045">
                  <c:v>758.15</c:v>
                </c:pt>
                <c:pt idx="1046">
                  <c:v>801</c:v>
                </c:pt>
                <c:pt idx="1047">
                  <c:v>855.1</c:v>
                </c:pt>
                <c:pt idx="1048">
                  <c:v>839.3</c:v>
                </c:pt>
                <c:pt idx="1049">
                  <c:v>840.25</c:v>
                </c:pt>
                <c:pt idx="1050">
                  <c:v>828.2</c:v>
                </c:pt>
                <c:pt idx="1051">
                  <c:v>802.55</c:v>
                </c:pt>
                <c:pt idx="1052">
                  <c:v>788.8</c:v>
                </c:pt>
                <c:pt idx="1053">
                  <c:v>830.75</c:v>
                </c:pt>
                <c:pt idx="1054">
                  <c:v>853.1</c:v>
                </c:pt>
                <c:pt idx="1055">
                  <c:v>858.65</c:v>
                </c:pt>
                <c:pt idx="1056">
                  <c:v>857.8</c:v>
                </c:pt>
                <c:pt idx="1057">
                  <c:v>844.35</c:v>
                </c:pt>
                <c:pt idx="1058">
                  <c:v>839.7</c:v>
                </c:pt>
                <c:pt idx="1059">
                  <c:v>850.5</c:v>
                </c:pt>
                <c:pt idx="1060">
                  <c:v>849.2</c:v>
                </c:pt>
                <c:pt idx="1061">
                  <c:v>840.35</c:v>
                </c:pt>
                <c:pt idx="1062">
                  <c:v>843.25</c:v>
                </c:pt>
                <c:pt idx="1063">
                  <c:v>839.85</c:v>
                </c:pt>
                <c:pt idx="1064">
                  <c:v>840.7</c:v>
                </c:pt>
                <c:pt idx="1065">
                  <c:v>832.25</c:v>
                </c:pt>
                <c:pt idx="1066">
                  <c:v>859.9</c:v>
                </c:pt>
                <c:pt idx="1067">
                  <c:v>853.7</c:v>
                </c:pt>
                <c:pt idx="1068">
                  <c:v>849.4</c:v>
                </c:pt>
                <c:pt idx="1069">
                  <c:v>844.55</c:v>
                </c:pt>
                <c:pt idx="1070">
                  <c:v>888.6</c:v>
                </c:pt>
                <c:pt idx="1071">
                  <c:v>874.75</c:v>
                </c:pt>
                <c:pt idx="1072">
                  <c:v>879.5</c:v>
                </c:pt>
                <c:pt idx="1073">
                  <c:v>871.95</c:v>
                </c:pt>
                <c:pt idx="1074">
                  <c:v>868.4</c:v>
                </c:pt>
                <c:pt idx="1075">
                  <c:v>864.85</c:v>
                </c:pt>
                <c:pt idx="1076">
                  <c:v>848.95</c:v>
                </c:pt>
                <c:pt idx="1077">
                  <c:v>844.2</c:v>
                </c:pt>
                <c:pt idx="1078">
                  <c:v>858.35</c:v>
                </c:pt>
                <c:pt idx="1079">
                  <c:v>862.7</c:v>
                </c:pt>
                <c:pt idx="1080">
                  <c:v>860.5</c:v>
                </c:pt>
                <c:pt idx="1081">
                  <c:v>839.65</c:v>
                </c:pt>
                <c:pt idx="1082">
                  <c:v>840.05</c:v>
                </c:pt>
                <c:pt idx="1083">
                  <c:v>846</c:v>
                </c:pt>
                <c:pt idx="1084">
                  <c:v>840</c:v>
                </c:pt>
                <c:pt idx="1085">
                  <c:v>818.9</c:v>
                </c:pt>
                <c:pt idx="1086">
                  <c:v>840.55</c:v>
                </c:pt>
                <c:pt idx="1087">
                  <c:v>848.8</c:v>
                </c:pt>
                <c:pt idx="1088">
                  <c:v>862.25</c:v>
                </c:pt>
                <c:pt idx="1089">
                  <c:v>849.95</c:v>
                </c:pt>
                <c:pt idx="1090">
                  <c:v>845.3</c:v>
                </c:pt>
                <c:pt idx="1091">
                  <c:v>825.95</c:v>
                </c:pt>
                <c:pt idx="1092">
                  <c:v>837.25</c:v>
                </c:pt>
                <c:pt idx="1093">
                  <c:v>825.8</c:v>
                </c:pt>
                <c:pt idx="1094">
                  <c:v>721</c:v>
                </c:pt>
                <c:pt idx="1095">
                  <c:v>627.04999999999995</c:v>
                </c:pt>
                <c:pt idx="1096">
                  <c:v>640.1</c:v>
                </c:pt>
                <c:pt idx="1097">
                  <c:v>703</c:v>
                </c:pt>
                <c:pt idx="1098">
                  <c:v>678.65</c:v>
                </c:pt>
                <c:pt idx="1099">
                  <c:v>705.35</c:v>
                </c:pt>
                <c:pt idx="1100">
                  <c:v>709.5</c:v>
                </c:pt>
                <c:pt idx="1101">
                  <c:v>732.75</c:v>
                </c:pt>
                <c:pt idx="1102">
                  <c:v>712.1</c:v>
                </c:pt>
                <c:pt idx="1103">
                  <c:v>696.15</c:v>
                </c:pt>
                <c:pt idx="1104">
                  <c:v>650.54999999999995</c:v>
                </c:pt>
                <c:pt idx="1105">
                  <c:v>626.20000000000005</c:v>
                </c:pt>
                <c:pt idx="1106">
                  <c:v>627.1</c:v>
                </c:pt>
                <c:pt idx="1107">
                  <c:v>656.7</c:v>
                </c:pt>
                <c:pt idx="1108">
                  <c:v>633.6</c:v>
                </c:pt>
                <c:pt idx="1109">
                  <c:v>650.54999999999995</c:v>
                </c:pt>
                <c:pt idx="1110">
                  <c:v>673.45</c:v>
                </c:pt>
                <c:pt idx="1111">
                  <c:v>670.25</c:v>
                </c:pt>
                <c:pt idx="1112">
                  <c:v>655.4</c:v>
                </c:pt>
                <c:pt idx="1113">
                  <c:v>650.20000000000005</c:v>
                </c:pt>
                <c:pt idx="1114">
                  <c:v>637.79999999999995</c:v>
                </c:pt>
                <c:pt idx="1115">
                  <c:v>633.95000000000005</c:v>
                </c:pt>
                <c:pt idx="1116">
                  <c:v>637.6</c:v>
                </c:pt>
                <c:pt idx="1117">
                  <c:v>650.20000000000005</c:v>
                </c:pt>
                <c:pt idx="1118">
                  <c:v>661.95</c:v>
                </c:pt>
                <c:pt idx="1119">
                  <c:v>644.25</c:v>
                </c:pt>
                <c:pt idx="1120">
                  <c:v>643.35</c:v>
                </c:pt>
                <c:pt idx="1121">
                  <c:v>622.25</c:v>
                </c:pt>
                <c:pt idx="1122">
                  <c:v>615.9</c:v>
                </c:pt>
                <c:pt idx="1123">
                  <c:v>637</c:v>
                </c:pt>
                <c:pt idx="1124">
                  <c:v>634.15</c:v>
                </c:pt>
                <c:pt idx="1125">
                  <c:v>630.45000000000005</c:v>
                </c:pt>
                <c:pt idx="1126">
                  <c:v>630.85</c:v>
                </c:pt>
                <c:pt idx="1127">
                  <c:v>628.9</c:v>
                </c:pt>
                <c:pt idx="1128">
                  <c:v>666.85</c:v>
                </c:pt>
                <c:pt idx="1129">
                  <c:v>675.6</c:v>
                </c:pt>
                <c:pt idx="1130">
                  <c:v>667.05</c:v>
                </c:pt>
                <c:pt idx="1131">
                  <c:v>689.35</c:v>
                </c:pt>
                <c:pt idx="1132">
                  <c:v>699.3</c:v>
                </c:pt>
                <c:pt idx="1133">
                  <c:v>647.65</c:v>
                </c:pt>
                <c:pt idx="1134">
                  <c:v>671.25</c:v>
                </c:pt>
                <c:pt idx="1135">
                  <c:v>680.95</c:v>
                </c:pt>
                <c:pt idx="1136">
                  <c:v>666.2</c:v>
                </c:pt>
                <c:pt idx="1137">
                  <c:v>651.54999999999995</c:v>
                </c:pt>
                <c:pt idx="1138">
                  <c:v>654.04999999999995</c:v>
                </c:pt>
                <c:pt idx="1139">
                  <c:v>668.05</c:v>
                </c:pt>
                <c:pt idx="1140">
                  <c:v>696.7</c:v>
                </c:pt>
                <c:pt idx="1141">
                  <c:v>694.2</c:v>
                </c:pt>
                <c:pt idx="1142">
                  <c:v>701.85</c:v>
                </c:pt>
                <c:pt idx="1143">
                  <c:v>702.45</c:v>
                </c:pt>
                <c:pt idx="1144">
                  <c:v>699.2</c:v>
                </c:pt>
                <c:pt idx="1145">
                  <c:v>709.2</c:v>
                </c:pt>
                <c:pt idx="1146">
                  <c:v>701.75</c:v>
                </c:pt>
                <c:pt idx="1147">
                  <c:v>684.2</c:v>
                </c:pt>
                <c:pt idx="1148">
                  <c:v>709.1</c:v>
                </c:pt>
                <c:pt idx="1149">
                  <c:v>716.9</c:v>
                </c:pt>
                <c:pt idx="1150">
                  <c:v>732.6</c:v>
                </c:pt>
                <c:pt idx="1151">
                  <c:v>718.25</c:v>
                </c:pt>
                <c:pt idx="1152">
                  <c:v>729.95</c:v>
                </c:pt>
                <c:pt idx="1153">
                  <c:v>739.25</c:v>
                </c:pt>
                <c:pt idx="1154">
                  <c:v>718.25</c:v>
                </c:pt>
                <c:pt idx="1155">
                  <c:v>713.75</c:v>
                </c:pt>
                <c:pt idx="1156">
                  <c:v>711.7</c:v>
                </c:pt>
                <c:pt idx="1157">
                  <c:v>686</c:v>
                </c:pt>
                <c:pt idx="1158">
                  <c:v>676.95</c:v>
                </c:pt>
                <c:pt idx="1159">
                  <c:v>691</c:v>
                </c:pt>
                <c:pt idx="1160">
                  <c:v>690.35</c:v>
                </c:pt>
                <c:pt idx="1161">
                  <c:v>686.65</c:v>
                </c:pt>
                <c:pt idx="1162">
                  <c:v>684.2</c:v>
                </c:pt>
                <c:pt idx="1163">
                  <c:v>694.75</c:v>
                </c:pt>
                <c:pt idx="1164">
                  <c:v>689.4</c:v>
                </c:pt>
                <c:pt idx="1165">
                  <c:v>695.2</c:v>
                </c:pt>
                <c:pt idx="1166">
                  <c:v>704.6</c:v>
                </c:pt>
                <c:pt idx="1167">
                  <c:v>701.8</c:v>
                </c:pt>
                <c:pt idx="1168">
                  <c:v>703.2</c:v>
                </c:pt>
                <c:pt idx="1169">
                  <c:v>712.95</c:v>
                </c:pt>
                <c:pt idx="1170">
                  <c:v>718.45</c:v>
                </c:pt>
                <c:pt idx="1171">
                  <c:v>714.15</c:v>
                </c:pt>
                <c:pt idx="1172">
                  <c:v>714.2</c:v>
                </c:pt>
                <c:pt idx="1173">
                  <c:v>705.35</c:v>
                </c:pt>
                <c:pt idx="1174">
                  <c:v>708.4</c:v>
                </c:pt>
                <c:pt idx="1175">
                  <c:v>713.2</c:v>
                </c:pt>
                <c:pt idx="1176">
                  <c:v>711.45</c:v>
                </c:pt>
                <c:pt idx="1177">
                  <c:v>704.1</c:v>
                </c:pt>
                <c:pt idx="1178">
                  <c:v>693.8</c:v>
                </c:pt>
                <c:pt idx="1179">
                  <c:v>697.45</c:v>
                </c:pt>
                <c:pt idx="1180">
                  <c:v>701.1</c:v>
                </c:pt>
                <c:pt idx="1181">
                  <c:v>709.6</c:v>
                </c:pt>
                <c:pt idx="1182">
                  <c:v>713</c:v>
                </c:pt>
                <c:pt idx="1183">
                  <c:v>730.3</c:v>
                </c:pt>
                <c:pt idx="1184">
                  <c:v>747</c:v>
                </c:pt>
                <c:pt idx="1185">
                  <c:v>752.3</c:v>
                </c:pt>
                <c:pt idx="1186">
                  <c:v>760</c:v>
                </c:pt>
                <c:pt idx="1187">
                  <c:v>760.15</c:v>
                </c:pt>
                <c:pt idx="1188">
                  <c:v>737.45</c:v>
                </c:pt>
                <c:pt idx="1189">
                  <c:v>738.15</c:v>
                </c:pt>
                <c:pt idx="1190">
                  <c:v>741.15</c:v>
                </c:pt>
                <c:pt idx="1191">
                  <c:v>734.7</c:v>
                </c:pt>
                <c:pt idx="1192">
                  <c:v>747.8</c:v>
                </c:pt>
                <c:pt idx="1193">
                  <c:v>749.3</c:v>
                </c:pt>
                <c:pt idx="1194">
                  <c:v>777.65</c:v>
                </c:pt>
                <c:pt idx="1195">
                  <c:v>802.05</c:v>
                </c:pt>
                <c:pt idx="1196">
                  <c:v>800.2</c:v>
                </c:pt>
                <c:pt idx="1197">
                  <c:v>790.7</c:v>
                </c:pt>
                <c:pt idx="1198">
                  <c:v>806.25</c:v>
                </c:pt>
                <c:pt idx="1199">
                  <c:v>802.55</c:v>
                </c:pt>
                <c:pt idx="1200">
                  <c:v>799.9</c:v>
                </c:pt>
                <c:pt idx="1201">
                  <c:v>806.45</c:v>
                </c:pt>
                <c:pt idx="1202">
                  <c:v>791.4</c:v>
                </c:pt>
                <c:pt idx="1203">
                  <c:v>792.75</c:v>
                </c:pt>
                <c:pt idx="1204">
                  <c:v>805.95</c:v>
                </c:pt>
                <c:pt idx="1205">
                  <c:v>793.95</c:v>
                </c:pt>
                <c:pt idx="1206">
                  <c:v>810.3</c:v>
                </c:pt>
                <c:pt idx="1207">
                  <c:v>804.6</c:v>
                </c:pt>
                <c:pt idx="1208">
                  <c:v>798.65</c:v>
                </c:pt>
                <c:pt idx="1209">
                  <c:v>792.25</c:v>
                </c:pt>
                <c:pt idx="1210">
                  <c:v>799.9</c:v>
                </c:pt>
                <c:pt idx="1211">
                  <c:v>793.05</c:v>
                </c:pt>
                <c:pt idx="1212">
                  <c:v>792.9</c:v>
                </c:pt>
                <c:pt idx="1213">
                  <c:v>789.5</c:v>
                </c:pt>
                <c:pt idx="1214">
                  <c:v>789.15</c:v>
                </c:pt>
                <c:pt idx="1215">
                  <c:v>789.25</c:v>
                </c:pt>
                <c:pt idx="1216">
                  <c:v>799.5</c:v>
                </c:pt>
                <c:pt idx="1217">
                  <c:v>795.9</c:v>
                </c:pt>
                <c:pt idx="1218">
                  <c:v>805.65</c:v>
                </c:pt>
                <c:pt idx="1219">
                  <c:v>823.55</c:v>
                </c:pt>
                <c:pt idx="1220">
                  <c:v>818.2</c:v>
                </c:pt>
                <c:pt idx="1221">
                  <c:v>825.7</c:v>
                </c:pt>
                <c:pt idx="1222">
                  <c:v>815.2</c:v>
                </c:pt>
                <c:pt idx="1223">
                  <c:v>815.95</c:v>
                </c:pt>
                <c:pt idx="1224">
                  <c:v>795.85</c:v>
                </c:pt>
                <c:pt idx="1225">
                  <c:v>799.15</c:v>
                </c:pt>
                <c:pt idx="1226">
                  <c:v>794.85</c:v>
                </c:pt>
                <c:pt idx="1227">
                  <c:v>786.9</c:v>
                </c:pt>
                <c:pt idx="1228">
                  <c:v>790.3</c:v>
                </c:pt>
                <c:pt idx="1229">
                  <c:v>803.4</c:v>
                </c:pt>
                <c:pt idx="1230">
                  <c:v>810.05</c:v>
                </c:pt>
                <c:pt idx="1231">
                  <c:v>796.85</c:v>
                </c:pt>
                <c:pt idx="1232">
                  <c:v>806.8</c:v>
                </c:pt>
                <c:pt idx="1233">
                  <c:v>814.9</c:v>
                </c:pt>
                <c:pt idx="1234">
                  <c:v>812.9</c:v>
                </c:pt>
                <c:pt idx="1235">
                  <c:v>832.45</c:v>
                </c:pt>
                <c:pt idx="1236">
                  <c:v>842.15</c:v>
                </c:pt>
                <c:pt idx="1237">
                  <c:v>831.15</c:v>
                </c:pt>
                <c:pt idx="1238">
                  <c:v>834.05</c:v>
                </c:pt>
                <c:pt idx="1239">
                  <c:v>830</c:v>
                </c:pt>
                <c:pt idx="1240">
                  <c:v>832.65</c:v>
                </c:pt>
                <c:pt idx="1241">
                  <c:v>819.35</c:v>
                </c:pt>
                <c:pt idx="1242">
                  <c:v>837.35</c:v>
                </c:pt>
                <c:pt idx="1243">
                  <c:v>846.8</c:v>
                </c:pt>
                <c:pt idx="1244">
                  <c:v>849.4</c:v>
                </c:pt>
                <c:pt idx="1245">
                  <c:v>844.2</c:v>
                </c:pt>
                <c:pt idx="1246">
                  <c:v>843.45</c:v>
                </c:pt>
                <c:pt idx="1247">
                  <c:v>845.45</c:v>
                </c:pt>
                <c:pt idx="1248">
                  <c:v>849.45</c:v>
                </c:pt>
                <c:pt idx="1249">
                  <c:v>847.1</c:v>
                </c:pt>
                <c:pt idx="1250">
                  <c:v>845.55</c:v>
                </c:pt>
                <c:pt idx="1251">
                  <c:v>857.6</c:v>
                </c:pt>
                <c:pt idx="1252">
                  <c:v>848.9</c:v>
                </c:pt>
                <c:pt idx="1253">
                  <c:v>824.75</c:v>
                </c:pt>
                <c:pt idx="1254">
                  <c:v>814.95</c:v>
                </c:pt>
                <c:pt idx="1255">
                  <c:v>817.25</c:v>
                </c:pt>
                <c:pt idx="1256">
                  <c:v>819.95</c:v>
                </c:pt>
                <c:pt idx="1257">
                  <c:v>831.35</c:v>
                </c:pt>
                <c:pt idx="1258">
                  <c:v>827.6</c:v>
                </c:pt>
                <c:pt idx="1259">
                  <c:v>797.5</c:v>
                </c:pt>
                <c:pt idx="1260">
                  <c:v>785.4</c:v>
                </c:pt>
                <c:pt idx="1261">
                  <c:v>791.45</c:v>
                </c:pt>
                <c:pt idx="1262">
                  <c:v>783.95</c:v>
                </c:pt>
                <c:pt idx="1263">
                  <c:v>780.1</c:v>
                </c:pt>
                <c:pt idx="1264">
                  <c:v>776.6</c:v>
                </c:pt>
                <c:pt idx="1265">
                  <c:v>786.4</c:v>
                </c:pt>
                <c:pt idx="1266">
                  <c:v>779.4</c:v>
                </c:pt>
                <c:pt idx="1267">
                  <c:v>782.1</c:v>
                </c:pt>
                <c:pt idx="1268">
                  <c:v>774.45</c:v>
                </c:pt>
                <c:pt idx="1269">
                  <c:v>770.15</c:v>
                </c:pt>
                <c:pt idx="1270">
                  <c:v>782.8</c:v>
                </c:pt>
                <c:pt idx="1271">
                  <c:v>779.25</c:v>
                </c:pt>
                <c:pt idx="1272">
                  <c:v>783.3</c:v>
                </c:pt>
                <c:pt idx="1273">
                  <c:v>789.05</c:v>
                </c:pt>
                <c:pt idx="1274">
                  <c:v>796.25</c:v>
                </c:pt>
                <c:pt idx="1275">
                  <c:v>818.6</c:v>
                </c:pt>
                <c:pt idx="1276">
                  <c:v>822.2</c:v>
                </c:pt>
                <c:pt idx="1277">
                  <c:v>820.4</c:v>
                </c:pt>
                <c:pt idx="1278">
                  <c:v>833.9</c:v>
                </c:pt>
                <c:pt idx="1279">
                  <c:v>827</c:v>
                </c:pt>
                <c:pt idx="1280">
                  <c:v>822.1</c:v>
                </c:pt>
                <c:pt idx="1281">
                  <c:v>819.65</c:v>
                </c:pt>
                <c:pt idx="1282">
                  <c:v>823.9</c:v>
                </c:pt>
                <c:pt idx="1283">
                  <c:v>818.5</c:v>
                </c:pt>
                <c:pt idx="1284">
                  <c:v>820.85</c:v>
                </c:pt>
                <c:pt idx="1285">
                  <c:v>823.6</c:v>
                </c:pt>
                <c:pt idx="1286">
                  <c:v>819.9</c:v>
                </c:pt>
                <c:pt idx="1287">
                  <c:v>805.75</c:v>
                </c:pt>
                <c:pt idx="1288">
                  <c:v>809.2</c:v>
                </c:pt>
                <c:pt idx="1289">
                  <c:v>806.15</c:v>
                </c:pt>
                <c:pt idx="1290">
                  <c:v>810.35</c:v>
                </c:pt>
                <c:pt idx="1291">
                  <c:v>809.95</c:v>
                </c:pt>
                <c:pt idx="1292">
                  <c:v>814.35</c:v>
                </c:pt>
                <c:pt idx="1293">
                  <c:v>816.1</c:v>
                </c:pt>
                <c:pt idx="1294">
                  <c:v>842.65</c:v>
                </c:pt>
                <c:pt idx="1295">
                  <c:v>852.7</c:v>
                </c:pt>
                <c:pt idx="1296">
                  <c:v>866.75</c:v>
                </c:pt>
                <c:pt idx="1297">
                  <c:v>856.8</c:v>
                </c:pt>
                <c:pt idx="1298">
                  <c:v>889.8</c:v>
                </c:pt>
                <c:pt idx="1299">
                  <c:v>892.45</c:v>
                </c:pt>
                <c:pt idx="1300">
                  <c:v>903.25</c:v>
                </c:pt>
                <c:pt idx="1301">
                  <c:v>903.3</c:v>
                </c:pt>
                <c:pt idx="1302">
                  <c:v>913.15</c:v>
                </c:pt>
                <c:pt idx="1303">
                  <c:v>931.25</c:v>
                </c:pt>
                <c:pt idx="1304">
                  <c:v>911.1</c:v>
                </c:pt>
                <c:pt idx="1305">
                  <c:v>910.55</c:v>
                </c:pt>
                <c:pt idx="1306">
                  <c:v>913.05</c:v>
                </c:pt>
                <c:pt idx="1307">
                  <c:v>909.15</c:v>
                </c:pt>
                <c:pt idx="1308">
                  <c:v>912.4</c:v>
                </c:pt>
                <c:pt idx="1309">
                  <c:v>911</c:v>
                </c:pt>
                <c:pt idx="1310">
                  <c:v>905.2</c:v>
                </c:pt>
                <c:pt idx="1311">
                  <c:v>895.1</c:v>
                </c:pt>
                <c:pt idx="1312">
                  <c:v>861.6</c:v>
                </c:pt>
                <c:pt idx="1313">
                  <c:v>850.85</c:v>
                </c:pt>
                <c:pt idx="1314">
                  <c:v>861.9</c:v>
                </c:pt>
                <c:pt idx="1315">
                  <c:v>833.15</c:v>
                </c:pt>
                <c:pt idx="1316">
                  <c:v>859.65</c:v>
                </c:pt>
                <c:pt idx="1317">
                  <c:v>885.3</c:v>
                </c:pt>
                <c:pt idx="1318">
                  <c:v>880.95</c:v>
                </c:pt>
                <c:pt idx="1319">
                  <c:v>892.95</c:v>
                </c:pt>
                <c:pt idx="1320">
                  <c:v>912.15</c:v>
                </c:pt>
                <c:pt idx="1321">
                  <c:v>915.55</c:v>
                </c:pt>
                <c:pt idx="1322">
                  <c:v>895.7</c:v>
                </c:pt>
                <c:pt idx="1323">
                  <c:v>886.05</c:v>
                </c:pt>
                <c:pt idx="1324">
                  <c:v>875.95</c:v>
                </c:pt>
                <c:pt idx="1325">
                  <c:v>883.7</c:v>
                </c:pt>
                <c:pt idx="1326">
                  <c:v>878.95</c:v>
                </c:pt>
                <c:pt idx="1327">
                  <c:v>850.55</c:v>
                </c:pt>
                <c:pt idx="1328">
                  <c:v>831</c:v>
                </c:pt>
                <c:pt idx="1329">
                  <c:v>840.55</c:v>
                </c:pt>
                <c:pt idx="1330">
                  <c:v>855.55</c:v>
                </c:pt>
                <c:pt idx="1331">
                  <c:v>851.6</c:v>
                </c:pt>
                <c:pt idx="1332">
                  <c:v>858.1</c:v>
                </c:pt>
                <c:pt idx="1333">
                  <c:v>861.05</c:v>
                </c:pt>
                <c:pt idx="1334">
                  <c:v>845.25</c:v>
                </c:pt>
                <c:pt idx="1335">
                  <c:v>831.45</c:v>
                </c:pt>
                <c:pt idx="1336">
                  <c:v>836.8</c:v>
                </c:pt>
                <c:pt idx="1337">
                  <c:v>811.2</c:v>
                </c:pt>
                <c:pt idx="1338">
                  <c:v>827.1</c:v>
                </c:pt>
                <c:pt idx="1339">
                  <c:v>825.55</c:v>
                </c:pt>
                <c:pt idx="1340">
                  <c:v>835.2</c:v>
                </c:pt>
                <c:pt idx="1341">
                  <c:v>857.15</c:v>
                </c:pt>
                <c:pt idx="1342">
                  <c:v>862.05</c:v>
                </c:pt>
                <c:pt idx="1343">
                  <c:v>871.55</c:v>
                </c:pt>
                <c:pt idx="1344">
                  <c:v>878.75</c:v>
                </c:pt>
                <c:pt idx="1345">
                  <c:v>875.25</c:v>
                </c:pt>
                <c:pt idx="1346">
                  <c:v>884.6</c:v>
                </c:pt>
                <c:pt idx="1347">
                  <c:v>880.15</c:v>
                </c:pt>
                <c:pt idx="1348">
                  <c:v>889.6</c:v>
                </c:pt>
                <c:pt idx="1349">
                  <c:v>874.45</c:v>
                </c:pt>
                <c:pt idx="1350">
                  <c:v>862.15</c:v>
                </c:pt>
                <c:pt idx="1351">
                  <c:v>855.25</c:v>
                </c:pt>
                <c:pt idx="1352">
                  <c:v>848.3</c:v>
                </c:pt>
                <c:pt idx="1353">
                  <c:v>868.5</c:v>
                </c:pt>
                <c:pt idx="1354">
                  <c:v>872.75</c:v>
                </c:pt>
                <c:pt idx="1355">
                  <c:v>883.2</c:v>
                </c:pt>
                <c:pt idx="1356">
                  <c:v>905.4</c:v>
                </c:pt>
                <c:pt idx="1357">
                  <c:v>901.6</c:v>
                </c:pt>
                <c:pt idx="1358">
                  <c:v>911.6</c:v>
                </c:pt>
                <c:pt idx="1359">
                  <c:v>922.75</c:v>
                </c:pt>
                <c:pt idx="1360">
                  <c:v>929.85</c:v>
                </c:pt>
                <c:pt idx="1361">
                  <c:v>924.25</c:v>
                </c:pt>
                <c:pt idx="1362">
                  <c:v>937.45</c:v>
                </c:pt>
                <c:pt idx="1363">
                  <c:v>926.05</c:v>
                </c:pt>
                <c:pt idx="1364">
                  <c:v>936</c:v>
                </c:pt>
                <c:pt idx="1365">
                  <c:v>933.25</c:v>
                </c:pt>
                <c:pt idx="1366">
                  <c:v>921.85</c:v>
                </c:pt>
                <c:pt idx="1367">
                  <c:v>910.7</c:v>
                </c:pt>
                <c:pt idx="1368">
                  <c:v>903.55</c:v>
                </c:pt>
                <c:pt idx="1369">
                  <c:v>917.75</c:v>
                </c:pt>
                <c:pt idx="1370">
                  <c:v>929.4</c:v>
                </c:pt>
                <c:pt idx="1371">
                  <c:v>936.3</c:v>
                </c:pt>
                <c:pt idx="1372">
                  <c:v>926.9</c:v>
                </c:pt>
                <c:pt idx="1373">
                  <c:v>919</c:v>
                </c:pt>
                <c:pt idx="1374">
                  <c:v>922.2</c:v>
                </c:pt>
                <c:pt idx="1375">
                  <c:v>945.65</c:v>
                </c:pt>
                <c:pt idx="1376">
                  <c:v>958.75</c:v>
                </c:pt>
                <c:pt idx="1377">
                  <c:v>955.55</c:v>
                </c:pt>
                <c:pt idx="1378">
                  <c:v>968.5</c:v>
                </c:pt>
                <c:pt idx="1379">
                  <c:v>989.1</c:v>
                </c:pt>
                <c:pt idx="1380">
                  <c:v>977.4</c:v>
                </c:pt>
                <c:pt idx="1381">
                  <c:v>995</c:v>
                </c:pt>
                <c:pt idx="1382">
                  <c:v>1027.45</c:v>
                </c:pt>
                <c:pt idx="1383">
                  <c:v>983.2</c:v>
                </c:pt>
                <c:pt idx="1384">
                  <c:v>988.2</c:v>
                </c:pt>
                <c:pt idx="1385">
                  <c:v>979.7</c:v>
                </c:pt>
                <c:pt idx="1386">
                  <c:v>975</c:v>
                </c:pt>
                <c:pt idx="1387">
                  <c:v>931.45</c:v>
                </c:pt>
                <c:pt idx="1388">
                  <c:v>920.2</c:v>
                </c:pt>
                <c:pt idx="1389">
                  <c:v>926.15</c:v>
                </c:pt>
                <c:pt idx="1390">
                  <c:v>943.1</c:v>
                </c:pt>
                <c:pt idx="1391">
                  <c:v>923.85</c:v>
                </c:pt>
                <c:pt idx="1392">
                  <c:v>921.95</c:v>
                </c:pt>
                <c:pt idx="1393">
                  <c:v>928.1</c:v>
                </c:pt>
                <c:pt idx="1394">
                  <c:v>917.25</c:v>
                </c:pt>
                <c:pt idx="1395">
                  <c:v>917.95</c:v>
                </c:pt>
                <c:pt idx="1396">
                  <c:v>920</c:v>
                </c:pt>
                <c:pt idx="1397">
                  <c:v>918.2</c:v>
                </c:pt>
                <c:pt idx="1398">
                  <c:v>938.45</c:v>
                </c:pt>
                <c:pt idx="1399">
                  <c:v>965.35</c:v>
                </c:pt>
                <c:pt idx="1400">
                  <c:v>971.45</c:v>
                </c:pt>
                <c:pt idx="1401">
                  <c:v>969.2</c:v>
                </c:pt>
                <c:pt idx="1402">
                  <c:v>938.5</c:v>
                </c:pt>
                <c:pt idx="1403">
                  <c:v>941.7</c:v>
                </c:pt>
                <c:pt idx="1404">
                  <c:v>957.25</c:v>
                </c:pt>
                <c:pt idx="1405">
                  <c:v>967.15</c:v>
                </c:pt>
                <c:pt idx="1406">
                  <c:v>956.95</c:v>
                </c:pt>
                <c:pt idx="1407">
                  <c:v>950.5</c:v>
                </c:pt>
                <c:pt idx="1408">
                  <c:v>954.2</c:v>
                </c:pt>
                <c:pt idx="1409">
                  <c:v>959.15</c:v>
                </c:pt>
                <c:pt idx="1410">
                  <c:v>956.25</c:v>
                </c:pt>
                <c:pt idx="1411">
                  <c:v>953.9</c:v>
                </c:pt>
                <c:pt idx="1412">
                  <c:v>951.1</c:v>
                </c:pt>
                <c:pt idx="1413">
                  <c:v>957.45</c:v>
                </c:pt>
                <c:pt idx="1414">
                  <c:v>1003.1</c:v>
                </c:pt>
                <c:pt idx="1415">
                  <c:v>987.55</c:v>
                </c:pt>
                <c:pt idx="1416">
                  <c:v>1000.2</c:v>
                </c:pt>
                <c:pt idx="1417">
                  <c:v>991.1</c:v>
                </c:pt>
                <c:pt idx="1418">
                  <c:v>966.05</c:v>
                </c:pt>
                <c:pt idx="1419">
                  <c:v>972</c:v>
                </c:pt>
                <c:pt idx="1420">
                  <c:v>996.1</c:v>
                </c:pt>
                <c:pt idx="1421">
                  <c:v>983.15</c:v>
                </c:pt>
                <c:pt idx="1422">
                  <c:v>968.7</c:v>
                </c:pt>
                <c:pt idx="1423">
                  <c:v>976.45</c:v>
                </c:pt>
                <c:pt idx="1424">
                  <c:v>981.85</c:v>
                </c:pt>
                <c:pt idx="1425">
                  <c:v>978.25</c:v>
                </c:pt>
                <c:pt idx="1426">
                  <c:v>978.3</c:v>
                </c:pt>
                <c:pt idx="1427">
                  <c:v>991.65</c:v>
                </c:pt>
                <c:pt idx="1428">
                  <c:v>985.1</c:v>
                </c:pt>
                <c:pt idx="1429">
                  <c:v>993.25</c:v>
                </c:pt>
                <c:pt idx="1430">
                  <c:v>991.75</c:v>
                </c:pt>
                <c:pt idx="1431">
                  <c:v>1006.05</c:v>
                </c:pt>
                <c:pt idx="1432">
                  <c:v>1006.85</c:v>
                </c:pt>
                <c:pt idx="1433">
                  <c:v>996.45</c:v>
                </c:pt>
                <c:pt idx="1434">
                  <c:v>999.7</c:v>
                </c:pt>
                <c:pt idx="1435">
                  <c:v>1023.15</c:v>
                </c:pt>
                <c:pt idx="1436">
                  <c:v>1021.7</c:v>
                </c:pt>
                <c:pt idx="1437">
                  <c:v>1031.1500000000001</c:v>
                </c:pt>
                <c:pt idx="1438">
                  <c:v>1041.45</c:v>
                </c:pt>
                <c:pt idx="1439">
                  <c:v>996.5</c:v>
                </c:pt>
                <c:pt idx="1440">
                  <c:v>989.55</c:v>
                </c:pt>
                <c:pt idx="1441">
                  <c:v>1020.15</c:v>
                </c:pt>
                <c:pt idx="1442">
                  <c:v>1041.6500000000001</c:v>
                </c:pt>
                <c:pt idx="1443">
                  <c:v>1070</c:v>
                </c:pt>
                <c:pt idx="1444">
                  <c:v>1076.95</c:v>
                </c:pt>
                <c:pt idx="1445">
                  <c:v>1061</c:v>
                </c:pt>
                <c:pt idx="1446">
                  <c:v>1072.3</c:v>
                </c:pt>
                <c:pt idx="1447">
                  <c:v>1078.7</c:v>
                </c:pt>
                <c:pt idx="1448">
                  <c:v>1073.8</c:v>
                </c:pt>
                <c:pt idx="1449">
                  <c:v>1040.1500000000001</c:v>
                </c:pt>
                <c:pt idx="1450">
                  <c:v>1046.2</c:v>
                </c:pt>
                <c:pt idx="1451">
                  <c:v>1029.2</c:v>
                </c:pt>
                <c:pt idx="1452">
                  <c:v>1054.8</c:v>
                </c:pt>
                <c:pt idx="1453">
                  <c:v>1031.4000000000001</c:v>
                </c:pt>
                <c:pt idx="1454">
                  <c:v>992.6</c:v>
                </c:pt>
                <c:pt idx="1455">
                  <c:v>989.3</c:v>
                </c:pt>
                <c:pt idx="1456">
                  <c:v>981.95</c:v>
                </c:pt>
                <c:pt idx="1457">
                  <c:v>948.8</c:v>
                </c:pt>
                <c:pt idx="1458">
                  <c:v>938.7</c:v>
                </c:pt>
                <c:pt idx="1459">
                  <c:v>956.9</c:v>
                </c:pt>
                <c:pt idx="1460">
                  <c:v>926.2</c:v>
                </c:pt>
                <c:pt idx="1461">
                  <c:v>930.5</c:v>
                </c:pt>
                <c:pt idx="1462">
                  <c:v>930.9</c:v>
                </c:pt>
                <c:pt idx="1463">
                  <c:v>935.6</c:v>
                </c:pt>
                <c:pt idx="1464">
                  <c:v>918.65</c:v>
                </c:pt>
                <c:pt idx="1465">
                  <c:v>929.05</c:v>
                </c:pt>
                <c:pt idx="1466">
                  <c:v>931.6</c:v>
                </c:pt>
                <c:pt idx="1467">
                  <c:v>930.15</c:v>
                </c:pt>
                <c:pt idx="1468">
                  <c:v>945.55</c:v>
                </c:pt>
                <c:pt idx="1469">
                  <c:v>963.1</c:v>
                </c:pt>
                <c:pt idx="1470">
                  <c:v>953.6</c:v>
                </c:pt>
                <c:pt idx="1471">
                  <c:v>973.9</c:v>
                </c:pt>
                <c:pt idx="1472">
                  <c:v>980.6</c:v>
                </c:pt>
                <c:pt idx="1473">
                  <c:v>992.8</c:v>
                </c:pt>
                <c:pt idx="1474">
                  <c:v>988.65</c:v>
                </c:pt>
                <c:pt idx="1475">
                  <c:v>1008.15</c:v>
                </c:pt>
                <c:pt idx="1476">
                  <c:v>1018.25</c:v>
                </c:pt>
                <c:pt idx="1477">
                  <c:v>1021.75</c:v>
                </c:pt>
                <c:pt idx="1478">
                  <c:v>993.6</c:v>
                </c:pt>
                <c:pt idx="1479">
                  <c:v>1020.65</c:v>
                </c:pt>
                <c:pt idx="1480">
                  <c:v>1025.3499999999999</c:v>
                </c:pt>
                <c:pt idx="1481">
                  <c:v>1020.05</c:v>
                </c:pt>
                <c:pt idx="1482">
                  <c:v>1030.95</c:v>
                </c:pt>
                <c:pt idx="1483">
                  <c:v>1045.2</c:v>
                </c:pt>
                <c:pt idx="1484">
                  <c:v>1049.25</c:v>
                </c:pt>
                <c:pt idx="1485">
                  <c:v>1029.6500000000001</c:v>
                </c:pt>
                <c:pt idx="1486">
                  <c:v>1041.95</c:v>
                </c:pt>
                <c:pt idx="1487">
                  <c:v>1033.0999999999999</c:v>
                </c:pt>
                <c:pt idx="1488">
                  <c:v>1022.05</c:v>
                </c:pt>
                <c:pt idx="1489">
                  <c:v>1052.8</c:v>
                </c:pt>
                <c:pt idx="1490">
                  <c:v>1081</c:v>
                </c:pt>
                <c:pt idx="1491">
                  <c:v>1095.9000000000001</c:v>
                </c:pt>
                <c:pt idx="1492">
                  <c:v>1127.7</c:v>
                </c:pt>
                <c:pt idx="1493">
                  <c:v>1165.3</c:v>
                </c:pt>
                <c:pt idx="1494">
                  <c:v>1181.55</c:v>
                </c:pt>
                <c:pt idx="1495">
                  <c:v>1147.5</c:v>
                </c:pt>
                <c:pt idx="1496">
                  <c:v>1147.1500000000001</c:v>
                </c:pt>
                <c:pt idx="1497">
                  <c:v>1149.8499999999999</c:v>
                </c:pt>
                <c:pt idx="1498">
                  <c:v>1150.3499999999999</c:v>
                </c:pt>
                <c:pt idx="1499">
                  <c:v>1154.2</c:v>
                </c:pt>
                <c:pt idx="1500">
                  <c:v>1160.8499999999999</c:v>
                </c:pt>
                <c:pt idx="1501">
                  <c:v>1189.3499999999999</c:v>
                </c:pt>
                <c:pt idx="1502">
                  <c:v>1190.9000000000001</c:v>
                </c:pt>
                <c:pt idx="1503">
                  <c:v>1185.0999999999999</c:v>
                </c:pt>
                <c:pt idx="1504">
                  <c:v>1180.7</c:v>
                </c:pt>
                <c:pt idx="1505">
                  <c:v>1170.1500000000001</c:v>
                </c:pt>
                <c:pt idx="1506">
                  <c:v>1192.95</c:v>
                </c:pt>
                <c:pt idx="1507">
                  <c:v>1174.25</c:v>
                </c:pt>
                <c:pt idx="1508">
                  <c:v>1191.6500000000001</c:v>
                </c:pt>
                <c:pt idx="1509">
                  <c:v>1210.8</c:v>
                </c:pt>
                <c:pt idx="1510">
                  <c:v>1185.8499999999999</c:v>
                </c:pt>
                <c:pt idx="1511">
                  <c:v>1180.05</c:v>
                </c:pt>
                <c:pt idx="1512">
                  <c:v>1203.0999999999999</c:v>
                </c:pt>
                <c:pt idx="1513">
                  <c:v>1219.95</c:v>
                </c:pt>
                <c:pt idx="1514">
                  <c:v>1208.4000000000001</c:v>
                </c:pt>
                <c:pt idx="1515">
                  <c:v>1187.8</c:v>
                </c:pt>
                <c:pt idx="1516">
                  <c:v>1216.95</c:v>
                </c:pt>
                <c:pt idx="1517">
                  <c:v>1223.8499999999999</c:v>
                </c:pt>
                <c:pt idx="1518">
                  <c:v>1223.7</c:v>
                </c:pt>
                <c:pt idx="1519">
                  <c:v>1194.75</c:v>
                </c:pt>
                <c:pt idx="1520">
                  <c:v>1201.75</c:v>
                </c:pt>
                <c:pt idx="1521">
                  <c:v>1245.75</c:v>
                </c:pt>
                <c:pt idx="1522">
                  <c:v>1253.5</c:v>
                </c:pt>
                <c:pt idx="1523">
                  <c:v>1248.25</c:v>
                </c:pt>
                <c:pt idx="1524">
                  <c:v>1277.5</c:v>
                </c:pt>
                <c:pt idx="1525">
                  <c:v>1265.5999999999999</c:v>
                </c:pt>
                <c:pt idx="1526">
                  <c:v>1236.6500000000001</c:v>
                </c:pt>
                <c:pt idx="1527">
                  <c:v>1237.3</c:v>
                </c:pt>
                <c:pt idx="1528">
                  <c:v>1224.05</c:v>
                </c:pt>
                <c:pt idx="1529">
                  <c:v>1184.45</c:v>
                </c:pt>
                <c:pt idx="1530">
                  <c:v>1162</c:v>
                </c:pt>
                <c:pt idx="1531">
                  <c:v>1195.1500000000001</c:v>
                </c:pt>
                <c:pt idx="1532">
                  <c:v>1170.5999999999999</c:v>
                </c:pt>
                <c:pt idx="1533">
                  <c:v>1179.0999999999999</c:v>
                </c:pt>
                <c:pt idx="1534">
                  <c:v>1176.0999999999999</c:v>
                </c:pt>
                <c:pt idx="1535">
                  <c:v>1173.55</c:v>
                </c:pt>
                <c:pt idx="1536">
                  <c:v>1172.25</c:v>
                </c:pt>
                <c:pt idx="1537">
                  <c:v>1158.75</c:v>
                </c:pt>
                <c:pt idx="1538">
                  <c:v>1152.6500000000001</c:v>
                </c:pt>
                <c:pt idx="1539">
                  <c:v>1121.95</c:v>
                </c:pt>
                <c:pt idx="1540">
                  <c:v>1145.3</c:v>
                </c:pt>
                <c:pt idx="1541">
                  <c:v>1161.45</c:v>
                </c:pt>
                <c:pt idx="1542">
                  <c:v>1174.7</c:v>
                </c:pt>
                <c:pt idx="1543">
                  <c:v>1195.75</c:v>
                </c:pt>
                <c:pt idx="1544">
                  <c:v>1179.75</c:v>
                </c:pt>
                <c:pt idx="1545">
                  <c:v>1178.3499999999999</c:v>
                </c:pt>
                <c:pt idx="1546">
                  <c:v>1136.4000000000001</c:v>
                </c:pt>
                <c:pt idx="1547">
                  <c:v>1122.0999999999999</c:v>
                </c:pt>
                <c:pt idx="1548">
                  <c:v>1149</c:v>
                </c:pt>
                <c:pt idx="1549">
                  <c:v>1145.3499999999999</c:v>
                </c:pt>
                <c:pt idx="1550">
                  <c:v>1169.3</c:v>
                </c:pt>
                <c:pt idx="1551">
                  <c:v>1162.1500000000001</c:v>
                </c:pt>
                <c:pt idx="1552">
                  <c:v>1134.25</c:v>
                </c:pt>
                <c:pt idx="1553">
                  <c:v>1142.3</c:v>
                </c:pt>
                <c:pt idx="1554">
                  <c:v>1151.3</c:v>
                </c:pt>
                <c:pt idx="1555">
                  <c:v>1175</c:v>
                </c:pt>
                <c:pt idx="1556">
                  <c:v>1186.6500000000001</c:v>
                </c:pt>
                <c:pt idx="1557">
                  <c:v>1195.75</c:v>
                </c:pt>
                <c:pt idx="1558">
                  <c:v>1221.0999999999999</c:v>
                </c:pt>
                <c:pt idx="1559">
                  <c:v>1218.0999999999999</c:v>
                </c:pt>
                <c:pt idx="1560">
                  <c:v>1224.55</c:v>
                </c:pt>
                <c:pt idx="1561">
                  <c:v>1223.55</c:v>
                </c:pt>
                <c:pt idx="1562">
                  <c:v>1215.6500000000001</c:v>
                </c:pt>
                <c:pt idx="1563">
                  <c:v>1221.05</c:v>
                </c:pt>
                <c:pt idx="1564">
                  <c:v>1259.95</c:v>
                </c:pt>
                <c:pt idx="1565">
                  <c:v>1275.25</c:v>
                </c:pt>
                <c:pt idx="1566">
                  <c:v>1294.3</c:v>
                </c:pt>
                <c:pt idx="1567">
                  <c:v>1337.15</c:v>
                </c:pt>
                <c:pt idx="1568">
                  <c:v>1311.35</c:v>
                </c:pt>
                <c:pt idx="1569">
                  <c:v>1314.65</c:v>
                </c:pt>
                <c:pt idx="1570">
                  <c:v>1290.4000000000001</c:v>
                </c:pt>
                <c:pt idx="1571">
                  <c:v>1295.2</c:v>
                </c:pt>
                <c:pt idx="1572">
                  <c:v>1279.05</c:v>
                </c:pt>
                <c:pt idx="1573">
                  <c:v>1299.7</c:v>
                </c:pt>
                <c:pt idx="1574">
                  <c:v>1278.45</c:v>
                </c:pt>
                <c:pt idx="1575">
                  <c:v>1265.45</c:v>
                </c:pt>
                <c:pt idx="1576">
                  <c:v>1243.5</c:v>
                </c:pt>
                <c:pt idx="1577">
                  <c:v>1307.0999999999999</c:v>
                </c:pt>
                <c:pt idx="1578">
                  <c:v>1330.05</c:v>
                </c:pt>
                <c:pt idx="1579">
                  <c:v>1349.95</c:v>
                </c:pt>
                <c:pt idx="1580">
                  <c:v>1344.25</c:v>
                </c:pt>
                <c:pt idx="1581">
                  <c:v>1349.25</c:v>
                </c:pt>
                <c:pt idx="1582">
                  <c:v>1325.1</c:v>
                </c:pt>
                <c:pt idx="1583">
                  <c:v>1385.45</c:v>
                </c:pt>
                <c:pt idx="1584">
                  <c:v>1303.45</c:v>
                </c:pt>
                <c:pt idx="1585">
                  <c:v>1294.2</c:v>
                </c:pt>
                <c:pt idx="1586">
                  <c:v>1307.8</c:v>
                </c:pt>
                <c:pt idx="1587">
                  <c:v>1323.85</c:v>
                </c:pt>
                <c:pt idx="1588">
                  <c:v>1332.25</c:v>
                </c:pt>
                <c:pt idx="1589">
                  <c:v>1328.65</c:v>
                </c:pt>
                <c:pt idx="1590">
                  <c:v>1364.95</c:v>
                </c:pt>
                <c:pt idx="1591">
                  <c:v>1379.35</c:v>
                </c:pt>
                <c:pt idx="1592">
                  <c:v>1439.9</c:v>
                </c:pt>
                <c:pt idx="1593">
                  <c:v>1484.2</c:v>
                </c:pt>
                <c:pt idx="1594">
                  <c:v>1456.75</c:v>
                </c:pt>
                <c:pt idx="1595">
                  <c:v>1420.5</c:v>
                </c:pt>
                <c:pt idx="1596">
                  <c:v>1368.4</c:v>
                </c:pt>
                <c:pt idx="1597">
                  <c:v>1361.25</c:v>
                </c:pt>
                <c:pt idx="1598">
                  <c:v>1442.4</c:v>
                </c:pt>
                <c:pt idx="1599">
                  <c:v>1349.2</c:v>
                </c:pt>
                <c:pt idx="1600">
                  <c:v>1288.05</c:v>
                </c:pt>
                <c:pt idx="1601">
                  <c:v>1207</c:v>
                </c:pt>
                <c:pt idx="1602">
                  <c:v>1235.55</c:v>
                </c:pt>
                <c:pt idx="1603">
                  <c:v>1163.2</c:v>
                </c:pt>
                <c:pt idx="1604">
                  <c:v>1204.95</c:v>
                </c:pt>
                <c:pt idx="1605">
                  <c:v>1179.75</c:v>
                </c:pt>
                <c:pt idx="1606">
                  <c:v>1194.6500000000001</c:v>
                </c:pt>
                <c:pt idx="1607">
                  <c:v>1179.1500000000001</c:v>
                </c:pt>
                <c:pt idx="1608">
                  <c:v>1116.25</c:v>
                </c:pt>
                <c:pt idx="1609">
                  <c:v>1064.75</c:v>
                </c:pt>
                <c:pt idx="1610">
                  <c:v>1126.9000000000001</c:v>
                </c:pt>
                <c:pt idx="1611">
                  <c:v>1085.6500000000001</c:v>
                </c:pt>
                <c:pt idx="1612">
                  <c:v>1039.8</c:v>
                </c:pt>
                <c:pt idx="1613">
                  <c:v>993.65</c:v>
                </c:pt>
                <c:pt idx="1614">
                  <c:v>959.45</c:v>
                </c:pt>
                <c:pt idx="1615">
                  <c:v>991.55</c:v>
                </c:pt>
                <c:pt idx="1616">
                  <c:v>977.15</c:v>
                </c:pt>
                <c:pt idx="1617">
                  <c:v>977.05</c:v>
                </c:pt>
                <c:pt idx="1618">
                  <c:v>989.7</c:v>
                </c:pt>
                <c:pt idx="1619">
                  <c:v>1030.6500000000001</c:v>
                </c:pt>
                <c:pt idx="1620">
                  <c:v>1012.65</c:v>
                </c:pt>
                <c:pt idx="1621">
                  <c:v>1018.9</c:v>
                </c:pt>
                <c:pt idx="1622">
                  <c:v>1012.6</c:v>
                </c:pt>
                <c:pt idx="1623">
                  <c:v>1026.55</c:v>
                </c:pt>
                <c:pt idx="1624">
                  <c:v>1063.05</c:v>
                </c:pt>
                <c:pt idx="1625">
                  <c:v>1100.4000000000001</c:v>
                </c:pt>
                <c:pt idx="1626">
                  <c:v>1113.55</c:v>
                </c:pt>
                <c:pt idx="1627">
                  <c:v>1066.3499999999999</c:v>
                </c:pt>
                <c:pt idx="1628">
                  <c:v>1062.7</c:v>
                </c:pt>
                <c:pt idx="1629">
                  <c:v>1034.45</c:v>
                </c:pt>
                <c:pt idx="1630">
                  <c:v>1055</c:v>
                </c:pt>
                <c:pt idx="1631">
                  <c:v>1108.05</c:v>
                </c:pt>
                <c:pt idx="1632">
                  <c:v>1129.3499999999999</c:v>
                </c:pt>
                <c:pt idx="1633">
                  <c:v>1101.95</c:v>
                </c:pt>
                <c:pt idx="1634">
                  <c:v>1108.6500000000001</c:v>
                </c:pt>
                <c:pt idx="1635">
                  <c:v>1103.5</c:v>
                </c:pt>
                <c:pt idx="1636">
                  <c:v>1088</c:v>
                </c:pt>
                <c:pt idx="1637">
                  <c:v>1130.3499999999999</c:v>
                </c:pt>
                <c:pt idx="1638">
                  <c:v>1114.5</c:v>
                </c:pt>
                <c:pt idx="1639">
                  <c:v>1122.6500000000001</c:v>
                </c:pt>
                <c:pt idx="1640">
                  <c:v>1119.45</c:v>
                </c:pt>
                <c:pt idx="1641">
                  <c:v>1108.8499999999999</c:v>
                </c:pt>
                <c:pt idx="1642">
                  <c:v>1028.45</c:v>
                </c:pt>
                <c:pt idx="1643">
                  <c:v>1041.75</c:v>
                </c:pt>
                <c:pt idx="1644">
                  <c:v>1062.9000000000001</c:v>
                </c:pt>
                <c:pt idx="1645">
                  <c:v>1081.3499999999999</c:v>
                </c:pt>
                <c:pt idx="1646">
                  <c:v>1051.3499999999999</c:v>
                </c:pt>
                <c:pt idx="1647">
                  <c:v>1081.0999999999999</c:v>
                </c:pt>
                <c:pt idx="1648">
                  <c:v>1093.25</c:v>
                </c:pt>
                <c:pt idx="1649">
                  <c:v>1138</c:v>
                </c:pt>
                <c:pt idx="1650">
                  <c:v>1180</c:v>
                </c:pt>
                <c:pt idx="1651">
                  <c:v>1182.45</c:v>
                </c:pt>
                <c:pt idx="1652">
                  <c:v>1173.1500000000001</c:v>
                </c:pt>
                <c:pt idx="1653">
                  <c:v>1183.45</c:v>
                </c:pt>
                <c:pt idx="1654">
                  <c:v>1192.1500000000001</c:v>
                </c:pt>
                <c:pt idx="1655">
                  <c:v>1186.25</c:v>
                </c:pt>
                <c:pt idx="1656">
                  <c:v>1181.05</c:v>
                </c:pt>
                <c:pt idx="1657">
                  <c:v>1161.75</c:v>
                </c:pt>
                <c:pt idx="1658">
                  <c:v>1190.45</c:v>
                </c:pt>
                <c:pt idx="1659">
                  <c:v>1203</c:v>
                </c:pt>
                <c:pt idx="1660">
                  <c:v>1192</c:v>
                </c:pt>
                <c:pt idx="1661">
                  <c:v>1193.6500000000001</c:v>
                </c:pt>
                <c:pt idx="1662">
                  <c:v>1215.3</c:v>
                </c:pt>
                <c:pt idx="1663">
                  <c:v>1241.9000000000001</c:v>
                </c:pt>
                <c:pt idx="1664">
                  <c:v>1211.0999999999999</c:v>
                </c:pt>
                <c:pt idx="1665">
                  <c:v>1210.25</c:v>
                </c:pt>
                <c:pt idx="1666">
                  <c:v>1190.7</c:v>
                </c:pt>
                <c:pt idx="1667">
                  <c:v>1205.7</c:v>
                </c:pt>
                <c:pt idx="1668">
                  <c:v>1198.45</c:v>
                </c:pt>
                <c:pt idx="1669">
                  <c:v>1189.0999999999999</c:v>
                </c:pt>
                <c:pt idx="1670">
                  <c:v>1193.45</c:v>
                </c:pt>
                <c:pt idx="1671">
                  <c:v>1197.1500000000001</c:v>
                </c:pt>
                <c:pt idx="1672">
                  <c:v>1221.5999999999999</c:v>
                </c:pt>
                <c:pt idx="1673">
                  <c:v>1221.45</c:v>
                </c:pt>
                <c:pt idx="1674">
                  <c:v>1217.5999999999999</c:v>
                </c:pt>
                <c:pt idx="1675">
                  <c:v>1203.3499999999999</c:v>
                </c:pt>
                <c:pt idx="1676">
                  <c:v>1212.4000000000001</c:v>
                </c:pt>
                <c:pt idx="1677">
                  <c:v>1229.6500000000001</c:v>
                </c:pt>
                <c:pt idx="1678">
                  <c:v>1207.2</c:v>
                </c:pt>
                <c:pt idx="1679">
                  <c:v>1200.6500000000001</c:v>
                </c:pt>
                <c:pt idx="1680">
                  <c:v>1201.8</c:v>
                </c:pt>
                <c:pt idx="1681">
                  <c:v>1177.5</c:v>
                </c:pt>
                <c:pt idx="1682">
                  <c:v>1149.6500000000001</c:v>
                </c:pt>
                <c:pt idx="1683">
                  <c:v>1159.05</c:v>
                </c:pt>
                <c:pt idx="1684">
                  <c:v>1159</c:v>
                </c:pt>
                <c:pt idx="1685">
                  <c:v>1167</c:v>
                </c:pt>
                <c:pt idx="1686">
                  <c:v>1156.8499999999999</c:v>
                </c:pt>
                <c:pt idx="1687">
                  <c:v>1152.2</c:v>
                </c:pt>
                <c:pt idx="1688">
                  <c:v>1174.5</c:v>
                </c:pt>
                <c:pt idx="1689">
                  <c:v>1198.05</c:v>
                </c:pt>
                <c:pt idx="1690">
                  <c:v>1185.55</c:v>
                </c:pt>
                <c:pt idx="1691">
                  <c:v>1165</c:v>
                </c:pt>
                <c:pt idx="1692">
                  <c:v>1179.6500000000001</c:v>
                </c:pt>
                <c:pt idx="1693">
                  <c:v>1186.9000000000001</c:v>
                </c:pt>
                <c:pt idx="1694">
                  <c:v>1179.5</c:v>
                </c:pt>
                <c:pt idx="1695">
                  <c:v>1169.8499999999999</c:v>
                </c:pt>
                <c:pt idx="1696">
                  <c:v>1159.25</c:v>
                </c:pt>
                <c:pt idx="1697">
                  <c:v>1134.0999999999999</c:v>
                </c:pt>
                <c:pt idx="1698">
                  <c:v>1141.75</c:v>
                </c:pt>
                <c:pt idx="1699">
                  <c:v>1145</c:v>
                </c:pt>
                <c:pt idx="1700">
                  <c:v>1150</c:v>
                </c:pt>
                <c:pt idx="1701">
                  <c:v>1146</c:v>
                </c:pt>
                <c:pt idx="1702">
                  <c:v>1129.4000000000001</c:v>
                </c:pt>
                <c:pt idx="1703">
                  <c:v>1133.0999999999999</c:v>
                </c:pt>
                <c:pt idx="1704">
                  <c:v>1153.9000000000001</c:v>
                </c:pt>
                <c:pt idx="1705">
                  <c:v>1173.2</c:v>
                </c:pt>
                <c:pt idx="1706">
                  <c:v>1168.0999999999999</c:v>
                </c:pt>
                <c:pt idx="1707">
                  <c:v>1166.8499999999999</c:v>
                </c:pt>
                <c:pt idx="1708">
                  <c:v>1154.5999999999999</c:v>
                </c:pt>
                <c:pt idx="1709">
                  <c:v>1152.3</c:v>
                </c:pt>
                <c:pt idx="1710">
                  <c:v>1154.2</c:v>
                </c:pt>
                <c:pt idx="1711">
                  <c:v>1148.55</c:v>
                </c:pt>
                <c:pt idx="1712">
                  <c:v>1153.9000000000001</c:v>
                </c:pt>
                <c:pt idx="1713">
                  <c:v>789.5</c:v>
                </c:pt>
                <c:pt idx="1714">
                  <c:v>805.4</c:v>
                </c:pt>
                <c:pt idx="1715">
                  <c:v>815.75</c:v>
                </c:pt>
                <c:pt idx="1716">
                  <c:v>804.1</c:v>
                </c:pt>
                <c:pt idx="1717">
                  <c:v>838.8</c:v>
                </c:pt>
                <c:pt idx="1718">
                  <c:v>877.7</c:v>
                </c:pt>
                <c:pt idx="1719">
                  <c:v>860.8</c:v>
                </c:pt>
                <c:pt idx="1720">
                  <c:v>856.9</c:v>
                </c:pt>
                <c:pt idx="1721">
                  <c:v>854.95</c:v>
                </c:pt>
                <c:pt idx="1722">
                  <c:v>870.5</c:v>
                </c:pt>
                <c:pt idx="1723">
                  <c:v>878.6</c:v>
                </c:pt>
                <c:pt idx="1724">
                  <c:v>872.2</c:v>
                </c:pt>
                <c:pt idx="1725">
                  <c:v>880.6</c:v>
                </c:pt>
                <c:pt idx="1726">
                  <c:v>881.75</c:v>
                </c:pt>
                <c:pt idx="1727">
                  <c:v>870.55</c:v>
                </c:pt>
                <c:pt idx="1728">
                  <c:v>848.55</c:v>
                </c:pt>
                <c:pt idx="1729">
                  <c:v>842.95</c:v>
                </c:pt>
                <c:pt idx="1730">
                  <c:v>845.35</c:v>
                </c:pt>
                <c:pt idx="1731">
                  <c:v>856.65</c:v>
                </c:pt>
                <c:pt idx="1732">
                  <c:v>845.25</c:v>
                </c:pt>
                <c:pt idx="1733">
                  <c:v>856.65</c:v>
                </c:pt>
                <c:pt idx="1734">
                  <c:v>871.95</c:v>
                </c:pt>
                <c:pt idx="1735">
                  <c:v>866.95</c:v>
                </c:pt>
                <c:pt idx="1736">
                  <c:v>856.05</c:v>
                </c:pt>
                <c:pt idx="1737">
                  <c:v>862.35</c:v>
                </c:pt>
                <c:pt idx="1738">
                  <c:v>865.6</c:v>
                </c:pt>
                <c:pt idx="1739">
                  <c:v>856.7</c:v>
                </c:pt>
                <c:pt idx="1740">
                  <c:v>857.35</c:v>
                </c:pt>
                <c:pt idx="1741">
                  <c:v>865.6</c:v>
                </c:pt>
                <c:pt idx="1742">
                  <c:v>861.55</c:v>
                </c:pt>
                <c:pt idx="1743">
                  <c:v>840.1</c:v>
                </c:pt>
                <c:pt idx="1744">
                  <c:v>834.15</c:v>
                </c:pt>
                <c:pt idx="1745">
                  <c:v>804.95</c:v>
                </c:pt>
                <c:pt idx="1746">
                  <c:v>789.85</c:v>
                </c:pt>
                <c:pt idx="1747">
                  <c:v>802.25</c:v>
                </c:pt>
                <c:pt idx="1748">
                  <c:v>820.3</c:v>
                </c:pt>
                <c:pt idx="1749">
                  <c:v>854.5</c:v>
                </c:pt>
                <c:pt idx="1750">
                  <c:v>845.15</c:v>
                </c:pt>
                <c:pt idx="1751">
                  <c:v>858.05</c:v>
                </c:pt>
                <c:pt idx="1752">
                  <c:v>857.35</c:v>
                </c:pt>
                <c:pt idx="1753">
                  <c:v>867.25</c:v>
                </c:pt>
                <c:pt idx="1754">
                  <c:v>887.75</c:v>
                </c:pt>
                <c:pt idx="1755">
                  <c:v>874.55</c:v>
                </c:pt>
                <c:pt idx="1756">
                  <c:v>876.8</c:v>
                </c:pt>
                <c:pt idx="1757">
                  <c:v>871.3</c:v>
                </c:pt>
                <c:pt idx="1758">
                  <c:v>876.85</c:v>
                </c:pt>
                <c:pt idx="1759">
                  <c:v>872.5</c:v>
                </c:pt>
                <c:pt idx="1760">
                  <c:v>874.35</c:v>
                </c:pt>
                <c:pt idx="1761">
                  <c:v>895.2</c:v>
                </c:pt>
                <c:pt idx="1762">
                  <c:v>911.15</c:v>
                </c:pt>
                <c:pt idx="1763">
                  <c:v>916.45</c:v>
                </c:pt>
                <c:pt idx="1764">
                  <c:v>890.55</c:v>
                </c:pt>
                <c:pt idx="1765">
                  <c:v>914.6</c:v>
                </c:pt>
                <c:pt idx="1766">
                  <c:v>923.65</c:v>
                </c:pt>
                <c:pt idx="1767">
                  <c:v>916.1</c:v>
                </c:pt>
                <c:pt idx="1768">
                  <c:v>919.95</c:v>
                </c:pt>
                <c:pt idx="1769">
                  <c:v>895.05</c:v>
                </c:pt>
                <c:pt idx="1770">
                  <c:v>914.8</c:v>
                </c:pt>
                <c:pt idx="1771">
                  <c:v>896.3</c:v>
                </c:pt>
                <c:pt idx="1772">
                  <c:v>894.45</c:v>
                </c:pt>
                <c:pt idx="1773">
                  <c:v>891.9</c:v>
                </c:pt>
                <c:pt idx="1774">
                  <c:v>912.75</c:v>
                </c:pt>
                <c:pt idx="1775">
                  <c:v>921.15</c:v>
                </c:pt>
                <c:pt idx="1776">
                  <c:v>916.85</c:v>
                </c:pt>
                <c:pt idx="1777">
                  <c:v>911.4</c:v>
                </c:pt>
                <c:pt idx="1778">
                  <c:v>910.85</c:v>
                </c:pt>
                <c:pt idx="1779">
                  <c:v>905.55</c:v>
                </c:pt>
                <c:pt idx="1780">
                  <c:v>910.05</c:v>
                </c:pt>
                <c:pt idx="1781">
                  <c:v>908.2</c:v>
                </c:pt>
                <c:pt idx="1782">
                  <c:v>891.9</c:v>
                </c:pt>
                <c:pt idx="1783">
                  <c:v>894</c:v>
                </c:pt>
                <c:pt idx="1784">
                  <c:v>883.9</c:v>
                </c:pt>
                <c:pt idx="1785">
                  <c:v>866.8</c:v>
                </c:pt>
                <c:pt idx="1786">
                  <c:v>885.6</c:v>
                </c:pt>
                <c:pt idx="1787">
                  <c:v>900.8</c:v>
                </c:pt>
                <c:pt idx="1788">
                  <c:v>906.25</c:v>
                </c:pt>
                <c:pt idx="1789">
                  <c:v>906.15</c:v>
                </c:pt>
                <c:pt idx="1790">
                  <c:v>876.15</c:v>
                </c:pt>
                <c:pt idx="1791">
                  <c:v>873</c:v>
                </c:pt>
                <c:pt idx="1792">
                  <c:v>855</c:v>
                </c:pt>
                <c:pt idx="1793">
                  <c:v>830</c:v>
                </c:pt>
                <c:pt idx="1794">
                  <c:v>834.65</c:v>
                </c:pt>
                <c:pt idx="1795">
                  <c:v>817.8</c:v>
                </c:pt>
                <c:pt idx="1796">
                  <c:v>788.05</c:v>
                </c:pt>
                <c:pt idx="1797">
                  <c:v>795.95</c:v>
                </c:pt>
                <c:pt idx="1798">
                  <c:v>798.9</c:v>
                </c:pt>
                <c:pt idx="1799">
                  <c:v>773.05</c:v>
                </c:pt>
                <c:pt idx="1800">
                  <c:v>768.95</c:v>
                </c:pt>
                <c:pt idx="1801">
                  <c:v>764.85</c:v>
                </c:pt>
                <c:pt idx="1802">
                  <c:v>779.5</c:v>
                </c:pt>
                <c:pt idx="1803">
                  <c:v>783.4</c:v>
                </c:pt>
                <c:pt idx="1804">
                  <c:v>793.6</c:v>
                </c:pt>
                <c:pt idx="1805">
                  <c:v>807.15</c:v>
                </c:pt>
                <c:pt idx="1806">
                  <c:v>781.35</c:v>
                </c:pt>
                <c:pt idx="1807">
                  <c:v>776.5</c:v>
                </c:pt>
                <c:pt idx="1808">
                  <c:v>762.85</c:v>
                </c:pt>
                <c:pt idx="1809">
                  <c:v>793.15</c:v>
                </c:pt>
                <c:pt idx="1810">
                  <c:v>790.8</c:v>
                </c:pt>
                <c:pt idx="1811">
                  <c:v>811.65</c:v>
                </c:pt>
                <c:pt idx="1812">
                  <c:v>852.3</c:v>
                </c:pt>
                <c:pt idx="1813">
                  <c:v>843.1</c:v>
                </c:pt>
                <c:pt idx="1814">
                  <c:v>850.25</c:v>
                </c:pt>
                <c:pt idx="1815">
                  <c:v>864.55</c:v>
                </c:pt>
                <c:pt idx="1816">
                  <c:v>874.8</c:v>
                </c:pt>
                <c:pt idx="1817">
                  <c:v>880.8</c:v>
                </c:pt>
                <c:pt idx="1818">
                  <c:v>826.1</c:v>
                </c:pt>
                <c:pt idx="1819">
                  <c:v>843.8</c:v>
                </c:pt>
                <c:pt idx="1820">
                  <c:v>847.65</c:v>
                </c:pt>
                <c:pt idx="1821">
                  <c:v>846.15</c:v>
                </c:pt>
                <c:pt idx="1822">
                  <c:v>871.35</c:v>
                </c:pt>
                <c:pt idx="1823">
                  <c:v>874.35</c:v>
                </c:pt>
                <c:pt idx="1824">
                  <c:v>880.55</c:v>
                </c:pt>
                <c:pt idx="1825">
                  <c:v>850.85</c:v>
                </c:pt>
                <c:pt idx="1826">
                  <c:v>872.35</c:v>
                </c:pt>
                <c:pt idx="1827">
                  <c:v>900.2</c:v>
                </c:pt>
                <c:pt idx="1828">
                  <c:v>893.7</c:v>
                </c:pt>
                <c:pt idx="1829">
                  <c:v>905.2</c:v>
                </c:pt>
                <c:pt idx="1830">
                  <c:v>895.55</c:v>
                </c:pt>
                <c:pt idx="1831">
                  <c:v>921.55</c:v>
                </c:pt>
                <c:pt idx="1832">
                  <c:v>936.05</c:v>
                </c:pt>
                <c:pt idx="1833">
                  <c:v>948.5</c:v>
                </c:pt>
                <c:pt idx="1834">
                  <c:v>972.55</c:v>
                </c:pt>
                <c:pt idx="1835">
                  <c:v>958.55</c:v>
                </c:pt>
                <c:pt idx="1836">
                  <c:v>926.5</c:v>
                </c:pt>
                <c:pt idx="1837">
                  <c:v>913.85</c:v>
                </c:pt>
                <c:pt idx="1838">
                  <c:v>919.35</c:v>
                </c:pt>
                <c:pt idx="1839">
                  <c:v>928.5</c:v>
                </c:pt>
                <c:pt idx="1840">
                  <c:v>925.05</c:v>
                </c:pt>
                <c:pt idx="1841">
                  <c:v>918.6</c:v>
                </c:pt>
                <c:pt idx="1842">
                  <c:v>909.35</c:v>
                </c:pt>
                <c:pt idx="1843">
                  <c:v>888.5</c:v>
                </c:pt>
                <c:pt idx="1844">
                  <c:v>883.1</c:v>
                </c:pt>
                <c:pt idx="1845">
                  <c:v>906.2</c:v>
                </c:pt>
                <c:pt idx="1846">
                  <c:v>889.45</c:v>
                </c:pt>
                <c:pt idx="1847">
                  <c:v>900.1</c:v>
                </c:pt>
                <c:pt idx="1848">
                  <c:v>909.15</c:v>
                </c:pt>
                <c:pt idx="1849">
                  <c:v>908.8</c:v>
                </c:pt>
                <c:pt idx="1850">
                  <c:v>932.6</c:v>
                </c:pt>
                <c:pt idx="1851">
                  <c:v>927.25</c:v>
                </c:pt>
                <c:pt idx="1852">
                  <c:v>914.45</c:v>
                </c:pt>
                <c:pt idx="1853">
                  <c:v>900.15</c:v>
                </c:pt>
                <c:pt idx="1854">
                  <c:v>907.4</c:v>
                </c:pt>
                <c:pt idx="1855">
                  <c:v>911.7</c:v>
                </c:pt>
                <c:pt idx="1856">
                  <c:v>918.9</c:v>
                </c:pt>
                <c:pt idx="1857">
                  <c:v>913.65</c:v>
                </c:pt>
                <c:pt idx="1858">
                  <c:v>922.3</c:v>
                </c:pt>
                <c:pt idx="1859">
                  <c:v>911.35</c:v>
                </c:pt>
                <c:pt idx="1860">
                  <c:v>902.9</c:v>
                </c:pt>
                <c:pt idx="1861">
                  <c:v>894.5</c:v>
                </c:pt>
                <c:pt idx="1862">
                  <c:v>864.1</c:v>
                </c:pt>
                <c:pt idx="1863">
                  <c:v>854</c:v>
                </c:pt>
                <c:pt idx="1864">
                  <c:v>864.75</c:v>
                </c:pt>
                <c:pt idx="1865">
                  <c:v>852.9</c:v>
                </c:pt>
                <c:pt idx="1866">
                  <c:v>860.85</c:v>
                </c:pt>
                <c:pt idx="1867">
                  <c:v>861.4</c:v>
                </c:pt>
                <c:pt idx="1868">
                  <c:v>879.5</c:v>
                </c:pt>
                <c:pt idx="1869">
                  <c:v>882.5</c:v>
                </c:pt>
                <c:pt idx="1870">
                  <c:v>889.55</c:v>
                </c:pt>
                <c:pt idx="1871">
                  <c:v>915.35</c:v>
                </c:pt>
                <c:pt idx="1872">
                  <c:v>922.65</c:v>
                </c:pt>
                <c:pt idx="1873">
                  <c:v>914.45</c:v>
                </c:pt>
                <c:pt idx="1874">
                  <c:v>909.6</c:v>
                </c:pt>
                <c:pt idx="1875">
                  <c:v>917.05</c:v>
                </c:pt>
                <c:pt idx="1876">
                  <c:v>943.1</c:v>
                </c:pt>
                <c:pt idx="1877">
                  <c:v>921.85</c:v>
                </c:pt>
                <c:pt idx="1878">
                  <c:v>906.55</c:v>
                </c:pt>
                <c:pt idx="1879">
                  <c:v>905.55</c:v>
                </c:pt>
                <c:pt idx="1880">
                  <c:v>892.65</c:v>
                </c:pt>
                <c:pt idx="1881">
                  <c:v>887.7</c:v>
                </c:pt>
                <c:pt idx="1882">
                  <c:v>872</c:v>
                </c:pt>
                <c:pt idx="1883">
                  <c:v>880</c:v>
                </c:pt>
                <c:pt idx="1884">
                  <c:v>876.55</c:v>
                </c:pt>
                <c:pt idx="1885">
                  <c:v>890.5</c:v>
                </c:pt>
                <c:pt idx="1886">
                  <c:v>898.55</c:v>
                </c:pt>
                <c:pt idx="1887">
                  <c:v>900.85</c:v>
                </c:pt>
                <c:pt idx="1888">
                  <c:v>885.7</c:v>
                </c:pt>
                <c:pt idx="1889">
                  <c:v>901.05</c:v>
                </c:pt>
                <c:pt idx="1890">
                  <c:v>914.85</c:v>
                </c:pt>
                <c:pt idx="1891">
                  <c:v>913.75</c:v>
                </c:pt>
                <c:pt idx="1892">
                  <c:v>892.85</c:v>
                </c:pt>
                <c:pt idx="1893">
                  <c:v>895.6</c:v>
                </c:pt>
                <c:pt idx="1894">
                  <c:v>887.8</c:v>
                </c:pt>
                <c:pt idx="1895">
                  <c:v>909.15</c:v>
                </c:pt>
                <c:pt idx="1896">
                  <c:v>917</c:v>
                </c:pt>
                <c:pt idx="1897">
                  <c:v>934.05</c:v>
                </c:pt>
                <c:pt idx="1898">
                  <c:v>949.3</c:v>
                </c:pt>
                <c:pt idx="1899">
                  <c:v>903.8</c:v>
                </c:pt>
                <c:pt idx="1900">
                  <c:v>904.6</c:v>
                </c:pt>
                <c:pt idx="1901">
                  <c:v>914.55</c:v>
                </c:pt>
                <c:pt idx="1902">
                  <c:v>884.6</c:v>
                </c:pt>
                <c:pt idx="1903">
                  <c:v>876.5</c:v>
                </c:pt>
                <c:pt idx="1904">
                  <c:v>884.4</c:v>
                </c:pt>
                <c:pt idx="1905">
                  <c:v>870.7</c:v>
                </c:pt>
                <c:pt idx="1906">
                  <c:v>869.2</c:v>
                </c:pt>
                <c:pt idx="1907">
                  <c:v>888.1</c:v>
                </c:pt>
                <c:pt idx="1908">
                  <c:v>865.6</c:v>
                </c:pt>
                <c:pt idx="1909">
                  <c:v>842.25</c:v>
                </c:pt>
                <c:pt idx="1910">
                  <c:v>843.05</c:v>
                </c:pt>
                <c:pt idx="1911">
                  <c:v>853.3</c:v>
                </c:pt>
                <c:pt idx="1912">
                  <c:v>818.85</c:v>
                </c:pt>
                <c:pt idx="1913">
                  <c:v>783.95</c:v>
                </c:pt>
                <c:pt idx="1914">
                  <c:v>818.6</c:v>
                </c:pt>
                <c:pt idx="1915">
                  <c:v>789.6</c:v>
                </c:pt>
                <c:pt idx="1916">
                  <c:v>808.9</c:v>
                </c:pt>
                <c:pt idx="1917">
                  <c:v>784.1</c:v>
                </c:pt>
                <c:pt idx="1918">
                  <c:v>805.2</c:v>
                </c:pt>
                <c:pt idx="1919">
                  <c:v>818.25</c:v>
                </c:pt>
                <c:pt idx="1920">
                  <c:v>809.25</c:v>
                </c:pt>
                <c:pt idx="1921">
                  <c:v>833.5</c:v>
                </c:pt>
                <c:pt idx="1922">
                  <c:v>840.7</c:v>
                </c:pt>
                <c:pt idx="1923">
                  <c:v>859.7</c:v>
                </c:pt>
                <c:pt idx="1924">
                  <c:v>841.05</c:v>
                </c:pt>
                <c:pt idx="1925">
                  <c:v>832.6</c:v>
                </c:pt>
                <c:pt idx="1926">
                  <c:v>831.2</c:v>
                </c:pt>
                <c:pt idx="1927">
                  <c:v>837.15</c:v>
                </c:pt>
                <c:pt idx="1928">
                  <c:v>850.85</c:v>
                </c:pt>
                <c:pt idx="1929">
                  <c:v>832.1</c:v>
                </c:pt>
                <c:pt idx="1930">
                  <c:v>828.6</c:v>
                </c:pt>
                <c:pt idx="1931">
                  <c:v>827.7</c:v>
                </c:pt>
                <c:pt idx="1932">
                  <c:v>835.8</c:v>
                </c:pt>
                <c:pt idx="1933">
                  <c:v>834.4</c:v>
                </c:pt>
                <c:pt idx="1934">
                  <c:v>836</c:v>
                </c:pt>
                <c:pt idx="1935">
                  <c:v>850.6</c:v>
                </c:pt>
                <c:pt idx="1936">
                  <c:v>903.8</c:v>
                </c:pt>
                <c:pt idx="1937">
                  <c:v>906.1</c:v>
                </c:pt>
                <c:pt idx="1938">
                  <c:v>925.95</c:v>
                </c:pt>
                <c:pt idx="1939">
                  <c:v>929.35</c:v>
                </c:pt>
                <c:pt idx="1940">
                  <c:v>930.7</c:v>
                </c:pt>
                <c:pt idx="1941">
                  <c:v>936.75</c:v>
                </c:pt>
                <c:pt idx="1942">
                  <c:v>972.75</c:v>
                </c:pt>
                <c:pt idx="1943">
                  <c:v>958.1</c:v>
                </c:pt>
                <c:pt idx="1944">
                  <c:v>999.5</c:v>
                </c:pt>
                <c:pt idx="1945">
                  <c:v>1027</c:v>
                </c:pt>
                <c:pt idx="1946">
                  <c:v>986.65</c:v>
                </c:pt>
                <c:pt idx="1947">
                  <c:v>965.85</c:v>
                </c:pt>
                <c:pt idx="1948">
                  <c:v>939.65</c:v>
                </c:pt>
                <c:pt idx="1949">
                  <c:v>985.25</c:v>
                </c:pt>
                <c:pt idx="1950">
                  <c:v>1010</c:v>
                </c:pt>
                <c:pt idx="1951">
                  <c:v>1065.7</c:v>
                </c:pt>
                <c:pt idx="1952">
                  <c:v>1093.8</c:v>
                </c:pt>
                <c:pt idx="1953">
                  <c:v>1190.5</c:v>
                </c:pt>
                <c:pt idx="1954">
                  <c:v>1175.5</c:v>
                </c:pt>
                <c:pt idx="1955">
                  <c:v>1129.5</c:v>
                </c:pt>
                <c:pt idx="1956">
                  <c:v>1093.7</c:v>
                </c:pt>
                <c:pt idx="1957">
                  <c:v>1107.3</c:v>
                </c:pt>
                <c:pt idx="1958">
                  <c:v>1096.05</c:v>
                </c:pt>
                <c:pt idx="1959">
                  <c:v>1143.9000000000001</c:v>
                </c:pt>
                <c:pt idx="1960">
                  <c:v>1107.9000000000001</c:v>
                </c:pt>
                <c:pt idx="1961">
                  <c:v>1120.8</c:v>
                </c:pt>
                <c:pt idx="1962">
                  <c:v>1155.5</c:v>
                </c:pt>
                <c:pt idx="1963">
                  <c:v>1235.95</c:v>
                </c:pt>
                <c:pt idx="1964">
                  <c:v>1218.05</c:v>
                </c:pt>
                <c:pt idx="1965">
                  <c:v>1246.3499999999999</c:v>
                </c:pt>
                <c:pt idx="1966">
                  <c:v>1327.75</c:v>
                </c:pt>
                <c:pt idx="1967">
                  <c:v>1366.25</c:v>
                </c:pt>
                <c:pt idx="1968">
                  <c:v>1298.8499999999999</c:v>
                </c:pt>
                <c:pt idx="1969">
                  <c:v>1303.7</c:v>
                </c:pt>
                <c:pt idx="1970">
                  <c:v>1293.25</c:v>
                </c:pt>
                <c:pt idx="1971">
                  <c:v>1236.7</c:v>
                </c:pt>
                <c:pt idx="1972">
                  <c:v>1238.3499999999999</c:v>
                </c:pt>
                <c:pt idx="1973">
                  <c:v>1181.3499999999999</c:v>
                </c:pt>
                <c:pt idx="1974">
                  <c:v>1180.3499999999999</c:v>
                </c:pt>
                <c:pt idx="1975">
                  <c:v>1235.6500000000001</c:v>
                </c:pt>
                <c:pt idx="1976">
                  <c:v>1239</c:v>
                </c:pt>
                <c:pt idx="1977">
                  <c:v>1245.3</c:v>
                </c:pt>
                <c:pt idx="1978">
                  <c:v>1267.4000000000001</c:v>
                </c:pt>
                <c:pt idx="1979">
                  <c:v>1220.7</c:v>
                </c:pt>
                <c:pt idx="1980">
                  <c:v>1193.5999999999999</c:v>
                </c:pt>
                <c:pt idx="1981">
                  <c:v>1148.4000000000001</c:v>
                </c:pt>
                <c:pt idx="1982">
                  <c:v>1142.1500000000001</c:v>
                </c:pt>
                <c:pt idx="1983">
                  <c:v>1183.4000000000001</c:v>
                </c:pt>
                <c:pt idx="1984">
                  <c:v>1172.7</c:v>
                </c:pt>
                <c:pt idx="1985">
                  <c:v>1150.25</c:v>
                </c:pt>
                <c:pt idx="1986">
                  <c:v>1137.3</c:v>
                </c:pt>
                <c:pt idx="1987">
                  <c:v>1167.55</c:v>
                </c:pt>
                <c:pt idx="1988">
                  <c:v>1170.3</c:v>
                </c:pt>
                <c:pt idx="1989">
                  <c:v>1157.8499999999999</c:v>
                </c:pt>
                <c:pt idx="1990">
                  <c:v>1206.75</c:v>
                </c:pt>
                <c:pt idx="1991">
                  <c:v>1196.5999999999999</c:v>
                </c:pt>
                <c:pt idx="1992">
                  <c:v>1191.6500000000001</c:v>
                </c:pt>
                <c:pt idx="1993">
                  <c:v>1193.9000000000001</c:v>
                </c:pt>
                <c:pt idx="1994">
                  <c:v>1240.3</c:v>
                </c:pt>
                <c:pt idx="1995">
                  <c:v>1254.3499999999999</c:v>
                </c:pt>
                <c:pt idx="1996">
                  <c:v>1230.45</c:v>
                </c:pt>
                <c:pt idx="1997">
                  <c:v>1238.8499999999999</c:v>
                </c:pt>
                <c:pt idx="1998">
                  <c:v>1166.1500000000001</c:v>
                </c:pt>
                <c:pt idx="1999">
                  <c:v>1150.45</c:v>
                </c:pt>
                <c:pt idx="2000">
                  <c:v>1180.5</c:v>
                </c:pt>
                <c:pt idx="2001">
                  <c:v>1190.5</c:v>
                </c:pt>
                <c:pt idx="2002">
                  <c:v>1248.95</c:v>
                </c:pt>
                <c:pt idx="2003">
                  <c:v>1236.9000000000001</c:v>
                </c:pt>
                <c:pt idx="2004">
                  <c:v>1247.5</c:v>
                </c:pt>
                <c:pt idx="2005">
                  <c:v>1225.6500000000001</c:v>
                </c:pt>
                <c:pt idx="2006">
                  <c:v>1236.95</c:v>
                </c:pt>
                <c:pt idx="2007">
                  <c:v>1249.9000000000001</c:v>
                </c:pt>
                <c:pt idx="2008">
                  <c:v>1269.2</c:v>
                </c:pt>
                <c:pt idx="2009">
                  <c:v>1305.75</c:v>
                </c:pt>
                <c:pt idx="2010">
                  <c:v>1343.1</c:v>
                </c:pt>
                <c:pt idx="2011">
                  <c:v>1298.9000000000001</c:v>
                </c:pt>
                <c:pt idx="2012">
                  <c:v>1320.9</c:v>
                </c:pt>
                <c:pt idx="2013">
                  <c:v>1301.3</c:v>
                </c:pt>
                <c:pt idx="2014">
                  <c:v>1294.1500000000001</c:v>
                </c:pt>
                <c:pt idx="2015">
                  <c:v>1302.0999999999999</c:v>
                </c:pt>
                <c:pt idx="2016">
                  <c:v>1288.9000000000001</c:v>
                </c:pt>
                <c:pt idx="2017">
                  <c:v>1277.25</c:v>
                </c:pt>
                <c:pt idx="2018">
                  <c:v>1254.0999999999999</c:v>
                </c:pt>
                <c:pt idx="2019">
                  <c:v>1250.8499999999999</c:v>
                </c:pt>
                <c:pt idx="2020">
                  <c:v>1211.95</c:v>
                </c:pt>
                <c:pt idx="2021">
                  <c:v>1116.55</c:v>
                </c:pt>
                <c:pt idx="2022">
                  <c:v>959.25</c:v>
                </c:pt>
                <c:pt idx="2023">
                  <c:v>991.6</c:v>
                </c:pt>
                <c:pt idx="2024">
                  <c:v>947.25</c:v>
                </c:pt>
                <c:pt idx="2025">
                  <c:v>1016.2</c:v>
                </c:pt>
                <c:pt idx="2026">
                  <c:v>1000.15</c:v>
                </c:pt>
                <c:pt idx="2027">
                  <c:v>1019.8</c:v>
                </c:pt>
                <c:pt idx="2028">
                  <c:v>968.25</c:v>
                </c:pt>
                <c:pt idx="2029">
                  <c:v>989.55</c:v>
                </c:pt>
                <c:pt idx="2030">
                  <c:v>1045.9000000000001</c:v>
                </c:pt>
                <c:pt idx="2031">
                  <c:v>1052.5</c:v>
                </c:pt>
                <c:pt idx="2032">
                  <c:v>1074.7</c:v>
                </c:pt>
                <c:pt idx="2033">
                  <c:v>1028.2</c:v>
                </c:pt>
                <c:pt idx="2034">
                  <c:v>986</c:v>
                </c:pt>
                <c:pt idx="2035">
                  <c:v>996.3</c:v>
                </c:pt>
                <c:pt idx="2036">
                  <c:v>941.8</c:v>
                </c:pt>
                <c:pt idx="2037">
                  <c:v>937.25</c:v>
                </c:pt>
                <c:pt idx="2038">
                  <c:v>944.15</c:v>
                </c:pt>
                <c:pt idx="2039">
                  <c:v>1025.0999999999999</c:v>
                </c:pt>
                <c:pt idx="2040">
                  <c:v>1032.5</c:v>
                </c:pt>
                <c:pt idx="2041">
                  <c:v>1021.2</c:v>
                </c:pt>
                <c:pt idx="2042">
                  <c:v>1011.35</c:v>
                </c:pt>
                <c:pt idx="2043">
                  <c:v>1003.75</c:v>
                </c:pt>
                <c:pt idx="2044">
                  <c:v>1001.55</c:v>
                </c:pt>
                <c:pt idx="2045">
                  <c:v>998.65</c:v>
                </c:pt>
                <c:pt idx="2046">
                  <c:v>1013.6</c:v>
                </c:pt>
                <c:pt idx="2047">
                  <c:v>1028.5999999999999</c:v>
                </c:pt>
                <c:pt idx="2048">
                  <c:v>1039.2</c:v>
                </c:pt>
                <c:pt idx="2049">
                  <c:v>1041.5</c:v>
                </c:pt>
                <c:pt idx="2050">
                  <c:v>1017.15</c:v>
                </c:pt>
                <c:pt idx="2051">
                  <c:v>979.35</c:v>
                </c:pt>
                <c:pt idx="2052">
                  <c:v>953.65</c:v>
                </c:pt>
                <c:pt idx="2053">
                  <c:v>991.35</c:v>
                </c:pt>
                <c:pt idx="2054">
                  <c:v>954.8</c:v>
                </c:pt>
                <c:pt idx="2055">
                  <c:v>970.5</c:v>
                </c:pt>
                <c:pt idx="2056">
                  <c:v>994.3</c:v>
                </c:pt>
                <c:pt idx="2057">
                  <c:v>1013.65</c:v>
                </c:pt>
                <c:pt idx="2058">
                  <c:v>986.5</c:v>
                </c:pt>
                <c:pt idx="2059">
                  <c:v>1002.3</c:v>
                </c:pt>
                <c:pt idx="2060">
                  <c:v>984.55</c:v>
                </c:pt>
                <c:pt idx="2061">
                  <c:v>985.05</c:v>
                </c:pt>
                <c:pt idx="2062">
                  <c:v>994.3</c:v>
                </c:pt>
                <c:pt idx="2063">
                  <c:v>998.8</c:v>
                </c:pt>
                <c:pt idx="2064">
                  <c:v>1074.05</c:v>
                </c:pt>
                <c:pt idx="2065">
                  <c:v>1062.2</c:v>
                </c:pt>
                <c:pt idx="2066">
                  <c:v>1071.05</c:v>
                </c:pt>
                <c:pt idx="2067">
                  <c:v>1049.1500000000001</c:v>
                </c:pt>
                <c:pt idx="2068">
                  <c:v>980.55</c:v>
                </c:pt>
                <c:pt idx="2069">
                  <c:v>1008.2</c:v>
                </c:pt>
                <c:pt idx="2070">
                  <c:v>1012.7</c:v>
                </c:pt>
                <c:pt idx="2071">
                  <c:v>1018.65</c:v>
                </c:pt>
                <c:pt idx="2072">
                  <c:v>1005.2</c:v>
                </c:pt>
                <c:pt idx="2073">
                  <c:v>1018.6</c:v>
                </c:pt>
                <c:pt idx="2074">
                  <c:v>1012</c:v>
                </c:pt>
                <c:pt idx="2075">
                  <c:v>1014</c:v>
                </c:pt>
                <c:pt idx="2076">
                  <c:v>1003.15</c:v>
                </c:pt>
                <c:pt idx="2077">
                  <c:v>1002.85</c:v>
                </c:pt>
                <c:pt idx="2078">
                  <c:v>1026.05</c:v>
                </c:pt>
                <c:pt idx="2079">
                  <c:v>1017.55</c:v>
                </c:pt>
                <c:pt idx="2080">
                  <c:v>1017.3</c:v>
                </c:pt>
                <c:pt idx="2081">
                  <c:v>1031.5</c:v>
                </c:pt>
                <c:pt idx="2082">
                  <c:v>1051.95</c:v>
                </c:pt>
                <c:pt idx="2083">
                  <c:v>1043.5999999999999</c:v>
                </c:pt>
                <c:pt idx="2084">
                  <c:v>1032.4000000000001</c:v>
                </c:pt>
                <c:pt idx="2085">
                  <c:v>1055.1500000000001</c:v>
                </c:pt>
                <c:pt idx="2086">
                  <c:v>1048.5</c:v>
                </c:pt>
                <c:pt idx="2087">
                  <c:v>1051.6500000000001</c:v>
                </c:pt>
                <c:pt idx="2088">
                  <c:v>1033.05</c:v>
                </c:pt>
                <c:pt idx="2089">
                  <c:v>1039.95</c:v>
                </c:pt>
                <c:pt idx="2090">
                  <c:v>1039.8499999999999</c:v>
                </c:pt>
                <c:pt idx="2091">
                  <c:v>1043.5</c:v>
                </c:pt>
                <c:pt idx="2092">
                  <c:v>1038.7</c:v>
                </c:pt>
                <c:pt idx="2093">
                  <c:v>1029.95</c:v>
                </c:pt>
                <c:pt idx="2094">
                  <c:v>1031.5999999999999</c:v>
                </c:pt>
                <c:pt idx="2095">
                  <c:v>1029.5</c:v>
                </c:pt>
                <c:pt idx="2096">
                  <c:v>1000.3</c:v>
                </c:pt>
                <c:pt idx="2097">
                  <c:v>939.3</c:v>
                </c:pt>
                <c:pt idx="2098">
                  <c:v>951.35</c:v>
                </c:pt>
                <c:pt idx="2099">
                  <c:v>951.15</c:v>
                </c:pt>
                <c:pt idx="2100">
                  <c:v>936.8</c:v>
                </c:pt>
                <c:pt idx="2101">
                  <c:v>941.55</c:v>
                </c:pt>
                <c:pt idx="2102">
                  <c:v>926.1</c:v>
                </c:pt>
                <c:pt idx="2103">
                  <c:v>900.15</c:v>
                </c:pt>
                <c:pt idx="2104">
                  <c:v>894.9</c:v>
                </c:pt>
                <c:pt idx="2105">
                  <c:v>884.45</c:v>
                </c:pt>
                <c:pt idx="2106">
                  <c:v>873.85</c:v>
                </c:pt>
                <c:pt idx="2107">
                  <c:v>853.25</c:v>
                </c:pt>
                <c:pt idx="2108">
                  <c:v>865.2</c:v>
                </c:pt>
                <c:pt idx="2109">
                  <c:v>833.1</c:v>
                </c:pt>
                <c:pt idx="2110">
                  <c:v>839.3</c:v>
                </c:pt>
                <c:pt idx="2111">
                  <c:v>886.2</c:v>
                </c:pt>
                <c:pt idx="2112">
                  <c:v>957.1</c:v>
                </c:pt>
                <c:pt idx="2113">
                  <c:v>938.95</c:v>
                </c:pt>
                <c:pt idx="2114">
                  <c:v>879.95</c:v>
                </c:pt>
                <c:pt idx="2115">
                  <c:v>829.55</c:v>
                </c:pt>
                <c:pt idx="2116">
                  <c:v>831.4</c:v>
                </c:pt>
                <c:pt idx="2117">
                  <c:v>832.4</c:v>
                </c:pt>
                <c:pt idx="2118">
                  <c:v>841.95</c:v>
                </c:pt>
                <c:pt idx="2119">
                  <c:v>845.05</c:v>
                </c:pt>
                <c:pt idx="2120">
                  <c:v>883.25</c:v>
                </c:pt>
                <c:pt idx="2121">
                  <c:v>881.95</c:v>
                </c:pt>
                <c:pt idx="2122">
                  <c:v>855.7</c:v>
                </c:pt>
                <c:pt idx="2123">
                  <c:v>867.65</c:v>
                </c:pt>
                <c:pt idx="2124">
                  <c:v>884.8</c:v>
                </c:pt>
                <c:pt idx="2125">
                  <c:v>853.85</c:v>
                </c:pt>
                <c:pt idx="2126">
                  <c:v>865.4</c:v>
                </c:pt>
                <c:pt idx="2127">
                  <c:v>871.75</c:v>
                </c:pt>
                <c:pt idx="2128">
                  <c:v>832.5</c:v>
                </c:pt>
                <c:pt idx="2129">
                  <c:v>815.05</c:v>
                </c:pt>
                <c:pt idx="2130">
                  <c:v>793.8</c:v>
                </c:pt>
                <c:pt idx="2131">
                  <c:v>859.35</c:v>
                </c:pt>
                <c:pt idx="2132">
                  <c:v>859.4</c:v>
                </c:pt>
                <c:pt idx="2133">
                  <c:v>876.5</c:v>
                </c:pt>
                <c:pt idx="2134">
                  <c:v>882.55</c:v>
                </c:pt>
                <c:pt idx="2135">
                  <c:v>867.7</c:v>
                </c:pt>
                <c:pt idx="2136">
                  <c:v>877.3</c:v>
                </c:pt>
                <c:pt idx="2137">
                  <c:v>882.7</c:v>
                </c:pt>
                <c:pt idx="2138">
                  <c:v>849.5</c:v>
                </c:pt>
                <c:pt idx="2139">
                  <c:v>875.75</c:v>
                </c:pt>
                <c:pt idx="2140">
                  <c:v>845.2</c:v>
                </c:pt>
                <c:pt idx="2141">
                  <c:v>864.1</c:v>
                </c:pt>
                <c:pt idx="2142">
                  <c:v>902.55</c:v>
                </c:pt>
                <c:pt idx="2143">
                  <c:v>944</c:v>
                </c:pt>
                <c:pt idx="2144">
                  <c:v>955.25</c:v>
                </c:pt>
                <c:pt idx="2145">
                  <c:v>964.15</c:v>
                </c:pt>
                <c:pt idx="2146">
                  <c:v>994.55</c:v>
                </c:pt>
                <c:pt idx="2147">
                  <c:v>1027.05</c:v>
                </c:pt>
                <c:pt idx="2148">
                  <c:v>983.6</c:v>
                </c:pt>
                <c:pt idx="2149">
                  <c:v>1011.6</c:v>
                </c:pt>
                <c:pt idx="2150">
                  <c:v>983.45</c:v>
                </c:pt>
                <c:pt idx="2151">
                  <c:v>990.5</c:v>
                </c:pt>
                <c:pt idx="2152">
                  <c:v>996.25</c:v>
                </c:pt>
                <c:pt idx="2153">
                  <c:v>997.55</c:v>
                </c:pt>
                <c:pt idx="2154">
                  <c:v>982.15</c:v>
                </c:pt>
                <c:pt idx="2155">
                  <c:v>1003.05</c:v>
                </c:pt>
                <c:pt idx="2156">
                  <c:v>1016.9</c:v>
                </c:pt>
                <c:pt idx="2157">
                  <c:v>1024.3499999999999</c:v>
                </c:pt>
                <c:pt idx="2158">
                  <c:v>1063.9000000000001</c:v>
                </c:pt>
                <c:pt idx="2159">
                  <c:v>1105.4000000000001</c:v>
                </c:pt>
                <c:pt idx="2160">
                  <c:v>1088.3</c:v>
                </c:pt>
                <c:pt idx="2161">
                  <c:v>1083.9000000000001</c:v>
                </c:pt>
                <c:pt idx="2162">
                  <c:v>1066.3</c:v>
                </c:pt>
                <c:pt idx="2163">
                  <c:v>1074.4000000000001</c:v>
                </c:pt>
                <c:pt idx="2164">
                  <c:v>1063.1500000000001</c:v>
                </c:pt>
                <c:pt idx="2165">
                  <c:v>1035.7</c:v>
                </c:pt>
                <c:pt idx="2166">
                  <c:v>1010.3</c:v>
                </c:pt>
                <c:pt idx="2167">
                  <c:v>1019.2</c:v>
                </c:pt>
                <c:pt idx="2168">
                  <c:v>1014.55</c:v>
                </c:pt>
                <c:pt idx="2169">
                  <c:v>1015.9</c:v>
                </c:pt>
                <c:pt idx="2170">
                  <c:v>1006.65</c:v>
                </c:pt>
                <c:pt idx="2171">
                  <c:v>999.25</c:v>
                </c:pt>
                <c:pt idx="2172">
                  <c:v>1023.25</c:v>
                </c:pt>
                <c:pt idx="2173">
                  <c:v>1031.1500000000001</c:v>
                </c:pt>
                <c:pt idx="2174">
                  <c:v>1102.45</c:v>
                </c:pt>
                <c:pt idx="2175">
                  <c:v>1068.3499999999999</c:v>
                </c:pt>
                <c:pt idx="2176">
                  <c:v>1071.95</c:v>
                </c:pt>
                <c:pt idx="2177">
                  <c:v>1099.7</c:v>
                </c:pt>
                <c:pt idx="2178">
                  <c:v>1102.4000000000001</c:v>
                </c:pt>
                <c:pt idx="2179">
                  <c:v>1077.95</c:v>
                </c:pt>
                <c:pt idx="2180">
                  <c:v>1035.9000000000001</c:v>
                </c:pt>
                <c:pt idx="2181">
                  <c:v>1023.4</c:v>
                </c:pt>
                <c:pt idx="2182">
                  <c:v>961.35</c:v>
                </c:pt>
                <c:pt idx="2183">
                  <c:v>952.5</c:v>
                </c:pt>
                <c:pt idx="2184">
                  <c:v>978.75</c:v>
                </c:pt>
                <c:pt idx="2185">
                  <c:v>1001.75</c:v>
                </c:pt>
                <c:pt idx="2186">
                  <c:v>1071.25</c:v>
                </c:pt>
                <c:pt idx="2187">
                  <c:v>1059.7</c:v>
                </c:pt>
                <c:pt idx="2188">
                  <c:v>1054.9000000000001</c:v>
                </c:pt>
                <c:pt idx="2189">
                  <c:v>1061.8</c:v>
                </c:pt>
                <c:pt idx="2190">
                  <c:v>1071.05</c:v>
                </c:pt>
                <c:pt idx="2191">
                  <c:v>1035.4000000000001</c:v>
                </c:pt>
                <c:pt idx="2192">
                  <c:v>1021.55</c:v>
                </c:pt>
                <c:pt idx="2193">
                  <c:v>1034.2</c:v>
                </c:pt>
                <c:pt idx="2194">
                  <c:v>1040.75</c:v>
                </c:pt>
                <c:pt idx="2195">
                  <c:v>1020.05</c:v>
                </c:pt>
                <c:pt idx="2196">
                  <c:v>981.3</c:v>
                </c:pt>
                <c:pt idx="2197">
                  <c:v>987.4</c:v>
                </c:pt>
                <c:pt idx="2198">
                  <c:v>963.5</c:v>
                </c:pt>
                <c:pt idx="2199">
                  <c:v>916.3</c:v>
                </c:pt>
                <c:pt idx="2200">
                  <c:v>917</c:v>
                </c:pt>
                <c:pt idx="2201">
                  <c:v>881.55</c:v>
                </c:pt>
                <c:pt idx="2202">
                  <c:v>838.7</c:v>
                </c:pt>
                <c:pt idx="2203">
                  <c:v>803.8</c:v>
                </c:pt>
                <c:pt idx="2204">
                  <c:v>776.1</c:v>
                </c:pt>
                <c:pt idx="2205">
                  <c:v>779.45</c:v>
                </c:pt>
                <c:pt idx="2206">
                  <c:v>789.45</c:v>
                </c:pt>
                <c:pt idx="2207">
                  <c:v>761.2</c:v>
                </c:pt>
                <c:pt idx="2208">
                  <c:v>776.35</c:v>
                </c:pt>
                <c:pt idx="2209">
                  <c:v>658</c:v>
                </c:pt>
                <c:pt idx="2210">
                  <c:v>611.79999999999995</c:v>
                </c:pt>
                <c:pt idx="2211">
                  <c:v>644.25</c:v>
                </c:pt>
                <c:pt idx="2212">
                  <c:v>648.35</c:v>
                </c:pt>
                <c:pt idx="2213">
                  <c:v>669.1</c:v>
                </c:pt>
                <c:pt idx="2214">
                  <c:v>710.6</c:v>
                </c:pt>
                <c:pt idx="2215">
                  <c:v>760.3</c:v>
                </c:pt>
                <c:pt idx="2216">
                  <c:v>755.15</c:v>
                </c:pt>
                <c:pt idx="2217">
                  <c:v>743.7</c:v>
                </c:pt>
                <c:pt idx="2218">
                  <c:v>740</c:v>
                </c:pt>
                <c:pt idx="2219">
                  <c:v>805.45</c:v>
                </c:pt>
                <c:pt idx="2220">
                  <c:v>735.85</c:v>
                </c:pt>
                <c:pt idx="2221">
                  <c:v>711.8</c:v>
                </c:pt>
                <c:pt idx="2222">
                  <c:v>693</c:v>
                </c:pt>
                <c:pt idx="2223">
                  <c:v>700.45</c:v>
                </c:pt>
                <c:pt idx="2224">
                  <c:v>667.6</c:v>
                </c:pt>
                <c:pt idx="2225">
                  <c:v>652.5</c:v>
                </c:pt>
                <c:pt idx="2226">
                  <c:v>651.1</c:v>
                </c:pt>
                <c:pt idx="2227">
                  <c:v>687.65</c:v>
                </c:pt>
                <c:pt idx="2228">
                  <c:v>678.5</c:v>
                </c:pt>
                <c:pt idx="2229">
                  <c:v>685.85</c:v>
                </c:pt>
                <c:pt idx="2230">
                  <c:v>700.25</c:v>
                </c:pt>
                <c:pt idx="2231">
                  <c:v>693.8</c:v>
                </c:pt>
                <c:pt idx="2232">
                  <c:v>681</c:v>
                </c:pt>
                <c:pt idx="2233">
                  <c:v>661.85</c:v>
                </c:pt>
                <c:pt idx="2234">
                  <c:v>651.75</c:v>
                </c:pt>
                <c:pt idx="2235">
                  <c:v>674.5</c:v>
                </c:pt>
                <c:pt idx="2236">
                  <c:v>655.45</c:v>
                </c:pt>
                <c:pt idx="2237">
                  <c:v>660.7</c:v>
                </c:pt>
                <c:pt idx="2238">
                  <c:v>677</c:v>
                </c:pt>
                <c:pt idx="2239">
                  <c:v>664.95</c:v>
                </c:pt>
                <c:pt idx="2240">
                  <c:v>646.35</c:v>
                </c:pt>
                <c:pt idx="2241">
                  <c:v>673.85</c:v>
                </c:pt>
                <c:pt idx="2242">
                  <c:v>713.35</c:v>
                </c:pt>
                <c:pt idx="2243">
                  <c:v>717.6</c:v>
                </c:pt>
                <c:pt idx="2244">
                  <c:v>732.4</c:v>
                </c:pt>
                <c:pt idx="2245">
                  <c:v>710.95</c:v>
                </c:pt>
                <c:pt idx="2246">
                  <c:v>710.65</c:v>
                </c:pt>
                <c:pt idx="2247">
                  <c:v>688.6</c:v>
                </c:pt>
                <c:pt idx="2248">
                  <c:v>670.65</c:v>
                </c:pt>
                <c:pt idx="2249">
                  <c:v>642.95000000000005</c:v>
                </c:pt>
                <c:pt idx="2250">
                  <c:v>656.25</c:v>
                </c:pt>
                <c:pt idx="2251">
                  <c:v>671.9</c:v>
                </c:pt>
                <c:pt idx="2252">
                  <c:v>667.1</c:v>
                </c:pt>
                <c:pt idx="2253">
                  <c:v>684.8</c:v>
                </c:pt>
                <c:pt idx="2254">
                  <c:v>680.3</c:v>
                </c:pt>
                <c:pt idx="2255">
                  <c:v>725.25</c:v>
                </c:pt>
                <c:pt idx="2256">
                  <c:v>718.9</c:v>
                </c:pt>
                <c:pt idx="2257">
                  <c:v>690.6</c:v>
                </c:pt>
                <c:pt idx="2258">
                  <c:v>669.1</c:v>
                </c:pt>
                <c:pt idx="2259">
                  <c:v>653.5</c:v>
                </c:pt>
                <c:pt idx="2260">
                  <c:v>630.6</c:v>
                </c:pt>
                <c:pt idx="2261">
                  <c:v>648.6</c:v>
                </c:pt>
                <c:pt idx="2262">
                  <c:v>625.35</c:v>
                </c:pt>
                <c:pt idx="2263">
                  <c:v>648.70000000000005</c:v>
                </c:pt>
                <c:pt idx="2264">
                  <c:v>670.25</c:v>
                </c:pt>
                <c:pt idx="2265">
                  <c:v>664.15</c:v>
                </c:pt>
                <c:pt idx="2266">
                  <c:v>650.04999999999995</c:v>
                </c:pt>
                <c:pt idx="2267">
                  <c:v>649.5</c:v>
                </c:pt>
                <c:pt idx="2268">
                  <c:v>646.5</c:v>
                </c:pt>
                <c:pt idx="2269">
                  <c:v>621.15</c:v>
                </c:pt>
                <c:pt idx="2270">
                  <c:v>641.25</c:v>
                </c:pt>
                <c:pt idx="2271">
                  <c:v>639.1</c:v>
                </c:pt>
                <c:pt idx="2272">
                  <c:v>654.95000000000005</c:v>
                </c:pt>
                <c:pt idx="2273">
                  <c:v>639.5</c:v>
                </c:pt>
                <c:pt idx="2274">
                  <c:v>651.4</c:v>
                </c:pt>
                <c:pt idx="2275">
                  <c:v>665.5</c:v>
                </c:pt>
                <c:pt idx="2276">
                  <c:v>663.6</c:v>
                </c:pt>
                <c:pt idx="2277">
                  <c:v>683.25</c:v>
                </c:pt>
                <c:pt idx="2278">
                  <c:v>724.4</c:v>
                </c:pt>
                <c:pt idx="2279">
                  <c:v>717.45</c:v>
                </c:pt>
                <c:pt idx="2280">
                  <c:v>706.75</c:v>
                </c:pt>
                <c:pt idx="2281">
                  <c:v>693.6</c:v>
                </c:pt>
                <c:pt idx="2282">
                  <c:v>704.8</c:v>
                </c:pt>
                <c:pt idx="2283">
                  <c:v>687.5</c:v>
                </c:pt>
                <c:pt idx="2284">
                  <c:v>677.4</c:v>
                </c:pt>
                <c:pt idx="2285">
                  <c:v>670.8</c:v>
                </c:pt>
                <c:pt idx="2286">
                  <c:v>679.85</c:v>
                </c:pt>
                <c:pt idx="2287">
                  <c:v>672.9</c:v>
                </c:pt>
                <c:pt idx="2288">
                  <c:v>679.8</c:v>
                </c:pt>
                <c:pt idx="2289">
                  <c:v>700.35</c:v>
                </c:pt>
                <c:pt idx="2290">
                  <c:v>719.75</c:v>
                </c:pt>
                <c:pt idx="2291">
                  <c:v>691</c:v>
                </c:pt>
                <c:pt idx="2292">
                  <c:v>664.45</c:v>
                </c:pt>
                <c:pt idx="2293">
                  <c:v>648.45000000000005</c:v>
                </c:pt>
                <c:pt idx="2294">
                  <c:v>663.85</c:v>
                </c:pt>
                <c:pt idx="2295">
                  <c:v>650.04999999999995</c:v>
                </c:pt>
                <c:pt idx="2296">
                  <c:v>673.35</c:v>
                </c:pt>
                <c:pt idx="2297">
                  <c:v>666.4</c:v>
                </c:pt>
                <c:pt idx="2298">
                  <c:v>682.55</c:v>
                </c:pt>
                <c:pt idx="2299">
                  <c:v>706.4</c:v>
                </c:pt>
                <c:pt idx="2300">
                  <c:v>715.6</c:v>
                </c:pt>
                <c:pt idx="2301">
                  <c:v>715.9</c:v>
                </c:pt>
                <c:pt idx="2302">
                  <c:v>723.85</c:v>
                </c:pt>
                <c:pt idx="2303">
                  <c:v>731.2</c:v>
                </c:pt>
                <c:pt idx="2304">
                  <c:v>755</c:v>
                </c:pt>
                <c:pt idx="2305">
                  <c:v>794.2</c:v>
                </c:pt>
                <c:pt idx="2306">
                  <c:v>779.2</c:v>
                </c:pt>
                <c:pt idx="2307">
                  <c:v>763.7</c:v>
                </c:pt>
                <c:pt idx="2308">
                  <c:v>807.6</c:v>
                </c:pt>
                <c:pt idx="2309">
                  <c:v>808.25</c:v>
                </c:pt>
                <c:pt idx="2310">
                  <c:v>782.45</c:v>
                </c:pt>
                <c:pt idx="2311">
                  <c:v>780.2</c:v>
                </c:pt>
                <c:pt idx="2312">
                  <c:v>804.3</c:v>
                </c:pt>
                <c:pt idx="2313">
                  <c:v>871.35</c:v>
                </c:pt>
                <c:pt idx="2314">
                  <c:v>886.8</c:v>
                </c:pt>
                <c:pt idx="2315">
                  <c:v>905.25</c:v>
                </c:pt>
                <c:pt idx="2316">
                  <c:v>884.5</c:v>
                </c:pt>
                <c:pt idx="2317">
                  <c:v>895.75</c:v>
                </c:pt>
                <c:pt idx="2318">
                  <c:v>895.25</c:v>
                </c:pt>
                <c:pt idx="2319">
                  <c:v>851.35</c:v>
                </c:pt>
                <c:pt idx="2320">
                  <c:v>864.25</c:v>
                </c:pt>
                <c:pt idx="2321">
                  <c:v>864.15</c:v>
                </c:pt>
                <c:pt idx="2322">
                  <c:v>863.15</c:v>
                </c:pt>
                <c:pt idx="2323">
                  <c:v>839.3</c:v>
                </c:pt>
                <c:pt idx="2324">
                  <c:v>854.95</c:v>
                </c:pt>
                <c:pt idx="2325">
                  <c:v>856.65</c:v>
                </c:pt>
                <c:pt idx="2326">
                  <c:v>848</c:v>
                </c:pt>
                <c:pt idx="2327">
                  <c:v>832.65</c:v>
                </c:pt>
                <c:pt idx="2328">
                  <c:v>864.75</c:v>
                </c:pt>
                <c:pt idx="2329">
                  <c:v>891</c:v>
                </c:pt>
                <c:pt idx="2330">
                  <c:v>886.95</c:v>
                </c:pt>
                <c:pt idx="2331">
                  <c:v>886.75</c:v>
                </c:pt>
                <c:pt idx="2332">
                  <c:v>891.3</c:v>
                </c:pt>
                <c:pt idx="2333">
                  <c:v>883.15</c:v>
                </c:pt>
                <c:pt idx="2334">
                  <c:v>879.7</c:v>
                </c:pt>
                <c:pt idx="2335">
                  <c:v>882.45</c:v>
                </c:pt>
                <c:pt idx="2336">
                  <c:v>854.7</c:v>
                </c:pt>
                <c:pt idx="2337">
                  <c:v>830.65</c:v>
                </c:pt>
                <c:pt idx="2338">
                  <c:v>813.15</c:v>
                </c:pt>
                <c:pt idx="2339">
                  <c:v>947.2</c:v>
                </c:pt>
                <c:pt idx="2340">
                  <c:v>995.7</c:v>
                </c:pt>
                <c:pt idx="2341">
                  <c:v>994.45</c:v>
                </c:pt>
                <c:pt idx="2342">
                  <c:v>1075.3</c:v>
                </c:pt>
                <c:pt idx="2343">
                  <c:v>1046.05</c:v>
                </c:pt>
                <c:pt idx="2344">
                  <c:v>1040.6500000000001</c:v>
                </c:pt>
                <c:pt idx="2345">
                  <c:v>1014.9</c:v>
                </c:pt>
                <c:pt idx="2346">
                  <c:v>1105.55</c:v>
                </c:pt>
                <c:pt idx="2347">
                  <c:v>1129.3499999999999</c:v>
                </c:pt>
                <c:pt idx="2348">
                  <c:v>1169.25</c:v>
                </c:pt>
                <c:pt idx="2349">
                  <c:v>1176.7</c:v>
                </c:pt>
                <c:pt idx="2350">
                  <c:v>1163.8499999999999</c:v>
                </c:pt>
                <c:pt idx="2351">
                  <c:v>1168.25</c:v>
                </c:pt>
                <c:pt idx="2352">
                  <c:v>1169.3499999999999</c:v>
                </c:pt>
                <c:pt idx="2353">
                  <c:v>1181.8</c:v>
                </c:pt>
                <c:pt idx="2354">
                  <c:v>1113.55</c:v>
                </c:pt>
                <c:pt idx="2355">
                  <c:v>1132.1500000000001</c:v>
                </c:pt>
                <c:pt idx="2356">
                  <c:v>1166.0999999999999</c:v>
                </c:pt>
                <c:pt idx="2357">
                  <c:v>1120.55</c:v>
                </c:pt>
                <c:pt idx="2358">
                  <c:v>1127.05</c:v>
                </c:pt>
                <c:pt idx="2359">
                  <c:v>1125.45</c:v>
                </c:pt>
                <c:pt idx="2360">
                  <c:v>1126.75</c:v>
                </c:pt>
                <c:pt idx="2361">
                  <c:v>1061.2</c:v>
                </c:pt>
                <c:pt idx="2362">
                  <c:v>1007.65</c:v>
                </c:pt>
                <c:pt idx="2363">
                  <c:v>1009.35</c:v>
                </c:pt>
                <c:pt idx="2364">
                  <c:v>993.85</c:v>
                </c:pt>
                <c:pt idx="2365">
                  <c:v>1026.7</c:v>
                </c:pt>
                <c:pt idx="2366">
                  <c:v>1050.95</c:v>
                </c:pt>
                <c:pt idx="2367">
                  <c:v>1019.7</c:v>
                </c:pt>
                <c:pt idx="2368">
                  <c:v>1044.5999999999999</c:v>
                </c:pt>
                <c:pt idx="2369">
                  <c:v>1065.95</c:v>
                </c:pt>
                <c:pt idx="2370">
                  <c:v>1067.3</c:v>
                </c:pt>
                <c:pt idx="2371">
                  <c:v>1051.5999999999999</c:v>
                </c:pt>
                <c:pt idx="2372">
                  <c:v>1126.5999999999999</c:v>
                </c:pt>
                <c:pt idx="2373">
                  <c:v>1136.1500000000001</c:v>
                </c:pt>
                <c:pt idx="2374">
                  <c:v>1069.75</c:v>
                </c:pt>
                <c:pt idx="2375">
                  <c:v>1049.45</c:v>
                </c:pt>
                <c:pt idx="2376">
                  <c:v>1010.75</c:v>
                </c:pt>
                <c:pt idx="2377">
                  <c:v>998.35</c:v>
                </c:pt>
                <c:pt idx="2378">
                  <c:v>986.6</c:v>
                </c:pt>
                <c:pt idx="2379">
                  <c:v>991.3</c:v>
                </c:pt>
                <c:pt idx="2380">
                  <c:v>999.7</c:v>
                </c:pt>
                <c:pt idx="2381">
                  <c:v>1039.4000000000001</c:v>
                </c:pt>
                <c:pt idx="2382">
                  <c:v>1023</c:v>
                </c:pt>
                <c:pt idx="2383">
                  <c:v>1043.05</c:v>
                </c:pt>
                <c:pt idx="2384">
                  <c:v>1060.6500000000001</c:v>
                </c:pt>
                <c:pt idx="2385">
                  <c:v>1045</c:v>
                </c:pt>
                <c:pt idx="2386">
                  <c:v>1092.45</c:v>
                </c:pt>
                <c:pt idx="2387">
                  <c:v>1093</c:v>
                </c:pt>
                <c:pt idx="2388">
                  <c:v>1124.8499999999999</c:v>
                </c:pt>
                <c:pt idx="2389">
                  <c:v>1096.1500000000001</c:v>
                </c:pt>
                <c:pt idx="2390">
                  <c:v>1101.95</c:v>
                </c:pt>
                <c:pt idx="2391">
                  <c:v>1098.45</c:v>
                </c:pt>
                <c:pt idx="2392">
                  <c:v>1101.05</c:v>
                </c:pt>
                <c:pt idx="2393">
                  <c:v>1164.05</c:v>
                </c:pt>
                <c:pt idx="2394">
                  <c:v>1179.3</c:v>
                </c:pt>
                <c:pt idx="2395">
                  <c:v>1141.8</c:v>
                </c:pt>
                <c:pt idx="2396">
                  <c:v>1194.3</c:v>
                </c:pt>
                <c:pt idx="2397">
                  <c:v>1152.95</c:v>
                </c:pt>
                <c:pt idx="2398">
                  <c:v>1139.0999999999999</c:v>
                </c:pt>
                <c:pt idx="2399">
                  <c:v>1160.8</c:v>
                </c:pt>
                <c:pt idx="2400">
                  <c:v>1152.55</c:v>
                </c:pt>
                <c:pt idx="2401">
                  <c:v>1127.2</c:v>
                </c:pt>
                <c:pt idx="2402">
                  <c:v>1165.2</c:v>
                </c:pt>
                <c:pt idx="2403">
                  <c:v>1220.5</c:v>
                </c:pt>
                <c:pt idx="2404">
                  <c:v>1164.95</c:v>
                </c:pt>
                <c:pt idx="2405">
                  <c:v>1182.2</c:v>
                </c:pt>
                <c:pt idx="2406">
                  <c:v>1159.9000000000001</c:v>
                </c:pt>
                <c:pt idx="2407">
                  <c:v>1179.5</c:v>
                </c:pt>
                <c:pt idx="2408">
                  <c:v>1191.55</c:v>
                </c:pt>
                <c:pt idx="2409">
                  <c:v>1195.8499999999999</c:v>
                </c:pt>
                <c:pt idx="2410">
                  <c:v>1183.6500000000001</c:v>
                </c:pt>
                <c:pt idx="2411">
                  <c:v>1174.0999999999999</c:v>
                </c:pt>
                <c:pt idx="2412">
                  <c:v>1173.25</c:v>
                </c:pt>
                <c:pt idx="2413">
                  <c:v>1178.7</c:v>
                </c:pt>
                <c:pt idx="2414">
                  <c:v>1185.5</c:v>
                </c:pt>
                <c:pt idx="2415">
                  <c:v>1162.9000000000001</c:v>
                </c:pt>
                <c:pt idx="2416">
                  <c:v>1155.55</c:v>
                </c:pt>
                <c:pt idx="2417">
                  <c:v>1140.25</c:v>
                </c:pt>
                <c:pt idx="2418">
                  <c:v>1178.2</c:v>
                </c:pt>
                <c:pt idx="2419">
                  <c:v>1188.45</c:v>
                </c:pt>
                <c:pt idx="2420">
                  <c:v>1185.8</c:v>
                </c:pt>
                <c:pt idx="2421">
                  <c:v>1180.0999999999999</c:v>
                </c:pt>
                <c:pt idx="2422">
                  <c:v>1180.7</c:v>
                </c:pt>
                <c:pt idx="2423">
                  <c:v>1176.75</c:v>
                </c:pt>
                <c:pt idx="2424">
                  <c:v>1161.4000000000001</c:v>
                </c:pt>
                <c:pt idx="2425">
                  <c:v>1145.45</c:v>
                </c:pt>
                <c:pt idx="2426">
                  <c:v>1149.05</c:v>
                </c:pt>
                <c:pt idx="2427">
                  <c:v>1159.0999999999999</c:v>
                </c:pt>
                <c:pt idx="2428">
                  <c:v>1163.6500000000001</c:v>
                </c:pt>
                <c:pt idx="2429">
                  <c:v>1155.1500000000001</c:v>
                </c:pt>
                <c:pt idx="2430">
                  <c:v>1161.8499999999999</c:v>
                </c:pt>
                <c:pt idx="2431">
                  <c:v>1150</c:v>
                </c:pt>
                <c:pt idx="2432">
                  <c:v>1157.3</c:v>
                </c:pt>
                <c:pt idx="2433">
                  <c:v>1189.6500000000001</c:v>
                </c:pt>
                <c:pt idx="2434">
                  <c:v>1172</c:v>
                </c:pt>
                <c:pt idx="2435">
                  <c:v>1182.2</c:v>
                </c:pt>
                <c:pt idx="2436">
                  <c:v>1169.75</c:v>
                </c:pt>
                <c:pt idx="2437">
                  <c:v>1184.8</c:v>
                </c:pt>
                <c:pt idx="2438">
                  <c:v>1183.05</c:v>
                </c:pt>
                <c:pt idx="2439">
                  <c:v>1202.25</c:v>
                </c:pt>
                <c:pt idx="2440">
                  <c:v>1220.3499999999999</c:v>
                </c:pt>
                <c:pt idx="2441">
                  <c:v>1246.5</c:v>
                </c:pt>
                <c:pt idx="2442">
                  <c:v>1262.05</c:v>
                </c:pt>
                <c:pt idx="2443">
                  <c:v>1257.6500000000001</c:v>
                </c:pt>
                <c:pt idx="2444">
                  <c:v>1245.9000000000001</c:v>
                </c:pt>
                <c:pt idx="2445">
                  <c:v>1240.75</c:v>
                </c:pt>
                <c:pt idx="2446">
                  <c:v>1210.75</c:v>
                </c:pt>
                <c:pt idx="2447">
                  <c:v>1178.8</c:v>
                </c:pt>
                <c:pt idx="2448">
                  <c:v>1171.8499999999999</c:v>
                </c:pt>
                <c:pt idx="2449">
                  <c:v>1175.8499999999999</c:v>
                </c:pt>
                <c:pt idx="2450">
                  <c:v>1166.7</c:v>
                </c:pt>
                <c:pt idx="2451">
                  <c:v>1164.55</c:v>
                </c:pt>
                <c:pt idx="2452">
                  <c:v>1133.8499999999999</c:v>
                </c:pt>
                <c:pt idx="2453">
                  <c:v>1163.5</c:v>
                </c:pt>
                <c:pt idx="2454">
                  <c:v>1131.8</c:v>
                </c:pt>
                <c:pt idx="2455">
                  <c:v>1118.5999999999999</c:v>
                </c:pt>
                <c:pt idx="2456">
                  <c:v>1133.4000000000001</c:v>
                </c:pt>
                <c:pt idx="2457">
                  <c:v>1152.8499999999999</c:v>
                </c:pt>
                <c:pt idx="2458">
                  <c:v>1158.3499999999999</c:v>
                </c:pt>
                <c:pt idx="2459">
                  <c:v>1166.8</c:v>
                </c:pt>
                <c:pt idx="2460">
                  <c:v>1133.7</c:v>
                </c:pt>
                <c:pt idx="2461">
                  <c:v>1150.45</c:v>
                </c:pt>
                <c:pt idx="2462">
                  <c:v>1148</c:v>
                </c:pt>
                <c:pt idx="2463">
                  <c:v>1184.0999999999999</c:v>
                </c:pt>
                <c:pt idx="2464">
                  <c:v>1199.5999999999999</c:v>
                </c:pt>
                <c:pt idx="2465">
                  <c:v>1173.0999999999999</c:v>
                </c:pt>
                <c:pt idx="2466">
                  <c:v>1179.8499999999999</c:v>
                </c:pt>
                <c:pt idx="2467">
                  <c:v>1163.6500000000001</c:v>
                </c:pt>
                <c:pt idx="2468">
                  <c:v>1168.75</c:v>
                </c:pt>
                <c:pt idx="2469">
                  <c:v>1186.45</c:v>
                </c:pt>
                <c:pt idx="2470">
                  <c:v>1173.3</c:v>
                </c:pt>
                <c:pt idx="2471">
                  <c:v>1180</c:v>
                </c:pt>
                <c:pt idx="2472">
                  <c:v>1174.1500000000001</c:v>
                </c:pt>
                <c:pt idx="2473">
                  <c:v>1165.1500000000001</c:v>
                </c:pt>
                <c:pt idx="2474">
                  <c:v>1199.75</c:v>
                </c:pt>
                <c:pt idx="2475">
                  <c:v>1197.8</c:v>
                </c:pt>
                <c:pt idx="2476">
                  <c:v>1184.95</c:v>
                </c:pt>
                <c:pt idx="2477">
                  <c:v>1199.95</c:v>
                </c:pt>
                <c:pt idx="2478">
                  <c:v>1179.0999999999999</c:v>
                </c:pt>
                <c:pt idx="2479">
                  <c:v>1179.05</c:v>
                </c:pt>
                <c:pt idx="2480">
                  <c:v>1179.75</c:v>
                </c:pt>
                <c:pt idx="2481">
                  <c:v>1179.95</c:v>
                </c:pt>
                <c:pt idx="2482">
                  <c:v>1195.45</c:v>
                </c:pt>
                <c:pt idx="2483">
                  <c:v>1189.5999999999999</c:v>
                </c:pt>
                <c:pt idx="2484">
                  <c:v>1203.0999999999999</c:v>
                </c:pt>
                <c:pt idx="2485">
                  <c:v>1193.8499999999999</c:v>
                </c:pt>
                <c:pt idx="2486">
                  <c:v>1189</c:v>
                </c:pt>
                <c:pt idx="2487">
                  <c:v>1200.6500000000001</c:v>
                </c:pt>
                <c:pt idx="2488">
                  <c:v>1185.25</c:v>
                </c:pt>
                <c:pt idx="2489">
                  <c:v>1177.95</c:v>
                </c:pt>
                <c:pt idx="2490">
                  <c:v>1161.05</c:v>
                </c:pt>
                <c:pt idx="2491">
                  <c:v>1178.95</c:v>
                </c:pt>
                <c:pt idx="2492">
                  <c:v>1197.45</c:v>
                </c:pt>
                <c:pt idx="2493">
                  <c:v>1181.55</c:v>
                </c:pt>
                <c:pt idx="2494">
                  <c:v>1174.4000000000001</c:v>
                </c:pt>
                <c:pt idx="2495">
                  <c:v>1178</c:v>
                </c:pt>
                <c:pt idx="2496">
                  <c:v>1187.45</c:v>
                </c:pt>
                <c:pt idx="2497">
                  <c:v>1208.25</c:v>
                </c:pt>
                <c:pt idx="2498">
                  <c:v>1223.5</c:v>
                </c:pt>
                <c:pt idx="2499">
                  <c:v>1224.8</c:v>
                </c:pt>
                <c:pt idx="2500">
                  <c:v>1215.7</c:v>
                </c:pt>
                <c:pt idx="2501">
                  <c:v>1216.5</c:v>
                </c:pt>
                <c:pt idx="2502">
                  <c:v>1190.95</c:v>
                </c:pt>
                <c:pt idx="2503">
                  <c:v>1195.3</c:v>
                </c:pt>
                <c:pt idx="2504">
                  <c:v>1231.75</c:v>
                </c:pt>
                <c:pt idx="2505">
                  <c:v>1209.8</c:v>
                </c:pt>
                <c:pt idx="2506">
                  <c:v>1212.55</c:v>
                </c:pt>
                <c:pt idx="2507">
                  <c:v>1196.8</c:v>
                </c:pt>
                <c:pt idx="2508">
                  <c:v>1161.1500000000001</c:v>
                </c:pt>
                <c:pt idx="2509">
                  <c:v>1139.95</c:v>
                </c:pt>
                <c:pt idx="2510">
                  <c:v>1114.5</c:v>
                </c:pt>
                <c:pt idx="2511">
                  <c:v>1121.05</c:v>
                </c:pt>
                <c:pt idx="2512">
                  <c:v>1108.9000000000001</c:v>
                </c:pt>
                <c:pt idx="2513">
                  <c:v>1102.3499999999999</c:v>
                </c:pt>
                <c:pt idx="2514">
                  <c:v>1096.4000000000001</c:v>
                </c:pt>
                <c:pt idx="2515">
                  <c:v>1101.55</c:v>
                </c:pt>
                <c:pt idx="2516">
                  <c:v>1105.0999999999999</c:v>
                </c:pt>
                <c:pt idx="2517">
                  <c:v>1133.8</c:v>
                </c:pt>
                <c:pt idx="2518">
                  <c:v>1139.5999999999999</c:v>
                </c:pt>
                <c:pt idx="2519">
                  <c:v>1087.6500000000001</c:v>
                </c:pt>
                <c:pt idx="2520">
                  <c:v>1092.25</c:v>
                </c:pt>
                <c:pt idx="2521">
                  <c:v>1118.1500000000001</c:v>
                </c:pt>
                <c:pt idx="2522">
                  <c:v>1106.25</c:v>
                </c:pt>
                <c:pt idx="2523">
                  <c:v>1087</c:v>
                </c:pt>
                <c:pt idx="2524">
                  <c:v>1100.25</c:v>
                </c:pt>
                <c:pt idx="2525">
                  <c:v>1088.3</c:v>
                </c:pt>
                <c:pt idx="2526">
                  <c:v>1103</c:v>
                </c:pt>
                <c:pt idx="2527">
                  <c:v>1099.7</c:v>
                </c:pt>
                <c:pt idx="2528">
                  <c:v>1103.5</c:v>
                </c:pt>
                <c:pt idx="2529">
                  <c:v>1109.8</c:v>
                </c:pt>
                <c:pt idx="2530">
                  <c:v>1107.5</c:v>
                </c:pt>
                <c:pt idx="2531">
                  <c:v>1101.5</c:v>
                </c:pt>
                <c:pt idx="2532">
                  <c:v>1101.25</c:v>
                </c:pt>
                <c:pt idx="2533">
                  <c:v>1109.8499999999999</c:v>
                </c:pt>
                <c:pt idx="2534">
                  <c:v>1117.5999999999999</c:v>
                </c:pt>
                <c:pt idx="2535">
                  <c:v>1109.05</c:v>
                </c:pt>
                <c:pt idx="2536">
                  <c:v>1100.8499999999999</c:v>
                </c:pt>
                <c:pt idx="2537">
                  <c:v>1095.05</c:v>
                </c:pt>
                <c:pt idx="2538">
                  <c:v>1094.5</c:v>
                </c:pt>
                <c:pt idx="2539">
                  <c:v>1100.5</c:v>
                </c:pt>
                <c:pt idx="2540">
                  <c:v>1096.2</c:v>
                </c:pt>
                <c:pt idx="2541">
                  <c:v>1088.55</c:v>
                </c:pt>
                <c:pt idx="2542">
                  <c:v>1083.75</c:v>
                </c:pt>
                <c:pt idx="2543">
                  <c:v>1084.7</c:v>
                </c:pt>
                <c:pt idx="2544">
                  <c:v>1069.8</c:v>
                </c:pt>
                <c:pt idx="2545">
                  <c:v>1071.0999999999999</c:v>
                </c:pt>
                <c:pt idx="2546">
                  <c:v>1073.5</c:v>
                </c:pt>
                <c:pt idx="2547">
                  <c:v>1054.2</c:v>
                </c:pt>
                <c:pt idx="2548">
                  <c:v>1056.8499999999999</c:v>
                </c:pt>
                <c:pt idx="2549">
                  <c:v>1059.1500000000001</c:v>
                </c:pt>
                <c:pt idx="2550">
                  <c:v>1069.25</c:v>
                </c:pt>
                <c:pt idx="2551">
                  <c:v>1056.6500000000001</c:v>
                </c:pt>
                <c:pt idx="2552">
                  <c:v>1079.9000000000001</c:v>
                </c:pt>
                <c:pt idx="2553">
                  <c:v>1093.05</c:v>
                </c:pt>
                <c:pt idx="2554">
                  <c:v>1097.3</c:v>
                </c:pt>
                <c:pt idx="2555">
                  <c:v>1098.7</c:v>
                </c:pt>
                <c:pt idx="2556">
                  <c:v>1084.45</c:v>
                </c:pt>
                <c:pt idx="2557">
                  <c:v>1096.95</c:v>
                </c:pt>
                <c:pt idx="2558">
                  <c:v>1084.8499999999999</c:v>
                </c:pt>
                <c:pt idx="2559">
                  <c:v>1082.9000000000001</c:v>
                </c:pt>
                <c:pt idx="2560">
                  <c:v>1061.5999999999999</c:v>
                </c:pt>
                <c:pt idx="2561">
                  <c:v>1063.8</c:v>
                </c:pt>
                <c:pt idx="2562">
                  <c:v>1052.9000000000001</c:v>
                </c:pt>
                <c:pt idx="2563">
                  <c:v>1040.3499999999999</c:v>
                </c:pt>
                <c:pt idx="2564">
                  <c:v>1039.6500000000001</c:v>
                </c:pt>
                <c:pt idx="2565">
                  <c:v>1031.4000000000001</c:v>
                </c:pt>
                <c:pt idx="2566">
                  <c:v>1003.8</c:v>
                </c:pt>
                <c:pt idx="2567">
                  <c:v>1002.5</c:v>
                </c:pt>
                <c:pt idx="2568">
                  <c:v>1009.7</c:v>
                </c:pt>
                <c:pt idx="2569">
                  <c:v>1015.1</c:v>
                </c:pt>
                <c:pt idx="2570">
                  <c:v>1017.9</c:v>
                </c:pt>
                <c:pt idx="2571">
                  <c:v>1017.75</c:v>
                </c:pt>
                <c:pt idx="2572">
                  <c:v>1044.9000000000001</c:v>
                </c:pt>
                <c:pt idx="2573">
                  <c:v>1040.0999999999999</c:v>
                </c:pt>
                <c:pt idx="2574">
                  <c:v>1046.8499999999999</c:v>
                </c:pt>
                <c:pt idx="2575">
                  <c:v>1054.8</c:v>
                </c:pt>
                <c:pt idx="2576">
                  <c:v>1047.5999999999999</c:v>
                </c:pt>
                <c:pt idx="2577">
                  <c:v>1043.8</c:v>
                </c:pt>
                <c:pt idx="2578">
                  <c:v>1031.05</c:v>
                </c:pt>
                <c:pt idx="2579">
                  <c:v>1042.8499999999999</c:v>
                </c:pt>
                <c:pt idx="2580">
                  <c:v>1044.7</c:v>
                </c:pt>
                <c:pt idx="2581">
                  <c:v>1050.9000000000001</c:v>
                </c:pt>
                <c:pt idx="2582">
                  <c:v>1029.95</c:v>
                </c:pt>
                <c:pt idx="2583">
                  <c:v>1027.95</c:v>
                </c:pt>
                <c:pt idx="2584">
                  <c:v>1045.9000000000001</c:v>
                </c:pt>
                <c:pt idx="2585">
                  <c:v>1044.55</c:v>
                </c:pt>
                <c:pt idx="2586">
                  <c:v>1027</c:v>
                </c:pt>
                <c:pt idx="2587">
                  <c:v>1051.3499999999999</c:v>
                </c:pt>
                <c:pt idx="2588">
                  <c:v>1025.0999999999999</c:v>
                </c:pt>
                <c:pt idx="2589">
                  <c:v>1118.6500000000001</c:v>
                </c:pt>
                <c:pt idx="2590">
                  <c:v>1094.75</c:v>
                </c:pt>
                <c:pt idx="2591">
                  <c:v>1082</c:v>
                </c:pt>
                <c:pt idx="2592">
                  <c:v>1080.3</c:v>
                </c:pt>
                <c:pt idx="2593">
                  <c:v>1070</c:v>
                </c:pt>
                <c:pt idx="2594">
                  <c:v>1123.2</c:v>
                </c:pt>
                <c:pt idx="2595">
                  <c:v>1132.05</c:v>
                </c:pt>
                <c:pt idx="2596">
                  <c:v>1167.7</c:v>
                </c:pt>
                <c:pt idx="2597">
                  <c:v>1145.6500000000001</c:v>
                </c:pt>
                <c:pt idx="2598">
                  <c:v>1182.3499999999999</c:v>
                </c:pt>
                <c:pt idx="2599">
                  <c:v>1211.05</c:v>
                </c:pt>
                <c:pt idx="2600">
                  <c:v>1189.7</c:v>
                </c:pt>
                <c:pt idx="2601">
                  <c:v>1179.2</c:v>
                </c:pt>
                <c:pt idx="2602">
                  <c:v>1164.3</c:v>
                </c:pt>
                <c:pt idx="2603">
                  <c:v>1190.3</c:v>
                </c:pt>
                <c:pt idx="2604">
                  <c:v>1188.7</c:v>
                </c:pt>
                <c:pt idx="2605">
                  <c:v>1180</c:v>
                </c:pt>
                <c:pt idx="2606">
                  <c:v>1197.0999999999999</c:v>
                </c:pt>
                <c:pt idx="2607">
                  <c:v>1166.4000000000001</c:v>
                </c:pt>
                <c:pt idx="2608">
                  <c:v>1164.5</c:v>
                </c:pt>
                <c:pt idx="2609">
                  <c:v>1186.05</c:v>
                </c:pt>
                <c:pt idx="2610">
                  <c:v>1193</c:v>
                </c:pt>
                <c:pt idx="2611">
                  <c:v>1204.25</c:v>
                </c:pt>
                <c:pt idx="2612">
                  <c:v>1197.0999999999999</c:v>
                </c:pt>
                <c:pt idx="2613">
                  <c:v>1194.3</c:v>
                </c:pt>
                <c:pt idx="2614">
                  <c:v>1189.3499999999999</c:v>
                </c:pt>
                <c:pt idx="2615">
                  <c:v>1263.4000000000001</c:v>
                </c:pt>
                <c:pt idx="2616">
                  <c:v>1304.8499999999999</c:v>
                </c:pt>
                <c:pt idx="2617">
                  <c:v>1306</c:v>
                </c:pt>
                <c:pt idx="2618">
                  <c:v>1320.8</c:v>
                </c:pt>
                <c:pt idx="2619">
                  <c:v>1302.3</c:v>
                </c:pt>
                <c:pt idx="2620">
                  <c:v>1306.3</c:v>
                </c:pt>
                <c:pt idx="2621">
                  <c:v>1285.4000000000001</c:v>
                </c:pt>
                <c:pt idx="2622">
                  <c:v>1293.45</c:v>
                </c:pt>
                <c:pt idx="2623">
                  <c:v>1265.75</c:v>
                </c:pt>
                <c:pt idx="2624">
                  <c:v>1285.7</c:v>
                </c:pt>
                <c:pt idx="2625">
                  <c:v>1293.9000000000001</c:v>
                </c:pt>
                <c:pt idx="2626">
                  <c:v>1278.2</c:v>
                </c:pt>
                <c:pt idx="2627">
                  <c:v>1277.1500000000001</c:v>
                </c:pt>
                <c:pt idx="2628">
                  <c:v>1258.5</c:v>
                </c:pt>
                <c:pt idx="2629">
                  <c:v>1236.95</c:v>
                </c:pt>
                <c:pt idx="2630">
                  <c:v>1258.7</c:v>
                </c:pt>
                <c:pt idx="2631">
                  <c:v>1259.0999999999999</c:v>
                </c:pt>
                <c:pt idx="2632">
                  <c:v>1259.1500000000001</c:v>
                </c:pt>
                <c:pt idx="2633">
                  <c:v>1272.0999999999999</c:v>
                </c:pt>
                <c:pt idx="2634">
                  <c:v>1277.8</c:v>
                </c:pt>
                <c:pt idx="2635">
                  <c:v>1259.95</c:v>
                </c:pt>
                <c:pt idx="2636">
                  <c:v>1255.25</c:v>
                </c:pt>
                <c:pt idx="2637">
                  <c:v>1262.9000000000001</c:v>
                </c:pt>
                <c:pt idx="2638">
                  <c:v>1259.55</c:v>
                </c:pt>
                <c:pt idx="2639">
                  <c:v>1246.55</c:v>
                </c:pt>
                <c:pt idx="2640">
                  <c:v>1240.7</c:v>
                </c:pt>
                <c:pt idx="2641">
                  <c:v>1277.8499999999999</c:v>
                </c:pt>
                <c:pt idx="2642">
                  <c:v>1271.6500000000001</c:v>
                </c:pt>
                <c:pt idx="2643">
                  <c:v>1263.05</c:v>
                </c:pt>
                <c:pt idx="2644">
                  <c:v>1242.3499999999999</c:v>
                </c:pt>
                <c:pt idx="2645">
                  <c:v>1230.8499999999999</c:v>
                </c:pt>
                <c:pt idx="2646">
                  <c:v>1232.7</c:v>
                </c:pt>
                <c:pt idx="2647">
                  <c:v>1235.25</c:v>
                </c:pt>
                <c:pt idx="2648">
                  <c:v>1237.4000000000001</c:v>
                </c:pt>
                <c:pt idx="2649">
                  <c:v>1266.45</c:v>
                </c:pt>
                <c:pt idx="2650">
                  <c:v>1277.55</c:v>
                </c:pt>
                <c:pt idx="2651">
                  <c:v>1270.45</c:v>
                </c:pt>
                <c:pt idx="2652">
                  <c:v>1259.05</c:v>
                </c:pt>
                <c:pt idx="2653">
                  <c:v>1284.0999999999999</c:v>
                </c:pt>
                <c:pt idx="2654">
                  <c:v>1266.7</c:v>
                </c:pt>
                <c:pt idx="2655">
                  <c:v>1259.05</c:v>
                </c:pt>
                <c:pt idx="2656">
                  <c:v>1283.1500000000001</c:v>
                </c:pt>
                <c:pt idx="2657">
                  <c:v>1272.5999999999999</c:v>
                </c:pt>
                <c:pt idx="2658">
                  <c:v>1276.5999999999999</c:v>
                </c:pt>
                <c:pt idx="2659">
                  <c:v>1289.8499999999999</c:v>
                </c:pt>
                <c:pt idx="2660">
                  <c:v>1318.2</c:v>
                </c:pt>
                <c:pt idx="2661">
                  <c:v>1344.15</c:v>
                </c:pt>
                <c:pt idx="2662">
                  <c:v>1337.6</c:v>
                </c:pt>
                <c:pt idx="2663">
                  <c:v>1338.95</c:v>
                </c:pt>
                <c:pt idx="2664">
                  <c:v>1321.4</c:v>
                </c:pt>
                <c:pt idx="2665">
                  <c:v>1339</c:v>
                </c:pt>
                <c:pt idx="2666">
                  <c:v>1350.7</c:v>
                </c:pt>
                <c:pt idx="2667">
                  <c:v>1353.65</c:v>
                </c:pt>
                <c:pt idx="2668">
                  <c:v>1355.5</c:v>
                </c:pt>
                <c:pt idx="2669">
                  <c:v>1355.95</c:v>
                </c:pt>
                <c:pt idx="2670">
                  <c:v>1382.35</c:v>
                </c:pt>
                <c:pt idx="2671">
                  <c:v>1396.3</c:v>
                </c:pt>
                <c:pt idx="2672">
                  <c:v>1406.95</c:v>
                </c:pt>
                <c:pt idx="2673">
                  <c:v>1399.75</c:v>
                </c:pt>
                <c:pt idx="2674">
                  <c:v>1397.25</c:v>
                </c:pt>
                <c:pt idx="2675">
                  <c:v>1404.2</c:v>
                </c:pt>
                <c:pt idx="2676">
                  <c:v>1403.85</c:v>
                </c:pt>
                <c:pt idx="2677">
                  <c:v>1402.65</c:v>
                </c:pt>
                <c:pt idx="2678">
                  <c:v>1424.7</c:v>
                </c:pt>
                <c:pt idx="2679">
                  <c:v>1437.1</c:v>
                </c:pt>
                <c:pt idx="2680">
                  <c:v>1457.9</c:v>
                </c:pt>
                <c:pt idx="2681">
                  <c:v>1458.05</c:v>
                </c:pt>
                <c:pt idx="2682">
                  <c:v>1421.35</c:v>
                </c:pt>
                <c:pt idx="2683">
                  <c:v>1404.1</c:v>
                </c:pt>
                <c:pt idx="2684">
                  <c:v>1405</c:v>
                </c:pt>
                <c:pt idx="2685">
                  <c:v>1394.35</c:v>
                </c:pt>
                <c:pt idx="2686">
                  <c:v>1390.6</c:v>
                </c:pt>
                <c:pt idx="2687">
                  <c:v>1385.25</c:v>
                </c:pt>
                <c:pt idx="2688">
                  <c:v>1384.3</c:v>
                </c:pt>
                <c:pt idx="2689">
                  <c:v>1362.45</c:v>
                </c:pt>
                <c:pt idx="2690">
                  <c:v>1361.2</c:v>
                </c:pt>
                <c:pt idx="2691">
                  <c:v>1359.9</c:v>
                </c:pt>
                <c:pt idx="2692">
                  <c:v>1380.1</c:v>
                </c:pt>
                <c:pt idx="2693">
                  <c:v>1355.05</c:v>
                </c:pt>
                <c:pt idx="2694">
                  <c:v>1340.35</c:v>
                </c:pt>
                <c:pt idx="2695">
                  <c:v>1364.35</c:v>
                </c:pt>
                <c:pt idx="2696">
                  <c:v>1350.6</c:v>
                </c:pt>
                <c:pt idx="2697">
                  <c:v>1350.45</c:v>
                </c:pt>
                <c:pt idx="2698">
                  <c:v>1360.1</c:v>
                </c:pt>
                <c:pt idx="2699">
                  <c:v>1343.85</c:v>
                </c:pt>
                <c:pt idx="2700">
                  <c:v>1346.85</c:v>
                </c:pt>
                <c:pt idx="2701">
                  <c:v>1324.2</c:v>
                </c:pt>
                <c:pt idx="2702">
                  <c:v>1298.5</c:v>
                </c:pt>
                <c:pt idx="2703">
                  <c:v>1303.8499999999999</c:v>
                </c:pt>
                <c:pt idx="2704">
                  <c:v>1304.05</c:v>
                </c:pt>
                <c:pt idx="2705">
                  <c:v>1319.35</c:v>
                </c:pt>
                <c:pt idx="2706">
                  <c:v>1330.4</c:v>
                </c:pt>
                <c:pt idx="2707">
                  <c:v>1330.45</c:v>
                </c:pt>
                <c:pt idx="2708">
                  <c:v>1368.4</c:v>
                </c:pt>
                <c:pt idx="2709">
                  <c:v>1379.45</c:v>
                </c:pt>
                <c:pt idx="2710">
                  <c:v>1350.65</c:v>
                </c:pt>
                <c:pt idx="2711">
                  <c:v>1337.45</c:v>
                </c:pt>
                <c:pt idx="2712">
                  <c:v>1348.05</c:v>
                </c:pt>
                <c:pt idx="2713">
                  <c:v>1317.7</c:v>
                </c:pt>
                <c:pt idx="2714">
                  <c:v>1304.7</c:v>
                </c:pt>
                <c:pt idx="2715">
                  <c:v>1314.45</c:v>
                </c:pt>
                <c:pt idx="2716">
                  <c:v>1293.4000000000001</c:v>
                </c:pt>
                <c:pt idx="2717">
                  <c:v>1282.25</c:v>
                </c:pt>
                <c:pt idx="2718">
                  <c:v>1263.5999999999999</c:v>
                </c:pt>
                <c:pt idx="2719">
                  <c:v>1296.75</c:v>
                </c:pt>
                <c:pt idx="2720">
                  <c:v>1272.6500000000001</c:v>
                </c:pt>
                <c:pt idx="2721">
                  <c:v>1247.45</c:v>
                </c:pt>
                <c:pt idx="2722">
                  <c:v>1226.8</c:v>
                </c:pt>
                <c:pt idx="2723">
                  <c:v>1240.95</c:v>
                </c:pt>
                <c:pt idx="2724">
                  <c:v>1243.05</c:v>
                </c:pt>
                <c:pt idx="2725">
                  <c:v>1245.3</c:v>
                </c:pt>
                <c:pt idx="2726">
                  <c:v>1286.25</c:v>
                </c:pt>
                <c:pt idx="2727">
                  <c:v>1313.95</c:v>
                </c:pt>
                <c:pt idx="2728">
                  <c:v>1319.6</c:v>
                </c:pt>
                <c:pt idx="2729">
                  <c:v>1320.5</c:v>
                </c:pt>
                <c:pt idx="2730">
                  <c:v>1337.95</c:v>
                </c:pt>
                <c:pt idx="2731">
                  <c:v>1345.3</c:v>
                </c:pt>
                <c:pt idx="2732">
                  <c:v>1321.6</c:v>
                </c:pt>
                <c:pt idx="2733">
                  <c:v>1322</c:v>
                </c:pt>
                <c:pt idx="2734">
                  <c:v>1328.1</c:v>
                </c:pt>
                <c:pt idx="2735">
                  <c:v>1331.9</c:v>
                </c:pt>
                <c:pt idx="2736">
                  <c:v>1323.75</c:v>
                </c:pt>
                <c:pt idx="2737">
                  <c:v>1329.95</c:v>
                </c:pt>
                <c:pt idx="2738">
                  <c:v>1304.45</c:v>
                </c:pt>
                <c:pt idx="2739">
                  <c:v>1301</c:v>
                </c:pt>
                <c:pt idx="2740">
                  <c:v>1305.2</c:v>
                </c:pt>
                <c:pt idx="2741">
                  <c:v>1300.25</c:v>
                </c:pt>
                <c:pt idx="2742">
                  <c:v>1294.75</c:v>
                </c:pt>
                <c:pt idx="2743">
                  <c:v>1299.55</c:v>
                </c:pt>
                <c:pt idx="2744">
                  <c:v>1289.9000000000001</c:v>
                </c:pt>
                <c:pt idx="2745">
                  <c:v>1303.3499999999999</c:v>
                </c:pt>
                <c:pt idx="2746">
                  <c:v>1294.5999999999999</c:v>
                </c:pt>
                <c:pt idx="2747">
                  <c:v>1288.2</c:v>
                </c:pt>
                <c:pt idx="2748">
                  <c:v>1292.8</c:v>
                </c:pt>
                <c:pt idx="2749">
                  <c:v>1287.05</c:v>
                </c:pt>
                <c:pt idx="2750">
                  <c:v>1266.1500000000001</c:v>
                </c:pt>
                <c:pt idx="2751">
                  <c:v>1227.3</c:v>
                </c:pt>
                <c:pt idx="2752">
                  <c:v>1205.8499999999999</c:v>
                </c:pt>
                <c:pt idx="2753">
                  <c:v>1174.3499999999999</c:v>
                </c:pt>
                <c:pt idx="2754">
                  <c:v>1184.8</c:v>
                </c:pt>
                <c:pt idx="2755">
                  <c:v>1186.6500000000001</c:v>
                </c:pt>
                <c:pt idx="2756">
                  <c:v>1201.5</c:v>
                </c:pt>
                <c:pt idx="2757">
                  <c:v>1179.05</c:v>
                </c:pt>
                <c:pt idx="2758">
                  <c:v>1170.0999999999999</c:v>
                </c:pt>
                <c:pt idx="2759">
                  <c:v>1170.45</c:v>
                </c:pt>
                <c:pt idx="2760">
                  <c:v>1158.8499999999999</c:v>
                </c:pt>
                <c:pt idx="2761">
                  <c:v>1134.3</c:v>
                </c:pt>
                <c:pt idx="2762">
                  <c:v>1105.55</c:v>
                </c:pt>
                <c:pt idx="2763">
                  <c:v>1138.25</c:v>
                </c:pt>
                <c:pt idx="2764">
                  <c:v>1130.45</c:v>
                </c:pt>
                <c:pt idx="2765">
                  <c:v>1113.8</c:v>
                </c:pt>
                <c:pt idx="2766">
                  <c:v>1132.9000000000001</c:v>
                </c:pt>
                <c:pt idx="2767">
                  <c:v>1177.8</c:v>
                </c:pt>
                <c:pt idx="2768">
                  <c:v>1176.75</c:v>
                </c:pt>
                <c:pt idx="2769">
                  <c:v>1181.5999999999999</c:v>
                </c:pt>
                <c:pt idx="2770">
                  <c:v>1195.4000000000001</c:v>
                </c:pt>
                <c:pt idx="2771">
                  <c:v>1191.7</c:v>
                </c:pt>
                <c:pt idx="2772">
                  <c:v>1194.55</c:v>
                </c:pt>
                <c:pt idx="2773">
                  <c:v>282.05</c:v>
                </c:pt>
                <c:pt idx="2774">
                  <c:v>274.3</c:v>
                </c:pt>
                <c:pt idx="2775">
                  <c:v>273.60000000000002</c:v>
                </c:pt>
                <c:pt idx="2776">
                  <c:v>277.05</c:v>
                </c:pt>
                <c:pt idx="2777">
                  <c:v>279.45</c:v>
                </c:pt>
                <c:pt idx="2778">
                  <c:v>282.55</c:v>
                </c:pt>
                <c:pt idx="2779">
                  <c:v>279.64999999999998</c:v>
                </c:pt>
                <c:pt idx="2780">
                  <c:v>277.85000000000002</c:v>
                </c:pt>
                <c:pt idx="2781">
                  <c:v>268.39999999999998</c:v>
                </c:pt>
                <c:pt idx="2782">
                  <c:v>276.05</c:v>
                </c:pt>
                <c:pt idx="2783">
                  <c:v>271.95</c:v>
                </c:pt>
                <c:pt idx="2784">
                  <c:v>271.55</c:v>
                </c:pt>
                <c:pt idx="2785">
                  <c:v>264.95</c:v>
                </c:pt>
                <c:pt idx="2786">
                  <c:v>262.10000000000002</c:v>
                </c:pt>
                <c:pt idx="2787">
                  <c:v>270.35000000000002</c:v>
                </c:pt>
                <c:pt idx="2788">
                  <c:v>274</c:v>
                </c:pt>
                <c:pt idx="2789">
                  <c:v>269.85000000000002</c:v>
                </c:pt>
                <c:pt idx="2790">
                  <c:v>268.85000000000002</c:v>
                </c:pt>
                <c:pt idx="2791">
                  <c:v>263.85000000000002</c:v>
                </c:pt>
                <c:pt idx="2792">
                  <c:v>272.25</c:v>
                </c:pt>
                <c:pt idx="2793">
                  <c:v>271.3</c:v>
                </c:pt>
                <c:pt idx="2794">
                  <c:v>276.05</c:v>
                </c:pt>
                <c:pt idx="2795">
                  <c:v>281.75</c:v>
                </c:pt>
                <c:pt idx="2796">
                  <c:v>280.7</c:v>
                </c:pt>
                <c:pt idx="2797">
                  <c:v>271.14999999999998</c:v>
                </c:pt>
                <c:pt idx="2798">
                  <c:v>271.8</c:v>
                </c:pt>
                <c:pt idx="2799">
                  <c:v>272.35000000000002</c:v>
                </c:pt>
                <c:pt idx="2800">
                  <c:v>270.14999999999998</c:v>
                </c:pt>
                <c:pt idx="2801">
                  <c:v>269.95</c:v>
                </c:pt>
                <c:pt idx="2802">
                  <c:v>271.5</c:v>
                </c:pt>
                <c:pt idx="2803">
                  <c:v>272.64999999999998</c:v>
                </c:pt>
                <c:pt idx="2804">
                  <c:v>272.95</c:v>
                </c:pt>
                <c:pt idx="2805">
                  <c:v>275.89999999999998</c:v>
                </c:pt>
                <c:pt idx="2806">
                  <c:v>279.2</c:v>
                </c:pt>
                <c:pt idx="2807">
                  <c:v>283.85000000000002</c:v>
                </c:pt>
                <c:pt idx="2808">
                  <c:v>282.39999999999998</c:v>
                </c:pt>
                <c:pt idx="2809">
                  <c:v>291.3</c:v>
                </c:pt>
                <c:pt idx="2810">
                  <c:v>293.05</c:v>
                </c:pt>
                <c:pt idx="2811">
                  <c:v>297.89999999999998</c:v>
                </c:pt>
                <c:pt idx="2812">
                  <c:v>296.5</c:v>
                </c:pt>
                <c:pt idx="2813">
                  <c:v>298.10000000000002</c:v>
                </c:pt>
                <c:pt idx="2814">
                  <c:v>291.60000000000002</c:v>
                </c:pt>
                <c:pt idx="2815">
                  <c:v>287.45</c:v>
                </c:pt>
                <c:pt idx="2816">
                  <c:v>282.89999999999998</c:v>
                </c:pt>
                <c:pt idx="2817">
                  <c:v>289</c:v>
                </c:pt>
                <c:pt idx="2818">
                  <c:v>286.05</c:v>
                </c:pt>
                <c:pt idx="2819">
                  <c:v>287.39999999999998</c:v>
                </c:pt>
                <c:pt idx="2820">
                  <c:v>289.55</c:v>
                </c:pt>
                <c:pt idx="2821">
                  <c:v>295.2</c:v>
                </c:pt>
                <c:pt idx="2822">
                  <c:v>304.2</c:v>
                </c:pt>
                <c:pt idx="2823">
                  <c:v>303.39999999999998</c:v>
                </c:pt>
                <c:pt idx="2824">
                  <c:v>303.85000000000002</c:v>
                </c:pt>
                <c:pt idx="2825">
                  <c:v>311.39999999999998</c:v>
                </c:pt>
                <c:pt idx="2826">
                  <c:v>317.75</c:v>
                </c:pt>
                <c:pt idx="2827">
                  <c:v>307.8</c:v>
                </c:pt>
                <c:pt idx="2828">
                  <c:v>303.39999999999998</c:v>
                </c:pt>
                <c:pt idx="2829">
                  <c:v>293.95</c:v>
                </c:pt>
                <c:pt idx="2830">
                  <c:v>309.64999999999998</c:v>
                </c:pt>
                <c:pt idx="2831">
                  <c:v>309.95</c:v>
                </c:pt>
                <c:pt idx="2832">
                  <c:v>305.25</c:v>
                </c:pt>
                <c:pt idx="2833">
                  <c:v>304.2</c:v>
                </c:pt>
                <c:pt idx="2834">
                  <c:v>304.3</c:v>
                </c:pt>
                <c:pt idx="2835">
                  <c:v>300.3</c:v>
                </c:pt>
                <c:pt idx="2836">
                  <c:v>301.95</c:v>
                </c:pt>
                <c:pt idx="2837">
                  <c:v>304.64999999999998</c:v>
                </c:pt>
                <c:pt idx="2838">
                  <c:v>296.95</c:v>
                </c:pt>
                <c:pt idx="2839">
                  <c:v>277.39999999999998</c:v>
                </c:pt>
                <c:pt idx="2840">
                  <c:v>274</c:v>
                </c:pt>
                <c:pt idx="2841">
                  <c:v>277.7</c:v>
                </c:pt>
                <c:pt idx="2842">
                  <c:v>273.95</c:v>
                </c:pt>
                <c:pt idx="2843">
                  <c:v>267.39999999999998</c:v>
                </c:pt>
                <c:pt idx="2844">
                  <c:v>265.64999999999998</c:v>
                </c:pt>
                <c:pt idx="2845">
                  <c:v>262.39999999999998</c:v>
                </c:pt>
                <c:pt idx="2846">
                  <c:v>274.45</c:v>
                </c:pt>
                <c:pt idx="2847">
                  <c:v>282.95</c:v>
                </c:pt>
                <c:pt idx="2848">
                  <c:v>277.55</c:v>
                </c:pt>
                <c:pt idx="2849">
                  <c:v>281.05</c:v>
                </c:pt>
                <c:pt idx="2850">
                  <c:v>281.60000000000002</c:v>
                </c:pt>
                <c:pt idx="2851">
                  <c:v>281.10000000000002</c:v>
                </c:pt>
                <c:pt idx="2852">
                  <c:v>280</c:v>
                </c:pt>
                <c:pt idx="2853">
                  <c:v>275.85000000000002</c:v>
                </c:pt>
                <c:pt idx="2854">
                  <c:v>276.35000000000002</c:v>
                </c:pt>
                <c:pt idx="2855">
                  <c:v>270.05</c:v>
                </c:pt>
                <c:pt idx="2856">
                  <c:v>265.2</c:v>
                </c:pt>
                <c:pt idx="2857">
                  <c:v>266.85000000000002</c:v>
                </c:pt>
                <c:pt idx="2858">
                  <c:v>268.95</c:v>
                </c:pt>
                <c:pt idx="2859">
                  <c:v>270</c:v>
                </c:pt>
                <c:pt idx="2860">
                  <c:v>268.35000000000002</c:v>
                </c:pt>
                <c:pt idx="2861">
                  <c:v>269.10000000000002</c:v>
                </c:pt>
                <c:pt idx="2862">
                  <c:v>265.8</c:v>
                </c:pt>
                <c:pt idx="2863">
                  <c:v>256.2</c:v>
                </c:pt>
                <c:pt idx="2864">
                  <c:v>256.05</c:v>
                </c:pt>
                <c:pt idx="2865">
                  <c:v>260.8</c:v>
                </c:pt>
                <c:pt idx="2866">
                  <c:v>264.64999999999998</c:v>
                </c:pt>
                <c:pt idx="2867">
                  <c:v>272.8</c:v>
                </c:pt>
                <c:pt idx="2868">
                  <c:v>284.2</c:v>
                </c:pt>
                <c:pt idx="2869">
                  <c:v>284.8</c:v>
                </c:pt>
                <c:pt idx="2870">
                  <c:v>279.35000000000002</c:v>
                </c:pt>
                <c:pt idx="2871">
                  <c:v>274.25</c:v>
                </c:pt>
                <c:pt idx="2872">
                  <c:v>276.35000000000002</c:v>
                </c:pt>
                <c:pt idx="2873">
                  <c:v>277.25</c:v>
                </c:pt>
                <c:pt idx="2874">
                  <c:v>276.5</c:v>
                </c:pt>
                <c:pt idx="2875">
                  <c:v>272.75</c:v>
                </c:pt>
                <c:pt idx="2876">
                  <c:v>274.95</c:v>
                </c:pt>
                <c:pt idx="2877">
                  <c:v>277.14999999999998</c:v>
                </c:pt>
                <c:pt idx="2878">
                  <c:v>281</c:v>
                </c:pt>
                <c:pt idx="2879">
                  <c:v>281.64999999999998</c:v>
                </c:pt>
                <c:pt idx="2880">
                  <c:v>286.95</c:v>
                </c:pt>
                <c:pt idx="2881">
                  <c:v>283.3</c:v>
                </c:pt>
                <c:pt idx="2882">
                  <c:v>278.89999999999998</c:v>
                </c:pt>
                <c:pt idx="2883">
                  <c:v>276.95</c:v>
                </c:pt>
                <c:pt idx="2884">
                  <c:v>276.64999999999998</c:v>
                </c:pt>
                <c:pt idx="2885">
                  <c:v>275.14999999999998</c:v>
                </c:pt>
                <c:pt idx="2886">
                  <c:v>277</c:v>
                </c:pt>
                <c:pt idx="2887">
                  <c:v>279.60000000000002</c:v>
                </c:pt>
                <c:pt idx="2888">
                  <c:v>279.89999999999998</c:v>
                </c:pt>
                <c:pt idx="2889">
                  <c:v>276.8</c:v>
                </c:pt>
                <c:pt idx="2890">
                  <c:v>276.3</c:v>
                </c:pt>
                <c:pt idx="2891">
                  <c:v>277.2</c:v>
                </c:pt>
                <c:pt idx="2892">
                  <c:v>269.25</c:v>
                </c:pt>
                <c:pt idx="2893">
                  <c:v>273.39999999999998</c:v>
                </c:pt>
                <c:pt idx="2894">
                  <c:v>276.45</c:v>
                </c:pt>
                <c:pt idx="2895">
                  <c:v>277</c:v>
                </c:pt>
                <c:pt idx="2896">
                  <c:v>273.2</c:v>
                </c:pt>
                <c:pt idx="2897">
                  <c:v>277.05</c:v>
                </c:pt>
                <c:pt idx="2898">
                  <c:v>283.10000000000002</c:v>
                </c:pt>
                <c:pt idx="2899">
                  <c:v>285.39999999999998</c:v>
                </c:pt>
                <c:pt idx="2900">
                  <c:v>279.5</c:v>
                </c:pt>
                <c:pt idx="2901">
                  <c:v>277.55</c:v>
                </c:pt>
                <c:pt idx="2902">
                  <c:v>279.2</c:v>
                </c:pt>
                <c:pt idx="2903">
                  <c:v>273.39999999999998</c:v>
                </c:pt>
                <c:pt idx="2904">
                  <c:v>277.14999999999998</c:v>
                </c:pt>
                <c:pt idx="2905">
                  <c:v>276.25</c:v>
                </c:pt>
                <c:pt idx="2906">
                  <c:v>276</c:v>
                </c:pt>
                <c:pt idx="2907">
                  <c:v>286.45</c:v>
                </c:pt>
                <c:pt idx="2908">
                  <c:v>278.5</c:v>
                </c:pt>
                <c:pt idx="2909">
                  <c:v>278.89999999999998</c:v>
                </c:pt>
                <c:pt idx="2910">
                  <c:v>282.3</c:v>
                </c:pt>
                <c:pt idx="2911">
                  <c:v>277.95</c:v>
                </c:pt>
                <c:pt idx="2912">
                  <c:v>274.95</c:v>
                </c:pt>
                <c:pt idx="2913">
                  <c:v>263.3</c:v>
                </c:pt>
                <c:pt idx="2914">
                  <c:v>263.89999999999998</c:v>
                </c:pt>
                <c:pt idx="2915">
                  <c:v>256.95</c:v>
                </c:pt>
                <c:pt idx="2916">
                  <c:v>260.95</c:v>
                </c:pt>
                <c:pt idx="2917">
                  <c:v>262.45</c:v>
                </c:pt>
                <c:pt idx="2918">
                  <c:v>261.14999999999998</c:v>
                </c:pt>
                <c:pt idx="2919">
                  <c:v>262.2</c:v>
                </c:pt>
                <c:pt idx="2920">
                  <c:v>261.10000000000002</c:v>
                </c:pt>
                <c:pt idx="2921">
                  <c:v>258.05</c:v>
                </c:pt>
                <c:pt idx="2922">
                  <c:v>260.8</c:v>
                </c:pt>
                <c:pt idx="2923">
                  <c:v>260.60000000000002</c:v>
                </c:pt>
                <c:pt idx="2924">
                  <c:v>274.7</c:v>
                </c:pt>
                <c:pt idx="2925">
                  <c:v>269.45</c:v>
                </c:pt>
                <c:pt idx="2926">
                  <c:v>261.5</c:v>
                </c:pt>
                <c:pt idx="2927">
                  <c:v>261.05</c:v>
                </c:pt>
                <c:pt idx="2928">
                  <c:v>257.8</c:v>
                </c:pt>
                <c:pt idx="2929">
                  <c:v>257.8</c:v>
                </c:pt>
                <c:pt idx="2930">
                  <c:v>254.75</c:v>
                </c:pt>
                <c:pt idx="2931">
                  <c:v>259.10000000000002</c:v>
                </c:pt>
                <c:pt idx="2932">
                  <c:v>262.55</c:v>
                </c:pt>
                <c:pt idx="2933">
                  <c:v>268.55</c:v>
                </c:pt>
                <c:pt idx="2934">
                  <c:v>266.10000000000002</c:v>
                </c:pt>
                <c:pt idx="2935">
                  <c:v>268.05</c:v>
                </c:pt>
                <c:pt idx="2936">
                  <c:v>264.05</c:v>
                </c:pt>
                <c:pt idx="2937">
                  <c:v>263.95</c:v>
                </c:pt>
                <c:pt idx="2938">
                  <c:v>264.45</c:v>
                </c:pt>
                <c:pt idx="2939">
                  <c:v>274.3</c:v>
                </c:pt>
                <c:pt idx="2940">
                  <c:v>268.25</c:v>
                </c:pt>
                <c:pt idx="2941">
                  <c:v>270.55</c:v>
                </c:pt>
                <c:pt idx="2942">
                  <c:v>264.8</c:v>
                </c:pt>
                <c:pt idx="2943">
                  <c:v>266.75</c:v>
                </c:pt>
                <c:pt idx="2944">
                  <c:v>269.45</c:v>
                </c:pt>
                <c:pt idx="2945">
                  <c:v>263.7</c:v>
                </c:pt>
                <c:pt idx="2946">
                  <c:v>268.14999999999998</c:v>
                </c:pt>
                <c:pt idx="2947">
                  <c:v>266.60000000000002</c:v>
                </c:pt>
                <c:pt idx="2948">
                  <c:v>265.39999999999998</c:v>
                </c:pt>
                <c:pt idx="2949">
                  <c:v>276.35000000000002</c:v>
                </c:pt>
                <c:pt idx="2950">
                  <c:v>276.89999999999998</c:v>
                </c:pt>
                <c:pt idx="2951">
                  <c:v>276.55</c:v>
                </c:pt>
                <c:pt idx="2952">
                  <c:v>284.8</c:v>
                </c:pt>
                <c:pt idx="2953">
                  <c:v>277.64999999999998</c:v>
                </c:pt>
                <c:pt idx="2954">
                  <c:v>277.75</c:v>
                </c:pt>
                <c:pt idx="2955">
                  <c:v>278.85000000000002</c:v>
                </c:pt>
                <c:pt idx="2956">
                  <c:v>277.95</c:v>
                </c:pt>
                <c:pt idx="2957">
                  <c:v>276.8</c:v>
                </c:pt>
                <c:pt idx="2958">
                  <c:v>277.8</c:v>
                </c:pt>
                <c:pt idx="2959">
                  <c:v>271.14999999999998</c:v>
                </c:pt>
                <c:pt idx="2960">
                  <c:v>265.64999999999998</c:v>
                </c:pt>
                <c:pt idx="2961">
                  <c:v>261.2</c:v>
                </c:pt>
                <c:pt idx="2962">
                  <c:v>258.8</c:v>
                </c:pt>
                <c:pt idx="2963">
                  <c:v>262.95</c:v>
                </c:pt>
                <c:pt idx="2964">
                  <c:v>257.3</c:v>
                </c:pt>
                <c:pt idx="2965">
                  <c:v>259.8</c:v>
                </c:pt>
                <c:pt idx="2966">
                  <c:v>252.1</c:v>
                </c:pt>
                <c:pt idx="2967">
                  <c:v>251.85</c:v>
                </c:pt>
                <c:pt idx="2968">
                  <c:v>246.55</c:v>
                </c:pt>
                <c:pt idx="2969">
                  <c:v>255</c:v>
                </c:pt>
                <c:pt idx="2970">
                  <c:v>251.9</c:v>
                </c:pt>
                <c:pt idx="2971">
                  <c:v>261.7</c:v>
                </c:pt>
                <c:pt idx="2972">
                  <c:v>258.95</c:v>
                </c:pt>
                <c:pt idx="2973">
                  <c:v>266.75</c:v>
                </c:pt>
                <c:pt idx="2974">
                  <c:v>266.35000000000002</c:v>
                </c:pt>
                <c:pt idx="2975">
                  <c:v>268.10000000000002</c:v>
                </c:pt>
                <c:pt idx="2976">
                  <c:v>269.3</c:v>
                </c:pt>
                <c:pt idx="2977">
                  <c:v>273.3</c:v>
                </c:pt>
                <c:pt idx="2978">
                  <c:v>266.7</c:v>
                </c:pt>
                <c:pt idx="2979">
                  <c:v>261.39999999999998</c:v>
                </c:pt>
                <c:pt idx="2980">
                  <c:v>257.39999999999998</c:v>
                </c:pt>
                <c:pt idx="2981">
                  <c:v>255.4</c:v>
                </c:pt>
                <c:pt idx="2982">
                  <c:v>252.05</c:v>
                </c:pt>
                <c:pt idx="2983">
                  <c:v>251.1</c:v>
                </c:pt>
                <c:pt idx="2984">
                  <c:v>250.3</c:v>
                </c:pt>
                <c:pt idx="2985">
                  <c:v>247.1</c:v>
                </c:pt>
                <c:pt idx="2986">
                  <c:v>252.9</c:v>
                </c:pt>
                <c:pt idx="2987">
                  <c:v>261.2</c:v>
                </c:pt>
                <c:pt idx="2988">
                  <c:v>264.55</c:v>
                </c:pt>
                <c:pt idx="2989">
                  <c:v>262</c:v>
                </c:pt>
                <c:pt idx="2990">
                  <c:v>262.5</c:v>
                </c:pt>
                <c:pt idx="2991">
                  <c:v>262.64999999999998</c:v>
                </c:pt>
                <c:pt idx="2992">
                  <c:v>261.2</c:v>
                </c:pt>
                <c:pt idx="2993">
                  <c:v>257.85000000000002</c:v>
                </c:pt>
                <c:pt idx="2994">
                  <c:v>256.60000000000002</c:v>
                </c:pt>
                <c:pt idx="2995">
                  <c:v>258.35000000000002</c:v>
                </c:pt>
                <c:pt idx="2996">
                  <c:v>263.2</c:v>
                </c:pt>
                <c:pt idx="2997">
                  <c:v>266.7</c:v>
                </c:pt>
                <c:pt idx="2998">
                  <c:v>261.75</c:v>
                </c:pt>
                <c:pt idx="2999">
                  <c:v>255.65</c:v>
                </c:pt>
                <c:pt idx="3000">
                  <c:v>256.39999999999998</c:v>
                </c:pt>
                <c:pt idx="3001">
                  <c:v>257.2</c:v>
                </c:pt>
                <c:pt idx="3002">
                  <c:v>261.2</c:v>
                </c:pt>
                <c:pt idx="3003">
                  <c:v>259.60000000000002</c:v>
                </c:pt>
                <c:pt idx="3004">
                  <c:v>257.8</c:v>
                </c:pt>
                <c:pt idx="3005">
                  <c:v>259.7</c:v>
                </c:pt>
                <c:pt idx="3006">
                  <c:v>256.25</c:v>
                </c:pt>
                <c:pt idx="3007">
                  <c:v>262.10000000000002</c:v>
                </c:pt>
                <c:pt idx="3008">
                  <c:v>268.25</c:v>
                </c:pt>
                <c:pt idx="3009">
                  <c:v>271.8</c:v>
                </c:pt>
                <c:pt idx="3010">
                  <c:v>275.95</c:v>
                </c:pt>
                <c:pt idx="3011">
                  <c:v>275.35000000000002</c:v>
                </c:pt>
                <c:pt idx="3012">
                  <c:v>274.2</c:v>
                </c:pt>
                <c:pt idx="3013">
                  <c:v>272.55</c:v>
                </c:pt>
                <c:pt idx="3014">
                  <c:v>278.3</c:v>
                </c:pt>
                <c:pt idx="3015">
                  <c:v>275.8</c:v>
                </c:pt>
                <c:pt idx="3016">
                  <c:v>276.05</c:v>
                </c:pt>
                <c:pt idx="3017">
                  <c:v>272.45</c:v>
                </c:pt>
                <c:pt idx="3018">
                  <c:v>276.14999999999998</c:v>
                </c:pt>
                <c:pt idx="3019">
                  <c:v>281.64999999999998</c:v>
                </c:pt>
                <c:pt idx="3020">
                  <c:v>283.3</c:v>
                </c:pt>
                <c:pt idx="3021">
                  <c:v>286.25</c:v>
                </c:pt>
                <c:pt idx="3022">
                  <c:v>283.2</c:v>
                </c:pt>
                <c:pt idx="3023">
                  <c:v>281.3</c:v>
                </c:pt>
                <c:pt idx="3024">
                  <c:v>281.75</c:v>
                </c:pt>
                <c:pt idx="3025">
                  <c:v>280.85000000000002</c:v>
                </c:pt>
                <c:pt idx="3026">
                  <c:v>276.10000000000002</c:v>
                </c:pt>
                <c:pt idx="3027">
                  <c:v>279.14999999999998</c:v>
                </c:pt>
                <c:pt idx="3028">
                  <c:v>281.3</c:v>
                </c:pt>
                <c:pt idx="3029">
                  <c:v>281.25</c:v>
                </c:pt>
                <c:pt idx="3030">
                  <c:v>291.85000000000002</c:v>
                </c:pt>
                <c:pt idx="3031">
                  <c:v>292.64999999999998</c:v>
                </c:pt>
                <c:pt idx="3032">
                  <c:v>290.35000000000002</c:v>
                </c:pt>
                <c:pt idx="3033">
                  <c:v>284.55</c:v>
                </c:pt>
                <c:pt idx="3034">
                  <c:v>281.05</c:v>
                </c:pt>
                <c:pt idx="3035">
                  <c:v>283.39999999999998</c:v>
                </c:pt>
                <c:pt idx="3036">
                  <c:v>293.2</c:v>
                </c:pt>
                <c:pt idx="3037">
                  <c:v>288.2</c:v>
                </c:pt>
                <c:pt idx="3038">
                  <c:v>281.39999999999998</c:v>
                </c:pt>
                <c:pt idx="3039">
                  <c:v>281.14999999999998</c:v>
                </c:pt>
                <c:pt idx="3040">
                  <c:v>283.7</c:v>
                </c:pt>
                <c:pt idx="3041">
                  <c:v>282.60000000000002</c:v>
                </c:pt>
                <c:pt idx="3042">
                  <c:v>278.95</c:v>
                </c:pt>
                <c:pt idx="3043">
                  <c:v>282.89999999999998</c:v>
                </c:pt>
                <c:pt idx="3044">
                  <c:v>277.64999999999998</c:v>
                </c:pt>
                <c:pt idx="3045">
                  <c:v>287.55</c:v>
                </c:pt>
                <c:pt idx="3046">
                  <c:v>293.75</c:v>
                </c:pt>
                <c:pt idx="3047">
                  <c:v>286.55</c:v>
                </c:pt>
                <c:pt idx="3048">
                  <c:v>273.05</c:v>
                </c:pt>
                <c:pt idx="3049">
                  <c:v>272.64999999999998</c:v>
                </c:pt>
                <c:pt idx="3050">
                  <c:v>272.3</c:v>
                </c:pt>
                <c:pt idx="3051">
                  <c:v>271.55</c:v>
                </c:pt>
                <c:pt idx="3052">
                  <c:v>270.55</c:v>
                </c:pt>
                <c:pt idx="3053">
                  <c:v>267.39999999999998</c:v>
                </c:pt>
                <c:pt idx="3054">
                  <c:v>261.85000000000002</c:v>
                </c:pt>
                <c:pt idx="3055">
                  <c:v>265.5</c:v>
                </c:pt>
                <c:pt idx="3056">
                  <c:v>257.75</c:v>
                </c:pt>
                <c:pt idx="3057">
                  <c:v>260.39999999999998</c:v>
                </c:pt>
                <c:pt idx="3058">
                  <c:v>268.35000000000002</c:v>
                </c:pt>
                <c:pt idx="3059">
                  <c:v>269.85000000000002</c:v>
                </c:pt>
                <c:pt idx="3060">
                  <c:v>273.25</c:v>
                </c:pt>
                <c:pt idx="3061">
                  <c:v>274.3</c:v>
                </c:pt>
                <c:pt idx="3062">
                  <c:v>268.8</c:v>
                </c:pt>
                <c:pt idx="3063">
                  <c:v>264.64999999999998</c:v>
                </c:pt>
                <c:pt idx="3064">
                  <c:v>264.10000000000002</c:v>
                </c:pt>
                <c:pt idx="3065">
                  <c:v>261.10000000000002</c:v>
                </c:pt>
                <c:pt idx="3066">
                  <c:v>260.8</c:v>
                </c:pt>
                <c:pt idx="3067">
                  <c:v>259.10000000000002</c:v>
                </c:pt>
                <c:pt idx="3068">
                  <c:v>269.05</c:v>
                </c:pt>
                <c:pt idx="3069">
                  <c:v>271.3</c:v>
                </c:pt>
                <c:pt idx="3070">
                  <c:v>272.25</c:v>
                </c:pt>
                <c:pt idx="3071">
                  <c:v>267</c:v>
                </c:pt>
                <c:pt idx="3072">
                  <c:v>267.85000000000002</c:v>
                </c:pt>
                <c:pt idx="3073">
                  <c:v>268.35000000000002</c:v>
                </c:pt>
                <c:pt idx="3074">
                  <c:v>264.64999999999998</c:v>
                </c:pt>
                <c:pt idx="3075">
                  <c:v>264.14999999999998</c:v>
                </c:pt>
                <c:pt idx="3076">
                  <c:v>262.60000000000002</c:v>
                </c:pt>
                <c:pt idx="3077">
                  <c:v>264.2</c:v>
                </c:pt>
                <c:pt idx="3078">
                  <c:v>270.05</c:v>
                </c:pt>
                <c:pt idx="3079">
                  <c:v>267.5</c:v>
                </c:pt>
                <c:pt idx="3080">
                  <c:v>265.2</c:v>
                </c:pt>
                <c:pt idx="3081">
                  <c:v>259.39999999999998</c:v>
                </c:pt>
                <c:pt idx="3082">
                  <c:v>260.60000000000002</c:v>
                </c:pt>
                <c:pt idx="3083">
                  <c:v>258.25</c:v>
                </c:pt>
                <c:pt idx="3084">
                  <c:v>256.05</c:v>
                </c:pt>
                <c:pt idx="3085">
                  <c:v>259.39999999999998</c:v>
                </c:pt>
                <c:pt idx="3086">
                  <c:v>254.05</c:v>
                </c:pt>
                <c:pt idx="3087">
                  <c:v>251.65</c:v>
                </c:pt>
                <c:pt idx="3088">
                  <c:v>249.2</c:v>
                </c:pt>
                <c:pt idx="3089">
                  <c:v>247.95</c:v>
                </c:pt>
                <c:pt idx="3090">
                  <c:v>246.05</c:v>
                </c:pt>
                <c:pt idx="3091">
                  <c:v>248.6</c:v>
                </c:pt>
                <c:pt idx="3092">
                  <c:v>246.55</c:v>
                </c:pt>
                <c:pt idx="3093">
                  <c:v>244.95</c:v>
                </c:pt>
                <c:pt idx="3094">
                  <c:v>243.45</c:v>
                </c:pt>
                <c:pt idx="3095">
                  <c:v>257.7</c:v>
                </c:pt>
                <c:pt idx="3096">
                  <c:v>257.05</c:v>
                </c:pt>
                <c:pt idx="3097">
                  <c:v>253.85</c:v>
                </c:pt>
                <c:pt idx="3098">
                  <c:v>256.39999999999998</c:v>
                </c:pt>
                <c:pt idx="3099">
                  <c:v>252.1</c:v>
                </c:pt>
                <c:pt idx="3100">
                  <c:v>253.2</c:v>
                </c:pt>
                <c:pt idx="3101">
                  <c:v>246.15</c:v>
                </c:pt>
                <c:pt idx="3102">
                  <c:v>254.05</c:v>
                </c:pt>
                <c:pt idx="3103">
                  <c:v>253.75</c:v>
                </c:pt>
                <c:pt idx="3104">
                  <c:v>260.3</c:v>
                </c:pt>
                <c:pt idx="3105">
                  <c:v>263.3</c:v>
                </c:pt>
                <c:pt idx="3106">
                  <c:v>258.5</c:v>
                </c:pt>
                <c:pt idx="3107">
                  <c:v>255.8</c:v>
                </c:pt>
                <c:pt idx="3108">
                  <c:v>261.45</c:v>
                </c:pt>
                <c:pt idx="3109">
                  <c:v>268.7</c:v>
                </c:pt>
                <c:pt idx="3110">
                  <c:v>267.85000000000002</c:v>
                </c:pt>
                <c:pt idx="3111">
                  <c:v>266</c:v>
                </c:pt>
                <c:pt idx="3112">
                  <c:v>263.2</c:v>
                </c:pt>
                <c:pt idx="3113">
                  <c:v>267.60000000000002</c:v>
                </c:pt>
                <c:pt idx="3114">
                  <c:v>272.55</c:v>
                </c:pt>
                <c:pt idx="3115">
                  <c:v>275.2</c:v>
                </c:pt>
                <c:pt idx="3116">
                  <c:v>279.5</c:v>
                </c:pt>
                <c:pt idx="3117">
                  <c:v>272.60000000000002</c:v>
                </c:pt>
                <c:pt idx="3118">
                  <c:v>277.3</c:v>
                </c:pt>
                <c:pt idx="3119">
                  <c:v>277.25</c:v>
                </c:pt>
                <c:pt idx="3120">
                  <c:v>277.89999999999998</c:v>
                </c:pt>
                <c:pt idx="3121">
                  <c:v>284.85000000000002</c:v>
                </c:pt>
                <c:pt idx="3122">
                  <c:v>286.3</c:v>
                </c:pt>
                <c:pt idx="3123">
                  <c:v>290.45</c:v>
                </c:pt>
                <c:pt idx="3124">
                  <c:v>284.60000000000002</c:v>
                </c:pt>
                <c:pt idx="3125">
                  <c:v>278.45</c:v>
                </c:pt>
                <c:pt idx="3126">
                  <c:v>278.64999999999998</c:v>
                </c:pt>
                <c:pt idx="3127">
                  <c:v>277.95</c:v>
                </c:pt>
                <c:pt idx="3128">
                  <c:v>279.5</c:v>
                </c:pt>
                <c:pt idx="3129">
                  <c:v>277.95</c:v>
                </c:pt>
                <c:pt idx="3130">
                  <c:v>282.5</c:v>
                </c:pt>
                <c:pt idx="3131">
                  <c:v>285.10000000000002</c:v>
                </c:pt>
                <c:pt idx="3132">
                  <c:v>287.05</c:v>
                </c:pt>
                <c:pt idx="3133">
                  <c:v>283.89999999999998</c:v>
                </c:pt>
                <c:pt idx="3134">
                  <c:v>285.39999999999998</c:v>
                </c:pt>
                <c:pt idx="3135">
                  <c:v>284.64999999999998</c:v>
                </c:pt>
                <c:pt idx="3136">
                  <c:v>281.85000000000002</c:v>
                </c:pt>
                <c:pt idx="3137">
                  <c:v>281.45</c:v>
                </c:pt>
                <c:pt idx="3138">
                  <c:v>284.35000000000002</c:v>
                </c:pt>
                <c:pt idx="3139">
                  <c:v>283.8</c:v>
                </c:pt>
                <c:pt idx="3140">
                  <c:v>276.45</c:v>
                </c:pt>
                <c:pt idx="3141">
                  <c:v>277.55</c:v>
                </c:pt>
                <c:pt idx="3142">
                  <c:v>276.8</c:v>
                </c:pt>
                <c:pt idx="3143">
                  <c:v>286.05</c:v>
                </c:pt>
                <c:pt idx="3144">
                  <c:v>280.2</c:v>
                </c:pt>
                <c:pt idx="3145">
                  <c:v>276.85000000000002</c:v>
                </c:pt>
                <c:pt idx="3146">
                  <c:v>280.64999999999998</c:v>
                </c:pt>
                <c:pt idx="3147">
                  <c:v>281.5</c:v>
                </c:pt>
                <c:pt idx="3148">
                  <c:v>282.95</c:v>
                </c:pt>
                <c:pt idx="3149">
                  <c:v>281.8</c:v>
                </c:pt>
                <c:pt idx="3150">
                  <c:v>279.75</c:v>
                </c:pt>
                <c:pt idx="3151">
                  <c:v>278.95</c:v>
                </c:pt>
                <c:pt idx="3152">
                  <c:v>280.55</c:v>
                </c:pt>
                <c:pt idx="3153">
                  <c:v>285.75</c:v>
                </c:pt>
                <c:pt idx="3154">
                  <c:v>284.3</c:v>
                </c:pt>
                <c:pt idx="3155">
                  <c:v>282.05</c:v>
                </c:pt>
                <c:pt idx="3156">
                  <c:v>287.05</c:v>
                </c:pt>
                <c:pt idx="3157">
                  <c:v>286.2</c:v>
                </c:pt>
                <c:pt idx="3158">
                  <c:v>281.7</c:v>
                </c:pt>
                <c:pt idx="3159">
                  <c:v>286.85000000000002</c:v>
                </c:pt>
                <c:pt idx="3160">
                  <c:v>287.45</c:v>
                </c:pt>
                <c:pt idx="3161">
                  <c:v>281.14999999999998</c:v>
                </c:pt>
                <c:pt idx="3162">
                  <c:v>275.45</c:v>
                </c:pt>
                <c:pt idx="3163">
                  <c:v>275.8</c:v>
                </c:pt>
                <c:pt idx="3164">
                  <c:v>275.89999999999998</c:v>
                </c:pt>
                <c:pt idx="3165">
                  <c:v>272.39999999999998</c:v>
                </c:pt>
                <c:pt idx="3166">
                  <c:v>271.64999999999998</c:v>
                </c:pt>
                <c:pt idx="3167">
                  <c:v>273.3</c:v>
                </c:pt>
                <c:pt idx="3168">
                  <c:v>274.60000000000002</c:v>
                </c:pt>
                <c:pt idx="3169">
                  <c:v>275.64999999999998</c:v>
                </c:pt>
                <c:pt idx="3170">
                  <c:v>276.35000000000002</c:v>
                </c:pt>
                <c:pt idx="3171">
                  <c:v>278.35000000000002</c:v>
                </c:pt>
                <c:pt idx="3172">
                  <c:v>277.55</c:v>
                </c:pt>
                <c:pt idx="3173">
                  <c:v>280.14999999999998</c:v>
                </c:pt>
                <c:pt idx="3174">
                  <c:v>282.89999999999998</c:v>
                </c:pt>
                <c:pt idx="3175">
                  <c:v>282</c:v>
                </c:pt>
                <c:pt idx="3176">
                  <c:v>280.85000000000002</c:v>
                </c:pt>
                <c:pt idx="3177">
                  <c:v>280.75</c:v>
                </c:pt>
                <c:pt idx="3178">
                  <c:v>285.10000000000002</c:v>
                </c:pt>
                <c:pt idx="3179">
                  <c:v>294.5</c:v>
                </c:pt>
                <c:pt idx="3180">
                  <c:v>287.14999999999998</c:v>
                </c:pt>
                <c:pt idx="3181">
                  <c:v>283.8</c:v>
                </c:pt>
                <c:pt idx="3182">
                  <c:v>281.8</c:v>
                </c:pt>
                <c:pt idx="3183">
                  <c:v>275.2</c:v>
                </c:pt>
                <c:pt idx="3184">
                  <c:v>280.85000000000002</c:v>
                </c:pt>
                <c:pt idx="3185">
                  <c:v>277.95</c:v>
                </c:pt>
                <c:pt idx="3186">
                  <c:v>281</c:v>
                </c:pt>
                <c:pt idx="3187">
                  <c:v>284.2</c:v>
                </c:pt>
                <c:pt idx="3188">
                  <c:v>287.2</c:v>
                </c:pt>
                <c:pt idx="3189">
                  <c:v>282.10000000000002</c:v>
                </c:pt>
                <c:pt idx="3190">
                  <c:v>280.85000000000002</c:v>
                </c:pt>
                <c:pt idx="3191">
                  <c:v>275.64999999999998</c:v>
                </c:pt>
                <c:pt idx="3192">
                  <c:v>279.95</c:v>
                </c:pt>
                <c:pt idx="3193">
                  <c:v>277.14999999999998</c:v>
                </c:pt>
                <c:pt idx="3194">
                  <c:v>279.85000000000002</c:v>
                </c:pt>
                <c:pt idx="3195">
                  <c:v>279.25</c:v>
                </c:pt>
                <c:pt idx="3196">
                  <c:v>279.95</c:v>
                </c:pt>
                <c:pt idx="3197">
                  <c:v>278.8</c:v>
                </c:pt>
                <c:pt idx="3198">
                  <c:v>279.5</c:v>
                </c:pt>
                <c:pt idx="3199">
                  <c:v>278.39999999999998</c:v>
                </c:pt>
                <c:pt idx="3200">
                  <c:v>276.05</c:v>
                </c:pt>
                <c:pt idx="3201">
                  <c:v>276.64999999999998</c:v>
                </c:pt>
                <c:pt idx="3202">
                  <c:v>274.60000000000002</c:v>
                </c:pt>
                <c:pt idx="3203">
                  <c:v>273.95</c:v>
                </c:pt>
                <c:pt idx="3204">
                  <c:v>273</c:v>
                </c:pt>
                <c:pt idx="3205">
                  <c:v>268.5</c:v>
                </c:pt>
                <c:pt idx="3206">
                  <c:v>264.85000000000002</c:v>
                </c:pt>
                <c:pt idx="3207">
                  <c:v>265.75</c:v>
                </c:pt>
                <c:pt idx="3208">
                  <c:v>266.7</c:v>
                </c:pt>
                <c:pt idx="3209">
                  <c:v>267.39999999999998</c:v>
                </c:pt>
                <c:pt idx="3210">
                  <c:v>266.8</c:v>
                </c:pt>
                <c:pt idx="3211">
                  <c:v>265.25</c:v>
                </c:pt>
                <c:pt idx="3212">
                  <c:v>257.14999999999998</c:v>
                </c:pt>
                <c:pt idx="3213">
                  <c:v>255.5</c:v>
                </c:pt>
                <c:pt idx="3214">
                  <c:v>256.64999999999998</c:v>
                </c:pt>
                <c:pt idx="3215">
                  <c:v>253.5</c:v>
                </c:pt>
                <c:pt idx="3216">
                  <c:v>257.89999999999998</c:v>
                </c:pt>
                <c:pt idx="3217">
                  <c:v>254.05</c:v>
                </c:pt>
                <c:pt idx="3218">
                  <c:v>251.95</c:v>
                </c:pt>
                <c:pt idx="3219">
                  <c:v>252.65</c:v>
                </c:pt>
                <c:pt idx="3220">
                  <c:v>251.1</c:v>
                </c:pt>
                <c:pt idx="3221">
                  <c:v>251.2</c:v>
                </c:pt>
                <c:pt idx="3222">
                  <c:v>250</c:v>
                </c:pt>
                <c:pt idx="3223">
                  <c:v>249.75</c:v>
                </c:pt>
                <c:pt idx="3224">
                  <c:v>253.8</c:v>
                </c:pt>
                <c:pt idx="3225">
                  <c:v>264.95</c:v>
                </c:pt>
                <c:pt idx="3226">
                  <c:v>262.14999999999998</c:v>
                </c:pt>
                <c:pt idx="3227">
                  <c:v>265.25</c:v>
                </c:pt>
                <c:pt idx="3228">
                  <c:v>267.7</c:v>
                </c:pt>
                <c:pt idx="3229">
                  <c:v>268.7</c:v>
                </c:pt>
                <c:pt idx="3230">
                  <c:v>267.8</c:v>
                </c:pt>
                <c:pt idx="3231">
                  <c:v>266.45</c:v>
                </c:pt>
                <c:pt idx="3232">
                  <c:v>263.7</c:v>
                </c:pt>
                <c:pt idx="3233">
                  <c:v>259.64999999999998</c:v>
                </c:pt>
                <c:pt idx="3234">
                  <c:v>259.64999999999998</c:v>
                </c:pt>
                <c:pt idx="3235">
                  <c:v>259.5</c:v>
                </c:pt>
                <c:pt idx="3236">
                  <c:v>257.8</c:v>
                </c:pt>
                <c:pt idx="3237">
                  <c:v>256.25</c:v>
                </c:pt>
                <c:pt idx="3238">
                  <c:v>264.64999999999998</c:v>
                </c:pt>
                <c:pt idx="3239">
                  <c:v>265.10000000000002</c:v>
                </c:pt>
                <c:pt idx="3240">
                  <c:v>261.14999999999998</c:v>
                </c:pt>
                <c:pt idx="3241">
                  <c:v>256.14999999999998</c:v>
                </c:pt>
                <c:pt idx="3242">
                  <c:v>257.60000000000002</c:v>
                </c:pt>
                <c:pt idx="3243">
                  <c:v>259</c:v>
                </c:pt>
                <c:pt idx="3244">
                  <c:v>265.8</c:v>
                </c:pt>
                <c:pt idx="3245">
                  <c:v>268</c:v>
                </c:pt>
                <c:pt idx="3246">
                  <c:v>267.64999999999998</c:v>
                </c:pt>
                <c:pt idx="3247">
                  <c:v>274.60000000000002</c:v>
                </c:pt>
                <c:pt idx="3248">
                  <c:v>279.8</c:v>
                </c:pt>
                <c:pt idx="3249">
                  <c:v>284.8</c:v>
                </c:pt>
                <c:pt idx="3250">
                  <c:v>288</c:v>
                </c:pt>
                <c:pt idx="3251">
                  <c:v>290.10000000000002</c:v>
                </c:pt>
                <c:pt idx="3252">
                  <c:v>292.2</c:v>
                </c:pt>
                <c:pt idx="3253">
                  <c:v>302.25</c:v>
                </c:pt>
                <c:pt idx="3254">
                  <c:v>292.35000000000002</c:v>
                </c:pt>
                <c:pt idx="3255">
                  <c:v>305.25</c:v>
                </c:pt>
                <c:pt idx="3256">
                  <c:v>307.55</c:v>
                </c:pt>
                <c:pt idx="3257">
                  <c:v>303.8</c:v>
                </c:pt>
                <c:pt idx="3258">
                  <c:v>314.45</c:v>
                </c:pt>
                <c:pt idx="3259">
                  <c:v>337.7</c:v>
                </c:pt>
                <c:pt idx="3260">
                  <c:v>336.55</c:v>
                </c:pt>
                <c:pt idx="3261">
                  <c:v>337.4</c:v>
                </c:pt>
                <c:pt idx="3262">
                  <c:v>333.2</c:v>
                </c:pt>
                <c:pt idx="3263">
                  <c:v>336.35</c:v>
                </c:pt>
                <c:pt idx="3264">
                  <c:v>341.1</c:v>
                </c:pt>
                <c:pt idx="3265">
                  <c:v>334.95</c:v>
                </c:pt>
                <c:pt idx="3266">
                  <c:v>333.3</c:v>
                </c:pt>
                <c:pt idx="3267">
                  <c:v>338.5</c:v>
                </c:pt>
                <c:pt idx="3268">
                  <c:v>339.7</c:v>
                </c:pt>
                <c:pt idx="3269">
                  <c:v>332.2</c:v>
                </c:pt>
                <c:pt idx="3270">
                  <c:v>325.75</c:v>
                </c:pt>
                <c:pt idx="3271">
                  <c:v>325.7</c:v>
                </c:pt>
                <c:pt idx="3272">
                  <c:v>321.75</c:v>
                </c:pt>
                <c:pt idx="3273">
                  <c:v>319.85000000000002</c:v>
                </c:pt>
                <c:pt idx="3274">
                  <c:v>313.60000000000002</c:v>
                </c:pt>
                <c:pt idx="3275">
                  <c:v>308.39999999999998</c:v>
                </c:pt>
                <c:pt idx="3276">
                  <c:v>320.05</c:v>
                </c:pt>
                <c:pt idx="3277">
                  <c:v>323.5</c:v>
                </c:pt>
                <c:pt idx="3278">
                  <c:v>322.3</c:v>
                </c:pt>
                <c:pt idx="3279">
                  <c:v>322.75</c:v>
                </c:pt>
                <c:pt idx="3280">
                  <c:v>317.85000000000002</c:v>
                </c:pt>
                <c:pt idx="3281">
                  <c:v>329.7</c:v>
                </c:pt>
                <c:pt idx="3282">
                  <c:v>329.05</c:v>
                </c:pt>
                <c:pt idx="3283">
                  <c:v>322.10000000000002</c:v>
                </c:pt>
                <c:pt idx="3284">
                  <c:v>323.89999999999998</c:v>
                </c:pt>
                <c:pt idx="3285">
                  <c:v>317.89999999999998</c:v>
                </c:pt>
                <c:pt idx="3286">
                  <c:v>306.35000000000002</c:v>
                </c:pt>
                <c:pt idx="3287">
                  <c:v>315.25</c:v>
                </c:pt>
                <c:pt idx="3288">
                  <c:v>313.45</c:v>
                </c:pt>
                <c:pt idx="3289">
                  <c:v>314.89999999999998</c:v>
                </c:pt>
                <c:pt idx="3290">
                  <c:v>312.05</c:v>
                </c:pt>
                <c:pt idx="3291">
                  <c:v>316.60000000000002</c:v>
                </c:pt>
                <c:pt idx="3292">
                  <c:v>318.95</c:v>
                </c:pt>
                <c:pt idx="3293">
                  <c:v>320.3</c:v>
                </c:pt>
                <c:pt idx="3294">
                  <c:v>325.75</c:v>
                </c:pt>
                <c:pt idx="3295">
                  <c:v>324.95</c:v>
                </c:pt>
                <c:pt idx="3296">
                  <c:v>324.95</c:v>
                </c:pt>
                <c:pt idx="3297">
                  <c:v>316.8</c:v>
                </c:pt>
                <c:pt idx="3298">
                  <c:v>319.89999999999998</c:v>
                </c:pt>
                <c:pt idx="3299">
                  <c:v>319.14999999999998</c:v>
                </c:pt>
                <c:pt idx="3300">
                  <c:v>317.64999999999998</c:v>
                </c:pt>
                <c:pt idx="3301">
                  <c:v>309.85000000000002</c:v>
                </c:pt>
                <c:pt idx="3302">
                  <c:v>300.8</c:v>
                </c:pt>
                <c:pt idx="3303">
                  <c:v>298.05</c:v>
                </c:pt>
                <c:pt idx="3304">
                  <c:v>295.64999999999998</c:v>
                </c:pt>
                <c:pt idx="3305">
                  <c:v>303.95</c:v>
                </c:pt>
                <c:pt idx="3306">
                  <c:v>303.3</c:v>
                </c:pt>
                <c:pt idx="3307">
                  <c:v>311.39999999999998</c:v>
                </c:pt>
                <c:pt idx="3308">
                  <c:v>308.85000000000002</c:v>
                </c:pt>
                <c:pt idx="3309">
                  <c:v>317.2</c:v>
                </c:pt>
                <c:pt idx="3310">
                  <c:v>310.55</c:v>
                </c:pt>
                <c:pt idx="3311">
                  <c:v>307.64999999999998</c:v>
                </c:pt>
                <c:pt idx="3312">
                  <c:v>314.3</c:v>
                </c:pt>
                <c:pt idx="3313">
                  <c:v>312.85000000000002</c:v>
                </c:pt>
                <c:pt idx="3314">
                  <c:v>303.8</c:v>
                </c:pt>
                <c:pt idx="3315">
                  <c:v>302.89999999999998</c:v>
                </c:pt>
                <c:pt idx="3316">
                  <c:v>307.25</c:v>
                </c:pt>
                <c:pt idx="3317">
                  <c:v>308.8</c:v>
                </c:pt>
                <c:pt idx="3318">
                  <c:v>319</c:v>
                </c:pt>
                <c:pt idx="3319">
                  <c:v>331.9</c:v>
                </c:pt>
                <c:pt idx="3320">
                  <c:v>328.85</c:v>
                </c:pt>
                <c:pt idx="3321">
                  <c:v>334.35</c:v>
                </c:pt>
                <c:pt idx="3322">
                  <c:v>328.05</c:v>
                </c:pt>
                <c:pt idx="3323">
                  <c:v>326.45</c:v>
                </c:pt>
                <c:pt idx="3324">
                  <c:v>326.5</c:v>
                </c:pt>
                <c:pt idx="3325">
                  <c:v>324.14999999999998</c:v>
                </c:pt>
                <c:pt idx="3326">
                  <c:v>328.85</c:v>
                </c:pt>
                <c:pt idx="3327">
                  <c:v>326.7</c:v>
                </c:pt>
                <c:pt idx="3328">
                  <c:v>328.9</c:v>
                </c:pt>
                <c:pt idx="3329">
                  <c:v>323.75</c:v>
                </c:pt>
                <c:pt idx="3330">
                  <c:v>318.8</c:v>
                </c:pt>
                <c:pt idx="3331">
                  <c:v>319.95</c:v>
                </c:pt>
                <c:pt idx="3332">
                  <c:v>320.14999999999998</c:v>
                </c:pt>
                <c:pt idx="3333">
                  <c:v>321.55</c:v>
                </c:pt>
                <c:pt idx="3334">
                  <c:v>326.45</c:v>
                </c:pt>
                <c:pt idx="3335">
                  <c:v>328.65</c:v>
                </c:pt>
                <c:pt idx="3336">
                  <c:v>320.85000000000002</c:v>
                </c:pt>
                <c:pt idx="3337">
                  <c:v>326.75</c:v>
                </c:pt>
                <c:pt idx="3338">
                  <c:v>335.05</c:v>
                </c:pt>
                <c:pt idx="3339">
                  <c:v>337.9</c:v>
                </c:pt>
                <c:pt idx="3340">
                  <c:v>340.75</c:v>
                </c:pt>
                <c:pt idx="3341">
                  <c:v>332.7</c:v>
                </c:pt>
                <c:pt idx="3342">
                  <c:v>326.75</c:v>
                </c:pt>
                <c:pt idx="3343">
                  <c:v>329.15</c:v>
                </c:pt>
                <c:pt idx="3344">
                  <c:v>328.15</c:v>
                </c:pt>
                <c:pt idx="3345">
                  <c:v>324.95</c:v>
                </c:pt>
                <c:pt idx="3346">
                  <c:v>326.95</c:v>
                </c:pt>
                <c:pt idx="3347">
                  <c:v>333.95</c:v>
                </c:pt>
                <c:pt idx="3348">
                  <c:v>334.95</c:v>
                </c:pt>
                <c:pt idx="3349">
                  <c:v>333.9</c:v>
                </c:pt>
                <c:pt idx="3350">
                  <c:v>327.9</c:v>
                </c:pt>
                <c:pt idx="3351">
                  <c:v>317</c:v>
                </c:pt>
                <c:pt idx="3352">
                  <c:v>318.2</c:v>
                </c:pt>
                <c:pt idx="3353">
                  <c:v>324.60000000000002</c:v>
                </c:pt>
                <c:pt idx="3354">
                  <c:v>323.89999999999998</c:v>
                </c:pt>
                <c:pt idx="3355">
                  <c:v>319.3</c:v>
                </c:pt>
                <c:pt idx="3356">
                  <c:v>321.05</c:v>
                </c:pt>
                <c:pt idx="3357">
                  <c:v>308.2</c:v>
                </c:pt>
                <c:pt idx="3358">
                  <c:v>309.2</c:v>
                </c:pt>
                <c:pt idx="3359">
                  <c:v>309.10000000000002</c:v>
                </c:pt>
                <c:pt idx="3360">
                  <c:v>311.25</c:v>
                </c:pt>
                <c:pt idx="3361">
                  <c:v>312.85000000000002</c:v>
                </c:pt>
                <c:pt idx="3362">
                  <c:v>307.75</c:v>
                </c:pt>
                <c:pt idx="3363">
                  <c:v>308.85000000000002</c:v>
                </c:pt>
                <c:pt idx="3364">
                  <c:v>299.45</c:v>
                </c:pt>
                <c:pt idx="3365">
                  <c:v>307.75</c:v>
                </c:pt>
                <c:pt idx="3366">
                  <c:v>298.8</c:v>
                </c:pt>
                <c:pt idx="3367">
                  <c:v>311.39999999999998</c:v>
                </c:pt>
                <c:pt idx="3368">
                  <c:v>308.45</c:v>
                </c:pt>
                <c:pt idx="3369">
                  <c:v>320.25</c:v>
                </c:pt>
                <c:pt idx="3370">
                  <c:v>331.1</c:v>
                </c:pt>
                <c:pt idx="3371">
                  <c:v>328</c:v>
                </c:pt>
                <c:pt idx="3372">
                  <c:v>321.89999999999998</c:v>
                </c:pt>
                <c:pt idx="3373">
                  <c:v>311.10000000000002</c:v>
                </c:pt>
                <c:pt idx="3374">
                  <c:v>309.10000000000002</c:v>
                </c:pt>
                <c:pt idx="3375">
                  <c:v>316.05</c:v>
                </c:pt>
                <c:pt idx="3376">
                  <c:v>303.85000000000002</c:v>
                </c:pt>
                <c:pt idx="3377">
                  <c:v>302.14999999999998</c:v>
                </c:pt>
                <c:pt idx="3378">
                  <c:v>296.14999999999998</c:v>
                </c:pt>
                <c:pt idx="3379">
                  <c:v>304.75</c:v>
                </c:pt>
                <c:pt idx="3380">
                  <c:v>296.55</c:v>
                </c:pt>
                <c:pt idx="3381">
                  <c:v>296.10000000000002</c:v>
                </c:pt>
                <c:pt idx="3382">
                  <c:v>299.75</c:v>
                </c:pt>
                <c:pt idx="3383">
                  <c:v>300.8</c:v>
                </c:pt>
                <c:pt idx="3384">
                  <c:v>314.64999999999998</c:v>
                </c:pt>
                <c:pt idx="3385">
                  <c:v>316.95</c:v>
                </c:pt>
                <c:pt idx="3386">
                  <c:v>307.35000000000002</c:v>
                </c:pt>
                <c:pt idx="3387">
                  <c:v>312.14999999999998</c:v>
                </c:pt>
                <c:pt idx="3388">
                  <c:v>308.39999999999998</c:v>
                </c:pt>
                <c:pt idx="3389">
                  <c:v>305.45</c:v>
                </c:pt>
                <c:pt idx="3390">
                  <c:v>303.60000000000002</c:v>
                </c:pt>
                <c:pt idx="3391">
                  <c:v>297.60000000000002</c:v>
                </c:pt>
                <c:pt idx="3392">
                  <c:v>280.7</c:v>
                </c:pt>
                <c:pt idx="3393">
                  <c:v>290.7</c:v>
                </c:pt>
                <c:pt idx="3394">
                  <c:v>278.85000000000002</c:v>
                </c:pt>
                <c:pt idx="3395">
                  <c:v>277.89999999999998</c:v>
                </c:pt>
                <c:pt idx="3396">
                  <c:v>276.39999999999998</c:v>
                </c:pt>
                <c:pt idx="3397">
                  <c:v>267.35000000000002</c:v>
                </c:pt>
                <c:pt idx="3398">
                  <c:v>272.75</c:v>
                </c:pt>
                <c:pt idx="3399">
                  <c:v>273.10000000000002</c:v>
                </c:pt>
                <c:pt idx="3400">
                  <c:v>278.10000000000002</c:v>
                </c:pt>
                <c:pt idx="3401">
                  <c:v>274.95</c:v>
                </c:pt>
                <c:pt idx="3402">
                  <c:v>288.85000000000002</c:v>
                </c:pt>
                <c:pt idx="3403">
                  <c:v>271.8</c:v>
                </c:pt>
                <c:pt idx="3404">
                  <c:v>261.95</c:v>
                </c:pt>
                <c:pt idx="3405">
                  <c:v>256.60000000000002</c:v>
                </c:pt>
                <c:pt idx="3406">
                  <c:v>250.7</c:v>
                </c:pt>
                <c:pt idx="3407">
                  <c:v>269.64999999999998</c:v>
                </c:pt>
                <c:pt idx="3408">
                  <c:v>276.7</c:v>
                </c:pt>
                <c:pt idx="3409">
                  <c:v>268.05</c:v>
                </c:pt>
                <c:pt idx="3410">
                  <c:v>259.3</c:v>
                </c:pt>
                <c:pt idx="3411">
                  <c:v>243.7</c:v>
                </c:pt>
                <c:pt idx="3412">
                  <c:v>248.7</c:v>
                </c:pt>
                <c:pt idx="3413">
                  <c:v>249.15</c:v>
                </c:pt>
                <c:pt idx="3414">
                  <c:v>251.35</c:v>
                </c:pt>
                <c:pt idx="3415">
                  <c:v>251.1</c:v>
                </c:pt>
                <c:pt idx="3416">
                  <c:v>257.35000000000002</c:v>
                </c:pt>
                <c:pt idx="3417">
                  <c:v>270.10000000000002</c:v>
                </c:pt>
                <c:pt idx="3418">
                  <c:v>288.3</c:v>
                </c:pt>
                <c:pt idx="3419">
                  <c:v>292.7</c:v>
                </c:pt>
                <c:pt idx="3420">
                  <c:v>289.3</c:v>
                </c:pt>
                <c:pt idx="3421">
                  <c:v>278.95</c:v>
                </c:pt>
                <c:pt idx="3422">
                  <c:v>282.7</c:v>
                </c:pt>
                <c:pt idx="3423">
                  <c:v>287.2</c:v>
                </c:pt>
                <c:pt idx="3424">
                  <c:v>279.7</c:v>
                </c:pt>
                <c:pt idx="3425">
                  <c:v>282.95</c:v>
                </c:pt>
                <c:pt idx="3426">
                  <c:v>299.2</c:v>
                </c:pt>
                <c:pt idx="3427">
                  <c:v>289.5</c:v>
                </c:pt>
                <c:pt idx="3428">
                  <c:v>275.64999999999998</c:v>
                </c:pt>
                <c:pt idx="3429">
                  <c:v>274.5</c:v>
                </c:pt>
                <c:pt idx="3430">
                  <c:v>279.45</c:v>
                </c:pt>
                <c:pt idx="3431">
                  <c:v>276.95</c:v>
                </c:pt>
                <c:pt idx="3432">
                  <c:v>274.39999999999998</c:v>
                </c:pt>
                <c:pt idx="3433">
                  <c:v>267.85000000000002</c:v>
                </c:pt>
                <c:pt idx="3434">
                  <c:v>262.3</c:v>
                </c:pt>
                <c:pt idx="3435">
                  <c:v>266.5</c:v>
                </c:pt>
                <c:pt idx="3436">
                  <c:v>264.7</c:v>
                </c:pt>
                <c:pt idx="3437">
                  <c:v>266.10000000000002</c:v>
                </c:pt>
                <c:pt idx="3438">
                  <c:v>268.8</c:v>
                </c:pt>
                <c:pt idx="3439">
                  <c:v>273.7</c:v>
                </c:pt>
                <c:pt idx="3440">
                  <c:v>273.7</c:v>
                </c:pt>
                <c:pt idx="3441">
                  <c:v>276.55</c:v>
                </c:pt>
                <c:pt idx="3442">
                  <c:v>275.5</c:v>
                </c:pt>
                <c:pt idx="3443">
                  <c:v>275.2</c:v>
                </c:pt>
                <c:pt idx="3444">
                  <c:v>281.10000000000002</c:v>
                </c:pt>
                <c:pt idx="3445">
                  <c:v>283.55</c:v>
                </c:pt>
                <c:pt idx="3446">
                  <c:v>285.25</c:v>
                </c:pt>
                <c:pt idx="3447">
                  <c:v>286.05</c:v>
                </c:pt>
                <c:pt idx="3448">
                  <c:v>282.25</c:v>
                </c:pt>
                <c:pt idx="3449">
                  <c:v>283.8</c:v>
                </c:pt>
                <c:pt idx="3450">
                  <c:v>283.95</c:v>
                </c:pt>
                <c:pt idx="3451">
                  <c:v>286.8</c:v>
                </c:pt>
                <c:pt idx="3452">
                  <c:v>290.60000000000002</c:v>
                </c:pt>
                <c:pt idx="3453">
                  <c:v>288.60000000000002</c:v>
                </c:pt>
                <c:pt idx="3454">
                  <c:v>293.7</c:v>
                </c:pt>
                <c:pt idx="3455">
                  <c:v>287.8</c:v>
                </c:pt>
                <c:pt idx="3456">
                  <c:v>289.55</c:v>
                </c:pt>
                <c:pt idx="3457">
                  <c:v>283.85000000000002</c:v>
                </c:pt>
                <c:pt idx="3458">
                  <c:v>281.85000000000002</c:v>
                </c:pt>
                <c:pt idx="3459">
                  <c:v>283.7</c:v>
                </c:pt>
                <c:pt idx="3460">
                  <c:v>277.35000000000002</c:v>
                </c:pt>
                <c:pt idx="3461">
                  <c:v>270.2</c:v>
                </c:pt>
                <c:pt idx="3462">
                  <c:v>265.85000000000002</c:v>
                </c:pt>
                <c:pt idx="3463">
                  <c:v>268.85000000000002</c:v>
                </c:pt>
                <c:pt idx="3464">
                  <c:v>270.10000000000002</c:v>
                </c:pt>
                <c:pt idx="3465">
                  <c:v>279.05</c:v>
                </c:pt>
                <c:pt idx="3466">
                  <c:v>277.35000000000002</c:v>
                </c:pt>
                <c:pt idx="3467">
                  <c:v>276.7</c:v>
                </c:pt>
                <c:pt idx="3468">
                  <c:v>270.45</c:v>
                </c:pt>
                <c:pt idx="3469">
                  <c:v>278.2</c:v>
                </c:pt>
                <c:pt idx="3470">
                  <c:v>288.35000000000002</c:v>
                </c:pt>
                <c:pt idx="3471">
                  <c:v>287.14999999999998</c:v>
                </c:pt>
                <c:pt idx="3472">
                  <c:v>289.89999999999998</c:v>
                </c:pt>
                <c:pt idx="3473">
                  <c:v>291.95</c:v>
                </c:pt>
                <c:pt idx="3474">
                  <c:v>299.10000000000002</c:v>
                </c:pt>
                <c:pt idx="3475">
                  <c:v>294.89999999999998</c:v>
                </c:pt>
                <c:pt idx="3476">
                  <c:v>292.39999999999998</c:v>
                </c:pt>
                <c:pt idx="3477">
                  <c:v>286.89999999999998</c:v>
                </c:pt>
                <c:pt idx="3478">
                  <c:v>290.89999999999998</c:v>
                </c:pt>
                <c:pt idx="3479">
                  <c:v>294.05</c:v>
                </c:pt>
                <c:pt idx="3480">
                  <c:v>305.05</c:v>
                </c:pt>
                <c:pt idx="3481">
                  <c:v>298.05</c:v>
                </c:pt>
                <c:pt idx="3482">
                  <c:v>291.8</c:v>
                </c:pt>
                <c:pt idx="3483">
                  <c:v>283.3</c:v>
                </c:pt>
                <c:pt idx="3484">
                  <c:v>280</c:v>
                </c:pt>
                <c:pt idx="3485">
                  <c:v>276.64999999999998</c:v>
                </c:pt>
                <c:pt idx="3486">
                  <c:v>274.7</c:v>
                </c:pt>
                <c:pt idx="3487">
                  <c:v>281.25</c:v>
                </c:pt>
                <c:pt idx="3488">
                  <c:v>273.7</c:v>
                </c:pt>
                <c:pt idx="3489">
                  <c:v>284.8</c:v>
                </c:pt>
                <c:pt idx="3490">
                  <c:v>288.8</c:v>
                </c:pt>
                <c:pt idx="3491">
                  <c:v>285.75</c:v>
                </c:pt>
                <c:pt idx="3492">
                  <c:v>292.3</c:v>
                </c:pt>
                <c:pt idx="3493">
                  <c:v>292.05</c:v>
                </c:pt>
                <c:pt idx="3494">
                  <c:v>289.55</c:v>
                </c:pt>
                <c:pt idx="3495">
                  <c:v>288.89999999999998</c:v>
                </c:pt>
                <c:pt idx="3496">
                  <c:v>288.10000000000002</c:v>
                </c:pt>
                <c:pt idx="3497">
                  <c:v>281.7</c:v>
                </c:pt>
                <c:pt idx="3498">
                  <c:v>275.8</c:v>
                </c:pt>
                <c:pt idx="3499">
                  <c:v>280.95</c:v>
                </c:pt>
                <c:pt idx="3500">
                  <c:v>276.25</c:v>
                </c:pt>
                <c:pt idx="3501">
                  <c:v>273.2</c:v>
                </c:pt>
                <c:pt idx="3502">
                  <c:v>280.3</c:v>
                </c:pt>
                <c:pt idx="3503">
                  <c:v>284.05</c:v>
                </c:pt>
                <c:pt idx="3504">
                  <c:v>292.89999999999998</c:v>
                </c:pt>
                <c:pt idx="3505">
                  <c:v>290.25</c:v>
                </c:pt>
                <c:pt idx="3506">
                  <c:v>291.8</c:v>
                </c:pt>
                <c:pt idx="3507">
                  <c:v>286.95</c:v>
                </c:pt>
                <c:pt idx="3508">
                  <c:v>287.5</c:v>
                </c:pt>
                <c:pt idx="3509">
                  <c:v>287.14999999999998</c:v>
                </c:pt>
                <c:pt idx="3510">
                  <c:v>287</c:v>
                </c:pt>
                <c:pt idx="3511">
                  <c:v>289.8</c:v>
                </c:pt>
                <c:pt idx="3512">
                  <c:v>285.10000000000002</c:v>
                </c:pt>
                <c:pt idx="3513">
                  <c:v>283.2</c:v>
                </c:pt>
                <c:pt idx="3514">
                  <c:v>277</c:v>
                </c:pt>
                <c:pt idx="3515">
                  <c:v>275.25</c:v>
                </c:pt>
                <c:pt idx="3516">
                  <c:v>277</c:v>
                </c:pt>
                <c:pt idx="3517">
                  <c:v>272.2</c:v>
                </c:pt>
                <c:pt idx="3518">
                  <c:v>275.55</c:v>
                </c:pt>
                <c:pt idx="3519">
                  <c:v>267.8</c:v>
                </c:pt>
                <c:pt idx="3520">
                  <c:v>268</c:v>
                </c:pt>
                <c:pt idx="3521">
                  <c:v>270.25</c:v>
                </c:pt>
                <c:pt idx="3522">
                  <c:v>267.89999999999998</c:v>
                </c:pt>
                <c:pt idx="3523">
                  <c:v>269.3</c:v>
                </c:pt>
                <c:pt idx="3524">
                  <c:v>272.25</c:v>
                </c:pt>
                <c:pt idx="3525">
                  <c:v>275.95</c:v>
                </c:pt>
                <c:pt idx="3526">
                  <c:v>283.10000000000002</c:v>
                </c:pt>
                <c:pt idx="3527">
                  <c:v>273.5</c:v>
                </c:pt>
                <c:pt idx="3528">
                  <c:v>276.39999999999998</c:v>
                </c:pt>
                <c:pt idx="3529">
                  <c:v>277.75</c:v>
                </c:pt>
                <c:pt idx="3530">
                  <c:v>276.8</c:v>
                </c:pt>
                <c:pt idx="3531">
                  <c:v>279.39999999999998</c:v>
                </c:pt>
                <c:pt idx="3532">
                  <c:v>276.2</c:v>
                </c:pt>
                <c:pt idx="3533">
                  <c:v>276.95</c:v>
                </c:pt>
                <c:pt idx="3534">
                  <c:v>282.2</c:v>
                </c:pt>
                <c:pt idx="3535">
                  <c:v>281.75</c:v>
                </c:pt>
                <c:pt idx="3536">
                  <c:v>283.45</c:v>
                </c:pt>
                <c:pt idx="3537">
                  <c:v>291.35000000000002</c:v>
                </c:pt>
                <c:pt idx="3538">
                  <c:v>290.60000000000002</c:v>
                </c:pt>
                <c:pt idx="3539">
                  <c:v>295.85000000000002</c:v>
                </c:pt>
                <c:pt idx="3540">
                  <c:v>300.5</c:v>
                </c:pt>
                <c:pt idx="3541">
                  <c:v>308.85000000000002</c:v>
                </c:pt>
                <c:pt idx="3542">
                  <c:v>316.10000000000002</c:v>
                </c:pt>
                <c:pt idx="3543">
                  <c:v>319.89999999999998</c:v>
                </c:pt>
                <c:pt idx="3544">
                  <c:v>323.10000000000002</c:v>
                </c:pt>
                <c:pt idx="3545">
                  <c:v>316.95</c:v>
                </c:pt>
                <c:pt idx="3546">
                  <c:v>324.14999999999998</c:v>
                </c:pt>
                <c:pt idx="3547">
                  <c:v>322.75</c:v>
                </c:pt>
                <c:pt idx="3548">
                  <c:v>324.95</c:v>
                </c:pt>
                <c:pt idx="3549">
                  <c:v>313.8</c:v>
                </c:pt>
                <c:pt idx="3550">
                  <c:v>315.8</c:v>
                </c:pt>
                <c:pt idx="3551">
                  <c:v>306.39999999999998</c:v>
                </c:pt>
                <c:pt idx="3552">
                  <c:v>307.89999999999998</c:v>
                </c:pt>
                <c:pt idx="3553">
                  <c:v>321.10000000000002</c:v>
                </c:pt>
                <c:pt idx="3554">
                  <c:v>319.89999999999998</c:v>
                </c:pt>
                <c:pt idx="3555">
                  <c:v>325.3</c:v>
                </c:pt>
                <c:pt idx="3556">
                  <c:v>331</c:v>
                </c:pt>
                <c:pt idx="3557">
                  <c:v>329.4</c:v>
                </c:pt>
                <c:pt idx="3558">
                  <c:v>318.7</c:v>
                </c:pt>
                <c:pt idx="3559">
                  <c:v>323.8</c:v>
                </c:pt>
                <c:pt idx="3560">
                  <c:v>330</c:v>
                </c:pt>
                <c:pt idx="3561">
                  <c:v>326.25</c:v>
                </c:pt>
                <c:pt idx="3562">
                  <c:v>325.64999999999998</c:v>
                </c:pt>
                <c:pt idx="3563">
                  <c:v>325.60000000000002</c:v>
                </c:pt>
                <c:pt idx="3564">
                  <c:v>322.45</c:v>
                </c:pt>
                <c:pt idx="3565">
                  <c:v>321.95</c:v>
                </c:pt>
                <c:pt idx="3566">
                  <c:v>320</c:v>
                </c:pt>
                <c:pt idx="3567">
                  <c:v>319.35000000000002</c:v>
                </c:pt>
                <c:pt idx="3568">
                  <c:v>316.55</c:v>
                </c:pt>
                <c:pt idx="3569">
                  <c:v>322.35000000000002</c:v>
                </c:pt>
                <c:pt idx="3570">
                  <c:v>323.10000000000002</c:v>
                </c:pt>
                <c:pt idx="3571">
                  <c:v>326.35000000000002</c:v>
                </c:pt>
                <c:pt idx="3572">
                  <c:v>326</c:v>
                </c:pt>
                <c:pt idx="3573">
                  <c:v>320.95</c:v>
                </c:pt>
                <c:pt idx="3574">
                  <c:v>321.35000000000002</c:v>
                </c:pt>
                <c:pt idx="3575">
                  <c:v>320.3</c:v>
                </c:pt>
                <c:pt idx="3576">
                  <c:v>325.10000000000002</c:v>
                </c:pt>
                <c:pt idx="3577">
                  <c:v>329.3</c:v>
                </c:pt>
                <c:pt idx="3578">
                  <c:v>335.4</c:v>
                </c:pt>
                <c:pt idx="3579">
                  <c:v>337.2</c:v>
                </c:pt>
                <c:pt idx="3580">
                  <c:v>335.15</c:v>
                </c:pt>
                <c:pt idx="3581">
                  <c:v>334</c:v>
                </c:pt>
                <c:pt idx="3582">
                  <c:v>347.95</c:v>
                </c:pt>
                <c:pt idx="3583">
                  <c:v>358.6</c:v>
                </c:pt>
                <c:pt idx="3584">
                  <c:v>372.6</c:v>
                </c:pt>
                <c:pt idx="3585">
                  <c:v>368.1</c:v>
                </c:pt>
                <c:pt idx="3586">
                  <c:v>378.55</c:v>
                </c:pt>
                <c:pt idx="3587">
                  <c:v>384.15</c:v>
                </c:pt>
                <c:pt idx="3588">
                  <c:v>416.75</c:v>
                </c:pt>
                <c:pt idx="3589">
                  <c:v>400.1</c:v>
                </c:pt>
                <c:pt idx="3590">
                  <c:v>398.45</c:v>
                </c:pt>
                <c:pt idx="3591">
                  <c:v>392.8</c:v>
                </c:pt>
                <c:pt idx="3592">
                  <c:v>407.95</c:v>
                </c:pt>
                <c:pt idx="3593">
                  <c:v>405.3</c:v>
                </c:pt>
                <c:pt idx="3594">
                  <c:v>395.05</c:v>
                </c:pt>
                <c:pt idx="3595">
                  <c:v>384.25</c:v>
                </c:pt>
                <c:pt idx="3596">
                  <c:v>374.15</c:v>
                </c:pt>
                <c:pt idx="3597">
                  <c:v>378.15</c:v>
                </c:pt>
                <c:pt idx="3598">
                  <c:v>399.55</c:v>
                </c:pt>
                <c:pt idx="3599">
                  <c:v>416.75</c:v>
                </c:pt>
                <c:pt idx="3600">
                  <c:v>411</c:v>
                </c:pt>
                <c:pt idx="3601">
                  <c:v>419.15</c:v>
                </c:pt>
                <c:pt idx="3602">
                  <c:v>465.65</c:v>
                </c:pt>
                <c:pt idx="3603">
                  <c:v>453.15</c:v>
                </c:pt>
                <c:pt idx="3604">
                  <c:v>440.55</c:v>
                </c:pt>
                <c:pt idx="3605">
                  <c:v>427.3</c:v>
                </c:pt>
                <c:pt idx="3606">
                  <c:v>428.6</c:v>
                </c:pt>
                <c:pt idx="3607">
                  <c:v>422.65</c:v>
                </c:pt>
                <c:pt idx="3608">
                  <c:v>426.9</c:v>
                </c:pt>
                <c:pt idx="3609">
                  <c:v>445.1</c:v>
                </c:pt>
                <c:pt idx="3610">
                  <c:v>442.7</c:v>
                </c:pt>
                <c:pt idx="3611">
                  <c:v>420.75</c:v>
                </c:pt>
                <c:pt idx="3612">
                  <c:v>417.5</c:v>
                </c:pt>
                <c:pt idx="3613">
                  <c:v>437.6</c:v>
                </c:pt>
                <c:pt idx="3614">
                  <c:v>442.95</c:v>
                </c:pt>
                <c:pt idx="3615">
                  <c:v>436.85</c:v>
                </c:pt>
                <c:pt idx="3616">
                  <c:v>411.35</c:v>
                </c:pt>
                <c:pt idx="3617">
                  <c:v>411.2</c:v>
                </c:pt>
                <c:pt idx="3618">
                  <c:v>424.85</c:v>
                </c:pt>
                <c:pt idx="3619">
                  <c:v>423.1</c:v>
                </c:pt>
                <c:pt idx="3620">
                  <c:v>426.6</c:v>
                </c:pt>
                <c:pt idx="3621">
                  <c:v>418.15</c:v>
                </c:pt>
                <c:pt idx="3622">
                  <c:v>421.8</c:v>
                </c:pt>
                <c:pt idx="3623">
                  <c:v>415.55</c:v>
                </c:pt>
                <c:pt idx="3624">
                  <c:v>396.7</c:v>
                </c:pt>
                <c:pt idx="3625">
                  <c:v>404.95</c:v>
                </c:pt>
                <c:pt idx="3626">
                  <c:v>404</c:v>
                </c:pt>
                <c:pt idx="3627">
                  <c:v>396.15</c:v>
                </c:pt>
                <c:pt idx="3628">
                  <c:v>402.75</c:v>
                </c:pt>
                <c:pt idx="3629">
                  <c:v>412.65</c:v>
                </c:pt>
                <c:pt idx="3630">
                  <c:v>416.1</c:v>
                </c:pt>
                <c:pt idx="3631">
                  <c:v>413.25</c:v>
                </c:pt>
                <c:pt idx="3632">
                  <c:v>410.5</c:v>
                </c:pt>
                <c:pt idx="3633">
                  <c:v>406.7</c:v>
                </c:pt>
                <c:pt idx="3634">
                  <c:v>408.9</c:v>
                </c:pt>
                <c:pt idx="3635">
                  <c:v>405.3</c:v>
                </c:pt>
                <c:pt idx="3636">
                  <c:v>404.9</c:v>
                </c:pt>
                <c:pt idx="3637">
                  <c:v>401.1</c:v>
                </c:pt>
                <c:pt idx="3638">
                  <c:v>394.85</c:v>
                </c:pt>
                <c:pt idx="3639">
                  <c:v>398.95</c:v>
                </c:pt>
                <c:pt idx="3640">
                  <c:v>395.35</c:v>
                </c:pt>
                <c:pt idx="3641">
                  <c:v>386.35</c:v>
                </c:pt>
                <c:pt idx="3642">
                  <c:v>392.75</c:v>
                </c:pt>
                <c:pt idx="3643">
                  <c:v>405.25</c:v>
                </c:pt>
                <c:pt idx="3644">
                  <c:v>396.9</c:v>
                </c:pt>
                <c:pt idx="3645">
                  <c:v>400.05</c:v>
                </c:pt>
                <c:pt idx="3646">
                  <c:v>394.2</c:v>
                </c:pt>
                <c:pt idx="3647">
                  <c:v>393.7</c:v>
                </c:pt>
                <c:pt idx="3648">
                  <c:v>405.55</c:v>
                </c:pt>
                <c:pt idx="3649">
                  <c:v>402</c:v>
                </c:pt>
                <c:pt idx="3650">
                  <c:v>410.1</c:v>
                </c:pt>
                <c:pt idx="3651">
                  <c:v>431.3</c:v>
                </c:pt>
                <c:pt idx="3652">
                  <c:v>435.2</c:v>
                </c:pt>
                <c:pt idx="3653">
                  <c:v>424</c:v>
                </c:pt>
                <c:pt idx="3654">
                  <c:v>425.9</c:v>
                </c:pt>
                <c:pt idx="3655">
                  <c:v>427.05</c:v>
                </c:pt>
                <c:pt idx="3656">
                  <c:v>428.75</c:v>
                </c:pt>
                <c:pt idx="3657">
                  <c:v>418</c:v>
                </c:pt>
                <c:pt idx="3658">
                  <c:v>428.15</c:v>
                </c:pt>
                <c:pt idx="3659">
                  <c:v>435</c:v>
                </c:pt>
                <c:pt idx="3660">
                  <c:v>439.55</c:v>
                </c:pt>
                <c:pt idx="3661">
                  <c:v>444.55</c:v>
                </c:pt>
                <c:pt idx="3662">
                  <c:v>436.9</c:v>
                </c:pt>
                <c:pt idx="3663">
                  <c:v>437.5</c:v>
                </c:pt>
                <c:pt idx="3664">
                  <c:v>443.55</c:v>
                </c:pt>
                <c:pt idx="3665">
                  <c:v>455.15</c:v>
                </c:pt>
                <c:pt idx="3666">
                  <c:v>449.4</c:v>
                </c:pt>
                <c:pt idx="3667">
                  <c:v>445.4</c:v>
                </c:pt>
                <c:pt idx="3668">
                  <c:v>429.5</c:v>
                </c:pt>
                <c:pt idx="3669">
                  <c:v>428.65</c:v>
                </c:pt>
                <c:pt idx="3670">
                  <c:v>420.85</c:v>
                </c:pt>
                <c:pt idx="3671">
                  <c:v>408.75</c:v>
                </c:pt>
                <c:pt idx="3672">
                  <c:v>407.55</c:v>
                </c:pt>
                <c:pt idx="3673">
                  <c:v>413.9</c:v>
                </c:pt>
                <c:pt idx="3674">
                  <c:v>404</c:v>
                </c:pt>
                <c:pt idx="3675">
                  <c:v>419.1</c:v>
                </c:pt>
                <c:pt idx="3676">
                  <c:v>407.3</c:v>
                </c:pt>
                <c:pt idx="3677">
                  <c:v>413.7</c:v>
                </c:pt>
                <c:pt idx="3678">
                  <c:v>400.35</c:v>
                </c:pt>
                <c:pt idx="3679">
                  <c:v>412.05</c:v>
                </c:pt>
                <c:pt idx="3680">
                  <c:v>407.5</c:v>
                </c:pt>
                <c:pt idx="3681">
                  <c:v>408.55</c:v>
                </c:pt>
                <c:pt idx="3682">
                  <c:v>402.85</c:v>
                </c:pt>
                <c:pt idx="3683">
                  <c:v>396.75</c:v>
                </c:pt>
                <c:pt idx="3684">
                  <c:v>406.15</c:v>
                </c:pt>
                <c:pt idx="3685">
                  <c:v>411.45</c:v>
                </c:pt>
                <c:pt idx="3686">
                  <c:v>404.2</c:v>
                </c:pt>
                <c:pt idx="3687">
                  <c:v>406.75</c:v>
                </c:pt>
                <c:pt idx="3688">
                  <c:v>402.15</c:v>
                </c:pt>
                <c:pt idx="3689">
                  <c:v>397.1</c:v>
                </c:pt>
                <c:pt idx="3690">
                  <c:v>397.1</c:v>
                </c:pt>
                <c:pt idx="3691">
                  <c:v>419</c:v>
                </c:pt>
                <c:pt idx="3692">
                  <c:v>408</c:v>
                </c:pt>
                <c:pt idx="3693">
                  <c:v>399.45</c:v>
                </c:pt>
                <c:pt idx="3694">
                  <c:v>403.45</c:v>
                </c:pt>
                <c:pt idx="3695">
                  <c:v>394.65</c:v>
                </c:pt>
                <c:pt idx="3696">
                  <c:v>391.7</c:v>
                </c:pt>
                <c:pt idx="3697">
                  <c:v>392.8</c:v>
                </c:pt>
                <c:pt idx="3698">
                  <c:v>395.9</c:v>
                </c:pt>
                <c:pt idx="3699">
                  <c:v>405.15</c:v>
                </c:pt>
                <c:pt idx="3700">
                  <c:v>404.55</c:v>
                </c:pt>
                <c:pt idx="3701">
                  <c:v>403.6</c:v>
                </c:pt>
                <c:pt idx="3702">
                  <c:v>409.65</c:v>
                </c:pt>
                <c:pt idx="3703">
                  <c:v>394.2</c:v>
                </c:pt>
                <c:pt idx="3704">
                  <c:v>394.85</c:v>
                </c:pt>
                <c:pt idx="3705">
                  <c:v>393.65</c:v>
                </c:pt>
                <c:pt idx="3706">
                  <c:v>385.8</c:v>
                </c:pt>
                <c:pt idx="3707">
                  <c:v>393.25</c:v>
                </c:pt>
                <c:pt idx="3708">
                  <c:v>396.45</c:v>
                </c:pt>
                <c:pt idx="3709">
                  <c:v>390.65</c:v>
                </c:pt>
                <c:pt idx="3710">
                  <c:v>384.15</c:v>
                </c:pt>
                <c:pt idx="3711">
                  <c:v>385.75</c:v>
                </c:pt>
                <c:pt idx="3712">
                  <c:v>383.3</c:v>
                </c:pt>
                <c:pt idx="3713">
                  <c:v>380.9</c:v>
                </c:pt>
                <c:pt idx="3714">
                  <c:v>386.45</c:v>
                </c:pt>
                <c:pt idx="3715">
                  <c:v>385.9</c:v>
                </c:pt>
                <c:pt idx="3716">
                  <c:v>382.3</c:v>
                </c:pt>
                <c:pt idx="3717">
                  <c:v>379.4</c:v>
                </c:pt>
                <c:pt idx="3718">
                  <c:v>364.45</c:v>
                </c:pt>
                <c:pt idx="3719">
                  <c:v>360.5</c:v>
                </c:pt>
                <c:pt idx="3720">
                  <c:v>371.45</c:v>
                </c:pt>
                <c:pt idx="3721">
                  <c:v>370.8</c:v>
                </c:pt>
                <c:pt idx="3722">
                  <c:v>365.3</c:v>
                </c:pt>
                <c:pt idx="3723">
                  <c:v>368.3</c:v>
                </c:pt>
                <c:pt idx="3724">
                  <c:v>352.1</c:v>
                </c:pt>
                <c:pt idx="3725">
                  <c:v>361.1</c:v>
                </c:pt>
                <c:pt idx="3726">
                  <c:v>349.45</c:v>
                </c:pt>
                <c:pt idx="3727">
                  <c:v>337.1</c:v>
                </c:pt>
                <c:pt idx="3728">
                  <c:v>343.05</c:v>
                </c:pt>
                <c:pt idx="3729">
                  <c:v>335.55</c:v>
                </c:pt>
                <c:pt idx="3730">
                  <c:v>343</c:v>
                </c:pt>
                <c:pt idx="3731">
                  <c:v>344.95</c:v>
                </c:pt>
                <c:pt idx="3732">
                  <c:v>349.45</c:v>
                </c:pt>
                <c:pt idx="3733">
                  <c:v>357.55</c:v>
                </c:pt>
                <c:pt idx="3734">
                  <c:v>352.05</c:v>
                </c:pt>
                <c:pt idx="3735">
                  <c:v>344</c:v>
                </c:pt>
                <c:pt idx="3736">
                  <c:v>344.45</c:v>
                </c:pt>
                <c:pt idx="3737">
                  <c:v>346.9</c:v>
                </c:pt>
                <c:pt idx="3738">
                  <c:v>341.65</c:v>
                </c:pt>
                <c:pt idx="3739">
                  <c:v>341.35</c:v>
                </c:pt>
                <c:pt idx="3740">
                  <c:v>344.05</c:v>
                </c:pt>
                <c:pt idx="3741">
                  <c:v>349.2</c:v>
                </c:pt>
                <c:pt idx="3742">
                  <c:v>353.15</c:v>
                </c:pt>
                <c:pt idx="3743">
                  <c:v>333.15</c:v>
                </c:pt>
                <c:pt idx="3744">
                  <c:v>338.05</c:v>
                </c:pt>
                <c:pt idx="3745">
                  <c:v>341.8</c:v>
                </c:pt>
                <c:pt idx="3746">
                  <c:v>351</c:v>
                </c:pt>
                <c:pt idx="3747">
                  <c:v>347.7</c:v>
                </c:pt>
                <c:pt idx="3748">
                  <c:v>339.95</c:v>
                </c:pt>
                <c:pt idx="3749">
                  <c:v>344.05</c:v>
                </c:pt>
                <c:pt idx="3750">
                  <c:v>346.5</c:v>
                </c:pt>
                <c:pt idx="3751">
                  <c:v>347.1</c:v>
                </c:pt>
                <c:pt idx="3752">
                  <c:v>347.5</c:v>
                </c:pt>
                <c:pt idx="3753">
                  <c:v>350.3</c:v>
                </c:pt>
                <c:pt idx="3754">
                  <c:v>346.05</c:v>
                </c:pt>
                <c:pt idx="3755">
                  <c:v>352.9</c:v>
                </c:pt>
                <c:pt idx="3756">
                  <c:v>348.8</c:v>
                </c:pt>
                <c:pt idx="3757">
                  <c:v>350.25</c:v>
                </c:pt>
                <c:pt idx="3758">
                  <c:v>353.9</c:v>
                </c:pt>
                <c:pt idx="3759">
                  <c:v>351.9</c:v>
                </c:pt>
                <c:pt idx="3760">
                  <c:v>351.35</c:v>
                </c:pt>
                <c:pt idx="3761">
                  <c:v>349.85</c:v>
                </c:pt>
                <c:pt idx="3762">
                  <c:v>359.45</c:v>
                </c:pt>
                <c:pt idx="3763">
                  <c:v>368.55</c:v>
                </c:pt>
                <c:pt idx="3764">
                  <c:v>356.65</c:v>
                </c:pt>
                <c:pt idx="3765">
                  <c:v>351</c:v>
                </c:pt>
                <c:pt idx="3766">
                  <c:v>356.35</c:v>
                </c:pt>
                <c:pt idx="3767">
                  <c:v>354.65</c:v>
                </c:pt>
                <c:pt idx="3768">
                  <c:v>344.95</c:v>
                </c:pt>
                <c:pt idx="3769">
                  <c:v>346.45</c:v>
                </c:pt>
                <c:pt idx="3770">
                  <c:v>339.55</c:v>
                </c:pt>
                <c:pt idx="3771">
                  <c:v>340.45</c:v>
                </c:pt>
                <c:pt idx="3772">
                  <c:v>332.6</c:v>
                </c:pt>
                <c:pt idx="3773">
                  <c:v>333.45</c:v>
                </c:pt>
                <c:pt idx="3774">
                  <c:v>330.7</c:v>
                </c:pt>
                <c:pt idx="3775">
                  <c:v>324.85000000000002</c:v>
                </c:pt>
                <c:pt idx="3776">
                  <c:v>315.05</c:v>
                </c:pt>
                <c:pt idx="3777">
                  <c:v>317.14999999999998</c:v>
                </c:pt>
                <c:pt idx="3778">
                  <c:v>319.35000000000002</c:v>
                </c:pt>
                <c:pt idx="3779">
                  <c:v>324.75</c:v>
                </c:pt>
                <c:pt idx="3780">
                  <c:v>324.95</c:v>
                </c:pt>
                <c:pt idx="3781">
                  <c:v>320.05</c:v>
                </c:pt>
                <c:pt idx="3782">
                  <c:v>320.5</c:v>
                </c:pt>
                <c:pt idx="3783">
                  <c:v>320.55</c:v>
                </c:pt>
                <c:pt idx="3784">
                  <c:v>319.95</c:v>
                </c:pt>
                <c:pt idx="3785">
                  <c:v>316</c:v>
                </c:pt>
                <c:pt idx="3786">
                  <c:v>314.39999999999998</c:v>
                </c:pt>
                <c:pt idx="3787">
                  <c:v>309.5</c:v>
                </c:pt>
                <c:pt idx="3788">
                  <c:v>312.2</c:v>
                </c:pt>
                <c:pt idx="3789">
                  <c:v>313.89999999999998</c:v>
                </c:pt>
                <c:pt idx="3790">
                  <c:v>312</c:v>
                </c:pt>
                <c:pt idx="3791">
                  <c:v>314.2</c:v>
                </c:pt>
                <c:pt idx="3792">
                  <c:v>309.2</c:v>
                </c:pt>
                <c:pt idx="3793">
                  <c:v>311.89999999999998</c:v>
                </c:pt>
                <c:pt idx="3794">
                  <c:v>311.35000000000002</c:v>
                </c:pt>
                <c:pt idx="3795">
                  <c:v>314.39999999999998</c:v>
                </c:pt>
                <c:pt idx="3796">
                  <c:v>313.39999999999998</c:v>
                </c:pt>
                <c:pt idx="3797">
                  <c:v>309.64999999999998</c:v>
                </c:pt>
                <c:pt idx="3798">
                  <c:v>301.60000000000002</c:v>
                </c:pt>
                <c:pt idx="3799">
                  <c:v>304.95</c:v>
                </c:pt>
                <c:pt idx="3800">
                  <c:v>315.2</c:v>
                </c:pt>
                <c:pt idx="3801">
                  <c:v>306.35000000000002</c:v>
                </c:pt>
                <c:pt idx="3802">
                  <c:v>306.45</c:v>
                </c:pt>
                <c:pt idx="3803">
                  <c:v>317.25</c:v>
                </c:pt>
                <c:pt idx="3804">
                  <c:v>319</c:v>
                </c:pt>
                <c:pt idx="3805">
                  <c:v>313</c:v>
                </c:pt>
                <c:pt idx="3806">
                  <c:v>310.14999999999998</c:v>
                </c:pt>
                <c:pt idx="3807">
                  <c:v>309.75</c:v>
                </c:pt>
                <c:pt idx="3808">
                  <c:v>311.85000000000002</c:v>
                </c:pt>
                <c:pt idx="3809">
                  <c:v>317.14999999999998</c:v>
                </c:pt>
                <c:pt idx="3810">
                  <c:v>327.64999999999998</c:v>
                </c:pt>
                <c:pt idx="3811">
                  <c:v>330</c:v>
                </c:pt>
                <c:pt idx="3812">
                  <c:v>321.8</c:v>
                </c:pt>
                <c:pt idx="3813">
                  <c:v>320.35000000000002</c:v>
                </c:pt>
                <c:pt idx="3814">
                  <c:v>312.3</c:v>
                </c:pt>
                <c:pt idx="3815">
                  <c:v>307.95</c:v>
                </c:pt>
                <c:pt idx="3816">
                  <c:v>316.85000000000002</c:v>
                </c:pt>
                <c:pt idx="3817">
                  <c:v>309.35000000000002</c:v>
                </c:pt>
                <c:pt idx="3818">
                  <c:v>307.55</c:v>
                </c:pt>
                <c:pt idx="3819">
                  <c:v>306.3</c:v>
                </c:pt>
                <c:pt idx="3820">
                  <c:v>304</c:v>
                </c:pt>
                <c:pt idx="3821">
                  <c:v>328.35</c:v>
                </c:pt>
                <c:pt idx="3822">
                  <c:v>342.15</c:v>
                </c:pt>
                <c:pt idx="3823">
                  <c:v>327.9</c:v>
                </c:pt>
                <c:pt idx="3824">
                  <c:v>320.05</c:v>
                </c:pt>
                <c:pt idx="3825">
                  <c:v>315.5</c:v>
                </c:pt>
                <c:pt idx="3826">
                  <c:v>319</c:v>
                </c:pt>
                <c:pt idx="3827">
                  <c:v>309.64999999999998</c:v>
                </c:pt>
                <c:pt idx="3828">
                  <c:v>311.10000000000002</c:v>
                </c:pt>
                <c:pt idx="3829">
                  <c:v>316.14999999999998</c:v>
                </c:pt>
                <c:pt idx="3830">
                  <c:v>318.89999999999998</c:v>
                </c:pt>
                <c:pt idx="3831">
                  <c:v>321.75</c:v>
                </c:pt>
                <c:pt idx="3832">
                  <c:v>317.60000000000002</c:v>
                </c:pt>
                <c:pt idx="3833">
                  <c:v>314.55</c:v>
                </c:pt>
                <c:pt idx="3834">
                  <c:v>318.3</c:v>
                </c:pt>
                <c:pt idx="3835">
                  <c:v>323.05</c:v>
                </c:pt>
                <c:pt idx="3836">
                  <c:v>329.55</c:v>
                </c:pt>
                <c:pt idx="3837">
                  <c:v>322.5</c:v>
                </c:pt>
                <c:pt idx="3838">
                  <c:v>332</c:v>
                </c:pt>
                <c:pt idx="3839">
                  <c:v>327.9</c:v>
                </c:pt>
                <c:pt idx="3840">
                  <c:v>329.85</c:v>
                </c:pt>
                <c:pt idx="3841">
                  <c:v>324.10000000000002</c:v>
                </c:pt>
                <c:pt idx="3842">
                  <c:v>320.3</c:v>
                </c:pt>
                <c:pt idx="3843">
                  <c:v>307.85000000000002</c:v>
                </c:pt>
                <c:pt idx="3844">
                  <c:v>301.35000000000002</c:v>
                </c:pt>
                <c:pt idx="3845">
                  <c:v>308.2</c:v>
                </c:pt>
                <c:pt idx="3846">
                  <c:v>306.39999999999998</c:v>
                </c:pt>
                <c:pt idx="3847">
                  <c:v>301.45</c:v>
                </c:pt>
                <c:pt idx="3848">
                  <c:v>305.35000000000002</c:v>
                </c:pt>
                <c:pt idx="3849">
                  <c:v>301</c:v>
                </c:pt>
                <c:pt idx="3850">
                  <c:v>300.39999999999998</c:v>
                </c:pt>
                <c:pt idx="3851">
                  <c:v>303.95</c:v>
                </c:pt>
                <c:pt idx="3852">
                  <c:v>304.45</c:v>
                </c:pt>
                <c:pt idx="3853">
                  <c:v>306</c:v>
                </c:pt>
                <c:pt idx="3854">
                  <c:v>312.85000000000002</c:v>
                </c:pt>
                <c:pt idx="3855">
                  <c:v>319.14999999999998</c:v>
                </c:pt>
                <c:pt idx="3856">
                  <c:v>318.39999999999998</c:v>
                </c:pt>
                <c:pt idx="3857">
                  <c:v>318.89999999999998</c:v>
                </c:pt>
                <c:pt idx="3858">
                  <c:v>317.89999999999998</c:v>
                </c:pt>
                <c:pt idx="3859">
                  <c:v>312.95</c:v>
                </c:pt>
                <c:pt idx="3860">
                  <c:v>313.2</c:v>
                </c:pt>
                <c:pt idx="3861">
                  <c:v>309.05</c:v>
                </c:pt>
                <c:pt idx="3862">
                  <c:v>309.60000000000002</c:v>
                </c:pt>
                <c:pt idx="3863">
                  <c:v>313.89999999999998</c:v>
                </c:pt>
                <c:pt idx="3864">
                  <c:v>310</c:v>
                </c:pt>
                <c:pt idx="3865">
                  <c:v>309.2</c:v>
                </c:pt>
                <c:pt idx="3866">
                  <c:v>308.25</c:v>
                </c:pt>
                <c:pt idx="3867">
                  <c:v>304.95</c:v>
                </c:pt>
                <c:pt idx="3868">
                  <c:v>302.95</c:v>
                </c:pt>
                <c:pt idx="3869">
                  <c:v>298.7</c:v>
                </c:pt>
                <c:pt idx="3870">
                  <c:v>293.89999999999998</c:v>
                </c:pt>
                <c:pt idx="3871">
                  <c:v>290.60000000000002</c:v>
                </c:pt>
                <c:pt idx="3872">
                  <c:v>289.7</c:v>
                </c:pt>
                <c:pt idx="3873">
                  <c:v>291.2</c:v>
                </c:pt>
                <c:pt idx="3874">
                  <c:v>291.60000000000002</c:v>
                </c:pt>
                <c:pt idx="3875">
                  <c:v>292.8</c:v>
                </c:pt>
                <c:pt idx="3876">
                  <c:v>291.85000000000002</c:v>
                </c:pt>
                <c:pt idx="3877">
                  <c:v>281.25</c:v>
                </c:pt>
                <c:pt idx="3878">
                  <c:v>284.85000000000002</c:v>
                </c:pt>
                <c:pt idx="3879">
                  <c:v>283.85000000000002</c:v>
                </c:pt>
                <c:pt idx="3880">
                  <c:v>282.85000000000002</c:v>
                </c:pt>
                <c:pt idx="3881">
                  <c:v>271.5</c:v>
                </c:pt>
                <c:pt idx="3882">
                  <c:v>269.85000000000002</c:v>
                </c:pt>
                <c:pt idx="3883">
                  <c:v>269.75</c:v>
                </c:pt>
                <c:pt idx="3884">
                  <c:v>270.89999999999998</c:v>
                </c:pt>
                <c:pt idx="3885">
                  <c:v>272.7</c:v>
                </c:pt>
                <c:pt idx="3886">
                  <c:v>273.64999999999998</c:v>
                </c:pt>
                <c:pt idx="3887">
                  <c:v>266.35000000000002</c:v>
                </c:pt>
                <c:pt idx="3888">
                  <c:v>270</c:v>
                </c:pt>
                <c:pt idx="3889">
                  <c:v>270.95</c:v>
                </c:pt>
                <c:pt idx="3890">
                  <c:v>282.85000000000002</c:v>
                </c:pt>
                <c:pt idx="3891">
                  <c:v>275.05</c:v>
                </c:pt>
                <c:pt idx="3892">
                  <c:v>270.05</c:v>
                </c:pt>
                <c:pt idx="3893">
                  <c:v>269.35000000000002</c:v>
                </c:pt>
                <c:pt idx="3894">
                  <c:v>269.75</c:v>
                </c:pt>
                <c:pt idx="3895">
                  <c:v>270.39999999999998</c:v>
                </c:pt>
                <c:pt idx="3896">
                  <c:v>264</c:v>
                </c:pt>
                <c:pt idx="3897">
                  <c:v>260.8</c:v>
                </c:pt>
                <c:pt idx="3898">
                  <c:v>260.60000000000002</c:v>
                </c:pt>
                <c:pt idx="3899">
                  <c:v>255.8</c:v>
                </c:pt>
                <c:pt idx="3900">
                  <c:v>255.95</c:v>
                </c:pt>
                <c:pt idx="3901">
                  <c:v>227.7</c:v>
                </c:pt>
                <c:pt idx="3902">
                  <c:v>230.65</c:v>
                </c:pt>
                <c:pt idx="3903">
                  <c:v>224.85</c:v>
                </c:pt>
                <c:pt idx="3904">
                  <c:v>230.3</c:v>
                </c:pt>
                <c:pt idx="3905">
                  <c:v>243.65</c:v>
                </c:pt>
                <c:pt idx="3906">
                  <c:v>239.3</c:v>
                </c:pt>
                <c:pt idx="3907">
                  <c:v>234.1</c:v>
                </c:pt>
                <c:pt idx="3908">
                  <c:v>225.2</c:v>
                </c:pt>
                <c:pt idx="3909">
                  <c:v>229.15</c:v>
                </c:pt>
                <c:pt idx="3910">
                  <c:v>225.55</c:v>
                </c:pt>
                <c:pt idx="3911">
                  <c:v>226.05</c:v>
                </c:pt>
                <c:pt idx="3912">
                  <c:v>229.9</c:v>
                </c:pt>
                <c:pt idx="3913">
                  <c:v>230.4</c:v>
                </c:pt>
                <c:pt idx="3914">
                  <c:v>226.9</c:v>
                </c:pt>
                <c:pt idx="3915">
                  <c:v>228.35</c:v>
                </c:pt>
                <c:pt idx="3916">
                  <c:v>229.65</c:v>
                </c:pt>
                <c:pt idx="3917">
                  <c:v>229.3</c:v>
                </c:pt>
                <c:pt idx="3918">
                  <c:v>230.5</c:v>
                </c:pt>
                <c:pt idx="3919">
                  <c:v>239.2</c:v>
                </c:pt>
                <c:pt idx="3920">
                  <c:v>238.95</c:v>
                </c:pt>
                <c:pt idx="3921">
                  <c:v>234.5</c:v>
                </c:pt>
                <c:pt idx="3922">
                  <c:v>236.55</c:v>
                </c:pt>
                <c:pt idx="3923">
                  <c:v>227.5</c:v>
                </c:pt>
                <c:pt idx="3924">
                  <c:v>225.1</c:v>
                </c:pt>
                <c:pt idx="3925">
                  <c:v>226.4</c:v>
                </c:pt>
                <c:pt idx="3926">
                  <c:v>229.35</c:v>
                </c:pt>
                <c:pt idx="3927">
                  <c:v>232.35</c:v>
                </c:pt>
                <c:pt idx="3928">
                  <c:v>240.5</c:v>
                </c:pt>
                <c:pt idx="3929">
                  <c:v>247.35</c:v>
                </c:pt>
                <c:pt idx="3930">
                  <c:v>257.75</c:v>
                </c:pt>
                <c:pt idx="3931">
                  <c:v>257.64999999999998</c:v>
                </c:pt>
                <c:pt idx="3932">
                  <c:v>263.64999999999998</c:v>
                </c:pt>
                <c:pt idx="3933">
                  <c:v>263.39999999999998</c:v>
                </c:pt>
                <c:pt idx="3934">
                  <c:v>253.9</c:v>
                </c:pt>
                <c:pt idx="3935">
                  <c:v>255</c:v>
                </c:pt>
                <c:pt idx="3936">
                  <c:v>260.14999999999998</c:v>
                </c:pt>
                <c:pt idx="3937">
                  <c:v>264.10000000000002</c:v>
                </c:pt>
                <c:pt idx="3938">
                  <c:v>257.85000000000002</c:v>
                </c:pt>
                <c:pt idx="3939">
                  <c:v>253.15</c:v>
                </c:pt>
                <c:pt idx="3940">
                  <c:v>253.45</c:v>
                </c:pt>
                <c:pt idx="3941">
                  <c:v>257.3</c:v>
                </c:pt>
                <c:pt idx="3942">
                  <c:v>256.45</c:v>
                </c:pt>
                <c:pt idx="3943">
                  <c:v>247.9</c:v>
                </c:pt>
                <c:pt idx="3944">
                  <c:v>251.8</c:v>
                </c:pt>
                <c:pt idx="3945">
                  <c:v>250.85</c:v>
                </c:pt>
                <c:pt idx="3946">
                  <c:v>246.95</c:v>
                </c:pt>
                <c:pt idx="3947">
                  <c:v>247.4</c:v>
                </c:pt>
                <c:pt idx="3948">
                  <c:v>250.7</c:v>
                </c:pt>
                <c:pt idx="3949">
                  <c:v>252.1</c:v>
                </c:pt>
                <c:pt idx="3950">
                  <c:v>250.65</c:v>
                </c:pt>
                <c:pt idx="3951">
                  <c:v>251.45</c:v>
                </c:pt>
                <c:pt idx="3952">
                  <c:v>249.3</c:v>
                </c:pt>
                <c:pt idx="3953">
                  <c:v>236.7</c:v>
                </c:pt>
                <c:pt idx="3954">
                  <c:v>237</c:v>
                </c:pt>
                <c:pt idx="3955">
                  <c:v>228.9</c:v>
                </c:pt>
                <c:pt idx="3956">
                  <c:v>230.15</c:v>
                </c:pt>
                <c:pt idx="3957">
                  <c:v>232.35</c:v>
                </c:pt>
                <c:pt idx="3958">
                  <c:v>230.7</c:v>
                </c:pt>
                <c:pt idx="3959">
                  <c:v>233</c:v>
                </c:pt>
                <c:pt idx="3960">
                  <c:v>234.05</c:v>
                </c:pt>
                <c:pt idx="3961">
                  <c:v>231.7</c:v>
                </c:pt>
                <c:pt idx="3962">
                  <c:v>232.8</c:v>
                </c:pt>
                <c:pt idx="3963">
                  <c:v>234.85</c:v>
                </c:pt>
                <c:pt idx="3964">
                  <c:v>235.4</c:v>
                </c:pt>
                <c:pt idx="3965">
                  <c:v>234.15</c:v>
                </c:pt>
                <c:pt idx="3966">
                  <c:v>235.6</c:v>
                </c:pt>
                <c:pt idx="3967">
                  <c:v>235.8</c:v>
                </c:pt>
                <c:pt idx="3968">
                  <c:v>229.7</c:v>
                </c:pt>
                <c:pt idx="3969">
                  <c:v>227.2</c:v>
                </c:pt>
                <c:pt idx="3970">
                  <c:v>223.9</c:v>
                </c:pt>
                <c:pt idx="3971">
                  <c:v>215.75</c:v>
                </c:pt>
                <c:pt idx="3972">
                  <c:v>217.1</c:v>
                </c:pt>
                <c:pt idx="3973">
                  <c:v>219.8</c:v>
                </c:pt>
                <c:pt idx="3974">
                  <c:v>215.35</c:v>
                </c:pt>
                <c:pt idx="3975">
                  <c:v>213.4</c:v>
                </c:pt>
                <c:pt idx="3976">
                  <c:v>217.8</c:v>
                </c:pt>
                <c:pt idx="3977">
                  <c:v>226.65</c:v>
                </c:pt>
                <c:pt idx="3978">
                  <c:v>224.8</c:v>
                </c:pt>
                <c:pt idx="3979">
                  <c:v>223.25</c:v>
                </c:pt>
                <c:pt idx="3980">
                  <c:v>230.45</c:v>
                </c:pt>
                <c:pt idx="3981">
                  <c:v>230.55</c:v>
                </c:pt>
                <c:pt idx="3982">
                  <c:v>235.55</c:v>
                </c:pt>
                <c:pt idx="3983">
                  <c:v>233.85</c:v>
                </c:pt>
                <c:pt idx="3984">
                  <c:v>240.2</c:v>
                </c:pt>
                <c:pt idx="3985">
                  <c:v>239.75</c:v>
                </c:pt>
                <c:pt idx="3986">
                  <c:v>239.9</c:v>
                </c:pt>
                <c:pt idx="3987">
                  <c:v>241.75</c:v>
                </c:pt>
                <c:pt idx="3988">
                  <c:v>242.5</c:v>
                </c:pt>
                <c:pt idx="3989">
                  <c:v>238.05</c:v>
                </c:pt>
                <c:pt idx="3990">
                  <c:v>241.85</c:v>
                </c:pt>
                <c:pt idx="3991">
                  <c:v>237.55</c:v>
                </c:pt>
                <c:pt idx="3992">
                  <c:v>226.6</c:v>
                </c:pt>
                <c:pt idx="3993">
                  <c:v>230.15</c:v>
                </c:pt>
                <c:pt idx="3994">
                  <c:v>225.5</c:v>
                </c:pt>
                <c:pt idx="3995">
                  <c:v>221.35</c:v>
                </c:pt>
                <c:pt idx="3996">
                  <c:v>223.2</c:v>
                </c:pt>
                <c:pt idx="3997">
                  <c:v>223.25</c:v>
                </c:pt>
                <c:pt idx="3998">
                  <c:v>219.45</c:v>
                </c:pt>
                <c:pt idx="3999">
                  <c:v>214.4</c:v>
                </c:pt>
                <c:pt idx="4000">
                  <c:v>218</c:v>
                </c:pt>
                <c:pt idx="4001">
                  <c:v>213.3</c:v>
                </c:pt>
                <c:pt idx="4002">
                  <c:v>207.3</c:v>
                </c:pt>
                <c:pt idx="4003">
                  <c:v>216.25</c:v>
                </c:pt>
                <c:pt idx="4004">
                  <c:v>219.65</c:v>
                </c:pt>
                <c:pt idx="4005">
                  <c:v>218.4</c:v>
                </c:pt>
                <c:pt idx="4006">
                  <c:v>219.9</c:v>
                </c:pt>
                <c:pt idx="4007">
                  <c:v>226.25</c:v>
                </c:pt>
                <c:pt idx="4008">
                  <c:v>225.05</c:v>
                </c:pt>
                <c:pt idx="4009">
                  <c:v>216.55</c:v>
                </c:pt>
                <c:pt idx="4010">
                  <c:v>213.05</c:v>
                </c:pt>
                <c:pt idx="4011">
                  <c:v>220</c:v>
                </c:pt>
                <c:pt idx="4012">
                  <c:v>219.95</c:v>
                </c:pt>
                <c:pt idx="4013">
                  <c:v>214.05</c:v>
                </c:pt>
                <c:pt idx="4014">
                  <c:v>218.15</c:v>
                </c:pt>
                <c:pt idx="4015">
                  <c:v>213.5</c:v>
                </c:pt>
                <c:pt idx="4016">
                  <c:v>203.15</c:v>
                </c:pt>
                <c:pt idx="4017">
                  <c:v>193.25</c:v>
                </c:pt>
                <c:pt idx="4018">
                  <c:v>200.35</c:v>
                </c:pt>
                <c:pt idx="4019">
                  <c:v>199.95</c:v>
                </c:pt>
                <c:pt idx="4020">
                  <c:v>200.35</c:v>
                </c:pt>
                <c:pt idx="4021">
                  <c:v>209.1</c:v>
                </c:pt>
                <c:pt idx="4022">
                  <c:v>211.15</c:v>
                </c:pt>
                <c:pt idx="4023">
                  <c:v>214.4</c:v>
                </c:pt>
                <c:pt idx="4024">
                  <c:v>214.6</c:v>
                </c:pt>
                <c:pt idx="4025">
                  <c:v>209.4</c:v>
                </c:pt>
                <c:pt idx="4026">
                  <c:v>216.25</c:v>
                </c:pt>
                <c:pt idx="4027">
                  <c:v>216.05</c:v>
                </c:pt>
                <c:pt idx="4028">
                  <c:v>194.1</c:v>
                </c:pt>
                <c:pt idx="4029">
                  <c:v>191.5</c:v>
                </c:pt>
                <c:pt idx="4030">
                  <c:v>194.95</c:v>
                </c:pt>
                <c:pt idx="4031">
                  <c:v>197.2</c:v>
                </c:pt>
                <c:pt idx="4032">
                  <c:v>200.7</c:v>
                </c:pt>
                <c:pt idx="4033">
                  <c:v>201.85</c:v>
                </c:pt>
                <c:pt idx="4034">
                  <c:v>205.25</c:v>
                </c:pt>
                <c:pt idx="4035">
                  <c:v>205.7</c:v>
                </c:pt>
                <c:pt idx="4036">
                  <c:v>205.1</c:v>
                </c:pt>
                <c:pt idx="4037">
                  <c:v>208.25</c:v>
                </c:pt>
                <c:pt idx="4038">
                  <c:v>207.4</c:v>
                </c:pt>
                <c:pt idx="4039">
                  <c:v>206.5</c:v>
                </c:pt>
                <c:pt idx="4040">
                  <c:v>212.25</c:v>
                </c:pt>
                <c:pt idx="4041">
                  <c:v>214.6</c:v>
                </c:pt>
                <c:pt idx="4042">
                  <c:v>216.65</c:v>
                </c:pt>
                <c:pt idx="4043">
                  <c:v>216.1</c:v>
                </c:pt>
                <c:pt idx="4044">
                  <c:v>214.6</c:v>
                </c:pt>
                <c:pt idx="4045">
                  <c:v>213.95</c:v>
                </c:pt>
                <c:pt idx="4046">
                  <c:v>212.25</c:v>
                </c:pt>
                <c:pt idx="4047">
                  <c:v>217.9</c:v>
                </c:pt>
                <c:pt idx="4048">
                  <c:v>214.1</c:v>
                </c:pt>
                <c:pt idx="4049">
                  <c:v>208.8</c:v>
                </c:pt>
                <c:pt idx="4050">
                  <c:v>207.3</c:v>
                </c:pt>
                <c:pt idx="4051">
                  <c:v>205.5</c:v>
                </c:pt>
                <c:pt idx="4052">
                  <c:v>206.1</c:v>
                </c:pt>
                <c:pt idx="4053">
                  <c:v>207.75</c:v>
                </c:pt>
                <c:pt idx="4054">
                  <c:v>206.15</c:v>
                </c:pt>
                <c:pt idx="4055">
                  <c:v>207.6</c:v>
                </c:pt>
                <c:pt idx="4056">
                  <c:v>211.35</c:v>
                </c:pt>
                <c:pt idx="4057">
                  <c:v>213.35</c:v>
                </c:pt>
                <c:pt idx="4058">
                  <c:v>207.55</c:v>
                </c:pt>
                <c:pt idx="4059">
                  <c:v>209.85</c:v>
                </c:pt>
                <c:pt idx="4060">
                  <c:v>212.95</c:v>
                </c:pt>
                <c:pt idx="4061">
                  <c:v>216.1</c:v>
                </c:pt>
                <c:pt idx="4062">
                  <c:v>212.3</c:v>
                </c:pt>
                <c:pt idx="4063">
                  <c:v>214.3</c:v>
                </c:pt>
                <c:pt idx="4064">
                  <c:v>221.8</c:v>
                </c:pt>
                <c:pt idx="4065">
                  <c:v>216.85</c:v>
                </c:pt>
                <c:pt idx="4066">
                  <c:v>217.25</c:v>
                </c:pt>
                <c:pt idx="4067">
                  <c:v>217.75</c:v>
                </c:pt>
                <c:pt idx="4068">
                  <c:v>215.3</c:v>
                </c:pt>
                <c:pt idx="4069">
                  <c:v>210.65</c:v>
                </c:pt>
                <c:pt idx="4070">
                  <c:v>210.5</c:v>
                </c:pt>
                <c:pt idx="4071">
                  <c:v>208.45</c:v>
                </c:pt>
                <c:pt idx="4072">
                  <c:v>211.6</c:v>
                </c:pt>
                <c:pt idx="4073">
                  <c:v>207.9</c:v>
                </c:pt>
                <c:pt idx="4074">
                  <c:v>205.25</c:v>
                </c:pt>
                <c:pt idx="4075">
                  <c:v>206.3</c:v>
                </c:pt>
                <c:pt idx="4076">
                  <c:v>203.75</c:v>
                </c:pt>
                <c:pt idx="4077">
                  <c:v>202.6</c:v>
                </c:pt>
                <c:pt idx="4078">
                  <c:v>210.25</c:v>
                </c:pt>
                <c:pt idx="4079">
                  <c:v>214.25</c:v>
                </c:pt>
                <c:pt idx="4080">
                  <c:v>210.05</c:v>
                </c:pt>
                <c:pt idx="4081">
                  <c:v>213.1</c:v>
                </c:pt>
                <c:pt idx="4082">
                  <c:v>208.15</c:v>
                </c:pt>
                <c:pt idx="4083">
                  <c:v>206.65</c:v>
                </c:pt>
                <c:pt idx="4084">
                  <c:v>210.15</c:v>
                </c:pt>
                <c:pt idx="4085">
                  <c:v>216.05</c:v>
                </c:pt>
                <c:pt idx="4086">
                  <c:v>213</c:v>
                </c:pt>
                <c:pt idx="4087">
                  <c:v>213.45</c:v>
                </c:pt>
                <c:pt idx="4088">
                  <c:v>210.75</c:v>
                </c:pt>
                <c:pt idx="4089">
                  <c:v>210.65</c:v>
                </c:pt>
                <c:pt idx="4090">
                  <c:v>212.8</c:v>
                </c:pt>
                <c:pt idx="4091">
                  <c:v>211.85</c:v>
                </c:pt>
                <c:pt idx="4092">
                  <c:v>210.8</c:v>
                </c:pt>
                <c:pt idx="4093">
                  <c:v>212.95</c:v>
                </c:pt>
                <c:pt idx="4094">
                  <c:v>215.75</c:v>
                </c:pt>
                <c:pt idx="4095">
                  <c:v>220.65</c:v>
                </c:pt>
                <c:pt idx="4096">
                  <c:v>218.2</c:v>
                </c:pt>
                <c:pt idx="4097">
                  <c:v>213.25</c:v>
                </c:pt>
                <c:pt idx="4098">
                  <c:v>212.8</c:v>
                </c:pt>
                <c:pt idx="4099">
                  <c:v>213.7</c:v>
                </c:pt>
                <c:pt idx="4100">
                  <c:v>211.7</c:v>
                </c:pt>
                <c:pt idx="4101">
                  <c:v>210.75</c:v>
                </c:pt>
                <c:pt idx="4102">
                  <c:v>213.85</c:v>
                </c:pt>
                <c:pt idx="4103">
                  <c:v>217.55</c:v>
                </c:pt>
                <c:pt idx="4104">
                  <c:v>218.35</c:v>
                </c:pt>
                <c:pt idx="4105">
                  <c:v>218.5</c:v>
                </c:pt>
                <c:pt idx="4106">
                  <c:v>209.4</c:v>
                </c:pt>
                <c:pt idx="4107">
                  <c:v>210.15</c:v>
                </c:pt>
                <c:pt idx="4108">
                  <c:v>211.35</c:v>
                </c:pt>
                <c:pt idx="4109">
                  <c:v>214.75</c:v>
                </c:pt>
                <c:pt idx="4110">
                  <c:v>216.3</c:v>
                </c:pt>
                <c:pt idx="4111">
                  <c:v>225</c:v>
                </c:pt>
                <c:pt idx="4112">
                  <c:v>232.05</c:v>
                </c:pt>
                <c:pt idx="4113">
                  <c:v>230.75</c:v>
                </c:pt>
                <c:pt idx="4114">
                  <c:v>226.6</c:v>
                </c:pt>
                <c:pt idx="4115">
                  <c:v>223.3</c:v>
                </c:pt>
                <c:pt idx="4116">
                  <c:v>225</c:v>
                </c:pt>
                <c:pt idx="4117">
                  <c:v>227.9</c:v>
                </c:pt>
                <c:pt idx="4118">
                  <c:v>234.15</c:v>
                </c:pt>
                <c:pt idx="4119">
                  <c:v>230.55</c:v>
                </c:pt>
                <c:pt idx="4120">
                  <c:v>230.25</c:v>
                </c:pt>
                <c:pt idx="4121">
                  <c:v>218.6</c:v>
                </c:pt>
                <c:pt idx="4122">
                  <c:v>221</c:v>
                </c:pt>
                <c:pt idx="4123">
                  <c:v>223.9</c:v>
                </c:pt>
                <c:pt idx="4124">
                  <c:v>222.6</c:v>
                </c:pt>
                <c:pt idx="4125">
                  <c:v>222.45</c:v>
                </c:pt>
                <c:pt idx="4126">
                  <c:v>226.8</c:v>
                </c:pt>
                <c:pt idx="4127">
                  <c:v>224.35</c:v>
                </c:pt>
                <c:pt idx="4128">
                  <c:v>223.25</c:v>
                </c:pt>
                <c:pt idx="4129">
                  <c:v>221.35</c:v>
                </c:pt>
                <c:pt idx="4130">
                  <c:v>220.1</c:v>
                </c:pt>
                <c:pt idx="4131">
                  <c:v>218.8</c:v>
                </c:pt>
                <c:pt idx="4132">
                  <c:v>221.1</c:v>
                </c:pt>
                <c:pt idx="4133">
                  <c:v>218.75</c:v>
                </c:pt>
                <c:pt idx="4134">
                  <c:v>219.85</c:v>
                </c:pt>
                <c:pt idx="4135">
                  <c:v>225.95</c:v>
                </c:pt>
                <c:pt idx="4136">
                  <c:v>226.1</c:v>
                </c:pt>
                <c:pt idx="4137">
                  <c:v>229</c:v>
                </c:pt>
                <c:pt idx="4138">
                  <c:v>229.05</c:v>
                </c:pt>
                <c:pt idx="4139">
                  <c:v>231.4</c:v>
                </c:pt>
                <c:pt idx="4140">
                  <c:v>233.6</c:v>
                </c:pt>
                <c:pt idx="4141">
                  <c:v>235.2</c:v>
                </c:pt>
                <c:pt idx="4142">
                  <c:v>237.8</c:v>
                </c:pt>
                <c:pt idx="4143">
                  <c:v>241.35</c:v>
                </c:pt>
                <c:pt idx="4144">
                  <c:v>241.6</c:v>
                </c:pt>
                <c:pt idx="4145">
                  <c:v>239.35</c:v>
                </c:pt>
                <c:pt idx="4146">
                  <c:v>238.4</c:v>
                </c:pt>
                <c:pt idx="4147">
                  <c:v>241</c:v>
                </c:pt>
                <c:pt idx="4148">
                  <c:v>237.8</c:v>
                </c:pt>
                <c:pt idx="4149">
                  <c:v>238.4</c:v>
                </c:pt>
                <c:pt idx="4150">
                  <c:v>237.3</c:v>
                </c:pt>
                <c:pt idx="4151">
                  <c:v>241.7</c:v>
                </c:pt>
                <c:pt idx="4152">
                  <c:v>236.3</c:v>
                </c:pt>
                <c:pt idx="4153">
                  <c:v>236.6</c:v>
                </c:pt>
                <c:pt idx="4154">
                  <c:v>238.75</c:v>
                </c:pt>
                <c:pt idx="4155">
                  <c:v>238.55</c:v>
                </c:pt>
                <c:pt idx="4156">
                  <c:v>244.95</c:v>
                </c:pt>
                <c:pt idx="4157">
                  <c:v>246.3</c:v>
                </c:pt>
                <c:pt idx="4158">
                  <c:v>254.95</c:v>
                </c:pt>
                <c:pt idx="4159">
                  <c:v>251</c:v>
                </c:pt>
                <c:pt idx="4160">
                  <c:v>248.2</c:v>
                </c:pt>
                <c:pt idx="4161">
                  <c:v>248.5</c:v>
                </c:pt>
                <c:pt idx="4162">
                  <c:v>250.3</c:v>
                </c:pt>
                <c:pt idx="4163">
                  <c:v>254.15</c:v>
                </c:pt>
                <c:pt idx="4164">
                  <c:v>257.75</c:v>
                </c:pt>
                <c:pt idx="4165">
                  <c:v>255.35</c:v>
                </c:pt>
                <c:pt idx="4166">
                  <c:v>259.5</c:v>
                </c:pt>
                <c:pt idx="4167">
                  <c:v>260.55</c:v>
                </c:pt>
                <c:pt idx="4168">
                  <c:v>249.55</c:v>
                </c:pt>
                <c:pt idx="4169">
                  <c:v>247.55</c:v>
                </c:pt>
                <c:pt idx="4170">
                  <c:v>251.65</c:v>
                </c:pt>
                <c:pt idx="4171">
                  <c:v>250.15</c:v>
                </c:pt>
                <c:pt idx="4172">
                  <c:v>256.64999999999998</c:v>
                </c:pt>
                <c:pt idx="4173">
                  <c:v>260.25</c:v>
                </c:pt>
                <c:pt idx="4174">
                  <c:v>273.55</c:v>
                </c:pt>
                <c:pt idx="4175">
                  <c:v>266.64999999999998</c:v>
                </c:pt>
                <c:pt idx="4176">
                  <c:v>269.14999999999998</c:v>
                </c:pt>
                <c:pt idx="4177">
                  <c:v>267.35000000000002</c:v>
                </c:pt>
                <c:pt idx="4178">
                  <c:v>266.95</c:v>
                </c:pt>
                <c:pt idx="4179">
                  <c:v>272.75</c:v>
                </c:pt>
                <c:pt idx="4180">
                  <c:v>277.05</c:v>
                </c:pt>
                <c:pt idx="4181">
                  <c:v>278.45</c:v>
                </c:pt>
                <c:pt idx="4182">
                  <c:v>276.5</c:v>
                </c:pt>
                <c:pt idx="4183">
                  <c:v>278.55</c:v>
                </c:pt>
                <c:pt idx="4184">
                  <c:v>281.35000000000002</c:v>
                </c:pt>
                <c:pt idx="4185">
                  <c:v>279.8</c:v>
                </c:pt>
                <c:pt idx="4186">
                  <c:v>292.35000000000002</c:v>
                </c:pt>
                <c:pt idx="4187">
                  <c:v>288.75</c:v>
                </c:pt>
                <c:pt idx="4188">
                  <c:v>290.10000000000002</c:v>
                </c:pt>
                <c:pt idx="4189">
                  <c:v>290.8</c:v>
                </c:pt>
                <c:pt idx="4190">
                  <c:v>286.89999999999998</c:v>
                </c:pt>
                <c:pt idx="4191">
                  <c:v>289.2</c:v>
                </c:pt>
                <c:pt idx="4192">
                  <c:v>289.14999999999998</c:v>
                </c:pt>
                <c:pt idx="4193">
                  <c:v>277.25</c:v>
                </c:pt>
                <c:pt idx="4194">
                  <c:v>267.55</c:v>
                </c:pt>
                <c:pt idx="4195">
                  <c:v>269.5</c:v>
                </c:pt>
                <c:pt idx="4196">
                  <c:v>267.2</c:v>
                </c:pt>
                <c:pt idx="4197">
                  <c:v>270.60000000000002</c:v>
                </c:pt>
                <c:pt idx="4198">
                  <c:v>269.89999999999998</c:v>
                </c:pt>
                <c:pt idx="4199">
                  <c:v>276</c:v>
                </c:pt>
                <c:pt idx="4200">
                  <c:v>273.45</c:v>
                </c:pt>
                <c:pt idx="4201">
                  <c:v>275.60000000000002</c:v>
                </c:pt>
                <c:pt idx="4202">
                  <c:v>272.39999999999998</c:v>
                </c:pt>
                <c:pt idx="4203">
                  <c:v>273.25</c:v>
                </c:pt>
                <c:pt idx="4204">
                  <c:v>275.10000000000002</c:v>
                </c:pt>
                <c:pt idx="4205">
                  <c:v>276.05</c:v>
                </c:pt>
                <c:pt idx="4206">
                  <c:v>277.89999999999998</c:v>
                </c:pt>
                <c:pt idx="4207">
                  <c:v>279.89999999999998</c:v>
                </c:pt>
                <c:pt idx="4208">
                  <c:v>277.25</c:v>
                </c:pt>
                <c:pt idx="4209">
                  <c:v>277.45</c:v>
                </c:pt>
                <c:pt idx="4210">
                  <c:v>284</c:v>
                </c:pt>
                <c:pt idx="4211">
                  <c:v>284.8</c:v>
                </c:pt>
                <c:pt idx="4212">
                  <c:v>288.89999999999998</c:v>
                </c:pt>
                <c:pt idx="4213">
                  <c:v>292.14999999999998</c:v>
                </c:pt>
                <c:pt idx="4214">
                  <c:v>291.25</c:v>
                </c:pt>
                <c:pt idx="4215">
                  <c:v>295.39999999999998</c:v>
                </c:pt>
                <c:pt idx="4216">
                  <c:v>298.75</c:v>
                </c:pt>
                <c:pt idx="4217">
                  <c:v>297.10000000000002</c:v>
                </c:pt>
                <c:pt idx="4218">
                  <c:v>303.3</c:v>
                </c:pt>
                <c:pt idx="4219">
                  <c:v>306.8</c:v>
                </c:pt>
                <c:pt idx="4220">
                  <c:v>311.45</c:v>
                </c:pt>
                <c:pt idx="4221">
                  <c:v>312</c:v>
                </c:pt>
                <c:pt idx="4222">
                  <c:v>305.3</c:v>
                </c:pt>
                <c:pt idx="4223">
                  <c:v>206.45</c:v>
                </c:pt>
                <c:pt idx="4224">
                  <c:v>201.7</c:v>
                </c:pt>
                <c:pt idx="4225">
                  <c:v>201.4</c:v>
                </c:pt>
                <c:pt idx="4226">
                  <c:v>199.85</c:v>
                </c:pt>
                <c:pt idx="4227">
                  <c:v>201.5</c:v>
                </c:pt>
                <c:pt idx="4228">
                  <c:v>194.9</c:v>
                </c:pt>
                <c:pt idx="4229">
                  <c:v>192.95</c:v>
                </c:pt>
                <c:pt idx="4230">
                  <c:v>189</c:v>
                </c:pt>
                <c:pt idx="4231">
                  <c:v>190.3</c:v>
                </c:pt>
                <c:pt idx="4232">
                  <c:v>189.9</c:v>
                </c:pt>
                <c:pt idx="4233">
                  <c:v>191.6</c:v>
                </c:pt>
                <c:pt idx="4234">
                  <c:v>191.35</c:v>
                </c:pt>
                <c:pt idx="4235">
                  <c:v>192.25</c:v>
                </c:pt>
                <c:pt idx="4236">
                  <c:v>192.5</c:v>
                </c:pt>
                <c:pt idx="4237">
                  <c:v>194.8</c:v>
                </c:pt>
                <c:pt idx="4238">
                  <c:v>199.65</c:v>
                </c:pt>
                <c:pt idx="4239">
                  <c:v>202.55</c:v>
                </c:pt>
                <c:pt idx="4240">
                  <c:v>198</c:v>
                </c:pt>
                <c:pt idx="4241">
                  <c:v>198.45</c:v>
                </c:pt>
                <c:pt idx="4242">
                  <c:v>197.65</c:v>
                </c:pt>
                <c:pt idx="4243">
                  <c:v>199.55</c:v>
                </c:pt>
                <c:pt idx="4244">
                  <c:v>201.3</c:v>
                </c:pt>
                <c:pt idx="4245">
                  <c:v>198.35</c:v>
                </c:pt>
                <c:pt idx="4246">
                  <c:v>194.8</c:v>
                </c:pt>
                <c:pt idx="4247">
                  <c:v>198</c:v>
                </c:pt>
                <c:pt idx="4248">
                  <c:v>200.85</c:v>
                </c:pt>
                <c:pt idx="4249">
                  <c:v>197.3</c:v>
                </c:pt>
                <c:pt idx="4250">
                  <c:v>199.9</c:v>
                </c:pt>
                <c:pt idx="4251">
                  <c:v>201.6</c:v>
                </c:pt>
                <c:pt idx="4252">
                  <c:v>204.9</c:v>
                </c:pt>
                <c:pt idx="4253">
                  <c:v>204.5</c:v>
                </c:pt>
                <c:pt idx="4254">
                  <c:v>201.85</c:v>
                </c:pt>
                <c:pt idx="4255">
                  <c:v>202.55</c:v>
                </c:pt>
                <c:pt idx="4256">
                  <c:v>200.2</c:v>
                </c:pt>
                <c:pt idx="4257">
                  <c:v>200.85</c:v>
                </c:pt>
                <c:pt idx="4258">
                  <c:v>200.95</c:v>
                </c:pt>
                <c:pt idx="4259">
                  <c:v>199</c:v>
                </c:pt>
                <c:pt idx="4260">
                  <c:v>193.3</c:v>
                </c:pt>
                <c:pt idx="4261">
                  <c:v>194.4</c:v>
                </c:pt>
                <c:pt idx="4262">
                  <c:v>192.9</c:v>
                </c:pt>
                <c:pt idx="4263">
                  <c:v>193.65</c:v>
                </c:pt>
                <c:pt idx="4264">
                  <c:v>192.25</c:v>
                </c:pt>
                <c:pt idx="4265">
                  <c:v>195.7</c:v>
                </c:pt>
                <c:pt idx="4266">
                  <c:v>194.95</c:v>
                </c:pt>
                <c:pt idx="4267">
                  <c:v>194.1</c:v>
                </c:pt>
                <c:pt idx="4268">
                  <c:v>194.4</c:v>
                </c:pt>
                <c:pt idx="4269">
                  <c:v>195.3</c:v>
                </c:pt>
                <c:pt idx="4270">
                  <c:v>196.25</c:v>
                </c:pt>
                <c:pt idx="4271">
                  <c:v>195.6</c:v>
                </c:pt>
                <c:pt idx="4272">
                  <c:v>196</c:v>
                </c:pt>
                <c:pt idx="4273">
                  <c:v>194.7</c:v>
                </c:pt>
                <c:pt idx="4274">
                  <c:v>193.55</c:v>
                </c:pt>
                <c:pt idx="4275">
                  <c:v>193.85</c:v>
                </c:pt>
                <c:pt idx="4276">
                  <c:v>192.7</c:v>
                </c:pt>
                <c:pt idx="4277">
                  <c:v>193.05</c:v>
                </c:pt>
                <c:pt idx="4278">
                  <c:v>193.8</c:v>
                </c:pt>
                <c:pt idx="4279">
                  <c:v>196.4</c:v>
                </c:pt>
                <c:pt idx="4280">
                  <c:v>192.95</c:v>
                </c:pt>
                <c:pt idx="4281">
                  <c:v>189.65</c:v>
                </c:pt>
                <c:pt idx="4282">
                  <c:v>191.6</c:v>
                </c:pt>
                <c:pt idx="4283">
                  <c:v>191.9</c:v>
                </c:pt>
                <c:pt idx="4284">
                  <c:v>190.7</c:v>
                </c:pt>
                <c:pt idx="4285">
                  <c:v>191.8</c:v>
                </c:pt>
                <c:pt idx="4286">
                  <c:v>190</c:v>
                </c:pt>
                <c:pt idx="4287">
                  <c:v>190.85</c:v>
                </c:pt>
                <c:pt idx="4288">
                  <c:v>194.05</c:v>
                </c:pt>
                <c:pt idx="4289">
                  <c:v>192.5</c:v>
                </c:pt>
                <c:pt idx="4290">
                  <c:v>193.6</c:v>
                </c:pt>
                <c:pt idx="4291">
                  <c:v>191.9</c:v>
                </c:pt>
                <c:pt idx="4292">
                  <c:v>188.9</c:v>
                </c:pt>
                <c:pt idx="4293">
                  <c:v>186.9</c:v>
                </c:pt>
                <c:pt idx="4294">
                  <c:v>186.95</c:v>
                </c:pt>
                <c:pt idx="4295">
                  <c:v>183.9</c:v>
                </c:pt>
                <c:pt idx="4296">
                  <c:v>185</c:v>
                </c:pt>
                <c:pt idx="4297">
                  <c:v>185.8</c:v>
                </c:pt>
                <c:pt idx="4298">
                  <c:v>186.25</c:v>
                </c:pt>
                <c:pt idx="4299">
                  <c:v>187.55</c:v>
                </c:pt>
                <c:pt idx="4300">
                  <c:v>186.4</c:v>
                </c:pt>
                <c:pt idx="4301">
                  <c:v>186.45</c:v>
                </c:pt>
                <c:pt idx="4302">
                  <c:v>187.85</c:v>
                </c:pt>
                <c:pt idx="4303">
                  <c:v>186.7</c:v>
                </c:pt>
                <c:pt idx="4304">
                  <c:v>184.8</c:v>
                </c:pt>
                <c:pt idx="4305">
                  <c:v>183.1</c:v>
                </c:pt>
                <c:pt idx="4306">
                  <c:v>180.95</c:v>
                </c:pt>
                <c:pt idx="4307">
                  <c:v>179.85</c:v>
                </c:pt>
                <c:pt idx="4308">
                  <c:v>179.1</c:v>
                </c:pt>
                <c:pt idx="4309">
                  <c:v>180.25</c:v>
                </c:pt>
                <c:pt idx="4310">
                  <c:v>181.45</c:v>
                </c:pt>
                <c:pt idx="4311">
                  <c:v>181.5</c:v>
                </c:pt>
                <c:pt idx="4312">
                  <c:v>180.1</c:v>
                </c:pt>
                <c:pt idx="4313">
                  <c:v>179.1</c:v>
                </c:pt>
                <c:pt idx="4314">
                  <c:v>186.55</c:v>
                </c:pt>
                <c:pt idx="4315">
                  <c:v>192.4</c:v>
                </c:pt>
                <c:pt idx="4316">
                  <c:v>191.1</c:v>
                </c:pt>
                <c:pt idx="4317">
                  <c:v>188.9</c:v>
                </c:pt>
                <c:pt idx="4318">
                  <c:v>183.8</c:v>
                </c:pt>
                <c:pt idx="4319">
                  <c:v>185.95</c:v>
                </c:pt>
                <c:pt idx="4320">
                  <c:v>186.1</c:v>
                </c:pt>
                <c:pt idx="4321">
                  <c:v>187.95</c:v>
                </c:pt>
                <c:pt idx="4322">
                  <c:v>183.6</c:v>
                </c:pt>
                <c:pt idx="4323">
                  <c:v>184.85</c:v>
                </c:pt>
                <c:pt idx="4324">
                  <c:v>186.75</c:v>
                </c:pt>
                <c:pt idx="4325">
                  <c:v>185.15</c:v>
                </c:pt>
                <c:pt idx="4326">
                  <c:v>184.5</c:v>
                </c:pt>
                <c:pt idx="4327">
                  <c:v>180.9</c:v>
                </c:pt>
                <c:pt idx="4328">
                  <c:v>180.05</c:v>
                </c:pt>
                <c:pt idx="4329">
                  <c:v>177.15</c:v>
                </c:pt>
                <c:pt idx="4330">
                  <c:v>174.65</c:v>
                </c:pt>
                <c:pt idx="4331">
                  <c:v>173.7</c:v>
                </c:pt>
                <c:pt idx="4332">
                  <c:v>174.15</c:v>
                </c:pt>
                <c:pt idx="4333">
                  <c:v>175.75</c:v>
                </c:pt>
                <c:pt idx="4334">
                  <c:v>175.75</c:v>
                </c:pt>
                <c:pt idx="4335">
                  <c:v>178.65</c:v>
                </c:pt>
                <c:pt idx="4336">
                  <c:v>177</c:v>
                </c:pt>
                <c:pt idx="4337">
                  <c:v>174</c:v>
                </c:pt>
                <c:pt idx="4338">
                  <c:v>174</c:v>
                </c:pt>
                <c:pt idx="4339">
                  <c:v>175.75</c:v>
                </c:pt>
                <c:pt idx="4340">
                  <c:v>171.45</c:v>
                </c:pt>
                <c:pt idx="4341">
                  <c:v>172.05</c:v>
                </c:pt>
                <c:pt idx="4342">
                  <c:v>170.55</c:v>
                </c:pt>
                <c:pt idx="4343">
                  <c:v>169.2</c:v>
                </c:pt>
                <c:pt idx="4344">
                  <c:v>168.5</c:v>
                </c:pt>
                <c:pt idx="4345">
                  <c:v>169.1</c:v>
                </c:pt>
                <c:pt idx="4346">
                  <c:v>169.5</c:v>
                </c:pt>
                <c:pt idx="4347">
                  <c:v>167.15</c:v>
                </c:pt>
                <c:pt idx="4348">
                  <c:v>167.15</c:v>
                </c:pt>
                <c:pt idx="4349">
                  <c:v>166.05</c:v>
                </c:pt>
                <c:pt idx="4350">
                  <c:v>169.1</c:v>
                </c:pt>
                <c:pt idx="4351">
                  <c:v>164.8</c:v>
                </c:pt>
                <c:pt idx="4352">
                  <c:v>160.44999999999999</c:v>
                </c:pt>
                <c:pt idx="4353">
                  <c:v>158.1</c:v>
                </c:pt>
                <c:pt idx="4354">
                  <c:v>159.94999999999999</c:v>
                </c:pt>
                <c:pt idx="4355">
                  <c:v>158.1</c:v>
                </c:pt>
                <c:pt idx="4356">
                  <c:v>157.85</c:v>
                </c:pt>
                <c:pt idx="4357">
                  <c:v>157.30000000000001</c:v>
                </c:pt>
                <c:pt idx="4358">
                  <c:v>159.1</c:v>
                </c:pt>
                <c:pt idx="4359">
                  <c:v>159.9</c:v>
                </c:pt>
                <c:pt idx="4360">
                  <c:v>162.80000000000001</c:v>
                </c:pt>
                <c:pt idx="4361">
                  <c:v>161.69999999999999</c:v>
                </c:pt>
                <c:pt idx="4362">
                  <c:v>159.6</c:v>
                </c:pt>
                <c:pt idx="4363">
                  <c:v>162.4</c:v>
                </c:pt>
                <c:pt idx="4364">
                  <c:v>160.25</c:v>
                </c:pt>
                <c:pt idx="4365">
                  <c:v>162.85</c:v>
                </c:pt>
                <c:pt idx="4366">
                  <c:v>158.9</c:v>
                </c:pt>
                <c:pt idx="4367">
                  <c:v>158.35</c:v>
                </c:pt>
                <c:pt idx="4368">
                  <c:v>160.05000000000001</c:v>
                </c:pt>
                <c:pt idx="4369">
                  <c:v>161.69999999999999</c:v>
                </c:pt>
                <c:pt idx="4370">
                  <c:v>163</c:v>
                </c:pt>
                <c:pt idx="4371">
                  <c:v>165.85</c:v>
                </c:pt>
                <c:pt idx="4372">
                  <c:v>164.35</c:v>
                </c:pt>
                <c:pt idx="4373">
                  <c:v>163.25</c:v>
                </c:pt>
                <c:pt idx="4374">
                  <c:v>163.30000000000001</c:v>
                </c:pt>
                <c:pt idx="4375">
                  <c:v>164</c:v>
                </c:pt>
                <c:pt idx="4376">
                  <c:v>162.9</c:v>
                </c:pt>
                <c:pt idx="4377">
                  <c:v>164.75</c:v>
                </c:pt>
                <c:pt idx="4378">
                  <c:v>169.4</c:v>
                </c:pt>
                <c:pt idx="4379">
                  <c:v>167.4</c:v>
                </c:pt>
                <c:pt idx="4380">
                  <c:v>165.4</c:v>
                </c:pt>
                <c:pt idx="4381">
                  <c:v>165.7</c:v>
                </c:pt>
                <c:pt idx="4382">
                  <c:v>166.4</c:v>
                </c:pt>
                <c:pt idx="4383">
                  <c:v>165.9</c:v>
                </c:pt>
                <c:pt idx="4384">
                  <c:v>164</c:v>
                </c:pt>
                <c:pt idx="4385">
                  <c:v>165.7</c:v>
                </c:pt>
                <c:pt idx="4386">
                  <c:v>163.69999999999999</c:v>
                </c:pt>
                <c:pt idx="4387">
                  <c:v>159.65</c:v>
                </c:pt>
                <c:pt idx="4388">
                  <c:v>161.69999999999999</c:v>
                </c:pt>
                <c:pt idx="4389">
                  <c:v>160.94999999999999</c:v>
                </c:pt>
                <c:pt idx="4390">
                  <c:v>160.6</c:v>
                </c:pt>
                <c:pt idx="4391">
                  <c:v>160.9</c:v>
                </c:pt>
                <c:pt idx="4392">
                  <c:v>157.15</c:v>
                </c:pt>
                <c:pt idx="4393">
                  <c:v>159.44999999999999</c:v>
                </c:pt>
                <c:pt idx="4394">
                  <c:v>159.69999999999999</c:v>
                </c:pt>
                <c:pt idx="4395">
                  <c:v>159.44999999999999</c:v>
                </c:pt>
                <c:pt idx="4396">
                  <c:v>160.6</c:v>
                </c:pt>
                <c:pt idx="4397">
                  <c:v>157.25</c:v>
                </c:pt>
                <c:pt idx="4398">
                  <c:v>158.4</c:v>
                </c:pt>
                <c:pt idx="4399">
                  <c:v>156.94999999999999</c:v>
                </c:pt>
                <c:pt idx="4400">
                  <c:v>159.94999999999999</c:v>
                </c:pt>
                <c:pt idx="4401">
                  <c:v>161.80000000000001</c:v>
                </c:pt>
                <c:pt idx="4402">
                  <c:v>162.80000000000001</c:v>
                </c:pt>
                <c:pt idx="4403">
                  <c:v>162.30000000000001</c:v>
                </c:pt>
                <c:pt idx="4404">
                  <c:v>162.30000000000001</c:v>
                </c:pt>
                <c:pt idx="4405">
                  <c:v>161.85</c:v>
                </c:pt>
                <c:pt idx="4406">
                  <c:v>163.05000000000001</c:v>
                </c:pt>
                <c:pt idx="4407">
                  <c:v>162.30000000000001</c:v>
                </c:pt>
                <c:pt idx="4408">
                  <c:v>161.05000000000001</c:v>
                </c:pt>
                <c:pt idx="4409">
                  <c:v>159.35</c:v>
                </c:pt>
                <c:pt idx="4410">
                  <c:v>166.75</c:v>
                </c:pt>
                <c:pt idx="4411">
                  <c:v>165.2</c:v>
                </c:pt>
                <c:pt idx="4412">
                  <c:v>165.9</c:v>
                </c:pt>
                <c:pt idx="4413">
                  <c:v>167.7</c:v>
                </c:pt>
                <c:pt idx="4414">
                  <c:v>165.9</c:v>
                </c:pt>
                <c:pt idx="4415">
                  <c:v>164.45</c:v>
                </c:pt>
                <c:pt idx="4416">
                  <c:v>164.8</c:v>
                </c:pt>
                <c:pt idx="4417">
                  <c:v>171.4</c:v>
                </c:pt>
                <c:pt idx="4418">
                  <c:v>170.2</c:v>
                </c:pt>
                <c:pt idx="4419">
                  <c:v>171.55</c:v>
                </c:pt>
                <c:pt idx="4420">
                  <c:v>170.95</c:v>
                </c:pt>
                <c:pt idx="4421">
                  <c:v>170.65</c:v>
                </c:pt>
                <c:pt idx="4422">
                  <c:v>172.1</c:v>
                </c:pt>
                <c:pt idx="4423">
                  <c:v>171.2</c:v>
                </c:pt>
                <c:pt idx="4424">
                  <c:v>173.85</c:v>
                </c:pt>
                <c:pt idx="4425">
                  <c:v>170.7</c:v>
                </c:pt>
                <c:pt idx="4426">
                  <c:v>170.35</c:v>
                </c:pt>
                <c:pt idx="4427">
                  <c:v>169.15</c:v>
                </c:pt>
                <c:pt idx="4428">
                  <c:v>169.7</c:v>
                </c:pt>
                <c:pt idx="4429">
                  <c:v>169.65</c:v>
                </c:pt>
                <c:pt idx="4430">
                  <c:v>172.05</c:v>
                </c:pt>
                <c:pt idx="4431">
                  <c:v>171.2</c:v>
                </c:pt>
                <c:pt idx="4432">
                  <c:v>174.45</c:v>
                </c:pt>
                <c:pt idx="4433">
                  <c:v>172.05</c:v>
                </c:pt>
                <c:pt idx="4434">
                  <c:v>171.7</c:v>
                </c:pt>
                <c:pt idx="4435">
                  <c:v>176</c:v>
                </c:pt>
                <c:pt idx="4436">
                  <c:v>176.85</c:v>
                </c:pt>
                <c:pt idx="4437">
                  <c:v>177.35</c:v>
                </c:pt>
                <c:pt idx="4438">
                  <c:v>184</c:v>
                </c:pt>
                <c:pt idx="4439">
                  <c:v>186.6</c:v>
                </c:pt>
                <c:pt idx="4440">
                  <c:v>191.1</c:v>
                </c:pt>
                <c:pt idx="4441">
                  <c:v>191</c:v>
                </c:pt>
                <c:pt idx="4442">
                  <c:v>188</c:v>
                </c:pt>
                <c:pt idx="4443">
                  <c:v>191.85</c:v>
                </c:pt>
                <c:pt idx="4444">
                  <c:v>199.25</c:v>
                </c:pt>
                <c:pt idx="4445">
                  <c:v>193.8</c:v>
                </c:pt>
                <c:pt idx="4446">
                  <c:v>192.55</c:v>
                </c:pt>
                <c:pt idx="4447">
                  <c:v>189.6</c:v>
                </c:pt>
                <c:pt idx="4448">
                  <c:v>191.1</c:v>
                </c:pt>
                <c:pt idx="4449">
                  <c:v>184.2</c:v>
                </c:pt>
                <c:pt idx="4450">
                  <c:v>182</c:v>
                </c:pt>
                <c:pt idx="4451">
                  <c:v>177.55</c:v>
                </c:pt>
                <c:pt idx="4452">
                  <c:v>179.15</c:v>
                </c:pt>
                <c:pt idx="4453">
                  <c:v>177.6</c:v>
                </c:pt>
                <c:pt idx="4454">
                  <c:v>180</c:v>
                </c:pt>
                <c:pt idx="4455">
                  <c:v>180.9</c:v>
                </c:pt>
                <c:pt idx="4456">
                  <c:v>181.3</c:v>
                </c:pt>
                <c:pt idx="4457">
                  <c:v>181.7</c:v>
                </c:pt>
                <c:pt idx="4458">
                  <c:v>181</c:v>
                </c:pt>
                <c:pt idx="4459">
                  <c:v>184.05</c:v>
                </c:pt>
                <c:pt idx="4460">
                  <c:v>181.25</c:v>
                </c:pt>
                <c:pt idx="4461">
                  <c:v>182.45</c:v>
                </c:pt>
                <c:pt idx="4462">
                  <c:v>180.65</c:v>
                </c:pt>
                <c:pt idx="4463">
                  <c:v>179.65</c:v>
                </c:pt>
                <c:pt idx="4464">
                  <c:v>181.6</c:v>
                </c:pt>
                <c:pt idx="4465">
                  <c:v>178.4</c:v>
                </c:pt>
                <c:pt idx="4466">
                  <c:v>175.85</c:v>
                </c:pt>
                <c:pt idx="4467">
                  <c:v>177.05</c:v>
                </c:pt>
                <c:pt idx="4468">
                  <c:v>180.25</c:v>
                </c:pt>
                <c:pt idx="4469">
                  <c:v>178.9</c:v>
                </c:pt>
                <c:pt idx="4470">
                  <c:v>183.3</c:v>
                </c:pt>
                <c:pt idx="4471">
                  <c:v>183.9</c:v>
                </c:pt>
                <c:pt idx="4472">
                  <c:v>184.35</c:v>
                </c:pt>
                <c:pt idx="4473">
                  <c:v>183</c:v>
                </c:pt>
                <c:pt idx="4474">
                  <c:v>183.05</c:v>
                </c:pt>
                <c:pt idx="4475">
                  <c:v>185.2</c:v>
                </c:pt>
                <c:pt idx="4476">
                  <c:v>188</c:v>
                </c:pt>
                <c:pt idx="4477">
                  <c:v>188</c:v>
                </c:pt>
                <c:pt idx="4478">
                  <c:v>193.4</c:v>
                </c:pt>
                <c:pt idx="4479">
                  <c:v>193.7</c:v>
                </c:pt>
                <c:pt idx="4480">
                  <c:v>192.6</c:v>
                </c:pt>
                <c:pt idx="4481">
                  <c:v>193</c:v>
                </c:pt>
                <c:pt idx="4482">
                  <c:v>195.2</c:v>
                </c:pt>
                <c:pt idx="4483">
                  <c:v>192.35</c:v>
                </c:pt>
                <c:pt idx="4484">
                  <c:v>196.85</c:v>
                </c:pt>
                <c:pt idx="4485">
                  <c:v>193.45</c:v>
                </c:pt>
                <c:pt idx="4486">
                  <c:v>199.5</c:v>
                </c:pt>
                <c:pt idx="4487">
                  <c:v>198.45</c:v>
                </c:pt>
                <c:pt idx="4488">
                  <c:v>197.4</c:v>
                </c:pt>
                <c:pt idx="4489">
                  <c:v>197</c:v>
                </c:pt>
                <c:pt idx="4490">
                  <c:v>197.9</c:v>
                </c:pt>
                <c:pt idx="4491">
                  <c:v>197.9</c:v>
                </c:pt>
                <c:pt idx="4492">
                  <c:v>200.75</c:v>
                </c:pt>
                <c:pt idx="4493">
                  <c:v>196.6</c:v>
                </c:pt>
                <c:pt idx="4494">
                  <c:v>197.2</c:v>
                </c:pt>
                <c:pt idx="4495">
                  <c:v>195.7</c:v>
                </c:pt>
                <c:pt idx="4496">
                  <c:v>194.1</c:v>
                </c:pt>
                <c:pt idx="4497">
                  <c:v>193.7</c:v>
                </c:pt>
                <c:pt idx="4498">
                  <c:v>200.7</c:v>
                </c:pt>
                <c:pt idx="4499">
                  <c:v>207.35</c:v>
                </c:pt>
                <c:pt idx="4500">
                  <c:v>210.85</c:v>
                </c:pt>
                <c:pt idx="4501">
                  <c:v>208.5</c:v>
                </c:pt>
                <c:pt idx="4502">
                  <c:v>205.15</c:v>
                </c:pt>
                <c:pt idx="4503">
                  <c:v>204.8</c:v>
                </c:pt>
                <c:pt idx="4504">
                  <c:v>203.45</c:v>
                </c:pt>
                <c:pt idx="4505">
                  <c:v>194.9</c:v>
                </c:pt>
                <c:pt idx="4506">
                  <c:v>192.7</c:v>
                </c:pt>
                <c:pt idx="4507">
                  <c:v>188.75</c:v>
                </c:pt>
                <c:pt idx="4508">
                  <c:v>185.45</c:v>
                </c:pt>
                <c:pt idx="4509">
                  <c:v>190</c:v>
                </c:pt>
                <c:pt idx="4510">
                  <c:v>188.7</c:v>
                </c:pt>
                <c:pt idx="4511">
                  <c:v>187.35</c:v>
                </c:pt>
                <c:pt idx="4512">
                  <c:v>191</c:v>
                </c:pt>
                <c:pt idx="4513">
                  <c:v>185.75</c:v>
                </c:pt>
                <c:pt idx="4514">
                  <c:v>188.3</c:v>
                </c:pt>
                <c:pt idx="4515">
                  <c:v>186.9</c:v>
                </c:pt>
                <c:pt idx="4516">
                  <c:v>185.3</c:v>
                </c:pt>
                <c:pt idx="4517">
                  <c:v>187</c:v>
                </c:pt>
                <c:pt idx="4518">
                  <c:v>190.15</c:v>
                </c:pt>
                <c:pt idx="4519">
                  <c:v>186.1</c:v>
                </c:pt>
                <c:pt idx="4520">
                  <c:v>189.8</c:v>
                </c:pt>
                <c:pt idx="4521">
                  <c:v>190.35</c:v>
                </c:pt>
                <c:pt idx="4522">
                  <c:v>188.5</c:v>
                </c:pt>
                <c:pt idx="4523">
                  <c:v>188.3</c:v>
                </c:pt>
                <c:pt idx="4524">
                  <c:v>189.7</c:v>
                </c:pt>
                <c:pt idx="4525">
                  <c:v>185.55</c:v>
                </c:pt>
                <c:pt idx="4526">
                  <c:v>185.4</c:v>
                </c:pt>
                <c:pt idx="4527">
                  <c:v>181.5</c:v>
                </c:pt>
                <c:pt idx="4528">
                  <c:v>180.15</c:v>
                </c:pt>
                <c:pt idx="4529">
                  <c:v>179.9</c:v>
                </c:pt>
                <c:pt idx="4530">
                  <c:v>183.85</c:v>
                </c:pt>
                <c:pt idx="4531">
                  <c:v>183.6</c:v>
                </c:pt>
                <c:pt idx="4532">
                  <c:v>180.6</c:v>
                </c:pt>
                <c:pt idx="4533">
                  <c:v>180.3</c:v>
                </c:pt>
                <c:pt idx="4534">
                  <c:v>177.15</c:v>
                </c:pt>
                <c:pt idx="4535">
                  <c:v>176.85</c:v>
                </c:pt>
                <c:pt idx="4536">
                  <c:v>174.1</c:v>
                </c:pt>
                <c:pt idx="4537">
                  <c:v>175.55</c:v>
                </c:pt>
                <c:pt idx="4538">
                  <c:v>178.9</c:v>
                </c:pt>
                <c:pt idx="4539">
                  <c:v>177.4</c:v>
                </c:pt>
                <c:pt idx="4540">
                  <c:v>178.9</c:v>
                </c:pt>
                <c:pt idx="4541">
                  <c:v>179.6</c:v>
                </c:pt>
                <c:pt idx="4542">
                  <c:v>177.8</c:v>
                </c:pt>
                <c:pt idx="4543">
                  <c:v>179.95</c:v>
                </c:pt>
                <c:pt idx="4544">
                  <c:v>177.5</c:v>
                </c:pt>
                <c:pt idx="4545">
                  <c:v>175.4</c:v>
                </c:pt>
                <c:pt idx="4546">
                  <c:v>177.45</c:v>
                </c:pt>
                <c:pt idx="4547">
                  <c:v>176.95</c:v>
                </c:pt>
                <c:pt idx="4548">
                  <c:v>178.4</c:v>
                </c:pt>
                <c:pt idx="4549">
                  <c:v>180.2</c:v>
                </c:pt>
                <c:pt idx="4550">
                  <c:v>182.15</c:v>
                </c:pt>
                <c:pt idx="4551">
                  <c:v>181.75</c:v>
                </c:pt>
                <c:pt idx="4552">
                  <c:v>182.5</c:v>
                </c:pt>
                <c:pt idx="4553">
                  <c:v>181.5</c:v>
                </c:pt>
                <c:pt idx="4554">
                  <c:v>180.8</c:v>
                </c:pt>
                <c:pt idx="4555">
                  <c:v>182.1</c:v>
                </c:pt>
                <c:pt idx="4556">
                  <c:v>183.95</c:v>
                </c:pt>
                <c:pt idx="4557">
                  <c:v>182.35</c:v>
                </c:pt>
                <c:pt idx="4558">
                  <c:v>181.05</c:v>
                </c:pt>
                <c:pt idx="4559">
                  <c:v>182.65</c:v>
                </c:pt>
                <c:pt idx="4560">
                  <c:v>179.45</c:v>
                </c:pt>
                <c:pt idx="4561">
                  <c:v>180.8</c:v>
                </c:pt>
                <c:pt idx="4562">
                  <c:v>180.7</c:v>
                </c:pt>
                <c:pt idx="4563">
                  <c:v>180.55</c:v>
                </c:pt>
                <c:pt idx="4564">
                  <c:v>180.05</c:v>
                </c:pt>
                <c:pt idx="4565">
                  <c:v>181.1</c:v>
                </c:pt>
                <c:pt idx="4566">
                  <c:v>180.25</c:v>
                </c:pt>
                <c:pt idx="4567">
                  <c:v>183.9</c:v>
                </c:pt>
                <c:pt idx="4568">
                  <c:v>183.1</c:v>
                </c:pt>
                <c:pt idx="4569">
                  <c:v>182.85</c:v>
                </c:pt>
                <c:pt idx="4570">
                  <c:v>188.25</c:v>
                </c:pt>
                <c:pt idx="4571">
                  <c:v>187.5</c:v>
                </c:pt>
                <c:pt idx="4572">
                  <c:v>187.25</c:v>
                </c:pt>
                <c:pt idx="4573">
                  <c:v>189</c:v>
                </c:pt>
                <c:pt idx="4574">
                  <c:v>186.2</c:v>
                </c:pt>
                <c:pt idx="4575">
                  <c:v>188.6</c:v>
                </c:pt>
                <c:pt idx="4576">
                  <c:v>185.05</c:v>
                </c:pt>
                <c:pt idx="4577">
                  <c:v>185.75</c:v>
                </c:pt>
                <c:pt idx="4578">
                  <c:v>185.2</c:v>
                </c:pt>
                <c:pt idx="4579">
                  <c:v>175.4</c:v>
                </c:pt>
                <c:pt idx="4580">
                  <c:v>167.7</c:v>
                </c:pt>
                <c:pt idx="4581">
                  <c:v>175.45</c:v>
                </c:pt>
                <c:pt idx="4582">
                  <c:v>175.6</c:v>
                </c:pt>
                <c:pt idx="4583">
                  <c:v>175.55</c:v>
                </c:pt>
                <c:pt idx="4584">
                  <c:v>174</c:v>
                </c:pt>
                <c:pt idx="4585">
                  <c:v>177.9</c:v>
                </c:pt>
                <c:pt idx="4586">
                  <c:v>173.2</c:v>
                </c:pt>
                <c:pt idx="4587">
                  <c:v>171.1</c:v>
                </c:pt>
                <c:pt idx="4588">
                  <c:v>171.2</c:v>
                </c:pt>
                <c:pt idx="4589">
                  <c:v>170.3</c:v>
                </c:pt>
                <c:pt idx="4590">
                  <c:v>172.65</c:v>
                </c:pt>
                <c:pt idx="4591">
                  <c:v>173.7</c:v>
                </c:pt>
                <c:pt idx="4592">
                  <c:v>173.3</c:v>
                </c:pt>
                <c:pt idx="4593">
                  <c:v>171.4</c:v>
                </c:pt>
                <c:pt idx="4594">
                  <c:v>170</c:v>
                </c:pt>
                <c:pt idx="4595">
                  <c:v>168.5</c:v>
                </c:pt>
                <c:pt idx="4596">
                  <c:v>165.45</c:v>
                </c:pt>
                <c:pt idx="4597">
                  <c:v>164.6</c:v>
                </c:pt>
                <c:pt idx="4598">
                  <c:v>164.8</c:v>
                </c:pt>
                <c:pt idx="4599">
                  <c:v>162.75</c:v>
                </c:pt>
                <c:pt idx="4600">
                  <c:v>159.69999999999999</c:v>
                </c:pt>
                <c:pt idx="4601">
                  <c:v>159.55000000000001</c:v>
                </c:pt>
                <c:pt idx="4602">
                  <c:v>156.65</c:v>
                </c:pt>
                <c:pt idx="4603">
                  <c:v>158.30000000000001</c:v>
                </c:pt>
                <c:pt idx="4604">
                  <c:v>156.25</c:v>
                </c:pt>
                <c:pt idx="4605">
                  <c:v>153.5</c:v>
                </c:pt>
                <c:pt idx="4606">
                  <c:v>158.4</c:v>
                </c:pt>
                <c:pt idx="4607">
                  <c:v>155.5</c:v>
                </c:pt>
                <c:pt idx="4608">
                  <c:v>157.69999999999999</c:v>
                </c:pt>
                <c:pt idx="4609">
                  <c:v>156</c:v>
                </c:pt>
                <c:pt idx="4610">
                  <c:v>156.4</c:v>
                </c:pt>
                <c:pt idx="4611">
                  <c:v>155.44999999999999</c:v>
                </c:pt>
                <c:pt idx="4612">
                  <c:v>157.4</c:v>
                </c:pt>
                <c:pt idx="4613">
                  <c:v>157.94999999999999</c:v>
                </c:pt>
                <c:pt idx="4614">
                  <c:v>158.1</c:v>
                </c:pt>
                <c:pt idx="4615">
                  <c:v>158.94999999999999</c:v>
                </c:pt>
                <c:pt idx="4616">
                  <c:v>154.1</c:v>
                </c:pt>
                <c:pt idx="4617">
                  <c:v>153.80000000000001</c:v>
                </c:pt>
                <c:pt idx="4618">
                  <c:v>156.15</c:v>
                </c:pt>
                <c:pt idx="4619">
                  <c:v>160.30000000000001</c:v>
                </c:pt>
                <c:pt idx="4620">
                  <c:v>161.75</c:v>
                </c:pt>
                <c:pt idx="4621">
                  <c:v>157.94999999999999</c:v>
                </c:pt>
                <c:pt idx="4622">
                  <c:v>156.55000000000001</c:v>
                </c:pt>
                <c:pt idx="4623">
                  <c:v>157.19999999999999</c:v>
                </c:pt>
                <c:pt idx="4624">
                  <c:v>159.05000000000001</c:v>
                </c:pt>
                <c:pt idx="4625">
                  <c:v>162.55000000000001</c:v>
                </c:pt>
                <c:pt idx="4626">
                  <c:v>161.30000000000001</c:v>
                </c:pt>
                <c:pt idx="4627">
                  <c:v>164.1</c:v>
                </c:pt>
                <c:pt idx="4628">
                  <c:v>165.7</c:v>
                </c:pt>
                <c:pt idx="4629">
                  <c:v>167.2</c:v>
                </c:pt>
                <c:pt idx="4630">
                  <c:v>166.4</c:v>
                </c:pt>
                <c:pt idx="4631">
                  <c:v>166.8</c:v>
                </c:pt>
                <c:pt idx="4632">
                  <c:v>169.25</c:v>
                </c:pt>
                <c:pt idx="4633">
                  <c:v>167.55</c:v>
                </c:pt>
                <c:pt idx="4634">
                  <c:v>172.5</c:v>
                </c:pt>
                <c:pt idx="4635">
                  <c:v>168.9</c:v>
                </c:pt>
                <c:pt idx="4636">
                  <c:v>169.25</c:v>
                </c:pt>
                <c:pt idx="4637">
                  <c:v>166.05</c:v>
                </c:pt>
                <c:pt idx="4638">
                  <c:v>166.25</c:v>
                </c:pt>
                <c:pt idx="4639">
                  <c:v>164.45</c:v>
                </c:pt>
                <c:pt idx="4640">
                  <c:v>163.05000000000001</c:v>
                </c:pt>
                <c:pt idx="4641">
                  <c:v>168.7</c:v>
                </c:pt>
                <c:pt idx="4642">
                  <c:v>170.2</c:v>
                </c:pt>
                <c:pt idx="4643">
                  <c:v>171.9</c:v>
                </c:pt>
                <c:pt idx="4644">
                  <c:v>174.75</c:v>
                </c:pt>
                <c:pt idx="4645">
                  <c:v>176.05</c:v>
                </c:pt>
                <c:pt idx="4646">
                  <c:v>174.6</c:v>
                </c:pt>
                <c:pt idx="4647">
                  <c:v>177</c:v>
                </c:pt>
                <c:pt idx="4648">
                  <c:v>177.45</c:v>
                </c:pt>
                <c:pt idx="4649">
                  <c:v>180.05</c:v>
                </c:pt>
                <c:pt idx="4650">
                  <c:v>177.3</c:v>
                </c:pt>
                <c:pt idx="4651">
                  <c:v>174.35</c:v>
                </c:pt>
                <c:pt idx="4652">
                  <c:v>173.7</c:v>
                </c:pt>
                <c:pt idx="4653">
                  <c:v>174.5</c:v>
                </c:pt>
                <c:pt idx="4654">
                  <c:v>171.9</c:v>
                </c:pt>
                <c:pt idx="4655">
                  <c:v>168.65</c:v>
                </c:pt>
                <c:pt idx="4656">
                  <c:v>167.8</c:v>
                </c:pt>
                <c:pt idx="4657">
                  <c:v>168.5</c:v>
                </c:pt>
                <c:pt idx="4658">
                  <c:v>172.55</c:v>
                </c:pt>
                <c:pt idx="4659">
                  <c:v>171.7</c:v>
                </c:pt>
                <c:pt idx="4660">
                  <c:v>173.9</c:v>
                </c:pt>
                <c:pt idx="4661">
                  <c:v>177</c:v>
                </c:pt>
                <c:pt idx="4662">
                  <c:v>180.4</c:v>
                </c:pt>
                <c:pt idx="4663">
                  <c:v>180.6</c:v>
                </c:pt>
                <c:pt idx="4664">
                  <c:v>182.3</c:v>
                </c:pt>
                <c:pt idx="4665">
                  <c:v>180.6</c:v>
                </c:pt>
                <c:pt idx="4666">
                  <c:v>175.8</c:v>
                </c:pt>
                <c:pt idx="4667">
                  <c:v>177.2</c:v>
                </c:pt>
                <c:pt idx="4668">
                  <c:v>179</c:v>
                </c:pt>
                <c:pt idx="4669">
                  <c:v>181.45</c:v>
                </c:pt>
                <c:pt idx="4670">
                  <c:v>172.4</c:v>
                </c:pt>
                <c:pt idx="4671">
                  <c:v>147.05000000000001</c:v>
                </c:pt>
                <c:pt idx="4672">
                  <c:v>149.80000000000001</c:v>
                </c:pt>
                <c:pt idx="4673">
                  <c:v>146.65</c:v>
                </c:pt>
                <c:pt idx="4674">
                  <c:v>148.6</c:v>
                </c:pt>
                <c:pt idx="4675">
                  <c:v>152.94999999999999</c:v>
                </c:pt>
                <c:pt idx="4676">
                  <c:v>157.4</c:v>
                </c:pt>
                <c:pt idx="4677">
                  <c:v>160.15</c:v>
                </c:pt>
                <c:pt idx="4678">
                  <c:v>165.6</c:v>
                </c:pt>
                <c:pt idx="4679">
                  <c:v>162.1</c:v>
                </c:pt>
                <c:pt idx="4680">
                  <c:v>160.44999999999999</c:v>
                </c:pt>
                <c:pt idx="4681">
                  <c:v>155.94999999999999</c:v>
                </c:pt>
                <c:pt idx="4682">
                  <c:v>155.4</c:v>
                </c:pt>
                <c:pt idx="4683">
                  <c:v>157.75</c:v>
                </c:pt>
                <c:pt idx="4684">
                  <c:v>155.35</c:v>
                </c:pt>
                <c:pt idx="4685">
                  <c:v>151.80000000000001</c:v>
                </c:pt>
                <c:pt idx="4686">
                  <c:v>154.9</c:v>
                </c:pt>
                <c:pt idx="4687">
                  <c:v>152.94999999999999</c:v>
                </c:pt>
                <c:pt idx="4688">
                  <c:v>153.25</c:v>
                </c:pt>
                <c:pt idx="4689">
                  <c:v>154.25</c:v>
                </c:pt>
                <c:pt idx="4690">
                  <c:v>157.35</c:v>
                </c:pt>
                <c:pt idx="4691">
                  <c:v>154.94999999999999</c:v>
                </c:pt>
                <c:pt idx="4692">
                  <c:v>156.05000000000001</c:v>
                </c:pt>
                <c:pt idx="4693">
                  <c:v>157</c:v>
                </c:pt>
                <c:pt idx="4694">
                  <c:v>156.4</c:v>
                </c:pt>
                <c:pt idx="4695">
                  <c:v>156.05000000000001</c:v>
                </c:pt>
                <c:pt idx="4696">
                  <c:v>156.5</c:v>
                </c:pt>
                <c:pt idx="4697">
                  <c:v>161</c:v>
                </c:pt>
                <c:pt idx="4698">
                  <c:v>158.85</c:v>
                </c:pt>
                <c:pt idx="4699">
                  <c:v>156.35</c:v>
                </c:pt>
                <c:pt idx="4700">
                  <c:v>154.55000000000001</c:v>
                </c:pt>
                <c:pt idx="4701">
                  <c:v>153.1</c:v>
                </c:pt>
                <c:pt idx="4702">
                  <c:v>151.75</c:v>
                </c:pt>
                <c:pt idx="4703">
                  <c:v>152.25</c:v>
                </c:pt>
                <c:pt idx="4704">
                  <c:v>146.6</c:v>
                </c:pt>
                <c:pt idx="4705">
                  <c:v>146.1</c:v>
                </c:pt>
                <c:pt idx="4706">
                  <c:v>142.80000000000001</c:v>
                </c:pt>
                <c:pt idx="4707">
                  <c:v>140.6</c:v>
                </c:pt>
                <c:pt idx="4708">
                  <c:v>140.30000000000001</c:v>
                </c:pt>
                <c:pt idx="4709">
                  <c:v>142.5</c:v>
                </c:pt>
                <c:pt idx="4710">
                  <c:v>146.15</c:v>
                </c:pt>
                <c:pt idx="4711">
                  <c:v>143.69999999999999</c:v>
                </c:pt>
                <c:pt idx="4712">
                  <c:v>140.15</c:v>
                </c:pt>
                <c:pt idx="4713">
                  <c:v>139.4</c:v>
                </c:pt>
                <c:pt idx="4714">
                  <c:v>137.1</c:v>
                </c:pt>
                <c:pt idx="4715">
                  <c:v>138.1</c:v>
                </c:pt>
                <c:pt idx="4716">
                  <c:v>141.69999999999999</c:v>
                </c:pt>
                <c:pt idx="4717">
                  <c:v>143.30000000000001</c:v>
                </c:pt>
                <c:pt idx="4718">
                  <c:v>146.85</c:v>
                </c:pt>
                <c:pt idx="4719">
                  <c:v>148.25</c:v>
                </c:pt>
                <c:pt idx="4720">
                  <c:v>147.6</c:v>
                </c:pt>
                <c:pt idx="4721">
                  <c:v>148.25</c:v>
                </c:pt>
                <c:pt idx="4722">
                  <c:v>148.6</c:v>
                </c:pt>
                <c:pt idx="4723">
                  <c:v>148.5</c:v>
                </c:pt>
                <c:pt idx="4724">
                  <c:v>147.9</c:v>
                </c:pt>
                <c:pt idx="4725">
                  <c:v>146.6</c:v>
                </c:pt>
                <c:pt idx="4726">
                  <c:v>149.69999999999999</c:v>
                </c:pt>
                <c:pt idx="4727">
                  <c:v>150.5</c:v>
                </c:pt>
                <c:pt idx="4728">
                  <c:v>149.9</c:v>
                </c:pt>
                <c:pt idx="4729">
                  <c:v>148.5</c:v>
                </c:pt>
                <c:pt idx="4730">
                  <c:v>147.05000000000001</c:v>
                </c:pt>
                <c:pt idx="4731">
                  <c:v>142.4</c:v>
                </c:pt>
                <c:pt idx="4732">
                  <c:v>145.69999999999999</c:v>
                </c:pt>
                <c:pt idx="4733">
                  <c:v>147.85</c:v>
                </c:pt>
                <c:pt idx="4734">
                  <c:v>147.44999999999999</c:v>
                </c:pt>
                <c:pt idx="4735">
                  <c:v>145.30000000000001</c:v>
                </c:pt>
                <c:pt idx="4736">
                  <c:v>143.25</c:v>
                </c:pt>
                <c:pt idx="4737">
                  <c:v>144.65</c:v>
                </c:pt>
                <c:pt idx="4738">
                  <c:v>143.44999999999999</c:v>
                </c:pt>
                <c:pt idx="4739">
                  <c:v>145.15</c:v>
                </c:pt>
                <c:pt idx="4740">
                  <c:v>146.35</c:v>
                </c:pt>
                <c:pt idx="4741">
                  <c:v>145</c:v>
                </c:pt>
                <c:pt idx="4742">
                  <c:v>146.75</c:v>
                </c:pt>
                <c:pt idx="4743">
                  <c:v>144.69999999999999</c:v>
                </c:pt>
                <c:pt idx="4744">
                  <c:v>144.35</c:v>
                </c:pt>
                <c:pt idx="4745">
                  <c:v>143.30000000000001</c:v>
                </c:pt>
                <c:pt idx="4746">
                  <c:v>141.69999999999999</c:v>
                </c:pt>
                <c:pt idx="4747">
                  <c:v>142</c:v>
                </c:pt>
                <c:pt idx="4748">
                  <c:v>141.65</c:v>
                </c:pt>
                <c:pt idx="4749">
                  <c:v>141.05000000000001</c:v>
                </c:pt>
                <c:pt idx="4750">
                  <c:v>139.69999999999999</c:v>
                </c:pt>
                <c:pt idx="4751">
                  <c:v>141.25</c:v>
                </c:pt>
                <c:pt idx="4752">
                  <c:v>141.80000000000001</c:v>
                </c:pt>
                <c:pt idx="4753">
                  <c:v>146.25</c:v>
                </c:pt>
                <c:pt idx="4754">
                  <c:v>142.94999999999999</c:v>
                </c:pt>
                <c:pt idx="4755">
                  <c:v>146.69999999999999</c:v>
                </c:pt>
                <c:pt idx="4756">
                  <c:v>147.9</c:v>
                </c:pt>
                <c:pt idx="4757">
                  <c:v>144.15</c:v>
                </c:pt>
                <c:pt idx="4758">
                  <c:v>138.19999999999999</c:v>
                </c:pt>
                <c:pt idx="4759">
                  <c:v>137.44999999999999</c:v>
                </c:pt>
                <c:pt idx="4760">
                  <c:v>133.4</c:v>
                </c:pt>
                <c:pt idx="4761">
                  <c:v>132.15</c:v>
                </c:pt>
                <c:pt idx="4762">
                  <c:v>135</c:v>
                </c:pt>
                <c:pt idx="4763">
                  <c:v>137.1</c:v>
                </c:pt>
                <c:pt idx="4764">
                  <c:v>139.15</c:v>
                </c:pt>
                <c:pt idx="4765">
                  <c:v>144.05000000000001</c:v>
                </c:pt>
                <c:pt idx="4766">
                  <c:v>146.94999999999999</c:v>
                </c:pt>
                <c:pt idx="4767">
                  <c:v>148.6</c:v>
                </c:pt>
                <c:pt idx="4768">
                  <c:v>147.75</c:v>
                </c:pt>
                <c:pt idx="4769">
                  <c:v>147.5</c:v>
                </c:pt>
                <c:pt idx="4770">
                  <c:v>148</c:v>
                </c:pt>
                <c:pt idx="4771">
                  <c:v>148.65</c:v>
                </c:pt>
                <c:pt idx="4772">
                  <c:v>149.1</c:v>
                </c:pt>
                <c:pt idx="4773">
                  <c:v>155</c:v>
                </c:pt>
                <c:pt idx="4774">
                  <c:v>154.80000000000001</c:v>
                </c:pt>
                <c:pt idx="4775">
                  <c:v>152.05000000000001</c:v>
                </c:pt>
                <c:pt idx="4776">
                  <c:v>150.4</c:v>
                </c:pt>
                <c:pt idx="4777">
                  <c:v>153</c:v>
                </c:pt>
                <c:pt idx="4778">
                  <c:v>151.85</c:v>
                </c:pt>
                <c:pt idx="4779">
                  <c:v>149.75</c:v>
                </c:pt>
                <c:pt idx="4780">
                  <c:v>151.05000000000001</c:v>
                </c:pt>
                <c:pt idx="4781">
                  <c:v>156</c:v>
                </c:pt>
                <c:pt idx="4782">
                  <c:v>154.65</c:v>
                </c:pt>
                <c:pt idx="4783">
                  <c:v>157</c:v>
                </c:pt>
                <c:pt idx="4784">
                  <c:v>151.85</c:v>
                </c:pt>
                <c:pt idx="4785">
                  <c:v>152.35</c:v>
                </c:pt>
                <c:pt idx="4786">
                  <c:v>158.65</c:v>
                </c:pt>
                <c:pt idx="4787">
                  <c:v>160.05000000000001</c:v>
                </c:pt>
                <c:pt idx="4788">
                  <c:v>160.1</c:v>
                </c:pt>
                <c:pt idx="4789">
                  <c:v>155.9</c:v>
                </c:pt>
                <c:pt idx="4790">
                  <c:v>159.75</c:v>
                </c:pt>
                <c:pt idx="4791">
                  <c:v>157.25</c:v>
                </c:pt>
                <c:pt idx="4792">
                  <c:v>157.5</c:v>
                </c:pt>
                <c:pt idx="4793">
                  <c:v>155.44999999999999</c:v>
                </c:pt>
                <c:pt idx="4794">
                  <c:v>155.25</c:v>
                </c:pt>
                <c:pt idx="4795">
                  <c:v>156.55000000000001</c:v>
                </c:pt>
                <c:pt idx="4796">
                  <c:v>158.1</c:v>
                </c:pt>
                <c:pt idx="4797">
                  <c:v>157.55000000000001</c:v>
                </c:pt>
                <c:pt idx="4798">
                  <c:v>158</c:v>
                </c:pt>
                <c:pt idx="4799">
                  <c:v>158.6</c:v>
                </c:pt>
                <c:pt idx="4800">
                  <c:v>157.6</c:v>
                </c:pt>
                <c:pt idx="4801">
                  <c:v>156.44999999999999</c:v>
                </c:pt>
                <c:pt idx="4802">
                  <c:v>160.44999999999999</c:v>
                </c:pt>
                <c:pt idx="4803">
                  <c:v>160.6</c:v>
                </c:pt>
                <c:pt idx="4804">
                  <c:v>157.9</c:v>
                </c:pt>
                <c:pt idx="4805">
                  <c:v>163.75</c:v>
                </c:pt>
                <c:pt idx="4806">
                  <c:v>168.65</c:v>
                </c:pt>
                <c:pt idx="4807">
                  <c:v>168.85</c:v>
                </c:pt>
                <c:pt idx="4808">
                  <c:v>168.4</c:v>
                </c:pt>
                <c:pt idx="4809">
                  <c:v>169.2</c:v>
                </c:pt>
                <c:pt idx="4810">
                  <c:v>168.9</c:v>
                </c:pt>
                <c:pt idx="4811">
                  <c:v>170.25</c:v>
                </c:pt>
                <c:pt idx="4812">
                  <c:v>170.15</c:v>
                </c:pt>
                <c:pt idx="4813">
                  <c:v>171.7</c:v>
                </c:pt>
                <c:pt idx="4814">
                  <c:v>168.9</c:v>
                </c:pt>
                <c:pt idx="4815">
                  <c:v>169.4</c:v>
                </c:pt>
                <c:pt idx="4816">
                  <c:v>166.3</c:v>
                </c:pt>
                <c:pt idx="4817">
                  <c:v>164.1</c:v>
                </c:pt>
                <c:pt idx="4818">
                  <c:v>164.15</c:v>
                </c:pt>
                <c:pt idx="4819">
                  <c:v>162.75</c:v>
                </c:pt>
                <c:pt idx="4820">
                  <c:v>165.95</c:v>
                </c:pt>
                <c:pt idx="4821">
                  <c:v>167.35</c:v>
                </c:pt>
                <c:pt idx="4822">
                  <c:v>176</c:v>
                </c:pt>
                <c:pt idx="4823">
                  <c:v>174.75</c:v>
                </c:pt>
                <c:pt idx="4824">
                  <c:v>177</c:v>
                </c:pt>
                <c:pt idx="4825">
                  <c:v>174.15</c:v>
                </c:pt>
                <c:pt idx="4826">
                  <c:v>174.4</c:v>
                </c:pt>
                <c:pt idx="4827">
                  <c:v>173.65</c:v>
                </c:pt>
                <c:pt idx="4828">
                  <c:v>175.3</c:v>
                </c:pt>
                <c:pt idx="4829">
                  <c:v>171.55</c:v>
                </c:pt>
                <c:pt idx="4830">
                  <c:v>169.45</c:v>
                </c:pt>
                <c:pt idx="4831">
                  <c:v>171.95</c:v>
                </c:pt>
                <c:pt idx="4832">
                  <c:v>172.15</c:v>
                </c:pt>
                <c:pt idx="4833">
                  <c:v>170.6</c:v>
                </c:pt>
                <c:pt idx="4834">
                  <c:v>169.4</c:v>
                </c:pt>
                <c:pt idx="4835">
                  <c:v>167.5</c:v>
                </c:pt>
                <c:pt idx="4836">
                  <c:v>164.65</c:v>
                </c:pt>
                <c:pt idx="4837">
                  <c:v>169.25</c:v>
                </c:pt>
                <c:pt idx="4838">
                  <c:v>170.85</c:v>
                </c:pt>
                <c:pt idx="4839">
                  <c:v>168.95</c:v>
                </c:pt>
                <c:pt idx="4840">
                  <c:v>169.3</c:v>
                </c:pt>
                <c:pt idx="4841">
                  <c:v>164.4</c:v>
                </c:pt>
                <c:pt idx="4842">
                  <c:v>166.15</c:v>
                </c:pt>
                <c:pt idx="4843">
                  <c:v>167.35</c:v>
                </c:pt>
                <c:pt idx="4844">
                  <c:v>172</c:v>
                </c:pt>
                <c:pt idx="4845">
                  <c:v>170.95</c:v>
                </c:pt>
                <c:pt idx="4846">
                  <c:v>165.2</c:v>
                </c:pt>
                <c:pt idx="4847">
                  <c:v>166.2</c:v>
                </c:pt>
                <c:pt idx="4848">
                  <c:v>167.55</c:v>
                </c:pt>
                <c:pt idx="4849">
                  <c:v>170.6</c:v>
                </c:pt>
                <c:pt idx="4850">
                  <c:v>167.75</c:v>
                </c:pt>
                <c:pt idx="4851">
                  <c:v>161</c:v>
                </c:pt>
                <c:pt idx="4852">
                  <c:v>165.65</c:v>
                </c:pt>
                <c:pt idx="4853">
                  <c:v>166.3</c:v>
                </c:pt>
                <c:pt idx="4854">
                  <c:v>167.1</c:v>
                </c:pt>
                <c:pt idx="4855">
                  <c:v>161.5</c:v>
                </c:pt>
                <c:pt idx="4856">
                  <c:v>152.4</c:v>
                </c:pt>
                <c:pt idx="4857">
                  <c:v>153.4</c:v>
                </c:pt>
                <c:pt idx="4858">
                  <c:v>151.65</c:v>
                </c:pt>
                <c:pt idx="4859">
                  <c:v>153.1</c:v>
                </c:pt>
                <c:pt idx="4860">
                  <c:v>149.69999999999999</c:v>
                </c:pt>
                <c:pt idx="4861">
                  <c:v>150.69999999999999</c:v>
                </c:pt>
                <c:pt idx="4862">
                  <c:v>152.25</c:v>
                </c:pt>
                <c:pt idx="4863">
                  <c:v>149.9</c:v>
                </c:pt>
                <c:pt idx="4864">
                  <c:v>143.4</c:v>
                </c:pt>
                <c:pt idx="4865">
                  <c:v>143.9</c:v>
                </c:pt>
                <c:pt idx="4866">
                  <c:v>146.65</c:v>
                </c:pt>
                <c:pt idx="4867">
                  <c:v>144.6</c:v>
                </c:pt>
                <c:pt idx="4868">
                  <c:v>143.6</c:v>
                </c:pt>
                <c:pt idx="4869">
                  <c:v>143.85</c:v>
                </c:pt>
                <c:pt idx="4870">
                  <c:v>141.9</c:v>
                </c:pt>
                <c:pt idx="4871">
                  <c:v>140.35</c:v>
                </c:pt>
                <c:pt idx="4872">
                  <c:v>138.75</c:v>
                </c:pt>
                <c:pt idx="4873">
                  <c:v>138.85</c:v>
                </c:pt>
                <c:pt idx="4874">
                  <c:v>136.9</c:v>
                </c:pt>
                <c:pt idx="4875">
                  <c:v>134.35</c:v>
                </c:pt>
                <c:pt idx="4876">
                  <c:v>131.30000000000001</c:v>
                </c:pt>
                <c:pt idx="4877">
                  <c:v>131.44999999999999</c:v>
                </c:pt>
                <c:pt idx="4878">
                  <c:v>130.5</c:v>
                </c:pt>
                <c:pt idx="4879">
                  <c:v>130.85</c:v>
                </c:pt>
                <c:pt idx="4880">
                  <c:v>130.94999999999999</c:v>
                </c:pt>
                <c:pt idx="4881">
                  <c:v>127.75</c:v>
                </c:pt>
                <c:pt idx="4882">
                  <c:v>126.85</c:v>
                </c:pt>
                <c:pt idx="4883">
                  <c:v>127.9</c:v>
                </c:pt>
                <c:pt idx="4884">
                  <c:v>126.3</c:v>
                </c:pt>
                <c:pt idx="4885">
                  <c:v>125.05</c:v>
                </c:pt>
                <c:pt idx="4886">
                  <c:v>121.2</c:v>
                </c:pt>
                <c:pt idx="4887">
                  <c:v>116.95</c:v>
                </c:pt>
                <c:pt idx="4888">
                  <c:v>122.25</c:v>
                </c:pt>
                <c:pt idx="4889">
                  <c:v>123.75</c:v>
                </c:pt>
                <c:pt idx="4890">
                  <c:v>125.6</c:v>
                </c:pt>
                <c:pt idx="4891">
                  <c:v>121.2</c:v>
                </c:pt>
                <c:pt idx="4892">
                  <c:v>123.25</c:v>
                </c:pt>
                <c:pt idx="4893">
                  <c:v>121.2</c:v>
                </c:pt>
                <c:pt idx="4894">
                  <c:v>117.15</c:v>
                </c:pt>
                <c:pt idx="4895">
                  <c:v>119</c:v>
                </c:pt>
                <c:pt idx="4896">
                  <c:v>125.15</c:v>
                </c:pt>
                <c:pt idx="4897">
                  <c:v>127.95</c:v>
                </c:pt>
                <c:pt idx="4898">
                  <c:v>129.4</c:v>
                </c:pt>
                <c:pt idx="4899">
                  <c:v>125.75</c:v>
                </c:pt>
                <c:pt idx="4900">
                  <c:v>125.9</c:v>
                </c:pt>
                <c:pt idx="4901">
                  <c:v>128.85</c:v>
                </c:pt>
                <c:pt idx="4902">
                  <c:v>130.69999999999999</c:v>
                </c:pt>
                <c:pt idx="4903">
                  <c:v>129.69999999999999</c:v>
                </c:pt>
                <c:pt idx="4904">
                  <c:v>127</c:v>
                </c:pt>
                <c:pt idx="4905">
                  <c:v>124.3</c:v>
                </c:pt>
                <c:pt idx="4906">
                  <c:v>133.6</c:v>
                </c:pt>
                <c:pt idx="4907">
                  <c:v>136.30000000000001</c:v>
                </c:pt>
                <c:pt idx="4908">
                  <c:v>133.5</c:v>
                </c:pt>
                <c:pt idx="4909">
                  <c:v>131.44999999999999</c:v>
                </c:pt>
                <c:pt idx="4910">
                  <c:v>137.05000000000001</c:v>
                </c:pt>
                <c:pt idx="4911">
                  <c:v>131.5</c:v>
                </c:pt>
                <c:pt idx="4912">
                  <c:v>131.80000000000001</c:v>
                </c:pt>
                <c:pt idx="4913">
                  <c:v>128.19999999999999</c:v>
                </c:pt>
                <c:pt idx="4914">
                  <c:v>128.1</c:v>
                </c:pt>
                <c:pt idx="4915">
                  <c:v>129.55000000000001</c:v>
                </c:pt>
                <c:pt idx="4916">
                  <c:v>126.55</c:v>
                </c:pt>
                <c:pt idx="4917">
                  <c:v>125.85</c:v>
                </c:pt>
                <c:pt idx="4918">
                  <c:v>125.5</c:v>
                </c:pt>
                <c:pt idx="4919">
                  <c:v>129</c:v>
                </c:pt>
                <c:pt idx="4920">
                  <c:v>135.25</c:v>
                </c:pt>
                <c:pt idx="4921">
                  <c:v>138.65</c:v>
                </c:pt>
                <c:pt idx="4922">
                  <c:v>141.65</c:v>
                </c:pt>
                <c:pt idx="4923">
                  <c:v>141.4</c:v>
                </c:pt>
                <c:pt idx="4924">
                  <c:v>143.5</c:v>
                </c:pt>
                <c:pt idx="4925">
                  <c:v>144.25</c:v>
                </c:pt>
                <c:pt idx="4926">
                  <c:v>141.9</c:v>
                </c:pt>
                <c:pt idx="4927">
                  <c:v>140.69999999999999</c:v>
                </c:pt>
                <c:pt idx="4928">
                  <c:v>139.55000000000001</c:v>
                </c:pt>
                <c:pt idx="4929">
                  <c:v>139.85</c:v>
                </c:pt>
                <c:pt idx="4930">
                  <c:v>142.15</c:v>
                </c:pt>
                <c:pt idx="4931">
                  <c:v>140.55000000000001</c:v>
                </c:pt>
                <c:pt idx="4932">
                  <c:v>141.69999999999999</c:v>
                </c:pt>
                <c:pt idx="4933">
                  <c:v>144.15</c:v>
                </c:pt>
                <c:pt idx="4934">
                  <c:v>147.4</c:v>
                </c:pt>
                <c:pt idx="4935">
                  <c:v>146.35</c:v>
                </c:pt>
                <c:pt idx="4936">
                  <c:v>144.65</c:v>
                </c:pt>
                <c:pt idx="4937">
                  <c:v>142.05000000000001</c:v>
                </c:pt>
                <c:pt idx="4938">
                  <c:v>138.30000000000001</c:v>
                </c:pt>
                <c:pt idx="4939">
                  <c:v>139.1</c:v>
                </c:pt>
                <c:pt idx="4940">
                  <c:v>138.19999999999999</c:v>
                </c:pt>
                <c:pt idx="4941">
                  <c:v>136.19999999999999</c:v>
                </c:pt>
                <c:pt idx="4942">
                  <c:v>135.55000000000001</c:v>
                </c:pt>
                <c:pt idx="4943">
                  <c:v>133.9</c:v>
                </c:pt>
                <c:pt idx="4944">
                  <c:v>133.25</c:v>
                </c:pt>
                <c:pt idx="4945">
                  <c:v>133.69999999999999</c:v>
                </c:pt>
                <c:pt idx="4946">
                  <c:v>131.15</c:v>
                </c:pt>
                <c:pt idx="4947">
                  <c:v>133.85</c:v>
                </c:pt>
                <c:pt idx="4948">
                  <c:v>130.94999999999999</c:v>
                </c:pt>
                <c:pt idx="4949">
                  <c:v>130.25</c:v>
                </c:pt>
                <c:pt idx="4950">
                  <c:v>132.65</c:v>
                </c:pt>
                <c:pt idx="4951">
                  <c:v>133.15</c:v>
                </c:pt>
                <c:pt idx="4952">
                  <c:v>131.75</c:v>
                </c:pt>
                <c:pt idx="4953">
                  <c:v>128.1</c:v>
                </c:pt>
                <c:pt idx="4954">
                  <c:v>127.65</c:v>
                </c:pt>
                <c:pt idx="4955">
                  <c:v>130.05000000000001</c:v>
                </c:pt>
                <c:pt idx="4956">
                  <c:v>128.9</c:v>
                </c:pt>
                <c:pt idx="4957">
                  <c:v>126.55</c:v>
                </c:pt>
                <c:pt idx="4958">
                  <c:v>126.3</c:v>
                </c:pt>
                <c:pt idx="4959">
                  <c:v>125.2</c:v>
                </c:pt>
                <c:pt idx="4960">
                  <c:v>128</c:v>
                </c:pt>
                <c:pt idx="4961">
                  <c:v>125.9</c:v>
                </c:pt>
                <c:pt idx="4962">
                  <c:v>126.5</c:v>
                </c:pt>
                <c:pt idx="4963">
                  <c:v>125.6</c:v>
                </c:pt>
                <c:pt idx="4964">
                  <c:v>125.3</c:v>
                </c:pt>
                <c:pt idx="4965">
                  <c:v>125.1</c:v>
                </c:pt>
                <c:pt idx="4966">
                  <c:v>125.7</c:v>
                </c:pt>
                <c:pt idx="4967">
                  <c:v>125.15</c:v>
                </c:pt>
                <c:pt idx="4968">
                  <c:v>124.65</c:v>
                </c:pt>
                <c:pt idx="4969">
                  <c:v>126</c:v>
                </c:pt>
                <c:pt idx="4970">
                  <c:v>128</c:v>
                </c:pt>
                <c:pt idx="4971">
                  <c:v>128.4</c:v>
                </c:pt>
                <c:pt idx="4972">
                  <c:v>127.95</c:v>
                </c:pt>
                <c:pt idx="4973">
                  <c:v>128.80000000000001</c:v>
                </c:pt>
                <c:pt idx="4974">
                  <c:v>127.45</c:v>
                </c:pt>
                <c:pt idx="4975">
                  <c:v>128.05000000000001</c:v>
                </c:pt>
                <c:pt idx="4976">
                  <c:v>128.44999999999999</c:v>
                </c:pt>
                <c:pt idx="4977">
                  <c:v>126.25</c:v>
                </c:pt>
                <c:pt idx="4978">
                  <c:v>125.75</c:v>
                </c:pt>
                <c:pt idx="4979">
                  <c:v>123.45</c:v>
                </c:pt>
                <c:pt idx="4980">
                  <c:v>123.7</c:v>
                </c:pt>
                <c:pt idx="4981">
                  <c:v>124.15</c:v>
                </c:pt>
                <c:pt idx="4982">
                  <c:v>125.45</c:v>
                </c:pt>
                <c:pt idx="4983">
                  <c:v>125.05</c:v>
                </c:pt>
                <c:pt idx="4984">
                  <c:v>124.65</c:v>
                </c:pt>
                <c:pt idx="4985">
                  <c:v>124.5</c:v>
                </c:pt>
                <c:pt idx="4986">
                  <c:v>125.4</c:v>
                </c:pt>
                <c:pt idx="4987">
                  <c:v>122.9</c:v>
                </c:pt>
                <c:pt idx="4988">
                  <c:v>122.75</c:v>
                </c:pt>
                <c:pt idx="4989">
                  <c:v>116.4</c:v>
                </c:pt>
                <c:pt idx="4990">
                  <c:v>117.8</c:v>
                </c:pt>
                <c:pt idx="4991">
                  <c:v>118.35</c:v>
                </c:pt>
                <c:pt idx="4992">
                  <c:v>117.25</c:v>
                </c:pt>
                <c:pt idx="4993">
                  <c:v>116.6</c:v>
                </c:pt>
                <c:pt idx="4994">
                  <c:v>117.65</c:v>
                </c:pt>
                <c:pt idx="4995">
                  <c:v>115.6</c:v>
                </c:pt>
                <c:pt idx="4996">
                  <c:v>108.95</c:v>
                </c:pt>
                <c:pt idx="4997">
                  <c:v>104.35</c:v>
                </c:pt>
                <c:pt idx="4998">
                  <c:v>103.45</c:v>
                </c:pt>
                <c:pt idx="4999">
                  <c:v>106.15</c:v>
                </c:pt>
                <c:pt idx="5000">
                  <c:v>106.8</c:v>
                </c:pt>
                <c:pt idx="5001">
                  <c:v>107.25</c:v>
                </c:pt>
                <c:pt idx="5002">
                  <c:v>109.25</c:v>
                </c:pt>
                <c:pt idx="5003">
                  <c:v>106.2</c:v>
                </c:pt>
                <c:pt idx="5004">
                  <c:v>106.8</c:v>
                </c:pt>
                <c:pt idx="5005">
                  <c:v>106.7</c:v>
                </c:pt>
                <c:pt idx="5006">
                  <c:v>105.35</c:v>
                </c:pt>
                <c:pt idx="5007">
                  <c:v>103.3</c:v>
                </c:pt>
                <c:pt idx="5008">
                  <c:v>99.95</c:v>
                </c:pt>
                <c:pt idx="5009">
                  <c:v>99.3</c:v>
                </c:pt>
                <c:pt idx="5010">
                  <c:v>101.7</c:v>
                </c:pt>
                <c:pt idx="5011">
                  <c:v>102.8</c:v>
                </c:pt>
                <c:pt idx="5012">
                  <c:v>98.05</c:v>
                </c:pt>
                <c:pt idx="5013">
                  <c:v>97.55</c:v>
                </c:pt>
                <c:pt idx="5014">
                  <c:v>95.8</c:v>
                </c:pt>
                <c:pt idx="5015">
                  <c:v>93.35</c:v>
                </c:pt>
                <c:pt idx="5016">
                  <c:v>91.95</c:v>
                </c:pt>
                <c:pt idx="5017">
                  <c:v>89.1</c:v>
                </c:pt>
                <c:pt idx="5018">
                  <c:v>93.35</c:v>
                </c:pt>
                <c:pt idx="5019">
                  <c:v>92.8</c:v>
                </c:pt>
                <c:pt idx="5020">
                  <c:v>92.6</c:v>
                </c:pt>
                <c:pt idx="5021">
                  <c:v>88.5</c:v>
                </c:pt>
                <c:pt idx="5022">
                  <c:v>74.55</c:v>
                </c:pt>
                <c:pt idx="5023">
                  <c:v>71.7</c:v>
                </c:pt>
                <c:pt idx="5024">
                  <c:v>62.5</c:v>
                </c:pt>
                <c:pt idx="5025">
                  <c:v>65.900000000000006</c:v>
                </c:pt>
                <c:pt idx="5026">
                  <c:v>60.15</c:v>
                </c:pt>
                <c:pt idx="5027">
                  <c:v>60</c:v>
                </c:pt>
                <c:pt idx="5028">
                  <c:v>68.150000000000006</c:v>
                </c:pt>
                <c:pt idx="5029">
                  <c:v>61.05</c:v>
                </c:pt>
                <c:pt idx="5030">
                  <c:v>72.349999999999994</c:v>
                </c:pt>
                <c:pt idx="5031">
                  <c:v>60.4</c:v>
                </c:pt>
                <c:pt idx="5032">
                  <c:v>62.5</c:v>
                </c:pt>
                <c:pt idx="5033">
                  <c:v>61.55</c:v>
                </c:pt>
                <c:pt idx="5034">
                  <c:v>64.75</c:v>
                </c:pt>
                <c:pt idx="5035">
                  <c:v>64.45</c:v>
                </c:pt>
                <c:pt idx="5036">
                  <c:v>63.35</c:v>
                </c:pt>
                <c:pt idx="5037">
                  <c:v>68.3</c:v>
                </c:pt>
                <c:pt idx="5038">
                  <c:v>65.75</c:v>
                </c:pt>
                <c:pt idx="5039">
                  <c:v>69.849999999999994</c:v>
                </c:pt>
                <c:pt idx="5040">
                  <c:v>72.900000000000006</c:v>
                </c:pt>
                <c:pt idx="5041">
                  <c:v>74.45</c:v>
                </c:pt>
                <c:pt idx="5042">
                  <c:v>77.3</c:v>
                </c:pt>
                <c:pt idx="5043">
                  <c:v>75.05</c:v>
                </c:pt>
                <c:pt idx="5044">
                  <c:v>74.349999999999994</c:v>
                </c:pt>
                <c:pt idx="5045">
                  <c:v>75.45</c:v>
                </c:pt>
                <c:pt idx="5046">
                  <c:v>76.3</c:v>
                </c:pt>
                <c:pt idx="5047">
                  <c:v>74</c:v>
                </c:pt>
                <c:pt idx="5048">
                  <c:v>69.349999999999994</c:v>
                </c:pt>
                <c:pt idx="5049">
                  <c:v>65.349999999999994</c:v>
                </c:pt>
                <c:pt idx="5050">
                  <c:v>67.349999999999994</c:v>
                </c:pt>
                <c:pt idx="5051">
                  <c:v>67.599999999999994</c:v>
                </c:pt>
                <c:pt idx="5052">
                  <c:v>68.45</c:v>
                </c:pt>
                <c:pt idx="5053">
                  <c:v>69.2</c:v>
                </c:pt>
                <c:pt idx="5054">
                  <c:v>70.5</c:v>
                </c:pt>
                <c:pt idx="5055">
                  <c:v>79.900000000000006</c:v>
                </c:pt>
                <c:pt idx="5056">
                  <c:v>76.55</c:v>
                </c:pt>
                <c:pt idx="5057">
                  <c:v>78.45</c:v>
                </c:pt>
                <c:pt idx="5058">
                  <c:v>79.25</c:v>
                </c:pt>
                <c:pt idx="5059">
                  <c:v>75.599999999999994</c:v>
                </c:pt>
                <c:pt idx="5060">
                  <c:v>76</c:v>
                </c:pt>
                <c:pt idx="5061">
                  <c:v>77.05</c:v>
                </c:pt>
                <c:pt idx="5062">
                  <c:v>76.3</c:v>
                </c:pt>
                <c:pt idx="5063">
                  <c:v>78.2</c:v>
                </c:pt>
                <c:pt idx="5064">
                  <c:v>76.150000000000006</c:v>
                </c:pt>
                <c:pt idx="5065">
                  <c:v>76.150000000000006</c:v>
                </c:pt>
                <c:pt idx="5066">
                  <c:v>72.900000000000006</c:v>
                </c:pt>
                <c:pt idx="5067">
                  <c:v>77.150000000000006</c:v>
                </c:pt>
                <c:pt idx="5068">
                  <c:v>78</c:v>
                </c:pt>
                <c:pt idx="5069">
                  <c:v>77</c:v>
                </c:pt>
                <c:pt idx="5070">
                  <c:v>76.150000000000006</c:v>
                </c:pt>
                <c:pt idx="5071">
                  <c:v>77</c:v>
                </c:pt>
                <c:pt idx="5072">
                  <c:v>77.95</c:v>
                </c:pt>
                <c:pt idx="5073">
                  <c:v>78.849999999999994</c:v>
                </c:pt>
                <c:pt idx="5074">
                  <c:v>83.2</c:v>
                </c:pt>
                <c:pt idx="5075">
                  <c:v>83.95</c:v>
                </c:pt>
                <c:pt idx="5076">
                  <c:v>84.3</c:v>
                </c:pt>
                <c:pt idx="5077">
                  <c:v>86.3</c:v>
                </c:pt>
                <c:pt idx="5078">
                  <c:v>84.9</c:v>
                </c:pt>
                <c:pt idx="5079">
                  <c:v>86.95</c:v>
                </c:pt>
                <c:pt idx="5080">
                  <c:v>90.95</c:v>
                </c:pt>
                <c:pt idx="5081">
                  <c:v>90</c:v>
                </c:pt>
                <c:pt idx="5082">
                  <c:v>88.25</c:v>
                </c:pt>
                <c:pt idx="5083">
                  <c:v>86.9</c:v>
                </c:pt>
                <c:pt idx="5084">
                  <c:v>83.9</c:v>
                </c:pt>
                <c:pt idx="5085">
                  <c:v>84.1</c:v>
                </c:pt>
                <c:pt idx="5086">
                  <c:v>83.9</c:v>
                </c:pt>
                <c:pt idx="5087">
                  <c:v>84.2</c:v>
                </c:pt>
                <c:pt idx="5088">
                  <c:v>83.6</c:v>
                </c:pt>
                <c:pt idx="5089">
                  <c:v>85.75</c:v>
                </c:pt>
                <c:pt idx="5090">
                  <c:v>84.85</c:v>
                </c:pt>
                <c:pt idx="5091">
                  <c:v>85.65</c:v>
                </c:pt>
                <c:pt idx="5092">
                  <c:v>83.1</c:v>
                </c:pt>
                <c:pt idx="5093">
                  <c:v>81.599999999999994</c:v>
                </c:pt>
                <c:pt idx="5094">
                  <c:v>84.15</c:v>
                </c:pt>
                <c:pt idx="5095">
                  <c:v>82.4</c:v>
                </c:pt>
                <c:pt idx="5096">
                  <c:v>81.349999999999994</c:v>
                </c:pt>
                <c:pt idx="5097">
                  <c:v>80.45</c:v>
                </c:pt>
                <c:pt idx="5098">
                  <c:v>81.849999999999994</c:v>
                </c:pt>
                <c:pt idx="5099">
                  <c:v>82.4</c:v>
                </c:pt>
                <c:pt idx="5100">
                  <c:v>83.75</c:v>
                </c:pt>
                <c:pt idx="5101">
                  <c:v>81.95</c:v>
                </c:pt>
                <c:pt idx="5102">
                  <c:v>81.3</c:v>
                </c:pt>
                <c:pt idx="5103">
                  <c:v>80.2</c:v>
                </c:pt>
                <c:pt idx="5104">
                  <c:v>78.55</c:v>
                </c:pt>
                <c:pt idx="5105">
                  <c:v>78.900000000000006</c:v>
                </c:pt>
                <c:pt idx="5106">
                  <c:v>77.349999999999994</c:v>
                </c:pt>
                <c:pt idx="5107">
                  <c:v>76.25</c:v>
                </c:pt>
                <c:pt idx="5108">
                  <c:v>76.150000000000006</c:v>
                </c:pt>
                <c:pt idx="5109">
                  <c:v>80.349999999999994</c:v>
                </c:pt>
                <c:pt idx="5110">
                  <c:v>80.3</c:v>
                </c:pt>
                <c:pt idx="5111">
                  <c:v>82.45</c:v>
                </c:pt>
                <c:pt idx="5112">
                  <c:v>82.6</c:v>
                </c:pt>
                <c:pt idx="5113">
                  <c:v>82.65</c:v>
                </c:pt>
                <c:pt idx="5114">
                  <c:v>81</c:v>
                </c:pt>
                <c:pt idx="5115">
                  <c:v>80.8</c:v>
                </c:pt>
                <c:pt idx="5116">
                  <c:v>79.900000000000006</c:v>
                </c:pt>
                <c:pt idx="5117">
                  <c:v>79.5</c:v>
                </c:pt>
                <c:pt idx="5118">
                  <c:v>77.7</c:v>
                </c:pt>
                <c:pt idx="5119">
                  <c:v>78.3</c:v>
                </c:pt>
                <c:pt idx="5120">
                  <c:v>75.900000000000006</c:v>
                </c:pt>
                <c:pt idx="5121">
                  <c:v>76.099999999999994</c:v>
                </c:pt>
                <c:pt idx="5122">
                  <c:v>76.95</c:v>
                </c:pt>
                <c:pt idx="5123">
                  <c:v>78.05</c:v>
                </c:pt>
                <c:pt idx="5124">
                  <c:v>78.650000000000006</c:v>
                </c:pt>
                <c:pt idx="5125">
                  <c:v>79.05</c:v>
                </c:pt>
                <c:pt idx="5126">
                  <c:v>78.45</c:v>
                </c:pt>
                <c:pt idx="5127">
                  <c:v>78.099999999999994</c:v>
                </c:pt>
                <c:pt idx="5128">
                  <c:v>78.599999999999994</c:v>
                </c:pt>
                <c:pt idx="5129">
                  <c:v>77.099999999999994</c:v>
                </c:pt>
                <c:pt idx="5130">
                  <c:v>79.3</c:v>
                </c:pt>
                <c:pt idx="5131">
                  <c:v>80.650000000000006</c:v>
                </c:pt>
                <c:pt idx="5132">
                  <c:v>79.55</c:v>
                </c:pt>
                <c:pt idx="5133">
                  <c:v>82.15</c:v>
                </c:pt>
                <c:pt idx="5134">
                  <c:v>81.05</c:v>
                </c:pt>
                <c:pt idx="5135">
                  <c:v>81.25</c:v>
                </c:pt>
                <c:pt idx="5136">
                  <c:v>80.5</c:v>
                </c:pt>
                <c:pt idx="5137">
                  <c:v>81.400000000000006</c:v>
                </c:pt>
                <c:pt idx="5138">
                  <c:v>80.150000000000006</c:v>
                </c:pt>
                <c:pt idx="5139">
                  <c:v>80.349999999999994</c:v>
                </c:pt>
                <c:pt idx="5140">
                  <c:v>81.95</c:v>
                </c:pt>
                <c:pt idx="5141">
                  <c:v>79.349999999999994</c:v>
                </c:pt>
                <c:pt idx="5142">
                  <c:v>80.3</c:v>
                </c:pt>
                <c:pt idx="5143">
                  <c:v>79.05</c:v>
                </c:pt>
                <c:pt idx="5144">
                  <c:v>77.900000000000006</c:v>
                </c:pt>
                <c:pt idx="5145">
                  <c:v>76.45</c:v>
                </c:pt>
                <c:pt idx="5146">
                  <c:v>74.45</c:v>
                </c:pt>
                <c:pt idx="5147">
                  <c:v>72.7</c:v>
                </c:pt>
                <c:pt idx="5148">
                  <c:v>73.650000000000006</c:v>
                </c:pt>
                <c:pt idx="5149">
                  <c:v>73.3</c:v>
                </c:pt>
                <c:pt idx="5150">
                  <c:v>73.650000000000006</c:v>
                </c:pt>
                <c:pt idx="5151">
                  <c:v>73.8</c:v>
                </c:pt>
                <c:pt idx="5152">
                  <c:v>73.05</c:v>
                </c:pt>
                <c:pt idx="5153">
                  <c:v>73.150000000000006</c:v>
                </c:pt>
                <c:pt idx="5154">
                  <c:v>74.3</c:v>
                </c:pt>
                <c:pt idx="5155">
                  <c:v>71.150000000000006</c:v>
                </c:pt>
                <c:pt idx="5156">
                  <c:v>69.5</c:v>
                </c:pt>
                <c:pt idx="5157">
                  <c:v>67.650000000000006</c:v>
                </c:pt>
                <c:pt idx="5158">
                  <c:v>66.650000000000006</c:v>
                </c:pt>
                <c:pt idx="5159">
                  <c:v>68.900000000000006</c:v>
                </c:pt>
                <c:pt idx="5160">
                  <c:v>71.849999999999994</c:v>
                </c:pt>
                <c:pt idx="5161">
                  <c:v>69.150000000000006</c:v>
                </c:pt>
                <c:pt idx="5162">
                  <c:v>69.25</c:v>
                </c:pt>
                <c:pt idx="5163">
                  <c:v>69.150000000000006</c:v>
                </c:pt>
                <c:pt idx="5164">
                  <c:v>69.2</c:v>
                </c:pt>
                <c:pt idx="5165">
                  <c:v>69.349999999999994</c:v>
                </c:pt>
                <c:pt idx="5166">
                  <c:v>70.5</c:v>
                </c:pt>
                <c:pt idx="5167">
                  <c:v>68.45</c:v>
                </c:pt>
                <c:pt idx="5168">
                  <c:v>70.3</c:v>
                </c:pt>
                <c:pt idx="5169">
                  <c:v>69.150000000000006</c:v>
                </c:pt>
                <c:pt idx="5170">
                  <c:v>69.099999999999994</c:v>
                </c:pt>
                <c:pt idx="5171">
                  <c:v>67</c:v>
                </c:pt>
                <c:pt idx="5172">
                  <c:v>66.05</c:v>
                </c:pt>
                <c:pt idx="5173">
                  <c:v>67.25</c:v>
                </c:pt>
                <c:pt idx="5174">
                  <c:v>69.3</c:v>
                </c:pt>
                <c:pt idx="5175">
                  <c:v>67.400000000000006</c:v>
                </c:pt>
                <c:pt idx="5176">
                  <c:v>67.8</c:v>
                </c:pt>
                <c:pt idx="5177">
                  <c:v>68.849999999999994</c:v>
                </c:pt>
                <c:pt idx="5178">
                  <c:v>69</c:v>
                </c:pt>
                <c:pt idx="5179">
                  <c:v>68.2</c:v>
                </c:pt>
                <c:pt idx="5180">
                  <c:v>66.849999999999994</c:v>
                </c:pt>
                <c:pt idx="5181">
                  <c:v>66.349999999999994</c:v>
                </c:pt>
                <c:pt idx="5182">
                  <c:v>64.400000000000006</c:v>
                </c:pt>
                <c:pt idx="5183">
                  <c:v>64.900000000000006</c:v>
                </c:pt>
                <c:pt idx="5184">
                  <c:v>65.7</c:v>
                </c:pt>
                <c:pt idx="5185">
                  <c:v>66.3</c:v>
                </c:pt>
                <c:pt idx="5186">
                  <c:v>66.45</c:v>
                </c:pt>
                <c:pt idx="5187">
                  <c:v>67.599999999999994</c:v>
                </c:pt>
                <c:pt idx="5188">
                  <c:v>68</c:v>
                </c:pt>
                <c:pt idx="5189">
                  <c:v>68.45</c:v>
                </c:pt>
                <c:pt idx="5190">
                  <c:v>70.75</c:v>
                </c:pt>
                <c:pt idx="5191">
                  <c:v>72.349999999999994</c:v>
                </c:pt>
                <c:pt idx="5192">
                  <c:v>71.55</c:v>
                </c:pt>
                <c:pt idx="5193">
                  <c:v>72.150000000000006</c:v>
                </c:pt>
                <c:pt idx="5194">
                  <c:v>72.650000000000006</c:v>
                </c:pt>
                <c:pt idx="5195">
                  <c:v>71.3</c:v>
                </c:pt>
                <c:pt idx="5196">
                  <c:v>71.95</c:v>
                </c:pt>
                <c:pt idx="5197">
                  <c:v>72.150000000000006</c:v>
                </c:pt>
                <c:pt idx="5198">
                  <c:v>71.650000000000006</c:v>
                </c:pt>
                <c:pt idx="5199">
                  <c:v>76.5</c:v>
                </c:pt>
                <c:pt idx="5200">
                  <c:v>76.099999999999994</c:v>
                </c:pt>
                <c:pt idx="5201">
                  <c:v>80.8</c:v>
                </c:pt>
                <c:pt idx="5202">
                  <c:v>80.2</c:v>
                </c:pt>
                <c:pt idx="5203">
                  <c:v>78.5</c:v>
                </c:pt>
                <c:pt idx="5204">
                  <c:v>81.55</c:v>
                </c:pt>
                <c:pt idx="5205">
                  <c:v>84.85</c:v>
                </c:pt>
                <c:pt idx="5206">
                  <c:v>88.7</c:v>
                </c:pt>
                <c:pt idx="5207">
                  <c:v>89.85</c:v>
                </c:pt>
                <c:pt idx="5208">
                  <c:v>91.55</c:v>
                </c:pt>
                <c:pt idx="5209">
                  <c:v>90.75</c:v>
                </c:pt>
                <c:pt idx="5210">
                  <c:v>91.2</c:v>
                </c:pt>
                <c:pt idx="5211">
                  <c:v>91.65</c:v>
                </c:pt>
                <c:pt idx="5212">
                  <c:v>96.8</c:v>
                </c:pt>
                <c:pt idx="5213">
                  <c:v>101.5</c:v>
                </c:pt>
                <c:pt idx="5214">
                  <c:v>100.45</c:v>
                </c:pt>
                <c:pt idx="5215">
                  <c:v>102.9</c:v>
                </c:pt>
                <c:pt idx="5216">
                  <c:v>101.5</c:v>
                </c:pt>
                <c:pt idx="5217">
                  <c:v>99</c:v>
                </c:pt>
                <c:pt idx="5218">
                  <c:v>89.85</c:v>
                </c:pt>
                <c:pt idx="5219">
                  <c:v>90.55</c:v>
                </c:pt>
                <c:pt idx="5220">
                  <c:v>90.8</c:v>
                </c:pt>
                <c:pt idx="5221">
                  <c:v>93.15</c:v>
                </c:pt>
                <c:pt idx="5222">
                  <c:v>93.8</c:v>
                </c:pt>
                <c:pt idx="5223">
                  <c:v>93.15</c:v>
                </c:pt>
                <c:pt idx="5224">
                  <c:v>93.25</c:v>
                </c:pt>
                <c:pt idx="5225">
                  <c:v>93.05</c:v>
                </c:pt>
                <c:pt idx="5226">
                  <c:v>93.2</c:v>
                </c:pt>
                <c:pt idx="5227">
                  <c:v>96.95</c:v>
                </c:pt>
                <c:pt idx="5228">
                  <c:v>94.95</c:v>
                </c:pt>
                <c:pt idx="5229">
                  <c:v>96.95</c:v>
                </c:pt>
                <c:pt idx="5230">
                  <c:v>97.9</c:v>
                </c:pt>
                <c:pt idx="5231">
                  <c:v>100.65</c:v>
                </c:pt>
                <c:pt idx="5232">
                  <c:v>102.55</c:v>
                </c:pt>
                <c:pt idx="5233">
                  <c:v>103.45</c:v>
                </c:pt>
                <c:pt idx="5234">
                  <c:v>105.25</c:v>
                </c:pt>
                <c:pt idx="5235">
                  <c:v>105.05</c:v>
                </c:pt>
                <c:pt idx="5236">
                  <c:v>101.4</c:v>
                </c:pt>
                <c:pt idx="5237">
                  <c:v>96.65</c:v>
                </c:pt>
                <c:pt idx="5238">
                  <c:v>98.1</c:v>
                </c:pt>
                <c:pt idx="5239">
                  <c:v>98.85</c:v>
                </c:pt>
                <c:pt idx="5240">
                  <c:v>94.7</c:v>
                </c:pt>
                <c:pt idx="5241">
                  <c:v>92.75</c:v>
                </c:pt>
                <c:pt idx="5242">
                  <c:v>91.35</c:v>
                </c:pt>
                <c:pt idx="5243">
                  <c:v>89.7</c:v>
                </c:pt>
                <c:pt idx="5244">
                  <c:v>90.65</c:v>
                </c:pt>
                <c:pt idx="5245">
                  <c:v>88.3</c:v>
                </c:pt>
                <c:pt idx="5246">
                  <c:v>90.85</c:v>
                </c:pt>
                <c:pt idx="5247">
                  <c:v>92.85</c:v>
                </c:pt>
                <c:pt idx="5248">
                  <c:v>93.35</c:v>
                </c:pt>
                <c:pt idx="5249">
                  <c:v>97.65</c:v>
                </c:pt>
                <c:pt idx="5250">
                  <c:v>97.65</c:v>
                </c:pt>
                <c:pt idx="5251">
                  <c:v>99.65</c:v>
                </c:pt>
                <c:pt idx="5252">
                  <c:v>101</c:v>
                </c:pt>
                <c:pt idx="5253">
                  <c:v>100</c:v>
                </c:pt>
                <c:pt idx="5254">
                  <c:v>99.45</c:v>
                </c:pt>
                <c:pt idx="5255">
                  <c:v>97</c:v>
                </c:pt>
                <c:pt idx="5256">
                  <c:v>98.45</c:v>
                </c:pt>
                <c:pt idx="5257">
                  <c:v>103.75</c:v>
                </c:pt>
                <c:pt idx="5258">
                  <c:v>102.25</c:v>
                </c:pt>
                <c:pt idx="5259">
                  <c:v>110.7</c:v>
                </c:pt>
                <c:pt idx="5260">
                  <c:v>105.1</c:v>
                </c:pt>
                <c:pt idx="5261">
                  <c:v>106.3</c:v>
                </c:pt>
                <c:pt idx="5262">
                  <c:v>112.2</c:v>
                </c:pt>
                <c:pt idx="5263">
                  <c:v>113.6</c:v>
                </c:pt>
                <c:pt idx="5264">
                  <c:v>119.05</c:v>
                </c:pt>
                <c:pt idx="5265">
                  <c:v>111</c:v>
                </c:pt>
                <c:pt idx="5266">
                  <c:v>117.05</c:v>
                </c:pt>
                <c:pt idx="5267">
                  <c:v>113.5</c:v>
                </c:pt>
                <c:pt idx="5268">
                  <c:v>114</c:v>
                </c:pt>
                <c:pt idx="5269">
                  <c:v>112.7</c:v>
                </c:pt>
                <c:pt idx="5270">
                  <c:v>114.95</c:v>
                </c:pt>
                <c:pt idx="5271">
                  <c:v>118.25</c:v>
                </c:pt>
                <c:pt idx="5272">
                  <c:v>116.75</c:v>
                </c:pt>
                <c:pt idx="5273">
                  <c:v>114.4</c:v>
                </c:pt>
                <c:pt idx="5274">
                  <c:v>115.05</c:v>
                </c:pt>
                <c:pt idx="5275">
                  <c:v>114.35</c:v>
                </c:pt>
                <c:pt idx="5276">
                  <c:v>115.1</c:v>
                </c:pt>
                <c:pt idx="5277">
                  <c:v>109.35</c:v>
                </c:pt>
                <c:pt idx="5278">
                  <c:v>110.2</c:v>
                </c:pt>
                <c:pt idx="5279">
                  <c:v>110.5</c:v>
                </c:pt>
                <c:pt idx="5280">
                  <c:v>109.6</c:v>
                </c:pt>
                <c:pt idx="5281">
                  <c:v>107.15</c:v>
                </c:pt>
                <c:pt idx="5282">
                  <c:v>104.8</c:v>
                </c:pt>
                <c:pt idx="5283">
                  <c:v>102</c:v>
                </c:pt>
                <c:pt idx="5284">
                  <c:v>102.4</c:v>
                </c:pt>
                <c:pt idx="5285">
                  <c:v>103.5</c:v>
                </c:pt>
                <c:pt idx="5286">
                  <c:v>102.15</c:v>
                </c:pt>
                <c:pt idx="5287">
                  <c:v>104.35</c:v>
                </c:pt>
                <c:pt idx="5288">
                  <c:v>103.45</c:v>
                </c:pt>
                <c:pt idx="5289">
                  <c:v>103.95</c:v>
                </c:pt>
                <c:pt idx="5290">
                  <c:v>104.65</c:v>
                </c:pt>
                <c:pt idx="5291">
                  <c:v>103.6</c:v>
                </c:pt>
                <c:pt idx="5292">
                  <c:v>103.8</c:v>
                </c:pt>
                <c:pt idx="5293">
                  <c:v>98.05</c:v>
                </c:pt>
                <c:pt idx="5294">
                  <c:v>102.05</c:v>
                </c:pt>
                <c:pt idx="5295">
                  <c:v>105.1</c:v>
                </c:pt>
                <c:pt idx="5296">
                  <c:v>107.3</c:v>
                </c:pt>
                <c:pt idx="5297">
                  <c:v>103.05</c:v>
                </c:pt>
                <c:pt idx="5298">
                  <c:v>102.85</c:v>
                </c:pt>
                <c:pt idx="5299">
                  <c:v>103.1</c:v>
                </c:pt>
                <c:pt idx="5300">
                  <c:v>102.4</c:v>
                </c:pt>
                <c:pt idx="5301">
                  <c:v>102.8</c:v>
                </c:pt>
                <c:pt idx="5302">
                  <c:v>103.2</c:v>
                </c:pt>
                <c:pt idx="5303">
                  <c:v>103.9</c:v>
                </c:pt>
                <c:pt idx="5304">
                  <c:v>104.05</c:v>
                </c:pt>
                <c:pt idx="5305">
                  <c:v>108.15</c:v>
                </c:pt>
              </c:numCache>
            </c:numRef>
          </c:val>
          <c:smooth val="0"/>
          <c:extLst>
            <c:ext xmlns:c16="http://schemas.microsoft.com/office/drawing/2014/chart" uri="{C3380CC4-5D6E-409C-BE32-E72D297353CC}">
              <c16:uniqueId val="{00000000-7D1F-4694-830D-D0F1A8C35CBE}"/>
            </c:ext>
          </c:extLst>
        </c:ser>
        <c:ser>
          <c:idx val="1"/>
          <c:order val="1"/>
          <c:tx>
            <c:strRef>
              <c:f>ENERGYPIVOT!$C$1:$C$2</c:f>
              <c:strCache>
                <c:ptCount val="1"/>
                <c:pt idx="0">
                  <c:v>POWERGRID</c:v>
                </c:pt>
              </c:strCache>
            </c:strRef>
          </c:tx>
          <c:spPr>
            <a:ln w="28575" cap="rnd">
              <a:solidFill>
                <a:schemeClr val="accent3"/>
              </a:solidFill>
              <a:round/>
            </a:ln>
            <a:effectLst/>
          </c:spPr>
          <c:marker>
            <c:symbol val="none"/>
          </c:marker>
          <c:cat>
            <c:strRef>
              <c:f>ENERGYPIVOT!$A$3:$A$5309</c:f>
              <c:strCache>
                <c:ptCount val="5306"/>
                <c:pt idx="0">
                  <c:v>03-01-2000</c:v>
                </c:pt>
                <c:pt idx="1">
                  <c:v>04-01-2000</c:v>
                </c:pt>
                <c:pt idx="2">
                  <c:v>05-01-2000</c:v>
                </c:pt>
                <c:pt idx="3">
                  <c:v>06-01-2000</c:v>
                </c:pt>
                <c:pt idx="4">
                  <c:v>07-01-2000</c:v>
                </c:pt>
                <c:pt idx="5">
                  <c:v>10-01-2000</c:v>
                </c:pt>
                <c:pt idx="6">
                  <c:v>11-01-2000</c:v>
                </c:pt>
                <c:pt idx="7">
                  <c:v>12-01-2000</c:v>
                </c:pt>
                <c:pt idx="8">
                  <c:v>13-01-2000</c:v>
                </c:pt>
                <c:pt idx="9">
                  <c:v>14-01-2000</c:v>
                </c:pt>
                <c:pt idx="10">
                  <c:v>17-01-2000</c:v>
                </c:pt>
                <c:pt idx="11">
                  <c:v>18-01-2000</c:v>
                </c:pt>
                <c:pt idx="12">
                  <c:v>19-01-2000</c:v>
                </c:pt>
                <c:pt idx="13">
                  <c:v>20-01-2000</c:v>
                </c:pt>
                <c:pt idx="14">
                  <c:v>21-01-2000</c:v>
                </c:pt>
                <c:pt idx="15">
                  <c:v>24-01-2000</c:v>
                </c:pt>
                <c:pt idx="16">
                  <c:v>25-01-2000</c:v>
                </c:pt>
                <c:pt idx="17">
                  <c:v>27-01-2000</c:v>
                </c:pt>
                <c:pt idx="18">
                  <c:v>28-01-2000</c:v>
                </c:pt>
                <c:pt idx="19">
                  <c:v>31-01-2000</c:v>
                </c:pt>
                <c:pt idx="20">
                  <c:v>01-02-2000</c:v>
                </c:pt>
                <c:pt idx="21">
                  <c:v>02-02-2000</c:v>
                </c:pt>
                <c:pt idx="22">
                  <c:v>03-02-2000</c:v>
                </c:pt>
                <c:pt idx="23">
                  <c:v>04-02-2000</c:v>
                </c:pt>
                <c:pt idx="24">
                  <c:v>07-02-2000</c:v>
                </c:pt>
                <c:pt idx="25">
                  <c:v>08-02-2000</c:v>
                </c:pt>
                <c:pt idx="26">
                  <c:v>09-02-2000</c:v>
                </c:pt>
                <c:pt idx="27">
                  <c:v>10-02-2000</c:v>
                </c:pt>
                <c:pt idx="28">
                  <c:v>11-02-2000</c:v>
                </c:pt>
                <c:pt idx="29">
                  <c:v>14-02-2000</c:v>
                </c:pt>
                <c:pt idx="30">
                  <c:v>15-02-2000</c:v>
                </c:pt>
                <c:pt idx="31">
                  <c:v>16-02-2000</c:v>
                </c:pt>
                <c:pt idx="32">
                  <c:v>17-02-2000</c:v>
                </c:pt>
                <c:pt idx="33">
                  <c:v>18-02-2000</c:v>
                </c:pt>
                <c:pt idx="34">
                  <c:v>21-02-2000</c:v>
                </c:pt>
                <c:pt idx="35">
                  <c:v>22-02-2000</c:v>
                </c:pt>
                <c:pt idx="36">
                  <c:v>23-02-2000</c:v>
                </c:pt>
                <c:pt idx="37">
                  <c:v>24-02-2000</c:v>
                </c:pt>
                <c:pt idx="38">
                  <c:v>25-02-2000</c:v>
                </c:pt>
                <c:pt idx="39">
                  <c:v>28-02-2000</c:v>
                </c:pt>
                <c:pt idx="40">
                  <c:v>29-02-2000</c:v>
                </c:pt>
                <c:pt idx="41">
                  <c:v>01-03-2000</c:v>
                </c:pt>
                <c:pt idx="42">
                  <c:v>02-03-2000</c:v>
                </c:pt>
                <c:pt idx="43">
                  <c:v>03-03-2000</c:v>
                </c:pt>
                <c:pt idx="44">
                  <c:v>06-03-2000</c:v>
                </c:pt>
                <c:pt idx="45">
                  <c:v>07-03-2000</c:v>
                </c:pt>
                <c:pt idx="46">
                  <c:v>08-03-2000</c:v>
                </c:pt>
                <c:pt idx="47">
                  <c:v>09-03-2000</c:v>
                </c:pt>
                <c:pt idx="48">
                  <c:v>10-03-2000</c:v>
                </c:pt>
                <c:pt idx="49">
                  <c:v>13-03-2000</c:v>
                </c:pt>
                <c:pt idx="50">
                  <c:v>14-03-2000</c:v>
                </c:pt>
                <c:pt idx="51">
                  <c:v>15-03-2000</c:v>
                </c:pt>
                <c:pt idx="52">
                  <c:v>16-03-2000</c:v>
                </c:pt>
                <c:pt idx="53">
                  <c:v>21-03-2000</c:v>
                </c:pt>
                <c:pt idx="54">
                  <c:v>22-03-2000</c:v>
                </c:pt>
                <c:pt idx="55">
                  <c:v>23-03-2000</c:v>
                </c:pt>
                <c:pt idx="56">
                  <c:v>24-03-2000</c:v>
                </c:pt>
                <c:pt idx="57">
                  <c:v>27-03-2000</c:v>
                </c:pt>
                <c:pt idx="58">
                  <c:v>28-03-2000</c:v>
                </c:pt>
                <c:pt idx="59">
                  <c:v>29-03-2000</c:v>
                </c:pt>
                <c:pt idx="60">
                  <c:v>30-03-2000</c:v>
                </c:pt>
                <c:pt idx="61">
                  <c:v>31-03-2000</c:v>
                </c:pt>
                <c:pt idx="62">
                  <c:v>03-04-2000</c:v>
                </c:pt>
                <c:pt idx="63">
                  <c:v>04-04-2000</c:v>
                </c:pt>
                <c:pt idx="64">
                  <c:v>05-04-2000</c:v>
                </c:pt>
                <c:pt idx="65">
                  <c:v>06-04-2000</c:v>
                </c:pt>
                <c:pt idx="66">
                  <c:v>07-04-2000</c:v>
                </c:pt>
                <c:pt idx="67">
                  <c:v>10-04-2000</c:v>
                </c:pt>
                <c:pt idx="68">
                  <c:v>11-04-2000</c:v>
                </c:pt>
                <c:pt idx="69">
                  <c:v>12-04-2000</c:v>
                </c:pt>
                <c:pt idx="70">
                  <c:v>13-04-2000</c:v>
                </c:pt>
                <c:pt idx="71">
                  <c:v>17-04-2000</c:v>
                </c:pt>
                <c:pt idx="72">
                  <c:v>18-04-2000</c:v>
                </c:pt>
                <c:pt idx="73">
                  <c:v>19-04-2000</c:v>
                </c:pt>
                <c:pt idx="74">
                  <c:v>20-04-2000</c:v>
                </c:pt>
                <c:pt idx="75">
                  <c:v>24-04-2000</c:v>
                </c:pt>
                <c:pt idx="76">
                  <c:v>25-04-2000</c:v>
                </c:pt>
                <c:pt idx="77">
                  <c:v>26-04-2000</c:v>
                </c:pt>
                <c:pt idx="78">
                  <c:v>27-04-2000</c:v>
                </c:pt>
                <c:pt idx="79">
                  <c:v>28-04-2000</c:v>
                </c:pt>
                <c:pt idx="80">
                  <c:v>02-05-2000</c:v>
                </c:pt>
                <c:pt idx="81">
                  <c:v>03-05-2000</c:v>
                </c:pt>
                <c:pt idx="82">
                  <c:v>04-05-2000</c:v>
                </c:pt>
                <c:pt idx="83">
                  <c:v>05-05-2000</c:v>
                </c:pt>
                <c:pt idx="84">
                  <c:v>08-05-2000</c:v>
                </c:pt>
                <c:pt idx="85">
                  <c:v>09-05-2000</c:v>
                </c:pt>
                <c:pt idx="86">
                  <c:v>10-05-2000</c:v>
                </c:pt>
                <c:pt idx="87">
                  <c:v>11-05-2000</c:v>
                </c:pt>
                <c:pt idx="88">
                  <c:v>12-05-2000</c:v>
                </c:pt>
                <c:pt idx="89">
                  <c:v>15-05-2000</c:v>
                </c:pt>
                <c:pt idx="90">
                  <c:v>16-05-2000</c:v>
                </c:pt>
                <c:pt idx="91">
                  <c:v>17-05-2000</c:v>
                </c:pt>
                <c:pt idx="92">
                  <c:v>18-05-2000</c:v>
                </c:pt>
                <c:pt idx="93">
                  <c:v>19-05-2000</c:v>
                </c:pt>
                <c:pt idx="94">
                  <c:v>22-05-2000</c:v>
                </c:pt>
                <c:pt idx="95">
                  <c:v>23-05-2000</c:v>
                </c:pt>
                <c:pt idx="96">
                  <c:v>24-05-2000</c:v>
                </c:pt>
                <c:pt idx="97">
                  <c:v>25-05-2000</c:v>
                </c:pt>
                <c:pt idx="98">
                  <c:v>26-05-2000</c:v>
                </c:pt>
                <c:pt idx="99">
                  <c:v>29-05-2000</c:v>
                </c:pt>
                <c:pt idx="100">
                  <c:v>30-05-2000</c:v>
                </c:pt>
                <c:pt idx="101">
                  <c:v>31-05-2000</c:v>
                </c:pt>
                <c:pt idx="102">
                  <c:v>01-06-2000</c:v>
                </c:pt>
                <c:pt idx="103">
                  <c:v>02-06-2000</c:v>
                </c:pt>
                <c:pt idx="104">
                  <c:v>05-06-2000</c:v>
                </c:pt>
                <c:pt idx="105">
                  <c:v>06-06-2000</c:v>
                </c:pt>
                <c:pt idx="106">
                  <c:v>07-06-2000</c:v>
                </c:pt>
                <c:pt idx="107">
                  <c:v>08-06-2000</c:v>
                </c:pt>
                <c:pt idx="108">
                  <c:v>09-06-2000</c:v>
                </c:pt>
                <c:pt idx="109">
                  <c:v>12-06-2000</c:v>
                </c:pt>
                <c:pt idx="110">
                  <c:v>13-06-2000</c:v>
                </c:pt>
                <c:pt idx="111">
                  <c:v>14-06-2000</c:v>
                </c:pt>
                <c:pt idx="112">
                  <c:v>15-06-2000</c:v>
                </c:pt>
                <c:pt idx="113">
                  <c:v>16-06-2000</c:v>
                </c:pt>
                <c:pt idx="114">
                  <c:v>19-06-2000</c:v>
                </c:pt>
                <c:pt idx="115">
                  <c:v>20-06-2000</c:v>
                </c:pt>
                <c:pt idx="116">
                  <c:v>21-06-2000</c:v>
                </c:pt>
                <c:pt idx="117">
                  <c:v>22-06-2000</c:v>
                </c:pt>
                <c:pt idx="118">
                  <c:v>23-06-2000</c:v>
                </c:pt>
                <c:pt idx="119">
                  <c:v>26-06-2000</c:v>
                </c:pt>
                <c:pt idx="120">
                  <c:v>27-06-2000</c:v>
                </c:pt>
                <c:pt idx="121">
                  <c:v>28-06-2000</c:v>
                </c:pt>
                <c:pt idx="122">
                  <c:v>29-06-2000</c:v>
                </c:pt>
                <c:pt idx="123">
                  <c:v>30-06-2000</c:v>
                </c:pt>
                <c:pt idx="124">
                  <c:v>03-07-2000</c:v>
                </c:pt>
                <c:pt idx="125">
                  <c:v>04-07-2000</c:v>
                </c:pt>
                <c:pt idx="126">
                  <c:v>05-07-2000</c:v>
                </c:pt>
                <c:pt idx="127">
                  <c:v>06-07-2000</c:v>
                </c:pt>
                <c:pt idx="128">
                  <c:v>07-07-2000</c:v>
                </c:pt>
                <c:pt idx="129">
                  <c:v>10-07-2000</c:v>
                </c:pt>
                <c:pt idx="130">
                  <c:v>11-07-2000</c:v>
                </c:pt>
                <c:pt idx="131">
                  <c:v>12-07-2000</c:v>
                </c:pt>
                <c:pt idx="132">
                  <c:v>13-07-2000</c:v>
                </c:pt>
                <c:pt idx="133">
                  <c:v>14-07-2000</c:v>
                </c:pt>
                <c:pt idx="134">
                  <c:v>17-07-2000</c:v>
                </c:pt>
                <c:pt idx="135">
                  <c:v>18-07-2000</c:v>
                </c:pt>
                <c:pt idx="136">
                  <c:v>19-07-2000</c:v>
                </c:pt>
                <c:pt idx="137">
                  <c:v>20-07-2000</c:v>
                </c:pt>
                <c:pt idx="138">
                  <c:v>21-07-2000</c:v>
                </c:pt>
                <c:pt idx="139">
                  <c:v>24-07-2000</c:v>
                </c:pt>
                <c:pt idx="140">
                  <c:v>25-07-2000</c:v>
                </c:pt>
                <c:pt idx="141">
                  <c:v>26-07-2000</c:v>
                </c:pt>
                <c:pt idx="142">
                  <c:v>27-07-2000</c:v>
                </c:pt>
                <c:pt idx="143">
                  <c:v>28-07-2000</c:v>
                </c:pt>
                <c:pt idx="144">
                  <c:v>31-07-2000</c:v>
                </c:pt>
                <c:pt idx="145">
                  <c:v>01-08-2000</c:v>
                </c:pt>
                <c:pt idx="146">
                  <c:v>02-08-2000</c:v>
                </c:pt>
                <c:pt idx="147">
                  <c:v>03-08-2000</c:v>
                </c:pt>
                <c:pt idx="148">
                  <c:v>04-08-2000</c:v>
                </c:pt>
                <c:pt idx="149">
                  <c:v>07-08-2000</c:v>
                </c:pt>
                <c:pt idx="150">
                  <c:v>08-08-2000</c:v>
                </c:pt>
                <c:pt idx="151">
                  <c:v>09-08-2000</c:v>
                </c:pt>
                <c:pt idx="152">
                  <c:v>10-08-2000</c:v>
                </c:pt>
                <c:pt idx="153">
                  <c:v>11-08-2000</c:v>
                </c:pt>
                <c:pt idx="154">
                  <c:v>14-08-2000</c:v>
                </c:pt>
                <c:pt idx="155">
                  <c:v>16-08-2000</c:v>
                </c:pt>
                <c:pt idx="156">
                  <c:v>17-08-2000</c:v>
                </c:pt>
                <c:pt idx="157">
                  <c:v>18-08-2000</c:v>
                </c:pt>
                <c:pt idx="158">
                  <c:v>21-08-2000</c:v>
                </c:pt>
                <c:pt idx="159">
                  <c:v>22-08-2000</c:v>
                </c:pt>
                <c:pt idx="160">
                  <c:v>23-08-2000</c:v>
                </c:pt>
                <c:pt idx="161">
                  <c:v>24-08-2000</c:v>
                </c:pt>
                <c:pt idx="162">
                  <c:v>25-08-2000</c:v>
                </c:pt>
                <c:pt idx="163">
                  <c:v>28-08-2000</c:v>
                </c:pt>
                <c:pt idx="164">
                  <c:v>29-08-2000</c:v>
                </c:pt>
                <c:pt idx="165">
                  <c:v>30-08-2000</c:v>
                </c:pt>
                <c:pt idx="166">
                  <c:v>31-08-2000</c:v>
                </c:pt>
                <c:pt idx="167">
                  <c:v>04-09-2000</c:v>
                </c:pt>
                <c:pt idx="168">
                  <c:v>05-09-2000</c:v>
                </c:pt>
                <c:pt idx="169">
                  <c:v>06-09-2000</c:v>
                </c:pt>
                <c:pt idx="170">
                  <c:v>07-09-2000</c:v>
                </c:pt>
                <c:pt idx="171">
                  <c:v>08-09-2000</c:v>
                </c:pt>
                <c:pt idx="172">
                  <c:v>11-09-2000</c:v>
                </c:pt>
                <c:pt idx="173">
                  <c:v>12-09-2000</c:v>
                </c:pt>
                <c:pt idx="174">
                  <c:v>13-09-2000</c:v>
                </c:pt>
                <c:pt idx="175">
                  <c:v>14-09-2000</c:v>
                </c:pt>
                <c:pt idx="176">
                  <c:v>15-09-2000</c:v>
                </c:pt>
                <c:pt idx="177">
                  <c:v>18-09-2000</c:v>
                </c:pt>
                <c:pt idx="178">
                  <c:v>19-09-2000</c:v>
                </c:pt>
                <c:pt idx="179">
                  <c:v>20-09-2000</c:v>
                </c:pt>
                <c:pt idx="180">
                  <c:v>21-09-2000</c:v>
                </c:pt>
                <c:pt idx="181">
                  <c:v>22-09-2000</c:v>
                </c:pt>
                <c:pt idx="182">
                  <c:v>25-09-2000</c:v>
                </c:pt>
                <c:pt idx="183">
                  <c:v>26-09-2000</c:v>
                </c:pt>
                <c:pt idx="184">
                  <c:v>27-09-2000</c:v>
                </c:pt>
                <c:pt idx="185">
                  <c:v>28-09-2000</c:v>
                </c:pt>
                <c:pt idx="186">
                  <c:v>29-09-2000</c:v>
                </c:pt>
                <c:pt idx="187">
                  <c:v>03-10-2000</c:v>
                </c:pt>
                <c:pt idx="188">
                  <c:v>04-10-2000</c:v>
                </c:pt>
                <c:pt idx="189">
                  <c:v>05-10-2000</c:v>
                </c:pt>
                <c:pt idx="190">
                  <c:v>06-10-2000</c:v>
                </c:pt>
                <c:pt idx="191">
                  <c:v>09-10-2000</c:v>
                </c:pt>
                <c:pt idx="192">
                  <c:v>10-10-2000</c:v>
                </c:pt>
                <c:pt idx="193">
                  <c:v>11-10-2000</c:v>
                </c:pt>
                <c:pt idx="194">
                  <c:v>12-10-2000</c:v>
                </c:pt>
                <c:pt idx="195">
                  <c:v>13-10-2000</c:v>
                </c:pt>
                <c:pt idx="196">
                  <c:v>16-10-2000</c:v>
                </c:pt>
                <c:pt idx="197">
                  <c:v>17-10-2000</c:v>
                </c:pt>
                <c:pt idx="198">
                  <c:v>18-10-2000</c:v>
                </c:pt>
                <c:pt idx="199">
                  <c:v>19-10-2000</c:v>
                </c:pt>
                <c:pt idx="200">
                  <c:v>20-10-2000</c:v>
                </c:pt>
                <c:pt idx="201">
                  <c:v>23-10-2000</c:v>
                </c:pt>
                <c:pt idx="202">
                  <c:v>24-10-2000</c:v>
                </c:pt>
                <c:pt idx="203">
                  <c:v>25-10-2000</c:v>
                </c:pt>
                <c:pt idx="204">
                  <c:v>26-10-2000</c:v>
                </c:pt>
                <c:pt idx="205">
                  <c:v>27-10-2000</c:v>
                </c:pt>
                <c:pt idx="206">
                  <c:v>30-10-2000</c:v>
                </c:pt>
                <c:pt idx="207">
                  <c:v>31-10-2000</c:v>
                </c:pt>
                <c:pt idx="208">
                  <c:v>01-11-2000</c:v>
                </c:pt>
                <c:pt idx="209">
                  <c:v>02-11-2000</c:v>
                </c:pt>
                <c:pt idx="210">
                  <c:v>03-11-2000</c:v>
                </c:pt>
                <c:pt idx="211">
                  <c:v>06-11-2000</c:v>
                </c:pt>
                <c:pt idx="212">
                  <c:v>07-11-2000</c:v>
                </c:pt>
                <c:pt idx="213">
                  <c:v>08-11-2000</c:v>
                </c:pt>
                <c:pt idx="214">
                  <c:v>09-11-2000</c:v>
                </c:pt>
                <c:pt idx="215">
                  <c:v>10-11-2000</c:v>
                </c:pt>
                <c:pt idx="216">
                  <c:v>13-11-2000</c:v>
                </c:pt>
                <c:pt idx="217">
                  <c:v>14-11-2000</c:v>
                </c:pt>
                <c:pt idx="218">
                  <c:v>15-11-2000</c:v>
                </c:pt>
                <c:pt idx="219">
                  <c:v>16-11-2000</c:v>
                </c:pt>
                <c:pt idx="220">
                  <c:v>17-11-2000</c:v>
                </c:pt>
                <c:pt idx="221">
                  <c:v>20-11-2000</c:v>
                </c:pt>
                <c:pt idx="222">
                  <c:v>21-11-2000</c:v>
                </c:pt>
                <c:pt idx="223">
                  <c:v>22-11-2000</c:v>
                </c:pt>
                <c:pt idx="224">
                  <c:v>23-11-2000</c:v>
                </c:pt>
                <c:pt idx="225">
                  <c:v>24-11-2000</c:v>
                </c:pt>
                <c:pt idx="226">
                  <c:v>27-11-2000</c:v>
                </c:pt>
                <c:pt idx="227">
                  <c:v>28-11-2000</c:v>
                </c:pt>
                <c:pt idx="228">
                  <c:v>29-11-2000</c:v>
                </c:pt>
                <c:pt idx="229">
                  <c:v>30-11-2000</c:v>
                </c:pt>
                <c:pt idx="230">
                  <c:v>01-12-2000</c:v>
                </c:pt>
                <c:pt idx="231">
                  <c:v>04-12-2000</c:v>
                </c:pt>
                <c:pt idx="232">
                  <c:v>05-12-2000</c:v>
                </c:pt>
                <c:pt idx="233">
                  <c:v>06-12-2000</c:v>
                </c:pt>
                <c:pt idx="234">
                  <c:v>07-12-2000</c:v>
                </c:pt>
                <c:pt idx="235">
                  <c:v>08-12-2000</c:v>
                </c:pt>
                <c:pt idx="236">
                  <c:v>11-12-2000</c:v>
                </c:pt>
                <c:pt idx="237">
                  <c:v>12-12-2000</c:v>
                </c:pt>
                <c:pt idx="238">
                  <c:v>13-12-2000</c:v>
                </c:pt>
                <c:pt idx="239">
                  <c:v>14-12-2000</c:v>
                </c:pt>
                <c:pt idx="240">
                  <c:v>15-12-2000</c:v>
                </c:pt>
                <c:pt idx="241">
                  <c:v>18-12-2000</c:v>
                </c:pt>
                <c:pt idx="242">
                  <c:v>19-12-2000</c:v>
                </c:pt>
                <c:pt idx="243">
                  <c:v>20-12-2000</c:v>
                </c:pt>
                <c:pt idx="244">
                  <c:v>21-12-2000</c:v>
                </c:pt>
                <c:pt idx="245">
                  <c:v>22-12-2000</c:v>
                </c:pt>
                <c:pt idx="246">
                  <c:v>26-12-2000</c:v>
                </c:pt>
                <c:pt idx="247">
                  <c:v>27-12-2000</c:v>
                </c:pt>
                <c:pt idx="248">
                  <c:v>28-12-2000</c:v>
                </c:pt>
                <c:pt idx="249">
                  <c:v>29-12-2000</c:v>
                </c:pt>
                <c:pt idx="250">
                  <c:v>01-01-2001</c:v>
                </c:pt>
                <c:pt idx="251">
                  <c:v>02-01-2001</c:v>
                </c:pt>
                <c:pt idx="252">
                  <c:v>03-01-2001</c:v>
                </c:pt>
                <c:pt idx="253">
                  <c:v>04-01-2001</c:v>
                </c:pt>
                <c:pt idx="254">
                  <c:v>05-01-2001</c:v>
                </c:pt>
                <c:pt idx="255">
                  <c:v>08-01-2001</c:v>
                </c:pt>
                <c:pt idx="256">
                  <c:v>09-01-2001</c:v>
                </c:pt>
                <c:pt idx="257">
                  <c:v>10-01-2001</c:v>
                </c:pt>
                <c:pt idx="258">
                  <c:v>11-01-2001</c:v>
                </c:pt>
                <c:pt idx="259">
                  <c:v>12-01-2001</c:v>
                </c:pt>
                <c:pt idx="260">
                  <c:v>15-01-2001</c:v>
                </c:pt>
                <c:pt idx="261">
                  <c:v>16-01-2001</c:v>
                </c:pt>
                <c:pt idx="262">
                  <c:v>17-01-2001</c:v>
                </c:pt>
                <c:pt idx="263">
                  <c:v>18-01-2001</c:v>
                </c:pt>
                <c:pt idx="264">
                  <c:v>19-01-2001</c:v>
                </c:pt>
                <c:pt idx="265">
                  <c:v>22-01-2001</c:v>
                </c:pt>
                <c:pt idx="266">
                  <c:v>23-01-2001</c:v>
                </c:pt>
                <c:pt idx="267">
                  <c:v>24-01-2001</c:v>
                </c:pt>
                <c:pt idx="268">
                  <c:v>25-01-2001</c:v>
                </c:pt>
                <c:pt idx="269">
                  <c:v>29-01-2001</c:v>
                </c:pt>
                <c:pt idx="270">
                  <c:v>30-01-2001</c:v>
                </c:pt>
                <c:pt idx="271">
                  <c:v>31-01-2001</c:v>
                </c:pt>
                <c:pt idx="272">
                  <c:v>01-02-2001</c:v>
                </c:pt>
                <c:pt idx="273">
                  <c:v>02-02-2001</c:v>
                </c:pt>
                <c:pt idx="274">
                  <c:v>05-02-2001</c:v>
                </c:pt>
                <c:pt idx="275">
                  <c:v>06-02-2001</c:v>
                </c:pt>
                <c:pt idx="276">
                  <c:v>07-02-2001</c:v>
                </c:pt>
                <c:pt idx="277">
                  <c:v>08-02-2001</c:v>
                </c:pt>
                <c:pt idx="278">
                  <c:v>09-02-2001</c:v>
                </c:pt>
                <c:pt idx="279">
                  <c:v>12-02-2001</c:v>
                </c:pt>
                <c:pt idx="280">
                  <c:v>13-02-2001</c:v>
                </c:pt>
                <c:pt idx="281">
                  <c:v>14-02-2001</c:v>
                </c:pt>
                <c:pt idx="282">
                  <c:v>15-02-2001</c:v>
                </c:pt>
                <c:pt idx="283">
                  <c:v>16-02-2001</c:v>
                </c:pt>
                <c:pt idx="284">
                  <c:v>19-02-2001</c:v>
                </c:pt>
                <c:pt idx="285">
                  <c:v>20-02-2001</c:v>
                </c:pt>
                <c:pt idx="286">
                  <c:v>21-02-2001</c:v>
                </c:pt>
                <c:pt idx="287">
                  <c:v>22-02-2001</c:v>
                </c:pt>
                <c:pt idx="288">
                  <c:v>23-02-2001</c:v>
                </c:pt>
                <c:pt idx="289">
                  <c:v>26-02-2001</c:v>
                </c:pt>
                <c:pt idx="290">
                  <c:v>27-02-2001</c:v>
                </c:pt>
                <c:pt idx="291">
                  <c:v>28-02-2001</c:v>
                </c:pt>
                <c:pt idx="292">
                  <c:v>01-03-2001</c:v>
                </c:pt>
                <c:pt idx="293">
                  <c:v>02-03-2001</c:v>
                </c:pt>
                <c:pt idx="294">
                  <c:v>05-03-2001</c:v>
                </c:pt>
                <c:pt idx="295">
                  <c:v>07-03-2001</c:v>
                </c:pt>
                <c:pt idx="296">
                  <c:v>08-03-2001</c:v>
                </c:pt>
                <c:pt idx="297">
                  <c:v>09-03-2001</c:v>
                </c:pt>
                <c:pt idx="298">
                  <c:v>12-03-2001</c:v>
                </c:pt>
                <c:pt idx="299">
                  <c:v>13-03-2001</c:v>
                </c:pt>
                <c:pt idx="300">
                  <c:v>14-03-2001</c:v>
                </c:pt>
                <c:pt idx="301">
                  <c:v>15-03-2001</c:v>
                </c:pt>
                <c:pt idx="302">
                  <c:v>16-03-2001</c:v>
                </c:pt>
                <c:pt idx="303">
                  <c:v>19-03-2001</c:v>
                </c:pt>
                <c:pt idx="304">
                  <c:v>20-03-2001</c:v>
                </c:pt>
                <c:pt idx="305">
                  <c:v>21-03-2001</c:v>
                </c:pt>
                <c:pt idx="306">
                  <c:v>22-03-2001</c:v>
                </c:pt>
                <c:pt idx="307">
                  <c:v>23-03-2001</c:v>
                </c:pt>
                <c:pt idx="308">
                  <c:v>26-03-2001</c:v>
                </c:pt>
                <c:pt idx="309">
                  <c:v>27-03-2001</c:v>
                </c:pt>
                <c:pt idx="310">
                  <c:v>28-03-2001</c:v>
                </c:pt>
                <c:pt idx="311">
                  <c:v>29-03-2001</c:v>
                </c:pt>
                <c:pt idx="312">
                  <c:v>30-03-2001</c:v>
                </c:pt>
                <c:pt idx="313">
                  <c:v>02-04-2001</c:v>
                </c:pt>
                <c:pt idx="314">
                  <c:v>03-04-2001</c:v>
                </c:pt>
                <c:pt idx="315">
                  <c:v>04-04-2001</c:v>
                </c:pt>
                <c:pt idx="316">
                  <c:v>06-04-2001</c:v>
                </c:pt>
                <c:pt idx="317">
                  <c:v>09-04-2001</c:v>
                </c:pt>
                <c:pt idx="318">
                  <c:v>10-04-2001</c:v>
                </c:pt>
                <c:pt idx="319">
                  <c:v>11-04-2001</c:v>
                </c:pt>
                <c:pt idx="320">
                  <c:v>12-04-2001</c:v>
                </c:pt>
                <c:pt idx="321">
                  <c:v>16-04-2001</c:v>
                </c:pt>
                <c:pt idx="322">
                  <c:v>17-04-2001</c:v>
                </c:pt>
                <c:pt idx="323">
                  <c:v>18-04-2001</c:v>
                </c:pt>
                <c:pt idx="324">
                  <c:v>19-04-2001</c:v>
                </c:pt>
                <c:pt idx="325">
                  <c:v>20-04-2001</c:v>
                </c:pt>
                <c:pt idx="326">
                  <c:v>23-04-2001</c:v>
                </c:pt>
                <c:pt idx="327">
                  <c:v>24-04-2001</c:v>
                </c:pt>
                <c:pt idx="328">
                  <c:v>25-04-2001</c:v>
                </c:pt>
                <c:pt idx="329">
                  <c:v>26-04-2001</c:v>
                </c:pt>
                <c:pt idx="330">
                  <c:v>27-04-2001</c:v>
                </c:pt>
                <c:pt idx="331">
                  <c:v>30-04-2001</c:v>
                </c:pt>
                <c:pt idx="332">
                  <c:v>02-05-2001</c:v>
                </c:pt>
                <c:pt idx="333">
                  <c:v>03-05-2001</c:v>
                </c:pt>
                <c:pt idx="334">
                  <c:v>04-05-2001</c:v>
                </c:pt>
                <c:pt idx="335">
                  <c:v>07-05-2001</c:v>
                </c:pt>
                <c:pt idx="336">
                  <c:v>08-05-2001</c:v>
                </c:pt>
                <c:pt idx="337">
                  <c:v>09-05-2001</c:v>
                </c:pt>
                <c:pt idx="338">
                  <c:v>10-05-2001</c:v>
                </c:pt>
                <c:pt idx="339">
                  <c:v>11-05-2001</c:v>
                </c:pt>
                <c:pt idx="340">
                  <c:v>14-05-2001</c:v>
                </c:pt>
                <c:pt idx="341">
                  <c:v>15-05-2001</c:v>
                </c:pt>
                <c:pt idx="342">
                  <c:v>16-05-2001</c:v>
                </c:pt>
                <c:pt idx="343">
                  <c:v>17-05-2001</c:v>
                </c:pt>
                <c:pt idx="344">
                  <c:v>18-05-2001</c:v>
                </c:pt>
                <c:pt idx="345">
                  <c:v>21-05-2001</c:v>
                </c:pt>
                <c:pt idx="346">
                  <c:v>22-05-2001</c:v>
                </c:pt>
                <c:pt idx="347">
                  <c:v>23-05-2001</c:v>
                </c:pt>
                <c:pt idx="348">
                  <c:v>24-05-2001</c:v>
                </c:pt>
                <c:pt idx="349">
                  <c:v>25-05-2001</c:v>
                </c:pt>
                <c:pt idx="350">
                  <c:v>28-05-2001</c:v>
                </c:pt>
                <c:pt idx="351">
                  <c:v>29-05-2001</c:v>
                </c:pt>
                <c:pt idx="352">
                  <c:v>30-05-2001</c:v>
                </c:pt>
                <c:pt idx="353">
                  <c:v>31-05-2001</c:v>
                </c:pt>
                <c:pt idx="354">
                  <c:v>01-06-2001</c:v>
                </c:pt>
                <c:pt idx="355">
                  <c:v>04-06-2001</c:v>
                </c:pt>
                <c:pt idx="356">
                  <c:v>05-06-2001</c:v>
                </c:pt>
                <c:pt idx="357">
                  <c:v>06-06-2001</c:v>
                </c:pt>
                <c:pt idx="358">
                  <c:v>07-06-2001</c:v>
                </c:pt>
                <c:pt idx="359">
                  <c:v>08-06-2001</c:v>
                </c:pt>
                <c:pt idx="360">
                  <c:v>11-06-2001</c:v>
                </c:pt>
                <c:pt idx="361">
                  <c:v>12-06-2001</c:v>
                </c:pt>
                <c:pt idx="362">
                  <c:v>13-06-2001</c:v>
                </c:pt>
                <c:pt idx="363">
                  <c:v>14-06-2001</c:v>
                </c:pt>
                <c:pt idx="364">
                  <c:v>15-06-2001</c:v>
                </c:pt>
                <c:pt idx="365">
                  <c:v>18-06-2001</c:v>
                </c:pt>
                <c:pt idx="366">
                  <c:v>19-06-2001</c:v>
                </c:pt>
                <c:pt idx="367">
                  <c:v>20-06-2001</c:v>
                </c:pt>
                <c:pt idx="368">
                  <c:v>21-06-2001</c:v>
                </c:pt>
                <c:pt idx="369">
                  <c:v>22-06-2001</c:v>
                </c:pt>
                <c:pt idx="370">
                  <c:v>25-06-2001</c:v>
                </c:pt>
                <c:pt idx="371">
                  <c:v>26-06-2001</c:v>
                </c:pt>
                <c:pt idx="372">
                  <c:v>27-06-2001</c:v>
                </c:pt>
                <c:pt idx="373">
                  <c:v>28-06-2001</c:v>
                </c:pt>
                <c:pt idx="374">
                  <c:v>29-06-2001</c:v>
                </c:pt>
                <c:pt idx="375">
                  <c:v>02-07-2001</c:v>
                </c:pt>
                <c:pt idx="376">
                  <c:v>03-07-2001</c:v>
                </c:pt>
                <c:pt idx="377">
                  <c:v>04-07-2001</c:v>
                </c:pt>
                <c:pt idx="378">
                  <c:v>05-07-2001</c:v>
                </c:pt>
                <c:pt idx="379">
                  <c:v>06-07-2001</c:v>
                </c:pt>
                <c:pt idx="380">
                  <c:v>09-07-2001</c:v>
                </c:pt>
                <c:pt idx="381">
                  <c:v>10-07-2001</c:v>
                </c:pt>
                <c:pt idx="382">
                  <c:v>11-07-2001</c:v>
                </c:pt>
                <c:pt idx="383">
                  <c:v>12-07-2001</c:v>
                </c:pt>
                <c:pt idx="384">
                  <c:v>13-07-2001</c:v>
                </c:pt>
                <c:pt idx="385">
                  <c:v>16-07-2001</c:v>
                </c:pt>
                <c:pt idx="386">
                  <c:v>17-07-2001</c:v>
                </c:pt>
                <c:pt idx="387">
                  <c:v>18-07-2001</c:v>
                </c:pt>
                <c:pt idx="388">
                  <c:v>19-07-2001</c:v>
                </c:pt>
                <c:pt idx="389">
                  <c:v>20-07-2001</c:v>
                </c:pt>
                <c:pt idx="390">
                  <c:v>23-07-2001</c:v>
                </c:pt>
                <c:pt idx="391">
                  <c:v>24-07-2001</c:v>
                </c:pt>
                <c:pt idx="392">
                  <c:v>25-07-2001</c:v>
                </c:pt>
                <c:pt idx="393">
                  <c:v>26-07-2001</c:v>
                </c:pt>
                <c:pt idx="394">
                  <c:v>27-07-2001</c:v>
                </c:pt>
                <c:pt idx="395">
                  <c:v>30-07-2001</c:v>
                </c:pt>
                <c:pt idx="396">
                  <c:v>31-07-2001</c:v>
                </c:pt>
                <c:pt idx="397">
                  <c:v>01-08-2001</c:v>
                </c:pt>
                <c:pt idx="398">
                  <c:v>02-08-2001</c:v>
                </c:pt>
                <c:pt idx="399">
                  <c:v>03-08-2001</c:v>
                </c:pt>
                <c:pt idx="400">
                  <c:v>06-08-2001</c:v>
                </c:pt>
                <c:pt idx="401">
                  <c:v>07-08-2001</c:v>
                </c:pt>
                <c:pt idx="402">
                  <c:v>08-08-2001</c:v>
                </c:pt>
                <c:pt idx="403">
                  <c:v>09-08-2001</c:v>
                </c:pt>
                <c:pt idx="404">
                  <c:v>10-08-2001</c:v>
                </c:pt>
                <c:pt idx="405">
                  <c:v>13-08-2001</c:v>
                </c:pt>
                <c:pt idx="406">
                  <c:v>14-08-2001</c:v>
                </c:pt>
                <c:pt idx="407">
                  <c:v>16-08-2001</c:v>
                </c:pt>
                <c:pt idx="408">
                  <c:v>17-08-2001</c:v>
                </c:pt>
                <c:pt idx="409">
                  <c:v>20-08-2001</c:v>
                </c:pt>
                <c:pt idx="410">
                  <c:v>21-08-2001</c:v>
                </c:pt>
                <c:pt idx="411">
                  <c:v>23-08-2001</c:v>
                </c:pt>
                <c:pt idx="412">
                  <c:v>24-08-2001</c:v>
                </c:pt>
                <c:pt idx="413">
                  <c:v>27-08-2001</c:v>
                </c:pt>
                <c:pt idx="414">
                  <c:v>28-08-2001</c:v>
                </c:pt>
                <c:pt idx="415">
                  <c:v>29-08-2001</c:v>
                </c:pt>
                <c:pt idx="416">
                  <c:v>30-08-2001</c:v>
                </c:pt>
                <c:pt idx="417">
                  <c:v>31-08-2001</c:v>
                </c:pt>
                <c:pt idx="418">
                  <c:v>03-09-2001</c:v>
                </c:pt>
                <c:pt idx="419">
                  <c:v>04-09-2001</c:v>
                </c:pt>
                <c:pt idx="420">
                  <c:v>05-09-2001</c:v>
                </c:pt>
                <c:pt idx="421">
                  <c:v>06-09-2001</c:v>
                </c:pt>
                <c:pt idx="422">
                  <c:v>07-09-2001</c:v>
                </c:pt>
                <c:pt idx="423">
                  <c:v>10-09-2001</c:v>
                </c:pt>
                <c:pt idx="424">
                  <c:v>11-09-2001</c:v>
                </c:pt>
                <c:pt idx="425">
                  <c:v>12-09-2001</c:v>
                </c:pt>
                <c:pt idx="426">
                  <c:v>13-09-2001</c:v>
                </c:pt>
                <c:pt idx="427">
                  <c:v>14-09-2001</c:v>
                </c:pt>
                <c:pt idx="428">
                  <c:v>17-09-2001</c:v>
                </c:pt>
                <c:pt idx="429">
                  <c:v>18-09-2001</c:v>
                </c:pt>
                <c:pt idx="430">
                  <c:v>19-09-2001</c:v>
                </c:pt>
                <c:pt idx="431">
                  <c:v>20-09-2001</c:v>
                </c:pt>
                <c:pt idx="432">
                  <c:v>21-09-2001</c:v>
                </c:pt>
                <c:pt idx="433">
                  <c:v>24-09-2001</c:v>
                </c:pt>
                <c:pt idx="434">
                  <c:v>25-09-2001</c:v>
                </c:pt>
                <c:pt idx="435">
                  <c:v>26-09-2001</c:v>
                </c:pt>
                <c:pt idx="436">
                  <c:v>27-09-2001</c:v>
                </c:pt>
                <c:pt idx="437">
                  <c:v>28-09-2001</c:v>
                </c:pt>
                <c:pt idx="438">
                  <c:v>01-10-2001</c:v>
                </c:pt>
                <c:pt idx="439">
                  <c:v>03-10-2001</c:v>
                </c:pt>
                <c:pt idx="440">
                  <c:v>04-10-2001</c:v>
                </c:pt>
                <c:pt idx="441">
                  <c:v>05-10-2001</c:v>
                </c:pt>
                <c:pt idx="442">
                  <c:v>08-10-2001</c:v>
                </c:pt>
                <c:pt idx="443">
                  <c:v>09-10-2001</c:v>
                </c:pt>
                <c:pt idx="444">
                  <c:v>10-10-2001</c:v>
                </c:pt>
                <c:pt idx="445">
                  <c:v>11-10-2001</c:v>
                </c:pt>
                <c:pt idx="446">
                  <c:v>12-10-2001</c:v>
                </c:pt>
                <c:pt idx="447">
                  <c:v>15-10-2001</c:v>
                </c:pt>
                <c:pt idx="448">
                  <c:v>16-10-2001</c:v>
                </c:pt>
                <c:pt idx="449">
                  <c:v>17-10-2001</c:v>
                </c:pt>
                <c:pt idx="450">
                  <c:v>18-10-2001</c:v>
                </c:pt>
                <c:pt idx="451">
                  <c:v>19-10-2001</c:v>
                </c:pt>
                <c:pt idx="452">
                  <c:v>22-10-2001</c:v>
                </c:pt>
                <c:pt idx="453">
                  <c:v>23-10-2001</c:v>
                </c:pt>
                <c:pt idx="454">
                  <c:v>24-10-2001</c:v>
                </c:pt>
                <c:pt idx="455">
                  <c:v>25-10-2001</c:v>
                </c:pt>
                <c:pt idx="456">
                  <c:v>29-10-2001</c:v>
                </c:pt>
                <c:pt idx="457">
                  <c:v>30-10-2001</c:v>
                </c:pt>
                <c:pt idx="458">
                  <c:v>31-10-2001</c:v>
                </c:pt>
                <c:pt idx="459">
                  <c:v>01-11-2001</c:v>
                </c:pt>
                <c:pt idx="460">
                  <c:v>02-11-2001</c:v>
                </c:pt>
                <c:pt idx="461">
                  <c:v>05-11-2001</c:v>
                </c:pt>
                <c:pt idx="462">
                  <c:v>06-11-2001</c:v>
                </c:pt>
                <c:pt idx="463">
                  <c:v>07-11-2001</c:v>
                </c:pt>
                <c:pt idx="464">
                  <c:v>08-11-2001</c:v>
                </c:pt>
                <c:pt idx="465">
                  <c:v>09-11-2001</c:v>
                </c:pt>
                <c:pt idx="466">
                  <c:v>12-11-2001</c:v>
                </c:pt>
                <c:pt idx="467">
                  <c:v>13-11-2001</c:v>
                </c:pt>
                <c:pt idx="468">
                  <c:v>14-11-2001</c:v>
                </c:pt>
                <c:pt idx="469">
                  <c:v>15-11-2001</c:v>
                </c:pt>
                <c:pt idx="470">
                  <c:v>19-11-2001</c:v>
                </c:pt>
                <c:pt idx="471">
                  <c:v>20-11-2001</c:v>
                </c:pt>
                <c:pt idx="472">
                  <c:v>21-11-2001</c:v>
                </c:pt>
                <c:pt idx="473">
                  <c:v>22-11-2001</c:v>
                </c:pt>
                <c:pt idx="474">
                  <c:v>23-11-2001</c:v>
                </c:pt>
                <c:pt idx="475">
                  <c:v>26-11-2001</c:v>
                </c:pt>
                <c:pt idx="476">
                  <c:v>27-11-2001</c:v>
                </c:pt>
                <c:pt idx="477">
                  <c:v>28-11-2001</c:v>
                </c:pt>
                <c:pt idx="478">
                  <c:v>29-11-2001</c:v>
                </c:pt>
                <c:pt idx="479">
                  <c:v>03-12-2001</c:v>
                </c:pt>
                <c:pt idx="480">
                  <c:v>04-12-2001</c:v>
                </c:pt>
                <c:pt idx="481">
                  <c:v>05-12-2001</c:v>
                </c:pt>
                <c:pt idx="482">
                  <c:v>06-12-2001</c:v>
                </c:pt>
                <c:pt idx="483">
                  <c:v>07-12-2001</c:v>
                </c:pt>
                <c:pt idx="484">
                  <c:v>10-12-2001</c:v>
                </c:pt>
                <c:pt idx="485">
                  <c:v>11-12-2001</c:v>
                </c:pt>
                <c:pt idx="486">
                  <c:v>12-12-2001</c:v>
                </c:pt>
                <c:pt idx="487">
                  <c:v>13-12-2001</c:v>
                </c:pt>
                <c:pt idx="488">
                  <c:v>14-12-2001</c:v>
                </c:pt>
                <c:pt idx="489">
                  <c:v>18-12-2001</c:v>
                </c:pt>
                <c:pt idx="490">
                  <c:v>19-12-2001</c:v>
                </c:pt>
                <c:pt idx="491">
                  <c:v>20-12-2001</c:v>
                </c:pt>
                <c:pt idx="492">
                  <c:v>21-12-2001</c:v>
                </c:pt>
                <c:pt idx="493">
                  <c:v>24-12-2001</c:v>
                </c:pt>
                <c:pt idx="494">
                  <c:v>26-12-2001</c:v>
                </c:pt>
                <c:pt idx="495">
                  <c:v>27-12-2001</c:v>
                </c:pt>
                <c:pt idx="496">
                  <c:v>28-12-2001</c:v>
                </c:pt>
                <c:pt idx="497">
                  <c:v>31-12-2001</c:v>
                </c:pt>
                <c:pt idx="498">
                  <c:v>01-01-2002</c:v>
                </c:pt>
                <c:pt idx="499">
                  <c:v>02-01-2002</c:v>
                </c:pt>
                <c:pt idx="500">
                  <c:v>03-01-2002</c:v>
                </c:pt>
                <c:pt idx="501">
                  <c:v>04-01-2002</c:v>
                </c:pt>
                <c:pt idx="502">
                  <c:v>07-01-2002</c:v>
                </c:pt>
                <c:pt idx="503">
                  <c:v>08-01-2002</c:v>
                </c:pt>
                <c:pt idx="504">
                  <c:v>09-01-2002</c:v>
                </c:pt>
                <c:pt idx="505">
                  <c:v>10-01-2002</c:v>
                </c:pt>
                <c:pt idx="506">
                  <c:v>11-01-2002</c:v>
                </c:pt>
                <c:pt idx="507">
                  <c:v>14-01-2002</c:v>
                </c:pt>
                <c:pt idx="508">
                  <c:v>15-01-2002</c:v>
                </c:pt>
                <c:pt idx="509">
                  <c:v>16-01-2002</c:v>
                </c:pt>
                <c:pt idx="510">
                  <c:v>17-01-2002</c:v>
                </c:pt>
                <c:pt idx="511">
                  <c:v>18-01-2002</c:v>
                </c:pt>
                <c:pt idx="512">
                  <c:v>21-01-2002</c:v>
                </c:pt>
                <c:pt idx="513">
                  <c:v>22-01-2002</c:v>
                </c:pt>
                <c:pt idx="514">
                  <c:v>23-01-2002</c:v>
                </c:pt>
                <c:pt idx="515">
                  <c:v>24-01-2002</c:v>
                </c:pt>
                <c:pt idx="516">
                  <c:v>25-01-2002</c:v>
                </c:pt>
                <c:pt idx="517">
                  <c:v>28-01-2002</c:v>
                </c:pt>
                <c:pt idx="518">
                  <c:v>29-01-2002</c:v>
                </c:pt>
                <c:pt idx="519">
                  <c:v>30-01-2002</c:v>
                </c:pt>
                <c:pt idx="520">
                  <c:v>31-01-2002</c:v>
                </c:pt>
                <c:pt idx="521">
                  <c:v>01-02-2002</c:v>
                </c:pt>
                <c:pt idx="522">
                  <c:v>04-02-2002</c:v>
                </c:pt>
                <c:pt idx="523">
                  <c:v>05-02-2002</c:v>
                </c:pt>
                <c:pt idx="524">
                  <c:v>06-02-2002</c:v>
                </c:pt>
                <c:pt idx="525">
                  <c:v>07-02-2002</c:v>
                </c:pt>
                <c:pt idx="526">
                  <c:v>08-02-2002</c:v>
                </c:pt>
                <c:pt idx="527">
                  <c:v>11-02-2002</c:v>
                </c:pt>
                <c:pt idx="528">
                  <c:v>12-02-2002</c:v>
                </c:pt>
                <c:pt idx="529">
                  <c:v>13-02-2002</c:v>
                </c:pt>
                <c:pt idx="530">
                  <c:v>14-02-2002</c:v>
                </c:pt>
                <c:pt idx="531">
                  <c:v>15-02-2002</c:v>
                </c:pt>
                <c:pt idx="532">
                  <c:v>18-02-2002</c:v>
                </c:pt>
                <c:pt idx="533">
                  <c:v>19-02-2002</c:v>
                </c:pt>
                <c:pt idx="534">
                  <c:v>20-02-2002</c:v>
                </c:pt>
                <c:pt idx="535">
                  <c:v>21-02-2002</c:v>
                </c:pt>
                <c:pt idx="536">
                  <c:v>22-02-2002</c:v>
                </c:pt>
                <c:pt idx="537">
                  <c:v>25-02-2002</c:v>
                </c:pt>
                <c:pt idx="538">
                  <c:v>26-02-2002</c:v>
                </c:pt>
                <c:pt idx="539">
                  <c:v>27-02-2002</c:v>
                </c:pt>
                <c:pt idx="540">
                  <c:v>28-02-2002</c:v>
                </c:pt>
                <c:pt idx="541">
                  <c:v>01-03-2002</c:v>
                </c:pt>
                <c:pt idx="542">
                  <c:v>04-03-2002</c:v>
                </c:pt>
                <c:pt idx="543">
                  <c:v>05-03-2002</c:v>
                </c:pt>
                <c:pt idx="544">
                  <c:v>06-03-2002</c:v>
                </c:pt>
                <c:pt idx="545">
                  <c:v>07-03-2002</c:v>
                </c:pt>
                <c:pt idx="546">
                  <c:v>08-03-2002</c:v>
                </c:pt>
                <c:pt idx="547">
                  <c:v>11-03-2002</c:v>
                </c:pt>
                <c:pt idx="548">
                  <c:v>12-03-2002</c:v>
                </c:pt>
                <c:pt idx="549">
                  <c:v>13-03-2002</c:v>
                </c:pt>
                <c:pt idx="550">
                  <c:v>14-03-2002</c:v>
                </c:pt>
                <c:pt idx="551">
                  <c:v>15-03-2002</c:v>
                </c:pt>
                <c:pt idx="552">
                  <c:v>18-03-2002</c:v>
                </c:pt>
                <c:pt idx="553">
                  <c:v>19-03-2002</c:v>
                </c:pt>
                <c:pt idx="554">
                  <c:v>20-03-2002</c:v>
                </c:pt>
                <c:pt idx="555">
                  <c:v>21-03-2002</c:v>
                </c:pt>
                <c:pt idx="556">
                  <c:v>22-03-2002</c:v>
                </c:pt>
                <c:pt idx="557">
                  <c:v>26-03-2002</c:v>
                </c:pt>
                <c:pt idx="558">
                  <c:v>27-03-2002</c:v>
                </c:pt>
                <c:pt idx="559">
                  <c:v>28-03-2002</c:v>
                </c:pt>
                <c:pt idx="560">
                  <c:v>01-04-2002</c:v>
                </c:pt>
                <c:pt idx="561">
                  <c:v>02-04-2002</c:v>
                </c:pt>
                <c:pt idx="562">
                  <c:v>03-04-2002</c:v>
                </c:pt>
                <c:pt idx="563">
                  <c:v>04-04-2002</c:v>
                </c:pt>
                <c:pt idx="564">
                  <c:v>05-04-2002</c:v>
                </c:pt>
                <c:pt idx="565">
                  <c:v>08-04-2002</c:v>
                </c:pt>
                <c:pt idx="566">
                  <c:v>09-04-2002</c:v>
                </c:pt>
                <c:pt idx="567">
                  <c:v>10-04-2002</c:v>
                </c:pt>
                <c:pt idx="568">
                  <c:v>11-04-2002</c:v>
                </c:pt>
                <c:pt idx="569">
                  <c:v>12-04-2002</c:v>
                </c:pt>
                <c:pt idx="570">
                  <c:v>15-04-2002</c:v>
                </c:pt>
                <c:pt idx="571">
                  <c:v>16-04-2002</c:v>
                </c:pt>
                <c:pt idx="572">
                  <c:v>17-04-2002</c:v>
                </c:pt>
                <c:pt idx="573">
                  <c:v>18-04-2002</c:v>
                </c:pt>
                <c:pt idx="574">
                  <c:v>19-04-2002</c:v>
                </c:pt>
                <c:pt idx="575">
                  <c:v>22-04-2002</c:v>
                </c:pt>
                <c:pt idx="576">
                  <c:v>23-04-2002</c:v>
                </c:pt>
                <c:pt idx="577">
                  <c:v>24-04-2002</c:v>
                </c:pt>
                <c:pt idx="578">
                  <c:v>25-04-2002</c:v>
                </c:pt>
                <c:pt idx="579">
                  <c:v>26-04-2002</c:v>
                </c:pt>
                <c:pt idx="580">
                  <c:v>29-04-2002</c:v>
                </c:pt>
                <c:pt idx="581">
                  <c:v>30-04-2002</c:v>
                </c:pt>
                <c:pt idx="582">
                  <c:v>02-05-2002</c:v>
                </c:pt>
                <c:pt idx="583">
                  <c:v>03-05-2002</c:v>
                </c:pt>
                <c:pt idx="584">
                  <c:v>06-05-2002</c:v>
                </c:pt>
                <c:pt idx="585">
                  <c:v>07-05-2002</c:v>
                </c:pt>
                <c:pt idx="586">
                  <c:v>08-05-2002</c:v>
                </c:pt>
                <c:pt idx="587">
                  <c:v>09-05-2002</c:v>
                </c:pt>
                <c:pt idx="588">
                  <c:v>10-05-2002</c:v>
                </c:pt>
                <c:pt idx="589">
                  <c:v>13-05-2002</c:v>
                </c:pt>
                <c:pt idx="590">
                  <c:v>14-05-2002</c:v>
                </c:pt>
                <c:pt idx="591">
                  <c:v>15-05-2002</c:v>
                </c:pt>
                <c:pt idx="592">
                  <c:v>16-05-2002</c:v>
                </c:pt>
                <c:pt idx="593">
                  <c:v>17-05-2002</c:v>
                </c:pt>
                <c:pt idx="594">
                  <c:v>20-05-2002</c:v>
                </c:pt>
                <c:pt idx="595">
                  <c:v>21-05-2002</c:v>
                </c:pt>
                <c:pt idx="596">
                  <c:v>22-05-2002</c:v>
                </c:pt>
                <c:pt idx="597">
                  <c:v>23-05-2002</c:v>
                </c:pt>
                <c:pt idx="598">
                  <c:v>24-05-2002</c:v>
                </c:pt>
                <c:pt idx="599">
                  <c:v>27-05-2002</c:v>
                </c:pt>
                <c:pt idx="600">
                  <c:v>28-05-2002</c:v>
                </c:pt>
                <c:pt idx="601">
                  <c:v>29-05-2002</c:v>
                </c:pt>
                <c:pt idx="602">
                  <c:v>30-05-2002</c:v>
                </c:pt>
                <c:pt idx="603">
                  <c:v>31-05-2002</c:v>
                </c:pt>
                <c:pt idx="604">
                  <c:v>03-06-2002</c:v>
                </c:pt>
                <c:pt idx="605">
                  <c:v>04-06-2002</c:v>
                </c:pt>
                <c:pt idx="606">
                  <c:v>05-06-2002</c:v>
                </c:pt>
                <c:pt idx="607">
                  <c:v>06-06-2002</c:v>
                </c:pt>
                <c:pt idx="608">
                  <c:v>07-06-2002</c:v>
                </c:pt>
                <c:pt idx="609">
                  <c:v>10-06-2002</c:v>
                </c:pt>
                <c:pt idx="610">
                  <c:v>11-06-2002</c:v>
                </c:pt>
                <c:pt idx="611">
                  <c:v>12-06-2002</c:v>
                </c:pt>
                <c:pt idx="612">
                  <c:v>13-06-2002</c:v>
                </c:pt>
                <c:pt idx="613">
                  <c:v>14-06-2002</c:v>
                </c:pt>
                <c:pt idx="614">
                  <c:v>17-06-2002</c:v>
                </c:pt>
                <c:pt idx="615">
                  <c:v>18-06-2002</c:v>
                </c:pt>
                <c:pt idx="616">
                  <c:v>19-06-2002</c:v>
                </c:pt>
                <c:pt idx="617">
                  <c:v>20-06-2002</c:v>
                </c:pt>
                <c:pt idx="618">
                  <c:v>21-06-2002</c:v>
                </c:pt>
                <c:pt idx="619">
                  <c:v>24-06-2002</c:v>
                </c:pt>
                <c:pt idx="620">
                  <c:v>25-06-2002</c:v>
                </c:pt>
                <c:pt idx="621">
                  <c:v>26-06-2002</c:v>
                </c:pt>
                <c:pt idx="622">
                  <c:v>27-06-2002</c:v>
                </c:pt>
                <c:pt idx="623">
                  <c:v>28-06-2002</c:v>
                </c:pt>
                <c:pt idx="624">
                  <c:v>01-07-2002</c:v>
                </c:pt>
                <c:pt idx="625">
                  <c:v>02-07-2002</c:v>
                </c:pt>
                <c:pt idx="626">
                  <c:v>03-07-2002</c:v>
                </c:pt>
                <c:pt idx="627">
                  <c:v>04-07-2002</c:v>
                </c:pt>
                <c:pt idx="628">
                  <c:v>05-07-2002</c:v>
                </c:pt>
                <c:pt idx="629">
                  <c:v>08-07-2002</c:v>
                </c:pt>
                <c:pt idx="630">
                  <c:v>09-07-2002</c:v>
                </c:pt>
                <c:pt idx="631">
                  <c:v>10-07-2002</c:v>
                </c:pt>
                <c:pt idx="632">
                  <c:v>11-07-2002</c:v>
                </c:pt>
                <c:pt idx="633">
                  <c:v>12-07-2002</c:v>
                </c:pt>
                <c:pt idx="634">
                  <c:v>15-07-2002</c:v>
                </c:pt>
                <c:pt idx="635">
                  <c:v>16-07-2002</c:v>
                </c:pt>
                <c:pt idx="636">
                  <c:v>17-07-2002</c:v>
                </c:pt>
                <c:pt idx="637">
                  <c:v>18-07-2002</c:v>
                </c:pt>
                <c:pt idx="638">
                  <c:v>19-07-2002</c:v>
                </c:pt>
                <c:pt idx="639">
                  <c:v>22-07-2002</c:v>
                </c:pt>
                <c:pt idx="640">
                  <c:v>23-07-2002</c:v>
                </c:pt>
                <c:pt idx="641">
                  <c:v>24-07-2002</c:v>
                </c:pt>
                <c:pt idx="642">
                  <c:v>25-07-2002</c:v>
                </c:pt>
                <c:pt idx="643">
                  <c:v>26-07-2002</c:v>
                </c:pt>
                <c:pt idx="644">
                  <c:v>29-07-2002</c:v>
                </c:pt>
                <c:pt idx="645">
                  <c:v>30-07-2002</c:v>
                </c:pt>
                <c:pt idx="646">
                  <c:v>31-07-2002</c:v>
                </c:pt>
                <c:pt idx="647">
                  <c:v>01-08-2002</c:v>
                </c:pt>
                <c:pt idx="648">
                  <c:v>02-08-2002</c:v>
                </c:pt>
                <c:pt idx="649">
                  <c:v>05-08-2002</c:v>
                </c:pt>
                <c:pt idx="650">
                  <c:v>06-08-2002</c:v>
                </c:pt>
                <c:pt idx="651">
                  <c:v>07-08-2002</c:v>
                </c:pt>
                <c:pt idx="652">
                  <c:v>08-08-2002</c:v>
                </c:pt>
                <c:pt idx="653">
                  <c:v>09-08-2002</c:v>
                </c:pt>
                <c:pt idx="654">
                  <c:v>12-08-2002</c:v>
                </c:pt>
                <c:pt idx="655">
                  <c:v>13-08-2002</c:v>
                </c:pt>
                <c:pt idx="656">
                  <c:v>14-08-2002</c:v>
                </c:pt>
                <c:pt idx="657">
                  <c:v>16-08-2002</c:v>
                </c:pt>
                <c:pt idx="658">
                  <c:v>19-08-2002</c:v>
                </c:pt>
                <c:pt idx="659">
                  <c:v>20-08-2002</c:v>
                </c:pt>
                <c:pt idx="660">
                  <c:v>21-08-2002</c:v>
                </c:pt>
                <c:pt idx="661">
                  <c:v>22-08-2002</c:v>
                </c:pt>
                <c:pt idx="662">
                  <c:v>23-08-2002</c:v>
                </c:pt>
                <c:pt idx="663">
                  <c:v>26-08-2002</c:v>
                </c:pt>
                <c:pt idx="664">
                  <c:v>27-08-2002</c:v>
                </c:pt>
                <c:pt idx="665">
                  <c:v>28-08-2002</c:v>
                </c:pt>
                <c:pt idx="666">
                  <c:v>29-08-2002</c:v>
                </c:pt>
                <c:pt idx="667">
                  <c:v>30-08-2002</c:v>
                </c:pt>
                <c:pt idx="668">
                  <c:v>02-09-2002</c:v>
                </c:pt>
                <c:pt idx="669">
                  <c:v>03-09-2002</c:v>
                </c:pt>
                <c:pt idx="670">
                  <c:v>04-09-2002</c:v>
                </c:pt>
                <c:pt idx="671">
                  <c:v>05-09-2002</c:v>
                </c:pt>
                <c:pt idx="672">
                  <c:v>06-09-2002</c:v>
                </c:pt>
                <c:pt idx="673">
                  <c:v>09-09-2002</c:v>
                </c:pt>
                <c:pt idx="674">
                  <c:v>11-09-2002</c:v>
                </c:pt>
                <c:pt idx="675">
                  <c:v>12-09-2002</c:v>
                </c:pt>
                <c:pt idx="676">
                  <c:v>13-09-2002</c:v>
                </c:pt>
                <c:pt idx="677">
                  <c:v>16-09-2002</c:v>
                </c:pt>
                <c:pt idx="678">
                  <c:v>17-09-2002</c:v>
                </c:pt>
                <c:pt idx="679">
                  <c:v>18-09-2002</c:v>
                </c:pt>
                <c:pt idx="680">
                  <c:v>19-09-2002</c:v>
                </c:pt>
                <c:pt idx="681">
                  <c:v>20-09-2002</c:v>
                </c:pt>
                <c:pt idx="682">
                  <c:v>23-09-2002</c:v>
                </c:pt>
                <c:pt idx="683">
                  <c:v>24-09-2002</c:v>
                </c:pt>
                <c:pt idx="684">
                  <c:v>25-09-2002</c:v>
                </c:pt>
                <c:pt idx="685">
                  <c:v>26-09-2002</c:v>
                </c:pt>
                <c:pt idx="686">
                  <c:v>27-09-2002</c:v>
                </c:pt>
                <c:pt idx="687">
                  <c:v>30-09-2002</c:v>
                </c:pt>
                <c:pt idx="688">
                  <c:v>01-10-2002</c:v>
                </c:pt>
                <c:pt idx="689">
                  <c:v>03-10-2002</c:v>
                </c:pt>
                <c:pt idx="690">
                  <c:v>04-10-2002</c:v>
                </c:pt>
                <c:pt idx="691">
                  <c:v>07-10-2002</c:v>
                </c:pt>
                <c:pt idx="692">
                  <c:v>08-10-2002</c:v>
                </c:pt>
                <c:pt idx="693">
                  <c:v>09-10-2002</c:v>
                </c:pt>
                <c:pt idx="694">
                  <c:v>10-10-2002</c:v>
                </c:pt>
                <c:pt idx="695">
                  <c:v>11-10-2002</c:v>
                </c:pt>
                <c:pt idx="696">
                  <c:v>14-10-2002</c:v>
                </c:pt>
                <c:pt idx="697">
                  <c:v>16-10-2002</c:v>
                </c:pt>
                <c:pt idx="698">
                  <c:v>17-10-2002</c:v>
                </c:pt>
                <c:pt idx="699">
                  <c:v>18-10-2002</c:v>
                </c:pt>
                <c:pt idx="700">
                  <c:v>21-10-2002</c:v>
                </c:pt>
                <c:pt idx="701">
                  <c:v>22-10-2002</c:v>
                </c:pt>
                <c:pt idx="702">
                  <c:v>23-10-2002</c:v>
                </c:pt>
                <c:pt idx="703">
                  <c:v>24-10-2002</c:v>
                </c:pt>
                <c:pt idx="704">
                  <c:v>25-10-2002</c:v>
                </c:pt>
                <c:pt idx="705">
                  <c:v>28-10-2002</c:v>
                </c:pt>
                <c:pt idx="706">
                  <c:v>29-10-2002</c:v>
                </c:pt>
                <c:pt idx="707">
                  <c:v>30-10-2002</c:v>
                </c:pt>
                <c:pt idx="708">
                  <c:v>31-10-2002</c:v>
                </c:pt>
                <c:pt idx="709">
                  <c:v>01-11-2002</c:v>
                </c:pt>
                <c:pt idx="710">
                  <c:v>04-11-2002</c:v>
                </c:pt>
                <c:pt idx="711">
                  <c:v>05-11-2002</c:v>
                </c:pt>
                <c:pt idx="712">
                  <c:v>07-11-2002</c:v>
                </c:pt>
                <c:pt idx="713">
                  <c:v>08-11-2002</c:v>
                </c:pt>
                <c:pt idx="714">
                  <c:v>11-11-2002</c:v>
                </c:pt>
                <c:pt idx="715">
                  <c:v>12-11-2002</c:v>
                </c:pt>
                <c:pt idx="716">
                  <c:v>13-11-2002</c:v>
                </c:pt>
                <c:pt idx="717">
                  <c:v>14-11-2002</c:v>
                </c:pt>
                <c:pt idx="718">
                  <c:v>15-11-2002</c:v>
                </c:pt>
                <c:pt idx="719">
                  <c:v>18-11-2002</c:v>
                </c:pt>
                <c:pt idx="720">
                  <c:v>20-11-2002</c:v>
                </c:pt>
                <c:pt idx="721">
                  <c:v>21-11-2002</c:v>
                </c:pt>
                <c:pt idx="722">
                  <c:v>22-11-2002</c:v>
                </c:pt>
                <c:pt idx="723">
                  <c:v>25-11-2002</c:v>
                </c:pt>
                <c:pt idx="724">
                  <c:v>26-11-2002</c:v>
                </c:pt>
                <c:pt idx="725">
                  <c:v>27-11-2002</c:v>
                </c:pt>
                <c:pt idx="726">
                  <c:v>28-11-2002</c:v>
                </c:pt>
                <c:pt idx="727">
                  <c:v>29-11-2002</c:v>
                </c:pt>
                <c:pt idx="728">
                  <c:v>02-12-2002</c:v>
                </c:pt>
                <c:pt idx="729">
                  <c:v>03-12-2002</c:v>
                </c:pt>
                <c:pt idx="730">
                  <c:v>04-12-2002</c:v>
                </c:pt>
                <c:pt idx="731">
                  <c:v>05-12-2002</c:v>
                </c:pt>
                <c:pt idx="732">
                  <c:v>06-12-2002</c:v>
                </c:pt>
                <c:pt idx="733">
                  <c:v>09-12-2002</c:v>
                </c:pt>
                <c:pt idx="734">
                  <c:v>10-12-2002</c:v>
                </c:pt>
                <c:pt idx="735">
                  <c:v>11-12-2002</c:v>
                </c:pt>
                <c:pt idx="736">
                  <c:v>12-12-2002</c:v>
                </c:pt>
                <c:pt idx="737">
                  <c:v>13-12-2002</c:v>
                </c:pt>
                <c:pt idx="738">
                  <c:v>16-12-2002</c:v>
                </c:pt>
                <c:pt idx="739">
                  <c:v>17-12-2002</c:v>
                </c:pt>
                <c:pt idx="740">
                  <c:v>18-12-2002</c:v>
                </c:pt>
                <c:pt idx="741">
                  <c:v>19-12-2002</c:v>
                </c:pt>
                <c:pt idx="742">
                  <c:v>20-12-2002</c:v>
                </c:pt>
                <c:pt idx="743">
                  <c:v>23-12-2002</c:v>
                </c:pt>
                <c:pt idx="744">
                  <c:v>24-12-2002</c:v>
                </c:pt>
                <c:pt idx="745">
                  <c:v>26-12-2002</c:v>
                </c:pt>
                <c:pt idx="746">
                  <c:v>27-12-2002</c:v>
                </c:pt>
                <c:pt idx="747">
                  <c:v>30-12-2002</c:v>
                </c:pt>
                <c:pt idx="748">
                  <c:v>31-12-2002</c:v>
                </c:pt>
                <c:pt idx="749">
                  <c:v>01-01-2003</c:v>
                </c:pt>
                <c:pt idx="750">
                  <c:v>02-01-2003</c:v>
                </c:pt>
                <c:pt idx="751">
                  <c:v>03-01-2003</c:v>
                </c:pt>
                <c:pt idx="752">
                  <c:v>06-01-2003</c:v>
                </c:pt>
                <c:pt idx="753">
                  <c:v>07-01-2003</c:v>
                </c:pt>
                <c:pt idx="754">
                  <c:v>08-01-2003</c:v>
                </c:pt>
                <c:pt idx="755">
                  <c:v>09-01-2003</c:v>
                </c:pt>
                <c:pt idx="756">
                  <c:v>10-01-2003</c:v>
                </c:pt>
                <c:pt idx="757">
                  <c:v>13-01-2003</c:v>
                </c:pt>
                <c:pt idx="758">
                  <c:v>14-01-2003</c:v>
                </c:pt>
                <c:pt idx="759">
                  <c:v>15-01-2003</c:v>
                </c:pt>
                <c:pt idx="760">
                  <c:v>16-01-2003</c:v>
                </c:pt>
                <c:pt idx="761">
                  <c:v>17-01-2003</c:v>
                </c:pt>
                <c:pt idx="762">
                  <c:v>20-01-2003</c:v>
                </c:pt>
                <c:pt idx="763">
                  <c:v>21-01-2003</c:v>
                </c:pt>
                <c:pt idx="764">
                  <c:v>22-01-2003</c:v>
                </c:pt>
                <c:pt idx="765">
                  <c:v>23-01-2003</c:v>
                </c:pt>
                <c:pt idx="766">
                  <c:v>24-01-2003</c:v>
                </c:pt>
                <c:pt idx="767">
                  <c:v>27-01-2003</c:v>
                </c:pt>
                <c:pt idx="768">
                  <c:v>28-01-2003</c:v>
                </c:pt>
                <c:pt idx="769">
                  <c:v>29-01-2003</c:v>
                </c:pt>
                <c:pt idx="770">
                  <c:v>30-01-2003</c:v>
                </c:pt>
                <c:pt idx="771">
                  <c:v>31-01-2003</c:v>
                </c:pt>
                <c:pt idx="772">
                  <c:v>03-02-2003</c:v>
                </c:pt>
                <c:pt idx="773">
                  <c:v>04-02-2003</c:v>
                </c:pt>
                <c:pt idx="774">
                  <c:v>05-02-2003</c:v>
                </c:pt>
                <c:pt idx="775">
                  <c:v>06-02-2003</c:v>
                </c:pt>
                <c:pt idx="776">
                  <c:v>07-02-2003</c:v>
                </c:pt>
                <c:pt idx="777">
                  <c:v>10-02-2003</c:v>
                </c:pt>
                <c:pt idx="778">
                  <c:v>11-02-2003</c:v>
                </c:pt>
                <c:pt idx="779">
                  <c:v>12-02-2003</c:v>
                </c:pt>
                <c:pt idx="780">
                  <c:v>14-02-2003</c:v>
                </c:pt>
                <c:pt idx="781">
                  <c:v>17-02-2003</c:v>
                </c:pt>
                <c:pt idx="782">
                  <c:v>18-02-2003</c:v>
                </c:pt>
                <c:pt idx="783">
                  <c:v>19-02-2003</c:v>
                </c:pt>
                <c:pt idx="784">
                  <c:v>20-02-2003</c:v>
                </c:pt>
                <c:pt idx="785">
                  <c:v>21-02-2003</c:v>
                </c:pt>
                <c:pt idx="786">
                  <c:v>24-02-2003</c:v>
                </c:pt>
                <c:pt idx="787">
                  <c:v>25-02-2003</c:v>
                </c:pt>
                <c:pt idx="788">
                  <c:v>26-02-2003</c:v>
                </c:pt>
                <c:pt idx="789">
                  <c:v>27-02-2003</c:v>
                </c:pt>
                <c:pt idx="790">
                  <c:v>28-02-2003</c:v>
                </c:pt>
                <c:pt idx="791">
                  <c:v>03-03-2003</c:v>
                </c:pt>
                <c:pt idx="792">
                  <c:v>04-03-2003</c:v>
                </c:pt>
                <c:pt idx="793">
                  <c:v>05-03-2003</c:v>
                </c:pt>
                <c:pt idx="794">
                  <c:v>06-03-2003</c:v>
                </c:pt>
                <c:pt idx="795">
                  <c:v>07-03-2003</c:v>
                </c:pt>
                <c:pt idx="796">
                  <c:v>10-03-2003</c:v>
                </c:pt>
                <c:pt idx="797">
                  <c:v>11-03-2003</c:v>
                </c:pt>
                <c:pt idx="798">
                  <c:v>12-03-2003</c:v>
                </c:pt>
                <c:pt idx="799">
                  <c:v>13-03-2003</c:v>
                </c:pt>
                <c:pt idx="800">
                  <c:v>17-03-2003</c:v>
                </c:pt>
                <c:pt idx="801">
                  <c:v>19-03-2003</c:v>
                </c:pt>
                <c:pt idx="802">
                  <c:v>20-03-2003</c:v>
                </c:pt>
                <c:pt idx="803">
                  <c:v>21-03-2003</c:v>
                </c:pt>
                <c:pt idx="804">
                  <c:v>22-03-2003</c:v>
                </c:pt>
                <c:pt idx="805">
                  <c:v>24-03-2003</c:v>
                </c:pt>
                <c:pt idx="806">
                  <c:v>25-03-2003</c:v>
                </c:pt>
                <c:pt idx="807">
                  <c:v>26-03-2003</c:v>
                </c:pt>
                <c:pt idx="808">
                  <c:v>27-03-2003</c:v>
                </c:pt>
                <c:pt idx="809">
                  <c:v>28-03-2003</c:v>
                </c:pt>
                <c:pt idx="810">
                  <c:v>31-03-2003</c:v>
                </c:pt>
                <c:pt idx="811">
                  <c:v>01-04-2003</c:v>
                </c:pt>
                <c:pt idx="812">
                  <c:v>02-04-2003</c:v>
                </c:pt>
                <c:pt idx="813">
                  <c:v>03-04-2003</c:v>
                </c:pt>
                <c:pt idx="814">
                  <c:v>04-04-2003</c:v>
                </c:pt>
                <c:pt idx="815">
                  <c:v>07-04-2003</c:v>
                </c:pt>
                <c:pt idx="816">
                  <c:v>08-04-2003</c:v>
                </c:pt>
                <c:pt idx="817">
                  <c:v>09-04-2003</c:v>
                </c:pt>
                <c:pt idx="818">
                  <c:v>10-04-2003</c:v>
                </c:pt>
                <c:pt idx="819">
                  <c:v>11-04-2003</c:v>
                </c:pt>
                <c:pt idx="820">
                  <c:v>15-04-2003</c:v>
                </c:pt>
                <c:pt idx="821">
                  <c:v>16-04-2003</c:v>
                </c:pt>
                <c:pt idx="822">
                  <c:v>17-04-2003</c:v>
                </c:pt>
                <c:pt idx="823">
                  <c:v>21-04-2003</c:v>
                </c:pt>
                <c:pt idx="824">
                  <c:v>22-04-2003</c:v>
                </c:pt>
                <c:pt idx="825">
                  <c:v>23-04-2003</c:v>
                </c:pt>
                <c:pt idx="826">
                  <c:v>24-04-2003</c:v>
                </c:pt>
                <c:pt idx="827">
                  <c:v>25-04-2003</c:v>
                </c:pt>
                <c:pt idx="828">
                  <c:v>28-04-2003</c:v>
                </c:pt>
                <c:pt idx="829">
                  <c:v>29-04-2003</c:v>
                </c:pt>
                <c:pt idx="830">
                  <c:v>30-04-2003</c:v>
                </c:pt>
                <c:pt idx="831">
                  <c:v>02-05-2003</c:v>
                </c:pt>
                <c:pt idx="832">
                  <c:v>05-05-2003</c:v>
                </c:pt>
                <c:pt idx="833">
                  <c:v>06-05-2003</c:v>
                </c:pt>
                <c:pt idx="834">
                  <c:v>07-05-2003</c:v>
                </c:pt>
                <c:pt idx="835">
                  <c:v>08-05-2003</c:v>
                </c:pt>
                <c:pt idx="836">
                  <c:v>09-05-2003</c:v>
                </c:pt>
                <c:pt idx="837">
                  <c:v>12-05-2003</c:v>
                </c:pt>
                <c:pt idx="838">
                  <c:v>13-05-2003</c:v>
                </c:pt>
                <c:pt idx="839">
                  <c:v>14-05-2003</c:v>
                </c:pt>
                <c:pt idx="840">
                  <c:v>15-05-2003</c:v>
                </c:pt>
                <c:pt idx="841">
                  <c:v>16-05-2003</c:v>
                </c:pt>
                <c:pt idx="842">
                  <c:v>19-05-2003</c:v>
                </c:pt>
                <c:pt idx="843">
                  <c:v>20-05-2003</c:v>
                </c:pt>
                <c:pt idx="844">
                  <c:v>21-05-2003</c:v>
                </c:pt>
                <c:pt idx="845">
                  <c:v>22-05-2003</c:v>
                </c:pt>
                <c:pt idx="846">
                  <c:v>23-05-2003</c:v>
                </c:pt>
                <c:pt idx="847">
                  <c:v>26-05-2003</c:v>
                </c:pt>
                <c:pt idx="848">
                  <c:v>27-05-2003</c:v>
                </c:pt>
                <c:pt idx="849">
                  <c:v>28-05-2003</c:v>
                </c:pt>
                <c:pt idx="850">
                  <c:v>29-05-2003</c:v>
                </c:pt>
                <c:pt idx="851">
                  <c:v>30-05-2003</c:v>
                </c:pt>
                <c:pt idx="852">
                  <c:v>02-06-2003</c:v>
                </c:pt>
                <c:pt idx="853">
                  <c:v>03-06-2003</c:v>
                </c:pt>
                <c:pt idx="854">
                  <c:v>04-06-2003</c:v>
                </c:pt>
                <c:pt idx="855">
                  <c:v>05-06-2003</c:v>
                </c:pt>
                <c:pt idx="856">
                  <c:v>06-06-2003</c:v>
                </c:pt>
                <c:pt idx="857">
                  <c:v>09-06-2003</c:v>
                </c:pt>
                <c:pt idx="858">
                  <c:v>10-06-2003</c:v>
                </c:pt>
                <c:pt idx="859">
                  <c:v>11-06-2003</c:v>
                </c:pt>
                <c:pt idx="860">
                  <c:v>12-06-2003</c:v>
                </c:pt>
                <c:pt idx="861">
                  <c:v>13-06-2003</c:v>
                </c:pt>
                <c:pt idx="862">
                  <c:v>16-06-2003</c:v>
                </c:pt>
                <c:pt idx="863">
                  <c:v>17-06-2003</c:v>
                </c:pt>
                <c:pt idx="864">
                  <c:v>18-06-2003</c:v>
                </c:pt>
                <c:pt idx="865">
                  <c:v>19-06-2003</c:v>
                </c:pt>
                <c:pt idx="866">
                  <c:v>20-06-2003</c:v>
                </c:pt>
                <c:pt idx="867">
                  <c:v>23-06-2003</c:v>
                </c:pt>
                <c:pt idx="868">
                  <c:v>24-06-2003</c:v>
                </c:pt>
                <c:pt idx="869">
                  <c:v>25-06-2003</c:v>
                </c:pt>
                <c:pt idx="870">
                  <c:v>26-06-2003</c:v>
                </c:pt>
                <c:pt idx="871">
                  <c:v>27-06-2003</c:v>
                </c:pt>
                <c:pt idx="872">
                  <c:v>30-06-2003</c:v>
                </c:pt>
                <c:pt idx="873">
                  <c:v>01-07-2003</c:v>
                </c:pt>
                <c:pt idx="874">
                  <c:v>02-07-2003</c:v>
                </c:pt>
                <c:pt idx="875">
                  <c:v>03-07-2003</c:v>
                </c:pt>
                <c:pt idx="876">
                  <c:v>04-07-2003</c:v>
                </c:pt>
                <c:pt idx="877">
                  <c:v>07-07-2003</c:v>
                </c:pt>
                <c:pt idx="878">
                  <c:v>08-07-2003</c:v>
                </c:pt>
                <c:pt idx="879">
                  <c:v>09-07-2003</c:v>
                </c:pt>
                <c:pt idx="880">
                  <c:v>10-07-2003</c:v>
                </c:pt>
                <c:pt idx="881">
                  <c:v>11-07-2003</c:v>
                </c:pt>
                <c:pt idx="882">
                  <c:v>14-07-2003</c:v>
                </c:pt>
                <c:pt idx="883">
                  <c:v>15-07-2003</c:v>
                </c:pt>
                <c:pt idx="884">
                  <c:v>16-07-2003</c:v>
                </c:pt>
                <c:pt idx="885">
                  <c:v>17-07-2003</c:v>
                </c:pt>
                <c:pt idx="886">
                  <c:v>18-07-2003</c:v>
                </c:pt>
                <c:pt idx="887">
                  <c:v>21-07-2003</c:v>
                </c:pt>
                <c:pt idx="888">
                  <c:v>22-07-2003</c:v>
                </c:pt>
                <c:pt idx="889">
                  <c:v>23-07-2003</c:v>
                </c:pt>
                <c:pt idx="890">
                  <c:v>24-07-2003</c:v>
                </c:pt>
                <c:pt idx="891">
                  <c:v>25-07-2003</c:v>
                </c:pt>
                <c:pt idx="892">
                  <c:v>28-07-2003</c:v>
                </c:pt>
                <c:pt idx="893">
                  <c:v>29-07-2003</c:v>
                </c:pt>
                <c:pt idx="894">
                  <c:v>30-07-2003</c:v>
                </c:pt>
                <c:pt idx="895">
                  <c:v>31-07-2003</c:v>
                </c:pt>
                <c:pt idx="896">
                  <c:v>01-08-2003</c:v>
                </c:pt>
                <c:pt idx="897">
                  <c:v>04-08-2003</c:v>
                </c:pt>
                <c:pt idx="898">
                  <c:v>05-08-2003</c:v>
                </c:pt>
                <c:pt idx="899">
                  <c:v>06-08-2003</c:v>
                </c:pt>
                <c:pt idx="900">
                  <c:v>07-08-2003</c:v>
                </c:pt>
                <c:pt idx="901">
                  <c:v>08-08-2003</c:v>
                </c:pt>
                <c:pt idx="902">
                  <c:v>11-08-2003</c:v>
                </c:pt>
                <c:pt idx="903">
                  <c:v>12-08-2003</c:v>
                </c:pt>
                <c:pt idx="904">
                  <c:v>13-08-2003</c:v>
                </c:pt>
                <c:pt idx="905">
                  <c:v>14-08-2003</c:v>
                </c:pt>
                <c:pt idx="906">
                  <c:v>18-08-2003</c:v>
                </c:pt>
                <c:pt idx="907">
                  <c:v>19-08-2003</c:v>
                </c:pt>
                <c:pt idx="908">
                  <c:v>20-08-2003</c:v>
                </c:pt>
                <c:pt idx="909">
                  <c:v>21-08-2003</c:v>
                </c:pt>
                <c:pt idx="910">
                  <c:v>22-08-2003</c:v>
                </c:pt>
                <c:pt idx="911">
                  <c:v>25-08-2003</c:v>
                </c:pt>
                <c:pt idx="912">
                  <c:v>26-08-2003</c:v>
                </c:pt>
                <c:pt idx="913">
                  <c:v>27-08-2003</c:v>
                </c:pt>
                <c:pt idx="914">
                  <c:v>28-08-2003</c:v>
                </c:pt>
                <c:pt idx="915">
                  <c:v>29-08-2003</c:v>
                </c:pt>
                <c:pt idx="916">
                  <c:v>01-09-2003</c:v>
                </c:pt>
                <c:pt idx="917">
                  <c:v>02-09-2003</c:v>
                </c:pt>
                <c:pt idx="918">
                  <c:v>03-09-2003</c:v>
                </c:pt>
                <c:pt idx="919">
                  <c:v>04-09-2003</c:v>
                </c:pt>
                <c:pt idx="920">
                  <c:v>05-09-2003</c:v>
                </c:pt>
                <c:pt idx="921">
                  <c:v>08-09-2003</c:v>
                </c:pt>
                <c:pt idx="922">
                  <c:v>09-09-2003</c:v>
                </c:pt>
                <c:pt idx="923">
                  <c:v>10-09-2003</c:v>
                </c:pt>
                <c:pt idx="924">
                  <c:v>11-09-2003</c:v>
                </c:pt>
                <c:pt idx="925">
                  <c:v>12-09-2003</c:v>
                </c:pt>
                <c:pt idx="926">
                  <c:v>15-09-2003</c:v>
                </c:pt>
                <c:pt idx="927">
                  <c:v>16-09-2003</c:v>
                </c:pt>
                <c:pt idx="928">
                  <c:v>17-09-2003</c:v>
                </c:pt>
                <c:pt idx="929">
                  <c:v>18-09-2003</c:v>
                </c:pt>
                <c:pt idx="930">
                  <c:v>19-09-2003</c:v>
                </c:pt>
                <c:pt idx="931">
                  <c:v>22-09-2003</c:v>
                </c:pt>
                <c:pt idx="932">
                  <c:v>23-09-2003</c:v>
                </c:pt>
                <c:pt idx="933">
                  <c:v>24-09-2003</c:v>
                </c:pt>
                <c:pt idx="934">
                  <c:v>25-09-2003</c:v>
                </c:pt>
                <c:pt idx="935">
                  <c:v>26-09-2003</c:v>
                </c:pt>
                <c:pt idx="936">
                  <c:v>29-09-2003</c:v>
                </c:pt>
                <c:pt idx="937">
                  <c:v>30-09-2003</c:v>
                </c:pt>
                <c:pt idx="938">
                  <c:v>01-10-2003</c:v>
                </c:pt>
                <c:pt idx="939">
                  <c:v>03-10-2003</c:v>
                </c:pt>
                <c:pt idx="940">
                  <c:v>06-10-2003</c:v>
                </c:pt>
                <c:pt idx="941">
                  <c:v>07-10-2003</c:v>
                </c:pt>
                <c:pt idx="942">
                  <c:v>08-10-2003</c:v>
                </c:pt>
                <c:pt idx="943">
                  <c:v>09-10-2003</c:v>
                </c:pt>
                <c:pt idx="944">
                  <c:v>10-10-2003</c:v>
                </c:pt>
                <c:pt idx="945">
                  <c:v>13-10-2003</c:v>
                </c:pt>
                <c:pt idx="946">
                  <c:v>14-10-2003</c:v>
                </c:pt>
                <c:pt idx="947">
                  <c:v>15-10-2003</c:v>
                </c:pt>
                <c:pt idx="948">
                  <c:v>16-10-2003</c:v>
                </c:pt>
                <c:pt idx="949">
                  <c:v>17-10-2003</c:v>
                </c:pt>
                <c:pt idx="950">
                  <c:v>20-10-2003</c:v>
                </c:pt>
                <c:pt idx="951">
                  <c:v>21-10-2003</c:v>
                </c:pt>
                <c:pt idx="952">
                  <c:v>22-10-2003</c:v>
                </c:pt>
                <c:pt idx="953">
                  <c:v>23-10-2003</c:v>
                </c:pt>
                <c:pt idx="954">
                  <c:v>24-10-2003</c:v>
                </c:pt>
                <c:pt idx="955">
                  <c:v>25-10-2003</c:v>
                </c:pt>
                <c:pt idx="956">
                  <c:v>27-10-2003</c:v>
                </c:pt>
                <c:pt idx="957">
                  <c:v>28-10-2003</c:v>
                </c:pt>
                <c:pt idx="958">
                  <c:v>29-10-2003</c:v>
                </c:pt>
                <c:pt idx="959">
                  <c:v>30-10-2003</c:v>
                </c:pt>
                <c:pt idx="960">
                  <c:v>31-10-2003</c:v>
                </c:pt>
                <c:pt idx="961">
                  <c:v>03-11-2003</c:v>
                </c:pt>
                <c:pt idx="962">
                  <c:v>04-11-2003</c:v>
                </c:pt>
                <c:pt idx="963">
                  <c:v>05-11-2003</c:v>
                </c:pt>
                <c:pt idx="964">
                  <c:v>06-11-2003</c:v>
                </c:pt>
                <c:pt idx="965">
                  <c:v>07-11-2003</c:v>
                </c:pt>
                <c:pt idx="966">
                  <c:v>10-11-2003</c:v>
                </c:pt>
                <c:pt idx="967">
                  <c:v>11-11-2003</c:v>
                </c:pt>
                <c:pt idx="968">
                  <c:v>12-11-2003</c:v>
                </c:pt>
                <c:pt idx="969">
                  <c:v>13-11-2003</c:v>
                </c:pt>
                <c:pt idx="970">
                  <c:v>14-11-2003</c:v>
                </c:pt>
                <c:pt idx="971">
                  <c:v>15-11-2003</c:v>
                </c:pt>
                <c:pt idx="972">
                  <c:v>17-11-2003</c:v>
                </c:pt>
                <c:pt idx="973">
                  <c:v>18-11-2003</c:v>
                </c:pt>
                <c:pt idx="974">
                  <c:v>19-11-2003</c:v>
                </c:pt>
                <c:pt idx="975">
                  <c:v>20-11-2003</c:v>
                </c:pt>
                <c:pt idx="976">
                  <c:v>21-11-2003</c:v>
                </c:pt>
                <c:pt idx="977">
                  <c:v>24-11-2003</c:v>
                </c:pt>
                <c:pt idx="978">
                  <c:v>25-11-2003</c:v>
                </c:pt>
                <c:pt idx="979">
                  <c:v>27-11-2003</c:v>
                </c:pt>
                <c:pt idx="980">
                  <c:v>28-11-2003</c:v>
                </c:pt>
                <c:pt idx="981">
                  <c:v>01-12-2003</c:v>
                </c:pt>
                <c:pt idx="982">
                  <c:v>02-12-2003</c:v>
                </c:pt>
                <c:pt idx="983">
                  <c:v>03-12-2003</c:v>
                </c:pt>
                <c:pt idx="984">
                  <c:v>04-12-2003</c:v>
                </c:pt>
                <c:pt idx="985">
                  <c:v>05-12-2003</c:v>
                </c:pt>
                <c:pt idx="986">
                  <c:v>08-12-2003</c:v>
                </c:pt>
                <c:pt idx="987">
                  <c:v>09-12-2003</c:v>
                </c:pt>
                <c:pt idx="988">
                  <c:v>10-12-2003</c:v>
                </c:pt>
                <c:pt idx="989">
                  <c:v>11-12-2003</c:v>
                </c:pt>
                <c:pt idx="990">
                  <c:v>12-12-2003</c:v>
                </c:pt>
                <c:pt idx="991">
                  <c:v>15-12-2003</c:v>
                </c:pt>
                <c:pt idx="992">
                  <c:v>16-12-2003</c:v>
                </c:pt>
                <c:pt idx="993">
                  <c:v>17-12-2003</c:v>
                </c:pt>
                <c:pt idx="994">
                  <c:v>18-12-2003</c:v>
                </c:pt>
                <c:pt idx="995">
                  <c:v>19-12-2003</c:v>
                </c:pt>
                <c:pt idx="996">
                  <c:v>22-12-2003</c:v>
                </c:pt>
                <c:pt idx="997">
                  <c:v>23-12-2003</c:v>
                </c:pt>
                <c:pt idx="998">
                  <c:v>24-12-2003</c:v>
                </c:pt>
                <c:pt idx="999">
                  <c:v>26-12-2003</c:v>
                </c:pt>
                <c:pt idx="1000">
                  <c:v>29-12-2003</c:v>
                </c:pt>
                <c:pt idx="1001">
                  <c:v>30-12-2003</c:v>
                </c:pt>
                <c:pt idx="1002">
                  <c:v>31-12-2003</c:v>
                </c:pt>
                <c:pt idx="1003">
                  <c:v>01-01-2004</c:v>
                </c:pt>
                <c:pt idx="1004">
                  <c:v>02-01-2004</c:v>
                </c:pt>
                <c:pt idx="1005">
                  <c:v>05-01-2004</c:v>
                </c:pt>
                <c:pt idx="1006">
                  <c:v>06-01-2004</c:v>
                </c:pt>
                <c:pt idx="1007">
                  <c:v>07-01-2004</c:v>
                </c:pt>
                <c:pt idx="1008">
                  <c:v>08-01-2004</c:v>
                </c:pt>
                <c:pt idx="1009">
                  <c:v>09-01-2004</c:v>
                </c:pt>
                <c:pt idx="1010">
                  <c:v>12-01-2004</c:v>
                </c:pt>
                <c:pt idx="1011">
                  <c:v>13-01-2004</c:v>
                </c:pt>
                <c:pt idx="1012">
                  <c:v>14-01-2004</c:v>
                </c:pt>
                <c:pt idx="1013">
                  <c:v>15-01-2004</c:v>
                </c:pt>
                <c:pt idx="1014">
                  <c:v>16-01-2004</c:v>
                </c:pt>
                <c:pt idx="1015">
                  <c:v>19-01-2004</c:v>
                </c:pt>
                <c:pt idx="1016">
                  <c:v>20-01-2004</c:v>
                </c:pt>
                <c:pt idx="1017">
                  <c:v>21-01-2004</c:v>
                </c:pt>
                <c:pt idx="1018">
                  <c:v>22-01-2004</c:v>
                </c:pt>
                <c:pt idx="1019">
                  <c:v>23-01-2004</c:v>
                </c:pt>
                <c:pt idx="1020">
                  <c:v>27-01-2004</c:v>
                </c:pt>
                <c:pt idx="1021">
                  <c:v>28-01-2004</c:v>
                </c:pt>
                <c:pt idx="1022">
                  <c:v>29-01-2004</c:v>
                </c:pt>
                <c:pt idx="1023">
                  <c:v>30-01-2004</c:v>
                </c:pt>
                <c:pt idx="1024">
                  <c:v>03-02-2004</c:v>
                </c:pt>
                <c:pt idx="1025">
                  <c:v>04-02-2004</c:v>
                </c:pt>
                <c:pt idx="1026">
                  <c:v>05-02-2004</c:v>
                </c:pt>
                <c:pt idx="1027">
                  <c:v>06-02-2004</c:v>
                </c:pt>
                <c:pt idx="1028">
                  <c:v>09-02-2004</c:v>
                </c:pt>
                <c:pt idx="1029">
                  <c:v>10-02-2004</c:v>
                </c:pt>
                <c:pt idx="1030">
                  <c:v>11-02-2004</c:v>
                </c:pt>
                <c:pt idx="1031">
                  <c:v>12-02-2004</c:v>
                </c:pt>
                <c:pt idx="1032">
                  <c:v>13-02-2004</c:v>
                </c:pt>
                <c:pt idx="1033">
                  <c:v>16-02-2004</c:v>
                </c:pt>
                <c:pt idx="1034">
                  <c:v>17-02-2004</c:v>
                </c:pt>
                <c:pt idx="1035">
                  <c:v>18-02-2004</c:v>
                </c:pt>
                <c:pt idx="1036">
                  <c:v>19-02-2004</c:v>
                </c:pt>
                <c:pt idx="1037">
                  <c:v>20-02-2004</c:v>
                </c:pt>
                <c:pt idx="1038">
                  <c:v>23-02-2004</c:v>
                </c:pt>
                <c:pt idx="1039">
                  <c:v>24-02-2004</c:v>
                </c:pt>
                <c:pt idx="1040">
                  <c:v>25-02-2004</c:v>
                </c:pt>
                <c:pt idx="1041">
                  <c:v>26-02-2004</c:v>
                </c:pt>
                <c:pt idx="1042">
                  <c:v>27-02-2004</c:v>
                </c:pt>
                <c:pt idx="1043">
                  <c:v>01-03-2004</c:v>
                </c:pt>
                <c:pt idx="1044">
                  <c:v>03-03-2004</c:v>
                </c:pt>
                <c:pt idx="1045">
                  <c:v>04-03-2004</c:v>
                </c:pt>
                <c:pt idx="1046">
                  <c:v>05-03-2004</c:v>
                </c:pt>
                <c:pt idx="1047">
                  <c:v>08-03-2004</c:v>
                </c:pt>
                <c:pt idx="1048">
                  <c:v>09-03-2004</c:v>
                </c:pt>
                <c:pt idx="1049">
                  <c:v>10-03-2004</c:v>
                </c:pt>
                <c:pt idx="1050">
                  <c:v>11-03-2004</c:v>
                </c:pt>
                <c:pt idx="1051">
                  <c:v>12-03-2004</c:v>
                </c:pt>
                <c:pt idx="1052">
                  <c:v>15-03-2004</c:v>
                </c:pt>
                <c:pt idx="1053">
                  <c:v>16-03-2004</c:v>
                </c:pt>
                <c:pt idx="1054">
                  <c:v>17-03-2004</c:v>
                </c:pt>
                <c:pt idx="1055">
                  <c:v>18-03-2004</c:v>
                </c:pt>
                <c:pt idx="1056">
                  <c:v>19-03-2004</c:v>
                </c:pt>
                <c:pt idx="1057">
                  <c:v>22-03-2004</c:v>
                </c:pt>
                <c:pt idx="1058">
                  <c:v>23-03-2004</c:v>
                </c:pt>
                <c:pt idx="1059">
                  <c:v>24-03-2004</c:v>
                </c:pt>
                <c:pt idx="1060">
                  <c:v>25-03-2004</c:v>
                </c:pt>
                <c:pt idx="1061">
                  <c:v>26-03-2004</c:v>
                </c:pt>
                <c:pt idx="1062">
                  <c:v>29-03-2004</c:v>
                </c:pt>
                <c:pt idx="1063">
                  <c:v>30-03-2004</c:v>
                </c:pt>
                <c:pt idx="1064">
                  <c:v>31-03-2004</c:v>
                </c:pt>
                <c:pt idx="1065">
                  <c:v>01-04-2004</c:v>
                </c:pt>
                <c:pt idx="1066">
                  <c:v>02-04-2004</c:v>
                </c:pt>
                <c:pt idx="1067">
                  <c:v>05-04-2004</c:v>
                </c:pt>
                <c:pt idx="1068">
                  <c:v>06-04-2004</c:v>
                </c:pt>
                <c:pt idx="1069">
                  <c:v>07-04-2004</c:v>
                </c:pt>
                <c:pt idx="1070">
                  <c:v>08-04-2004</c:v>
                </c:pt>
                <c:pt idx="1071">
                  <c:v>12-04-2004</c:v>
                </c:pt>
                <c:pt idx="1072">
                  <c:v>13-04-2004</c:v>
                </c:pt>
                <c:pt idx="1073">
                  <c:v>15-04-2004</c:v>
                </c:pt>
                <c:pt idx="1074">
                  <c:v>16-04-2004</c:v>
                </c:pt>
                <c:pt idx="1075">
                  <c:v>17-04-2004</c:v>
                </c:pt>
                <c:pt idx="1076">
                  <c:v>19-04-2004</c:v>
                </c:pt>
                <c:pt idx="1077">
                  <c:v>20-04-2004</c:v>
                </c:pt>
                <c:pt idx="1078">
                  <c:v>21-04-2004</c:v>
                </c:pt>
                <c:pt idx="1079">
                  <c:v>22-04-2004</c:v>
                </c:pt>
                <c:pt idx="1080">
                  <c:v>23-04-2004</c:v>
                </c:pt>
                <c:pt idx="1081">
                  <c:v>27-04-2004</c:v>
                </c:pt>
                <c:pt idx="1082">
                  <c:v>28-04-2004</c:v>
                </c:pt>
                <c:pt idx="1083">
                  <c:v>29-04-2004</c:v>
                </c:pt>
                <c:pt idx="1084">
                  <c:v>30-04-2004</c:v>
                </c:pt>
                <c:pt idx="1085">
                  <c:v>03-05-2004</c:v>
                </c:pt>
                <c:pt idx="1086">
                  <c:v>04-05-2004</c:v>
                </c:pt>
                <c:pt idx="1087">
                  <c:v>05-05-2004</c:v>
                </c:pt>
                <c:pt idx="1088">
                  <c:v>06-05-2004</c:v>
                </c:pt>
                <c:pt idx="1089">
                  <c:v>07-05-2004</c:v>
                </c:pt>
                <c:pt idx="1090">
                  <c:v>10-05-2004</c:v>
                </c:pt>
                <c:pt idx="1091">
                  <c:v>11-05-2004</c:v>
                </c:pt>
                <c:pt idx="1092">
                  <c:v>12-05-2004</c:v>
                </c:pt>
                <c:pt idx="1093">
                  <c:v>13-05-2004</c:v>
                </c:pt>
                <c:pt idx="1094">
                  <c:v>14-05-2004</c:v>
                </c:pt>
                <c:pt idx="1095">
                  <c:v>17-05-2004</c:v>
                </c:pt>
                <c:pt idx="1096">
                  <c:v>18-05-2004</c:v>
                </c:pt>
                <c:pt idx="1097">
                  <c:v>19-05-2004</c:v>
                </c:pt>
                <c:pt idx="1098">
                  <c:v>20-05-2004</c:v>
                </c:pt>
                <c:pt idx="1099">
                  <c:v>21-05-2004</c:v>
                </c:pt>
                <c:pt idx="1100">
                  <c:v>24-05-2004</c:v>
                </c:pt>
                <c:pt idx="1101">
                  <c:v>25-05-2004</c:v>
                </c:pt>
                <c:pt idx="1102">
                  <c:v>26-05-2004</c:v>
                </c:pt>
                <c:pt idx="1103">
                  <c:v>27-05-2004</c:v>
                </c:pt>
                <c:pt idx="1104">
                  <c:v>28-05-2004</c:v>
                </c:pt>
                <c:pt idx="1105">
                  <c:v>31-05-2004</c:v>
                </c:pt>
                <c:pt idx="1106">
                  <c:v>01-06-2004</c:v>
                </c:pt>
                <c:pt idx="1107">
                  <c:v>02-06-2004</c:v>
                </c:pt>
                <c:pt idx="1108">
                  <c:v>03-06-2004</c:v>
                </c:pt>
                <c:pt idx="1109">
                  <c:v>04-06-2004</c:v>
                </c:pt>
                <c:pt idx="1110">
                  <c:v>07-06-2004</c:v>
                </c:pt>
                <c:pt idx="1111">
                  <c:v>08-06-2004</c:v>
                </c:pt>
                <c:pt idx="1112">
                  <c:v>09-06-2004</c:v>
                </c:pt>
                <c:pt idx="1113">
                  <c:v>10-06-2004</c:v>
                </c:pt>
                <c:pt idx="1114">
                  <c:v>11-06-2004</c:v>
                </c:pt>
                <c:pt idx="1115">
                  <c:v>14-06-2004</c:v>
                </c:pt>
                <c:pt idx="1116">
                  <c:v>15-06-2004</c:v>
                </c:pt>
                <c:pt idx="1117">
                  <c:v>16-06-2004</c:v>
                </c:pt>
                <c:pt idx="1118">
                  <c:v>17-06-2004</c:v>
                </c:pt>
                <c:pt idx="1119">
                  <c:v>18-06-2004</c:v>
                </c:pt>
                <c:pt idx="1120">
                  <c:v>21-06-2004</c:v>
                </c:pt>
                <c:pt idx="1121">
                  <c:v>22-06-2004</c:v>
                </c:pt>
                <c:pt idx="1122">
                  <c:v>23-06-2004</c:v>
                </c:pt>
                <c:pt idx="1123">
                  <c:v>24-06-2004</c:v>
                </c:pt>
                <c:pt idx="1124">
                  <c:v>25-06-2004</c:v>
                </c:pt>
                <c:pt idx="1125">
                  <c:v>28-06-2004</c:v>
                </c:pt>
                <c:pt idx="1126">
                  <c:v>29-06-2004</c:v>
                </c:pt>
                <c:pt idx="1127">
                  <c:v>30-06-2004</c:v>
                </c:pt>
                <c:pt idx="1128">
                  <c:v>01-07-2004</c:v>
                </c:pt>
                <c:pt idx="1129">
                  <c:v>02-07-2004</c:v>
                </c:pt>
                <c:pt idx="1130">
                  <c:v>05-07-2004</c:v>
                </c:pt>
                <c:pt idx="1131">
                  <c:v>06-07-2004</c:v>
                </c:pt>
                <c:pt idx="1132">
                  <c:v>07-07-2004</c:v>
                </c:pt>
                <c:pt idx="1133">
                  <c:v>08-07-2004</c:v>
                </c:pt>
                <c:pt idx="1134">
                  <c:v>09-07-2004</c:v>
                </c:pt>
                <c:pt idx="1135">
                  <c:v>12-07-2004</c:v>
                </c:pt>
                <c:pt idx="1136">
                  <c:v>13-07-2004</c:v>
                </c:pt>
                <c:pt idx="1137">
                  <c:v>14-07-2004</c:v>
                </c:pt>
                <c:pt idx="1138">
                  <c:v>15-07-2004</c:v>
                </c:pt>
                <c:pt idx="1139">
                  <c:v>16-07-2004</c:v>
                </c:pt>
                <c:pt idx="1140">
                  <c:v>19-07-2004</c:v>
                </c:pt>
                <c:pt idx="1141">
                  <c:v>20-07-2004</c:v>
                </c:pt>
                <c:pt idx="1142">
                  <c:v>21-07-2004</c:v>
                </c:pt>
                <c:pt idx="1143">
                  <c:v>22-07-2004</c:v>
                </c:pt>
                <c:pt idx="1144">
                  <c:v>23-07-2004</c:v>
                </c:pt>
                <c:pt idx="1145">
                  <c:v>26-07-2004</c:v>
                </c:pt>
                <c:pt idx="1146">
                  <c:v>27-07-2004</c:v>
                </c:pt>
                <c:pt idx="1147">
                  <c:v>28-07-2004</c:v>
                </c:pt>
                <c:pt idx="1148">
                  <c:v>29-07-2004</c:v>
                </c:pt>
                <c:pt idx="1149">
                  <c:v>30-07-2004</c:v>
                </c:pt>
                <c:pt idx="1150">
                  <c:v>02-08-2004</c:v>
                </c:pt>
                <c:pt idx="1151">
                  <c:v>03-08-2004</c:v>
                </c:pt>
                <c:pt idx="1152">
                  <c:v>04-08-2004</c:v>
                </c:pt>
                <c:pt idx="1153">
                  <c:v>05-08-2004</c:v>
                </c:pt>
                <c:pt idx="1154">
                  <c:v>06-08-2004</c:v>
                </c:pt>
                <c:pt idx="1155">
                  <c:v>09-08-2004</c:v>
                </c:pt>
                <c:pt idx="1156">
                  <c:v>10-08-2004</c:v>
                </c:pt>
                <c:pt idx="1157">
                  <c:v>11-08-2004</c:v>
                </c:pt>
                <c:pt idx="1158">
                  <c:v>12-08-2004</c:v>
                </c:pt>
                <c:pt idx="1159">
                  <c:v>13-08-2004</c:v>
                </c:pt>
                <c:pt idx="1160">
                  <c:v>16-08-2004</c:v>
                </c:pt>
                <c:pt idx="1161">
                  <c:v>17-08-2004</c:v>
                </c:pt>
                <c:pt idx="1162">
                  <c:v>18-08-2004</c:v>
                </c:pt>
                <c:pt idx="1163">
                  <c:v>19-08-2004</c:v>
                </c:pt>
                <c:pt idx="1164">
                  <c:v>20-08-2004</c:v>
                </c:pt>
                <c:pt idx="1165">
                  <c:v>23-08-2004</c:v>
                </c:pt>
                <c:pt idx="1166">
                  <c:v>24-08-2004</c:v>
                </c:pt>
                <c:pt idx="1167">
                  <c:v>25-08-2004</c:v>
                </c:pt>
                <c:pt idx="1168">
                  <c:v>26-08-2004</c:v>
                </c:pt>
                <c:pt idx="1169">
                  <c:v>27-08-2004</c:v>
                </c:pt>
                <c:pt idx="1170">
                  <c:v>30-08-2004</c:v>
                </c:pt>
                <c:pt idx="1171">
                  <c:v>31-08-2004</c:v>
                </c:pt>
                <c:pt idx="1172">
                  <c:v>01-09-2004</c:v>
                </c:pt>
                <c:pt idx="1173">
                  <c:v>02-09-2004</c:v>
                </c:pt>
                <c:pt idx="1174">
                  <c:v>03-09-2004</c:v>
                </c:pt>
                <c:pt idx="1175">
                  <c:v>06-09-2004</c:v>
                </c:pt>
                <c:pt idx="1176">
                  <c:v>07-09-2004</c:v>
                </c:pt>
                <c:pt idx="1177">
                  <c:v>08-09-2004</c:v>
                </c:pt>
                <c:pt idx="1178">
                  <c:v>09-09-2004</c:v>
                </c:pt>
                <c:pt idx="1179">
                  <c:v>10-09-2004</c:v>
                </c:pt>
                <c:pt idx="1180">
                  <c:v>13-09-2004</c:v>
                </c:pt>
                <c:pt idx="1181">
                  <c:v>14-09-2004</c:v>
                </c:pt>
                <c:pt idx="1182">
                  <c:v>15-09-2004</c:v>
                </c:pt>
                <c:pt idx="1183">
                  <c:v>16-09-2004</c:v>
                </c:pt>
                <c:pt idx="1184">
                  <c:v>17-09-2004</c:v>
                </c:pt>
                <c:pt idx="1185">
                  <c:v>20-09-2004</c:v>
                </c:pt>
                <c:pt idx="1186">
                  <c:v>21-09-2004</c:v>
                </c:pt>
                <c:pt idx="1187">
                  <c:v>22-09-2004</c:v>
                </c:pt>
                <c:pt idx="1188">
                  <c:v>23-09-2004</c:v>
                </c:pt>
                <c:pt idx="1189">
                  <c:v>24-09-2004</c:v>
                </c:pt>
                <c:pt idx="1190">
                  <c:v>27-09-2004</c:v>
                </c:pt>
                <c:pt idx="1191">
                  <c:v>28-09-2004</c:v>
                </c:pt>
                <c:pt idx="1192">
                  <c:v>29-09-2004</c:v>
                </c:pt>
                <c:pt idx="1193">
                  <c:v>30-09-2004</c:v>
                </c:pt>
                <c:pt idx="1194">
                  <c:v>01-10-2004</c:v>
                </c:pt>
                <c:pt idx="1195">
                  <c:v>04-10-2004</c:v>
                </c:pt>
                <c:pt idx="1196">
                  <c:v>05-10-2004</c:v>
                </c:pt>
                <c:pt idx="1197">
                  <c:v>06-10-2004</c:v>
                </c:pt>
                <c:pt idx="1198">
                  <c:v>07-10-2004</c:v>
                </c:pt>
                <c:pt idx="1199">
                  <c:v>08-10-2004</c:v>
                </c:pt>
                <c:pt idx="1200">
                  <c:v>09-10-2004</c:v>
                </c:pt>
                <c:pt idx="1201">
                  <c:v>11-10-2004</c:v>
                </c:pt>
                <c:pt idx="1202">
                  <c:v>12-10-2004</c:v>
                </c:pt>
                <c:pt idx="1203">
                  <c:v>14-10-2004</c:v>
                </c:pt>
                <c:pt idx="1204">
                  <c:v>15-10-2004</c:v>
                </c:pt>
                <c:pt idx="1205">
                  <c:v>18-10-2004</c:v>
                </c:pt>
                <c:pt idx="1206">
                  <c:v>19-10-2004</c:v>
                </c:pt>
                <c:pt idx="1207">
                  <c:v>20-10-2004</c:v>
                </c:pt>
                <c:pt idx="1208">
                  <c:v>21-10-2004</c:v>
                </c:pt>
                <c:pt idx="1209">
                  <c:v>25-10-2004</c:v>
                </c:pt>
                <c:pt idx="1210">
                  <c:v>26-10-2004</c:v>
                </c:pt>
                <c:pt idx="1211">
                  <c:v>27-10-2004</c:v>
                </c:pt>
                <c:pt idx="1212">
                  <c:v>28-10-2004</c:v>
                </c:pt>
                <c:pt idx="1213">
                  <c:v>29-10-2004</c:v>
                </c:pt>
                <c:pt idx="1214">
                  <c:v>01-11-2004</c:v>
                </c:pt>
                <c:pt idx="1215">
                  <c:v>02-11-2004</c:v>
                </c:pt>
                <c:pt idx="1216">
                  <c:v>03-11-2004</c:v>
                </c:pt>
                <c:pt idx="1217">
                  <c:v>04-11-2004</c:v>
                </c:pt>
                <c:pt idx="1218">
                  <c:v>05-11-2004</c:v>
                </c:pt>
                <c:pt idx="1219">
                  <c:v>08-11-2004</c:v>
                </c:pt>
                <c:pt idx="1220">
                  <c:v>09-11-2004</c:v>
                </c:pt>
                <c:pt idx="1221">
                  <c:v>10-11-2004</c:v>
                </c:pt>
                <c:pt idx="1222">
                  <c:v>11-11-2004</c:v>
                </c:pt>
                <c:pt idx="1223">
                  <c:v>12-11-2004</c:v>
                </c:pt>
                <c:pt idx="1224">
                  <c:v>16-11-2004</c:v>
                </c:pt>
                <c:pt idx="1225">
                  <c:v>17-11-2004</c:v>
                </c:pt>
                <c:pt idx="1226">
                  <c:v>18-11-2004</c:v>
                </c:pt>
                <c:pt idx="1227">
                  <c:v>19-11-2004</c:v>
                </c:pt>
                <c:pt idx="1228">
                  <c:v>22-11-2004</c:v>
                </c:pt>
                <c:pt idx="1229">
                  <c:v>23-11-2004</c:v>
                </c:pt>
                <c:pt idx="1230">
                  <c:v>24-11-2004</c:v>
                </c:pt>
                <c:pt idx="1231">
                  <c:v>25-11-2004</c:v>
                </c:pt>
                <c:pt idx="1232">
                  <c:v>29-11-2004</c:v>
                </c:pt>
                <c:pt idx="1233">
                  <c:v>30-11-2004</c:v>
                </c:pt>
                <c:pt idx="1234">
                  <c:v>01-12-2004</c:v>
                </c:pt>
                <c:pt idx="1235">
                  <c:v>02-12-2004</c:v>
                </c:pt>
                <c:pt idx="1236">
                  <c:v>03-12-2004</c:v>
                </c:pt>
                <c:pt idx="1237">
                  <c:v>06-12-2004</c:v>
                </c:pt>
                <c:pt idx="1238">
                  <c:v>07-12-2004</c:v>
                </c:pt>
                <c:pt idx="1239">
                  <c:v>08-12-2004</c:v>
                </c:pt>
                <c:pt idx="1240">
                  <c:v>09-12-2004</c:v>
                </c:pt>
                <c:pt idx="1241">
                  <c:v>10-12-2004</c:v>
                </c:pt>
                <c:pt idx="1242">
                  <c:v>13-12-2004</c:v>
                </c:pt>
                <c:pt idx="1243">
                  <c:v>14-12-2004</c:v>
                </c:pt>
                <c:pt idx="1244">
                  <c:v>15-12-2004</c:v>
                </c:pt>
                <c:pt idx="1245">
                  <c:v>16-12-2004</c:v>
                </c:pt>
                <c:pt idx="1246">
                  <c:v>17-12-2004</c:v>
                </c:pt>
                <c:pt idx="1247">
                  <c:v>20-12-2004</c:v>
                </c:pt>
                <c:pt idx="1248">
                  <c:v>21-12-2004</c:v>
                </c:pt>
                <c:pt idx="1249">
                  <c:v>22-12-2004</c:v>
                </c:pt>
                <c:pt idx="1250">
                  <c:v>23-12-2004</c:v>
                </c:pt>
                <c:pt idx="1251">
                  <c:v>24-12-2004</c:v>
                </c:pt>
                <c:pt idx="1252">
                  <c:v>27-12-2004</c:v>
                </c:pt>
                <c:pt idx="1253">
                  <c:v>28-12-2004</c:v>
                </c:pt>
                <c:pt idx="1254">
                  <c:v>29-12-2004</c:v>
                </c:pt>
                <c:pt idx="1255">
                  <c:v>30-12-2004</c:v>
                </c:pt>
                <c:pt idx="1256">
                  <c:v>31-12-2004</c:v>
                </c:pt>
                <c:pt idx="1257">
                  <c:v>03-01-2005</c:v>
                </c:pt>
                <c:pt idx="1258">
                  <c:v>04-01-2005</c:v>
                </c:pt>
                <c:pt idx="1259">
                  <c:v>05-01-2005</c:v>
                </c:pt>
                <c:pt idx="1260">
                  <c:v>06-01-2005</c:v>
                </c:pt>
                <c:pt idx="1261">
                  <c:v>07-01-2005</c:v>
                </c:pt>
                <c:pt idx="1262">
                  <c:v>10-01-2005</c:v>
                </c:pt>
                <c:pt idx="1263">
                  <c:v>11-01-2005</c:v>
                </c:pt>
                <c:pt idx="1264">
                  <c:v>12-01-2005</c:v>
                </c:pt>
                <c:pt idx="1265">
                  <c:v>13-01-2005</c:v>
                </c:pt>
                <c:pt idx="1266">
                  <c:v>14-01-2005</c:v>
                </c:pt>
                <c:pt idx="1267">
                  <c:v>17-01-2005</c:v>
                </c:pt>
                <c:pt idx="1268">
                  <c:v>18-01-2005</c:v>
                </c:pt>
                <c:pt idx="1269">
                  <c:v>19-01-2005</c:v>
                </c:pt>
                <c:pt idx="1270">
                  <c:v>20-01-2005</c:v>
                </c:pt>
                <c:pt idx="1271">
                  <c:v>24-01-2005</c:v>
                </c:pt>
                <c:pt idx="1272">
                  <c:v>25-01-2005</c:v>
                </c:pt>
                <c:pt idx="1273">
                  <c:v>27-01-2005</c:v>
                </c:pt>
                <c:pt idx="1274">
                  <c:v>28-01-2005</c:v>
                </c:pt>
                <c:pt idx="1275">
                  <c:v>31-01-2005</c:v>
                </c:pt>
                <c:pt idx="1276">
                  <c:v>01-02-2005</c:v>
                </c:pt>
                <c:pt idx="1277">
                  <c:v>02-02-2005</c:v>
                </c:pt>
                <c:pt idx="1278">
                  <c:v>03-02-2005</c:v>
                </c:pt>
                <c:pt idx="1279">
                  <c:v>04-02-2005</c:v>
                </c:pt>
                <c:pt idx="1280">
                  <c:v>07-02-2005</c:v>
                </c:pt>
                <c:pt idx="1281">
                  <c:v>08-02-2005</c:v>
                </c:pt>
                <c:pt idx="1282">
                  <c:v>09-02-2005</c:v>
                </c:pt>
                <c:pt idx="1283">
                  <c:v>10-02-2005</c:v>
                </c:pt>
                <c:pt idx="1284">
                  <c:v>11-02-2005</c:v>
                </c:pt>
                <c:pt idx="1285">
                  <c:v>14-02-2005</c:v>
                </c:pt>
                <c:pt idx="1286">
                  <c:v>15-02-2005</c:v>
                </c:pt>
                <c:pt idx="1287">
                  <c:v>16-02-2005</c:v>
                </c:pt>
                <c:pt idx="1288">
                  <c:v>17-02-2005</c:v>
                </c:pt>
                <c:pt idx="1289">
                  <c:v>18-02-2005</c:v>
                </c:pt>
                <c:pt idx="1290">
                  <c:v>21-02-2005</c:v>
                </c:pt>
                <c:pt idx="1291">
                  <c:v>22-02-2005</c:v>
                </c:pt>
                <c:pt idx="1292">
                  <c:v>23-02-2005</c:v>
                </c:pt>
                <c:pt idx="1293">
                  <c:v>24-02-2005</c:v>
                </c:pt>
                <c:pt idx="1294">
                  <c:v>25-02-2005</c:v>
                </c:pt>
                <c:pt idx="1295">
                  <c:v>28-02-2005</c:v>
                </c:pt>
                <c:pt idx="1296">
                  <c:v>01-03-2005</c:v>
                </c:pt>
                <c:pt idx="1297">
                  <c:v>02-03-2005</c:v>
                </c:pt>
                <c:pt idx="1298">
                  <c:v>03-03-2005</c:v>
                </c:pt>
                <c:pt idx="1299">
                  <c:v>04-03-2005</c:v>
                </c:pt>
                <c:pt idx="1300">
                  <c:v>07-03-2005</c:v>
                </c:pt>
                <c:pt idx="1301">
                  <c:v>08-03-2005</c:v>
                </c:pt>
                <c:pt idx="1302">
                  <c:v>09-03-2005</c:v>
                </c:pt>
                <c:pt idx="1303">
                  <c:v>10-03-2005</c:v>
                </c:pt>
                <c:pt idx="1304">
                  <c:v>11-03-2005</c:v>
                </c:pt>
                <c:pt idx="1305">
                  <c:v>14-03-2005</c:v>
                </c:pt>
                <c:pt idx="1306">
                  <c:v>15-03-2005</c:v>
                </c:pt>
                <c:pt idx="1307">
                  <c:v>16-03-2005</c:v>
                </c:pt>
                <c:pt idx="1308">
                  <c:v>17-03-2005</c:v>
                </c:pt>
                <c:pt idx="1309">
                  <c:v>18-03-2005</c:v>
                </c:pt>
                <c:pt idx="1310">
                  <c:v>21-03-2005</c:v>
                </c:pt>
                <c:pt idx="1311">
                  <c:v>22-03-2005</c:v>
                </c:pt>
                <c:pt idx="1312">
                  <c:v>23-03-2005</c:v>
                </c:pt>
                <c:pt idx="1313">
                  <c:v>24-03-2005</c:v>
                </c:pt>
                <c:pt idx="1314">
                  <c:v>28-03-2005</c:v>
                </c:pt>
                <c:pt idx="1315">
                  <c:v>29-03-2005</c:v>
                </c:pt>
                <c:pt idx="1316">
                  <c:v>30-03-2005</c:v>
                </c:pt>
                <c:pt idx="1317">
                  <c:v>31-03-2005</c:v>
                </c:pt>
                <c:pt idx="1318">
                  <c:v>01-04-2005</c:v>
                </c:pt>
                <c:pt idx="1319">
                  <c:v>04-04-2005</c:v>
                </c:pt>
                <c:pt idx="1320">
                  <c:v>05-04-2005</c:v>
                </c:pt>
                <c:pt idx="1321">
                  <c:v>06-04-2005</c:v>
                </c:pt>
                <c:pt idx="1322">
                  <c:v>07-04-2005</c:v>
                </c:pt>
                <c:pt idx="1323">
                  <c:v>08-04-2005</c:v>
                </c:pt>
                <c:pt idx="1324">
                  <c:v>11-04-2005</c:v>
                </c:pt>
                <c:pt idx="1325">
                  <c:v>12-04-2005</c:v>
                </c:pt>
                <c:pt idx="1326">
                  <c:v>13-04-2005</c:v>
                </c:pt>
                <c:pt idx="1327">
                  <c:v>15-04-2005</c:v>
                </c:pt>
                <c:pt idx="1328">
                  <c:v>18-04-2005</c:v>
                </c:pt>
                <c:pt idx="1329">
                  <c:v>19-04-2005</c:v>
                </c:pt>
                <c:pt idx="1330">
                  <c:v>20-04-2005</c:v>
                </c:pt>
                <c:pt idx="1331">
                  <c:v>21-04-2005</c:v>
                </c:pt>
                <c:pt idx="1332">
                  <c:v>22-04-2005</c:v>
                </c:pt>
                <c:pt idx="1333">
                  <c:v>25-04-2005</c:v>
                </c:pt>
                <c:pt idx="1334">
                  <c:v>26-04-2005</c:v>
                </c:pt>
                <c:pt idx="1335">
                  <c:v>27-04-2005</c:v>
                </c:pt>
                <c:pt idx="1336">
                  <c:v>28-04-2005</c:v>
                </c:pt>
                <c:pt idx="1337">
                  <c:v>29-04-2005</c:v>
                </c:pt>
                <c:pt idx="1338">
                  <c:v>02-05-2005</c:v>
                </c:pt>
                <c:pt idx="1339">
                  <c:v>03-05-2005</c:v>
                </c:pt>
                <c:pt idx="1340">
                  <c:v>04-05-2005</c:v>
                </c:pt>
                <c:pt idx="1341">
                  <c:v>05-05-2005</c:v>
                </c:pt>
                <c:pt idx="1342">
                  <c:v>06-05-2005</c:v>
                </c:pt>
                <c:pt idx="1343">
                  <c:v>09-05-2005</c:v>
                </c:pt>
                <c:pt idx="1344">
                  <c:v>10-05-2005</c:v>
                </c:pt>
                <c:pt idx="1345">
                  <c:v>11-05-2005</c:v>
                </c:pt>
                <c:pt idx="1346">
                  <c:v>12-05-2005</c:v>
                </c:pt>
                <c:pt idx="1347">
                  <c:v>13-05-2005</c:v>
                </c:pt>
                <c:pt idx="1348">
                  <c:v>16-05-2005</c:v>
                </c:pt>
                <c:pt idx="1349">
                  <c:v>17-05-2005</c:v>
                </c:pt>
                <c:pt idx="1350">
                  <c:v>18-05-2005</c:v>
                </c:pt>
                <c:pt idx="1351">
                  <c:v>19-05-2005</c:v>
                </c:pt>
                <c:pt idx="1352">
                  <c:v>20-05-2005</c:v>
                </c:pt>
                <c:pt idx="1353">
                  <c:v>23-05-2005</c:v>
                </c:pt>
                <c:pt idx="1354">
                  <c:v>24-05-2005</c:v>
                </c:pt>
                <c:pt idx="1355">
                  <c:v>25-05-2005</c:v>
                </c:pt>
                <c:pt idx="1356">
                  <c:v>26-05-2005</c:v>
                </c:pt>
                <c:pt idx="1357">
                  <c:v>27-05-2005</c:v>
                </c:pt>
                <c:pt idx="1358">
                  <c:v>30-05-2005</c:v>
                </c:pt>
                <c:pt idx="1359">
                  <c:v>31-05-2005</c:v>
                </c:pt>
                <c:pt idx="1360">
                  <c:v>01-06-2005</c:v>
                </c:pt>
                <c:pt idx="1361">
                  <c:v>02-06-2005</c:v>
                </c:pt>
                <c:pt idx="1362">
                  <c:v>03-06-2005</c:v>
                </c:pt>
                <c:pt idx="1363">
                  <c:v>04-06-2005</c:v>
                </c:pt>
                <c:pt idx="1364">
                  <c:v>06-06-2005</c:v>
                </c:pt>
                <c:pt idx="1365">
                  <c:v>07-06-2005</c:v>
                </c:pt>
                <c:pt idx="1366">
                  <c:v>08-06-2005</c:v>
                </c:pt>
                <c:pt idx="1367">
                  <c:v>09-06-2005</c:v>
                </c:pt>
                <c:pt idx="1368">
                  <c:v>10-06-2005</c:v>
                </c:pt>
                <c:pt idx="1369">
                  <c:v>13-06-2005</c:v>
                </c:pt>
                <c:pt idx="1370">
                  <c:v>14-06-2005</c:v>
                </c:pt>
                <c:pt idx="1371">
                  <c:v>15-06-2005</c:v>
                </c:pt>
                <c:pt idx="1372">
                  <c:v>16-06-2005</c:v>
                </c:pt>
                <c:pt idx="1373">
                  <c:v>17-06-2005</c:v>
                </c:pt>
                <c:pt idx="1374">
                  <c:v>20-06-2005</c:v>
                </c:pt>
                <c:pt idx="1375">
                  <c:v>21-06-2005</c:v>
                </c:pt>
                <c:pt idx="1376">
                  <c:v>22-06-2005</c:v>
                </c:pt>
                <c:pt idx="1377">
                  <c:v>23-06-2005</c:v>
                </c:pt>
                <c:pt idx="1378">
                  <c:v>24-06-2005</c:v>
                </c:pt>
                <c:pt idx="1379">
                  <c:v>27-06-2005</c:v>
                </c:pt>
                <c:pt idx="1380">
                  <c:v>28-06-2005</c:v>
                </c:pt>
                <c:pt idx="1381">
                  <c:v>29-06-2005</c:v>
                </c:pt>
                <c:pt idx="1382">
                  <c:v>30-06-2005</c:v>
                </c:pt>
                <c:pt idx="1383">
                  <c:v>01-07-2005</c:v>
                </c:pt>
                <c:pt idx="1384">
                  <c:v>04-07-2005</c:v>
                </c:pt>
                <c:pt idx="1385">
                  <c:v>05-07-2005</c:v>
                </c:pt>
                <c:pt idx="1386">
                  <c:v>06-07-2005</c:v>
                </c:pt>
                <c:pt idx="1387">
                  <c:v>07-07-2005</c:v>
                </c:pt>
                <c:pt idx="1388">
                  <c:v>08-07-2005</c:v>
                </c:pt>
                <c:pt idx="1389">
                  <c:v>11-07-2005</c:v>
                </c:pt>
                <c:pt idx="1390">
                  <c:v>12-07-2005</c:v>
                </c:pt>
                <c:pt idx="1391">
                  <c:v>13-07-2005</c:v>
                </c:pt>
                <c:pt idx="1392">
                  <c:v>14-07-2005</c:v>
                </c:pt>
                <c:pt idx="1393">
                  <c:v>15-07-2005</c:v>
                </c:pt>
                <c:pt idx="1394">
                  <c:v>18-07-2005</c:v>
                </c:pt>
                <c:pt idx="1395">
                  <c:v>19-07-2005</c:v>
                </c:pt>
                <c:pt idx="1396">
                  <c:v>20-07-2005</c:v>
                </c:pt>
                <c:pt idx="1397">
                  <c:v>21-07-2005</c:v>
                </c:pt>
                <c:pt idx="1398">
                  <c:v>22-07-2005</c:v>
                </c:pt>
                <c:pt idx="1399">
                  <c:v>25-07-2005</c:v>
                </c:pt>
                <c:pt idx="1400">
                  <c:v>26-07-2005</c:v>
                </c:pt>
                <c:pt idx="1401">
                  <c:v>27-07-2005</c:v>
                </c:pt>
                <c:pt idx="1402">
                  <c:v>29-07-2005</c:v>
                </c:pt>
                <c:pt idx="1403">
                  <c:v>01-08-2005</c:v>
                </c:pt>
                <c:pt idx="1404">
                  <c:v>02-08-2005</c:v>
                </c:pt>
                <c:pt idx="1405">
                  <c:v>03-08-2005</c:v>
                </c:pt>
                <c:pt idx="1406">
                  <c:v>04-08-2005</c:v>
                </c:pt>
                <c:pt idx="1407">
                  <c:v>05-08-2005</c:v>
                </c:pt>
                <c:pt idx="1408">
                  <c:v>08-08-2005</c:v>
                </c:pt>
                <c:pt idx="1409">
                  <c:v>09-08-2005</c:v>
                </c:pt>
                <c:pt idx="1410">
                  <c:v>10-08-2005</c:v>
                </c:pt>
                <c:pt idx="1411">
                  <c:v>11-08-2005</c:v>
                </c:pt>
                <c:pt idx="1412">
                  <c:v>12-08-2005</c:v>
                </c:pt>
                <c:pt idx="1413">
                  <c:v>16-08-2005</c:v>
                </c:pt>
                <c:pt idx="1414">
                  <c:v>17-08-2005</c:v>
                </c:pt>
                <c:pt idx="1415">
                  <c:v>18-08-2005</c:v>
                </c:pt>
                <c:pt idx="1416">
                  <c:v>19-08-2005</c:v>
                </c:pt>
                <c:pt idx="1417">
                  <c:v>22-08-2005</c:v>
                </c:pt>
                <c:pt idx="1418">
                  <c:v>23-08-2005</c:v>
                </c:pt>
                <c:pt idx="1419">
                  <c:v>24-08-2005</c:v>
                </c:pt>
                <c:pt idx="1420">
                  <c:v>25-08-2005</c:v>
                </c:pt>
                <c:pt idx="1421">
                  <c:v>26-08-2005</c:v>
                </c:pt>
                <c:pt idx="1422">
                  <c:v>29-08-2005</c:v>
                </c:pt>
                <c:pt idx="1423">
                  <c:v>30-08-2005</c:v>
                </c:pt>
                <c:pt idx="1424">
                  <c:v>31-08-2005</c:v>
                </c:pt>
                <c:pt idx="1425">
                  <c:v>01-09-2005</c:v>
                </c:pt>
                <c:pt idx="1426">
                  <c:v>02-09-2005</c:v>
                </c:pt>
                <c:pt idx="1427">
                  <c:v>05-09-2005</c:v>
                </c:pt>
                <c:pt idx="1428">
                  <c:v>06-09-2005</c:v>
                </c:pt>
                <c:pt idx="1429">
                  <c:v>08-09-2005</c:v>
                </c:pt>
                <c:pt idx="1430">
                  <c:v>09-09-2005</c:v>
                </c:pt>
                <c:pt idx="1431">
                  <c:v>12-09-2005</c:v>
                </c:pt>
                <c:pt idx="1432">
                  <c:v>13-09-2005</c:v>
                </c:pt>
                <c:pt idx="1433">
                  <c:v>14-09-2005</c:v>
                </c:pt>
                <c:pt idx="1434">
                  <c:v>15-09-2005</c:v>
                </c:pt>
                <c:pt idx="1435">
                  <c:v>16-09-2005</c:v>
                </c:pt>
                <c:pt idx="1436">
                  <c:v>19-09-2005</c:v>
                </c:pt>
                <c:pt idx="1437">
                  <c:v>20-09-2005</c:v>
                </c:pt>
                <c:pt idx="1438">
                  <c:v>21-09-2005</c:v>
                </c:pt>
                <c:pt idx="1439">
                  <c:v>22-09-2005</c:v>
                </c:pt>
                <c:pt idx="1440">
                  <c:v>23-09-2005</c:v>
                </c:pt>
                <c:pt idx="1441">
                  <c:v>26-09-2005</c:v>
                </c:pt>
                <c:pt idx="1442">
                  <c:v>27-09-2005</c:v>
                </c:pt>
                <c:pt idx="1443">
                  <c:v>28-09-2005</c:v>
                </c:pt>
                <c:pt idx="1444">
                  <c:v>29-09-2005</c:v>
                </c:pt>
                <c:pt idx="1445">
                  <c:v>30-09-2005</c:v>
                </c:pt>
                <c:pt idx="1446">
                  <c:v>03-10-2005</c:v>
                </c:pt>
                <c:pt idx="1447">
                  <c:v>04-10-2005</c:v>
                </c:pt>
                <c:pt idx="1448">
                  <c:v>05-10-2005</c:v>
                </c:pt>
                <c:pt idx="1449">
                  <c:v>06-10-2005</c:v>
                </c:pt>
                <c:pt idx="1450">
                  <c:v>07-10-2005</c:v>
                </c:pt>
                <c:pt idx="1451">
                  <c:v>10-10-2005</c:v>
                </c:pt>
                <c:pt idx="1452">
                  <c:v>11-10-2005</c:v>
                </c:pt>
                <c:pt idx="1453">
                  <c:v>13-10-2005</c:v>
                </c:pt>
                <c:pt idx="1454">
                  <c:v>14-10-2005</c:v>
                </c:pt>
                <c:pt idx="1455">
                  <c:v>17-10-2005</c:v>
                </c:pt>
                <c:pt idx="1456">
                  <c:v>18-10-2005</c:v>
                </c:pt>
                <c:pt idx="1457">
                  <c:v>19-10-2005</c:v>
                </c:pt>
                <c:pt idx="1458">
                  <c:v>20-10-2005</c:v>
                </c:pt>
                <c:pt idx="1459">
                  <c:v>21-10-2005</c:v>
                </c:pt>
                <c:pt idx="1460">
                  <c:v>24-10-2005</c:v>
                </c:pt>
                <c:pt idx="1461">
                  <c:v>25-10-2005</c:v>
                </c:pt>
                <c:pt idx="1462">
                  <c:v>26-10-2005</c:v>
                </c:pt>
                <c:pt idx="1463">
                  <c:v>27-10-2005</c:v>
                </c:pt>
                <c:pt idx="1464">
                  <c:v>28-10-2005</c:v>
                </c:pt>
                <c:pt idx="1465">
                  <c:v>31-10-2005</c:v>
                </c:pt>
                <c:pt idx="1466">
                  <c:v>01-11-2005</c:v>
                </c:pt>
                <c:pt idx="1467">
                  <c:v>02-11-2005</c:v>
                </c:pt>
                <c:pt idx="1468">
                  <c:v>07-11-2005</c:v>
                </c:pt>
                <c:pt idx="1469">
                  <c:v>08-11-2005</c:v>
                </c:pt>
                <c:pt idx="1470">
                  <c:v>09-11-2005</c:v>
                </c:pt>
                <c:pt idx="1471">
                  <c:v>10-11-2005</c:v>
                </c:pt>
                <c:pt idx="1472">
                  <c:v>11-11-2005</c:v>
                </c:pt>
                <c:pt idx="1473">
                  <c:v>14-11-2005</c:v>
                </c:pt>
                <c:pt idx="1474">
                  <c:v>16-11-2005</c:v>
                </c:pt>
                <c:pt idx="1475">
                  <c:v>17-11-2005</c:v>
                </c:pt>
                <c:pt idx="1476">
                  <c:v>18-11-2005</c:v>
                </c:pt>
                <c:pt idx="1477">
                  <c:v>21-11-2005</c:v>
                </c:pt>
                <c:pt idx="1478">
                  <c:v>22-11-2005</c:v>
                </c:pt>
                <c:pt idx="1479">
                  <c:v>23-11-2005</c:v>
                </c:pt>
                <c:pt idx="1480">
                  <c:v>24-11-2005</c:v>
                </c:pt>
                <c:pt idx="1481">
                  <c:v>25-11-2005</c:v>
                </c:pt>
                <c:pt idx="1482">
                  <c:v>26-11-2005</c:v>
                </c:pt>
                <c:pt idx="1483">
                  <c:v>28-11-2005</c:v>
                </c:pt>
                <c:pt idx="1484">
                  <c:v>29-11-2005</c:v>
                </c:pt>
                <c:pt idx="1485">
                  <c:v>30-11-2005</c:v>
                </c:pt>
                <c:pt idx="1486">
                  <c:v>01-12-2005</c:v>
                </c:pt>
                <c:pt idx="1487">
                  <c:v>02-12-2005</c:v>
                </c:pt>
                <c:pt idx="1488">
                  <c:v>05-12-2005</c:v>
                </c:pt>
                <c:pt idx="1489">
                  <c:v>06-12-2005</c:v>
                </c:pt>
                <c:pt idx="1490">
                  <c:v>07-12-2005</c:v>
                </c:pt>
                <c:pt idx="1491">
                  <c:v>08-12-2005</c:v>
                </c:pt>
                <c:pt idx="1492">
                  <c:v>09-12-2005</c:v>
                </c:pt>
                <c:pt idx="1493">
                  <c:v>12-12-2005</c:v>
                </c:pt>
                <c:pt idx="1494">
                  <c:v>13-12-2005</c:v>
                </c:pt>
                <c:pt idx="1495">
                  <c:v>14-12-2005</c:v>
                </c:pt>
                <c:pt idx="1496">
                  <c:v>15-12-2005</c:v>
                </c:pt>
                <c:pt idx="1497">
                  <c:v>16-12-2005</c:v>
                </c:pt>
                <c:pt idx="1498">
                  <c:v>19-12-2005</c:v>
                </c:pt>
                <c:pt idx="1499">
                  <c:v>20-12-2005</c:v>
                </c:pt>
                <c:pt idx="1500">
                  <c:v>21-12-2005</c:v>
                </c:pt>
                <c:pt idx="1501">
                  <c:v>22-12-2005</c:v>
                </c:pt>
                <c:pt idx="1502">
                  <c:v>23-12-2005</c:v>
                </c:pt>
                <c:pt idx="1503">
                  <c:v>26-12-2005</c:v>
                </c:pt>
                <c:pt idx="1504">
                  <c:v>27-12-2005</c:v>
                </c:pt>
                <c:pt idx="1505">
                  <c:v>28-12-2005</c:v>
                </c:pt>
                <c:pt idx="1506">
                  <c:v>29-12-2005</c:v>
                </c:pt>
                <c:pt idx="1507">
                  <c:v>30-12-2005</c:v>
                </c:pt>
                <c:pt idx="1508">
                  <c:v>02-01-2006</c:v>
                </c:pt>
                <c:pt idx="1509">
                  <c:v>03-01-2006</c:v>
                </c:pt>
                <c:pt idx="1510">
                  <c:v>04-01-2006</c:v>
                </c:pt>
                <c:pt idx="1511">
                  <c:v>05-01-2006</c:v>
                </c:pt>
                <c:pt idx="1512">
                  <c:v>06-01-2006</c:v>
                </c:pt>
                <c:pt idx="1513">
                  <c:v>09-01-2006</c:v>
                </c:pt>
                <c:pt idx="1514">
                  <c:v>10-01-2006</c:v>
                </c:pt>
                <c:pt idx="1515">
                  <c:v>12-01-2006</c:v>
                </c:pt>
                <c:pt idx="1516">
                  <c:v>13-01-2006</c:v>
                </c:pt>
                <c:pt idx="1517">
                  <c:v>16-01-2006</c:v>
                </c:pt>
                <c:pt idx="1518">
                  <c:v>17-01-2006</c:v>
                </c:pt>
                <c:pt idx="1519">
                  <c:v>18-01-2006</c:v>
                </c:pt>
                <c:pt idx="1520">
                  <c:v>19-01-2006</c:v>
                </c:pt>
                <c:pt idx="1521">
                  <c:v>20-01-2006</c:v>
                </c:pt>
                <c:pt idx="1522">
                  <c:v>23-01-2006</c:v>
                </c:pt>
                <c:pt idx="1523">
                  <c:v>24-01-2006</c:v>
                </c:pt>
                <c:pt idx="1524">
                  <c:v>25-01-2006</c:v>
                </c:pt>
                <c:pt idx="1525">
                  <c:v>27-01-2006</c:v>
                </c:pt>
                <c:pt idx="1526">
                  <c:v>30-01-2006</c:v>
                </c:pt>
                <c:pt idx="1527">
                  <c:v>31-01-2006</c:v>
                </c:pt>
                <c:pt idx="1528">
                  <c:v>01-02-2006</c:v>
                </c:pt>
                <c:pt idx="1529">
                  <c:v>02-02-2006</c:v>
                </c:pt>
                <c:pt idx="1530">
                  <c:v>03-02-2006</c:v>
                </c:pt>
                <c:pt idx="1531">
                  <c:v>06-02-2006</c:v>
                </c:pt>
                <c:pt idx="1532">
                  <c:v>07-02-2006</c:v>
                </c:pt>
                <c:pt idx="1533">
                  <c:v>08-02-2006</c:v>
                </c:pt>
                <c:pt idx="1534">
                  <c:v>10-02-2006</c:v>
                </c:pt>
                <c:pt idx="1535">
                  <c:v>13-02-2006</c:v>
                </c:pt>
                <c:pt idx="1536">
                  <c:v>14-02-2006</c:v>
                </c:pt>
                <c:pt idx="1537">
                  <c:v>15-02-2006</c:v>
                </c:pt>
                <c:pt idx="1538">
                  <c:v>16-02-2006</c:v>
                </c:pt>
                <c:pt idx="1539">
                  <c:v>17-02-2006</c:v>
                </c:pt>
                <c:pt idx="1540">
                  <c:v>20-02-2006</c:v>
                </c:pt>
                <c:pt idx="1541">
                  <c:v>21-02-2006</c:v>
                </c:pt>
                <c:pt idx="1542">
                  <c:v>22-02-2006</c:v>
                </c:pt>
                <c:pt idx="1543">
                  <c:v>23-02-2006</c:v>
                </c:pt>
                <c:pt idx="1544">
                  <c:v>24-02-2006</c:v>
                </c:pt>
                <c:pt idx="1545">
                  <c:v>27-02-2006</c:v>
                </c:pt>
                <c:pt idx="1546">
                  <c:v>28-02-2006</c:v>
                </c:pt>
                <c:pt idx="1547">
                  <c:v>01-03-2006</c:v>
                </c:pt>
                <c:pt idx="1548">
                  <c:v>02-03-2006</c:v>
                </c:pt>
                <c:pt idx="1549">
                  <c:v>03-03-2006</c:v>
                </c:pt>
                <c:pt idx="1550">
                  <c:v>06-03-2006</c:v>
                </c:pt>
                <c:pt idx="1551">
                  <c:v>07-03-2006</c:v>
                </c:pt>
                <c:pt idx="1552">
                  <c:v>08-03-2006</c:v>
                </c:pt>
                <c:pt idx="1553">
                  <c:v>09-03-2006</c:v>
                </c:pt>
                <c:pt idx="1554">
                  <c:v>10-03-2006</c:v>
                </c:pt>
                <c:pt idx="1555">
                  <c:v>13-03-2006</c:v>
                </c:pt>
                <c:pt idx="1556">
                  <c:v>14-03-2006</c:v>
                </c:pt>
                <c:pt idx="1557">
                  <c:v>16-03-2006</c:v>
                </c:pt>
                <c:pt idx="1558">
                  <c:v>17-03-2006</c:v>
                </c:pt>
                <c:pt idx="1559">
                  <c:v>20-03-2006</c:v>
                </c:pt>
                <c:pt idx="1560">
                  <c:v>21-03-2006</c:v>
                </c:pt>
                <c:pt idx="1561">
                  <c:v>22-03-2006</c:v>
                </c:pt>
                <c:pt idx="1562">
                  <c:v>23-03-2006</c:v>
                </c:pt>
                <c:pt idx="1563">
                  <c:v>24-03-2006</c:v>
                </c:pt>
                <c:pt idx="1564">
                  <c:v>27-03-2006</c:v>
                </c:pt>
                <c:pt idx="1565">
                  <c:v>28-03-2006</c:v>
                </c:pt>
                <c:pt idx="1566">
                  <c:v>29-03-2006</c:v>
                </c:pt>
                <c:pt idx="1567">
                  <c:v>30-03-2006</c:v>
                </c:pt>
                <c:pt idx="1568">
                  <c:v>31-03-2006</c:v>
                </c:pt>
                <c:pt idx="1569">
                  <c:v>03-04-2006</c:v>
                </c:pt>
                <c:pt idx="1570">
                  <c:v>04-04-2006</c:v>
                </c:pt>
                <c:pt idx="1571">
                  <c:v>05-04-2006</c:v>
                </c:pt>
                <c:pt idx="1572">
                  <c:v>07-04-2006</c:v>
                </c:pt>
                <c:pt idx="1573">
                  <c:v>10-04-2006</c:v>
                </c:pt>
                <c:pt idx="1574">
                  <c:v>12-04-2006</c:v>
                </c:pt>
                <c:pt idx="1575">
                  <c:v>13-04-2006</c:v>
                </c:pt>
                <c:pt idx="1576">
                  <c:v>17-04-2006</c:v>
                </c:pt>
                <c:pt idx="1577">
                  <c:v>18-04-2006</c:v>
                </c:pt>
                <c:pt idx="1578">
                  <c:v>19-04-2006</c:v>
                </c:pt>
                <c:pt idx="1579">
                  <c:v>20-04-2006</c:v>
                </c:pt>
                <c:pt idx="1580">
                  <c:v>21-04-2006</c:v>
                </c:pt>
                <c:pt idx="1581">
                  <c:v>24-04-2006</c:v>
                </c:pt>
                <c:pt idx="1582">
                  <c:v>25-04-2006</c:v>
                </c:pt>
                <c:pt idx="1583">
                  <c:v>26-04-2006</c:v>
                </c:pt>
                <c:pt idx="1584">
                  <c:v>27-04-2006</c:v>
                </c:pt>
                <c:pt idx="1585">
                  <c:v>28-04-2006</c:v>
                </c:pt>
                <c:pt idx="1586">
                  <c:v>29-04-2006</c:v>
                </c:pt>
                <c:pt idx="1587">
                  <c:v>02-05-2006</c:v>
                </c:pt>
                <c:pt idx="1588">
                  <c:v>03-05-2006</c:v>
                </c:pt>
                <c:pt idx="1589">
                  <c:v>04-05-2006</c:v>
                </c:pt>
                <c:pt idx="1590">
                  <c:v>05-05-2006</c:v>
                </c:pt>
                <c:pt idx="1591">
                  <c:v>08-05-2006</c:v>
                </c:pt>
                <c:pt idx="1592">
                  <c:v>09-05-2006</c:v>
                </c:pt>
                <c:pt idx="1593">
                  <c:v>10-05-2006</c:v>
                </c:pt>
                <c:pt idx="1594">
                  <c:v>11-05-2006</c:v>
                </c:pt>
                <c:pt idx="1595">
                  <c:v>12-05-2006</c:v>
                </c:pt>
                <c:pt idx="1596">
                  <c:v>15-05-2006</c:v>
                </c:pt>
                <c:pt idx="1597">
                  <c:v>16-05-2006</c:v>
                </c:pt>
                <c:pt idx="1598">
                  <c:v>17-05-2006</c:v>
                </c:pt>
                <c:pt idx="1599">
                  <c:v>18-05-2006</c:v>
                </c:pt>
                <c:pt idx="1600">
                  <c:v>19-05-2006</c:v>
                </c:pt>
                <c:pt idx="1601">
                  <c:v>22-05-2006</c:v>
                </c:pt>
                <c:pt idx="1602">
                  <c:v>23-05-2006</c:v>
                </c:pt>
                <c:pt idx="1603">
                  <c:v>24-05-2006</c:v>
                </c:pt>
                <c:pt idx="1604">
                  <c:v>25-05-2006</c:v>
                </c:pt>
                <c:pt idx="1605">
                  <c:v>26-05-2006</c:v>
                </c:pt>
                <c:pt idx="1606">
                  <c:v>29-05-2006</c:v>
                </c:pt>
                <c:pt idx="1607">
                  <c:v>30-05-2006</c:v>
                </c:pt>
                <c:pt idx="1608">
                  <c:v>31-05-2006</c:v>
                </c:pt>
                <c:pt idx="1609">
                  <c:v>01-06-2006</c:v>
                </c:pt>
                <c:pt idx="1610">
                  <c:v>02-06-2006</c:v>
                </c:pt>
                <c:pt idx="1611">
                  <c:v>05-06-2006</c:v>
                </c:pt>
                <c:pt idx="1612">
                  <c:v>06-06-2006</c:v>
                </c:pt>
                <c:pt idx="1613">
                  <c:v>07-06-2006</c:v>
                </c:pt>
                <c:pt idx="1614">
                  <c:v>08-06-2006</c:v>
                </c:pt>
                <c:pt idx="1615">
                  <c:v>09-06-2006</c:v>
                </c:pt>
                <c:pt idx="1616">
                  <c:v>12-06-2006</c:v>
                </c:pt>
                <c:pt idx="1617">
                  <c:v>13-06-2006</c:v>
                </c:pt>
                <c:pt idx="1618">
                  <c:v>14-06-2006</c:v>
                </c:pt>
                <c:pt idx="1619">
                  <c:v>15-06-2006</c:v>
                </c:pt>
                <c:pt idx="1620">
                  <c:v>16-06-2006</c:v>
                </c:pt>
                <c:pt idx="1621">
                  <c:v>19-06-2006</c:v>
                </c:pt>
                <c:pt idx="1622">
                  <c:v>20-06-2006</c:v>
                </c:pt>
                <c:pt idx="1623">
                  <c:v>21-06-2006</c:v>
                </c:pt>
                <c:pt idx="1624">
                  <c:v>22-06-2006</c:v>
                </c:pt>
                <c:pt idx="1625">
                  <c:v>23-06-2006</c:v>
                </c:pt>
                <c:pt idx="1626">
                  <c:v>25-06-2006</c:v>
                </c:pt>
                <c:pt idx="1627">
                  <c:v>26-06-2006</c:v>
                </c:pt>
                <c:pt idx="1628">
                  <c:v>27-06-2006</c:v>
                </c:pt>
                <c:pt idx="1629">
                  <c:v>28-06-2006</c:v>
                </c:pt>
                <c:pt idx="1630">
                  <c:v>29-06-2006</c:v>
                </c:pt>
                <c:pt idx="1631">
                  <c:v>30-06-2006</c:v>
                </c:pt>
                <c:pt idx="1632">
                  <c:v>03-07-2006</c:v>
                </c:pt>
                <c:pt idx="1633">
                  <c:v>04-07-2006</c:v>
                </c:pt>
                <c:pt idx="1634">
                  <c:v>05-07-2006</c:v>
                </c:pt>
                <c:pt idx="1635">
                  <c:v>06-07-2006</c:v>
                </c:pt>
                <c:pt idx="1636">
                  <c:v>07-07-2006</c:v>
                </c:pt>
                <c:pt idx="1637">
                  <c:v>10-07-2006</c:v>
                </c:pt>
                <c:pt idx="1638">
                  <c:v>11-07-2006</c:v>
                </c:pt>
                <c:pt idx="1639">
                  <c:v>12-07-2006</c:v>
                </c:pt>
                <c:pt idx="1640">
                  <c:v>13-07-2006</c:v>
                </c:pt>
                <c:pt idx="1641">
                  <c:v>14-07-2006</c:v>
                </c:pt>
                <c:pt idx="1642">
                  <c:v>17-07-2006</c:v>
                </c:pt>
                <c:pt idx="1643">
                  <c:v>18-07-2006</c:v>
                </c:pt>
                <c:pt idx="1644">
                  <c:v>19-07-2006</c:v>
                </c:pt>
                <c:pt idx="1645">
                  <c:v>20-07-2006</c:v>
                </c:pt>
                <c:pt idx="1646">
                  <c:v>21-07-2006</c:v>
                </c:pt>
                <c:pt idx="1647">
                  <c:v>24-07-2006</c:v>
                </c:pt>
                <c:pt idx="1648">
                  <c:v>25-07-2006</c:v>
                </c:pt>
                <c:pt idx="1649">
                  <c:v>26-07-2006</c:v>
                </c:pt>
                <c:pt idx="1650">
                  <c:v>27-07-2006</c:v>
                </c:pt>
                <c:pt idx="1651">
                  <c:v>28-07-2006</c:v>
                </c:pt>
                <c:pt idx="1652">
                  <c:v>31-07-2006</c:v>
                </c:pt>
                <c:pt idx="1653">
                  <c:v>01-08-2006</c:v>
                </c:pt>
                <c:pt idx="1654">
                  <c:v>02-08-2006</c:v>
                </c:pt>
                <c:pt idx="1655">
                  <c:v>03-08-2006</c:v>
                </c:pt>
                <c:pt idx="1656">
                  <c:v>04-08-2006</c:v>
                </c:pt>
                <c:pt idx="1657">
                  <c:v>07-08-2006</c:v>
                </c:pt>
                <c:pt idx="1658">
                  <c:v>08-08-2006</c:v>
                </c:pt>
                <c:pt idx="1659">
                  <c:v>09-08-2006</c:v>
                </c:pt>
                <c:pt idx="1660">
                  <c:v>10-08-2006</c:v>
                </c:pt>
                <c:pt idx="1661">
                  <c:v>11-08-2006</c:v>
                </c:pt>
                <c:pt idx="1662">
                  <c:v>14-08-2006</c:v>
                </c:pt>
                <c:pt idx="1663">
                  <c:v>16-08-2006</c:v>
                </c:pt>
                <c:pt idx="1664">
                  <c:v>17-08-2006</c:v>
                </c:pt>
                <c:pt idx="1665">
                  <c:v>18-08-2006</c:v>
                </c:pt>
                <c:pt idx="1666">
                  <c:v>21-08-2006</c:v>
                </c:pt>
                <c:pt idx="1667">
                  <c:v>22-08-2006</c:v>
                </c:pt>
                <c:pt idx="1668">
                  <c:v>23-08-2006</c:v>
                </c:pt>
                <c:pt idx="1669">
                  <c:v>24-08-2006</c:v>
                </c:pt>
                <c:pt idx="1670">
                  <c:v>25-08-2006</c:v>
                </c:pt>
                <c:pt idx="1671">
                  <c:v>28-08-2006</c:v>
                </c:pt>
                <c:pt idx="1672">
                  <c:v>29-08-2006</c:v>
                </c:pt>
                <c:pt idx="1673">
                  <c:v>30-08-2006</c:v>
                </c:pt>
                <c:pt idx="1674">
                  <c:v>31-08-2006</c:v>
                </c:pt>
                <c:pt idx="1675">
                  <c:v>01-09-2006</c:v>
                </c:pt>
                <c:pt idx="1676">
                  <c:v>04-09-2006</c:v>
                </c:pt>
                <c:pt idx="1677">
                  <c:v>05-09-2006</c:v>
                </c:pt>
                <c:pt idx="1678">
                  <c:v>06-09-2006</c:v>
                </c:pt>
                <c:pt idx="1679">
                  <c:v>07-09-2006</c:v>
                </c:pt>
                <c:pt idx="1680">
                  <c:v>08-09-2006</c:v>
                </c:pt>
                <c:pt idx="1681">
                  <c:v>11-09-2006</c:v>
                </c:pt>
                <c:pt idx="1682">
                  <c:v>12-09-2006</c:v>
                </c:pt>
                <c:pt idx="1683">
                  <c:v>13-09-2006</c:v>
                </c:pt>
                <c:pt idx="1684">
                  <c:v>14-09-2006</c:v>
                </c:pt>
                <c:pt idx="1685">
                  <c:v>15-09-2006</c:v>
                </c:pt>
                <c:pt idx="1686">
                  <c:v>18-09-2006</c:v>
                </c:pt>
                <c:pt idx="1687">
                  <c:v>19-09-2006</c:v>
                </c:pt>
                <c:pt idx="1688">
                  <c:v>20-09-2006</c:v>
                </c:pt>
                <c:pt idx="1689">
                  <c:v>21-09-2006</c:v>
                </c:pt>
                <c:pt idx="1690">
                  <c:v>22-09-2006</c:v>
                </c:pt>
                <c:pt idx="1691">
                  <c:v>25-09-2006</c:v>
                </c:pt>
                <c:pt idx="1692">
                  <c:v>26-09-2006</c:v>
                </c:pt>
                <c:pt idx="1693">
                  <c:v>27-09-2006</c:v>
                </c:pt>
                <c:pt idx="1694">
                  <c:v>28-09-2006</c:v>
                </c:pt>
                <c:pt idx="1695">
                  <c:v>29-09-2006</c:v>
                </c:pt>
                <c:pt idx="1696">
                  <c:v>03-10-2006</c:v>
                </c:pt>
                <c:pt idx="1697">
                  <c:v>04-10-2006</c:v>
                </c:pt>
                <c:pt idx="1698">
                  <c:v>05-10-2006</c:v>
                </c:pt>
                <c:pt idx="1699">
                  <c:v>06-10-2006</c:v>
                </c:pt>
                <c:pt idx="1700">
                  <c:v>09-10-2006</c:v>
                </c:pt>
                <c:pt idx="1701">
                  <c:v>10-10-2006</c:v>
                </c:pt>
                <c:pt idx="1702">
                  <c:v>11-10-2006</c:v>
                </c:pt>
                <c:pt idx="1703">
                  <c:v>12-10-2006</c:v>
                </c:pt>
                <c:pt idx="1704">
                  <c:v>13-10-2006</c:v>
                </c:pt>
                <c:pt idx="1705">
                  <c:v>16-10-2006</c:v>
                </c:pt>
                <c:pt idx="1706">
                  <c:v>17-10-2006</c:v>
                </c:pt>
                <c:pt idx="1707">
                  <c:v>18-10-2006</c:v>
                </c:pt>
                <c:pt idx="1708">
                  <c:v>19-10-2006</c:v>
                </c:pt>
                <c:pt idx="1709">
                  <c:v>20-10-2006</c:v>
                </c:pt>
                <c:pt idx="1710">
                  <c:v>21-10-2006</c:v>
                </c:pt>
                <c:pt idx="1711">
                  <c:v>23-10-2006</c:v>
                </c:pt>
                <c:pt idx="1712">
                  <c:v>26-10-2006</c:v>
                </c:pt>
                <c:pt idx="1713">
                  <c:v>27-10-2006</c:v>
                </c:pt>
                <c:pt idx="1714">
                  <c:v>30-10-2006</c:v>
                </c:pt>
                <c:pt idx="1715">
                  <c:v>31-10-2006</c:v>
                </c:pt>
                <c:pt idx="1716">
                  <c:v>01-11-2006</c:v>
                </c:pt>
                <c:pt idx="1717">
                  <c:v>02-11-2006</c:v>
                </c:pt>
                <c:pt idx="1718">
                  <c:v>03-11-2006</c:v>
                </c:pt>
                <c:pt idx="1719">
                  <c:v>06-11-2006</c:v>
                </c:pt>
                <c:pt idx="1720">
                  <c:v>07-11-2006</c:v>
                </c:pt>
                <c:pt idx="1721">
                  <c:v>08-11-2006</c:v>
                </c:pt>
                <c:pt idx="1722">
                  <c:v>09-11-2006</c:v>
                </c:pt>
                <c:pt idx="1723">
                  <c:v>10-11-2006</c:v>
                </c:pt>
                <c:pt idx="1724">
                  <c:v>13-11-2006</c:v>
                </c:pt>
                <c:pt idx="1725">
                  <c:v>14-11-2006</c:v>
                </c:pt>
                <c:pt idx="1726">
                  <c:v>15-11-2006</c:v>
                </c:pt>
                <c:pt idx="1727">
                  <c:v>16-11-2006</c:v>
                </c:pt>
                <c:pt idx="1728">
                  <c:v>17-11-2006</c:v>
                </c:pt>
                <c:pt idx="1729">
                  <c:v>20-11-2006</c:v>
                </c:pt>
                <c:pt idx="1730">
                  <c:v>21-11-2006</c:v>
                </c:pt>
                <c:pt idx="1731">
                  <c:v>22-11-2006</c:v>
                </c:pt>
                <c:pt idx="1732">
                  <c:v>23-11-2006</c:v>
                </c:pt>
                <c:pt idx="1733">
                  <c:v>24-11-2006</c:v>
                </c:pt>
                <c:pt idx="1734">
                  <c:v>27-11-2006</c:v>
                </c:pt>
                <c:pt idx="1735">
                  <c:v>28-11-2006</c:v>
                </c:pt>
                <c:pt idx="1736">
                  <c:v>29-11-2006</c:v>
                </c:pt>
                <c:pt idx="1737">
                  <c:v>30-11-2006</c:v>
                </c:pt>
                <c:pt idx="1738">
                  <c:v>01-12-2006</c:v>
                </c:pt>
                <c:pt idx="1739">
                  <c:v>04-12-2006</c:v>
                </c:pt>
                <c:pt idx="1740">
                  <c:v>05-12-2006</c:v>
                </c:pt>
                <c:pt idx="1741">
                  <c:v>06-12-2006</c:v>
                </c:pt>
                <c:pt idx="1742">
                  <c:v>07-12-2006</c:v>
                </c:pt>
                <c:pt idx="1743">
                  <c:v>08-12-2006</c:v>
                </c:pt>
                <c:pt idx="1744">
                  <c:v>11-12-2006</c:v>
                </c:pt>
                <c:pt idx="1745">
                  <c:v>12-12-2006</c:v>
                </c:pt>
                <c:pt idx="1746">
                  <c:v>13-12-2006</c:v>
                </c:pt>
                <c:pt idx="1747">
                  <c:v>14-12-2006</c:v>
                </c:pt>
                <c:pt idx="1748">
                  <c:v>15-12-2006</c:v>
                </c:pt>
                <c:pt idx="1749">
                  <c:v>18-12-2006</c:v>
                </c:pt>
                <c:pt idx="1750">
                  <c:v>19-12-2006</c:v>
                </c:pt>
                <c:pt idx="1751">
                  <c:v>20-12-2006</c:v>
                </c:pt>
                <c:pt idx="1752">
                  <c:v>21-12-2006</c:v>
                </c:pt>
                <c:pt idx="1753">
                  <c:v>22-12-2006</c:v>
                </c:pt>
                <c:pt idx="1754">
                  <c:v>26-12-2006</c:v>
                </c:pt>
                <c:pt idx="1755">
                  <c:v>27-12-2006</c:v>
                </c:pt>
                <c:pt idx="1756">
                  <c:v>28-12-2006</c:v>
                </c:pt>
                <c:pt idx="1757">
                  <c:v>29-12-2006</c:v>
                </c:pt>
                <c:pt idx="1758">
                  <c:v>02-01-2007</c:v>
                </c:pt>
                <c:pt idx="1759">
                  <c:v>03-01-2007</c:v>
                </c:pt>
                <c:pt idx="1760">
                  <c:v>04-01-2007</c:v>
                </c:pt>
                <c:pt idx="1761">
                  <c:v>05-01-2007</c:v>
                </c:pt>
                <c:pt idx="1762">
                  <c:v>08-01-2007</c:v>
                </c:pt>
                <c:pt idx="1763">
                  <c:v>09-01-2007</c:v>
                </c:pt>
                <c:pt idx="1764">
                  <c:v>10-01-2007</c:v>
                </c:pt>
                <c:pt idx="1765">
                  <c:v>11-01-2007</c:v>
                </c:pt>
                <c:pt idx="1766">
                  <c:v>12-01-2007</c:v>
                </c:pt>
                <c:pt idx="1767">
                  <c:v>15-01-2007</c:v>
                </c:pt>
                <c:pt idx="1768">
                  <c:v>16-01-2007</c:v>
                </c:pt>
                <c:pt idx="1769">
                  <c:v>17-01-2007</c:v>
                </c:pt>
                <c:pt idx="1770">
                  <c:v>18-01-2007</c:v>
                </c:pt>
                <c:pt idx="1771">
                  <c:v>19-01-2007</c:v>
                </c:pt>
                <c:pt idx="1772">
                  <c:v>22-01-2007</c:v>
                </c:pt>
                <c:pt idx="1773">
                  <c:v>23-01-2007</c:v>
                </c:pt>
                <c:pt idx="1774">
                  <c:v>24-01-2007</c:v>
                </c:pt>
                <c:pt idx="1775">
                  <c:v>25-01-2007</c:v>
                </c:pt>
                <c:pt idx="1776">
                  <c:v>29-01-2007</c:v>
                </c:pt>
                <c:pt idx="1777">
                  <c:v>31-01-2007</c:v>
                </c:pt>
                <c:pt idx="1778">
                  <c:v>01-02-2007</c:v>
                </c:pt>
                <c:pt idx="1779">
                  <c:v>02-02-2007</c:v>
                </c:pt>
                <c:pt idx="1780">
                  <c:v>05-02-2007</c:v>
                </c:pt>
                <c:pt idx="1781">
                  <c:v>06-02-2007</c:v>
                </c:pt>
                <c:pt idx="1782">
                  <c:v>07-02-2007</c:v>
                </c:pt>
                <c:pt idx="1783">
                  <c:v>08-02-2007</c:v>
                </c:pt>
                <c:pt idx="1784">
                  <c:v>09-02-2007</c:v>
                </c:pt>
                <c:pt idx="1785">
                  <c:v>12-02-2007</c:v>
                </c:pt>
                <c:pt idx="1786">
                  <c:v>13-02-2007</c:v>
                </c:pt>
                <c:pt idx="1787">
                  <c:v>14-02-2007</c:v>
                </c:pt>
                <c:pt idx="1788">
                  <c:v>15-02-2007</c:v>
                </c:pt>
                <c:pt idx="1789">
                  <c:v>19-02-2007</c:v>
                </c:pt>
                <c:pt idx="1790">
                  <c:v>20-02-2007</c:v>
                </c:pt>
                <c:pt idx="1791">
                  <c:v>21-02-2007</c:v>
                </c:pt>
                <c:pt idx="1792">
                  <c:v>22-02-2007</c:v>
                </c:pt>
                <c:pt idx="1793">
                  <c:v>23-02-2007</c:v>
                </c:pt>
                <c:pt idx="1794">
                  <c:v>26-02-2007</c:v>
                </c:pt>
                <c:pt idx="1795">
                  <c:v>27-02-2007</c:v>
                </c:pt>
                <c:pt idx="1796">
                  <c:v>28-02-2007</c:v>
                </c:pt>
                <c:pt idx="1797">
                  <c:v>01-03-2007</c:v>
                </c:pt>
                <c:pt idx="1798">
                  <c:v>02-03-2007</c:v>
                </c:pt>
                <c:pt idx="1799">
                  <c:v>05-03-2007</c:v>
                </c:pt>
                <c:pt idx="1800">
                  <c:v>06-03-2007</c:v>
                </c:pt>
                <c:pt idx="1801">
                  <c:v>07-03-2007</c:v>
                </c:pt>
                <c:pt idx="1802">
                  <c:v>08-03-2007</c:v>
                </c:pt>
                <c:pt idx="1803">
                  <c:v>09-03-2007</c:v>
                </c:pt>
                <c:pt idx="1804">
                  <c:v>12-03-2007</c:v>
                </c:pt>
                <c:pt idx="1805">
                  <c:v>13-03-2007</c:v>
                </c:pt>
                <c:pt idx="1806">
                  <c:v>14-03-2007</c:v>
                </c:pt>
                <c:pt idx="1807">
                  <c:v>15-03-2007</c:v>
                </c:pt>
                <c:pt idx="1808">
                  <c:v>16-03-2007</c:v>
                </c:pt>
                <c:pt idx="1809">
                  <c:v>19-03-2007</c:v>
                </c:pt>
                <c:pt idx="1810">
                  <c:v>20-03-2007</c:v>
                </c:pt>
                <c:pt idx="1811">
                  <c:v>21-03-2007</c:v>
                </c:pt>
                <c:pt idx="1812">
                  <c:v>22-03-2007</c:v>
                </c:pt>
                <c:pt idx="1813">
                  <c:v>23-03-2007</c:v>
                </c:pt>
                <c:pt idx="1814">
                  <c:v>26-03-2007</c:v>
                </c:pt>
                <c:pt idx="1815">
                  <c:v>28-03-2007</c:v>
                </c:pt>
                <c:pt idx="1816">
                  <c:v>29-03-2007</c:v>
                </c:pt>
                <c:pt idx="1817">
                  <c:v>30-03-2007</c:v>
                </c:pt>
                <c:pt idx="1818">
                  <c:v>02-04-2007</c:v>
                </c:pt>
                <c:pt idx="1819">
                  <c:v>03-04-2007</c:v>
                </c:pt>
                <c:pt idx="1820">
                  <c:v>04-04-2007</c:v>
                </c:pt>
                <c:pt idx="1821">
                  <c:v>05-04-2007</c:v>
                </c:pt>
                <c:pt idx="1822">
                  <c:v>09-04-2007</c:v>
                </c:pt>
                <c:pt idx="1823">
                  <c:v>10-04-2007</c:v>
                </c:pt>
                <c:pt idx="1824">
                  <c:v>11-04-2007</c:v>
                </c:pt>
                <c:pt idx="1825">
                  <c:v>12-04-2007</c:v>
                </c:pt>
                <c:pt idx="1826">
                  <c:v>13-04-2007</c:v>
                </c:pt>
                <c:pt idx="1827">
                  <c:v>16-04-2007</c:v>
                </c:pt>
                <c:pt idx="1828">
                  <c:v>17-04-2007</c:v>
                </c:pt>
                <c:pt idx="1829">
                  <c:v>18-04-2007</c:v>
                </c:pt>
                <c:pt idx="1830">
                  <c:v>19-04-2007</c:v>
                </c:pt>
                <c:pt idx="1831">
                  <c:v>20-04-2007</c:v>
                </c:pt>
                <c:pt idx="1832">
                  <c:v>23-04-2007</c:v>
                </c:pt>
                <c:pt idx="1833">
                  <c:v>24-04-2007</c:v>
                </c:pt>
                <c:pt idx="1834">
                  <c:v>25-04-2007</c:v>
                </c:pt>
                <c:pt idx="1835">
                  <c:v>26-04-2007</c:v>
                </c:pt>
                <c:pt idx="1836">
                  <c:v>27-04-2007</c:v>
                </c:pt>
                <c:pt idx="1837">
                  <c:v>30-04-2007</c:v>
                </c:pt>
                <c:pt idx="1838">
                  <c:v>03-05-2007</c:v>
                </c:pt>
                <c:pt idx="1839">
                  <c:v>04-05-2007</c:v>
                </c:pt>
                <c:pt idx="1840">
                  <c:v>07-05-2007</c:v>
                </c:pt>
                <c:pt idx="1841">
                  <c:v>08-05-2007</c:v>
                </c:pt>
                <c:pt idx="1842">
                  <c:v>09-05-2007</c:v>
                </c:pt>
                <c:pt idx="1843">
                  <c:v>10-05-2007</c:v>
                </c:pt>
                <c:pt idx="1844">
                  <c:v>11-05-2007</c:v>
                </c:pt>
                <c:pt idx="1845">
                  <c:v>14-05-2007</c:v>
                </c:pt>
                <c:pt idx="1846">
                  <c:v>15-05-2007</c:v>
                </c:pt>
                <c:pt idx="1847">
                  <c:v>16-05-2007</c:v>
                </c:pt>
                <c:pt idx="1848">
                  <c:v>17-05-2007</c:v>
                </c:pt>
                <c:pt idx="1849">
                  <c:v>18-05-2007</c:v>
                </c:pt>
                <c:pt idx="1850">
                  <c:v>21-05-2007</c:v>
                </c:pt>
                <c:pt idx="1851">
                  <c:v>22-05-2007</c:v>
                </c:pt>
                <c:pt idx="1852">
                  <c:v>23-05-2007</c:v>
                </c:pt>
                <c:pt idx="1853">
                  <c:v>24-05-2007</c:v>
                </c:pt>
                <c:pt idx="1854">
                  <c:v>25-05-2007</c:v>
                </c:pt>
                <c:pt idx="1855">
                  <c:v>28-05-2007</c:v>
                </c:pt>
                <c:pt idx="1856">
                  <c:v>29-05-2007</c:v>
                </c:pt>
                <c:pt idx="1857">
                  <c:v>30-05-2007</c:v>
                </c:pt>
                <c:pt idx="1858">
                  <c:v>31-05-2007</c:v>
                </c:pt>
                <c:pt idx="1859">
                  <c:v>01-06-2007</c:v>
                </c:pt>
                <c:pt idx="1860">
                  <c:v>04-06-2007</c:v>
                </c:pt>
                <c:pt idx="1861">
                  <c:v>05-06-2007</c:v>
                </c:pt>
                <c:pt idx="1862">
                  <c:v>06-06-2007</c:v>
                </c:pt>
                <c:pt idx="1863">
                  <c:v>07-06-2007</c:v>
                </c:pt>
                <c:pt idx="1864">
                  <c:v>08-06-2007</c:v>
                </c:pt>
                <c:pt idx="1865">
                  <c:v>11-06-2007</c:v>
                </c:pt>
                <c:pt idx="1866">
                  <c:v>12-06-2007</c:v>
                </c:pt>
                <c:pt idx="1867">
                  <c:v>13-06-2007</c:v>
                </c:pt>
                <c:pt idx="1868">
                  <c:v>14-06-2007</c:v>
                </c:pt>
                <c:pt idx="1869">
                  <c:v>15-06-2007</c:v>
                </c:pt>
                <c:pt idx="1870">
                  <c:v>18-06-2007</c:v>
                </c:pt>
                <c:pt idx="1871">
                  <c:v>19-06-2007</c:v>
                </c:pt>
                <c:pt idx="1872">
                  <c:v>20-06-2007</c:v>
                </c:pt>
                <c:pt idx="1873">
                  <c:v>21-06-2007</c:v>
                </c:pt>
                <c:pt idx="1874">
                  <c:v>22-06-2007</c:v>
                </c:pt>
                <c:pt idx="1875">
                  <c:v>25-06-2007</c:v>
                </c:pt>
                <c:pt idx="1876">
                  <c:v>26-06-2007</c:v>
                </c:pt>
                <c:pt idx="1877">
                  <c:v>27-06-2007</c:v>
                </c:pt>
                <c:pt idx="1878">
                  <c:v>28-06-2007</c:v>
                </c:pt>
                <c:pt idx="1879">
                  <c:v>29-06-2007</c:v>
                </c:pt>
                <c:pt idx="1880">
                  <c:v>02-07-2007</c:v>
                </c:pt>
                <c:pt idx="1881">
                  <c:v>03-07-2007</c:v>
                </c:pt>
                <c:pt idx="1882">
                  <c:v>04-07-2007</c:v>
                </c:pt>
                <c:pt idx="1883">
                  <c:v>05-07-2007</c:v>
                </c:pt>
                <c:pt idx="1884">
                  <c:v>06-07-2007</c:v>
                </c:pt>
                <c:pt idx="1885">
                  <c:v>09-07-2007</c:v>
                </c:pt>
                <c:pt idx="1886">
                  <c:v>10-07-2007</c:v>
                </c:pt>
                <c:pt idx="1887">
                  <c:v>11-07-2007</c:v>
                </c:pt>
                <c:pt idx="1888">
                  <c:v>12-07-2007</c:v>
                </c:pt>
                <c:pt idx="1889">
                  <c:v>13-07-2007</c:v>
                </c:pt>
                <c:pt idx="1890">
                  <c:v>16-07-2007</c:v>
                </c:pt>
                <c:pt idx="1891">
                  <c:v>17-07-2007</c:v>
                </c:pt>
                <c:pt idx="1892">
                  <c:v>18-07-2007</c:v>
                </c:pt>
                <c:pt idx="1893">
                  <c:v>19-07-2007</c:v>
                </c:pt>
                <c:pt idx="1894">
                  <c:v>20-07-2007</c:v>
                </c:pt>
                <c:pt idx="1895">
                  <c:v>23-07-2007</c:v>
                </c:pt>
                <c:pt idx="1896">
                  <c:v>24-07-2007</c:v>
                </c:pt>
                <c:pt idx="1897">
                  <c:v>25-07-2007</c:v>
                </c:pt>
                <c:pt idx="1898">
                  <c:v>26-07-2007</c:v>
                </c:pt>
                <c:pt idx="1899">
                  <c:v>27-07-2007</c:v>
                </c:pt>
                <c:pt idx="1900">
                  <c:v>30-07-2007</c:v>
                </c:pt>
                <c:pt idx="1901">
                  <c:v>31-07-2007</c:v>
                </c:pt>
                <c:pt idx="1902">
                  <c:v>01-08-2007</c:v>
                </c:pt>
                <c:pt idx="1903">
                  <c:v>02-08-2007</c:v>
                </c:pt>
                <c:pt idx="1904">
                  <c:v>03-08-2007</c:v>
                </c:pt>
                <c:pt idx="1905">
                  <c:v>06-08-2007</c:v>
                </c:pt>
                <c:pt idx="1906">
                  <c:v>07-08-2007</c:v>
                </c:pt>
                <c:pt idx="1907">
                  <c:v>08-08-2007</c:v>
                </c:pt>
                <c:pt idx="1908">
                  <c:v>09-08-2007</c:v>
                </c:pt>
                <c:pt idx="1909">
                  <c:v>10-08-2007</c:v>
                </c:pt>
                <c:pt idx="1910">
                  <c:v>13-08-2007</c:v>
                </c:pt>
                <c:pt idx="1911">
                  <c:v>14-08-2007</c:v>
                </c:pt>
                <c:pt idx="1912">
                  <c:v>16-08-2007</c:v>
                </c:pt>
                <c:pt idx="1913">
                  <c:v>17-08-2007</c:v>
                </c:pt>
                <c:pt idx="1914">
                  <c:v>20-08-2007</c:v>
                </c:pt>
                <c:pt idx="1915">
                  <c:v>21-08-2007</c:v>
                </c:pt>
                <c:pt idx="1916">
                  <c:v>22-08-2007</c:v>
                </c:pt>
                <c:pt idx="1917">
                  <c:v>23-08-2007</c:v>
                </c:pt>
                <c:pt idx="1918">
                  <c:v>24-08-2007</c:v>
                </c:pt>
                <c:pt idx="1919">
                  <c:v>27-08-2007</c:v>
                </c:pt>
                <c:pt idx="1920">
                  <c:v>28-08-2007</c:v>
                </c:pt>
                <c:pt idx="1921">
                  <c:v>29-08-2007</c:v>
                </c:pt>
                <c:pt idx="1922">
                  <c:v>30-08-2007</c:v>
                </c:pt>
                <c:pt idx="1923">
                  <c:v>31-08-2007</c:v>
                </c:pt>
                <c:pt idx="1924">
                  <c:v>03-09-2007</c:v>
                </c:pt>
                <c:pt idx="1925">
                  <c:v>04-09-2007</c:v>
                </c:pt>
                <c:pt idx="1926">
                  <c:v>05-09-2007</c:v>
                </c:pt>
                <c:pt idx="1927">
                  <c:v>06-09-2007</c:v>
                </c:pt>
                <c:pt idx="1928">
                  <c:v>07-09-2007</c:v>
                </c:pt>
                <c:pt idx="1929">
                  <c:v>10-09-2007</c:v>
                </c:pt>
                <c:pt idx="1930">
                  <c:v>11-09-2007</c:v>
                </c:pt>
                <c:pt idx="1931">
                  <c:v>12-09-2007</c:v>
                </c:pt>
                <c:pt idx="1932">
                  <c:v>13-09-2007</c:v>
                </c:pt>
                <c:pt idx="1933">
                  <c:v>14-09-2007</c:v>
                </c:pt>
                <c:pt idx="1934">
                  <c:v>17-09-2007</c:v>
                </c:pt>
                <c:pt idx="1935">
                  <c:v>18-09-2007</c:v>
                </c:pt>
                <c:pt idx="1936">
                  <c:v>19-09-2007</c:v>
                </c:pt>
                <c:pt idx="1937">
                  <c:v>20-09-2007</c:v>
                </c:pt>
                <c:pt idx="1938">
                  <c:v>21-09-2007</c:v>
                </c:pt>
                <c:pt idx="1939">
                  <c:v>24-09-2007</c:v>
                </c:pt>
                <c:pt idx="1940">
                  <c:v>25-09-2007</c:v>
                </c:pt>
                <c:pt idx="1941">
                  <c:v>26-09-2007</c:v>
                </c:pt>
                <c:pt idx="1942">
                  <c:v>27-09-2007</c:v>
                </c:pt>
                <c:pt idx="1943">
                  <c:v>28-09-2007</c:v>
                </c:pt>
                <c:pt idx="1944">
                  <c:v>01-10-2007</c:v>
                </c:pt>
                <c:pt idx="1945">
                  <c:v>03-10-2007</c:v>
                </c:pt>
                <c:pt idx="1946">
                  <c:v>04-10-2007</c:v>
                </c:pt>
                <c:pt idx="1947">
                  <c:v>05-10-2007</c:v>
                </c:pt>
                <c:pt idx="1948">
                  <c:v>08-10-2007</c:v>
                </c:pt>
                <c:pt idx="1949">
                  <c:v>09-10-2007</c:v>
                </c:pt>
                <c:pt idx="1950">
                  <c:v>10-10-2007</c:v>
                </c:pt>
                <c:pt idx="1951">
                  <c:v>11-10-2007</c:v>
                </c:pt>
                <c:pt idx="1952">
                  <c:v>12-10-2007</c:v>
                </c:pt>
                <c:pt idx="1953">
                  <c:v>15-10-2007</c:v>
                </c:pt>
                <c:pt idx="1954">
                  <c:v>16-10-2007</c:v>
                </c:pt>
                <c:pt idx="1955">
                  <c:v>17-10-2007</c:v>
                </c:pt>
                <c:pt idx="1956">
                  <c:v>18-10-2007</c:v>
                </c:pt>
                <c:pt idx="1957">
                  <c:v>19-10-2007</c:v>
                </c:pt>
                <c:pt idx="1958">
                  <c:v>22-10-2007</c:v>
                </c:pt>
                <c:pt idx="1959">
                  <c:v>23-10-2007</c:v>
                </c:pt>
                <c:pt idx="1960">
                  <c:v>24-10-2007</c:v>
                </c:pt>
                <c:pt idx="1961">
                  <c:v>25-10-2007</c:v>
                </c:pt>
                <c:pt idx="1962">
                  <c:v>26-10-2007</c:v>
                </c:pt>
                <c:pt idx="1963">
                  <c:v>29-10-2007</c:v>
                </c:pt>
                <c:pt idx="1964">
                  <c:v>30-10-2007</c:v>
                </c:pt>
                <c:pt idx="1965">
                  <c:v>31-10-2007</c:v>
                </c:pt>
                <c:pt idx="1966">
                  <c:v>01-11-2007</c:v>
                </c:pt>
                <c:pt idx="1967">
                  <c:v>02-11-2007</c:v>
                </c:pt>
                <c:pt idx="1968">
                  <c:v>05-11-2007</c:v>
                </c:pt>
                <c:pt idx="1969">
                  <c:v>06-11-2007</c:v>
                </c:pt>
                <c:pt idx="1970">
                  <c:v>07-11-2007</c:v>
                </c:pt>
                <c:pt idx="1971">
                  <c:v>08-11-2007</c:v>
                </c:pt>
                <c:pt idx="1972">
                  <c:v>09-11-2007</c:v>
                </c:pt>
                <c:pt idx="1973">
                  <c:v>12-11-2007</c:v>
                </c:pt>
                <c:pt idx="1974">
                  <c:v>13-11-2007</c:v>
                </c:pt>
                <c:pt idx="1975">
                  <c:v>14-11-2007</c:v>
                </c:pt>
                <c:pt idx="1976">
                  <c:v>15-11-2007</c:v>
                </c:pt>
                <c:pt idx="1977">
                  <c:v>16-11-2007</c:v>
                </c:pt>
                <c:pt idx="1978">
                  <c:v>19-11-2007</c:v>
                </c:pt>
                <c:pt idx="1979">
                  <c:v>20-11-2007</c:v>
                </c:pt>
                <c:pt idx="1980">
                  <c:v>21-11-2007</c:v>
                </c:pt>
                <c:pt idx="1981">
                  <c:v>22-11-2007</c:v>
                </c:pt>
                <c:pt idx="1982">
                  <c:v>23-11-2007</c:v>
                </c:pt>
                <c:pt idx="1983">
                  <c:v>26-11-2007</c:v>
                </c:pt>
                <c:pt idx="1984">
                  <c:v>27-11-2007</c:v>
                </c:pt>
                <c:pt idx="1985">
                  <c:v>28-11-2007</c:v>
                </c:pt>
                <c:pt idx="1986">
                  <c:v>29-11-2007</c:v>
                </c:pt>
                <c:pt idx="1987">
                  <c:v>30-11-2007</c:v>
                </c:pt>
                <c:pt idx="1988">
                  <c:v>03-12-2007</c:v>
                </c:pt>
                <c:pt idx="1989">
                  <c:v>04-12-2007</c:v>
                </c:pt>
                <c:pt idx="1990">
                  <c:v>05-12-2007</c:v>
                </c:pt>
                <c:pt idx="1991">
                  <c:v>06-12-2007</c:v>
                </c:pt>
                <c:pt idx="1992">
                  <c:v>07-12-2007</c:v>
                </c:pt>
                <c:pt idx="1993">
                  <c:v>10-12-2007</c:v>
                </c:pt>
                <c:pt idx="1994">
                  <c:v>11-12-2007</c:v>
                </c:pt>
                <c:pt idx="1995">
                  <c:v>12-12-2007</c:v>
                </c:pt>
                <c:pt idx="1996">
                  <c:v>13-12-2007</c:v>
                </c:pt>
                <c:pt idx="1997">
                  <c:v>14-12-2007</c:v>
                </c:pt>
                <c:pt idx="1998">
                  <c:v>17-12-2007</c:v>
                </c:pt>
                <c:pt idx="1999">
                  <c:v>18-12-2007</c:v>
                </c:pt>
                <c:pt idx="2000">
                  <c:v>19-12-2007</c:v>
                </c:pt>
                <c:pt idx="2001">
                  <c:v>20-12-2007</c:v>
                </c:pt>
                <c:pt idx="2002">
                  <c:v>24-12-2007</c:v>
                </c:pt>
                <c:pt idx="2003">
                  <c:v>26-12-2007</c:v>
                </c:pt>
                <c:pt idx="2004">
                  <c:v>27-12-2007</c:v>
                </c:pt>
                <c:pt idx="2005">
                  <c:v>28-12-2007</c:v>
                </c:pt>
                <c:pt idx="2006">
                  <c:v>31-12-2007</c:v>
                </c:pt>
                <c:pt idx="2007">
                  <c:v>01-01-2008</c:v>
                </c:pt>
                <c:pt idx="2008">
                  <c:v>02-01-2008</c:v>
                </c:pt>
                <c:pt idx="2009">
                  <c:v>03-01-2008</c:v>
                </c:pt>
                <c:pt idx="2010">
                  <c:v>04-01-2008</c:v>
                </c:pt>
                <c:pt idx="2011">
                  <c:v>07-01-2008</c:v>
                </c:pt>
                <c:pt idx="2012">
                  <c:v>08-01-2008</c:v>
                </c:pt>
                <c:pt idx="2013">
                  <c:v>09-01-2008</c:v>
                </c:pt>
                <c:pt idx="2014">
                  <c:v>10-01-2008</c:v>
                </c:pt>
                <c:pt idx="2015">
                  <c:v>11-01-2008</c:v>
                </c:pt>
                <c:pt idx="2016">
                  <c:v>14-01-2008</c:v>
                </c:pt>
                <c:pt idx="2017">
                  <c:v>15-01-2008</c:v>
                </c:pt>
                <c:pt idx="2018">
                  <c:v>16-01-2008</c:v>
                </c:pt>
                <c:pt idx="2019">
                  <c:v>17-01-2008</c:v>
                </c:pt>
                <c:pt idx="2020">
                  <c:v>18-01-2008</c:v>
                </c:pt>
                <c:pt idx="2021">
                  <c:v>21-01-2008</c:v>
                </c:pt>
                <c:pt idx="2022">
                  <c:v>22-01-2008</c:v>
                </c:pt>
                <c:pt idx="2023">
                  <c:v>23-01-2008</c:v>
                </c:pt>
                <c:pt idx="2024">
                  <c:v>24-01-2008</c:v>
                </c:pt>
                <c:pt idx="2025">
                  <c:v>25-01-2008</c:v>
                </c:pt>
                <c:pt idx="2026">
                  <c:v>28-01-2008</c:v>
                </c:pt>
                <c:pt idx="2027">
                  <c:v>29-01-2008</c:v>
                </c:pt>
                <c:pt idx="2028">
                  <c:v>30-01-2008</c:v>
                </c:pt>
                <c:pt idx="2029">
                  <c:v>31-01-2008</c:v>
                </c:pt>
                <c:pt idx="2030">
                  <c:v>01-02-2008</c:v>
                </c:pt>
                <c:pt idx="2031">
                  <c:v>04-02-2008</c:v>
                </c:pt>
                <c:pt idx="2032">
                  <c:v>05-02-2008</c:v>
                </c:pt>
                <c:pt idx="2033">
                  <c:v>06-02-2008</c:v>
                </c:pt>
                <c:pt idx="2034">
                  <c:v>07-02-2008</c:v>
                </c:pt>
                <c:pt idx="2035">
                  <c:v>08-02-2008</c:v>
                </c:pt>
                <c:pt idx="2036">
                  <c:v>11-02-2008</c:v>
                </c:pt>
                <c:pt idx="2037">
                  <c:v>12-02-2008</c:v>
                </c:pt>
                <c:pt idx="2038">
                  <c:v>13-02-2008</c:v>
                </c:pt>
                <c:pt idx="2039">
                  <c:v>14-02-2008</c:v>
                </c:pt>
                <c:pt idx="2040">
                  <c:v>15-02-2008</c:v>
                </c:pt>
                <c:pt idx="2041">
                  <c:v>18-02-2008</c:v>
                </c:pt>
                <c:pt idx="2042">
                  <c:v>19-02-2008</c:v>
                </c:pt>
                <c:pt idx="2043">
                  <c:v>20-02-2008</c:v>
                </c:pt>
                <c:pt idx="2044">
                  <c:v>21-02-2008</c:v>
                </c:pt>
                <c:pt idx="2045">
                  <c:v>22-02-2008</c:v>
                </c:pt>
                <c:pt idx="2046">
                  <c:v>25-02-2008</c:v>
                </c:pt>
                <c:pt idx="2047">
                  <c:v>26-02-2008</c:v>
                </c:pt>
                <c:pt idx="2048">
                  <c:v>27-02-2008</c:v>
                </c:pt>
                <c:pt idx="2049">
                  <c:v>28-02-2008</c:v>
                </c:pt>
                <c:pt idx="2050">
                  <c:v>29-02-2008</c:v>
                </c:pt>
                <c:pt idx="2051">
                  <c:v>03-03-2008</c:v>
                </c:pt>
                <c:pt idx="2052">
                  <c:v>04-03-2008</c:v>
                </c:pt>
                <c:pt idx="2053">
                  <c:v>05-03-2008</c:v>
                </c:pt>
                <c:pt idx="2054">
                  <c:v>07-03-2008</c:v>
                </c:pt>
                <c:pt idx="2055">
                  <c:v>10-03-2008</c:v>
                </c:pt>
                <c:pt idx="2056">
                  <c:v>11-03-2008</c:v>
                </c:pt>
                <c:pt idx="2057">
                  <c:v>12-03-2008</c:v>
                </c:pt>
                <c:pt idx="2058">
                  <c:v>13-03-2008</c:v>
                </c:pt>
                <c:pt idx="2059">
                  <c:v>14-03-2008</c:v>
                </c:pt>
                <c:pt idx="2060">
                  <c:v>17-03-2008</c:v>
                </c:pt>
                <c:pt idx="2061">
                  <c:v>18-03-2008</c:v>
                </c:pt>
                <c:pt idx="2062">
                  <c:v>19-03-2008</c:v>
                </c:pt>
                <c:pt idx="2063">
                  <c:v>24-03-2008</c:v>
                </c:pt>
                <c:pt idx="2064">
                  <c:v>25-03-2008</c:v>
                </c:pt>
                <c:pt idx="2065">
                  <c:v>26-03-2008</c:v>
                </c:pt>
                <c:pt idx="2066">
                  <c:v>27-03-2008</c:v>
                </c:pt>
                <c:pt idx="2067">
                  <c:v>28-03-2008</c:v>
                </c:pt>
                <c:pt idx="2068">
                  <c:v>31-03-2008</c:v>
                </c:pt>
                <c:pt idx="2069">
                  <c:v>01-04-2008</c:v>
                </c:pt>
                <c:pt idx="2070">
                  <c:v>02-04-2008</c:v>
                </c:pt>
                <c:pt idx="2071">
                  <c:v>03-04-2008</c:v>
                </c:pt>
                <c:pt idx="2072">
                  <c:v>04-04-2008</c:v>
                </c:pt>
                <c:pt idx="2073">
                  <c:v>07-04-2008</c:v>
                </c:pt>
                <c:pt idx="2074">
                  <c:v>08-04-2008</c:v>
                </c:pt>
                <c:pt idx="2075">
                  <c:v>09-04-2008</c:v>
                </c:pt>
                <c:pt idx="2076">
                  <c:v>10-04-2008</c:v>
                </c:pt>
                <c:pt idx="2077">
                  <c:v>11-04-2008</c:v>
                </c:pt>
                <c:pt idx="2078">
                  <c:v>15-04-2008</c:v>
                </c:pt>
                <c:pt idx="2079">
                  <c:v>16-04-2008</c:v>
                </c:pt>
                <c:pt idx="2080">
                  <c:v>17-04-2008</c:v>
                </c:pt>
                <c:pt idx="2081">
                  <c:v>21-04-2008</c:v>
                </c:pt>
                <c:pt idx="2082">
                  <c:v>22-04-2008</c:v>
                </c:pt>
                <c:pt idx="2083">
                  <c:v>23-04-2008</c:v>
                </c:pt>
                <c:pt idx="2084">
                  <c:v>24-04-2008</c:v>
                </c:pt>
                <c:pt idx="2085">
                  <c:v>25-04-2008</c:v>
                </c:pt>
                <c:pt idx="2086">
                  <c:v>28-04-2008</c:v>
                </c:pt>
                <c:pt idx="2087">
                  <c:v>29-04-2008</c:v>
                </c:pt>
                <c:pt idx="2088">
                  <c:v>30-04-2008</c:v>
                </c:pt>
                <c:pt idx="2089">
                  <c:v>02-05-2008</c:v>
                </c:pt>
                <c:pt idx="2090">
                  <c:v>05-05-2008</c:v>
                </c:pt>
                <c:pt idx="2091">
                  <c:v>06-05-2008</c:v>
                </c:pt>
                <c:pt idx="2092">
                  <c:v>07-05-2008</c:v>
                </c:pt>
                <c:pt idx="2093">
                  <c:v>08-05-2008</c:v>
                </c:pt>
                <c:pt idx="2094">
                  <c:v>09-05-2008</c:v>
                </c:pt>
                <c:pt idx="2095">
                  <c:v>12-05-2008</c:v>
                </c:pt>
                <c:pt idx="2096">
                  <c:v>13-05-2008</c:v>
                </c:pt>
                <c:pt idx="2097">
                  <c:v>14-05-2008</c:v>
                </c:pt>
                <c:pt idx="2098">
                  <c:v>15-05-2008</c:v>
                </c:pt>
                <c:pt idx="2099">
                  <c:v>16-05-2008</c:v>
                </c:pt>
                <c:pt idx="2100">
                  <c:v>20-05-2008</c:v>
                </c:pt>
                <c:pt idx="2101">
                  <c:v>21-05-2008</c:v>
                </c:pt>
                <c:pt idx="2102">
                  <c:v>22-05-2008</c:v>
                </c:pt>
                <c:pt idx="2103">
                  <c:v>23-05-2008</c:v>
                </c:pt>
                <c:pt idx="2104">
                  <c:v>26-05-2008</c:v>
                </c:pt>
                <c:pt idx="2105">
                  <c:v>27-05-2008</c:v>
                </c:pt>
                <c:pt idx="2106">
                  <c:v>28-05-2008</c:v>
                </c:pt>
                <c:pt idx="2107">
                  <c:v>29-05-2008</c:v>
                </c:pt>
                <c:pt idx="2108">
                  <c:v>30-05-2008</c:v>
                </c:pt>
                <c:pt idx="2109">
                  <c:v>02-06-2008</c:v>
                </c:pt>
                <c:pt idx="2110">
                  <c:v>03-06-2008</c:v>
                </c:pt>
                <c:pt idx="2111">
                  <c:v>04-06-2008</c:v>
                </c:pt>
                <c:pt idx="2112">
                  <c:v>05-06-2008</c:v>
                </c:pt>
                <c:pt idx="2113">
                  <c:v>06-06-2008</c:v>
                </c:pt>
                <c:pt idx="2114">
                  <c:v>09-06-2008</c:v>
                </c:pt>
                <c:pt idx="2115">
                  <c:v>10-06-2008</c:v>
                </c:pt>
                <c:pt idx="2116">
                  <c:v>11-06-2008</c:v>
                </c:pt>
                <c:pt idx="2117">
                  <c:v>12-06-2008</c:v>
                </c:pt>
                <c:pt idx="2118">
                  <c:v>13-06-2008</c:v>
                </c:pt>
                <c:pt idx="2119">
                  <c:v>16-06-2008</c:v>
                </c:pt>
                <c:pt idx="2120">
                  <c:v>17-06-2008</c:v>
                </c:pt>
                <c:pt idx="2121">
                  <c:v>18-06-2008</c:v>
                </c:pt>
                <c:pt idx="2122">
                  <c:v>19-06-2008</c:v>
                </c:pt>
                <c:pt idx="2123">
                  <c:v>20-06-2008</c:v>
                </c:pt>
                <c:pt idx="2124">
                  <c:v>23-06-2008</c:v>
                </c:pt>
                <c:pt idx="2125">
                  <c:v>24-06-2008</c:v>
                </c:pt>
                <c:pt idx="2126">
                  <c:v>25-06-2008</c:v>
                </c:pt>
                <c:pt idx="2127">
                  <c:v>26-06-2008</c:v>
                </c:pt>
                <c:pt idx="2128">
                  <c:v>27-06-2008</c:v>
                </c:pt>
                <c:pt idx="2129">
                  <c:v>30-06-2008</c:v>
                </c:pt>
                <c:pt idx="2130">
                  <c:v>01-07-2008</c:v>
                </c:pt>
                <c:pt idx="2131">
                  <c:v>02-07-2008</c:v>
                </c:pt>
                <c:pt idx="2132">
                  <c:v>03-07-2008</c:v>
                </c:pt>
                <c:pt idx="2133">
                  <c:v>04-07-2008</c:v>
                </c:pt>
                <c:pt idx="2134">
                  <c:v>07-07-2008</c:v>
                </c:pt>
                <c:pt idx="2135">
                  <c:v>08-07-2008</c:v>
                </c:pt>
                <c:pt idx="2136">
                  <c:v>09-07-2008</c:v>
                </c:pt>
                <c:pt idx="2137">
                  <c:v>10-07-2008</c:v>
                </c:pt>
                <c:pt idx="2138">
                  <c:v>11-07-2008</c:v>
                </c:pt>
                <c:pt idx="2139">
                  <c:v>14-07-2008</c:v>
                </c:pt>
                <c:pt idx="2140">
                  <c:v>15-07-2008</c:v>
                </c:pt>
                <c:pt idx="2141">
                  <c:v>16-07-2008</c:v>
                </c:pt>
                <c:pt idx="2142">
                  <c:v>17-07-2008</c:v>
                </c:pt>
                <c:pt idx="2143">
                  <c:v>18-07-2008</c:v>
                </c:pt>
                <c:pt idx="2144">
                  <c:v>21-07-2008</c:v>
                </c:pt>
                <c:pt idx="2145">
                  <c:v>22-07-2008</c:v>
                </c:pt>
                <c:pt idx="2146">
                  <c:v>23-07-2008</c:v>
                </c:pt>
                <c:pt idx="2147">
                  <c:v>24-07-2008</c:v>
                </c:pt>
                <c:pt idx="2148">
                  <c:v>25-07-2008</c:v>
                </c:pt>
                <c:pt idx="2149">
                  <c:v>28-07-2008</c:v>
                </c:pt>
                <c:pt idx="2150">
                  <c:v>29-07-2008</c:v>
                </c:pt>
                <c:pt idx="2151">
                  <c:v>30-07-2008</c:v>
                </c:pt>
                <c:pt idx="2152">
                  <c:v>31-07-2008</c:v>
                </c:pt>
                <c:pt idx="2153">
                  <c:v>01-08-2008</c:v>
                </c:pt>
                <c:pt idx="2154">
                  <c:v>04-08-2008</c:v>
                </c:pt>
                <c:pt idx="2155">
                  <c:v>05-08-2008</c:v>
                </c:pt>
                <c:pt idx="2156">
                  <c:v>06-08-2008</c:v>
                </c:pt>
                <c:pt idx="2157">
                  <c:v>07-08-2008</c:v>
                </c:pt>
                <c:pt idx="2158">
                  <c:v>08-08-2008</c:v>
                </c:pt>
                <c:pt idx="2159">
                  <c:v>11-08-2008</c:v>
                </c:pt>
                <c:pt idx="2160">
                  <c:v>12-08-2008</c:v>
                </c:pt>
                <c:pt idx="2161">
                  <c:v>13-08-2008</c:v>
                </c:pt>
                <c:pt idx="2162">
                  <c:v>14-08-2008</c:v>
                </c:pt>
                <c:pt idx="2163">
                  <c:v>18-08-2008</c:v>
                </c:pt>
                <c:pt idx="2164">
                  <c:v>19-08-2008</c:v>
                </c:pt>
                <c:pt idx="2165">
                  <c:v>20-08-2008</c:v>
                </c:pt>
                <c:pt idx="2166">
                  <c:v>21-08-2008</c:v>
                </c:pt>
                <c:pt idx="2167">
                  <c:v>22-08-2008</c:v>
                </c:pt>
                <c:pt idx="2168">
                  <c:v>25-08-2008</c:v>
                </c:pt>
                <c:pt idx="2169">
                  <c:v>26-08-2008</c:v>
                </c:pt>
                <c:pt idx="2170">
                  <c:v>27-08-2008</c:v>
                </c:pt>
                <c:pt idx="2171">
                  <c:v>28-08-2008</c:v>
                </c:pt>
                <c:pt idx="2172">
                  <c:v>29-08-2008</c:v>
                </c:pt>
                <c:pt idx="2173">
                  <c:v>01-09-2008</c:v>
                </c:pt>
                <c:pt idx="2174">
                  <c:v>02-09-2008</c:v>
                </c:pt>
                <c:pt idx="2175">
                  <c:v>04-09-2008</c:v>
                </c:pt>
                <c:pt idx="2176">
                  <c:v>05-09-2008</c:v>
                </c:pt>
                <c:pt idx="2177">
                  <c:v>08-09-2008</c:v>
                </c:pt>
                <c:pt idx="2178">
                  <c:v>09-09-2008</c:v>
                </c:pt>
                <c:pt idx="2179">
                  <c:v>10-09-2008</c:v>
                </c:pt>
                <c:pt idx="2180">
                  <c:v>11-09-2008</c:v>
                </c:pt>
                <c:pt idx="2181">
                  <c:v>12-09-2008</c:v>
                </c:pt>
                <c:pt idx="2182">
                  <c:v>15-09-2008</c:v>
                </c:pt>
                <c:pt idx="2183">
                  <c:v>16-09-2008</c:v>
                </c:pt>
                <c:pt idx="2184">
                  <c:v>17-09-2008</c:v>
                </c:pt>
                <c:pt idx="2185">
                  <c:v>18-09-2008</c:v>
                </c:pt>
                <c:pt idx="2186">
                  <c:v>19-09-2008</c:v>
                </c:pt>
                <c:pt idx="2187">
                  <c:v>22-09-2008</c:v>
                </c:pt>
                <c:pt idx="2188">
                  <c:v>23-09-2008</c:v>
                </c:pt>
                <c:pt idx="2189">
                  <c:v>24-09-2008</c:v>
                </c:pt>
                <c:pt idx="2190">
                  <c:v>25-09-2008</c:v>
                </c:pt>
                <c:pt idx="2191">
                  <c:v>26-09-2008</c:v>
                </c:pt>
                <c:pt idx="2192">
                  <c:v>29-09-2008</c:v>
                </c:pt>
                <c:pt idx="2193">
                  <c:v>30-09-2008</c:v>
                </c:pt>
                <c:pt idx="2194">
                  <c:v>01-10-2008</c:v>
                </c:pt>
                <c:pt idx="2195">
                  <c:v>03-10-2008</c:v>
                </c:pt>
                <c:pt idx="2196">
                  <c:v>06-10-2008</c:v>
                </c:pt>
                <c:pt idx="2197">
                  <c:v>07-10-2008</c:v>
                </c:pt>
                <c:pt idx="2198">
                  <c:v>08-10-2008</c:v>
                </c:pt>
                <c:pt idx="2199">
                  <c:v>10-10-2008</c:v>
                </c:pt>
                <c:pt idx="2200">
                  <c:v>13-10-2008</c:v>
                </c:pt>
                <c:pt idx="2201">
                  <c:v>14-10-2008</c:v>
                </c:pt>
                <c:pt idx="2202">
                  <c:v>15-10-2008</c:v>
                </c:pt>
                <c:pt idx="2203">
                  <c:v>16-10-2008</c:v>
                </c:pt>
                <c:pt idx="2204">
                  <c:v>17-10-2008</c:v>
                </c:pt>
                <c:pt idx="2205">
                  <c:v>20-10-2008</c:v>
                </c:pt>
                <c:pt idx="2206">
                  <c:v>21-10-2008</c:v>
                </c:pt>
                <c:pt idx="2207">
                  <c:v>22-10-2008</c:v>
                </c:pt>
                <c:pt idx="2208">
                  <c:v>23-10-2008</c:v>
                </c:pt>
                <c:pt idx="2209">
                  <c:v>24-10-2008</c:v>
                </c:pt>
                <c:pt idx="2210">
                  <c:v>27-10-2008</c:v>
                </c:pt>
                <c:pt idx="2211">
                  <c:v>28-10-2008</c:v>
                </c:pt>
                <c:pt idx="2212">
                  <c:v>29-10-2008</c:v>
                </c:pt>
                <c:pt idx="2213">
                  <c:v>31-10-2008</c:v>
                </c:pt>
                <c:pt idx="2214">
                  <c:v>03-11-2008</c:v>
                </c:pt>
                <c:pt idx="2215">
                  <c:v>04-11-2008</c:v>
                </c:pt>
                <c:pt idx="2216">
                  <c:v>05-11-2008</c:v>
                </c:pt>
                <c:pt idx="2217">
                  <c:v>06-11-2008</c:v>
                </c:pt>
                <c:pt idx="2218">
                  <c:v>07-11-2008</c:v>
                </c:pt>
                <c:pt idx="2219">
                  <c:v>10-11-2008</c:v>
                </c:pt>
                <c:pt idx="2220">
                  <c:v>11-11-2008</c:v>
                </c:pt>
                <c:pt idx="2221">
                  <c:v>12-11-2008</c:v>
                </c:pt>
                <c:pt idx="2222">
                  <c:v>14-11-2008</c:v>
                </c:pt>
                <c:pt idx="2223">
                  <c:v>17-11-2008</c:v>
                </c:pt>
                <c:pt idx="2224">
                  <c:v>18-11-2008</c:v>
                </c:pt>
                <c:pt idx="2225">
                  <c:v>19-11-2008</c:v>
                </c:pt>
                <c:pt idx="2226">
                  <c:v>20-11-2008</c:v>
                </c:pt>
                <c:pt idx="2227">
                  <c:v>21-11-2008</c:v>
                </c:pt>
                <c:pt idx="2228">
                  <c:v>24-11-2008</c:v>
                </c:pt>
                <c:pt idx="2229">
                  <c:v>25-11-2008</c:v>
                </c:pt>
                <c:pt idx="2230">
                  <c:v>26-11-2008</c:v>
                </c:pt>
                <c:pt idx="2231">
                  <c:v>28-11-2008</c:v>
                </c:pt>
                <c:pt idx="2232">
                  <c:v>01-12-2008</c:v>
                </c:pt>
                <c:pt idx="2233">
                  <c:v>02-12-2008</c:v>
                </c:pt>
                <c:pt idx="2234">
                  <c:v>03-12-2008</c:v>
                </c:pt>
                <c:pt idx="2235">
                  <c:v>04-12-2008</c:v>
                </c:pt>
                <c:pt idx="2236">
                  <c:v>05-12-2008</c:v>
                </c:pt>
                <c:pt idx="2237">
                  <c:v>08-12-2008</c:v>
                </c:pt>
                <c:pt idx="2238">
                  <c:v>10-12-2008</c:v>
                </c:pt>
                <c:pt idx="2239">
                  <c:v>11-12-2008</c:v>
                </c:pt>
                <c:pt idx="2240">
                  <c:v>12-12-2008</c:v>
                </c:pt>
                <c:pt idx="2241">
                  <c:v>15-12-2008</c:v>
                </c:pt>
                <c:pt idx="2242">
                  <c:v>16-12-2008</c:v>
                </c:pt>
                <c:pt idx="2243">
                  <c:v>17-12-2008</c:v>
                </c:pt>
                <c:pt idx="2244">
                  <c:v>18-12-2008</c:v>
                </c:pt>
                <c:pt idx="2245">
                  <c:v>19-12-2008</c:v>
                </c:pt>
                <c:pt idx="2246">
                  <c:v>22-12-2008</c:v>
                </c:pt>
                <c:pt idx="2247">
                  <c:v>23-12-2008</c:v>
                </c:pt>
                <c:pt idx="2248">
                  <c:v>24-12-2008</c:v>
                </c:pt>
                <c:pt idx="2249">
                  <c:v>26-12-2008</c:v>
                </c:pt>
                <c:pt idx="2250">
                  <c:v>29-12-2008</c:v>
                </c:pt>
                <c:pt idx="2251">
                  <c:v>30-12-2008</c:v>
                </c:pt>
                <c:pt idx="2252">
                  <c:v>31-12-2008</c:v>
                </c:pt>
                <c:pt idx="2253">
                  <c:v>01-01-2009</c:v>
                </c:pt>
                <c:pt idx="2254">
                  <c:v>02-01-2009</c:v>
                </c:pt>
                <c:pt idx="2255">
                  <c:v>05-01-2009</c:v>
                </c:pt>
                <c:pt idx="2256">
                  <c:v>06-01-2009</c:v>
                </c:pt>
                <c:pt idx="2257">
                  <c:v>07-01-2009</c:v>
                </c:pt>
                <c:pt idx="2258">
                  <c:v>09-01-2009</c:v>
                </c:pt>
                <c:pt idx="2259">
                  <c:v>12-01-2009</c:v>
                </c:pt>
                <c:pt idx="2260">
                  <c:v>13-01-2009</c:v>
                </c:pt>
                <c:pt idx="2261">
                  <c:v>14-01-2009</c:v>
                </c:pt>
                <c:pt idx="2262">
                  <c:v>15-01-2009</c:v>
                </c:pt>
                <c:pt idx="2263">
                  <c:v>16-01-2009</c:v>
                </c:pt>
                <c:pt idx="2264">
                  <c:v>19-01-2009</c:v>
                </c:pt>
                <c:pt idx="2265">
                  <c:v>20-01-2009</c:v>
                </c:pt>
                <c:pt idx="2266">
                  <c:v>21-01-2009</c:v>
                </c:pt>
                <c:pt idx="2267">
                  <c:v>22-01-2009</c:v>
                </c:pt>
                <c:pt idx="2268">
                  <c:v>23-01-2009</c:v>
                </c:pt>
                <c:pt idx="2269">
                  <c:v>27-01-2009</c:v>
                </c:pt>
                <c:pt idx="2270">
                  <c:v>28-01-2009</c:v>
                </c:pt>
                <c:pt idx="2271">
                  <c:v>29-01-2009</c:v>
                </c:pt>
                <c:pt idx="2272">
                  <c:v>30-01-2009</c:v>
                </c:pt>
                <c:pt idx="2273">
                  <c:v>02-02-2009</c:v>
                </c:pt>
                <c:pt idx="2274">
                  <c:v>03-02-2009</c:v>
                </c:pt>
                <c:pt idx="2275">
                  <c:v>04-02-2009</c:v>
                </c:pt>
                <c:pt idx="2276">
                  <c:v>05-02-2009</c:v>
                </c:pt>
                <c:pt idx="2277">
                  <c:v>06-02-2009</c:v>
                </c:pt>
                <c:pt idx="2278">
                  <c:v>09-02-2009</c:v>
                </c:pt>
                <c:pt idx="2279">
                  <c:v>10-02-2009</c:v>
                </c:pt>
                <c:pt idx="2280">
                  <c:v>11-02-2009</c:v>
                </c:pt>
                <c:pt idx="2281">
                  <c:v>12-02-2009</c:v>
                </c:pt>
                <c:pt idx="2282">
                  <c:v>13-02-2009</c:v>
                </c:pt>
                <c:pt idx="2283">
                  <c:v>16-02-2009</c:v>
                </c:pt>
                <c:pt idx="2284">
                  <c:v>17-02-2009</c:v>
                </c:pt>
                <c:pt idx="2285">
                  <c:v>18-02-2009</c:v>
                </c:pt>
                <c:pt idx="2286">
                  <c:v>19-02-2009</c:v>
                </c:pt>
                <c:pt idx="2287">
                  <c:v>20-02-2009</c:v>
                </c:pt>
                <c:pt idx="2288">
                  <c:v>24-02-2009</c:v>
                </c:pt>
                <c:pt idx="2289">
                  <c:v>25-02-2009</c:v>
                </c:pt>
                <c:pt idx="2290">
                  <c:v>26-02-2009</c:v>
                </c:pt>
                <c:pt idx="2291">
                  <c:v>27-02-2009</c:v>
                </c:pt>
                <c:pt idx="2292">
                  <c:v>02-03-2009</c:v>
                </c:pt>
                <c:pt idx="2293">
                  <c:v>03-03-2009</c:v>
                </c:pt>
                <c:pt idx="2294">
                  <c:v>04-03-2009</c:v>
                </c:pt>
                <c:pt idx="2295">
                  <c:v>05-03-2009</c:v>
                </c:pt>
                <c:pt idx="2296">
                  <c:v>06-03-2009</c:v>
                </c:pt>
                <c:pt idx="2297">
                  <c:v>09-03-2009</c:v>
                </c:pt>
                <c:pt idx="2298">
                  <c:v>12-03-2009</c:v>
                </c:pt>
                <c:pt idx="2299">
                  <c:v>13-03-2009</c:v>
                </c:pt>
                <c:pt idx="2300">
                  <c:v>16-03-2009</c:v>
                </c:pt>
                <c:pt idx="2301">
                  <c:v>17-03-2009</c:v>
                </c:pt>
                <c:pt idx="2302">
                  <c:v>18-03-2009</c:v>
                </c:pt>
                <c:pt idx="2303">
                  <c:v>19-03-2009</c:v>
                </c:pt>
                <c:pt idx="2304">
                  <c:v>20-03-2009</c:v>
                </c:pt>
                <c:pt idx="2305">
                  <c:v>23-03-2009</c:v>
                </c:pt>
                <c:pt idx="2306">
                  <c:v>24-03-2009</c:v>
                </c:pt>
                <c:pt idx="2307">
                  <c:v>25-03-2009</c:v>
                </c:pt>
                <c:pt idx="2308">
                  <c:v>26-03-2009</c:v>
                </c:pt>
                <c:pt idx="2309">
                  <c:v>27-03-2009</c:v>
                </c:pt>
                <c:pt idx="2310">
                  <c:v>30-03-2009</c:v>
                </c:pt>
                <c:pt idx="2311">
                  <c:v>31-03-2009</c:v>
                </c:pt>
                <c:pt idx="2312">
                  <c:v>01-04-2009</c:v>
                </c:pt>
                <c:pt idx="2313">
                  <c:v>02-04-2009</c:v>
                </c:pt>
                <c:pt idx="2314">
                  <c:v>06-04-2009</c:v>
                </c:pt>
                <c:pt idx="2315">
                  <c:v>08-04-2009</c:v>
                </c:pt>
                <c:pt idx="2316">
                  <c:v>09-04-2009</c:v>
                </c:pt>
                <c:pt idx="2317">
                  <c:v>13-04-2009</c:v>
                </c:pt>
                <c:pt idx="2318">
                  <c:v>15-04-2009</c:v>
                </c:pt>
                <c:pt idx="2319">
                  <c:v>16-04-2009</c:v>
                </c:pt>
                <c:pt idx="2320">
                  <c:v>17-04-2009</c:v>
                </c:pt>
                <c:pt idx="2321">
                  <c:v>20-04-2009</c:v>
                </c:pt>
                <c:pt idx="2322">
                  <c:v>21-04-2009</c:v>
                </c:pt>
                <c:pt idx="2323">
                  <c:v>22-04-2009</c:v>
                </c:pt>
                <c:pt idx="2324">
                  <c:v>23-04-2009</c:v>
                </c:pt>
                <c:pt idx="2325">
                  <c:v>24-04-2009</c:v>
                </c:pt>
                <c:pt idx="2326">
                  <c:v>27-04-2009</c:v>
                </c:pt>
                <c:pt idx="2327">
                  <c:v>28-04-2009</c:v>
                </c:pt>
                <c:pt idx="2328">
                  <c:v>29-04-2009</c:v>
                </c:pt>
                <c:pt idx="2329">
                  <c:v>04-05-2009</c:v>
                </c:pt>
                <c:pt idx="2330">
                  <c:v>05-05-2009</c:v>
                </c:pt>
                <c:pt idx="2331">
                  <c:v>06-05-2009</c:v>
                </c:pt>
                <c:pt idx="2332">
                  <c:v>07-05-2009</c:v>
                </c:pt>
                <c:pt idx="2333">
                  <c:v>08-05-2009</c:v>
                </c:pt>
                <c:pt idx="2334">
                  <c:v>11-05-2009</c:v>
                </c:pt>
                <c:pt idx="2335">
                  <c:v>12-05-2009</c:v>
                </c:pt>
                <c:pt idx="2336">
                  <c:v>13-05-2009</c:v>
                </c:pt>
                <c:pt idx="2337">
                  <c:v>14-05-2009</c:v>
                </c:pt>
                <c:pt idx="2338">
                  <c:v>15-05-2009</c:v>
                </c:pt>
                <c:pt idx="2339">
                  <c:v>18-05-2009</c:v>
                </c:pt>
                <c:pt idx="2340">
                  <c:v>19-05-2009</c:v>
                </c:pt>
                <c:pt idx="2341">
                  <c:v>20-05-2009</c:v>
                </c:pt>
                <c:pt idx="2342">
                  <c:v>21-05-2009</c:v>
                </c:pt>
                <c:pt idx="2343">
                  <c:v>22-05-2009</c:v>
                </c:pt>
                <c:pt idx="2344">
                  <c:v>25-05-2009</c:v>
                </c:pt>
                <c:pt idx="2345">
                  <c:v>26-05-2009</c:v>
                </c:pt>
                <c:pt idx="2346">
                  <c:v>27-05-2009</c:v>
                </c:pt>
                <c:pt idx="2347">
                  <c:v>28-05-2009</c:v>
                </c:pt>
                <c:pt idx="2348">
                  <c:v>29-05-2009</c:v>
                </c:pt>
                <c:pt idx="2349">
                  <c:v>01-06-2009</c:v>
                </c:pt>
                <c:pt idx="2350">
                  <c:v>02-06-2009</c:v>
                </c:pt>
                <c:pt idx="2351">
                  <c:v>03-06-2009</c:v>
                </c:pt>
                <c:pt idx="2352">
                  <c:v>04-06-2009</c:v>
                </c:pt>
                <c:pt idx="2353">
                  <c:v>05-06-2009</c:v>
                </c:pt>
                <c:pt idx="2354">
                  <c:v>08-06-2009</c:v>
                </c:pt>
                <c:pt idx="2355">
                  <c:v>09-06-2009</c:v>
                </c:pt>
                <c:pt idx="2356">
                  <c:v>10-06-2009</c:v>
                </c:pt>
                <c:pt idx="2357">
                  <c:v>11-06-2009</c:v>
                </c:pt>
                <c:pt idx="2358">
                  <c:v>12-06-2009</c:v>
                </c:pt>
                <c:pt idx="2359">
                  <c:v>15-06-2009</c:v>
                </c:pt>
                <c:pt idx="2360">
                  <c:v>16-06-2009</c:v>
                </c:pt>
                <c:pt idx="2361">
                  <c:v>17-06-2009</c:v>
                </c:pt>
                <c:pt idx="2362">
                  <c:v>18-06-2009</c:v>
                </c:pt>
                <c:pt idx="2363">
                  <c:v>19-06-2009</c:v>
                </c:pt>
                <c:pt idx="2364">
                  <c:v>22-06-2009</c:v>
                </c:pt>
                <c:pt idx="2365">
                  <c:v>23-06-2009</c:v>
                </c:pt>
                <c:pt idx="2366">
                  <c:v>24-06-2009</c:v>
                </c:pt>
                <c:pt idx="2367">
                  <c:v>25-06-2009</c:v>
                </c:pt>
                <c:pt idx="2368">
                  <c:v>26-06-2009</c:v>
                </c:pt>
                <c:pt idx="2369">
                  <c:v>29-06-2009</c:v>
                </c:pt>
                <c:pt idx="2370">
                  <c:v>30-06-2009</c:v>
                </c:pt>
                <c:pt idx="2371">
                  <c:v>01-07-2009</c:v>
                </c:pt>
                <c:pt idx="2372">
                  <c:v>02-07-2009</c:v>
                </c:pt>
                <c:pt idx="2373">
                  <c:v>03-07-2009</c:v>
                </c:pt>
                <c:pt idx="2374">
                  <c:v>06-07-2009</c:v>
                </c:pt>
                <c:pt idx="2375">
                  <c:v>07-07-2009</c:v>
                </c:pt>
                <c:pt idx="2376">
                  <c:v>08-07-2009</c:v>
                </c:pt>
                <c:pt idx="2377">
                  <c:v>09-07-2009</c:v>
                </c:pt>
                <c:pt idx="2378">
                  <c:v>10-07-2009</c:v>
                </c:pt>
                <c:pt idx="2379">
                  <c:v>13-07-2009</c:v>
                </c:pt>
                <c:pt idx="2380">
                  <c:v>14-07-2009</c:v>
                </c:pt>
                <c:pt idx="2381">
                  <c:v>15-07-2009</c:v>
                </c:pt>
                <c:pt idx="2382">
                  <c:v>16-07-2009</c:v>
                </c:pt>
                <c:pt idx="2383">
                  <c:v>17-07-2009</c:v>
                </c:pt>
                <c:pt idx="2384">
                  <c:v>20-07-2009</c:v>
                </c:pt>
                <c:pt idx="2385">
                  <c:v>21-07-2009</c:v>
                </c:pt>
                <c:pt idx="2386">
                  <c:v>22-07-2009</c:v>
                </c:pt>
                <c:pt idx="2387">
                  <c:v>23-07-2009</c:v>
                </c:pt>
                <c:pt idx="2388">
                  <c:v>24-07-2009</c:v>
                </c:pt>
                <c:pt idx="2389">
                  <c:v>27-07-2009</c:v>
                </c:pt>
                <c:pt idx="2390">
                  <c:v>28-07-2009</c:v>
                </c:pt>
                <c:pt idx="2391">
                  <c:v>29-07-2009</c:v>
                </c:pt>
                <c:pt idx="2392">
                  <c:v>30-07-2009</c:v>
                </c:pt>
                <c:pt idx="2393">
                  <c:v>31-07-2009</c:v>
                </c:pt>
                <c:pt idx="2394">
                  <c:v>03-08-2009</c:v>
                </c:pt>
                <c:pt idx="2395">
                  <c:v>04-08-2009</c:v>
                </c:pt>
                <c:pt idx="2396">
                  <c:v>05-08-2009</c:v>
                </c:pt>
                <c:pt idx="2397">
                  <c:v>06-08-2009</c:v>
                </c:pt>
                <c:pt idx="2398">
                  <c:v>07-08-2009</c:v>
                </c:pt>
                <c:pt idx="2399">
                  <c:v>10-08-2009</c:v>
                </c:pt>
                <c:pt idx="2400">
                  <c:v>11-08-2009</c:v>
                </c:pt>
                <c:pt idx="2401">
                  <c:v>12-08-2009</c:v>
                </c:pt>
                <c:pt idx="2402">
                  <c:v>13-08-2009</c:v>
                </c:pt>
                <c:pt idx="2403">
                  <c:v>14-08-2009</c:v>
                </c:pt>
                <c:pt idx="2404">
                  <c:v>17-08-2009</c:v>
                </c:pt>
                <c:pt idx="2405">
                  <c:v>18-08-2009</c:v>
                </c:pt>
                <c:pt idx="2406">
                  <c:v>19-08-2009</c:v>
                </c:pt>
                <c:pt idx="2407">
                  <c:v>20-08-2009</c:v>
                </c:pt>
                <c:pt idx="2408">
                  <c:v>21-08-2009</c:v>
                </c:pt>
                <c:pt idx="2409">
                  <c:v>24-08-2009</c:v>
                </c:pt>
                <c:pt idx="2410">
                  <c:v>25-08-2009</c:v>
                </c:pt>
                <c:pt idx="2411">
                  <c:v>26-08-2009</c:v>
                </c:pt>
                <c:pt idx="2412">
                  <c:v>27-08-2009</c:v>
                </c:pt>
                <c:pt idx="2413">
                  <c:v>28-08-2009</c:v>
                </c:pt>
                <c:pt idx="2414">
                  <c:v>31-08-2009</c:v>
                </c:pt>
                <c:pt idx="2415">
                  <c:v>01-09-2009</c:v>
                </c:pt>
                <c:pt idx="2416">
                  <c:v>02-09-2009</c:v>
                </c:pt>
                <c:pt idx="2417">
                  <c:v>03-09-2009</c:v>
                </c:pt>
                <c:pt idx="2418">
                  <c:v>04-09-2009</c:v>
                </c:pt>
                <c:pt idx="2419">
                  <c:v>07-09-2009</c:v>
                </c:pt>
                <c:pt idx="2420">
                  <c:v>08-09-2009</c:v>
                </c:pt>
                <c:pt idx="2421">
                  <c:v>09-09-2009</c:v>
                </c:pt>
                <c:pt idx="2422">
                  <c:v>10-09-2009</c:v>
                </c:pt>
                <c:pt idx="2423">
                  <c:v>11-09-2009</c:v>
                </c:pt>
                <c:pt idx="2424">
                  <c:v>14-09-2009</c:v>
                </c:pt>
                <c:pt idx="2425">
                  <c:v>15-09-2009</c:v>
                </c:pt>
                <c:pt idx="2426">
                  <c:v>16-09-2009</c:v>
                </c:pt>
                <c:pt idx="2427">
                  <c:v>17-09-2009</c:v>
                </c:pt>
                <c:pt idx="2428">
                  <c:v>18-09-2009</c:v>
                </c:pt>
                <c:pt idx="2429">
                  <c:v>22-09-2009</c:v>
                </c:pt>
                <c:pt idx="2430">
                  <c:v>23-09-2009</c:v>
                </c:pt>
                <c:pt idx="2431">
                  <c:v>24-09-2009</c:v>
                </c:pt>
                <c:pt idx="2432">
                  <c:v>25-09-2009</c:v>
                </c:pt>
                <c:pt idx="2433">
                  <c:v>29-09-2009</c:v>
                </c:pt>
                <c:pt idx="2434">
                  <c:v>30-09-2009</c:v>
                </c:pt>
                <c:pt idx="2435">
                  <c:v>01-10-2009</c:v>
                </c:pt>
                <c:pt idx="2436">
                  <c:v>05-10-2009</c:v>
                </c:pt>
                <c:pt idx="2437">
                  <c:v>06-10-2009</c:v>
                </c:pt>
                <c:pt idx="2438">
                  <c:v>07-10-2009</c:v>
                </c:pt>
                <c:pt idx="2439">
                  <c:v>08-10-2009</c:v>
                </c:pt>
                <c:pt idx="2440">
                  <c:v>09-10-2009</c:v>
                </c:pt>
                <c:pt idx="2441">
                  <c:v>12-10-2009</c:v>
                </c:pt>
                <c:pt idx="2442">
                  <c:v>14-10-2009</c:v>
                </c:pt>
                <c:pt idx="2443">
                  <c:v>15-10-2009</c:v>
                </c:pt>
                <c:pt idx="2444">
                  <c:v>16-10-2009</c:v>
                </c:pt>
                <c:pt idx="2445">
                  <c:v>17-10-2009</c:v>
                </c:pt>
                <c:pt idx="2446">
                  <c:v>20-10-2009</c:v>
                </c:pt>
                <c:pt idx="2447">
                  <c:v>21-10-2009</c:v>
                </c:pt>
                <c:pt idx="2448">
                  <c:v>22-10-2009</c:v>
                </c:pt>
                <c:pt idx="2449">
                  <c:v>23-10-2009</c:v>
                </c:pt>
                <c:pt idx="2450">
                  <c:v>26-10-2009</c:v>
                </c:pt>
                <c:pt idx="2451">
                  <c:v>27-10-2009</c:v>
                </c:pt>
                <c:pt idx="2452">
                  <c:v>28-10-2009</c:v>
                </c:pt>
                <c:pt idx="2453">
                  <c:v>29-10-2009</c:v>
                </c:pt>
                <c:pt idx="2454">
                  <c:v>30-10-2009</c:v>
                </c:pt>
                <c:pt idx="2455">
                  <c:v>03-11-2009</c:v>
                </c:pt>
                <c:pt idx="2456">
                  <c:v>04-11-2009</c:v>
                </c:pt>
                <c:pt idx="2457">
                  <c:v>05-11-2009</c:v>
                </c:pt>
                <c:pt idx="2458">
                  <c:v>06-11-2009</c:v>
                </c:pt>
                <c:pt idx="2459">
                  <c:v>09-11-2009</c:v>
                </c:pt>
                <c:pt idx="2460">
                  <c:v>10-11-2009</c:v>
                </c:pt>
                <c:pt idx="2461">
                  <c:v>11-11-2009</c:v>
                </c:pt>
                <c:pt idx="2462">
                  <c:v>12-11-2009</c:v>
                </c:pt>
                <c:pt idx="2463">
                  <c:v>13-11-2009</c:v>
                </c:pt>
                <c:pt idx="2464">
                  <c:v>16-11-2009</c:v>
                </c:pt>
                <c:pt idx="2465">
                  <c:v>17-11-2009</c:v>
                </c:pt>
                <c:pt idx="2466">
                  <c:v>18-11-2009</c:v>
                </c:pt>
                <c:pt idx="2467">
                  <c:v>19-11-2009</c:v>
                </c:pt>
                <c:pt idx="2468">
                  <c:v>20-11-2009</c:v>
                </c:pt>
                <c:pt idx="2469">
                  <c:v>23-11-2009</c:v>
                </c:pt>
                <c:pt idx="2470">
                  <c:v>24-11-2009</c:v>
                </c:pt>
                <c:pt idx="2471">
                  <c:v>25-11-2009</c:v>
                </c:pt>
                <c:pt idx="2472">
                  <c:v>26-11-2009</c:v>
                </c:pt>
                <c:pt idx="2473">
                  <c:v>27-11-2009</c:v>
                </c:pt>
                <c:pt idx="2474">
                  <c:v>30-11-2009</c:v>
                </c:pt>
                <c:pt idx="2475">
                  <c:v>01-12-2009</c:v>
                </c:pt>
                <c:pt idx="2476">
                  <c:v>02-12-2009</c:v>
                </c:pt>
                <c:pt idx="2477">
                  <c:v>03-12-2009</c:v>
                </c:pt>
                <c:pt idx="2478">
                  <c:v>04-12-2009</c:v>
                </c:pt>
                <c:pt idx="2479">
                  <c:v>07-12-2009</c:v>
                </c:pt>
                <c:pt idx="2480">
                  <c:v>08-12-2009</c:v>
                </c:pt>
                <c:pt idx="2481">
                  <c:v>09-12-2009</c:v>
                </c:pt>
                <c:pt idx="2482">
                  <c:v>10-12-2009</c:v>
                </c:pt>
                <c:pt idx="2483">
                  <c:v>11-12-2009</c:v>
                </c:pt>
                <c:pt idx="2484">
                  <c:v>14-12-2009</c:v>
                </c:pt>
                <c:pt idx="2485">
                  <c:v>15-12-2009</c:v>
                </c:pt>
                <c:pt idx="2486">
                  <c:v>16-12-2009</c:v>
                </c:pt>
                <c:pt idx="2487">
                  <c:v>17-12-2009</c:v>
                </c:pt>
                <c:pt idx="2488">
                  <c:v>18-12-2009</c:v>
                </c:pt>
                <c:pt idx="2489">
                  <c:v>21-12-2009</c:v>
                </c:pt>
                <c:pt idx="2490">
                  <c:v>22-12-2009</c:v>
                </c:pt>
                <c:pt idx="2491">
                  <c:v>23-12-2009</c:v>
                </c:pt>
                <c:pt idx="2492">
                  <c:v>24-12-2009</c:v>
                </c:pt>
                <c:pt idx="2493">
                  <c:v>29-12-2009</c:v>
                </c:pt>
                <c:pt idx="2494">
                  <c:v>30-12-2009</c:v>
                </c:pt>
                <c:pt idx="2495">
                  <c:v>31-12-2009</c:v>
                </c:pt>
                <c:pt idx="2496">
                  <c:v>04-01-2010</c:v>
                </c:pt>
                <c:pt idx="2497">
                  <c:v>05-01-2010</c:v>
                </c:pt>
                <c:pt idx="2498">
                  <c:v>06-01-2010</c:v>
                </c:pt>
                <c:pt idx="2499">
                  <c:v>07-01-2010</c:v>
                </c:pt>
                <c:pt idx="2500">
                  <c:v>08-01-2010</c:v>
                </c:pt>
                <c:pt idx="2501">
                  <c:v>11-01-2010</c:v>
                </c:pt>
                <c:pt idx="2502">
                  <c:v>12-01-2010</c:v>
                </c:pt>
                <c:pt idx="2503">
                  <c:v>13-01-2010</c:v>
                </c:pt>
                <c:pt idx="2504">
                  <c:v>14-01-2010</c:v>
                </c:pt>
                <c:pt idx="2505">
                  <c:v>15-01-2010</c:v>
                </c:pt>
                <c:pt idx="2506">
                  <c:v>18-01-2010</c:v>
                </c:pt>
                <c:pt idx="2507">
                  <c:v>19-01-2010</c:v>
                </c:pt>
                <c:pt idx="2508">
                  <c:v>20-01-2010</c:v>
                </c:pt>
                <c:pt idx="2509">
                  <c:v>21-01-2010</c:v>
                </c:pt>
                <c:pt idx="2510">
                  <c:v>22-01-2010</c:v>
                </c:pt>
                <c:pt idx="2511">
                  <c:v>25-01-2010</c:v>
                </c:pt>
                <c:pt idx="2512">
                  <c:v>27-01-2010</c:v>
                </c:pt>
                <c:pt idx="2513">
                  <c:v>28-01-2010</c:v>
                </c:pt>
                <c:pt idx="2514">
                  <c:v>29-01-2010</c:v>
                </c:pt>
                <c:pt idx="2515">
                  <c:v>01-02-2010</c:v>
                </c:pt>
                <c:pt idx="2516">
                  <c:v>02-02-2010</c:v>
                </c:pt>
                <c:pt idx="2517">
                  <c:v>03-02-2010</c:v>
                </c:pt>
                <c:pt idx="2518">
                  <c:v>04-02-2010</c:v>
                </c:pt>
                <c:pt idx="2519">
                  <c:v>05-02-2010</c:v>
                </c:pt>
                <c:pt idx="2520">
                  <c:v>06-02-2010</c:v>
                </c:pt>
                <c:pt idx="2521">
                  <c:v>08-02-2010</c:v>
                </c:pt>
                <c:pt idx="2522">
                  <c:v>09-02-2010</c:v>
                </c:pt>
                <c:pt idx="2523">
                  <c:v>10-02-2010</c:v>
                </c:pt>
                <c:pt idx="2524">
                  <c:v>11-02-2010</c:v>
                </c:pt>
                <c:pt idx="2525">
                  <c:v>15-02-2010</c:v>
                </c:pt>
                <c:pt idx="2526">
                  <c:v>16-02-2010</c:v>
                </c:pt>
                <c:pt idx="2527">
                  <c:v>17-02-2010</c:v>
                </c:pt>
                <c:pt idx="2528">
                  <c:v>18-02-2010</c:v>
                </c:pt>
                <c:pt idx="2529">
                  <c:v>19-02-2010</c:v>
                </c:pt>
                <c:pt idx="2530">
                  <c:v>22-02-2010</c:v>
                </c:pt>
                <c:pt idx="2531">
                  <c:v>23-02-2010</c:v>
                </c:pt>
                <c:pt idx="2532">
                  <c:v>24-02-2010</c:v>
                </c:pt>
                <c:pt idx="2533">
                  <c:v>25-02-2010</c:v>
                </c:pt>
                <c:pt idx="2534">
                  <c:v>26-02-2010</c:v>
                </c:pt>
                <c:pt idx="2535">
                  <c:v>02-03-2010</c:v>
                </c:pt>
                <c:pt idx="2536">
                  <c:v>03-03-2010</c:v>
                </c:pt>
                <c:pt idx="2537">
                  <c:v>04-03-2010</c:v>
                </c:pt>
                <c:pt idx="2538">
                  <c:v>05-03-2010</c:v>
                </c:pt>
                <c:pt idx="2539">
                  <c:v>08-03-2010</c:v>
                </c:pt>
                <c:pt idx="2540">
                  <c:v>09-03-2010</c:v>
                </c:pt>
                <c:pt idx="2541">
                  <c:v>10-03-2010</c:v>
                </c:pt>
                <c:pt idx="2542">
                  <c:v>11-03-2010</c:v>
                </c:pt>
                <c:pt idx="2543">
                  <c:v>12-03-2010</c:v>
                </c:pt>
                <c:pt idx="2544">
                  <c:v>15-03-2010</c:v>
                </c:pt>
                <c:pt idx="2545">
                  <c:v>16-03-2010</c:v>
                </c:pt>
                <c:pt idx="2546">
                  <c:v>17-03-2010</c:v>
                </c:pt>
                <c:pt idx="2547">
                  <c:v>18-03-2010</c:v>
                </c:pt>
                <c:pt idx="2548">
                  <c:v>19-03-2010</c:v>
                </c:pt>
                <c:pt idx="2549">
                  <c:v>22-03-2010</c:v>
                </c:pt>
                <c:pt idx="2550">
                  <c:v>23-03-2010</c:v>
                </c:pt>
                <c:pt idx="2551">
                  <c:v>25-03-2010</c:v>
                </c:pt>
                <c:pt idx="2552">
                  <c:v>26-03-2010</c:v>
                </c:pt>
                <c:pt idx="2553">
                  <c:v>29-03-2010</c:v>
                </c:pt>
                <c:pt idx="2554">
                  <c:v>30-03-2010</c:v>
                </c:pt>
                <c:pt idx="2555">
                  <c:v>31-03-2010</c:v>
                </c:pt>
                <c:pt idx="2556">
                  <c:v>01-04-2010</c:v>
                </c:pt>
                <c:pt idx="2557">
                  <c:v>05-04-2010</c:v>
                </c:pt>
                <c:pt idx="2558">
                  <c:v>06-04-2010</c:v>
                </c:pt>
                <c:pt idx="2559">
                  <c:v>07-04-2010</c:v>
                </c:pt>
                <c:pt idx="2560">
                  <c:v>08-04-2010</c:v>
                </c:pt>
                <c:pt idx="2561">
                  <c:v>09-04-2010</c:v>
                </c:pt>
                <c:pt idx="2562">
                  <c:v>12-04-2010</c:v>
                </c:pt>
                <c:pt idx="2563">
                  <c:v>13-04-2010</c:v>
                </c:pt>
                <c:pt idx="2564">
                  <c:v>15-04-2010</c:v>
                </c:pt>
                <c:pt idx="2565">
                  <c:v>16-04-2010</c:v>
                </c:pt>
                <c:pt idx="2566">
                  <c:v>19-04-2010</c:v>
                </c:pt>
                <c:pt idx="2567">
                  <c:v>20-04-2010</c:v>
                </c:pt>
                <c:pt idx="2568">
                  <c:v>21-04-2010</c:v>
                </c:pt>
                <c:pt idx="2569">
                  <c:v>22-04-2010</c:v>
                </c:pt>
                <c:pt idx="2570">
                  <c:v>23-04-2010</c:v>
                </c:pt>
                <c:pt idx="2571">
                  <c:v>26-04-2010</c:v>
                </c:pt>
                <c:pt idx="2572">
                  <c:v>27-04-2010</c:v>
                </c:pt>
                <c:pt idx="2573">
                  <c:v>28-04-2010</c:v>
                </c:pt>
                <c:pt idx="2574">
                  <c:v>29-04-2010</c:v>
                </c:pt>
                <c:pt idx="2575">
                  <c:v>30-04-2010</c:v>
                </c:pt>
                <c:pt idx="2576">
                  <c:v>03-05-2010</c:v>
                </c:pt>
                <c:pt idx="2577">
                  <c:v>04-05-2010</c:v>
                </c:pt>
                <c:pt idx="2578">
                  <c:v>05-05-2010</c:v>
                </c:pt>
                <c:pt idx="2579">
                  <c:v>06-05-2010</c:v>
                </c:pt>
                <c:pt idx="2580">
                  <c:v>07-05-2010</c:v>
                </c:pt>
                <c:pt idx="2581">
                  <c:v>10-05-2010</c:v>
                </c:pt>
                <c:pt idx="2582">
                  <c:v>11-05-2010</c:v>
                </c:pt>
                <c:pt idx="2583">
                  <c:v>12-05-2010</c:v>
                </c:pt>
                <c:pt idx="2584">
                  <c:v>13-05-2010</c:v>
                </c:pt>
                <c:pt idx="2585">
                  <c:v>14-05-2010</c:v>
                </c:pt>
                <c:pt idx="2586">
                  <c:v>17-05-2010</c:v>
                </c:pt>
                <c:pt idx="2587">
                  <c:v>18-05-2010</c:v>
                </c:pt>
                <c:pt idx="2588">
                  <c:v>19-05-2010</c:v>
                </c:pt>
                <c:pt idx="2589">
                  <c:v>20-05-2010</c:v>
                </c:pt>
                <c:pt idx="2590">
                  <c:v>21-05-2010</c:v>
                </c:pt>
                <c:pt idx="2591">
                  <c:v>24-05-2010</c:v>
                </c:pt>
                <c:pt idx="2592">
                  <c:v>25-05-2010</c:v>
                </c:pt>
                <c:pt idx="2593">
                  <c:v>26-05-2010</c:v>
                </c:pt>
                <c:pt idx="2594">
                  <c:v>27-05-2010</c:v>
                </c:pt>
                <c:pt idx="2595">
                  <c:v>28-05-2010</c:v>
                </c:pt>
                <c:pt idx="2596">
                  <c:v>31-05-2010</c:v>
                </c:pt>
                <c:pt idx="2597">
                  <c:v>01-06-2010</c:v>
                </c:pt>
                <c:pt idx="2598">
                  <c:v>02-06-2010</c:v>
                </c:pt>
                <c:pt idx="2599">
                  <c:v>03-06-2010</c:v>
                </c:pt>
                <c:pt idx="2600">
                  <c:v>04-06-2010</c:v>
                </c:pt>
                <c:pt idx="2601">
                  <c:v>07-06-2010</c:v>
                </c:pt>
                <c:pt idx="2602">
                  <c:v>08-06-2010</c:v>
                </c:pt>
                <c:pt idx="2603">
                  <c:v>09-06-2010</c:v>
                </c:pt>
                <c:pt idx="2604">
                  <c:v>10-06-2010</c:v>
                </c:pt>
                <c:pt idx="2605">
                  <c:v>11-06-2010</c:v>
                </c:pt>
                <c:pt idx="2606">
                  <c:v>14-06-2010</c:v>
                </c:pt>
                <c:pt idx="2607">
                  <c:v>15-06-2010</c:v>
                </c:pt>
                <c:pt idx="2608">
                  <c:v>16-06-2010</c:v>
                </c:pt>
                <c:pt idx="2609">
                  <c:v>17-06-2010</c:v>
                </c:pt>
                <c:pt idx="2610">
                  <c:v>18-06-2010</c:v>
                </c:pt>
                <c:pt idx="2611">
                  <c:v>21-06-2010</c:v>
                </c:pt>
                <c:pt idx="2612">
                  <c:v>22-06-2010</c:v>
                </c:pt>
                <c:pt idx="2613">
                  <c:v>23-06-2010</c:v>
                </c:pt>
                <c:pt idx="2614">
                  <c:v>24-06-2010</c:v>
                </c:pt>
                <c:pt idx="2615">
                  <c:v>25-06-2010</c:v>
                </c:pt>
                <c:pt idx="2616">
                  <c:v>28-06-2010</c:v>
                </c:pt>
                <c:pt idx="2617">
                  <c:v>29-06-2010</c:v>
                </c:pt>
                <c:pt idx="2618">
                  <c:v>30-06-2010</c:v>
                </c:pt>
                <c:pt idx="2619">
                  <c:v>01-07-2010</c:v>
                </c:pt>
                <c:pt idx="2620">
                  <c:v>02-07-2010</c:v>
                </c:pt>
                <c:pt idx="2621">
                  <c:v>05-07-2010</c:v>
                </c:pt>
                <c:pt idx="2622">
                  <c:v>06-07-2010</c:v>
                </c:pt>
                <c:pt idx="2623">
                  <c:v>07-07-2010</c:v>
                </c:pt>
                <c:pt idx="2624">
                  <c:v>08-07-2010</c:v>
                </c:pt>
                <c:pt idx="2625">
                  <c:v>09-07-2010</c:v>
                </c:pt>
                <c:pt idx="2626">
                  <c:v>12-07-2010</c:v>
                </c:pt>
                <c:pt idx="2627">
                  <c:v>13-07-2010</c:v>
                </c:pt>
                <c:pt idx="2628">
                  <c:v>14-07-2010</c:v>
                </c:pt>
                <c:pt idx="2629">
                  <c:v>15-07-2010</c:v>
                </c:pt>
                <c:pt idx="2630">
                  <c:v>16-07-2010</c:v>
                </c:pt>
                <c:pt idx="2631">
                  <c:v>19-07-2010</c:v>
                </c:pt>
                <c:pt idx="2632">
                  <c:v>20-07-2010</c:v>
                </c:pt>
                <c:pt idx="2633">
                  <c:v>21-07-2010</c:v>
                </c:pt>
                <c:pt idx="2634">
                  <c:v>22-07-2010</c:v>
                </c:pt>
                <c:pt idx="2635">
                  <c:v>23-07-2010</c:v>
                </c:pt>
                <c:pt idx="2636">
                  <c:v>26-07-2010</c:v>
                </c:pt>
                <c:pt idx="2637">
                  <c:v>27-07-2010</c:v>
                </c:pt>
                <c:pt idx="2638">
                  <c:v>28-07-2010</c:v>
                </c:pt>
                <c:pt idx="2639">
                  <c:v>29-07-2010</c:v>
                </c:pt>
                <c:pt idx="2640">
                  <c:v>30-07-2010</c:v>
                </c:pt>
                <c:pt idx="2641">
                  <c:v>02-08-2010</c:v>
                </c:pt>
                <c:pt idx="2642">
                  <c:v>03-08-2010</c:v>
                </c:pt>
                <c:pt idx="2643">
                  <c:v>04-08-2010</c:v>
                </c:pt>
                <c:pt idx="2644">
                  <c:v>05-08-2010</c:v>
                </c:pt>
                <c:pt idx="2645">
                  <c:v>06-08-2010</c:v>
                </c:pt>
                <c:pt idx="2646">
                  <c:v>09-08-2010</c:v>
                </c:pt>
                <c:pt idx="2647">
                  <c:v>10-08-2010</c:v>
                </c:pt>
                <c:pt idx="2648">
                  <c:v>11-08-2010</c:v>
                </c:pt>
                <c:pt idx="2649">
                  <c:v>12-08-2010</c:v>
                </c:pt>
                <c:pt idx="2650">
                  <c:v>13-08-2010</c:v>
                </c:pt>
                <c:pt idx="2651">
                  <c:v>16-08-2010</c:v>
                </c:pt>
                <c:pt idx="2652">
                  <c:v>17-08-2010</c:v>
                </c:pt>
                <c:pt idx="2653">
                  <c:v>18-08-2010</c:v>
                </c:pt>
                <c:pt idx="2654">
                  <c:v>19-08-2010</c:v>
                </c:pt>
                <c:pt idx="2655">
                  <c:v>20-08-2010</c:v>
                </c:pt>
                <c:pt idx="2656">
                  <c:v>23-08-2010</c:v>
                </c:pt>
                <c:pt idx="2657">
                  <c:v>24-08-2010</c:v>
                </c:pt>
                <c:pt idx="2658">
                  <c:v>25-08-2010</c:v>
                </c:pt>
                <c:pt idx="2659">
                  <c:v>26-08-2010</c:v>
                </c:pt>
                <c:pt idx="2660">
                  <c:v>27-08-2010</c:v>
                </c:pt>
                <c:pt idx="2661">
                  <c:v>30-08-2010</c:v>
                </c:pt>
                <c:pt idx="2662">
                  <c:v>31-08-2010</c:v>
                </c:pt>
                <c:pt idx="2663">
                  <c:v>01-09-2010</c:v>
                </c:pt>
                <c:pt idx="2664">
                  <c:v>02-09-2010</c:v>
                </c:pt>
                <c:pt idx="2665">
                  <c:v>03-09-2010</c:v>
                </c:pt>
                <c:pt idx="2666">
                  <c:v>06-09-2010</c:v>
                </c:pt>
                <c:pt idx="2667">
                  <c:v>07-09-2010</c:v>
                </c:pt>
                <c:pt idx="2668">
                  <c:v>08-09-2010</c:v>
                </c:pt>
                <c:pt idx="2669">
                  <c:v>09-09-2010</c:v>
                </c:pt>
                <c:pt idx="2670">
                  <c:v>13-09-2010</c:v>
                </c:pt>
                <c:pt idx="2671">
                  <c:v>14-09-2010</c:v>
                </c:pt>
                <c:pt idx="2672">
                  <c:v>15-09-2010</c:v>
                </c:pt>
                <c:pt idx="2673">
                  <c:v>16-09-2010</c:v>
                </c:pt>
                <c:pt idx="2674">
                  <c:v>17-09-2010</c:v>
                </c:pt>
                <c:pt idx="2675">
                  <c:v>20-09-2010</c:v>
                </c:pt>
                <c:pt idx="2676">
                  <c:v>21-09-2010</c:v>
                </c:pt>
                <c:pt idx="2677">
                  <c:v>22-09-2010</c:v>
                </c:pt>
                <c:pt idx="2678">
                  <c:v>23-09-2010</c:v>
                </c:pt>
                <c:pt idx="2679">
                  <c:v>24-09-2010</c:v>
                </c:pt>
                <c:pt idx="2680">
                  <c:v>27-09-2010</c:v>
                </c:pt>
                <c:pt idx="2681">
                  <c:v>28-09-2010</c:v>
                </c:pt>
                <c:pt idx="2682">
                  <c:v>29-09-2010</c:v>
                </c:pt>
                <c:pt idx="2683">
                  <c:v>30-09-2010</c:v>
                </c:pt>
                <c:pt idx="2684">
                  <c:v>01-10-2010</c:v>
                </c:pt>
                <c:pt idx="2685">
                  <c:v>04-10-2010</c:v>
                </c:pt>
                <c:pt idx="2686">
                  <c:v>05-10-2010</c:v>
                </c:pt>
                <c:pt idx="2687">
                  <c:v>06-10-2010</c:v>
                </c:pt>
                <c:pt idx="2688">
                  <c:v>07-10-2010</c:v>
                </c:pt>
                <c:pt idx="2689">
                  <c:v>08-10-2010</c:v>
                </c:pt>
                <c:pt idx="2690">
                  <c:v>11-10-2010</c:v>
                </c:pt>
                <c:pt idx="2691">
                  <c:v>12-10-2010</c:v>
                </c:pt>
                <c:pt idx="2692">
                  <c:v>13-10-2010</c:v>
                </c:pt>
                <c:pt idx="2693">
                  <c:v>14-10-2010</c:v>
                </c:pt>
                <c:pt idx="2694">
                  <c:v>15-10-2010</c:v>
                </c:pt>
                <c:pt idx="2695">
                  <c:v>18-10-2010</c:v>
                </c:pt>
                <c:pt idx="2696">
                  <c:v>19-10-2010</c:v>
                </c:pt>
                <c:pt idx="2697">
                  <c:v>20-10-2010</c:v>
                </c:pt>
                <c:pt idx="2698">
                  <c:v>21-10-2010</c:v>
                </c:pt>
                <c:pt idx="2699">
                  <c:v>22-10-2010</c:v>
                </c:pt>
                <c:pt idx="2700">
                  <c:v>25-10-2010</c:v>
                </c:pt>
                <c:pt idx="2701">
                  <c:v>26-10-2010</c:v>
                </c:pt>
                <c:pt idx="2702">
                  <c:v>27-10-2010</c:v>
                </c:pt>
                <c:pt idx="2703">
                  <c:v>28-10-2010</c:v>
                </c:pt>
                <c:pt idx="2704">
                  <c:v>29-10-2010</c:v>
                </c:pt>
                <c:pt idx="2705">
                  <c:v>01-11-2010</c:v>
                </c:pt>
                <c:pt idx="2706">
                  <c:v>02-11-2010</c:v>
                </c:pt>
                <c:pt idx="2707">
                  <c:v>03-11-2010</c:v>
                </c:pt>
                <c:pt idx="2708">
                  <c:v>04-11-2010</c:v>
                </c:pt>
                <c:pt idx="2709">
                  <c:v>05-11-2010</c:v>
                </c:pt>
                <c:pt idx="2710">
                  <c:v>08-11-2010</c:v>
                </c:pt>
                <c:pt idx="2711">
                  <c:v>09-11-2010</c:v>
                </c:pt>
                <c:pt idx="2712">
                  <c:v>10-11-2010</c:v>
                </c:pt>
                <c:pt idx="2713">
                  <c:v>11-11-2010</c:v>
                </c:pt>
                <c:pt idx="2714">
                  <c:v>12-11-2010</c:v>
                </c:pt>
                <c:pt idx="2715">
                  <c:v>15-11-2010</c:v>
                </c:pt>
                <c:pt idx="2716">
                  <c:v>16-11-2010</c:v>
                </c:pt>
                <c:pt idx="2717">
                  <c:v>18-11-2010</c:v>
                </c:pt>
                <c:pt idx="2718">
                  <c:v>19-11-2010</c:v>
                </c:pt>
                <c:pt idx="2719">
                  <c:v>22-11-2010</c:v>
                </c:pt>
                <c:pt idx="2720">
                  <c:v>23-11-2010</c:v>
                </c:pt>
                <c:pt idx="2721">
                  <c:v>24-11-2010</c:v>
                </c:pt>
                <c:pt idx="2722">
                  <c:v>25-11-2010</c:v>
                </c:pt>
                <c:pt idx="2723">
                  <c:v>26-11-2010</c:v>
                </c:pt>
                <c:pt idx="2724">
                  <c:v>29-11-2010</c:v>
                </c:pt>
                <c:pt idx="2725">
                  <c:v>30-11-2010</c:v>
                </c:pt>
                <c:pt idx="2726">
                  <c:v>01-12-2010</c:v>
                </c:pt>
                <c:pt idx="2727">
                  <c:v>02-12-2010</c:v>
                </c:pt>
                <c:pt idx="2728">
                  <c:v>03-12-2010</c:v>
                </c:pt>
                <c:pt idx="2729">
                  <c:v>06-12-2010</c:v>
                </c:pt>
                <c:pt idx="2730">
                  <c:v>07-12-2010</c:v>
                </c:pt>
                <c:pt idx="2731">
                  <c:v>08-12-2010</c:v>
                </c:pt>
                <c:pt idx="2732">
                  <c:v>09-12-2010</c:v>
                </c:pt>
                <c:pt idx="2733">
                  <c:v>10-12-2010</c:v>
                </c:pt>
                <c:pt idx="2734">
                  <c:v>13-12-2010</c:v>
                </c:pt>
                <c:pt idx="2735">
                  <c:v>14-12-2010</c:v>
                </c:pt>
                <c:pt idx="2736">
                  <c:v>15-12-2010</c:v>
                </c:pt>
                <c:pt idx="2737">
                  <c:v>16-12-2010</c:v>
                </c:pt>
                <c:pt idx="2738">
                  <c:v>20-12-2010</c:v>
                </c:pt>
                <c:pt idx="2739">
                  <c:v>21-12-2010</c:v>
                </c:pt>
                <c:pt idx="2740">
                  <c:v>22-12-2010</c:v>
                </c:pt>
                <c:pt idx="2741">
                  <c:v>23-12-2010</c:v>
                </c:pt>
                <c:pt idx="2742">
                  <c:v>24-12-2010</c:v>
                </c:pt>
                <c:pt idx="2743">
                  <c:v>27-12-2010</c:v>
                </c:pt>
                <c:pt idx="2744">
                  <c:v>28-12-2010</c:v>
                </c:pt>
                <c:pt idx="2745">
                  <c:v>29-12-2010</c:v>
                </c:pt>
                <c:pt idx="2746">
                  <c:v>30-12-2010</c:v>
                </c:pt>
                <c:pt idx="2747">
                  <c:v>31-12-2010</c:v>
                </c:pt>
                <c:pt idx="2748">
                  <c:v>03-01-2011</c:v>
                </c:pt>
                <c:pt idx="2749">
                  <c:v>04-01-2011</c:v>
                </c:pt>
                <c:pt idx="2750">
                  <c:v>05-01-2011</c:v>
                </c:pt>
                <c:pt idx="2751">
                  <c:v>06-01-2011</c:v>
                </c:pt>
                <c:pt idx="2752">
                  <c:v>07-01-2011</c:v>
                </c:pt>
                <c:pt idx="2753">
                  <c:v>10-01-2011</c:v>
                </c:pt>
                <c:pt idx="2754">
                  <c:v>11-01-2011</c:v>
                </c:pt>
                <c:pt idx="2755">
                  <c:v>12-01-2011</c:v>
                </c:pt>
                <c:pt idx="2756">
                  <c:v>13-01-2011</c:v>
                </c:pt>
                <c:pt idx="2757">
                  <c:v>14-01-2011</c:v>
                </c:pt>
                <c:pt idx="2758">
                  <c:v>17-01-2011</c:v>
                </c:pt>
                <c:pt idx="2759">
                  <c:v>18-01-2011</c:v>
                </c:pt>
                <c:pt idx="2760">
                  <c:v>19-01-2011</c:v>
                </c:pt>
                <c:pt idx="2761">
                  <c:v>20-01-2011</c:v>
                </c:pt>
                <c:pt idx="2762">
                  <c:v>21-01-2011</c:v>
                </c:pt>
                <c:pt idx="2763">
                  <c:v>24-01-2011</c:v>
                </c:pt>
                <c:pt idx="2764">
                  <c:v>25-01-2011</c:v>
                </c:pt>
                <c:pt idx="2765">
                  <c:v>27-01-2011</c:v>
                </c:pt>
                <c:pt idx="2766">
                  <c:v>28-01-2011</c:v>
                </c:pt>
                <c:pt idx="2767">
                  <c:v>31-01-2011</c:v>
                </c:pt>
                <c:pt idx="2768">
                  <c:v>01-02-2011</c:v>
                </c:pt>
                <c:pt idx="2769">
                  <c:v>02-02-2011</c:v>
                </c:pt>
                <c:pt idx="2770">
                  <c:v>03-02-2011</c:v>
                </c:pt>
                <c:pt idx="2771">
                  <c:v>04-02-2011</c:v>
                </c:pt>
                <c:pt idx="2772">
                  <c:v>07-02-2011</c:v>
                </c:pt>
                <c:pt idx="2773">
                  <c:v>08-02-2011</c:v>
                </c:pt>
                <c:pt idx="2774">
                  <c:v>09-02-2011</c:v>
                </c:pt>
                <c:pt idx="2775">
                  <c:v>10-02-2011</c:v>
                </c:pt>
                <c:pt idx="2776">
                  <c:v>11-02-2011</c:v>
                </c:pt>
                <c:pt idx="2777">
                  <c:v>14-02-2011</c:v>
                </c:pt>
                <c:pt idx="2778">
                  <c:v>15-02-2011</c:v>
                </c:pt>
                <c:pt idx="2779">
                  <c:v>16-02-2011</c:v>
                </c:pt>
                <c:pt idx="2780">
                  <c:v>17-02-2011</c:v>
                </c:pt>
                <c:pt idx="2781">
                  <c:v>18-02-2011</c:v>
                </c:pt>
                <c:pt idx="2782">
                  <c:v>21-02-2011</c:v>
                </c:pt>
                <c:pt idx="2783">
                  <c:v>22-02-2011</c:v>
                </c:pt>
                <c:pt idx="2784">
                  <c:v>23-02-2011</c:v>
                </c:pt>
                <c:pt idx="2785">
                  <c:v>24-02-2011</c:v>
                </c:pt>
                <c:pt idx="2786">
                  <c:v>25-02-2011</c:v>
                </c:pt>
                <c:pt idx="2787">
                  <c:v>28-02-2011</c:v>
                </c:pt>
                <c:pt idx="2788">
                  <c:v>01-03-2011</c:v>
                </c:pt>
                <c:pt idx="2789">
                  <c:v>03-03-2011</c:v>
                </c:pt>
                <c:pt idx="2790">
                  <c:v>04-03-2011</c:v>
                </c:pt>
                <c:pt idx="2791">
                  <c:v>07-03-2011</c:v>
                </c:pt>
                <c:pt idx="2792">
                  <c:v>08-03-2011</c:v>
                </c:pt>
                <c:pt idx="2793">
                  <c:v>09-03-2011</c:v>
                </c:pt>
                <c:pt idx="2794">
                  <c:v>10-03-2011</c:v>
                </c:pt>
                <c:pt idx="2795">
                  <c:v>11-03-2011</c:v>
                </c:pt>
                <c:pt idx="2796">
                  <c:v>14-03-2011</c:v>
                </c:pt>
                <c:pt idx="2797">
                  <c:v>15-03-2011</c:v>
                </c:pt>
                <c:pt idx="2798">
                  <c:v>16-03-2011</c:v>
                </c:pt>
                <c:pt idx="2799">
                  <c:v>17-03-2011</c:v>
                </c:pt>
                <c:pt idx="2800">
                  <c:v>18-03-2011</c:v>
                </c:pt>
                <c:pt idx="2801">
                  <c:v>21-03-2011</c:v>
                </c:pt>
                <c:pt idx="2802">
                  <c:v>22-03-2011</c:v>
                </c:pt>
                <c:pt idx="2803">
                  <c:v>23-03-2011</c:v>
                </c:pt>
                <c:pt idx="2804">
                  <c:v>24-03-2011</c:v>
                </c:pt>
                <c:pt idx="2805">
                  <c:v>25-03-2011</c:v>
                </c:pt>
                <c:pt idx="2806">
                  <c:v>28-03-2011</c:v>
                </c:pt>
                <c:pt idx="2807">
                  <c:v>29-03-2011</c:v>
                </c:pt>
                <c:pt idx="2808">
                  <c:v>30-03-2011</c:v>
                </c:pt>
                <c:pt idx="2809">
                  <c:v>31-03-2011</c:v>
                </c:pt>
                <c:pt idx="2810">
                  <c:v>01-04-2011</c:v>
                </c:pt>
                <c:pt idx="2811">
                  <c:v>04-04-2011</c:v>
                </c:pt>
                <c:pt idx="2812">
                  <c:v>05-04-2011</c:v>
                </c:pt>
                <c:pt idx="2813">
                  <c:v>06-04-2011</c:v>
                </c:pt>
                <c:pt idx="2814">
                  <c:v>07-04-2011</c:v>
                </c:pt>
                <c:pt idx="2815">
                  <c:v>08-04-2011</c:v>
                </c:pt>
                <c:pt idx="2816">
                  <c:v>11-04-2011</c:v>
                </c:pt>
                <c:pt idx="2817">
                  <c:v>13-04-2011</c:v>
                </c:pt>
                <c:pt idx="2818">
                  <c:v>15-04-2011</c:v>
                </c:pt>
                <c:pt idx="2819">
                  <c:v>18-04-2011</c:v>
                </c:pt>
                <c:pt idx="2820">
                  <c:v>19-04-2011</c:v>
                </c:pt>
                <c:pt idx="2821">
                  <c:v>20-04-2011</c:v>
                </c:pt>
                <c:pt idx="2822">
                  <c:v>21-04-2011</c:v>
                </c:pt>
                <c:pt idx="2823">
                  <c:v>25-04-2011</c:v>
                </c:pt>
                <c:pt idx="2824">
                  <c:v>26-04-2011</c:v>
                </c:pt>
                <c:pt idx="2825">
                  <c:v>27-04-2011</c:v>
                </c:pt>
                <c:pt idx="2826">
                  <c:v>28-04-2011</c:v>
                </c:pt>
                <c:pt idx="2827">
                  <c:v>29-04-2011</c:v>
                </c:pt>
                <c:pt idx="2828">
                  <c:v>02-05-2011</c:v>
                </c:pt>
                <c:pt idx="2829">
                  <c:v>03-05-2011</c:v>
                </c:pt>
                <c:pt idx="2830">
                  <c:v>04-05-2011</c:v>
                </c:pt>
                <c:pt idx="2831">
                  <c:v>05-05-2011</c:v>
                </c:pt>
                <c:pt idx="2832">
                  <c:v>06-05-2011</c:v>
                </c:pt>
                <c:pt idx="2833">
                  <c:v>09-05-2011</c:v>
                </c:pt>
                <c:pt idx="2834">
                  <c:v>10-05-2011</c:v>
                </c:pt>
                <c:pt idx="2835">
                  <c:v>11-05-2011</c:v>
                </c:pt>
                <c:pt idx="2836">
                  <c:v>12-05-2011</c:v>
                </c:pt>
                <c:pt idx="2837">
                  <c:v>13-05-2011</c:v>
                </c:pt>
                <c:pt idx="2838">
                  <c:v>16-05-2011</c:v>
                </c:pt>
                <c:pt idx="2839">
                  <c:v>17-05-2011</c:v>
                </c:pt>
                <c:pt idx="2840">
                  <c:v>18-05-2011</c:v>
                </c:pt>
                <c:pt idx="2841">
                  <c:v>19-05-2011</c:v>
                </c:pt>
                <c:pt idx="2842">
                  <c:v>20-05-2011</c:v>
                </c:pt>
                <c:pt idx="2843">
                  <c:v>23-05-2011</c:v>
                </c:pt>
                <c:pt idx="2844">
                  <c:v>24-05-2011</c:v>
                </c:pt>
                <c:pt idx="2845">
                  <c:v>25-05-2011</c:v>
                </c:pt>
                <c:pt idx="2846">
                  <c:v>26-05-2011</c:v>
                </c:pt>
                <c:pt idx="2847">
                  <c:v>27-05-2011</c:v>
                </c:pt>
                <c:pt idx="2848">
                  <c:v>30-05-2011</c:v>
                </c:pt>
                <c:pt idx="2849">
                  <c:v>31-05-2011</c:v>
                </c:pt>
                <c:pt idx="2850">
                  <c:v>01-06-2011</c:v>
                </c:pt>
                <c:pt idx="2851">
                  <c:v>02-06-2011</c:v>
                </c:pt>
                <c:pt idx="2852">
                  <c:v>03-06-2011</c:v>
                </c:pt>
                <c:pt idx="2853">
                  <c:v>06-06-2011</c:v>
                </c:pt>
                <c:pt idx="2854">
                  <c:v>07-06-2011</c:v>
                </c:pt>
                <c:pt idx="2855">
                  <c:v>08-06-2011</c:v>
                </c:pt>
                <c:pt idx="2856">
                  <c:v>09-06-2011</c:v>
                </c:pt>
                <c:pt idx="2857">
                  <c:v>10-06-2011</c:v>
                </c:pt>
                <c:pt idx="2858">
                  <c:v>13-06-2011</c:v>
                </c:pt>
                <c:pt idx="2859">
                  <c:v>14-06-2011</c:v>
                </c:pt>
                <c:pt idx="2860">
                  <c:v>15-06-2011</c:v>
                </c:pt>
                <c:pt idx="2861">
                  <c:v>16-06-2011</c:v>
                </c:pt>
                <c:pt idx="2862">
                  <c:v>17-06-2011</c:v>
                </c:pt>
                <c:pt idx="2863">
                  <c:v>20-06-2011</c:v>
                </c:pt>
                <c:pt idx="2864">
                  <c:v>21-06-2011</c:v>
                </c:pt>
                <c:pt idx="2865">
                  <c:v>22-06-2011</c:v>
                </c:pt>
                <c:pt idx="2866">
                  <c:v>23-06-2011</c:v>
                </c:pt>
                <c:pt idx="2867">
                  <c:v>24-06-2011</c:v>
                </c:pt>
                <c:pt idx="2868">
                  <c:v>27-06-2011</c:v>
                </c:pt>
                <c:pt idx="2869">
                  <c:v>28-06-2011</c:v>
                </c:pt>
                <c:pt idx="2870">
                  <c:v>29-06-2011</c:v>
                </c:pt>
                <c:pt idx="2871">
                  <c:v>30-06-2011</c:v>
                </c:pt>
                <c:pt idx="2872">
                  <c:v>01-07-2011</c:v>
                </c:pt>
                <c:pt idx="2873">
                  <c:v>04-07-2011</c:v>
                </c:pt>
                <c:pt idx="2874">
                  <c:v>05-07-2011</c:v>
                </c:pt>
                <c:pt idx="2875">
                  <c:v>06-07-2011</c:v>
                </c:pt>
                <c:pt idx="2876">
                  <c:v>07-07-2011</c:v>
                </c:pt>
                <c:pt idx="2877">
                  <c:v>08-07-2011</c:v>
                </c:pt>
                <c:pt idx="2878">
                  <c:v>11-07-2011</c:v>
                </c:pt>
                <c:pt idx="2879">
                  <c:v>12-07-2011</c:v>
                </c:pt>
                <c:pt idx="2880">
                  <c:v>13-07-2011</c:v>
                </c:pt>
                <c:pt idx="2881">
                  <c:v>14-07-2011</c:v>
                </c:pt>
                <c:pt idx="2882">
                  <c:v>15-07-2011</c:v>
                </c:pt>
                <c:pt idx="2883">
                  <c:v>18-07-2011</c:v>
                </c:pt>
                <c:pt idx="2884">
                  <c:v>19-07-2011</c:v>
                </c:pt>
                <c:pt idx="2885">
                  <c:v>20-07-2011</c:v>
                </c:pt>
                <c:pt idx="2886">
                  <c:v>21-07-2011</c:v>
                </c:pt>
                <c:pt idx="2887">
                  <c:v>22-07-2011</c:v>
                </c:pt>
                <c:pt idx="2888">
                  <c:v>25-07-2011</c:v>
                </c:pt>
                <c:pt idx="2889">
                  <c:v>26-07-2011</c:v>
                </c:pt>
                <c:pt idx="2890">
                  <c:v>27-07-2011</c:v>
                </c:pt>
                <c:pt idx="2891">
                  <c:v>28-07-2011</c:v>
                </c:pt>
                <c:pt idx="2892">
                  <c:v>29-07-2011</c:v>
                </c:pt>
                <c:pt idx="2893">
                  <c:v>01-08-2011</c:v>
                </c:pt>
                <c:pt idx="2894">
                  <c:v>02-08-2011</c:v>
                </c:pt>
                <c:pt idx="2895">
                  <c:v>03-08-2011</c:v>
                </c:pt>
                <c:pt idx="2896">
                  <c:v>04-08-2011</c:v>
                </c:pt>
                <c:pt idx="2897">
                  <c:v>05-08-2011</c:v>
                </c:pt>
                <c:pt idx="2898">
                  <c:v>08-08-2011</c:v>
                </c:pt>
                <c:pt idx="2899">
                  <c:v>09-08-2011</c:v>
                </c:pt>
                <c:pt idx="2900">
                  <c:v>10-08-2011</c:v>
                </c:pt>
                <c:pt idx="2901">
                  <c:v>11-08-2011</c:v>
                </c:pt>
                <c:pt idx="2902">
                  <c:v>12-08-2011</c:v>
                </c:pt>
                <c:pt idx="2903">
                  <c:v>16-08-2011</c:v>
                </c:pt>
                <c:pt idx="2904">
                  <c:v>17-08-2011</c:v>
                </c:pt>
                <c:pt idx="2905">
                  <c:v>18-08-2011</c:v>
                </c:pt>
                <c:pt idx="2906">
                  <c:v>19-08-2011</c:v>
                </c:pt>
                <c:pt idx="2907">
                  <c:v>22-08-2011</c:v>
                </c:pt>
                <c:pt idx="2908">
                  <c:v>23-08-2011</c:v>
                </c:pt>
                <c:pt idx="2909">
                  <c:v>24-08-2011</c:v>
                </c:pt>
                <c:pt idx="2910">
                  <c:v>25-08-2011</c:v>
                </c:pt>
                <c:pt idx="2911">
                  <c:v>26-08-2011</c:v>
                </c:pt>
                <c:pt idx="2912">
                  <c:v>29-08-2011</c:v>
                </c:pt>
                <c:pt idx="2913">
                  <c:v>30-08-2011</c:v>
                </c:pt>
                <c:pt idx="2914">
                  <c:v>02-09-2011</c:v>
                </c:pt>
                <c:pt idx="2915">
                  <c:v>05-09-2011</c:v>
                </c:pt>
                <c:pt idx="2916">
                  <c:v>06-09-2011</c:v>
                </c:pt>
                <c:pt idx="2917">
                  <c:v>07-09-2011</c:v>
                </c:pt>
                <c:pt idx="2918">
                  <c:v>08-09-2011</c:v>
                </c:pt>
                <c:pt idx="2919">
                  <c:v>09-09-2011</c:v>
                </c:pt>
                <c:pt idx="2920">
                  <c:v>12-09-2011</c:v>
                </c:pt>
                <c:pt idx="2921">
                  <c:v>13-09-2011</c:v>
                </c:pt>
                <c:pt idx="2922">
                  <c:v>14-09-2011</c:v>
                </c:pt>
                <c:pt idx="2923">
                  <c:v>15-09-2011</c:v>
                </c:pt>
                <c:pt idx="2924">
                  <c:v>16-09-2011</c:v>
                </c:pt>
                <c:pt idx="2925">
                  <c:v>19-09-2011</c:v>
                </c:pt>
                <c:pt idx="2926">
                  <c:v>20-09-2011</c:v>
                </c:pt>
                <c:pt idx="2927">
                  <c:v>21-09-2011</c:v>
                </c:pt>
                <c:pt idx="2928">
                  <c:v>22-09-2011</c:v>
                </c:pt>
                <c:pt idx="2929">
                  <c:v>23-09-2011</c:v>
                </c:pt>
                <c:pt idx="2930">
                  <c:v>26-09-2011</c:v>
                </c:pt>
                <c:pt idx="2931">
                  <c:v>27-09-2011</c:v>
                </c:pt>
                <c:pt idx="2932">
                  <c:v>28-09-2011</c:v>
                </c:pt>
                <c:pt idx="2933">
                  <c:v>29-09-2011</c:v>
                </c:pt>
                <c:pt idx="2934">
                  <c:v>30-09-2011</c:v>
                </c:pt>
                <c:pt idx="2935">
                  <c:v>03-10-2011</c:v>
                </c:pt>
                <c:pt idx="2936">
                  <c:v>04-10-2011</c:v>
                </c:pt>
                <c:pt idx="2937">
                  <c:v>05-10-2011</c:v>
                </c:pt>
                <c:pt idx="2938">
                  <c:v>07-10-2011</c:v>
                </c:pt>
                <c:pt idx="2939">
                  <c:v>10-10-2011</c:v>
                </c:pt>
                <c:pt idx="2940">
                  <c:v>11-10-2011</c:v>
                </c:pt>
                <c:pt idx="2941">
                  <c:v>12-10-2011</c:v>
                </c:pt>
                <c:pt idx="2942">
                  <c:v>13-10-2011</c:v>
                </c:pt>
                <c:pt idx="2943">
                  <c:v>14-10-2011</c:v>
                </c:pt>
                <c:pt idx="2944">
                  <c:v>17-10-2011</c:v>
                </c:pt>
                <c:pt idx="2945">
                  <c:v>18-10-2011</c:v>
                </c:pt>
                <c:pt idx="2946">
                  <c:v>19-10-2011</c:v>
                </c:pt>
                <c:pt idx="2947">
                  <c:v>20-10-2011</c:v>
                </c:pt>
                <c:pt idx="2948">
                  <c:v>21-10-2011</c:v>
                </c:pt>
                <c:pt idx="2949">
                  <c:v>24-10-2011</c:v>
                </c:pt>
                <c:pt idx="2950">
                  <c:v>25-10-2011</c:v>
                </c:pt>
                <c:pt idx="2951">
                  <c:v>26-10-2011</c:v>
                </c:pt>
                <c:pt idx="2952">
                  <c:v>28-10-2011</c:v>
                </c:pt>
                <c:pt idx="2953">
                  <c:v>31-10-2011</c:v>
                </c:pt>
                <c:pt idx="2954">
                  <c:v>01-11-2011</c:v>
                </c:pt>
                <c:pt idx="2955">
                  <c:v>02-11-2011</c:v>
                </c:pt>
                <c:pt idx="2956">
                  <c:v>03-11-2011</c:v>
                </c:pt>
                <c:pt idx="2957">
                  <c:v>04-11-2011</c:v>
                </c:pt>
                <c:pt idx="2958">
                  <c:v>08-11-2011</c:v>
                </c:pt>
                <c:pt idx="2959">
                  <c:v>09-11-2011</c:v>
                </c:pt>
                <c:pt idx="2960">
                  <c:v>11-11-2011</c:v>
                </c:pt>
                <c:pt idx="2961">
                  <c:v>14-11-2011</c:v>
                </c:pt>
                <c:pt idx="2962">
                  <c:v>15-11-2011</c:v>
                </c:pt>
                <c:pt idx="2963">
                  <c:v>16-11-2011</c:v>
                </c:pt>
                <c:pt idx="2964">
                  <c:v>17-11-2011</c:v>
                </c:pt>
                <c:pt idx="2965">
                  <c:v>18-11-2011</c:v>
                </c:pt>
                <c:pt idx="2966">
                  <c:v>21-11-2011</c:v>
                </c:pt>
                <c:pt idx="2967">
                  <c:v>22-11-2011</c:v>
                </c:pt>
                <c:pt idx="2968">
                  <c:v>23-11-2011</c:v>
                </c:pt>
                <c:pt idx="2969">
                  <c:v>24-11-2011</c:v>
                </c:pt>
                <c:pt idx="2970">
                  <c:v>25-11-2011</c:v>
                </c:pt>
                <c:pt idx="2971">
                  <c:v>28-11-2011</c:v>
                </c:pt>
                <c:pt idx="2972">
                  <c:v>29-11-2011</c:v>
                </c:pt>
                <c:pt idx="2973">
                  <c:v>30-11-2011</c:v>
                </c:pt>
                <c:pt idx="2974">
                  <c:v>01-12-2011</c:v>
                </c:pt>
                <c:pt idx="2975">
                  <c:v>02-12-2011</c:v>
                </c:pt>
                <c:pt idx="2976">
                  <c:v>05-12-2011</c:v>
                </c:pt>
                <c:pt idx="2977">
                  <c:v>07-12-2011</c:v>
                </c:pt>
                <c:pt idx="2978">
                  <c:v>08-12-2011</c:v>
                </c:pt>
                <c:pt idx="2979">
                  <c:v>09-12-2011</c:v>
                </c:pt>
                <c:pt idx="2980">
                  <c:v>12-12-2011</c:v>
                </c:pt>
                <c:pt idx="2981">
                  <c:v>13-12-2011</c:v>
                </c:pt>
                <c:pt idx="2982">
                  <c:v>14-12-2011</c:v>
                </c:pt>
                <c:pt idx="2983">
                  <c:v>15-12-2011</c:v>
                </c:pt>
                <c:pt idx="2984">
                  <c:v>16-12-2011</c:v>
                </c:pt>
                <c:pt idx="2985">
                  <c:v>19-12-2011</c:v>
                </c:pt>
                <c:pt idx="2986">
                  <c:v>20-12-2011</c:v>
                </c:pt>
                <c:pt idx="2987">
                  <c:v>21-12-2011</c:v>
                </c:pt>
                <c:pt idx="2988">
                  <c:v>22-12-2011</c:v>
                </c:pt>
                <c:pt idx="2989">
                  <c:v>23-12-2011</c:v>
                </c:pt>
                <c:pt idx="2990">
                  <c:v>26-12-2011</c:v>
                </c:pt>
                <c:pt idx="2991">
                  <c:v>27-12-2011</c:v>
                </c:pt>
                <c:pt idx="2992">
                  <c:v>28-12-2011</c:v>
                </c:pt>
                <c:pt idx="2993">
                  <c:v>29-12-2011</c:v>
                </c:pt>
                <c:pt idx="2994">
                  <c:v>30-12-2011</c:v>
                </c:pt>
                <c:pt idx="2995">
                  <c:v>02-01-2012</c:v>
                </c:pt>
                <c:pt idx="2996">
                  <c:v>03-01-2012</c:v>
                </c:pt>
                <c:pt idx="2997">
                  <c:v>04-01-2012</c:v>
                </c:pt>
                <c:pt idx="2998">
                  <c:v>05-01-2012</c:v>
                </c:pt>
                <c:pt idx="2999">
                  <c:v>06-01-2012</c:v>
                </c:pt>
                <c:pt idx="3000">
                  <c:v>07-01-2012</c:v>
                </c:pt>
                <c:pt idx="3001">
                  <c:v>09-01-2012</c:v>
                </c:pt>
                <c:pt idx="3002">
                  <c:v>10-01-2012</c:v>
                </c:pt>
                <c:pt idx="3003">
                  <c:v>11-01-2012</c:v>
                </c:pt>
                <c:pt idx="3004">
                  <c:v>12-01-2012</c:v>
                </c:pt>
                <c:pt idx="3005">
                  <c:v>13-01-2012</c:v>
                </c:pt>
                <c:pt idx="3006">
                  <c:v>16-01-2012</c:v>
                </c:pt>
                <c:pt idx="3007">
                  <c:v>17-01-2012</c:v>
                </c:pt>
                <c:pt idx="3008">
                  <c:v>18-01-2012</c:v>
                </c:pt>
                <c:pt idx="3009">
                  <c:v>19-01-2012</c:v>
                </c:pt>
                <c:pt idx="3010">
                  <c:v>20-01-2012</c:v>
                </c:pt>
                <c:pt idx="3011">
                  <c:v>23-01-2012</c:v>
                </c:pt>
                <c:pt idx="3012">
                  <c:v>24-01-2012</c:v>
                </c:pt>
                <c:pt idx="3013">
                  <c:v>25-01-2012</c:v>
                </c:pt>
                <c:pt idx="3014">
                  <c:v>27-01-2012</c:v>
                </c:pt>
                <c:pt idx="3015">
                  <c:v>30-01-2012</c:v>
                </c:pt>
                <c:pt idx="3016">
                  <c:v>31-01-2012</c:v>
                </c:pt>
                <c:pt idx="3017">
                  <c:v>01-02-2012</c:v>
                </c:pt>
                <c:pt idx="3018">
                  <c:v>02-02-2012</c:v>
                </c:pt>
                <c:pt idx="3019">
                  <c:v>03-02-2012</c:v>
                </c:pt>
                <c:pt idx="3020">
                  <c:v>06-02-2012</c:v>
                </c:pt>
                <c:pt idx="3021">
                  <c:v>07-02-2012</c:v>
                </c:pt>
                <c:pt idx="3022">
                  <c:v>08-02-2012</c:v>
                </c:pt>
                <c:pt idx="3023">
                  <c:v>09-02-2012</c:v>
                </c:pt>
                <c:pt idx="3024">
                  <c:v>10-02-2012</c:v>
                </c:pt>
                <c:pt idx="3025">
                  <c:v>13-02-2012</c:v>
                </c:pt>
                <c:pt idx="3026">
                  <c:v>14-02-2012</c:v>
                </c:pt>
                <c:pt idx="3027">
                  <c:v>15-02-2012</c:v>
                </c:pt>
                <c:pt idx="3028">
                  <c:v>16-02-2012</c:v>
                </c:pt>
                <c:pt idx="3029">
                  <c:v>17-02-2012</c:v>
                </c:pt>
                <c:pt idx="3030">
                  <c:v>21-02-2012</c:v>
                </c:pt>
                <c:pt idx="3031">
                  <c:v>22-02-2012</c:v>
                </c:pt>
                <c:pt idx="3032">
                  <c:v>23-02-2012</c:v>
                </c:pt>
                <c:pt idx="3033">
                  <c:v>24-02-2012</c:v>
                </c:pt>
                <c:pt idx="3034">
                  <c:v>27-02-2012</c:v>
                </c:pt>
                <c:pt idx="3035">
                  <c:v>28-02-2012</c:v>
                </c:pt>
                <c:pt idx="3036">
                  <c:v>29-02-2012</c:v>
                </c:pt>
                <c:pt idx="3037">
                  <c:v>01-03-2012</c:v>
                </c:pt>
                <c:pt idx="3038">
                  <c:v>02-03-2012</c:v>
                </c:pt>
                <c:pt idx="3039">
                  <c:v>03-03-2012</c:v>
                </c:pt>
                <c:pt idx="3040">
                  <c:v>05-03-2012</c:v>
                </c:pt>
                <c:pt idx="3041">
                  <c:v>06-03-2012</c:v>
                </c:pt>
                <c:pt idx="3042">
                  <c:v>07-03-2012</c:v>
                </c:pt>
                <c:pt idx="3043">
                  <c:v>09-03-2012</c:v>
                </c:pt>
                <c:pt idx="3044">
                  <c:v>12-03-2012</c:v>
                </c:pt>
                <c:pt idx="3045">
                  <c:v>13-03-2012</c:v>
                </c:pt>
                <c:pt idx="3046">
                  <c:v>14-03-2012</c:v>
                </c:pt>
                <c:pt idx="3047">
                  <c:v>15-03-2012</c:v>
                </c:pt>
                <c:pt idx="3048">
                  <c:v>16-03-2012</c:v>
                </c:pt>
                <c:pt idx="3049">
                  <c:v>19-03-2012</c:v>
                </c:pt>
                <c:pt idx="3050">
                  <c:v>20-03-2012</c:v>
                </c:pt>
                <c:pt idx="3051">
                  <c:v>21-03-2012</c:v>
                </c:pt>
                <c:pt idx="3052">
                  <c:v>22-03-2012</c:v>
                </c:pt>
                <c:pt idx="3053">
                  <c:v>23-03-2012</c:v>
                </c:pt>
                <c:pt idx="3054">
                  <c:v>26-03-2012</c:v>
                </c:pt>
                <c:pt idx="3055">
                  <c:v>27-03-2012</c:v>
                </c:pt>
                <c:pt idx="3056">
                  <c:v>28-03-2012</c:v>
                </c:pt>
                <c:pt idx="3057">
                  <c:v>29-03-2012</c:v>
                </c:pt>
                <c:pt idx="3058">
                  <c:v>30-03-2012</c:v>
                </c:pt>
                <c:pt idx="3059">
                  <c:v>02-04-2012</c:v>
                </c:pt>
                <c:pt idx="3060">
                  <c:v>03-04-2012</c:v>
                </c:pt>
                <c:pt idx="3061">
                  <c:v>04-04-2012</c:v>
                </c:pt>
                <c:pt idx="3062">
                  <c:v>09-04-2012</c:v>
                </c:pt>
                <c:pt idx="3063">
                  <c:v>10-04-2012</c:v>
                </c:pt>
                <c:pt idx="3064">
                  <c:v>11-04-2012</c:v>
                </c:pt>
                <c:pt idx="3065">
                  <c:v>12-04-2012</c:v>
                </c:pt>
                <c:pt idx="3066">
                  <c:v>13-04-2012</c:v>
                </c:pt>
                <c:pt idx="3067">
                  <c:v>16-04-2012</c:v>
                </c:pt>
                <c:pt idx="3068">
                  <c:v>17-04-2012</c:v>
                </c:pt>
                <c:pt idx="3069">
                  <c:v>18-04-2012</c:v>
                </c:pt>
                <c:pt idx="3070">
                  <c:v>19-04-2012</c:v>
                </c:pt>
                <c:pt idx="3071">
                  <c:v>20-04-2012</c:v>
                </c:pt>
                <c:pt idx="3072">
                  <c:v>23-04-2012</c:v>
                </c:pt>
                <c:pt idx="3073">
                  <c:v>24-04-2012</c:v>
                </c:pt>
                <c:pt idx="3074">
                  <c:v>25-04-2012</c:v>
                </c:pt>
                <c:pt idx="3075">
                  <c:v>26-04-2012</c:v>
                </c:pt>
                <c:pt idx="3076">
                  <c:v>27-04-2012</c:v>
                </c:pt>
                <c:pt idx="3077">
                  <c:v>28-04-2012</c:v>
                </c:pt>
                <c:pt idx="3078">
                  <c:v>30-04-2012</c:v>
                </c:pt>
                <c:pt idx="3079">
                  <c:v>02-05-2012</c:v>
                </c:pt>
                <c:pt idx="3080">
                  <c:v>03-05-2012</c:v>
                </c:pt>
                <c:pt idx="3081">
                  <c:v>04-05-2012</c:v>
                </c:pt>
                <c:pt idx="3082">
                  <c:v>07-05-2012</c:v>
                </c:pt>
                <c:pt idx="3083">
                  <c:v>08-05-2012</c:v>
                </c:pt>
                <c:pt idx="3084">
                  <c:v>09-05-2012</c:v>
                </c:pt>
                <c:pt idx="3085">
                  <c:v>10-05-2012</c:v>
                </c:pt>
                <c:pt idx="3086">
                  <c:v>11-05-2012</c:v>
                </c:pt>
                <c:pt idx="3087">
                  <c:v>14-05-2012</c:v>
                </c:pt>
                <c:pt idx="3088">
                  <c:v>15-05-2012</c:v>
                </c:pt>
                <c:pt idx="3089">
                  <c:v>16-05-2012</c:v>
                </c:pt>
                <c:pt idx="3090">
                  <c:v>17-05-2012</c:v>
                </c:pt>
                <c:pt idx="3091">
                  <c:v>18-05-2012</c:v>
                </c:pt>
                <c:pt idx="3092">
                  <c:v>21-05-2012</c:v>
                </c:pt>
                <c:pt idx="3093">
                  <c:v>22-05-2012</c:v>
                </c:pt>
                <c:pt idx="3094">
                  <c:v>23-05-2012</c:v>
                </c:pt>
                <c:pt idx="3095">
                  <c:v>24-05-2012</c:v>
                </c:pt>
                <c:pt idx="3096">
                  <c:v>25-05-2012</c:v>
                </c:pt>
                <c:pt idx="3097">
                  <c:v>28-05-2012</c:v>
                </c:pt>
                <c:pt idx="3098">
                  <c:v>29-05-2012</c:v>
                </c:pt>
                <c:pt idx="3099">
                  <c:v>30-05-2012</c:v>
                </c:pt>
                <c:pt idx="3100">
                  <c:v>31-05-2012</c:v>
                </c:pt>
                <c:pt idx="3101">
                  <c:v>01-06-2012</c:v>
                </c:pt>
                <c:pt idx="3102">
                  <c:v>04-06-2012</c:v>
                </c:pt>
                <c:pt idx="3103">
                  <c:v>05-06-2012</c:v>
                </c:pt>
                <c:pt idx="3104">
                  <c:v>06-06-2012</c:v>
                </c:pt>
                <c:pt idx="3105">
                  <c:v>07-06-2012</c:v>
                </c:pt>
                <c:pt idx="3106">
                  <c:v>08-06-2012</c:v>
                </c:pt>
                <c:pt idx="3107">
                  <c:v>11-06-2012</c:v>
                </c:pt>
                <c:pt idx="3108">
                  <c:v>12-06-2012</c:v>
                </c:pt>
                <c:pt idx="3109">
                  <c:v>13-06-2012</c:v>
                </c:pt>
                <c:pt idx="3110">
                  <c:v>14-06-2012</c:v>
                </c:pt>
                <c:pt idx="3111">
                  <c:v>15-06-2012</c:v>
                </c:pt>
                <c:pt idx="3112">
                  <c:v>18-06-2012</c:v>
                </c:pt>
                <c:pt idx="3113">
                  <c:v>19-06-2012</c:v>
                </c:pt>
                <c:pt idx="3114">
                  <c:v>20-06-2012</c:v>
                </c:pt>
                <c:pt idx="3115">
                  <c:v>21-06-2012</c:v>
                </c:pt>
                <c:pt idx="3116">
                  <c:v>22-06-2012</c:v>
                </c:pt>
                <c:pt idx="3117">
                  <c:v>25-06-2012</c:v>
                </c:pt>
                <c:pt idx="3118">
                  <c:v>26-06-2012</c:v>
                </c:pt>
                <c:pt idx="3119">
                  <c:v>27-06-2012</c:v>
                </c:pt>
                <c:pt idx="3120">
                  <c:v>28-06-2012</c:v>
                </c:pt>
                <c:pt idx="3121">
                  <c:v>29-06-2012</c:v>
                </c:pt>
                <c:pt idx="3122">
                  <c:v>02-07-2012</c:v>
                </c:pt>
                <c:pt idx="3123">
                  <c:v>03-07-2012</c:v>
                </c:pt>
                <c:pt idx="3124">
                  <c:v>04-07-2012</c:v>
                </c:pt>
                <c:pt idx="3125">
                  <c:v>05-07-2012</c:v>
                </c:pt>
                <c:pt idx="3126">
                  <c:v>06-07-2012</c:v>
                </c:pt>
                <c:pt idx="3127">
                  <c:v>09-07-2012</c:v>
                </c:pt>
                <c:pt idx="3128">
                  <c:v>10-07-2012</c:v>
                </c:pt>
                <c:pt idx="3129">
                  <c:v>11-07-2012</c:v>
                </c:pt>
                <c:pt idx="3130">
                  <c:v>12-07-2012</c:v>
                </c:pt>
                <c:pt idx="3131">
                  <c:v>13-07-2012</c:v>
                </c:pt>
                <c:pt idx="3132">
                  <c:v>16-07-2012</c:v>
                </c:pt>
                <c:pt idx="3133">
                  <c:v>17-07-2012</c:v>
                </c:pt>
                <c:pt idx="3134">
                  <c:v>18-07-2012</c:v>
                </c:pt>
                <c:pt idx="3135">
                  <c:v>19-07-2012</c:v>
                </c:pt>
                <c:pt idx="3136">
                  <c:v>20-07-2012</c:v>
                </c:pt>
                <c:pt idx="3137">
                  <c:v>23-07-2012</c:v>
                </c:pt>
                <c:pt idx="3138">
                  <c:v>24-07-2012</c:v>
                </c:pt>
                <c:pt idx="3139">
                  <c:v>25-07-2012</c:v>
                </c:pt>
                <c:pt idx="3140">
                  <c:v>26-07-2012</c:v>
                </c:pt>
                <c:pt idx="3141">
                  <c:v>27-07-2012</c:v>
                </c:pt>
                <c:pt idx="3142">
                  <c:v>30-07-2012</c:v>
                </c:pt>
                <c:pt idx="3143">
                  <c:v>31-07-2012</c:v>
                </c:pt>
                <c:pt idx="3144">
                  <c:v>01-08-2012</c:v>
                </c:pt>
                <c:pt idx="3145">
                  <c:v>02-08-2012</c:v>
                </c:pt>
                <c:pt idx="3146">
                  <c:v>03-08-2012</c:v>
                </c:pt>
                <c:pt idx="3147">
                  <c:v>06-08-2012</c:v>
                </c:pt>
                <c:pt idx="3148">
                  <c:v>07-08-2012</c:v>
                </c:pt>
                <c:pt idx="3149">
                  <c:v>08-08-2012</c:v>
                </c:pt>
                <c:pt idx="3150">
                  <c:v>09-08-2012</c:v>
                </c:pt>
                <c:pt idx="3151">
                  <c:v>10-08-2012</c:v>
                </c:pt>
                <c:pt idx="3152">
                  <c:v>13-08-2012</c:v>
                </c:pt>
                <c:pt idx="3153">
                  <c:v>14-08-2012</c:v>
                </c:pt>
                <c:pt idx="3154">
                  <c:v>16-08-2012</c:v>
                </c:pt>
                <c:pt idx="3155">
                  <c:v>17-08-2012</c:v>
                </c:pt>
                <c:pt idx="3156">
                  <c:v>21-08-2012</c:v>
                </c:pt>
                <c:pt idx="3157">
                  <c:v>22-08-2012</c:v>
                </c:pt>
                <c:pt idx="3158">
                  <c:v>23-08-2012</c:v>
                </c:pt>
                <c:pt idx="3159">
                  <c:v>24-08-2012</c:v>
                </c:pt>
                <c:pt idx="3160">
                  <c:v>27-08-2012</c:v>
                </c:pt>
                <c:pt idx="3161">
                  <c:v>28-08-2012</c:v>
                </c:pt>
                <c:pt idx="3162">
                  <c:v>29-08-2012</c:v>
                </c:pt>
                <c:pt idx="3163">
                  <c:v>30-08-2012</c:v>
                </c:pt>
                <c:pt idx="3164">
                  <c:v>31-08-2012</c:v>
                </c:pt>
                <c:pt idx="3165">
                  <c:v>03-09-2012</c:v>
                </c:pt>
                <c:pt idx="3166">
                  <c:v>04-09-2012</c:v>
                </c:pt>
                <c:pt idx="3167">
                  <c:v>05-09-2012</c:v>
                </c:pt>
                <c:pt idx="3168">
                  <c:v>06-09-2012</c:v>
                </c:pt>
                <c:pt idx="3169">
                  <c:v>07-09-2012</c:v>
                </c:pt>
                <c:pt idx="3170">
                  <c:v>08-09-2012</c:v>
                </c:pt>
                <c:pt idx="3171">
                  <c:v>10-09-2012</c:v>
                </c:pt>
                <c:pt idx="3172">
                  <c:v>11-09-2012</c:v>
                </c:pt>
                <c:pt idx="3173">
                  <c:v>12-09-2012</c:v>
                </c:pt>
                <c:pt idx="3174">
                  <c:v>13-09-2012</c:v>
                </c:pt>
                <c:pt idx="3175">
                  <c:v>14-09-2012</c:v>
                </c:pt>
                <c:pt idx="3176">
                  <c:v>17-09-2012</c:v>
                </c:pt>
                <c:pt idx="3177">
                  <c:v>18-09-2012</c:v>
                </c:pt>
                <c:pt idx="3178">
                  <c:v>20-09-2012</c:v>
                </c:pt>
                <c:pt idx="3179">
                  <c:v>21-09-2012</c:v>
                </c:pt>
                <c:pt idx="3180">
                  <c:v>24-09-2012</c:v>
                </c:pt>
                <c:pt idx="3181">
                  <c:v>25-09-2012</c:v>
                </c:pt>
                <c:pt idx="3182">
                  <c:v>26-09-2012</c:v>
                </c:pt>
                <c:pt idx="3183">
                  <c:v>27-09-2012</c:v>
                </c:pt>
                <c:pt idx="3184">
                  <c:v>28-09-2012</c:v>
                </c:pt>
                <c:pt idx="3185">
                  <c:v>01-10-2012</c:v>
                </c:pt>
                <c:pt idx="3186">
                  <c:v>03-10-2012</c:v>
                </c:pt>
                <c:pt idx="3187">
                  <c:v>04-10-2012</c:v>
                </c:pt>
                <c:pt idx="3188">
                  <c:v>05-10-2012</c:v>
                </c:pt>
                <c:pt idx="3189">
                  <c:v>08-10-2012</c:v>
                </c:pt>
                <c:pt idx="3190">
                  <c:v>09-10-2012</c:v>
                </c:pt>
                <c:pt idx="3191">
                  <c:v>10-10-2012</c:v>
                </c:pt>
                <c:pt idx="3192">
                  <c:v>11-10-2012</c:v>
                </c:pt>
                <c:pt idx="3193">
                  <c:v>12-10-2012</c:v>
                </c:pt>
                <c:pt idx="3194">
                  <c:v>15-10-2012</c:v>
                </c:pt>
                <c:pt idx="3195">
                  <c:v>16-10-2012</c:v>
                </c:pt>
                <c:pt idx="3196">
                  <c:v>17-10-2012</c:v>
                </c:pt>
                <c:pt idx="3197">
                  <c:v>18-10-2012</c:v>
                </c:pt>
                <c:pt idx="3198">
                  <c:v>19-10-2012</c:v>
                </c:pt>
                <c:pt idx="3199">
                  <c:v>22-10-2012</c:v>
                </c:pt>
                <c:pt idx="3200">
                  <c:v>23-10-2012</c:v>
                </c:pt>
                <c:pt idx="3201">
                  <c:v>25-10-2012</c:v>
                </c:pt>
                <c:pt idx="3202">
                  <c:v>26-10-2012</c:v>
                </c:pt>
                <c:pt idx="3203">
                  <c:v>29-10-2012</c:v>
                </c:pt>
                <c:pt idx="3204">
                  <c:v>30-10-2012</c:v>
                </c:pt>
                <c:pt idx="3205">
                  <c:v>31-10-2012</c:v>
                </c:pt>
                <c:pt idx="3206">
                  <c:v>01-11-2012</c:v>
                </c:pt>
                <c:pt idx="3207">
                  <c:v>02-11-2012</c:v>
                </c:pt>
                <c:pt idx="3208">
                  <c:v>05-11-2012</c:v>
                </c:pt>
                <c:pt idx="3209">
                  <c:v>06-11-2012</c:v>
                </c:pt>
                <c:pt idx="3210">
                  <c:v>07-11-2012</c:v>
                </c:pt>
                <c:pt idx="3211">
                  <c:v>08-11-2012</c:v>
                </c:pt>
                <c:pt idx="3212">
                  <c:v>09-11-2012</c:v>
                </c:pt>
                <c:pt idx="3213">
                  <c:v>12-11-2012</c:v>
                </c:pt>
                <c:pt idx="3214">
                  <c:v>13-11-2012</c:v>
                </c:pt>
                <c:pt idx="3215">
                  <c:v>15-11-2012</c:v>
                </c:pt>
                <c:pt idx="3216">
                  <c:v>16-11-2012</c:v>
                </c:pt>
                <c:pt idx="3217">
                  <c:v>19-11-2012</c:v>
                </c:pt>
                <c:pt idx="3218">
                  <c:v>20-11-2012</c:v>
                </c:pt>
                <c:pt idx="3219">
                  <c:v>21-11-2012</c:v>
                </c:pt>
                <c:pt idx="3220">
                  <c:v>22-11-2012</c:v>
                </c:pt>
                <c:pt idx="3221">
                  <c:v>23-11-2012</c:v>
                </c:pt>
                <c:pt idx="3222">
                  <c:v>26-11-2012</c:v>
                </c:pt>
                <c:pt idx="3223">
                  <c:v>27-11-2012</c:v>
                </c:pt>
                <c:pt idx="3224">
                  <c:v>29-11-2012</c:v>
                </c:pt>
                <c:pt idx="3225">
                  <c:v>30-11-2012</c:v>
                </c:pt>
                <c:pt idx="3226">
                  <c:v>03-12-2012</c:v>
                </c:pt>
                <c:pt idx="3227">
                  <c:v>04-12-2012</c:v>
                </c:pt>
                <c:pt idx="3228">
                  <c:v>05-12-2012</c:v>
                </c:pt>
                <c:pt idx="3229">
                  <c:v>06-12-2012</c:v>
                </c:pt>
                <c:pt idx="3230">
                  <c:v>07-12-2012</c:v>
                </c:pt>
                <c:pt idx="3231">
                  <c:v>10-12-2012</c:v>
                </c:pt>
                <c:pt idx="3232">
                  <c:v>11-12-2012</c:v>
                </c:pt>
                <c:pt idx="3233">
                  <c:v>12-12-2012</c:v>
                </c:pt>
                <c:pt idx="3234">
                  <c:v>13-12-2012</c:v>
                </c:pt>
                <c:pt idx="3235">
                  <c:v>14-12-2012</c:v>
                </c:pt>
                <c:pt idx="3236">
                  <c:v>17-12-2012</c:v>
                </c:pt>
                <c:pt idx="3237">
                  <c:v>18-12-2012</c:v>
                </c:pt>
                <c:pt idx="3238">
                  <c:v>19-12-2012</c:v>
                </c:pt>
                <c:pt idx="3239">
                  <c:v>20-12-2012</c:v>
                </c:pt>
                <c:pt idx="3240">
                  <c:v>21-12-2012</c:v>
                </c:pt>
                <c:pt idx="3241">
                  <c:v>24-12-2012</c:v>
                </c:pt>
                <c:pt idx="3242">
                  <c:v>26-12-2012</c:v>
                </c:pt>
                <c:pt idx="3243">
                  <c:v>27-12-2012</c:v>
                </c:pt>
                <c:pt idx="3244">
                  <c:v>28-12-2012</c:v>
                </c:pt>
                <c:pt idx="3245">
                  <c:v>31-12-2012</c:v>
                </c:pt>
                <c:pt idx="3246">
                  <c:v>01-01-2013</c:v>
                </c:pt>
                <c:pt idx="3247">
                  <c:v>02-01-2013</c:v>
                </c:pt>
                <c:pt idx="3248">
                  <c:v>03-01-2013</c:v>
                </c:pt>
                <c:pt idx="3249">
                  <c:v>04-01-2013</c:v>
                </c:pt>
                <c:pt idx="3250">
                  <c:v>07-01-2013</c:v>
                </c:pt>
                <c:pt idx="3251">
                  <c:v>08-01-2013</c:v>
                </c:pt>
                <c:pt idx="3252">
                  <c:v>09-01-2013</c:v>
                </c:pt>
                <c:pt idx="3253">
                  <c:v>10-01-2013</c:v>
                </c:pt>
                <c:pt idx="3254">
                  <c:v>11-01-2013</c:v>
                </c:pt>
                <c:pt idx="3255">
                  <c:v>14-01-2013</c:v>
                </c:pt>
                <c:pt idx="3256">
                  <c:v>15-01-2013</c:v>
                </c:pt>
                <c:pt idx="3257">
                  <c:v>16-01-2013</c:v>
                </c:pt>
                <c:pt idx="3258">
                  <c:v>17-01-2013</c:v>
                </c:pt>
                <c:pt idx="3259">
                  <c:v>18-01-2013</c:v>
                </c:pt>
                <c:pt idx="3260">
                  <c:v>21-01-2013</c:v>
                </c:pt>
                <c:pt idx="3261">
                  <c:v>22-01-2013</c:v>
                </c:pt>
                <c:pt idx="3262">
                  <c:v>23-01-2013</c:v>
                </c:pt>
                <c:pt idx="3263">
                  <c:v>24-01-2013</c:v>
                </c:pt>
                <c:pt idx="3264">
                  <c:v>25-01-2013</c:v>
                </c:pt>
                <c:pt idx="3265">
                  <c:v>28-01-2013</c:v>
                </c:pt>
                <c:pt idx="3266">
                  <c:v>29-01-2013</c:v>
                </c:pt>
                <c:pt idx="3267">
                  <c:v>30-01-2013</c:v>
                </c:pt>
                <c:pt idx="3268">
                  <c:v>31-01-2013</c:v>
                </c:pt>
                <c:pt idx="3269">
                  <c:v>01-02-2013</c:v>
                </c:pt>
                <c:pt idx="3270">
                  <c:v>04-02-2013</c:v>
                </c:pt>
                <c:pt idx="3271">
                  <c:v>05-02-2013</c:v>
                </c:pt>
                <c:pt idx="3272">
                  <c:v>06-02-2013</c:v>
                </c:pt>
                <c:pt idx="3273">
                  <c:v>07-02-2013</c:v>
                </c:pt>
                <c:pt idx="3274">
                  <c:v>08-02-2013</c:v>
                </c:pt>
                <c:pt idx="3275">
                  <c:v>11-02-2013</c:v>
                </c:pt>
                <c:pt idx="3276">
                  <c:v>12-02-2013</c:v>
                </c:pt>
                <c:pt idx="3277">
                  <c:v>13-02-2013</c:v>
                </c:pt>
                <c:pt idx="3278">
                  <c:v>14-02-2013</c:v>
                </c:pt>
                <c:pt idx="3279">
                  <c:v>15-02-2013</c:v>
                </c:pt>
                <c:pt idx="3280">
                  <c:v>18-02-2013</c:v>
                </c:pt>
                <c:pt idx="3281">
                  <c:v>19-02-2013</c:v>
                </c:pt>
                <c:pt idx="3282">
                  <c:v>20-02-2013</c:v>
                </c:pt>
                <c:pt idx="3283">
                  <c:v>21-02-2013</c:v>
                </c:pt>
                <c:pt idx="3284">
                  <c:v>22-02-2013</c:v>
                </c:pt>
                <c:pt idx="3285">
                  <c:v>25-02-2013</c:v>
                </c:pt>
                <c:pt idx="3286">
                  <c:v>26-02-2013</c:v>
                </c:pt>
                <c:pt idx="3287">
                  <c:v>27-02-2013</c:v>
                </c:pt>
                <c:pt idx="3288">
                  <c:v>28-02-2013</c:v>
                </c:pt>
                <c:pt idx="3289">
                  <c:v>01-03-2013</c:v>
                </c:pt>
                <c:pt idx="3290">
                  <c:v>04-03-2013</c:v>
                </c:pt>
                <c:pt idx="3291">
                  <c:v>05-03-2013</c:v>
                </c:pt>
                <c:pt idx="3292">
                  <c:v>06-03-2013</c:v>
                </c:pt>
                <c:pt idx="3293">
                  <c:v>07-03-2013</c:v>
                </c:pt>
                <c:pt idx="3294">
                  <c:v>08-03-2013</c:v>
                </c:pt>
                <c:pt idx="3295">
                  <c:v>11-03-2013</c:v>
                </c:pt>
                <c:pt idx="3296">
                  <c:v>12-03-2013</c:v>
                </c:pt>
                <c:pt idx="3297">
                  <c:v>13-03-2013</c:v>
                </c:pt>
                <c:pt idx="3298">
                  <c:v>14-03-2013</c:v>
                </c:pt>
                <c:pt idx="3299">
                  <c:v>15-03-2013</c:v>
                </c:pt>
                <c:pt idx="3300">
                  <c:v>18-03-2013</c:v>
                </c:pt>
                <c:pt idx="3301">
                  <c:v>19-03-2013</c:v>
                </c:pt>
                <c:pt idx="3302">
                  <c:v>20-03-2013</c:v>
                </c:pt>
                <c:pt idx="3303">
                  <c:v>21-03-2013</c:v>
                </c:pt>
                <c:pt idx="3304">
                  <c:v>22-03-2013</c:v>
                </c:pt>
                <c:pt idx="3305">
                  <c:v>25-03-2013</c:v>
                </c:pt>
                <c:pt idx="3306">
                  <c:v>26-03-2013</c:v>
                </c:pt>
                <c:pt idx="3307">
                  <c:v>28-03-2013</c:v>
                </c:pt>
                <c:pt idx="3308">
                  <c:v>01-04-2013</c:v>
                </c:pt>
                <c:pt idx="3309">
                  <c:v>02-04-2013</c:v>
                </c:pt>
                <c:pt idx="3310">
                  <c:v>03-04-2013</c:v>
                </c:pt>
                <c:pt idx="3311">
                  <c:v>04-04-2013</c:v>
                </c:pt>
                <c:pt idx="3312">
                  <c:v>05-04-2013</c:v>
                </c:pt>
                <c:pt idx="3313">
                  <c:v>08-04-2013</c:v>
                </c:pt>
                <c:pt idx="3314">
                  <c:v>09-04-2013</c:v>
                </c:pt>
                <c:pt idx="3315">
                  <c:v>10-04-2013</c:v>
                </c:pt>
                <c:pt idx="3316">
                  <c:v>11-04-2013</c:v>
                </c:pt>
                <c:pt idx="3317">
                  <c:v>12-04-2013</c:v>
                </c:pt>
                <c:pt idx="3318">
                  <c:v>15-04-2013</c:v>
                </c:pt>
                <c:pt idx="3319">
                  <c:v>16-04-2013</c:v>
                </c:pt>
                <c:pt idx="3320">
                  <c:v>17-04-2013</c:v>
                </c:pt>
                <c:pt idx="3321">
                  <c:v>18-04-2013</c:v>
                </c:pt>
                <c:pt idx="3322">
                  <c:v>22-04-2013</c:v>
                </c:pt>
                <c:pt idx="3323">
                  <c:v>23-04-2013</c:v>
                </c:pt>
                <c:pt idx="3324">
                  <c:v>25-04-2013</c:v>
                </c:pt>
                <c:pt idx="3325">
                  <c:v>26-04-2013</c:v>
                </c:pt>
                <c:pt idx="3326">
                  <c:v>29-04-2013</c:v>
                </c:pt>
                <c:pt idx="3327">
                  <c:v>30-04-2013</c:v>
                </c:pt>
                <c:pt idx="3328">
                  <c:v>02-05-2013</c:v>
                </c:pt>
                <c:pt idx="3329">
                  <c:v>03-05-2013</c:v>
                </c:pt>
                <c:pt idx="3330">
                  <c:v>06-05-2013</c:v>
                </c:pt>
                <c:pt idx="3331">
                  <c:v>07-05-2013</c:v>
                </c:pt>
                <c:pt idx="3332">
                  <c:v>08-05-2013</c:v>
                </c:pt>
                <c:pt idx="3333">
                  <c:v>09-05-2013</c:v>
                </c:pt>
                <c:pt idx="3334">
                  <c:v>10-05-2013</c:v>
                </c:pt>
                <c:pt idx="3335">
                  <c:v>11-05-2013</c:v>
                </c:pt>
                <c:pt idx="3336">
                  <c:v>13-05-2013</c:v>
                </c:pt>
                <c:pt idx="3337">
                  <c:v>14-05-2013</c:v>
                </c:pt>
                <c:pt idx="3338">
                  <c:v>15-05-2013</c:v>
                </c:pt>
                <c:pt idx="3339">
                  <c:v>16-05-2013</c:v>
                </c:pt>
                <c:pt idx="3340">
                  <c:v>17-05-2013</c:v>
                </c:pt>
                <c:pt idx="3341">
                  <c:v>20-05-2013</c:v>
                </c:pt>
                <c:pt idx="3342">
                  <c:v>21-05-2013</c:v>
                </c:pt>
                <c:pt idx="3343">
                  <c:v>22-05-2013</c:v>
                </c:pt>
                <c:pt idx="3344">
                  <c:v>23-05-2013</c:v>
                </c:pt>
                <c:pt idx="3345">
                  <c:v>24-05-2013</c:v>
                </c:pt>
                <c:pt idx="3346">
                  <c:v>27-05-2013</c:v>
                </c:pt>
                <c:pt idx="3347">
                  <c:v>28-05-2013</c:v>
                </c:pt>
                <c:pt idx="3348">
                  <c:v>29-05-2013</c:v>
                </c:pt>
                <c:pt idx="3349">
                  <c:v>30-05-2013</c:v>
                </c:pt>
                <c:pt idx="3350">
                  <c:v>31-05-2013</c:v>
                </c:pt>
                <c:pt idx="3351">
                  <c:v>03-06-2013</c:v>
                </c:pt>
                <c:pt idx="3352">
                  <c:v>04-06-2013</c:v>
                </c:pt>
                <c:pt idx="3353">
                  <c:v>05-06-2013</c:v>
                </c:pt>
                <c:pt idx="3354">
                  <c:v>06-06-2013</c:v>
                </c:pt>
                <c:pt idx="3355">
                  <c:v>07-06-2013</c:v>
                </c:pt>
                <c:pt idx="3356">
                  <c:v>10-06-2013</c:v>
                </c:pt>
                <c:pt idx="3357">
                  <c:v>11-06-2013</c:v>
                </c:pt>
                <c:pt idx="3358">
                  <c:v>12-06-2013</c:v>
                </c:pt>
                <c:pt idx="3359">
                  <c:v>13-06-2013</c:v>
                </c:pt>
                <c:pt idx="3360">
                  <c:v>14-06-2013</c:v>
                </c:pt>
                <c:pt idx="3361">
                  <c:v>17-06-2013</c:v>
                </c:pt>
                <c:pt idx="3362">
                  <c:v>18-06-2013</c:v>
                </c:pt>
                <c:pt idx="3363">
                  <c:v>19-06-2013</c:v>
                </c:pt>
                <c:pt idx="3364">
                  <c:v>20-06-2013</c:v>
                </c:pt>
                <c:pt idx="3365">
                  <c:v>21-06-2013</c:v>
                </c:pt>
                <c:pt idx="3366">
                  <c:v>24-06-2013</c:v>
                </c:pt>
                <c:pt idx="3367">
                  <c:v>25-06-2013</c:v>
                </c:pt>
                <c:pt idx="3368">
                  <c:v>26-06-2013</c:v>
                </c:pt>
                <c:pt idx="3369">
                  <c:v>27-06-2013</c:v>
                </c:pt>
                <c:pt idx="3370">
                  <c:v>28-06-2013</c:v>
                </c:pt>
                <c:pt idx="3371">
                  <c:v>01-07-2013</c:v>
                </c:pt>
                <c:pt idx="3372">
                  <c:v>02-07-2013</c:v>
                </c:pt>
                <c:pt idx="3373">
                  <c:v>03-07-2013</c:v>
                </c:pt>
                <c:pt idx="3374">
                  <c:v>04-07-2013</c:v>
                </c:pt>
                <c:pt idx="3375">
                  <c:v>05-07-2013</c:v>
                </c:pt>
                <c:pt idx="3376">
                  <c:v>08-07-2013</c:v>
                </c:pt>
                <c:pt idx="3377">
                  <c:v>09-07-2013</c:v>
                </c:pt>
                <c:pt idx="3378">
                  <c:v>10-07-2013</c:v>
                </c:pt>
                <c:pt idx="3379">
                  <c:v>11-07-2013</c:v>
                </c:pt>
                <c:pt idx="3380">
                  <c:v>12-07-2013</c:v>
                </c:pt>
                <c:pt idx="3381">
                  <c:v>15-07-2013</c:v>
                </c:pt>
                <c:pt idx="3382">
                  <c:v>16-07-2013</c:v>
                </c:pt>
                <c:pt idx="3383">
                  <c:v>17-07-2013</c:v>
                </c:pt>
                <c:pt idx="3384">
                  <c:v>18-07-2013</c:v>
                </c:pt>
                <c:pt idx="3385">
                  <c:v>19-07-2013</c:v>
                </c:pt>
                <c:pt idx="3386">
                  <c:v>22-07-2013</c:v>
                </c:pt>
                <c:pt idx="3387">
                  <c:v>23-07-2013</c:v>
                </c:pt>
                <c:pt idx="3388">
                  <c:v>24-07-2013</c:v>
                </c:pt>
                <c:pt idx="3389">
                  <c:v>25-07-2013</c:v>
                </c:pt>
                <c:pt idx="3390">
                  <c:v>26-07-2013</c:v>
                </c:pt>
                <c:pt idx="3391">
                  <c:v>29-07-2013</c:v>
                </c:pt>
                <c:pt idx="3392">
                  <c:v>30-07-2013</c:v>
                </c:pt>
                <c:pt idx="3393">
                  <c:v>31-07-2013</c:v>
                </c:pt>
                <c:pt idx="3394">
                  <c:v>01-08-2013</c:v>
                </c:pt>
                <c:pt idx="3395">
                  <c:v>02-08-2013</c:v>
                </c:pt>
                <c:pt idx="3396">
                  <c:v>05-08-2013</c:v>
                </c:pt>
                <c:pt idx="3397">
                  <c:v>06-08-2013</c:v>
                </c:pt>
                <c:pt idx="3398">
                  <c:v>07-08-2013</c:v>
                </c:pt>
                <c:pt idx="3399">
                  <c:v>08-08-2013</c:v>
                </c:pt>
                <c:pt idx="3400">
                  <c:v>12-08-2013</c:v>
                </c:pt>
                <c:pt idx="3401">
                  <c:v>13-08-2013</c:v>
                </c:pt>
                <c:pt idx="3402">
                  <c:v>14-08-2013</c:v>
                </c:pt>
                <c:pt idx="3403">
                  <c:v>16-08-2013</c:v>
                </c:pt>
                <c:pt idx="3404">
                  <c:v>19-08-2013</c:v>
                </c:pt>
                <c:pt idx="3405">
                  <c:v>20-08-2013</c:v>
                </c:pt>
                <c:pt idx="3406">
                  <c:v>21-08-2013</c:v>
                </c:pt>
                <c:pt idx="3407">
                  <c:v>22-08-2013</c:v>
                </c:pt>
                <c:pt idx="3408">
                  <c:v>23-08-2013</c:v>
                </c:pt>
                <c:pt idx="3409">
                  <c:v>26-08-2013</c:v>
                </c:pt>
                <c:pt idx="3410">
                  <c:v>27-08-2013</c:v>
                </c:pt>
                <c:pt idx="3411">
                  <c:v>28-08-2013</c:v>
                </c:pt>
                <c:pt idx="3412">
                  <c:v>29-08-2013</c:v>
                </c:pt>
                <c:pt idx="3413">
                  <c:v>30-08-2013</c:v>
                </c:pt>
                <c:pt idx="3414">
                  <c:v>02-09-2013</c:v>
                </c:pt>
                <c:pt idx="3415">
                  <c:v>03-09-2013</c:v>
                </c:pt>
                <c:pt idx="3416">
                  <c:v>04-09-2013</c:v>
                </c:pt>
                <c:pt idx="3417">
                  <c:v>05-09-2013</c:v>
                </c:pt>
                <c:pt idx="3418">
                  <c:v>06-09-2013</c:v>
                </c:pt>
                <c:pt idx="3419">
                  <c:v>10-09-2013</c:v>
                </c:pt>
                <c:pt idx="3420">
                  <c:v>11-09-2013</c:v>
                </c:pt>
                <c:pt idx="3421">
                  <c:v>12-09-2013</c:v>
                </c:pt>
                <c:pt idx="3422">
                  <c:v>13-09-2013</c:v>
                </c:pt>
                <c:pt idx="3423">
                  <c:v>16-09-2013</c:v>
                </c:pt>
                <c:pt idx="3424">
                  <c:v>17-09-2013</c:v>
                </c:pt>
                <c:pt idx="3425">
                  <c:v>18-09-2013</c:v>
                </c:pt>
                <c:pt idx="3426">
                  <c:v>19-09-2013</c:v>
                </c:pt>
                <c:pt idx="3427">
                  <c:v>20-09-2013</c:v>
                </c:pt>
                <c:pt idx="3428">
                  <c:v>23-09-2013</c:v>
                </c:pt>
                <c:pt idx="3429">
                  <c:v>24-09-2013</c:v>
                </c:pt>
                <c:pt idx="3430">
                  <c:v>25-09-2013</c:v>
                </c:pt>
                <c:pt idx="3431">
                  <c:v>26-09-2013</c:v>
                </c:pt>
                <c:pt idx="3432">
                  <c:v>27-09-2013</c:v>
                </c:pt>
                <c:pt idx="3433">
                  <c:v>30-09-2013</c:v>
                </c:pt>
                <c:pt idx="3434">
                  <c:v>01-10-2013</c:v>
                </c:pt>
                <c:pt idx="3435">
                  <c:v>03-10-2013</c:v>
                </c:pt>
                <c:pt idx="3436">
                  <c:v>04-10-2013</c:v>
                </c:pt>
                <c:pt idx="3437">
                  <c:v>07-10-2013</c:v>
                </c:pt>
                <c:pt idx="3438">
                  <c:v>08-10-2013</c:v>
                </c:pt>
                <c:pt idx="3439">
                  <c:v>09-10-2013</c:v>
                </c:pt>
                <c:pt idx="3440">
                  <c:v>10-10-2013</c:v>
                </c:pt>
                <c:pt idx="3441">
                  <c:v>11-10-2013</c:v>
                </c:pt>
                <c:pt idx="3442">
                  <c:v>14-10-2013</c:v>
                </c:pt>
                <c:pt idx="3443">
                  <c:v>15-10-2013</c:v>
                </c:pt>
                <c:pt idx="3444">
                  <c:v>17-10-2013</c:v>
                </c:pt>
                <c:pt idx="3445">
                  <c:v>18-10-2013</c:v>
                </c:pt>
                <c:pt idx="3446">
                  <c:v>21-10-2013</c:v>
                </c:pt>
                <c:pt idx="3447">
                  <c:v>22-10-2013</c:v>
                </c:pt>
                <c:pt idx="3448">
                  <c:v>23-10-2013</c:v>
                </c:pt>
                <c:pt idx="3449">
                  <c:v>24-10-2013</c:v>
                </c:pt>
                <c:pt idx="3450">
                  <c:v>25-10-2013</c:v>
                </c:pt>
                <c:pt idx="3451">
                  <c:v>28-10-2013</c:v>
                </c:pt>
                <c:pt idx="3452">
                  <c:v>29-10-2013</c:v>
                </c:pt>
                <c:pt idx="3453">
                  <c:v>30-10-2013</c:v>
                </c:pt>
                <c:pt idx="3454">
                  <c:v>31-10-2013</c:v>
                </c:pt>
                <c:pt idx="3455">
                  <c:v>01-11-2013</c:v>
                </c:pt>
                <c:pt idx="3456">
                  <c:v>03-11-2013</c:v>
                </c:pt>
                <c:pt idx="3457">
                  <c:v>05-11-2013</c:v>
                </c:pt>
                <c:pt idx="3458">
                  <c:v>06-11-2013</c:v>
                </c:pt>
                <c:pt idx="3459">
                  <c:v>07-11-2013</c:v>
                </c:pt>
                <c:pt idx="3460">
                  <c:v>08-11-2013</c:v>
                </c:pt>
                <c:pt idx="3461">
                  <c:v>11-11-2013</c:v>
                </c:pt>
                <c:pt idx="3462">
                  <c:v>12-11-2013</c:v>
                </c:pt>
                <c:pt idx="3463">
                  <c:v>13-11-2013</c:v>
                </c:pt>
                <c:pt idx="3464">
                  <c:v>14-11-2013</c:v>
                </c:pt>
                <c:pt idx="3465">
                  <c:v>18-11-2013</c:v>
                </c:pt>
                <c:pt idx="3466">
                  <c:v>19-11-2013</c:v>
                </c:pt>
                <c:pt idx="3467">
                  <c:v>20-11-2013</c:v>
                </c:pt>
                <c:pt idx="3468">
                  <c:v>21-11-2013</c:v>
                </c:pt>
                <c:pt idx="3469">
                  <c:v>22-11-2013</c:v>
                </c:pt>
                <c:pt idx="3470">
                  <c:v>25-11-2013</c:v>
                </c:pt>
                <c:pt idx="3471">
                  <c:v>26-11-2013</c:v>
                </c:pt>
                <c:pt idx="3472">
                  <c:v>27-11-2013</c:v>
                </c:pt>
                <c:pt idx="3473">
                  <c:v>28-11-2013</c:v>
                </c:pt>
                <c:pt idx="3474">
                  <c:v>29-11-2013</c:v>
                </c:pt>
                <c:pt idx="3475">
                  <c:v>02-12-2013</c:v>
                </c:pt>
                <c:pt idx="3476">
                  <c:v>03-12-2013</c:v>
                </c:pt>
                <c:pt idx="3477">
                  <c:v>04-12-2013</c:v>
                </c:pt>
                <c:pt idx="3478">
                  <c:v>05-12-2013</c:v>
                </c:pt>
                <c:pt idx="3479">
                  <c:v>06-12-2013</c:v>
                </c:pt>
                <c:pt idx="3480">
                  <c:v>09-12-2013</c:v>
                </c:pt>
                <c:pt idx="3481">
                  <c:v>10-12-2013</c:v>
                </c:pt>
                <c:pt idx="3482">
                  <c:v>11-12-2013</c:v>
                </c:pt>
                <c:pt idx="3483">
                  <c:v>12-12-2013</c:v>
                </c:pt>
                <c:pt idx="3484">
                  <c:v>13-12-2013</c:v>
                </c:pt>
                <c:pt idx="3485">
                  <c:v>16-12-2013</c:v>
                </c:pt>
                <c:pt idx="3486">
                  <c:v>17-12-2013</c:v>
                </c:pt>
                <c:pt idx="3487">
                  <c:v>18-12-2013</c:v>
                </c:pt>
                <c:pt idx="3488">
                  <c:v>19-12-2013</c:v>
                </c:pt>
                <c:pt idx="3489">
                  <c:v>20-12-2013</c:v>
                </c:pt>
                <c:pt idx="3490">
                  <c:v>23-12-2013</c:v>
                </c:pt>
                <c:pt idx="3491">
                  <c:v>24-12-2013</c:v>
                </c:pt>
                <c:pt idx="3492">
                  <c:v>26-12-2013</c:v>
                </c:pt>
                <c:pt idx="3493">
                  <c:v>27-12-2013</c:v>
                </c:pt>
                <c:pt idx="3494">
                  <c:v>30-12-2013</c:v>
                </c:pt>
                <c:pt idx="3495">
                  <c:v>31-12-2013</c:v>
                </c:pt>
                <c:pt idx="3496">
                  <c:v>01-01-2014</c:v>
                </c:pt>
                <c:pt idx="3497">
                  <c:v>02-01-2014</c:v>
                </c:pt>
                <c:pt idx="3498">
                  <c:v>03-01-2014</c:v>
                </c:pt>
                <c:pt idx="3499">
                  <c:v>06-01-2014</c:v>
                </c:pt>
                <c:pt idx="3500">
                  <c:v>07-01-2014</c:v>
                </c:pt>
                <c:pt idx="3501">
                  <c:v>08-01-2014</c:v>
                </c:pt>
                <c:pt idx="3502">
                  <c:v>09-01-2014</c:v>
                </c:pt>
                <c:pt idx="3503">
                  <c:v>10-01-2014</c:v>
                </c:pt>
                <c:pt idx="3504">
                  <c:v>13-01-2014</c:v>
                </c:pt>
                <c:pt idx="3505">
                  <c:v>14-01-2014</c:v>
                </c:pt>
                <c:pt idx="3506">
                  <c:v>15-01-2014</c:v>
                </c:pt>
                <c:pt idx="3507">
                  <c:v>16-01-2014</c:v>
                </c:pt>
                <c:pt idx="3508">
                  <c:v>17-01-2014</c:v>
                </c:pt>
                <c:pt idx="3509">
                  <c:v>20-01-2014</c:v>
                </c:pt>
                <c:pt idx="3510">
                  <c:v>21-01-2014</c:v>
                </c:pt>
                <c:pt idx="3511">
                  <c:v>22-01-2014</c:v>
                </c:pt>
                <c:pt idx="3512">
                  <c:v>23-01-2014</c:v>
                </c:pt>
                <c:pt idx="3513">
                  <c:v>24-01-2014</c:v>
                </c:pt>
                <c:pt idx="3514">
                  <c:v>27-01-2014</c:v>
                </c:pt>
                <c:pt idx="3515">
                  <c:v>28-01-2014</c:v>
                </c:pt>
                <c:pt idx="3516">
                  <c:v>29-01-2014</c:v>
                </c:pt>
                <c:pt idx="3517">
                  <c:v>30-01-2014</c:v>
                </c:pt>
                <c:pt idx="3518">
                  <c:v>31-01-2014</c:v>
                </c:pt>
                <c:pt idx="3519">
                  <c:v>03-02-2014</c:v>
                </c:pt>
                <c:pt idx="3520">
                  <c:v>04-02-2014</c:v>
                </c:pt>
                <c:pt idx="3521">
                  <c:v>05-02-2014</c:v>
                </c:pt>
                <c:pt idx="3522">
                  <c:v>06-02-2014</c:v>
                </c:pt>
                <c:pt idx="3523">
                  <c:v>07-02-2014</c:v>
                </c:pt>
                <c:pt idx="3524">
                  <c:v>10-02-2014</c:v>
                </c:pt>
                <c:pt idx="3525">
                  <c:v>11-02-2014</c:v>
                </c:pt>
                <c:pt idx="3526">
                  <c:v>12-02-2014</c:v>
                </c:pt>
                <c:pt idx="3527">
                  <c:v>13-02-2014</c:v>
                </c:pt>
                <c:pt idx="3528">
                  <c:v>14-02-2014</c:v>
                </c:pt>
                <c:pt idx="3529">
                  <c:v>17-02-2014</c:v>
                </c:pt>
                <c:pt idx="3530">
                  <c:v>18-02-2014</c:v>
                </c:pt>
                <c:pt idx="3531">
                  <c:v>19-02-2014</c:v>
                </c:pt>
                <c:pt idx="3532">
                  <c:v>20-02-2014</c:v>
                </c:pt>
                <c:pt idx="3533">
                  <c:v>21-02-2014</c:v>
                </c:pt>
                <c:pt idx="3534">
                  <c:v>24-02-2014</c:v>
                </c:pt>
                <c:pt idx="3535">
                  <c:v>25-02-2014</c:v>
                </c:pt>
                <c:pt idx="3536">
                  <c:v>26-02-2014</c:v>
                </c:pt>
                <c:pt idx="3537">
                  <c:v>28-02-2014</c:v>
                </c:pt>
                <c:pt idx="3538">
                  <c:v>03-03-2014</c:v>
                </c:pt>
                <c:pt idx="3539">
                  <c:v>04-03-2014</c:v>
                </c:pt>
                <c:pt idx="3540">
                  <c:v>05-03-2014</c:v>
                </c:pt>
                <c:pt idx="3541">
                  <c:v>06-03-2014</c:v>
                </c:pt>
                <c:pt idx="3542">
                  <c:v>07-03-2014</c:v>
                </c:pt>
                <c:pt idx="3543">
                  <c:v>10-03-2014</c:v>
                </c:pt>
                <c:pt idx="3544">
                  <c:v>11-03-2014</c:v>
                </c:pt>
                <c:pt idx="3545">
                  <c:v>12-03-2014</c:v>
                </c:pt>
                <c:pt idx="3546">
                  <c:v>13-03-2014</c:v>
                </c:pt>
                <c:pt idx="3547">
                  <c:v>14-03-2014</c:v>
                </c:pt>
                <c:pt idx="3548">
                  <c:v>18-03-2014</c:v>
                </c:pt>
                <c:pt idx="3549">
                  <c:v>19-03-2014</c:v>
                </c:pt>
                <c:pt idx="3550">
                  <c:v>20-03-2014</c:v>
                </c:pt>
                <c:pt idx="3551">
                  <c:v>21-03-2014</c:v>
                </c:pt>
                <c:pt idx="3552">
                  <c:v>22-03-2014</c:v>
                </c:pt>
                <c:pt idx="3553">
                  <c:v>24-03-2014</c:v>
                </c:pt>
                <c:pt idx="3554">
                  <c:v>25-03-2014</c:v>
                </c:pt>
                <c:pt idx="3555">
                  <c:v>26-03-2014</c:v>
                </c:pt>
                <c:pt idx="3556">
                  <c:v>27-03-2014</c:v>
                </c:pt>
                <c:pt idx="3557">
                  <c:v>28-03-2014</c:v>
                </c:pt>
                <c:pt idx="3558">
                  <c:v>31-03-2014</c:v>
                </c:pt>
                <c:pt idx="3559">
                  <c:v>01-04-2014</c:v>
                </c:pt>
                <c:pt idx="3560">
                  <c:v>02-04-2014</c:v>
                </c:pt>
                <c:pt idx="3561">
                  <c:v>03-04-2014</c:v>
                </c:pt>
                <c:pt idx="3562">
                  <c:v>04-04-2014</c:v>
                </c:pt>
                <c:pt idx="3563">
                  <c:v>07-04-2014</c:v>
                </c:pt>
                <c:pt idx="3564">
                  <c:v>09-04-2014</c:v>
                </c:pt>
                <c:pt idx="3565">
                  <c:v>10-04-2014</c:v>
                </c:pt>
                <c:pt idx="3566">
                  <c:v>11-04-2014</c:v>
                </c:pt>
                <c:pt idx="3567">
                  <c:v>15-04-2014</c:v>
                </c:pt>
                <c:pt idx="3568">
                  <c:v>16-04-2014</c:v>
                </c:pt>
                <c:pt idx="3569">
                  <c:v>17-04-2014</c:v>
                </c:pt>
                <c:pt idx="3570">
                  <c:v>21-04-2014</c:v>
                </c:pt>
                <c:pt idx="3571">
                  <c:v>22-04-2014</c:v>
                </c:pt>
                <c:pt idx="3572">
                  <c:v>23-04-2014</c:v>
                </c:pt>
                <c:pt idx="3573">
                  <c:v>25-04-2014</c:v>
                </c:pt>
                <c:pt idx="3574">
                  <c:v>28-04-2014</c:v>
                </c:pt>
                <c:pt idx="3575">
                  <c:v>29-04-2014</c:v>
                </c:pt>
                <c:pt idx="3576">
                  <c:v>30-04-2014</c:v>
                </c:pt>
                <c:pt idx="3577">
                  <c:v>02-05-2014</c:v>
                </c:pt>
                <c:pt idx="3578">
                  <c:v>05-05-2014</c:v>
                </c:pt>
                <c:pt idx="3579">
                  <c:v>06-05-2014</c:v>
                </c:pt>
                <c:pt idx="3580">
                  <c:v>07-05-2014</c:v>
                </c:pt>
                <c:pt idx="3581">
                  <c:v>08-05-2014</c:v>
                </c:pt>
                <c:pt idx="3582">
                  <c:v>09-05-2014</c:v>
                </c:pt>
                <c:pt idx="3583">
                  <c:v>12-05-2014</c:v>
                </c:pt>
                <c:pt idx="3584">
                  <c:v>13-05-2014</c:v>
                </c:pt>
                <c:pt idx="3585">
                  <c:v>14-05-2014</c:v>
                </c:pt>
                <c:pt idx="3586">
                  <c:v>15-05-2014</c:v>
                </c:pt>
                <c:pt idx="3587">
                  <c:v>16-05-2014</c:v>
                </c:pt>
                <c:pt idx="3588">
                  <c:v>19-05-2014</c:v>
                </c:pt>
                <c:pt idx="3589">
                  <c:v>20-05-2014</c:v>
                </c:pt>
                <c:pt idx="3590">
                  <c:v>21-05-2014</c:v>
                </c:pt>
                <c:pt idx="3591">
                  <c:v>22-05-2014</c:v>
                </c:pt>
                <c:pt idx="3592">
                  <c:v>23-05-2014</c:v>
                </c:pt>
                <c:pt idx="3593">
                  <c:v>26-05-2014</c:v>
                </c:pt>
                <c:pt idx="3594">
                  <c:v>27-05-2014</c:v>
                </c:pt>
                <c:pt idx="3595">
                  <c:v>28-05-2014</c:v>
                </c:pt>
                <c:pt idx="3596">
                  <c:v>29-05-2014</c:v>
                </c:pt>
                <c:pt idx="3597">
                  <c:v>30-05-2014</c:v>
                </c:pt>
                <c:pt idx="3598">
                  <c:v>02-06-2014</c:v>
                </c:pt>
                <c:pt idx="3599">
                  <c:v>03-06-2014</c:v>
                </c:pt>
                <c:pt idx="3600">
                  <c:v>04-06-2014</c:v>
                </c:pt>
                <c:pt idx="3601">
                  <c:v>05-06-2014</c:v>
                </c:pt>
                <c:pt idx="3602">
                  <c:v>06-06-2014</c:v>
                </c:pt>
                <c:pt idx="3603">
                  <c:v>09-06-2014</c:v>
                </c:pt>
                <c:pt idx="3604">
                  <c:v>10-06-2014</c:v>
                </c:pt>
                <c:pt idx="3605">
                  <c:v>11-06-2014</c:v>
                </c:pt>
                <c:pt idx="3606">
                  <c:v>12-06-2014</c:v>
                </c:pt>
                <c:pt idx="3607">
                  <c:v>13-06-2014</c:v>
                </c:pt>
                <c:pt idx="3608">
                  <c:v>16-06-2014</c:v>
                </c:pt>
                <c:pt idx="3609">
                  <c:v>17-06-2014</c:v>
                </c:pt>
                <c:pt idx="3610">
                  <c:v>18-06-2014</c:v>
                </c:pt>
                <c:pt idx="3611">
                  <c:v>19-06-2014</c:v>
                </c:pt>
                <c:pt idx="3612">
                  <c:v>20-06-2014</c:v>
                </c:pt>
                <c:pt idx="3613">
                  <c:v>23-06-2014</c:v>
                </c:pt>
                <c:pt idx="3614">
                  <c:v>24-06-2014</c:v>
                </c:pt>
                <c:pt idx="3615">
                  <c:v>25-06-2014</c:v>
                </c:pt>
                <c:pt idx="3616">
                  <c:v>26-06-2014</c:v>
                </c:pt>
                <c:pt idx="3617">
                  <c:v>27-06-2014</c:v>
                </c:pt>
                <c:pt idx="3618">
                  <c:v>30-06-2014</c:v>
                </c:pt>
                <c:pt idx="3619">
                  <c:v>01-07-2014</c:v>
                </c:pt>
                <c:pt idx="3620">
                  <c:v>02-07-2014</c:v>
                </c:pt>
                <c:pt idx="3621">
                  <c:v>03-07-2014</c:v>
                </c:pt>
                <c:pt idx="3622">
                  <c:v>04-07-2014</c:v>
                </c:pt>
                <c:pt idx="3623">
                  <c:v>07-07-2014</c:v>
                </c:pt>
                <c:pt idx="3624">
                  <c:v>08-07-2014</c:v>
                </c:pt>
                <c:pt idx="3625">
                  <c:v>09-07-2014</c:v>
                </c:pt>
                <c:pt idx="3626">
                  <c:v>10-07-2014</c:v>
                </c:pt>
                <c:pt idx="3627">
                  <c:v>11-07-2014</c:v>
                </c:pt>
                <c:pt idx="3628">
                  <c:v>14-07-2014</c:v>
                </c:pt>
                <c:pt idx="3629">
                  <c:v>15-07-2014</c:v>
                </c:pt>
                <c:pt idx="3630">
                  <c:v>16-07-2014</c:v>
                </c:pt>
                <c:pt idx="3631">
                  <c:v>17-07-2014</c:v>
                </c:pt>
                <c:pt idx="3632">
                  <c:v>18-07-2014</c:v>
                </c:pt>
                <c:pt idx="3633">
                  <c:v>21-07-2014</c:v>
                </c:pt>
                <c:pt idx="3634">
                  <c:v>22-07-2014</c:v>
                </c:pt>
                <c:pt idx="3635">
                  <c:v>23-07-2014</c:v>
                </c:pt>
                <c:pt idx="3636">
                  <c:v>24-07-2014</c:v>
                </c:pt>
                <c:pt idx="3637">
                  <c:v>25-07-2014</c:v>
                </c:pt>
                <c:pt idx="3638">
                  <c:v>28-07-2014</c:v>
                </c:pt>
                <c:pt idx="3639">
                  <c:v>30-07-2014</c:v>
                </c:pt>
                <c:pt idx="3640">
                  <c:v>31-07-2014</c:v>
                </c:pt>
                <c:pt idx="3641">
                  <c:v>01-08-2014</c:v>
                </c:pt>
                <c:pt idx="3642">
                  <c:v>04-08-2014</c:v>
                </c:pt>
                <c:pt idx="3643">
                  <c:v>05-08-2014</c:v>
                </c:pt>
                <c:pt idx="3644">
                  <c:v>06-08-2014</c:v>
                </c:pt>
                <c:pt idx="3645">
                  <c:v>07-08-2014</c:v>
                </c:pt>
                <c:pt idx="3646">
                  <c:v>08-08-2014</c:v>
                </c:pt>
                <c:pt idx="3647">
                  <c:v>11-08-2014</c:v>
                </c:pt>
                <c:pt idx="3648">
                  <c:v>12-08-2014</c:v>
                </c:pt>
                <c:pt idx="3649">
                  <c:v>13-08-2014</c:v>
                </c:pt>
                <c:pt idx="3650">
                  <c:v>14-08-2014</c:v>
                </c:pt>
                <c:pt idx="3651">
                  <c:v>18-08-2014</c:v>
                </c:pt>
                <c:pt idx="3652">
                  <c:v>19-08-2014</c:v>
                </c:pt>
                <c:pt idx="3653">
                  <c:v>20-08-2014</c:v>
                </c:pt>
                <c:pt idx="3654">
                  <c:v>21-08-2014</c:v>
                </c:pt>
                <c:pt idx="3655">
                  <c:v>22-08-2014</c:v>
                </c:pt>
                <c:pt idx="3656">
                  <c:v>25-08-2014</c:v>
                </c:pt>
                <c:pt idx="3657">
                  <c:v>26-08-2014</c:v>
                </c:pt>
                <c:pt idx="3658">
                  <c:v>27-08-2014</c:v>
                </c:pt>
                <c:pt idx="3659">
                  <c:v>28-08-2014</c:v>
                </c:pt>
                <c:pt idx="3660">
                  <c:v>01-09-2014</c:v>
                </c:pt>
                <c:pt idx="3661">
                  <c:v>02-09-2014</c:v>
                </c:pt>
                <c:pt idx="3662">
                  <c:v>03-09-2014</c:v>
                </c:pt>
                <c:pt idx="3663">
                  <c:v>04-09-2014</c:v>
                </c:pt>
                <c:pt idx="3664">
                  <c:v>05-09-2014</c:v>
                </c:pt>
                <c:pt idx="3665">
                  <c:v>08-09-2014</c:v>
                </c:pt>
                <c:pt idx="3666">
                  <c:v>09-09-2014</c:v>
                </c:pt>
                <c:pt idx="3667">
                  <c:v>10-09-2014</c:v>
                </c:pt>
                <c:pt idx="3668">
                  <c:v>11-09-2014</c:v>
                </c:pt>
                <c:pt idx="3669">
                  <c:v>12-09-2014</c:v>
                </c:pt>
                <c:pt idx="3670">
                  <c:v>15-09-2014</c:v>
                </c:pt>
                <c:pt idx="3671">
                  <c:v>16-09-2014</c:v>
                </c:pt>
                <c:pt idx="3672">
                  <c:v>17-09-2014</c:v>
                </c:pt>
                <c:pt idx="3673">
                  <c:v>18-09-2014</c:v>
                </c:pt>
                <c:pt idx="3674">
                  <c:v>19-09-2014</c:v>
                </c:pt>
                <c:pt idx="3675">
                  <c:v>22-09-2014</c:v>
                </c:pt>
                <c:pt idx="3676">
                  <c:v>23-09-2014</c:v>
                </c:pt>
                <c:pt idx="3677">
                  <c:v>24-09-2014</c:v>
                </c:pt>
                <c:pt idx="3678">
                  <c:v>25-09-2014</c:v>
                </c:pt>
                <c:pt idx="3679">
                  <c:v>26-09-2014</c:v>
                </c:pt>
                <c:pt idx="3680">
                  <c:v>29-09-2014</c:v>
                </c:pt>
                <c:pt idx="3681">
                  <c:v>30-09-2014</c:v>
                </c:pt>
                <c:pt idx="3682">
                  <c:v>01-10-2014</c:v>
                </c:pt>
                <c:pt idx="3683">
                  <c:v>07-10-2014</c:v>
                </c:pt>
                <c:pt idx="3684">
                  <c:v>08-10-2014</c:v>
                </c:pt>
                <c:pt idx="3685">
                  <c:v>09-10-2014</c:v>
                </c:pt>
                <c:pt idx="3686">
                  <c:v>10-10-2014</c:v>
                </c:pt>
                <c:pt idx="3687">
                  <c:v>13-10-2014</c:v>
                </c:pt>
                <c:pt idx="3688">
                  <c:v>14-10-2014</c:v>
                </c:pt>
                <c:pt idx="3689">
                  <c:v>16-10-2014</c:v>
                </c:pt>
                <c:pt idx="3690">
                  <c:v>17-10-2014</c:v>
                </c:pt>
                <c:pt idx="3691">
                  <c:v>20-10-2014</c:v>
                </c:pt>
                <c:pt idx="3692">
                  <c:v>21-10-2014</c:v>
                </c:pt>
                <c:pt idx="3693">
                  <c:v>22-10-2014</c:v>
                </c:pt>
                <c:pt idx="3694">
                  <c:v>23-10-2014</c:v>
                </c:pt>
                <c:pt idx="3695">
                  <c:v>27-10-2014</c:v>
                </c:pt>
                <c:pt idx="3696">
                  <c:v>28-10-2014</c:v>
                </c:pt>
                <c:pt idx="3697">
                  <c:v>29-10-2014</c:v>
                </c:pt>
                <c:pt idx="3698">
                  <c:v>30-10-2014</c:v>
                </c:pt>
                <c:pt idx="3699">
                  <c:v>31-10-2014</c:v>
                </c:pt>
                <c:pt idx="3700">
                  <c:v>03-11-2014</c:v>
                </c:pt>
                <c:pt idx="3701">
                  <c:v>05-11-2014</c:v>
                </c:pt>
                <c:pt idx="3702">
                  <c:v>07-11-2014</c:v>
                </c:pt>
                <c:pt idx="3703">
                  <c:v>10-11-2014</c:v>
                </c:pt>
                <c:pt idx="3704">
                  <c:v>11-11-2014</c:v>
                </c:pt>
                <c:pt idx="3705">
                  <c:v>12-11-2014</c:v>
                </c:pt>
                <c:pt idx="3706">
                  <c:v>13-11-2014</c:v>
                </c:pt>
                <c:pt idx="3707">
                  <c:v>14-11-2014</c:v>
                </c:pt>
                <c:pt idx="3708">
                  <c:v>17-11-2014</c:v>
                </c:pt>
                <c:pt idx="3709">
                  <c:v>18-11-2014</c:v>
                </c:pt>
                <c:pt idx="3710">
                  <c:v>19-11-2014</c:v>
                </c:pt>
                <c:pt idx="3711">
                  <c:v>20-11-2014</c:v>
                </c:pt>
                <c:pt idx="3712">
                  <c:v>21-11-2014</c:v>
                </c:pt>
                <c:pt idx="3713">
                  <c:v>24-11-2014</c:v>
                </c:pt>
                <c:pt idx="3714">
                  <c:v>25-11-2014</c:v>
                </c:pt>
                <c:pt idx="3715">
                  <c:v>26-11-2014</c:v>
                </c:pt>
                <c:pt idx="3716">
                  <c:v>27-11-2014</c:v>
                </c:pt>
                <c:pt idx="3717">
                  <c:v>28-11-2014</c:v>
                </c:pt>
                <c:pt idx="3718">
                  <c:v>01-12-2014</c:v>
                </c:pt>
                <c:pt idx="3719">
                  <c:v>02-12-2014</c:v>
                </c:pt>
                <c:pt idx="3720">
                  <c:v>03-12-2014</c:v>
                </c:pt>
                <c:pt idx="3721">
                  <c:v>04-12-2014</c:v>
                </c:pt>
                <c:pt idx="3722">
                  <c:v>05-12-2014</c:v>
                </c:pt>
                <c:pt idx="3723">
                  <c:v>08-12-2014</c:v>
                </c:pt>
                <c:pt idx="3724">
                  <c:v>09-12-2014</c:v>
                </c:pt>
                <c:pt idx="3725">
                  <c:v>10-12-2014</c:v>
                </c:pt>
                <c:pt idx="3726">
                  <c:v>11-12-2014</c:v>
                </c:pt>
                <c:pt idx="3727">
                  <c:v>12-12-2014</c:v>
                </c:pt>
                <c:pt idx="3728">
                  <c:v>15-12-2014</c:v>
                </c:pt>
                <c:pt idx="3729">
                  <c:v>16-12-2014</c:v>
                </c:pt>
                <c:pt idx="3730">
                  <c:v>17-12-2014</c:v>
                </c:pt>
                <c:pt idx="3731">
                  <c:v>18-12-2014</c:v>
                </c:pt>
                <c:pt idx="3732">
                  <c:v>19-12-2014</c:v>
                </c:pt>
                <c:pt idx="3733">
                  <c:v>22-12-2014</c:v>
                </c:pt>
                <c:pt idx="3734">
                  <c:v>23-12-2014</c:v>
                </c:pt>
                <c:pt idx="3735">
                  <c:v>24-12-2014</c:v>
                </c:pt>
                <c:pt idx="3736">
                  <c:v>26-12-2014</c:v>
                </c:pt>
                <c:pt idx="3737">
                  <c:v>29-12-2014</c:v>
                </c:pt>
                <c:pt idx="3738">
                  <c:v>30-12-2014</c:v>
                </c:pt>
                <c:pt idx="3739">
                  <c:v>31-12-2014</c:v>
                </c:pt>
                <c:pt idx="3740">
                  <c:v>01-01-2015</c:v>
                </c:pt>
                <c:pt idx="3741">
                  <c:v>02-01-2015</c:v>
                </c:pt>
                <c:pt idx="3742">
                  <c:v>05-01-2015</c:v>
                </c:pt>
                <c:pt idx="3743">
                  <c:v>06-01-2015</c:v>
                </c:pt>
                <c:pt idx="3744">
                  <c:v>07-01-2015</c:v>
                </c:pt>
                <c:pt idx="3745">
                  <c:v>08-01-2015</c:v>
                </c:pt>
                <c:pt idx="3746">
                  <c:v>09-01-2015</c:v>
                </c:pt>
                <c:pt idx="3747">
                  <c:v>12-01-2015</c:v>
                </c:pt>
                <c:pt idx="3748">
                  <c:v>13-01-2015</c:v>
                </c:pt>
                <c:pt idx="3749">
                  <c:v>14-01-2015</c:v>
                </c:pt>
                <c:pt idx="3750">
                  <c:v>15-01-2015</c:v>
                </c:pt>
                <c:pt idx="3751">
                  <c:v>16-01-2015</c:v>
                </c:pt>
                <c:pt idx="3752">
                  <c:v>19-01-2015</c:v>
                </c:pt>
                <c:pt idx="3753">
                  <c:v>20-01-2015</c:v>
                </c:pt>
                <c:pt idx="3754">
                  <c:v>21-01-2015</c:v>
                </c:pt>
                <c:pt idx="3755">
                  <c:v>22-01-2015</c:v>
                </c:pt>
                <c:pt idx="3756">
                  <c:v>23-01-2015</c:v>
                </c:pt>
                <c:pt idx="3757">
                  <c:v>27-01-2015</c:v>
                </c:pt>
                <c:pt idx="3758">
                  <c:v>28-01-2015</c:v>
                </c:pt>
                <c:pt idx="3759">
                  <c:v>29-01-2015</c:v>
                </c:pt>
                <c:pt idx="3760">
                  <c:v>30-01-2015</c:v>
                </c:pt>
                <c:pt idx="3761">
                  <c:v>02-02-2015</c:v>
                </c:pt>
                <c:pt idx="3762">
                  <c:v>03-02-2015</c:v>
                </c:pt>
                <c:pt idx="3763">
                  <c:v>04-02-2015</c:v>
                </c:pt>
                <c:pt idx="3764">
                  <c:v>05-02-2015</c:v>
                </c:pt>
                <c:pt idx="3765">
                  <c:v>06-02-2015</c:v>
                </c:pt>
                <c:pt idx="3766">
                  <c:v>09-02-2015</c:v>
                </c:pt>
                <c:pt idx="3767">
                  <c:v>10-02-2015</c:v>
                </c:pt>
                <c:pt idx="3768">
                  <c:v>11-02-2015</c:v>
                </c:pt>
                <c:pt idx="3769">
                  <c:v>12-02-2015</c:v>
                </c:pt>
                <c:pt idx="3770">
                  <c:v>13-02-2015</c:v>
                </c:pt>
                <c:pt idx="3771">
                  <c:v>16-02-2015</c:v>
                </c:pt>
                <c:pt idx="3772">
                  <c:v>18-02-2015</c:v>
                </c:pt>
                <c:pt idx="3773">
                  <c:v>19-02-2015</c:v>
                </c:pt>
                <c:pt idx="3774">
                  <c:v>20-02-2015</c:v>
                </c:pt>
                <c:pt idx="3775">
                  <c:v>23-02-2015</c:v>
                </c:pt>
                <c:pt idx="3776">
                  <c:v>24-02-2015</c:v>
                </c:pt>
                <c:pt idx="3777">
                  <c:v>25-02-2015</c:v>
                </c:pt>
                <c:pt idx="3778">
                  <c:v>26-02-2015</c:v>
                </c:pt>
                <c:pt idx="3779">
                  <c:v>27-02-2015</c:v>
                </c:pt>
                <c:pt idx="3780">
                  <c:v>28-02-2015</c:v>
                </c:pt>
                <c:pt idx="3781">
                  <c:v>02-03-2015</c:v>
                </c:pt>
                <c:pt idx="3782">
                  <c:v>03-03-2015</c:v>
                </c:pt>
                <c:pt idx="3783">
                  <c:v>04-03-2015</c:v>
                </c:pt>
                <c:pt idx="3784">
                  <c:v>05-03-2015</c:v>
                </c:pt>
                <c:pt idx="3785">
                  <c:v>09-03-2015</c:v>
                </c:pt>
                <c:pt idx="3786">
                  <c:v>10-03-2015</c:v>
                </c:pt>
                <c:pt idx="3787">
                  <c:v>11-03-2015</c:v>
                </c:pt>
                <c:pt idx="3788">
                  <c:v>12-03-2015</c:v>
                </c:pt>
                <c:pt idx="3789">
                  <c:v>13-03-2015</c:v>
                </c:pt>
                <c:pt idx="3790">
                  <c:v>16-03-2015</c:v>
                </c:pt>
                <c:pt idx="3791">
                  <c:v>17-03-2015</c:v>
                </c:pt>
                <c:pt idx="3792">
                  <c:v>18-03-2015</c:v>
                </c:pt>
                <c:pt idx="3793">
                  <c:v>19-03-2015</c:v>
                </c:pt>
                <c:pt idx="3794">
                  <c:v>20-03-2015</c:v>
                </c:pt>
                <c:pt idx="3795">
                  <c:v>23-03-2015</c:v>
                </c:pt>
                <c:pt idx="3796">
                  <c:v>24-03-2015</c:v>
                </c:pt>
                <c:pt idx="3797">
                  <c:v>25-03-2015</c:v>
                </c:pt>
                <c:pt idx="3798">
                  <c:v>26-03-2015</c:v>
                </c:pt>
                <c:pt idx="3799">
                  <c:v>27-03-2015</c:v>
                </c:pt>
                <c:pt idx="3800">
                  <c:v>30-03-2015</c:v>
                </c:pt>
                <c:pt idx="3801">
                  <c:v>31-03-2015</c:v>
                </c:pt>
                <c:pt idx="3802">
                  <c:v>01-04-2015</c:v>
                </c:pt>
                <c:pt idx="3803">
                  <c:v>06-04-2015</c:v>
                </c:pt>
                <c:pt idx="3804">
                  <c:v>07-04-2015</c:v>
                </c:pt>
                <c:pt idx="3805">
                  <c:v>08-04-2015</c:v>
                </c:pt>
                <c:pt idx="3806">
                  <c:v>09-04-2015</c:v>
                </c:pt>
                <c:pt idx="3807">
                  <c:v>10-04-2015</c:v>
                </c:pt>
                <c:pt idx="3808">
                  <c:v>13-04-2015</c:v>
                </c:pt>
                <c:pt idx="3809">
                  <c:v>15-04-2015</c:v>
                </c:pt>
                <c:pt idx="3810">
                  <c:v>16-04-2015</c:v>
                </c:pt>
                <c:pt idx="3811">
                  <c:v>17-04-2015</c:v>
                </c:pt>
                <c:pt idx="3812">
                  <c:v>20-04-2015</c:v>
                </c:pt>
                <c:pt idx="3813">
                  <c:v>21-04-2015</c:v>
                </c:pt>
                <c:pt idx="3814">
                  <c:v>22-04-2015</c:v>
                </c:pt>
                <c:pt idx="3815">
                  <c:v>23-04-2015</c:v>
                </c:pt>
                <c:pt idx="3816">
                  <c:v>24-04-2015</c:v>
                </c:pt>
                <c:pt idx="3817">
                  <c:v>27-04-2015</c:v>
                </c:pt>
                <c:pt idx="3818">
                  <c:v>28-04-2015</c:v>
                </c:pt>
                <c:pt idx="3819">
                  <c:v>29-04-2015</c:v>
                </c:pt>
                <c:pt idx="3820">
                  <c:v>30-04-2015</c:v>
                </c:pt>
                <c:pt idx="3821">
                  <c:v>04-05-2015</c:v>
                </c:pt>
                <c:pt idx="3822">
                  <c:v>05-05-2015</c:v>
                </c:pt>
                <c:pt idx="3823">
                  <c:v>06-05-2015</c:v>
                </c:pt>
                <c:pt idx="3824">
                  <c:v>07-05-2015</c:v>
                </c:pt>
                <c:pt idx="3825">
                  <c:v>08-05-2015</c:v>
                </c:pt>
                <c:pt idx="3826">
                  <c:v>11-05-2015</c:v>
                </c:pt>
                <c:pt idx="3827">
                  <c:v>12-05-2015</c:v>
                </c:pt>
                <c:pt idx="3828">
                  <c:v>13-05-2015</c:v>
                </c:pt>
                <c:pt idx="3829">
                  <c:v>14-05-2015</c:v>
                </c:pt>
                <c:pt idx="3830">
                  <c:v>15-05-2015</c:v>
                </c:pt>
                <c:pt idx="3831">
                  <c:v>18-05-2015</c:v>
                </c:pt>
                <c:pt idx="3832">
                  <c:v>19-05-2015</c:v>
                </c:pt>
                <c:pt idx="3833">
                  <c:v>20-05-2015</c:v>
                </c:pt>
                <c:pt idx="3834">
                  <c:v>21-05-2015</c:v>
                </c:pt>
                <c:pt idx="3835">
                  <c:v>22-05-2015</c:v>
                </c:pt>
                <c:pt idx="3836">
                  <c:v>25-05-2015</c:v>
                </c:pt>
                <c:pt idx="3837">
                  <c:v>26-05-2015</c:v>
                </c:pt>
                <c:pt idx="3838">
                  <c:v>27-05-2015</c:v>
                </c:pt>
                <c:pt idx="3839">
                  <c:v>28-05-2015</c:v>
                </c:pt>
                <c:pt idx="3840">
                  <c:v>29-05-2015</c:v>
                </c:pt>
                <c:pt idx="3841">
                  <c:v>01-06-2015</c:v>
                </c:pt>
                <c:pt idx="3842">
                  <c:v>02-06-2015</c:v>
                </c:pt>
                <c:pt idx="3843">
                  <c:v>03-06-2015</c:v>
                </c:pt>
                <c:pt idx="3844">
                  <c:v>04-06-2015</c:v>
                </c:pt>
                <c:pt idx="3845">
                  <c:v>05-06-2015</c:v>
                </c:pt>
                <c:pt idx="3846">
                  <c:v>08-06-2015</c:v>
                </c:pt>
                <c:pt idx="3847">
                  <c:v>09-06-2015</c:v>
                </c:pt>
                <c:pt idx="3848">
                  <c:v>10-06-2015</c:v>
                </c:pt>
                <c:pt idx="3849">
                  <c:v>11-06-2015</c:v>
                </c:pt>
                <c:pt idx="3850">
                  <c:v>12-06-2015</c:v>
                </c:pt>
                <c:pt idx="3851">
                  <c:v>15-06-2015</c:v>
                </c:pt>
                <c:pt idx="3852">
                  <c:v>16-06-2015</c:v>
                </c:pt>
                <c:pt idx="3853">
                  <c:v>17-06-2015</c:v>
                </c:pt>
                <c:pt idx="3854">
                  <c:v>18-06-2015</c:v>
                </c:pt>
                <c:pt idx="3855">
                  <c:v>19-06-2015</c:v>
                </c:pt>
                <c:pt idx="3856">
                  <c:v>22-06-2015</c:v>
                </c:pt>
                <c:pt idx="3857">
                  <c:v>23-06-2015</c:v>
                </c:pt>
                <c:pt idx="3858">
                  <c:v>24-06-2015</c:v>
                </c:pt>
                <c:pt idx="3859">
                  <c:v>25-06-2015</c:v>
                </c:pt>
                <c:pt idx="3860">
                  <c:v>26-06-2015</c:v>
                </c:pt>
                <c:pt idx="3861">
                  <c:v>29-06-2015</c:v>
                </c:pt>
                <c:pt idx="3862">
                  <c:v>30-06-2015</c:v>
                </c:pt>
                <c:pt idx="3863">
                  <c:v>01-07-2015</c:v>
                </c:pt>
                <c:pt idx="3864">
                  <c:v>02-07-2015</c:v>
                </c:pt>
                <c:pt idx="3865">
                  <c:v>03-07-2015</c:v>
                </c:pt>
                <c:pt idx="3866">
                  <c:v>06-07-2015</c:v>
                </c:pt>
                <c:pt idx="3867">
                  <c:v>07-07-2015</c:v>
                </c:pt>
                <c:pt idx="3868">
                  <c:v>08-07-2015</c:v>
                </c:pt>
                <c:pt idx="3869">
                  <c:v>09-07-2015</c:v>
                </c:pt>
                <c:pt idx="3870">
                  <c:v>10-07-2015</c:v>
                </c:pt>
                <c:pt idx="3871">
                  <c:v>13-07-2015</c:v>
                </c:pt>
                <c:pt idx="3872">
                  <c:v>14-07-2015</c:v>
                </c:pt>
                <c:pt idx="3873">
                  <c:v>15-07-2015</c:v>
                </c:pt>
                <c:pt idx="3874">
                  <c:v>16-07-2015</c:v>
                </c:pt>
                <c:pt idx="3875">
                  <c:v>17-07-2015</c:v>
                </c:pt>
                <c:pt idx="3876">
                  <c:v>20-07-2015</c:v>
                </c:pt>
                <c:pt idx="3877">
                  <c:v>21-07-2015</c:v>
                </c:pt>
                <c:pt idx="3878">
                  <c:v>22-07-2015</c:v>
                </c:pt>
                <c:pt idx="3879">
                  <c:v>23-07-2015</c:v>
                </c:pt>
                <c:pt idx="3880">
                  <c:v>24-07-2015</c:v>
                </c:pt>
                <c:pt idx="3881">
                  <c:v>27-07-2015</c:v>
                </c:pt>
                <c:pt idx="3882">
                  <c:v>28-07-2015</c:v>
                </c:pt>
                <c:pt idx="3883">
                  <c:v>29-07-2015</c:v>
                </c:pt>
                <c:pt idx="3884">
                  <c:v>30-07-2015</c:v>
                </c:pt>
                <c:pt idx="3885">
                  <c:v>31-07-2015</c:v>
                </c:pt>
                <c:pt idx="3886">
                  <c:v>03-08-2015</c:v>
                </c:pt>
                <c:pt idx="3887">
                  <c:v>04-08-2015</c:v>
                </c:pt>
                <c:pt idx="3888">
                  <c:v>05-08-2015</c:v>
                </c:pt>
                <c:pt idx="3889">
                  <c:v>06-08-2015</c:v>
                </c:pt>
                <c:pt idx="3890">
                  <c:v>07-08-2015</c:v>
                </c:pt>
                <c:pt idx="3891">
                  <c:v>10-08-2015</c:v>
                </c:pt>
                <c:pt idx="3892">
                  <c:v>11-08-2015</c:v>
                </c:pt>
                <c:pt idx="3893">
                  <c:v>12-08-2015</c:v>
                </c:pt>
                <c:pt idx="3894">
                  <c:v>13-08-2015</c:v>
                </c:pt>
                <c:pt idx="3895">
                  <c:v>14-08-2015</c:v>
                </c:pt>
                <c:pt idx="3896">
                  <c:v>17-08-2015</c:v>
                </c:pt>
                <c:pt idx="3897">
                  <c:v>18-08-2015</c:v>
                </c:pt>
                <c:pt idx="3898">
                  <c:v>19-08-2015</c:v>
                </c:pt>
                <c:pt idx="3899">
                  <c:v>20-08-2015</c:v>
                </c:pt>
                <c:pt idx="3900">
                  <c:v>21-08-2015</c:v>
                </c:pt>
                <c:pt idx="3901">
                  <c:v>24-08-2015</c:v>
                </c:pt>
                <c:pt idx="3902">
                  <c:v>25-08-2015</c:v>
                </c:pt>
                <c:pt idx="3903">
                  <c:v>26-08-2015</c:v>
                </c:pt>
                <c:pt idx="3904">
                  <c:v>27-08-2015</c:v>
                </c:pt>
                <c:pt idx="3905">
                  <c:v>28-08-2015</c:v>
                </c:pt>
                <c:pt idx="3906">
                  <c:v>31-08-2015</c:v>
                </c:pt>
                <c:pt idx="3907">
                  <c:v>01-09-2015</c:v>
                </c:pt>
                <c:pt idx="3908">
                  <c:v>02-09-2015</c:v>
                </c:pt>
                <c:pt idx="3909">
                  <c:v>03-09-2015</c:v>
                </c:pt>
                <c:pt idx="3910">
                  <c:v>04-09-2015</c:v>
                </c:pt>
                <c:pt idx="3911">
                  <c:v>07-09-2015</c:v>
                </c:pt>
                <c:pt idx="3912">
                  <c:v>08-09-2015</c:v>
                </c:pt>
                <c:pt idx="3913">
                  <c:v>09-09-2015</c:v>
                </c:pt>
                <c:pt idx="3914">
                  <c:v>10-09-2015</c:v>
                </c:pt>
                <c:pt idx="3915">
                  <c:v>11-09-2015</c:v>
                </c:pt>
                <c:pt idx="3916">
                  <c:v>14-09-2015</c:v>
                </c:pt>
                <c:pt idx="3917">
                  <c:v>15-09-2015</c:v>
                </c:pt>
                <c:pt idx="3918">
                  <c:v>16-09-2015</c:v>
                </c:pt>
                <c:pt idx="3919">
                  <c:v>18-09-2015</c:v>
                </c:pt>
                <c:pt idx="3920">
                  <c:v>21-09-2015</c:v>
                </c:pt>
                <c:pt idx="3921">
                  <c:v>22-09-2015</c:v>
                </c:pt>
                <c:pt idx="3922">
                  <c:v>23-09-2015</c:v>
                </c:pt>
                <c:pt idx="3923">
                  <c:v>24-09-2015</c:v>
                </c:pt>
                <c:pt idx="3924">
                  <c:v>28-09-2015</c:v>
                </c:pt>
                <c:pt idx="3925">
                  <c:v>29-09-2015</c:v>
                </c:pt>
                <c:pt idx="3926">
                  <c:v>30-09-2015</c:v>
                </c:pt>
                <c:pt idx="3927">
                  <c:v>01-10-2015</c:v>
                </c:pt>
                <c:pt idx="3928">
                  <c:v>05-10-2015</c:v>
                </c:pt>
                <c:pt idx="3929">
                  <c:v>06-10-2015</c:v>
                </c:pt>
                <c:pt idx="3930">
                  <c:v>07-10-2015</c:v>
                </c:pt>
                <c:pt idx="3931">
                  <c:v>08-10-2015</c:v>
                </c:pt>
                <c:pt idx="3932">
                  <c:v>09-10-2015</c:v>
                </c:pt>
                <c:pt idx="3933">
                  <c:v>12-10-2015</c:v>
                </c:pt>
                <c:pt idx="3934">
                  <c:v>13-10-2015</c:v>
                </c:pt>
                <c:pt idx="3935">
                  <c:v>14-10-2015</c:v>
                </c:pt>
                <c:pt idx="3936">
                  <c:v>15-10-2015</c:v>
                </c:pt>
                <c:pt idx="3937">
                  <c:v>16-10-2015</c:v>
                </c:pt>
                <c:pt idx="3938">
                  <c:v>19-10-2015</c:v>
                </c:pt>
                <c:pt idx="3939">
                  <c:v>20-10-2015</c:v>
                </c:pt>
                <c:pt idx="3940">
                  <c:v>21-10-2015</c:v>
                </c:pt>
                <c:pt idx="3941">
                  <c:v>23-10-2015</c:v>
                </c:pt>
                <c:pt idx="3942">
                  <c:v>26-10-2015</c:v>
                </c:pt>
                <c:pt idx="3943">
                  <c:v>27-10-2015</c:v>
                </c:pt>
                <c:pt idx="3944">
                  <c:v>28-10-2015</c:v>
                </c:pt>
                <c:pt idx="3945">
                  <c:v>29-10-2015</c:v>
                </c:pt>
                <c:pt idx="3946">
                  <c:v>30-10-2015</c:v>
                </c:pt>
                <c:pt idx="3947">
                  <c:v>02-11-2015</c:v>
                </c:pt>
                <c:pt idx="3948">
                  <c:v>03-11-2015</c:v>
                </c:pt>
                <c:pt idx="3949">
                  <c:v>04-11-2015</c:v>
                </c:pt>
                <c:pt idx="3950">
                  <c:v>05-11-2015</c:v>
                </c:pt>
                <c:pt idx="3951">
                  <c:v>06-11-2015</c:v>
                </c:pt>
                <c:pt idx="3952">
                  <c:v>09-11-2015</c:v>
                </c:pt>
                <c:pt idx="3953">
                  <c:v>10-11-2015</c:v>
                </c:pt>
                <c:pt idx="3954">
                  <c:v>11-11-2015</c:v>
                </c:pt>
                <c:pt idx="3955">
                  <c:v>13-11-2015</c:v>
                </c:pt>
                <c:pt idx="3956">
                  <c:v>16-11-2015</c:v>
                </c:pt>
                <c:pt idx="3957">
                  <c:v>17-11-2015</c:v>
                </c:pt>
                <c:pt idx="3958">
                  <c:v>18-11-2015</c:v>
                </c:pt>
                <c:pt idx="3959">
                  <c:v>19-11-2015</c:v>
                </c:pt>
                <c:pt idx="3960">
                  <c:v>20-11-2015</c:v>
                </c:pt>
                <c:pt idx="3961">
                  <c:v>23-11-2015</c:v>
                </c:pt>
                <c:pt idx="3962">
                  <c:v>24-11-2015</c:v>
                </c:pt>
                <c:pt idx="3963">
                  <c:v>26-11-2015</c:v>
                </c:pt>
                <c:pt idx="3964">
                  <c:v>27-11-2015</c:v>
                </c:pt>
                <c:pt idx="3965">
                  <c:v>30-11-2015</c:v>
                </c:pt>
                <c:pt idx="3966">
                  <c:v>01-12-2015</c:v>
                </c:pt>
                <c:pt idx="3967">
                  <c:v>02-12-2015</c:v>
                </c:pt>
                <c:pt idx="3968">
                  <c:v>03-12-2015</c:v>
                </c:pt>
                <c:pt idx="3969">
                  <c:v>04-12-2015</c:v>
                </c:pt>
                <c:pt idx="3970">
                  <c:v>07-12-2015</c:v>
                </c:pt>
                <c:pt idx="3971">
                  <c:v>08-12-2015</c:v>
                </c:pt>
                <c:pt idx="3972">
                  <c:v>09-12-2015</c:v>
                </c:pt>
                <c:pt idx="3973">
                  <c:v>10-12-2015</c:v>
                </c:pt>
                <c:pt idx="3974">
                  <c:v>11-12-2015</c:v>
                </c:pt>
                <c:pt idx="3975">
                  <c:v>14-12-2015</c:v>
                </c:pt>
                <c:pt idx="3976">
                  <c:v>15-12-2015</c:v>
                </c:pt>
                <c:pt idx="3977">
                  <c:v>16-12-2015</c:v>
                </c:pt>
                <c:pt idx="3978">
                  <c:v>17-12-2015</c:v>
                </c:pt>
                <c:pt idx="3979">
                  <c:v>18-12-2015</c:v>
                </c:pt>
                <c:pt idx="3980">
                  <c:v>21-12-2015</c:v>
                </c:pt>
                <c:pt idx="3981">
                  <c:v>22-12-2015</c:v>
                </c:pt>
                <c:pt idx="3982">
                  <c:v>23-12-2015</c:v>
                </c:pt>
                <c:pt idx="3983">
                  <c:v>24-12-2015</c:v>
                </c:pt>
                <c:pt idx="3984">
                  <c:v>28-12-2015</c:v>
                </c:pt>
                <c:pt idx="3985">
                  <c:v>29-12-2015</c:v>
                </c:pt>
                <c:pt idx="3986">
                  <c:v>30-12-2015</c:v>
                </c:pt>
                <c:pt idx="3987">
                  <c:v>31-12-2015</c:v>
                </c:pt>
                <c:pt idx="3988">
                  <c:v>01-01-2016</c:v>
                </c:pt>
                <c:pt idx="3989">
                  <c:v>04-01-2016</c:v>
                </c:pt>
                <c:pt idx="3990">
                  <c:v>05-01-2016</c:v>
                </c:pt>
                <c:pt idx="3991">
                  <c:v>06-01-2016</c:v>
                </c:pt>
                <c:pt idx="3992">
                  <c:v>07-01-2016</c:v>
                </c:pt>
                <c:pt idx="3993">
                  <c:v>08-01-2016</c:v>
                </c:pt>
                <c:pt idx="3994">
                  <c:v>11-01-2016</c:v>
                </c:pt>
                <c:pt idx="3995">
                  <c:v>12-01-2016</c:v>
                </c:pt>
                <c:pt idx="3996">
                  <c:v>13-01-2016</c:v>
                </c:pt>
                <c:pt idx="3997">
                  <c:v>14-01-2016</c:v>
                </c:pt>
                <c:pt idx="3998">
                  <c:v>15-01-2016</c:v>
                </c:pt>
                <c:pt idx="3999">
                  <c:v>18-01-2016</c:v>
                </c:pt>
                <c:pt idx="4000">
                  <c:v>19-01-2016</c:v>
                </c:pt>
                <c:pt idx="4001">
                  <c:v>20-01-2016</c:v>
                </c:pt>
                <c:pt idx="4002">
                  <c:v>21-01-2016</c:v>
                </c:pt>
                <c:pt idx="4003">
                  <c:v>22-01-2016</c:v>
                </c:pt>
                <c:pt idx="4004">
                  <c:v>25-01-2016</c:v>
                </c:pt>
                <c:pt idx="4005">
                  <c:v>27-01-2016</c:v>
                </c:pt>
                <c:pt idx="4006">
                  <c:v>28-01-2016</c:v>
                </c:pt>
                <c:pt idx="4007">
                  <c:v>29-01-2016</c:v>
                </c:pt>
                <c:pt idx="4008">
                  <c:v>01-02-2016</c:v>
                </c:pt>
                <c:pt idx="4009">
                  <c:v>02-02-2016</c:v>
                </c:pt>
                <c:pt idx="4010">
                  <c:v>03-02-2016</c:v>
                </c:pt>
                <c:pt idx="4011">
                  <c:v>04-02-2016</c:v>
                </c:pt>
                <c:pt idx="4012">
                  <c:v>05-02-2016</c:v>
                </c:pt>
                <c:pt idx="4013">
                  <c:v>08-02-2016</c:v>
                </c:pt>
                <c:pt idx="4014">
                  <c:v>09-02-2016</c:v>
                </c:pt>
                <c:pt idx="4015">
                  <c:v>10-02-2016</c:v>
                </c:pt>
                <c:pt idx="4016">
                  <c:v>11-02-2016</c:v>
                </c:pt>
                <c:pt idx="4017">
                  <c:v>12-02-2016</c:v>
                </c:pt>
                <c:pt idx="4018">
                  <c:v>15-02-2016</c:v>
                </c:pt>
                <c:pt idx="4019">
                  <c:v>16-02-2016</c:v>
                </c:pt>
                <c:pt idx="4020">
                  <c:v>17-02-2016</c:v>
                </c:pt>
                <c:pt idx="4021">
                  <c:v>18-02-2016</c:v>
                </c:pt>
                <c:pt idx="4022">
                  <c:v>19-02-2016</c:v>
                </c:pt>
                <c:pt idx="4023">
                  <c:v>22-02-2016</c:v>
                </c:pt>
                <c:pt idx="4024">
                  <c:v>23-02-2016</c:v>
                </c:pt>
                <c:pt idx="4025">
                  <c:v>24-02-2016</c:v>
                </c:pt>
                <c:pt idx="4026">
                  <c:v>25-02-2016</c:v>
                </c:pt>
                <c:pt idx="4027">
                  <c:v>26-02-2016</c:v>
                </c:pt>
                <c:pt idx="4028">
                  <c:v>29-02-2016</c:v>
                </c:pt>
                <c:pt idx="4029">
                  <c:v>01-03-2016</c:v>
                </c:pt>
                <c:pt idx="4030">
                  <c:v>02-03-2016</c:v>
                </c:pt>
                <c:pt idx="4031">
                  <c:v>03-03-2016</c:v>
                </c:pt>
                <c:pt idx="4032">
                  <c:v>04-03-2016</c:v>
                </c:pt>
                <c:pt idx="4033">
                  <c:v>08-03-2016</c:v>
                </c:pt>
                <c:pt idx="4034">
                  <c:v>09-03-2016</c:v>
                </c:pt>
                <c:pt idx="4035">
                  <c:v>10-03-2016</c:v>
                </c:pt>
                <c:pt idx="4036">
                  <c:v>11-03-2016</c:v>
                </c:pt>
                <c:pt idx="4037">
                  <c:v>14-03-2016</c:v>
                </c:pt>
                <c:pt idx="4038">
                  <c:v>15-03-2016</c:v>
                </c:pt>
                <c:pt idx="4039">
                  <c:v>16-03-2016</c:v>
                </c:pt>
                <c:pt idx="4040">
                  <c:v>17-03-2016</c:v>
                </c:pt>
                <c:pt idx="4041">
                  <c:v>18-03-2016</c:v>
                </c:pt>
                <c:pt idx="4042">
                  <c:v>21-03-2016</c:v>
                </c:pt>
                <c:pt idx="4043">
                  <c:v>22-03-2016</c:v>
                </c:pt>
                <c:pt idx="4044">
                  <c:v>23-03-2016</c:v>
                </c:pt>
                <c:pt idx="4045">
                  <c:v>28-03-2016</c:v>
                </c:pt>
                <c:pt idx="4046">
                  <c:v>29-03-2016</c:v>
                </c:pt>
                <c:pt idx="4047">
                  <c:v>30-03-2016</c:v>
                </c:pt>
                <c:pt idx="4048">
                  <c:v>31-03-2016</c:v>
                </c:pt>
                <c:pt idx="4049">
                  <c:v>01-04-2016</c:v>
                </c:pt>
                <c:pt idx="4050">
                  <c:v>04-04-2016</c:v>
                </c:pt>
                <c:pt idx="4051">
                  <c:v>05-04-2016</c:v>
                </c:pt>
                <c:pt idx="4052">
                  <c:v>06-04-2016</c:v>
                </c:pt>
                <c:pt idx="4053">
                  <c:v>07-04-2016</c:v>
                </c:pt>
                <c:pt idx="4054">
                  <c:v>08-04-2016</c:v>
                </c:pt>
                <c:pt idx="4055">
                  <c:v>11-04-2016</c:v>
                </c:pt>
                <c:pt idx="4056">
                  <c:v>12-04-2016</c:v>
                </c:pt>
                <c:pt idx="4057">
                  <c:v>13-04-2016</c:v>
                </c:pt>
                <c:pt idx="4058">
                  <c:v>18-04-2016</c:v>
                </c:pt>
                <c:pt idx="4059">
                  <c:v>20-04-2016</c:v>
                </c:pt>
                <c:pt idx="4060">
                  <c:v>21-04-2016</c:v>
                </c:pt>
                <c:pt idx="4061">
                  <c:v>22-04-2016</c:v>
                </c:pt>
                <c:pt idx="4062">
                  <c:v>25-04-2016</c:v>
                </c:pt>
                <c:pt idx="4063">
                  <c:v>26-04-2016</c:v>
                </c:pt>
                <c:pt idx="4064">
                  <c:v>27-04-2016</c:v>
                </c:pt>
                <c:pt idx="4065">
                  <c:v>28-04-2016</c:v>
                </c:pt>
                <c:pt idx="4066">
                  <c:v>29-04-2016</c:v>
                </c:pt>
                <c:pt idx="4067">
                  <c:v>02-05-2016</c:v>
                </c:pt>
                <c:pt idx="4068">
                  <c:v>03-05-2016</c:v>
                </c:pt>
                <c:pt idx="4069">
                  <c:v>04-05-2016</c:v>
                </c:pt>
                <c:pt idx="4070">
                  <c:v>05-05-2016</c:v>
                </c:pt>
                <c:pt idx="4071">
                  <c:v>06-05-2016</c:v>
                </c:pt>
                <c:pt idx="4072">
                  <c:v>09-05-2016</c:v>
                </c:pt>
                <c:pt idx="4073">
                  <c:v>10-05-2016</c:v>
                </c:pt>
                <c:pt idx="4074">
                  <c:v>11-05-2016</c:v>
                </c:pt>
                <c:pt idx="4075">
                  <c:v>12-05-2016</c:v>
                </c:pt>
                <c:pt idx="4076">
                  <c:v>13-05-2016</c:v>
                </c:pt>
                <c:pt idx="4077">
                  <c:v>16-05-2016</c:v>
                </c:pt>
                <c:pt idx="4078">
                  <c:v>17-05-2016</c:v>
                </c:pt>
                <c:pt idx="4079">
                  <c:v>18-05-2016</c:v>
                </c:pt>
                <c:pt idx="4080">
                  <c:v>19-05-2016</c:v>
                </c:pt>
                <c:pt idx="4081">
                  <c:v>20-05-2016</c:v>
                </c:pt>
                <c:pt idx="4082">
                  <c:v>23-05-2016</c:v>
                </c:pt>
                <c:pt idx="4083">
                  <c:v>24-05-2016</c:v>
                </c:pt>
                <c:pt idx="4084">
                  <c:v>25-05-2016</c:v>
                </c:pt>
                <c:pt idx="4085">
                  <c:v>26-05-2016</c:v>
                </c:pt>
                <c:pt idx="4086">
                  <c:v>27-05-2016</c:v>
                </c:pt>
                <c:pt idx="4087">
                  <c:v>30-05-2016</c:v>
                </c:pt>
                <c:pt idx="4088">
                  <c:v>31-05-2016</c:v>
                </c:pt>
                <c:pt idx="4089">
                  <c:v>01-06-2016</c:v>
                </c:pt>
                <c:pt idx="4090">
                  <c:v>02-06-2016</c:v>
                </c:pt>
                <c:pt idx="4091">
                  <c:v>03-06-2016</c:v>
                </c:pt>
                <c:pt idx="4092">
                  <c:v>06-06-2016</c:v>
                </c:pt>
                <c:pt idx="4093">
                  <c:v>07-06-2016</c:v>
                </c:pt>
                <c:pt idx="4094">
                  <c:v>08-06-2016</c:v>
                </c:pt>
                <c:pt idx="4095">
                  <c:v>09-06-2016</c:v>
                </c:pt>
                <c:pt idx="4096">
                  <c:v>10-06-2016</c:v>
                </c:pt>
                <c:pt idx="4097">
                  <c:v>13-06-2016</c:v>
                </c:pt>
                <c:pt idx="4098">
                  <c:v>14-06-2016</c:v>
                </c:pt>
                <c:pt idx="4099">
                  <c:v>15-06-2016</c:v>
                </c:pt>
                <c:pt idx="4100">
                  <c:v>16-06-2016</c:v>
                </c:pt>
                <c:pt idx="4101">
                  <c:v>17-06-2016</c:v>
                </c:pt>
                <c:pt idx="4102">
                  <c:v>20-06-2016</c:v>
                </c:pt>
                <c:pt idx="4103">
                  <c:v>21-06-2016</c:v>
                </c:pt>
                <c:pt idx="4104">
                  <c:v>22-06-2016</c:v>
                </c:pt>
                <c:pt idx="4105">
                  <c:v>23-06-2016</c:v>
                </c:pt>
                <c:pt idx="4106">
                  <c:v>24-06-2016</c:v>
                </c:pt>
                <c:pt idx="4107">
                  <c:v>27-06-2016</c:v>
                </c:pt>
                <c:pt idx="4108">
                  <c:v>28-06-2016</c:v>
                </c:pt>
                <c:pt idx="4109">
                  <c:v>29-06-2016</c:v>
                </c:pt>
                <c:pt idx="4110">
                  <c:v>30-06-2016</c:v>
                </c:pt>
                <c:pt idx="4111">
                  <c:v>01-07-2016</c:v>
                </c:pt>
                <c:pt idx="4112">
                  <c:v>04-07-2016</c:v>
                </c:pt>
                <c:pt idx="4113">
                  <c:v>05-07-2016</c:v>
                </c:pt>
                <c:pt idx="4114">
                  <c:v>07-07-2016</c:v>
                </c:pt>
                <c:pt idx="4115">
                  <c:v>08-07-2016</c:v>
                </c:pt>
                <c:pt idx="4116">
                  <c:v>11-07-2016</c:v>
                </c:pt>
                <c:pt idx="4117">
                  <c:v>12-07-2016</c:v>
                </c:pt>
                <c:pt idx="4118">
                  <c:v>13-07-2016</c:v>
                </c:pt>
                <c:pt idx="4119">
                  <c:v>14-07-2016</c:v>
                </c:pt>
                <c:pt idx="4120">
                  <c:v>15-07-2016</c:v>
                </c:pt>
                <c:pt idx="4121">
                  <c:v>18-07-2016</c:v>
                </c:pt>
                <c:pt idx="4122">
                  <c:v>19-07-2016</c:v>
                </c:pt>
                <c:pt idx="4123">
                  <c:v>20-07-2016</c:v>
                </c:pt>
                <c:pt idx="4124">
                  <c:v>21-07-2016</c:v>
                </c:pt>
                <c:pt idx="4125">
                  <c:v>22-07-2016</c:v>
                </c:pt>
                <c:pt idx="4126">
                  <c:v>25-07-2016</c:v>
                </c:pt>
                <c:pt idx="4127">
                  <c:v>26-07-2016</c:v>
                </c:pt>
                <c:pt idx="4128">
                  <c:v>27-07-2016</c:v>
                </c:pt>
                <c:pt idx="4129">
                  <c:v>28-07-2016</c:v>
                </c:pt>
                <c:pt idx="4130">
                  <c:v>29-07-2016</c:v>
                </c:pt>
                <c:pt idx="4131">
                  <c:v>01-08-2016</c:v>
                </c:pt>
                <c:pt idx="4132">
                  <c:v>02-08-2016</c:v>
                </c:pt>
                <c:pt idx="4133">
                  <c:v>03-08-2016</c:v>
                </c:pt>
                <c:pt idx="4134">
                  <c:v>04-08-2016</c:v>
                </c:pt>
                <c:pt idx="4135">
                  <c:v>05-08-2016</c:v>
                </c:pt>
                <c:pt idx="4136">
                  <c:v>08-08-2016</c:v>
                </c:pt>
                <c:pt idx="4137">
                  <c:v>09-08-2016</c:v>
                </c:pt>
                <c:pt idx="4138">
                  <c:v>10-08-2016</c:v>
                </c:pt>
                <c:pt idx="4139">
                  <c:v>11-08-2016</c:v>
                </c:pt>
                <c:pt idx="4140">
                  <c:v>12-08-2016</c:v>
                </c:pt>
                <c:pt idx="4141">
                  <c:v>16-08-2016</c:v>
                </c:pt>
                <c:pt idx="4142">
                  <c:v>17-08-2016</c:v>
                </c:pt>
                <c:pt idx="4143">
                  <c:v>18-08-2016</c:v>
                </c:pt>
                <c:pt idx="4144">
                  <c:v>19-08-2016</c:v>
                </c:pt>
                <c:pt idx="4145">
                  <c:v>22-08-2016</c:v>
                </c:pt>
                <c:pt idx="4146">
                  <c:v>23-08-2016</c:v>
                </c:pt>
                <c:pt idx="4147">
                  <c:v>24-08-2016</c:v>
                </c:pt>
                <c:pt idx="4148">
                  <c:v>25-08-2016</c:v>
                </c:pt>
                <c:pt idx="4149">
                  <c:v>26-08-2016</c:v>
                </c:pt>
                <c:pt idx="4150">
                  <c:v>29-08-2016</c:v>
                </c:pt>
                <c:pt idx="4151">
                  <c:v>30-08-2016</c:v>
                </c:pt>
                <c:pt idx="4152">
                  <c:v>31-08-2016</c:v>
                </c:pt>
                <c:pt idx="4153">
                  <c:v>01-09-2016</c:v>
                </c:pt>
                <c:pt idx="4154">
                  <c:v>02-09-2016</c:v>
                </c:pt>
                <c:pt idx="4155">
                  <c:v>06-09-2016</c:v>
                </c:pt>
                <c:pt idx="4156">
                  <c:v>07-09-2016</c:v>
                </c:pt>
                <c:pt idx="4157">
                  <c:v>08-09-2016</c:v>
                </c:pt>
                <c:pt idx="4158">
                  <c:v>09-09-2016</c:v>
                </c:pt>
                <c:pt idx="4159">
                  <c:v>12-09-2016</c:v>
                </c:pt>
                <c:pt idx="4160">
                  <c:v>14-09-2016</c:v>
                </c:pt>
                <c:pt idx="4161">
                  <c:v>15-09-2016</c:v>
                </c:pt>
                <c:pt idx="4162">
                  <c:v>16-09-2016</c:v>
                </c:pt>
                <c:pt idx="4163">
                  <c:v>19-09-2016</c:v>
                </c:pt>
                <c:pt idx="4164">
                  <c:v>20-09-2016</c:v>
                </c:pt>
                <c:pt idx="4165">
                  <c:v>21-09-2016</c:v>
                </c:pt>
                <c:pt idx="4166">
                  <c:v>22-09-2016</c:v>
                </c:pt>
                <c:pt idx="4167">
                  <c:v>23-09-2016</c:v>
                </c:pt>
                <c:pt idx="4168">
                  <c:v>26-09-2016</c:v>
                </c:pt>
                <c:pt idx="4169">
                  <c:v>27-09-2016</c:v>
                </c:pt>
                <c:pt idx="4170">
                  <c:v>28-09-2016</c:v>
                </c:pt>
                <c:pt idx="4171">
                  <c:v>29-09-2016</c:v>
                </c:pt>
                <c:pt idx="4172">
                  <c:v>30-09-2016</c:v>
                </c:pt>
                <c:pt idx="4173">
                  <c:v>03-10-2016</c:v>
                </c:pt>
                <c:pt idx="4174">
                  <c:v>04-10-2016</c:v>
                </c:pt>
                <c:pt idx="4175">
                  <c:v>05-10-2016</c:v>
                </c:pt>
                <c:pt idx="4176">
                  <c:v>06-10-2016</c:v>
                </c:pt>
                <c:pt idx="4177">
                  <c:v>07-10-2016</c:v>
                </c:pt>
                <c:pt idx="4178">
                  <c:v>10-10-2016</c:v>
                </c:pt>
                <c:pt idx="4179">
                  <c:v>13-10-2016</c:v>
                </c:pt>
                <c:pt idx="4180">
                  <c:v>14-10-2016</c:v>
                </c:pt>
                <c:pt idx="4181">
                  <c:v>17-10-2016</c:v>
                </c:pt>
                <c:pt idx="4182">
                  <c:v>18-10-2016</c:v>
                </c:pt>
                <c:pt idx="4183">
                  <c:v>19-10-2016</c:v>
                </c:pt>
                <c:pt idx="4184">
                  <c:v>20-10-2016</c:v>
                </c:pt>
                <c:pt idx="4185">
                  <c:v>21-10-2016</c:v>
                </c:pt>
                <c:pt idx="4186">
                  <c:v>24-10-2016</c:v>
                </c:pt>
                <c:pt idx="4187">
                  <c:v>25-10-2016</c:v>
                </c:pt>
                <c:pt idx="4188">
                  <c:v>26-10-2016</c:v>
                </c:pt>
                <c:pt idx="4189">
                  <c:v>27-10-2016</c:v>
                </c:pt>
                <c:pt idx="4190">
                  <c:v>28-10-2016</c:v>
                </c:pt>
                <c:pt idx="4191">
                  <c:v>30-10-2016</c:v>
                </c:pt>
                <c:pt idx="4192">
                  <c:v>01-11-2016</c:v>
                </c:pt>
                <c:pt idx="4193">
                  <c:v>02-11-2016</c:v>
                </c:pt>
                <c:pt idx="4194">
                  <c:v>03-11-2016</c:v>
                </c:pt>
                <c:pt idx="4195">
                  <c:v>04-11-2016</c:v>
                </c:pt>
                <c:pt idx="4196">
                  <c:v>07-11-2016</c:v>
                </c:pt>
                <c:pt idx="4197">
                  <c:v>08-11-2016</c:v>
                </c:pt>
                <c:pt idx="4198">
                  <c:v>09-11-2016</c:v>
                </c:pt>
                <c:pt idx="4199">
                  <c:v>10-11-2016</c:v>
                </c:pt>
                <c:pt idx="4200">
                  <c:v>11-11-2016</c:v>
                </c:pt>
                <c:pt idx="4201">
                  <c:v>15-11-2016</c:v>
                </c:pt>
                <c:pt idx="4202">
                  <c:v>16-11-2016</c:v>
                </c:pt>
                <c:pt idx="4203">
                  <c:v>17-11-2016</c:v>
                </c:pt>
                <c:pt idx="4204">
                  <c:v>18-11-2016</c:v>
                </c:pt>
                <c:pt idx="4205">
                  <c:v>21-11-2016</c:v>
                </c:pt>
                <c:pt idx="4206">
                  <c:v>22-11-2016</c:v>
                </c:pt>
                <c:pt idx="4207">
                  <c:v>23-11-2016</c:v>
                </c:pt>
                <c:pt idx="4208">
                  <c:v>24-11-2016</c:v>
                </c:pt>
                <c:pt idx="4209">
                  <c:v>25-11-2016</c:v>
                </c:pt>
                <c:pt idx="4210">
                  <c:v>28-11-2016</c:v>
                </c:pt>
                <c:pt idx="4211">
                  <c:v>29-11-2016</c:v>
                </c:pt>
                <c:pt idx="4212">
                  <c:v>30-11-2016</c:v>
                </c:pt>
                <c:pt idx="4213">
                  <c:v>01-12-2016</c:v>
                </c:pt>
                <c:pt idx="4214">
                  <c:v>02-12-2016</c:v>
                </c:pt>
                <c:pt idx="4215">
                  <c:v>05-12-2016</c:v>
                </c:pt>
                <c:pt idx="4216">
                  <c:v>06-12-2016</c:v>
                </c:pt>
                <c:pt idx="4217">
                  <c:v>07-12-2016</c:v>
                </c:pt>
                <c:pt idx="4218">
                  <c:v>08-12-2016</c:v>
                </c:pt>
                <c:pt idx="4219">
                  <c:v>09-12-2016</c:v>
                </c:pt>
                <c:pt idx="4220">
                  <c:v>12-12-2016</c:v>
                </c:pt>
                <c:pt idx="4221">
                  <c:v>13-12-2016</c:v>
                </c:pt>
                <c:pt idx="4222">
                  <c:v>14-12-2016</c:v>
                </c:pt>
                <c:pt idx="4223">
                  <c:v>15-12-2016</c:v>
                </c:pt>
                <c:pt idx="4224">
                  <c:v>16-12-2016</c:v>
                </c:pt>
                <c:pt idx="4225">
                  <c:v>19-12-2016</c:v>
                </c:pt>
                <c:pt idx="4226">
                  <c:v>20-12-2016</c:v>
                </c:pt>
                <c:pt idx="4227">
                  <c:v>21-12-2016</c:v>
                </c:pt>
                <c:pt idx="4228">
                  <c:v>22-12-2016</c:v>
                </c:pt>
                <c:pt idx="4229">
                  <c:v>23-12-2016</c:v>
                </c:pt>
                <c:pt idx="4230">
                  <c:v>26-12-2016</c:v>
                </c:pt>
                <c:pt idx="4231">
                  <c:v>27-12-2016</c:v>
                </c:pt>
                <c:pt idx="4232">
                  <c:v>28-12-2016</c:v>
                </c:pt>
                <c:pt idx="4233">
                  <c:v>29-12-2016</c:v>
                </c:pt>
                <c:pt idx="4234">
                  <c:v>30-12-2016</c:v>
                </c:pt>
                <c:pt idx="4235">
                  <c:v>02-01-2017</c:v>
                </c:pt>
                <c:pt idx="4236">
                  <c:v>03-01-2017</c:v>
                </c:pt>
                <c:pt idx="4237">
                  <c:v>04-01-2017</c:v>
                </c:pt>
                <c:pt idx="4238">
                  <c:v>05-01-2017</c:v>
                </c:pt>
                <c:pt idx="4239">
                  <c:v>06-01-2017</c:v>
                </c:pt>
                <c:pt idx="4240">
                  <c:v>09-01-2017</c:v>
                </c:pt>
                <c:pt idx="4241">
                  <c:v>10-01-2017</c:v>
                </c:pt>
                <c:pt idx="4242">
                  <c:v>11-01-2017</c:v>
                </c:pt>
                <c:pt idx="4243">
                  <c:v>12-01-2017</c:v>
                </c:pt>
                <c:pt idx="4244">
                  <c:v>13-01-2017</c:v>
                </c:pt>
                <c:pt idx="4245">
                  <c:v>16-01-2017</c:v>
                </c:pt>
                <c:pt idx="4246">
                  <c:v>17-01-2017</c:v>
                </c:pt>
                <c:pt idx="4247">
                  <c:v>18-01-2017</c:v>
                </c:pt>
                <c:pt idx="4248">
                  <c:v>19-01-2017</c:v>
                </c:pt>
                <c:pt idx="4249">
                  <c:v>20-01-2017</c:v>
                </c:pt>
                <c:pt idx="4250">
                  <c:v>23-01-2017</c:v>
                </c:pt>
                <c:pt idx="4251">
                  <c:v>24-01-2017</c:v>
                </c:pt>
                <c:pt idx="4252">
                  <c:v>25-01-2017</c:v>
                </c:pt>
                <c:pt idx="4253">
                  <c:v>27-01-2017</c:v>
                </c:pt>
                <c:pt idx="4254">
                  <c:v>30-01-2017</c:v>
                </c:pt>
                <c:pt idx="4255">
                  <c:v>31-01-2017</c:v>
                </c:pt>
                <c:pt idx="4256">
                  <c:v>01-02-2017</c:v>
                </c:pt>
                <c:pt idx="4257">
                  <c:v>02-02-2017</c:v>
                </c:pt>
                <c:pt idx="4258">
                  <c:v>03-02-2017</c:v>
                </c:pt>
                <c:pt idx="4259">
                  <c:v>06-02-2017</c:v>
                </c:pt>
                <c:pt idx="4260">
                  <c:v>07-02-2017</c:v>
                </c:pt>
                <c:pt idx="4261">
                  <c:v>08-02-2017</c:v>
                </c:pt>
                <c:pt idx="4262">
                  <c:v>09-02-2017</c:v>
                </c:pt>
                <c:pt idx="4263">
                  <c:v>10-02-2017</c:v>
                </c:pt>
                <c:pt idx="4264">
                  <c:v>13-02-2017</c:v>
                </c:pt>
                <c:pt idx="4265">
                  <c:v>14-02-2017</c:v>
                </c:pt>
                <c:pt idx="4266">
                  <c:v>15-02-2017</c:v>
                </c:pt>
                <c:pt idx="4267">
                  <c:v>16-02-2017</c:v>
                </c:pt>
                <c:pt idx="4268">
                  <c:v>17-02-2017</c:v>
                </c:pt>
                <c:pt idx="4269">
                  <c:v>20-02-2017</c:v>
                </c:pt>
                <c:pt idx="4270">
                  <c:v>21-02-2017</c:v>
                </c:pt>
                <c:pt idx="4271">
                  <c:v>22-02-2017</c:v>
                </c:pt>
                <c:pt idx="4272">
                  <c:v>23-02-2017</c:v>
                </c:pt>
                <c:pt idx="4273">
                  <c:v>27-02-2017</c:v>
                </c:pt>
                <c:pt idx="4274">
                  <c:v>28-02-2017</c:v>
                </c:pt>
                <c:pt idx="4275">
                  <c:v>01-03-2017</c:v>
                </c:pt>
                <c:pt idx="4276">
                  <c:v>02-03-2017</c:v>
                </c:pt>
                <c:pt idx="4277">
                  <c:v>03-03-2017</c:v>
                </c:pt>
                <c:pt idx="4278">
                  <c:v>06-03-2017</c:v>
                </c:pt>
                <c:pt idx="4279">
                  <c:v>07-03-2017</c:v>
                </c:pt>
                <c:pt idx="4280">
                  <c:v>08-03-2017</c:v>
                </c:pt>
                <c:pt idx="4281">
                  <c:v>09-03-2017</c:v>
                </c:pt>
                <c:pt idx="4282">
                  <c:v>10-03-2017</c:v>
                </c:pt>
                <c:pt idx="4283">
                  <c:v>14-03-2017</c:v>
                </c:pt>
                <c:pt idx="4284">
                  <c:v>15-03-2017</c:v>
                </c:pt>
                <c:pt idx="4285">
                  <c:v>16-03-2017</c:v>
                </c:pt>
                <c:pt idx="4286">
                  <c:v>17-03-2017</c:v>
                </c:pt>
                <c:pt idx="4287">
                  <c:v>20-03-2017</c:v>
                </c:pt>
                <c:pt idx="4288">
                  <c:v>21-03-2017</c:v>
                </c:pt>
                <c:pt idx="4289">
                  <c:v>22-03-2017</c:v>
                </c:pt>
                <c:pt idx="4290">
                  <c:v>23-03-2017</c:v>
                </c:pt>
                <c:pt idx="4291">
                  <c:v>24-03-2017</c:v>
                </c:pt>
                <c:pt idx="4292">
                  <c:v>27-03-2017</c:v>
                </c:pt>
                <c:pt idx="4293">
                  <c:v>28-03-2017</c:v>
                </c:pt>
                <c:pt idx="4294">
                  <c:v>29-03-2017</c:v>
                </c:pt>
                <c:pt idx="4295">
                  <c:v>30-03-2017</c:v>
                </c:pt>
                <c:pt idx="4296">
                  <c:v>31-03-2017</c:v>
                </c:pt>
                <c:pt idx="4297">
                  <c:v>03-04-2017</c:v>
                </c:pt>
                <c:pt idx="4298">
                  <c:v>05-04-2017</c:v>
                </c:pt>
                <c:pt idx="4299">
                  <c:v>06-04-2017</c:v>
                </c:pt>
                <c:pt idx="4300">
                  <c:v>07-04-2017</c:v>
                </c:pt>
                <c:pt idx="4301">
                  <c:v>10-04-2017</c:v>
                </c:pt>
                <c:pt idx="4302">
                  <c:v>11-04-2017</c:v>
                </c:pt>
                <c:pt idx="4303">
                  <c:v>12-04-2017</c:v>
                </c:pt>
                <c:pt idx="4304">
                  <c:v>13-04-2017</c:v>
                </c:pt>
                <c:pt idx="4305">
                  <c:v>17-04-2017</c:v>
                </c:pt>
                <c:pt idx="4306">
                  <c:v>18-04-2017</c:v>
                </c:pt>
                <c:pt idx="4307">
                  <c:v>19-04-2017</c:v>
                </c:pt>
                <c:pt idx="4308">
                  <c:v>20-04-2017</c:v>
                </c:pt>
                <c:pt idx="4309">
                  <c:v>21-04-2017</c:v>
                </c:pt>
                <c:pt idx="4310">
                  <c:v>24-04-2017</c:v>
                </c:pt>
                <c:pt idx="4311">
                  <c:v>25-04-2017</c:v>
                </c:pt>
                <c:pt idx="4312">
                  <c:v>26-04-2017</c:v>
                </c:pt>
                <c:pt idx="4313">
                  <c:v>27-04-2017</c:v>
                </c:pt>
                <c:pt idx="4314">
                  <c:v>28-04-2017</c:v>
                </c:pt>
                <c:pt idx="4315">
                  <c:v>02-05-2017</c:v>
                </c:pt>
                <c:pt idx="4316">
                  <c:v>03-05-2017</c:v>
                </c:pt>
                <c:pt idx="4317">
                  <c:v>04-05-2017</c:v>
                </c:pt>
                <c:pt idx="4318">
                  <c:v>05-05-2017</c:v>
                </c:pt>
                <c:pt idx="4319">
                  <c:v>08-05-2017</c:v>
                </c:pt>
                <c:pt idx="4320">
                  <c:v>09-05-2017</c:v>
                </c:pt>
                <c:pt idx="4321">
                  <c:v>10-05-2017</c:v>
                </c:pt>
                <c:pt idx="4322">
                  <c:v>11-05-2017</c:v>
                </c:pt>
                <c:pt idx="4323">
                  <c:v>12-05-2017</c:v>
                </c:pt>
                <c:pt idx="4324">
                  <c:v>15-05-2017</c:v>
                </c:pt>
                <c:pt idx="4325">
                  <c:v>16-05-2017</c:v>
                </c:pt>
                <c:pt idx="4326">
                  <c:v>17-05-2017</c:v>
                </c:pt>
                <c:pt idx="4327">
                  <c:v>18-05-2017</c:v>
                </c:pt>
                <c:pt idx="4328">
                  <c:v>19-05-2017</c:v>
                </c:pt>
                <c:pt idx="4329">
                  <c:v>22-05-2017</c:v>
                </c:pt>
                <c:pt idx="4330">
                  <c:v>23-05-2017</c:v>
                </c:pt>
                <c:pt idx="4331">
                  <c:v>24-05-2017</c:v>
                </c:pt>
                <c:pt idx="4332">
                  <c:v>25-05-2017</c:v>
                </c:pt>
                <c:pt idx="4333">
                  <c:v>26-05-2017</c:v>
                </c:pt>
                <c:pt idx="4334">
                  <c:v>29-05-2017</c:v>
                </c:pt>
                <c:pt idx="4335">
                  <c:v>30-05-2017</c:v>
                </c:pt>
                <c:pt idx="4336">
                  <c:v>31-05-2017</c:v>
                </c:pt>
                <c:pt idx="4337">
                  <c:v>01-06-2017</c:v>
                </c:pt>
                <c:pt idx="4338">
                  <c:v>02-06-2017</c:v>
                </c:pt>
                <c:pt idx="4339">
                  <c:v>05-06-2017</c:v>
                </c:pt>
                <c:pt idx="4340">
                  <c:v>06-06-2017</c:v>
                </c:pt>
                <c:pt idx="4341">
                  <c:v>07-06-2017</c:v>
                </c:pt>
                <c:pt idx="4342">
                  <c:v>08-06-2017</c:v>
                </c:pt>
                <c:pt idx="4343">
                  <c:v>09-06-2017</c:v>
                </c:pt>
                <c:pt idx="4344">
                  <c:v>12-06-2017</c:v>
                </c:pt>
                <c:pt idx="4345">
                  <c:v>13-06-2017</c:v>
                </c:pt>
                <c:pt idx="4346">
                  <c:v>14-06-2017</c:v>
                </c:pt>
                <c:pt idx="4347">
                  <c:v>15-06-2017</c:v>
                </c:pt>
                <c:pt idx="4348">
                  <c:v>16-06-2017</c:v>
                </c:pt>
                <c:pt idx="4349">
                  <c:v>19-06-2017</c:v>
                </c:pt>
                <c:pt idx="4350">
                  <c:v>20-06-2017</c:v>
                </c:pt>
                <c:pt idx="4351">
                  <c:v>21-06-2017</c:v>
                </c:pt>
                <c:pt idx="4352">
                  <c:v>22-06-2017</c:v>
                </c:pt>
                <c:pt idx="4353">
                  <c:v>23-06-2017</c:v>
                </c:pt>
                <c:pt idx="4354">
                  <c:v>27-06-2017</c:v>
                </c:pt>
                <c:pt idx="4355">
                  <c:v>28-06-2017</c:v>
                </c:pt>
                <c:pt idx="4356">
                  <c:v>29-06-2017</c:v>
                </c:pt>
                <c:pt idx="4357">
                  <c:v>30-06-2017</c:v>
                </c:pt>
                <c:pt idx="4358">
                  <c:v>03-07-2017</c:v>
                </c:pt>
                <c:pt idx="4359">
                  <c:v>04-07-2017</c:v>
                </c:pt>
                <c:pt idx="4360">
                  <c:v>05-07-2017</c:v>
                </c:pt>
                <c:pt idx="4361">
                  <c:v>06-07-2017</c:v>
                </c:pt>
                <c:pt idx="4362">
                  <c:v>07-07-2017</c:v>
                </c:pt>
                <c:pt idx="4363">
                  <c:v>10-07-2017</c:v>
                </c:pt>
                <c:pt idx="4364">
                  <c:v>11-07-2017</c:v>
                </c:pt>
                <c:pt idx="4365">
                  <c:v>12-07-2017</c:v>
                </c:pt>
                <c:pt idx="4366">
                  <c:v>13-07-2017</c:v>
                </c:pt>
                <c:pt idx="4367">
                  <c:v>14-07-2017</c:v>
                </c:pt>
                <c:pt idx="4368">
                  <c:v>17-07-2017</c:v>
                </c:pt>
                <c:pt idx="4369">
                  <c:v>18-07-2017</c:v>
                </c:pt>
                <c:pt idx="4370">
                  <c:v>19-07-2017</c:v>
                </c:pt>
                <c:pt idx="4371">
                  <c:v>20-07-2017</c:v>
                </c:pt>
                <c:pt idx="4372">
                  <c:v>21-07-2017</c:v>
                </c:pt>
                <c:pt idx="4373">
                  <c:v>24-07-2017</c:v>
                </c:pt>
                <c:pt idx="4374">
                  <c:v>25-07-2017</c:v>
                </c:pt>
                <c:pt idx="4375">
                  <c:v>26-07-2017</c:v>
                </c:pt>
                <c:pt idx="4376">
                  <c:v>27-07-2017</c:v>
                </c:pt>
                <c:pt idx="4377">
                  <c:v>28-07-2017</c:v>
                </c:pt>
                <c:pt idx="4378">
                  <c:v>31-07-2017</c:v>
                </c:pt>
                <c:pt idx="4379">
                  <c:v>01-08-2017</c:v>
                </c:pt>
                <c:pt idx="4380">
                  <c:v>02-08-2017</c:v>
                </c:pt>
                <c:pt idx="4381">
                  <c:v>03-08-2017</c:v>
                </c:pt>
                <c:pt idx="4382">
                  <c:v>04-08-2017</c:v>
                </c:pt>
                <c:pt idx="4383">
                  <c:v>07-08-2017</c:v>
                </c:pt>
                <c:pt idx="4384">
                  <c:v>08-08-2017</c:v>
                </c:pt>
                <c:pt idx="4385">
                  <c:v>09-08-2017</c:v>
                </c:pt>
                <c:pt idx="4386">
                  <c:v>10-08-2017</c:v>
                </c:pt>
                <c:pt idx="4387">
                  <c:v>11-08-2017</c:v>
                </c:pt>
                <c:pt idx="4388">
                  <c:v>14-08-2017</c:v>
                </c:pt>
                <c:pt idx="4389">
                  <c:v>16-08-2017</c:v>
                </c:pt>
                <c:pt idx="4390">
                  <c:v>17-08-2017</c:v>
                </c:pt>
                <c:pt idx="4391">
                  <c:v>18-08-2017</c:v>
                </c:pt>
                <c:pt idx="4392">
                  <c:v>21-08-2017</c:v>
                </c:pt>
                <c:pt idx="4393">
                  <c:v>22-08-2017</c:v>
                </c:pt>
                <c:pt idx="4394">
                  <c:v>23-08-2017</c:v>
                </c:pt>
                <c:pt idx="4395">
                  <c:v>24-08-2017</c:v>
                </c:pt>
                <c:pt idx="4396">
                  <c:v>28-08-2017</c:v>
                </c:pt>
                <c:pt idx="4397">
                  <c:v>29-08-2017</c:v>
                </c:pt>
                <c:pt idx="4398">
                  <c:v>30-08-2017</c:v>
                </c:pt>
                <c:pt idx="4399">
                  <c:v>31-08-2017</c:v>
                </c:pt>
                <c:pt idx="4400">
                  <c:v>01-09-2017</c:v>
                </c:pt>
                <c:pt idx="4401">
                  <c:v>04-09-2017</c:v>
                </c:pt>
                <c:pt idx="4402">
                  <c:v>05-09-2017</c:v>
                </c:pt>
                <c:pt idx="4403">
                  <c:v>06-09-2017</c:v>
                </c:pt>
                <c:pt idx="4404">
                  <c:v>07-09-2017</c:v>
                </c:pt>
                <c:pt idx="4405">
                  <c:v>08-09-2017</c:v>
                </c:pt>
                <c:pt idx="4406">
                  <c:v>11-09-2017</c:v>
                </c:pt>
                <c:pt idx="4407">
                  <c:v>12-09-2017</c:v>
                </c:pt>
                <c:pt idx="4408">
                  <c:v>13-09-2017</c:v>
                </c:pt>
                <c:pt idx="4409">
                  <c:v>14-09-2017</c:v>
                </c:pt>
                <c:pt idx="4410">
                  <c:v>15-09-2017</c:v>
                </c:pt>
                <c:pt idx="4411">
                  <c:v>18-09-2017</c:v>
                </c:pt>
                <c:pt idx="4412">
                  <c:v>19-09-2017</c:v>
                </c:pt>
                <c:pt idx="4413">
                  <c:v>20-09-2017</c:v>
                </c:pt>
                <c:pt idx="4414">
                  <c:v>21-09-2017</c:v>
                </c:pt>
                <c:pt idx="4415">
                  <c:v>22-09-2017</c:v>
                </c:pt>
                <c:pt idx="4416">
                  <c:v>25-09-2017</c:v>
                </c:pt>
                <c:pt idx="4417">
                  <c:v>26-09-2017</c:v>
                </c:pt>
                <c:pt idx="4418">
                  <c:v>27-09-2017</c:v>
                </c:pt>
                <c:pt idx="4419">
                  <c:v>28-09-2017</c:v>
                </c:pt>
                <c:pt idx="4420">
                  <c:v>29-09-2017</c:v>
                </c:pt>
                <c:pt idx="4421">
                  <c:v>03-10-2017</c:v>
                </c:pt>
                <c:pt idx="4422">
                  <c:v>04-10-2017</c:v>
                </c:pt>
                <c:pt idx="4423">
                  <c:v>05-10-2017</c:v>
                </c:pt>
                <c:pt idx="4424">
                  <c:v>06-10-2017</c:v>
                </c:pt>
                <c:pt idx="4425">
                  <c:v>09-10-2017</c:v>
                </c:pt>
                <c:pt idx="4426">
                  <c:v>10-10-2017</c:v>
                </c:pt>
                <c:pt idx="4427">
                  <c:v>11-10-2017</c:v>
                </c:pt>
                <c:pt idx="4428">
                  <c:v>12-10-2017</c:v>
                </c:pt>
                <c:pt idx="4429">
                  <c:v>13-10-2017</c:v>
                </c:pt>
                <c:pt idx="4430">
                  <c:v>16-10-2017</c:v>
                </c:pt>
                <c:pt idx="4431">
                  <c:v>17-10-2017</c:v>
                </c:pt>
                <c:pt idx="4432">
                  <c:v>18-10-2017</c:v>
                </c:pt>
                <c:pt idx="4433">
                  <c:v>19-10-2017</c:v>
                </c:pt>
                <c:pt idx="4434">
                  <c:v>23-10-2017</c:v>
                </c:pt>
                <c:pt idx="4435">
                  <c:v>24-10-2017</c:v>
                </c:pt>
                <c:pt idx="4436">
                  <c:v>25-10-2017</c:v>
                </c:pt>
                <c:pt idx="4437">
                  <c:v>26-10-2017</c:v>
                </c:pt>
                <c:pt idx="4438">
                  <c:v>27-10-2017</c:v>
                </c:pt>
                <c:pt idx="4439">
                  <c:v>30-10-2017</c:v>
                </c:pt>
                <c:pt idx="4440">
                  <c:v>31-10-2017</c:v>
                </c:pt>
                <c:pt idx="4441">
                  <c:v>01-11-2017</c:v>
                </c:pt>
                <c:pt idx="4442">
                  <c:v>02-11-2017</c:v>
                </c:pt>
                <c:pt idx="4443">
                  <c:v>03-11-2017</c:v>
                </c:pt>
                <c:pt idx="4444">
                  <c:v>06-11-2017</c:v>
                </c:pt>
                <c:pt idx="4445">
                  <c:v>07-11-2017</c:v>
                </c:pt>
                <c:pt idx="4446">
                  <c:v>08-11-2017</c:v>
                </c:pt>
                <c:pt idx="4447">
                  <c:v>09-11-2017</c:v>
                </c:pt>
                <c:pt idx="4448">
                  <c:v>10-11-2017</c:v>
                </c:pt>
                <c:pt idx="4449">
                  <c:v>13-11-2017</c:v>
                </c:pt>
                <c:pt idx="4450">
                  <c:v>14-11-2017</c:v>
                </c:pt>
                <c:pt idx="4451">
                  <c:v>15-11-2017</c:v>
                </c:pt>
                <c:pt idx="4452">
                  <c:v>16-11-2017</c:v>
                </c:pt>
                <c:pt idx="4453">
                  <c:v>17-11-2017</c:v>
                </c:pt>
                <c:pt idx="4454">
                  <c:v>20-11-2017</c:v>
                </c:pt>
                <c:pt idx="4455">
                  <c:v>21-11-2017</c:v>
                </c:pt>
                <c:pt idx="4456">
                  <c:v>22-11-2017</c:v>
                </c:pt>
                <c:pt idx="4457">
                  <c:v>23-11-2017</c:v>
                </c:pt>
                <c:pt idx="4458">
                  <c:v>24-11-2017</c:v>
                </c:pt>
                <c:pt idx="4459">
                  <c:v>27-11-2017</c:v>
                </c:pt>
                <c:pt idx="4460">
                  <c:v>28-11-2017</c:v>
                </c:pt>
                <c:pt idx="4461">
                  <c:v>29-11-2017</c:v>
                </c:pt>
                <c:pt idx="4462">
                  <c:v>30-11-2017</c:v>
                </c:pt>
                <c:pt idx="4463">
                  <c:v>01-12-2017</c:v>
                </c:pt>
                <c:pt idx="4464">
                  <c:v>04-12-2017</c:v>
                </c:pt>
                <c:pt idx="4465">
                  <c:v>05-12-2017</c:v>
                </c:pt>
                <c:pt idx="4466">
                  <c:v>06-12-2017</c:v>
                </c:pt>
                <c:pt idx="4467">
                  <c:v>07-12-2017</c:v>
                </c:pt>
                <c:pt idx="4468">
                  <c:v>08-12-2017</c:v>
                </c:pt>
                <c:pt idx="4469">
                  <c:v>11-12-2017</c:v>
                </c:pt>
                <c:pt idx="4470">
                  <c:v>12-12-2017</c:v>
                </c:pt>
                <c:pt idx="4471">
                  <c:v>13-12-2017</c:v>
                </c:pt>
                <c:pt idx="4472">
                  <c:v>14-12-2017</c:v>
                </c:pt>
                <c:pt idx="4473">
                  <c:v>15-12-2017</c:v>
                </c:pt>
                <c:pt idx="4474">
                  <c:v>18-12-2017</c:v>
                </c:pt>
                <c:pt idx="4475">
                  <c:v>19-12-2017</c:v>
                </c:pt>
                <c:pt idx="4476">
                  <c:v>20-12-2017</c:v>
                </c:pt>
                <c:pt idx="4477">
                  <c:v>21-12-2017</c:v>
                </c:pt>
                <c:pt idx="4478">
                  <c:v>22-12-2017</c:v>
                </c:pt>
                <c:pt idx="4479">
                  <c:v>26-12-2017</c:v>
                </c:pt>
                <c:pt idx="4480">
                  <c:v>27-12-2017</c:v>
                </c:pt>
                <c:pt idx="4481">
                  <c:v>28-12-2017</c:v>
                </c:pt>
                <c:pt idx="4482">
                  <c:v>29-12-2017</c:v>
                </c:pt>
                <c:pt idx="4483">
                  <c:v>01-01-2018</c:v>
                </c:pt>
                <c:pt idx="4484">
                  <c:v>02-01-2018</c:v>
                </c:pt>
                <c:pt idx="4485">
                  <c:v>03-01-2018</c:v>
                </c:pt>
                <c:pt idx="4486">
                  <c:v>04-01-2018</c:v>
                </c:pt>
                <c:pt idx="4487">
                  <c:v>05-01-2018</c:v>
                </c:pt>
                <c:pt idx="4488">
                  <c:v>08-01-2018</c:v>
                </c:pt>
                <c:pt idx="4489">
                  <c:v>09-01-2018</c:v>
                </c:pt>
                <c:pt idx="4490">
                  <c:v>10-01-2018</c:v>
                </c:pt>
                <c:pt idx="4491">
                  <c:v>11-01-2018</c:v>
                </c:pt>
                <c:pt idx="4492">
                  <c:v>12-01-2018</c:v>
                </c:pt>
                <c:pt idx="4493">
                  <c:v>15-01-2018</c:v>
                </c:pt>
                <c:pt idx="4494">
                  <c:v>16-01-2018</c:v>
                </c:pt>
                <c:pt idx="4495">
                  <c:v>17-01-2018</c:v>
                </c:pt>
                <c:pt idx="4496">
                  <c:v>18-01-2018</c:v>
                </c:pt>
                <c:pt idx="4497">
                  <c:v>19-01-2018</c:v>
                </c:pt>
                <c:pt idx="4498">
                  <c:v>22-01-2018</c:v>
                </c:pt>
                <c:pt idx="4499">
                  <c:v>23-01-2018</c:v>
                </c:pt>
                <c:pt idx="4500">
                  <c:v>24-01-2018</c:v>
                </c:pt>
                <c:pt idx="4501">
                  <c:v>25-01-2018</c:v>
                </c:pt>
                <c:pt idx="4502">
                  <c:v>29-01-2018</c:v>
                </c:pt>
                <c:pt idx="4503">
                  <c:v>30-01-2018</c:v>
                </c:pt>
                <c:pt idx="4504">
                  <c:v>31-01-2018</c:v>
                </c:pt>
                <c:pt idx="4505">
                  <c:v>01-02-2018</c:v>
                </c:pt>
                <c:pt idx="4506">
                  <c:v>02-02-2018</c:v>
                </c:pt>
                <c:pt idx="4507">
                  <c:v>05-02-2018</c:v>
                </c:pt>
                <c:pt idx="4508">
                  <c:v>06-02-2018</c:v>
                </c:pt>
                <c:pt idx="4509">
                  <c:v>07-02-2018</c:v>
                </c:pt>
                <c:pt idx="4510">
                  <c:v>08-02-2018</c:v>
                </c:pt>
                <c:pt idx="4511">
                  <c:v>09-02-2018</c:v>
                </c:pt>
                <c:pt idx="4512">
                  <c:v>12-02-2018</c:v>
                </c:pt>
                <c:pt idx="4513">
                  <c:v>14-02-2018</c:v>
                </c:pt>
                <c:pt idx="4514">
                  <c:v>15-02-2018</c:v>
                </c:pt>
                <c:pt idx="4515">
                  <c:v>16-02-2018</c:v>
                </c:pt>
                <c:pt idx="4516">
                  <c:v>19-02-2018</c:v>
                </c:pt>
                <c:pt idx="4517">
                  <c:v>20-02-2018</c:v>
                </c:pt>
                <c:pt idx="4518">
                  <c:v>21-02-2018</c:v>
                </c:pt>
                <c:pt idx="4519">
                  <c:v>22-02-2018</c:v>
                </c:pt>
                <c:pt idx="4520">
                  <c:v>23-02-2018</c:v>
                </c:pt>
                <c:pt idx="4521">
                  <c:v>26-02-2018</c:v>
                </c:pt>
                <c:pt idx="4522">
                  <c:v>27-02-2018</c:v>
                </c:pt>
                <c:pt idx="4523">
                  <c:v>28-02-2018</c:v>
                </c:pt>
                <c:pt idx="4524">
                  <c:v>01-03-2018</c:v>
                </c:pt>
                <c:pt idx="4525">
                  <c:v>05-03-2018</c:v>
                </c:pt>
                <c:pt idx="4526">
                  <c:v>06-03-2018</c:v>
                </c:pt>
                <c:pt idx="4527">
                  <c:v>07-03-2018</c:v>
                </c:pt>
                <c:pt idx="4528">
                  <c:v>08-03-2018</c:v>
                </c:pt>
                <c:pt idx="4529">
                  <c:v>09-03-2018</c:v>
                </c:pt>
                <c:pt idx="4530">
                  <c:v>12-03-2018</c:v>
                </c:pt>
                <c:pt idx="4531">
                  <c:v>13-03-2018</c:v>
                </c:pt>
                <c:pt idx="4532">
                  <c:v>14-03-2018</c:v>
                </c:pt>
                <c:pt idx="4533">
                  <c:v>15-03-2018</c:v>
                </c:pt>
                <c:pt idx="4534">
                  <c:v>16-03-2018</c:v>
                </c:pt>
                <c:pt idx="4535">
                  <c:v>19-03-2018</c:v>
                </c:pt>
                <c:pt idx="4536">
                  <c:v>20-03-2018</c:v>
                </c:pt>
                <c:pt idx="4537">
                  <c:v>21-03-2018</c:v>
                </c:pt>
                <c:pt idx="4538">
                  <c:v>22-03-2018</c:v>
                </c:pt>
                <c:pt idx="4539">
                  <c:v>23-03-2018</c:v>
                </c:pt>
                <c:pt idx="4540">
                  <c:v>26-03-2018</c:v>
                </c:pt>
                <c:pt idx="4541">
                  <c:v>27-03-2018</c:v>
                </c:pt>
                <c:pt idx="4542">
                  <c:v>28-03-2018</c:v>
                </c:pt>
                <c:pt idx="4543">
                  <c:v>02-04-2018</c:v>
                </c:pt>
                <c:pt idx="4544">
                  <c:v>03-04-2018</c:v>
                </c:pt>
                <c:pt idx="4545">
                  <c:v>04-04-2018</c:v>
                </c:pt>
                <c:pt idx="4546">
                  <c:v>05-04-2018</c:v>
                </c:pt>
                <c:pt idx="4547">
                  <c:v>06-04-2018</c:v>
                </c:pt>
                <c:pt idx="4548">
                  <c:v>09-04-2018</c:v>
                </c:pt>
                <c:pt idx="4549">
                  <c:v>10-04-2018</c:v>
                </c:pt>
                <c:pt idx="4550">
                  <c:v>11-04-2018</c:v>
                </c:pt>
                <c:pt idx="4551">
                  <c:v>12-04-2018</c:v>
                </c:pt>
                <c:pt idx="4552">
                  <c:v>13-04-2018</c:v>
                </c:pt>
                <c:pt idx="4553">
                  <c:v>16-04-2018</c:v>
                </c:pt>
                <c:pt idx="4554">
                  <c:v>17-04-2018</c:v>
                </c:pt>
                <c:pt idx="4555">
                  <c:v>18-04-2018</c:v>
                </c:pt>
                <c:pt idx="4556">
                  <c:v>19-04-2018</c:v>
                </c:pt>
                <c:pt idx="4557">
                  <c:v>20-04-2018</c:v>
                </c:pt>
                <c:pt idx="4558">
                  <c:v>23-04-2018</c:v>
                </c:pt>
                <c:pt idx="4559">
                  <c:v>24-04-2018</c:v>
                </c:pt>
                <c:pt idx="4560">
                  <c:v>25-04-2018</c:v>
                </c:pt>
                <c:pt idx="4561">
                  <c:v>26-04-2018</c:v>
                </c:pt>
                <c:pt idx="4562">
                  <c:v>27-04-2018</c:v>
                </c:pt>
                <c:pt idx="4563">
                  <c:v>30-04-2018</c:v>
                </c:pt>
                <c:pt idx="4564">
                  <c:v>02-05-2018</c:v>
                </c:pt>
                <c:pt idx="4565">
                  <c:v>03-05-2018</c:v>
                </c:pt>
                <c:pt idx="4566">
                  <c:v>04-05-2018</c:v>
                </c:pt>
                <c:pt idx="4567">
                  <c:v>07-05-2018</c:v>
                </c:pt>
                <c:pt idx="4568">
                  <c:v>08-05-2018</c:v>
                </c:pt>
                <c:pt idx="4569">
                  <c:v>09-05-2018</c:v>
                </c:pt>
                <c:pt idx="4570">
                  <c:v>10-05-2018</c:v>
                </c:pt>
                <c:pt idx="4571">
                  <c:v>11-05-2018</c:v>
                </c:pt>
                <c:pt idx="4572">
                  <c:v>14-05-2018</c:v>
                </c:pt>
                <c:pt idx="4573">
                  <c:v>15-05-2018</c:v>
                </c:pt>
                <c:pt idx="4574">
                  <c:v>16-05-2018</c:v>
                </c:pt>
                <c:pt idx="4575">
                  <c:v>17-05-2018</c:v>
                </c:pt>
                <c:pt idx="4576">
                  <c:v>18-05-2018</c:v>
                </c:pt>
                <c:pt idx="4577">
                  <c:v>21-05-2018</c:v>
                </c:pt>
                <c:pt idx="4578">
                  <c:v>22-05-2018</c:v>
                </c:pt>
                <c:pt idx="4579">
                  <c:v>23-05-2018</c:v>
                </c:pt>
                <c:pt idx="4580">
                  <c:v>24-05-2018</c:v>
                </c:pt>
                <c:pt idx="4581">
                  <c:v>25-05-2018</c:v>
                </c:pt>
                <c:pt idx="4582">
                  <c:v>28-05-2018</c:v>
                </c:pt>
                <c:pt idx="4583">
                  <c:v>29-05-2018</c:v>
                </c:pt>
                <c:pt idx="4584">
                  <c:v>30-05-2018</c:v>
                </c:pt>
                <c:pt idx="4585">
                  <c:v>31-05-2018</c:v>
                </c:pt>
                <c:pt idx="4586">
                  <c:v>01-06-2018</c:v>
                </c:pt>
                <c:pt idx="4587">
                  <c:v>04-06-2018</c:v>
                </c:pt>
                <c:pt idx="4588">
                  <c:v>05-06-2018</c:v>
                </c:pt>
                <c:pt idx="4589">
                  <c:v>06-06-2018</c:v>
                </c:pt>
                <c:pt idx="4590">
                  <c:v>07-06-2018</c:v>
                </c:pt>
                <c:pt idx="4591">
                  <c:v>08-06-2018</c:v>
                </c:pt>
                <c:pt idx="4592">
                  <c:v>11-06-2018</c:v>
                </c:pt>
                <c:pt idx="4593">
                  <c:v>12-06-2018</c:v>
                </c:pt>
                <c:pt idx="4594">
                  <c:v>13-06-2018</c:v>
                </c:pt>
                <c:pt idx="4595">
                  <c:v>14-06-2018</c:v>
                </c:pt>
                <c:pt idx="4596">
                  <c:v>15-06-2018</c:v>
                </c:pt>
                <c:pt idx="4597">
                  <c:v>18-06-2018</c:v>
                </c:pt>
                <c:pt idx="4598">
                  <c:v>19-06-2018</c:v>
                </c:pt>
                <c:pt idx="4599">
                  <c:v>20-06-2018</c:v>
                </c:pt>
                <c:pt idx="4600">
                  <c:v>21-06-2018</c:v>
                </c:pt>
                <c:pt idx="4601">
                  <c:v>22-06-2018</c:v>
                </c:pt>
                <c:pt idx="4602">
                  <c:v>25-06-2018</c:v>
                </c:pt>
                <c:pt idx="4603">
                  <c:v>26-06-2018</c:v>
                </c:pt>
                <c:pt idx="4604">
                  <c:v>27-06-2018</c:v>
                </c:pt>
                <c:pt idx="4605">
                  <c:v>28-06-2018</c:v>
                </c:pt>
                <c:pt idx="4606">
                  <c:v>29-06-2018</c:v>
                </c:pt>
                <c:pt idx="4607">
                  <c:v>02-07-2018</c:v>
                </c:pt>
                <c:pt idx="4608">
                  <c:v>03-07-2018</c:v>
                </c:pt>
                <c:pt idx="4609">
                  <c:v>04-07-2018</c:v>
                </c:pt>
                <c:pt idx="4610">
                  <c:v>05-07-2018</c:v>
                </c:pt>
                <c:pt idx="4611">
                  <c:v>06-07-2018</c:v>
                </c:pt>
                <c:pt idx="4612">
                  <c:v>09-07-2018</c:v>
                </c:pt>
                <c:pt idx="4613">
                  <c:v>10-07-2018</c:v>
                </c:pt>
                <c:pt idx="4614">
                  <c:v>11-07-2018</c:v>
                </c:pt>
                <c:pt idx="4615">
                  <c:v>12-07-2018</c:v>
                </c:pt>
                <c:pt idx="4616">
                  <c:v>13-07-2018</c:v>
                </c:pt>
                <c:pt idx="4617">
                  <c:v>16-07-2018</c:v>
                </c:pt>
                <c:pt idx="4618">
                  <c:v>17-07-2018</c:v>
                </c:pt>
                <c:pt idx="4619">
                  <c:v>18-07-2018</c:v>
                </c:pt>
                <c:pt idx="4620">
                  <c:v>19-07-2018</c:v>
                </c:pt>
                <c:pt idx="4621">
                  <c:v>20-07-2018</c:v>
                </c:pt>
                <c:pt idx="4622">
                  <c:v>23-07-2018</c:v>
                </c:pt>
                <c:pt idx="4623">
                  <c:v>24-07-2018</c:v>
                </c:pt>
                <c:pt idx="4624">
                  <c:v>25-07-2018</c:v>
                </c:pt>
                <c:pt idx="4625">
                  <c:v>26-07-2018</c:v>
                </c:pt>
                <c:pt idx="4626">
                  <c:v>27-07-2018</c:v>
                </c:pt>
                <c:pt idx="4627">
                  <c:v>30-07-2018</c:v>
                </c:pt>
                <c:pt idx="4628">
                  <c:v>31-07-2018</c:v>
                </c:pt>
                <c:pt idx="4629">
                  <c:v>01-08-2018</c:v>
                </c:pt>
                <c:pt idx="4630">
                  <c:v>02-08-2018</c:v>
                </c:pt>
                <c:pt idx="4631">
                  <c:v>03-08-2018</c:v>
                </c:pt>
                <c:pt idx="4632">
                  <c:v>06-08-2018</c:v>
                </c:pt>
                <c:pt idx="4633">
                  <c:v>07-08-2018</c:v>
                </c:pt>
                <c:pt idx="4634">
                  <c:v>08-08-2018</c:v>
                </c:pt>
                <c:pt idx="4635">
                  <c:v>09-08-2018</c:v>
                </c:pt>
                <c:pt idx="4636">
                  <c:v>10-08-2018</c:v>
                </c:pt>
                <c:pt idx="4637">
                  <c:v>13-08-2018</c:v>
                </c:pt>
                <c:pt idx="4638">
                  <c:v>14-08-2018</c:v>
                </c:pt>
                <c:pt idx="4639">
                  <c:v>16-08-2018</c:v>
                </c:pt>
                <c:pt idx="4640">
                  <c:v>17-08-2018</c:v>
                </c:pt>
                <c:pt idx="4641">
                  <c:v>20-08-2018</c:v>
                </c:pt>
                <c:pt idx="4642">
                  <c:v>21-08-2018</c:v>
                </c:pt>
                <c:pt idx="4643">
                  <c:v>23-08-2018</c:v>
                </c:pt>
                <c:pt idx="4644">
                  <c:v>24-08-2018</c:v>
                </c:pt>
                <c:pt idx="4645">
                  <c:v>27-08-2018</c:v>
                </c:pt>
                <c:pt idx="4646">
                  <c:v>28-08-2018</c:v>
                </c:pt>
                <c:pt idx="4647">
                  <c:v>29-08-2018</c:v>
                </c:pt>
                <c:pt idx="4648">
                  <c:v>30-08-2018</c:v>
                </c:pt>
                <c:pt idx="4649">
                  <c:v>31-08-2018</c:v>
                </c:pt>
                <c:pt idx="4650">
                  <c:v>03-09-2018</c:v>
                </c:pt>
                <c:pt idx="4651">
                  <c:v>04-09-2018</c:v>
                </c:pt>
                <c:pt idx="4652">
                  <c:v>05-09-2018</c:v>
                </c:pt>
                <c:pt idx="4653">
                  <c:v>06-09-2018</c:v>
                </c:pt>
                <c:pt idx="4654">
                  <c:v>07-09-2018</c:v>
                </c:pt>
                <c:pt idx="4655">
                  <c:v>10-09-2018</c:v>
                </c:pt>
                <c:pt idx="4656">
                  <c:v>11-09-2018</c:v>
                </c:pt>
                <c:pt idx="4657">
                  <c:v>12-09-2018</c:v>
                </c:pt>
                <c:pt idx="4658">
                  <c:v>14-09-2018</c:v>
                </c:pt>
                <c:pt idx="4659">
                  <c:v>17-09-2018</c:v>
                </c:pt>
                <c:pt idx="4660">
                  <c:v>18-09-2018</c:v>
                </c:pt>
                <c:pt idx="4661">
                  <c:v>19-09-2018</c:v>
                </c:pt>
                <c:pt idx="4662">
                  <c:v>21-09-2018</c:v>
                </c:pt>
                <c:pt idx="4663">
                  <c:v>24-09-2018</c:v>
                </c:pt>
                <c:pt idx="4664">
                  <c:v>25-09-2018</c:v>
                </c:pt>
                <c:pt idx="4665">
                  <c:v>26-09-2018</c:v>
                </c:pt>
                <c:pt idx="4666">
                  <c:v>27-09-2018</c:v>
                </c:pt>
                <c:pt idx="4667">
                  <c:v>28-09-2018</c:v>
                </c:pt>
                <c:pt idx="4668">
                  <c:v>01-10-2018</c:v>
                </c:pt>
                <c:pt idx="4669">
                  <c:v>03-10-2018</c:v>
                </c:pt>
                <c:pt idx="4670">
                  <c:v>04-10-2018</c:v>
                </c:pt>
                <c:pt idx="4671">
                  <c:v>05-10-2018</c:v>
                </c:pt>
                <c:pt idx="4672">
                  <c:v>08-10-2018</c:v>
                </c:pt>
                <c:pt idx="4673">
                  <c:v>09-10-2018</c:v>
                </c:pt>
                <c:pt idx="4674">
                  <c:v>10-10-2018</c:v>
                </c:pt>
                <c:pt idx="4675">
                  <c:v>11-10-2018</c:v>
                </c:pt>
                <c:pt idx="4676">
                  <c:v>12-10-2018</c:v>
                </c:pt>
                <c:pt idx="4677">
                  <c:v>15-10-2018</c:v>
                </c:pt>
                <c:pt idx="4678">
                  <c:v>16-10-2018</c:v>
                </c:pt>
                <c:pt idx="4679">
                  <c:v>17-10-2018</c:v>
                </c:pt>
                <c:pt idx="4680">
                  <c:v>19-10-2018</c:v>
                </c:pt>
                <c:pt idx="4681">
                  <c:v>22-10-2018</c:v>
                </c:pt>
                <c:pt idx="4682">
                  <c:v>23-10-2018</c:v>
                </c:pt>
                <c:pt idx="4683">
                  <c:v>24-10-2018</c:v>
                </c:pt>
                <c:pt idx="4684">
                  <c:v>25-10-2018</c:v>
                </c:pt>
                <c:pt idx="4685">
                  <c:v>26-10-2018</c:v>
                </c:pt>
                <c:pt idx="4686">
                  <c:v>29-10-2018</c:v>
                </c:pt>
                <c:pt idx="4687">
                  <c:v>30-10-2018</c:v>
                </c:pt>
                <c:pt idx="4688">
                  <c:v>31-10-2018</c:v>
                </c:pt>
                <c:pt idx="4689">
                  <c:v>01-11-2018</c:v>
                </c:pt>
                <c:pt idx="4690">
                  <c:v>02-11-2018</c:v>
                </c:pt>
                <c:pt idx="4691">
                  <c:v>05-11-2018</c:v>
                </c:pt>
                <c:pt idx="4692">
                  <c:v>06-11-2018</c:v>
                </c:pt>
                <c:pt idx="4693">
                  <c:v>07-11-2018</c:v>
                </c:pt>
                <c:pt idx="4694">
                  <c:v>09-11-2018</c:v>
                </c:pt>
                <c:pt idx="4695">
                  <c:v>12-11-2018</c:v>
                </c:pt>
                <c:pt idx="4696">
                  <c:v>13-11-2018</c:v>
                </c:pt>
                <c:pt idx="4697">
                  <c:v>14-11-2018</c:v>
                </c:pt>
                <c:pt idx="4698">
                  <c:v>15-11-2018</c:v>
                </c:pt>
                <c:pt idx="4699">
                  <c:v>16-11-2018</c:v>
                </c:pt>
                <c:pt idx="4700">
                  <c:v>19-11-2018</c:v>
                </c:pt>
                <c:pt idx="4701">
                  <c:v>20-11-2018</c:v>
                </c:pt>
                <c:pt idx="4702">
                  <c:v>21-11-2018</c:v>
                </c:pt>
                <c:pt idx="4703">
                  <c:v>22-11-2018</c:v>
                </c:pt>
                <c:pt idx="4704">
                  <c:v>26-11-2018</c:v>
                </c:pt>
                <c:pt idx="4705">
                  <c:v>27-11-2018</c:v>
                </c:pt>
                <c:pt idx="4706">
                  <c:v>28-11-2018</c:v>
                </c:pt>
                <c:pt idx="4707">
                  <c:v>29-11-2018</c:v>
                </c:pt>
                <c:pt idx="4708">
                  <c:v>30-11-2018</c:v>
                </c:pt>
                <c:pt idx="4709">
                  <c:v>03-12-2018</c:v>
                </c:pt>
                <c:pt idx="4710">
                  <c:v>04-12-2018</c:v>
                </c:pt>
                <c:pt idx="4711">
                  <c:v>05-12-2018</c:v>
                </c:pt>
                <c:pt idx="4712">
                  <c:v>06-12-2018</c:v>
                </c:pt>
                <c:pt idx="4713">
                  <c:v>07-12-2018</c:v>
                </c:pt>
                <c:pt idx="4714">
                  <c:v>10-12-2018</c:v>
                </c:pt>
                <c:pt idx="4715">
                  <c:v>11-12-2018</c:v>
                </c:pt>
                <c:pt idx="4716">
                  <c:v>12-12-2018</c:v>
                </c:pt>
                <c:pt idx="4717">
                  <c:v>13-12-2018</c:v>
                </c:pt>
                <c:pt idx="4718">
                  <c:v>14-12-2018</c:v>
                </c:pt>
                <c:pt idx="4719">
                  <c:v>17-12-2018</c:v>
                </c:pt>
                <c:pt idx="4720">
                  <c:v>18-12-2018</c:v>
                </c:pt>
                <c:pt idx="4721">
                  <c:v>19-12-2018</c:v>
                </c:pt>
                <c:pt idx="4722">
                  <c:v>20-12-2018</c:v>
                </c:pt>
                <c:pt idx="4723">
                  <c:v>21-12-2018</c:v>
                </c:pt>
                <c:pt idx="4724">
                  <c:v>24-12-2018</c:v>
                </c:pt>
                <c:pt idx="4725">
                  <c:v>26-12-2018</c:v>
                </c:pt>
                <c:pt idx="4726">
                  <c:v>27-12-2018</c:v>
                </c:pt>
                <c:pt idx="4727">
                  <c:v>28-12-2018</c:v>
                </c:pt>
                <c:pt idx="4728">
                  <c:v>31-12-2018</c:v>
                </c:pt>
                <c:pt idx="4729">
                  <c:v>01-01-2019</c:v>
                </c:pt>
                <c:pt idx="4730">
                  <c:v>02-01-2019</c:v>
                </c:pt>
                <c:pt idx="4731">
                  <c:v>03-01-2019</c:v>
                </c:pt>
                <c:pt idx="4732">
                  <c:v>04-01-2019</c:v>
                </c:pt>
                <c:pt idx="4733">
                  <c:v>07-01-2019</c:v>
                </c:pt>
                <c:pt idx="4734">
                  <c:v>08-01-2019</c:v>
                </c:pt>
                <c:pt idx="4735">
                  <c:v>09-01-2019</c:v>
                </c:pt>
                <c:pt idx="4736">
                  <c:v>10-01-2019</c:v>
                </c:pt>
                <c:pt idx="4737">
                  <c:v>11-01-2019</c:v>
                </c:pt>
                <c:pt idx="4738">
                  <c:v>14-01-2019</c:v>
                </c:pt>
                <c:pt idx="4739">
                  <c:v>15-01-2019</c:v>
                </c:pt>
                <c:pt idx="4740">
                  <c:v>16-01-2019</c:v>
                </c:pt>
                <c:pt idx="4741">
                  <c:v>17-01-2019</c:v>
                </c:pt>
                <c:pt idx="4742">
                  <c:v>18-01-2019</c:v>
                </c:pt>
                <c:pt idx="4743">
                  <c:v>21-01-2019</c:v>
                </c:pt>
                <c:pt idx="4744">
                  <c:v>22-01-2019</c:v>
                </c:pt>
                <c:pt idx="4745">
                  <c:v>23-01-2019</c:v>
                </c:pt>
                <c:pt idx="4746">
                  <c:v>24-01-2019</c:v>
                </c:pt>
                <c:pt idx="4747">
                  <c:v>25-01-2019</c:v>
                </c:pt>
                <c:pt idx="4748">
                  <c:v>28-01-2019</c:v>
                </c:pt>
                <c:pt idx="4749">
                  <c:v>29-01-2019</c:v>
                </c:pt>
                <c:pt idx="4750">
                  <c:v>30-01-2019</c:v>
                </c:pt>
                <c:pt idx="4751">
                  <c:v>31-01-2019</c:v>
                </c:pt>
                <c:pt idx="4752">
                  <c:v>01-02-2019</c:v>
                </c:pt>
                <c:pt idx="4753">
                  <c:v>04-02-2019</c:v>
                </c:pt>
                <c:pt idx="4754">
                  <c:v>05-02-2019</c:v>
                </c:pt>
                <c:pt idx="4755">
                  <c:v>06-02-2019</c:v>
                </c:pt>
                <c:pt idx="4756">
                  <c:v>07-02-2019</c:v>
                </c:pt>
                <c:pt idx="4757">
                  <c:v>08-02-2019</c:v>
                </c:pt>
                <c:pt idx="4758">
                  <c:v>11-02-2019</c:v>
                </c:pt>
                <c:pt idx="4759">
                  <c:v>12-02-2019</c:v>
                </c:pt>
                <c:pt idx="4760">
                  <c:v>13-02-2019</c:v>
                </c:pt>
                <c:pt idx="4761">
                  <c:v>14-02-2019</c:v>
                </c:pt>
                <c:pt idx="4762">
                  <c:v>15-02-2019</c:v>
                </c:pt>
                <c:pt idx="4763">
                  <c:v>18-02-2019</c:v>
                </c:pt>
                <c:pt idx="4764">
                  <c:v>19-02-2019</c:v>
                </c:pt>
                <c:pt idx="4765">
                  <c:v>20-02-2019</c:v>
                </c:pt>
                <c:pt idx="4766">
                  <c:v>21-02-2019</c:v>
                </c:pt>
                <c:pt idx="4767">
                  <c:v>22-02-2019</c:v>
                </c:pt>
                <c:pt idx="4768">
                  <c:v>25-02-2019</c:v>
                </c:pt>
                <c:pt idx="4769">
                  <c:v>26-02-2019</c:v>
                </c:pt>
                <c:pt idx="4770">
                  <c:v>27-02-2019</c:v>
                </c:pt>
                <c:pt idx="4771">
                  <c:v>28-02-2019</c:v>
                </c:pt>
                <c:pt idx="4772">
                  <c:v>01-03-2019</c:v>
                </c:pt>
                <c:pt idx="4773">
                  <c:v>05-03-2019</c:v>
                </c:pt>
                <c:pt idx="4774">
                  <c:v>06-03-2019</c:v>
                </c:pt>
                <c:pt idx="4775">
                  <c:v>07-03-2019</c:v>
                </c:pt>
                <c:pt idx="4776">
                  <c:v>08-03-2019</c:v>
                </c:pt>
                <c:pt idx="4777">
                  <c:v>11-03-2019</c:v>
                </c:pt>
                <c:pt idx="4778">
                  <c:v>12-03-2019</c:v>
                </c:pt>
                <c:pt idx="4779">
                  <c:v>13-03-2019</c:v>
                </c:pt>
                <c:pt idx="4780">
                  <c:v>14-03-2019</c:v>
                </c:pt>
                <c:pt idx="4781">
                  <c:v>15-03-2019</c:v>
                </c:pt>
                <c:pt idx="4782">
                  <c:v>18-03-2019</c:v>
                </c:pt>
                <c:pt idx="4783">
                  <c:v>19-03-2019</c:v>
                </c:pt>
                <c:pt idx="4784">
                  <c:v>20-03-2019</c:v>
                </c:pt>
                <c:pt idx="4785">
                  <c:v>22-03-2019</c:v>
                </c:pt>
                <c:pt idx="4786">
                  <c:v>25-03-2019</c:v>
                </c:pt>
                <c:pt idx="4787">
                  <c:v>26-03-2019</c:v>
                </c:pt>
                <c:pt idx="4788">
                  <c:v>27-03-2019</c:v>
                </c:pt>
                <c:pt idx="4789">
                  <c:v>28-03-2019</c:v>
                </c:pt>
                <c:pt idx="4790">
                  <c:v>29-03-2019</c:v>
                </c:pt>
                <c:pt idx="4791">
                  <c:v>01-04-2019</c:v>
                </c:pt>
                <c:pt idx="4792">
                  <c:v>02-04-2019</c:v>
                </c:pt>
                <c:pt idx="4793">
                  <c:v>03-04-2019</c:v>
                </c:pt>
                <c:pt idx="4794">
                  <c:v>04-04-2019</c:v>
                </c:pt>
                <c:pt idx="4795">
                  <c:v>05-04-2019</c:v>
                </c:pt>
                <c:pt idx="4796">
                  <c:v>08-04-2019</c:v>
                </c:pt>
                <c:pt idx="4797">
                  <c:v>09-04-2019</c:v>
                </c:pt>
                <c:pt idx="4798">
                  <c:v>10-04-2019</c:v>
                </c:pt>
                <c:pt idx="4799">
                  <c:v>11-04-2019</c:v>
                </c:pt>
                <c:pt idx="4800">
                  <c:v>12-04-2019</c:v>
                </c:pt>
                <c:pt idx="4801">
                  <c:v>15-04-2019</c:v>
                </c:pt>
                <c:pt idx="4802">
                  <c:v>16-04-2019</c:v>
                </c:pt>
                <c:pt idx="4803">
                  <c:v>18-04-2019</c:v>
                </c:pt>
                <c:pt idx="4804">
                  <c:v>22-04-2019</c:v>
                </c:pt>
                <c:pt idx="4805">
                  <c:v>23-04-2019</c:v>
                </c:pt>
                <c:pt idx="4806">
                  <c:v>24-04-2019</c:v>
                </c:pt>
                <c:pt idx="4807">
                  <c:v>25-04-2019</c:v>
                </c:pt>
                <c:pt idx="4808">
                  <c:v>26-04-2019</c:v>
                </c:pt>
                <c:pt idx="4809">
                  <c:v>30-04-2019</c:v>
                </c:pt>
                <c:pt idx="4810">
                  <c:v>02-05-2019</c:v>
                </c:pt>
                <c:pt idx="4811">
                  <c:v>03-05-2019</c:v>
                </c:pt>
                <c:pt idx="4812">
                  <c:v>06-05-2019</c:v>
                </c:pt>
                <c:pt idx="4813">
                  <c:v>07-05-2019</c:v>
                </c:pt>
                <c:pt idx="4814">
                  <c:v>08-05-2019</c:v>
                </c:pt>
                <c:pt idx="4815">
                  <c:v>09-05-2019</c:v>
                </c:pt>
                <c:pt idx="4816">
                  <c:v>10-05-2019</c:v>
                </c:pt>
                <c:pt idx="4817">
                  <c:v>13-05-2019</c:v>
                </c:pt>
                <c:pt idx="4818">
                  <c:v>14-05-2019</c:v>
                </c:pt>
                <c:pt idx="4819">
                  <c:v>15-05-2019</c:v>
                </c:pt>
                <c:pt idx="4820">
                  <c:v>16-05-2019</c:v>
                </c:pt>
                <c:pt idx="4821">
                  <c:v>17-05-2019</c:v>
                </c:pt>
                <c:pt idx="4822">
                  <c:v>20-05-2019</c:v>
                </c:pt>
                <c:pt idx="4823">
                  <c:v>21-05-2019</c:v>
                </c:pt>
                <c:pt idx="4824">
                  <c:v>22-05-2019</c:v>
                </c:pt>
                <c:pt idx="4825">
                  <c:v>23-05-2019</c:v>
                </c:pt>
                <c:pt idx="4826">
                  <c:v>24-05-2019</c:v>
                </c:pt>
                <c:pt idx="4827">
                  <c:v>27-05-2019</c:v>
                </c:pt>
                <c:pt idx="4828">
                  <c:v>28-05-2019</c:v>
                </c:pt>
                <c:pt idx="4829">
                  <c:v>29-05-2019</c:v>
                </c:pt>
                <c:pt idx="4830">
                  <c:v>30-05-2019</c:v>
                </c:pt>
                <c:pt idx="4831">
                  <c:v>31-05-2019</c:v>
                </c:pt>
                <c:pt idx="4832">
                  <c:v>03-06-2019</c:v>
                </c:pt>
                <c:pt idx="4833">
                  <c:v>04-06-2019</c:v>
                </c:pt>
                <c:pt idx="4834">
                  <c:v>06-06-2019</c:v>
                </c:pt>
                <c:pt idx="4835">
                  <c:v>07-06-2019</c:v>
                </c:pt>
                <c:pt idx="4836">
                  <c:v>10-06-2019</c:v>
                </c:pt>
                <c:pt idx="4837">
                  <c:v>11-06-2019</c:v>
                </c:pt>
                <c:pt idx="4838">
                  <c:v>12-06-2019</c:v>
                </c:pt>
                <c:pt idx="4839">
                  <c:v>13-06-2019</c:v>
                </c:pt>
                <c:pt idx="4840">
                  <c:v>14-06-2019</c:v>
                </c:pt>
                <c:pt idx="4841">
                  <c:v>17-06-2019</c:v>
                </c:pt>
                <c:pt idx="4842">
                  <c:v>18-06-2019</c:v>
                </c:pt>
                <c:pt idx="4843">
                  <c:v>19-06-2019</c:v>
                </c:pt>
                <c:pt idx="4844">
                  <c:v>20-06-2019</c:v>
                </c:pt>
                <c:pt idx="4845">
                  <c:v>21-06-2019</c:v>
                </c:pt>
                <c:pt idx="4846">
                  <c:v>24-06-2019</c:v>
                </c:pt>
                <c:pt idx="4847">
                  <c:v>25-06-2019</c:v>
                </c:pt>
                <c:pt idx="4848">
                  <c:v>26-06-2019</c:v>
                </c:pt>
                <c:pt idx="4849">
                  <c:v>27-06-2019</c:v>
                </c:pt>
                <c:pt idx="4850">
                  <c:v>28-06-2019</c:v>
                </c:pt>
                <c:pt idx="4851">
                  <c:v>01-07-2019</c:v>
                </c:pt>
                <c:pt idx="4852">
                  <c:v>02-07-2019</c:v>
                </c:pt>
                <c:pt idx="4853">
                  <c:v>03-07-2019</c:v>
                </c:pt>
                <c:pt idx="4854">
                  <c:v>04-07-2019</c:v>
                </c:pt>
                <c:pt idx="4855">
                  <c:v>05-07-2019</c:v>
                </c:pt>
                <c:pt idx="4856">
                  <c:v>08-07-2019</c:v>
                </c:pt>
                <c:pt idx="4857">
                  <c:v>09-07-2019</c:v>
                </c:pt>
                <c:pt idx="4858">
                  <c:v>10-07-2019</c:v>
                </c:pt>
                <c:pt idx="4859">
                  <c:v>11-07-2019</c:v>
                </c:pt>
                <c:pt idx="4860">
                  <c:v>12-07-2019</c:v>
                </c:pt>
                <c:pt idx="4861">
                  <c:v>15-07-2019</c:v>
                </c:pt>
                <c:pt idx="4862">
                  <c:v>16-07-2019</c:v>
                </c:pt>
                <c:pt idx="4863">
                  <c:v>17-07-2019</c:v>
                </c:pt>
                <c:pt idx="4864">
                  <c:v>18-07-2019</c:v>
                </c:pt>
                <c:pt idx="4865">
                  <c:v>19-07-2019</c:v>
                </c:pt>
                <c:pt idx="4866">
                  <c:v>22-07-2019</c:v>
                </c:pt>
                <c:pt idx="4867">
                  <c:v>23-07-2019</c:v>
                </c:pt>
                <c:pt idx="4868">
                  <c:v>24-07-2019</c:v>
                </c:pt>
                <c:pt idx="4869">
                  <c:v>25-07-2019</c:v>
                </c:pt>
                <c:pt idx="4870">
                  <c:v>26-07-2019</c:v>
                </c:pt>
                <c:pt idx="4871">
                  <c:v>29-07-2019</c:v>
                </c:pt>
                <c:pt idx="4872">
                  <c:v>30-07-2019</c:v>
                </c:pt>
                <c:pt idx="4873">
                  <c:v>31-07-2019</c:v>
                </c:pt>
                <c:pt idx="4874">
                  <c:v>01-08-2019</c:v>
                </c:pt>
                <c:pt idx="4875">
                  <c:v>02-08-2019</c:v>
                </c:pt>
                <c:pt idx="4876">
                  <c:v>05-08-2019</c:v>
                </c:pt>
                <c:pt idx="4877">
                  <c:v>06-08-2019</c:v>
                </c:pt>
                <c:pt idx="4878">
                  <c:v>07-08-2019</c:v>
                </c:pt>
                <c:pt idx="4879">
                  <c:v>08-08-2019</c:v>
                </c:pt>
                <c:pt idx="4880">
                  <c:v>09-08-2019</c:v>
                </c:pt>
                <c:pt idx="4881">
                  <c:v>13-08-2019</c:v>
                </c:pt>
                <c:pt idx="4882">
                  <c:v>14-08-2019</c:v>
                </c:pt>
                <c:pt idx="4883">
                  <c:v>16-08-2019</c:v>
                </c:pt>
                <c:pt idx="4884">
                  <c:v>19-08-2019</c:v>
                </c:pt>
                <c:pt idx="4885">
                  <c:v>20-08-2019</c:v>
                </c:pt>
                <c:pt idx="4886">
                  <c:v>21-08-2019</c:v>
                </c:pt>
                <c:pt idx="4887">
                  <c:v>22-08-2019</c:v>
                </c:pt>
                <c:pt idx="4888">
                  <c:v>23-08-2019</c:v>
                </c:pt>
                <c:pt idx="4889">
                  <c:v>26-08-2019</c:v>
                </c:pt>
                <c:pt idx="4890">
                  <c:v>27-08-2019</c:v>
                </c:pt>
                <c:pt idx="4891">
                  <c:v>28-08-2019</c:v>
                </c:pt>
                <c:pt idx="4892">
                  <c:v>29-08-2019</c:v>
                </c:pt>
                <c:pt idx="4893">
                  <c:v>30-08-2019</c:v>
                </c:pt>
                <c:pt idx="4894">
                  <c:v>03-09-2019</c:v>
                </c:pt>
                <c:pt idx="4895">
                  <c:v>04-09-2019</c:v>
                </c:pt>
                <c:pt idx="4896">
                  <c:v>05-09-2019</c:v>
                </c:pt>
                <c:pt idx="4897">
                  <c:v>06-09-2019</c:v>
                </c:pt>
                <c:pt idx="4898">
                  <c:v>09-09-2019</c:v>
                </c:pt>
                <c:pt idx="4899">
                  <c:v>11-09-2019</c:v>
                </c:pt>
                <c:pt idx="4900">
                  <c:v>12-09-2019</c:v>
                </c:pt>
                <c:pt idx="4901">
                  <c:v>13-09-2019</c:v>
                </c:pt>
                <c:pt idx="4902">
                  <c:v>16-09-2019</c:v>
                </c:pt>
                <c:pt idx="4903">
                  <c:v>17-09-2019</c:v>
                </c:pt>
                <c:pt idx="4904">
                  <c:v>18-09-2019</c:v>
                </c:pt>
                <c:pt idx="4905">
                  <c:v>19-09-2019</c:v>
                </c:pt>
                <c:pt idx="4906">
                  <c:v>20-09-2019</c:v>
                </c:pt>
                <c:pt idx="4907">
                  <c:v>23-09-2019</c:v>
                </c:pt>
                <c:pt idx="4908">
                  <c:v>24-09-2019</c:v>
                </c:pt>
                <c:pt idx="4909">
                  <c:v>25-09-2019</c:v>
                </c:pt>
                <c:pt idx="4910">
                  <c:v>26-09-2019</c:v>
                </c:pt>
                <c:pt idx="4911">
                  <c:v>27-09-2019</c:v>
                </c:pt>
                <c:pt idx="4912">
                  <c:v>30-09-2019</c:v>
                </c:pt>
                <c:pt idx="4913">
                  <c:v>01-10-2019</c:v>
                </c:pt>
                <c:pt idx="4914">
                  <c:v>03-10-2019</c:v>
                </c:pt>
                <c:pt idx="4915">
                  <c:v>04-10-2019</c:v>
                </c:pt>
                <c:pt idx="4916">
                  <c:v>07-10-2019</c:v>
                </c:pt>
                <c:pt idx="4917">
                  <c:v>09-10-2019</c:v>
                </c:pt>
                <c:pt idx="4918">
                  <c:v>10-10-2019</c:v>
                </c:pt>
                <c:pt idx="4919">
                  <c:v>11-10-2019</c:v>
                </c:pt>
                <c:pt idx="4920">
                  <c:v>14-10-2019</c:v>
                </c:pt>
                <c:pt idx="4921">
                  <c:v>15-10-2019</c:v>
                </c:pt>
                <c:pt idx="4922">
                  <c:v>16-10-2019</c:v>
                </c:pt>
                <c:pt idx="4923">
                  <c:v>17-10-2019</c:v>
                </c:pt>
                <c:pt idx="4924">
                  <c:v>18-10-2019</c:v>
                </c:pt>
                <c:pt idx="4925">
                  <c:v>22-10-2019</c:v>
                </c:pt>
                <c:pt idx="4926">
                  <c:v>23-10-2019</c:v>
                </c:pt>
                <c:pt idx="4927">
                  <c:v>24-10-2019</c:v>
                </c:pt>
                <c:pt idx="4928">
                  <c:v>25-10-2019</c:v>
                </c:pt>
                <c:pt idx="4929">
                  <c:v>27-10-2019</c:v>
                </c:pt>
                <c:pt idx="4930">
                  <c:v>29-10-2019</c:v>
                </c:pt>
                <c:pt idx="4931">
                  <c:v>30-10-2019</c:v>
                </c:pt>
                <c:pt idx="4932">
                  <c:v>31-10-2019</c:v>
                </c:pt>
                <c:pt idx="4933">
                  <c:v>01-11-2019</c:v>
                </c:pt>
                <c:pt idx="4934">
                  <c:v>04-11-2019</c:v>
                </c:pt>
                <c:pt idx="4935">
                  <c:v>05-11-2019</c:v>
                </c:pt>
                <c:pt idx="4936">
                  <c:v>06-11-2019</c:v>
                </c:pt>
                <c:pt idx="4937">
                  <c:v>07-11-2019</c:v>
                </c:pt>
                <c:pt idx="4938">
                  <c:v>08-11-2019</c:v>
                </c:pt>
                <c:pt idx="4939">
                  <c:v>11-11-2019</c:v>
                </c:pt>
                <c:pt idx="4940">
                  <c:v>13-11-2019</c:v>
                </c:pt>
                <c:pt idx="4941">
                  <c:v>14-11-2019</c:v>
                </c:pt>
                <c:pt idx="4942">
                  <c:v>15-11-2019</c:v>
                </c:pt>
                <c:pt idx="4943">
                  <c:v>18-11-2019</c:v>
                </c:pt>
                <c:pt idx="4944">
                  <c:v>19-11-2019</c:v>
                </c:pt>
                <c:pt idx="4945">
                  <c:v>20-11-2019</c:v>
                </c:pt>
                <c:pt idx="4946">
                  <c:v>21-11-2019</c:v>
                </c:pt>
                <c:pt idx="4947">
                  <c:v>22-11-2019</c:v>
                </c:pt>
                <c:pt idx="4948">
                  <c:v>25-11-2019</c:v>
                </c:pt>
                <c:pt idx="4949">
                  <c:v>26-11-2019</c:v>
                </c:pt>
                <c:pt idx="4950">
                  <c:v>27-11-2019</c:v>
                </c:pt>
                <c:pt idx="4951">
                  <c:v>28-11-2019</c:v>
                </c:pt>
                <c:pt idx="4952">
                  <c:v>29-11-2019</c:v>
                </c:pt>
                <c:pt idx="4953">
                  <c:v>02-12-2019</c:v>
                </c:pt>
                <c:pt idx="4954">
                  <c:v>03-12-2019</c:v>
                </c:pt>
                <c:pt idx="4955">
                  <c:v>04-12-2019</c:v>
                </c:pt>
                <c:pt idx="4956">
                  <c:v>05-12-2019</c:v>
                </c:pt>
                <c:pt idx="4957">
                  <c:v>06-12-2019</c:v>
                </c:pt>
                <c:pt idx="4958">
                  <c:v>09-12-2019</c:v>
                </c:pt>
                <c:pt idx="4959">
                  <c:v>10-12-2019</c:v>
                </c:pt>
                <c:pt idx="4960">
                  <c:v>11-12-2019</c:v>
                </c:pt>
                <c:pt idx="4961">
                  <c:v>12-12-2019</c:v>
                </c:pt>
                <c:pt idx="4962">
                  <c:v>13-12-2019</c:v>
                </c:pt>
                <c:pt idx="4963">
                  <c:v>16-12-2019</c:v>
                </c:pt>
                <c:pt idx="4964">
                  <c:v>17-12-2019</c:v>
                </c:pt>
                <c:pt idx="4965">
                  <c:v>18-12-2019</c:v>
                </c:pt>
                <c:pt idx="4966">
                  <c:v>19-12-2019</c:v>
                </c:pt>
                <c:pt idx="4967">
                  <c:v>20-12-2019</c:v>
                </c:pt>
                <c:pt idx="4968">
                  <c:v>23-12-2019</c:v>
                </c:pt>
                <c:pt idx="4969">
                  <c:v>24-12-2019</c:v>
                </c:pt>
                <c:pt idx="4970">
                  <c:v>26-12-2019</c:v>
                </c:pt>
                <c:pt idx="4971">
                  <c:v>27-12-2019</c:v>
                </c:pt>
                <c:pt idx="4972">
                  <c:v>30-12-2019</c:v>
                </c:pt>
                <c:pt idx="4973">
                  <c:v>31-12-2019</c:v>
                </c:pt>
                <c:pt idx="4974">
                  <c:v>01-01-2020</c:v>
                </c:pt>
                <c:pt idx="4975">
                  <c:v>02-01-2020</c:v>
                </c:pt>
                <c:pt idx="4976">
                  <c:v>03-01-2020</c:v>
                </c:pt>
                <c:pt idx="4977">
                  <c:v>06-01-2020</c:v>
                </c:pt>
                <c:pt idx="4978">
                  <c:v>07-01-2020</c:v>
                </c:pt>
                <c:pt idx="4979">
                  <c:v>08-01-2020</c:v>
                </c:pt>
                <c:pt idx="4980">
                  <c:v>09-01-2020</c:v>
                </c:pt>
                <c:pt idx="4981">
                  <c:v>10-01-2020</c:v>
                </c:pt>
                <c:pt idx="4982">
                  <c:v>13-01-2020</c:v>
                </c:pt>
                <c:pt idx="4983">
                  <c:v>14-01-2020</c:v>
                </c:pt>
                <c:pt idx="4984">
                  <c:v>15-01-2020</c:v>
                </c:pt>
                <c:pt idx="4985">
                  <c:v>16-01-2020</c:v>
                </c:pt>
                <c:pt idx="4986">
                  <c:v>17-01-2020</c:v>
                </c:pt>
                <c:pt idx="4987">
                  <c:v>20-01-2020</c:v>
                </c:pt>
                <c:pt idx="4988">
                  <c:v>21-01-2020</c:v>
                </c:pt>
                <c:pt idx="4989">
                  <c:v>22-01-2020</c:v>
                </c:pt>
                <c:pt idx="4990">
                  <c:v>23-01-2020</c:v>
                </c:pt>
                <c:pt idx="4991">
                  <c:v>24-01-2020</c:v>
                </c:pt>
                <c:pt idx="4992">
                  <c:v>27-01-2020</c:v>
                </c:pt>
                <c:pt idx="4993">
                  <c:v>28-01-2020</c:v>
                </c:pt>
                <c:pt idx="4994">
                  <c:v>29-01-2020</c:v>
                </c:pt>
                <c:pt idx="4995">
                  <c:v>30-01-2020</c:v>
                </c:pt>
                <c:pt idx="4996">
                  <c:v>31-01-2020</c:v>
                </c:pt>
                <c:pt idx="4997">
                  <c:v>01-02-2020</c:v>
                </c:pt>
                <c:pt idx="4998">
                  <c:v>03-02-2020</c:v>
                </c:pt>
                <c:pt idx="4999">
                  <c:v>04-02-2020</c:v>
                </c:pt>
                <c:pt idx="5000">
                  <c:v>05-02-2020</c:v>
                </c:pt>
                <c:pt idx="5001">
                  <c:v>06-02-2020</c:v>
                </c:pt>
                <c:pt idx="5002">
                  <c:v>07-02-2020</c:v>
                </c:pt>
                <c:pt idx="5003">
                  <c:v>10-02-2020</c:v>
                </c:pt>
                <c:pt idx="5004">
                  <c:v>11-02-2020</c:v>
                </c:pt>
                <c:pt idx="5005">
                  <c:v>12-02-2020</c:v>
                </c:pt>
                <c:pt idx="5006">
                  <c:v>13-02-2020</c:v>
                </c:pt>
                <c:pt idx="5007">
                  <c:v>14-02-2020</c:v>
                </c:pt>
                <c:pt idx="5008">
                  <c:v>17-02-2020</c:v>
                </c:pt>
                <c:pt idx="5009">
                  <c:v>18-02-2020</c:v>
                </c:pt>
                <c:pt idx="5010">
                  <c:v>19-02-2020</c:v>
                </c:pt>
                <c:pt idx="5011">
                  <c:v>20-02-2020</c:v>
                </c:pt>
                <c:pt idx="5012">
                  <c:v>24-02-2020</c:v>
                </c:pt>
                <c:pt idx="5013">
                  <c:v>25-02-2020</c:v>
                </c:pt>
                <c:pt idx="5014">
                  <c:v>26-02-2020</c:v>
                </c:pt>
                <c:pt idx="5015">
                  <c:v>27-02-2020</c:v>
                </c:pt>
                <c:pt idx="5016">
                  <c:v>28-02-2020</c:v>
                </c:pt>
                <c:pt idx="5017">
                  <c:v>02-03-2020</c:v>
                </c:pt>
                <c:pt idx="5018">
                  <c:v>03-03-2020</c:v>
                </c:pt>
                <c:pt idx="5019">
                  <c:v>04-03-2020</c:v>
                </c:pt>
                <c:pt idx="5020">
                  <c:v>05-03-2020</c:v>
                </c:pt>
                <c:pt idx="5021">
                  <c:v>06-03-2020</c:v>
                </c:pt>
                <c:pt idx="5022">
                  <c:v>09-03-2020</c:v>
                </c:pt>
                <c:pt idx="5023">
                  <c:v>11-03-2020</c:v>
                </c:pt>
                <c:pt idx="5024">
                  <c:v>12-03-2020</c:v>
                </c:pt>
                <c:pt idx="5025">
                  <c:v>13-03-2020</c:v>
                </c:pt>
                <c:pt idx="5026">
                  <c:v>16-03-2020</c:v>
                </c:pt>
                <c:pt idx="5027">
                  <c:v>17-03-2020</c:v>
                </c:pt>
                <c:pt idx="5028">
                  <c:v>18-03-2020</c:v>
                </c:pt>
                <c:pt idx="5029">
                  <c:v>19-03-2020</c:v>
                </c:pt>
                <c:pt idx="5030">
                  <c:v>20-03-2020</c:v>
                </c:pt>
                <c:pt idx="5031">
                  <c:v>23-03-2020</c:v>
                </c:pt>
                <c:pt idx="5032">
                  <c:v>24-03-2020</c:v>
                </c:pt>
                <c:pt idx="5033">
                  <c:v>25-03-2020</c:v>
                </c:pt>
                <c:pt idx="5034">
                  <c:v>26-03-2020</c:v>
                </c:pt>
                <c:pt idx="5035">
                  <c:v>27-03-2020</c:v>
                </c:pt>
                <c:pt idx="5036">
                  <c:v>30-03-2020</c:v>
                </c:pt>
                <c:pt idx="5037">
                  <c:v>31-03-2020</c:v>
                </c:pt>
                <c:pt idx="5038">
                  <c:v>01-04-2020</c:v>
                </c:pt>
                <c:pt idx="5039">
                  <c:v>03-04-2020</c:v>
                </c:pt>
                <c:pt idx="5040">
                  <c:v>07-04-2020</c:v>
                </c:pt>
                <c:pt idx="5041">
                  <c:v>08-04-2020</c:v>
                </c:pt>
                <c:pt idx="5042">
                  <c:v>09-04-2020</c:v>
                </c:pt>
                <c:pt idx="5043">
                  <c:v>13-04-2020</c:v>
                </c:pt>
                <c:pt idx="5044">
                  <c:v>15-04-2020</c:v>
                </c:pt>
                <c:pt idx="5045">
                  <c:v>16-04-2020</c:v>
                </c:pt>
                <c:pt idx="5046">
                  <c:v>17-04-2020</c:v>
                </c:pt>
                <c:pt idx="5047">
                  <c:v>20-04-2020</c:v>
                </c:pt>
                <c:pt idx="5048">
                  <c:v>21-04-2020</c:v>
                </c:pt>
                <c:pt idx="5049">
                  <c:v>22-04-2020</c:v>
                </c:pt>
                <c:pt idx="5050">
                  <c:v>23-04-2020</c:v>
                </c:pt>
                <c:pt idx="5051">
                  <c:v>24-04-2020</c:v>
                </c:pt>
                <c:pt idx="5052">
                  <c:v>27-04-2020</c:v>
                </c:pt>
                <c:pt idx="5053">
                  <c:v>28-04-2020</c:v>
                </c:pt>
                <c:pt idx="5054">
                  <c:v>29-04-2020</c:v>
                </c:pt>
                <c:pt idx="5055">
                  <c:v>30-04-2020</c:v>
                </c:pt>
                <c:pt idx="5056">
                  <c:v>04-05-2020</c:v>
                </c:pt>
                <c:pt idx="5057">
                  <c:v>05-05-2020</c:v>
                </c:pt>
                <c:pt idx="5058">
                  <c:v>06-05-2020</c:v>
                </c:pt>
                <c:pt idx="5059">
                  <c:v>07-05-2020</c:v>
                </c:pt>
                <c:pt idx="5060">
                  <c:v>08-05-2020</c:v>
                </c:pt>
                <c:pt idx="5061">
                  <c:v>11-05-2020</c:v>
                </c:pt>
                <c:pt idx="5062">
                  <c:v>12-05-2020</c:v>
                </c:pt>
                <c:pt idx="5063">
                  <c:v>13-05-2020</c:v>
                </c:pt>
                <c:pt idx="5064">
                  <c:v>14-05-2020</c:v>
                </c:pt>
                <c:pt idx="5065">
                  <c:v>15-05-2020</c:v>
                </c:pt>
                <c:pt idx="5066">
                  <c:v>18-05-2020</c:v>
                </c:pt>
                <c:pt idx="5067">
                  <c:v>19-05-2020</c:v>
                </c:pt>
                <c:pt idx="5068">
                  <c:v>20-05-2020</c:v>
                </c:pt>
                <c:pt idx="5069">
                  <c:v>21-05-2020</c:v>
                </c:pt>
                <c:pt idx="5070">
                  <c:v>22-05-2020</c:v>
                </c:pt>
                <c:pt idx="5071">
                  <c:v>26-05-2020</c:v>
                </c:pt>
                <c:pt idx="5072">
                  <c:v>27-05-2020</c:v>
                </c:pt>
                <c:pt idx="5073">
                  <c:v>28-05-2020</c:v>
                </c:pt>
                <c:pt idx="5074">
                  <c:v>29-05-2020</c:v>
                </c:pt>
                <c:pt idx="5075">
                  <c:v>01-06-2020</c:v>
                </c:pt>
                <c:pt idx="5076">
                  <c:v>02-06-2020</c:v>
                </c:pt>
                <c:pt idx="5077">
                  <c:v>03-06-2020</c:v>
                </c:pt>
                <c:pt idx="5078">
                  <c:v>04-06-2020</c:v>
                </c:pt>
                <c:pt idx="5079">
                  <c:v>05-06-2020</c:v>
                </c:pt>
                <c:pt idx="5080">
                  <c:v>08-06-2020</c:v>
                </c:pt>
                <c:pt idx="5081">
                  <c:v>09-06-2020</c:v>
                </c:pt>
                <c:pt idx="5082">
                  <c:v>10-06-2020</c:v>
                </c:pt>
                <c:pt idx="5083">
                  <c:v>11-06-2020</c:v>
                </c:pt>
                <c:pt idx="5084">
                  <c:v>12-06-2020</c:v>
                </c:pt>
                <c:pt idx="5085">
                  <c:v>15-06-2020</c:v>
                </c:pt>
                <c:pt idx="5086">
                  <c:v>16-06-2020</c:v>
                </c:pt>
                <c:pt idx="5087">
                  <c:v>17-06-2020</c:v>
                </c:pt>
                <c:pt idx="5088">
                  <c:v>18-06-2020</c:v>
                </c:pt>
                <c:pt idx="5089">
                  <c:v>19-06-2020</c:v>
                </c:pt>
                <c:pt idx="5090">
                  <c:v>22-06-2020</c:v>
                </c:pt>
                <c:pt idx="5091">
                  <c:v>23-06-2020</c:v>
                </c:pt>
                <c:pt idx="5092">
                  <c:v>24-06-2020</c:v>
                </c:pt>
                <c:pt idx="5093">
                  <c:v>25-06-2020</c:v>
                </c:pt>
                <c:pt idx="5094">
                  <c:v>26-06-2020</c:v>
                </c:pt>
                <c:pt idx="5095">
                  <c:v>29-06-2020</c:v>
                </c:pt>
                <c:pt idx="5096">
                  <c:v>30-06-2020</c:v>
                </c:pt>
                <c:pt idx="5097">
                  <c:v>01-07-2020</c:v>
                </c:pt>
                <c:pt idx="5098">
                  <c:v>02-07-2020</c:v>
                </c:pt>
                <c:pt idx="5099">
                  <c:v>03-07-2020</c:v>
                </c:pt>
                <c:pt idx="5100">
                  <c:v>06-07-2020</c:v>
                </c:pt>
                <c:pt idx="5101">
                  <c:v>07-07-2020</c:v>
                </c:pt>
                <c:pt idx="5102">
                  <c:v>08-07-2020</c:v>
                </c:pt>
                <c:pt idx="5103">
                  <c:v>09-07-2020</c:v>
                </c:pt>
                <c:pt idx="5104">
                  <c:v>10-07-2020</c:v>
                </c:pt>
                <c:pt idx="5105">
                  <c:v>13-07-2020</c:v>
                </c:pt>
                <c:pt idx="5106">
                  <c:v>14-07-2020</c:v>
                </c:pt>
                <c:pt idx="5107">
                  <c:v>15-07-2020</c:v>
                </c:pt>
                <c:pt idx="5108">
                  <c:v>16-07-2020</c:v>
                </c:pt>
                <c:pt idx="5109">
                  <c:v>17-07-2020</c:v>
                </c:pt>
                <c:pt idx="5110">
                  <c:v>20-07-2020</c:v>
                </c:pt>
                <c:pt idx="5111">
                  <c:v>21-07-2020</c:v>
                </c:pt>
                <c:pt idx="5112">
                  <c:v>22-07-2020</c:v>
                </c:pt>
                <c:pt idx="5113">
                  <c:v>23-07-2020</c:v>
                </c:pt>
                <c:pt idx="5114">
                  <c:v>24-07-2020</c:v>
                </c:pt>
                <c:pt idx="5115">
                  <c:v>27-07-2020</c:v>
                </c:pt>
                <c:pt idx="5116">
                  <c:v>28-07-2020</c:v>
                </c:pt>
                <c:pt idx="5117">
                  <c:v>29-07-2020</c:v>
                </c:pt>
                <c:pt idx="5118">
                  <c:v>30-07-2020</c:v>
                </c:pt>
                <c:pt idx="5119">
                  <c:v>31-07-2020</c:v>
                </c:pt>
                <c:pt idx="5120">
                  <c:v>03-08-2020</c:v>
                </c:pt>
                <c:pt idx="5121">
                  <c:v>04-08-2020</c:v>
                </c:pt>
                <c:pt idx="5122">
                  <c:v>05-08-2020</c:v>
                </c:pt>
                <c:pt idx="5123">
                  <c:v>06-08-2020</c:v>
                </c:pt>
                <c:pt idx="5124">
                  <c:v>07-08-2020</c:v>
                </c:pt>
                <c:pt idx="5125">
                  <c:v>10-08-2020</c:v>
                </c:pt>
                <c:pt idx="5126">
                  <c:v>11-08-2020</c:v>
                </c:pt>
                <c:pt idx="5127">
                  <c:v>12-08-2020</c:v>
                </c:pt>
                <c:pt idx="5128">
                  <c:v>13-08-2020</c:v>
                </c:pt>
                <c:pt idx="5129">
                  <c:v>14-08-2020</c:v>
                </c:pt>
                <c:pt idx="5130">
                  <c:v>17-08-2020</c:v>
                </c:pt>
                <c:pt idx="5131">
                  <c:v>18-08-2020</c:v>
                </c:pt>
                <c:pt idx="5132">
                  <c:v>19-08-2020</c:v>
                </c:pt>
                <c:pt idx="5133">
                  <c:v>20-08-2020</c:v>
                </c:pt>
                <c:pt idx="5134">
                  <c:v>21-08-2020</c:v>
                </c:pt>
                <c:pt idx="5135">
                  <c:v>24-08-2020</c:v>
                </c:pt>
                <c:pt idx="5136">
                  <c:v>25-08-2020</c:v>
                </c:pt>
                <c:pt idx="5137">
                  <c:v>26-08-2020</c:v>
                </c:pt>
                <c:pt idx="5138">
                  <c:v>27-08-2020</c:v>
                </c:pt>
                <c:pt idx="5139">
                  <c:v>28-08-2020</c:v>
                </c:pt>
                <c:pt idx="5140">
                  <c:v>31-08-2020</c:v>
                </c:pt>
                <c:pt idx="5141">
                  <c:v>01-09-2020</c:v>
                </c:pt>
                <c:pt idx="5142">
                  <c:v>02-09-2020</c:v>
                </c:pt>
                <c:pt idx="5143">
                  <c:v>03-09-2020</c:v>
                </c:pt>
                <c:pt idx="5144">
                  <c:v>04-09-2020</c:v>
                </c:pt>
                <c:pt idx="5145">
                  <c:v>07-09-2020</c:v>
                </c:pt>
                <c:pt idx="5146">
                  <c:v>08-09-2020</c:v>
                </c:pt>
                <c:pt idx="5147">
                  <c:v>09-09-2020</c:v>
                </c:pt>
                <c:pt idx="5148">
                  <c:v>10-09-2020</c:v>
                </c:pt>
                <c:pt idx="5149">
                  <c:v>11-09-2020</c:v>
                </c:pt>
                <c:pt idx="5150">
                  <c:v>14-09-2020</c:v>
                </c:pt>
                <c:pt idx="5151">
                  <c:v>15-09-2020</c:v>
                </c:pt>
                <c:pt idx="5152">
                  <c:v>16-09-2020</c:v>
                </c:pt>
                <c:pt idx="5153">
                  <c:v>17-09-2020</c:v>
                </c:pt>
                <c:pt idx="5154">
                  <c:v>18-09-2020</c:v>
                </c:pt>
                <c:pt idx="5155">
                  <c:v>21-09-2020</c:v>
                </c:pt>
                <c:pt idx="5156">
                  <c:v>22-09-2020</c:v>
                </c:pt>
                <c:pt idx="5157">
                  <c:v>23-09-2020</c:v>
                </c:pt>
                <c:pt idx="5158">
                  <c:v>24-09-2020</c:v>
                </c:pt>
                <c:pt idx="5159">
                  <c:v>25-09-2020</c:v>
                </c:pt>
                <c:pt idx="5160">
                  <c:v>28-09-2020</c:v>
                </c:pt>
                <c:pt idx="5161">
                  <c:v>29-09-2020</c:v>
                </c:pt>
                <c:pt idx="5162">
                  <c:v>30-09-2020</c:v>
                </c:pt>
                <c:pt idx="5163">
                  <c:v>01-10-2020</c:v>
                </c:pt>
                <c:pt idx="5164">
                  <c:v>05-10-2020</c:v>
                </c:pt>
                <c:pt idx="5165">
                  <c:v>06-10-2020</c:v>
                </c:pt>
                <c:pt idx="5166">
                  <c:v>07-10-2020</c:v>
                </c:pt>
                <c:pt idx="5167">
                  <c:v>08-10-2020</c:v>
                </c:pt>
                <c:pt idx="5168">
                  <c:v>09-10-2020</c:v>
                </c:pt>
                <c:pt idx="5169">
                  <c:v>12-10-2020</c:v>
                </c:pt>
                <c:pt idx="5170">
                  <c:v>13-10-2020</c:v>
                </c:pt>
                <c:pt idx="5171">
                  <c:v>14-10-2020</c:v>
                </c:pt>
                <c:pt idx="5172">
                  <c:v>15-10-2020</c:v>
                </c:pt>
                <c:pt idx="5173">
                  <c:v>16-10-2020</c:v>
                </c:pt>
                <c:pt idx="5174">
                  <c:v>19-10-2020</c:v>
                </c:pt>
                <c:pt idx="5175">
                  <c:v>20-10-2020</c:v>
                </c:pt>
                <c:pt idx="5176">
                  <c:v>21-10-2020</c:v>
                </c:pt>
                <c:pt idx="5177">
                  <c:v>22-10-2020</c:v>
                </c:pt>
                <c:pt idx="5178">
                  <c:v>23-10-2020</c:v>
                </c:pt>
                <c:pt idx="5179">
                  <c:v>26-10-2020</c:v>
                </c:pt>
                <c:pt idx="5180">
                  <c:v>27-10-2020</c:v>
                </c:pt>
                <c:pt idx="5181">
                  <c:v>28-10-2020</c:v>
                </c:pt>
                <c:pt idx="5182">
                  <c:v>29-10-2020</c:v>
                </c:pt>
                <c:pt idx="5183">
                  <c:v>30-10-2020</c:v>
                </c:pt>
                <c:pt idx="5184">
                  <c:v>02-11-2020</c:v>
                </c:pt>
                <c:pt idx="5185">
                  <c:v>03-11-2020</c:v>
                </c:pt>
                <c:pt idx="5186">
                  <c:v>04-11-2020</c:v>
                </c:pt>
                <c:pt idx="5187">
                  <c:v>05-11-2020</c:v>
                </c:pt>
                <c:pt idx="5188">
                  <c:v>06-11-2020</c:v>
                </c:pt>
                <c:pt idx="5189">
                  <c:v>09-11-2020</c:v>
                </c:pt>
                <c:pt idx="5190">
                  <c:v>10-11-2020</c:v>
                </c:pt>
                <c:pt idx="5191">
                  <c:v>11-11-2020</c:v>
                </c:pt>
                <c:pt idx="5192">
                  <c:v>12-11-2020</c:v>
                </c:pt>
                <c:pt idx="5193">
                  <c:v>13-11-2020</c:v>
                </c:pt>
                <c:pt idx="5194">
                  <c:v>14-11-2020</c:v>
                </c:pt>
                <c:pt idx="5195">
                  <c:v>17-11-2020</c:v>
                </c:pt>
                <c:pt idx="5196">
                  <c:v>18-11-2020</c:v>
                </c:pt>
                <c:pt idx="5197">
                  <c:v>19-11-2020</c:v>
                </c:pt>
                <c:pt idx="5198">
                  <c:v>20-11-2020</c:v>
                </c:pt>
                <c:pt idx="5199">
                  <c:v>23-11-2020</c:v>
                </c:pt>
                <c:pt idx="5200">
                  <c:v>24-11-2020</c:v>
                </c:pt>
                <c:pt idx="5201">
                  <c:v>25-11-2020</c:v>
                </c:pt>
                <c:pt idx="5202">
                  <c:v>26-11-2020</c:v>
                </c:pt>
                <c:pt idx="5203">
                  <c:v>27-11-2020</c:v>
                </c:pt>
                <c:pt idx="5204">
                  <c:v>01-12-2020</c:v>
                </c:pt>
                <c:pt idx="5205">
                  <c:v>02-12-2020</c:v>
                </c:pt>
                <c:pt idx="5206">
                  <c:v>03-12-2020</c:v>
                </c:pt>
                <c:pt idx="5207">
                  <c:v>04-12-2020</c:v>
                </c:pt>
                <c:pt idx="5208">
                  <c:v>07-12-2020</c:v>
                </c:pt>
                <c:pt idx="5209">
                  <c:v>08-12-2020</c:v>
                </c:pt>
                <c:pt idx="5210">
                  <c:v>09-12-2020</c:v>
                </c:pt>
                <c:pt idx="5211">
                  <c:v>10-12-2020</c:v>
                </c:pt>
                <c:pt idx="5212">
                  <c:v>11-12-2020</c:v>
                </c:pt>
                <c:pt idx="5213">
                  <c:v>14-12-2020</c:v>
                </c:pt>
                <c:pt idx="5214">
                  <c:v>15-12-2020</c:v>
                </c:pt>
                <c:pt idx="5215">
                  <c:v>16-12-2020</c:v>
                </c:pt>
                <c:pt idx="5216">
                  <c:v>17-12-2020</c:v>
                </c:pt>
                <c:pt idx="5217">
                  <c:v>18-12-2020</c:v>
                </c:pt>
                <c:pt idx="5218">
                  <c:v>21-12-2020</c:v>
                </c:pt>
                <c:pt idx="5219">
                  <c:v>22-12-2020</c:v>
                </c:pt>
                <c:pt idx="5220">
                  <c:v>23-12-2020</c:v>
                </c:pt>
                <c:pt idx="5221">
                  <c:v>24-12-2020</c:v>
                </c:pt>
                <c:pt idx="5222">
                  <c:v>28-12-2020</c:v>
                </c:pt>
                <c:pt idx="5223">
                  <c:v>29-12-2020</c:v>
                </c:pt>
                <c:pt idx="5224">
                  <c:v>30-12-2020</c:v>
                </c:pt>
                <c:pt idx="5225">
                  <c:v>31-12-2020</c:v>
                </c:pt>
                <c:pt idx="5226">
                  <c:v>01-01-2021</c:v>
                </c:pt>
                <c:pt idx="5227">
                  <c:v>04-01-2021</c:v>
                </c:pt>
                <c:pt idx="5228">
                  <c:v>05-01-2021</c:v>
                </c:pt>
                <c:pt idx="5229">
                  <c:v>06-01-2021</c:v>
                </c:pt>
                <c:pt idx="5230">
                  <c:v>07-01-2021</c:v>
                </c:pt>
                <c:pt idx="5231">
                  <c:v>08-01-2021</c:v>
                </c:pt>
                <c:pt idx="5232">
                  <c:v>11-01-2021</c:v>
                </c:pt>
                <c:pt idx="5233">
                  <c:v>12-01-2021</c:v>
                </c:pt>
                <c:pt idx="5234">
                  <c:v>13-01-2021</c:v>
                </c:pt>
                <c:pt idx="5235">
                  <c:v>14-01-2021</c:v>
                </c:pt>
                <c:pt idx="5236">
                  <c:v>15-01-2021</c:v>
                </c:pt>
                <c:pt idx="5237">
                  <c:v>18-01-2021</c:v>
                </c:pt>
                <c:pt idx="5238">
                  <c:v>19-01-2021</c:v>
                </c:pt>
                <c:pt idx="5239">
                  <c:v>20-01-2021</c:v>
                </c:pt>
                <c:pt idx="5240">
                  <c:v>21-01-2021</c:v>
                </c:pt>
                <c:pt idx="5241">
                  <c:v>22-01-2021</c:v>
                </c:pt>
                <c:pt idx="5242">
                  <c:v>25-01-2021</c:v>
                </c:pt>
                <c:pt idx="5243">
                  <c:v>27-01-2021</c:v>
                </c:pt>
                <c:pt idx="5244">
                  <c:v>28-01-2021</c:v>
                </c:pt>
                <c:pt idx="5245">
                  <c:v>29-01-2021</c:v>
                </c:pt>
                <c:pt idx="5246">
                  <c:v>01-02-2021</c:v>
                </c:pt>
                <c:pt idx="5247">
                  <c:v>02-02-2021</c:v>
                </c:pt>
                <c:pt idx="5248">
                  <c:v>03-02-2021</c:v>
                </c:pt>
                <c:pt idx="5249">
                  <c:v>04-02-2021</c:v>
                </c:pt>
                <c:pt idx="5250">
                  <c:v>05-02-2021</c:v>
                </c:pt>
                <c:pt idx="5251">
                  <c:v>08-02-2021</c:v>
                </c:pt>
                <c:pt idx="5252">
                  <c:v>09-02-2021</c:v>
                </c:pt>
                <c:pt idx="5253">
                  <c:v>10-02-2021</c:v>
                </c:pt>
                <c:pt idx="5254">
                  <c:v>11-02-2021</c:v>
                </c:pt>
                <c:pt idx="5255">
                  <c:v>12-02-2021</c:v>
                </c:pt>
                <c:pt idx="5256">
                  <c:v>15-02-2021</c:v>
                </c:pt>
                <c:pt idx="5257">
                  <c:v>16-02-2021</c:v>
                </c:pt>
                <c:pt idx="5258">
                  <c:v>17-02-2021</c:v>
                </c:pt>
                <c:pt idx="5259">
                  <c:v>18-02-2021</c:v>
                </c:pt>
                <c:pt idx="5260">
                  <c:v>19-02-2021</c:v>
                </c:pt>
                <c:pt idx="5261">
                  <c:v>22-02-2021</c:v>
                </c:pt>
                <c:pt idx="5262">
                  <c:v>23-02-2021</c:v>
                </c:pt>
                <c:pt idx="5263">
                  <c:v>24-02-2021</c:v>
                </c:pt>
                <c:pt idx="5264">
                  <c:v>25-02-2021</c:v>
                </c:pt>
                <c:pt idx="5265">
                  <c:v>26-02-2021</c:v>
                </c:pt>
                <c:pt idx="5266">
                  <c:v>01-03-2021</c:v>
                </c:pt>
                <c:pt idx="5267">
                  <c:v>02-03-2021</c:v>
                </c:pt>
                <c:pt idx="5268">
                  <c:v>03-03-2021</c:v>
                </c:pt>
                <c:pt idx="5269">
                  <c:v>04-03-2021</c:v>
                </c:pt>
                <c:pt idx="5270">
                  <c:v>05-03-2021</c:v>
                </c:pt>
                <c:pt idx="5271">
                  <c:v>08-03-2021</c:v>
                </c:pt>
                <c:pt idx="5272">
                  <c:v>09-03-2021</c:v>
                </c:pt>
                <c:pt idx="5273">
                  <c:v>10-03-2021</c:v>
                </c:pt>
                <c:pt idx="5274">
                  <c:v>12-03-2021</c:v>
                </c:pt>
                <c:pt idx="5275">
                  <c:v>15-03-2021</c:v>
                </c:pt>
                <c:pt idx="5276">
                  <c:v>16-03-2021</c:v>
                </c:pt>
                <c:pt idx="5277">
                  <c:v>17-03-2021</c:v>
                </c:pt>
                <c:pt idx="5278">
                  <c:v>18-03-2021</c:v>
                </c:pt>
                <c:pt idx="5279">
                  <c:v>19-03-2021</c:v>
                </c:pt>
                <c:pt idx="5280">
                  <c:v>22-03-2021</c:v>
                </c:pt>
                <c:pt idx="5281">
                  <c:v>23-03-2021</c:v>
                </c:pt>
                <c:pt idx="5282">
                  <c:v>24-03-2021</c:v>
                </c:pt>
                <c:pt idx="5283">
                  <c:v>25-03-2021</c:v>
                </c:pt>
                <c:pt idx="5284">
                  <c:v>26-03-2021</c:v>
                </c:pt>
                <c:pt idx="5285">
                  <c:v>30-03-2021</c:v>
                </c:pt>
                <c:pt idx="5286">
                  <c:v>31-03-2021</c:v>
                </c:pt>
                <c:pt idx="5287">
                  <c:v>01-04-2021</c:v>
                </c:pt>
                <c:pt idx="5288">
                  <c:v>05-04-2021</c:v>
                </c:pt>
                <c:pt idx="5289">
                  <c:v>06-04-2021</c:v>
                </c:pt>
                <c:pt idx="5290">
                  <c:v>07-04-2021</c:v>
                </c:pt>
                <c:pt idx="5291">
                  <c:v>08-04-2021</c:v>
                </c:pt>
                <c:pt idx="5292">
                  <c:v>09-04-2021</c:v>
                </c:pt>
                <c:pt idx="5293">
                  <c:v>12-04-2021</c:v>
                </c:pt>
                <c:pt idx="5294">
                  <c:v>13-04-2021</c:v>
                </c:pt>
                <c:pt idx="5295">
                  <c:v>15-04-2021</c:v>
                </c:pt>
                <c:pt idx="5296">
                  <c:v>16-04-2021</c:v>
                </c:pt>
                <c:pt idx="5297">
                  <c:v>19-04-2021</c:v>
                </c:pt>
                <c:pt idx="5298">
                  <c:v>20-04-2021</c:v>
                </c:pt>
                <c:pt idx="5299">
                  <c:v>22-04-2021</c:v>
                </c:pt>
                <c:pt idx="5300">
                  <c:v>23-04-2021</c:v>
                </c:pt>
                <c:pt idx="5301">
                  <c:v>26-04-2021</c:v>
                </c:pt>
                <c:pt idx="5302">
                  <c:v>27-04-2021</c:v>
                </c:pt>
                <c:pt idx="5303">
                  <c:v>28-04-2021</c:v>
                </c:pt>
                <c:pt idx="5304">
                  <c:v>29-04-2021</c:v>
                </c:pt>
                <c:pt idx="5305">
                  <c:v>30-04-2021</c:v>
                </c:pt>
              </c:strCache>
            </c:strRef>
          </c:cat>
          <c:val>
            <c:numRef>
              <c:f>ENERGYPIVOT!$C$3:$C$5309</c:f>
              <c:numCache>
                <c:formatCode>General</c:formatCode>
                <c:ptCount val="5306"/>
                <c:pt idx="1947">
                  <c:v>100.6</c:v>
                </c:pt>
                <c:pt idx="1948">
                  <c:v>95.45</c:v>
                </c:pt>
                <c:pt idx="1949">
                  <c:v>101.95</c:v>
                </c:pt>
                <c:pt idx="1950">
                  <c:v>102.9</c:v>
                </c:pt>
                <c:pt idx="1951">
                  <c:v>114.4</c:v>
                </c:pt>
                <c:pt idx="1952">
                  <c:v>113.65</c:v>
                </c:pt>
                <c:pt idx="1953">
                  <c:v>115.15</c:v>
                </c:pt>
                <c:pt idx="1954">
                  <c:v>126.9</c:v>
                </c:pt>
                <c:pt idx="1955">
                  <c:v>136.80000000000001</c:v>
                </c:pt>
                <c:pt idx="1956">
                  <c:v>132</c:v>
                </c:pt>
                <c:pt idx="1957">
                  <c:v>131.55000000000001</c:v>
                </c:pt>
                <c:pt idx="1958">
                  <c:v>129.80000000000001</c:v>
                </c:pt>
                <c:pt idx="1959">
                  <c:v>139.05000000000001</c:v>
                </c:pt>
                <c:pt idx="1960">
                  <c:v>136.9</c:v>
                </c:pt>
                <c:pt idx="1961">
                  <c:v>136.6</c:v>
                </c:pt>
                <c:pt idx="1962">
                  <c:v>140.69999999999999</c:v>
                </c:pt>
                <c:pt idx="1963">
                  <c:v>143.55000000000001</c:v>
                </c:pt>
                <c:pt idx="1964">
                  <c:v>146.75</c:v>
                </c:pt>
                <c:pt idx="1965">
                  <c:v>149.80000000000001</c:v>
                </c:pt>
                <c:pt idx="1966">
                  <c:v>146.44999999999999</c:v>
                </c:pt>
                <c:pt idx="1967">
                  <c:v>149.1</c:v>
                </c:pt>
                <c:pt idx="1968">
                  <c:v>152.15</c:v>
                </c:pt>
                <c:pt idx="1969">
                  <c:v>154.15</c:v>
                </c:pt>
                <c:pt idx="1970">
                  <c:v>151.9</c:v>
                </c:pt>
                <c:pt idx="1971">
                  <c:v>149.30000000000001</c:v>
                </c:pt>
                <c:pt idx="1972">
                  <c:v>148.69999999999999</c:v>
                </c:pt>
                <c:pt idx="1973">
                  <c:v>152.9</c:v>
                </c:pt>
                <c:pt idx="1974">
                  <c:v>156.55000000000001</c:v>
                </c:pt>
                <c:pt idx="1975">
                  <c:v>154.5</c:v>
                </c:pt>
                <c:pt idx="1976">
                  <c:v>157.1</c:v>
                </c:pt>
                <c:pt idx="1977">
                  <c:v>156</c:v>
                </c:pt>
                <c:pt idx="1978">
                  <c:v>161.65</c:v>
                </c:pt>
                <c:pt idx="1979">
                  <c:v>159.15</c:v>
                </c:pt>
                <c:pt idx="1980">
                  <c:v>146.75</c:v>
                </c:pt>
                <c:pt idx="1981">
                  <c:v>141.69999999999999</c:v>
                </c:pt>
                <c:pt idx="1982">
                  <c:v>151.1</c:v>
                </c:pt>
                <c:pt idx="1983">
                  <c:v>152.30000000000001</c:v>
                </c:pt>
                <c:pt idx="1984">
                  <c:v>148.55000000000001</c:v>
                </c:pt>
                <c:pt idx="1985">
                  <c:v>146.35</c:v>
                </c:pt>
                <c:pt idx="1986">
                  <c:v>142.4</c:v>
                </c:pt>
                <c:pt idx="1987">
                  <c:v>147.9</c:v>
                </c:pt>
                <c:pt idx="1988">
                  <c:v>150</c:v>
                </c:pt>
                <c:pt idx="1989">
                  <c:v>148.05000000000001</c:v>
                </c:pt>
                <c:pt idx="1990">
                  <c:v>153.94999999999999</c:v>
                </c:pt>
                <c:pt idx="1991">
                  <c:v>151.1</c:v>
                </c:pt>
                <c:pt idx="1992">
                  <c:v>150.44999999999999</c:v>
                </c:pt>
                <c:pt idx="1993">
                  <c:v>150.6</c:v>
                </c:pt>
                <c:pt idx="1994">
                  <c:v>149.9</c:v>
                </c:pt>
                <c:pt idx="1995">
                  <c:v>149.80000000000001</c:v>
                </c:pt>
                <c:pt idx="1996">
                  <c:v>147.30000000000001</c:v>
                </c:pt>
                <c:pt idx="1997">
                  <c:v>145.85</c:v>
                </c:pt>
                <c:pt idx="1998">
                  <c:v>137.05000000000001</c:v>
                </c:pt>
                <c:pt idx="1999">
                  <c:v>136.44999999999999</c:v>
                </c:pt>
                <c:pt idx="2000">
                  <c:v>133.94999999999999</c:v>
                </c:pt>
                <c:pt idx="2001">
                  <c:v>132.6</c:v>
                </c:pt>
                <c:pt idx="2002">
                  <c:v>136.65</c:v>
                </c:pt>
                <c:pt idx="2003">
                  <c:v>140.80000000000001</c:v>
                </c:pt>
                <c:pt idx="2004">
                  <c:v>141.80000000000001</c:v>
                </c:pt>
                <c:pt idx="2005">
                  <c:v>142.9</c:v>
                </c:pt>
                <c:pt idx="2006">
                  <c:v>143.94999999999999</c:v>
                </c:pt>
                <c:pt idx="2007">
                  <c:v>146.6</c:v>
                </c:pt>
                <c:pt idx="2008">
                  <c:v>145.80000000000001</c:v>
                </c:pt>
                <c:pt idx="2009">
                  <c:v>151.80000000000001</c:v>
                </c:pt>
                <c:pt idx="2010">
                  <c:v>151</c:v>
                </c:pt>
                <c:pt idx="2011">
                  <c:v>149.75</c:v>
                </c:pt>
                <c:pt idx="2012">
                  <c:v>144.65</c:v>
                </c:pt>
                <c:pt idx="2013">
                  <c:v>142.35</c:v>
                </c:pt>
                <c:pt idx="2014">
                  <c:v>138.94999999999999</c:v>
                </c:pt>
                <c:pt idx="2015">
                  <c:v>141.05000000000001</c:v>
                </c:pt>
                <c:pt idx="2016">
                  <c:v>143.19999999999999</c:v>
                </c:pt>
                <c:pt idx="2017">
                  <c:v>138.85</c:v>
                </c:pt>
                <c:pt idx="2018">
                  <c:v>136</c:v>
                </c:pt>
                <c:pt idx="2019">
                  <c:v>139.65</c:v>
                </c:pt>
                <c:pt idx="2020">
                  <c:v>133.15</c:v>
                </c:pt>
                <c:pt idx="2021">
                  <c:v>110.5</c:v>
                </c:pt>
                <c:pt idx="2022">
                  <c:v>99.4</c:v>
                </c:pt>
                <c:pt idx="2023">
                  <c:v>110.5</c:v>
                </c:pt>
                <c:pt idx="2024">
                  <c:v>110.75</c:v>
                </c:pt>
                <c:pt idx="2025">
                  <c:v>116.45</c:v>
                </c:pt>
                <c:pt idx="2026">
                  <c:v>117.7</c:v>
                </c:pt>
                <c:pt idx="2027">
                  <c:v>115.75</c:v>
                </c:pt>
                <c:pt idx="2028">
                  <c:v>109.35</c:v>
                </c:pt>
                <c:pt idx="2029">
                  <c:v>102.2</c:v>
                </c:pt>
                <c:pt idx="2030">
                  <c:v>105.75</c:v>
                </c:pt>
                <c:pt idx="2031">
                  <c:v>111.2</c:v>
                </c:pt>
                <c:pt idx="2032">
                  <c:v>114.65</c:v>
                </c:pt>
                <c:pt idx="2033">
                  <c:v>113.65</c:v>
                </c:pt>
                <c:pt idx="2034">
                  <c:v>108.3</c:v>
                </c:pt>
                <c:pt idx="2035">
                  <c:v>105.5</c:v>
                </c:pt>
                <c:pt idx="2036">
                  <c:v>98.05</c:v>
                </c:pt>
                <c:pt idx="2037">
                  <c:v>96.3</c:v>
                </c:pt>
                <c:pt idx="2038">
                  <c:v>94.9</c:v>
                </c:pt>
                <c:pt idx="2039">
                  <c:v>103.2</c:v>
                </c:pt>
                <c:pt idx="2040">
                  <c:v>106.15</c:v>
                </c:pt>
                <c:pt idx="2041">
                  <c:v>105.55</c:v>
                </c:pt>
                <c:pt idx="2042">
                  <c:v>104.4</c:v>
                </c:pt>
                <c:pt idx="2043">
                  <c:v>101.8</c:v>
                </c:pt>
                <c:pt idx="2044">
                  <c:v>102.5</c:v>
                </c:pt>
                <c:pt idx="2045">
                  <c:v>101.2</c:v>
                </c:pt>
                <c:pt idx="2046">
                  <c:v>102.05</c:v>
                </c:pt>
                <c:pt idx="2047">
                  <c:v>102.45</c:v>
                </c:pt>
                <c:pt idx="2048">
                  <c:v>108.45</c:v>
                </c:pt>
                <c:pt idx="2049">
                  <c:v>111.5</c:v>
                </c:pt>
                <c:pt idx="2050">
                  <c:v>109.9</c:v>
                </c:pt>
                <c:pt idx="2051">
                  <c:v>105.3</c:v>
                </c:pt>
                <c:pt idx="2052">
                  <c:v>102.6</c:v>
                </c:pt>
                <c:pt idx="2053">
                  <c:v>104.5</c:v>
                </c:pt>
                <c:pt idx="2054">
                  <c:v>99.15</c:v>
                </c:pt>
                <c:pt idx="2055">
                  <c:v>98.3</c:v>
                </c:pt>
                <c:pt idx="2056">
                  <c:v>106.4</c:v>
                </c:pt>
                <c:pt idx="2057">
                  <c:v>103.7</c:v>
                </c:pt>
                <c:pt idx="2058">
                  <c:v>89.45</c:v>
                </c:pt>
                <c:pt idx="2059">
                  <c:v>95.6</c:v>
                </c:pt>
                <c:pt idx="2060">
                  <c:v>91.85</c:v>
                </c:pt>
                <c:pt idx="2061">
                  <c:v>92.65</c:v>
                </c:pt>
                <c:pt idx="2062">
                  <c:v>93.2</c:v>
                </c:pt>
                <c:pt idx="2063">
                  <c:v>94.1</c:v>
                </c:pt>
                <c:pt idx="2064">
                  <c:v>97.65</c:v>
                </c:pt>
                <c:pt idx="2065">
                  <c:v>97.05</c:v>
                </c:pt>
                <c:pt idx="2066">
                  <c:v>98.8</c:v>
                </c:pt>
                <c:pt idx="2067">
                  <c:v>99</c:v>
                </c:pt>
                <c:pt idx="2068">
                  <c:v>98.3</c:v>
                </c:pt>
                <c:pt idx="2069">
                  <c:v>98.5</c:v>
                </c:pt>
                <c:pt idx="2070">
                  <c:v>100.1</c:v>
                </c:pt>
                <c:pt idx="2071">
                  <c:v>99.3</c:v>
                </c:pt>
                <c:pt idx="2072">
                  <c:v>98.8</c:v>
                </c:pt>
                <c:pt idx="2073">
                  <c:v>98.4</c:v>
                </c:pt>
                <c:pt idx="2074">
                  <c:v>95.9</c:v>
                </c:pt>
                <c:pt idx="2075">
                  <c:v>96.15</c:v>
                </c:pt>
                <c:pt idx="2076">
                  <c:v>98.05</c:v>
                </c:pt>
                <c:pt idx="2077">
                  <c:v>98.5</c:v>
                </c:pt>
                <c:pt idx="2078">
                  <c:v>100</c:v>
                </c:pt>
                <c:pt idx="2079">
                  <c:v>98.65</c:v>
                </c:pt>
                <c:pt idx="2080">
                  <c:v>102.45</c:v>
                </c:pt>
                <c:pt idx="2081">
                  <c:v>104.1</c:v>
                </c:pt>
                <c:pt idx="2082">
                  <c:v>105.8</c:v>
                </c:pt>
                <c:pt idx="2083">
                  <c:v>105.9</c:v>
                </c:pt>
                <c:pt idx="2084">
                  <c:v>102.15</c:v>
                </c:pt>
                <c:pt idx="2085">
                  <c:v>103</c:v>
                </c:pt>
                <c:pt idx="2086">
                  <c:v>103.4</c:v>
                </c:pt>
                <c:pt idx="2087">
                  <c:v>104.85</c:v>
                </c:pt>
                <c:pt idx="2088">
                  <c:v>105.55</c:v>
                </c:pt>
                <c:pt idx="2089">
                  <c:v>106.5</c:v>
                </c:pt>
                <c:pt idx="2090">
                  <c:v>106</c:v>
                </c:pt>
                <c:pt idx="2091">
                  <c:v>105.1</c:v>
                </c:pt>
                <c:pt idx="2092">
                  <c:v>103.6</c:v>
                </c:pt>
                <c:pt idx="2093">
                  <c:v>102.35</c:v>
                </c:pt>
                <c:pt idx="2094">
                  <c:v>101.75</c:v>
                </c:pt>
                <c:pt idx="2095">
                  <c:v>101.75</c:v>
                </c:pt>
                <c:pt idx="2096">
                  <c:v>102.05</c:v>
                </c:pt>
                <c:pt idx="2097">
                  <c:v>102.2</c:v>
                </c:pt>
                <c:pt idx="2098">
                  <c:v>102.25</c:v>
                </c:pt>
                <c:pt idx="2099">
                  <c:v>103.05</c:v>
                </c:pt>
                <c:pt idx="2100">
                  <c:v>102.85</c:v>
                </c:pt>
                <c:pt idx="2101">
                  <c:v>103.5</c:v>
                </c:pt>
                <c:pt idx="2102">
                  <c:v>102.1</c:v>
                </c:pt>
                <c:pt idx="2103">
                  <c:v>100.4</c:v>
                </c:pt>
                <c:pt idx="2104">
                  <c:v>99.65</c:v>
                </c:pt>
                <c:pt idx="2105">
                  <c:v>96.65</c:v>
                </c:pt>
                <c:pt idx="2106">
                  <c:v>100.2</c:v>
                </c:pt>
                <c:pt idx="2107">
                  <c:v>101.85</c:v>
                </c:pt>
                <c:pt idx="2108">
                  <c:v>98.6</c:v>
                </c:pt>
                <c:pt idx="2109">
                  <c:v>94.4</c:v>
                </c:pt>
                <c:pt idx="2110">
                  <c:v>90.9</c:v>
                </c:pt>
                <c:pt idx="2111">
                  <c:v>88.1</c:v>
                </c:pt>
                <c:pt idx="2112">
                  <c:v>87.95</c:v>
                </c:pt>
                <c:pt idx="2113">
                  <c:v>87</c:v>
                </c:pt>
                <c:pt idx="2114">
                  <c:v>85.8</c:v>
                </c:pt>
                <c:pt idx="2115">
                  <c:v>85.2</c:v>
                </c:pt>
                <c:pt idx="2116">
                  <c:v>85.6</c:v>
                </c:pt>
                <c:pt idx="2117">
                  <c:v>86.2</c:v>
                </c:pt>
                <c:pt idx="2118">
                  <c:v>85.65</c:v>
                </c:pt>
                <c:pt idx="2119">
                  <c:v>88.65</c:v>
                </c:pt>
                <c:pt idx="2120">
                  <c:v>91.3</c:v>
                </c:pt>
                <c:pt idx="2121">
                  <c:v>91.2</c:v>
                </c:pt>
                <c:pt idx="2122">
                  <c:v>89.25</c:v>
                </c:pt>
                <c:pt idx="2123">
                  <c:v>87.2</c:v>
                </c:pt>
                <c:pt idx="2124">
                  <c:v>84.15</c:v>
                </c:pt>
                <c:pt idx="2125">
                  <c:v>81.55</c:v>
                </c:pt>
                <c:pt idx="2126">
                  <c:v>79.3</c:v>
                </c:pt>
                <c:pt idx="2127">
                  <c:v>83.8</c:v>
                </c:pt>
                <c:pt idx="2128">
                  <c:v>80.099999999999994</c:v>
                </c:pt>
                <c:pt idx="2129">
                  <c:v>78.5</c:v>
                </c:pt>
                <c:pt idx="2130">
                  <c:v>72.95</c:v>
                </c:pt>
                <c:pt idx="2131">
                  <c:v>76.150000000000006</c:v>
                </c:pt>
                <c:pt idx="2132">
                  <c:v>74.150000000000006</c:v>
                </c:pt>
                <c:pt idx="2133">
                  <c:v>75.150000000000006</c:v>
                </c:pt>
                <c:pt idx="2134">
                  <c:v>76.8</c:v>
                </c:pt>
                <c:pt idx="2135">
                  <c:v>79.05</c:v>
                </c:pt>
                <c:pt idx="2136">
                  <c:v>84.55</c:v>
                </c:pt>
                <c:pt idx="2137">
                  <c:v>88.25</c:v>
                </c:pt>
                <c:pt idx="2138">
                  <c:v>84.05</c:v>
                </c:pt>
                <c:pt idx="2139">
                  <c:v>84.1</c:v>
                </c:pt>
                <c:pt idx="2140">
                  <c:v>80.599999999999994</c:v>
                </c:pt>
                <c:pt idx="2141">
                  <c:v>78.400000000000006</c:v>
                </c:pt>
                <c:pt idx="2142">
                  <c:v>82.4</c:v>
                </c:pt>
                <c:pt idx="2143">
                  <c:v>87</c:v>
                </c:pt>
                <c:pt idx="2144">
                  <c:v>91.9</c:v>
                </c:pt>
                <c:pt idx="2145">
                  <c:v>95.65</c:v>
                </c:pt>
                <c:pt idx="2146">
                  <c:v>102.4</c:v>
                </c:pt>
                <c:pt idx="2147">
                  <c:v>98.8</c:v>
                </c:pt>
                <c:pt idx="2148">
                  <c:v>99</c:v>
                </c:pt>
                <c:pt idx="2149">
                  <c:v>98.2</c:v>
                </c:pt>
                <c:pt idx="2150">
                  <c:v>94.25</c:v>
                </c:pt>
                <c:pt idx="2151">
                  <c:v>98.2</c:v>
                </c:pt>
                <c:pt idx="2152">
                  <c:v>94.75</c:v>
                </c:pt>
                <c:pt idx="2153">
                  <c:v>97.5</c:v>
                </c:pt>
                <c:pt idx="2154">
                  <c:v>98.1</c:v>
                </c:pt>
                <c:pt idx="2155">
                  <c:v>102.5</c:v>
                </c:pt>
                <c:pt idx="2156">
                  <c:v>99.9</c:v>
                </c:pt>
                <c:pt idx="2157">
                  <c:v>99.65</c:v>
                </c:pt>
                <c:pt idx="2158">
                  <c:v>97.95</c:v>
                </c:pt>
                <c:pt idx="2159">
                  <c:v>98.85</c:v>
                </c:pt>
                <c:pt idx="2160">
                  <c:v>97.15</c:v>
                </c:pt>
                <c:pt idx="2161">
                  <c:v>97.55</c:v>
                </c:pt>
                <c:pt idx="2162">
                  <c:v>95.2</c:v>
                </c:pt>
                <c:pt idx="2163">
                  <c:v>94.1</c:v>
                </c:pt>
                <c:pt idx="2164">
                  <c:v>92.35</c:v>
                </c:pt>
                <c:pt idx="2165">
                  <c:v>93.4</c:v>
                </c:pt>
                <c:pt idx="2166">
                  <c:v>92.4</c:v>
                </c:pt>
                <c:pt idx="2167">
                  <c:v>91.45</c:v>
                </c:pt>
                <c:pt idx="2168">
                  <c:v>92.45</c:v>
                </c:pt>
                <c:pt idx="2169">
                  <c:v>92.6</c:v>
                </c:pt>
                <c:pt idx="2170">
                  <c:v>90.75</c:v>
                </c:pt>
                <c:pt idx="2171">
                  <c:v>89.4</c:v>
                </c:pt>
                <c:pt idx="2172">
                  <c:v>93.1</c:v>
                </c:pt>
                <c:pt idx="2173">
                  <c:v>92.35</c:v>
                </c:pt>
                <c:pt idx="2174">
                  <c:v>97.2</c:v>
                </c:pt>
                <c:pt idx="2175">
                  <c:v>95.15</c:v>
                </c:pt>
                <c:pt idx="2176">
                  <c:v>93.05</c:v>
                </c:pt>
                <c:pt idx="2177">
                  <c:v>97.95</c:v>
                </c:pt>
                <c:pt idx="2178">
                  <c:v>98.3</c:v>
                </c:pt>
                <c:pt idx="2179">
                  <c:v>97.45</c:v>
                </c:pt>
                <c:pt idx="2180">
                  <c:v>94.85</c:v>
                </c:pt>
                <c:pt idx="2181">
                  <c:v>95.8</c:v>
                </c:pt>
                <c:pt idx="2182">
                  <c:v>89.75</c:v>
                </c:pt>
                <c:pt idx="2183">
                  <c:v>91.5</c:v>
                </c:pt>
                <c:pt idx="2184">
                  <c:v>89.15</c:v>
                </c:pt>
                <c:pt idx="2185">
                  <c:v>88.95</c:v>
                </c:pt>
                <c:pt idx="2186">
                  <c:v>94.35</c:v>
                </c:pt>
                <c:pt idx="2187">
                  <c:v>92.3</c:v>
                </c:pt>
                <c:pt idx="2188">
                  <c:v>91.2</c:v>
                </c:pt>
                <c:pt idx="2189">
                  <c:v>93.3</c:v>
                </c:pt>
                <c:pt idx="2190">
                  <c:v>90.4</c:v>
                </c:pt>
                <c:pt idx="2191">
                  <c:v>88.95</c:v>
                </c:pt>
                <c:pt idx="2192">
                  <c:v>85.65</c:v>
                </c:pt>
                <c:pt idx="2193">
                  <c:v>85.8</c:v>
                </c:pt>
                <c:pt idx="2194">
                  <c:v>88.65</c:v>
                </c:pt>
                <c:pt idx="2195">
                  <c:v>89.9</c:v>
                </c:pt>
                <c:pt idx="2196">
                  <c:v>88.05</c:v>
                </c:pt>
                <c:pt idx="2197">
                  <c:v>90.95</c:v>
                </c:pt>
                <c:pt idx="2198">
                  <c:v>90.25</c:v>
                </c:pt>
                <c:pt idx="2199">
                  <c:v>89.7</c:v>
                </c:pt>
                <c:pt idx="2200">
                  <c:v>91.5</c:v>
                </c:pt>
                <c:pt idx="2201">
                  <c:v>89.3</c:v>
                </c:pt>
                <c:pt idx="2202">
                  <c:v>88.55</c:v>
                </c:pt>
                <c:pt idx="2203">
                  <c:v>85.15</c:v>
                </c:pt>
                <c:pt idx="2204">
                  <c:v>78.75</c:v>
                </c:pt>
                <c:pt idx="2205">
                  <c:v>79.650000000000006</c:v>
                </c:pt>
                <c:pt idx="2206">
                  <c:v>80.3</c:v>
                </c:pt>
                <c:pt idx="2207">
                  <c:v>75.900000000000006</c:v>
                </c:pt>
                <c:pt idx="2208">
                  <c:v>72.2</c:v>
                </c:pt>
                <c:pt idx="2209">
                  <c:v>62.85</c:v>
                </c:pt>
                <c:pt idx="2210">
                  <c:v>58</c:v>
                </c:pt>
                <c:pt idx="2211">
                  <c:v>63.3</c:v>
                </c:pt>
                <c:pt idx="2212">
                  <c:v>65.650000000000006</c:v>
                </c:pt>
                <c:pt idx="2213">
                  <c:v>69.849999999999994</c:v>
                </c:pt>
                <c:pt idx="2214">
                  <c:v>72</c:v>
                </c:pt>
                <c:pt idx="2215">
                  <c:v>75.150000000000006</c:v>
                </c:pt>
                <c:pt idx="2216">
                  <c:v>72.400000000000006</c:v>
                </c:pt>
                <c:pt idx="2217">
                  <c:v>70</c:v>
                </c:pt>
                <c:pt idx="2218">
                  <c:v>75.45</c:v>
                </c:pt>
                <c:pt idx="2219">
                  <c:v>77.150000000000006</c:v>
                </c:pt>
                <c:pt idx="2220">
                  <c:v>76.25</c:v>
                </c:pt>
                <c:pt idx="2221">
                  <c:v>73.05</c:v>
                </c:pt>
                <c:pt idx="2222">
                  <c:v>72.8</c:v>
                </c:pt>
                <c:pt idx="2223">
                  <c:v>75.8</c:v>
                </c:pt>
                <c:pt idx="2224">
                  <c:v>71.7</c:v>
                </c:pt>
                <c:pt idx="2225">
                  <c:v>69.95</c:v>
                </c:pt>
                <c:pt idx="2226">
                  <c:v>69.2</c:v>
                </c:pt>
                <c:pt idx="2227">
                  <c:v>73.599999999999994</c:v>
                </c:pt>
                <c:pt idx="2228">
                  <c:v>75.45</c:v>
                </c:pt>
                <c:pt idx="2229">
                  <c:v>73.599999999999994</c:v>
                </c:pt>
                <c:pt idx="2230">
                  <c:v>75.25</c:v>
                </c:pt>
                <c:pt idx="2231">
                  <c:v>74.05</c:v>
                </c:pt>
                <c:pt idx="2232">
                  <c:v>73.45</c:v>
                </c:pt>
                <c:pt idx="2233">
                  <c:v>72.8</c:v>
                </c:pt>
                <c:pt idx="2234">
                  <c:v>75</c:v>
                </c:pt>
                <c:pt idx="2235">
                  <c:v>78.599999999999994</c:v>
                </c:pt>
                <c:pt idx="2236">
                  <c:v>77.650000000000006</c:v>
                </c:pt>
                <c:pt idx="2237">
                  <c:v>77.849999999999994</c:v>
                </c:pt>
                <c:pt idx="2238">
                  <c:v>76.599999999999994</c:v>
                </c:pt>
                <c:pt idx="2239">
                  <c:v>75.75</c:v>
                </c:pt>
                <c:pt idx="2240">
                  <c:v>73.400000000000006</c:v>
                </c:pt>
                <c:pt idx="2241">
                  <c:v>74.599999999999994</c:v>
                </c:pt>
                <c:pt idx="2242">
                  <c:v>77.45</c:v>
                </c:pt>
                <c:pt idx="2243">
                  <c:v>77.349999999999994</c:v>
                </c:pt>
                <c:pt idx="2244">
                  <c:v>79.650000000000006</c:v>
                </c:pt>
                <c:pt idx="2245">
                  <c:v>83.5</c:v>
                </c:pt>
                <c:pt idx="2246">
                  <c:v>83.55</c:v>
                </c:pt>
                <c:pt idx="2247">
                  <c:v>81.849999999999994</c:v>
                </c:pt>
                <c:pt idx="2248">
                  <c:v>80.45</c:v>
                </c:pt>
                <c:pt idx="2249">
                  <c:v>80.599999999999994</c:v>
                </c:pt>
                <c:pt idx="2250">
                  <c:v>82.3</c:v>
                </c:pt>
                <c:pt idx="2251">
                  <c:v>82.15</c:v>
                </c:pt>
                <c:pt idx="2252">
                  <c:v>83.15</c:v>
                </c:pt>
                <c:pt idx="2253">
                  <c:v>83.95</c:v>
                </c:pt>
                <c:pt idx="2254">
                  <c:v>84.35</c:v>
                </c:pt>
                <c:pt idx="2255">
                  <c:v>82.45</c:v>
                </c:pt>
                <c:pt idx="2256">
                  <c:v>81.849999999999994</c:v>
                </c:pt>
                <c:pt idx="2257">
                  <c:v>77.55</c:v>
                </c:pt>
                <c:pt idx="2258">
                  <c:v>77.150000000000006</c:v>
                </c:pt>
                <c:pt idx="2259">
                  <c:v>75.099999999999994</c:v>
                </c:pt>
                <c:pt idx="2260">
                  <c:v>74</c:v>
                </c:pt>
                <c:pt idx="2261">
                  <c:v>74.150000000000006</c:v>
                </c:pt>
                <c:pt idx="2262">
                  <c:v>73.05</c:v>
                </c:pt>
                <c:pt idx="2263">
                  <c:v>75.349999999999994</c:v>
                </c:pt>
                <c:pt idx="2264">
                  <c:v>78.25</c:v>
                </c:pt>
                <c:pt idx="2265">
                  <c:v>87</c:v>
                </c:pt>
                <c:pt idx="2266">
                  <c:v>81.2</c:v>
                </c:pt>
                <c:pt idx="2267">
                  <c:v>85.05</c:v>
                </c:pt>
                <c:pt idx="2268">
                  <c:v>86.25</c:v>
                </c:pt>
                <c:pt idx="2269">
                  <c:v>89.05</c:v>
                </c:pt>
                <c:pt idx="2270">
                  <c:v>91.05</c:v>
                </c:pt>
                <c:pt idx="2271">
                  <c:v>90.45</c:v>
                </c:pt>
                <c:pt idx="2272">
                  <c:v>88.25</c:v>
                </c:pt>
                <c:pt idx="2273">
                  <c:v>83.6</c:v>
                </c:pt>
                <c:pt idx="2274">
                  <c:v>84.95</c:v>
                </c:pt>
                <c:pt idx="2275">
                  <c:v>85.75</c:v>
                </c:pt>
                <c:pt idx="2276">
                  <c:v>85.25</c:v>
                </c:pt>
                <c:pt idx="2277">
                  <c:v>86.4</c:v>
                </c:pt>
                <c:pt idx="2278">
                  <c:v>86.45</c:v>
                </c:pt>
                <c:pt idx="2279">
                  <c:v>86.3</c:v>
                </c:pt>
                <c:pt idx="2280">
                  <c:v>86.5</c:v>
                </c:pt>
                <c:pt idx="2281">
                  <c:v>90.7</c:v>
                </c:pt>
                <c:pt idx="2282">
                  <c:v>93.8</c:v>
                </c:pt>
                <c:pt idx="2283">
                  <c:v>89.45</c:v>
                </c:pt>
                <c:pt idx="2284">
                  <c:v>85.5</c:v>
                </c:pt>
                <c:pt idx="2285">
                  <c:v>87.85</c:v>
                </c:pt>
                <c:pt idx="2286">
                  <c:v>88.15</c:v>
                </c:pt>
                <c:pt idx="2287">
                  <c:v>86.3</c:v>
                </c:pt>
                <c:pt idx="2288">
                  <c:v>91.8</c:v>
                </c:pt>
                <c:pt idx="2289">
                  <c:v>91.55</c:v>
                </c:pt>
                <c:pt idx="2290">
                  <c:v>92.9</c:v>
                </c:pt>
                <c:pt idx="2291">
                  <c:v>96.9</c:v>
                </c:pt>
                <c:pt idx="2292">
                  <c:v>92.4</c:v>
                </c:pt>
                <c:pt idx="2293">
                  <c:v>89.1</c:v>
                </c:pt>
                <c:pt idx="2294">
                  <c:v>91.55</c:v>
                </c:pt>
                <c:pt idx="2295">
                  <c:v>91.7</c:v>
                </c:pt>
                <c:pt idx="2296">
                  <c:v>92.55</c:v>
                </c:pt>
                <c:pt idx="2297">
                  <c:v>90.95</c:v>
                </c:pt>
                <c:pt idx="2298">
                  <c:v>93.6</c:v>
                </c:pt>
                <c:pt idx="2299">
                  <c:v>94.9</c:v>
                </c:pt>
                <c:pt idx="2300">
                  <c:v>95.9</c:v>
                </c:pt>
                <c:pt idx="2301">
                  <c:v>96.3</c:v>
                </c:pt>
                <c:pt idx="2302">
                  <c:v>95.6</c:v>
                </c:pt>
                <c:pt idx="2303">
                  <c:v>96.2</c:v>
                </c:pt>
                <c:pt idx="2304">
                  <c:v>96.6</c:v>
                </c:pt>
                <c:pt idx="2305">
                  <c:v>98.2</c:v>
                </c:pt>
                <c:pt idx="2306">
                  <c:v>98.4</c:v>
                </c:pt>
                <c:pt idx="2307">
                  <c:v>97.05</c:v>
                </c:pt>
                <c:pt idx="2308">
                  <c:v>96.25</c:v>
                </c:pt>
                <c:pt idx="2309">
                  <c:v>94.55</c:v>
                </c:pt>
                <c:pt idx="2310">
                  <c:v>94.55</c:v>
                </c:pt>
                <c:pt idx="2311">
                  <c:v>95.6</c:v>
                </c:pt>
                <c:pt idx="2312">
                  <c:v>91.95</c:v>
                </c:pt>
                <c:pt idx="2313">
                  <c:v>93.6</c:v>
                </c:pt>
                <c:pt idx="2314">
                  <c:v>92.5</c:v>
                </c:pt>
                <c:pt idx="2315">
                  <c:v>97.4</c:v>
                </c:pt>
                <c:pt idx="2316">
                  <c:v>95.95</c:v>
                </c:pt>
                <c:pt idx="2317">
                  <c:v>94.65</c:v>
                </c:pt>
                <c:pt idx="2318">
                  <c:v>97.1</c:v>
                </c:pt>
                <c:pt idx="2319">
                  <c:v>94.6</c:v>
                </c:pt>
                <c:pt idx="2320">
                  <c:v>97.5</c:v>
                </c:pt>
                <c:pt idx="2321">
                  <c:v>101.9</c:v>
                </c:pt>
                <c:pt idx="2322">
                  <c:v>100</c:v>
                </c:pt>
                <c:pt idx="2323">
                  <c:v>96.65</c:v>
                </c:pt>
                <c:pt idx="2324">
                  <c:v>100.05</c:v>
                </c:pt>
                <c:pt idx="2325">
                  <c:v>100.05</c:v>
                </c:pt>
                <c:pt idx="2326">
                  <c:v>96.75</c:v>
                </c:pt>
                <c:pt idx="2327">
                  <c:v>92</c:v>
                </c:pt>
                <c:pt idx="2328">
                  <c:v>92.6</c:v>
                </c:pt>
                <c:pt idx="2329">
                  <c:v>94.05</c:v>
                </c:pt>
                <c:pt idx="2330">
                  <c:v>95.95</c:v>
                </c:pt>
                <c:pt idx="2331">
                  <c:v>96.35</c:v>
                </c:pt>
                <c:pt idx="2332">
                  <c:v>97.1</c:v>
                </c:pt>
                <c:pt idx="2333">
                  <c:v>97.35</c:v>
                </c:pt>
                <c:pt idx="2334">
                  <c:v>97.35</c:v>
                </c:pt>
                <c:pt idx="2335">
                  <c:v>101.2</c:v>
                </c:pt>
                <c:pt idx="2336">
                  <c:v>99.2</c:v>
                </c:pt>
                <c:pt idx="2337">
                  <c:v>99.35</c:v>
                </c:pt>
                <c:pt idx="2338">
                  <c:v>100.95</c:v>
                </c:pt>
                <c:pt idx="2339">
                  <c:v>117.05</c:v>
                </c:pt>
                <c:pt idx="2340">
                  <c:v>118.05</c:v>
                </c:pt>
                <c:pt idx="2341">
                  <c:v>118.8</c:v>
                </c:pt>
                <c:pt idx="2342">
                  <c:v>117.45</c:v>
                </c:pt>
                <c:pt idx="2343">
                  <c:v>118.7</c:v>
                </c:pt>
                <c:pt idx="2344">
                  <c:v>116.6</c:v>
                </c:pt>
                <c:pt idx="2345">
                  <c:v>107.75</c:v>
                </c:pt>
                <c:pt idx="2346">
                  <c:v>109.7</c:v>
                </c:pt>
                <c:pt idx="2347">
                  <c:v>112</c:v>
                </c:pt>
                <c:pt idx="2348">
                  <c:v>114.95</c:v>
                </c:pt>
                <c:pt idx="2349">
                  <c:v>120.1</c:v>
                </c:pt>
                <c:pt idx="2350">
                  <c:v>119.05</c:v>
                </c:pt>
                <c:pt idx="2351">
                  <c:v>125.6</c:v>
                </c:pt>
                <c:pt idx="2352">
                  <c:v>125.5</c:v>
                </c:pt>
                <c:pt idx="2353">
                  <c:v>125.05</c:v>
                </c:pt>
                <c:pt idx="2354">
                  <c:v>120.95</c:v>
                </c:pt>
                <c:pt idx="2355">
                  <c:v>121.05</c:v>
                </c:pt>
                <c:pt idx="2356">
                  <c:v>122.3</c:v>
                </c:pt>
                <c:pt idx="2357">
                  <c:v>122.6</c:v>
                </c:pt>
                <c:pt idx="2358">
                  <c:v>121.25</c:v>
                </c:pt>
                <c:pt idx="2359">
                  <c:v>121.95</c:v>
                </c:pt>
                <c:pt idx="2360">
                  <c:v>122.85</c:v>
                </c:pt>
                <c:pt idx="2361">
                  <c:v>119.05</c:v>
                </c:pt>
                <c:pt idx="2362">
                  <c:v>109.45</c:v>
                </c:pt>
                <c:pt idx="2363">
                  <c:v>108.05</c:v>
                </c:pt>
                <c:pt idx="2364">
                  <c:v>106.35</c:v>
                </c:pt>
                <c:pt idx="2365">
                  <c:v>107.35</c:v>
                </c:pt>
                <c:pt idx="2366">
                  <c:v>107.55</c:v>
                </c:pt>
                <c:pt idx="2367">
                  <c:v>107.05</c:v>
                </c:pt>
                <c:pt idx="2368">
                  <c:v>110.85</c:v>
                </c:pt>
                <c:pt idx="2369">
                  <c:v>111.45</c:v>
                </c:pt>
                <c:pt idx="2370">
                  <c:v>109.4</c:v>
                </c:pt>
                <c:pt idx="2371">
                  <c:v>107</c:v>
                </c:pt>
                <c:pt idx="2372">
                  <c:v>110.1</c:v>
                </c:pt>
                <c:pt idx="2373">
                  <c:v>112.95</c:v>
                </c:pt>
                <c:pt idx="2374">
                  <c:v>103.65</c:v>
                </c:pt>
                <c:pt idx="2375">
                  <c:v>104.55</c:v>
                </c:pt>
                <c:pt idx="2376">
                  <c:v>101.9</c:v>
                </c:pt>
                <c:pt idx="2377">
                  <c:v>102.9</c:v>
                </c:pt>
                <c:pt idx="2378">
                  <c:v>102.65</c:v>
                </c:pt>
                <c:pt idx="2379">
                  <c:v>103.1</c:v>
                </c:pt>
                <c:pt idx="2380">
                  <c:v>108</c:v>
                </c:pt>
                <c:pt idx="2381">
                  <c:v>111.05</c:v>
                </c:pt>
                <c:pt idx="2382">
                  <c:v>110.85</c:v>
                </c:pt>
                <c:pt idx="2383">
                  <c:v>111.7</c:v>
                </c:pt>
                <c:pt idx="2384">
                  <c:v>111.95</c:v>
                </c:pt>
                <c:pt idx="2385">
                  <c:v>110.2</c:v>
                </c:pt>
                <c:pt idx="2386">
                  <c:v>108.85</c:v>
                </c:pt>
                <c:pt idx="2387">
                  <c:v>113.6</c:v>
                </c:pt>
                <c:pt idx="2388">
                  <c:v>113.05</c:v>
                </c:pt>
                <c:pt idx="2389">
                  <c:v>114.65</c:v>
                </c:pt>
                <c:pt idx="2390">
                  <c:v>116.3</c:v>
                </c:pt>
                <c:pt idx="2391">
                  <c:v>117.4</c:v>
                </c:pt>
                <c:pt idx="2392">
                  <c:v>119.05</c:v>
                </c:pt>
                <c:pt idx="2393">
                  <c:v>117.4</c:v>
                </c:pt>
                <c:pt idx="2394">
                  <c:v>117.3</c:v>
                </c:pt>
                <c:pt idx="2395">
                  <c:v>115.9</c:v>
                </c:pt>
                <c:pt idx="2396">
                  <c:v>114.85</c:v>
                </c:pt>
                <c:pt idx="2397">
                  <c:v>112.55</c:v>
                </c:pt>
                <c:pt idx="2398">
                  <c:v>112.8</c:v>
                </c:pt>
                <c:pt idx="2399">
                  <c:v>110.65</c:v>
                </c:pt>
                <c:pt idx="2400">
                  <c:v>111.35</c:v>
                </c:pt>
                <c:pt idx="2401">
                  <c:v>109.9</c:v>
                </c:pt>
                <c:pt idx="2402">
                  <c:v>111.75</c:v>
                </c:pt>
                <c:pt idx="2403">
                  <c:v>111.9</c:v>
                </c:pt>
                <c:pt idx="2404">
                  <c:v>106.45</c:v>
                </c:pt>
                <c:pt idx="2405">
                  <c:v>108.75</c:v>
                </c:pt>
                <c:pt idx="2406">
                  <c:v>106.1</c:v>
                </c:pt>
                <c:pt idx="2407">
                  <c:v>107.15</c:v>
                </c:pt>
                <c:pt idx="2408">
                  <c:v>107.7</c:v>
                </c:pt>
                <c:pt idx="2409">
                  <c:v>108.65</c:v>
                </c:pt>
                <c:pt idx="2410">
                  <c:v>109.95</c:v>
                </c:pt>
                <c:pt idx="2411">
                  <c:v>109.45</c:v>
                </c:pt>
                <c:pt idx="2412">
                  <c:v>108.05</c:v>
                </c:pt>
                <c:pt idx="2413">
                  <c:v>107.6</c:v>
                </c:pt>
                <c:pt idx="2414">
                  <c:v>107.6</c:v>
                </c:pt>
                <c:pt idx="2415">
                  <c:v>106.55</c:v>
                </c:pt>
                <c:pt idx="2416">
                  <c:v>107.9</c:v>
                </c:pt>
                <c:pt idx="2417">
                  <c:v>106.35</c:v>
                </c:pt>
                <c:pt idx="2418">
                  <c:v>107.15</c:v>
                </c:pt>
                <c:pt idx="2419">
                  <c:v>107</c:v>
                </c:pt>
                <c:pt idx="2420">
                  <c:v>108.05</c:v>
                </c:pt>
                <c:pt idx="2421">
                  <c:v>105.45</c:v>
                </c:pt>
                <c:pt idx="2422">
                  <c:v>107.4</c:v>
                </c:pt>
                <c:pt idx="2423">
                  <c:v>108.2</c:v>
                </c:pt>
                <c:pt idx="2424">
                  <c:v>108</c:v>
                </c:pt>
                <c:pt idx="2425">
                  <c:v>107.3</c:v>
                </c:pt>
                <c:pt idx="2426">
                  <c:v>107.8</c:v>
                </c:pt>
                <c:pt idx="2427">
                  <c:v>108.05</c:v>
                </c:pt>
                <c:pt idx="2428">
                  <c:v>107.85</c:v>
                </c:pt>
                <c:pt idx="2429">
                  <c:v>108</c:v>
                </c:pt>
                <c:pt idx="2430">
                  <c:v>110.1</c:v>
                </c:pt>
                <c:pt idx="2431">
                  <c:v>111.4</c:v>
                </c:pt>
                <c:pt idx="2432">
                  <c:v>111.3</c:v>
                </c:pt>
                <c:pt idx="2433">
                  <c:v>110.95</c:v>
                </c:pt>
                <c:pt idx="2434">
                  <c:v>109.95</c:v>
                </c:pt>
                <c:pt idx="2435">
                  <c:v>109.7</c:v>
                </c:pt>
                <c:pt idx="2436">
                  <c:v>108.9</c:v>
                </c:pt>
                <c:pt idx="2437">
                  <c:v>109.5</c:v>
                </c:pt>
                <c:pt idx="2438">
                  <c:v>108.8</c:v>
                </c:pt>
                <c:pt idx="2439">
                  <c:v>107.9</c:v>
                </c:pt>
                <c:pt idx="2440">
                  <c:v>107.85</c:v>
                </c:pt>
                <c:pt idx="2441">
                  <c:v>108.3</c:v>
                </c:pt>
                <c:pt idx="2442">
                  <c:v>111.15</c:v>
                </c:pt>
                <c:pt idx="2443">
                  <c:v>112.45</c:v>
                </c:pt>
                <c:pt idx="2444">
                  <c:v>112</c:v>
                </c:pt>
                <c:pt idx="2445">
                  <c:v>111.8</c:v>
                </c:pt>
                <c:pt idx="2446">
                  <c:v>111.85</c:v>
                </c:pt>
                <c:pt idx="2447">
                  <c:v>111.4</c:v>
                </c:pt>
                <c:pt idx="2448">
                  <c:v>109.1</c:v>
                </c:pt>
                <c:pt idx="2449">
                  <c:v>110.3</c:v>
                </c:pt>
                <c:pt idx="2450">
                  <c:v>109.95</c:v>
                </c:pt>
                <c:pt idx="2451">
                  <c:v>109.1</c:v>
                </c:pt>
                <c:pt idx="2452">
                  <c:v>107.6</c:v>
                </c:pt>
                <c:pt idx="2453">
                  <c:v>105.8</c:v>
                </c:pt>
                <c:pt idx="2454">
                  <c:v>104.35</c:v>
                </c:pt>
                <c:pt idx="2455">
                  <c:v>102.4</c:v>
                </c:pt>
                <c:pt idx="2456">
                  <c:v>104.45</c:v>
                </c:pt>
                <c:pt idx="2457">
                  <c:v>106.55</c:v>
                </c:pt>
                <c:pt idx="2458">
                  <c:v>106.7</c:v>
                </c:pt>
                <c:pt idx="2459">
                  <c:v>107.35</c:v>
                </c:pt>
                <c:pt idx="2460">
                  <c:v>105.2</c:v>
                </c:pt>
                <c:pt idx="2461">
                  <c:v>108.55</c:v>
                </c:pt>
                <c:pt idx="2462">
                  <c:v>106.35</c:v>
                </c:pt>
                <c:pt idx="2463">
                  <c:v>104.75</c:v>
                </c:pt>
                <c:pt idx="2464">
                  <c:v>104.95</c:v>
                </c:pt>
                <c:pt idx="2465">
                  <c:v>104.9</c:v>
                </c:pt>
                <c:pt idx="2466">
                  <c:v>104.45</c:v>
                </c:pt>
                <c:pt idx="2467">
                  <c:v>104.6</c:v>
                </c:pt>
                <c:pt idx="2468">
                  <c:v>106.8</c:v>
                </c:pt>
                <c:pt idx="2469">
                  <c:v>106.2</c:v>
                </c:pt>
                <c:pt idx="2470">
                  <c:v>103.85</c:v>
                </c:pt>
                <c:pt idx="2471">
                  <c:v>104.7</c:v>
                </c:pt>
                <c:pt idx="2472">
                  <c:v>103.1</c:v>
                </c:pt>
                <c:pt idx="2473">
                  <c:v>102.15</c:v>
                </c:pt>
                <c:pt idx="2474">
                  <c:v>99.8</c:v>
                </c:pt>
                <c:pt idx="2475">
                  <c:v>102.5</c:v>
                </c:pt>
                <c:pt idx="2476">
                  <c:v>103.05</c:v>
                </c:pt>
                <c:pt idx="2477">
                  <c:v>103.1</c:v>
                </c:pt>
                <c:pt idx="2478">
                  <c:v>103.75</c:v>
                </c:pt>
                <c:pt idx="2479">
                  <c:v>103.5</c:v>
                </c:pt>
                <c:pt idx="2480">
                  <c:v>104.7</c:v>
                </c:pt>
                <c:pt idx="2481">
                  <c:v>104</c:v>
                </c:pt>
                <c:pt idx="2482">
                  <c:v>105.5</c:v>
                </c:pt>
                <c:pt idx="2483">
                  <c:v>105.15</c:v>
                </c:pt>
                <c:pt idx="2484">
                  <c:v>104.95</c:v>
                </c:pt>
                <c:pt idx="2485">
                  <c:v>104.95</c:v>
                </c:pt>
                <c:pt idx="2486">
                  <c:v>104.55</c:v>
                </c:pt>
                <c:pt idx="2487">
                  <c:v>104.65</c:v>
                </c:pt>
                <c:pt idx="2488">
                  <c:v>104.55</c:v>
                </c:pt>
                <c:pt idx="2489">
                  <c:v>104.55</c:v>
                </c:pt>
                <c:pt idx="2490">
                  <c:v>106.5</c:v>
                </c:pt>
                <c:pt idx="2491">
                  <c:v>109.55</c:v>
                </c:pt>
                <c:pt idx="2492">
                  <c:v>108.8</c:v>
                </c:pt>
                <c:pt idx="2493">
                  <c:v>109.7</c:v>
                </c:pt>
                <c:pt idx="2494">
                  <c:v>108.85</c:v>
                </c:pt>
                <c:pt idx="2495">
                  <c:v>110.15</c:v>
                </c:pt>
                <c:pt idx="2496">
                  <c:v>112.4</c:v>
                </c:pt>
                <c:pt idx="2497">
                  <c:v>112.75</c:v>
                </c:pt>
                <c:pt idx="2498">
                  <c:v>113.55</c:v>
                </c:pt>
                <c:pt idx="2499">
                  <c:v>114.55</c:v>
                </c:pt>
                <c:pt idx="2500">
                  <c:v>114.85</c:v>
                </c:pt>
                <c:pt idx="2501">
                  <c:v>114.9</c:v>
                </c:pt>
                <c:pt idx="2502">
                  <c:v>113.25</c:v>
                </c:pt>
                <c:pt idx="2503">
                  <c:v>114.95</c:v>
                </c:pt>
                <c:pt idx="2504">
                  <c:v>117.35</c:v>
                </c:pt>
                <c:pt idx="2505">
                  <c:v>118.65</c:v>
                </c:pt>
                <c:pt idx="2506">
                  <c:v>117.6</c:v>
                </c:pt>
                <c:pt idx="2507">
                  <c:v>116.25</c:v>
                </c:pt>
                <c:pt idx="2508">
                  <c:v>116.9</c:v>
                </c:pt>
                <c:pt idx="2509">
                  <c:v>113.65</c:v>
                </c:pt>
                <c:pt idx="2510">
                  <c:v>114.3</c:v>
                </c:pt>
                <c:pt idx="2511">
                  <c:v>115.3</c:v>
                </c:pt>
                <c:pt idx="2512">
                  <c:v>113.3</c:v>
                </c:pt>
                <c:pt idx="2513">
                  <c:v>113.9</c:v>
                </c:pt>
                <c:pt idx="2514">
                  <c:v>112.7</c:v>
                </c:pt>
                <c:pt idx="2515">
                  <c:v>112.95</c:v>
                </c:pt>
                <c:pt idx="2516">
                  <c:v>113.7</c:v>
                </c:pt>
                <c:pt idx="2517">
                  <c:v>112.95</c:v>
                </c:pt>
                <c:pt idx="2518">
                  <c:v>112</c:v>
                </c:pt>
                <c:pt idx="2519">
                  <c:v>107.4</c:v>
                </c:pt>
                <c:pt idx="2520">
                  <c:v>107.75</c:v>
                </c:pt>
                <c:pt idx="2521">
                  <c:v>108.5</c:v>
                </c:pt>
                <c:pt idx="2522">
                  <c:v>108.1</c:v>
                </c:pt>
                <c:pt idx="2523">
                  <c:v>107.3</c:v>
                </c:pt>
                <c:pt idx="2524">
                  <c:v>107.05</c:v>
                </c:pt>
                <c:pt idx="2525">
                  <c:v>104.9</c:v>
                </c:pt>
                <c:pt idx="2526">
                  <c:v>106.75</c:v>
                </c:pt>
                <c:pt idx="2527">
                  <c:v>107.1</c:v>
                </c:pt>
                <c:pt idx="2528">
                  <c:v>108.15</c:v>
                </c:pt>
                <c:pt idx="2529">
                  <c:v>107.15</c:v>
                </c:pt>
                <c:pt idx="2530">
                  <c:v>107</c:v>
                </c:pt>
                <c:pt idx="2531">
                  <c:v>106.6</c:v>
                </c:pt>
                <c:pt idx="2532">
                  <c:v>106.25</c:v>
                </c:pt>
                <c:pt idx="2533">
                  <c:v>106.45</c:v>
                </c:pt>
                <c:pt idx="2534">
                  <c:v>107.55</c:v>
                </c:pt>
                <c:pt idx="2535">
                  <c:v>107.55</c:v>
                </c:pt>
                <c:pt idx="2536">
                  <c:v>108.7</c:v>
                </c:pt>
                <c:pt idx="2537">
                  <c:v>108.8</c:v>
                </c:pt>
                <c:pt idx="2538">
                  <c:v>108.25</c:v>
                </c:pt>
                <c:pt idx="2539">
                  <c:v>110.05</c:v>
                </c:pt>
                <c:pt idx="2540">
                  <c:v>108.8</c:v>
                </c:pt>
                <c:pt idx="2541">
                  <c:v>109.1</c:v>
                </c:pt>
                <c:pt idx="2542">
                  <c:v>106.8</c:v>
                </c:pt>
                <c:pt idx="2543">
                  <c:v>106.3</c:v>
                </c:pt>
                <c:pt idx="2544">
                  <c:v>104.65</c:v>
                </c:pt>
                <c:pt idx="2545">
                  <c:v>104.95</c:v>
                </c:pt>
                <c:pt idx="2546">
                  <c:v>106.35</c:v>
                </c:pt>
                <c:pt idx="2547">
                  <c:v>106.1</c:v>
                </c:pt>
                <c:pt idx="2548">
                  <c:v>108.2</c:v>
                </c:pt>
                <c:pt idx="2549">
                  <c:v>107.55</c:v>
                </c:pt>
                <c:pt idx="2550">
                  <c:v>107.95</c:v>
                </c:pt>
                <c:pt idx="2551">
                  <c:v>106.45</c:v>
                </c:pt>
                <c:pt idx="2552">
                  <c:v>106.75</c:v>
                </c:pt>
                <c:pt idx="2553">
                  <c:v>106.75</c:v>
                </c:pt>
                <c:pt idx="2554">
                  <c:v>106.7</c:v>
                </c:pt>
                <c:pt idx="2555">
                  <c:v>107.15</c:v>
                </c:pt>
                <c:pt idx="2556">
                  <c:v>106.65</c:v>
                </c:pt>
                <c:pt idx="2557">
                  <c:v>107.55</c:v>
                </c:pt>
                <c:pt idx="2558">
                  <c:v>107.2</c:v>
                </c:pt>
                <c:pt idx="2559">
                  <c:v>110.55</c:v>
                </c:pt>
                <c:pt idx="2560">
                  <c:v>111.15</c:v>
                </c:pt>
                <c:pt idx="2561">
                  <c:v>109.65</c:v>
                </c:pt>
                <c:pt idx="2562">
                  <c:v>108.45</c:v>
                </c:pt>
                <c:pt idx="2563">
                  <c:v>107.75</c:v>
                </c:pt>
                <c:pt idx="2564">
                  <c:v>107.65</c:v>
                </c:pt>
                <c:pt idx="2565">
                  <c:v>107.9</c:v>
                </c:pt>
                <c:pt idx="2566">
                  <c:v>107.55</c:v>
                </c:pt>
                <c:pt idx="2567">
                  <c:v>107.95</c:v>
                </c:pt>
                <c:pt idx="2568">
                  <c:v>110.05</c:v>
                </c:pt>
                <c:pt idx="2569">
                  <c:v>108.65</c:v>
                </c:pt>
                <c:pt idx="2570">
                  <c:v>109.65</c:v>
                </c:pt>
                <c:pt idx="2571">
                  <c:v>110.4</c:v>
                </c:pt>
                <c:pt idx="2572">
                  <c:v>113.2</c:v>
                </c:pt>
                <c:pt idx="2573">
                  <c:v>114.9</c:v>
                </c:pt>
                <c:pt idx="2574">
                  <c:v>110.45</c:v>
                </c:pt>
                <c:pt idx="2575">
                  <c:v>110.05</c:v>
                </c:pt>
                <c:pt idx="2576">
                  <c:v>109.35</c:v>
                </c:pt>
                <c:pt idx="2577">
                  <c:v>107.5</c:v>
                </c:pt>
                <c:pt idx="2578">
                  <c:v>107.25</c:v>
                </c:pt>
                <c:pt idx="2579">
                  <c:v>106.75</c:v>
                </c:pt>
                <c:pt idx="2580">
                  <c:v>106</c:v>
                </c:pt>
                <c:pt idx="2581">
                  <c:v>108.1</c:v>
                </c:pt>
                <c:pt idx="2582">
                  <c:v>106.75</c:v>
                </c:pt>
                <c:pt idx="2583">
                  <c:v>106.85</c:v>
                </c:pt>
                <c:pt idx="2584">
                  <c:v>108.35</c:v>
                </c:pt>
                <c:pt idx="2585">
                  <c:v>106.25</c:v>
                </c:pt>
                <c:pt idx="2586">
                  <c:v>103.65</c:v>
                </c:pt>
                <c:pt idx="2587">
                  <c:v>104</c:v>
                </c:pt>
                <c:pt idx="2588">
                  <c:v>102.7</c:v>
                </c:pt>
                <c:pt idx="2589">
                  <c:v>104.1</c:v>
                </c:pt>
                <c:pt idx="2590">
                  <c:v>103.35</c:v>
                </c:pt>
                <c:pt idx="2591">
                  <c:v>102.75</c:v>
                </c:pt>
                <c:pt idx="2592">
                  <c:v>100.9</c:v>
                </c:pt>
                <c:pt idx="2593">
                  <c:v>103.2</c:v>
                </c:pt>
                <c:pt idx="2594">
                  <c:v>101.35</c:v>
                </c:pt>
                <c:pt idx="2595">
                  <c:v>103.05</c:v>
                </c:pt>
                <c:pt idx="2596">
                  <c:v>103.3</c:v>
                </c:pt>
                <c:pt idx="2597">
                  <c:v>104.05</c:v>
                </c:pt>
                <c:pt idx="2598">
                  <c:v>104.4</c:v>
                </c:pt>
                <c:pt idx="2599">
                  <c:v>105.6</c:v>
                </c:pt>
                <c:pt idx="2600">
                  <c:v>105.75</c:v>
                </c:pt>
                <c:pt idx="2601">
                  <c:v>104.45</c:v>
                </c:pt>
                <c:pt idx="2602">
                  <c:v>103.05</c:v>
                </c:pt>
                <c:pt idx="2603">
                  <c:v>102.45</c:v>
                </c:pt>
                <c:pt idx="2604">
                  <c:v>101.95</c:v>
                </c:pt>
                <c:pt idx="2605">
                  <c:v>101.4</c:v>
                </c:pt>
                <c:pt idx="2606">
                  <c:v>103.05</c:v>
                </c:pt>
                <c:pt idx="2607">
                  <c:v>103.3</c:v>
                </c:pt>
                <c:pt idx="2608">
                  <c:v>102.65</c:v>
                </c:pt>
                <c:pt idx="2609">
                  <c:v>102.85</c:v>
                </c:pt>
                <c:pt idx="2610">
                  <c:v>102.85</c:v>
                </c:pt>
                <c:pt idx="2611">
                  <c:v>103.4</c:v>
                </c:pt>
                <c:pt idx="2612">
                  <c:v>102.6</c:v>
                </c:pt>
                <c:pt idx="2613">
                  <c:v>102.3</c:v>
                </c:pt>
                <c:pt idx="2614">
                  <c:v>101.45</c:v>
                </c:pt>
                <c:pt idx="2615">
                  <c:v>101.35</c:v>
                </c:pt>
                <c:pt idx="2616">
                  <c:v>103.25</c:v>
                </c:pt>
                <c:pt idx="2617">
                  <c:v>102.55</c:v>
                </c:pt>
                <c:pt idx="2618">
                  <c:v>104.1</c:v>
                </c:pt>
                <c:pt idx="2619">
                  <c:v>103.25</c:v>
                </c:pt>
                <c:pt idx="2620">
                  <c:v>103.55</c:v>
                </c:pt>
                <c:pt idx="2621">
                  <c:v>102.1</c:v>
                </c:pt>
                <c:pt idx="2622">
                  <c:v>102.05</c:v>
                </c:pt>
                <c:pt idx="2623">
                  <c:v>102.7</c:v>
                </c:pt>
                <c:pt idx="2624">
                  <c:v>102</c:v>
                </c:pt>
                <c:pt idx="2625">
                  <c:v>101.95</c:v>
                </c:pt>
                <c:pt idx="2626">
                  <c:v>100.95</c:v>
                </c:pt>
                <c:pt idx="2627">
                  <c:v>101</c:v>
                </c:pt>
                <c:pt idx="2628">
                  <c:v>100.7</c:v>
                </c:pt>
                <c:pt idx="2629">
                  <c:v>100.75</c:v>
                </c:pt>
                <c:pt idx="2630">
                  <c:v>100.35</c:v>
                </c:pt>
                <c:pt idx="2631">
                  <c:v>100.05</c:v>
                </c:pt>
                <c:pt idx="2632">
                  <c:v>99.85</c:v>
                </c:pt>
                <c:pt idx="2633">
                  <c:v>99.9</c:v>
                </c:pt>
                <c:pt idx="2634">
                  <c:v>101.45</c:v>
                </c:pt>
                <c:pt idx="2635">
                  <c:v>101</c:v>
                </c:pt>
                <c:pt idx="2636">
                  <c:v>101</c:v>
                </c:pt>
                <c:pt idx="2637">
                  <c:v>101.15</c:v>
                </c:pt>
                <c:pt idx="2638">
                  <c:v>101.25</c:v>
                </c:pt>
                <c:pt idx="2639">
                  <c:v>100.35</c:v>
                </c:pt>
                <c:pt idx="2640">
                  <c:v>100.4</c:v>
                </c:pt>
                <c:pt idx="2641">
                  <c:v>100.55</c:v>
                </c:pt>
                <c:pt idx="2642">
                  <c:v>99.9</c:v>
                </c:pt>
                <c:pt idx="2643">
                  <c:v>100.15</c:v>
                </c:pt>
                <c:pt idx="2644">
                  <c:v>98.8</c:v>
                </c:pt>
                <c:pt idx="2645">
                  <c:v>99.55</c:v>
                </c:pt>
                <c:pt idx="2646">
                  <c:v>102.15</c:v>
                </c:pt>
                <c:pt idx="2647">
                  <c:v>101.5</c:v>
                </c:pt>
                <c:pt idx="2648">
                  <c:v>100.15</c:v>
                </c:pt>
                <c:pt idx="2649">
                  <c:v>99.75</c:v>
                </c:pt>
                <c:pt idx="2650">
                  <c:v>101.9</c:v>
                </c:pt>
                <c:pt idx="2651">
                  <c:v>105.3</c:v>
                </c:pt>
                <c:pt idx="2652">
                  <c:v>105</c:v>
                </c:pt>
                <c:pt idx="2653">
                  <c:v>103.95</c:v>
                </c:pt>
                <c:pt idx="2654">
                  <c:v>104.35</c:v>
                </c:pt>
                <c:pt idx="2655">
                  <c:v>103.2</c:v>
                </c:pt>
                <c:pt idx="2656">
                  <c:v>104.35</c:v>
                </c:pt>
                <c:pt idx="2657">
                  <c:v>103.05</c:v>
                </c:pt>
                <c:pt idx="2658">
                  <c:v>103.05</c:v>
                </c:pt>
                <c:pt idx="2659">
                  <c:v>105.45</c:v>
                </c:pt>
                <c:pt idx="2660">
                  <c:v>104.35</c:v>
                </c:pt>
                <c:pt idx="2661">
                  <c:v>108.75</c:v>
                </c:pt>
                <c:pt idx="2662">
                  <c:v>108.8</c:v>
                </c:pt>
                <c:pt idx="2663">
                  <c:v>108.2</c:v>
                </c:pt>
                <c:pt idx="2664">
                  <c:v>107.6</c:v>
                </c:pt>
                <c:pt idx="2665">
                  <c:v>108</c:v>
                </c:pt>
                <c:pt idx="2666">
                  <c:v>108.05</c:v>
                </c:pt>
                <c:pt idx="2667">
                  <c:v>106.7</c:v>
                </c:pt>
                <c:pt idx="2668">
                  <c:v>106.5</c:v>
                </c:pt>
                <c:pt idx="2669">
                  <c:v>104.5</c:v>
                </c:pt>
                <c:pt idx="2670">
                  <c:v>105.55</c:v>
                </c:pt>
                <c:pt idx="2671">
                  <c:v>105.05</c:v>
                </c:pt>
                <c:pt idx="2672">
                  <c:v>106.85</c:v>
                </c:pt>
                <c:pt idx="2673">
                  <c:v>105.65</c:v>
                </c:pt>
                <c:pt idx="2674">
                  <c:v>105.25</c:v>
                </c:pt>
                <c:pt idx="2675">
                  <c:v>105.65</c:v>
                </c:pt>
                <c:pt idx="2676">
                  <c:v>105.65</c:v>
                </c:pt>
                <c:pt idx="2677">
                  <c:v>105.85</c:v>
                </c:pt>
                <c:pt idx="2678">
                  <c:v>105.05</c:v>
                </c:pt>
                <c:pt idx="2679">
                  <c:v>105.55</c:v>
                </c:pt>
                <c:pt idx="2680">
                  <c:v>105.85</c:v>
                </c:pt>
                <c:pt idx="2681">
                  <c:v>106.9</c:v>
                </c:pt>
                <c:pt idx="2682">
                  <c:v>108.65</c:v>
                </c:pt>
                <c:pt idx="2683">
                  <c:v>106.5</c:v>
                </c:pt>
                <c:pt idx="2684">
                  <c:v>108.5</c:v>
                </c:pt>
                <c:pt idx="2685">
                  <c:v>109.7</c:v>
                </c:pt>
                <c:pt idx="2686">
                  <c:v>111.9</c:v>
                </c:pt>
                <c:pt idx="2687">
                  <c:v>111.75</c:v>
                </c:pt>
                <c:pt idx="2688">
                  <c:v>109.25</c:v>
                </c:pt>
                <c:pt idx="2689">
                  <c:v>109.5</c:v>
                </c:pt>
                <c:pt idx="2690">
                  <c:v>109.9</c:v>
                </c:pt>
                <c:pt idx="2691">
                  <c:v>109.45</c:v>
                </c:pt>
                <c:pt idx="2692">
                  <c:v>109.85</c:v>
                </c:pt>
                <c:pt idx="2693">
                  <c:v>106.95</c:v>
                </c:pt>
                <c:pt idx="2694">
                  <c:v>106.75</c:v>
                </c:pt>
                <c:pt idx="2695">
                  <c:v>106.75</c:v>
                </c:pt>
                <c:pt idx="2696">
                  <c:v>105.35</c:v>
                </c:pt>
                <c:pt idx="2697">
                  <c:v>104.25</c:v>
                </c:pt>
                <c:pt idx="2698">
                  <c:v>105.6</c:v>
                </c:pt>
                <c:pt idx="2699">
                  <c:v>106.9</c:v>
                </c:pt>
                <c:pt idx="2700">
                  <c:v>103.75</c:v>
                </c:pt>
                <c:pt idx="2701">
                  <c:v>102.2</c:v>
                </c:pt>
                <c:pt idx="2702">
                  <c:v>101.85</c:v>
                </c:pt>
                <c:pt idx="2703">
                  <c:v>99.95</c:v>
                </c:pt>
                <c:pt idx="2704">
                  <c:v>100.4</c:v>
                </c:pt>
                <c:pt idx="2705">
                  <c:v>100.65</c:v>
                </c:pt>
                <c:pt idx="2706">
                  <c:v>100.1</c:v>
                </c:pt>
                <c:pt idx="2707">
                  <c:v>100.45</c:v>
                </c:pt>
                <c:pt idx="2708">
                  <c:v>101.5</c:v>
                </c:pt>
                <c:pt idx="2709">
                  <c:v>102.05</c:v>
                </c:pt>
                <c:pt idx="2710">
                  <c:v>98.35</c:v>
                </c:pt>
                <c:pt idx="2711">
                  <c:v>103.8</c:v>
                </c:pt>
                <c:pt idx="2712">
                  <c:v>102</c:v>
                </c:pt>
                <c:pt idx="2713">
                  <c:v>101.25</c:v>
                </c:pt>
                <c:pt idx="2714">
                  <c:v>99.55</c:v>
                </c:pt>
                <c:pt idx="2715">
                  <c:v>101.2</c:v>
                </c:pt>
                <c:pt idx="2716">
                  <c:v>100.15</c:v>
                </c:pt>
                <c:pt idx="2717">
                  <c:v>101.4</c:v>
                </c:pt>
                <c:pt idx="2718">
                  <c:v>101.9</c:v>
                </c:pt>
                <c:pt idx="2719">
                  <c:v>101.45</c:v>
                </c:pt>
                <c:pt idx="2720">
                  <c:v>98.45</c:v>
                </c:pt>
                <c:pt idx="2721">
                  <c:v>97.1</c:v>
                </c:pt>
                <c:pt idx="2722">
                  <c:v>96.55</c:v>
                </c:pt>
                <c:pt idx="2723">
                  <c:v>96.45</c:v>
                </c:pt>
                <c:pt idx="2724">
                  <c:v>93.85</c:v>
                </c:pt>
                <c:pt idx="2725">
                  <c:v>94.95</c:v>
                </c:pt>
                <c:pt idx="2726">
                  <c:v>96.85</c:v>
                </c:pt>
                <c:pt idx="2727">
                  <c:v>99</c:v>
                </c:pt>
                <c:pt idx="2728">
                  <c:v>99.8</c:v>
                </c:pt>
                <c:pt idx="2729">
                  <c:v>99.7</c:v>
                </c:pt>
                <c:pt idx="2730">
                  <c:v>98.95</c:v>
                </c:pt>
                <c:pt idx="2731">
                  <c:v>97.85</c:v>
                </c:pt>
                <c:pt idx="2732">
                  <c:v>95.6</c:v>
                </c:pt>
                <c:pt idx="2733">
                  <c:v>96.1</c:v>
                </c:pt>
                <c:pt idx="2734">
                  <c:v>97.9</c:v>
                </c:pt>
                <c:pt idx="2735">
                  <c:v>97.05</c:v>
                </c:pt>
                <c:pt idx="2736">
                  <c:v>96.65</c:v>
                </c:pt>
                <c:pt idx="2737">
                  <c:v>96.1</c:v>
                </c:pt>
                <c:pt idx="2738">
                  <c:v>95.85</c:v>
                </c:pt>
                <c:pt idx="2739">
                  <c:v>97.15</c:v>
                </c:pt>
                <c:pt idx="2740">
                  <c:v>97.95</c:v>
                </c:pt>
                <c:pt idx="2741">
                  <c:v>97.25</c:v>
                </c:pt>
                <c:pt idx="2742">
                  <c:v>97.75</c:v>
                </c:pt>
                <c:pt idx="2743">
                  <c:v>96.7</c:v>
                </c:pt>
                <c:pt idx="2744">
                  <c:v>96.15</c:v>
                </c:pt>
                <c:pt idx="2745">
                  <c:v>95.7</c:v>
                </c:pt>
                <c:pt idx="2746">
                  <c:v>96.6</c:v>
                </c:pt>
                <c:pt idx="2747">
                  <c:v>98.3</c:v>
                </c:pt>
                <c:pt idx="2748">
                  <c:v>98.3</c:v>
                </c:pt>
                <c:pt idx="2749">
                  <c:v>98.4</c:v>
                </c:pt>
                <c:pt idx="2750">
                  <c:v>98.1</c:v>
                </c:pt>
                <c:pt idx="2751">
                  <c:v>99</c:v>
                </c:pt>
                <c:pt idx="2752">
                  <c:v>97.85</c:v>
                </c:pt>
                <c:pt idx="2753">
                  <c:v>96.15</c:v>
                </c:pt>
                <c:pt idx="2754">
                  <c:v>96.05</c:v>
                </c:pt>
                <c:pt idx="2755">
                  <c:v>97.25</c:v>
                </c:pt>
                <c:pt idx="2756">
                  <c:v>96.75</c:v>
                </c:pt>
                <c:pt idx="2757">
                  <c:v>97.6</c:v>
                </c:pt>
                <c:pt idx="2758">
                  <c:v>97.75</c:v>
                </c:pt>
                <c:pt idx="2759">
                  <c:v>98.65</c:v>
                </c:pt>
                <c:pt idx="2760">
                  <c:v>97.9</c:v>
                </c:pt>
                <c:pt idx="2761">
                  <c:v>98.9</c:v>
                </c:pt>
                <c:pt idx="2762">
                  <c:v>98.85</c:v>
                </c:pt>
                <c:pt idx="2763">
                  <c:v>98.55</c:v>
                </c:pt>
                <c:pt idx="2764">
                  <c:v>98.4</c:v>
                </c:pt>
                <c:pt idx="2765">
                  <c:v>98.8</c:v>
                </c:pt>
                <c:pt idx="2766">
                  <c:v>96.55</c:v>
                </c:pt>
                <c:pt idx="2767">
                  <c:v>96.55</c:v>
                </c:pt>
                <c:pt idx="2768">
                  <c:v>95.65</c:v>
                </c:pt>
                <c:pt idx="2769">
                  <c:v>95.55</c:v>
                </c:pt>
                <c:pt idx="2770">
                  <c:v>98.65</c:v>
                </c:pt>
                <c:pt idx="2771">
                  <c:v>97.3</c:v>
                </c:pt>
                <c:pt idx="2772">
                  <c:v>97.8</c:v>
                </c:pt>
                <c:pt idx="2773">
                  <c:v>95.7</c:v>
                </c:pt>
                <c:pt idx="2774">
                  <c:v>95.9</c:v>
                </c:pt>
                <c:pt idx="2775">
                  <c:v>95.4</c:v>
                </c:pt>
                <c:pt idx="2776">
                  <c:v>96.4</c:v>
                </c:pt>
                <c:pt idx="2777">
                  <c:v>98.55</c:v>
                </c:pt>
                <c:pt idx="2778">
                  <c:v>98.75</c:v>
                </c:pt>
                <c:pt idx="2779">
                  <c:v>98.6</c:v>
                </c:pt>
                <c:pt idx="2780">
                  <c:v>98.6</c:v>
                </c:pt>
                <c:pt idx="2781">
                  <c:v>98.1</c:v>
                </c:pt>
                <c:pt idx="2782">
                  <c:v>98.95</c:v>
                </c:pt>
                <c:pt idx="2783">
                  <c:v>98.45</c:v>
                </c:pt>
                <c:pt idx="2784">
                  <c:v>99.6</c:v>
                </c:pt>
                <c:pt idx="2785">
                  <c:v>98.25</c:v>
                </c:pt>
                <c:pt idx="2786">
                  <c:v>99.2</c:v>
                </c:pt>
                <c:pt idx="2787">
                  <c:v>98.95</c:v>
                </c:pt>
                <c:pt idx="2788">
                  <c:v>99.5</c:v>
                </c:pt>
                <c:pt idx="2789">
                  <c:v>99.3</c:v>
                </c:pt>
                <c:pt idx="2790">
                  <c:v>99</c:v>
                </c:pt>
                <c:pt idx="2791">
                  <c:v>98.05</c:v>
                </c:pt>
                <c:pt idx="2792">
                  <c:v>97.95</c:v>
                </c:pt>
                <c:pt idx="2793">
                  <c:v>98.05</c:v>
                </c:pt>
                <c:pt idx="2794">
                  <c:v>98.4</c:v>
                </c:pt>
                <c:pt idx="2795">
                  <c:v>98.05</c:v>
                </c:pt>
                <c:pt idx="2796">
                  <c:v>98.8</c:v>
                </c:pt>
                <c:pt idx="2797">
                  <c:v>97.75</c:v>
                </c:pt>
                <c:pt idx="2798">
                  <c:v>98.6</c:v>
                </c:pt>
                <c:pt idx="2799">
                  <c:v>98.35</c:v>
                </c:pt>
                <c:pt idx="2800">
                  <c:v>97.95</c:v>
                </c:pt>
                <c:pt idx="2801">
                  <c:v>97.4</c:v>
                </c:pt>
                <c:pt idx="2802">
                  <c:v>97.35</c:v>
                </c:pt>
                <c:pt idx="2803">
                  <c:v>97.45</c:v>
                </c:pt>
                <c:pt idx="2804">
                  <c:v>97.95</c:v>
                </c:pt>
                <c:pt idx="2805">
                  <c:v>98.15</c:v>
                </c:pt>
                <c:pt idx="2806">
                  <c:v>99.1</c:v>
                </c:pt>
                <c:pt idx="2807">
                  <c:v>99.8</c:v>
                </c:pt>
                <c:pt idx="2808">
                  <c:v>101</c:v>
                </c:pt>
                <c:pt idx="2809">
                  <c:v>101.9</c:v>
                </c:pt>
                <c:pt idx="2810">
                  <c:v>104.85</c:v>
                </c:pt>
                <c:pt idx="2811">
                  <c:v>105.9</c:v>
                </c:pt>
                <c:pt idx="2812">
                  <c:v>105.2</c:v>
                </c:pt>
                <c:pt idx="2813">
                  <c:v>105.05</c:v>
                </c:pt>
                <c:pt idx="2814">
                  <c:v>104.95</c:v>
                </c:pt>
                <c:pt idx="2815">
                  <c:v>104.9</c:v>
                </c:pt>
                <c:pt idx="2816">
                  <c:v>104.25</c:v>
                </c:pt>
                <c:pt idx="2817">
                  <c:v>105.25</c:v>
                </c:pt>
                <c:pt idx="2818">
                  <c:v>105.05</c:v>
                </c:pt>
                <c:pt idx="2819">
                  <c:v>104.2</c:v>
                </c:pt>
                <c:pt idx="2820">
                  <c:v>103.45</c:v>
                </c:pt>
                <c:pt idx="2821">
                  <c:v>104.25</c:v>
                </c:pt>
                <c:pt idx="2822">
                  <c:v>104.6</c:v>
                </c:pt>
                <c:pt idx="2823">
                  <c:v>104.55</c:v>
                </c:pt>
                <c:pt idx="2824">
                  <c:v>104.3</c:v>
                </c:pt>
                <c:pt idx="2825">
                  <c:v>104.35</c:v>
                </c:pt>
                <c:pt idx="2826">
                  <c:v>104.05</c:v>
                </c:pt>
                <c:pt idx="2827">
                  <c:v>104.55</c:v>
                </c:pt>
                <c:pt idx="2828">
                  <c:v>106.4</c:v>
                </c:pt>
                <c:pt idx="2829">
                  <c:v>104</c:v>
                </c:pt>
                <c:pt idx="2830">
                  <c:v>104.3</c:v>
                </c:pt>
                <c:pt idx="2831">
                  <c:v>101.85</c:v>
                </c:pt>
                <c:pt idx="2832">
                  <c:v>103.1</c:v>
                </c:pt>
                <c:pt idx="2833">
                  <c:v>102.7</c:v>
                </c:pt>
                <c:pt idx="2834">
                  <c:v>102.35</c:v>
                </c:pt>
                <c:pt idx="2835">
                  <c:v>104.15</c:v>
                </c:pt>
                <c:pt idx="2836">
                  <c:v>101.4</c:v>
                </c:pt>
                <c:pt idx="2837">
                  <c:v>101.35</c:v>
                </c:pt>
                <c:pt idx="2838">
                  <c:v>101.8</c:v>
                </c:pt>
                <c:pt idx="2839">
                  <c:v>101.5</c:v>
                </c:pt>
                <c:pt idx="2840">
                  <c:v>101.35</c:v>
                </c:pt>
                <c:pt idx="2841">
                  <c:v>98.85</c:v>
                </c:pt>
                <c:pt idx="2842">
                  <c:v>101</c:v>
                </c:pt>
                <c:pt idx="2843">
                  <c:v>99.6</c:v>
                </c:pt>
                <c:pt idx="2844">
                  <c:v>98.8</c:v>
                </c:pt>
                <c:pt idx="2845">
                  <c:v>97.05</c:v>
                </c:pt>
                <c:pt idx="2846">
                  <c:v>95.55</c:v>
                </c:pt>
                <c:pt idx="2847">
                  <c:v>97.65</c:v>
                </c:pt>
                <c:pt idx="2848">
                  <c:v>99</c:v>
                </c:pt>
                <c:pt idx="2849">
                  <c:v>101.05</c:v>
                </c:pt>
                <c:pt idx="2850">
                  <c:v>100.65</c:v>
                </c:pt>
                <c:pt idx="2851">
                  <c:v>99.25</c:v>
                </c:pt>
                <c:pt idx="2852">
                  <c:v>101</c:v>
                </c:pt>
                <c:pt idx="2853">
                  <c:v>101.5</c:v>
                </c:pt>
                <c:pt idx="2854">
                  <c:v>101.45</c:v>
                </c:pt>
                <c:pt idx="2855">
                  <c:v>101.35</c:v>
                </c:pt>
                <c:pt idx="2856">
                  <c:v>101.5</c:v>
                </c:pt>
                <c:pt idx="2857">
                  <c:v>101.2</c:v>
                </c:pt>
                <c:pt idx="2858">
                  <c:v>102.55</c:v>
                </c:pt>
                <c:pt idx="2859">
                  <c:v>103.7</c:v>
                </c:pt>
                <c:pt idx="2860">
                  <c:v>101.8</c:v>
                </c:pt>
                <c:pt idx="2861">
                  <c:v>102</c:v>
                </c:pt>
                <c:pt idx="2862">
                  <c:v>102.7</c:v>
                </c:pt>
                <c:pt idx="2863">
                  <c:v>101.95</c:v>
                </c:pt>
                <c:pt idx="2864">
                  <c:v>101.35</c:v>
                </c:pt>
                <c:pt idx="2865">
                  <c:v>102.3</c:v>
                </c:pt>
                <c:pt idx="2866">
                  <c:v>102.25</c:v>
                </c:pt>
                <c:pt idx="2867">
                  <c:v>103.65</c:v>
                </c:pt>
                <c:pt idx="2868">
                  <c:v>108.35</c:v>
                </c:pt>
                <c:pt idx="2869">
                  <c:v>109.1</c:v>
                </c:pt>
                <c:pt idx="2870">
                  <c:v>110.1</c:v>
                </c:pt>
                <c:pt idx="2871">
                  <c:v>109.5</c:v>
                </c:pt>
                <c:pt idx="2872">
                  <c:v>110.25</c:v>
                </c:pt>
                <c:pt idx="2873">
                  <c:v>110.45</c:v>
                </c:pt>
                <c:pt idx="2874">
                  <c:v>109.6</c:v>
                </c:pt>
                <c:pt idx="2875">
                  <c:v>109.05</c:v>
                </c:pt>
                <c:pt idx="2876">
                  <c:v>109.95</c:v>
                </c:pt>
                <c:pt idx="2877">
                  <c:v>109.2</c:v>
                </c:pt>
                <c:pt idx="2878">
                  <c:v>108</c:v>
                </c:pt>
                <c:pt idx="2879">
                  <c:v>108.2</c:v>
                </c:pt>
                <c:pt idx="2880">
                  <c:v>110.2</c:v>
                </c:pt>
                <c:pt idx="2881">
                  <c:v>109.1</c:v>
                </c:pt>
                <c:pt idx="2882">
                  <c:v>110.25</c:v>
                </c:pt>
                <c:pt idx="2883">
                  <c:v>109.35</c:v>
                </c:pt>
                <c:pt idx="2884">
                  <c:v>109.85</c:v>
                </c:pt>
                <c:pt idx="2885">
                  <c:v>109.15</c:v>
                </c:pt>
                <c:pt idx="2886">
                  <c:v>108</c:v>
                </c:pt>
                <c:pt idx="2887">
                  <c:v>109.55</c:v>
                </c:pt>
                <c:pt idx="2888">
                  <c:v>108.5</c:v>
                </c:pt>
                <c:pt idx="2889">
                  <c:v>109</c:v>
                </c:pt>
                <c:pt idx="2890">
                  <c:v>107.15</c:v>
                </c:pt>
                <c:pt idx="2891">
                  <c:v>105.55</c:v>
                </c:pt>
                <c:pt idx="2892">
                  <c:v>105.1</c:v>
                </c:pt>
                <c:pt idx="2893">
                  <c:v>107.45</c:v>
                </c:pt>
                <c:pt idx="2894">
                  <c:v>107.95</c:v>
                </c:pt>
                <c:pt idx="2895">
                  <c:v>104.65</c:v>
                </c:pt>
                <c:pt idx="2896">
                  <c:v>104.5</c:v>
                </c:pt>
                <c:pt idx="2897">
                  <c:v>102.3</c:v>
                </c:pt>
                <c:pt idx="2898">
                  <c:v>102.45</c:v>
                </c:pt>
                <c:pt idx="2899">
                  <c:v>101.9</c:v>
                </c:pt>
                <c:pt idx="2900">
                  <c:v>103.55</c:v>
                </c:pt>
                <c:pt idx="2901">
                  <c:v>103</c:v>
                </c:pt>
                <c:pt idx="2902">
                  <c:v>103.6</c:v>
                </c:pt>
                <c:pt idx="2903">
                  <c:v>103.6</c:v>
                </c:pt>
                <c:pt idx="2904">
                  <c:v>103.15</c:v>
                </c:pt>
                <c:pt idx="2905">
                  <c:v>102.65</c:v>
                </c:pt>
                <c:pt idx="2906">
                  <c:v>101.05</c:v>
                </c:pt>
                <c:pt idx="2907">
                  <c:v>103.2</c:v>
                </c:pt>
                <c:pt idx="2908">
                  <c:v>101.2</c:v>
                </c:pt>
                <c:pt idx="2909">
                  <c:v>102.05</c:v>
                </c:pt>
                <c:pt idx="2910">
                  <c:v>99.7</c:v>
                </c:pt>
                <c:pt idx="2911">
                  <c:v>97.45</c:v>
                </c:pt>
                <c:pt idx="2912">
                  <c:v>99.95</c:v>
                </c:pt>
                <c:pt idx="2913">
                  <c:v>100.2</c:v>
                </c:pt>
                <c:pt idx="2914">
                  <c:v>99.35</c:v>
                </c:pt>
                <c:pt idx="2915">
                  <c:v>97.15</c:v>
                </c:pt>
                <c:pt idx="2916">
                  <c:v>95.35</c:v>
                </c:pt>
                <c:pt idx="2917">
                  <c:v>96.8</c:v>
                </c:pt>
                <c:pt idx="2918">
                  <c:v>96.2</c:v>
                </c:pt>
                <c:pt idx="2919">
                  <c:v>96.1</c:v>
                </c:pt>
                <c:pt idx="2920">
                  <c:v>94.35</c:v>
                </c:pt>
                <c:pt idx="2921">
                  <c:v>94.6</c:v>
                </c:pt>
                <c:pt idx="2922">
                  <c:v>94.95</c:v>
                </c:pt>
                <c:pt idx="2923">
                  <c:v>96</c:v>
                </c:pt>
                <c:pt idx="2924">
                  <c:v>99.65</c:v>
                </c:pt>
                <c:pt idx="2925">
                  <c:v>97.95</c:v>
                </c:pt>
                <c:pt idx="2926">
                  <c:v>98.8</c:v>
                </c:pt>
                <c:pt idx="2927">
                  <c:v>99.25</c:v>
                </c:pt>
                <c:pt idx="2928">
                  <c:v>96.25</c:v>
                </c:pt>
                <c:pt idx="2929">
                  <c:v>96.05</c:v>
                </c:pt>
                <c:pt idx="2930">
                  <c:v>95.25</c:v>
                </c:pt>
                <c:pt idx="2931">
                  <c:v>96.65</c:v>
                </c:pt>
                <c:pt idx="2932">
                  <c:v>97.35</c:v>
                </c:pt>
                <c:pt idx="2933">
                  <c:v>97.45</c:v>
                </c:pt>
                <c:pt idx="2934">
                  <c:v>98.45</c:v>
                </c:pt>
                <c:pt idx="2935">
                  <c:v>97.35</c:v>
                </c:pt>
                <c:pt idx="2936">
                  <c:v>95.85</c:v>
                </c:pt>
                <c:pt idx="2937">
                  <c:v>95.9</c:v>
                </c:pt>
                <c:pt idx="2938">
                  <c:v>97.25</c:v>
                </c:pt>
                <c:pt idx="2939">
                  <c:v>98.05</c:v>
                </c:pt>
                <c:pt idx="2940">
                  <c:v>98.7</c:v>
                </c:pt>
                <c:pt idx="2941">
                  <c:v>99.1</c:v>
                </c:pt>
                <c:pt idx="2942">
                  <c:v>99.35</c:v>
                </c:pt>
                <c:pt idx="2943">
                  <c:v>98.9</c:v>
                </c:pt>
                <c:pt idx="2944">
                  <c:v>97.85</c:v>
                </c:pt>
                <c:pt idx="2945">
                  <c:v>98.15</c:v>
                </c:pt>
                <c:pt idx="2946">
                  <c:v>99.95</c:v>
                </c:pt>
                <c:pt idx="2947">
                  <c:v>99</c:v>
                </c:pt>
                <c:pt idx="2948">
                  <c:v>99</c:v>
                </c:pt>
                <c:pt idx="2949">
                  <c:v>100.75</c:v>
                </c:pt>
                <c:pt idx="2950">
                  <c:v>103.9</c:v>
                </c:pt>
                <c:pt idx="2951">
                  <c:v>103.95</c:v>
                </c:pt>
                <c:pt idx="2952">
                  <c:v>105</c:v>
                </c:pt>
                <c:pt idx="2953">
                  <c:v>104.85</c:v>
                </c:pt>
                <c:pt idx="2954">
                  <c:v>103.65</c:v>
                </c:pt>
                <c:pt idx="2955">
                  <c:v>103.1</c:v>
                </c:pt>
                <c:pt idx="2956">
                  <c:v>104.1</c:v>
                </c:pt>
                <c:pt idx="2957">
                  <c:v>103.85</c:v>
                </c:pt>
                <c:pt idx="2958">
                  <c:v>103.85</c:v>
                </c:pt>
                <c:pt idx="2959">
                  <c:v>103.55</c:v>
                </c:pt>
                <c:pt idx="2960">
                  <c:v>105.45</c:v>
                </c:pt>
                <c:pt idx="2961">
                  <c:v>105.35</c:v>
                </c:pt>
                <c:pt idx="2962">
                  <c:v>103.6</c:v>
                </c:pt>
                <c:pt idx="2963">
                  <c:v>104.2</c:v>
                </c:pt>
                <c:pt idx="2964">
                  <c:v>103.15</c:v>
                </c:pt>
                <c:pt idx="2965">
                  <c:v>100.95</c:v>
                </c:pt>
                <c:pt idx="2966">
                  <c:v>99.05</c:v>
                </c:pt>
                <c:pt idx="2967">
                  <c:v>97.9</c:v>
                </c:pt>
                <c:pt idx="2968">
                  <c:v>95.05</c:v>
                </c:pt>
                <c:pt idx="2969">
                  <c:v>95.3</c:v>
                </c:pt>
                <c:pt idx="2970">
                  <c:v>96.4</c:v>
                </c:pt>
                <c:pt idx="2971">
                  <c:v>97.1</c:v>
                </c:pt>
                <c:pt idx="2972">
                  <c:v>95.2</c:v>
                </c:pt>
                <c:pt idx="2973">
                  <c:v>99.1</c:v>
                </c:pt>
                <c:pt idx="2974">
                  <c:v>100</c:v>
                </c:pt>
                <c:pt idx="2975">
                  <c:v>103.4</c:v>
                </c:pt>
                <c:pt idx="2976">
                  <c:v>102.65</c:v>
                </c:pt>
                <c:pt idx="2977">
                  <c:v>103.15</c:v>
                </c:pt>
                <c:pt idx="2978">
                  <c:v>99.4</c:v>
                </c:pt>
                <c:pt idx="2979">
                  <c:v>98.55</c:v>
                </c:pt>
                <c:pt idx="2980">
                  <c:v>96.6</c:v>
                </c:pt>
                <c:pt idx="2981">
                  <c:v>99.1</c:v>
                </c:pt>
                <c:pt idx="2982">
                  <c:v>96.35</c:v>
                </c:pt>
                <c:pt idx="2983">
                  <c:v>99.35</c:v>
                </c:pt>
                <c:pt idx="2984">
                  <c:v>98.1</c:v>
                </c:pt>
                <c:pt idx="2985">
                  <c:v>99.15</c:v>
                </c:pt>
                <c:pt idx="2986">
                  <c:v>97.55</c:v>
                </c:pt>
                <c:pt idx="2987">
                  <c:v>97.9</c:v>
                </c:pt>
                <c:pt idx="2988">
                  <c:v>100.65</c:v>
                </c:pt>
                <c:pt idx="2989">
                  <c:v>101.25</c:v>
                </c:pt>
                <c:pt idx="2990">
                  <c:v>100.85</c:v>
                </c:pt>
                <c:pt idx="2991">
                  <c:v>98.95</c:v>
                </c:pt>
                <c:pt idx="2992">
                  <c:v>100.2</c:v>
                </c:pt>
                <c:pt idx="2993">
                  <c:v>100</c:v>
                </c:pt>
                <c:pt idx="2994">
                  <c:v>100.1</c:v>
                </c:pt>
                <c:pt idx="2995">
                  <c:v>100</c:v>
                </c:pt>
                <c:pt idx="2996">
                  <c:v>100.9</c:v>
                </c:pt>
                <c:pt idx="2997">
                  <c:v>101.5</c:v>
                </c:pt>
                <c:pt idx="2998">
                  <c:v>101.3</c:v>
                </c:pt>
                <c:pt idx="2999">
                  <c:v>99.75</c:v>
                </c:pt>
                <c:pt idx="3000">
                  <c:v>99.85</c:v>
                </c:pt>
                <c:pt idx="3001">
                  <c:v>101.4</c:v>
                </c:pt>
                <c:pt idx="3002">
                  <c:v>102.6</c:v>
                </c:pt>
                <c:pt idx="3003">
                  <c:v>100.2</c:v>
                </c:pt>
                <c:pt idx="3004">
                  <c:v>100.55</c:v>
                </c:pt>
                <c:pt idx="3005">
                  <c:v>101.95</c:v>
                </c:pt>
                <c:pt idx="3006">
                  <c:v>100.15</c:v>
                </c:pt>
                <c:pt idx="3007">
                  <c:v>100.5</c:v>
                </c:pt>
                <c:pt idx="3008">
                  <c:v>99.1</c:v>
                </c:pt>
                <c:pt idx="3009">
                  <c:v>99.95</c:v>
                </c:pt>
                <c:pt idx="3010">
                  <c:v>101.45</c:v>
                </c:pt>
                <c:pt idx="3011">
                  <c:v>101</c:v>
                </c:pt>
                <c:pt idx="3012">
                  <c:v>100.55</c:v>
                </c:pt>
                <c:pt idx="3013">
                  <c:v>100.85</c:v>
                </c:pt>
                <c:pt idx="3014">
                  <c:v>103.15</c:v>
                </c:pt>
                <c:pt idx="3015">
                  <c:v>101.75</c:v>
                </c:pt>
                <c:pt idx="3016">
                  <c:v>104.1</c:v>
                </c:pt>
                <c:pt idx="3017">
                  <c:v>102.95</c:v>
                </c:pt>
                <c:pt idx="3018">
                  <c:v>105.1</c:v>
                </c:pt>
                <c:pt idx="3019">
                  <c:v>106.95</c:v>
                </c:pt>
                <c:pt idx="3020">
                  <c:v>109</c:v>
                </c:pt>
                <c:pt idx="3021">
                  <c:v>107.75</c:v>
                </c:pt>
                <c:pt idx="3022">
                  <c:v>107.7</c:v>
                </c:pt>
                <c:pt idx="3023">
                  <c:v>108.8</c:v>
                </c:pt>
                <c:pt idx="3024">
                  <c:v>107.35</c:v>
                </c:pt>
                <c:pt idx="3025">
                  <c:v>109.65</c:v>
                </c:pt>
                <c:pt idx="3026">
                  <c:v>109.4</c:v>
                </c:pt>
                <c:pt idx="3027">
                  <c:v>110.7</c:v>
                </c:pt>
                <c:pt idx="3028">
                  <c:v>110.7</c:v>
                </c:pt>
                <c:pt idx="3029">
                  <c:v>111.7</c:v>
                </c:pt>
                <c:pt idx="3030">
                  <c:v>110.55</c:v>
                </c:pt>
                <c:pt idx="3031">
                  <c:v>109.95</c:v>
                </c:pt>
                <c:pt idx="3032">
                  <c:v>112.65</c:v>
                </c:pt>
                <c:pt idx="3033">
                  <c:v>114.3</c:v>
                </c:pt>
                <c:pt idx="3034">
                  <c:v>111.55</c:v>
                </c:pt>
                <c:pt idx="3035">
                  <c:v>111.8</c:v>
                </c:pt>
                <c:pt idx="3036">
                  <c:v>113</c:v>
                </c:pt>
                <c:pt idx="3037">
                  <c:v>112.5</c:v>
                </c:pt>
                <c:pt idx="3038">
                  <c:v>112.25</c:v>
                </c:pt>
                <c:pt idx="3039">
                  <c:v>111.9</c:v>
                </c:pt>
                <c:pt idx="3040">
                  <c:v>110.3</c:v>
                </c:pt>
                <c:pt idx="3041">
                  <c:v>111.05</c:v>
                </c:pt>
                <c:pt idx="3042">
                  <c:v>108.6</c:v>
                </c:pt>
                <c:pt idx="3043">
                  <c:v>110.15</c:v>
                </c:pt>
                <c:pt idx="3044">
                  <c:v>110.85</c:v>
                </c:pt>
                <c:pt idx="3045">
                  <c:v>111.35</c:v>
                </c:pt>
                <c:pt idx="3046">
                  <c:v>112.6</c:v>
                </c:pt>
                <c:pt idx="3047">
                  <c:v>110.35</c:v>
                </c:pt>
                <c:pt idx="3048">
                  <c:v>107.8</c:v>
                </c:pt>
                <c:pt idx="3049">
                  <c:v>107.85</c:v>
                </c:pt>
                <c:pt idx="3050">
                  <c:v>107.45</c:v>
                </c:pt>
                <c:pt idx="3051">
                  <c:v>108.75</c:v>
                </c:pt>
                <c:pt idx="3052">
                  <c:v>106.25</c:v>
                </c:pt>
                <c:pt idx="3053">
                  <c:v>107.7</c:v>
                </c:pt>
                <c:pt idx="3054">
                  <c:v>105.95</c:v>
                </c:pt>
                <c:pt idx="3055">
                  <c:v>105.75</c:v>
                </c:pt>
                <c:pt idx="3056">
                  <c:v>106.2</c:v>
                </c:pt>
                <c:pt idx="3057">
                  <c:v>105.8</c:v>
                </c:pt>
                <c:pt idx="3058">
                  <c:v>108.15</c:v>
                </c:pt>
                <c:pt idx="3059">
                  <c:v>108.6</c:v>
                </c:pt>
                <c:pt idx="3060">
                  <c:v>110.1</c:v>
                </c:pt>
                <c:pt idx="3061">
                  <c:v>110.85</c:v>
                </c:pt>
                <c:pt idx="3062">
                  <c:v>109.7</c:v>
                </c:pt>
                <c:pt idx="3063">
                  <c:v>110.4</c:v>
                </c:pt>
                <c:pt idx="3064">
                  <c:v>111.7</c:v>
                </c:pt>
                <c:pt idx="3065">
                  <c:v>111.75</c:v>
                </c:pt>
                <c:pt idx="3066">
                  <c:v>112</c:v>
                </c:pt>
                <c:pt idx="3067">
                  <c:v>111.85</c:v>
                </c:pt>
                <c:pt idx="3068">
                  <c:v>113.6</c:v>
                </c:pt>
                <c:pt idx="3069">
                  <c:v>113.85</c:v>
                </c:pt>
                <c:pt idx="3070">
                  <c:v>114.65</c:v>
                </c:pt>
                <c:pt idx="3071">
                  <c:v>113.85</c:v>
                </c:pt>
                <c:pt idx="3072">
                  <c:v>110.75</c:v>
                </c:pt>
                <c:pt idx="3073">
                  <c:v>110</c:v>
                </c:pt>
                <c:pt idx="3074">
                  <c:v>108.45</c:v>
                </c:pt>
                <c:pt idx="3075">
                  <c:v>108.1</c:v>
                </c:pt>
                <c:pt idx="3076">
                  <c:v>108.25</c:v>
                </c:pt>
                <c:pt idx="3077">
                  <c:v>108.6</c:v>
                </c:pt>
                <c:pt idx="3078">
                  <c:v>111.25</c:v>
                </c:pt>
                <c:pt idx="3079">
                  <c:v>109.6</c:v>
                </c:pt>
                <c:pt idx="3080">
                  <c:v>108.65</c:v>
                </c:pt>
                <c:pt idx="3081">
                  <c:v>106.75</c:v>
                </c:pt>
                <c:pt idx="3082">
                  <c:v>105.8</c:v>
                </c:pt>
                <c:pt idx="3083">
                  <c:v>105.75</c:v>
                </c:pt>
                <c:pt idx="3084">
                  <c:v>104.25</c:v>
                </c:pt>
                <c:pt idx="3085">
                  <c:v>102.5</c:v>
                </c:pt>
                <c:pt idx="3086">
                  <c:v>101.35</c:v>
                </c:pt>
                <c:pt idx="3087">
                  <c:v>101.25</c:v>
                </c:pt>
                <c:pt idx="3088">
                  <c:v>102.9</c:v>
                </c:pt>
                <c:pt idx="3089">
                  <c:v>104.55</c:v>
                </c:pt>
                <c:pt idx="3090">
                  <c:v>104.75</c:v>
                </c:pt>
                <c:pt idx="3091">
                  <c:v>105.1</c:v>
                </c:pt>
                <c:pt idx="3092">
                  <c:v>103.95</c:v>
                </c:pt>
                <c:pt idx="3093">
                  <c:v>103.7</c:v>
                </c:pt>
                <c:pt idx="3094">
                  <c:v>103.6</c:v>
                </c:pt>
                <c:pt idx="3095">
                  <c:v>105.35</c:v>
                </c:pt>
                <c:pt idx="3096">
                  <c:v>104.1</c:v>
                </c:pt>
                <c:pt idx="3097">
                  <c:v>106.4</c:v>
                </c:pt>
                <c:pt idx="3098">
                  <c:v>107.35</c:v>
                </c:pt>
                <c:pt idx="3099">
                  <c:v>106.1</c:v>
                </c:pt>
                <c:pt idx="3100">
                  <c:v>106.15</c:v>
                </c:pt>
                <c:pt idx="3101">
                  <c:v>103.65</c:v>
                </c:pt>
                <c:pt idx="3102">
                  <c:v>104.05</c:v>
                </c:pt>
                <c:pt idx="3103">
                  <c:v>105.95</c:v>
                </c:pt>
                <c:pt idx="3104">
                  <c:v>109.65</c:v>
                </c:pt>
                <c:pt idx="3105">
                  <c:v>108.05</c:v>
                </c:pt>
                <c:pt idx="3106">
                  <c:v>107</c:v>
                </c:pt>
                <c:pt idx="3107">
                  <c:v>107.25</c:v>
                </c:pt>
                <c:pt idx="3108">
                  <c:v>107.65</c:v>
                </c:pt>
                <c:pt idx="3109">
                  <c:v>107.6</c:v>
                </c:pt>
                <c:pt idx="3110">
                  <c:v>105.7</c:v>
                </c:pt>
                <c:pt idx="3111">
                  <c:v>106.05</c:v>
                </c:pt>
                <c:pt idx="3112">
                  <c:v>107.05</c:v>
                </c:pt>
                <c:pt idx="3113">
                  <c:v>108.75</c:v>
                </c:pt>
                <c:pt idx="3114">
                  <c:v>108.4</c:v>
                </c:pt>
                <c:pt idx="3115">
                  <c:v>109.75</c:v>
                </c:pt>
                <c:pt idx="3116">
                  <c:v>110.05</c:v>
                </c:pt>
                <c:pt idx="3117">
                  <c:v>107.85</c:v>
                </c:pt>
                <c:pt idx="3118">
                  <c:v>109.85</c:v>
                </c:pt>
                <c:pt idx="3119">
                  <c:v>109.8</c:v>
                </c:pt>
                <c:pt idx="3120">
                  <c:v>109.7</c:v>
                </c:pt>
                <c:pt idx="3121">
                  <c:v>113.55</c:v>
                </c:pt>
                <c:pt idx="3122">
                  <c:v>112.6</c:v>
                </c:pt>
                <c:pt idx="3123">
                  <c:v>111.65</c:v>
                </c:pt>
                <c:pt idx="3124">
                  <c:v>113</c:v>
                </c:pt>
                <c:pt idx="3125">
                  <c:v>114.3</c:v>
                </c:pt>
                <c:pt idx="3126">
                  <c:v>113</c:v>
                </c:pt>
                <c:pt idx="3127">
                  <c:v>112.8</c:v>
                </c:pt>
                <c:pt idx="3128">
                  <c:v>113.15</c:v>
                </c:pt>
                <c:pt idx="3129">
                  <c:v>113.65</c:v>
                </c:pt>
                <c:pt idx="3130">
                  <c:v>112.45</c:v>
                </c:pt>
                <c:pt idx="3131">
                  <c:v>112.05</c:v>
                </c:pt>
                <c:pt idx="3132">
                  <c:v>112.65</c:v>
                </c:pt>
                <c:pt idx="3133">
                  <c:v>112.25</c:v>
                </c:pt>
                <c:pt idx="3134">
                  <c:v>111.2</c:v>
                </c:pt>
                <c:pt idx="3135">
                  <c:v>112</c:v>
                </c:pt>
                <c:pt idx="3136">
                  <c:v>111.25</c:v>
                </c:pt>
                <c:pt idx="3137">
                  <c:v>109.3</c:v>
                </c:pt>
                <c:pt idx="3138">
                  <c:v>110.95</c:v>
                </c:pt>
                <c:pt idx="3139">
                  <c:v>110.75</c:v>
                </c:pt>
                <c:pt idx="3140">
                  <c:v>111.75</c:v>
                </c:pt>
                <c:pt idx="3141">
                  <c:v>114.35</c:v>
                </c:pt>
                <c:pt idx="3142">
                  <c:v>118.15</c:v>
                </c:pt>
                <c:pt idx="3143">
                  <c:v>118.95</c:v>
                </c:pt>
                <c:pt idx="3144">
                  <c:v>119</c:v>
                </c:pt>
                <c:pt idx="3145">
                  <c:v>118.1</c:v>
                </c:pt>
                <c:pt idx="3146">
                  <c:v>118.3</c:v>
                </c:pt>
                <c:pt idx="3147">
                  <c:v>120.45</c:v>
                </c:pt>
                <c:pt idx="3148">
                  <c:v>118.55</c:v>
                </c:pt>
                <c:pt idx="3149">
                  <c:v>118.95</c:v>
                </c:pt>
                <c:pt idx="3150">
                  <c:v>119.05</c:v>
                </c:pt>
                <c:pt idx="3151">
                  <c:v>119.55</c:v>
                </c:pt>
                <c:pt idx="3152">
                  <c:v>119.9</c:v>
                </c:pt>
                <c:pt idx="3153">
                  <c:v>120.05</c:v>
                </c:pt>
                <c:pt idx="3154">
                  <c:v>120.1</c:v>
                </c:pt>
                <c:pt idx="3155">
                  <c:v>117.65</c:v>
                </c:pt>
                <c:pt idx="3156">
                  <c:v>119.55</c:v>
                </c:pt>
                <c:pt idx="3157">
                  <c:v>118.95</c:v>
                </c:pt>
                <c:pt idx="3158">
                  <c:v>117.45</c:v>
                </c:pt>
                <c:pt idx="3159">
                  <c:v>117.1</c:v>
                </c:pt>
                <c:pt idx="3160">
                  <c:v>118.3</c:v>
                </c:pt>
                <c:pt idx="3161">
                  <c:v>121.5</c:v>
                </c:pt>
                <c:pt idx="3162">
                  <c:v>119.05</c:v>
                </c:pt>
                <c:pt idx="3163">
                  <c:v>121.75</c:v>
                </c:pt>
                <c:pt idx="3164">
                  <c:v>119.45</c:v>
                </c:pt>
                <c:pt idx="3165">
                  <c:v>121.55</c:v>
                </c:pt>
                <c:pt idx="3166">
                  <c:v>123.95</c:v>
                </c:pt>
                <c:pt idx="3167">
                  <c:v>122.7</c:v>
                </c:pt>
                <c:pt idx="3168">
                  <c:v>121.1</c:v>
                </c:pt>
                <c:pt idx="3169">
                  <c:v>121.9</c:v>
                </c:pt>
                <c:pt idx="3170">
                  <c:v>121.7</c:v>
                </c:pt>
                <c:pt idx="3171">
                  <c:v>121.95</c:v>
                </c:pt>
                <c:pt idx="3172">
                  <c:v>120.95</c:v>
                </c:pt>
                <c:pt idx="3173">
                  <c:v>121.4</c:v>
                </c:pt>
                <c:pt idx="3174">
                  <c:v>121.15</c:v>
                </c:pt>
                <c:pt idx="3175">
                  <c:v>120</c:v>
                </c:pt>
                <c:pt idx="3176">
                  <c:v>117.6</c:v>
                </c:pt>
                <c:pt idx="3177">
                  <c:v>117.65</c:v>
                </c:pt>
                <c:pt idx="3178">
                  <c:v>116.75</c:v>
                </c:pt>
                <c:pt idx="3179">
                  <c:v>120.25</c:v>
                </c:pt>
                <c:pt idx="3180">
                  <c:v>118.1</c:v>
                </c:pt>
                <c:pt idx="3181">
                  <c:v>117.4</c:v>
                </c:pt>
                <c:pt idx="3182">
                  <c:v>117</c:v>
                </c:pt>
                <c:pt idx="3183">
                  <c:v>116.75</c:v>
                </c:pt>
                <c:pt idx="3184">
                  <c:v>120.5</c:v>
                </c:pt>
                <c:pt idx="3185">
                  <c:v>120.05</c:v>
                </c:pt>
                <c:pt idx="3186">
                  <c:v>117.65</c:v>
                </c:pt>
                <c:pt idx="3187">
                  <c:v>118</c:v>
                </c:pt>
                <c:pt idx="3188">
                  <c:v>118.2</c:v>
                </c:pt>
                <c:pt idx="3189">
                  <c:v>118.7</c:v>
                </c:pt>
                <c:pt idx="3190">
                  <c:v>120.2</c:v>
                </c:pt>
                <c:pt idx="3191">
                  <c:v>119.45</c:v>
                </c:pt>
                <c:pt idx="3192">
                  <c:v>119.15</c:v>
                </c:pt>
                <c:pt idx="3193">
                  <c:v>119.95</c:v>
                </c:pt>
                <c:pt idx="3194">
                  <c:v>118.85</c:v>
                </c:pt>
                <c:pt idx="3195">
                  <c:v>118.6</c:v>
                </c:pt>
                <c:pt idx="3196">
                  <c:v>119.75</c:v>
                </c:pt>
                <c:pt idx="3197">
                  <c:v>120.6</c:v>
                </c:pt>
                <c:pt idx="3198">
                  <c:v>119.4</c:v>
                </c:pt>
                <c:pt idx="3199">
                  <c:v>118.6</c:v>
                </c:pt>
                <c:pt idx="3200">
                  <c:v>117.45</c:v>
                </c:pt>
                <c:pt idx="3201">
                  <c:v>116.7</c:v>
                </c:pt>
                <c:pt idx="3202">
                  <c:v>113.85</c:v>
                </c:pt>
                <c:pt idx="3203">
                  <c:v>114.95</c:v>
                </c:pt>
                <c:pt idx="3204">
                  <c:v>113.2</c:v>
                </c:pt>
                <c:pt idx="3205">
                  <c:v>114</c:v>
                </c:pt>
                <c:pt idx="3206">
                  <c:v>116.95</c:v>
                </c:pt>
                <c:pt idx="3207">
                  <c:v>118</c:v>
                </c:pt>
                <c:pt idx="3208">
                  <c:v>117.05</c:v>
                </c:pt>
                <c:pt idx="3209">
                  <c:v>119.65</c:v>
                </c:pt>
                <c:pt idx="3210">
                  <c:v>120</c:v>
                </c:pt>
                <c:pt idx="3211">
                  <c:v>118.85</c:v>
                </c:pt>
                <c:pt idx="3212">
                  <c:v>119.55</c:v>
                </c:pt>
                <c:pt idx="3213">
                  <c:v>120</c:v>
                </c:pt>
                <c:pt idx="3214">
                  <c:v>119.4</c:v>
                </c:pt>
                <c:pt idx="3215">
                  <c:v>119.9</c:v>
                </c:pt>
                <c:pt idx="3216">
                  <c:v>119.1</c:v>
                </c:pt>
                <c:pt idx="3217">
                  <c:v>120.05</c:v>
                </c:pt>
                <c:pt idx="3218">
                  <c:v>122.1</c:v>
                </c:pt>
                <c:pt idx="3219">
                  <c:v>120.1</c:v>
                </c:pt>
                <c:pt idx="3220">
                  <c:v>119.1</c:v>
                </c:pt>
                <c:pt idx="3221">
                  <c:v>119.75</c:v>
                </c:pt>
                <c:pt idx="3222">
                  <c:v>120.4</c:v>
                </c:pt>
                <c:pt idx="3223">
                  <c:v>118.55</c:v>
                </c:pt>
                <c:pt idx="3224">
                  <c:v>117.9</c:v>
                </c:pt>
                <c:pt idx="3225">
                  <c:v>117.9</c:v>
                </c:pt>
                <c:pt idx="3226">
                  <c:v>118.95</c:v>
                </c:pt>
                <c:pt idx="3227">
                  <c:v>120.45</c:v>
                </c:pt>
                <c:pt idx="3228">
                  <c:v>120.15</c:v>
                </c:pt>
                <c:pt idx="3229">
                  <c:v>120.05</c:v>
                </c:pt>
                <c:pt idx="3230">
                  <c:v>118.7</c:v>
                </c:pt>
                <c:pt idx="3231">
                  <c:v>118.55</c:v>
                </c:pt>
                <c:pt idx="3232">
                  <c:v>117.5</c:v>
                </c:pt>
                <c:pt idx="3233">
                  <c:v>117.25</c:v>
                </c:pt>
                <c:pt idx="3234">
                  <c:v>118.25</c:v>
                </c:pt>
                <c:pt idx="3235">
                  <c:v>116.25</c:v>
                </c:pt>
                <c:pt idx="3236">
                  <c:v>116.35</c:v>
                </c:pt>
                <c:pt idx="3237">
                  <c:v>117.1</c:v>
                </c:pt>
                <c:pt idx="3238">
                  <c:v>116.2</c:v>
                </c:pt>
                <c:pt idx="3239">
                  <c:v>115.8</c:v>
                </c:pt>
                <c:pt idx="3240">
                  <c:v>114.7</c:v>
                </c:pt>
                <c:pt idx="3241">
                  <c:v>114.4</c:v>
                </c:pt>
                <c:pt idx="3242">
                  <c:v>115.3</c:v>
                </c:pt>
                <c:pt idx="3243">
                  <c:v>113.45</c:v>
                </c:pt>
                <c:pt idx="3244">
                  <c:v>113.5</c:v>
                </c:pt>
                <c:pt idx="3245">
                  <c:v>114.75</c:v>
                </c:pt>
                <c:pt idx="3246">
                  <c:v>113.85</c:v>
                </c:pt>
                <c:pt idx="3247">
                  <c:v>113.1</c:v>
                </c:pt>
                <c:pt idx="3248">
                  <c:v>114.15</c:v>
                </c:pt>
                <c:pt idx="3249">
                  <c:v>114.95</c:v>
                </c:pt>
                <c:pt idx="3250">
                  <c:v>114.4</c:v>
                </c:pt>
                <c:pt idx="3251">
                  <c:v>116.45</c:v>
                </c:pt>
                <c:pt idx="3252">
                  <c:v>115.55</c:v>
                </c:pt>
                <c:pt idx="3253">
                  <c:v>113.9</c:v>
                </c:pt>
                <c:pt idx="3254">
                  <c:v>113.15</c:v>
                </c:pt>
                <c:pt idx="3255">
                  <c:v>112.05</c:v>
                </c:pt>
                <c:pt idx="3256">
                  <c:v>111.05</c:v>
                </c:pt>
                <c:pt idx="3257">
                  <c:v>112.05</c:v>
                </c:pt>
                <c:pt idx="3258">
                  <c:v>112.65</c:v>
                </c:pt>
                <c:pt idx="3259">
                  <c:v>114.95</c:v>
                </c:pt>
                <c:pt idx="3260">
                  <c:v>113.9</c:v>
                </c:pt>
                <c:pt idx="3261">
                  <c:v>113.5</c:v>
                </c:pt>
                <c:pt idx="3262">
                  <c:v>112.15</c:v>
                </c:pt>
                <c:pt idx="3263">
                  <c:v>110.95</c:v>
                </c:pt>
                <c:pt idx="3264">
                  <c:v>111</c:v>
                </c:pt>
                <c:pt idx="3265">
                  <c:v>111.9</c:v>
                </c:pt>
                <c:pt idx="3266">
                  <c:v>112.1</c:v>
                </c:pt>
                <c:pt idx="3267">
                  <c:v>111.5</c:v>
                </c:pt>
                <c:pt idx="3268">
                  <c:v>110.2</c:v>
                </c:pt>
                <c:pt idx="3269">
                  <c:v>110.45</c:v>
                </c:pt>
                <c:pt idx="3270">
                  <c:v>111.2</c:v>
                </c:pt>
                <c:pt idx="3271">
                  <c:v>109.6</c:v>
                </c:pt>
                <c:pt idx="3272">
                  <c:v>109.35</c:v>
                </c:pt>
                <c:pt idx="3273">
                  <c:v>111.6</c:v>
                </c:pt>
                <c:pt idx="3274">
                  <c:v>111.25</c:v>
                </c:pt>
                <c:pt idx="3275">
                  <c:v>112.55</c:v>
                </c:pt>
                <c:pt idx="3276">
                  <c:v>112.85</c:v>
                </c:pt>
                <c:pt idx="3277">
                  <c:v>109.9</c:v>
                </c:pt>
                <c:pt idx="3278">
                  <c:v>105.7</c:v>
                </c:pt>
                <c:pt idx="3279">
                  <c:v>105.65</c:v>
                </c:pt>
                <c:pt idx="3280">
                  <c:v>108.25</c:v>
                </c:pt>
                <c:pt idx="3281">
                  <c:v>108.4</c:v>
                </c:pt>
                <c:pt idx="3282">
                  <c:v>108.15</c:v>
                </c:pt>
                <c:pt idx="3283">
                  <c:v>106.85</c:v>
                </c:pt>
                <c:pt idx="3284">
                  <c:v>109.05</c:v>
                </c:pt>
                <c:pt idx="3285">
                  <c:v>112.05</c:v>
                </c:pt>
                <c:pt idx="3286">
                  <c:v>110.95</c:v>
                </c:pt>
                <c:pt idx="3287">
                  <c:v>108.9</c:v>
                </c:pt>
                <c:pt idx="3288">
                  <c:v>104.3</c:v>
                </c:pt>
                <c:pt idx="3289">
                  <c:v>107.95</c:v>
                </c:pt>
                <c:pt idx="3290">
                  <c:v>108.45</c:v>
                </c:pt>
                <c:pt idx="3291">
                  <c:v>108.6</c:v>
                </c:pt>
                <c:pt idx="3292">
                  <c:v>107.65</c:v>
                </c:pt>
                <c:pt idx="3293">
                  <c:v>108.2</c:v>
                </c:pt>
                <c:pt idx="3294">
                  <c:v>110</c:v>
                </c:pt>
                <c:pt idx="3295">
                  <c:v>110.4</c:v>
                </c:pt>
                <c:pt idx="3296">
                  <c:v>109.25</c:v>
                </c:pt>
                <c:pt idx="3297">
                  <c:v>109.8</c:v>
                </c:pt>
                <c:pt idx="3298">
                  <c:v>109.65</c:v>
                </c:pt>
                <c:pt idx="3299">
                  <c:v>109</c:v>
                </c:pt>
                <c:pt idx="3300">
                  <c:v>108.75</c:v>
                </c:pt>
                <c:pt idx="3301">
                  <c:v>107.1</c:v>
                </c:pt>
                <c:pt idx="3302">
                  <c:v>104.35</c:v>
                </c:pt>
                <c:pt idx="3303">
                  <c:v>101.6</c:v>
                </c:pt>
                <c:pt idx="3304">
                  <c:v>102.45</c:v>
                </c:pt>
                <c:pt idx="3305">
                  <c:v>103.9</c:v>
                </c:pt>
                <c:pt idx="3306">
                  <c:v>105</c:v>
                </c:pt>
                <c:pt idx="3307">
                  <c:v>105.8</c:v>
                </c:pt>
                <c:pt idx="3308">
                  <c:v>105.5</c:v>
                </c:pt>
                <c:pt idx="3309">
                  <c:v>106.5</c:v>
                </c:pt>
                <c:pt idx="3310">
                  <c:v>106.2</c:v>
                </c:pt>
                <c:pt idx="3311">
                  <c:v>104.5</c:v>
                </c:pt>
                <c:pt idx="3312">
                  <c:v>104.65</c:v>
                </c:pt>
                <c:pt idx="3313">
                  <c:v>104.15</c:v>
                </c:pt>
                <c:pt idx="3314">
                  <c:v>103.3</c:v>
                </c:pt>
                <c:pt idx="3315">
                  <c:v>104.6</c:v>
                </c:pt>
                <c:pt idx="3316">
                  <c:v>103.55</c:v>
                </c:pt>
                <c:pt idx="3317">
                  <c:v>105.5</c:v>
                </c:pt>
                <c:pt idx="3318">
                  <c:v>104.05</c:v>
                </c:pt>
                <c:pt idx="3319">
                  <c:v>106.9</c:v>
                </c:pt>
                <c:pt idx="3320">
                  <c:v>106.9</c:v>
                </c:pt>
                <c:pt idx="3321">
                  <c:v>107</c:v>
                </c:pt>
                <c:pt idx="3322">
                  <c:v>109.4</c:v>
                </c:pt>
                <c:pt idx="3323">
                  <c:v>109.7</c:v>
                </c:pt>
                <c:pt idx="3324">
                  <c:v>109.85</c:v>
                </c:pt>
                <c:pt idx="3325">
                  <c:v>110.3</c:v>
                </c:pt>
                <c:pt idx="3326">
                  <c:v>110.45</c:v>
                </c:pt>
                <c:pt idx="3327">
                  <c:v>112.2</c:v>
                </c:pt>
                <c:pt idx="3328">
                  <c:v>114.9</c:v>
                </c:pt>
                <c:pt idx="3329">
                  <c:v>112</c:v>
                </c:pt>
                <c:pt idx="3330">
                  <c:v>112.1</c:v>
                </c:pt>
                <c:pt idx="3331">
                  <c:v>112.7</c:v>
                </c:pt>
                <c:pt idx="3332">
                  <c:v>114.75</c:v>
                </c:pt>
                <c:pt idx="3333">
                  <c:v>113.5</c:v>
                </c:pt>
                <c:pt idx="3334">
                  <c:v>112.35</c:v>
                </c:pt>
                <c:pt idx="3335">
                  <c:v>112.2</c:v>
                </c:pt>
                <c:pt idx="3336">
                  <c:v>112.2</c:v>
                </c:pt>
                <c:pt idx="3337">
                  <c:v>114.35</c:v>
                </c:pt>
                <c:pt idx="3338">
                  <c:v>113.75</c:v>
                </c:pt>
                <c:pt idx="3339">
                  <c:v>113.9</c:v>
                </c:pt>
                <c:pt idx="3340">
                  <c:v>116.05</c:v>
                </c:pt>
                <c:pt idx="3341">
                  <c:v>114.3</c:v>
                </c:pt>
                <c:pt idx="3342">
                  <c:v>112.7</c:v>
                </c:pt>
                <c:pt idx="3343">
                  <c:v>112.65</c:v>
                </c:pt>
                <c:pt idx="3344">
                  <c:v>109.6</c:v>
                </c:pt>
                <c:pt idx="3345">
                  <c:v>109</c:v>
                </c:pt>
                <c:pt idx="3346">
                  <c:v>112.15</c:v>
                </c:pt>
                <c:pt idx="3347">
                  <c:v>112.5</c:v>
                </c:pt>
                <c:pt idx="3348">
                  <c:v>113.5</c:v>
                </c:pt>
                <c:pt idx="3349">
                  <c:v>114.4</c:v>
                </c:pt>
                <c:pt idx="3350">
                  <c:v>113.3</c:v>
                </c:pt>
                <c:pt idx="3351">
                  <c:v>111.4</c:v>
                </c:pt>
                <c:pt idx="3352">
                  <c:v>113.2</c:v>
                </c:pt>
                <c:pt idx="3353">
                  <c:v>112.45</c:v>
                </c:pt>
                <c:pt idx="3354">
                  <c:v>112.05</c:v>
                </c:pt>
                <c:pt idx="3355">
                  <c:v>110.65</c:v>
                </c:pt>
                <c:pt idx="3356">
                  <c:v>110</c:v>
                </c:pt>
                <c:pt idx="3357">
                  <c:v>107.85</c:v>
                </c:pt>
                <c:pt idx="3358">
                  <c:v>108</c:v>
                </c:pt>
                <c:pt idx="3359">
                  <c:v>105.75</c:v>
                </c:pt>
                <c:pt idx="3360">
                  <c:v>109.1</c:v>
                </c:pt>
                <c:pt idx="3361">
                  <c:v>108.2</c:v>
                </c:pt>
                <c:pt idx="3362">
                  <c:v>108.4</c:v>
                </c:pt>
                <c:pt idx="3363">
                  <c:v>107.5</c:v>
                </c:pt>
                <c:pt idx="3364">
                  <c:v>105.85</c:v>
                </c:pt>
                <c:pt idx="3365">
                  <c:v>107.2</c:v>
                </c:pt>
                <c:pt idx="3366">
                  <c:v>105.9</c:v>
                </c:pt>
                <c:pt idx="3367">
                  <c:v>103.1</c:v>
                </c:pt>
                <c:pt idx="3368">
                  <c:v>106</c:v>
                </c:pt>
                <c:pt idx="3369">
                  <c:v>106.55</c:v>
                </c:pt>
                <c:pt idx="3370">
                  <c:v>111.3</c:v>
                </c:pt>
                <c:pt idx="3371">
                  <c:v>112.9</c:v>
                </c:pt>
                <c:pt idx="3372">
                  <c:v>111.35</c:v>
                </c:pt>
                <c:pt idx="3373">
                  <c:v>108.3</c:v>
                </c:pt>
                <c:pt idx="3374">
                  <c:v>107.65</c:v>
                </c:pt>
                <c:pt idx="3375">
                  <c:v>107.6</c:v>
                </c:pt>
                <c:pt idx="3376">
                  <c:v>105.3</c:v>
                </c:pt>
                <c:pt idx="3377">
                  <c:v>109.85</c:v>
                </c:pt>
                <c:pt idx="3378">
                  <c:v>108.15</c:v>
                </c:pt>
                <c:pt idx="3379">
                  <c:v>110.35</c:v>
                </c:pt>
                <c:pt idx="3380">
                  <c:v>110.3</c:v>
                </c:pt>
                <c:pt idx="3381">
                  <c:v>110.05</c:v>
                </c:pt>
                <c:pt idx="3382">
                  <c:v>110.2</c:v>
                </c:pt>
                <c:pt idx="3383">
                  <c:v>110.9</c:v>
                </c:pt>
                <c:pt idx="3384">
                  <c:v>111</c:v>
                </c:pt>
                <c:pt idx="3385">
                  <c:v>111.35</c:v>
                </c:pt>
                <c:pt idx="3386">
                  <c:v>111.15</c:v>
                </c:pt>
                <c:pt idx="3387">
                  <c:v>110.15</c:v>
                </c:pt>
                <c:pt idx="3388">
                  <c:v>110</c:v>
                </c:pt>
                <c:pt idx="3389">
                  <c:v>110.15</c:v>
                </c:pt>
                <c:pt idx="3390">
                  <c:v>108.35</c:v>
                </c:pt>
                <c:pt idx="3391">
                  <c:v>108.1</c:v>
                </c:pt>
                <c:pt idx="3392">
                  <c:v>105.55</c:v>
                </c:pt>
                <c:pt idx="3393">
                  <c:v>101.1</c:v>
                </c:pt>
                <c:pt idx="3394">
                  <c:v>102.85</c:v>
                </c:pt>
                <c:pt idx="3395">
                  <c:v>91.35</c:v>
                </c:pt>
                <c:pt idx="3396">
                  <c:v>93.3</c:v>
                </c:pt>
                <c:pt idx="3397">
                  <c:v>93.55</c:v>
                </c:pt>
                <c:pt idx="3398">
                  <c:v>93.3</c:v>
                </c:pt>
                <c:pt idx="3399">
                  <c:v>96</c:v>
                </c:pt>
                <c:pt idx="3400">
                  <c:v>95.1</c:v>
                </c:pt>
                <c:pt idx="3401">
                  <c:v>96.15</c:v>
                </c:pt>
                <c:pt idx="3402">
                  <c:v>97.1</c:v>
                </c:pt>
                <c:pt idx="3403">
                  <c:v>98</c:v>
                </c:pt>
                <c:pt idx="3404">
                  <c:v>96.5</c:v>
                </c:pt>
                <c:pt idx="3405">
                  <c:v>96.45</c:v>
                </c:pt>
                <c:pt idx="3406">
                  <c:v>97.6</c:v>
                </c:pt>
                <c:pt idx="3407">
                  <c:v>98.1</c:v>
                </c:pt>
                <c:pt idx="3408">
                  <c:v>97.8</c:v>
                </c:pt>
                <c:pt idx="3409">
                  <c:v>97.95</c:v>
                </c:pt>
                <c:pt idx="3410">
                  <c:v>95.7</c:v>
                </c:pt>
                <c:pt idx="3411">
                  <c:v>93.85</c:v>
                </c:pt>
                <c:pt idx="3412">
                  <c:v>97.3</c:v>
                </c:pt>
                <c:pt idx="3413">
                  <c:v>97.65</c:v>
                </c:pt>
                <c:pt idx="3414">
                  <c:v>99</c:v>
                </c:pt>
                <c:pt idx="3415">
                  <c:v>95.65</c:v>
                </c:pt>
                <c:pt idx="3416">
                  <c:v>96.35</c:v>
                </c:pt>
                <c:pt idx="3417">
                  <c:v>96.2</c:v>
                </c:pt>
                <c:pt idx="3418">
                  <c:v>98.95</c:v>
                </c:pt>
                <c:pt idx="3419">
                  <c:v>102.25</c:v>
                </c:pt>
                <c:pt idx="3420">
                  <c:v>99</c:v>
                </c:pt>
                <c:pt idx="3421">
                  <c:v>99</c:v>
                </c:pt>
                <c:pt idx="3422">
                  <c:v>99.75</c:v>
                </c:pt>
                <c:pt idx="3423">
                  <c:v>102.55</c:v>
                </c:pt>
                <c:pt idx="3424">
                  <c:v>101.55</c:v>
                </c:pt>
                <c:pt idx="3425">
                  <c:v>100.4</c:v>
                </c:pt>
                <c:pt idx="3426">
                  <c:v>100.4</c:v>
                </c:pt>
                <c:pt idx="3427">
                  <c:v>101.6</c:v>
                </c:pt>
                <c:pt idx="3428">
                  <c:v>99.25</c:v>
                </c:pt>
                <c:pt idx="3429">
                  <c:v>99.15</c:v>
                </c:pt>
                <c:pt idx="3430">
                  <c:v>100.5</c:v>
                </c:pt>
                <c:pt idx="3431">
                  <c:v>99.3</c:v>
                </c:pt>
                <c:pt idx="3432">
                  <c:v>98.95</c:v>
                </c:pt>
                <c:pt idx="3433">
                  <c:v>98.05</c:v>
                </c:pt>
                <c:pt idx="3434">
                  <c:v>99</c:v>
                </c:pt>
                <c:pt idx="3435">
                  <c:v>99.9</c:v>
                </c:pt>
                <c:pt idx="3436">
                  <c:v>97.95</c:v>
                </c:pt>
                <c:pt idx="3437">
                  <c:v>98.05</c:v>
                </c:pt>
                <c:pt idx="3438">
                  <c:v>98.25</c:v>
                </c:pt>
                <c:pt idx="3439">
                  <c:v>99.05</c:v>
                </c:pt>
                <c:pt idx="3440">
                  <c:v>99.25</c:v>
                </c:pt>
                <c:pt idx="3441">
                  <c:v>98.95</c:v>
                </c:pt>
                <c:pt idx="3442">
                  <c:v>99.55</c:v>
                </c:pt>
                <c:pt idx="3443">
                  <c:v>98.95</c:v>
                </c:pt>
                <c:pt idx="3444">
                  <c:v>97.6</c:v>
                </c:pt>
                <c:pt idx="3445">
                  <c:v>99.5</c:v>
                </c:pt>
                <c:pt idx="3446">
                  <c:v>99.5</c:v>
                </c:pt>
                <c:pt idx="3447">
                  <c:v>101.95</c:v>
                </c:pt>
                <c:pt idx="3448">
                  <c:v>100.6</c:v>
                </c:pt>
                <c:pt idx="3449">
                  <c:v>99</c:v>
                </c:pt>
                <c:pt idx="3450">
                  <c:v>100.2</c:v>
                </c:pt>
                <c:pt idx="3451">
                  <c:v>98.75</c:v>
                </c:pt>
                <c:pt idx="3452">
                  <c:v>100.4</c:v>
                </c:pt>
                <c:pt idx="3453">
                  <c:v>100.15</c:v>
                </c:pt>
                <c:pt idx="3454">
                  <c:v>101.3</c:v>
                </c:pt>
                <c:pt idx="3455">
                  <c:v>97.9</c:v>
                </c:pt>
                <c:pt idx="3456">
                  <c:v>98.4</c:v>
                </c:pt>
                <c:pt idx="3457">
                  <c:v>95.15</c:v>
                </c:pt>
                <c:pt idx="3458">
                  <c:v>96.25</c:v>
                </c:pt>
                <c:pt idx="3459">
                  <c:v>95.05</c:v>
                </c:pt>
                <c:pt idx="3460">
                  <c:v>96.05</c:v>
                </c:pt>
                <c:pt idx="3461">
                  <c:v>95.95</c:v>
                </c:pt>
                <c:pt idx="3462">
                  <c:v>95.35</c:v>
                </c:pt>
                <c:pt idx="3463">
                  <c:v>96</c:v>
                </c:pt>
                <c:pt idx="3464">
                  <c:v>96</c:v>
                </c:pt>
                <c:pt idx="3465">
                  <c:v>96.35</c:v>
                </c:pt>
                <c:pt idx="3466">
                  <c:v>95.05</c:v>
                </c:pt>
                <c:pt idx="3467">
                  <c:v>93.75</c:v>
                </c:pt>
                <c:pt idx="3468">
                  <c:v>93.4</c:v>
                </c:pt>
                <c:pt idx="3469">
                  <c:v>93.9</c:v>
                </c:pt>
                <c:pt idx="3470">
                  <c:v>94.15</c:v>
                </c:pt>
                <c:pt idx="3471">
                  <c:v>94.25</c:v>
                </c:pt>
                <c:pt idx="3472">
                  <c:v>92.15</c:v>
                </c:pt>
                <c:pt idx="3473">
                  <c:v>94.7</c:v>
                </c:pt>
                <c:pt idx="3474">
                  <c:v>95.1</c:v>
                </c:pt>
                <c:pt idx="3475">
                  <c:v>93.6</c:v>
                </c:pt>
                <c:pt idx="3476">
                  <c:v>93.75</c:v>
                </c:pt>
                <c:pt idx="3477">
                  <c:v>95.6</c:v>
                </c:pt>
                <c:pt idx="3478">
                  <c:v>96.3</c:v>
                </c:pt>
                <c:pt idx="3479">
                  <c:v>98.95</c:v>
                </c:pt>
                <c:pt idx="3480">
                  <c:v>101.3</c:v>
                </c:pt>
                <c:pt idx="3481">
                  <c:v>98.4</c:v>
                </c:pt>
                <c:pt idx="3482">
                  <c:v>98</c:v>
                </c:pt>
                <c:pt idx="3483">
                  <c:v>97.95</c:v>
                </c:pt>
                <c:pt idx="3484">
                  <c:v>97.5</c:v>
                </c:pt>
                <c:pt idx="3485">
                  <c:v>99</c:v>
                </c:pt>
                <c:pt idx="3486">
                  <c:v>98.7</c:v>
                </c:pt>
                <c:pt idx="3487">
                  <c:v>100</c:v>
                </c:pt>
                <c:pt idx="3488">
                  <c:v>99.25</c:v>
                </c:pt>
                <c:pt idx="3489">
                  <c:v>99.4</c:v>
                </c:pt>
                <c:pt idx="3490">
                  <c:v>99.7</c:v>
                </c:pt>
                <c:pt idx="3491">
                  <c:v>98.55</c:v>
                </c:pt>
                <c:pt idx="3492">
                  <c:v>99</c:v>
                </c:pt>
                <c:pt idx="3493">
                  <c:v>99.8</c:v>
                </c:pt>
                <c:pt idx="3494">
                  <c:v>99</c:v>
                </c:pt>
                <c:pt idx="3495">
                  <c:v>99.9</c:v>
                </c:pt>
                <c:pt idx="3496">
                  <c:v>99.5</c:v>
                </c:pt>
                <c:pt idx="3497">
                  <c:v>101.9</c:v>
                </c:pt>
                <c:pt idx="3498">
                  <c:v>100.7</c:v>
                </c:pt>
                <c:pt idx="3499">
                  <c:v>99.9</c:v>
                </c:pt>
                <c:pt idx="3500">
                  <c:v>98.8</c:v>
                </c:pt>
                <c:pt idx="3501">
                  <c:v>98.75</c:v>
                </c:pt>
                <c:pt idx="3502">
                  <c:v>98.85</c:v>
                </c:pt>
                <c:pt idx="3503">
                  <c:v>97.45</c:v>
                </c:pt>
                <c:pt idx="3504">
                  <c:v>98</c:v>
                </c:pt>
                <c:pt idx="3505">
                  <c:v>97.45</c:v>
                </c:pt>
                <c:pt idx="3506">
                  <c:v>97.5</c:v>
                </c:pt>
                <c:pt idx="3507">
                  <c:v>98.25</c:v>
                </c:pt>
                <c:pt idx="3508">
                  <c:v>97.25</c:v>
                </c:pt>
                <c:pt idx="3509">
                  <c:v>98.5</c:v>
                </c:pt>
                <c:pt idx="3510">
                  <c:v>97.85</c:v>
                </c:pt>
                <c:pt idx="3511">
                  <c:v>98.1</c:v>
                </c:pt>
                <c:pt idx="3512">
                  <c:v>98.05</c:v>
                </c:pt>
                <c:pt idx="3513">
                  <c:v>98.1</c:v>
                </c:pt>
                <c:pt idx="3514">
                  <c:v>96.55</c:v>
                </c:pt>
                <c:pt idx="3515">
                  <c:v>96.6</c:v>
                </c:pt>
                <c:pt idx="3516">
                  <c:v>95.7</c:v>
                </c:pt>
                <c:pt idx="3517">
                  <c:v>95.6</c:v>
                </c:pt>
                <c:pt idx="3518">
                  <c:v>95.5</c:v>
                </c:pt>
                <c:pt idx="3519">
                  <c:v>95.2</c:v>
                </c:pt>
                <c:pt idx="3520">
                  <c:v>95.35</c:v>
                </c:pt>
                <c:pt idx="3521">
                  <c:v>96.75</c:v>
                </c:pt>
                <c:pt idx="3522">
                  <c:v>96.2</c:v>
                </c:pt>
                <c:pt idx="3523">
                  <c:v>97.5</c:v>
                </c:pt>
                <c:pt idx="3524">
                  <c:v>97</c:v>
                </c:pt>
                <c:pt idx="3525">
                  <c:v>95.6</c:v>
                </c:pt>
                <c:pt idx="3526">
                  <c:v>95.7</c:v>
                </c:pt>
                <c:pt idx="3527">
                  <c:v>95</c:v>
                </c:pt>
                <c:pt idx="3528">
                  <c:v>95.25</c:v>
                </c:pt>
                <c:pt idx="3529">
                  <c:v>95.55</c:v>
                </c:pt>
                <c:pt idx="3530">
                  <c:v>95.75</c:v>
                </c:pt>
                <c:pt idx="3531">
                  <c:v>94.9</c:v>
                </c:pt>
                <c:pt idx="3532">
                  <c:v>95.1</c:v>
                </c:pt>
                <c:pt idx="3533">
                  <c:v>95.3</c:v>
                </c:pt>
                <c:pt idx="3534">
                  <c:v>95.05</c:v>
                </c:pt>
                <c:pt idx="3535">
                  <c:v>95.3</c:v>
                </c:pt>
                <c:pt idx="3536">
                  <c:v>95.2</c:v>
                </c:pt>
                <c:pt idx="3537">
                  <c:v>94.5</c:v>
                </c:pt>
                <c:pt idx="3538">
                  <c:v>94.7</c:v>
                </c:pt>
                <c:pt idx="3539">
                  <c:v>96.15</c:v>
                </c:pt>
                <c:pt idx="3540">
                  <c:v>96.35</c:v>
                </c:pt>
                <c:pt idx="3541">
                  <c:v>97.6</c:v>
                </c:pt>
                <c:pt idx="3542">
                  <c:v>99</c:v>
                </c:pt>
                <c:pt idx="3543">
                  <c:v>98.9</c:v>
                </c:pt>
                <c:pt idx="3544">
                  <c:v>98.85</c:v>
                </c:pt>
                <c:pt idx="3545">
                  <c:v>98.5</c:v>
                </c:pt>
                <c:pt idx="3546">
                  <c:v>98.8</c:v>
                </c:pt>
                <c:pt idx="3547">
                  <c:v>98.35</c:v>
                </c:pt>
                <c:pt idx="3548">
                  <c:v>101.45</c:v>
                </c:pt>
                <c:pt idx="3549">
                  <c:v>102.3</c:v>
                </c:pt>
                <c:pt idx="3550">
                  <c:v>99.3</c:v>
                </c:pt>
                <c:pt idx="3551">
                  <c:v>100.85</c:v>
                </c:pt>
                <c:pt idx="3552">
                  <c:v>101.25</c:v>
                </c:pt>
                <c:pt idx="3553">
                  <c:v>103.2</c:v>
                </c:pt>
                <c:pt idx="3554">
                  <c:v>105.6</c:v>
                </c:pt>
                <c:pt idx="3555">
                  <c:v>104</c:v>
                </c:pt>
                <c:pt idx="3556">
                  <c:v>105.5</c:v>
                </c:pt>
                <c:pt idx="3557">
                  <c:v>107.45</c:v>
                </c:pt>
                <c:pt idx="3558">
                  <c:v>105</c:v>
                </c:pt>
                <c:pt idx="3559">
                  <c:v>108</c:v>
                </c:pt>
                <c:pt idx="3560">
                  <c:v>108.4</c:v>
                </c:pt>
                <c:pt idx="3561">
                  <c:v>108.7</c:v>
                </c:pt>
                <c:pt idx="3562">
                  <c:v>106.6</c:v>
                </c:pt>
                <c:pt idx="3563">
                  <c:v>106.9</c:v>
                </c:pt>
                <c:pt idx="3564">
                  <c:v>106.75</c:v>
                </c:pt>
                <c:pt idx="3565">
                  <c:v>107.8</c:v>
                </c:pt>
                <c:pt idx="3566">
                  <c:v>107.65</c:v>
                </c:pt>
                <c:pt idx="3567">
                  <c:v>107.85</c:v>
                </c:pt>
                <c:pt idx="3568">
                  <c:v>107.7</c:v>
                </c:pt>
                <c:pt idx="3569">
                  <c:v>107.2</c:v>
                </c:pt>
                <c:pt idx="3570">
                  <c:v>105.95</c:v>
                </c:pt>
                <c:pt idx="3571">
                  <c:v>105.95</c:v>
                </c:pt>
                <c:pt idx="3572">
                  <c:v>105.6</c:v>
                </c:pt>
                <c:pt idx="3573">
                  <c:v>105.5</c:v>
                </c:pt>
                <c:pt idx="3574">
                  <c:v>106.1</c:v>
                </c:pt>
                <c:pt idx="3575">
                  <c:v>105.6</c:v>
                </c:pt>
                <c:pt idx="3576">
                  <c:v>105.8</c:v>
                </c:pt>
                <c:pt idx="3577">
                  <c:v>104.55</c:v>
                </c:pt>
                <c:pt idx="3578">
                  <c:v>105.1</c:v>
                </c:pt>
                <c:pt idx="3579">
                  <c:v>102.5</c:v>
                </c:pt>
                <c:pt idx="3580">
                  <c:v>102.5</c:v>
                </c:pt>
                <c:pt idx="3581">
                  <c:v>103.55</c:v>
                </c:pt>
                <c:pt idx="3582">
                  <c:v>106.85</c:v>
                </c:pt>
                <c:pt idx="3583">
                  <c:v>111.5</c:v>
                </c:pt>
                <c:pt idx="3584">
                  <c:v>112.85</c:v>
                </c:pt>
                <c:pt idx="3585">
                  <c:v>112</c:v>
                </c:pt>
                <c:pt idx="3586">
                  <c:v>114.45</c:v>
                </c:pt>
                <c:pt idx="3587">
                  <c:v>119.5</c:v>
                </c:pt>
                <c:pt idx="3588">
                  <c:v>122.25</c:v>
                </c:pt>
                <c:pt idx="3589">
                  <c:v>124.9</c:v>
                </c:pt>
                <c:pt idx="3590">
                  <c:v>124.45</c:v>
                </c:pt>
                <c:pt idx="3591">
                  <c:v>125.4</c:v>
                </c:pt>
                <c:pt idx="3592">
                  <c:v>130.85</c:v>
                </c:pt>
                <c:pt idx="3593">
                  <c:v>128.15</c:v>
                </c:pt>
                <c:pt idx="3594">
                  <c:v>126.9</c:v>
                </c:pt>
                <c:pt idx="3595">
                  <c:v>124.85</c:v>
                </c:pt>
                <c:pt idx="3596">
                  <c:v>125.05</c:v>
                </c:pt>
                <c:pt idx="3597">
                  <c:v>122</c:v>
                </c:pt>
                <c:pt idx="3598">
                  <c:v>125.2</c:v>
                </c:pt>
                <c:pt idx="3599">
                  <c:v>125.25</c:v>
                </c:pt>
                <c:pt idx="3600">
                  <c:v>124.25</c:v>
                </c:pt>
                <c:pt idx="3601">
                  <c:v>126.9</c:v>
                </c:pt>
                <c:pt idx="3602">
                  <c:v>128.1</c:v>
                </c:pt>
                <c:pt idx="3603">
                  <c:v>137.35</c:v>
                </c:pt>
                <c:pt idx="3604">
                  <c:v>135.94999999999999</c:v>
                </c:pt>
                <c:pt idx="3605">
                  <c:v>133.75</c:v>
                </c:pt>
                <c:pt idx="3606">
                  <c:v>136.44999999999999</c:v>
                </c:pt>
                <c:pt idx="3607">
                  <c:v>133.4</c:v>
                </c:pt>
                <c:pt idx="3608">
                  <c:v>131.80000000000001</c:v>
                </c:pt>
                <c:pt idx="3609">
                  <c:v>133.5</c:v>
                </c:pt>
                <c:pt idx="3610">
                  <c:v>133.94999999999999</c:v>
                </c:pt>
                <c:pt idx="3611">
                  <c:v>131.19999999999999</c:v>
                </c:pt>
                <c:pt idx="3612">
                  <c:v>132.30000000000001</c:v>
                </c:pt>
                <c:pt idx="3613">
                  <c:v>131.4</c:v>
                </c:pt>
                <c:pt idx="3614">
                  <c:v>132.4</c:v>
                </c:pt>
                <c:pt idx="3615">
                  <c:v>132.4</c:v>
                </c:pt>
                <c:pt idx="3616">
                  <c:v>132.55000000000001</c:v>
                </c:pt>
                <c:pt idx="3617">
                  <c:v>136.55000000000001</c:v>
                </c:pt>
                <c:pt idx="3618">
                  <c:v>139.19999999999999</c:v>
                </c:pt>
                <c:pt idx="3619">
                  <c:v>140</c:v>
                </c:pt>
                <c:pt idx="3620">
                  <c:v>141.30000000000001</c:v>
                </c:pt>
                <c:pt idx="3621">
                  <c:v>140.5</c:v>
                </c:pt>
                <c:pt idx="3622">
                  <c:v>144.19999999999999</c:v>
                </c:pt>
                <c:pt idx="3623">
                  <c:v>146.05000000000001</c:v>
                </c:pt>
                <c:pt idx="3624">
                  <c:v>137.75</c:v>
                </c:pt>
                <c:pt idx="3625">
                  <c:v>136.19999999999999</c:v>
                </c:pt>
                <c:pt idx="3626">
                  <c:v>137.55000000000001</c:v>
                </c:pt>
                <c:pt idx="3627">
                  <c:v>132.69999999999999</c:v>
                </c:pt>
                <c:pt idx="3628">
                  <c:v>133.94999999999999</c:v>
                </c:pt>
                <c:pt idx="3629">
                  <c:v>135.15</c:v>
                </c:pt>
                <c:pt idx="3630">
                  <c:v>136.25</c:v>
                </c:pt>
                <c:pt idx="3631">
                  <c:v>138.69999999999999</c:v>
                </c:pt>
                <c:pt idx="3632">
                  <c:v>137.1</c:v>
                </c:pt>
                <c:pt idx="3633">
                  <c:v>136.9</c:v>
                </c:pt>
                <c:pt idx="3634">
                  <c:v>135.75</c:v>
                </c:pt>
                <c:pt idx="3635">
                  <c:v>136.30000000000001</c:v>
                </c:pt>
                <c:pt idx="3636">
                  <c:v>134.65</c:v>
                </c:pt>
                <c:pt idx="3637">
                  <c:v>134.80000000000001</c:v>
                </c:pt>
                <c:pt idx="3638">
                  <c:v>133.19999999999999</c:v>
                </c:pt>
                <c:pt idx="3639">
                  <c:v>134.69999999999999</c:v>
                </c:pt>
                <c:pt idx="3640">
                  <c:v>133.1</c:v>
                </c:pt>
                <c:pt idx="3641">
                  <c:v>129.80000000000001</c:v>
                </c:pt>
                <c:pt idx="3642">
                  <c:v>132.44999999999999</c:v>
                </c:pt>
                <c:pt idx="3643">
                  <c:v>132.44999999999999</c:v>
                </c:pt>
                <c:pt idx="3644">
                  <c:v>134.05000000000001</c:v>
                </c:pt>
                <c:pt idx="3645">
                  <c:v>134.5</c:v>
                </c:pt>
                <c:pt idx="3646">
                  <c:v>131.9</c:v>
                </c:pt>
                <c:pt idx="3647">
                  <c:v>131.94999999999999</c:v>
                </c:pt>
                <c:pt idx="3648">
                  <c:v>132.25</c:v>
                </c:pt>
                <c:pt idx="3649">
                  <c:v>132.30000000000001</c:v>
                </c:pt>
                <c:pt idx="3650">
                  <c:v>133.19999999999999</c:v>
                </c:pt>
                <c:pt idx="3651">
                  <c:v>134.80000000000001</c:v>
                </c:pt>
                <c:pt idx="3652">
                  <c:v>136.55000000000001</c:v>
                </c:pt>
                <c:pt idx="3653">
                  <c:v>137.1</c:v>
                </c:pt>
                <c:pt idx="3654">
                  <c:v>136.44999999999999</c:v>
                </c:pt>
                <c:pt idx="3655">
                  <c:v>134.15</c:v>
                </c:pt>
                <c:pt idx="3656">
                  <c:v>132.44999999999999</c:v>
                </c:pt>
                <c:pt idx="3657">
                  <c:v>131</c:v>
                </c:pt>
                <c:pt idx="3658">
                  <c:v>129.5</c:v>
                </c:pt>
                <c:pt idx="3659">
                  <c:v>129.19999999999999</c:v>
                </c:pt>
                <c:pt idx="3660">
                  <c:v>132.4</c:v>
                </c:pt>
                <c:pt idx="3661">
                  <c:v>132.5</c:v>
                </c:pt>
                <c:pt idx="3662">
                  <c:v>132.75</c:v>
                </c:pt>
                <c:pt idx="3663">
                  <c:v>134.15</c:v>
                </c:pt>
                <c:pt idx="3664">
                  <c:v>134.44999999999999</c:v>
                </c:pt>
                <c:pt idx="3665">
                  <c:v>133.1</c:v>
                </c:pt>
                <c:pt idx="3666">
                  <c:v>134.05000000000001</c:v>
                </c:pt>
                <c:pt idx="3667">
                  <c:v>136.15</c:v>
                </c:pt>
                <c:pt idx="3668">
                  <c:v>137.85</c:v>
                </c:pt>
                <c:pt idx="3669">
                  <c:v>135.15</c:v>
                </c:pt>
                <c:pt idx="3670">
                  <c:v>136.75</c:v>
                </c:pt>
                <c:pt idx="3671">
                  <c:v>135.94999999999999</c:v>
                </c:pt>
                <c:pt idx="3672">
                  <c:v>136.15</c:v>
                </c:pt>
                <c:pt idx="3673">
                  <c:v>136.55000000000001</c:v>
                </c:pt>
                <c:pt idx="3674">
                  <c:v>136.85</c:v>
                </c:pt>
                <c:pt idx="3675">
                  <c:v>137</c:v>
                </c:pt>
                <c:pt idx="3676">
                  <c:v>136.5</c:v>
                </c:pt>
                <c:pt idx="3677">
                  <c:v>135.85</c:v>
                </c:pt>
                <c:pt idx="3678">
                  <c:v>136</c:v>
                </c:pt>
                <c:pt idx="3679">
                  <c:v>137</c:v>
                </c:pt>
                <c:pt idx="3680">
                  <c:v>139.55000000000001</c:v>
                </c:pt>
                <c:pt idx="3681">
                  <c:v>135.25</c:v>
                </c:pt>
                <c:pt idx="3682">
                  <c:v>135.94999999999999</c:v>
                </c:pt>
                <c:pt idx="3683">
                  <c:v>137.25</c:v>
                </c:pt>
                <c:pt idx="3684">
                  <c:v>137.9</c:v>
                </c:pt>
                <c:pt idx="3685">
                  <c:v>138.05000000000001</c:v>
                </c:pt>
                <c:pt idx="3686">
                  <c:v>136.05000000000001</c:v>
                </c:pt>
                <c:pt idx="3687">
                  <c:v>134.85</c:v>
                </c:pt>
                <c:pt idx="3688">
                  <c:v>136.05000000000001</c:v>
                </c:pt>
                <c:pt idx="3689">
                  <c:v>133.94999999999999</c:v>
                </c:pt>
                <c:pt idx="3690">
                  <c:v>134.1</c:v>
                </c:pt>
                <c:pt idx="3691">
                  <c:v>135.1</c:v>
                </c:pt>
                <c:pt idx="3692">
                  <c:v>139.94999999999999</c:v>
                </c:pt>
                <c:pt idx="3693">
                  <c:v>139.80000000000001</c:v>
                </c:pt>
                <c:pt idx="3694">
                  <c:v>139.85</c:v>
                </c:pt>
                <c:pt idx="3695">
                  <c:v>142.05000000000001</c:v>
                </c:pt>
                <c:pt idx="3696">
                  <c:v>142.5</c:v>
                </c:pt>
                <c:pt idx="3697">
                  <c:v>142.55000000000001</c:v>
                </c:pt>
                <c:pt idx="3698">
                  <c:v>144.44999999999999</c:v>
                </c:pt>
                <c:pt idx="3699">
                  <c:v>145.80000000000001</c:v>
                </c:pt>
                <c:pt idx="3700">
                  <c:v>144.85</c:v>
                </c:pt>
                <c:pt idx="3701">
                  <c:v>142.44999999999999</c:v>
                </c:pt>
                <c:pt idx="3702">
                  <c:v>144.9</c:v>
                </c:pt>
                <c:pt idx="3703">
                  <c:v>148.1</c:v>
                </c:pt>
                <c:pt idx="3704">
                  <c:v>147.65</c:v>
                </c:pt>
                <c:pt idx="3705">
                  <c:v>142.94999999999999</c:v>
                </c:pt>
                <c:pt idx="3706">
                  <c:v>144.65</c:v>
                </c:pt>
                <c:pt idx="3707">
                  <c:v>144.1</c:v>
                </c:pt>
                <c:pt idx="3708">
                  <c:v>146.75</c:v>
                </c:pt>
                <c:pt idx="3709">
                  <c:v>148.35</c:v>
                </c:pt>
                <c:pt idx="3710">
                  <c:v>146.65</c:v>
                </c:pt>
                <c:pt idx="3711">
                  <c:v>146.15</c:v>
                </c:pt>
                <c:pt idx="3712">
                  <c:v>146.55000000000001</c:v>
                </c:pt>
                <c:pt idx="3713">
                  <c:v>142.44999999999999</c:v>
                </c:pt>
                <c:pt idx="3714">
                  <c:v>139.1</c:v>
                </c:pt>
                <c:pt idx="3715">
                  <c:v>139.15</c:v>
                </c:pt>
                <c:pt idx="3716">
                  <c:v>140.75</c:v>
                </c:pt>
                <c:pt idx="3717">
                  <c:v>142.69999999999999</c:v>
                </c:pt>
                <c:pt idx="3718">
                  <c:v>138.35</c:v>
                </c:pt>
                <c:pt idx="3719">
                  <c:v>138.05000000000001</c:v>
                </c:pt>
                <c:pt idx="3720">
                  <c:v>137.19999999999999</c:v>
                </c:pt>
                <c:pt idx="3721">
                  <c:v>136.5</c:v>
                </c:pt>
                <c:pt idx="3722">
                  <c:v>136.75</c:v>
                </c:pt>
                <c:pt idx="3723">
                  <c:v>135.85</c:v>
                </c:pt>
                <c:pt idx="3724">
                  <c:v>134.94999999999999</c:v>
                </c:pt>
                <c:pt idx="3725">
                  <c:v>137.25</c:v>
                </c:pt>
                <c:pt idx="3726">
                  <c:v>135.94999999999999</c:v>
                </c:pt>
                <c:pt idx="3727">
                  <c:v>134.80000000000001</c:v>
                </c:pt>
                <c:pt idx="3728">
                  <c:v>134.44999999999999</c:v>
                </c:pt>
                <c:pt idx="3729">
                  <c:v>133.05000000000001</c:v>
                </c:pt>
                <c:pt idx="3730">
                  <c:v>131</c:v>
                </c:pt>
                <c:pt idx="3731">
                  <c:v>131.6</c:v>
                </c:pt>
                <c:pt idx="3732">
                  <c:v>135.80000000000001</c:v>
                </c:pt>
                <c:pt idx="3733">
                  <c:v>136.85</c:v>
                </c:pt>
                <c:pt idx="3734">
                  <c:v>139.05000000000001</c:v>
                </c:pt>
                <c:pt idx="3735">
                  <c:v>136.30000000000001</c:v>
                </c:pt>
                <c:pt idx="3736">
                  <c:v>137.1</c:v>
                </c:pt>
                <c:pt idx="3737">
                  <c:v>137</c:v>
                </c:pt>
                <c:pt idx="3738">
                  <c:v>137.65</c:v>
                </c:pt>
                <c:pt idx="3739">
                  <c:v>138</c:v>
                </c:pt>
                <c:pt idx="3740">
                  <c:v>137.1</c:v>
                </c:pt>
                <c:pt idx="3741">
                  <c:v>138.75</c:v>
                </c:pt>
                <c:pt idx="3742">
                  <c:v>138.9</c:v>
                </c:pt>
                <c:pt idx="3743">
                  <c:v>135.80000000000001</c:v>
                </c:pt>
                <c:pt idx="3744">
                  <c:v>137.75</c:v>
                </c:pt>
                <c:pt idx="3745">
                  <c:v>138.35</c:v>
                </c:pt>
                <c:pt idx="3746">
                  <c:v>138.44999999999999</c:v>
                </c:pt>
                <c:pt idx="3747">
                  <c:v>136.5</c:v>
                </c:pt>
                <c:pt idx="3748">
                  <c:v>135.85</c:v>
                </c:pt>
                <c:pt idx="3749">
                  <c:v>136.05000000000001</c:v>
                </c:pt>
                <c:pt idx="3750">
                  <c:v>142.94999999999999</c:v>
                </c:pt>
                <c:pt idx="3751">
                  <c:v>147.35</c:v>
                </c:pt>
                <c:pt idx="3752">
                  <c:v>147.85</c:v>
                </c:pt>
                <c:pt idx="3753">
                  <c:v>147.4</c:v>
                </c:pt>
                <c:pt idx="3754">
                  <c:v>146.9</c:v>
                </c:pt>
                <c:pt idx="3755">
                  <c:v>148.35</c:v>
                </c:pt>
                <c:pt idx="3756">
                  <c:v>149.55000000000001</c:v>
                </c:pt>
                <c:pt idx="3757">
                  <c:v>149.94999999999999</c:v>
                </c:pt>
                <c:pt idx="3758">
                  <c:v>149.44999999999999</c:v>
                </c:pt>
                <c:pt idx="3759">
                  <c:v>148.80000000000001</c:v>
                </c:pt>
                <c:pt idx="3760">
                  <c:v>148</c:v>
                </c:pt>
                <c:pt idx="3761">
                  <c:v>147.85</c:v>
                </c:pt>
                <c:pt idx="3762">
                  <c:v>147.19999999999999</c:v>
                </c:pt>
                <c:pt idx="3763">
                  <c:v>146.25</c:v>
                </c:pt>
                <c:pt idx="3764">
                  <c:v>143.65</c:v>
                </c:pt>
                <c:pt idx="3765">
                  <c:v>143.44999999999999</c:v>
                </c:pt>
                <c:pt idx="3766">
                  <c:v>141.44999999999999</c:v>
                </c:pt>
                <c:pt idx="3767">
                  <c:v>145.1</c:v>
                </c:pt>
                <c:pt idx="3768">
                  <c:v>145.75</c:v>
                </c:pt>
                <c:pt idx="3769">
                  <c:v>150.25</c:v>
                </c:pt>
                <c:pt idx="3770">
                  <c:v>151.5</c:v>
                </c:pt>
                <c:pt idx="3771">
                  <c:v>152.75</c:v>
                </c:pt>
                <c:pt idx="3772">
                  <c:v>154.75</c:v>
                </c:pt>
                <c:pt idx="3773">
                  <c:v>154.30000000000001</c:v>
                </c:pt>
                <c:pt idx="3774">
                  <c:v>153.25</c:v>
                </c:pt>
                <c:pt idx="3775">
                  <c:v>155.9</c:v>
                </c:pt>
                <c:pt idx="3776">
                  <c:v>156.75</c:v>
                </c:pt>
                <c:pt idx="3777">
                  <c:v>154.55000000000001</c:v>
                </c:pt>
                <c:pt idx="3778">
                  <c:v>152.75</c:v>
                </c:pt>
                <c:pt idx="3779">
                  <c:v>157.1</c:v>
                </c:pt>
                <c:pt idx="3780">
                  <c:v>156.85</c:v>
                </c:pt>
                <c:pt idx="3781">
                  <c:v>156.69999999999999</c:v>
                </c:pt>
                <c:pt idx="3782">
                  <c:v>155.55000000000001</c:v>
                </c:pt>
                <c:pt idx="3783">
                  <c:v>154.44999999999999</c:v>
                </c:pt>
                <c:pt idx="3784">
                  <c:v>155.15</c:v>
                </c:pt>
                <c:pt idx="3785">
                  <c:v>150.25</c:v>
                </c:pt>
                <c:pt idx="3786">
                  <c:v>148.5</c:v>
                </c:pt>
                <c:pt idx="3787">
                  <c:v>147.9</c:v>
                </c:pt>
                <c:pt idx="3788">
                  <c:v>149.65</c:v>
                </c:pt>
                <c:pt idx="3789">
                  <c:v>146.6</c:v>
                </c:pt>
                <c:pt idx="3790">
                  <c:v>146.75</c:v>
                </c:pt>
                <c:pt idx="3791">
                  <c:v>147.65</c:v>
                </c:pt>
                <c:pt idx="3792">
                  <c:v>146.65</c:v>
                </c:pt>
                <c:pt idx="3793">
                  <c:v>146.1</c:v>
                </c:pt>
                <c:pt idx="3794">
                  <c:v>148.19999999999999</c:v>
                </c:pt>
                <c:pt idx="3795">
                  <c:v>149.19999999999999</c:v>
                </c:pt>
                <c:pt idx="3796">
                  <c:v>147.94999999999999</c:v>
                </c:pt>
                <c:pt idx="3797">
                  <c:v>146.5</c:v>
                </c:pt>
                <c:pt idx="3798">
                  <c:v>145.1</c:v>
                </c:pt>
                <c:pt idx="3799">
                  <c:v>144.75</c:v>
                </c:pt>
                <c:pt idx="3800">
                  <c:v>145</c:v>
                </c:pt>
                <c:pt idx="3801">
                  <c:v>145.25</c:v>
                </c:pt>
                <c:pt idx="3802">
                  <c:v>146.44999999999999</c:v>
                </c:pt>
                <c:pt idx="3803">
                  <c:v>147.94999999999999</c:v>
                </c:pt>
                <c:pt idx="3804">
                  <c:v>147.94999999999999</c:v>
                </c:pt>
                <c:pt idx="3805">
                  <c:v>147.30000000000001</c:v>
                </c:pt>
                <c:pt idx="3806">
                  <c:v>151</c:v>
                </c:pt>
                <c:pt idx="3807">
                  <c:v>152.69999999999999</c:v>
                </c:pt>
                <c:pt idx="3808">
                  <c:v>154.35</c:v>
                </c:pt>
                <c:pt idx="3809">
                  <c:v>151.55000000000001</c:v>
                </c:pt>
                <c:pt idx="3810">
                  <c:v>150.69999999999999</c:v>
                </c:pt>
                <c:pt idx="3811">
                  <c:v>150.1</c:v>
                </c:pt>
                <c:pt idx="3812">
                  <c:v>149.80000000000001</c:v>
                </c:pt>
                <c:pt idx="3813">
                  <c:v>148.85</c:v>
                </c:pt>
                <c:pt idx="3814">
                  <c:v>147.05000000000001</c:v>
                </c:pt>
                <c:pt idx="3815">
                  <c:v>146.65</c:v>
                </c:pt>
                <c:pt idx="3816">
                  <c:v>145.85</c:v>
                </c:pt>
                <c:pt idx="3817">
                  <c:v>144.94999999999999</c:v>
                </c:pt>
                <c:pt idx="3818">
                  <c:v>144.44999999999999</c:v>
                </c:pt>
                <c:pt idx="3819">
                  <c:v>143.05000000000001</c:v>
                </c:pt>
                <c:pt idx="3820">
                  <c:v>142.19999999999999</c:v>
                </c:pt>
                <c:pt idx="3821">
                  <c:v>144.15</c:v>
                </c:pt>
                <c:pt idx="3822">
                  <c:v>143.15</c:v>
                </c:pt>
                <c:pt idx="3823">
                  <c:v>140.6</c:v>
                </c:pt>
                <c:pt idx="3824">
                  <c:v>140.30000000000001</c:v>
                </c:pt>
                <c:pt idx="3825">
                  <c:v>140</c:v>
                </c:pt>
                <c:pt idx="3826">
                  <c:v>143</c:v>
                </c:pt>
                <c:pt idx="3827">
                  <c:v>139.30000000000001</c:v>
                </c:pt>
                <c:pt idx="3828">
                  <c:v>140.85</c:v>
                </c:pt>
                <c:pt idx="3829">
                  <c:v>139.4</c:v>
                </c:pt>
                <c:pt idx="3830">
                  <c:v>140.05000000000001</c:v>
                </c:pt>
                <c:pt idx="3831">
                  <c:v>140.05000000000001</c:v>
                </c:pt>
                <c:pt idx="3832">
                  <c:v>138.75</c:v>
                </c:pt>
                <c:pt idx="3833">
                  <c:v>140.80000000000001</c:v>
                </c:pt>
                <c:pt idx="3834">
                  <c:v>139.5</c:v>
                </c:pt>
                <c:pt idx="3835">
                  <c:v>140.94999999999999</c:v>
                </c:pt>
                <c:pt idx="3836">
                  <c:v>143.1</c:v>
                </c:pt>
                <c:pt idx="3837">
                  <c:v>143.05000000000001</c:v>
                </c:pt>
                <c:pt idx="3838">
                  <c:v>143.19999999999999</c:v>
                </c:pt>
                <c:pt idx="3839">
                  <c:v>143.19999999999999</c:v>
                </c:pt>
                <c:pt idx="3840">
                  <c:v>143.69999999999999</c:v>
                </c:pt>
                <c:pt idx="3841">
                  <c:v>143.1</c:v>
                </c:pt>
                <c:pt idx="3842">
                  <c:v>142.5</c:v>
                </c:pt>
                <c:pt idx="3843">
                  <c:v>143.19999999999999</c:v>
                </c:pt>
                <c:pt idx="3844">
                  <c:v>144.35</c:v>
                </c:pt>
                <c:pt idx="3845">
                  <c:v>144.9</c:v>
                </c:pt>
                <c:pt idx="3846">
                  <c:v>146.15</c:v>
                </c:pt>
                <c:pt idx="3847">
                  <c:v>147.35</c:v>
                </c:pt>
                <c:pt idx="3848">
                  <c:v>147.15</c:v>
                </c:pt>
                <c:pt idx="3849">
                  <c:v>146</c:v>
                </c:pt>
                <c:pt idx="3850">
                  <c:v>145.4</c:v>
                </c:pt>
                <c:pt idx="3851">
                  <c:v>141.19999999999999</c:v>
                </c:pt>
                <c:pt idx="3852">
                  <c:v>144.1</c:v>
                </c:pt>
                <c:pt idx="3853">
                  <c:v>141.80000000000001</c:v>
                </c:pt>
                <c:pt idx="3854">
                  <c:v>141.94999999999999</c:v>
                </c:pt>
                <c:pt idx="3855">
                  <c:v>140</c:v>
                </c:pt>
                <c:pt idx="3856">
                  <c:v>141.30000000000001</c:v>
                </c:pt>
                <c:pt idx="3857">
                  <c:v>139.4</c:v>
                </c:pt>
                <c:pt idx="3858">
                  <c:v>139.85</c:v>
                </c:pt>
                <c:pt idx="3859">
                  <c:v>141.30000000000001</c:v>
                </c:pt>
                <c:pt idx="3860">
                  <c:v>139.1</c:v>
                </c:pt>
                <c:pt idx="3861">
                  <c:v>139.5</c:v>
                </c:pt>
                <c:pt idx="3862">
                  <c:v>139.1</c:v>
                </c:pt>
                <c:pt idx="3863">
                  <c:v>142.35</c:v>
                </c:pt>
                <c:pt idx="3864">
                  <c:v>141.5</c:v>
                </c:pt>
                <c:pt idx="3865">
                  <c:v>141.5</c:v>
                </c:pt>
                <c:pt idx="3866">
                  <c:v>140</c:v>
                </c:pt>
                <c:pt idx="3867">
                  <c:v>138.6</c:v>
                </c:pt>
                <c:pt idx="3868">
                  <c:v>138</c:v>
                </c:pt>
                <c:pt idx="3869">
                  <c:v>137</c:v>
                </c:pt>
                <c:pt idx="3870">
                  <c:v>138.65</c:v>
                </c:pt>
                <c:pt idx="3871">
                  <c:v>140</c:v>
                </c:pt>
                <c:pt idx="3872">
                  <c:v>140.19999999999999</c:v>
                </c:pt>
                <c:pt idx="3873">
                  <c:v>139.75</c:v>
                </c:pt>
                <c:pt idx="3874">
                  <c:v>139.6</c:v>
                </c:pt>
                <c:pt idx="3875">
                  <c:v>141.19999999999999</c:v>
                </c:pt>
                <c:pt idx="3876">
                  <c:v>140.19999999999999</c:v>
                </c:pt>
                <c:pt idx="3877">
                  <c:v>140</c:v>
                </c:pt>
                <c:pt idx="3878">
                  <c:v>142.80000000000001</c:v>
                </c:pt>
                <c:pt idx="3879">
                  <c:v>142.25</c:v>
                </c:pt>
                <c:pt idx="3880">
                  <c:v>142.05000000000001</c:v>
                </c:pt>
                <c:pt idx="3881">
                  <c:v>140.4</c:v>
                </c:pt>
                <c:pt idx="3882">
                  <c:v>141.35</c:v>
                </c:pt>
                <c:pt idx="3883">
                  <c:v>140</c:v>
                </c:pt>
                <c:pt idx="3884">
                  <c:v>142.4</c:v>
                </c:pt>
                <c:pt idx="3885">
                  <c:v>142</c:v>
                </c:pt>
                <c:pt idx="3886">
                  <c:v>140.6</c:v>
                </c:pt>
                <c:pt idx="3887">
                  <c:v>141</c:v>
                </c:pt>
                <c:pt idx="3888">
                  <c:v>140.75</c:v>
                </c:pt>
                <c:pt idx="3889">
                  <c:v>141.05000000000001</c:v>
                </c:pt>
                <c:pt idx="3890">
                  <c:v>139.6</c:v>
                </c:pt>
                <c:pt idx="3891">
                  <c:v>138.05000000000001</c:v>
                </c:pt>
                <c:pt idx="3892">
                  <c:v>137.94999999999999</c:v>
                </c:pt>
                <c:pt idx="3893">
                  <c:v>136</c:v>
                </c:pt>
                <c:pt idx="3894">
                  <c:v>137.80000000000001</c:v>
                </c:pt>
                <c:pt idx="3895">
                  <c:v>138.35</c:v>
                </c:pt>
                <c:pt idx="3896">
                  <c:v>138.1</c:v>
                </c:pt>
                <c:pt idx="3897">
                  <c:v>137.4</c:v>
                </c:pt>
                <c:pt idx="3898">
                  <c:v>136.44999999999999</c:v>
                </c:pt>
                <c:pt idx="3899">
                  <c:v>136.1</c:v>
                </c:pt>
                <c:pt idx="3900">
                  <c:v>133.4</c:v>
                </c:pt>
                <c:pt idx="3901">
                  <c:v>131.1</c:v>
                </c:pt>
                <c:pt idx="3902">
                  <c:v>128.6</c:v>
                </c:pt>
                <c:pt idx="3903">
                  <c:v>130.94999999999999</c:v>
                </c:pt>
                <c:pt idx="3904">
                  <c:v>134.85</c:v>
                </c:pt>
                <c:pt idx="3905">
                  <c:v>135.15</c:v>
                </c:pt>
                <c:pt idx="3906">
                  <c:v>130.65</c:v>
                </c:pt>
                <c:pt idx="3907">
                  <c:v>129.1</c:v>
                </c:pt>
                <c:pt idx="3908">
                  <c:v>125.2</c:v>
                </c:pt>
                <c:pt idx="3909">
                  <c:v>127.2</c:v>
                </c:pt>
                <c:pt idx="3910">
                  <c:v>123.6</c:v>
                </c:pt>
                <c:pt idx="3911">
                  <c:v>122.3</c:v>
                </c:pt>
                <c:pt idx="3912">
                  <c:v>126.05</c:v>
                </c:pt>
                <c:pt idx="3913">
                  <c:v>126</c:v>
                </c:pt>
                <c:pt idx="3914">
                  <c:v>123.35</c:v>
                </c:pt>
                <c:pt idx="3915">
                  <c:v>124.3</c:v>
                </c:pt>
                <c:pt idx="3916">
                  <c:v>127.55</c:v>
                </c:pt>
                <c:pt idx="3917">
                  <c:v>128.30000000000001</c:v>
                </c:pt>
                <c:pt idx="3918">
                  <c:v>131.1</c:v>
                </c:pt>
                <c:pt idx="3919">
                  <c:v>133.5</c:v>
                </c:pt>
                <c:pt idx="3920">
                  <c:v>136.55000000000001</c:v>
                </c:pt>
                <c:pt idx="3921">
                  <c:v>131</c:v>
                </c:pt>
                <c:pt idx="3922">
                  <c:v>127.8</c:v>
                </c:pt>
                <c:pt idx="3923">
                  <c:v>125.4</c:v>
                </c:pt>
                <c:pt idx="3924">
                  <c:v>126.8</c:v>
                </c:pt>
                <c:pt idx="3925">
                  <c:v>128.35</c:v>
                </c:pt>
                <c:pt idx="3926">
                  <c:v>132.35</c:v>
                </c:pt>
                <c:pt idx="3927">
                  <c:v>130.55000000000001</c:v>
                </c:pt>
                <c:pt idx="3928">
                  <c:v>132.5</c:v>
                </c:pt>
                <c:pt idx="3929">
                  <c:v>132.25</c:v>
                </c:pt>
                <c:pt idx="3930">
                  <c:v>132.55000000000001</c:v>
                </c:pt>
                <c:pt idx="3931">
                  <c:v>132.44999999999999</c:v>
                </c:pt>
                <c:pt idx="3932">
                  <c:v>132.55000000000001</c:v>
                </c:pt>
                <c:pt idx="3933">
                  <c:v>133.30000000000001</c:v>
                </c:pt>
                <c:pt idx="3934">
                  <c:v>133.05000000000001</c:v>
                </c:pt>
                <c:pt idx="3935">
                  <c:v>133</c:v>
                </c:pt>
                <c:pt idx="3936">
                  <c:v>135.05000000000001</c:v>
                </c:pt>
                <c:pt idx="3937">
                  <c:v>135</c:v>
                </c:pt>
                <c:pt idx="3938">
                  <c:v>133.80000000000001</c:v>
                </c:pt>
                <c:pt idx="3939">
                  <c:v>135.9</c:v>
                </c:pt>
                <c:pt idx="3940">
                  <c:v>135.9</c:v>
                </c:pt>
                <c:pt idx="3941">
                  <c:v>136.35</c:v>
                </c:pt>
                <c:pt idx="3942">
                  <c:v>135.75</c:v>
                </c:pt>
                <c:pt idx="3943">
                  <c:v>133.9</c:v>
                </c:pt>
                <c:pt idx="3944">
                  <c:v>131.05000000000001</c:v>
                </c:pt>
                <c:pt idx="3945">
                  <c:v>128.15</c:v>
                </c:pt>
                <c:pt idx="3946">
                  <c:v>128.75</c:v>
                </c:pt>
                <c:pt idx="3947">
                  <c:v>128.94999999999999</c:v>
                </c:pt>
                <c:pt idx="3948">
                  <c:v>131.65</c:v>
                </c:pt>
                <c:pt idx="3949">
                  <c:v>131.19999999999999</c:v>
                </c:pt>
                <c:pt idx="3950">
                  <c:v>130.94999999999999</c:v>
                </c:pt>
                <c:pt idx="3951">
                  <c:v>131.30000000000001</c:v>
                </c:pt>
                <c:pt idx="3952">
                  <c:v>130.05000000000001</c:v>
                </c:pt>
                <c:pt idx="3953">
                  <c:v>128.30000000000001</c:v>
                </c:pt>
                <c:pt idx="3954">
                  <c:v>129.44999999999999</c:v>
                </c:pt>
                <c:pt idx="3955">
                  <c:v>130.19999999999999</c:v>
                </c:pt>
                <c:pt idx="3956">
                  <c:v>129</c:v>
                </c:pt>
                <c:pt idx="3957">
                  <c:v>130.75</c:v>
                </c:pt>
                <c:pt idx="3958">
                  <c:v>130.9</c:v>
                </c:pt>
                <c:pt idx="3959">
                  <c:v>131.85</c:v>
                </c:pt>
                <c:pt idx="3960">
                  <c:v>130.9</c:v>
                </c:pt>
                <c:pt idx="3961">
                  <c:v>131.4</c:v>
                </c:pt>
                <c:pt idx="3962">
                  <c:v>131.85</c:v>
                </c:pt>
                <c:pt idx="3963">
                  <c:v>133.80000000000001</c:v>
                </c:pt>
                <c:pt idx="3964">
                  <c:v>133.5</c:v>
                </c:pt>
                <c:pt idx="3965">
                  <c:v>136.1</c:v>
                </c:pt>
                <c:pt idx="3966">
                  <c:v>136</c:v>
                </c:pt>
                <c:pt idx="3967">
                  <c:v>135.4</c:v>
                </c:pt>
                <c:pt idx="3968">
                  <c:v>133.80000000000001</c:v>
                </c:pt>
                <c:pt idx="3969">
                  <c:v>130.75</c:v>
                </c:pt>
                <c:pt idx="3970">
                  <c:v>131.15</c:v>
                </c:pt>
                <c:pt idx="3971">
                  <c:v>130.19999999999999</c:v>
                </c:pt>
                <c:pt idx="3972">
                  <c:v>130.15</c:v>
                </c:pt>
                <c:pt idx="3973">
                  <c:v>130.75</c:v>
                </c:pt>
                <c:pt idx="3974">
                  <c:v>128</c:v>
                </c:pt>
                <c:pt idx="3975">
                  <c:v>128.15</c:v>
                </c:pt>
                <c:pt idx="3976">
                  <c:v>129.5</c:v>
                </c:pt>
                <c:pt idx="3977">
                  <c:v>133.35</c:v>
                </c:pt>
                <c:pt idx="3978">
                  <c:v>134.55000000000001</c:v>
                </c:pt>
                <c:pt idx="3979">
                  <c:v>135.4</c:v>
                </c:pt>
                <c:pt idx="3980">
                  <c:v>139.44999999999999</c:v>
                </c:pt>
                <c:pt idx="3981">
                  <c:v>138.5</c:v>
                </c:pt>
                <c:pt idx="3982">
                  <c:v>140.05000000000001</c:v>
                </c:pt>
                <c:pt idx="3983">
                  <c:v>140.1</c:v>
                </c:pt>
                <c:pt idx="3984">
                  <c:v>142.15</c:v>
                </c:pt>
                <c:pt idx="3985">
                  <c:v>140.94999999999999</c:v>
                </c:pt>
                <c:pt idx="3986">
                  <c:v>141</c:v>
                </c:pt>
                <c:pt idx="3987">
                  <c:v>141.15</c:v>
                </c:pt>
                <c:pt idx="3988">
                  <c:v>141</c:v>
                </c:pt>
                <c:pt idx="3989">
                  <c:v>140.94999999999999</c:v>
                </c:pt>
                <c:pt idx="3990">
                  <c:v>139.15</c:v>
                </c:pt>
                <c:pt idx="3991">
                  <c:v>139.5</c:v>
                </c:pt>
                <c:pt idx="3992">
                  <c:v>138.1</c:v>
                </c:pt>
                <c:pt idx="3993">
                  <c:v>141.65</c:v>
                </c:pt>
                <c:pt idx="3994">
                  <c:v>143.25</c:v>
                </c:pt>
                <c:pt idx="3995">
                  <c:v>142.75</c:v>
                </c:pt>
                <c:pt idx="3996">
                  <c:v>142.9</c:v>
                </c:pt>
                <c:pt idx="3997">
                  <c:v>142.85</c:v>
                </c:pt>
                <c:pt idx="3998">
                  <c:v>139.1</c:v>
                </c:pt>
                <c:pt idx="3999">
                  <c:v>138.15</c:v>
                </c:pt>
                <c:pt idx="4000">
                  <c:v>135.94999999999999</c:v>
                </c:pt>
                <c:pt idx="4001">
                  <c:v>134.65</c:v>
                </c:pt>
                <c:pt idx="4002">
                  <c:v>132.19999999999999</c:v>
                </c:pt>
                <c:pt idx="4003">
                  <c:v>133.1</c:v>
                </c:pt>
                <c:pt idx="4004">
                  <c:v>133</c:v>
                </c:pt>
                <c:pt idx="4005">
                  <c:v>138.25</c:v>
                </c:pt>
                <c:pt idx="4006">
                  <c:v>143.69999999999999</c:v>
                </c:pt>
                <c:pt idx="4007">
                  <c:v>147.85</c:v>
                </c:pt>
                <c:pt idx="4008">
                  <c:v>146.75</c:v>
                </c:pt>
                <c:pt idx="4009">
                  <c:v>146.25</c:v>
                </c:pt>
                <c:pt idx="4010">
                  <c:v>143.25</c:v>
                </c:pt>
                <c:pt idx="4011">
                  <c:v>146.80000000000001</c:v>
                </c:pt>
                <c:pt idx="4012">
                  <c:v>145.25</c:v>
                </c:pt>
                <c:pt idx="4013">
                  <c:v>142.44999999999999</c:v>
                </c:pt>
                <c:pt idx="4014">
                  <c:v>141.94999999999999</c:v>
                </c:pt>
                <c:pt idx="4015">
                  <c:v>143.35</c:v>
                </c:pt>
                <c:pt idx="4016">
                  <c:v>136.69999999999999</c:v>
                </c:pt>
                <c:pt idx="4017">
                  <c:v>138.35</c:v>
                </c:pt>
                <c:pt idx="4018">
                  <c:v>138.69999999999999</c:v>
                </c:pt>
                <c:pt idx="4019">
                  <c:v>139.30000000000001</c:v>
                </c:pt>
                <c:pt idx="4020">
                  <c:v>139.6</c:v>
                </c:pt>
                <c:pt idx="4021">
                  <c:v>139.85</c:v>
                </c:pt>
                <c:pt idx="4022">
                  <c:v>141</c:v>
                </c:pt>
                <c:pt idx="4023">
                  <c:v>139.65</c:v>
                </c:pt>
                <c:pt idx="4024">
                  <c:v>137.1</c:v>
                </c:pt>
                <c:pt idx="4025">
                  <c:v>139.69999999999999</c:v>
                </c:pt>
                <c:pt idx="4026">
                  <c:v>131.75</c:v>
                </c:pt>
                <c:pt idx="4027">
                  <c:v>133.65</c:v>
                </c:pt>
                <c:pt idx="4028">
                  <c:v>130.05000000000001</c:v>
                </c:pt>
                <c:pt idx="4029">
                  <c:v>133.75</c:v>
                </c:pt>
                <c:pt idx="4030">
                  <c:v>135.4</c:v>
                </c:pt>
                <c:pt idx="4031">
                  <c:v>135.65</c:v>
                </c:pt>
                <c:pt idx="4032">
                  <c:v>138.65</c:v>
                </c:pt>
                <c:pt idx="4033">
                  <c:v>137.69999999999999</c:v>
                </c:pt>
                <c:pt idx="4034">
                  <c:v>139.75</c:v>
                </c:pt>
                <c:pt idx="4035">
                  <c:v>139.65</c:v>
                </c:pt>
                <c:pt idx="4036">
                  <c:v>138.19999999999999</c:v>
                </c:pt>
                <c:pt idx="4037">
                  <c:v>138.6</c:v>
                </c:pt>
                <c:pt idx="4038">
                  <c:v>138.94999999999999</c:v>
                </c:pt>
                <c:pt idx="4039">
                  <c:v>138.75</c:v>
                </c:pt>
                <c:pt idx="4040">
                  <c:v>138</c:v>
                </c:pt>
                <c:pt idx="4041">
                  <c:v>136.85</c:v>
                </c:pt>
                <c:pt idx="4042">
                  <c:v>138</c:v>
                </c:pt>
                <c:pt idx="4043">
                  <c:v>138.19999999999999</c:v>
                </c:pt>
                <c:pt idx="4044">
                  <c:v>137.44999999999999</c:v>
                </c:pt>
                <c:pt idx="4045">
                  <c:v>139.1</c:v>
                </c:pt>
                <c:pt idx="4046">
                  <c:v>138.15</c:v>
                </c:pt>
                <c:pt idx="4047">
                  <c:v>139.75</c:v>
                </c:pt>
                <c:pt idx="4048">
                  <c:v>139.1</c:v>
                </c:pt>
                <c:pt idx="4049">
                  <c:v>138.30000000000001</c:v>
                </c:pt>
                <c:pt idx="4050">
                  <c:v>138.6</c:v>
                </c:pt>
                <c:pt idx="4051">
                  <c:v>139.05000000000001</c:v>
                </c:pt>
                <c:pt idx="4052">
                  <c:v>139.69999999999999</c:v>
                </c:pt>
                <c:pt idx="4053">
                  <c:v>140.19999999999999</c:v>
                </c:pt>
                <c:pt idx="4054">
                  <c:v>140.9</c:v>
                </c:pt>
                <c:pt idx="4055">
                  <c:v>142.25</c:v>
                </c:pt>
                <c:pt idx="4056">
                  <c:v>143.15</c:v>
                </c:pt>
                <c:pt idx="4057">
                  <c:v>145</c:v>
                </c:pt>
                <c:pt idx="4058">
                  <c:v>145.94999999999999</c:v>
                </c:pt>
                <c:pt idx="4059">
                  <c:v>148</c:v>
                </c:pt>
                <c:pt idx="4060">
                  <c:v>146.15</c:v>
                </c:pt>
                <c:pt idx="4061">
                  <c:v>146.05000000000001</c:v>
                </c:pt>
                <c:pt idx="4062">
                  <c:v>143.80000000000001</c:v>
                </c:pt>
                <c:pt idx="4063">
                  <c:v>145.15</c:v>
                </c:pt>
                <c:pt idx="4064">
                  <c:v>144.35</c:v>
                </c:pt>
                <c:pt idx="4065">
                  <c:v>141.85</c:v>
                </c:pt>
                <c:pt idx="4066">
                  <c:v>143.4</c:v>
                </c:pt>
                <c:pt idx="4067">
                  <c:v>142.85</c:v>
                </c:pt>
                <c:pt idx="4068">
                  <c:v>145.19999999999999</c:v>
                </c:pt>
                <c:pt idx="4069">
                  <c:v>142.75</c:v>
                </c:pt>
                <c:pt idx="4070">
                  <c:v>143.25</c:v>
                </c:pt>
                <c:pt idx="4071">
                  <c:v>142.44999999999999</c:v>
                </c:pt>
                <c:pt idx="4072">
                  <c:v>143.5</c:v>
                </c:pt>
                <c:pt idx="4073">
                  <c:v>141.85</c:v>
                </c:pt>
                <c:pt idx="4074">
                  <c:v>141.44999999999999</c:v>
                </c:pt>
                <c:pt idx="4075">
                  <c:v>143.9</c:v>
                </c:pt>
                <c:pt idx="4076">
                  <c:v>144.75</c:v>
                </c:pt>
                <c:pt idx="4077">
                  <c:v>144.44999999999999</c:v>
                </c:pt>
                <c:pt idx="4078">
                  <c:v>144.9</c:v>
                </c:pt>
                <c:pt idx="4079">
                  <c:v>143.05000000000001</c:v>
                </c:pt>
                <c:pt idx="4080">
                  <c:v>144.4</c:v>
                </c:pt>
                <c:pt idx="4081">
                  <c:v>144.80000000000001</c:v>
                </c:pt>
                <c:pt idx="4082">
                  <c:v>148.15</c:v>
                </c:pt>
                <c:pt idx="4083">
                  <c:v>146.69999999999999</c:v>
                </c:pt>
                <c:pt idx="4084">
                  <c:v>149.69999999999999</c:v>
                </c:pt>
                <c:pt idx="4085">
                  <c:v>150.6</c:v>
                </c:pt>
                <c:pt idx="4086">
                  <c:v>150.85</c:v>
                </c:pt>
                <c:pt idx="4087">
                  <c:v>151.75</c:v>
                </c:pt>
                <c:pt idx="4088">
                  <c:v>150</c:v>
                </c:pt>
                <c:pt idx="4089">
                  <c:v>148.9</c:v>
                </c:pt>
                <c:pt idx="4090">
                  <c:v>150.19999999999999</c:v>
                </c:pt>
                <c:pt idx="4091">
                  <c:v>150.4</c:v>
                </c:pt>
                <c:pt idx="4092">
                  <c:v>149.25</c:v>
                </c:pt>
                <c:pt idx="4093">
                  <c:v>149.9</c:v>
                </c:pt>
                <c:pt idx="4094">
                  <c:v>152.55000000000001</c:v>
                </c:pt>
                <c:pt idx="4095">
                  <c:v>152.80000000000001</c:v>
                </c:pt>
                <c:pt idx="4096">
                  <c:v>154.4</c:v>
                </c:pt>
                <c:pt idx="4097">
                  <c:v>151.80000000000001</c:v>
                </c:pt>
                <c:pt idx="4098">
                  <c:v>150.55000000000001</c:v>
                </c:pt>
                <c:pt idx="4099">
                  <c:v>154.4</c:v>
                </c:pt>
                <c:pt idx="4100">
                  <c:v>154.6</c:v>
                </c:pt>
                <c:pt idx="4101">
                  <c:v>157.05000000000001</c:v>
                </c:pt>
                <c:pt idx="4102">
                  <c:v>156.65</c:v>
                </c:pt>
                <c:pt idx="4103">
                  <c:v>156</c:v>
                </c:pt>
                <c:pt idx="4104">
                  <c:v>155.6</c:v>
                </c:pt>
                <c:pt idx="4105">
                  <c:v>156.65</c:v>
                </c:pt>
                <c:pt idx="4106">
                  <c:v>155.80000000000001</c:v>
                </c:pt>
                <c:pt idx="4107">
                  <c:v>154</c:v>
                </c:pt>
                <c:pt idx="4108">
                  <c:v>155.44999999999999</c:v>
                </c:pt>
                <c:pt idx="4109">
                  <c:v>159.25</c:v>
                </c:pt>
                <c:pt idx="4110">
                  <c:v>163.1</c:v>
                </c:pt>
                <c:pt idx="4111">
                  <c:v>165.15</c:v>
                </c:pt>
                <c:pt idx="4112">
                  <c:v>165.4</c:v>
                </c:pt>
                <c:pt idx="4113">
                  <c:v>161.25</c:v>
                </c:pt>
                <c:pt idx="4114">
                  <c:v>163.35</c:v>
                </c:pt>
                <c:pt idx="4115">
                  <c:v>164.45</c:v>
                </c:pt>
                <c:pt idx="4116">
                  <c:v>166.6</c:v>
                </c:pt>
                <c:pt idx="4117">
                  <c:v>166.6</c:v>
                </c:pt>
                <c:pt idx="4118">
                  <c:v>161.85</c:v>
                </c:pt>
                <c:pt idx="4119">
                  <c:v>165.05</c:v>
                </c:pt>
                <c:pt idx="4120">
                  <c:v>164.25</c:v>
                </c:pt>
                <c:pt idx="4121">
                  <c:v>163.19999999999999</c:v>
                </c:pt>
                <c:pt idx="4122">
                  <c:v>166.4</c:v>
                </c:pt>
                <c:pt idx="4123">
                  <c:v>168.35</c:v>
                </c:pt>
                <c:pt idx="4124">
                  <c:v>162.5</c:v>
                </c:pt>
                <c:pt idx="4125">
                  <c:v>166.35</c:v>
                </c:pt>
                <c:pt idx="4126">
                  <c:v>168.95</c:v>
                </c:pt>
                <c:pt idx="4127">
                  <c:v>171.4</c:v>
                </c:pt>
                <c:pt idx="4128">
                  <c:v>172.45</c:v>
                </c:pt>
                <c:pt idx="4129">
                  <c:v>176.2</c:v>
                </c:pt>
                <c:pt idx="4130">
                  <c:v>176</c:v>
                </c:pt>
                <c:pt idx="4131">
                  <c:v>177.2</c:v>
                </c:pt>
                <c:pt idx="4132">
                  <c:v>178.9</c:v>
                </c:pt>
                <c:pt idx="4133">
                  <c:v>175.9</c:v>
                </c:pt>
                <c:pt idx="4134">
                  <c:v>178.2</c:v>
                </c:pt>
                <c:pt idx="4135">
                  <c:v>176.5</c:v>
                </c:pt>
                <c:pt idx="4136">
                  <c:v>178.5</c:v>
                </c:pt>
                <c:pt idx="4137">
                  <c:v>176.1</c:v>
                </c:pt>
                <c:pt idx="4138">
                  <c:v>174.4</c:v>
                </c:pt>
                <c:pt idx="4139">
                  <c:v>174.05</c:v>
                </c:pt>
                <c:pt idx="4140">
                  <c:v>178.05</c:v>
                </c:pt>
                <c:pt idx="4141">
                  <c:v>177.5</c:v>
                </c:pt>
                <c:pt idx="4142">
                  <c:v>174.65</c:v>
                </c:pt>
                <c:pt idx="4143">
                  <c:v>182</c:v>
                </c:pt>
                <c:pt idx="4144">
                  <c:v>180.95</c:v>
                </c:pt>
                <c:pt idx="4145">
                  <c:v>181.95</c:v>
                </c:pt>
                <c:pt idx="4146">
                  <c:v>182.15</c:v>
                </c:pt>
                <c:pt idx="4147">
                  <c:v>182.3</c:v>
                </c:pt>
                <c:pt idx="4148">
                  <c:v>182.25</c:v>
                </c:pt>
                <c:pt idx="4149">
                  <c:v>180.8</c:v>
                </c:pt>
                <c:pt idx="4150">
                  <c:v>180.25</c:v>
                </c:pt>
                <c:pt idx="4151">
                  <c:v>183.3</c:v>
                </c:pt>
                <c:pt idx="4152">
                  <c:v>183.7</c:v>
                </c:pt>
                <c:pt idx="4153">
                  <c:v>184.3</c:v>
                </c:pt>
                <c:pt idx="4154">
                  <c:v>183.8</c:v>
                </c:pt>
                <c:pt idx="4155">
                  <c:v>186.6</c:v>
                </c:pt>
                <c:pt idx="4156">
                  <c:v>184.75</c:v>
                </c:pt>
                <c:pt idx="4157">
                  <c:v>186.4</c:v>
                </c:pt>
                <c:pt idx="4158">
                  <c:v>183.8</c:v>
                </c:pt>
                <c:pt idx="4159">
                  <c:v>180.25</c:v>
                </c:pt>
                <c:pt idx="4160">
                  <c:v>179.15</c:v>
                </c:pt>
                <c:pt idx="4161">
                  <c:v>174.8</c:v>
                </c:pt>
                <c:pt idx="4162">
                  <c:v>176.05</c:v>
                </c:pt>
                <c:pt idx="4163">
                  <c:v>177.4</c:v>
                </c:pt>
                <c:pt idx="4164">
                  <c:v>178.1</c:v>
                </c:pt>
                <c:pt idx="4165">
                  <c:v>175.3</c:v>
                </c:pt>
                <c:pt idx="4166">
                  <c:v>178.55</c:v>
                </c:pt>
                <c:pt idx="4167">
                  <c:v>175.95</c:v>
                </c:pt>
                <c:pt idx="4168">
                  <c:v>175.7</c:v>
                </c:pt>
                <c:pt idx="4169">
                  <c:v>176.2</c:v>
                </c:pt>
                <c:pt idx="4170">
                  <c:v>178.45</c:v>
                </c:pt>
                <c:pt idx="4171">
                  <c:v>173.4</c:v>
                </c:pt>
                <c:pt idx="4172">
                  <c:v>176.55</c:v>
                </c:pt>
                <c:pt idx="4173">
                  <c:v>181.2</c:v>
                </c:pt>
                <c:pt idx="4174">
                  <c:v>181</c:v>
                </c:pt>
                <c:pt idx="4175">
                  <c:v>181.4</c:v>
                </c:pt>
                <c:pt idx="4176">
                  <c:v>177.9</c:v>
                </c:pt>
                <c:pt idx="4177">
                  <c:v>176.95</c:v>
                </c:pt>
                <c:pt idx="4178">
                  <c:v>178.05</c:v>
                </c:pt>
                <c:pt idx="4179">
                  <c:v>175</c:v>
                </c:pt>
                <c:pt idx="4180">
                  <c:v>177.7</c:v>
                </c:pt>
                <c:pt idx="4181">
                  <c:v>176.05</c:v>
                </c:pt>
                <c:pt idx="4182">
                  <c:v>176.4</c:v>
                </c:pt>
                <c:pt idx="4183">
                  <c:v>178.55</c:v>
                </c:pt>
                <c:pt idx="4184">
                  <c:v>178.65</c:v>
                </c:pt>
                <c:pt idx="4185">
                  <c:v>176.95</c:v>
                </c:pt>
                <c:pt idx="4186">
                  <c:v>176.1</c:v>
                </c:pt>
                <c:pt idx="4187">
                  <c:v>178.35</c:v>
                </c:pt>
                <c:pt idx="4188">
                  <c:v>175.5</c:v>
                </c:pt>
                <c:pt idx="4189">
                  <c:v>175.5</c:v>
                </c:pt>
                <c:pt idx="4190">
                  <c:v>175.9</c:v>
                </c:pt>
                <c:pt idx="4191">
                  <c:v>175.05</c:v>
                </c:pt>
                <c:pt idx="4192">
                  <c:v>176.9</c:v>
                </c:pt>
                <c:pt idx="4193">
                  <c:v>175.1</c:v>
                </c:pt>
                <c:pt idx="4194">
                  <c:v>174.95</c:v>
                </c:pt>
                <c:pt idx="4195">
                  <c:v>173.55</c:v>
                </c:pt>
                <c:pt idx="4196">
                  <c:v>174</c:v>
                </c:pt>
                <c:pt idx="4197">
                  <c:v>177</c:v>
                </c:pt>
                <c:pt idx="4198">
                  <c:v>180.2</c:v>
                </c:pt>
                <c:pt idx="4199">
                  <c:v>188.45</c:v>
                </c:pt>
                <c:pt idx="4200">
                  <c:v>183.1</c:v>
                </c:pt>
                <c:pt idx="4201">
                  <c:v>184.95</c:v>
                </c:pt>
                <c:pt idx="4202">
                  <c:v>188.5</c:v>
                </c:pt>
                <c:pt idx="4203">
                  <c:v>192.9</c:v>
                </c:pt>
                <c:pt idx="4204">
                  <c:v>191.95</c:v>
                </c:pt>
                <c:pt idx="4205">
                  <c:v>185.05</c:v>
                </c:pt>
                <c:pt idx="4206">
                  <c:v>183.75</c:v>
                </c:pt>
                <c:pt idx="4207">
                  <c:v>181.65</c:v>
                </c:pt>
                <c:pt idx="4208">
                  <c:v>185.05</c:v>
                </c:pt>
                <c:pt idx="4209">
                  <c:v>188.65</c:v>
                </c:pt>
                <c:pt idx="4210">
                  <c:v>190.5</c:v>
                </c:pt>
                <c:pt idx="4211">
                  <c:v>189.45</c:v>
                </c:pt>
                <c:pt idx="4212">
                  <c:v>191.9</c:v>
                </c:pt>
                <c:pt idx="4213">
                  <c:v>184.3</c:v>
                </c:pt>
                <c:pt idx="4214">
                  <c:v>183.8</c:v>
                </c:pt>
                <c:pt idx="4215">
                  <c:v>185.1</c:v>
                </c:pt>
                <c:pt idx="4216">
                  <c:v>182.9</c:v>
                </c:pt>
                <c:pt idx="4217">
                  <c:v>182.45</c:v>
                </c:pt>
                <c:pt idx="4218">
                  <c:v>185.65</c:v>
                </c:pt>
                <c:pt idx="4219">
                  <c:v>184.45</c:v>
                </c:pt>
                <c:pt idx="4220">
                  <c:v>184.75</c:v>
                </c:pt>
                <c:pt idx="4221">
                  <c:v>185.25</c:v>
                </c:pt>
                <c:pt idx="4222">
                  <c:v>181.95</c:v>
                </c:pt>
                <c:pt idx="4223">
                  <c:v>183.35</c:v>
                </c:pt>
                <c:pt idx="4224">
                  <c:v>183.8</c:v>
                </c:pt>
                <c:pt idx="4225">
                  <c:v>184.1</c:v>
                </c:pt>
                <c:pt idx="4226">
                  <c:v>181.95</c:v>
                </c:pt>
                <c:pt idx="4227">
                  <c:v>183.25</c:v>
                </c:pt>
                <c:pt idx="4228">
                  <c:v>181.75</c:v>
                </c:pt>
                <c:pt idx="4229">
                  <c:v>182.3</c:v>
                </c:pt>
                <c:pt idx="4230">
                  <c:v>178.8</c:v>
                </c:pt>
                <c:pt idx="4231">
                  <c:v>181.05</c:v>
                </c:pt>
                <c:pt idx="4232">
                  <c:v>180</c:v>
                </c:pt>
                <c:pt idx="4233">
                  <c:v>180.05</c:v>
                </c:pt>
                <c:pt idx="4234">
                  <c:v>183.5</c:v>
                </c:pt>
                <c:pt idx="4235">
                  <c:v>183.65</c:v>
                </c:pt>
                <c:pt idx="4236">
                  <c:v>188.05</c:v>
                </c:pt>
                <c:pt idx="4237">
                  <c:v>186.75</c:v>
                </c:pt>
                <c:pt idx="4238">
                  <c:v>190.85</c:v>
                </c:pt>
                <c:pt idx="4239">
                  <c:v>188.8</c:v>
                </c:pt>
                <c:pt idx="4240">
                  <c:v>186.55</c:v>
                </c:pt>
                <c:pt idx="4241">
                  <c:v>186.55</c:v>
                </c:pt>
                <c:pt idx="4242">
                  <c:v>189.8</c:v>
                </c:pt>
                <c:pt idx="4243">
                  <c:v>198</c:v>
                </c:pt>
                <c:pt idx="4244">
                  <c:v>197.15</c:v>
                </c:pt>
                <c:pt idx="4245">
                  <c:v>199.4</c:v>
                </c:pt>
                <c:pt idx="4246">
                  <c:v>197.75</c:v>
                </c:pt>
                <c:pt idx="4247">
                  <c:v>198.45</c:v>
                </c:pt>
                <c:pt idx="4248">
                  <c:v>201.8</c:v>
                </c:pt>
                <c:pt idx="4249">
                  <c:v>199.4</c:v>
                </c:pt>
                <c:pt idx="4250">
                  <c:v>200.2</c:v>
                </c:pt>
                <c:pt idx="4251">
                  <c:v>203.35</c:v>
                </c:pt>
                <c:pt idx="4252">
                  <c:v>203.1</c:v>
                </c:pt>
                <c:pt idx="4253">
                  <c:v>204.55</c:v>
                </c:pt>
                <c:pt idx="4254">
                  <c:v>205.7</c:v>
                </c:pt>
                <c:pt idx="4255">
                  <c:v>207.2</c:v>
                </c:pt>
                <c:pt idx="4256">
                  <c:v>205.8</c:v>
                </c:pt>
                <c:pt idx="4257">
                  <c:v>203.95</c:v>
                </c:pt>
                <c:pt idx="4258">
                  <c:v>201.7</c:v>
                </c:pt>
                <c:pt idx="4259">
                  <c:v>201.1</c:v>
                </c:pt>
                <c:pt idx="4260">
                  <c:v>199.9</c:v>
                </c:pt>
                <c:pt idx="4261">
                  <c:v>201.1</c:v>
                </c:pt>
                <c:pt idx="4262">
                  <c:v>202.15</c:v>
                </c:pt>
                <c:pt idx="4263">
                  <c:v>199.9</c:v>
                </c:pt>
                <c:pt idx="4264">
                  <c:v>203.05</c:v>
                </c:pt>
                <c:pt idx="4265">
                  <c:v>200.85</c:v>
                </c:pt>
                <c:pt idx="4266">
                  <c:v>201.45</c:v>
                </c:pt>
                <c:pt idx="4267">
                  <c:v>201.15</c:v>
                </c:pt>
                <c:pt idx="4268">
                  <c:v>202.55</c:v>
                </c:pt>
                <c:pt idx="4269">
                  <c:v>206.45</c:v>
                </c:pt>
                <c:pt idx="4270">
                  <c:v>206.15</c:v>
                </c:pt>
                <c:pt idx="4271">
                  <c:v>201.6</c:v>
                </c:pt>
                <c:pt idx="4272">
                  <c:v>199.15</c:v>
                </c:pt>
                <c:pt idx="4273">
                  <c:v>192.75</c:v>
                </c:pt>
                <c:pt idx="4274">
                  <c:v>192.15</c:v>
                </c:pt>
                <c:pt idx="4275">
                  <c:v>192.65</c:v>
                </c:pt>
                <c:pt idx="4276">
                  <c:v>189.75</c:v>
                </c:pt>
                <c:pt idx="4277">
                  <c:v>190.85</c:v>
                </c:pt>
                <c:pt idx="4278">
                  <c:v>193.85</c:v>
                </c:pt>
                <c:pt idx="4279">
                  <c:v>194.55</c:v>
                </c:pt>
                <c:pt idx="4280">
                  <c:v>195.6</c:v>
                </c:pt>
                <c:pt idx="4281">
                  <c:v>194.45</c:v>
                </c:pt>
                <c:pt idx="4282">
                  <c:v>192.55</c:v>
                </c:pt>
                <c:pt idx="4283">
                  <c:v>193.65</c:v>
                </c:pt>
                <c:pt idx="4284">
                  <c:v>192.95</c:v>
                </c:pt>
                <c:pt idx="4285">
                  <c:v>195.1</c:v>
                </c:pt>
                <c:pt idx="4286">
                  <c:v>194</c:v>
                </c:pt>
                <c:pt idx="4287">
                  <c:v>193.6</c:v>
                </c:pt>
                <c:pt idx="4288">
                  <c:v>193.25</c:v>
                </c:pt>
                <c:pt idx="4289">
                  <c:v>192.1</c:v>
                </c:pt>
                <c:pt idx="4290">
                  <c:v>193.05</c:v>
                </c:pt>
                <c:pt idx="4291">
                  <c:v>193.75</c:v>
                </c:pt>
                <c:pt idx="4292">
                  <c:v>194.85</c:v>
                </c:pt>
                <c:pt idx="4293">
                  <c:v>196.7</c:v>
                </c:pt>
                <c:pt idx="4294">
                  <c:v>196.85</c:v>
                </c:pt>
                <c:pt idx="4295">
                  <c:v>195.45</c:v>
                </c:pt>
                <c:pt idx="4296">
                  <c:v>197.3</c:v>
                </c:pt>
                <c:pt idx="4297">
                  <c:v>196.2</c:v>
                </c:pt>
                <c:pt idx="4298">
                  <c:v>195</c:v>
                </c:pt>
                <c:pt idx="4299">
                  <c:v>197.2</c:v>
                </c:pt>
                <c:pt idx="4300">
                  <c:v>195</c:v>
                </c:pt>
                <c:pt idx="4301">
                  <c:v>195.3</c:v>
                </c:pt>
                <c:pt idx="4302">
                  <c:v>199.15</c:v>
                </c:pt>
                <c:pt idx="4303">
                  <c:v>197.6</c:v>
                </c:pt>
                <c:pt idx="4304">
                  <c:v>200</c:v>
                </c:pt>
                <c:pt idx="4305">
                  <c:v>202.3</c:v>
                </c:pt>
                <c:pt idx="4306">
                  <c:v>202.35</c:v>
                </c:pt>
                <c:pt idx="4307">
                  <c:v>211.2</c:v>
                </c:pt>
                <c:pt idx="4308">
                  <c:v>208.9</c:v>
                </c:pt>
                <c:pt idx="4309">
                  <c:v>205.6</c:v>
                </c:pt>
                <c:pt idx="4310">
                  <c:v>204.85</c:v>
                </c:pt>
                <c:pt idx="4311">
                  <c:v>208.6</c:v>
                </c:pt>
                <c:pt idx="4312">
                  <c:v>205.7</c:v>
                </c:pt>
                <c:pt idx="4313">
                  <c:v>207.75</c:v>
                </c:pt>
                <c:pt idx="4314">
                  <c:v>208</c:v>
                </c:pt>
                <c:pt idx="4315">
                  <c:v>206</c:v>
                </c:pt>
                <c:pt idx="4316">
                  <c:v>211.05</c:v>
                </c:pt>
                <c:pt idx="4317">
                  <c:v>210.65</c:v>
                </c:pt>
                <c:pt idx="4318">
                  <c:v>209</c:v>
                </c:pt>
                <c:pt idx="4319">
                  <c:v>210</c:v>
                </c:pt>
                <c:pt idx="4320">
                  <c:v>208.35</c:v>
                </c:pt>
                <c:pt idx="4321">
                  <c:v>210.5</c:v>
                </c:pt>
                <c:pt idx="4322">
                  <c:v>208.2</c:v>
                </c:pt>
                <c:pt idx="4323">
                  <c:v>206.25</c:v>
                </c:pt>
                <c:pt idx="4324">
                  <c:v>206.7</c:v>
                </c:pt>
                <c:pt idx="4325">
                  <c:v>207.4</c:v>
                </c:pt>
                <c:pt idx="4326">
                  <c:v>208.8</c:v>
                </c:pt>
                <c:pt idx="4327">
                  <c:v>208.25</c:v>
                </c:pt>
                <c:pt idx="4328">
                  <c:v>205.75</c:v>
                </c:pt>
                <c:pt idx="4329">
                  <c:v>202.5</c:v>
                </c:pt>
                <c:pt idx="4330">
                  <c:v>201.4</c:v>
                </c:pt>
                <c:pt idx="4331">
                  <c:v>199.9</c:v>
                </c:pt>
                <c:pt idx="4332">
                  <c:v>198.95</c:v>
                </c:pt>
                <c:pt idx="4333">
                  <c:v>202.2</c:v>
                </c:pt>
                <c:pt idx="4334">
                  <c:v>209.1</c:v>
                </c:pt>
                <c:pt idx="4335">
                  <c:v>204.1</c:v>
                </c:pt>
                <c:pt idx="4336">
                  <c:v>207.95</c:v>
                </c:pt>
                <c:pt idx="4337">
                  <c:v>207.65</c:v>
                </c:pt>
                <c:pt idx="4338">
                  <c:v>206.1</c:v>
                </c:pt>
                <c:pt idx="4339">
                  <c:v>205.3</c:v>
                </c:pt>
                <c:pt idx="4340">
                  <c:v>203.45</c:v>
                </c:pt>
                <c:pt idx="4341">
                  <c:v>205.05</c:v>
                </c:pt>
                <c:pt idx="4342">
                  <c:v>207.35</c:v>
                </c:pt>
                <c:pt idx="4343">
                  <c:v>207.2</c:v>
                </c:pt>
                <c:pt idx="4344">
                  <c:v>206.2</c:v>
                </c:pt>
                <c:pt idx="4345">
                  <c:v>210.25</c:v>
                </c:pt>
                <c:pt idx="4346">
                  <c:v>210.5</c:v>
                </c:pt>
                <c:pt idx="4347">
                  <c:v>210.35</c:v>
                </c:pt>
                <c:pt idx="4348">
                  <c:v>209.95</c:v>
                </c:pt>
                <c:pt idx="4349">
                  <c:v>212.4</c:v>
                </c:pt>
                <c:pt idx="4350">
                  <c:v>208.3</c:v>
                </c:pt>
                <c:pt idx="4351">
                  <c:v>205.7</c:v>
                </c:pt>
                <c:pt idx="4352">
                  <c:v>202.3</c:v>
                </c:pt>
                <c:pt idx="4353">
                  <c:v>206</c:v>
                </c:pt>
                <c:pt idx="4354">
                  <c:v>205.75</c:v>
                </c:pt>
                <c:pt idx="4355">
                  <c:v>207.6</c:v>
                </c:pt>
                <c:pt idx="4356">
                  <c:v>208</c:v>
                </c:pt>
                <c:pt idx="4357">
                  <c:v>210.55</c:v>
                </c:pt>
                <c:pt idx="4358">
                  <c:v>211.45</c:v>
                </c:pt>
                <c:pt idx="4359">
                  <c:v>210.7</c:v>
                </c:pt>
                <c:pt idx="4360">
                  <c:v>210.05</c:v>
                </c:pt>
                <c:pt idx="4361">
                  <c:v>209.85</c:v>
                </c:pt>
                <c:pt idx="4362">
                  <c:v>209.45</c:v>
                </c:pt>
                <c:pt idx="4363">
                  <c:v>211.35</c:v>
                </c:pt>
                <c:pt idx="4364">
                  <c:v>211.95</c:v>
                </c:pt>
                <c:pt idx="4365">
                  <c:v>214</c:v>
                </c:pt>
                <c:pt idx="4366">
                  <c:v>215.1</c:v>
                </c:pt>
                <c:pt idx="4367">
                  <c:v>215.2</c:v>
                </c:pt>
                <c:pt idx="4368">
                  <c:v>216.7</c:v>
                </c:pt>
                <c:pt idx="4369">
                  <c:v>215.4</c:v>
                </c:pt>
                <c:pt idx="4370">
                  <c:v>218.65</c:v>
                </c:pt>
                <c:pt idx="4371">
                  <c:v>218.7</c:v>
                </c:pt>
                <c:pt idx="4372">
                  <c:v>215.3</c:v>
                </c:pt>
                <c:pt idx="4373">
                  <c:v>216.75</c:v>
                </c:pt>
                <c:pt idx="4374">
                  <c:v>217</c:v>
                </c:pt>
                <c:pt idx="4375">
                  <c:v>217.3</c:v>
                </c:pt>
                <c:pt idx="4376">
                  <c:v>216.65</c:v>
                </c:pt>
                <c:pt idx="4377">
                  <c:v>214.65</c:v>
                </c:pt>
                <c:pt idx="4378">
                  <c:v>223.3</c:v>
                </c:pt>
                <c:pt idx="4379">
                  <c:v>224.4</c:v>
                </c:pt>
                <c:pt idx="4380">
                  <c:v>221.8</c:v>
                </c:pt>
                <c:pt idx="4381">
                  <c:v>222.95</c:v>
                </c:pt>
                <c:pt idx="4382">
                  <c:v>224.6</c:v>
                </c:pt>
                <c:pt idx="4383">
                  <c:v>225.95</c:v>
                </c:pt>
                <c:pt idx="4384">
                  <c:v>222.9</c:v>
                </c:pt>
                <c:pt idx="4385">
                  <c:v>221.9</c:v>
                </c:pt>
                <c:pt idx="4386">
                  <c:v>217.4</c:v>
                </c:pt>
                <c:pt idx="4387">
                  <c:v>218.9</c:v>
                </c:pt>
                <c:pt idx="4388">
                  <c:v>222.75</c:v>
                </c:pt>
                <c:pt idx="4389">
                  <c:v>220.7</c:v>
                </c:pt>
                <c:pt idx="4390">
                  <c:v>219.45</c:v>
                </c:pt>
                <c:pt idx="4391">
                  <c:v>222.95</c:v>
                </c:pt>
                <c:pt idx="4392">
                  <c:v>220.3</c:v>
                </c:pt>
                <c:pt idx="4393">
                  <c:v>219.5</c:v>
                </c:pt>
                <c:pt idx="4394">
                  <c:v>219.75</c:v>
                </c:pt>
                <c:pt idx="4395">
                  <c:v>220.95</c:v>
                </c:pt>
                <c:pt idx="4396">
                  <c:v>217.1</c:v>
                </c:pt>
                <c:pt idx="4397">
                  <c:v>215.3</c:v>
                </c:pt>
                <c:pt idx="4398">
                  <c:v>215.6</c:v>
                </c:pt>
                <c:pt idx="4399">
                  <c:v>219.25</c:v>
                </c:pt>
                <c:pt idx="4400">
                  <c:v>216.5</c:v>
                </c:pt>
                <c:pt idx="4401">
                  <c:v>217.6</c:v>
                </c:pt>
                <c:pt idx="4402">
                  <c:v>216.2</c:v>
                </c:pt>
                <c:pt idx="4403">
                  <c:v>214.3</c:v>
                </c:pt>
                <c:pt idx="4404">
                  <c:v>215.9</c:v>
                </c:pt>
                <c:pt idx="4405">
                  <c:v>213.1</c:v>
                </c:pt>
                <c:pt idx="4406">
                  <c:v>215.6</c:v>
                </c:pt>
                <c:pt idx="4407">
                  <c:v>215.3</c:v>
                </c:pt>
                <c:pt idx="4408">
                  <c:v>213.75</c:v>
                </c:pt>
                <c:pt idx="4409">
                  <c:v>213.95</c:v>
                </c:pt>
                <c:pt idx="4410">
                  <c:v>212.5</c:v>
                </c:pt>
                <c:pt idx="4411">
                  <c:v>215.35</c:v>
                </c:pt>
                <c:pt idx="4412">
                  <c:v>215.85</c:v>
                </c:pt>
                <c:pt idx="4413">
                  <c:v>212.9</c:v>
                </c:pt>
                <c:pt idx="4414">
                  <c:v>211.55</c:v>
                </c:pt>
                <c:pt idx="4415">
                  <c:v>209.55</c:v>
                </c:pt>
                <c:pt idx="4416">
                  <c:v>210.15</c:v>
                </c:pt>
                <c:pt idx="4417">
                  <c:v>210.75</c:v>
                </c:pt>
                <c:pt idx="4418">
                  <c:v>208.15</c:v>
                </c:pt>
                <c:pt idx="4419">
                  <c:v>209</c:v>
                </c:pt>
                <c:pt idx="4420">
                  <c:v>211</c:v>
                </c:pt>
                <c:pt idx="4421">
                  <c:v>206.15</c:v>
                </c:pt>
                <c:pt idx="4422">
                  <c:v>209.05</c:v>
                </c:pt>
                <c:pt idx="4423">
                  <c:v>204.95</c:v>
                </c:pt>
                <c:pt idx="4424">
                  <c:v>204.75</c:v>
                </c:pt>
                <c:pt idx="4425">
                  <c:v>200.95</c:v>
                </c:pt>
                <c:pt idx="4426">
                  <c:v>204.75</c:v>
                </c:pt>
                <c:pt idx="4427">
                  <c:v>202.85</c:v>
                </c:pt>
                <c:pt idx="4428">
                  <c:v>202.3</c:v>
                </c:pt>
                <c:pt idx="4429">
                  <c:v>205.65</c:v>
                </c:pt>
                <c:pt idx="4430">
                  <c:v>205.75</c:v>
                </c:pt>
                <c:pt idx="4431">
                  <c:v>204.9</c:v>
                </c:pt>
                <c:pt idx="4432">
                  <c:v>213.55</c:v>
                </c:pt>
                <c:pt idx="4433">
                  <c:v>210.65</c:v>
                </c:pt>
                <c:pt idx="4434">
                  <c:v>213.55</c:v>
                </c:pt>
                <c:pt idx="4435">
                  <c:v>215.05</c:v>
                </c:pt>
                <c:pt idx="4436">
                  <c:v>216.1</c:v>
                </c:pt>
                <c:pt idx="4437">
                  <c:v>212</c:v>
                </c:pt>
                <c:pt idx="4438">
                  <c:v>211.75</c:v>
                </c:pt>
                <c:pt idx="4439">
                  <c:v>212.4</c:v>
                </c:pt>
                <c:pt idx="4440">
                  <c:v>211.85</c:v>
                </c:pt>
                <c:pt idx="4441">
                  <c:v>210.35</c:v>
                </c:pt>
                <c:pt idx="4442">
                  <c:v>215.2</c:v>
                </c:pt>
                <c:pt idx="4443">
                  <c:v>210.05</c:v>
                </c:pt>
                <c:pt idx="4444">
                  <c:v>210.7</c:v>
                </c:pt>
                <c:pt idx="4445">
                  <c:v>207.65</c:v>
                </c:pt>
                <c:pt idx="4446">
                  <c:v>208.15</c:v>
                </c:pt>
                <c:pt idx="4447">
                  <c:v>208</c:v>
                </c:pt>
                <c:pt idx="4448">
                  <c:v>211.35</c:v>
                </c:pt>
                <c:pt idx="4449">
                  <c:v>211</c:v>
                </c:pt>
                <c:pt idx="4450">
                  <c:v>206.95</c:v>
                </c:pt>
                <c:pt idx="4451">
                  <c:v>207</c:v>
                </c:pt>
                <c:pt idx="4452">
                  <c:v>208.3</c:v>
                </c:pt>
                <c:pt idx="4453">
                  <c:v>208.6</c:v>
                </c:pt>
                <c:pt idx="4454">
                  <c:v>208.8</c:v>
                </c:pt>
                <c:pt idx="4455">
                  <c:v>206.6</c:v>
                </c:pt>
                <c:pt idx="4456">
                  <c:v>207.05</c:v>
                </c:pt>
                <c:pt idx="4457">
                  <c:v>209.05</c:v>
                </c:pt>
                <c:pt idx="4458">
                  <c:v>211.2</c:v>
                </c:pt>
                <c:pt idx="4459">
                  <c:v>210.15</c:v>
                </c:pt>
                <c:pt idx="4460">
                  <c:v>208.35</c:v>
                </c:pt>
                <c:pt idx="4461">
                  <c:v>208.75</c:v>
                </c:pt>
                <c:pt idx="4462">
                  <c:v>206.05</c:v>
                </c:pt>
                <c:pt idx="4463">
                  <c:v>202.95</c:v>
                </c:pt>
                <c:pt idx="4464">
                  <c:v>202.75</c:v>
                </c:pt>
                <c:pt idx="4465">
                  <c:v>200.3</c:v>
                </c:pt>
                <c:pt idx="4466">
                  <c:v>200.25</c:v>
                </c:pt>
                <c:pt idx="4467">
                  <c:v>202.3</c:v>
                </c:pt>
                <c:pt idx="4468">
                  <c:v>203.1</c:v>
                </c:pt>
                <c:pt idx="4469">
                  <c:v>204.3</c:v>
                </c:pt>
                <c:pt idx="4470">
                  <c:v>202.9</c:v>
                </c:pt>
                <c:pt idx="4471">
                  <c:v>200.5</c:v>
                </c:pt>
                <c:pt idx="4472">
                  <c:v>200.1</c:v>
                </c:pt>
                <c:pt idx="4473">
                  <c:v>198.85</c:v>
                </c:pt>
                <c:pt idx="4474">
                  <c:v>199.9</c:v>
                </c:pt>
                <c:pt idx="4475">
                  <c:v>202.6</c:v>
                </c:pt>
                <c:pt idx="4476">
                  <c:v>202.95</c:v>
                </c:pt>
                <c:pt idx="4477">
                  <c:v>203.1</c:v>
                </c:pt>
                <c:pt idx="4478">
                  <c:v>203.05</c:v>
                </c:pt>
                <c:pt idx="4479">
                  <c:v>202.45</c:v>
                </c:pt>
                <c:pt idx="4480">
                  <c:v>201.2</c:v>
                </c:pt>
                <c:pt idx="4481">
                  <c:v>199.15</c:v>
                </c:pt>
                <c:pt idx="4482">
                  <c:v>200.35</c:v>
                </c:pt>
                <c:pt idx="4483">
                  <c:v>200.2</c:v>
                </c:pt>
                <c:pt idx="4484">
                  <c:v>200.75</c:v>
                </c:pt>
                <c:pt idx="4485">
                  <c:v>201.65</c:v>
                </c:pt>
                <c:pt idx="4486">
                  <c:v>200.35</c:v>
                </c:pt>
                <c:pt idx="4487">
                  <c:v>201.25</c:v>
                </c:pt>
                <c:pt idx="4488">
                  <c:v>200.55</c:v>
                </c:pt>
                <c:pt idx="4489">
                  <c:v>201</c:v>
                </c:pt>
                <c:pt idx="4490">
                  <c:v>199.85</c:v>
                </c:pt>
                <c:pt idx="4491">
                  <c:v>197.85</c:v>
                </c:pt>
                <c:pt idx="4492">
                  <c:v>196.35</c:v>
                </c:pt>
                <c:pt idx="4493">
                  <c:v>199.3</c:v>
                </c:pt>
                <c:pt idx="4494">
                  <c:v>196.2</c:v>
                </c:pt>
                <c:pt idx="4495">
                  <c:v>197.4</c:v>
                </c:pt>
                <c:pt idx="4496">
                  <c:v>197</c:v>
                </c:pt>
                <c:pt idx="4497">
                  <c:v>196.1</c:v>
                </c:pt>
                <c:pt idx="4498">
                  <c:v>195.3</c:v>
                </c:pt>
                <c:pt idx="4499">
                  <c:v>195.85</c:v>
                </c:pt>
                <c:pt idx="4500">
                  <c:v>195.95</c:v>
                </c:pt>
                <c:pt idx="4501">
                  <c:v>194.3</c:v>
                </c:pt>
                <c:pt idx="4502">
                  <c:v>194.15</c:v>
                </c:pt>
                <c:pt idx="4503">
                  <c:v>194.95</c:v>
                </c:pt>
                <c:pt idx="4504">
                  <c:v>193.8</c:v>
                </c:pt>
                <c:pt idx="4505">
                  <c:v>194.85</c:v>
                </c:pt>
                <c:pt idx="4506">
                  <c:v>192.9</c:v>
                </c:pt>
                <c:pt idx="4507">
                  <c:v>196.5</c:v>
                </c:pt>
                <c:pt idx="4508">
                  <c:v>194.95</c:v>
                </c:pt>
                <c:pt idx="4509">
                  <c:v>195.5</c:v>
                </c:pt>
                <c:pt idx="4510">
                  <c:v>193.2</c:v>
                </c:pt>
                <c:pt idx="4511">
                  <c:v>193.2</c:v>
                </c:pt>
                <c:pt idx="4512">
                  <c:v>198.5</c:v>
                </c:pt>
                <c:pt idx="4513">
                  <c:v>195.45</c:v>
                </c:pt>
                <c:pt idx="4514">
                  <c:v>197.9</c:v>
                </c:pt>
                <c:pt idx="4515">
                  <c:v>195.55</c:v>
                </c:pt>
                <c:pt idx="4516">
                  <c:v>194.15</c:v>
                </c:pt>
                <c:pt idx="4517">
                  <c:v>195</c:v>
                </c:pt>
                <c:pt idx="4518">
                  <c:v>193.95</c:v>
                </c:pt>
                <c:pt idx="4519">
                  <c:v>190.25</c:v>
                </c:pt>
                <c:pt idx="4520">
                  <c:v>193.25</c:v>
                </c:pt>
                <c:pt idx="4521">
                  <c:v>196.15</c:v>
                </c:pt>
                <c:pt idx="4522">
                  <c:v>197.75</c:v>
                </c:pt>
                <c:pt idx="4523">
                  <c:v>197.7</c:v>
                </c:pt>
                <c:pt idx="4524">
                  <c:v>197.4</c:v>
                </c:pt>
                <c:pt idx="4525">
                  <c:v>196.95</c:v>
                </c:pt>
                <c:pt idx="4526">
                  <c:v>193.15</c:v>
                </c:pt>
                <c:pt idx="4527">
                  <c:v>193.35</c:v>
                </c:pt>
                <c:pt idx="4528">
                  <c:v>195.4</c:v>
                </c:pt>
                <c:pt idx="4529">
                  <c:v>192.9</c:v>
                </c:pt>
                <c:pt idx="4530">
                  <c:v>195</c:v>
                </c:pt>
                <c:pt idx="4531">
                  <c:v>195.05</c:v>
                </c:pt>
                <c:pt idx="4532">
                  <c:v>194.35</c:v>
                </c:pt>
                <c:pt idx="4533">
                  <c:v>194.8</c:v>
                </c:pt>
                <c:pt idx="4534">
                  <c:v>192.25</c:v>
                </c:pt>
                <c:pt idx="4535">
                  <c:v>194.2</c:v>
                </c:pt>
                <c:pt idx="4536">
                  <c:v>194.9</c:v>
                </c:pt>
                <c:pt idx="4537">
                  <c:v>194.2</c:v>
                </c:pt>
                <c:pt idx="4538">
                  <c:v>192.7</c:v>
                </c:pt>
                <c:pt idx="4539">
                  <c:v>194.25</c:v>
                </c:pt>
                <c:pt idx="4540">
                  <c:v>194.9</c:v>
                </c:pt>
                <c:pt idx="4541">
                  <c:v>195.95</c:v>
                </c:pt>
                <c:pt idx="4542">
                  <c:v>193.25</c:v>
                </c:pt>
                <c:pt idx="4543">
                  <c:v>194.9</c:v>
                </c:pt>
                <c:pt idx="4544">
                  <c:v>198.55</c:v>
                </c:pt>
                <c:pt idx="4545">
                  <c:v>196.05</c:v>
                </c:pt>
                <c:pt idx="4546">
                  <c:v>196.25</c:v>
                </c:pt>
                <c:pt idx="4547">
                  <c:v>195.95</c:v>
                </c:pt>
                <c:pt idx="4548">
                  <c:v>195.85</c:v>
                </c:pt>
                <c:pt idx="4549">
                  <c:v>196.95</c:v>
                </c:pt>
                <c:pt idx="4550">
                  <c:v>197</c:v>
                </c:pt>
                <c:pt idx="4551">
                  <c:v>196.35</c:v>
                </c:pt>
                <c:pt idx="4552">
                  <c:v>197.5</c:v>
                </c:pt>
                <c:pt idx="4553">
                  <c:v>199.2</c:v>
                </c:pt>
                <c:pt idx="4554">
                  <c:v>204.9</c:v>
                </c:pt>
                <c:pt idx="4555">
                  <c:v>205</c:v>
                </c:pt>
                <c:pt idx="4556">
                  <c:v>208.1</c:v>
                </c:pt>
                <c:pt idx="4557">
                  <c:v>207.2</c:v>
                </c:pt>
                <c:pt idx="4558">
                  <c:v>206.8</c:v>
                </c:pt>
                <c:pt idx="4559">
                  <c:v>206.45</c:v>
                </c:pt>
                <c:pt idx="4560">
                  <c:v>207.35</c:v>
                </c:pt>
                <c:pt idx="4561">
                  <c:v>207</c:v>
                </c:pt>
                <c:pt idx="4562">
                  <c:v>207.9</c:v>
                </c:pt>
                <c:pt idx="4563">
                  <c:v>207.85</c:v>
                </c:pt>
                <c:pt idx="4564">
                  <c:v>205.15</c:v>
                </c:pt>
                <c:pt idx="4565">
                  <c:v>206.45</c:v>
                </c:pt>
                <c:pt idx="4566">
                  <c:v>207.4</c:v>
                </c:pt>
                <c:pt idx="4567">
                  <c:v>209.3</c:v>
                </c:pt>
                <c:pt idx="4568">
                  <c:v>212.75</c:v>
                </c:pt>
                <c:pt idx="4569">
                  <c:v>211.85</c:v>
                </c:pt>
                <c:pt idx="4570">
                  <c:v>208</c:v>
                </c:pt>
                <c:pt idx="4571">
                  <c:v>206.85</c:v>
                </c:pt>
                <c:pt idx="4572">
                  <c:v>209.05</c:v>
                </c:pt>
                <c:pt idx="4573">
                  <c:v>213.85</c:v>
                </c:pt>
                <c:pt idx="4574">
                  <c:v>213.45</c:v>
                </c:pt>
                <c:pt idx="4575">
                  <c:v>213.45</c:v>
                </c:pt>
                <c:pt idx="4576">
                  <c:v>212.95</c:v>
                </c:pt>
                <c:pt idx="4577">
                  <c:v>212.65</c:v>
                </c:pt>
                <c:pt idx="4578">
                  <c:v>210.75</c:v>
                </c:pt>
                <c:pt idx="4579">
                  <c:v>211.3</c:v>
                </c:pt>
                <c:pt idx="4580">
                  <c:v>211.75</c:v>
                </c:pt>
                <c:pt idx="4581">
                  <c:v>212.05</c:v>
                </c:pt>
                <c:pt idx="4582">
                  <c:v>206.95</c:v>
                </c:pt>
                <c:pt idx="4583">
                  <c:v>207</c:v>
                </c:pt>
                <c:pt idx="4584">
                  <c:v>209.5</c:v>
                </c:pt>
                <c:pt idx="4585">
                  <c:v>209.45</c:v>
                </c:pt>
                <c:pt idx="4586">
                  <c:v>205.95</c:v>
                </c:pt>
                <c:pt idx="4587">
                  <c:v>201.7</c:v>
                </c:pt>
                <c:pt idx="4588">
                  <c:v>198.85</c:v>
                </c:pt>
                <c:pt idx="4589">
                  <c:v>201.1</c:v>
                </c:pt>
                <c:pt idx="4590">
                  <c:v>202.75</c:v>
                </c:pt>
                <c:pt idx="4591">
                  <c:v>197.9</c:v>
                </c:pt>
                <c:pt idx="4592">
                  <c:v>195.7</c:v>
                </c:pt>
                <c:pt idx="4593">
                  <c:v>195.05</c:v>
                </c:pt>
                <c:pt idx="4594">
                  <c:v>198.15</c:v>
                </c:pt>
                <c:pt idx="4595">
                  <c:v>198.85</c:v>
                </c:pt>
                <c:pt idx="4596">
                  <c:v>197.85</c:v>
                </c:pt>
                <c:pt idx="4597">
                  <c:v>198.65</c:v>
                </c:pt>
                <c:pt idx="4598">
                  <c:v>198.7</c:v>
                </c:pt>
                <c:pt idx="4599">
                  <c:v>199.15</c:v>
                </c:pt>
                <c:pt idx="4600">
                  <c:v>195.45</c:v>
                </c:pt>
                <c:pt idx="4601">
                  <c:v>197.7</c:v>
                </c:pt>
                <c:pt idx="4602">
                  <c:v>194.2</c:v>
                </c:pt>
                <c:pt idx="4603">
                  <c:v>190.75</c:v>
                </c:pt>
                <c:pt idx="4604">
                  <c:v>187.2</c:v>
                </c:pt>
                <c:pt idx="4605">
                  <c:v>184.8</c:v>
                </c:pt>
                <c:pt idx="4606">
                  <c:v>186.85</c:v>
                </c:pt>
                <c:pt idx="4607">
                  <c:v>185.05</c:v>
                </c:pt>
                <c:pt idx="4608">
                  <c:v>184.55</c:v>
                </c:pt>
                <c:pt idx="4609">
                  <c:v>183</c:v>
                </c:pt>
                <c:pt idx="4610">
                  <c:v>181.65</c:v>
                </c:pt>
                <c:pt idx="4611">
                  <c:v>181.8</c:v>
                </c:pt>
                <c:pt idx="4612">
                  <c:v>184.5</c:v>
                </c:pt>
                <c:pt idx="4613">
                  <c:v>184.05</c:v>
                </c:pt>
                <c:pt idx="4614">
                  <c:v>182.9</c:v>
                </c:pt>
                <c:pt idx="4615">
                  <c:v>182.6</c:v>
                </c:pt>
                <c:pt idx="4616">
                  <c:v>181.75</c:v>
                </c:pt>
                <c:pt idx="4617">
                  <c:v>181.35</c:v>
                </c:pt>
                <c:pt idx="4618">
                  <c:v>181.45</c:v>
                </c:pt>
                <c:pt idx="4619">
                  <c:v>178.5</c:v>
                </c:pt>
                <c:pt idx="4620">
                  <c:v>177.45</c:v>
                </c:pt>
                <c:pt idx="4621">
                  <c:v>175.8</c:v>
                </c:pt>
                <c:pt idx="4622">
                  <c:v>177.05</c:v>
                </c:pt>
                <c:pt idx="4623">
                  <c:v>177.75</c:v>
                </c:pt>
                <c:pt idx="4624">
                  <c:v>175.65</c:v>
                </c:pt>
                <c:pt idx="4625">
                  <c:v>181.85</c:v>
                </c:pt>
                <c:pt idx="4626">
                  <c:v>179.9</c:v>
                </c:pt>
                <c:pt idx="4627">
                  <c:v>183.2</c:v>
                </c:pt>
                <c:pt idx="4628">
                  <c:v>182.3</c:v>
                </c:pt>
                <c:pt idx="4629">
                  <c:v>184.7</c:v>
                </c:pt>
                <c:pt idx="4630">
                  <c:v>188.7</c:v>
                </c:pt>
                <c:pt idx="4631">
                  <c:v>190.2</c:v>
                </c:pt>
                <c:pt idx="4632">
                  <c:v>189.45</c:v>
                </c:pt>
                <c:pt idx="4633">
                  <c:v>189.1</c:v>
                </c:pt>
                <c:pt idx="4634">
                  <c:v>189.5</c:v>
                </c:pt>
                <c:pt idx="4635">
                  <c:v>192.6</c:v>
                </c:pt>
                <c:pt idx="4636">
                  <c:v>190.55</c:v>
                </c:pt>
                <c:pt idx="4637">
                  <c:v>188</c:v>
                </c:pt>
                <c:pt idx="4638">
                  <c:v>187.9</c:v>
                </c:pt>
                <c:pt idx="4639">
                  <c:v>187.7</c:v>
                </c:pt>
                <c:pt idx="4640">
                  <c:v>187.1</c:v>
                </c:pt>
                <c:pt idx="4641">
                  <c:v>187.65</c:v>
                </c:pt>
                <c:pt idx="4642">
                  <c:v>187.55</c:v>
                </c:pt>
                <c:pt idx="4643">
                  <c:v>190.2</c:v>
                </c:pt>
                <c:pt idx="4644">
                  <c:v>190.95</c:v>
                </c:pt>
                <c:pt idx="4645">
                  <c:v>197.8</c:v>
                </c:pt>
                <c:pt idx="4646">
                  <c:v>197.15</c:v>
                </c:pt>
                <c:pt idx="4647">
                  <c:v>193.05</c:v>
                </c:pt>
                <c:pt idx="4648">
                  <c:v>196.95</c:v>
                </c:pt>
                <c:pt idx="4649">
                  <c:v>201.5</c:v>
                </c:pt>
                <c:pt idx="4650">
                  <c:v>194.5</c:v>
                </c:pt>
                <c:pt idx="4651">
                  <c:v>194.45</c:v>
                </c:pt>
                <c:pt idx="4652">
                  <c:v>195.65</c:v>
                </c:pt>
                <c:pt idx="4653">
                  <c:v>199.3</c:v>
                </c:pt>
                <c:pt idx="4654">
                  <c:v>195.7</c:v>
                </c:pt>
                <c:pt idx="4655">
                  <c:v>192.95</c:v>
                </c:pt>
                <c:pt idx="4656">
                  <c:v>186.9</c:v>
                </c:pt>
                <c:pt idx="4657">
                  <c:v>193.8</c:v>
                </c:pt>
                <c:pt idx="4658">
                  <c:v>200.15</c:v>
                </c:pt>
                <c:pt idx="4659">
                  <c:v>201.9</c:v>
                </c:pt>
                <c:pt idx="4660">
                  <c:v>198.9</c:v>
                </c:pt>
                <c:pt idx="4661">
                  <c:v>198.3</c:v>
                </c:pt>
                <c:pt idx="4662">
                  <c:v>200.4</c:v>
                </c:pt>
                <c:pt idx="4663">
                  <c:v>197.6</c:v>
                </c:pt>
                <c:pt idx="4664">
                  <c:v>192.6</c:v>
                </c:pt>
                <c:pt idx="4665">
                  <c:v>192.85</c:v>
                </c:pt>
                <c:pt idx="4666">
                  <c:v>194.55</c:v>
                </c:pt>
                <c:pt idx="4667">
                  <c:v>188.4</c:v>
                </c:pt>
                <c:pt idx="4668">
                  <c:v>192.4</c:v>
                </c:pt>
                <c:pt idx="4669">
                  <c:v>188.95</c:v>
                </c:pt>
                <c:pt idx="4670">
                  <c:v>189.25</c:v>
                </c:pt>
                <c:pt idx="4671">
                  <c:v>187.3</c:v>
                </c:pt>
                <c:pt idx="4672">
                  <c:v>186.65</c:v>
                </c:pt>
                <c:pt idx="4673">
                  <c:v>186.55</c:v>
                </c:pt>
                <c:pt idx="4674">
                  <c:v>187.15</c:v>
                </c:pt>
                <c:pt idx="4675">
                  <c:v>185.7</c:v>
                </c:pt>
                <c:pt idx="4676">
                  <c:v>188.45</c:v>
                </c:pt>
                <c:pt idx="4677">
                  <c:v>188.1</c:v>
                </c:pt>
                <c:pt idx="4678">
                  <c:v>187.2</c:v>
                </c:pt>
                <c:pt idx="4679">
                  <c:v>189.1</c:v>
                </c:pt>
                <c:pt idx="4680">
                  <c:v>189.15</c:v>
                </c:pt>
                <c:pt idx="4681">
                  <c:v>189.15</c:v>
                </c:pt>
                <c:pt idx="4682">
                  <c:v>190.95</c:v>
                </c:pt>
                <c:pt idx="4683">
                  <c:v>190.4</c:v>
                </c:pt>
                <c:pt idx="4684">
                  <c:v>191.3</c:v>
                </c:pt>
                <c:pt idx="4685">
                  <c:v>188.4</c:v>
                </c:pt>
                <c:pt idx="4686">
                  <c:v>189.55</c:v>
                </c:pt>
                <c:pt idx="4687">
                  <c:v>186.15</c:v>
                </c:pt>
                <c:pt idx="4688">
                  <c:v>185.95</c:v>
                </c:pt>
                <c:pt idx="4689">
                  <c:v>188.45</c:v>
                </c:pt>
                <c:pt idx="4690">
                  <c:v>189.85</c:v>
                </c:pt>
                <c:pt idx="4691">
                  <c:v>186.05</c:v>
                </c:pt>
                <c:pt idx="4692">
                  <c:v>188.1</c:v>
                </c:pt>
                <c:pt idx="4693">
                  <c:v>189.05</c:v>
                </c:pt>
                <c:pt idx="4694">
                  <c:v>191.7</c:v>
                </c:pt>
                <c:pt idx="4695">
                  <c:v>185.95</c:v>
                </c:pt>
                <c:pt idx="4696">
                  <c:v>184.05</c:v>
                </c:pt>
                <c:pt idx="4697">
                  <c:v>185.95</c:v>
                </c:pt>
                <c:pt idx="4698">
                  <c:v>187.1</c:v>
                </c:pt>
                <c:pt idx="4699">
                  <c:v>188.1</c:v>
                </c:pt>
                <c:pt idx="4700">
                  <c:v>189.7</c:v>
                </c:pt>
                <c:pt idx="4701">
                  <c:v>188.4</c:v>
                </c:pt>
                <c:pt idx="4702">
                  <c:v>182.1</c:v>
                </c:pt>
                <c:pt idx="4703">
                  <c:v>179.8</c:v>
                </c:pt>
                <c:pt idx="4704">
                  <c:v>182.45</c:v>
                </c:pt>
                <c:pt idx="4705">
                  <c:v>182.55</c:v>
                </c:pt>
                <c:pt idx="4706">
                  <c:v>184.3</c:v>
                </c:pt>
                <c:pt idx="4707">
                  <c:v>180.5</c:v>
                </c:pt>
                <c:pt idx="4708">
                  <c:v>180.15</c:v>
                </c:pt>
                <c:pt idx="4709">
                  <c:v>183.8</c:v>
                </c:pt>
                <c:pt idx="4710">
                  <c:v>187.25</c:v>
                </c:pt>
                <c:pt idx="4711">
                  <c:v>183.5</c:v>
                </c:pt>
                <c:pt idx="4712">
                  <c:v>183.5</c:v>
                </c:pt>
                <c:pt idx="4713">
                  <c:v>182.65</c:v>
                </c:pt>
                <c:pt idx="4714">
                  <c:v>179.3</c:v>
                </c:pt>
                <c:pt idx="4715">
                  <c:v>180.3</c:v>
                </c:pt>
                <c:pt idx="4716">
                  <c:v>182.55</c:v>
                </c:pt>
                <c:pt idx="4717">
                  <c:v>182.55</c:v>
                </c:pt>
                <c:pt idx="4718">
                  <c:v>185.7</c:v>
                </c:pt>
                <c:pt idx="4719">
                  <c:v>192.55</c:v>
                </c:pt>
                <c:pt idx="4720">
                  <c:v>196.35</c:v>
                </c:pt>
                <c:pt idx="4721">
                  <c:v>199</c:v>
                </c:pt>
                <c:pt idx="4722">
                  <c:v>197.95</c:v>
                </c:pt>
                <c:pt idx="4723">
                  <c:v>196.9</c:v>
                </c:pt>
                <c:pt idx="4724">
                  <c:v>193.95</c:v>
                </c:pt>
                <c:pt idx="4725">
                  <c:v>195.3</c:v>
                </c:pt>
                <c:pt idx="4726">
                  <c:v>196.55</c:v>
                </c:pt>
                <c:pt idx="4727">
                  <c:v>197.05</c:v>
                </c:pt>
                <c:pt idx="4728">
                  <c:v>198.65</c:v>
                </c:pt>
                <c:pt idx="4729">
                  <c:v>200</c:v>
                </c:pt>
                <c:pt idx="4730">
                  <c:v>195.25</c:v>
                </c:pt>
                <c:pt idx="4731">
                  <c:v>193.05</c:v>
                </c:pt>
                <c:pt idx="4732">
                  <c:v>195.9</c:v>
                </c:pt>
                <c:pt idx="4733">
                  <c:v>198.45</c:v>
                </c:pt>
                <c:pt idx="4734">
                  <c:v>197.35</c:v>
                </c:pt>
                <c:pt idx="4735">
                  <c:v>197.6</c:v>
                </c:pt>
                <c:pt idx="4736">
                  <c:v>195.65</c:v>
                </c:pt>
                <c:pt idx="4737">
                  <c:v>194.35</c:v>
                </c:pt>
                <c:pt idx="4738">
                  <c:v>192.5</c:v>
                </c:pt>
                <c:pt idx="4739">
                  <c:v>192.45</c:v>
                </c:pt>
                <c:pt idx="4740">
                  <c:v>192</c:v>
                </c:pt>
                <c:pt idx="4741">
                  <c:v>193.9</c:v>
                </c:pt>
                <c:pt idx="4742">
                  <c:v>193.6</c:v>
                </c:pt>
                <c:pt idx="4743">
                  <c:v>191.25</c:v>
                </c:pt>
                <c:pt idx="4744">
                  <c:v>189.7</c:v>
                </c:pt>
                <c:pt idx="4745">
                  <c:v>186.3</c:v>
                </c:pt>
                <c:pt idx="4746">
                  <c:v>186.75</c:v>
                </c:pt>
                <c:pt idx="4747">
                  <c:v>185.85</c:v>
                </c:pt>
                <c:pt idx="4748">
                  <c:v>187.8</c:v>
                </c:pt>
                <c:pt idx="4749">
                  <c:v>185.6</c:v>
                </c:pt>
                <c:pt idx="4750">
                  <c:v>187.1</c:v>
                </c:pt>
                <c:pt idx="4751">
                  <c:v>188.6</c:v>
                </c:pt>
                <c:pt idx="4752">
                  <c:v>190.2</c:v>
                </c:pt>
                <c:pt idx="4753">
                  <c:v>184.6</c:v>
                </c:pt>
                <c:pt idx="4754">
                  <c:v>186.1</c:v>
                </c:pt>
                <c:pt idx="4755">
                  <c:v>186.8</c:v>
                </c:pt>
                <c:pt idx="4756">
                  <c:v>184.6</c:v>
                </c:pt>
                <c:pt idx="4757">
                  <c:v>181</c:v>
                </c:pt>
                <c:pt idx="4758">
                  <c:v>182.35</c:v>
                </c:pt>
                <c:pt idx="4759">
                  <c:v>181.25</c:v>
                </c:pt>
                <c:pt idx="4760">
                  <c:v>176.55</c:v>
                </c:pt>
                <c:pt idx="4761">
                  <c:v>174.95</c:v>
                </c:pt>
                <c:pt idx="4762">
                  <c:v>181.5</c:v>
                </c:pt>
                <c:pt idx="4763">
                  <c:v>180.75</c:v>
                </c:pt>
                <c:pt idx="4764">
                  <c:v>179.45</c:v>
                </c:pt>
                <c:pt idx="4765">
                  <c:v>181.8</c:v>
                </c:pt>
                <c:pt idx="4766">
                  <c:v>181.8</c:v>
                </c:pt>
                <c:pt idx="4767">
                  <c:v>181.9</c:v>
                </c:pt>
                <c:pt idx="4768">
                  <c:v>181.95</c:v>
                </c:pt>
                <c:pt idx="4769">
                  <c:v>181.2</c:v>
                </c:pt>
                <c:pt idx="4770">
                  <c:v>181.45</c:v>
                </c:pt>
                <c:pt idx="4771">
                  <c:v>182.85</c:v>
                </c:pt>
                <c:pt idx="4772">
                  <c:v>183.2</c:v>
                </c:pt>
                <c:pt idx="4773">
                  <c:v>183</c:v>
                </c:pt>
                <c:pt idx="4774">
                  <c:v>184.5</c:v>
                </c:pt>
                <c:pt idx="4775">
                  <c:v>187.15</c:v>
                </c:pt>
                <c:pt idx="4776">
                  <c:v>187</c:v>
                </c:pt>
                <c:pt idx="4777">
                  <c:v>194.3</c:v>
                </c:pt>
                <c:pt idx="4778">
                  <c:v>196.35</c:v>
                </c:pt>
                <c:pt idx="4779">
                  <c:v>194.75</c:v>
                </c:pt>
                <c:pt idx="4780">
                  <c:v>187.6</c:v>
                </c:pt>
                <c:pt idx="4781">
                  <c:v>193.25</c:v>
                </c:pt>
                <c:pt idx="4782">
                  <c:v>197.05</c:v>
                </c:pt>
                <c:pt idx="4783">
                  <c:v>199</c:v>
                </c:pt>
                <c:pt idx="4784">
                  <c:v>197.4</c:v>
                </c:pt>
                <c:pt idx="4785">
                  <c:v>198.5</c:v>
                </c:pt>
                <c:pt idx="4786">
                  <c:v>202</c:v>
                </c:pt>
                <c:pt idx="4787">
                  <c:v>202.85</c:v>
                </c:pt>
                <c:pt idx="4788">
                  <c:v>200.2</c:v>
                </c:pt>
                <c:pt idx="4789">
                  <c:v>198.25</c:v>
                </c:pt>
                <c:pt idx="4790">
                  <c:v>197.9</c:v>
                </c:pt>
                <c:pt idx="4791">
                  <c:v>195.55</c:v>
                </c:pt>
                <c:pt idx="4792">
                  <c:v>199.8</c:v>
                </c:pt>
                <c:pt idx="4793">
                  <c:v>200.95</c:v>
                </c:pt>
                <c:pt idx="4794">
                  <c:v>199.35</c:v>
                </c:pt>
                <c:pt idx="4795">
                  <c:v>196.3</c:v>
                </c:pt>
                <c:pt idx="4796">
                  <c:v>198.35</c:v>
                </c:pt>
                <c:pt idx="4797">
                  <c:v>198.35</c:v>
                </c:pt>
                <c:pt idx="4798">
                  <c:v>198.65</c:v>
                </c:pt>
                <c:pt idx="4799">
                  <c:v>195.95</c:v>
                </c:pt>
                <c:pt idx="4800">
                  <c:v>197.05</c:v>
                </c:pt>
                <c:pt idx="4801">
                  <c:v>198.05</c:v>
                </c:pt>
                <c:pt idx="4802">
                  <c:v>196.85</c:v>
                </c:pt>
                <c:pt idx="4803">
                  <c:v>194.3</c:v>
                </c:pt>
                <c:pt idx="4804">
                  <c:v>194.8</c:v>
                </c:pt>
                <c:pt idx="4805">
                  <c:v>193</c:v>
                </c:pt>
                <c:pt idx="4806">
                  <c:v>191.95</c:v>
                </c:pt>
                <c:pt idx="4807">
                  <c:v>191.55</c:v>
                </c:pt>
                <c:pt idx="4808">
                  <c:v>190.8</c:v>
                </c:pt>
                <c:pt idx="4809">
                  <c:v>186.4</c:v>
                </c:pt>
                <c:pt idx="4810">
                  <c:v>190.2</c:v>
                </c:pt>
                <c:pt idx="4811">
                  <c:v>190.85</c:v>
                </c:pt>
                <c:pt idx="4812">
                  <c:v>190.45</c:v>
                </c:pt>
                <c:pt idx="4813">
                  <c:v>191.55</c:v>
                </c:pt>
                <c:pt idx="4814">
                  <c:v>190</c:v>
                </c:pt>
                <c:pt idx="4815">
                  <c:v>187.9</c:v>
                </c:pt>
                <c:pt idx="4816">
                  <c:v>185.55</c:v>
                </c:pt>
                <c:pt idx="4817">
                  <c:v>182.65</c:v>
                </c:pt>
                <c:pt idx="4818">
                  <c:v>181.65</c:v>
                </c:pt>
                <c:pt idx="4819">
                  <c:v>178.5</c:v>
                </c:pt>
                <c:pt idx="4820">
                  <c:v>181.85</c:v>
                </c:pt>
                <c:pt idx="4821">
                  <c:v>182.15</c:v>
                </c:pt>
                <c:pt idx="4822">
                  <c:v>188.05</c:v>
                </c:pt>
                <c:pt idx="4823">
                  <c:v>183.95</c:v>
                </c:pt>
                <c:pt idx="4824">
                  <c:v>182.1</c:v>
                </c:pt>
                <c:pt idx="4825">
                  <c:v>184.65</c:v>
                </c:pt>
                <c:pt idx="4826">
                  <c:v>185.65</c:v>
                </c:pt>
                <c:pt idx="4827">
                  <c:v>187.35</c:v>
                </c:pt>
                <c:pt idx="4828">
                  <c:v>190.2</c:v>
                </c:pt>
                <c:pt idx="4829">
                  <c:v>190.15</c:v>
                </c:pt>
                <c:pt idx="4830">
                  <c:v>191.2</c:v>
                </c:pt>
                <c:pt idx="4831">
                  <c:v>189.3</c:v>
                </c:pt>
                <c:pt idx="4832">
                  <c:v>193.05</c:v>
                </c:pt>
                <c:pt idx="4833">
                  <c:v>192.95</c:v>
                </c:pt>
                <c:pt idx="4834">
                  <c:v>195.45</c:v>
                </c:pt>
                <c:pt idx="4835">
                  <c:v>191.75</c:v>
                </c:pt>
                <c:pt idx="4836">
                  <c:v>194.3</c:v>
                </c:pt>
                <c:pt idx="4837">
                  <c:v>193.65</c:v>
                </c:pt>
                <c:pt idx="4838">
                  <c:v>191.15</c:v>
                </c:pt>
                <c:pt idx="4839">
                  <c:v>193.85</c:v>
                </c:pt>
                <c:pt idx="4840">
                  <c:v>194.6</c:v>
                </c:pt>
                <c:pt idx="4841">
                  <c:v>194.05</c:v>
                </c:pt>
                <c:pt idx="4842">
                  <c:v>197.8</c:v>
                </c:pt>
                <c:pt idx="4843">
                  <c:v>200.3</c:v>
                </c:pt>
                <c:pt idx="4844">
                  <c:v>200.95</c:v>
                </c:pt>
                <c:pt idx="4845">
                  <c:v>199.9</c:v>
                </c:pt>
                <c:pt idx="4846">
                  <c:v>199.05</c:v>
                </c:pt>
                <c:pt idx="4847">
                  <c:v>201.6</c:v>
                </c:pt>
                <c:pt idx="4848">
                  <c:v>209.65</c:v>
                </c:pt>
                <c:pt idx="4849">
                  <c:v>207.7</c:v>
                </c:pt>
                <c:pt idx="4850">
                  <c:v>206.9</c:v>
                </c:pt>
                <c:pt idx="4851">
                  <c:v>207.05</c:v>
                </c:pt>
                <c:pt idx="4852">
                  <c:v>207.35</c:v>
                </c:pt>
                <c:pt idx="4853">
                  <c:v>208.95</c:v>
                </c:pt>
                <c:pt idx="4854">
                  <c:v>210.2</c:v>
                </c:pt>
                <c:pt idx="4855">
                  <c:v>205.85</c:v>
                </c:pt>
                <c:pt idx="4856">
                  <c:v>201.25</c:v>
                </c:pt>
                <c:pt idx="4857">
                  <c:v>204.75</c:v>
                </c:pt>
                <c:pt idx="4858">
                  <c:v>205.3</c:v>
                </c:pt>
                <c:pt idx="4859">
                  <c:v>208.6</c:v>
                </c:pt>
                <c:pt idx="4860">
                  <c:v>206.7</c:v>
                </c:pt>
                <c:pt idx="4861">
                  <c:v>204.95</c:v>
                </c:pt>
                <c:pt idx="4862">
                  <c:v>208.9</c:v>
                </c:pt>
                <c:pt idx="4863">
                  <c:v>208</c:v>
                </c:pt>
                <c:pt idx="4864">
                  <c:v>205.35</c:v>
                </c:pt>
                <c:pt idx="4865">
                  <c:v>205.7</c:v>
                </c:pt>
                <c:pt idx="4866">
                  <c:v>204.1</c:v>
                </c:pt>
                <c:pt idx="4867">
                  <c:v>210.45</c:v>
                </c:pt>
                <c:pt idx="4868">
                  <c:v>209.8</c:v>
                </c:pt>
                <c:pt idx="4869">
                  <c:v>213.15</c:v>
                </c:pt>
                <c:pt idx="4870">
                  <c:v>211.55</c:v>
                </c:pt>
                <c:pt idx="4871">
                  <c:v>207.9</c:v>
                </c:pt>
                <c:pt idx="4872">
                  <c:v>208.25</c:v>
                </c:pt>
                <c:pt idx="4873">
                  <c:v>210.8</c:v>
                </c:pt>
                <c:pt idx="4874">
                  <c:v>214</c:v>
                </c:pt>
                <c:pt idx="4875">
                  <c:v>210.55</c:v>
                </c:pt>
                <c:pt idx="4876">
                  <c:v>201.15</c:v>
                </c:pt>
                <c:pt idx="4877">
                  <c:v>198.1</c:v>
                </c:pt>
                <c:pt idx="4878">
                  <c:v>198.85</c:v>
                </c:pt>
                <c:pt idx="4879">
                  <c:v>202.7</c:v>
                </c:pt>
                <c:pt idx="4880">
                  <c:v>202</c:v>
                </c:pt>
                <c:pt idx="4881">
                  <c:v>202</c:v>
                </c:pt>
                <c:pt idx="4882">
                  <c:v>205.15</c:v>
                </c:pt>
                <c:pt idx="4883">
                  <c:v>211.15</c:v>
                </c:pt>
                <c:pt idx="4884">
                  <c:v>207.05</c:v>
                </c:pt>
                <c:pt idx="4885">
                  <c:v>206.05</c:v>
                </c:pt>
                <c:pt idx="4886">
                  <c:v>204.9</c:v>
                </c:pt>
                <c:pt idx="4887">
                  <c:v>202.75</c:v>
                </c:pt>
                <c:pt idx="4888">
                  <c:v>201.5</c:v>
                </c:pt>
                <c:pt idx="4889">
                  <c:v>202.9</c:v>
                </c:pt>
                <c:pt idx="4890">
                  <c:v>206.55</c:v>
                </c:pt>
                <c:pt idx="4891">
                  <c:v>205.75</c:v>
                </c:pt>
                <c:pt idx="4892">
                  <c:v>204.8</c:v>
                </c:pt>
                <c:pt idx="4893">
                  <c:v>200.5</c:v>
                </c:pt>
                <c:pt idx="4894">
                  <c:v>197.05</c:v>
                </c:pt>
                <c:pt idx="4895">
                  <c:v>196.9</c:v>
                </c:pt>
                <c:pt idx="4896">
                  <c:v>199.35</c:v>
                </c:pt>
                <c:pt idx="4897">
                  <c:v>203.5</c:v>
                </c:pt>
                <c:pt idx="4898">
                  <c:v>202.9</c:v>
                </c:pt>
                <c:pt idx="4899">
                  <c:v>201.4</c:v>
                </c:pt>
                <c:pt idx="4900">
                  <c:v>199.65</c:v>
                </c:pt>
                <c:pt idx="4901">
                  <c:v>202.65</c:v>
                </c:pt>
                <c:pt idx="4902">
                  <c:v>202.15</c:v>
                </c:pt>
                <c:pt idx="4903">
                  <c:v>200.45</c:v>
                </c:pt>
                <c:pt idx="4904">
                  <c:v>202.05</c:v>
                </c:pt>
                <c:pt idx="4905">
                  <c:v>201.15</c:v>
                </c:pt>
                <c:pt idx="4906">
                  <c:v>196.2</c:v>
                </c:pt>
                <c:pt idx="4907">
                  <c:v>188.3</c:v>
                </c:pt>
                <c:pt idx="4908">
                  <c:v>190.45</c:v>
                </c:pt>
                <c:pt idx="4909">
                  <c:v>198.75</c:v>
                </c:pt>
                <c:pt idx="4910">
                  <c:v>199.25</c:v>
                </c:pt>
                <c:pt idx="4911">
                  <c:v>198.1</c:v>
                </c:pt>
                <c:pt idx="4912">
                  <c:v>199.05</c:v>
                </c:pt>
                <c:pt idx="4913">
                  <c:v>196.5</c:v>
                </c:pt>
                <c:pt idx="4914">
                  <c:v>199.1</c:v>
                </c:pt>
                <c:pt idx="4915">
                  <c:v>196.55</c:v>
                </c:pt>
                <c:pt idx="4916">
                  <c:v>196.5</c:v>
                </c:pt>
                <c:pt idx="4917">
                  <c:v>197.7</c:v>
                </c:pt>
                <c:pt idx="4918">
                  <c:v>199.1</c:v>
                </c:pt>
                <c:pt idx="4919">
                  <c:v>201</c:v>
                </c:pt>
                <c:pt idx="4920">
                  <c:v>198.4</c:v>
                </c:pt>
                <c:pt idx="4921">
                  <c:v>201.25</c:v>
                </c:pt>
                <c:pt idx="4922">
                  <c:v>198.55</c:v>
                </c:pt>
                <c:pt idx="4923">
                  <c:v>197.7</c:v>
                </c:pt>
                <c:pt idx="4924">
                  <c:v>202.55</c:v>
                </c:pt>
                <c:pt idx="4925">
                  <c:v>205.05</c:v>
                </c:pt>
                <c:pt idx="4926">
                  <c:v>206.25</c:v>
                </c:pt>
                <c:pt idx="4927">
                  <c:v>204.1</c:v>
                </c:pt>
                <c:pt idx="4928">
                  <c:v>202.95</c:v>
                </c:pt>
                <c:pt idx="4929">
                  <c:v>202.35</c:v>
                </c:pt>
                <c:pt idx="4930">
                  <c:v>201.05</c:v>
                </c:pt>
                <c:pt idx="4931">
                  <c:v>199.95</c:v>
                </c:pt>
                <c:pt idx="4932">
                  <c:v>198.35</c:v>
                </c:pt>
                <c:pt idx="4933">
                  <c:v>197.3</c:v>
                </c:pt>
                <c:pt idx="4934">
                  <c:v>194.75</c:v>
                </c:pt>
                <c:pt idx="4935">
                  <c:v>195.4</c:v>
                </c:pt>
                <c:pt idx="4936">
                  <c:v>195.1</c:v>
                </c:pt>
                <c:pt idx="4937">
                  <c:v>194.2</c:v>
                </c:pt>
                <c:pt idx="4938">
                  <c:v>191.65</c:v>
                </c:pt>
                <c:pt idx="4939">
                  <c:v>191.75</c:v>
                </c:pt>
                <c:pt idx="4940">
                  <c:v>189.25</c:v>
                </c:pt>
                <c:pt idx="4941">
                  <c:v>188</c:v>
                </c:pt>
                <c:pt idx="4942">
                  <c:v>187.65</c:v>
                </c:pt>
                <c:pt idx="4943">
                  <c:v>190.65</c:v>
                </c:pt>
                <c:pt idx="4944">
                  <c:v>195.45</c:v>
                </c:pt>
                <c:pt idx="4945">
                  <c:v>196.1</c:v>
                </c:pt>
                <c:pt idx="4946">
                  <c:v>196.3</c:v>
                </c:pt>
                <c:pt idx="4947">
                  <c:v>198.75</c:v>
                </c:pt>
                <c:pt idx="4948">
                  <c:v>198.6</c:v>
                </c:pt>
                <c:pt idx="4949">
                  <c:v>194.4</c:v>
                </c:pt>
                <c:pt idx="4950">
                  <c:v>195.1</c:v>
                </c:pt>
                <c:pt idx="4951">
                  <c:v>196.15</c:v>
                </c:pt>
                <c:pt idx="4952">
                  <c:v>193.3</c:v>
                </c:pt>
                <c:pt idx="4953">
                  <c:v>191.4</c:v>
                </c:pt>
                <c:pt idx="4954">
                  <c:v>189.4</c:v>
                </c:pt>
                <c:pt idx="4955">
                  <c:v>188.4</c:v>
                </c:pt>
                <c:pt idx="4956">
                  <c:v>187.3</c:v>
                </c:pt>
                <c:pt idx="4957">
                  <c:v>186.6</c:v>
                </c:pt>
                <c:pt idx="4958">
                  <c:v>187.95</c:v>
                </c:pt>
                <c:pt idx="4959">
                  <c:v>182.75</c:v>
                </c:pt>
                <c:pt idx="4960">
                  <c:v>181.75</c:v>
                </c:pt>
                <c:pt idx="4961">
                  <c:v>184.75</c:v>
                </c:pt>
                <c:pt idx="4962">
                  <c:v>185.7</c:v>
                </c:pt>
                <c:pt idx="4963">
                  <c:v>186.95</c:v>
                </c:pt>
                <c:pt idx="4964">
                  <c:v>188.05</c:v>
                </c:pt>
                <c:pt idx="4965">
                  <c:v>187.2</c:v>
                </c:pt>
                <c:pt idx="4966">
                  <c:v>186.4</c:v>
                </c:pt>
                <c:pt idx="4967">
                  <c:v>186.1</c:v>
                </c:pt>
                <c:pt idx="4968">
                  <c:v>185.8</c:v>
                </c:pt>
                <c:pt idx="4969">
                  <c:v>187.15</c:v>
                </c:pt>
                <c:pt idx="4970">
                  <c:v>184.85</c:v>
                </c:pt>
                <c:pt idx="4971">
                  <c:v>189.05</c:v>
                </c:pt>
                <c:pt idx="4972">
                  <c:v>190.3</c:v>
                </c:pt>
                <c:pt idx="4973">
                  <c:v>190.25</c:v>
                </c:pt>
                <c:pt idx="4974">
                  <c:v>195.5</c:v>
                </c:pt>
                <c:pt idx="4975">
                  <c:v>195.1</c:v>
                </c:pt>
                <c:pt idx="4976">
                  <c:v>193</c:v>
                </c:pt>
                <c:pt idx="4977">
                  <c:v>193.1</c:v>
                </c:pt>
                <c:pt idx="4978">
                  <c:v>191.7</c:v>
                </c:pt>
                <c:pt idx="4979">
                  <c:v>190.55</c:v>
                </c:pt>
                <c:pt idx="4980">
                  <c:v>192.95</c:v>
                </c:pt>
                <c:pt idx="4981">
                  <c:v>192.15</c:v>
                </c:pt>
                <c:pt idx="4982">
                  <c:v>194.8</c:v>
                </c:pt>
                <c:pt idx="4983">
                  <c:v>195.25</c:v>
                </c:pt>
                <c:pt idx="4984">
                  <c:v>194.25</c:v>
                </c:pt>
                <c:pt idx="4985">
                  <c:v>196.45</c:v>
                </c:pt>
                <c:pt idx="4986">
                  <c:v>197.4</c:v>
                </c:pt>
                <c:pt idx="4987">
                  <c:v>204.65</c:v>
                </c:pt>
                <c:pt idx="4988">
                  <c:v>200.6</c:v>
                </c:pt>
                <c:pt idx="4989">
                  <c:v>200.05</c:v>
                </c:pt>
                <c:pt idx="4990">
                  <c:v>201.95</c:v>
                </c:pt>
                <c:pt idx="4991">
                  <c:v>196.95</c:v>
                </c:pt>
                <c:pt idx="4992">
                  <c:v>193</c:v>
                </c:pt>
                <c:pt idx="4993">
                  <c:v>190.45</c:v>
                </c:pt>
                <c:pt idx="4994">
                  <c:v>192.4</c:v>
                </c:pt>
                <c:pt idx="4995">
                  <c:v>194.4</c:v>
                </c:pt>
                <c:pt idx="4996">
                  <c:v>186.85</c:v>
                </c:pt>
                <c:pt idx="4997">
                  <c:v>182.4</c:v>
                </c:pt>
                <c:pt idx="4998">
                  <c:v>187.35</c:v>
                </c:pt>
                <c:pt idx="4999">
                  <c:v>194.35</c:v>
                </c:pt>
                <c:pt idx="5000">
                  <c:v>189.35</c:v>
                </c:pt>
                <c:pt idx="5001">
                  <c:v>192.9</c:v>
                </c:pt>
                <c:pt idx="5002">
                  <c:v>190.4</c:v>
                </c:pt>
                <c:pt idx="5003">
                  <c:v>186.6</c:v>
                </c:pt>
                <c:pt idx="5004">
                  <c:v>189.5</c:v>
                </c:pt>
                <c:pt idx="5005">
                  <c:v>189.35</c:v>
                </c:pt>
                <c:pt idx="5006">
                  <c:v>190.55</c:v>
                </c:pt>
                <c:pt idx="5007">
                  <c:v>184.1</c:v>
                </c:pt>
                <c:pt idx="5008">
                  <c:v>183.6</c:v>
                </c:pt>
                <c:pt idx="5009">
                  <c:v>185</c:v>
                </c:pt>
                <c:pt idx="5010">
                  <c:v>187.5</c:v>
                </c:pt>
                <c:pt idx="5011">
                  <c:v>189.25</c:v>
                </c:pt>
                <c:pt idx="5012">
                  <c:v>186.1</c:v>
                </c:pt>
                <c:pt idx="5013">
                  <c:v>186.15</c:v>
                </c:pt>
                <c:pt idx="5014">
                  <c:v>185.85</c:v>
                </c:pt>
                <c:pt idx="5015">
                  <c:v>186.45</c:v>
                </c:pt>
                <c:pt idx="5016">
                  <c:v>181.5</c:v>
                </c:pt>
                <c:pt idx="5017">
                  <c:v>183.5</c:v>
                </c:pt>
                <c:pt idx="5018">
                  <c:v>191.7</c:v>
                </c:pt>
                <c:pt idx="5019">
                  <c:v>197.05</c:v>
                </c:pt>
                <c:pt idx="5020">
                  <c:v>195.95</c:v>
                </c:pt>
                <c:pt idx="5021">
                  <c:v>190.6</c:v>
                </c:pt>
                <c:pt idx="5022">
                  <c:v>180.95</c:v>
                </c:pt>
                <c:pt idx="5023">
                  <c:v>181.4</c:v>
                </c:pt>
                <c:pt idx="5024">
                  <c:v>166.1</c:v>
                </c:pt>
                <c:pt idx="5025">
                  <c:v>167.9</c:v>
                </c:pt>
                <c:pt idx="5026">
                  <c:v>157.94999999999999</c:v>
                </c:pt>
                <c:pt idx="5027">
                  <c:v>162</c:v>
                </c:pt>
                <c:pt idx="5028">
                  <c:v>144.15</c:v>
                </c:pt>
                <c:pt idx="5029">
                  <c:v>147.15</c:v>
                </c:pt>
                <c:pt idx="5030">
                  <c:v>157.25</c:v>
                </c:pt>
                <c:pt idx="5031">
                  <c:v>153</c:v>
                </c:pt>
                <c:pt idx="5032">
                  <c:v>147.30000000000001</c:v>
                </c:pt>
                <c:pt idx="5033">
                  <c:v>150.25</c:v>
                </c:pt>
                <c:pt idx="5034">
                  <c:v>158.35</c:v>
                </c:pt>
                <c:pt idx="5035">
                  <c:v>160</c:v>
                </c:pt>
                <c:pt idx="5036">
                  <c:v>155.65</c:v>
                </c:pt>
                <c:pt idx="5037">
                  <c:v>159.1</c:v>
                </c:pt>
                <c:pt idx="5038">
                  <c:v>154.6</c:v>
                </c:pt>
                <c:pt idx="5039">
                  <c:v>156.19999999999999</c:v>
                </c:pt>
                <c:pt idx="5040">
                  <c:v>158</c:v>
                </c:pt>
                <c:pt idx="5041">
                  <c:v>158.35</c:v>
                </c:pt>
                <c:pt idx="5042">
                  <c:v>164.45</c:v>
                </c:pt>
                <c:pt idx="5043">
                  <c:v>159.94999999999999</c:v>
                </c:pt>
                <c:pt idx="5044">
                  <c:v>159.55000000000001</c:v>
                </c:pt>
                <c:pt idx="5045">
                  <c:v>163.4</c:v>
                </c:pt>
                <c:pt idx="5046">
                  <c:v>167.75</c:v>
                </c:pt>
                <c:pt idx="5047">
                  <c:v>165.5</c:v>
                </c:pt>
                <c:pt idx="5048">
                  <c:v>162.65</c:v>
                </c:pt>
                <c:pt idx="5049">
                  <c:v>162.19999999999999</c:v>
                </c:pt>
                <c:pt idx="5050">
                  <c:v>158</c:v>
                </c:pt>
                <c:pt idx="5051">
                  <c:v>159.15</c:v>
                </c:pt>
                <c:pt idx="5052">
                  <c:v>159.6</c:v>
                </c:pt>
                <c:pt idx="5053">
                  <c:v>157.19999999999999</c:v>
                </c:pt>
                <c:pt idx="5054">
                  <c:v>158.05000000000001</c:v>
                </c:pt>
                <c:pt idx="5055">
                  <c:v>162.05000000000001</c:v>
                </c:pt>
                <c:pt idx="5056">
                  <c:v>159.05000000000001</c:v>
                </c:pt>
                <c:pt idx="5057">
                  <c:v>163.65</c:v>
                </c:pt>
                <c:pt idx="5058">
                  <c:v>165.4</c:v>
                </c:pt>
                <c:pt idx="5059">
                  <c:v>161.75</c:v>
                </c:pt>
                <c:pt idx="5060">
                  <c:v>159</c:v>
                </c:pt>
                <c:pt idx="5061">
                  <c:v>158.80000000000001</c:v>
                </c:pt>
                <c:pt idx="5062">
                  <c:v>163.30000000000001</c:v>
                </c:pt>
                <c:pt idx="5063">
                  <c:v>166.65</c:v>
                </c:pt>
                <c:pt idx="5064">
                  <c:v>160.80000000000001</c:v>
                </c:pt>
                <c:pt idx="5065">
                  <c:v>159.80000000000001</c:v>
                </c:pt>
                <c:pt idx="5066">
                  <c:v>154.5</c:v>
                </c:pt>
                <c:pt idx="5067">
                  <c:v>158.05000000000001</c:v>
                </c:pt>
                <c:pt idx="5068">
                  <c:v>158.44999999999999</c:v>
                </c:pt>
                <c:pt idx="5069">
                  <c:v>158.9</c:v>
                </c:pt>
                <c:pt idx="5070">
                  <c:v>155.85</c:v>
                </c:pt>
                <c:pt idx="5071">
                  <c:v>157.35</c:v>
                </c:pt>
                <c:pt idx="5072">
                  <c:v>157.15</c:v>
                </c:pt>
                <c:pt idx="5073">
                  <c:v>157.25</c:v>
                </c:pt>
                <c:pt idx="5074">
                  <c:v>157.55000000000001</c:v>
                </c:pt>
                <c:pt idx="5075">
                  <c:v>158.85</c:v>
                </c:pt>
                <c:pt idx="5076">
                  <c:v>165.05</c:v>
                </c:pt>
                <c:pt idx="5077">
                  <c:v>164.55</c:v>
                </c:pt>
                <c:pt idx="5078">
                  <c:v>169.25</c:v>
                </c:pt>
                <c:pt idx="5079">
                  <c:v>171.45</c:v>
                </c:pt>
                <c:pt idx="5080">
                  <c:v>172.35</c:v>
                </c:pt>
                <c:pt idx="5081">
                  <c:v>170.55</c:v>
                </c:pt>
                <c:pt idx="5082">
                  <c:v>170.05</c:v>
                </c:pt>
                <c:pt idx="5083">
                  <c:v>171</c:v>
                </c:pt>
                <c:pt idx="5084">
                  <c:v>166.3</c:v>
                </c:pt>
                <c:pt idx="5085">
                  <c:v>163.25</c:v>
                </c:pt>
                <c:pt idx="5086">
                  <c:v>162.69999999999999</c:v>
                </c:pt>
                <c:pt idx="5087">
                  <c:v>159.5</c:v>
                </c:pt>
                <c:pt idx="5088">
                  <c:v>165.45</c:v>
                </c:pt>
                <c:pt idx="5089">
                  <c:v>171.4</c:v>
                </c:pt>
                <c:pt idx="5090">
                  <c:v>178.6</c:v>
                </c:pt>
                <c:pt idx="5091">
                  <c:v>187.45</c:v>
                </c:pt>
                <c:pt idx="5092">
                  <c:v>178.5</c:v>
                </c:pt>
                <c:pt idx="5093">
                  <c:v>179.35</c:v>
                </c:pt>
                <c:pt idx="5094">
                  <c:v>179.2</c:v>
                </c:pt>
                <c:pt idx="5095">
                  <c:v>178.25</c:v>
                </c:pt>
                <c:pt idx="5096">
                  <c:v>174.85</c:v>
                </c:pt>
                <c:pt idx="5097">
                  <c:v>173.45</c:v>
                </c:pt>
                <c:pt idx="5098">
                  <c:v>175.1</c:v>
                </c:pt>
                <c:pt idx="5099">
                  <c:v>177.6</c:v>
                </c:pt>
                <c:pt idx="5100">
                  <c:v>178</c:v>
                </c:pt>
                <c:pt idx="5101">
                  <c:v>173.1</c:v>
                </c:pt>
                <c:pt idx="5102">
                  <c:v>169.75</c:v>
                </c:pt>
                <c:pt idx="5103">
                  <c:v>171.55</c:v>
                </c:pt>
                <c:pt idx="5104">
                  <c:v>172.6</c:v>
                </c:pt>
                <c:pt idx="5105">
                  <c:v>169.1</c:v>
                </c:pt>
                <c:pt idx="5106">
                  <c:v>163.35</c:v>
                </c:pt>
                <c:pt idx="5107">
                  <c:v>163.55000000000001</c:v>
                </c:pt>
                <c:pt idx="5108">
                  <c:v>162.19999999999999</c:v>
                </c:pt>
                <c:pt idx="5109">
                  <c:v>163.30000000000001</c:v>
                </c:pt>
                <c:pt idx="5110">
                  <c:v>163.5</c:v>
                </c:pt>
                <c:pt idx="5111">
                  <c:v>173.65</c:v>
                </c:pt>
                <c:pt idx="5112">
                  <c:v>179.65</c:v>
                </c:pt>
                <c:pt idx="5113">
                  <c:v>181.75</c:v>
                </c:pt>
                <c:pt idx="5114">
                  <c:v>182</c:v>
                </c:pt>
                <c:pt idx="5115">
                  <c:v>180.9</c:v>
                </c:pt>
                <c:pt idx="5116">
                  <c:v>181.9</c:v>
                </c:pt>
                <c:pt idx="5117">
                  <c:v>181.75</c:v>
                </c:pt>
                <c:pt idx="5118">
                  <c:v>176.85</c:v>
                </c:pt>
                <c:pt idx="5119">
                  <c:v>178.3</c:v>
                </c:pt>
                <c:pt idx="5120">
                  <c:v>178.55</c:v>
                </c:pt>
                <c:pt idx="5121">
                  <c:v>178.25</c:v>
                </c:pt>
                <c:pt idx="5122">
                  <c:v>175.95</c:v>
                </c:pt>
                <c:pt idx="5123">
                  <c:v>175.9</c:v>
                </c:pt>
                <c:pt idx="5124">
                  <c:v>175.95</c:v>
                </c:pt>
                <c:pt idx="5125">
                  <c:v>177.25</c:v>
                </c:pt>
                <c:pt idx="5126">
                  <c:v>176.85</c:v>
                </c:pt>
                <c:pt idx="5127">
                  <c:v>178.05</c:v>
                </c:pt>
                <c:pt idx="5128">
                  <c:v>178.75</c:v>
                </c:pt>
                <c:pt idx="5129">
                  <c:v>175.4</c:v>
                </c:pt>
                <c:pt idx="5130">
                  <c:v>178.65</c:v>
                </c:pt>
                <c:pt idx="5131">
                  <c:v>177.75</c:v>
                </c:pt>
                <c:pt idx="5132">
                  <c:v>177.35</c:v>
                </c:pt>
                <c:pt idx="5133">
                  <c:v>181.2</c:v>
                </c:pt>
                <c:pt idx="5134">
                  <c:v>189.1</c:v>
                </c:pt>
                <c:pt idx="5135">
                  <c:v>185.25</c:v>
                </c:pt>
                <c:pt idx="5136">
                  <c:v>184.75</c:v>
                </c:pt>
                <c:pt idx="5137">
                  <c:v>185.35</c:v>
                </c:pt>
                <c:pt idx="5138">
                  <c:v>185.2</c:v>
                </c:pt>
                <c:pt idx="5139">
                  <c:v>182.3</c:v>
                </c:pt>
                <c:pt idx="5140">
                  <c:v>178.95</c:v>
                </c:pt>
                <c:pt idx="5141">
                  <c:v>180.4</c:v>
                </c:pt>
                <c:pt idx="5142">
                  <c:v>181.2</c:v>
                </c:pt>
                <c:pt idx="5143">
                  <c:v>178.5</c:v>
                </c:pt>
                <c:pt idx="5144">
                  <c:v>175.05</c:v>
                </c:pt>
                <c:pt idx="5145">
                  <c:v>176.15</c:v>
                </c:pt>
                <c:pt idx="5146">
                  <c:v>174.9</c:v>
                </c:pt>
                <c:pt idx="5147">
                  <c:v>175.25</c:v>
                </c:pt>
                <c:pt idx="5148">
                  <c:v>177.6</c:v>
                </c:pt>
                <c:pt idx="5149">
                  <c:v>175.15</c:v>
                </c:pt>
                <c:pt idx="5150">
                  <c:v>171.5</c:v>
                </c:pt>
                <c:pt idx="5151">
                  <c:v>173.3</c:v>
                </c:pt>
                <c:pt idx="5152">
                  <c:v>171.95</c:v>
                </c:pt>
                <c:pt idx="5153">
                  <c:v>168.3</c:v>
                </c:pt>
                <c:pt idx="5154">
                  <c:v>171.9</c:v>
                </c:pt>
                <c:pt idx="5155">
                  <c:v>170.5</c:v>
                </c:pt>
                <c:pt idx="5156">
                  <c:v>168.8</c:v>
                </c:pt>
                <c:pt idx="5157">
                  <c:v>163.9</c:v>
                </c:pt>
                <c:pt idx="5158">
                  <c:v>159.35</c:v>
                </c:pt>
                <c:pt idx="5159">
                  <c:v>160.75</c:v>
                </c:pt>
                <c:pt idx="5160">
                  <c:v>168.15</c:v>
                </c:pt>
                <c:pt idx="5161">
                  <c:v>163.30000000000001</c:v>
                </c:pt>
                <c:pt idx="5162">
                  <c:v>162.44999999999999</c:v>
                </c:pt>
                <c:pt idx="5163">
                  <c:v>164.6</c:v>
                </c:pt>
                <c:pt idx="5164">
                  <c:v>162.85</c:v>
                </c:pt>
                <c:pt idx="5165">
                  <c:v>163.19999999999999</c:v>
                </c:pt>
                <c:pt idx="5166">
                  <c:v>159.6</c:v>
                </c:pt>
                <c:pt idx="5167">
                  <c:v>158.30000000000001</c:v>
                </c:pt>
                <c:pt idx="5168">
                  <c:v>158</c:v>
                </c:pt>
                <c:pt idx="5169">
                  <c:v>159.80000000000001</c:v>
                </c:pt>
                <c:pt idx="5170">
                  <c:v>160.44999999999999</c:v>
                </c:pt>
                <c:pt idx="5171">
                  <c:v>157.05000000000001</c:v>
                </c:pt>
                <c:pt idx="5172">
                  <c:v>155.75</c:v>
                </c:pt>
                <c:pt idx="5173">
                  <c:v>158.94999999999999</c:v>
                </c:pt>
                <c:pt idx="5174">
                  <c:v>159.75</c:v>
                </c:pt>
                <c:pt idx="5175">
                  <c:v>157.19999999999999</c:v>
                </c:pt>
                <c:pt idx="5176">
                  <c:v>163.75</c:v>
                </c:pt>
                <c:pt idx="5177">
                  <c:v>165.1</c:v>
                </c:pt>
                <c:pt idx="5178">
                  <c:v>170.15</c:v>
                </c:pt>
                <c:pt idx="5179">
                  <c:v>172.05</c:v>
                </c:pt>
                <c:pt idx="5180">
                  <c:v>173.5</c:v>
                </c:pt>
                <c:pt idx="5181">
                  <c:v>172.85</c:v>
                </c:pt>
                <c:pt idx="5182">
                  <c:v>171.6</c:v>
                </c:pt>
                <c:pt idx="5183">
                  <c:v>171</c:v>
                </c:pt>
                <c:pt idx="5184">
                  <c:v>173.05</c:v>
                </c:pt>
                <c:pt idx="5185">
                  <c:v>179.95</c:v>
                </c:pt>
                <c:pt idx="5186">
                  <c:v>177.1</c:v>
                </c:pt>
                <c:pt idx="5187">
                  <c:v>179.05</c:v>
                </c:pt>
                <c:pt idx="5188">
                  <c:v>178.45</c:v>
                </c:pt>
                <c:pt idx="5189">
                  <c:v>184.05</c:v>
                </c:pt>
                <c:pt idx="5190">
                  <c:v>185.9</c:v>
                </c:pt>
                <c:pt idx="5191">
                  <c:v>189.65</c:v>
                </c:pt>
                <c:pt idx="5192">
                  <c:v>189.5</c:v>
                </c:pt>
                <c:pt idx="5193">
                  <c:v>188.85</c:v>
                </c:pt>
                <c:pt idx="5194">
                  <c:v>188</c:v>
                </c:pt>
                <c:pt idx="5195">
                  <c:v>186.8</c:v>
                </c:pt>
                <c:pt idx="5196">
                  <c:v>185.4</c:v>
                </c:pt>
                <c:pt idx="5197">
                  <c:v>189.8</c:v>
                </c:pt>
                <c:pt idx="5198">
                  <c:v>191.85</c:v>
                </c:pt>
                <c:pt idx="5199">
                  <c:v>194.75</c:v>
                </c:pt>
                <c:pt idx="5200">
                  <c:v>194.5</c:v>
                </c:pt>
                <c:pt idx="5201">
                  <c:v>195.3</c:v>
                </c:pt>
                <c:pt idx="5202">
                  <c:v>197.65</c:v>
                </c:pt>
                <c:pt idx="5203">
                  <c:v>192.4</c:v>
                </c:pt>
                <c:pt idx="5204">
                  <c:v>192.35</c:v>
                </c:pt>
                <c:pt idx="5205">
                  <c:v>194.15</c:v>
                </c:pt>
                <c:pt idx="5206">
                  <c:v>193.45</c:v>
                </c:pt>
                <c:pt idx="5207">
                  <c:v>194.35</c:v>
                </c:pt>
                <c:pt idx="5208">
                  <c:v>193.5</c:v>
                </c:pt>
                <c:pt idx="5209">
                  <c:v>191.6</c:v>
                </c:pt>
                <c:pt idx="5210">
                  <c:v>192.7</c:v>
                </c:pt>
                <c:pt idx="5211">
                  <c:v>192.75</c:v>
                </c:pt>
                <c:pt idx="5212">
                  <c:v>193.1</c:v>
                </c:pt>
                <c:pt idx="5213">
                  <c:v>194.3</c:v>
                </c:pt>
                <c:pt idx="5214">
                  <c:v>192.8</c:v>
                </c:pt>
                <c:pt idx="5215">
                  <c:v>196.2</c:v>
                </c:pt>
                <c:pt idx="5216">
                  <c:v>193.3</c:v>
                </c:pt>
                <c:pt idx="5217">
                  <c:v>193.9</c:v>
                </c:pt>
                <c:pt idx="5218">
                  <c:v>185.5</c:v>
                </c:pt>
                <c:pt idx="5219">
                  <c:v>190.3</c:v>
                </c:pt>
                <c:pt idx="5220">
                  <c:v>189.95</c:v>
                </c:pt>
                <c:pt idx="5221">
                  <c:v>190</c:v>
                </c:pt>
                <c:pt idx="5222">
                  <c:v>191.55</c:v>
                </c:pt>
                <c:pt idx="5223">
                  <c:v>189.7</c:v>
                </c:pt>
                <c:pt idx="5224">
                  <c:v>190.2</c:v>
                </c:pt>
                <c:pt idx="5225">
                  <c:v>189.85</c:v>
                </c:pt>
                <c:pt idx="5226">
                  <c:v>189.5</c:v>
                </c:pt>
                <c:pt idx="5227">
                  <c:v>188.45</c:v>
                </c:pt>
                <c:pt idx="5228">
                  <c:v>188</c:v>
                </c:pt>
                <c:pt idx="5229">
                  <c:v>196.15</c:v>
                </c:pt>
                <c:pt idx="5230">
                  <c:v>197.05</c:v>
                </c:pt>
                <c:pt idx="5231">
                  <c:v>203.55</c:v>
                </c:pt>
                <c:pt idx="5232">
                  <c:v>203.55</c:v>
                </c:pt>
                <c:pt idx="5233">
                  <c:v>203.7</c:v>
                </c:pt>
                <c:pt idx="5234">
                  <c:v>205</c:v>
                </c:pt>
                <c:pt idx="5235">
                  <c:v>205.1</c:v>
                </c:pt>
                <c:pt idx="5236">
                  <c:v>203</c:v>
                </c:pt>
                <c:pt idx="5237">
                  <c:v>195.75</c:v>
                </c:pt>
                <c:pt idx="5238">
                  <c:v>199.65</c:v>
                </c:pt>
                <c:pt idx="5239">
                  <c:v>196.15</c:v>
                </c:pt>
                <c:pt idx="5240">
                  <c:v>195.15</c:v>
                </c:pt>
                <c:pt idx="5241">
                  <c:v>194.2</c:v>
                </c:pt>
                <c:pt idx="5242">
                  <c:v>190.2</c:v>
                </c:pt>
                <c:pt idx="5243">
                  <c:v>192.35</c:v>
                </c:pt>
                <c:pt idx="5244">
                  <c:v>187.3</c:v>
                </c:pt>
                <c:pt idx="5245">
                  <c:v>184.45</c:v>
                </c:pt>
                <c:pt idx="5246">
                  <c:v>188.9</c:v>
                </c:pt>
                <c:pt idx="5247">
                  <c:v>194.2</c:v>
                </c:pt>
                <c:pt idx="5248">
                  <c:v>206.5</c:v>
                </c:pt>
                <c:pt idx="5249">
                  <c:v>205.35</c:v>
                </c:pt>
                <c:pt idx="5250">
                  <c:v>207.1</c:v>
                </c:pt>
                <c:pt idx="5251">
                  <c:v>212.55</c:v>
                </c:pt>
                <c:pt idx="5252">
                  <c:v>210.75</c:v>
                </c:pt>
                <c:pt idx="5253">
                  <c:v>210.45</c:v>
                </c:pt>
                <c:pt idx="5254">
                  <c:v>213.75</c:v>
                </c:pt>
                <c:pt idx="5255">
                  <c:v>212.65</c:v>
                </c:pt>
                <c:pt idx="5256">
                  <c:v>212.45</c:v>
                </c:pt>
                <c:pt idx="5257">
                  <c:v>225.55</c:v>
                </c:pt>
                <c:pt idx="5258">
                  <c:v>230.05</c:v>
                </c:pt>
                <c:pt idx="5259">
                  <c:v>236.5</c:v>
                </c:pt>
                <c:pt idx="5260">
                  <c:v>232.2</c:v>
                </c:pt>
                <c:pt idx="5261">
                  <c:v>224.95</c:v>
                </c:pt>
                <c:pt idx="5262">
                  <c:v>226.1</c:v>
                </c:pt>
                <c:pt idx="5263">
                  <c:v>222.75</c:v>
                </c:pt>
                <c:pt idx="5264">
                  <c:v>227.55</c:v>
                </c:pt>
                <c:pt idx="5265">
                  <c:v>214.3</c:v>
                </c:pt>
                <c:pt idx="5266">
                  <c:v>227.25</c:v>
                </c:pt>
                <c:pt idx="5267">
                  <c:v>225.05</c:v>
                </c:pt>
                <c:pt idx="5268">
                  <c:v>227.5</c:v>
                </c:pt>
                <c:pt idx="5269">
                  <c:v>225.15</c:v>
                </c:pt>
                <c:pt idx="5270">
                  <c:v>220.25</c:v>
                </c:pt>
                <c:pt idx="5271">
                  <c:v>220.15</c:v>
                </c:pt>
                <c:pt idx="5272">
                  <c:v>216</c:v>
                </c:pt>
                <c:pt idx="5273">
                  <c:v>215.15</c:v>
                </c:pt>
                <c:pt idx="5274">
                  <c:v>220.05</c:v>
                </c:pt>
                <c:pt idx="5275">
                  <c:v>224.15</c:v>
                </c:pt>
                <c:pt idx="5276">
                  <c:v>224.45</c:v>
                </c:pt>
                <c:pt idx="5277">
                  <c:v>220.45</c:v>
                </c:pt>
                <c:pt idx="5278">
                  <c:v>221.05</c:v>
                </c:pt>
                <c:pt idx="5279">
                  <c:v>230.2</c:v>
                </c:pt>
                <c:pt idx="5280">
                  <c:v>223.55</c:v>
                </c:pt>
                <c:pt idx="5281">
                  <c:v>219</c:v>
                </c:pt>
                <c:pt idx="5282">
                  <c:v>221.05</c:v>
                </c:pt>
                <c:pt idx="5283">
                  <c:v>216.4</c:v>
                </c:pt>
                <c:pt idx="5284">
                  <c:v>214.6</c:v>
                </c:pt>
                <c:pt idx="5285">
                  <c:v>221.35</c:v>
                </c:pt>
                <c:pt idx="5286">
                  <c:v>215.65</c:v>
                </c:pt>
                <c:pt idx="5287">
                  <c:v>218.7</c:v>
                </c:pt>
                <c:pt idx="5288">
                  <c:v>214.15</c:v>
                </c:pt>
                <c:pt idx="5289">
                  <c:v>209.2</c:v>
                </c:pt>
                <c:pt idx="5290">
                  <c:v>210.55</c:v>
                </c:pt>
                <c:pt idx="5291">
                  <c:v>209</c:v>
                </c:pt>
                <c:pt idx="5292">
                  <c:v>208.3</c:v>
                </c:pt>
                <c:pt idx="5293">
                  <c:v>201.15</c:v>
                </c:pt>
                <c:pt idx="5294">
                  <c:v>208.75</c:v>
                </c:pt>
                <c:pt idx="5295">
                  <c:v>207.8</c:v>
                </c:pt>
                <c:pt idx="5296">
                  <c:v>209.85</c:v>
                </c:pt>
                <c:pt idx="5297">
                  <c:v>201.2</c:v>
                </c:pt>
                <c:pt idx="5298">
                  <c:v>203.7</c:v>
                </c:pt>
                <c:pt idx="5299">
                  <c:v>203.45</c:v>
                </c:pt>
                <c:pt idx="5300">
                  <c:v>211.15</c:v>
                </c:pt>
                <c:pt idx="5301">
                  <c:v>215.8</c:v>
                </c:pt>
                <c:pt idx="5302">
                  <c:v>216.65</c:v>
                </c:pt>
                <c:pt idx="5303">
                  <c:v>220.9</c:v>
                </c:pt>
                <c:pt idx="5304">
                  <c:v>220.15</c:v>
                </c:pt>
                <c:pt idx="5305">
                  <c:v>220.05</c:v>
                </c:pt>
              </c:numCache>
            </c:numRef>
          </c:val>
          <c:smooth val="0"/>
          <c:extLst>
            <c:ext xmlns:c16="http://schemas.microsoft.com/office/drawing/2014/chart" uri="{C3380CC4-5D6E-409C-BE32-E72D297353CC}">
              <c16:uniqueId val="{00000001-7D1F-4694-830D-D0F1A8C35CBE}"/>
            </c:ext>
          </c:extLst>
        </c:ser>
        <c:ser>
          <c:idx val="2"/>
          <c:order val="2"/>
          <c:tx>
            <c:strRef>
              <c:f>ENERGYPIVOT!$D$1:$D$2</c:f>
              <c:strCache>
                <c:ptCount val="1"/>
                <c:pt idx="0">
                  <c:v>RELIANCE</c:v>
                </c:pt>
              </c:strCache>
            </c:strRef>
          </c:tx>
          <c:spPr>
            <a:ln w="28575" cap="rnd">
              <a:solidFill>
                <a:schemeClr val="accent5"/>
              </a:solidFill>
              <a:round/>
            </a:ln>
            <a:effectLst/>
          </c:spPr>
          <c:marker>
            <c:symbol val="none"/>
          </c:marker>
          <c:cat>
            <c:strRef>
              <c:f>ENERGYPIVOT!$A$3:$A$5309</c:f>
              <c:strCache>
                <c:ptCount val="5306"/>
                <c:pt idx="0">
                  <c:v>03-01-2000</c:v>
                </c:pt>
                <c:pt idx="1">
                  <c:v>04-01-2000</c:v>
                </c:pt>
                <c:pt idx="2">
                  <c:v>05-01-2000</c:v>
                </c:pt>
                <c:pt idx="3">
                  <c:v>06-01-2000</c:v>
                </c:pt>
                <c:pt idx="4">
                  <c:v>07-01-2000</c:v>
                </c:pt>
                <c:pt idx="5">
                  <c:v>10-01-2000</c:v>
                </c:pt>
                <c:pt idx="6">
                  <c:v>11-01-2000</c:v>
                </c:pt>
                <c:pt idx="7">
                  <c:v>12-01-2000</c:v>
                </c:pt>
                <c:pt idx="8">
                  <c:v>13-01-2000</c:v>
                </c:pt>
                <c:pt idx="9">
                  <c:v>14-01-2000</c:v>
                </c:pt>
                <c:pt idx="10">
                  <c:v>17-01-2000</c:v>
                </c:pt>
                <c:pt idx="11">
                  <c:v>18-01-2000</c:v>
                </c:pt>
                <c:pt idx="12">
                  <c:v>19-01-2000</c:v>
                </c:pt>
                <c:pt idx="13">
                  <c:v>20-01-2000</c:v>
                </c:pt>
                <c:pt idx="14">
                  <c:v>21-01-2000</c:v>
                </c:pt>
                <c:pt idx="15">
                  <c:v>24-01-2000</c:v>
                </c:pt>
                <c:pt idx="16">
                  <c:v>25-01-2000</c:v>
                </c:pt>
                <c:pt idx="17">
                  <c:v>27-01-2000</c:v>
                </c:pt>
                <c:pt idx="18">
                  <c:v>28-01-2000</c:v>
                </c:pt>
                <c:pt idx="19">
                  <c:v>31-01-2000</c:v>
                </c:pt>
                <c:pt idx="20">
                  <c:v>01-02-2000</c:v>
                </c:pt>
                <c:pt idx="21">
                  <c:v>02-02-2000</c:v>
                </c:pt>
                <c:pt idx="22">
                  <c:v>03-02-2000</c:v>
                </c:pt>
                <c:pt idx="23">
                  <c:v>04-02-2000</c:v>
                </c:pt>
                <c:pt idx="24">
                  <c:v>07-02-2000</c:v>
                </c:pt>
                <c:pt idx="25">
                  <c:v>08-02-2000</c:v>
                </c:pt>
                <c:pt idx="26">
                  <c:v>09-02-2000</c:v>
                </c:pt>
                <c:pt idx="27">
                  <c:v>10-02-2000</c:v>
                </c:pt>
                <c:pt idx="28">
                  <c:v>11-02-2000</c:v>
                </c:pt>
                <c:pt idx="29">
                  <c:v>14-02-2000</c:v>
                </c:pt>
                <c:pt idx="30">
                  <c:v>15-02-2000</c:v>
                </c:pt>
                <c:pt idx="31">
                  <c:v>16-02-2000</c:v>
                </c:pt>
                <c:pt idx="32">
                  <c:v>17-02-2000</c:v>
                </c:pt>
                <c:pt idx="33">
                  <c:v>18-02-2000</c:v>
                </c:pt>
                <c:pt idx="34">
                  <c:v>21-02-2000</c:v>
                </c:pt>
                <c:pt idx="35">
                  <c:v>22-02-2000</c:v>
                </c:pt>
                <c:pt idx="36">
                  <c:v>23-02-2000</c:v>
                </c:pt>
                <c:pt idx="37">
                  <c:v>24-02-2000</c:v>
                </c:pt>
                <c:pt idx="38">
                  <c:v>25-02-2000</c:v>
                </c:pt>
                <c:pt idx="39">
                  <c:v>28-02-2000</c:v>
                </c:pt>
                <c:pt idx="40">
                  <c:v>29-02-2000</c:v>
                </c:pt>
                <c:pt idx="41">
                  <c:v>01-03-2000</c:v>
                </c:pt>
                <c:pt idx="42">
                  <c:v>02-03-2000</c:v>
                </c:pt>
                <c:pt idx="43">
                  <c:v>03-03-2000</c:v>
                </c:pt>
                <c:pt idx="44">
                  <c:v>06-03-2000</c:v>
                </c:pt>
                <c:pt idx="45">
                  <c:v>07-03-2000</c:v>
                </c:pt>
                <c:pt idx="46">
                  <c:v>08-03-2000</c:v>
                </c:pt>
                <c:pt idx="47">
                  <c:v>09-03-2000</c:v>
                </c:pt>
                <c:pt idx="48">
                  <c:v>10-03-2000</c:v>
                </c:pt>
                <c:pt idx="49">
                  <c:v>13-03-2000</c:v>
                </c:pt>
                <c:pt idx="50">
                  <c:v>14-03-2000</c:v>
                </c:pt>
                <c:pt idx="51">
                  <c:v>15-03-2000</c:v>
                </c:pt>
                <c:pt idx="52">
                  <c:v>16-03-2000</c:v>
                </c:pt>
                <c:pt idx="53">
                  <c:v>21-03-2000</c:v>
                </c:pt>
                <c:pt idx="54">
                  <c:v>22-03-2000</c:v>
                </c:pt>
                <c:pt idx="55">
                  <c:v>23-03-2000</c:v>
                </c:pt>
                <c:pt idx="56">
                  <c:v>24-03-2000</c:v>
                </c:pt>
                <c:pt idx="57">
                  <c:v>27-03-2000</c:v>
                </c:pt>
                <c:pt idx="58">
                  <c:v>28-03-2000</c:v>
                </c:pt>
                <c:pt idx="59">
                  <c:v>29-03-2000</c:v>
                </c:pt>
                <c:pt idx="60">
                  <c:v>30-03-2000</c:v>
                </c:pt>
                <c:pt idx="61">
                  <c:v>31-03-2000</c:v>
                </c:pt>
                <c:pt idx="62">
                  <c:v>03-04-2000</c:v>
                </c:pt>
                <c:pt idx="63">
                  <c:v>04-04-2000</c:v>
                </c:pt>
                <c:pt idx="64">
                  <c:v>05-04-2000</c:v>
                </c:pt>
                <c:pt idx="65">
                  <c:v>06-04-2000</c:v>
                </c:pt>
                <c:pt idx="66">
                  <c:v>07-04-2000</c:v>
                </c:pt>
                <c:pt idx="67">
                  <c:v>10-04-2000</c:v>
                </c:pt>
                <c:pt idx="68">
                  <c:v>11-04-2000</c:v>
                </c:pt>
                <c:pt idx="69">
                  <c:v>12-04-2000</c:v>
                </c:pt>
                <c:pt idx="70">
                  <c:v>13-04-2000</c:v>
                </c:pt>
                <c:pt idx="71">
                  <c:v>17-04-2000</c:v>
                </c:pt>
                <c:pt idx="72">
                  <c:v>18-04-2000</c:v>
                </c:pt>
                <c:pt idx="73">
                  <c:v>19-04-2000</c:v>
                </c:pt>
                <c:pt idx="74">
                  <c:v>20-04-2000</c:v>
                </c:pt>
                <c:pt idx="75">
                  <c:v>24-04-2000</c:v>
                </c:pt>
                <c:pt idx="76">
                  <c:v>25-04-2000</c:v>
                </c:pt>
                <c:pt idx="77">
                  <c:v>26-04-2000</c:v>
                </c:pt>
                <c:pt idx="78">
                  <c:v>27-04-2000</c:v>
                </c:pt>
                <c:pt idx="79">
                  <c:v>28-04-2000</c:v>
                </c:pt>
                <c:pt idx="80">
                  <c:v>02-05-2000</c:v>
                </c:pt>
                <c:pt idx="81">
                  <c:v>03-05-2000</c:v>
                </c:pt>
                <c:pt idx="82">
                  <c:v>04-05-2000</c:v>
                </c:pt>
                <c:pt idx="83">
                  <c:v>05-05-2000</c:v>
                </c:pt>
                <c:pt idx="84">
                  <c:v>08-05-2000</c:v>
                </c:pt>
                <c:pt idx="85">
                  <c:v>09-05-2000</c:v>
                </c:pt>
                <c:pt idx="86">
                  <c:v>10-05-2000</c:v>
                </c:pt>
                <c:pt idx="87">
                  <c:v>11-05-2000</c:v>
                </c:pt>
                <c:pt idx="88">
                  <c:v>12-05-2000</c:v>
                </c:pt>
                <c:pt idx="89">
                  <c:v>15-05-2000</c:v>
                </c:pt>
                <c:pt idx="90">
                  <c:v>16-05-2000</c:v>
                </c:pt>
                <c:pt idx="91">
                  <c:v>17-05-2000</c:v>
                </c:pt>
                <c:pt idx="92">
                  <c:v>18-05-2000</c:v>
                </c:pt>
                <c:pt idx="93">
                  <c:v>19-05-2000</c:v>
                </c:pt>
                <c:pt idx="94">
                  <c:v>22-05-2000</c:v>
                </c:pt>
                <c:pt idx="95">
                  <c:v>23-05-2000</c:v>
                </c:pt>
                <c:pt idx="96">
                  <c:v>24-05-2000</c:v>
                </c:pt>
                <c:pt idx="97">
                  <c:v>25-05-2000</c:v>
                </c:pt>
                <c:pt idx="98">
                  <c:v>26-05-2000</c:v>
                </c:pt>
                <c:pt idx="99">
                  <c:v>29-05-2000</c:v>
                </c:pt>
                <c:pt idx="100">
                  <c:v>30-05-2000</c:v>
                </c:pt>
                <c:pt idx="101">
                  <c:v>31-05-2000</c:v>
                </c:pt>
                <c:pt idx="102">
                  <c:v>01-06-2000</c:v>
                </c:pt>
                <c:pt idx="103">
                  <c:v>02-06-2000</c:v>
                </c:pt>
                <c:pt idx="104">
                  <c:v>05-06-2000</c:v>
                </c:pt>
                <c:pt idx="105">
                  <c:v>06-06-2000</c:v>
                </c:pt>
                <c:pt idx="106">
                  <c:v>07-06-2000</c:v>
                </c:pt>
                <c:pt idx="107">
                  <c:v>08-06-2000</c:v>
                </c:pt>
                <c:pt idx="108">
                  <c:v>09-06-2000</c:v>
                </c:pt>
                <c:pt idx="109">
                  <c:v>12-06-2000</c:v>
                </c:pt>
                <c:pt idx="110">
                  <c:v>13-06-2000</c:v>
                </c:pt>
                <c:pt idx="111">
                  <c:v>14-06-2000</c:v>
                </c:pt>
                <c:pt idx="112">
                  <c:v>15-06-2000</c:v>
                </c:pt>
                <c:pt idx="113">
                  <c:v>16-06-2000</c:v>
                </c:pt>
                <c:pt idx="114">
                  <c:v>19-06-2000</c:v>
                </c:pt>
                <c:pt idx="115">
                  <c:v>20-06-2000</c:v>
                </c:pt>
                <c:pt idx="116">
                  <c:v>21-06-2000</c:v>
                </c:pt>
                <c:pt idx="117">
                  <c:v>22-06-2000</c:v>
                </c:pt>
                <c:pt idx="118">
                  <c:v>23-06-2000</c:v>
                </c:pt>
                <c:pt idx="119">
                  <c:v>26-06-2000</c:v>
                </c:pt>
                <c:pt idx="120">
                  <c:v>27-06-2000</c:v>
                </c:pt>
                <c:pt idx="121">
                  <c:v>28-06-2000</c:v>
                </c:pt>
                <c:pt idx="122">
                  <c:v>29-06-2000</c:v>
                </c:pt>
                <c:pt idx="123">
                  <c:v>30-06-2000</c:v>
                </c:pt>
                <c:pt idx="124">
                  <c:v>03-07-2000</c:v>
                </c:pt>
                <c:pt idx="125">
                  <c:v>04-07-2000</c:v>
                </c:pt>
                <c:pt idx="126">
                  <c:v>05-07-2000</c:v>
                </c:pt>
                <c:pt idx="127">
                  <c:v>06-07-2000</c:v>
                </c:pt>
                <c:pt idx="128">
                  <c:v>07-07-2000</c:v>
                </c:pt>
                <c:pt idx="129">
                  <c:v>10-07-2000</c:v>
                </c:pt>
                <c:pt idx="130">
                  <c:v>11-07-2000</c:v>
                </c:pt>
                <c:pt idx="131">
                  <c:v>12-07-2000</c:v>
                </c:pt>
                <c:pt idx="132">
                  <c:v>13-07-2000</c:v>
                </c:pt>
                <c:pt idx="133">
                  <c:v>14-07-2000</c:v>
                </c:pt>
                <c:pt idx="134">
                  <c:v>17-07-2000</c:v>
                </c:pt>
                <c:pt idx="135">
                  <c:v>18-07-2000</c:v>
                </c:pt>
                <c:pt idx="136">
                  <c:v>19-07-2000</c:v>
                </c:pt>
                <c:pt idx="137">
                  <c:v>20-07-2000</c:v>
                </c:pt>
                <c:pt idx="138">
                  <c:v>21-07-2000</c:v>
                </c:pt>
                <c:pt idx="139">
                  <c:v>24-07-2000</c:v>
                </c:pt>
                <c:pt idx="140">
                  <c:v>25-07-2000</c:v>
                </c:pt>
                <c:pt idx="141">
                  <c:v>26-07-2000</c:v>
                </c:pt>
                <c:pt idx="142">
                  <c:v>27-07-2000</c:v>
                </c:pt>
                <c:pt idx="143">
                  <c:v>28-07-2000</c:v>
                </c:pt>
                <c:pt idx="144">
                  <c:v>31-07-2000</c:v>
                </c:pt>
                <c:pt idx="145">
                  <c:v>01-08-2000</c:v>
                </c:pt>
                <c:pt idx="146">
                  <c:v>02-08-2000</c:v>
                </c:pt>
                <c:pt idx="147">
                  <c:v>03-08-2000</c:v>
                </c:pt>
                <c:pt idx="148">
                  <c:v>04-08-2000</c:v>
                </c:pt>
                <c:pt idx="149">
                  <c:v>07-08-2000</c:v>
                </c:pt>
                <c:pt idx="150">
                  <c:v>08-08-2000</c:v>
                </c:pt>
                <c:pt idx="151">
                  <c:v>09-08-2000</c:v>
                </c:pt>
                <c:pt idx="152">
                  <c:v>10-08-2000</c:v>
                </c:pt>
                <c:pt idx="153">
                  <c:v>11-08-2000</c:v>
                </c:pt>
                <c:pt idx="154">
                  <c:v>14-08-2000</c:v>
                </c:pt>
                <c:pt idx="155">
                  <c:v>16-08-2000</c:v>
                </c:pt>
                <c:pt idx="156">
                  <c:v>17-08-2000</c:v>
                </c:pt>
                <c:pt idx="157">
                  <c:v>18-08-2000</c:v>
                </c:pt>
                <c:pt idx="158">
                  <c:v>21-08-2000</c:v>
                </c:pt>
                <c:pt idx="159">
                  <c:v>22-08-2000</c:v>
                </c:pt>
                <c:pt idx="160">
                  <c:v>23-08-2000</c:v>
                </c:pt>
                <c:pt idx="161">
                  <c:v>24-08-2000</c:v>
                </c:pt>
                <c:pt idx="162">
                  <c:v>25-08-2000</c:v>
                </c:pt>
                <c:pt idx="163">
                  <c:v>28-08-2000</c:v>
                </c:pt>
                <c:pt idx="164">
                  <c:v>29-08-2000</c:v>
                </c:pt>
                <c:pt idx="165">
                  <c:v>30-08-2000</c:v>
                </c:pt>
                <c:pt idx="166">
                  <c:v>31-08-2000</c:v>
                </c:pt>
                <c:pt idx="167">
                  <c:v>04-09-2000</c:v>
                </c:pt>
                <c:pt idx="168">
                  <c:v>05-09-2000</c:v>
                </c:pt>
                <c:pt idx="169">
                  <c:v>06-09-2000</c:v>
                </c:pt>
                <c:pt idx="170">
                  <c:v>07-09-2000</c:v>
                </c:pt>
                <c:pt idx="171">
                  <c:v>08-09-2000</c:v>
                </c:pt>
                <c:pt idx="172">
                  <c:v>11-09-2000</c:v>
                </c:pt>
                <c:pt idx="173">
                  <c:v>12-09-2000</c:v>
                </c:pt>
                <c:pt idx="174">
                  <c:v>13-09-2000</c:v>
                </c:pt>
                <c:pt idx="175">
                  <c:v>14-09-2000</c:v>
                </c:pt>
                <c:pt idx="176">
                  <c:v>15-09-2000</c:v>
                </c:pt>
                <c:pt idx="177">
                  <c:v>18-09-2000</c:v>
                </c:pt>
                <c:pt idx="178">
                  <c:v>19-09-2000</c:v>
                </c:pt>
                <c:pt idx="179">
                  <c:v>20-09-2000</c:v>
                </c:pt>
                <c:pt idx="180">
                  <c:v>21-09-2000</c:v>
                </c:pt>
                <c:pt idx="181">
                  <c:v>22-09-2000</c:v>
                </c:pt>
                <c:pt idx="182">
                  <c:v>25-09-2000</c:v>
                </c:pt>
                <c:pt idx="183">
                  <c:v>26-09-2000</c:v>
                </c:pt>
                <c:pt idx="184">
                  <c:v>27-09-2000</c:v>
                </c:pt>
                <c:pt idx="185">
                  <c:v>28-09-2000</c:v>
                </c:pt>
                <c:pt idx="186">
                  <c:v>29-09-2000</c:v>
                </c:pt>
                <c:pt idx="187">
                  <c:v>03-10-2000</c:v>
                </c:pt>
                <c:pt idx="188">
                  <c:v>04-10-2000</c:v>
                </c:pt>
                <c:pt idx="189">
                  <c:v>05-10-2000</c:v>
                </c:pt>
                <c:pt idx="190">
                  <c:v>06-10-2000</c:v>
                </c:pt>
                <c:pt idx="191">
                  <c:v>09-10-2000</c:v>
                </c:pt>
                <c:pt idx="192">
                  <c:v>10-10-2000</c:v>
                </c:pt>
                <c:pt idx="193">
                  <c:v>11-10-2000</c:v>
                </c:pt>
                <c:pt idx="194">
                  <c:v>12-10-2000</c:v>
                </c:pt>
                <c:pt idx="195">
                  <c:v>13-10-2000</c:v>
                </c:pt>
                <c:pt idx="196">
                  <c:v>16-10-2000</c:v>
                </c:pt>
                <c:pt idx="197">
                  <c:v>17-10-2000</c:v>
                </c:pt>
                <c:pt idx="198">
                  <c:v>18-10-2000</c:v>
                </c:pt>
                <c:pt idx="199">
                  <c:v>19-10-2000</c:v>
                </c:pt>
                <c:pt idx="200">
                  <c:v>20-10-2000</c:v>
                </c:pt>
                <c:pt idx="201">
                  <c:v>23-10-2000</c:v>
                </c:pt>
                <c:pt idx="202">
                  <c:v>24-10-2000</c:v>
                </c:pt>
                <c:pt idx="203">
                  <c:v>25-10-2000</c:v>
                </c:pt>
                <c:pt idx="204">
                  <c:v>26-10-2000</c:v>
                </c:pt>
                <c:pt idx="205">
                  <c:v>27-10-2000</c:v>
                </c:pt>
                <c:pt idx="206">
                  <c:v>30-10-2000</c:v>
                </c:pt>
                <c:pt idx="207">
                  <c:v>31-10-2000</c:v>
                </c:pt>
                <c:pt idx="208">
                  <c:v>01-11-2000</c:v>
                </c:pt>
                <c:pt idx="209">
                  <c:v>02-11-2000</c:v>
                </c:pt>
                <c:pt idx="210">
                  <c:v>03-11-2000</c:v>
                </c:pt>
                <c:pt idx="211">
                  <c:v>06-11-2000</c:v>
                </c:pt>
                <c:pt idx="212">
                  <c:v>07-11-2000</c:v>
                </c:pt>
                <c:pt idx="213">
                  <c:v>08-11-2000</c:v>
                </c:pt>
                <c:pt idx="214">
                  <c:v>09-11-2000</c:v>
                </c:pt>
                <c:pt idx="215">
                  <c:v>10-11-2000</c:v>
                </c:pt>
                <c:pt idx="216">
                  <c:v>13-11-2000</c:v>
                </c:pt>
                <c:pt idx="217">
                  <c:v>14-11-2000</c:v>
                </c:pt>
                <c:pt idx="218">
                  <c:v>15-11-2000</c:v>
                </c:pt>
                <c:pt idx="219">
                  <c:v>16-11-2000</c:v>
                </c:pt>
                <c:pt idx="220">
                  <c:v>17-11-2000</c:v>
                </c:pt>
                <c:pt idx="221">
                  <c:v>20-11-2000</c:v>
                </c:pt>
                <c:pt idx="222">
                  <c:v>21-11-2000</c:v>
                </c:pt>
                <c:pt idx="223">
                  <c:v>22-11-2000</c:v>
                </c:pt>
                <c:pt idx="224">
                  <c:v>23-11-2000</c:v>
                </c:pt>
                <c:pt idx="225">
                  <c:v>24-11-2000</c:v>
                </c:pt>
                <c:pt idx="226">
                  <c:v>27-11-2000</c:v>
                </c:pt>
                <c:pt idx="227">
                  <c:v>28-11-2000</c:v>
                </c:pt>
                <c:pt idx="228">
                  <c:v>29-11-2000</c:v>
                </c:pt>
                <c:pt idx="229">
                  <c:v>30-11-2000</c:v>
                </c:pt>
                <c:pt idx="230">
                  <c:v>01-12-2000</c:v>
                </c:pt>
                <c:pt idx="231">
                  <c:v>04-12-2000</c:v>
                </c:pt>
                <c:pt idx="232">
                  <c:v>05-12-2000</c:v>
                </c:pt>
                <c:pt idx="233">
                  <c:v>06-12-2000</c:v>
                </c:pt>
                <c:pt idx="234">
                  <c:v>07-12-2000</c:v>
                </c:pt>
                <c:pt idx="235">
                  <c:v>08-12-2000</c:v>
                </c:pt>
                <c:pt idx="236">
                  <c:v>11-12-2000</c:v>
                </c:pt>
                <c:pt idx="237">
                  <c:v>12-12-2000</c:v>
                </c:pt>
                <c:pt idx="238">
                  <c:v>13-12-2000</c:v>
                </c:pt>
                <c:pt idx="239">
                  <c:v>14-12-2000</c:v>
                </c:pt>
                <c:pt idx="240">
                  <c:v>15-12-2000</c:v>
                </c:pt>
                <c:pt idx="241">
                  <c:v>18-12-2000</c:v>
                </c:pt>
                <c:pt idx="242">
                  <c:v>19-12-2000</c:v>
                </c:pt>
                <c:pt idx="243">
                  <c:v>20-12-2000</c:v>
                </c:pt>
                <c:pt idx="244">
                  <c:v>21-12-2000</c:v>
                </c:pt>
                <c:pt idx="245">
                  <c:v>22-12-2000</c:v>
                </c:pt>
                <c:pt idx="246">
                  <c:v>26-12-2000</c:v>
                </c:pt>
                <c:pt idx="247">
                  <c:v>27-12-2000</c:v>
                </c:pt>
                <c:pt idx="248">
                  <c:v>28-12-2000</c:v>
                </c:pt>
                <c:pt idx="249">
                  <c:v>29-12-2000</c:v>
                </c:pt>
                <c:pt idx="250">
                  <c:v>01-01-2001</c:v>
                </c:pt>
                <c:pt idx="251">
                  <c:v>02-01-2001</c:v>
                </c:pt>
                <c:pt idx="252">
                  <c:v>03-01-2001</c:v>
                </c:pt>
                <c:pt idx="253">
                  <c:v>04-01-2001</c:v>
                </c:pt>
                <c:pt idx="254">
                  <c:v>05-01-2001</c:v>
                </c:pt>
                <c:pt idx="255">
                  <c:v>08-01-2001</c:v>
                </c:pt>
                <c:pt idx="256">
                  <c:v>09-01-2001</c:v>
                </c:pt>
                <c:pt idx="257">
                  <c:v>10-01-2001</c:v>
                </c:pt>
                <c:pt idx="258">
                  <c:v>11-01-2001</c:v>
                </c:pt>
                <c:pt idx="259">
                  <c:v>12-01-2001</c:v>
                </c:pt>
                <c:pt idx="260">
                  <c:v>15-01-2001</c:v>
                </c:pt>
                <c:pt idx="261">
                  <c:v>16-01-2001</c:v>
                </c:pt>
                <c:pt idx="262">
                  <c:v>17-01-2001</c:v>
                </c:pt>
                <c:pt idx="263">
                  <c:v>18-01-2001</c:v>
                </c:pt>
                <c:pt idx="264">
                  <c:v>19-01-2001</c:v>
                </c:pt>
                <c:pt idx="265">
                  <c:v>22-01-2001</c:v>
                </c:pt>
                <c:pt idx="266">
                  <c:v>23-01-2001</c:v>
                </c:pt>
                <c:pt idx="267">
                  <c:v>24-01-2001</c:v>
                </c:pt>
                <c:pt idx="268">
                  <c:v>25-01-2001</c:v>
                </c:pt>
                <c:pt idx="269">
                  <c:v>29-01-2001</c:v>
                </c:pt>
                <c:pt idx="270">
                  <c:v>30-01-2001</c:v>
                </c:pt>
                <c:pt idx="271">
                  <c:v>31-01-2001</c:v>
                </c:pt>
                <c:pt idx="272">
                  <c:v>01-02-2001</c:v>
                </c:pt>
                <c:pt idx="273">
                  <c:v>02-02-2001</c:v>
                </c:pt>
                <c:pt idx="274">
                  <c:v>05-02-2001</c:v>
                </c:pt>
                <c:pt idx="275">
                  <c:v>06-02-2001</c:v>
                </c:pt>
                <c:pt idx="276">
                  <c:v>07-02-2001</c:v>
                </c:pt>
                <c:pt idx="277">
                  <c:v>08-02-2001</c:v>
                </c:pt>
                <c:pt idx="278">
                  <c:v>09-02-2001</c:v>
                </c:pt>
                <c:pt idx="279">
                  <c:v>12-02-2001</c:v>
                </c:pt>
                <c:pt idx="280">
                  <c:v>13-02-2001</c:v>
                </c:pt>
                <c:pt idx="281">
                  <c:v>14-02-2001</c:v>
                </c:pt>
                <c:pt idx="282">
                  <c:v>15-02-2001</c:v>
                </c:pt>
                <c:pt idx="283">
                  <c:v>16-02-2001</c:v>
                </c:pt>
                <c:pt idx="284">
                  <c:v>19-02-2001</c:v>
                </c:pt>
                <c:pt idx="285">
                  <c:v>20-02-2001</c:v>
                </c:pt>
                <c:pt idx="286">
                  <c:v>21-02-2001</c:v>
                </c:pt>
                <c:pt idx="287">
                  <c:v>22-02-2001</c:v>
                </c:pt>
                <c:pt idx="288">
                  <c:v>23-02-2001</c:v>
                </c:pt>
                <c:pt idx="289">
                  <c:v>26-02-2001</c:v>
                </c:pt>
                <c:pt idx="290">
                  <c:v>27-02-2001</c:v>
                </c:pt>
                <c:pt idx="291">
                  <c:v>28-02-2001</c:v>
                </c:pt>
                <c:pt idx="292">
                  <c:v>01-03-2001</c:v>
                </c:pt>
                <c:pt idx="293">
                  <c:v>02-03-2001</c:v>
                </c:pt>
                <c:pt idx="294">
                  <c:v>05-03-2001</c:v>
                </c:pt>
                <c:pt idx="295">
                  <c:v>07-03-2001</c:v>
                </c:pt>
                <c:pt idx="296">
                  <c:v>08-03-2001</c:v>
                </c:pt>
                <c:pt idx="297">
                  <c:v>09-03-2001</c:v>
                </c:pt>
                <c:pt idx="298">
                  <c:v>12-03-2001</c:v>
                </c:pt>
                <c:pt idx="299">
                  <c:v>13-03-2001</c:v>
                </c:pt>
                <c:pt idx="300">
                  <c:v>14-03-2001</c:v>
                </c:pt>
                <c:pt idx="301">
                  <c:v>15-03-2001</c:v>
                </c:pt>
                <c:pt idx="302">
                  <c:v>16-03-2001</c:v>
                </c:pt>
                <c:pt idx="303">
                  <c:v>19-03-2001</c:v>
                </c:pt>
                <c:pt idx="304">
                  <c:v>20-03-2001</c:v>
                </c:pt>
                <c:pt idx="305">
                  <c:v>21-03-2001</c:v>
                </c:pt>
                <c:pt idx="306">
                  <c:v>22-03-2001</c:v>
                </c:pt>
                <c:pt idx="307">
                  <c:v>23-03-2001</c:v>
                </c:pt>
                <c:pt idx="308">
                  <c:v>26-03-2001</c:v>
                </c:pt>
                <c:pt idx="309">
                  <c:v>27-03-2001</c:v>
                </c:pt>
                <c:pt idx="310">
                  <c:v>28-03-2001</c:v>
                </c:pt>
                <c:pt idx="311">
                  <c:v>29-03-2001</c:v>
                </c:pt>
                <c:pt idx="312">
                  <c:v>30-03-2001</c:v>
                </c:pt>
                <c:pt idx="313">
                  <c:v>02-04-2001</c:v>
                </c:pt>
                <c:pt idx="314">
                  <c:v>03-04-2001</c:v>
                </c:pt>
                <c:pt idx="315">
                  <c:v>04-04-2001</c:v>
                </c:pt>
                <c:pt idx="316">
                  <c:v>06-04-2001</c:v>
                </c:pt>
                <c:pt idx="317">
                  <c:v>09-04-2001</c:v>
                </c:pt>
                <c:pt idx="318">
                  <c:v>10-04-2001</c:v>
                </c:pt>
                <c:pt idx="319">
                  <c:v>11-04-2001</c:v>
                </c:pt>
                <c:pt idx="320">
                  <c:v>12-04-2001</c:v>
                </c:pt>
                <c:pt idx="321">
                  <c:v>16-04-2001</c:v>
                </c:pt>
                <c:pt idx="322">
                  <c:v>17-04-2001</c:v>
                </c:pt>
                <c:pt idx="323">
                  <c:v>18-04-2001</c:v>
                </c:pt>
                <c:pt idx="324">
                  <c:v>19-04-2001</c:v>
                </c:pt>
                <c:pt idx="325">
                  <c:v>20-04-2001</c:v>
                </c:pt>
                <c:pt idx="326">
                  <c:v>23-04-2001</c:v>
                </c:pt>
                <c:pt idx="327">
                  <c:v>24-04-2001</c:v>
                </c:pt>
                <c:pt idx="328">
                  <c:v>25-04-2001</c:v>
                </c:pt>
                <c:pt idx="329">
                  <c:v>26-04-2001</c:v>
                </c:pt>
                <c:pt idx="330">
                  <c:v>27-04-2001</c:v>
                </c:pt>
                <c:pt idx="331">
                  <c:v>30-04-2001</c:v>
                </c:pt>
                <c:pt idx="332">
                  <c:v>02-05-2001</c:v>
                </c:pt>
                <c:pt idx="333">
                  <c:v>03-05-2001</c:v>
                </c:pt>
                <c:pt idx="334">
                  <c:v>04-05-2001</c:v>
                </c:pt>
                <c:pt idx="335">
                  <c:v>07-05-2001</c:v>
                </c:pt>
                <c:pt idx="336">
                  <c:v>08-05-2001</c:v>
                </c:pt>
                <c:pt idx="337">
                  <c:v>09-05-2001</c:v>
                </c:pt>
                <c:pt idx="338">
                  <c:v>10-05-2001</c:v>
                </c:pt>
                <c:pt idx="339">
                  <c:v>11-05-2001</c:v>
                </c:pt>
                <c:pt idx="340">
                  <c:v>14-05-2001</c:v>
                </c:pt>
                <c:pt idx="341">
                  <c:v>15-05-2001</c:v>
                </c:pt>
                <c:pt idx="342">
                  <c:v>16-05-2001</c:v>
                </c:pt>
                <c:pt idx="343">
                  <c:v>17-05-2001</c:v>
                </c:pt>
                <c:pt idx="344">
                  <c:v>18-05-2001</c:v>
                </c:pt>
                <c:pt idx="345">
                  <c:v>21-05-2001</c:v>
                </c:pt>
                <c:pt idx="346">
                  <c:v>22-05-2001</c:v>
                </c:pt>
                <c:pt idx="347">
                  <c:v>23-05-2001</c:v>
                </c:pt>
                <c:pt idx="348">
                  <c:v>24-05-2001</c:v>
                </c:pt>
                <c:pt idx="349">
                  <c:v>25-05-2001</c:v>
                </c:pt>
                <c:pt idx="350">
                  <c:v>28-05-2001</c:v>
                </c:pt>
                <c:pt idx="351">
                  <c:v>29-05-2001</c:v>
                </c:pt>
                <c:pt idx="352">
                  <c:v>30-05-2001</c:v>
                </c:pt>
                <c:pt idx="353">
                  <c:v>31-05-2001</c:v>
                </c:pt>
                <c:pt idx="354">
                  <c:v>01-06-2001</c:v>
                </c:pt>
                <c:pt idx="355">
                  <c:v>04-06-2001</c:v>
                </c:pt>
                <c:pt idx="356">
                  <c:v>05-06-2001</c:v>
                </c:pt>
                <c:pt idx="357">
                  <c:v>06-06-2001</c:v>
                </c:pt>
                <c:pt idx="358">
                  <c:v>07-06-2001</c:v>
                </c:pt>
                <c:pt idx="359">
                  <c:v>08-06-2001</c:v>
                </c:pt>
                <c:pt idx="360">
                  <c:v>11-06-2001</c:v>
                </c:pt>
                <c:pt idx="361">
                  <c:v>12-06-2001</c:v>
                </c:pt>
                <c:pt idx="362">
                  <c:v>13-06-2001</c:v>
                </c:pt>
                <c:pt idx="363">
                  <c:v>14-06-2001</c:v>
                </c:pt>
                <c:pt idx="364">
                  <c:v>15-06-2001</c:v>
                </c:pt>
                <c:pt idx="365">
                  <c:v>18-06-2001</c:v>
                </c:pt>
                <c:pt idx="366">
                  <c:v>19-06-2001</c:v>
                </c:pt>
                <c:pt idx="367">
                  <c:v>20-06-2001</c:v>
                </c:pt>
                <c:pt idx="368">
                  <c:v>21-06-2001</c:v>
                </c:pt>
                <c:pt idx="369">
                  <c:v>22-06-2001</c:v>
                </c:pt>
                <c:pt idx="370">
                  <c:v>25-06-2001</c:v>
                </c:pt>
                <c:pt idx="371">
                  <c:v>26-06-2001</c:v>
                </c:pt>
                <c:pt idx="372">
                  <c:v>27-06-2001</c:v>
                </c:pt>
                <c:pt idx="373">
                  <c:v>28-06-2001</c:v>
                </c:pt>
                <c:pt idx="374">
                  <c:v>29-06-2001</c:v>
                </c:pt>
                <c:pt idx="375">
                  <c:v>02-07-2001</c:v>
                </c:pt>
                <c:pt idx="376">
                  <c:v>03-07-2001</c:v>
                </c:pt>
                <c:pt idx="377">
                  <c:v>04-07-2001</c:v>
                </c:pt>
                <c:pt idx="378">
                  <c:v>05-07-2001</c:v>
                </c:pt>
                <c:pt idx="379">
                  <c:v>06-07-2001</c:v>
                </c:pt>
                <c:pt idx="380">
                  <c:v>09-07-2001</c:v>
                </c:pt>
                <c:pt idx="381">
                  <c:v>10-07-2001</c:v>
                </c:pt>
                <c:pt idx="382">
                  <c:v>11-07-2001</c:v>
                </c:pt>
                <c:pt idx="383">
                  <c:v>12-07-2001</c:v>
                </c:pt>
                <c:pt idx="384">
                  <c:v>13-07-2001</c:v>
                </c:pt>
                <c:pt idx="385">
                  <c:v>16-07-2001</c:v>
                </c:pt>
                <c:pt idx="386">
                  <c:v>17-07-2001</c:v>
                </c:pt>
                <c:pt idx="387">
                  <c:v>18-07-2001</c:v>
                </c:pt>
                <c:pt idx="388">
                  <c:v>19-07-2001</c:v>
                </c:pt>
                <c:pt idx="389">
                  <c:v>20-07-2001</c:v>
                </c:pt>
                <c:pt idx="390">
                  <c:v>23-07-2001</c:v>
                </c:pt>
                <c:pt idx="391">
                  <c:v>24-07-2001</c:v>
                </c:pt>
                <c:pt idx="392">
                  <c:v>25-07-2001</c:v>
                </c:pt>
                <c:pt idx="393">
                  <c:v>26-07-2001</c:v>
                </c:pt>
                <c:pt idx="394">
                  <c:v>27-07-2001</c:v>
                </c:pt>
                <c:pt idx="395">
                  <c:v>30-07-2001</c:v>
                </c:pt>
                <c:pt idx="396">
                  <c:v>31-07-2001</c:v>
                </c:pt>
                <c:pt idx="397">
                  <c:v>01-08-2001</c:v>
                </c:pt>
                <c:pt idx="398">
                  <c:v>02-08-2001</c:v>
                </c:pt>
                <c:pt idx="399">
                  <c:v>03-08-2001</c:v>
                </c:pt>
                <c:pt idx="400">
                  <c:v>06-08-2001</c:v>
                </c:pt>
                <c:pt idx="401">
                  <c:v>07-08-2001</c:v>
                </c:pt>
                <c:pt idx="402">
                  <c:v>08-08-2001</c:v>
                </c:pt>
                <c:pt idx="403">
                  <c:v>09-08-2001</c:v>
                </c:pt>
                <c:pt idx="404">
                  <c:v>10-08-2001</c:v>
                </c:pt>
                <c:pt idx="405">
                  <c:v>13-08-2001</c:v>
                </c:pt>
                <c:pt idx="406">
                  <c:v>14-08-2001</c:v>
                </c:pt>
                <c:pt idx="407">
                  <c:v>16-08-2001</c:v>
                </c:pt>
                <c:pt idx="408">
                  <c:v>17-08-2001</c:v>
                </c:pt>
                <c:pt idx="409">
                  <c:v>20-08-2001</c:v>
                </c:pt>
                <c:pt idx="410">
                  <c:v>21-08-2001</c:v>
                </c:pt>
                <c:pt idx="411">
                  <c:v>23-08-2001</c:v>
                </c:pt>
                <c:pt idx="412">
                  <c:v>24-08-2001</c:v>
                </c:pt>
                <c:pt idx="413">
                  <c:v>27-08-2001</c:v>
                </c:pt>
                <c:pt idx="414">
                  <c:v>28-08-2001</c:v>
                </c:pt>
                <c:pt idx="415">
                  <c:v>29-08-2001</c:v>
                </c:pt>
                <c:pt idx="416">
                  <c:v>30-08-2001</c:v>
                </c:pt>
                <c:pt idx="417">
                  <c:v>31-08-2001</c:v>
                </c:pt>
                <c:pt idx="418">
                  <c:v>03-09-2001</c:v>
                </c:pt>
                <c:pt idx="419">
                  <c:v>04-09-2001</c:v>
                </c:pt>
                <c:pt idx="420">
                  <c:v>05-09-2001</c:v>
                </c:pt>
                <c:pt idx="421">
                  <c:v>06-09-2001</c:v>
                </c:pt>
                <c:pt idx="422">
                  <c:v>07-09-2001</c:v>
                </c:pt>
                <c:pt idx="423">
                  <c:v>10-09-2001</c:v>
                </c:pt>
                <c:pt idx="424">
                  <c:v>11-09-2001</c:v>
                </c:pt>
                <c:pt idx="425">
                  <c:v>12-09-2001</c:v>
                </c:pt>
                <c:pt idx="426">
                  <c:v>13-09-2001</c:v>
                </c:pt>
                <c:pt idx="427">
                  <c:v>14-09-2001</c:v>
                </c:pt>
                <c:pt idx="428">
                  <c:v>17-09-2001</c:v>
                </c:pt>
                <c:pt idx="429">
                  <c:v>18-09-2001</c:v>
                </c:pt>
                <c:pt idx="430">
                  <c:v>19-09-2001</c:v>
                </c:pt>
                <c:pt idx="431">
                  <c:v>20-09-2001</c:v>
                </c:pt>
                <c:pt idx="432">
                  <c:v>21-09-2001</c:v>
                </c:pt>
                <c:pt idx="433">
                  <c:v>24-09-2001</c:v>
                </c:pt>
                <c:pt idx="434">
                  <c:v>25-09-2001</c:v>
                </c:pt>
                <c:pt idx="435">
                  <c:v>26-09-2001</c:v>
                </c:pt>
                <c:pt idx="436">
                  <c:v>27-09-2001</c:v>
                </c:pt>
                <c:pt idx="437">
                  <c:v>28-09-2001</c:v>
                </c:pt>
                <c:pt idx="438">
                  <c:v>01-10-2001</c:v>
                </c:pt>
                <c:pt idx="439">
                  <c:v>03-10-2001</c:v>
                </c:pt>
                <c:pt idx="440">
                  <c:v>04-10-2001</c:v>
                </c:pt>
                <c:pt idx="441">
                  <c:v>05-10-2001</c:v>
                </c:pt>
                <c:pt idx="442">
                  <c:v>08-10-2001</c:v>
                </c:pt>
                <c:pt idx="443">
                  <c:v>09-10-2001</c:v>
                </c:pt>
                <c:pt idx="444">
                  <c:v>10-10-2001</c:v>
                </c:pt>
                <c:pt idx="445">
                  <c:v>11-10-2001</c:v>
                </c:pt>
                <c:pt idx="446">
                  <c:v>12-10-2001</c:v>
                </c:pt>
                <c:pt idx="447">
                  <c:v>15-10-2001</c:v>
                </c:pt>
                <c:pt idx="448">
                  <c:v>16-10-2001</c:v>
                </c:pt>
                <c:pt idx="449">
                  <c:v>17-10-2001</c:v>
                </c:pt>
                <c:pt idx="450">
                  <c:v>18-10-2001</c:v>
                </c:pt>
                <c:pt idx="451">
                  <c:v>19-10-2001</c:v>
                </c:pt>
                <c:pt idx="452">
                  <c:v>22-10-2001</c:v>
                </c:pt>
                <c:pt idx="453">
                  <c:v>23-10-2001</c:v>
                </c:pt>
                <c:pt idx="454">
                  <c:v>24-10-2001</c:v>
                </c:pt>
                <c:pt idx="455">
                  <c:v>25-10-2001</c:v>
                </c:pt>
                <c:pt idx="456">
                  <c:v>29-10-2001</c:v>
                </c:pt>
                <c:pt idx="457">
                  <c:v>30-10-2001</c:v>
                </c:pt>
                <c:pt idx="458">
                  <c:v>31-10-2001</c:v>
                </c:pt>
                <c:pt idx="459">
                  <c:v>01-11-2001</c:v>
                </c:pt>
                <c:pt idx="460">
                  <c:v>02-11-2001</c:v>
                </c:pt>
                <c:pt idx="461">
                  <c:v>05-11-2001</c:v>
                </c:pt>
                <c:pt idx="462">
                  <c:v>06-11-2001</c:v>
                </c:pt>
                <c:pt idx="463">
                  <c:v>07-11-2001</c:v>
                </c:pt>
                <c:pt idx="464">
                  <c:v>08-11-2001</c:v>
                </c:pt>
                <c:pt idx="465">
                  <c:v>09-11-2001</c:v>
                </c:pt>
                <c:pt idx="466">
                  <c:v>12-11-2001</c:v>
                </c:pt>
                <c:pt idx="467">
                  <c:v>13-11-2001</c:v>
                </c:pt>
                <c:pt idx="468">
                  <c:v>14-11-2001</c:v>
                </c:pt>
                <c:pt idx="469">
                  <c:v>15-11-2001</c:v>
                </c:pt>
                <c:pt idx="470">
                  <c:v>19-11-2001</c:v>
                </c:pt>
                <c:pt idx="471">
                  <c:v>20-11-2001</c:v>
                </c:pt>
                <c:pt idx="472">
                  <c:v>21-11-2001</c:v>
                </c:pt>
                <c:pt idx="473">
                  <c:v>22-11-2001</c:v>
                </c:pt>
                <c:pt idx="474">
                  <c:v>23-11-2001</c:v>
                </c:pt>
                <c:pt idx="475">
                  <c:v>26-11-2001</c:v>
                </c:pt>
                <c:pt idx="476">
                  <c:v>27-11-2001</c:v>
                </c:pt>
                <c:pt idx="477">
                  <c:v>28-11-2001</c:v>
                </c:pt>
                <c:pt idx="478">
                  <c:v>29-11-2001</c:v>
                </c:pt>
                <c:pt idx="479">
                  <c:v>03-12-2001</c:v>
                </c:pt>
                <c:pt idx="480">
                  <c:v>04-12-2001</c:v>
                </c:pt>
                <c:pt idx="481">
                  <c:v>05-12-2001</c:v>
                </c:pt>
                <c:pt idx="482">
                  <c:v>06-12-2001</c:v>
                </c:pt>
                <c:pt idx="483">
                  <c:v>07-12-2001</c:v>
                </c:pt>
                <c:pt idx="484">
                  <c:v>10-12-2001</c:v>
                </c:pt>
                <c:pt idx="485">
                  <c:v>11-12-2001</c:v>
                </c:pt>
                <c:pt idx="486">
                  <c:v>12-12-2001</c:v>
                </c:pt>
                <c:pt idx="487">
                  <c:v>13-12-2001</c:v>
                </c:pt>
                <c:pt idx="488">
                  <c:v>14-12-2001</c:v>
                </c:pt>
                <c:pt idx="489">
                  <c:v>18-12-2001</c:v>
                </c:pt>
                <c:pt idx="490">
                  <c:v>19-12-2001</c:v>
                </c:pt>
                <c:pt idx="491">
                  <c:v>20-12-2001</c:v>
                </c:pt>
                <c:pt idx="492">
                  <c:v>21-12-2001</c:v>
                </c:pt>
                <c:pt idx="493">
                  <c:v>24-12-2001</c:v>
                </c:pt>
                <c:pt idx="494">
                  <c:v>26-12-2001</c:v>
                </c:pt>
                <c:pt idx="495">
                  <c:v>27-12-2001</c:v>
                </c:pt>
                <c:pt idx="496">
                  <c:v>28-12-2001</c:v>
                </c:pt>
                <c:pt idx="497">
                  <c:v>31-12-2001</c:v>
                </c:pt>
                <c:pt idx="498">
                  <c:v>01-01-2002</c:v>
                </c:pt>
                <c:pt idx="499">
                  <c:v>02-01-2002</c:v>
                </c:pt>
                <c:pt idx="500">
                  <c:v>03-01-2002</c:v>
                </c:pt>
                <c:pt idx="501">
                  <c:v>04-01-2002</c:v>
                </c:pt>
                <c:pt idx="502">
                  <c:v>07-01-2002</c:v>
                </c:pt>
                <c:pt idx="503">
                  <c:v>08-01-2002</c:v>
                </c:pt>
                <c:pt idx="504">
                  <c:v>09-01-2002</c:v>
                </c:pt>
                <c:pt idx="505">
                  <c:v>10-01-2002</c:v>
                </c:pt>
                <c:pt idx="506">
                  <c:v>11-01-2002</c:v>
                </c:pt>
                <c:pt idx="507">
                  <c:v>14-01-2002</c:v>
                </c:pt>
                <c:pt idx="508">
                  <c:v>15-01-2002</c:v>
                </c:pt>
                <c:pt idx="509">
                  <c:v>16-01-2002</c:v>
                </c:pt>
                <c:pt idx="510">
                  <c:v>17-01-2002</c:v>
                </c:pt>
                <c:pt idx="511">
                  <c:v>18-01-2002</c:v>
                </c:pt>
                <c:pt idx="512">
                  <c:v>21-01-2002</c:v>
                </c:pt>
                <c:pt idx="513">
                  <c:v>22-01-2002</c:v>
                </c:pt>
                <c:pt idx="514">
                  <c:v>23-01-2002</c:v>
                </c:pt>
                <c:pt idx="515">
                  <c:v>24-01-2002</c:v>
                </c:pt>
                <c:pt idx="516">
                  <c:v>25-01-2002</c:v>
                </c:pt>
                <c:pt idx="517">
                  <c:v>28-01-2002</c:v>
                </c:pt>
                <c:pt idx="518">
                  <c:v>29-01-2002</c:v>
                </c:pt>
                <c:pt idx="519">
                  <c:v>30-01-2002</c:v>
                </c:pt>
                <c:pt idx="520">
                  <c:v>31-01-2002</c:v>
                </c:pt>
                <c:pt idx="521">
                  <c:v>01-02-2002</c:v>
                </c:pt>
                <c:pt idx="522">
                  <c:v>04-02-2002</c:v>
                </c:pt>
                <c:pt idx="523">
                  <c:v>05-02-2002</c:v>
                </c:pt>
                <c:pt idx="524">
                  <c:v>06-02-2002</c:v>
                </c:pt>
                <c:pt idx="525">
                  <c:v>07-02-2002</c:v>
                </c:pt>
                <c:pt idx="526">
                  <c:v>08-02-2002</c:v>
                </c:pt>
                <c:pt idx="527">
                  <c:v>11-02-2002</c:v>
                </c:pt>
                <c:pt idx="528">
                  <c:v>12-02-2002</c:v>
                </c:pt>
                <c:pt idx="529">
                  <c:v>13-02-2002</c:v>
                </c:pt>
                <c:pt idx="530">
                  <c:v>14-02-2002</c:v>
                </c:pt>
                <c:pt idx="531">
                  <c:v>15-02-2002</c:v>
                </c:pt>
                <c:pt idx="532">
                  <c:v>18-02-2002</c:v>
                </c:pt>
                <c:pt idx="533">
                  <c:v>19-02-2002</c:v>
                </c:pt>
                <c:pt idx="534">
                  <c:v>20-02-2002</c:v>
                </c:pt>
                <c:pt idx="535">
                  <c:v>21-02-2002</c:v>
                </c:pt>
                <c:pt idx="536">
                  <c:v>22-02-2002</c:v>
                </c:pt>
                <c:pt idx="537">
                  <c:v>25-02-2002</c:v>
                </c:pt>
                <c:pt idx="538">
                  <c:v>26-02-2002</c:v>
                </c:pt>
                <c:pt idx="539">
                  <c:v>27-02-2002</c:v>
                </c:pt>
                <c:pt idx="540">
                  <c:v>28-02-2002</c:v>
                </c:pt>
                <c:pt idx="541">
                  <c:v>01-03-2002</c:v>
                </c:pt>
                <c:pt idx="542">
                  <c:v>04-03-2002</c:v>
                </c:pt>
                <c:pt idx="543">
                  <c:v>05-03-2002</c:v>
                </c:pt>
                <c:pt idx="544">
                  <c:v>06-03-2002</c:v>
                </c:pt>
                <c:pt idx="545">
                  <c:v>07-03-2002</c:v>
                </c:pt>
                <c:pt idx="546">
                  <c:v>08-03-2002</c:v>
                </c:pt>
                <c:pt idx="547">
                  <c:v>11-03-2002</c:v>
                </c:pt>
                <c:pt idx="548">
                  <c:v>12-03-2002</c:v>
                </c:pt>
                <c:pt idx="549">
                  <c:v>13-03-2002</c:v>
                </c:pt>
                <c:pt idx="550">
                  <c:v>14-03-2002</c:v>
                </c:pt>
                <c:pt idx="551">
                  <c:v>15-03-2002</c:v>
                </c:pt>
                <c:pt idx="552">
                  <c:v>18-03-2002</c:v>
                </c:pt>
                <c:pt idx="553">
                  <c:v>19-03-2002</c:v>
                </c:pt>
                <c:pt idx="554">
                  <c:v>20-03-2002</c:v>
                </c:pt>
                <c:pt idx="555">
                  <c:v>21-03-2002</c:v>
                </c:pt>
                <c:pt idx="556">
                  <c:v>22-03-2002</c:v>
                </c:pt>
                <c:pt idx="557">
                  <c:v>26-03-2002</c:v>
                </c:pt>
                <c:pt idx="558">
                  <c:v>27-03-2002</c:v>
                </c:pt>
                <c:pt idx="559">
                  <c:v>28-03-2002</c:v>
                </c:pt>
                <c:pt idx="560">
                  <c:v>01-04-2002</c:v>
                </c:pt>
                <c:pt idx="561">
                  <c:v>02-04-2002</c:v>
                </c:pt>
                <c:pt idx="562">
                  <c:v>03-04-2002</c:v>
                </c:pt>
                <c:pt idx="563">
                  <c:v>04-04-2002</c:v>
                </c:pt>
                <c:pt idx="564">
                  <c:v>05-04-2002</c:v>
                </c:pt>
                <c:pt idx="565">
                  <c:v>08-04-2002</c:v>
                </c:pt>
                <c:pt idx="566">
                  <c:v>09-04-2002</c:v>
                </c:pt>
                <c:pt idx="567">
                  <c:v>10-04-2002</c:v>
                </c:pt>
                <c:pt idx="568">
                  <c:v>11-04-2002</c:v>
                </c:pt>
                <c:pt idx="569">
                  <c:v>12-04-2002</c:v>
                </c:pt>
                <c:pt idx="570">
                  <c:v>15-04-2002</c:v>
                </c:pt>
                <c:pt idx="571">
                  <c:v>16-04-2002</c:v>
                </c:pt>
                <c:pt idx="572">
                  <c:v>17-04-2002</c:v>
                </c:pt>
                <c:pt idx="573">
                  <c:v>18-04-2002</c:v>
                </c:pt>
                <c:pt idx="574">
                  <c:v>19-04-2002</c:v>
                </c:pt>
                <c:pt idx="575">
                  <c:v>22-04-2002</c:v>
                </c:pt>
                <c:pt idx="576">
                  <c:v>23-04-2002</c:v>
                </c:pt>
                <c:pt idx="577">
                  <c:v>24-04-2002</c:v>
                </c:pt>
                <c:pt idx="578">
                  <c:v>25-04-2002</c:v>
                </c:pt>
                <c:pt idx="579">
                  <c:v>26-04-2002</c:v>
                </c:pt>
                <c:pt idx="580">
                  <c:v>29-04-2002</c:v>
                </c:pt>
                <c:pt idx="581">
                  <c:v>30-04-2002</c:v>
                </c:pt>
                <c:pt idx="582">
                  <c:v>02-05-2002</c:v>
                </c:pt>
                <c:pt idx="583">
                  <c:v>03-05-2002</c:v>
                </c:pt>
                <c:pt idx="584">
                  <c:v>06-05-2002</c:v>
                </c:pt>
                <c:pt idx="585">
                  <c:v>07-05-2002</c:v>
                </c:pt>
                <c:pt idx="586">
                  <c:v>08-05-2002</c:v>
                </c:pt>
                <c:pt idx="587">
                  <c:v>09-05-2002</c:v>
                </c:pt>
                <c:pt idx="588">
                  <c:v>10-05-2002</c:v>
                </c:pt>
                <c:pt idx="589">
                  <c:v>13-05-2002</c:v>
                </c:pt>
                <c:pt idx="590">
                  <c:v>14-05-2002</c:v>
                </c:pt>
                <c:pt idx="591">
                  <c:v>15-05-2002</c:v>
                </c:pt>
                <c:pt idx="592">
                  <c:v>16-05-2002</c:v>
                </c:pt>
                <c:pt idx="593">
                  <c:v>17-05-2002</c:v>
                </c:pt>
                <c:pt idx="594">
                  <c:v>20-05-2002</c:v>
                </c:pt>
                <c:pt idx="595">
                  <c:v>21-05-2002</c:v>
                </c:pt>
                <c:pt idx="596">
                  <c:v>22-05-2002</c:v>
                </c:pt>
                <c:pt idx="597">
                  <c:v>23-05-2002</c:v>
                </c:pt>
                <c:pt idx="598">
                  <c:v>24-05-2002</c:v>
                </c:pt>
                <c:pt idx="599">
                  <c:v>27-05-2002</c:v>
                </c:pt>
                <c:pt idx="600">
                  <c:v>28-05-2002</c:v>
                </c:pt>
                <c:pt idx="601">
                  <c:v>29-05-2002</c:v>
                </c:pt>
                <c:pt idx="602">
                  <c:v>30-05-2002</c:v>
                </c:pt>
                <c:pt idx="603">
                  <c:v>31-05-2002</c:v>
                </c:pt>
                <c:pt idx="604">
                  <c:v>03-06-2002</c:v>
                </c:pt>
                <c:pt idx="605">
                  <c:v>04-06-2002</c:v>
                </c:pt>
                <c:pt idx="606">
                  <c:v>05-06-2002</c:v>
                </c:pt>
                <c:pt idx="607">
                  <c:v>06-06-2002</c:v>
                </c:pt>
                <c:pt idx="608">
                  <c:v>07-06-2002</c:v>
                </c:pt>
                <c:pt idx="609">
                  <c:v>10-06-2002</c:v>
                </c:pt>
                <c:pt idx="610">
                  <c:v>11-06-2002</c:v>
                </c:pt>
                <c:pt idx="611">
                  <c:v>12-06-2002</c:v>
                </c:pt>
                <c:pt idx="612">
                  <c:v>13-06-2002</c:v>
                </c:pt>
                <c:pt idx="613">
                  <c:v>14-06-2002</c:v>
                </c:pt>
                <c:pt idx="614">
                  <c:v>17-06-2002</c:v>
                </c:pt>
                <c:pt idx="615">
                  <c:v>18-06-2002</c:v>
                </c:pt>
                <c:pt idx="616">
                  <c:v>19-06-2002</c:v>
                </c:pt>
                <c:pt idx="617">
                  <c:v>20-06-2002</c:v>
                </c:pt>
                <c:pt idx="618">
                  <c:v>21-06-2002</c:v>
                </c:pt>
                <c:pt idx="619">
                  <c:v>24-06-2002</c:v>
                </c:pt>
                <c:pt idx="620">
                  <c:v>25-06-2002</c:v>
                </c:pt>
                <c:pt idx="621">
                  <c:v>26-06-2002</c:v>
                </c:pt>
                <c:pt idx="622">
                  <c:v>27-06-2002</c:v>
                </c:pt>
                <c:pt idx="623">
                  <c:v>28-06-2002</c:v>
                </c:pt>
                <c:pt idx="624">
                  <c:v>01-07-2002</c:v>
                </c:pt>
                <c:pt idx="625">
                  <c:v>02-07-2002</c:v>
                </c:pt>
                <c:pt idx="626">
                  <c:v>03-07-2002</c:v>
                </c:pt>
                <c:pt idx="627">
                  <c:v>04-07-2002</c:v>
                </c:pt>
                <c:pt idx="628">
                  <c:v>05-07-2002</c:v>
                </c:pt>
                <c:pt idx="629">
                  <c:v>08-07-2002</c:v>
                </c:pt>
                <c:pt idx="630">
                  <c:v>09-07-2002</c:v>
                </c:pt>
                <c:pt idx="631">
                  <c:v>10-07-2002</c:v>
                </c:pt>
                <c:pt idx="632">
                  <c:v>11-07-2002</c:v>
                </c:pt>
                <c:pt idx="633">
                  <c:v>12-07-2002</c:v>
                </c:pt>
                <c:pt idx="634">
                  <c:v>15-07-2002</c:v>
                </c:pt>
                <c:pt idx="635">
                  <c:v>16-07-2002</c:v>
                </c:pt>
                <c:pt idx="636">
                  <c:v>17-07-2002</c:v>
                </c:pt>
                <c:pt idx="637">
                  <c:v>18-07-2002</c:v>
                </c:pt>
                <c:pt idx="638">
                  <c:v>19-07-2002</c:v>
                </c:pt>
                <c:pt idx="639">
                  <c:v>22-07-2002</c:v>
                </c:pt>
                <c:pt idx="640">
                  <c:v>23-07-2002</c:v>
                </c:pt>
                <c:pt idx="641">
                  <c:v>24-07-2002</c:v>
                </c:pt>
                <c:pt idx="642">
                  <c:v>25-07-2002</c:v>
                </c:pt>
                <c:pt idx="643">
                  <c:v>26-07-2002</c:v>
                </c:pt>
                <c:pt idx="644">
                  <c:v>29-07-2002</c:v>
                </c:pt>
                <c:pt idx="645">
                  <c:v>30-07-2002</c:v>
                </c:pt>
                <c:pt idx="646">
                  <c:v>31-07-2002</c:v>
                </c:pt>
                <c:pt idx="647">
                  <c:v>01-08-2002</c:v>
                </c:pt>
                <c:pt idx="648">
                  <c:v>02-08-2002</c:v>
                </c:pt>
                <c:pt idx="649">
                  <c:v>05-08-2002</c:v>
                </c:pt>
                <c:pt idx="650">
                  <c:v>06-08-2002</c:v>
                </c:pt>
                <c:pt idx="651">
                  <c:v>07-08-2002</c:v>
                </c:pt>
                <c:pt idx="652">
                  <c:v>08-08-2002</c:v>
                </c:pt>
                <c:pt idx="653">
                  <c:v>09-08-2002</c:v>
                </c:pt>
                <c:pt idx="654">
                  <c:v>12-08-2002</c:v>
                </c:pt>
                <c:pt idx="655">
                  <c:v>13-08-2002</c:v>
                </c:pt>
                <c:pt idx="656">
                  <c:v>14-08-2002</c:v>
                </c:pt>
                <c:pt idx="657">
                  <c:v>16-08-2002</c:v>
                </c:pt>
                <c:pt idx="658">
                  <c:v>19-08-2002</c:v>
                </c:pt>
                <c:pt idx="659">
                  <c:v>20-08-2002</c:v>
                </c:pt>
                <c:pt idx="660">
                  <c:v>21-08-2002</c:v>
                </c:pt>
                <c:pt idx="661">
                  <c:v>22-08-2002</c:v>
                </c:pt>
                <c:pt idx="662">
                  <c:v>23-08-2002</c:v>
                </c:pt>
                <c:pt idx="663">
                  <c:v>26-08-2002</c:v>
                </c:pt>
                <c:pt idx="664">
                  <c:v>27-08-2002</c:v>
                </c:pt>
                <c:pt idx="665">
                  <c:v>28-08-2002</c:v>
                </c:pt>
                <c:pt idx="666">
                  <c:v>29-08-2002</c:v>
                </c:pt>
                <c:pt idx="667">
                  <c:v>30-08-2002</c:v>
                </c:pt>
                <c:pt idx="668">
                  <c:v>02-09-2002</c:v>
                </c:pt>
                <c:pt idx="669">
                  <c:v>03-09-2002</c:v>
                </c:pt>
                <c:pt idx="670">
                  <c:v>04-09-2002</c:v>
                </c:pt>
                <c:pt idx="671">
                  <c:v>05-09-2002</c:v>
                </c:pt>
                <c:pt idx="672">
                  <c:v>06-09-2002</c:v>
                </c:pt>
                <c:pt idx="673">
                  <c:v>09-09-2002</c:v>
                </c:pt>
                <c:pt idx="674">
                  <c:v>11-09-2002</c:v>
                </c:pt>
                <c:pt idx="675">
                  <c:v>12-09-2002</c:v>
                </c:pt>
                <c:pt idx="676">
                  <c:v>13-09-2002</c:v>
                </c:pt>
                <c:pt idx="677">
                  <c:v>16-09-2002</c:v>
                </c:pt>
                <c:pt idx="678">
                  <c:v>17-09-2002</c:v>
                </c:pt>
                <c:pt idx="679">
                  <c:v>18-09-2002</c:v>
                </c:pt>
                <c:pt idx="680">
                  <c:v>19-09-2002</c:v>
                </c:pt>
                <c:pt idx="681">
                  <c:v>20-09-2002</c:v>
                </c:pt>
                <c:pt idx="682">
                  <c:v>23-09-2002</c:v>
                </c:pt>
                <c:pt idx="683">
                  <c:v>24-09-2002</c:v>
                </c:pt>
                <c:pt idx="684">
                  <c:v>25-09-2002</c:v>
                </c:pt>
                <c:pt idx="685">
                  <c:v>26-09-2002</c:v>
                </c:pt>
                <c:pt idx="686">
                  <c:v>27-09-2002</c:v>
                </c:pt>
                <c:pt idx="687">
                  <c:v>30-09-2002</c:v>
                </c:pt>
                <c:pt idx="688">
                  <c:v>01-10-2002</c:v>
                </c:pt>
                <c:pt idx="689">
                  <c:v>03-10-2002</c:v>
                </c:pt>
                <c:pt idx="690">
                  <c:v>04-10-2002</c:v>
                </c:pt>
                <c:pt idx="691">
                  <c:v>07-10-2002</c:v>
                </c:pt>
                <c:pt idx="692">
                  <c:v>08-10-2002</c:v>
                </c:pt>
                <c:pt idx="693">
                  <c:v>09-10-2002</c:v>
                </c:pt>
                <c:pt idx="694">
                  <c:v>10-10-2002</c:v>
                </c:pt>
                <c:pt idx="695">
                  <c:v>11-10-2002</c:v>
                </c:pt>
                <c:pt idx="696">
                  <c:v>14-10-2002</c:v>
                </c:pt>
                <c:pt idx="697">
                  <c:v>16-10-2002</c:v>
                </c:pt>
                <c:pt idx="698">
                  <c:v>17-10-2002</c:v>
                </c:pt>
                <c:pt idx="699">
                  <c:v>18-10-2002</c:v>
                </c:pt>
                <c:pt idx="700">
                  <c:v>21-10-2002</c:v>
                </c:pt>
                <c:pt idx="701">
                  <c:v>22-10-2002</c:v>
                </c:pt>
                <c:pt idx="702">
                  <c:v>23-10-2002</c:v>
                </c:pt>
                <c:pt idx="703">
                  <c:v>24-10-2002</c:v>
                </c:pt>
                <c:pt idx="704">
                  <c:v>25-10-2002</c:v>
                </c:pt>
                <c:pt idx="705">
                  <c:v>28-10-2002</c:v>
                </c:pt>
                <c:pt idx="706">
                  <c:v>29-10-2002</c:v>
                </c:pt>
                <c:pt idx="707">
                  <c:v>30-10-2002</c:v>
                </c:pt>
                <c:pt idx="708">
                  <c:v>31-10-2002</c:v>
                </c:pt>
                <c:pt idx="709">
                  <c:v>01-11-2002</c:v>
                </c:pt>
                <c:pt idx="710">
                  <c:v>04-11-2002</c:v>
                </c:pt>
                <c:pt idx="711">
                  <c:v>05-11-2002</c:v>
                </c:pt>
                <c:pt idx="712">
                  <c:v>07-11-2002</c:v>
                </c:pt>
                <c:pt idx="713">
                  <c:v>08-11-2002</c:v>
                </c:pt>
                <c:pt idx="714">
                  <c:v>11-11-2002</c:v>
                </c:pt>
                <c:pt idx="715">
                  <c:v>12-11-2002</c:v>
                </c:pt>
                <c:pt idx="716">
                  <c:v>13-11-2002</c:v>
                </c:pt>
                <c:pt idx="717">
                  <c:v>14-11-2002</c:v>
                </c:pt>
                <c:pt idx="718">
                  <c:v>15-11-2002</c:v>
                </c:pt>
                <c:pt idx="719">
                  <c:v>18-11-2002</c:v>
                </c:pt>
                <c:pt idx="720">
                  <c:v>20-11-2002</c:v>
                </c:pt>
                <c:pt idx="721">
                  <c:v>21-11-2002</c:v>
                </c:pt>
                <c:pt idx="722">
                  <c:v>22-11-2002</c:v>
                </c:pt>
                <c:pt idx="723">
                  <c:v>25-11-2002</c:v>
                </c:pt>
                <c:pt idx="724">
                  <c:v>26-11-2002</c:v>
                </c:pt>
                <c:pt idx="725">
                  <c:v>27-11-2002</c:v>
                </c:pt>
                <c:pt idx="726">
                  <c:v>28-11-2002</c:v>
                </c:pt>
                <c:pt idx="727">
                  <c:v>29-11-2002</c:v>
                </c:pt>
                <c:pt idx="728">
                  <c:v>02-12-2002</c:v>
                </c:pt>
                <c:pt idx="729">
                  <c:v>03-12-2002</c:v>
                </c:pt>
                <c:pt idx="730">
                  <c:v>04-12-2002</c:v>
                </c:pt>
                <c:pt idx="731">
                  <c:v>05-12-2002</c:v>
                </c:pt>
                <c:pt idx="732">
                  <c:v>06-12-2002</c:v>
                </c:pt>
                <c:pt idx="733">
                  <c:v>09-12-2002</c:v>
                </c:pt>
                <c:pt idx="734">
                  <c:v>10-12-2002</c:v>
                </c:pt>
                <c:pt idx="735">
                  <c:v>11-12-2002</c:v>
                </c:pt>
                <c:pt idx="736">
                  <c:v>12-12-2002</c:v>
                </c:pt>
                <c:pt idx="737">
                  <c:v>13-12-2002</c:v>
                </c:pt>
                <c:pt idx="738">
                  <c:v>16-12-2002</c:v>
                </c:pt>
                <c:pt idx="739">
                  <c:v>17-12-2002</c:v>
                </c:pt>
                <c:pt idx="740">
                  <c:v>18-12-2002</c:v>
                </c:pt>
                <c:pt idx="741">
                  <c:v>19-12-2002</c:v>
                </c:pt>
                <c:pt idx="742">
                  <c:v>20-12-2002</c:v>
                </c:pt>
                <c:pt idx="743">
                  <c:v>23-12-2002</c:v>
                </c:pt>
                <c:pt idx="744">
                  <c:v>24-12-2002</c:v>
                </c:pt>
                <c:pt idx="745">
                  <c:v>26-12-2002</c:v>
                </c:pt>
                <c:pt idx="746">
                  <c:v>27-12-2002</c:v>
                </c:pt>
                <c:pt idx="747">
                  <c:v>30-12-2002</c:v>
                </c:pt>
                <c:pt idx="748">
                  <c:v>31-12-2002</c:v>
                </c:pt>
                <c:pt idx="749">
                  <c:v>01-01-2003</c:v>
                </c:pt>
                <c:pt idx="750">
                  <c:v>02-01-2003</c:v>
                </c:pt>
                <c:pt idx="751">
                  <c:v>03-01-2003</c:v>
                </c:pt>
                <c:pt idx="752">
                  <c:v>06-01-2003</c:v>
                </c:pt>
                <c:pt idx="753">
                  <c:v>07-01-2003</c:v>
                </c:pt>
                <c:pt idx="754">
                  <c:v>08-01-2003</c:v>
                </c:pt>
                <c:pt idx="755">
                  <c:v>09-01-2003</c:v>
                </c:pt>
                <c:pt idx="756">
                  <c:v>10-01-2003</c:v>
                </c:pt>
                <c:pt idx="757">
                  <c:v>13-01-2003</c:v>
                </c:pt>
                <c:pt idx="758">
                  <c:v>14-01-2003</c:v>
                </c:pt>
                <c:pt idx="759">
                  <c:v>15-01-2003</c:v>
                </c:pt>
                <c:pt idx="760">
                  <c:v>16-01-2003</c:v>
                </c:pt>
                <c:pt idx="761">
                  <c:v>17-01-2003</c:v>
                </c:pt>
                <c:pt idx="762">
                  <c:v>20-01-2003</c:v>
                </c:pt>
                <c:pt idx="763">
                  <c:v>21-01-2003</c:v>
                </c:pt>
                <c:pt idx="764">
                  <c:v>22-01-2003</c:v>
                </c:pt>
                <c:pt idx="765">
                  <c:v>23-01-2003</c:v>
                </c:pt>
                <c:pt idx="766">
                  <c:v>24-01-2003</c:v>
                </c:pt>
                <c:pt idx="767">
                  <c:v>27-01-2003</c:v>
                </c:pt>
                <c:pt idx="768">
                  <c:v>28-01-2003</c:v>
                </c:pt>
                <c:pt idx="769">
                  <c:v>29-01-2003</c:v>
                </c:pt>
                <c:pt idx="770">
                  <c:v>30-01-2003</c:v>
                </c:pt>
                <c:pt idx="771">
                  <c:v>31-01-2003</c:v>
                </c:pt>
                <c:pt idx="772">
                  <c:v>03-02-2003</c:v>
                </c:pt>
                <c:pt idx="773">
                  <c:v>04-02-2003</c:v>
                </c:pt>
                <c:pt idx="774">
                  <c:v>05-02-2003</c:v>
                </c:pt>
                <c:pt idx="775">
                  <c:v>06-02-2003</c:v>
                </c:pt>
                <c:pt idx="776">
                  <c:v>07-02-2003</c:v>
                </c:pt>
                <c:pt idx="777">
                  <c:v>10-02-2003</c:v>
                </c:pt>
                <c:pt idx="778">
                  <c:v>11-02-2003</c:v>
                </c:pt>
                <c:pt idx="779">
                  <c:v>12-02-2003</c:v>
                </c:pt>
                <c:pt idx="780">
                  <c:v>14-02-2003</c:v>
                </c:pt>
                <c:pt idx="781">
                  <c:v>17-02-2003</c:v>
                </c:pt>
                <c:pt idx="782">
                  <c:v>18-02-2003</c:v>
                </c:pt>
                <c:pt idx="783">
                  <c:v>19-02-2003</c:v>
                </c:pt>
                <c:pt idx="784">
                  <c:v>20-02-2003</c:v>
                </c:pt>
                <c:pt idx="785">
                  <c:v>21-02-2003</c:v>
                </c:pt>
                <c:pt idx="786">
                  <c:v>24-02-2003</c:v>
                </c:pt>
                <c:pt idx="787">
                  <c:v>25-02-2003</c:v>
                </c:pt>
                <c:pt idx="788">
                  <c:v>26-02-2003</c:v>
                </c:pt>
                <c:pt idx="789">
                  <c:v>27-02-2003</c:v>
                </c:pt>
                <c:pt idx="790">
                  <c:v>28-02-2003</c:v>
                </c:pt>
                <c:pt idx="791">
                  <c:v>03-03-2003</c:v>
                </c:pt>
                <c:pt idx="792">
                  <c:v>04-03-2003</c:v>
                </c:pt>
                <c:pt idx="793">
                  <c:v>05-03-2003</c:v>
                </c:pt>
                <c:pt idx="794">
                  <c:v>06-03-2003</c:v>
                </c:pt>
                <c:pt idx="795">
                  <c:v>07-03-2003</c:v>
                </c:pt>
                <c:pt idx="796">
                  <c:v>10-03-2003</c:v>
                </c:pt>
                <c:pt idx="797">
                  <c:v>11-03-2003</c:v>
                </c:pt>
                <c:pt idx="798">
                  <c:v>12-03-2003</c:v>
                </c:pt>
                <c:pt idx="799">
                  <c:v>13-03-2003</c:v>
                </c:pt>
                <c:pt idx="800">
                  <c:v>17-03-2003</c:v>
                </c:pt>
                <c:pt idx="801">
                  <c:v>19-03-2003</c:v>
                </c:pt>
                <c:pt idx="802">
                  <c:v>20-03-2003</c:v>
                </c:pt>
                <c:pt idx="803">
                  <c:v>21-03-2003</c:v>
                </c:pt>
                <c:pt idx="804">
                  <c:v>22-03-2003</c:v>
                </c:pt>
                <c:pt idx="805">
                  <c:v>24-03-2003</c:v>
                </c:pt>
                <c:pt idx="806">
                  <c:v>25-03-2003</c:v>
                </c:pt>
                <c:pt idx="807">
                  <c:v>26-03-2003</c:v>
                </c:pt>
                <c:pt idx="808">
                  <c:v>27-03-2003</c:v>
                </c:pt>
                <c:pt idx="809">
                  <c:v>28-03-2003</c:v>
                </c:pt>
                <c:pt idx="810">
                  <c:v>31-03-2003</c:v>
                </c:pt>
                <c:pt idx="811">
                  <c:v>01-04-2003</c:v>
                </c:pt>
                <c:pt idx="812">
                  <c:v>02-04-2003</c:v>
                </c:pt>
                <c:pt idx="813">
                  <c:v>03-04-2003</c:v>
                </c:pt>
                <c:pt idx="814">
                  <c:v>04-04-2003</c:v>
                </c:pt>
                <c:pt idx="815">
                  <c:v>07-04-2003</c:v>
                </c:pt>
                <c:pt idx="816">
                  <c:v>08-04-2003</c:v>
                </c:pt>
                <c:pt idx="817">
                  <c:v>09-04-2003</c:v>
                </c:pt>
                <c:pt idx="818">
                  <c:v>10-04-2003</c:v>
                </c:pt>
                <c:pt idx="819">
                  <c:v>11-04-2003</c:v>
                </c:pt>
                <c:pt idx="820">
                  <c:v>15-04-2003</c:v>
                </c:pt>
                <c:pt idx="821">
                  <c:v>16-04-2003</c:v>
                </c:pt>
                <c:pt idx="822">
                  <c:v>17-04-2003</c:v>
                </c:pt>
                <c:pt idx="823">
                  <c:v>21-04-2003</c:v>
                </c:pt>
                <c:pt idx="824">
                  <c:v>22-04-2003</c:v>
                </c:pt>
                <c:pt idx="825">
                  <c:v>23-04-2003</c:v>
                </c:pt>
                <c:pt idx="826">
                  <c:v>24-04-2003</c:v>
                </c:pt>
                <c:pt idx="827">
                  <c:v>25-04-2003</c:v>
                </c:pt>
                <c:pt idx="828">
                  <c:v>28-04-2003</c:v>
                </c:pt>
                <c:pt idx="829">
                  <c:v>29-04-2003</c:v>
                </c:pt>
                <c:pt idx="830">
                  <c:v>30-04-2003</c:v>
                </c:pt>
                <c:pt idx="831">
                  <c:v>02-05-2003</c:v>
                </c:pt>
                <c:pt idx="832">
                  <c:v>05-05-2003</c:v>
                </c:pt>
                <c:pt idx="833">
                  <c:v>06-05-2003</c:v>
                </c:pt>
                <c:pt idx="834">
                  <c:v>07-05-2003</c:v>
                </c:pt>
                <c:pt idx="835">
                  <c:v>08-05-2003</c:v>
                </c:pt>
                <c:pt idx="836">
                  <c:v>09-05-2003</c:v>
                </c:pt>
                <c:pt idx="837">
                  <c:v>12-05-2003</c:v>
                </c:pt>
                <c:pt idx="838">
                  <c:v>13-05-2003</c:v>
                </c:pt>
                <c:pt idx="839">
                  <c:v>14-05-2003</c:v>
                </c:pt>
                <c:pt idx="840">
                  <c:v>15-05-2003</c:v>
                </c:pt>
                <c:pt idx="841">
                  <c:v>16-05-2003</c:v>
                </c:pt>
                <c:pt idx="842">
                  <c:v>19-05-2003</c:v>
                </c:pt>
                <c:pt idx="843">
                  <c:v>20-05-2003</c:v>
                </c:pt>
                <c:pt idx="844">
                  <c:v>21-05-2003</c:v>
                </c:pt>
                <c:pt idx="845">
                  <c:v>22-05-2003</c:v>
                </c:pt>
                <c:pt idx="846">
                  <c:v>23-05-2003</c:v>
                </c:pt>
                <c:pt idx="847">
                  <c:v>26-05-2003</c:v>
                </c:pt>
                <c:pt idx="848">
                  <c:v>27-05-2003</c:v>
                </c:pt>
                <c:pt idx="849">
                  <c:v>28-05-2003</c:v>
                </c:pt>
                <c:pt idx="850">
                  <c:v>29-05-2003</c:v>
                </c:pt>
                <c:pt idx="851">
                  <c:v>30-05-2003</c:v>
                </c:pt>
                <c:pt idx="852">
                  <c:v>02-06-2003</c:v>
                </c:pt>
                <c:pt idx="853">
                  <c:v>03-06-2003</c:v>
                </c:pt>
                <c:pt idx="854">
                  <c:v>04-06-2003</c:v>
                </c:pt>
                <c:pt idx="855">
                  <c:v>05-06-2003</c:v>
                </c:pt>
                <c:pt idx="856">
                  <c:v>06-06-2003</c:v>
                </c:pt>
                <c:pt idx="857">
                  <c:v>09-06-2003</c:v>
                </c:pt>
                <c:pt idx="858">
                  <c:v>10-06-2003</c:v>
                </c:pt>
                <c:pt idx="859">
                  <c:v>11-06-2003</c:v>
                </c:pt>
                <c:pt idx="860">
                  <c:v>12-06-2003</c:v>
                </c:pt>
                <c:pt idx="861">
                  <c:v>13-06-2003</c:v>
                </c:pt>
                <c:pt idx="862">
                  <c:v>16-06-2003</c:v>
                </c:pt>
                <c:pt idx="863">
                  <c:v>17-06-2003</c:v>
                </c:pt>
                <c:pt idx="864">
                  <c:v>18-06-2003</c:v>
                </c:pt>
                <c:pt idx="865">
                  <c:v>19-06-2003</c:v>
                </c:pt>
                <c:pt idx="866">
                  <c:v>20-06-2003</c:v>
                </c:pt>
                <c:pt idx="867">
                  <c:v>23-06-2003</c:v>
                </c:pt>
                <c:pt idx="868">
                  <c:v>24-06-2003</c:v>
                </c:pt>
                <c:pt idx="869">
                  <c:v>25-06-2003</c:v>
                </c:pt>
                <c:pt idx="870">
                  <c:v>26-06-2003</c:v>
                </c:pt>
                <c:pt idx="871">
                  <c:v>27-06-2003</c:v>
                </c:pt>
                <c:pt idx="872">
                  <c:v>30-06-2003</c:v>
                </c:pt>
                <c:pt idx="873">
                  <c:v>01-07-2003</c:v>
                </c:pt>
                <c:pt idx="874">
                  <c:v>02-07-2003</c:v>
                </c:pt>
                <c:pt idx="875">
                  <c:v>03-07-2003</c:v>
                </c:pt>
                <c:pt idx="876">
                  <c:v>04-07-2003</c:v>
                </c:pt>
                <c:pt idx="877">
                  <c:v>07-07-2003</c:v>
                </c:pt>
                <c:pt idx="878">
                  <c:v>08-07-2003</c:v>
                </c:pt>
                <c:pt idx="879">
                  <c:v>09-07-2003</c:v>
                </c:pt>
                <c:pt idx="880">
                  <c:v>10-07-2003</c:v>
                </c:pt>
                <c:pt idx="881">
                  <c:v>11-07-2003</c:v>
                </c:pt>
                <c:pt idx="882">
                  <c:v>14-07-2003</c:v>
                </c:pt>
                <c:pt idx="883">
                  <c:v>15-07-2003</c:v>
                </c:pt>
                <c:pt idx="884">
                  <c:v>16-07-2003</c:v>
                </c:pt>
                <c:pt idx="885">
                  <c:v>17-07-2003</c:v>
                </c:pt>
                <c:pt idx="886">
                  <c:v>18-07-2003</c:v>
                </c:pt>
                <c:pt idx="887">
                  <c:v>21-07-2003</c:v>
                </c:pt>
                <c:pt idx="888">
                  <c:v>22-07-2003</c:v>
                </c:pt>
                <c:pt idx="889">
                  <c:v>23-07-2003</c:v>
                </c:pt>
                <c:pt idx="890">
                  <c:v>24-07-2003</c:v>
                </c:pt>
                <c:pt idx="891">
                  <c:v>25-07-2003</c:v>
                </c:pt>
                <c:pt idx="892">
                  <c:v>28-07-2003</c:v>
                </c:pt>
                <c:pt idx="893">
                  <c:v>29-07-2003</c:v>
                </c:pt>
                <c:pt idx="894">
                  <c:v>30-07-2003</c:v>
                </c:pt>
                <c:pt idx="895">
                  <c:v>31-07-2003</c:v>
                </c:pt>
                <c:pt idx="896">
                  <c:v>01-08-2003</c:v>
                </c:pt>
                <c:pt idx="897">
                  <c:v>04-08-2003</c:v>
                </c:pt>
                <c:pt idx="898">
                  <c:v>05-08-2003</c:v>
                </c:pt>
                <c:pt idx="899">
                  <c:v>06-08-2003</c:v>
                </c:pt>
                <c:pt idx="900">
                  <c:v>07-08-2003</c:v>
                </c:pt>
                <c:pt idx="901">
                  <c:v>08-08-2003</c:v>
                </c:pt>
                <c:pt idx="902">
                  <c:v>11-08-2003</c:v>
                </c:pt>
                <c:pt idx="903">
                  <c:v>12-08-2003</c:v>
                </c:pt>
                <c:pt idx="904">
                  <c:v>13-08-2003</c:v>
                </c:pt>
                <c:pt idx="905">
                  <c:v>14-08-2003</c:v>
                </c:pt>
                <c:pt idx="906">
                  <c:v>18-08-2003</c:v>
                </c:pt>
                <c:pt idx="907">
                  <c:v>19-08-2003</c:v>
                </c:pt>
                <c:pt idx="908">
                  <c:v>20-08-2003</c:v>
                </c:pt>
                <c:pt idx="909">
                  <c:v>21-08-2003</c:v>
                </c:pt>
                <c:pt idx="910">
                  <c:v>22-08-2003</c:v>
                </c:pt>
                <c:pt idx="911">
                  <c:v>25-08-2003</c:v>
                </c:pt>
                <c:pt idx="912">
                  <c:v>26-08-2003</c:v>
                </c:pt>
                <c:pt idx="913">
                  <c:v>27-08-2003</c:v>
                </c:pt>
                <c:pt idx="914">
                  <c:v>28-08-2003</c:v>
                </c:pt>
                <c:pt idx="915">
                  <c:v>29-08-2003</c:v>
                </c:pt>
                <c:pt idx="916">
                  <c:v>01-09-2003</c:v>
                </c:pt>
                <c:pt idx="917">
                  <c:v>02-09-2003</c:v>
                </c:pt>
                <c:pt idx="918">
                  <c:v>03-09-2003</c:v>
                </c:pt>
                <c:pt idx="919">
                  <c:v>04-09-2003</c:v>
                </c:pt>
                <c:pt idx="920">
                  <c:v>05-09-2003</c:v>
                </c:pt>
                <c:pt idx="921">
                  <c:v>08-09-2003</c:v>
                </c:pt>
                <c:pt idx="922">
                  <c:v>09-09-2003</c:v>
                </c:pt>
                <c:pt idx="923">
                  <c:v>10-09-2003</c:v>
                </c:pt>
                <c:pt idx="924">
                  <c:v>11-09-2003</c:v>
                </c:pt>
                <c:pt idx="925">
                  <c:v>12-09-2003</c:v>
                </c:pt>
                <c:pt idx="926">
                  <c:v>15-09-2003</c:v>
                </c:pt>
                <c:pt idx="927">
                  <c:v>16-09-2003</c:v>
                </c:pt>
                <c:pt idx="928">
                  <c:v>17-09-2003</c:v>
                </c:pt>
                <c:pt idx="929">
                  <c:v>18-09-2003</c:v>
                </c:pt>
                <c:pt idx="930">
                  <c:v>19-09-2003</c:v>
                </c:pt>
                <c:pt idx="931">
                  <c:v>22-09-2003</c:v>
                </c:pt>
                <c:pt idx="932">
                  <c:v>23-09-2003</c:v>
                </c:pt>
                <c:pt idx="933">
                  <c:v>24-09-2003</c:v>
                </c:pt>
                <c:pt idx="934">
                  <c:v>25-09-2003</c:v>
                </c:pt>
                <c:pt idx="935">
                  <c:v>26-09-2003</c:v>
                </c:pt>
                <c:pt idx="936">
                  <c:v>29-09-2003</c:v>
                </c:pt>
                <c:pt idx="937">
                  <c:v>30-09-2003</c:v>
                </c:pt>
                <c:pt idx="938">
                  <c:v>01-10-2003</c:v>
                </c:pt>
                <c:pt idx="939">
                  <c:v>03-10-2003</c:v>
                </c:pt>
                <c:pt idx="940">
                  <c:v>06-10-2003</c:v>
                </c:pt>
                <c:pt idx="941">
                  <c:v>07-10-2003</c:v>
                </c:pt>
                <c:pt idx="942">
                  <c:v>08-10-2003</c:v>
                </c:pt>
                <c:pt idx="943">
                  <c:v>09-10-2003</c:v>
                </c:pt>
                <c:pt idx="944">
                  <c:v>10-10-2003</c:v>
                </c:pt>
                <c:pt idx="945">
                  <c:v>13-10-2003</c:v>
                </c:pt>
                <c:pt idx="946">
                  <c:v>14-10-2003</c:v>
                </c:pt>
                <c:pt idx="947">
                  <c:v>15-10-2003</c:v>
                </c:pt>
                <c:pt idx="948">
                  <c:v>16-10-2003</c:v>
                </c:pt>
                <c:pt idx="949">
                  <c:v>17-10-2003</c:v>
                </c:pt>
                <c:pt idx="950">
                  <c:v>20-10-2003</c:v>
                </c:pt>
                <c:pt idx="951">
                  <c:v>21-10-2003</c:v>
                </c:pt>
                <c:pt idx="952">
                  <c:v>22-10-2003</c:v>
                </c:pt>
                <c:pt idx="953">
                  <c:v>23-10-2003</c:v>
                </c:pt>
                <c:pt idx="954">
                  <c:v>24-10-2003</c:v>
                </c:pt>
                <c:pt idx="955">
                  <c:v>25-10-2003</c:v>
                </c:pt>
                <c:pt idx="956">
                  <c:v>27-10-2003</c:v>
                </c:pt>
                <c:pt idx="957">
                  <c:v>28-10-2003</c:v>
                </c:pt>
                <c:pt idx="958">
                  <c:v>29-10-2003</c:v>
                </c:pt>
                <c:pt idx="959">
                  <c:v>30-10-2003</c:v>
                </c:pt>
                <c:pt idx="960">
                  <c:v>31-10-2003</c:v>
                </c:pt>
                <c:pt idx="961">
                  <c:v>03-11-2003</c:v>
                </c:pt>
                <c:pt idx="962">
                  <c:v>04-11-2003</c:v>
                </c:pt>
                <c:pt idx="963">
                  <c:v>05-11-2003</c:v>
                </c:pt>
                <c:pt idx="964">
                  <c:v>06-11-2003</c:v>
                </c:pt>
                <c:pt idx="965">
                  <c:v>07-11-2003</c:v>
                </c:pt>
                <c:pt idx="966">
                  <c:v>10-11-2003</c:v>
                </c:pt>
                <c:pt idx="967">
                  <c:v>11-11-2003</c:v>
                </c:pt>
                <c:pt idx="968">
                  <c:v>12-11-2003</c:v>
                </c:pt>
                <c:pt idx="969">
                  <c:v>13-11-2003</c:v>
                </c:pt>
                <c:pt idx="970">
                  <c:v>14-11-2003</c:v>
                </c:pt>
                <c:pt idx="971">
                  <c:v>15-11-2003</c:v>
                </c:pt>
                <c:pt idx="972">
                  <c:v>17-11-2003</c:v>
                </c:pt>
                <c:pt idx="973">
                  <c:v>18-11-2003</c:v>
                </c:pt>
                <c:pt idx="974">
                  <c:v>19-11-2003</c:v>
                </c:pt>
                <c:pt idx="975">
                  <c:v>20-11-2003</c:v>
                </c:pt>
                <c:pt idx="976">
                  <c:v>21-11-2003</c:v>
                </c:pt>
                <c:pt idx="977">
                  <c:v>24-11-2003</c:v>
                </c:pt>
                <c:pt idx="978">
                  <c:v>25-11-2003</c:v>
                </c:pt>
                <c:pt idx="979">
                  <c:v>27-11-2003</c:v>
                </c:pt>
                <c:pt idx="980">
                  <c:v>28-11-2003</c:v>
                </c:pt>
                <c:pt idx="981">
                  <c:v>01-12-2003</c:v>
                </c:pt>
                <c:pt idx="982">
                  <c:v>02-12-2003</c:v>
                </c:pt>
                <c:pt idx="983">
                  <c:v>03-12-2003</c:v>
                </c:pt>
                <c:pt idx="984">
                  <c:v>04-12-2003</c:v>
                </c:pt>
                <c:pt idx="985">
                  <c:v>05-12-2003</c:v>
                </c:pt>
                <c:pt idx="986">
                  <c:v>08-12-2003</c:v>
                </c:pt>
                <c:pt idx="987">
                  <c:v>09-12-2003</c:v>
                </c:pt>
                <c:pt idx="988">
                  <c:v>10-12-2003</c:v>
                </c:pt>
                <c:pt idx="989">
                  <c:v>11-12-2003</c:v>
                </c:pt>
                <c:pt idx="990">
                  <c:v>12-12-2003</c:v>
                </c:pt>
                <c:pt idx="991">
                  <c:v>15-12-2003</c:v>
                </c:pt>
                <c:pt idx="992">
                  <c:v>16-12-2003</c:v>
                </c:pt>
                <c:pt idx="993">
                  <c:v>17-12-2003</c:v>
                </c:pt>
                <c:pt idx="994">
                  <c:v>18-12-2003</c:v>
                </c:pt>
                <c:pt idx="995">
                  <c:v>19-12-2003</c:v>
                </c:pt>
                <c:pt idx="996">
                  <c:v>22-12-2003</c:v>
                </c:pt>
                <c:pt idx="997">
                  <c:v>23-12-2003</c:v>
                </c:pt>
                <c:pt idx="998">
                  <c:v>24-12-2003</c:v>
                </c:pt>
                <c:pt idx="999">
                  <c:v>26-12-2003</c:v>
                </c:pt>
                <c:pt idx="1000">
                  <c:v>29-12-2003</c:v>
                </c:pt>
                <c:pt idx="1001">
                  <c:v>30-12-2003</c:v>
                </c:pt>
                <c:pt idx="1002">
                  <c:v>31-12-2003</c:v>
                </c:pt>
                <c:pt idx="1003">
                  <c:v>01-01-2004</c:v>
                </c:pt>
                <c:pt idx="1004">
                  <c:v>02-01-2004</c:v>
                </c:pt>
                <c:pt idx="1005">
                  <c:v>05-01-2004</c:v>
                </c:pt>
                <c:pt idx="1006">
                  <c:v>06-01-2004</c:v>
                </c:pt>
                <c:pt idx="1007">
                  <c:v>07-01-2004</c:v>
                </c:pt>
                <c:pt idx="1008">
                  <c:v>08-01-2004</c:v>
                </c:pt>
                <c:pt idx="1009">
                  <c:v>09-01-2004</c:v>
                </c:pt>
                <c:pt idx="1010">
                  <c:v>12-01-2004</c:v>
                </c:pt>
                <c:pt idx="1011">
                  <c:v>13-01-2004</c:v>
                </c:pt>
                <c:pt idx="1012">
                  <c:v>14-01-2004</c:v>
                </c:pt>
                <c:pt idx="1013">
                  <c:v>15-01-2004</c:v>
                </c:pt>
                <c:pt idx="1014">
                  <c:v>16-01-2004</c:v>
                </c:pt>
                <c:pt idx="1015">
                  <c:v>19-01-2004</c:v>
                </c:pt>
                <c:pt idx="1016">
                  <c:v>20-01-2004</c:v>
                </c:pt>
                <c:pt idx="1017">
                  <c:v>21-01-2004</c:v>
                </c:pt>
                <c:pt idx="1018">
                  <c:v>22-01-2004</c:v>
                </c:pt>
                <c:pt idx="1019">
                  <c:v>23-01-2004</c:v>
                </c:pt>
                <c:pt idx="1020">
                  <c:v>27-01-2004</c:v>
                </c:pt>
                <c:pt idx="1021">
                  <c:v>28-01-2004</c:v>
                </c:pt>
                <c:pt idx="1022">
                  <c:v>29-01-2004</c:v>
                </c:pt>
                <c:pt idx="1023">
                  <c:v>30-01-2004</c:v>
                </c:pt>
                <c:pt idx="1024">
                  <c:v>03-02-2004</c:v>
                </c:pt>
                <c:pt idx="1025">
                  <c:v>04-02-2004</c:v>
                </c:pt>
                <c:pt idx="1026">
                  <c:v>05-02-2004</c:v>
                </c:pt>
                <c:pt idx="1027">
                  <c:v>06-02-2004</c:v>
                </c:pt>
                <c:pt idx="1028">
                  <c:v>09-02-2004</c:v>
                </c:pt>
                <c:pt idx="1029">
                  <c:v>10-02-2004</c:v>
                </c:pt>
                <c:pt idx="1030">
                  <c:v>11-02-2004</c:v>
                </c:pt>
                <c:pt idx="1031">
                  <c:v>12-02-2004</c:v>
                </c:pt>
                <c:pt idx="1032">
                  <c:v>13-02-2004</c:v>
                </c:pt>
                <c:pt idx="1033">
                  <c:v>16-02-2004</c:v>
                </c:pt>
                <c:pt idx="1034">
                  <c:v>17-02-2004</c:v>
                </c:pt>
                <c:pt idx="1035">
                  <c:v>18-02-2004</c:v>
                </c:pt>
                <c:pt idx="1036">
                  <c:v>19-02-2004</c:v>
                </c:pt>
                <c:pt idx="1037">
                  <c:v>20-02-2004</c:v>
                </c:pt>
                <c:pt idx="1038">
                  <c:v>23-02-2004</c:v>
                </c:pt>
                <c:pt idx="1039">
                  <c:v>24-02-2004</c:v>
                </c:pt>
                <c:pt idx="1040">
                  <c:v>25-02-2004</c:v>
                </c:pt>
                <c:pt idx="1041">
                  <c:v>26-02-2004</c:v>
                </c:pt>
                <c:pt idx="1042">
                  <c:v>27-02-2004</c:v>
                </c:pt>
                <c:pt idx="1043">
                  <c:v>01-03-2004</c:v>
                </c:pt>
                <c:pt idx="1044">
                  <c:v>03-03-2004</c:v>
                </c:pt>
                <c:pt idx="1045">
                  <c:v>04-03-2004</c:v>
                </c:pt>
                <c:pt idx="1046">
                  <c:v>05-03-2004</c:v>
                </c:pt>
                <c:pt idx="1047">
                  <c:v>08-03-2004</c:v>
                </c:pt>
                <c:pt idx="1048">
                  <c:v>09-03-2004</c:v>
                </c:pt>
                <c:pt idx="1049">
                  <c:v>10-03-2004</c:v>
                </c:pt>
                <c:pt idx="1050">
                  <c:v>11-03-2004</c:v>
                </c:pt>
                <c:pt idx="1051">
                  <c:v>12-03-2004</c:v>
                </c:pt>
                <c:pt idx="1052">
                  <c:v>15-03-2004</c:v>
                </c:pt>
                <c:pt idx="1053">
                  <c:v>16-03-2004</c:v>
                </c:pt>
                <c:pt idx="1054">
                  <c:v>17-03-2004</c:v>
                </c:pt>
                <c:pt idx="1055">
                  <c:v>18-03-2004</c:v>
                </c:pt>
                <c:pt idx="1056">
                  <c:v>19-03-2004</c:v>
                </c:pt>
                <c:pt idx="1057">
                  <c:v>22-03-2004</c:v>
                </c:pt>
                <c:pt idx="1058">
                  <c:v>23-03-2004</c:v>
                </c:pt>
                <c:pt idx="1059">
                  <c:v>24-03-2004</c:v>
                </c:pt>
                <c:pt idx="1060">
                  <c:v>25-03-2004</c:v>
                </c:pt>
                <c:pt idx="1061">
                  <c:v>26-03-2004</c:v>
                </c:pt>
                <c:pt idx="1062">
                  <c:v>29-03-2004</c:v>
                </c:pt>
                <c:pt idx="1063">
                  <c:v>30-03-2004</c:v>
                </c:pt>
                <c:pt idx="1064">
                  <c:v>31-03-2004</c:v>
                </c:pt>
                <c:pt idx="1065">
                  <c:v>01-04-2004</c:v>
                </c:pt>
                <c:pt idx="1066">
                  <c:v>02-04-2004</c:v>
                </c:pt>
                <c:pt idx="1067">
                  <c:v>05-04-2004</c:v>
                </c:pt>
                <c:pt idx="1068">
                  <c:v>06-04-2004</c:v>
                </c:pt>
                <c:pt idx="1069">
                  <c:v>07-04-2004</c:v>
                </c:pt>
                <c:pt idx="1070">
                  <c:v>08-04-2004</c:v>
                </c:pt>
                <c:pt idx="1071">
                  <c:v>12-04-2004</c:v>
                </c:pt>
                <c:pt idx="1072">
                  <c:v>13-04-2004</c:v>
                </c:pt>
                <c:pt idx="1073">
                  <c:v>15-04-2004</c:v>
                </c:pt>
                <c:pt idx="1074">
                  <c:v>16-04-2004</c:v>
                </c:pt>
                <c:pt idx="1075">
                  <c:v>17-04-2004</c:v>
                </c:pt>
                <c:pt idx="1076">
                  <c:v>19-04-2004</c:v>
                </c:pt>
                <c:pt idx="1077">
                  <c:v>20-04-2004</c:v>
                </c:pt>
                <c:pt idx="1078">
                  <c:v>21-04-2004</c:v>
                </c:pt>
                <c:pt idx="1079">
                  <c:v>22-04-2004</c:v>
                </c:pt>
                <c:pt idx="1080">
                  <c:v>23-04-2004</c:v>
                </c:pt>
                <c:pt idx="1081">
                  <c:v>27-04-2004</c:v>
                </c:pt>
                <c:pt idx="1082">
                  <c:v>28-04-2004</c:v>
                </c:pt>
                <c:pt idx="1083">
                  <c:v>29-04-2004</c:v>
                </c:pt>
                <c:pt idx="1084">
                  <c:v>30-04-2004</c:v>
                </c:pt>
                <c:pt idx="1085">
                  <c:v>03-05-2004</c:v>
                </c:pt>
                <c:pt idx="1086">
                  <c:v>04-05-2004</c:v>
                </c:pt>
                <c:pt idx="1087">
                  <c:v>05-05-2004</c:v>
                </c:pt>
                <c:pt idx="1088">
                  <c:v>06-05-2004</c:v>
                </c:pt>
                <c:pt idx="1089">
                  <c:v>07-05-2004</c:v>
                </c:pt>
                <c:pt idx="1090">
                  <c:v>10-05-2004</c:v>
                </c:pt>
                <c:pt idx="1091">
                  <c:v>11-05-2004</c:v>
                </c:pt>
                <c:pt idx="1092">
                  <c:v>12-05-2004</c:v>
                </c:pt>
                <c:pt idx="1093">
                  <c:v>13-05-2004</c:v>
                </c:pt>
                <c:pt idx="1094">
                  <c:v>14-05-2004</c:v>
                </c:pt>
                <c:pt idx="1095">
                  <c:v>17-05-2004</c:v>
                </c:pt>
                <c:pt idx="1096">
                  <c:v>18-05-2004</c:v>
                </c:pt>
                <c:pt idx="1097">
                  <c:v>19-05-2004</c:v>
                </c:pt>
                <c:pt idx="1098">
                  <c:v>20-05-2004</c:v>
                </c:pt>
                <c:pt idx="1099">
                  <c:v>21-05-2004</c:v>
                </c:pt>
                <c:pt idx="1100">
                  <c:v>24-05-2004</c:v>
                </c:pt>
                <c:pt idx="1101">
                  <c:v>25-05-2004</c:v>
                </c:pt>
                <c:pt idx="1102">
                  <c:v>26-05-2004</c:v>
                </c:pt>
                <c:pt idx="1103">
                  <c:v>27-05-2004</c:v>
                </c:pt>
                <c:pt idx="1104">
                  <c:v>28-05-2004</c:v>
                </c:pt>
                <c:pt idx="1105">
                  <c:v>31-05-2004</c:v>
                </c:pt>
                <c:pt idx="1106">
                  <c:v>01-06-2004</c:v>
                </c:pt>
                <c:pt idx="1107">
                  <c:v>02-06-2004</c:v>
                </c:pt>
                <c:pt idx="1108">
                  <c:v>03-06-2004</c:v>
                </c:pt>
                <c:pt idx="1109">
                  <c:v>04-06-2004</c:v>
                </c:pt>
                <c:pt idx="1110">
                  <c:v>07-06-2004</c:v>
                </c:pt>
                <c:pt idx="1111">
                  <c:v>08-06-2004</c:v>
                </c:pt>
                <c:pt idx="1112">
                  <c:v>09-06-2004</c:v>
                </c:pt>
                <c:pt idx="1113">
                  <c:v>10-06-2004</c:v>
                </c:pt>
                <c:pt idx="1114">
                  <c:v>11-06-2004</c:v>
                </c:pt>
                <c:pt idx="1115">
                  <c:v>14-06-2004</c:v>
                </c:pt>
                <c:pt idx="1116">
                  <c:v>15-06-2004</c:v>
                </c:pt>
                <c:pt idx="1117">
                  <c:v>16-06-2004</c:v>
                </c:pt>
                <c:pt idx="1118">
                  <c:v>17-06-2004</c:v>
                </c:pt>
                <c:pt idx="1119">
                  <c:v>18-06-2004</c:v>
                </c:pt>
                <c:pt idx="1120">
                  <c:v>21-06-2004</c:v>
                </c:pt>
                <c:pt idx="1121">
                  <c:v>22-06-2004</c:v>
                </c:pt>
                <c:pt idx="1122">
                  <c:v>23-06-2004</c:v>
                </c:pt>
                <c:pt idx="1123">
                  <c:v>24-06-2004</c:v>
                </c:pt>
                <c:pt idx="1124">
                  <c:v>25-06-2004</c:v>
                </c:pt>
                <c:pt idx="1125">
                  <c:v>28-06-2004</c:v>
                </c:pt>
                <c:pt idx="1126">
                  <c:v>29-06-2004</c:v>
                </c:pt>
                <c:pt idx="1127">
                  <c:v>30-06-2004</c:v>
                </c:pt>
                <c:pt idx="1128">
                  <c:v>01-07-2004</c:v>
                </c:pt>
                <c:pt idx="1129">
                  <c:v>02-07-2004</c:v>
                </c:pt>
                <c:pt idx="1130">
                  <c:v>05-07-2004</c:v>
                </c:pt>
                <c:pt idx="1131">
                  <c:v>06-07-2004</c:v>
                </c:pt>
                <c:pt idx="1132">
                  <c:v>07-07-2004</c:v>
                </c:pt>
                <c:pt idx="1133">
                  <c:v>08-07-2004</c:v>
                </c:pt>
                <c:pt idx="1134">
                  <c:v>09-07-2004</c:v>
                </c:pt>
                <c:pt idx="1135">
                  <c:v>12-07-2004</c:v>
                </c:pt>
                <c:pt idx="1136">
                  <c:v>13-07-2004</c:v>
                </c:pt>
                <c:pt idx="1137">
                  <c:v>14-07-2004</c:v>
                </c:pt>
                <c:pt idx="1138">
                  <c:v>15-07-2004</c:v>
                </c:pt>
                <c:pt idx="1139">
                  <c:v>16-07-2004</c:v>
                </c:pt>
                <c:pt idx="1140">
                  <c:v>19-07-2004</c:v>
                </c:pt>
                <c:pt idx="1141">
                  <c:v>20-07-2004</c:v>
                </c:pt>
                <c:pt idx="1142">
                  <c:v>21-07-2004</c:v>
                </c:pt>
                <c:pt idx="1143">
                  <c:v>22-07-2004</c:v>
                </c:pt>
                <c:pt idx="1144">
                  <c:v>23-07-2004</c:v>
                </c:pt>
                <c:pt idx="1145">
                  <c:v>26-07-2004</c:v>
                </c:pt>
                <c:pt idx="1146">
                  <c:v>27-07-2004</c:v>
                </c:pt>
                <c:pt idx="1147">
                  <c:v>28-07-2004</c:v>
                </c:pt>
                <c:pt idx="1148">
                  <c:v>29-07-2004</c:v>
                </c:pt>
                <c:pt idx="1149">
                  <c:v>30-07-2004</c:v>
                </c:pt>
                <c:pt idx="1150">
                  <c:v>02-08-2004</c:v>
                </c:pt>
                <c:pt idx="1151">
                  <c:v>03-08-2004</c:v>
                </c:pt>
                <c:pt idx="1152">
                  <c:v>04-08-2004</c:v>
                </c:pt>
                <c:pt idx="1153">
                  <c:v>05-08-2004</c:v>
                </c:pt>
                <c:pt idx="1154">
                  <c:v>06-08-2004</c:v>
                </c:pt>
                <c:pt idx="1155">
                  <c:v>09-08-2004</c:v>
                </c:pt>
                <c:pt idx="1156">
                  <c:v>10-08-2004</c:v>
                </c:pt>
                <c:pt idx="1157">
                  <c:v>11-08-2004</c:v>
                </c:pt>
                <c:pt idx="1158">
                  <c:v>12-08-2004</c:v>
                </c:pt>
                <c:pt idx="1159">
                  <c:v>13-08-2004</c:v>
                </c:pt>
                <c:pt idx="1160">
                  <c:v>16-08-2004</c:v>
                </c:pt>
                <c:pt idx="1161">
                  <c:v>17-08-2004</c:v>
                </c:pt>
                <c:pt idx="1162">
                  <c:v>18-08-2004</c:v>
                </c:pt>
                <c:pt idx="1163">
                  <c:v>19-08-2004</c:v>
                </c:pt>
                <c:pt idx="1164">
                  <c:v>20-08-2004</c:v>
                </c:pt>
                <c:pt idx="1165">
                  <c:v>23-08-2004</c:v>
                </c:pt>
                <c:pt idx="1166">
                  <c:v>24-08-2004</c:v>
                </c:pt>
                <c:pt idx="1167">
                  <c:v>25-08-2004</c:v>
                </c:pt>
                <c:pt idx="1168">
                  <c:v>26-08-2004</c:v>
                </c:pt>
                <c:pt idx="1169">
                  <c:v>27-08-2004</c:v>
                </c:pt>
                <c:pt idx="1170">
                  <c:v>30-08-2004</c:v>
                </c:pt>
                <c:pt idx="1171">
                  <c:v>31-08-2004</c:v>
                </c:pt>
                <c:pt idx="1172">
                  <c:v>01-09-2004</c:v>
                </c:pt>
                <c:pt idx="1173">
                  <c:v>02-09-2004</c:v>
                </c:pt>
                <c:pt idx="1174">
                  <c:v>03-09-2004</c:v>
                </c:pt>
                <c:pt idx="1175">
                  <c:v>06-09-2004</c:v>
                </c:pt>
                <c:pt idx="1176">
                  <c:v>07-09-2004</c:v>
                </c:pt>
                <c:pt idx="1177">
                  <c:v>08-09-2004</c:v>
                </c:pt>
                <c:pt idx="1178">
                  <c:v>09-09-2004</c:v>
                </c:pt>
                <c:pt idx="1179">
                  <c:v>10-09-2004</c:v>
                </c:pt>
                <c:pt idx="1180">
                  <c:v>13-09-2004</c:v>
                </c:pt>
                <c:pt idx="1181">
                  <c:v>14-09-2004</c:v>
                </c:pt>
                <c:pt idx="1182">
                  <c:v>15-09-2004</c:v>
                </c:pt>
                <c:pt idx="1183">
                  <c:v>16-09-2004</c:v>
                </c:pt>
                <c:pt idx="1184">
                  <c:v>17-09-2004</c:v>
                </c:pt>
                <c:pt idx="1185">
                  <c:v>20-09-2004</c:v>
                </c:pt>
                <c:pt idx="1186">
                  <c:v>21-09-2004</c:v>
                </c:pt>
                <c:pt idx="1187">
                  <c:v>22-09-2004</c:v>
                </c:pt>
                <c:pt idx="1188">
                  <c:v>23-09-2004</c:v>
                </c:pt>
                <c:pt idx="1189">
                  <c:v>24-09-2004</c:v>
                </c:pt>
                <c:pt idx="1190">
                  <c:v>27-09-2004</c:v>
                </c:pt>
                <c:pt idx="1191">
                  <c:v>28-09-2004</c:v>
                </c:pt>
                <c:pt idx="1192">
                  <c:v>29-09-2004</c:v>
                </c:pt>
                <c:pt idx="1193">
                  <c:v>30-09-2004</c:v>
                </c:pt>
                <c:pt idx="1194">
                  <c:v>01-10-2004</c:v>
                </c:pt>
                <c:pt idx="1195">
                  <c:v>04-10-2004</c:v>
                </c:pt>
                <c:pt idx="1196">
                  <c:v>05-10-2004</c:v>
                </c:pt>
                <c:pt idx="1197">
                  <c:v>06-10-2004</c:v>
                </c:pt>
                <c:pt idx="1198">
                  <c:v>07-10-2004</c:v>
                </c:pt>
                <c:pt idx="1199">
                  <c:v>08-10-2004</c:v>
                </c:pt>
                <c:pt idx="1200">
                  <c:v>09-10-2004</c:v>
                </c:pt>
                <c:pt idx="1201">
                  <c:v>11-10-2004</c:v>
                </c:pt>
                <c:pt idx="1202">
                  <c:v>12-10-2004</c:v>
                </c:pt>
                <c:pt idx="1203">
                  <c:v>14-10-2004</c:v>
                </c:pt>
                <c:pt idx="1204">
                  <c:v>15-10-2004</c:v>
                </c:pt>
                <c:pt idx="1205">
                  <c:v>18-10-2004</c:v>
                </c:pt>
                <c:pt idx="1206">
                  <c:v>19-10-2004</c:v>
                </c:pt>
                <c:pt idx="1207">
                  <c:v>20-10-2004</c:v>
                </c:pt>
                <c:pt idx="1208">
                  <c:v>21-10-2004</c:v>
                </c:pt>
                <c:pt idx="1209">
                  <c:v>25-10-2004</c:v>
                </c:pt>
                <c:pt idx="1210">
                  <c:v>26-10-2004</c:v>
                </c:pt>
                <c:pt idx="1211">
                  <c:v>27-10-2004</c:v>
                </c:pt>
                <c:pt idx="1212">
                  <c:v>28-10-2004</c:v>
                </c:pt>
                <c:pt idx="1213">
                  <c:v>29-10-2004</c:v>
                </c:pt>
                <c:pt idx="1214">
                  <c:v>01-11-2004</c:v>
                </c:pt>
                <c:pt idx="1215">
                  <c:v>02-11-2004</c:v>
                </c:pt>
                <c:pt idx="1216">
                  <c:v>03-11-2004</c:v>
                </c:pt>
                <c:pt idx="1217">
                  <c:v>04-11-2004</c:v>
                </c:pt>
                <c:pt idx="1218">
                  <c:v>05-11-2004</c:v>
                </c:pt>
                <c:pt idx="1219">
                  <c:v>08-11-2004</c:v>
                </c:pt>
                <c:pt idx="1220">
                  <c:v>09-11-2004</c:v>
                </c:pt>
                <c:pt idx="1221">
                  <c:v>10-11-2004</c:v>
                </c:pt>
                <c:pt idx="1222">
                  <c:v>11-11-2004</c:v>
                </c:pt>
                <c:pt idx="1223">
                  <c:v>12-11-2004</c:v>
                </c:pt>
                <c:pt idx="1224">
                  <c:v>16-11-2004</c:v>
                </c:pt>
                <c:pt idx="1225">
                  <c:v>17-11-2004</c:v>
                </c:pt>
                <c:pt idx="1226">
                  <c:v>18-11-2004</c:v>
                </c:pt>
                <c:pt idx="1227">
                  <c:v>19-11-2004</c:v>
                </c:pt>
                <c:pt idx="1228">
                  <c:v>22-11-2004</c:v>
                </c:pt>
                <c:pt idx="1229">
                  <c:v>23-11-2004</c:v>
                </c:pt>
                <c:pt idx="1230">
                  <c:v>24-11-2004</c:v>
                </c:pt>
                <c:pt idx="1231">
                  <c:v>25-11-2004</c:v>
                </c:pt>
                <c:pt idx="1232">
                  <c:v>29-11-2004</c:v>
                </c:pt>
                <c:pt idx="1233">
                  <c:v>30-11-2004</c:v>
                </c:pt>
                <c:pt idx="1234">
                  <c:v>01-12-2004</c:v>
                </c:pt>
                <c:pt idx="1235">
                  <c:v>02-12-2004</c:v>
                </c:pt>
                <c:pt idx="1236">
                  <c:v>03-12-2004</c:v>
                </c:pt>
                <c:pt idx="1237">
                  <c:v>06-12-2004</c:v>
                </c:pt>
                <c:pt idx="1238">
                  <c:v>07-12-2004</c:v>
                </c:pt>
                <c:pt idx="1239">
                  <c:v>08-12-2004</c:v>
                </c:pt>
                <c:pt idx="1240">
                  <c:v>09-12-2004</c:v>
                </c:pt>
                <c:pt idx="1241">
                  <c:v>10-12-2004</c:v>
                </c:pt>
                <c:pt idx="1242">
                  <c:v>13-12-2004</c:v>
                </c:pt>
                <c:pt idx="1243">
                  <c:v>14-12-2004</c:v>
                </c:pt>
                <c:pt idx="1244">
                  <c:v>15-12-2004</c:v>
                </c:pt>
                <c:pt idx="1245">
                  <c:v>16-12-2004</c:v>
                </c:pt>
                <c:pt idx="1246">
                  <c:v>17-12-2004</c:v>
                </c:pt>
                <c:pt idx="1247">
                  <c:v>20-12-2004</c:v>
                </c:pt>
                <c:pt idx="1248">
                  <c:v>21-12-2004</c:v>
                </c:pt>
                <c:pt idx="1249">
                  <c:v>22-12-2004</c:v>
                </c:pt>
                <c:pt idx="1250">
                  <c:v>23-12-2004</c:v>
                </c:pt>
                <c:pt idx="1251">
                  <c:v>24-12-2004</c:v>
                </c:pt>
                <c:pt idx="1252">
                  <c:v>27-12-2004</c:v>
                </c:pt>
                <c:pt idx="1253">
                  <c:v>28-12-2004</c:v>
                </c:pt>
                <c:pt idx="1254">
                  <c:v>29-12-2004</c:v>
                </c:pt>
                <c:pt idx="1255">
                  <c:v>30-12-2004</c:v>
                </c:pt>
                <c:pt idx="1256">
                  <c:v>31-12-2004</c:v>
                </c:pt>
                <c:pt idx="1257">
                  <c:v>03-01-2005</c:v>
                </c:pt>
                <c:pt idx="1258">
                  <c:v>04-01-2005</c:v>
                </c:pt>
                <c:pt idx="1259">
                  <c:v>05-01-2005</c:v>
                </c:pt>
                <c:pt idx="1260">
                  <c:v>06-01-2005</c:v>
                </c:pt>
                <c:pt idx="1261">
                  <c:v>07-01-2005</c:v>
                </c:pt>
                <c:pt idx="1262">
                  <c:v>10-01-2005</c:v>
                </c:pt>
                <c:pt idx="1263">
                  <c:v>11-01-2005</c:v>
                </c:pt>
                <c:pt idx="1264">
                  <c:v>12-01-2005</c:v>
                </c:pt>
                <c:pt idx="1265">
                  <c:v>13-01-2005</c:v>
                </c:pt>
                <c:pt idx="1266">
                  <c:v>14-01-2005</c:v>
                </c:pt>
                <c:pt idx="1267">
                  <c:v>17-01-2005</c:v>
                </c:pt>
                <c:pt idx="1268">
                  <c:v>18-01-2005</c:v>
                </c:pt>
                <c:pt idx="1269">
                  <c:v>19-01-2005</c:v>
                </c:pt>
                <c:pt idx="1270">
                  <c:v>20-01-2005</c:v>
                </c:pt>
                <c:pt idx="1271">
                  <c:v>24-01-2005</c:v>
                </c:pt>
                <c:pt idx="1272">
                  <c:v>25-01-2005</c:v>
                </c:pt>
                <c:pt idx="1273">
                  <c:v>27-01-2005</c:v>
                </c:pt>
                <c:pt idx="1274">
                  <c:v>28-01-2005</c:v>
                </c:pt>
                <c:pt idx="1275">
                  <c:v>31-01-2005</c:v>
                </c:pt>
                <c:pt idx="1276">
                  <c:v>01-02-2005</c:v>
                </c:pt>
                <c:pt idx="1277">
                  <c:v>02-02-2005</c:v>
                </c:pt>
                <c:pt idx="1278">
                  <c:v>03-02-2005</c:v>
                </c:pt>
                <c:pt idx="1279">
                  <c:v>04-02-2005</c:v>
                </c:pt>
                <c:pt idx="1280">
                  <c:v>07-02-2005</c:v>
                </c:pt>
                <c:pt idx="1281">
                  <c:v>08-02-2005</c:v>
                </c:pt>
                <c:pt idx="1282">
                  <c:v>09-02-2005</c:v>
                </c:pt>
                <c:pt idx="1283">
                  <c:v>10-02-2005</c:v>
                </c:pt>
                <c:pt idx="1284">
                  <c:v>11-02-2005</c:v>
                </c:pt>
                <c:pt idx="1285">
                  <c:v>14-02-2005</c:v>
                </c:pt>
                <c:pt idx="1286">
                  <c:v>15-02-2005</c:v>
                </c:pt>
                <c:pt idx="1287">
                  <c:v>16-02-2005</c:v>
                </c:pt>
                <c:pt idx="1288">
                  <c:v>17-02-2005</c:v>
                </c:pt>
                <c:pt idx="1289">
                  <c:v>18-02-2005</c:v>
                </c:pt>
                <c:pt idx="1290">
                  <c:v>21-02-2005</c:v>
                </c:pt>
                <c:pt idx="1291">
                  <c:v>22-02-2005</c:v>
                </c:pt>
                <c:pt idx="1292">
                  <c:v>23-02-2005</c:v>
                </c:pt>
                <c:pt idx="1293">
                  <c:v>24-02-2005</c:v>
                </c:pt>
                <c:pt idx="1294">
                  <c:v>25-02-2005</c:v>
                </c:pt>
                <c:pt idx="1295">
                  <c:v>28-02-2005</c:v>
                </c:pt>
                <c:pt idx="1296">
                  <c:v>01-03-2005</c:v>
                </c:pt>
                <c:pt idx="1297">
                  <c:v>02-03-2005</c:v>
                </c:pt>
                <c:pt idx="1298">
                  <c:v>03-03-2005</c:v>
                </c:pt>
                <c:pt idx="1299">
                  <c:v>04-03-2005</c:v>
                </c:pt>
                <c:pt idx="1300">
                  <c:v>07-03-2005</c:v>
                </c:pt>
                <c:pt idx="1301">
                  <c:v>08-03-2005</c:v>
                </c:pt>
                <c:pt idx="1302">
                  <c:v>09-03-2005</c:v>
                </c:pt>
                <c:pt idx="1303">
                  <c:v>10-03-2005</c:v>
                </c:pt>
                <c:pt idx="1304">
                  <c:v>11-03-2005</c:v>
                </c:pt>
                <c:pt idx="1305">
                  <c:v>14-03-2005</c:v>
                </c:pt>
                <c:pt idx="1306">
                  <c:v>15-03-2005</c:v>
                </c:pt>
                <c:pt idx="1307">
                  <c:v>16-03-2005</c:v>
                </c:pt>
                <c:pt idx="1308">
                  <c:v>17-03-2005</c:v>
                </c:pt>
                <c:pt idx="1309">
                  <c:v>18-03-2005</c:v>
                </c:pt>
                <c:pt idx="1310">
                  <c:v>21-03-2005</c:v>
                </c:pt>
                <c:pt idx="1311">
                  <c:v>22-03-2005</c:v>
                </c:pt>
                <c:pt idx="1312">
                  <c:v>23-03-2005</c:v>
                </c:pt>
                <c:pt idx="1313">
                  <c:v>24-03-2005</c:v>
                </c:pt>
                <c:pt idx="1314">
                  <c:v>28-03-2005</c:v>
                </c:pt>
                <c:pt idx="1315">
                  <c:v>29-03-2005</c:v>
                </c:pt>
                <c:pt idx="1316">
                  <c:v>30-03-2005</c:v>
                </c:pt>
                <c:pt idx="1317">
                  <c:v>31-03-2005</c:v>
                </c:pt>
                <c:pt idx="1318">
                  <c:v>01-04-2005</c:v>
                </c:pt>
                <c:pt idx="1319">
                  <c:v>04-04-2005</c:v>
                </c:pt>
                <c:pt idx="1320">
                  <c:v>05-04-2005</c:v>
                </c:pt>
                <c:pt idx="1321">
                  <c:v>06-04-2005</c:v>
                </c:pt>
                <c:pt idx="1322">
                  <c:v>07-04-2005</c:v>
                </c:pt>
                <c:pt idx="1323">
                  <c:v>08-04-2005</c:v>
                </c:pt>
                <c:pt idx="1324">
                  <c:v>11-04-2005</c:v>
                </c:pt>
                <c:pt idx="1325">
                  <c:v>12-04-2005</c:v>
                </c:pt>
                <c:pt idx="1326">
                  <c:v>13-04-2005</c:v>
                </c:pt>
                <c:pt idx="1327">
                  <c:v>15-04-2005</c:v>
                </c:pt>
                <c:pt idx="1328">
                  <c:v>18-04-2005</c:v>
                </c:pt>
                <c:pt idx="1329">
                  <c:v>19-04-2005</c:v>
                </c:pt>
                <c:pt idx="1330">
                  <c:v>20-04-2005</c:v>
                </c:pt>
                <c:pt idx="1331">
                  <c:v>21-04-2005</c:v>
                </c:pt>
                <c:pt idx="1332">
                  <c:v>22-04-2005</c:v>
                </c:pt>
                <c:pt idx="1333">
                  <c:v>25-04-2005</c:v>
                </c:pt>
                <c:pt idx="1334">
                  <c:v>26-04-2005</c:v>
                </c:pt>
                <c:pt idx="1335">
                  <c:v>27-04-2005</c:v>
                </c:pt>
                <c:pt idx="1336">
                  <c:v>28-04-2005</c:v>
                </c:pt>
                <c:pt idx="1337">
                  <c:v>29-04-2005</c:v>
                </c:pt>
                <c:pt idx="1338">
                  <c:v>02-05-2005</c:v>
                </c:pt>
                <c:pt idx="1339">
                  <c:v>03-05-2005</c:v>
                </c:pt>
                <c:pt idx="1340">
                  <c:v>04-05-2005</c:v>
                </c:pt>
                <c:pt idx="1341">
                  <c:v>05-05-2005</c:v>
                </c:pt>
                <c:pt idx="1342">
                  <c:v>06-05-2005</c:v>
                </c:pt>
                <c:pt idx="1343">
                  <c:v>09-05-2005</c:v>
                </c:pt>
                <c:pt idx="1344">
                  <c:v>10-05-2005</c:v>
                </c:pt>
                <c:pt idx="1345">
                  <c:v>11-05-2005</c:v>
                </c:pt>
                <c:pt idx="1346">
                  <c:v>12-05-2005</c:v>
                </c:pt>
                <c:pt idx="1347">
                  <c:v>13-05-2005</c:v>
                </c:pt>
                <c:pt idx="1348">
                  <c:v>16-05-2005</c:v>
                </c:pt>
                <c:pt idx="1349">
                  <c:v>17-05-2005</c:v>
                </c:pt>
                <c:pt idx="1350">
                  <c:v>18-05-2005</c:v>
                </c:pt>
                <c:pt idx="1351">
                  <c:v>19-05-2005</c:v>
                </c:pt>
                <c:pt idx="1352">
                  <c:v>20-05-2005</c:v>
                </c:pt>
                <c:pt idx="1353">
                  <c:v>23-05-2005</c:v>
                </c:pt>
                <c:pt idx="1354">
                  <c:v>24-05-2005</c:v>
                </c:pt>
                <c:pt idx="1355">
                  <c:v>25-05-2005</c:v>
                </c:pt>
                <c:pt idx="1356">
                  <c:v>26-05-2005</c:v>
                </c:pt>
                <c:pt idx="1357">
                  <c:v>27-05-2005</c:v>
                </c:pt>
                <c:pt idx="1358">
                  <c:v>30-05-2005</c:v>
                </c:pt>
                <c:pt idx="1359">
                  <c:v>31-05-2005</c:v>
                </c:pt>
                <c:pt idx="1360">
                  <c:v>01-06-2005</c:v>
                </c:pt>
                <c:pt idx="1361">
                  <c:v>02-06-2005</c:v>
                </c:pt>
                <c:pt idx="1362">
                  <c:v>03-06-2005</c:v>
                </c:pt>
                <c:pt idx="1363">
                  <c:v>04-06-2005</c:v>
                </c:pt>
                <c:pt idx="1364">
                  <c:v>06-06-2005</c:v>
                </c:pt>
                <c:pt idx="1365">
                  <c:v>07-06-2005</c:v>
                </c:pt>
                <c:pt idx="1366">
                  <c:v>08-06-2005</c:v>
                </c:pt>
                <c:pt idx="1367">
                  <c:v>09-06-2005</c:v>
                </c:pt>
                <c:pt idx="1368">
                  <c:v>10-06-2005</c:v>
                </c:pt>
                <c:pt idx="1369">
                  <c:v>13-06-2005</c:v>
                </c:pt>
                <c:pt idx="1370">
                  <c:v>14-06-2005</c:v>
                </c:pt>
                <c:pt idx="1371">
                  <c:v>15-06-2005</c:v>
                </c:pt>
                <c:pt idx="1372">
                  <c:v>16-06-2005</c:v>
                </c:pt>
                <c:pt idx="1373">
                  <c:v>17-06-2005</c:v>
                </c:pt>
                <c:pt idx="1374">
                  <c:v>20-06-2005</c:v>
                </c:pt>
                <c:pt idx="1375">
                  <c:v>21-06-2005</c:v>
                </c:pt>
                <c:pt idx="1376">
                  <c:v>22-06-2005</c:v>
                </c:pt>
                <c:pt idx="1377">
                  <c:v>23-06-2005</c:v>
                </c:pt>
                <c:pt idx="1378">
                  <c:v>24-06-2005</c:v>
                </c:pt>
                <c:pt idx="1379">
                  <c:v>27-06-2005</c:v>
                </c:pt>
                <c:pt idx="1380">
                  <c:v>28-06-2005</c:v>
                </c:pt>
                <c:pt idx="1381">
                  <c:v>29-06-2005</c:v>
                </c:pt>
                <c:pt idx="1382">
                  <c:v>30-06-2005</c:v>
                </c:pt>
                <c:pt idx="1383">
                  <c:v>01-07-2005</c:v>
                </c:pt>
                <c:pt idx="1384">
                  <c:v>04-07-2005</c:v>
                </c:pt>
                <c:pt idx="1385">
                  <c:v>05-07-2005</c:v>
                </c:pt>
                <c:pt idx="1386">
                  <c:v>06-07-2005</c:v>
                </c:pt>
                <c:pt idx="1387">
                  <c:v>07-07-2005</c:v>
                </c:pt>
                <c:pt idx="1388">
                  <c:v>08-07-2005</c:v>
                </c:pt>
                <c:pt idx="1389">
                  <c:v>11-07-2005</c:v>
                </c:pt>
                <c:pt idx="1390">
                  <c:v>12-07-2005</c:v>
                </c:pt>
                <c:pt idx="1391">
                  <c:v>13-07-2005</c:v>
                </c:pt>
                <c:pt idx="1392">
                  <c:v>14-07-2005</c:v>
                </c:pt>
                <c:pt idx="1393">
                  <c:v>15-07-2005</c:v>
                </c:pt>
                <c:pt idx="1394">
                  <c:v>18-07-2005</c:v>
                </c:pt>
                <c:pt idx="1395">
                  <c:v>19-07-2005</c:v>
                </c:pt>
                <c:pt idx="1396">
                  <c:v>20-07-2005</c:v>
                </c:pt>
                <c:pt idx="1397">
                  <c:v>21-07-2005</c:v>
                </c:pt>
                <c:pt idx="1398">
                  <c:v>22-07-2005</c:v>
                </c:pt>
                <c:pt idx="1399">
                  <c:v>25-07-2005</c:v>
                </c:pt>
                <c:pt idx="1400">
                  <c:v>26-07-2005</c:v>
                </c:pt>
                <c:pt idx="1401">
                  <c:v>27-07-2005</c:v>
                </c:pt>
                <c:pt idx="1402">
                  <c:v>29-07-2005</c:v>
                </c:pt>
                <c:pt idx="1403">
                  <c:v>01-08-2005</c:v>
                </c:pt>
                <c:pt idx="1404">
                  <c:v>02-08-2005</c:v>
                </c:pt>
                <c:pt idx="1405">
                  <c:v>03-08-2005</c:v>
                </c:pt>
                <c:pt idx="1406">
                  <c:v>04-08-2005</c:v>
                </c:pt>
                <c:pt idx="1407">
                  <c:v>05-08-2005</c:v>
                </c:pt>
                <c:pt idx="1408">
                  <c:v>08-08-2005</c:v>
                </c:pt>
                <c:pt idx="1409">
                  <c:v>09-08-2005</c:v>
                </c:pt>
                <c:pt idx="1410">
                  <c:v>10-08-2005</c:v>
                </c:pt>
                <c:pt idx="1411">
                  <c:v>11-08-2005</c:v>
                </c:pt>
                <c:pt idx="1412">
                  <c:v>12-08-2005</c:v>
                </c:pt>
                <c:pt idx="1413">
                  <c:v>16-08-2005</c:v>
                </c:pt>
                <c:pt idx="1414">
                  <c:v>17-08-2005</c:v>
                </c:pt>
                <c:pt idx="1415">
                  <c:v>18-08-2005</c:v>
                </c:pt>
                <c:pt idx="1416">
                  <c:v>19-08-2005</c:v>
                </c:pt>
                <c:pt idx="1417">
                  <c:v>22-08-2005</c:v>
                </c:pt>
                <c:pt idx="1418">
                  <c:v>23-08-2005</c:v>
                </c:pt>
                <c:pt idx="1419">
                  <c:v>24-08-2005</c:v>
                </c:pt>
                <c:pt idx="1420">
                  <c:v>25-08-2005</c:v>
                </c:pt>
                <c:pt idx="1421">
                  <c:v>26-08-2005</c:v>
                </c:pt>
                <c:pt idx="1422">
                  <c:v>29-08-2005</c:v>
                </c:pt>
                <c:pt idx="1423">
                  <c:v>30-08-2005</c:v>
                </c:pt>
                <c:pt idx="1424">
                  <c:v>31-08-2005</c:v>
                </c:pt>
                <c:pt idx="1425">
                  <c:v>01-09-2005</c:v>
                </c:pt>
                <c:pt idx="1426">
                  <c:v>02-09-2005</c:v>
                </c:pt>
                <c:pt idx="1427">
                  <c:v>05-09-2005</c:v>
                </c:pt>
                <c:pt idx="1428">
                  <c:v>06-09-2005</c:v>
                </c:pt>
                <c:pt idx="1429">
                  <c:v>08-09-2005</c:v>
                </c:pt>
                <c:pt idx="1430">
                  <c:v>09-09-2005</c:v>
                </c:pt>
                <c:pt idx="1431">
                  <c:v>12-09-2005</c:v>
                </c:pt>
                <c:pt idx="1432">
                  <c:v>13-09-2005</c:v>
                </c:pt>
                <c:pt idx="1433">
                  <c:v>14-09-2005</c:v>
                </c:pt>
                <c:pt idx="1434">
                  <c:v>15-09-2005</c:v>
                </c:pt>
                <c:pt idx="1435">
                  <c:v>16-09-2005</c:v>
                </c:pt>
                <c:pt idx="1436">
                  <c:v>19-09-2005</c:v>
                </c:pt>
                <c:pt idx="1437">
                  <c:v>20-09-2005</c:v>
                </c:pt>
                <c:pt idx="1438">
                  <c:v>21-09-2005</c:v>
                </c:pt>
                <c:pt idx="1439">
                  <c:v>22-09-2005</c:v>
                </c:pt>
                <c:pt idx="1440">
                  <c:v>23-09-2005</c:v>
                </c:pt>
                <c:pt idx="1441">
                  <c:v>26-09-2005</c:v>
                </c:pt>
                <c:pt idx="1442">
                  <c:v>27-09-2005</c:v>
                </c:pt>
                <c:pt idx="1443">
                  <c:v>28-09-2005</c:v>
                </c:pt>
                <c:pt idx="1444">
                  <c:v>29-09-2005</c:v>
                </c:pt>
                <c:pt idx="1445">
                  <c:v>30-09-2005</c:v>
                </c:pt>
                <c:pt idx="1446">
                  <c:v>03-10-2005</c:v>
                </c:pt>
                <c:pt idx="1447">
                  <c:v>04-10-2005</c:v>
                </c:pt>
                <c:pt idx="1448">
                  <c:v>05-10-2005</c:v>
                </c:pt>
                <c:pt idx="1449">
                  <c:v>06-10-2005</c:v>
                </c:pt>
                <c:pt idx="1450">
                  <c:v>07-10-2005</c:v>
                </c:pt>
                <c:pt idx="1451">
                  <c:v>10-10-2005</c:v>
                </c:pt>
                <c:pt idx="1452">
                  <c:v>11-10-2005</c:v>
                </c:pt>
                <c:pt idx="1453">
                  <c:v>13-10-2005</c:v>
                </c:pt>
                <c:pt idx="1454">
                  <c:v>14-10-2005</c:v>
                </c:pt>
                <c:pt idx="1455">
                  <c:v>17-10-2005</c:v>
                </c:pt>
                <c:pt idx="1456">
                  <c:v>18-10-2005</c:v>
                </c:pt>
                <c:pt idx="1457">
                  <c:v>19-10-2005</c:v>
                </c:pt>
                <c:pt idx="1458">
                  <c:v>20-10-2005</c:v>
                </c:pt>
                <c:pt idx="1459">
                  <c:v>21-10-2005</c:v>
                </c:pt>
                <c:pt idx="1460">
                  <c:v>24-10-2005</c:v>
                </c:pt>
                <c:pt idx="1461">
                  <c:v>25-10-2005</c:v>
                </c:pt>
                <c:pt idx="1462">
                  <c:v>26-10-2005</c:v>
                </c:pt>
                <c:pt idx="1463">
                  <c:v>27-10-2005</c:v>
                </c:pt>
                <c:pt idx="1464">
                  <c:v>28-10-2005</c:v>
                </c:pt>
                <c:pt idx="1465">
                  <c:v>31-10-2005</c:v>
                </c:pt>
                <c:pt idx="1466">
                  <c:v>01-11-2005</c:v>
                </c:pt>
                <c:pt idx="1467">
                  <c:v>02-11-2005</c:v>
                </c:pt>
                <c:pt idx="1468">
                  <c:v>07-11-2005</c:v>
                </c:pt>
                <c:pt idx="1469">
                  <c:v>08-11-2005</c:v>
                </c:pt>
                <c:pt idx="1470">
                  <c:v>09-11-2005</c:v>
                </c:pt>
                <c:pt idx="1471">
                  <c:v>10-11-2005</c:v>
                </c:pt>
                <c:pt idx="1472">
                  <c:v>11-11-2005</c:v>
                </c:pt>
                <c:pt idx="1473">
                  <c:v>14-11-2005</c:v>
                </c:pt>
                <c:pt idx="1474">
                  <c:v>16-11-2005</c:v>
                </c:pt>
                <c:pt idx="1475">
                  <c:v>17-11-2005</c:v>
                </c:pt>
                <c:pt idx="1476">
                  <c:v>18-11-2005</c:v>
                </c:pt>
                <c:pt idx="1477">
                  <c:v>21-11-2005</c:v>
                </c:pt>
                <c:pt idx="1478">
                  <c:v>22-11-2005</c:v>
                </c:pt>
                <c:pt idx="1479">
                  <c:v>23-11-2005</c:v>
                </c:pt>
                <c:pt idx="1480">
                  <c:v>24-11-2005</c:v>
                </c:pt>
                <c:pt idx="1481">
                  <c:v>25-11-2005</c:v>
                </c:pt>
                <c:pt idx="1482">
                  <c:v>26-11-2005</c:v>
                </c:pt>
                <c:pt idx="1483">
                  <c:v>28-11-2005</c:v>
                </c:pt>
                <c:pt idx="1484">
                  <c:v>29-11-2005</c:v>
                </c:pt>
                <c:pt idx="1485">
                  <c:v>30-11-2005</c:v>
                </c:pt>
                <c:pt idx="1486">
                  <c:v>01-12-2005</c:v>
                </c:pt>
                <c:pt idx="1487">
                  <c:v>02-12-2005</c:v>
                </c:pt>
                <c:pt idx="1488">
                  <c:v>05-12-2005</c:v>
                </c:pt>
                <c:pt idx="1489">
                  <c:v>06-12-2005</c:v>
                </c:pt>
                <c:pt idx="1490">
                  <c:v>07-12-2005</c:v>
                </c:pt>
                <c:pt idx="1491">
                  <c:v>08-12-2005</c:v>
                </c:pt>
                <c:pt idx="1492">
                  <c:v>09-12-2005</c:v>
                </c:pt>
                <c:pt idx="1493">
                  <c:v>12-12-2005</c:v>
                </c:pt>
                <c:pt idx="1494">
                  <c:v>13-12-2005</c:v>
                </c:pt>
                <c:pt idx="1495">
                  <c:v>14-12-2005</c:v>
                </c:pt>
                <c:pt idx="1496">
                  <c:v>15-12-2005</c:v>
                </c:pt>
                <c:pt idx="1497">
                  <c:v>16-12-2005</c:v>
                </c:pt>
                <c:pt idx="1498">
                  <c:v>19-12-2005</c:v>
                </c:pt>
                <c:pt idx="1499">
                  <c:v>20-12-2005</c:v>
                </c:pt>
                <c:pt idx="1500">
                  <c:v>21-12-2005</c:v>
                </c:pt>
                <c:pt idx="1501">
                  <c:v>22-12-2005</c:v>
                </c:pt>
                <c:pt idx="1502">
                  <c:v>23-12-2005</c:v>
                </c:pt>
                <c:pt idx="1503">
                  <c:v>26-12-2005</c:v>
                </c:pt>
                <c:pt idx="1504">
                  <c:v>27-12-2005</c:v>
                </c:pt>
                <c:pt idx="1505">
                  <c:v>28-12-2005</c:v>
                </c:pt>
                <c:pt idx="1506">
                  <c:v>29-12-2005</c:v>
                </c:pt>
                <c:pt idx="1507">
                  <c:v>30-12-2005</c:v>
                </c:pt>
                <c:pt idx="1508">
                  <c:v>02-01-2006</c:v>
                </c:pt>
                <c:pt idx="1509">
                  <c:v>03-01-2006</c:v>
                </c:pt>
                <c:pt idx="1510">
                  <c:v>04-01-2006</c:v>
                </c:pt>
                <c:pt idx="1511">
                  <c:v>05-01-2006</c:v>
                </c:pt>
                <c:pt idx="1512">
                  <c:v>06-01-2006</c:v>
                </c:pt>
                <c:pt idx="1513">
                  <c:v>09-01-2006</c:v>
                </c:pt>
                <c:pt idx="1514">
                  <c:v>10-01-2006</c:v>
                </c:pt>
                <c:pt idx="1515">
                  <c:v>12-01-2006</c:v>
                </c:pt>
                <c:pt idx="1516">
                  <c:v>13-01-2006</c:v>
                </c:pt>
                <c:pt idx="1517">
                  <c:v>16-01-2006</c:v>
                </c:pt>
                <c:pt idx="1518">
                  <c:v>17-01-2006</c:v>
                </c:pt>
                <c:pt idx="1519">
                  <c:v>18-01-2006</c:v>
                </c:pt>
                <c:pt idx="1520">
                  <c:v>19-01-2006</c:v>
                </c:pt>
                <c:pt idx="1521">
                  <c:v>20-01-2006</c:v>
                </c:pt>
                <c:pt idx="1522">
                  <c:v>23-01-2006</c:v>
                </c:pt>
                <c:pt idx="1523">
                  <c:v>24-01-2006</c:v>
                </c:pt>
                <c:pt idx="1524">
                  <c:v>25-01-2006</c:v>
                </c:pt>
                <c:pt idx="1525">
                  <c:v>27-01-2006</c:v>
                </c:pt>
                <c:pt idx="1526">
                  <c:v>30-01-2006</c:v>
                </c:pt>
                <c:pt idx="1527">
                  <c:v>31-01-2006</c:v>
                </c:pt>
                <c:pt idx="1528">
                  <c:v>01-02-2006</c:v>
                </c:pt>
                <c:pt idx="1529">
                  <c:v>02-02-2006</c:v>
                </c:pt>
                <c:pt idx="1530">
                  <c:v>03-02-2006</c:v>
                </c:pt>
                <c:pt idx="1531">
                  <c:v>06-02-2006</c:v>
                </c:pt>
                <c:pt idx="1532">
                  <c:v>07-02-2006</c:v>
                </c:pt>
                <c:pt idx="1533">
                  <c:v>08-02-2006</c:v>
                </c:pt>
                <c:pt idx="1534">
                  <c:v>10-02-2006</c:v>
                </c:pt>
                <c:pt idx="1535">
                  <c:v>13-02-2006</c:v>
                </c:pt>
                <c:pt idx="1536">
                  <c:v>14-02-2006</c:v>
                </c:pt>
                <c:pt idx="1537">
                  <c:v>15-02-2006</c:v>
                </c:pt>
                <c:pt idx="1538">
                  <c:v>16-02-2006</c:v>
                </c:pt>
                <c:pt idx="1539">
                  <c:v>17-02-2006</c:v>
                </c:pt>
                <c:pt idx="1540">
                  <c:v>20-02-2006</c:v>
                </c:pt>
                <c:pt idx="1541">
                  <c:v>21-02-2006</c:v>
                </c:pt>
                <c:pt idx="1542">
                  <c:v>22-02-2006</c:v>
                </c:pt>
                <c:pt idx="1543">
                  <c:v>23-02-2006</c:v>
                </c:pt>
                <c:pt idx="1544">
                  <c:v>24-02-2006</c:v>
                </c:pt>
                <c:pt idx="1545">
                  <c:v>27-02-2006</c:v>
                </c:pt>
                <c:pt idx="1546">
                  <c:v>28-02-2006</c:v>
                </c:pt>
                <c:pt idx="1547">
                  <c:v>01-03-2006</c:v>
                </c:pt>
                <c:pt idx="1548">
                  <c:v>02-03-2006</c:v>
                </c:pt>
                <c:pt idx="1549">
                  <c:v>03-03-2006</c:v>
                </c:pt>
                <c:pt idx="1550">
                  <c:v>06-03-2006</c:v>
                </c:pt>
                <c:pt idx="1551">
                  <c:v>07-03-2006</c:v>
                </c:pt>
                <c:pt idx="1552">
                  <c:v>08-03-2006</c:v>
                </c:pt>
                <c:pt idx="1553">
                  <c:v>09-03-2006</c:v>
                </c:pt>
                <c:pt idx="1554">
                  <c:v>10-03-2006</c:v>
                </c:pt>
                <c:pt idx="1555">
                  <c:v>13-03-2006</c:v>
                </c:pt>
                <c:pt idx="1556">
                  <c:v>14-03-2006</c:v>
                </c:pt>
                <c:pt idx="1557">
                  <c:v>16-03-2006</c:v>
                </c:pt>
                <c:pt idx="1558">
                  <c:v>17-03-2006</c:v>
                </c:pt>
                <c:pt idx="1559">
                  <c:v>20-03-2006</c:v>
                </c:pt>
                <c:pt idx="1560">
                  <c:v>21-03-2006</c:v>
                </c:pt>
                <c:pt idx="1561">
                  <c:v>22-03-2006</c:v>
                </c:pt>
                <c:pt idx="1562">
                  <c:v>23-03-2006</c:v>
                </c:pt>
                <c:pt idx="1563">
                  <c:v>24-03-2006</c:v>
                </c:pt>
                <c:pt idx="1564">
                  <c:v>27-03-2006</c:v>
                </c:pt>
                <c:pt idx="1565">
                  <c:v>28-03-2006</c:v>
                </c:pt>
                <c:pt idx="1566">
                  <c:v>29-03-2006</c:v>
                </c:pt>
                <c:pt idx="1567">
                  <c:v>30-03-2006</c:v>
                </c:pt>
                <c:pt idx="1568">
                  <c:v>31-03-2006</c:v>
                </c:pt>
                <c:pt idx="1569">
                  <c:v>03-04-2006</c:v>
                </c:pt>
                <c:pt idx="1570">
                  <c:v>04-04-2006</c:v>
                </c:pt>
                <c:pt idx="1571">
                  <c:v>05-04-2006</c:v>
                </c:pt>
                <c:pt idx="1572">
                  <c:v>07-04-2006</c:v>
                </c:pt>
                <c:pt idx="1573">
                  <c:v>10-04-2006</c:v>
                </c:pt>
                <c:pt idx="1574">
                  <c:v>12-04-2006</c:v>
                </c:pt>
                <c:pt idx="1575">
                  <c:v>13-04-2006</c:v>
                </c:pt>
                <c:pt idx="1576">
                  <c:v>17-04-2006</c:v>
                </c:pt>
                <c:pt idx="1577">
                  <c:v>18-04-2006</c:v>
                </c:pt>
                <c:pt idx="1578">
                  <c:v>19-04-2006</c:v>
                </c:pt>
                <c:pt idx="1579">
                  <c:v>20-04-2006</c:v>
                </c:pt>
                <c:pt idx="1580">
                  <c:v>21-04-2006</c:v>
                </c:pt>
                <c:pt idx="1581">
                  <c:v>24-04-2006</c:v>
                </c:pt>
                <c:pt idx="1582">
                  <c:v>25-04-2006</c:v>
                </c:pt>
                <c:pt idx="1583">
                  <c:v>26-04-2006</c:v>
                </c:pt>
                <c:pt idx="1584">
                  <c:v>27-04-2006</c:v>
                </c:pt>
                <c:pt idx="1585">
                  <c:v>28-04-2006</c:v>
                </c:pt>
                <c:pt idx="1586">
                  <c:v>29-04-2006</c:v>
                </c:pt>
                <c:pt idx="1587">
                  <c:v>02-05-2006</c:v>
                </c:pt>
                <c:pt idx="1588">
                  <c:v>03-05-2006</c:v>
                </c:pt>
                <c:pt idx="1589">
                  <c:v>04-05-2006</c:v>
                </c:pt>
                <c:pt idx="1590">
                  <c:v>05-05-2006</c:v>
                </c:pt>
                <c:pt idx="1591">
                  <c:v>08-05-2006</c:v>
                </c:pt>
                <c:pt idx="1592">
                  <c:v>09-05-2006</c:v>
                </c:pt>
                <c:pt idx="1593">
                  <c:v>10-05-2006</c:v>
                </c:pt>
                <c:pt idx="1594">
                  <c:v>11-05-2006</c:v>
                </c:pt>
                <c:pt idx="1595">
                  <c:v>12-05-2006</c:v>
                </c:pt>
                <c:pt idx="1596">
                  <c:v>15-05-2006</c:v>
                </c:pt>
                <c:pt idx="1597">
                  <c:v>16-05-2006</c:v>
                </c:pt>
                <c:pt idx="1598">
                  <c:v>17-05-2006</c:v>
                </c:pt>
                <c:pt idx="1599">
                  <c:v>18-05-2006</c:v>
                </c:pt>
                <c:pt idx="1600">
                  <c:v>19-05-2006</c:v>
                </c:pt>
                <c:pt idx="1601">
                  <c:v>22-05-2006</c:v>
                </c:pt>
                <c:pt idx="1602">
                  <c:v>23-05-2006</c:v>
                </c:pt>
                <c:pt idx="1603">
                  <c:v>24-05-2006</c:v>
                </c:pt>
                <c:pt idx="1604">
                  <c:v>25-05-2006</c:v>
                </c:pt>
                <c:pt idx="1605">
                  <c:v>26-05-2006</c:v>
                </c:pt>
                <c:pt idx="1606">
                  <c:v>29-05-2006</c:v>
                </c:pt>
                <c:pt idx="1607">
                  <c:v>30-05-2006</c:v>
                </c:pt>
                <c:pt idx="1608">
                  <c:v>31-05-2006</c:v>
                </c:pt>
                <c:pt idx="1609">
                  <c:v>01-06-2006</c:v>
                </c:pt>
                <c:pt idx="1610">
                  <c:v>02-06-2006</c:v>
                </c:pt>
                <c:pt idx="1611">
                  <c:v>05-06-2006</c:v>
                </c:pt>
                <c:pt idx="1612">
                  <c:v>06-06-2006</c:v>
                </c:pt>
                <c:pt idx="1613">
                  <c:v>07-06-2006</c:v>
                </c:pt>
                <c:pt idx="1614">
                  <c:v>08-06-2006</c:v>
                </c:pt>
                <c:pt idx="1615">
                  <c:v>09-06-2006</c:v>
                </c:pt>
                <c:pt idx="1616">
                  <c:v>12-06-2006</c:v>
                </c:pt>
                <c:pt idx="1617">
                  <c:v>13-06-2006</c:v>
                </c:pt>
                <c:pt idx="1618">
                  <c:v>14-06-2006</c:v>
                </c:pt>
                <c:pt idx="1619">
                  <c:v>15-06-2006</c:v>
                </c:pt>
                <c:pt idx="1620">
                  <c:v>16-06-2006</c:v>
                </c:pt>
                <c:pt idx="1621">
                  <c:v>19-06-2006</c:v>
                </c:pt>
                <c:pt idx="1622">
                  <c:v>20-06-2006</c:v>
                </c:pt>
                <c:pt idx="1623">
                  <c:v>21-06-2006</c:v>
                </c:pt>
                <c:pt idx="1624">
                  <c:v>22-06-2006</c:v>
                </c:pt>
                <c:pt idx="1625">
                  <c:v>23-06-2006</c:v>
                </c:pt>
                <c:pt idx="1626">
                  <c:v>25-06-2006</c:v>
                </c:pt>
                <c:pt idx="1627">
                  <c:v>26-06-2006</c:v>
                </c:pt>
                <c:pt idx="1628">
                  <c:v>27-06-2006</c:v>
                </c:pt>
                <c:pt idx="1629">
                  <c:v>28-06-2006</c:v>
                </c:pt>
                <c:pt idx="1630">
                  <c:v>29-06-2006</c:v>
                </c:pt>
                <c:pt idx="1631">
                  <c:v>30-06-2006</c:v>
                </c:pt>
                <c:pt idx="1632">
                  <c:v>03-07-2006</c:v>
                </c:pt>
                <c:pt idx="1633">
                  <c:v>04-07-2006</c:v>
                </c:pt>
                <c:pt idx="1634">
                  <c:v>05-07-2006</c:v>
                </c:pt>
                <c:pt idx="1635">
                  <c:v>06-07-2006</c:v>
                </c:pt>
                <c:pt idx="1636">
                  <c:v>07-07-2006</c:v>
                </c:pt>
                <c:pt idx="1637">
                  <c:v>10-07-2006</c:v>
                </c:pt>
                <c:pt idx="1638">
                  <c:v>11-07-2006</c:v>
                </c:pt>
                <c:pt idx="1639">
                  <c:v>12-07-2006</c:v>
                </c:pt>
                <c:pt idx="1640">
                  <c:v>13-07-2006</c:v>
                </c:pt>
                <c:pt idx="1641">
                  <c:v>14-07-2006</c:v>
                </c:pt>
                <c:pt idx="1642">
                  <c:v>17-07-2006</c:v>
                </c:pt>
                <c:pt idx="1643">
                  <c:v>18-07-2006</c:v>
                </c:pt>
                <c:pt idx="1644">
                  <c:v>19-07-2006</c:v>
                </c:pt>
                <c:pt idx="1645">
                  <c:v>20-07-2006</c:v>
                </c:pt>
                <c:pt idx="1646">
                  <c:v>21-07-2006</c:v>
                </c:pt>
                <c:pt idx="1647">
                  <c:v>24-07-2006</c:v>
                </c:pt>
                <c:pt idx="1648">
                  <c:v>25-07-2006</c:v>
                </c:pt>
                <c:pt idx="1649">
                  <c:v>26-07-2006</c:v>
                </c:pt>
                <c:pt idx="1650">
                  <c:v>27-07-2006</c:v>
                </c:pt>
                <c:pt idx="1651">
                  <c:v>28-07-2006</c:v>
                </c:pt>
                <c:pt idx="1652">
                  <c:v>31-07-2006</c:v>
                </c:pt>
                <c:pt idx="1653">
                  <c:v>01-08-2006</c:v>
                </c:pt>
                <c:pt idx="1654">
                  <c:v>02-08-2006</c:v>
                </c:pt>
                <c:pt idx="1655">
                  <c:v>03-08-2006</c:v>
                </c:pt>
                <c:pt idx="1656">
                  <c:v>04-08-2006</c:v>
                </c:pt>
                <c:pt idx="1657">
                  <c:v>07-08-2006</c:v>
                </c:pt>
                <c:pt idx="1658">
                  <c:v>08-08-2006</c:v>
                </c:pt>
                <c:pt idx="1659">
                  <c:v>09-08-2006</c:v>
                </c:pt>
                <c:pt idx="1660">
                  <c:v>10-08-2006</c:v>
                </c:pt>
                <c:pt idx="1661">
                  <c:v>11-08-2006</c:v>
                </c:pt>
                <c:pt idx="1662">
                  <c:v>14-08-2006</c:v>
                </c:pt>
                <c:pt idx="1663">
                  <c:v>16-08-2006</c:v>
                </c:pt>
                <c:pt idx="1664">
                  <c:v>17-08-2006</c:v>
                </c:pt>
                <c:pt idx="1665">
                  <c:v>18-08-2006</c:v>
                </c:pt>
                <c:pt idx="1666">
                  <c:v>21-08-2006</c:v>
                </c:pt>
                <c:pt idx="1667">
                  <c:v>22-08-2006</c:v>
                </c:pt>
                <c:pt idx="1668">
                  <c:v>23-08-2006</c:v>
                </c:pt>
                <c:pt idx="1669">
                  <c:v>24-08-2006</c:v>
                </c:pt>
                <c:pt idx="1670">
                  <c:v>25-08-2006</c:v>
                </c:pt>
                <c:pt idx="1671">
                  <c:v>28-08-2006</c:v>
                </c:pt>
                <c:pt idx="1672">
                  <c:v>29-08-2006</c:v>
                </c:pt>
                <c:pt idx="1673">
                  <c:v>30-08-2006</c:v>
                </c:pt>
                <c:pt idx="1674">
                  <c:v>31-08-2006</c:v>
                </c:pt>
                <c:pt idx="1675">
                  <c:v>01-09-2006</c:v>
                </c:pt>
                <c:pt idx="1676">
                  <c:v>04-09-2006</c:v>
                </c:pt>
                <c:pt idx="1677">
                  <c:v>05-09-2006</c:v>
                </c:pt>
                <c:pt idx="1678">
                  <c:v>06-09-2006</c:v>
                </c:pt>
                <c:pt idx="1679">
                  <c:v>07-09-2006</c:v>
                </c:pt>
                <c:pt idx="1680">
                  <c:v>08-09-2006</c:v>
                </c:pt>
                <c:pt idx="1681">
                  <c:v>11-09-2006</c:v>
                </c:pt>
                <c:pt idx="1682">
                  <c:v>12-09-2006</c:v>
                </c:pt>
                <c:pt idx="1683">
                  <c:v>13-09-2006</c:v>
                </c:pt>
                <c:pt idx="1684">
                  <c:v>14-09-2006</c:v>
                </c:pt>
                <c:pt idx="1685">
                  <c:v>15-09-2006</c:v>
                </c:pt>
                <c:pt idx="1686">
                  <c:v>18-09-2006</c:v>
                </c:pt>
                <c:pt idx="1687">
                  <c:v>19-09-2006</c:v>
                </c:pt>
                <c:pt idx="1688">
                  <c:v>20-09-2006</c:v>
                </c:pt>
                <c:pt idx="1689">
                  <c:v>21-09-2006</c:v>
                </c:pt>
                <c:pt idx="1690">
                  <c:v>22-09-2006</c:v>
                </c:pt>
                <c:pt idx="1691">
                  <c:v>25-09-2006</c:v>
                </c:pt>
                <c:pt idx="1692">
                  <c:v>26-09-2006</c:v>
                </c:pt>
                <c:pt idx="1693">
                  <c:v>27-09-2006</c:v>
                </c:pt>
                <c:pt idx="1694">
                  <c:v>28-09-2006</c:v>
                </c:pt>
                <c:pt idx="1695">
                  <c:v>29-09-2006</c:v>
                </c:pt>
                <c:pt idx="1696">
                  <c:v>03-10-2006</c:v>
                </c:pt>
                <c:pt idx="1697">
                  <c:v>04-10-2006</c:v>
                </c:pt>
                <c:pt idx="1698">
                  <c:v>05-10-2006</c:v>
                </c:pt>
                <c:pt idx="1699">
                  <c:v>06-10-2006</c:v>
                </c:pt>
                <c:pt idx="1700">
                  <c:v>09-10-2006</c:v>
                </c:pt>
                <c:pt idx="1701">
                  <c:v>10-10-2006</c:v>
                </c:pt>
                <c:pt idx="1702">
                  <c:v>11-10-2006</c:v>
                </c:pt>
                <c:pt idx="1703">
                  <c:v>12-10-2006</c:v>
                </c:pt>
                <c:pt idx="1704">
                  <c:v>13-10-2006</c:v>
                </c:pt>
                <c:pt idx="1705">
                  <c:v>16-10-2006</c:v>
                </c:pt>
                <c:pt idx="1706">
                  <c:v>17-10-2006</c:v>
                </c:pt>
                <c:pt idx="1707">
                  <c:v>18-10-2006</c:v>
                </c:pt>
                <c:pt idx="1708">
                  <c:v>19-10-2006</c:v>
                </c:pt>
                <c:pt idx="1709">
                  <c:v>20-10-2006</c:v>
                </c:pt>
                <c:pt idx="1710">
                  <c:v>21-10-2006</c:v>
                </c:pt>
                <c:pt idx="1711">
                  <c:v>23-10-2006</c:v>
                </c:pt>
                <c:pt idx="1712">
                  <c:v>26-10-2006</c:v>
                </c:pt>
                <c:pt idx="1713">
                  <c:v>27-10-2006</c:v>
                </c:pt>
                <c:pt idx="1714">
                  <c:v>30-10-2006</c:v>
                </c:pt>
                <c:pt idx="1715">
                  <c:v>31-10-2006</c:v>
                </c:pt>
                <c:pt idx="1716">
                  <c:v>01-11-2006</c:v>
                </c:pt>
                <c:pt idx="1717">
                  <c:v>02-11-2006</c:v>
                </c:pt>
                <c:pt idx="1718">
                  <c:v>03-11-2006</c:v>
                </c:pt>
                <c:pt idx="1719">
                  <c:v>06-11-2006</c:v>
                </c:pt>
                <c:pt idx="1720">
                  <c:v>07-11-2006</c:v>
                </c:pt>
                <c:pt idx="1721">
                  <c:v>08-11-2006</c:v>
                </c:pt>
                <c:pt idx="1722">
                  <c:v>09-11-2006</c:v>
                </c:pt>
                <c:pt idx="1723">
                  <c:v>10-11-2006</c:v>
                </c:pt>
                <c:pt idx="1724">
                  <c:v>13-11-2006</c:v>
                </c:pt>
                <c:pt idx="1725">
                  <c:v>14-11-2006</c:v>
                </c:pt>
                <c:pt idx="1726">
                  <c:v>15-11-2006</c:v>
                </c:pt>
                <c:pt idx="1727">
                  <c:v>16-11-2006</c:v>
                </c:pt>
                <c:pt idx="1728">
                  <c:v>17-11-2006</c:v>
                </c:pt>
                <c:pt idx="1729">
                  <c:v>20-11-2006</c:v>
                </c:pt>
                <c:pt idx="1730">
                  <c:v>21-11-2006</c:v>
                </c:pt>
                <c:pt idx="1731">
                  <c:v>22-11-2006</c:v>
                </c:pt>
                <c:pt idx="1732">
                  <c:v>23-11-2006</c:v>
                </c:pt>
                <c:pt idx="1733">
                  <c:v>24-11-2006</c:v>
                </c:pt>
                <c:pt idx="1734">
                  <c:v>27-11-2006</c:v>
                </c:pt>
                <c:pt idx="1735">
                  <c:v>28-11-2006</c:v>
                </c:pt>
                <c:pt idx="1736">
                  <c:v>29-11-2006</c:v>
                </c:pt>
                <c:pt idx="1737">
                  <c:v>30-11-2006</c:v>
                </c:pt>
                <c:pt idx="1738">
                  <c:v>01-12-2006</c:v>
                </c:pt>
                <c:pt idx="1739">
                  <c:v>04-12-2006</c:v>
                </c:pt>
                <c:pt idx="1740">
                  <c:v>05-12-2006</c:v>
                </c:pt>
                <c:pt idx="1741">
                  <c:v>06-12-2006</c:v>
                </c:pt>
                <c:pt idx="1742">
                  <c:v>07-12-2006</c:v>
                </c:pt>
                <c:pt idx="1743">
                  <c:v>08-12-2006</c:v>
                </c:pt>
                <c:pt idx="1744">
                  <c:v>11-12-2006</c:v>
                </c:pt>
                <c:pt idx="1745">
                  <c:v>12-12-2006</c:v>
                </c:pt>
                <c:pt idx="1746">
                  <c:v>13-12-2006</c:v>
                </c:pt>
                <c:pt idx="1747">
                  <c:v>14-12-2006</c:v>
                </c:pt>
                <c:pt idx="1748">
                  <c:v>15-12-2006</c:v>
                </c:pt>
                <c:pt idx="1749">
                  <c:v>18-12-2006</c:v>
                </c:pt>
                <c:pt idx="1750">
                  <c:v>19-12-2006</c:v>
                </c:pt>
                <c:pt idx="1751">
                  <c:v>20-12-2006</c:v>
                </c:pt>
                <c:pt idx="1752">
                  <c:v>21-12-2006</c:v>
                </c:pt>
                <c:pt idx="1753">
                  <c:v>22-12-2006</c:v>
                </c:pt>
                <c:pt idx="1754">
                  <c:v>26-12-2006</c:v>
                </c:pt>
                <c:pt idx="1755">
                  <c:v>27-12-2006</c:v>
                </c:pt>
                <c:pt idx="1756">
                  <c:v>28-12-2006</c:v>
                </c:pt>
                <c:pt idx="1757">
                  <c:v>29-12-2006</c:v>
                </c:pt>
                <c:pt idx="1758">
                  <c:v>02-01-2007</c:v>
                </c:pt>
                <c:pt idx="1759">
                  <c:v>03-01-2007</c:v>
                </c:pt>
                <c:pt idx="1760">
                  <c:v>04-01-2007</c:v>
                </c:pt>
                <c:pt idx="1761">
                  <c:v>05-01-2007</c:v>
                </c:pt>
                <c:pt idx="1762">
                  <c:v>08-01-2007</c:v>
                </c:pt>
                <c:pt idx="1763">
                  <c:v>09-01-2007</c:v>
                </c:pt>
                <c:pt idx="1764">
                  <c:v>10-01-2007</c:v>
                </c:pt>
                <c:pt idx="1765">
                  <c:v>11-01-2007</c:v>
                </c:pt>
                <c:pt idx="1766">
                  <c:v>12-01-2007</c:v>
                </c:pt>
                <c:pt idx="1767">
                  <c:v>15-01-2007</c:v>
                </c:pt>
                <c:pt idx="1768">
                  <c:v>16-01-2007</c:v>
                </c:pt>
                <c:pt idx="1769">
                  <c:v>17-01-2007</c:v>
                </c:pt>
                <c:pt idx="1770">
                  <c:v>18-01-2007</c:v>
                </c:pt>
                <c:pt idx="1771">
                  <c:v>19-01-2007</c:v>
                </c:pt>
                <c:pt idx="1772">
                  <c:v>22-01-2007</c:v>
                </c:pt>
                <c:pt idx="1773">
                  <c:v>23-01-2007</c:v>
                </c:pt>
                <c:pt idx="1774">
                  <c:v>24-01-2007</c:v>
                </c:pt>
                <c:pt idx="1775">
                  <c:v>25-01-2007</c:v>
                </c:pt>
                <c:pt idx="1776">
                  <c:v>29-01-2007</c:v>
                </c:pt>
                <c:pt idx="1777">
                  <c:v>31-01-2007</c:v>
                </c:pt>
                <c:pt idx="1778">
                  <c:v>01-02-2007</c:v>
                </c:pt>
                <c:pt idx="1779">
                  <c:v>02-02-2007</c:v>
                </c:pt>
                <c:pt idx="1780">
                  <c:v>05-02-2007</c:v>
                </c:pt>
                <c:pt idx="1781">
                  <c:v>06-02-2007</c:v>
                </c:pt>
                <c:pt idx="1782">
                  <c:v>07-02-2007</c:v>
                </c:pt>
                <c:pt idx="1783">
                  <c:v>08-02-2007</c:v>
                </c:pt>
                <c:pt idx="1784">
                  <c:v>09-02-2007</c:v>
                </c:pt>
                <c:pt idx="1785">
                  <c:v>12-02-2007</c:v>
                </c:pt>
                <c:pt idx="1786">
                  <c:v>13-02-2007</c:v>
                </c:pt>
                <c:pt idx="1787">
                  <c:v>14-02-2007</c:v>
                </c:pt>
                <c:pt idx="1788">
                  <c:v>15-02-2007</c:v>
                </c:pt>
                <c:pt idx="1789">
                  <c:v>19-02-2007</c:v>
                </c:pt>
                <c:pt idx="1790">
                  <c:v>20-02-2007</c:v>
                </c:pt>
                <c:pt idx="1791">
                  <c:v>21-02-2007</c:v>
                </c:pt>
                <c:pt idx="1792">
                  <c:v>22-02-2007</c:v>
                </c:pt>
                <c:pt idx="1793">
                  <c:v>23-02-2007</c:v>
                </c:pt>
                <c:pt idx="1794">
                  <c:v>26-02-2007</c:v>
                </c:pt>
                <c:pt idx="1795">
                  <c:v>27-02-2007</c:v>
                </c:pt>
                <c:pt idx="1796">
                  <c:v>28-02-2007</c:v>
                </c:pt>
                <c:pt idx="1797">
                  <c:v>01-03-2007</c:v>
                </c:pt>
                <c:pt idx="1798">
                  <c:v>02-03-2007</c:v>
                </c:pt>
                <c:pt idx="1799">
                  <c:v>05-03-2007</c:v>
                </c:pt>
                <c:pt idx="1800">
                  <c:v>06-03-2007</c:v>
                </c:pt>
                <c:pt idx="1801">
                  <c:v>07-03-2007</c:v>
                </c:pt>
                <c:pt idx="1802">
                  <c:v>08-03-2007</c:v>
                </c:pt>
                <c:pt idx="1803">
                  <c:v>09-03-2007</c:v>
                </c:pt>
                <c:pt idx="1804">
                  <c:v>12-03-2007</c:v>
                </c:pt>
                <c:pt idx="1805">
                  <c:v>13-03-2007</c:v>
                </c:pt>
                <c:pt idx="1806">
                  <c:v>14-03-2007</c:v>
                </c:pt>
                <c:pt idx="1807">
                  <c:v>15-03-2007</c:v>
                </c:pt>
                <c:pt idx="1808">
                  <c:v>16-03-2007</c:v>
                </c:pt>
                <c:pt idx="1809">
                  <c:v>19-03-2007</c:v>
                </c:pt>
                <c:pt idx="1810">
                  <c:v>20-03-2007</c:v>
                </c:pt>
                <c:pt idx="1811">
                  <c:v>21-03-2007</c:v>
                </c:pt>
                <c:pt idx="1812">
                  <c:v>22-03-2007</c:v>
                </c:pt>
                <c:pt idx="1813">
                  <c:v>23-03-2007</c:v>
                </c:pt>
                <c:pt idx="1814">
                  <c:v>26-03-2007</c:v>
                </c:pt>
                <c:pt idx="1815">
                  <c:v>28-03-2007</c:v>
                </c:pt>
                <c:pt idx="1816">
                  <c:v>29-03-2007</c:v>
                </c:pt>
                <c:pt idx="1817">
                  <c:v>30-03-2007</c:v>
                </c:pt>
                <c:pt idx="1818">
                  <c:v>02-04-2007</c:v>
                </c:pt>
                <c:pt idx="1819">
                  <c:v>03-04-2007</c:v>
                </c:pt>
                <c:pt idx="1820">
                  <c:v>04-04-2007</c:v>
                </c:pt>
                <c:pt idx="1821">
                  <c:v>05-04-2007</c:v>
                </c:pt>
                <c:pt idx="1822">
                  <c:v>09-04-2007</c:v>
                </c:pt>
                <c:pt idx="1823">
                  <c:v>10-04-2007</c:v>
                </c:pt>
                <c:pt idx="1824">
                  <c:v>11-04-2007</c:v>
                </c:pt>
                <c:pt idx="1825">
                  <c:v>12-04-2007</c:v>
                </c:pt>
                <c:pt idx="1826">
                  <c:v>13-04-2007</c:v>
                </c:pt>
                <c:pt idx="1827">
                  <c:v>16-04-2007</c:v>
                </c:pt>
                <c:pt idx="1828">
                  <c:v>17-04-2007</c:v>
                </c:pt>
                <c:pt idx="1829">
                  <c:v>18-04-2007</c:v>
                </c:pt>
                <c:pt idx="1830">
                  <c:v>19-04-2007</c:v>
                </c:pt>
                <c:pt idx="1831">
                  <c:v>20-04-2007</c:v>
                </c:pt>
                <c:pt idx="1832">
                  <c:v>23-04-2007</c:v>
                </c:pt>
                <c:pt idx="1833">
                  <c:v>24-04-2007</c:v>
                </c:pt>
                <c:pt idx="1834">
                  <c:v>25-04-2007</c:v>
                </c:pt>
                <c:pt idx="1835">
                  <c:v>26-04-2007</c:v>
                </c:pt>
                <c:pt idx="1836">
                  <c:v>27-04-2007</c:v>
                </c:pt>
                <c:pt idx="1837">
                  <c:v>30-04-2007</c:v>
                </c:pt>
                <c:pt idx="1838">
                  <c:v>03-05-2007</c:v>
                </c:pt>
                <c:pt idx="1839">
                  <c:v>04-05-2007</c:v>
                </c:pt>
                <c:pt idx="1840">
                  <c:v>07-05-2007</c:v>
                </c:pt>
                <c:pt idx="1841">
                  <c:v>08-05-2007</c:v>
                </c:pt>
                <c:pt idx="1842">
                  <c:v>09-05-2007</c:v>
                </c:pt>
                <c:pt idx="1843">
                  <c:v>10-05-2007</c:v>
                </c:pt>
                <c:pt idx="1844">
                  <c:v>11-05-2007</c:v>
                </c:pt>
                <c:pt idx="1845">
                  <c:v>14-05-2007</c:v>
                </c:pt>
                <c:pt idx="1846">
                  <c:v>15-05-2007</c:v>
                </c:pt>
                <c:pt idx="1847">
                  <c:v>16-05-2007</c:v>
                </c:pt>
                <c:pt idx="1848">
                  <c:v>17-05-2007</c:v>
                </c:pt>
                <c:pt idx="1849">
                  <c:v>18-05-2007</c:v>
                </c:pt>
                <c:pt idx="1850">
                  <c:v>21-05-2007</c:v>
                </c:pt>
                <c:pt idx="1851">
                  <c:v>22-05-2007</c:v>
                </c:pt>
                <c:pt idx="1852">
                  <c:v>23-05-2007</c:v>
                </c:pt>
                <c:pt idx="1853">
                  <c:v>24-05-2007</c:v>
                </c:pt>
                <c:pt idx="1854">
                  <c:v>25-05-2007</c:v>
                </c:pt>
                <c:pt idx="1855">
                  <c:v>28-05-2007</c:v>
                </c:pt>
                <c:pt idx="1856">
                  <c:v>29-05-2007</c:v>
                </c:pt>
                <c:pt idx="1857">
                  <c:v>30-05-2007</c:v>
                </c:pt>
                <c:pt idx="1858">
                  <c:v>31-05-2007</c:v>
                </c:pt>
                <c:pt idx="1859">
                  <c:v>01-06-2007</c:v>
                </c:pt>
                <c:pt idx="1860">
                  <c:v>04-06-2007</c:v>
                </c:pt>
                <c:pt idx="1861">
                  <c:v>05-06-2007</c:v>
                </c:pt>
                <c:pt idx="1862">
                  <c:v>06-06-2007</c:v>
                </c:pt>
                <c:pt idx="1863">
                  <c:v>07-06-2007</c:v>
                </c:pt>
                <c:pt idx="1864">
                  <c:v>08-06-2007</c:v>
                </c:pt>
                <c:pt idx="1865">
                  <c:v>11-06-2007</c:v>
                </c:pt>
                <c:pt idx="1866">
                  <c:v>12-06-2007</c:v>
                </c:pt>
                <c:pt idx="1867">
                  <c:v>13-06-2007</c:v>
                </c:pt>
                <c:pt idx="1868">
                  <c:v>14-06-2007</c:v>
                </c:pt>
                <c:pt idx="1869">
                  <c:v>15-06-2007</c:v>
                </c:pt>
                <c:pt idx="1870">
                  <c:v>18-06-2007</c:v>
                </c:pt>
                <c:pt idx="1871">
                  <c:v>19-06-2007</c:v>
                </c:pt>
                <c:pt idx="1872">
                  <c:v>20-06-2007</c:v>
                </c:pt>
                <c:pt idx="1873">
                  <c:v>21-06-2007</c:v>
                </c:pt>
                <c:pt idx="1874">
                  <c:v>22-06-2007</c:v>
                </c:pt>
                <c:pt idx="1875">
                  <c:v>25-06-2007</c:v>
                </c:pt>
                <c:pt idx="1876">
                  <c:v>26-06-2007</c:v>
                </c:pt>
                <c:pt idx="1877">
                  <c:v>27-06-2007</c:v>
                </c:pt>
                <c:pt idx="1878">
                  <c:v>28-06-2007</c:v>
                </c:pt>
                <c:pt idx="1879">
                  <c:v>29-06-2007</c:v>
                </c:pt>
                <c:pt idx="1880">
                  <c:v>02-07-2007</c:v>
                </c:pt>
                <c:pt idx="1881">
                  <c:v>03-07-2007</c:v>
                </c:pt>
                <c:pt idx="1882">
                  <c:v>04-07-2007</c:v>
                </c:pt>
                <c:pt idx="1883">
                  <c:v>05-07-2007</c:v>
                </c:pt>
                <c:pt idx="1884">
                  <c:v>06-07-2007</c:v>
                </c:pt>
                <c:pt idx="1885">
                  <c:v>09-07-2007</c:v>
                </c:pt>
                <c:pt idx="1886">
                  <c:v>10-07-2007</c:v>
                </c:pt>
                <c:pt idx="1887">
                  <c:v>11-07-2007</c:v>
                </c:pt>
                <c:pt idx="1888">
                  <c:v>12-07-2007</c:v>
                </c:pt>
                <c:pt idx="1889">
                  <c:v>13-07-2007</c:v>
                </c:pt>
                <c:pt idx="1890">
                  <c:v>16-07-2007</c:v>
                </c:pt>
                <c:pt idx="1891">
                  <c:v>17-07-2007</c:v>
                </c:pt>
                <c:pt idx="1892">
                  <c:v>18-07-2007</c:v>
                </c:pt>
                <c:pt idx="1893">
                  <c:v>19-07-2007</c:v>
                </c:pt>
                <c:pt idx="1894">
                  <c:v>20-07-2007</c:v>
                </c:pt>
                <c:pt idx="1895">
                  <c:v>23-07-2007</c:v>
                </c:pt>
                <c:pt idx="1896">
                  <c:v>24-07-2007</c:v>
                </c:pt>
                <c:pt idx="1897">
                  <c:v>25-07-2007</c:v>
                </c:pt>
                <c:pt idx="1898">
                  <c:v>26-07-2007</c:v>
                </c:pt>
                <c:pt idx="1899">
                  <c:v>27-07-2007</c:v>
                </c:pt>
                <c:pt idx="1900">
                  <c:v>30-07-2007</c:v>
                </c:pt>
                <c:pt idx="1901">
                  <c:v>31-07-2007</c:v>
                </c:pt>
                <c:pt idx="1902">
                  <c:v>01-08-2007</c:v>
                </c:pt>
                <c:pt idx="1903">
                  <c:v>02-08-2007</c:v>
                </c:pt>
                <c:pt idx="1904">
                  <c:v>03-08-2007</c:v>
                </c:pt>
                <c:pt idx="1905">
                  <c:v>06-08-2007</c:v>
                </c:pt>
                <c:pt idx="1906">
                  <c:v>07-08-2007</c:v>
                </c:pt>
                <c:pt idx="1907">
                  <c:v>08-08-2007</c:v>
                </c:pt>
                <c:pt idx="1908">
                  <c:v>09-08-2007</c:v>
                </c:pt>
                <c:pt idx="1909">
                  <c:v>10-08-2007</c:v>
                </c:pt>
                <c:pt idx="1910">
                  <c:v>13-08-2007</c:v>
                </c:pt>
                <c:pt idx="1911">
                  <c:v>14-08-2007</c:v>
                </c:pt>
                <c:pt idx="1912">
                  <c:v>16-08-2007</c:v>
                </c:pt>
                <c:pt idx="1913">
                  <c:v>17-08-2007</c:v>
                </c:pt>
                <c:pt idx="1914">
                  <c:v>20-08-2007</c:v>
                </c:pt>
                <c:pt idx="1915">
                  <c:v>21-08-2007</c:v>
                </c:pt>
                <c:pt idx="1916">
                  <c:v>22-08-2007</c:v>
                </c:pt>
                <c:pt idx="1917">
                  <c:v>23-08-2007</c:v>
                </c:pt>
                <c:pt idx="1918">
                  <c:v>24-08-2007</c:v>
                </c:pt>
                <c:pt idx="1919">
                  <c:v>27-08-2007</c:v>
                </c:pt>
                <c:pt idx="1920">
                  <c:v>28-08-2007</c:v>
                </c:pt>
                <c:pt idx="1921">
                  <c:v>29-08-2007</c:v>
                </c:pt>
                <c:pt idx="1922">
                  <c:v>30-08-2007</c:v>
                </c:pt>
                <c:pt idx="1923">
                  <c:v>31-08-2007</c:v>
                </c:pt>
                <c:pt idx="1924">
                  <c:v>03-09-2007</c:v>
                </c:pt>
                <c:pt idx="1925">
                  <c:v>04-09-2007</c:v>
                </c:pt>
                <c:pt idx="1926">
                  <c:v>05-09-2007</c:v>
                </c:pt>
                <c:pt idx="1927">
                  <c:v>06-09-2007</c:v>
                </c:pt>
                <c:pt idx="1928">
                  <c:v>07-09-2007</c:v>
                </c:pt>
                <c:pt idx="1929">
                  <c:v>10-09-2007</c:v>
                </c:pt>
                <c:pt idx="1930">
                  <c:v>11-09-2007</c:v>
                </c:pt>
                <c:pt idx="1931">
                  <c:v>12-09-2007</c:v>
                </c:pt>
                <c:pt idx="1932">
                  <c:v>13-09-2007</c:v>
                </c:pt>
                <c:pt idx="1933">
                  <c:v>14-09-2007</c:v>
                </c:pt>
                <c:pt idx="1934">
                  <c:v>17-09-2007</c:v>
                </c:pt>
                <c:pt idx="1935">
                  <c:v>18-09-2007</c:v>
                </c:pt>
                <c:pt idx="1936">
                  <c:v>19-09-2007</c:v>
                </c:pt>
                <c:pt idx="1937">
                  <c:v>20-09-2007</c:v>
                </c:pt>
                <c:pt idx="1938">
                  <c:v>21-09-2007</c:v>
                </c:pt>
                <c:pt idx="1939">
                  <c:v>24-09-2007</c:v>
                </c:pt>
                <c:pt idx="1940">
                  <c:v>25-09-2007</c:v>
                </c:pt>
                <c:pt idx="1941">
                  <c:v>26-09-2007</c:v>
                </c:pt>
                <c:pt idx="1942">
                  <c:v>27-09-2007</c:v>
                </c:pt>
                <c:pt idx="1943">
                  <c:v>28-09-2007</c:v>
                </c:pt>
                <c:pt idx="1944">
                  <c:v>01-10-2007</c:v>
                </c:pt>
                <c:pt idx="1945">
                  <c:v>03-10-2007</c:v>
                </c:pt>
                <c:pt idx="1946">
                  <c:v>04-10-2007</c:v>
                </c:pt>
                <c:pt idx="1947">
                  <c:v>05-10-2007</c:v>
                </c:pt>
                <c:pt idx="1948">
                  <c:v>08-10-2007</c:v>
                </c:pt>
                <c:pt idx="1949">
                  <c:v>09-10-2007</c:v>
                </c:pt>
                <c:pt idx="1950">
                  <c:v>10-10-2007</c:v>
                </c:pt>
                <c:pt idx="1951">
                  <c:v>11-10-2007</c:v>
                </c:pt>
                <c:pt idx="1952">
                  <c:v>12-10-2007</c:v>
                </c:pt>
                <c:pt idx="1953">
                  <c:v>15-10-2007</c:v>
                </c:pt>
                <c:pt idx="1954">
                  <c:v>16-10-2007</c:v>
                </c:pt>
                <c:pt idx="1955">
                  <c:v>17-10-2007</c:v>
                </c:pt>
                <c:pt idx="1956">
                  <c:v>18-10-2007</c:v>
                </c:pt>
                <c:pt idx="1957">
                  <c:v>19-10-2007</c:v>
                </c:pt>
                <c:pt idx="1958">
                  <c:v>22-10-2007</c:v>
                </c:pt>
                <c:pt idx="1959">
                  <c:v>23-10-2007</c:v>
                </c:pt>
                <c:pt idx="1960">
                  <c:v>24-10-2007</c:v>
                </c:pt>
                <c:pt idx="1961">
                  <c:v>25-10-2007</c:v>
                </c:pt>
                <c:pt idx="1962">
                  <c:v>26-10-2007</c:v>
                </c:pt>
                <c:pt idx="1963">
                  <c:v>29-10-2007</c:v>
                </c:pt>
                <c:pt idx="1964">
                  <c:v>30-10-2007</c:v>
                </c:pt>
                <c:pt idx="1965">
                  <c:v>31-10-2007</c:v>
                </c:pt>
                <c:pt idx="1966">
                  <c:v>01-11-2007</c:v>
                </c:pt>
                <c:pt idx="1967">
                  <c:v>02-11-2007</c:v>
                </c:pt>
                <c:pt idx="1968">
                  <c:v>05-11-2007</c:v>
                </c:pt>
                <c:pt idx="1969">
                  <c:v>06-11-2007</c:v>
                </c:pt>
                <c:pt idx="1970">
                  <c:v>07-11-2007</c:v>
                </c:pt>
                <c:pt idx="1971">
                  <c:v>08-11-2007</c:v>
                </c:pt>
                <c:pt idx="1972">
                  <c:v>09-11-2007</c:v>
                </c:pt>
                <c:pt idx="1973">
                  <c:v>12-11-2007</c:v>
                </c:pt>
                <c:pt idx="1974">
                  <c:v>13-11-2007</c:v>
                </c:pt>
                <c:pt idx="1975">
                  <c:v>14-11-2007</c:v>
                </c:pt>
                <c:pt idx="1976">
                  <c:v>15-11-2007</c:v>
                </c:pt>
                <c:pt idx="1977">
                  <c:v>16-11-2007</c:v>
                </c:pt>
                <c:pt idx="1978">
                  <c:v>19-11-2007</c:v>
                </c:pt>
                <c:pt idx="1979">
                  <c:v>20-11-2007</c:v>
                </c:pt>
                <c:pt idx="1980">
                  <c:v>21-11-2007</c:v>
                </c:pt>
                <c:pt idx="1981">
                  <c:v>22-11-2007</c:v>
                </c:pt>
                <c:pt idx="1982">
                  <c:v>23-11-2007</c:v>
                </c:pt>
                <c:pt idx="1983">
                  <c:v>26-11-2007</c:v>
                </c:pt>
                <c:pt idx="1984">
                  <c:v>27-11-2007</c:v>
                </c:pt>
                <c:pt idx="1985">
                  <c:v>28-11-2007</c:v>
                </c:pt>
                <c:pt idx="1986">
                  <c:v>29-11-2007</c:v>
                </c:pt>
                <c:pt idx="1987">
                  <c:v>30-11-2007</c:v>
                </c:pt>
                <c:pt idx="1988">
                  <c:v>03-12-2007</c:v>
                </c:pt>
                <c:pt idx="1989">
                  <c:v>04-12-2007</c:v>
                </c:pt>
                <c:pt idx="1990">
                  <c:v>05-12-2007</c:v>
                </c:pt>
                <c:pt idx="1991">
                  <c:v>06-12-2007</c:v>
                </c:pt>
                <c:pt idx="1992">
                  <c:v>07-12-2007</c:v>
                </c:pt>
                <c:pt idx="1993">
                  <c:v>10-12-2007</c:v>
                </c:pt>
                <c:pt idx="1994">
                  <c:v>11-12-2007</c:v>
                </c:pt>
                <c:pt idx="1995">
                  <c:v>12-12-2007</c:v>
                </c:pt>
                <c:pt idx="1996">
                  <c:v>13-12-2007</c:v>
                </c:pt>
                <c:pt idx="1997">
                  <c:v>14-12-2007</c:v>
                </c:pt>
                <c:pt idx="1998">
                  <c:v>17-12-2007</c:v>
                </c:pt>
                <c:pt idx="1999">
                  <c:v>18-12-2007</c:v>
                </c:pt>
                <c:pt idx="2000">
                  <c:v>19-12-2007</c:v>
                </c:pt>
                <c:pt idx="2001">
                  <c:v>20-12-2007</c:v>
                </c:pt>
                <c:pt idx="2002">
                  <c:v>24-12-2007</c:v>
                </c:pt>
                <c:pt idx="2003">
                  <c:v>26-12-2007</c:v>
                </c:pt>
                <c:pt idx="2004">
                  <c:v>27-12-2007</c:v>
                </c:pt>
                <c:pt idx="2005">
                  <c:v>28-12-2007</c:v>
                </c:pt>
                <c:pt idx="2006">
                  <c:v>31-12-2007</c:v>
                </c:pt>
                <c:pt idx="2007">
                  <c:v>01-01-2008</c:v>
                </c:pt>
                <c:pt idx="2008">
                  <c:v>02-01-2008</c:v>
                </c:pt>
                <c:pt idx="2009">
                  <c:v>03-01-2008</c:v>
                </c:pt>
                <c:pt idx="2010">
                  <c:v>04-01-2008</c:v>
                </c:pt>
                <c:pt idx="2011">
                  <c:v>07-01-2008</c:v>
                </c:pt>
                <c:pt idx="2012">
                  <c:v>08-01-2008</c:v>
                </c:pt>
                <c:pt idx="2013">
                  <c:v>09-01-2008</c:v>
                </c:pt>
                <c:pt idx="2014">
                  <c:v>10-01-2008</c:v>
                </c:pt>
                <c:pt idx="2015">
                  <c:v>11-01-2008</c:v>
                </c:pt>
                <c:pt idx="2016">
                  <c:v>14-01-2008</c:v>
                </c:pt>
                <c:pt idx="2017">
                  <c:v>15-01-2008</c:v>
                </c:pt>
                <c:pt idx="2018">
                  <c:v>16-01-2008</c:v>
                </c:pt>
                <c:pt idx="2019">
                  <c:v>17-01-2008</c:v>
                </c:pt>
                <c:pt idx="2020">
                  <c:v>18-01-2008</c:v>
                </c:pt>
                <c:pt idx="2021">
                  <c:v>21-01-2008</c:v>
                </c:pt>
                <c:pt idx="2022">
                  <c:v>22-01-2008</c:v>
                </c:pt>
                <c:pt idx="2023">
                  <c:v>23-01-2008</c:v>
                </c:pt>
                <c:pt idx="2024">
                  <c:v>24-01-2008</c:v>
                </c:pt>
                <c:pt idx="2025">
                  <c:v>25-01-2008</c:v>
                </c:pt>
                <c:pt idx="2026">
                  <c:v>28-01-2008</c:v>
                </c:pt>
                <c:pt idx="2027">
                  <c:v>29-01-2008</c:v>
                </c:pt>
                <c:pt idx="2028">
                  <c:v>30-01-2008</c:v>
                </c:pt>
                <c:pt idx="2029">
                  <c:v>31-01-2008</c:v>
                </c:pt>
                <c:pt idx="2030">
                  <c:v>01-02-2008</c:v>
                </c:pt>
                <c:pt idx="2031">
                  <c:v>04-02-2008</c:v>
                </c:pt>
                <c:pt idx="2032">
                  <c:v>05-02-2008</c:v>
                </c:pt>
                <c:pt idx="2033">
                  <c:v>06-02-2008</c:v>
                </c:pt>
                <c:pt idx="2034">
                  <c:v>07-02-2008</c:v>
                </c:pt>
                <c:pt idx="2035">
                  <c:v>08-02-2008</c:v>
                </c:pt>
                <c:pt idx="2036">
                  <c:v>11-02-2008</c:v>
                </c:pt>
                <c:pt idx="2037">
                  <c:v>12-02-2008</c:v>
                </c:pt>
                <c:pt idx="2038">
                  <c:v>13-02-2008</c:v>
                </c:pt>
                <c:pt idx="2039">
                  <c:v>14-02-2008</c:v>
                </c:pt>
                <c:pt idx="2040">
                  <c:v>15-02-2008</c:v>
                </c:pt>
                <c:pt idx="2041">
                  <c:v>18-02-2008</c:v>
                </c:pt>
                <c:pt idx="2042">
                  <c:v>19-02-2008</c:v>
                </c:pt>
                <c:pt idx="2043">
                  <c:v>20-02-2008</c:v>
                </c:pt>
                <c:pt idx="2044">
                  <c:v>21-02-2008</c:v>
                </c:pt>
                <c:pt idx="2045">
                  <c:v>22-02-2008</c:v>
                </c:pt>
                <c:pt idx="2046">
                  <c:v>25-02-2008</c:v>
                </c:pt>
                <c:pt idx="2047">
                  <c:v>26-02-2008</c:v>
                </c:pt>
                <c:pt idx="2048">
                  <c:v>27-02-2008</c:v>
                </c:pt>
                <c:pt idx="2049">
                  <c:v>28-02-2008</c:v>
                </c:pt>
                <c:pt idx="2050">
                  <c:v>29-02-2008</c:v>
                </c:pt>
                <c:pt idx="2051">
                  <c:v>03-03-2008</c:v>
                </c:pt>
                <c:pt idx="2052">
                  <c:v>04-03-2008</c:v>
                </c:pt>
                <c:pt idx="2053">
                  <c:v>05-03-2008</c:v>
                </c:pt>
                <c:pt idx="2054">
                  <c:v>07-03-2008</c:v>
                </c:pt>
                <c:pt idx="2055">
                  <c:v>10-03-2008</c:v>
                </c:pt>
                <c:pt idx="2056">
                  <c:v>11-03-2008</c:v>
                </c:pt>
                <c:pt idx="2057">
                  <c:v>12-03-2008</c:v>
                </c:pt>
                <c:pt idx="2058">
                  <c:v>13-03-2008</c:v>
                </c:pt>
                <c:pt idx="2059">
                  <c:v>14-03-2008</c:v>
                </c:pt>
                <c:pt idx="2060">
                  <c:v>17-03-2008</c:v>
                </c:pt>
                <c:pt idx="2061">
                  <c:v>18-03-2008</c:v>
                </c:pt>
                <c:pt idx="2062">
                  <c:v>19-03-2008</c:v>
                </c:pt>
                <c:pt idx="2063">
                  <c:v>24-03-2008</c:v>
                </c:pt>
                <c:pt idx="2064">
                  <c:v>25-03-2008</c:v>
                </c:pt>
                <c:pt idx="2065">
                  <c:v>26-03-2008</c:v>
                </c:pt>
                <c:pt idx="2066">
                  <c:v>27-03-2008</c:v>
                </c:pt>
                <c:pt idx="2067">
                  <c:v>28-03-2008</c:v>
                </c:pt>
                <c:pt idx="2068">
                  <c:v>31-03-2008</c:v>
                </c:pt>
                <c:pt idx="2069">
                  <c:v>01-04-2008</c:v>
                </c:pt>
                <c:pt idx="2070">
                  <c:v>02-04-2008</c:v>
                </c:pt>
                <c:pt idx="2071">
                  <c:v>03-04-2008</c:v>
                </c:pt>
                <c:pt idx="2072">
                  <c:v>04-04-2008</c:v>
                </c:pt>
                <c:pt idx="2073">
                  <c:v>07-04-2008</c:v>
                </c:pt>
                <c:pt idx="2074">
                  <c:v>08-04-2008</c:v>
                </c:pt>
                <c:pt idx="2075">
                  <c:v>09-04-2008</c:v>
                </c:pt>
                <c:pt idx="2076">
                  <c:v>10-04-2008</c:v>
                </c:pt>
                <c:pt idx="2077">
                  <c:v>11-04-2008</c:v>
                </c:pt>
                <c:pt idx="2078">
                  <c:v>15-04-2008</c:v>
                </c:pt>
                <c:pt idx="2079">
                  <c:v>16-04-2008</c:v>
                </c:pt>
                <c:pt idx="2080">
                  <c:v>17-04-2008</c:v>
                </c:pt>
                <c:pt idx="2081">
                  <c:v>21-04-2008</c:v>
                </c:pt>
                <c:pt idx="2082">
                  <c:v>22-04-2008</c:v>
                </c:pt>
                <c:pt idx="2083">
                  <c:v>23-04-2008</c:v>
                </c:pt>
                <c:pt idx="2084">
                  <c:v>24-04-2008</c:v>
                </c:pt>
                <c:pt idx="2085">
                  <c:v>25-04-2008</c:v>
                </c:pt>
                <c:pt idx="2086">
                  <c:v>28-04-2008</c:v>
                </c:pt>
                <c:pt idx="2087">
                  <c:v>29-04-2008</c:v>
                </c:pt>
                <c:pt idx="2088">
                  <c:v>30-04-2008</c:v>
                </c:pt>
                <c:pt idx="2089">
                  <c:v>02-05-2008</c:v>
                </c:pt>
                <c:pt idx="2090">
                  <c:v>05-05-2008</c:v>
                </c:pt>
                <c:pt idx="2091">
                  <c:v>06-05-2008</c:v>
                </c:pt>
                <c:pt idx="2092">
                  <c:v>07-05-2008</c:v>
                </c:pt>
                <c:pt idx="2093">
                  <c:v>08-05-2008</c:v>
                </c:pt>
                <c:pt idx="2094">
                  <c:v>09-05-2008</c:v>
                </c:pt>
                <c:pt idx="2095">
                  <c:v>12-05-2008</c:v>
                </c:pt>
                <c:pt idx="2096">
                  <c:v>13-05-2008</c:v>
                </c:pt>
                <c:pt idx="2097">
                  <c:v>14-05-2008</c:v>
                </c:pt>
                <c:pt idx="2098">
                  <c:v>15-05-2008</c:v>
                </c:pt>
                <c:pt idx="2099">
                  <c:v>16-05-2008</c:v>
                </c:pt>
                <c:pt idx="2100">
                  <c:v>20-05-2008</c:v>
                </c:pt>
                <c:pt idx="2101">
                  <c:v>21-05-2008</c:v>
                </c:pt>
                <c:pt idx="2102">
                  <c:v>22-05-2008</c:v>
                </c:pt>
                <c:pt idx="2103">
                  <c:v>23-05-2008</c:v>
                </c:pt>
                <c:pt idx="2104">
                  <c:v>26-05-2008</c:v>
                </c:pt>
                <c:pt idx="2105">
                  <c:v>27-05-2008</c:v>
                </c:pt>
                <c:pt idx="2106">
                  <c:v>28-05-2008</c:v>
                </c:pt>
                <c:pt idx="2107">
                  <c:v>29-05-2008</c:v>
                </c:pt>
                <c:pt idx="2108">
                  <c:v>30-05-2008</c:v>
                </c:pt>
                <c:pt idx="2109">
                  <c:v>02-06-2008</c:v>
                </c:pt>
                <c:pt idx="2110">
                  <c:v>03-06-2008</c:v>
                </c:pt>
                <c:pt idx="2111">
                  <c:v>04-06-2008</c:v>
                </c:pt>
                <c:pt idx="2112">
                  <c:v>05-06-2008</c:v>
                </c:pt>
                <c:pt idx="2113">
                  <c:v>06-06-2008</c:v>
                </c:pt>
                <c:pt idx="2114">
                  <c:v>09-06-2008</c:v>
                </c:pt>
                <c:pt idx="2115">
                  <c:v>10-06-2008</c:v>
                </c:pt>
                <c:pt idx="2116">
                  <c:v>11-06-2008</c:v>
                </c:pt>
                <c:pt idx="2117">
                  <c:v>12-06-2008</c:v>
                </c:pt>
                <c:pt idx="2118">
                  <c:v>13-06-2008</c:v>
                </c:pt>
                <c:pt idx="2119">
                  <c:v>16-06-2008</c:v>
                </c:pt>
                <c:pt idx="2120">
                  <c:v>17-06-2008</c:v>
                </c:pt>
                <c:pt idx="2121">
                  <c:v>18-06-2008</c:v>
                </c:pt>
                <c:pt idx="2122">
                  <c:v>19-06-2008</c:v>
                </c:pt>
                <c:pt idx="2123">
                  <c:v>20-06-2008</c:v>
                </c:pt>
                <c:pt idx="2124">
                  <c:v>23-06-2008</c:v>
                </c:pt>
                <c:pt idx="2125">
                  <c:v>24-06-2008</c:v>
                </c:pt>
                <c:pt idx="2126">
                  <c:v>25-06-2008</c:v>
                </c:pt>
                <c:pt idx="2127">
                  <c:v>26-06-2008</c:v>
                </c:pt>
                <c:pt idx="2128">
                  <c:v>27-06-2008</c:v>
                </c:pt>
                <c:pt idx="2129">
                  <c:v>30-06-2008</c:v>
                </c:pt>
                <c:pt idx="2130">
                  <c:v>01-07-2008</c:v>
                </c:pt>
                <c:pt idx="2131">
                  <c:v>02-07-2008</c:v>
                </c:pt>
                <c:pt idx="2132">
                  <c:v>03-07-2008</c:v>
                </c:pt>
                <c:pt idx="2133">
                  <c:v>04-07-2008</c:v>
                </c:pt>
                <c:pt idx="2134">
                  <c:v>07-07-2008</c:v>
                </c:pt>
                <c:pt idx="2135">
                  <c:v>08-07-2008</c:v>
                </c:pt>
                <c:pt idx="2136">
                  <c:v>09-07-2008</c:v>
                </c:pt>
                <c:pt idx="2137">
                  <c:v>10-07-2008</c:v>
                </c:pt>
                <c:pt idx="2138">
                  <c:v>11-07-2008</c:v>
                </c:pt>
                <c:pt idx="2139">
                  <c:v>14-07-2008</c:v>
                </c:pt>
                <c:pt idx="2140">
                  <c:v>15-07-2008</c:v>
                </c:pt>
                <c:pt idx="2141">
                  <c:v>16-07-2008</c:v>
                </c:pt>
                <c:pt idx="2142">
                  <c:v>17-07-2008</c:v>
                </c:pt>
                <c:pt idx="2143">
                  <c:v>18-07-2008</c:v>
                </c:pt>
                <c:pt idx="2144">
                  <c:v>21-07-2008</c:v>
                </c:pt>
                <c:pt idx="2145">
                  <c:v>22-07-2008</c:v>
                </c:pt>
                <c:pt idx="2146">
                  <c:v>23-07-2008</c:v>
                </c:pt>
                <c:pt idx="2147">
                  <c:v>24-07-2008</c:v>
                </c:pt>
                <c:pt idx="2148">
                  <c:v>25-07-2008</c:v>
                </c:pt>
                <c:pt idx="2149">
                  <c:v>28-07-2008</c:v>
                </c:pt>
                <c:pt idx="2150">
                  <c:v>29-07-2008</c:v>
                </c:pt>
                <c:pt idx="2151">
                  <c:v>30-07-2008</c:v>
                </c:pt>
                <c:pt idx="2152">
                  <c:v>31-07-2008</c:v>
                </c:pt>
                <c:pt idx="2153">
                  <c:v>01-08-2008</c:v>
                </c:pt>
                <c:pt idx="2154">
                  <c:v>04-08-2008</c:v>
                </c:pt>
                <c:pt idx="2155">
                  <c:v>05-08-2008</c:v>
                </c:pt>
                <c:pt idx="2156">
                  <c:v>06-08-2008</c:v>
                </c:pt>
                <c:pt idx="2157">
                  <c:v>07-08-2008</c:v>
                </c:pt>
                <c:pt idx="2158">
                  <c:v>08-08-2008</c:v>
                </c:pt>
                <c:pt idx="2159">
                  <c:v>11-08-2008</c:v>
                </c:pt>
                <c:pt idx="2160">
                  <c:v>12-08-2008</c:v>
                </c:pt>
                <c:pt idx="2161">
                  <c:v>13-08-2008</c:v>
                </c:pt>
                <c:pt idx="2162">
                  <c:v>14-08-2008</c:v>
                </c:pt>
                <c:pt idx="2163">
                  <c:v>18-08-2008</c:v>
                </c:pt>
                <c:pt idx="2164">
                  <c:v>19-08-2008</c:v>
                </c:pt>
                <c:pt idx="2165">
                  <c:v>20-08-2008</c:v>
                </c:pt>
                <c:pt idx="2166">
                  <c:v>21-08-2008</c:v>
                </c:pt>
                <c:pt idx="2167">
                  <c:v>22-08-2008</c:v>
                </c:pt>
                <c:pt idx="2168">
                  <c:v>25-08-2008</c:v>
                </c:pt>
                <c:pt idx="2169">
                  <c:v>26-08-2008</c:v>
                </c:pt>
                <c:pt idx="2170">
                  <c:v>27-08-2008</c:v>
                </c:pt>
                <c:pt idx="2171">
                  <c:v>28-08-2008</c:v>
                </c:pt>
                <c:pt idx="2172">
                  <c:v>29-08-2008</c:v>
                </c:pt>
                <c:pt idx="2173">
                  <c:v>01-09-2008</c:v>
                </c:pt>
                <c:pt idx="2174">
                  <c:v>02-09-2008</c:v>
                </c:pt>
                <c:pt idx="2175">
                  <c:v>04-09-2008</c:v>
                </c:pt>
                <c:pt idx="2176">
                  <c:v>05-09-2008</c:v>
                </c:pt>
                <c:pt idx="2177">
                  <c:v>08-09-2008</c:v>
                </c:pt>
                <c:pt idx="2178">
                  <c:v>09-09-2008</c:v>
                </c:pt>
                <c:pt idx="2179">
                  <c:v>10-09-2008</c:v>
                </c:pt>
                <c:pt idx="2180">
                  <c:v>11-09-2008</c:v>
                </c:pt>
                <c:pt idx="2181">
                  <c:v>12-09-2008</c:v>
                </c:pt>
                <c:pt idx="2182">
                  <c:v>15-09-2008</c:v>
                </c:pt>
                <c:pt idx="2183">
                  <c:v>16-09-2008</c:v>
                </c:pt>
                <c:pt idx="2184">
                  <c:v>17-09-2008</c:v>
                </c:pt>
                <c:pt idx="2185">
                  <c:v>18-09-2008</c:v>
                </c:pt>
                <c:pt idx="2186">
                  <c:v>19-09-2008</c:v>
                </c:pt>
                <c:pt idx="2187">
                  <c:v>22-09-2008</c:v>
                </c:pt>
                <c:pt idx="2188">
                  <c:v>23-09-2008</c:v>
                </c:pt>
                <c:pt idx="2189">
                  <c:v>24-09-2008</c:v>
                </c:pt>
                <c:pt idx="2190">
                  <c:v>25-09-2008</c:v>
                </c:pt>
                <c:pt idx="2191">
                  <c:v>26-09-2008</c:v>
                </c:pt>
                <c:pt idx="2192">
                  <c:v>29-09-2008</c:v>
                </c:pt>
                <c:pt idx="2193">
                  <c:v>30-09-2008</c:v>
                </c:pt>
                <c:pt idx="2194">
                  <c:v>01-10-2008</c:v>
                </c:pt>
                <c:pt idx="2195">
                  <c:v>03-10-2008</c:v>
                </c:pt>
                <c:pt idx="2196">
                  <c:v>06-10-2008</c:v>
                </c:pt>
                <c:pt idx="2197">
                  <c:v>07-10-2008</c:v>
                </c:pt>
                <c:pt idx="2198">
                  <c:v>08-10-2008</c:v>
                </c:pt>
                <c:pt idx="2199">
                  <c:v>10-10-2008</c:v>
                </c:pt>
                <c:pt idx="2200">
                  <c:v>13-10-2008</c:v>
                </c:pt>
                <c:pt idx="2201">
                  <c:v>14-10-2008</c:v>
                </c:pt>
                <c:pt idx="2202">
                  <c:v>15-10-2008</c:v>
                </c:pt>
                <c:pt idx="2203">
                  <c:v>16-10-2008</c:v>
                </c:pt>
                <c:pt idx="2204">
                  <c:v>17-10-2008</c:v>
                </c:pt>
                <c:pt idx="2205">
                  <c:v>20-10-2008</c:v>
                </c:pt>
                <c:pt idx="2206">
                  <c:v>21-10-2008</c:v>
                </c:pt>
                <c:pt idx="2207">
                  <c:v>22-10-2008</c:v>
                </c:pt>
                <c:pt idx="2208">
                  <c:v>23-10-2008</c:v>
                </c:pt>
                <c:pt idx="2209">
                  <c:v>24-10-2008</c:v>
                </c:pt>
                <c:pt idx="2210">
                  <c:v>27-10-2008</c:v>
                </c:pt>
                <c:pt idx="2211">
                  <c:v>28-10-2008</c:v>
                </c:pt>
                <c:pt idx="2212">
                  <c:v>29-10-2008</c:v>
                </c:pt>
                <c:pt idx="2213">
                  <c:v>31-10-2008</c:v>
                </c:pt>
                <c:pt idx="2214">
                  <c:v>03-11-2008</c:v>
                </c:pt>
                <c:pt idx="2215">
                  <c:v>04-11-2008</c:v>
                </c:pt>
                <c:pt idx="2216">
                  <c:v>05-11-2008</c:v>
                </c:pt>
                <c:pt idx="2217">
                  <c:v>06-11-2008</c:v>
                </c:pt>
                <c:pt idx="2218">
                  <c:v>07-11-2008</c:v>
                </c:pt>
                <c:pt idx="2219">
                  <c:v>10-11-2008</c:v>
                </c:pt>
                <c:pt idx="2220">
                  <c:v>11-11-2008</c:v>
                </c:pt>
                <c:pt idx="2221">
                  <c:v>12-11-2008</c:v>
                </c:pt>
                <c:pt idx="2222">
                  <c:v>14-11-2008</c:v>
                </c:pt>
                <c:pt idx="2223">
                  <c:v>17-11-2008</c:v>
                </c:pt>
                <c:pt idx="2224">
                  <c:v>18-11-2008</c:v>
                </c:pt>
                <c:pt idx="2225">
                  <c:v>19-11-2008</c:v>
                </c:pt>
                <c:pt idx="2226">
                  <c:v>20-11-2008</c:v>
                </c:pt>
                <c:pt idx="2227">
                  <c:v>21-11-2008</c:v>
                </c:pt>
                <c:pt idx="2228">
                  <c:v>24-11-2008</c:v>
                </c:pt>
                <c:pt idx="2229">
                  <c:v>25-11-2008</c:v>
                </c:pt>
                <c:pt idx="2230">
                  <c:v>26-11-2008</c:v>
                </c:pt>
                <c:pt idx="2231">
                  <c:v>28-11-2008</c:v>
                </c:pt>
                <c:pt idx="2232">
                  <c:v>01-12-2008</c:v>
                </c:pt>
                <c:pt idx="2233">
                  <c:v>02-12-2008</c:v>
                </c:pt>
                <c:pt idx="2234">
                  <c:v>03-12-2008</c:v>
                </c:pt>
                <c:pt idx="2235">
                  <c:v>04-12-2008</c:v>
                </c:pt>
                <c:pt idx="2236">
                  <c:v>05-12-2008</c:v>
                </c:pt>
                <c:pt idx="2237">
                  <c:v>08-12-2008</c:v>
                </c:pt>
                <c:pt idx="2238">
                  <c:v>10-12-2008</c:v>
                </c:pt>
                <c:pt idx="2239">
                  <c:v>11-12-2008</c:v>
                </c:pt>
                <c:pt idx="2240">
                  <c:v>12-12-2008</c:v>
                </c:pt>
                <c:pt idx="2241">
                  <c:v>15-12-2008</c:v>
                </c:pt>
                <c:pt idx="2242">
                  <c:v>16-12-2008</c:v>
                </c:pt>
                <c:pt idx="2243">
                  <c:v>17-12-2008</c:v>
                </c:pt>
                <c:pt idx="2244">
                  <c:v>18-12-2008</c:v>
                </c:pt>
                <c:pt idx="2245">
                  <c:v>19-12-2008</c:v>
                </c:pt>
                <c:pt idx="2246">
                  <c:v>22-12-2008</c:v>
                </c:pt>
                <c:pt idx="2247">
                  <c:v>23-12-2008</c:v>
                </c:pt>
                <c:pt idx="2248">
                  <c:v>24-12-2008</c:v>
                </c:pt>
                <c:pt idx="2249">
                  <c:v>26-12-2008</c:v>
                </c:pt>
                <c:pt idx="2250">
                  <c:v>29-12-2008</c:v>
                </c:pt>
                <c:pt idx="2251">
                  <c:v>30-12-2008</c:v>
                </c:pt>
                <c:pt idx="2252">
                  <c:v>31-12-2008</c:v>
                </c:pt>
                <c:pt idx="2253">
                  <c:v>01-01-2009</c:v>
                </c:pt>
                <c:pt idx="2254">
                  <c:v>02-01-2009</c:v>
                </c:pt>
                <c:pt idx="2255">
                  <c:v>05-01-2009</c:v>
                </c:pt>
                <c:pt idx="2256">
                  <c:v>06-01-2009</c:v>
                </c:pt>
                <c:pt idx="2257">
                  <c:v>07-01-2009</c:v>
                </c:pt>
                <c:pt idx="2258">
                  <c:v>09-01-2009</c:v>
                </c:pt>
                <c:pt idx="2259">
                  <c:v>12-01-2009</c:v>
                </c:pt>
                <c:pt idx="2260">
                  <c:v>13-01-2009</c:v>
                </c:pt>
                <c:pt idx="2261">
                  <c:v>14-01-2009</c:v>
                </c:pt>
                <c:pt idx="2262">
                  <c:v>15-01-2009</c:v>
                </c:pt>
                <c:pt idx="2263">
                  <c:v>16-01-2009</c:v>
                </c:pt>
                <c:pt idx="2264">
                  <c:v>19-01-2009</c:v>
                </c:pt>
                <c:pt idx="2265">
                  <c:v>20-01-2009</c:v>
                </c:pt>
                <c:pt idx="2266">
                  <c:v>21-01-2009</c:v>
                </c:pt>
                <c:pt idx="2267">
                  <c:v>22-01-2009</c:v>
                </c:pt>
                <c:pt idx="2268">
                  <c:v>23-01-2009</c:v>
                </c:pt>
                <c:pt idx="2269">
                  <c:v>27-01-2009</c:v>
                </c:pt>
                <c:pt idx="2270">
                  <c:v>28-01-2009</c:v>
                </c:pt>
                <c:pt idx="2271">
                  <c:v>29-01-2009</c:v>
                </c:pt>
                <c:pt idx="2272">
                  <c:v>30-01-2009</c:v>
                </c:pt>
                <c:pt idx="2273">
                  <c:v>02-02-2009</c:v>
                </c:pt>
                <c:pt idx="2274">
                  <c:v>03-02-2009</c:v>
                </c:pt>
                <c:pt idx="2275">
                  <c:v>04-02-2009</c:v>
                </c:pt>
                <c:pt idx="2276">
                  <c:v>05-02-2009</c:v>
                </c:pt>
                <c:pt idx="2277">
                  <c:v>06-02-2009</c:v>
                </c:pt>
                <c:pt idx="2278">
                  <c:v>09-02-2009</c:v>
                </c:pt>
                <c:pt idx="2279">
                  <c:v>10-02-2009</c:v>
                </c:pt>
                <c:pt idx="2280">
                  <c:v>11-02-2009</c:v>
                </c:pt>
                <c:pt idx="2281">
                  <c:v>12-02-2009</c:v>
                </c:pt>
                <c:pt idx="2282">
                  <c:v>13-02-2009</c:v>
                </c:pt>
                <c:pt idx="2283">
                  <c:v>16-02-2009</c:v>
                </c:pt>
                <c:pt idx="2284">
                  <c:v>17-02-2009</c:v>
                </c:pt>
                <c:pt idx="2285">
                  <c:v>18-02-2009</c:v>
                </c:pt>
                <c:pt idx="2286">
                  <c:v>19-02-2009</c:v>
                </c:pt>
                <c:pt idx="2287">
                  <c:v>20-02-2009</c:v>
                </c:pt>
                <c:pt idx="2288">
                  <c:v>24-02-2009</c:v>
                </c:pt>
                <c:pt idx="2289">
                  <c:v>25-02-2009</c:v>
                </c:pt>
                <c:pt idx="2290">
                  <c:v>26-02-2009</c:v>
                </c:pt>
                <c:pt idx="2291">
                  <c:v>27-02-2009</c:v>
                </c:pt>
                <c:pt idx="2292">
                  <c:v>02-03-2009</c:v>
                </c:pt>
                <c:pt idx="2293">
                  <c:v>03-03-2009</c:v>
                </c:pt>
                <c:pt idx="2294">
                  <c:v>04-03-2009</c:v>
                </c:pt>
                <c:pt idx="2295">
                  <c:v>05-03-2009</c:v>
                </c:pt>
                <c:pt idx="2296">
                  <c:v>06-03-2009</c:v>
                </c:pt>
                <c:pt idx="2297">
                  <c:v>09-03-2009</c:v>
                </c:pt>
                <c:pt idx="2298">
                  <c:v>12-03-2009</c:v>
                </c:pt>
                <c:pt idx="2299">
                  <c:v>13-03-2009</c:v>
                </c:pt>
                <c:pt idx="2300">
                  <c:v>16-03-2009</c:v>
                </c:pt>
                <c:pt idx="2301">
                  <c:v>17-03-2009</c:v>
                </c:pt>
                <c:pt idx="2302">
                  <c:v>18-03-2009</c:v>
                </c:pt>
                <c:pt idx="2303">
                  <c:v>19-03-2009</c:v>
                </c:pt>
                <c:pt idx="2304">
                  <c:v>20-03-2009</c:v>
                </c:pt>
                <c:pt idx="2305">
                  <c:v>23-03-2009</c:v>
                </c:pt>
                <c:pt idx="2306">
                  <c:v>24-03-2009</c:v>
                </c:pt>
                <c:pt idx="2307">
                  <c:v>25-03-2009</c:v>
                </c:pt>
                <c:pt idx="2308">
                  <c:v>26-03-2009</c:v>
                </c:pt>
                <c:pt idx="2309">
                  <c:v>27-03-2009</c:v>
                </c:pt>
                <c:pt idx="2310">
                  <c:v>30-03-2009</c:v>
                </c:pt>
                <c:pt idx="2311">
                  <c:v>31-03-2009</c:v>
                </c:pt>
                <c:pt idx="2312">
                  <c:v>01-04-2009</c:v>
                </c:pt>
                <c:pt idx="2313">
                  <c:v>02-04-2009</c:v>
                </c:pt>
                <c:pt idx="2314">
                  <c:v>06-04-2009</c:v>
                </c:pt>
                <c:pt idx="2315">
                  <c:v>08-04-2009</c:v>
                </c:pt>
                <c:pt idx="2316">
                  <c:v>09-04-2009</c:v>
                </c:pt>
                <c:pt idx="2317">
                  <c:v>13-04-2009</c:v>
                </c:pt>
                <c:pt idx="2318">
                  <c:v>15-04-2009</c:v>
                </c:pt>
                <c:pt idx="2319">
                  <c:v>16-04-2009</c:v>
                </c:pt>
                <c:pt idx="2320">
                  <c:v>17-04-2009</c:v>
                </c:pt>
                <c:pt idx="2321">
                  <c:v>20-04-2009</c:v>
                </c:pt>
                <c:pt idx="2322">
                  <c:v>21-04-2009</c:v>
                </c:pt>
                <c:pt idx="2323">
                  <c:v>22-04-2009</c:v>
                </c:pt>
                <c:pt idx="2324">
                  <c:v>23-04-2009</c:v>
                </c:pt>
                <c:pt idx="2325">
                  <c:v>24-04-2009</c:v>
                </c:pt>
                <c:pt idx="2326">
                  <c:v>27-04-2009</c:v>
                </c:pt>
                <c:pt idx="2327">
                  <c:v>28-04-2009</c:v>
                </c:pt>
                <c:pt idx="2328">
                  <c:v>29-04-2009</c:v>
                </c:pt>
                <c:pt idx="2329">
                  <c:v>04-05-2009</c:v>
                </c:pt>
                <c:pt idx="2330">
                  <c:v>05-05-2009</c:v>
                </c:pt>
                <c:pt idx="2331">
                  <c:v>06-05-2009</c:v>
                </c:pt>
                <c:pt idx="2332">
                  <c:v>07-05-2009</c:v>
                </c:pt>
                <c:pt idx="2333">
                  <c:v>08-05-2009</c:v>
                </c:pt>
                <c:pt idx="2334">
                  <c:v>11-05-2009</c:v>
                </c:pt>
                <c:pt idx="2335">
                  <c:v>12-05-2009</c:v>
                </c:pt>
                <c:pt idx="2336">
                  <c:v>13-05-2009</c:v>
                </c:pt>
                <c:pt idx="2337">
                  <c:v>14-05-2009</c:v>
                </c:pt>
                <c:pt idx="2338">
                  <c:v>15-05-2009</c:v>
                </c:pt>
                <c:pt idx="2339">
                  <c:v>18-05-2009</c:v>
                </c:pt>
                <c:pt idx="2340">
                  <c:v>19-05-2009</c:v>
                </c:pt>
                <c:pt idx="2341">
                  <c:v>20-05-2009</c:v>
                </c:pt>
                <c:pt idx="2342">
                  <c:v>21-05-2009</c:v>
                </c:pt>
                <c:pt idx="2343">
                  <c:v>22-05-2009</c:v>
                </c:pt>
                <c:pt idx="2344">
                  <c:v>25-05-2009</c:v>
                </c:pt>
                <c:pt idx="2345">
                  <c:v>26-05-2009</c:v>
                </c:pt>
                <c:pt idx="2346">
                  <c:v>27-05-2009</c:v>
                </c:pt>
                <c:pt idx="2347">
                  <c:v>28-05-2009</c:v>
                </c:pt>
                <c:pt idx="2348">
                  <c:v>29-05-2009</c:v>
                </c:pt>
                <c:pt idx="2349">
                  <c:v>01-06-2009</c:v>
                </c:pt>
                <c:pt idx="2350">
                  <c:v>02-06-2009</c:v>
                </c:pt>
                <c:pt idx="2351">
                  <c:v>03-06-2009</c:v>
                </c:pt>
                <c:pt idx="2352">
                  <c:v>04-06-2009</c:v>
                </c:pt>
                <c:pt idx="2353">
                  <c:v>05-06-2009</c:v>
                </c:pt>
                <c:pt idx="2354">
                  <c:v>08-06-2009</c:v>
                </c:pt>
                <c:pt idx="2355">
                  <c:v>09-06-2009</c:v>
                </c:pt>
                <c:pt idx="2356">
                  <c:v>10-06-2009</c:v>
                </c:pt>
                <c:pt idx="2357">
                  <c:v>11-06-2009</c:v>
                </c:pt>
                <c:pt idx="2358">
                  <c:v>12-06-2009</c:v>
                </c:pt>
                <c:pt idx="2359">
                  <c:v>15-06-2009</c:v>
                </c:pt>
                <c:pt idx="2360">
                  <c:v>16-06-2009</c:v>
                </c:pt>
                <c:pt idx="2361">
                  <c:v>17-06-2009</c:v>
                </c:pt>
                <c:pt idx="2362">
                  <c:v>18-06-2009</c:v>
                </c:pt>
                <c:pt idx="2363">
                  <c:v>19-06-2009</c:v>
                </c:pt>
                <c:pt idx="2364">
                  <c:v>22-06-2009</c:v>
                </c:pt>
                <c:pt idx="2365">
                  <c:v>23-06-2009</c:v>
                </c:pt>
                <c:pt idx="2366">
                  <c:v>24-06-2009</c:v>
                </c:pt>
                <c:pt idx="2367">
                  <c:v>25-06-2009</c:v>
                </c:pt>
                <c:pt idx="2368">
                  <c:v>26-06-2009</c:v>
                </c:pt>
                <c:pt idx="2369">
                  <c:v>29-06-2009</c:v>
                </c:pt>
                <c:pt idx="2370">
                  <c:v>30-06-2009</c:v>
                </c:pt>
                <c:pt idx="2371">
                  <c:v>01-07-2009</c:v>
                </c:pt>
                <c:pt idx="2372">
                  <c:v>02-07-2009</c:v>
                </c:pt>
                <c:pt idx="2373">
                  <c:v>03-07-2009</c:v>
                </c:pt>
                <c:pt idx="2374">
                  <c:v>06-07-2009</c:v>
                </c:pt>
                <c:pt idx="2375">
                  <c:v>07-07-2009</c:v>
                </c:pt>
                <c:pt idx="2376">
                  <c:v>08-07-2009</c:v>
                </c:pt>
                <c:pt idx="2377">
                  <c:v>09-07-2009</c:v>
                </c:pt>
                <c:pt idx="2378">
                  <c:v>10-07-2009</c:v>
                </c:pt>
                <c:pt idx="2379">
                  <c:v>13-07-2009</c:v>
                </c:pt>
                <c:pt idx="2380">
                  <c:v>14-07-2009</c:v>
                </c:pt>
                <c:pt idx="2381">
                  <c:v>15-07-2009</c:v>
                </c:pt>
                <c:pt idx="2382">
                  <c:v>16-07-2009</c:v>
                </c:pt>
                <c:pt idx="2383">
                  <c:v>17-07-2009</c:v>
                </c:pt>
                <c:pt idx="2384">
                  <c:v>20-07-2009</c:v>
                </c:pt>
                <c:pt idx="2385">
                  <c:v>21-07-2009</c:v>
                </c:pt>
                <c:pt idx="2386">
                  <c:v>22-07-2009</c:v>
                </c:pt>
                <c:pt idx="2387">
                  <c:v>23-07-2009</c:v>
                </c:pt>
                <c:pt idx="2388">
                  <c:v>24-07-2009</c:v>
                </c:pt>
                <c:pt idx="2389">
                  <c:v>27-07-2009</c:v>
                </c:pt>
                <c:pt idx="2390">
                  <c:v>28-07-2009</c:v>
                </c:pt>
                <c:pt idx="2391">
                  <c:v>29-07-2009</c:v>
                </c:pt>
                <c:pt idx="2392">
                  <c:v>30-07-2009</c:v>
                </c:pt>
                <c:pt idx="2393">
                  <c:v>31-07-2009</c:v>
                </c:pt>
                <c:pt idx="2394">
                  <c:v>03-08-2009</c:v>
                </c:pt>
                <c:pt idx="2395">
                  <c:v>04-08-2009</c:v>
                </c:pt>
                <c:pt idx="2396">
                  <c:v>05-08-2009</c:v>
                </c:pt>
                <c:pt idx="2397">
                  <c:v>06-08-2009</c:v>
                </c:pt>
                <c:pt idx="2398">
                  <c:v>07-08-2009</c:v>
                </c:pt>
                <c:pt idx="2399">
                  <c:v>10-08-2009</c:v>
                </c:pt>
                <c:pt idx="2400">
                  <c:v>11-08-2009</c:v>
                </c:pt>
                <c:pt idx="2401">
                  <c:v>12-08-2009</c:v>
                </c:pt>
                <c:pt idx="2402">
                  <c:v>13-08-2009</c:v>
                </c:pt>
                <c:pt idx="2403">
                  <c:v>14-08-2009</c:v>
                </c:pt>
                <c:pt idx="2404">
                  <c:v>17-08-2009</c:v>
                </c:pt>
                <c:pt idx="2405">
                  <c:v>18-08-2009</c:v>
                </c:pt>
                <c:pt idx="2406">
                  <c:v>19-08-2009</c:v>
                </c:pt>
                <c:pt idx="2407">
                  <c:v>20-08-2009</c:v>
                </c:pt>
                <c:pt idx="2408">
                  <c:v>21-08-2009</c:v>
                </c:pt>
                <c:pt idx="2409">
                  <c:v>24-08-2009</c:v>
                </c:pt>
                <c:pt idx="2410">
                  <c:v>25-08-2009</c:v>
                </c:pt>
                <c:pt idx="2411">
                  <c:v>26-08-2009</c:v>
                </c:pt>
                <c:pt idx="2412">
                  <c:v>27-08-2009</c:v>
                </c:pt>
                <c:pt idx="2413">
                  <c:v>28-08-2009</c:v>
                </c:pt>
                <c:pt idx="2414">
                  <c:v>31-08-2009</c:v>
                </c:pt>
                <c:pt idx="2415">
                  <c:v>01-09-2009</c:v>
                </c:pt>
                <c:pt idx="2416">
                  <c:v>02-09-2009</c:v>
                </c:pt>
                <c:pt idx="2417">
                  <c:v>03-09-2009</c:v>
                </c:pt>
                <c:pt idx="2418">
                  <c:v>04-09-2009</c:v>
                </c:pt>
                <c:pt idx="2419">
                  <c:v>07-09-2009</c:v>
                </c:pt>
                <c:pt idx="2420">
                  <c:v>08-09-2009</c:v>
                </c:pt>
                <c:pt idx="2421">
                  <c:v>09-09-2009</c:v>
                </c:pt>
                <c:pt idx="2422">
                  <c:v>10-09-2009</c:v>
                </c:pt>
                <c:pt idx="2423">
                  <c:v>11-09-2009</c:v>
                </c:pt>
                <c:pt idx="2424">
                  <c:v>14-09-2009</c:v>
                </c:pt>
                <c:pt idx="2425">
                  <c:v>15-09-2009</c:v>
                </c:pt>
                <c:pt idx="2426">
                  <c:v>16-09-2009</c:v>
                </c:pt>
                <c:pt idx="2427">
                  <c:v>17-09-2009</c:v>
                </c:pt>
                <c:pt idx="2428">
                  <c:v>18-09-2009</c:v>
                </c:pt>
                <c:pt idx="2429">
                  <c:v>22-09-2009</c:v>
                </c:pt>
                <c:pt idx="2430">
                  <c:v>23-09-2009</c:v>
                </c:pt>
                <c:pt idx="2431">
                  <c:v>24-09-2009</c:v>
                </c:pt>
                <c:pt idx="2432">
                  <c:v>25-09-2009</c:v>
                </c:pt>
                <c:pt idx="2433">
                  <c:v>29-09-2009</c:v>
                </c:pt>
                <c:pt idx="2434">
                  <c:v>30-09-2009</c:v>
                </c:pt>
                <c:pt idx="2435">
                  <c:v>01-10-2009</c:v>
                </c:pt>
                <c:pt idx="2436">
                  <c:v>05-10-2009</c:v>
                </c:pt>
                <c:pt idx="2437">
                  <c:v>06-10-2009</c:v>
                </c:pt>
                <c:pt idx="2438">
                  <c:v>07-10-2009</c:v>
                </c:pt>
                <c:pt idx="2439">
                  <c:v>08-10-2009</c:v>
                </c:pt>
                <c:pt idx="2440">
                  <c:v>09-10-2009</c:v>
                </c:pt>
                <c:pt idx="2441">
                  <c:v>12-10-2009</c:v>
                </c:pt>
                <c:pt idx="2442">
                  <c:v>14-10-2009</c:v>
                </c:pt>
                <c:pt idx="2443">
                  <c:v>15-10-2009</c:v>
                </c:pt>
                <c:pt idx="2444">
                  <c:v>16-10-2009</c:v>
                </c:pt>
                <c:pt idx="2445">
                  <c:v>17-10-2009</c:v>
                </c:pt>
                <c:pt idx="2446">
                  <c:v>20-10-2009</c:v>
                </c:pt>
                <c:pt idx="2447">
                  <c:v>21-10-2009</c:v>
                </c:pt>
                <c:pt idx="2448">
                  <c:v>22-10-2009</c:v>
                </c:pt>
                <c:pt idx="2449">
                  <c:v>23-10-2009</c:v>
                </c:pt>
                <c:pt idx="2450">
                  <c:v>26-10-2009</c:v>
                </c:pt>
                <c:pt idx="2451">
                  <c:v>27-10-2009</c:v>
                </c:pt>
                <c:pt idx="2452">
                  <c:v>28-10-2009</c:v>
                </c:pt>
                <c:pt idx="2453">
                  <c:v>29-10-2009</c:v>
                </c:pt>
                <c:pt idx="2454">
                  <c:v>30-10-2009</c:v>
                </c:pt>
                <c:pt idx="2455">
                  <c:v>03-11-2009</c:v>
                </c:pt>
                <c:pt idx="2456">
                  <c:v>04-11-2009</c:v>
                </c:pt>
                <c:pt idx="2457">
                  <c:v>05-11-2009</c:v>
                </c:pt>
                <c:pt idx="2458">
                  <c:v>06-11-2009</c:v>
                </c:pt>
                <c:pt idx="2459">
                  <c:v>09-11-2009</c:v>
                </c:pt>
                <c:pt idx="2460">
                  <c:v>10-11-2009</c:v>
                </c:pt>
                <c:pt idx="2461">
                  <c:v>11-11-2009</c:v>
                </c:pt>
                <c:pt idx="2462">
                  <c:v>12-11-2009</c:v>
                </c:pt>
                <c:pt idx="2463">
                  <c:v>13-11-2009</c:v>
                </c:pt>
                <c:pt idx="2464">
                  <c:v>16-11-2009</c:v>
                </c:pt>
                <c:pt idx="2465">
                  <c:v>17-11-2009</c:v>
                </c:pt>
                <c:pt idx="2466">
                  <c:v>18-11-2009</c:v>
                </c:pt>
                <c:pt idx="2467">
                  <c:v>19-11-2009</c:v>
                </c:pt>
                <c:pt idx="2468">
                  <c:v>20-11-2009</c:v>
                </c:pt>
                <c:pt idx="2469">
                  <c:v>23-11-2009</c:v>
                </c:pt>
                <c:pt idx="2470">
                  <c:v>24-11-2009</c:v>
                </c:pt>
                <c:pt idx="2471">
                  <c:v>25-11-2009</c:v>
                </c:pt>
                <c:pt idx="2472">
                  <c:v>26-11-2009</c:v>
                </c:pt>
                <c:pt idx="2473">
                  <c:v>27-11-2009</c:v>
                </c:pt>
                <c:pt idx="2474">
                  <c:v>30-11-2009</c:v>
                </c:pt>
                <c:pt idx="2475">
                  <c:v>01-12-2009</c:v>
                </c:pt>
                <c:pt idx="2476">
                  <c:v>02-12-2009</c:v>
                </c:pt>
                <c:pt idx="2477">
                  <c:v>03-12-2009</c:v>
                </c:pt>
                <c:pt idx="2478">
                  <c:v>04-12-2009</c:v>
                </c:pt>
                <c:pt idx="2479">
                  <c:v>07-12-2009</c:v>
                </c:pt>
                <c:pt idx="2480">
                  <c:v>08-12-2009</c:v>
                </c:pt>
                <c:pt idx="2481">
                  <c:v>09-12-2009</c:v>
                </c:pt>
                <c:pt idx="2482">
                  <c:v>10-12-2009</c:v>
                </c:pt>
                <c:pt idx="2483">
                  <c:v>11-12-2009</c:v>
                </c:pt>
                <c:pt idx="2484">
                  <c:v>14-12-2009</c:v>
                </c:pt>
                <c:pt idx="2485">
                  <c:v>15-12-2009</c:v>
                </c:pt>
                <c:pt idx="2486">
                  <c:v>16-12-2009</c:v>
                </c:pt>
                <c:pt idx="2487">
                  <c:v>17-12-2009</c:v>
                </c:pt>
                <c:pt idx="2488">
                  <c:v>18-12-2009</c:v>
                </c:pt>
                <c:pt idx="2489">
                  <c:v>21-12-2009</c:v>
                </c:pt>
                <c:pt idx="2490">
                  <c:v>22-12-2009</c:v>
                </c:pt>
                <c:pt idx="2491">
                  <c:v>23-12-2009</c:v>
                </c:pt>
                <c:pt idx="2492">
                  <c:v>24-12-2009</c:v>
                </c:pt>
                <c:pt idx="2493">
                  <c:v>29-12-2009</c:v>
                </c:pt>
                <c:pt idx="2494">
                  <c:v>30-12-2009</c:v>
                </c:pt>
                <c:pt idx="2495">
                  <c:v>31-12-2009</c:v>
                </c:pt>
                <c:pt idx="2496">
                  <c:v>04-01-2010</c:v>
                </c:pt>
                <c:pt idx="2497">
                  <c:v>05-01-2010</c:v>
                </c:pt>
                <c:pt idx="2498">
                  <c:v>06-01-2010</c:v>
                </c:pt>
                <c:pt idx="2499">
                  <c:v>07-01-2010</c:v>
                </c:pt>
                <c:pt idx="2500">
                  <c:v>08-01-2010</c:v>
                </c:pt>
                <c:pt idx="2501">
                  <c:v>11-01-2010</c:v>
                </c:pt>
                <c:pt idx="2502">
                  <c:v>12-01-2010</c:v>
                </c:pt>
                <c:pt idx="2503">
                  <c:v>13-01-2010</c:v>
                </c:pt>
                <c:pt idx="2504">
                  <c:v>14-01-2010</c:v>
                </c:pt>
                <c:pt idx="2505">
                  <c:v>15-01-2010</c:v>
                </c:pt>
                <c:pt idx="2506">
                  <c:v>18-01-2010</c:v>
                </c:pt>
                <c:pt idx="2507">
                  <c:v>19-01-2010</c:v>
                </c:pt>
                <c:pt idx="2508">
                  <c:v>20-01-2010</c:v>
                </c:pt>
                <c:pt idx="2509">
                  <c:v>21-01-2010</c:v>
                </c:pt>
                <c:pt idx="2510">
                  <c:v>22-01-2010</c:v>
                </c:pt>
                <c:pt idx="2511">
                  <c:v>25-01-2010</c:v>
                </c:pt>
                <c:pt idx="2512">
                  <c:v>27-01-2010</c:v>
                </c:pt>
                <c:pt idx="2513">
                  <c:v>28-01-2010</c:v>
                </c:pt>
                <c:pt idx="2514">
                  <c:v>29-01-2010</c:v>
                </c:pt>
                <c:pt idx="2515">
                  <c:v>01-02-2010</c:v>
                </c:pt>
                <c:pt idx="2516">
                  <c:v>02-02-2010</c:v>
                </c:pt>
                <c:pt idx="2517">
                  <c:v>03-02-2010</c:v>
                </c:pt>
                <c:pt idx="2518">
                  <c:v>04-02-2010</c:v>
                </c:pt>
                <c:pt idx="2519">
                  <c:v>05-02-2010</c:v>
                </c:pt>
                <c:pt idx="2520">
                  <c:v>06-02-2010</c:v>
                </c:pt>
                <c:pt idx="2521">
                  <c:v>08-02-2010</c:v>
                </c:pt>
                <c:pt idx="2522">
                  <c:v>09-02-2010</c:v>
                </c:pt>
                <c:pt idx="2523">
                  <c:v>10-02-2010</c:v>
                </c:pt>
                <c:pt idx="2524">
                  <c:v>11-02-2010</c:v>
                </c:pt>
                <c:pt idx="2525">
                  <c:v>15-02-2010</c:v>
                </c:pt>
                <c:pt idx="2526">
                  <c:v>16-02-2010</c:v>
                </c:pt>
                <c:pt idx="2527">
                  <c:v>17-02-2010</c:v>
                </c:pt>
                <c:pt idx="2528">
                  <c:v>18-02-2010</c:v>
                </c:pt>
                <c:pt idx="2529">
                  <c:v>19-02-2010</c:v>
                </c:pt>
                <c:pt idx="2530">
                  <c:v>22-02-2010</c:v>
                </c:pt>
                <c:pt idx="2531">
                  <c:v>23-02-2010</c:v>
                </c:pt>
                <c:pt idx="2532">
                  <c:v>24-02-2010</c:v>
                </c:pt>
                <c:pt idx="2533">
                  <c:v>25-02-2010</c:v>
                </c:pt>
                <c:pt idx="2534">
                  <c:v>26-02-2010</c:v>
                </c:pt>
                <c:pt idx="2535">
                  <c:v>02-03-2010</c:v>
                </c:pt>
                <c:pt idx="2536">
                  <c:v>03-03-2010</c:v>
                </c:pt>
                <c:pt idx="2537">
                  <c:v>04-03-2010</c:v>
                </c:pt>
                <c:pt idx="2538">
                  <c:v>05-03-2010</c:v>
                </c:pt>
                <c:pt idx="2539">
                  <c:v>08-03-2010</c:v>
                </c:pt>
                <c:pt idx="2540">
                  <c:v>09-03-2010</c:v>
                </c:pt>
                <c:pt idx="2541">
                  <c:v>10-03-2010</c:v>
                </c:pt>
                <c:pt idx="2542">
                  <c:v>11-03-2010</c:v>
                </c:pt>
                <c:pt idx="2543">
                  <c:v>12-03-2010</c:v>
                </c:pt>
                <c:pt idx="2544">
                  <c:v>15-03-2010</c:v>
                </c:pt>
                <c:pt idx="2545">
                  <c:v>16-03-2010</c:v>
                </c:pt>
                <c:pt idx="2546">
                  <c:v>17-03-2010</c:v>
                </c:pt>
                <c:pt idx="2547">
                  <c:v>18-03-2010</c:v>
                </c:pt>
                <c:pt idx="2548">
                  <c:v>19-03-2010</c:v>
                </c:pt>
                <c:pt idx="2549">
                  <c:v>22-03-2010</c:v>
                </c:pt>
                <c:pt idx="2550">
                  <c:v>23-03-2010</c:v>
                </c:pt>
                <c:pt idx="2551">
                  <c:v>25-03-2010</c:v>
                </c:pt>
                <c:pt idx="2552">
                  <c:v>26-03-2010</c:v>
                </c:pt>
                <c:pt idx="2553">
                  <c:v>29-03-2010</c:v>
                </c:pt>
                <c:pt idx="2554">
                  <c:v>30-03-2010</c:v>
                </c:pt>
                <c:pt idx="2555">
                  <c:v>31-03-2010</c:v>
                </c:pt>
                <c:pt idx="2556">
                  <c:v>01-04-2010</c:v>
                </c:pt>
                <c:pt idx="2557">
                  <c:v>05-04-2010</c:v>
                </c:pt>
                <c:pt idx="2558">
                  <c:v>06-04-2010</c:v>
                </c:pt>
                <c:pt idx="2559">
                  <c:v>07-04-2010</c:v>
                </c:pt>
                <c:pt idx="2560">
                  <c:v>08-04-2010</c:v>
                </c:pt>
                <c:pt idx="2561">
                  <c:v>09-04-2010</c:v>
                </c:pt>
                <c:pt idx="2562">
                  <c:v>12-04-2010</c:v>
                </c:pt>
                <c:pt idx="2563">
                  <c:v>13-04-2010</c:v>
                </c:pt>
                <c:pt idx="2564">
                  <c:v>15-04-2010</c:v>
                </c:pt>
                <c:pt idx="2565">
                  <c:v>16-04-2010</c:v>
                </c:pt>
                <c:pt idx="2566">
                  <c:v>19-04-2010</c:v>
                </c:pt>
                <c:pt idx="2567">
                  <c:v>20-04-2010</c:v>
                </c:pt>
                <c:pt idx="2568">
                  <c:v>21-04-2010</c:v>
                </c:pt>
                <c:pt idx="2569">
                  <c:v>22-04-2010</c:v>
                </c:pt>
                <c:pt idx="2570">
                  <c:v>23-04-2010</c:v>
                </c:pt>
                <c:pt idx="2571">
                  <c:v>26-04-2010</c:v>
                </c:pt>
                <c:pt idx="2572">
                  <c:v>27-04-2010</c:v>
                </c:pt>
                <c:pt idx="2573">
                  <c:v>28-04-2010</c:v>
                </c:pt>
                <c:pt idx="2574">
                  <c:v>29-04-2010</c:v>
                </c:pt>
                <c:pt idx="2575">
                  <c:v>30-04-2010</c:v>
                </c:pt>
                <c:pt idx="2576">
                  <c:v>03-05-2010</c:v>
                </c:pt>
                <c:pt idx="2577">
                  <c:v>04-05-2010</c:v>
                </c:pt>
                <c:pt idx="2578">
                  <c:v>05-05-2010</c:v>
                </c:pt>
                <c:pt idx="2579">
                  <c:v>06-05-2010</c:v>
                </c:pt>
                <c:pt idx="2580">
                  <c:v>07-05-2010</c:v>
                </c:pt>
                <c:pt idx="2581">
                  <c:v>10-05-2010</c:v>
                </c:pt>
                <c:pt idx="2582">
                  <c:v>11-05-2010</c:v>
                </c:pt>
                <c:pt idx="2583">
                  <c:v>12-05-2010</c:v>
                </c:pt>
                <c:pt idx="2584">
                  <c:v>13-05-2010</c:v>
                </c:pt>
                <c:pt idx="2585">
                  <c:v>14-05-2010</c:v>
                </c:pt>
                <c:pt idx="2586">
                  <c:v>17-05-2010</c:v>
                </c:pt>
                <c:pt idx="2587">
                  <c:v>18-05-2010</c:v>
                </c:pt>
                <c:pt idx="2588">
                  <c:v>19-05-2010</c:v>
                </c:pt>
                <c:pt idx="2589">
                  <c:v>20-05-2010</c:v>
                </c:pt>
                <c:pt idx="2590">
                  <c:v>21-05-2010</c:v>
                </c:pt>
                <c:pt idx="2591">
                  <c:v>24-05-2010</c:v>
                </c:pt>
                <c:pt idx="2592">
                  <c:v>25-05-2010</c:v>
                </c:pt>
                <c:pt idx="2593">
                  <c:v>26-05-2010</c:v>
                </c:pt>
                <c:pt idx="2594">
                  <c:v>27-05-2010</c:v>
                </c:pt>
                <c:pt idx="2595">
                  <c:v>28-05-2010</c:v>
                </c:pt>
                <c:pt idx="2596">
                  <c:v>31-05-2010</c:v>
                </c:pt>
                <c:pt idx="2597">
                  <c:v>01-06-2010</c:v>
                </c:pt>
                <c:pt idx="2598">
                  <c:v>02-06-2010</c:v>
                </c:pt>
                <c:pt idx="2599">
                  <c:v>03-06-2010</c:v>
                </c:pt>
                <c:pt idx="2600">
                  <c:v>04-06-2010</c:v>
                </c:pt>
                <c:pt idx="2601">
                  <c:v>07-06-2010</c:v>
                </c:pt>
                <c:pt idx="2602">
                  <c:v>08-06-2010</c:v>
                </c:pt>
                <c:pt idx="2603">
                  <c:v>09-06-2010</c:v>
                </c:pt>
                <c:pt idx="2604">
                  <c:v>10-06-2010</c:v>
                </c:pt>
                <c:pt idx="2605">
                  <c:v>11-06-2010</c:v>
                </c:pt>
                <c:pt idx="2606">
                  <c:v>14-06-2010</c:v>
                </c:pt>
                <c:pt idx="2607">
                  <c:v>15-06-2010</c:v>
                </c:pt>
                <c:pt idx="2608">
                  <c:v>16-06-2010</c:v>
                </c:pt>
                <c:pt idx="2609">
                  <c:v>17-06-2010</c:v>
                </c:pt>
                <c:pt idx="2610">
                  <c:v>18-06-2010</c:v>
                </c:pt>
                <c:pt idx="2611">
                  <c:v>21-06-2010</c:v>
                </c:pt>
                <c:pt idx="2612">
                  <c:v>22-06-2010</c:v>
                </c:pt>
                <c:pt idx="2613">
                  <c:v>23-06-2010</c:v>
                </c:pt>
                <c:pt idx="2614">
                  <c:v>24-06-2010</c:v>
                </c:pt>
                <c:pt idx="2615">
                  <c:v>25-06-2010</c:v>
                </c:pt>
                <c:pt idx="2616">
                  <c:v>28-06-2010</c:v>
                </c:pt>
                <c:pt idx="2617">
                  <c:v>29-06-2010</c:v>
                </c:pt>
                <c:pt idx="2618">
                  <c:v>30-06-2010</c:v>
                </c:pt>
                <c:pt idx="2619">
                  <c:v>01-07-2010</c:v>
                </c:pt>
                <c:pt idx="2620">
                  <c:v>02-07-2010</c:v>
                </c:pt>
                <c:pt idx="2621">
                  <c:v>05-07-2010</c:v>
                </c:pt>
                <c:pt idx="2622">
                  <c:v>06-07-2010</c:v>
                </c:pt>
                <c:pt idx="2623">
                  <c:v>07-07-2010</c:v>
                </c:pt>
                <c:pt idx="2624">
                  <c:v>08-07-2010</c:v>
                </c:pt>
                <c:pt idx="2625">
                  <c:v>09-07-2010</c:v>
                </c:pt>
                <c:pt idx="2626">
                  <c:v>12-07-2010</c:v>
                </c:pt>
                <c:pt idx="2627">
                  <c:v>13-07-2010</c:v>
                </c:pt>
                <c:pt idx="2628">
                  <c:v>14-07-2010</c:v>
                </c:pt>
                <c:pt idx="2629">
                  <c:v>15-07-2010</c:v>
                </c:pt>
                <c:pt idx="2630">
                  <c:v>16-07-2010</c:v>
                </c:pt>
                <c:pt idx="2631">
                  <c:v>19-07-2010</c:v>
                </c:pt>
                <c:pt idx="2632">
                  <c:v>20-07-2010</c:v>
                </c:pt>
                <c:pt idx="2633">
                  <c:v>21-07-2010</c:v>
                </c:pt>
                <c:pt idx="2634">
                  <c:v>22-07-2010</c:v>
                </c:pt>
                <c:pt idx="2635">
                  <c:v>23-07-2010</c:v>
                </c:pt>
                <c:pt idx="2636">
                  <c:v>26-07-2010</c:v>
                </c:pt>
                <c:pt idx="2637">
                  <c:v>27-07-2010</c:v>
                </c:pt>
                <c:pt idx="2638">
                  <c:v>28-07-2010</c:v>
                </c:pt>
                <c:pt idx="2639">
                  <c:v>29-07-2010</c:v>
                </c:pt>
                <c:pt idx="2640">
                  <c:v>30-07-2010</c:v>
                </c:pt>
                <c:pt idx="2641">
                  <c:v>02-08-2010</c:v>
                </c:pt>
                <c:pt idx="2642">
                  <c:v>03-08-2010</c:v>
                </c:pt>
                <c:pt idx="2643">
                  <c:v>04-08-2010</c:v>
                </c:pt>
                <c:pt idx="2644">
                  <c:v>05-08-2010</c:v>
                </c:pt>
                <c:pt idx="2645">
                  <c:v>06-08-2010</c:v>
                </c:pt>
                <c:pt idx="2646">
                  <c:v>09-08-2010</c:v>
                </c:pt>
                <c:pt idx="2647">
                  <c:v>10-08-2010</c:v>
                </c:pt>
                <c:pt idx="2648">
                  <c:v>11-08-2010</c:v>
                </c:pt>
                <c:pt idx="2649">
                  <c:v>12-08-2010</c:v>
                </c:pt>
                <c:pt idx="2650">
                  <c:v>13-08-2010</c:v>
                </c:pt>
                <c:pt idx="2651">
                  <c:v>16-08-2010</c:v>
                </c:pt>
                <c:pt idx="2652">
                  <c:v>17-08-2010</c:v>
                </c:pt>
                <c:pt idx="2653">
                  <c:v>18-08-2010</c:v>
                </c:pt>
                <c:pt idx="2654">
                  <c:v>19-08-2010</c:v>
                </c:pt>
                <c:pt idx="2655">
                  <c:v>20-08-2010</c:v>
                </c:pt>
                <c:pt idx="2656">
                  <c:v>23-08-2010</c:v>
                </c:pt>
                <c:pt idx="2657">
                  <c:v>24-08-2010</c:v>
                </c:pt>
                <c:pt idx="2658">
                  <c:v>25-08-2010</c:v>
                </c:pt>
                <c:pt idx="2659">
                  <c:v>26-08-2010</c:v>
                </c:pt>
                <c:pt idx="2660">
                  <c:v>27-08-2010</c:v>
                </c:pt>
                <c:pt idx="2661">
                  <c:v>30-08-2010</c:v>
                </c:pt>
                <c:pt idx="2662">
                  <c:v>31-08-2010</c:v>
                </c:pt>
                <c:pt idx="2663">
                  <c:v>01-09-2010</c:v>
                </c:pt>
                <c:pt idx="2664">
                  <c:v>02-09-2010</c:v>
                </c:pt>
                <c:pt idx="2665">
                  <c:v>03-09-2010</c:v>
                </c:pt>
                <c:pt idx="2666">
                  <c:v>06-09-2010</c:v>
                </c:pt>
                <c:pt idx="2667">
                  <c:v>07-09-2010</c:v>
                </c:pt>
                <c:pt idx="2668">
                  <c:v>08-09-2010</c:v>
                </c:pt>
                <c:pt idx="2669">
                  <c:v>09-09-2010</c:v>
                </c:pt>
                <c:pt idx="2670">
                  <c:v>13-09-2010</c:v>
                </c:pt>
                <c:pt idx="2671">
                  <c:v>14-09-2010</c:v>
                </c:pt>
                <c:pt idx="2672">
                  <c:v>15-09-2010</c:v>
                </c:pt>
                <c:pt idx="2673">
                  <c:v>16-09-2010</c:v>
                </c:pt>
                <c:pt idx="2674">
                  <c:v>17-09-2010</c:v>
                </c:pt>
                <c:pt idx="2675">
                  <c:v>20-09-2010</c:v>
                </c:pt>
                <c:pt idx="2676">
                  <c:v>21-09-2010</c:v>
                </c:pt>
                <c:pt idx="2677">
                  <c:v>22-09-2010</c:v>
                </c:pt>
                <c:pt idx="2678">
                  <c:v>23-09-2010</c:v>
                </c:pt>
                <c:pt idx="2679">
                  <c:v>24-09-2010</c:v>
                </c:pt>
                <c:pt idx="2680">
                  <c:v>27-09-2010</c:v>
                </c:pt>
                <c:pt idx="2681">
                  <c:v>28-09-2010</c:v>
                </c:pt>
                <c:pt idx="2682">
                  <c:v>29-09-2010</c:v>
                </c:pt>
                <c:pt idx="2683">
                  <c:v>30-09-2010</c:v>
                </c:pt>
                <c:pt idx="2684">
                  <c:v>01-10-2010</c:v>
                </c:pt>
                <c:pt idx="2685">
                  <c:v>04-10-2010</c:v>
                </c:pt>
                <c:pt idx="2686">
                  <c:v>05-10-2010</c:v>
                </c:pt>
                <c:pt idx="2687">
                  <c:v>06-10-2010</c:v>
                </c:pt>
                <c:pt idx="2688">
                  <c:v>07-10-2010</c:v>
                </c:pt>
                <c:pt idx="2689">
                  <c:v>08-10-2010</c:v>
                </c:pt>
                <c:pt idx="2690">
                  <c:v>11-10-2010</c:v>
                </c:pt>
                <c:pt idx="2691">
                  <c:v>12-10-2010</c:v>
                </c:pt>
                <c:pt idx="2692">
                  <c:v>13-10-2010</c:v>
                </c:pt>
                <c:pt idx="2693">
                  <c:v>14-10-2010</c:v>
                </c:pt>
                <c:pt idx="2694">
                  <c:v>15-10-2010</c:v>
                </c:pt>
                <c:pt idx="2695">
                  <c:v>18-10-2010</c:v>
                </c:pt>
                <c:pt idx="2696">
                  <c:v>19-10-2010</c:v>
                </c:pt>
                <c:pt idx="2697">
                  <c:v>20-10-2010</c:v>
                </c:pt>
                <c:pt idx="2698">
                  <c:v>21-10-2010</c:v>
                </c:pt>
                <c:pt idx="2699">
                  <c:v>22-10-2010</c:v>
                </c:pt>
                <c:pt idx="2700">
                  <c:v>25-10-2010</c:v>
                </c:pt>
                <c:pt idx="2701">
                  <c:v>26-10-2010</c:v>
                </c:pt>
                <c:pt idx="2702">
                  <c:v>27-10-2010</c:v>
                </c:pt>
                <c:pt idx="2703">
                  <c:v>28-10-2010</c:v>
                </c:pt>
                <c:pt idx="2704">
                  <c:v>29-10-2010</c:v>
                </c:pt>
                <c:pt idx="2705">
                  <c:v>01-11-2010</c:v>
                </c:pt>
                <c:pt idx="2706">
                  <c:v>02-11-2010</c:v>
                </c:pt>
                <c:pt idx="2707">
                  <c:v>03-11-2010</c:v>
                </c:pt>
                <c:pt idx="2708">
                  <c:v>04-11-2010</c:v>
                </c:pt>
                <c:pt idx="2709">
                  <c:v>05-11-2010</c:v>
                </c:pt>
                <c:pt idx="2710">
                  <c:v>08-11-2010</c:v>
                </c:pt>
                <c:pt idx="2711">
                  <c:v>09-11-2010</c:v>
                </c:pt>
                <c:pt idx="2712">
                  <c:v>10-11-2010</c:v>
                </c:pt>
                <c:pt idx="2713">
                  <c:v>11-11-2010</c:v>
                </c:pt>
                <c:pt idx="2714">
                  <c:v>12-11-2010</c:v>
                </c:pt>
                <c:pt idx="2715">
                  <c:v>15-11-2010</c:v>
                </c:pt>
                <c:pt idx="2716">
                  <c:v>16-11-2010</c:v>
                </c:pt>
                <c:pt idx="2717">
                  <c:v>18-11-2010</c:v>
                </c:pt>
                <c:pt idx="2718">
                  <c:v>19-11-2010</c:v>
                </c:pt>
                <c:pt idx="2719">
                  <c:v>22-11-2010</c:v>
                </c:pt>
                <c:pt idx="2720">
                  <c:v>23-11-2010</c:v>
                </c:pt>
                <c:pt idx="2721">
                  <c:v>24-11-2010</c:v>
                </c:pt>
                <c:pt idx="2722">
                  <c:v>25-11-2010</c:v>
                </c:pt>
                <c:pt idx="2723">
                  <c:v>26-11-2010</c:v>
                </c:pt>
                <c:pt idx="2724">
                  <c:v>29-11-2010</c:v>
                </c:pt>
                <c:pt idx="2725">
                  <c:v>30-11-2010</c:v>
                </c:pt>
                <c:pt idx="2726">
                  <c:v>01-12-2010</c:v>
                </c:pt>
                <c:pt idx="2727">
                  <c:v>02-12-2010</c:v>
                </c:pt>
                <c:pt idx="2728">
                  <c:v>03-12-2010</c:v>
                </c:pt>
                <c:pt idx="2729">
                  <c:v>06-12-2010</c:v>
                </c:pt>
                <c:pt idx="2730">
                  <c:v>07-12-2010</c:v>
                </c:pt>
                <c:pt idx="2731">
                  <c:v>08-12-2010</c:v>
                </c:pt>
                <c:pt idx="2732">
                  <c:v>09-12-2010</c:v>
                </c:pt>
                <c:pt idx="2733">
                  <c:v>10-12-2010</c:v>
                </c:pt>
                <c:pt idx="2734">
                  <c:v>13-12-2010</c:v>
                </c:pt>
                <c:pt idx="2735">
                  <c:v>14-12-2010</c:v>
                </c:pt>
                <c:pt idx="2736">
                  <c:v>15-12-2010</c:v>
                </c:pt>
                <c:pt idx="2737">
                  <c:v>16-12-2010</c:v>
                </c:pt>
                <c:pt idx="2738">
                  <c:v>20-12-2010</c:v>
                </c:pt>
                <c:pt idx="2739">
                  <c:v>21-12-2010</c:v>
                </c:pt>
                <c:pt idx="2740">
                  <c:v>22-12-2010</c:v>
                </c:pt>
                <c:pt idx="2741">
                  <c:v>23-12-2010</c:v>
                </c:pt>
                <c:pt idx="2742">
                  <c:v>24-12-2010</c:v>
                </c:pt>
                <c:pt idx="2743">
                  <c:v>27-12-2010</c:v>
                </c:pt>
                <c:pt idx="2744">
                  <c:v>28-12-2010</c:v>
                </c:pt>
                <c:pt idx="2745">
                  <c:v>29-12-2010</c:v>
                </c:pt>
                <c:pt idx="2746">
                  <c:v>30-12-2010</c:v>
                </c:pt>
                <c:pt idx="2747">
                  <c:v>31-12-2010</c:v>
                </c:pt>
                <c:pt idx="2748">
                  <c:v>03-01-2011</c:v>
                </c:pt>
                <c:pt idx="2749">
                  <c:v>04-01-2011</c:v>
                </c:pt>
                <c:pt idx="2750">
                  <c:v>05-01-2011</c:v>
                </c:pt>
                <c:pt idx="2751">
                  <c:v>06-01-2011</c:v>
                </c:pt>
                <c:pt idx="2752">
                  <c:v>07-01-2011</c:v>
                </c:pt>
                <c:pt idx="2753">
                  <c:v>10-01-2011</c:v>
                </c:pt>
                <c:pt idx="2754">
                  <c:v>11-01-2011</c:v>
                </c:pt>
                <c:pt idx="2755">
                  <c:v>12-01-2011</c:v>
                </c:pt>
                <c:pt idx="2756">
                  <c:v>13-01-2011</c:v>
                </c:pt>
                <c:pt idx="2757">
                  <c:v>14-01-2011</c:v>
                </c:pt>
                <c:pt idx="2758">
                  <c:v>17-01-2011</c:v>
                </c:pt>
                <c:pt idx="2759">
                  <c:v>18-01-2011</c:v>
                </c:pt>
                <c:pt idx="2760">
                  <c:v>19-01-2011</c:v>
                </c:pt>
                <c:pt idx="2761">
                  <c:v>20-01-2011</c:v>
                </c:pt>
                <c:pt idx="2762">
                  <c:v>21-01-2011</c:v>
                </c:pt>
                <c:pt idx="2763">
                  <c:v>24-01-2011</c:v>
                </c:pt>
                <c:pt idx="2764">
                  <c:v>25-01-2011</c:v>
                </c:pt>
                <c:pt idx="2765">
                  <c:v>27-01-2011</c:v>
                </c:pt>
                <c:pt idx="2766">
                  <c:v>28-01-2011</c:v>
                </c:pt>
                <c:pt idx="2767">
                  <c:v>31-01-2011</c:v>
                </c:pt>
                <c:pt idx="2768">
                  <c:v>01-02-2011</c:v>
                </c:pt>
                <c:pt idx="2769">
                  <c:v>02-02-2011</c:v>
                </c:pt>
                <c:pt idx="2770">
                  <c:v>03-02-2011</c:v>
                </c:pt>
                <c:pt idx="2771">
                  <c:v>04-02-2011</c:v>
                </c:pt>
                <c:pt idx="2772">
                  <c:v>07-02-2011</c:v>
                </c:pt>
                <c:pt idx="2773">
                  <c:v>08-02-2011</c:v>
                </c:pt>
                <c:pt idx="2774">
                  <c:v>09-02-2011</c:v>
                </c:pt>
                <c:pt idx="2775">
                  <c:v>10-02-2011</c:v>
                </c:pt>
                <c:pt idx="2776">
                  <c:v>11-02-2011</c:v>
                </c:pt>
                <c:pt idx="2777">
                  <c:v>14-02-2011</c:v>
                </c:pt>
                <c:pt idx="2778">
                  <c:v>15-02-2011</c:v>
                </c:pt>
                <c:pt idx="2779">
                  <c:v>16-02-2011</c:v>
                </c:pt>
                <c:pt idx="2780">
                  <c:v>17-02-2011</c:v>
                </c:pt>
                <c:pt idx="2781">
                  <c:v>18-02-2011</c:v>
                </c:pt>
                <c:pt idx="2782">
                  <c:v>21-02-2011</c:v>
                </c:pt>
                <c:pt idx="2783">
                  <c:v>22-02-2011</c:v>
                </c:pt>
                <c:pt idx="2784">
                  <c:v>23-02-2011</c:v>
                </c:pt>
                <c:pt idx="2785">
                  <c:v>24-02-2011</c:v>
                </c:pt>
                <c:pt idx="2786">
                  <c:v>25-02-2011</c:v>
                </c:pt>
                <c:pt idx="2787">
                  <c:v>28-02-2011</c:v>
                </c:pt>
                <c:pt idx="2788">
                  <c:v>01-03-2011</c:v>
                </c:pt>
                <c:pt idx="2789">
                  <c:v>03-03-2011</c:v>
                </c:pt>
                <c:pt idx="2790">
                  <c:v>04-03-2011</c:v>
                </c:pt>
                <c:pt idx="2791">
                  <c:v>07-03-2011</c:v>
                </c:pt>
                <c:pt idx="2792">
                  <c:v>08-03-2011</c:v>
                </c:pt>
                <c:pt idx="2793">
                  <c:v>09-03-2011</c:v>
                </c:pt>
                <c:pt idx="2794">
                  <c:v>10-03-2011</c:v>
                </c:pt>
                <c:pt idx="2795">
                  <c:v>11-03-2011</c:v>
                </c:pt>
                <c:pt idx="2796">
                  <c:v>14-03-2011</c:v>
                </c:pt>
                <c:pt idx="2797">
                  <c:v>15-03-2011</c:v>
                </c:pt>
                <c:pt idx="2798">
                  <c:v>16-03-2011</c:v>
                </c:pt>
                <c:pt idx="2799">
                  <c:v>17-03-2011</c:v>
                </c:pt>
                <c:pt idx="2800">
                  <c:v>18-03-2011</c:v>
                </c:pt>
                <c:pt idx="2801">
                  <c:v>21-03-2011</c:v>
                </c:pt>
                <c:pt idx="2802">
                  <c:v>22-03-2011</c:v>
                </c:pt>
                <c:pt idx="2803">
                  <c:v>23-03-2011</c:v>
                </c:pt>
                <c:pt idx="2804">
                  <c:v>24-03-2011</c:v>
                </c:pt>
                <c:pt idx="2805">
                  <c:v>25-03-2011</c:v>
                </c:pt>
                <c:pt idx="2806">
                  <c:v>28-03-2011</c:v>
                </c:pt>
                <c:pt idx="2807">
                  <c:v>29-03-2011</c:v>
                </c:pt>
                <c:pt idx="2808">
                  <c:v>30-03-2011</c:v>
                </c:pt>
                <c:pt idx="2809">
                  <c:v>31-03-2011</c:v>
                </c:pt>
                <c:pt idx="2810">
                  <c:v>01-04-2011</c:v>
                </c:pt>
                <c:pt idx="2811">
                  <c:v>04-04-2011</c:v>
                </c:pt>
                <c:pt idx="2812">
                  <c:v>05-04-2011</c:v>
                </c:pt>
                <c:pt idx="2813">
                  <c:v>06-04-2011</c:v>
                </c:pt>
                <c:pt idx="2814">
                  <c:v>07-04-2011</c:v>
                </c:pt>
                <c:pt idx="2815">
                  <c:v>08-04-2011</c:v>
                </c:pt>
                <c:pt idx="2816">
                  <c:v>11-04-2011</c:v>
                </c:pt>
                <c:pt idx="2817">
                  <c:v>13-04-2011</c:v>
                </c:pt>
                <c:pt idx="2818">
                  <c:v>15-04-2011</c:v>
                </c:pt>
                <c:pt idx="2819">
                  <c:v>18-04-2011</c:v>
                </c:pt>
                <c:pt idx="2820">
                  <c:v>19-04-2011</c:v>
                </c:pt>
                <c:pt idx="2821">
                  <c:v>20-04-2011</c:v>
                </c:pt>
                <c:pt idx="2822">
                  <c:v>21-04-2011</c:v>
                </c:pt>
                <c:pt idx="2823">
                  <c:v>25-04-2011</c:v>
                </c:pt>
                <c:pt idx="2824">
                  <c:v>26-04-2011</c:v>
                </c:pt>
                <c:pt idx="2825">
                  <c:v>27-04-2011</c:v>
                </c:pt>
                <c:pt idx="2826">
                  <c:v>28-04-2011</c:v>
                </c:pt>
                <c:pt idx="2827">
                  <c:v>29-04-2011</c:v>
                </c:pt>
                <c:pt idx="2828">
                  <c:v>02-05-2011</c:v>
                </c:pt>
                <c:pt idx="2829">
                  <c:v>03-05-2011</c:v>
                </c:pt>
                <c:pt idx="2830">
                  <c:v>04-05-2011</c:v>
                </c:pt>
                <c:pt idx="2831">
                  <c:v>05-05-2011</c:v>
                </c:pt>
                <c:pt idx="2832">
                  <c:v>06-05-2011</c:v>
                </c:pt>
                <c:pt idx="2833">
                  <c:v>09-05-2011</c:v>
                </c:pt>
                <c:pt idx="2834">
                  <c:v>10-05-2011</c:v>
                </c:pt>
                <c:pt idx="2835">
                  <c:v>11-05-2011</c:v>
                </c:pt>
                <c:pt idx="2836">
                  <c:v>12-05-2011</c:v>
                </c:pt>
                <c:pt idx="2837">
                  <c:v>13-05-2011</c:v>
                </c:pt>
                <c:pt idx="2838">
                  <c:v>16-05-2011</c:v>
                </c:pt>
                <c:pt idx="2839">
                  <c:v>17-05-2011</c:v>
                </c:pt>
                <c:pt idx="2840">
                  <c:v>18-05-2011</c:v>
                </c:pt>
                <c:pt idx="2841">
                  <c:v>19-05-2011</c:v>
                </c:pt>
                <c:pt idx="2842">
                  <c:v>20-05-2011</c:v>
                </c:pt>
                <c:pt idx="2843">
                  <c:v>23-05-2011</c:v>
                </c:pt>
                <c:pt idx="2844">
                  <c:v>24-05-2011</c:v>
                </c:pt>
                <c:pt idx="2845">
                  <c:v>25-05-2011</c:v>
                </c:pt>
                <c:pt idx="2846">
                  <c:v>26-05-2011</c:v>
                </c:pt>
                <c:pt idx="2847">
                  <c:v>27-05-2011</c:v>
                </c:pt>
                <c:pt idx="2848">
                  <c:v>30-05-2011</c:v>
                </c:pt>
                <c:pt idx="2849">
                  <c:v>31-05-2011</c:v>
                </c:pt>
                <c:pt idx="2850">
                  <c:v>01-06-2011</c:v>
                </c:pt>
                <c:pt idx="2851">
                  <c:v>02-06-2011</c:v>
                </c:pt>
                <c:pt idx="2852">
                  <c:v>03-06-2011</c:v>
                </c:pt>
                <c:pt idx="2853">
                  <c:v>06-06-2011</c:v>
                </c:pt>
                <c:pt idx="2854">
                  <c:v>07-06-2011</c:v>
                </c:pt>
                <c:pt idx="2855">
                  <c:v>08-06-2011</c:v>
                </c:pt>
                <c:pt idx="2856">
                  <c:v>09-06-2011</c:v>
                </c:pt>
                <c:pt idx="2857">
                  <c:v>10-06-2011</c:v>
                </c:pt>
                <c:pt idx="2858">
                  <c:v>13-06-2011</c:v>
                </c:pt>
                <c:pt idx="2859">
                  <c:v>14-06-2011</c:v>
                </c:pt>
                <c:pt idx="2860">
                  <c:v>15-06-2011</c:v>
                </c:pt>
                <c:pt idx="2861">
                  <c:v>16-06-2011</c:v>
                </c:pt>
                <c:pt idx="2862">
                  <c:v>17-06-2011</c:v>
                </c:pt>
                <c:pt idx="2863">
                  <c:v>20-06-2011</c:v>
                </c:pt>
                <c:pt idx="2864">
                  <c:v>21-06-2011</c:v>
                </c:pt>
                <c:pt idx="2865">
                  <c:v>22-06-2011</c:v>
                </c:pt>
                <c:pt idx="2866">
                  <c:v>23-06-2011</c:v>
                </c:pt>
                <c:pt idx="2867">
                  <c:v>24-06-2011</c:v>
                </c:pt>
                <c:pt idx="2868">
                  <c:v>27-06-2011</c:v>
                </c:pt>
                <c:pt idx="2869">
                  <c:v>28-06-2011</c:v>
                </c:pt>
                <c:pt idx="2870">
                  <c:v>29-06-2011</c:v>
                </c:pt>
                <c:pt idx="2871">
                  <c:v>30-06-2011</c:v>
                </c:pt>
                <c:pt idx="2872">
                  <c:v>01-07-2011</c:v>
                </c:pt>
                <c:pt idx="2873">
                  <c:v>04-07-2011</c:v>
                </c:pt>
                <c:pt idx="2874">
                  <c:v>05-07-2011</c:v>
                </c:pt>
                <c:pt idx="2875">
                  <c:v>06-07-2011</c:v>
                </c:pt>
                <c:pt idx="2876">
                  <c:v>07-07-2011</c:v>
                </c:pt>
                <c:pt idx="2877">
                  <c:v>08-07-2011</c:v>
                </c:pt>
                <c:pt idx="2878">
                  <c:v>11-07-2011</c:v>
                </c:pt>
                <c:pt idx="2879">
                  <c:v>12-07-2011</c:v>
                </c:pt>
                <c:pt idx="2880">
                  <c:v>13-07-2011</c:v>
                </c:pt>
                <c:pt idx="2881">
                  <c:v>14-07-2011</c:v>
                </c:pt>
                <c:pt idx="2882">
                  <c:v>15-07-2011</c:v>
                </c:pt>
                <c:pt idx="2883">
                  <c:v>18-07-2011</c:v>
                </c:pt>
                <c:pt idx="2884">
                  <c:v>19-07-2011</c:v>
                </c:pt>
                <c:pt idx="2885">
                  <c:v>20-07-2011</c:v>
                </c:pt>
                <c:pt idx="2886">
                  <c:v>21-07-2011</c:v>
                </c:pt>
                <c:pt idx="2887">
                  <c:v>22-07-2011</c:v>
                </c:pt>
                <c:pt idx="2888">
                  <c:v>25-07-2011</c:v>
                </c:pt>
                <c:pt idx="2889">
                  <c:v>26-07-2011</c:v>
                </c:pt>
                <c:pt idx="2890">
                  <c:v>27-07-2011</c:v>
                </c:pt>
                <c:pt idx="2891">
                  <c:v>28-07-2011</c:v>
                </c:pt>
                <c:pt idx="2892">
                  <c:v>29-07-2011</c:v>
                </c:pt>
                <c:pt idx="2893">
                  <c:v>01-08-2011</c:v>
                </c:pt>
                <c:pt idx="2894">
                  <c:v>02-08-2011</c:v>
                </c:pt>
                <c:pt idx="2895">
                  <c:v>03-08-2011</c:v>
                </c:pt>
                <c:pt idx="2896">
                  <c:v>04-08-2011</c:v>
                </c:pt>
                <c:pt idx="2897">
                  <c:v>05-08-2011</c:v>
                </c:pt>
                <c:pt idx="2898">
                  <c:v>08-08-2011</c:v>
                </c:pt>
                <c:pt idx="2899">
                  <c:v>09-08-2011</c:v>
                </c:pt>
                <c:pt idx="2900">
                  <c:v>10-08-2011</c:v>
                </c:pt>
                <c:pt idx="2901">
                  <c:v>11-08-2011</c:v>
                </c:pt>
                <c:pt idx="2902">
                  <c:v>12-08-2011</c:v>
                </c:pt>
                <c:pt idx="2903">
                  <c:v>16-08-2011</c:v>
                </c:pt>
                <c:pt idx="2904">
                  <c:v>17-08-2011</c:v>
                </c:pt>
                <c:pt idx="2905">
                  <c:v>18-08-2011</c:v>
                </c:pt>
                <c:pt idx="2906">
                  <c:v>19-08-2011</c:v>
                </c:pt>
                <c:pt idx="2907">
                  <c:v>22-08-2011</c:v>
                </c:pt>
                <c:pt idx="2908">
                  <c:v>23-08-2011</c:v>
                </c:pt>
                <c:pt idx="2909">
                  <c:v>24-08-2011</c:v>
                </c:pt>
                <c:pt idx="2910">
                  <c:v>25-08-2011</c:v>
                </c:pt>
                <c:pt idx="2911">
                  <c:v>26-08-2011</c:v>
                </c:pt>
                <c:pt idx="2912">
                  <c:v>29-08-2011</c:v>
                </c:pt>
                <c:pt idx="2913">
                  <c:v>30-08-2011</c:v>
                </c:pt>
                <c:pt idx="2914">
                  <c:v>02-09-2011</c:v>
                </c:pt>
                <c:pt idx="2915">
                  <c:v>05-09-2011</c:v>
                </c:pt>
                <c:pt idx="2916">
                  <c:v>06-09-2011</c:v>
                </c:pt>
                <c:pt idx="2917">
                  <c:v>07-09-2011</c:v>
                </c:pt>
                <c:pt idx="2918">
                  <c:v>08-09-2011</c:v>
                </c:pt>
                <c:pt idx="2919">
                  <c:v>09-09-2011</c:v>
                </c:pt>
                <c:pt idx="2920">
                  <c:v>12-09-2011</c:v>
                </c:pt>
                <c:pt idx="2921">
                  <c:v>13-09-2011</c:v>
                </c:pt>
                <c:pt idx="2922">
                  <c:v>14-09-2011</c:v>
                </c:pt>
                <c:pt idx="2923">
                  <c:v>15-09-2011</c:v>
                </c:pt>
                <c:pt idx="2924">
                  <c:v>16-09-2011</c:v>
                </c:pt>
                <c:pt idx="2925">
                  <c:v>19-09-2011</c:v>
                </c:pt>
                <c:pt idx="2926">
                  <c:v>20-09-2011</c:v>
                </c:pt>
                <c:pt idx="2927">
                  <c:v>21-09-2011</c:v>
                </c:pt>
                <c:pt idx="2928">
                  <c:v>22-09-2011</c:v>
                </c:pt>
                <c:pt idx="2929">
                  <c:v>23-09-2011</c:v>
                </c:pt>
                <c:pt idx="2930">
                  <c:v>26-09-2011</c:v>
                </c:pt>
                <c:pt idx="2931">
                  <c:v>27-09-2011</c:v>
                </c:pt>
                <c:pt idx="2932">
                  <c:v>28-09-2011</c:v>
                </c:pt>
                <c:pt idx="2933">
                  <c:v>29-09-2011</c:v>
                </c:pt>
                <c:pt idx="2934">
                  <c:v>30-09-2011</c:v>
                </c:pt>
                <c:pt idx="2935">
                  <c:v>03-10-2011</c:v>
                </c:pt>
                <c:pt idx="2936">
                  <c:v>04-10-2011</c:v>
                </c:pt>
                <c:pt idx="2937">
                  <c:v>05-10-2011</c:v>
                </c:pt>
                <c:pt idx="2938">
                  <c:v>07-10-2011</c:v>
                </c:pt>
                <c:pt idx="2939">
                  <c:v>10-10-2011</c:v>
                </c:pt>
                <c:pt idx="2940">
                  <c:v>11-10-2011</c:v>
                </c:pt>
                <c:pt idx="2941">
                  <c:v>12-10-2011</c:v>
                </c:pt>
                <c:pt idx="2942">
                  <c:v>13-10-2011</c:v>
                </c:pt>
                <c:pt idx="2943">
                  <c:v>14-10-2011</c:v>
                </c:pt>
                <c:pt idx="2944">
                  <c:v>17-10-2011</c:v>
                </c:pt>
                <c:pt idx="2945">
                  <c:v>18-10-2011</c:v>
                </c:pt>
                <c:pt idx="2946">
                  <c:v>19-10-2011</c:v>
                </c:pt>
                <c:pt idx="2947">
                  <c:v>20-10-2011</c:v>
                </c:pt>
                <c:pt idx="2948">
                  <c:v>21-10-2011</c:v>
                </c:pt>
                <c:pt idx="2949">
                  <c:v>24-10-2011</c:v>
                </c:pt>
                <c:pt idx="2950">
                  <c:v>25-10-2011</c:v>
                </c:pt>
                <c:pt idx="2951">
                  <c:v>26-10-2011</c:v>
                </c:pt>
                <c:pt idx="2952">
                  <c:v>28-10-2011</c:v>
                </c:pt>
                <c:pt idx="2953">
                  <c:v>31-10-2011</c:v>
                </c:pt>
                <c:pt idx="2954">
                  <c:v>01-11-2011</c:v>
                </c:pt>
                <c:pt idx="2955">
                  <c:v>02-11-2011</c:v>
                </c:pt>
                <c:pt idx="2956">
                  <c:v>03-11-2011</c:v>
                </c:pt>
                <c:pt idx="2957">
                  <c:v>04-11-2011</c:v>
                </c:pt>
                <c:pt idx="2958">
                  <c:v>08-11-2011</c:v>
                </c:pt>
                <c:pt idx="2959">
                  <c:v>09-11-2011</c:v>
                </c:pt>
                <c:pt idx="2960">
                  <c:v>11-11-2011</c:v>
                </c:pt>
                <c:pt idx="2961">
                  <c:v>14-11-2011</c:v>
                </c:pt>
                <c:pt idx="2962">
                  <c:v>15-11-2011</c:v>
                </c:pt>
                <c:pt idx="2963">
                  <c:v>16-11-2011</c:v>
                </c:pt>
                <c:pt idx="2964">
                  <c:v>17-11-2011</c:v>
                </c:pt>
                <c:pt idx="2965">
                  <c:v>18-11-2011</c:v>
                </c:pt>
                <c:pt idx="2966">
                  <c:v>21-11-2011</c:v>
                </c:pt>
                <c:pt idx="2967">
                  <c:v>22-11-2011</c:v>
                </c:pt>
                <c:pt idx="2968">
                  <c:v>23-11-2011</c:v>
                </c:pt>
                <c:pt idx="2969">
                  <c:v>24-11-2011</c:v>
                </c:pt>
                <c:pt idx="2970">
                  <c:v>25-11-2011</c:v>
                </c:pt>
                <c:pt idx="2971">
                  <c:v>28-11-2011</c:v>
                </c:pt>
                <c:pt idx="2972">
                  <c:v>29-11-2011</c:v>
                </c:pt>
                <c:pt idx="2973">
                  <c:v>30-11-2011</c:v>
                </c:pt>
                <c:pt idx="2974">
                  <c:v>01-12-2011</c:v>
                </c:pt>
                <c:pt idx="2975">
                  <c:v>02-12-2011</c:v>
                </c:pt>
                <c:pt idx="2976">
                  <c:v>05-12-2011</c:v>
                </c:pt>
                <c:pt idx="2977">
                  <c:v>07-12-2011</c:v>
                </c:pt>
                <c:pt idx="2978">
                  <c:v>08-12-2011</c:v>
                </c:pt>
                <c:pt idx="2979">
                  <c:v>09-12-2011</c:v>
                </c:pt>
                <c:pt idx="2980">
                  <c:v>12-12-2011</c:v>
                </c:pt>
                <c:pt idx="2981">
                  <c:v>13-12-2011</c:v>
                </c:pt>
                <c:pt idx="2982">
                  <c:v>14-12-2011</c:v>
                </c:pt>
                <c:pt idx="2983">
                  <c:v>15-12-2011</c:v>
                </c:pt>
                <c:pt idx="2984">
                  <c:v>16-12-2011</c:v>
                </c:pt>
                <c:pt idx="2985">
                  <c:v>19-12-2011</c:v>
                </c:pt>
                <c:pt idx="2986">
                  <c:v>20-12-2011</c:v>
                </c:pt>
                <c:pt idx="2987">
                  <c:v>21-12-2011</c:v>
                </c:pt>
                <c:pt idx="2988">
                  <c:v>22-12-2011</c:v>
                </c:pt>
                <c:pt idx="2989">
                  <c:v>23-12-2011</c:v>
                </c:pt>
                <c:pt idx="2990">
                  <c:v>26-12-2011</c:v>
                </c:pt>
                <c:pt idx="2991">
                  <c:v>27-12-2011</c:v>
                </c:pt>
                <c:pt idx="2992">
                  <c:v>28-12-2011</c:v>
                </c:pt>
                <c:pt idx="2993">
                  <c:v>29-12-2011</c:v>
                </c:pt>
                <c:pt idx="2994">
                  <c:v>30-12-2011</c:v>
                </c:pt>
                <c:pt idx="2995">
                  <c:v>02-01-2012</c:v>
                </c:pt>
                <c:pt idx="2996">
                  <c:v>03-01-2012</c:v>
                </c:pt>
                <c:pt idx="2997">
                  <c:v>04-01-2012</c:v>
                </c:pt>
                <c:pt idx="2998">
                  <c:v>05-01-2012</c:v>
                </c:pt>
                <c:pt idx="2999">
                  <c:v>06-01-2012</c:v>
                </c:pt>
                <c:pt idx="3000">
                  <c:v>07-01-2012</c:v>
                </c:pt>
                <c:pt idx="3001">
                  <c:v>09-01-2012</c:v>
                </c:pt>
                <c:pt idx="3002">
                  <c:v>10-01-2012</c:v>
                </c:pt>
                <c:pt idx="3003">
                  <c:v>11-01-2012</c:v>
                </c:pt>
                <c:pt idx="3004">
                  <c:v>12-01-2012</c:v>
                </c:pt>
                <c:pt idx="3005">
                  <c:v>13-01-2012</c:v>
                </c:pt>
                <c:pt idx="3006">
                  <c:v>16-01-2012</c:v>
                </c:pt>
                <c:pt idx="3007">
                  <c:v>17-01-2012</c:v>
                </c:pt>
                <c:pt idx="3008">
                  <c:v>18-01-2012</c:v>
                </c:pt>
                <c:pt idx="3009">
                  <c:v>19-01-2012</c:v>
                </c:pt>
                <c:pt idx="3010">
                  <c:v>20-01-2012</c:v>
                </c:pt>
                <c:pt idx="3011">
                  <c:v>23-01-2012</c:v>
                </c:pt>
                <c:pt idx="3012">
                  <c:v>24-01-2012</c:v>
                </c:pt>
                <c:pt idx="3013">
                  <c:v>25-01-2012</c:v>
                </c:pt>
                <c:pt idx="3014">
                  <c:v>27-01-2012</c:v>
                </c:pt>
                <c:pt idx="3015">
                  <c:v>30-01-2012</c:v>
                </c:pt>
                <c:pt idx="3016">
                  <c:v>31-01-2012</c:v>
                </c:pt>
                <c:pt idx="3017">
                  <c:v>01-02-2012</c:v>
                </c:pt>
                <c:pt idx="3018">
                  <c:v>02-02-2012</c:v>
                </c:pt>
                <c:pt idx="3019">
                  <c:v>03-02-2012</c:v>
                </c:pt>
                <c:pt idx="3020">
                  <c:v>06-02-2012</c:v>
                </c:pt>
                <c:pt idx="3021">
                  <c:v>07-02-2012</c:v>
                </c:pt>
                <c:pt idx="3022">
                  <c:v>08-02-2012</c:v>
                </c:pt>
                <c:pt idx="3023">
                  <c:v>09-02-2012</c:v>
                </c:pt>
                <c:pt idx="3024">
                  <c:v>10-02-2012</c:v>
                </c:pt>
                <c:pt idx="3025">
                  <c:v>13-02-2012</c:v>
                </c:pt>
                <c:pt idx="3026">
                  <c:v>14-02-2012</c:v>
                </c:pt>
                <c:pt idx="3027">
                  <c:v>15-02-2012</c:v>
                </c:pt>
                <c:pt idx="3028">
                  <c:v>16-02-2012</c:v>
                </c:pt>
                <c:pt idx="3029">
                  <c:v>17-02-2012</c:v>
                </c:pt>
                <c:pt idx="3030">
                  <c:v>21-02-2012</c:v>
                </c:pt>
                <c:pt idx="3031">
                  <c:v>22-02-2012</c:v>
                </c:pt>
                <c:pt idx="3032">
                  <c:v>23-02-2012</c:v>
                </c:pt>
                <c:pt idx="3033">
                  <c:v>24-02-2012</c:v>
                </c:pt>
                <c:pt idx="3034">
                  <c:v>27-02-2012</c:v>
                </c:pt>
                <c:pt idx="3035">
                  <c:v>28-02-2012</c:v>
                </c:pt>
                <c:pt idx="3036">
                  <c:v>29-02-2012</c:v>
                </c:pt>
                <c:pt idx="3037">
                  <c:v>01-03-2012</c:v>
                </c:pt>
                <c:pt idx="3038">
                  <c:v>02-03-2012</c:v>
                </c:pt>
                <c:pt idx="3039">
                  <c:v>03-03-2012</c:v>
                </c:pt>
                <c:pt idx="3040">
                  <c:v>05-03-2012</c:v>
                </c:pt>
                <c:pt idx="3041">
                  <c:v>06-03-2012</c:v>
                </c:pt>
                <c:pt idx="3042">
                  <c:v>07-03-2012</c:v>
                </c:pt>
                <c:pt idx="3043">
                  <c:v>09-03-2012</c:v>
                </c:pt>
                <c:pt idx="3044">
                  <c:v>12-03-2012</c:v>
                </c:pt>
                <c:pt idx="3045">
                  <c:v>13-03-2012</c:v>
                </c:pt>
                <c:pt idx="3046">
                  <c:v>14-03-2012</c:v>
                </c:pt>
                <c:pt idx="3047">
                  <c:v>15-03-2012</c:v>
                </c:pt>
                <c:pt idx="3048">
                  <c:v>16-03-2012</c:v>
                </c:pt>
                <c:pt idx="3049">
                  <c:v>19-03-2012</c:v>
                </c:pt>
                <c:pt idx="3050">
                  <c:v>20-03-2012</c:v>
                </c:pt>
                <c:pt idx="3051">
                  <c:v>21-03-2012</c:v>
                </c:pt>
                <c:pt idx="3052">
                  <c:v>22-03-2012</c:v>
                </c:pt>
                <c:pt idx="3053">
                  <c:v>23-03-2012</c:v>
                </c:pt>
                <c:pt idx="3054">
                  <c:v>26-03-2012</c:v>
                </c:pt>
                <c:pt idx="3055">
                  <c:v>27-03-2012</c:v>
                </c:pt>
                <c:pt idx="3056">
                  <c:v>28-03-2012</c:v>
                </c:pt>
                <c:pt idx="3057">
                  <c:v>29-03-2012</c:v>
                </c:pt>
                <c:pt idx="3058">
                  <c:v>30-03-2012</c:v>
                </c:pt>
                <c:pt idx="3059">
                  <c:v>02-04-2012</c:v>
                </c:pt>
                <c:pt idx="3060">
                  <c:v>03-04-2012</c:v>
                </c:pt>
                <c:pt idx="3061">
                  <c:v>04-04-2012</c:v>
                </c:pt>
                <c:pt idx="3062">
                  <c:v>09-04-2012</c:v>
                </c:pt>
                <c:pt idx="3063">
                  <c:v>10-04-2012</c:v>
                </c:pt>
                <c:pt idx="3064">
                  <c:v>11-04-2012</c:v>
                </c:pt>
                <c:pt idx="3065">
                  <c:v>12-04-2012</c:v>
                </c:pt>
                <c:pt idx="3066">
                  <c:v>13-04-2012</c:v>
                </c:pt>
                <c:pt idx="3067">
                  <c:v>16-04-2012</c:v>
                </c:pt>
                <c:pt idx="3068">
                  <c:v>17-04-2012</c:v>
                </c:pt>
                <c:pt idx="3069">
                  <c:v>18-04-2012</c:v>
                </c:pt>
                <c:pt idx="3070">
                  <c:v>19-04-2012</c:v>
                </c:pt>
                <c:pt idx="3071">
                  <c:v>20-04-2012</c:v>
                </c:pt>
                <c:pt idx="3072">
                  <c:v>23-04-2012</c:v>
                </c:pt>
                <c:pt idx="3073">
                  <c:v>24-04-2012</c:v>
                </c:pt>
                <c:pt idx="3074">
                  <c:v>25-04-2012</c:v>
                </c:pt>
                <c:pt idx="3075">
                  <c:v>26-04-2012</c:v>
                </c:pt>
                <c:pt idx="3076">
                  <c:v>27-04-2012</c:v>
                </c:pt>
                <c:pt idx="3077">
                  <c:v>28-04-2012</c:v>
                </c:pt>
                <c:pt idx="3078">
                  <c:v>30-04-2012</c:v>
                </c:pt>
                <c:pt idx="3079">
                  <c:v>02-05-2012</c:v>
                </c:pt>
                <c:pt idx="3080">
                  <c:v>03-05-2012</c:v>
                </c:pt>
                <c:pt idx="3081">
                  <c:v>04-05-2012</c:v>
                </c:pt>
                <c:pt idx="3082">
                  <c:v>07-05-2012</c:v>
                </c:pt>
                <c:pt idx="3083">
                  <c:v>08-05-2012</c:v>
                </c:pt>
                <c:pt idx="3084">
                  <c:v>09-05-2012</c:v>
                </c:pt>
                <c:pt idx="3085">
                  <c:v>10-05-2012</c:v>
                </c:pt>
                <c:pt idx="3086">
                  <c:v>11-05-2012</c:v>
                </c:pt>
                <c:pt idx="3087">
                  <c:v>14-05-2012</c:v>
                </c:pt>
                <c:pt idx="3088">
                  <c:v>15-05-2012</c:v>
                </c:pt>
                <c:pt idx="3089">
                  <c:v>16-05-2012</c:v>
                </c:pt>
                <c:pt idx="3090">
                  <c:v>17-05-2012</c:v>
                </c:pt>
                <c:pt idx="3091">
                  <c:v>18-05-2012</c:v>
                </c:pt>
                <c:pt idx="3092">
                  <c:v>21-05-2012</c:v>
                </c:pt>
                <c:pt idx="3093">
                  <c:v>22-05-2012</c:v>
                </c:pt>
                <c:pt idx="3094">
                  <c:v>23-05-2012</c:v>
                </c:pt>
                <c:pt idx="3095">
                  <c:v>24-05-2012</c:v>
                </c:pt>
                <c:pt idx="3096">
                  <c:v>25-05-2012</c:v>
                </c:pt>
                <c:pt idx="3097">
                  <c:v>28-05-2012</c:v>
                </c:pt>
                <c:pt idx="3098">
                  <c:v>29-05-2012</c:v>
                </c:pt>
                <c:pt idx="3099">
                  <c:v>30-05-2012</c:v>
                </c:pt>
                <c:pt idx="3100">
                  <c:v>31-05-2012</c:v>
                </c:pt>
                <c:pt idx="3101">
                  <c:v>01-06-2012</c:v>
                </c:pt>
                <c:pt idx="3102">
                  <c:v>04-06-2012</c:v>
                </c:pt>
                <c:pt idx="3103">
                  <c:v>05-06-2012</c:v>
                </c:pt>
                <c:pt idx="3104">
                  <c:v>06-06-2012</c:v>
                </c:pt>
                <c:pt idx="3105">
                  <c:v>07-06-2012</c:v>
                </c:pt>
                <c:pt idx="3106">
                  <c:v>08-06-2012</c:v>
                </c:pt>
                <c:pt idx="3107">
                  <c:v>11-06-2012</c:v>
                </c:pt>
                <c:pt idx="3108">
                  <c:v>12-06-2012</c:v>
                </c:pt>
                <c:pt idx="3109">
                  <c:v>13-06-2012</c:v>
                </c:pt>
                <c:pt idx="3110">
                  <c:v>14-06-2012</c:v>
                </c:pt>
                <c:pt idx="3111">
                  <c:v>15-06-2012</c:v>
                </c:pt>
                <c:pt idx="3112">
                  <c:v>18-06-2012</c:v>
                </c:pt>
                <c:pt idx="3113">
                  <c:v>19-06-2012</c:v>
                </c:pt>
                <c:pt idx="3114">
                  <c:v>20-06-2012</c:v>
                </c:pt>
                <c:pt idx="3115">
                  <c:v>21-06-2012</c:v>
                </c:pt>
                <c:pt idx="3116">
                  <c:v>22-06-2012</c:v>
                </c:pt>
                <c:pt idx="3117">
                  <c:v>25-06-2012</c:v>
                </c:pt>
                <c:pt idx="3118">
                  <c:v>26-06-2012</c:v>
                </c:pt>
                <c:pt idx="3119">
                  <c:v>27-06-2012</c:v>
                </c:pt>
                <c:pt idx="3120">
                  <c:v>28-06-2012</c:v>
                </c:pt>
                <c:pt idx="3121">
                  <c:v>29-06-2012</c:v>
                </c:pt>
                <c:pt idx="3122">
                  <c:v>02-07-2012</c:v>
                </c:pt>
                <c:pt idx="3123">
                  <c:v>03-07-2012</c:v>
                </c:pt>
                <c:pt idx="3124">
                  <c:v>04-07-2012</c:v>
                </c:pt>
                <c:pt idx="3125">
                  <c:v>05-07-2012</c:v>
                </c:pt>
                <c:pt idx="3126">
                  <c:v>06-07-2012</c:v>
                </c:pt>
                <c:pt idx="3127">
                  <c:v>09-07-2012</c:v>
                </c:pt>
                <c:pt idx="3128">
                  <c:v>10-07-2012</c:v>
                </c:pt>
                <c:pt idx="3129">
                  <c:v>11-07-2012</c:v>
                </c:pt>
                <c:pt idx="3130">
                  <c:v>12-07-2012</c:v>
                </c:pt>
                <c:pt idx="3131">
                  <c:v>13-07-2012</c:v>
                </c:pt>
                <c:pt idx="3132">
                  <c:v>16-07-2012</c:v>
                </c:pt>
                <c:pt idx="3133">
                  <c:v>17-07-2012</c:v>
                </c:pt>
                <c:pt idx="3134">
                  <c:v>18-07-2012</c:v>
                </c:pt>
                <c:pt idx="3135">
                  <c:v>19-07-2012</c:v>
                </c:pt>
                <c:pt idx="3136">
                  <c:v>20-07-2012</c:v>
                </c:pt>
                <c:pt idx="3137">
                  <c:v>23-07-2012</c:v>
                </c:pt>
                <c:pt idx="3138">
                  <c:v>24-07-2012</c:v>
                </c:pt>
                <c:pt idx="3139">
                  <c:v>25-07-2012</c:v>
                </c:pt>
                <c:pt idx="3140">
                  <c:v>26-07-2012</c:v>
                </c:pt>
                <c:pt idx="3141">
                  <c:v>27-07-2012</c:v>
                </c:pt>
                <c:pt idx="3142">
                  <c:v>30-07-2012</c:v>
                </c:pt>
                <c:pt idx="3143">
                  <c:v>31-07-2012</c:v>
                </c:pt>
                <c:pt idx="3144">
                  <c:v>01-08-2012</c:v>
                </c:pt>
                <c:pt idx="3145">
                  <c:v>02-08-2012</c:v>
                </c:pt>
                <c:pt idx="3146">
                  <c:v>03-08-2012</c:v>
                </c:pt>
                <c:pt idx="3147">
                  <c:v>06-08-2012</c:v>
                </c:pt>
                <c:pt idx="3148">
                  <c:v>07-08-2012</c:v>
                </c:pt>
                <c:pt idx="3149">
                  <c:v>08-08-2012</c:v>
                </c:pt>
                <c:pt idx="3150">
                  <c:v>09-08-2012</c:v>
                </c:pt>
                <c:pt idx="3151">
                  <c:v>10-08-2012</c:v>
                </c:pt>
                <c:pt idx="3152">
                  <c:v>13-08-2012</c:v>
                </c:pt>
                <c:pt idx="3153">
                  <c:v>14-08-2012</c:v>
                </c:pt>
                <c:pt idx="3154">
                  <c:v>16-08-2012</c:v>
                </c:pt>
                <c:pt idx="3155">
                  <c:v>17-08-2012</c:v>
                </c:pt>
                <c:pt idx="3156">
                  <c:v>21-08-2012</c:v>
                </c:pt>
                <c:pt idx="3157">
                  <c:v>22-08-2012</c:v>
                </c:pt>
                <c:pt idx="3158">
                  <c:v>23-08-2012</c:v>
                </c:pt>
                <c:pt idx="3159">
                  <c:v>24-08-2012</c:v>
                </c:pt>
                <c:pt idx="3160">
                  <c:v>27-08-2012</c:v>
                </c:pt>
                <c:pt idx="3161">
                  <c:v>28-08-2012</c:v>
                </c:pt>
                <c:pt idx="3162">
                  <c:v>29-08-2012</c:v>
                </c:pt>
                <c:pt idx="3163">
                  <c:v>30-08-2012</c:v>
                </c:pt>
                <c:pt idx="3164">
                  <c:v>31-08-2012</c:v>
                </c:pt>
                <c:pt idx="3165">
                  <c:v>03-09-2012</c:v>
                </c:pt>
                <c:pt idx="3166">
                  <c:v>04-09-2012</c:v>
                </c:pt>
                <c:pt idx="3167">
                  <c:v>05-09-2012</c:v>
                </c:pt>
                <c:pt idx="3168">
                  <c:v>06-09-2012</c:v>
                </c:pt>
                <c:pt idx="3169">
                  <c:v>07-09-2012</c:v>
                </c:pt>
                <c:pt idx="3170">
                  <c:v>08-09-2012</c:v>
                </c:pt>
                <c:pt idx="3171">
                  <c:v>10-09-2012</c:v>
                </c:pt>
                <c:pt idx="3172">
                  <c:v>11-09-2012</c:v>
                </c:pt>
                <c:pt idx="3173">
                  <c:v>12-09-2012</c:v>
                </c:pt>
                <c:pt idx="3174">
                  <c:v>13-09-2012</c:v>
                </c:pt>
                <c:pt idx="3175">
                  <c:v>14-09-2012</c:v>
                </c:pt>
                <c:pt idx="3176">
                  <c:v>17-09-2012</c:v>
                </c:pt>
                <c:pt idx="3177">
                  <c:v>18-09-2012</c:v>
                </c:pt>
                <c:pt idx="3178">
                  <c:v>20-09-2012</c:v>
                </c:pt>
                <c:pt idx="3179">
                  <c:v>21-09-2012</c:v>
                </c:pt>
                <c:pt idx="3180">
                  <c:v>24-09-2012</c:v>
                </c:pt>
                <c:pt idx="3181">
                  <c:v>25-09-2012</c:v>
                </c:pt>
                <c:pt idx="3182">
                  <c:v>26-09-2012</c:v>
                </c:pt>
                <c:pt idx="3183">
                  <c:v>27-09-2012</c:v>
                </c:pt>
                <c:pt idx="3184">
                  <c:v>28-09-2012</c:v>
                </c:pt>
                <c:pt idx="3185">
                  <c:v>01-10-2012</c:v>
                </c:pt>
                <c:pt idx="3186">
                  <c:v>03-10-2012</c:v>
                </c:pt>
                <c:pt idx="3187">
                  <c:v>04-10-2012</c:v>
                </c:pt>
                <c:pt idx="3188">
                  <c:v>05-10-2012</c:v>
                </c:pt>
                <c:pt idx="3189">
                  <c:v>08-10-2012</c:v>
                </c:pt>
                <c:pt idx="3190">
                  <c:v>09-10-2012</c:v>
                </c:pt>
                <c:pt idx="3191">
                  <c:v>10-10-2012</c:v>
                </c:pt>
                <c:pt idx="3192">
                  <c:v>11-10-2012</c:v>
                </c:pt>
                <c:pt idx="3193">
                  <c:v>12-10-2012</c:v>
                </c:pt>
                <c:pt idx="3194">
                  <c:v>15-10-2012</c:v>
                </c:pt>
                <c:pt idx="3195">
                  <c:v>16-10-2012</c:v>
                </c:pt>
                <c:pt idx="3196">
                  <c:v>17-10-2012</c:v>
                </c:pt>
                <c:pt idx="3197">
                  <c:v>18-10-2012</c:v>
                </c:pt>
                <c:pt idx="3198">
                  <c:v>19-10-2012</c:v>
                </c:pt>
                <c:pt idx="3199">
                  <c:v>22-10-2012</c:v>
                </c:pt>
                <c:pt idx="3200">
                  <c:v>23-10-2012</c:v>
                </c:pt>
                <c:pt idx="3201">
                  <c:v>25-10-2012</c:v>
                </c:pt>
                <c:pt idx="3202">
                  <c:v>26-10-2012</c:v>
                </c:pt>
                <c:pt idx="3203">
                  <c:v>29-10-2012</c:v>
                </c:pt>
                <c:pt idx="3204">
                  <c:v>30-10-2012</c:v>
                </c:pt>
                <c:pt idx="3205">
                  <c:v>31-10-2012</c:v>
                </c:pt>
                <c:pt idx="3206">
                  <c:v>01-11-2012</c:v>
                </c:pt>
                <c:pt idx="3207">
                  <c:v>02-11-2012</c:v>
                </c:pt>
                <c:pt idx="3208">
                  <c:v>05-11-2012</c:v>
                </c:pt>
                <c:pt idx="3209">
                  <c:v>06-11-2012</c:v>
                </c:pt>
                <c:pt idx="3210">
                  <c:v>07-11-2012</c:v>
                </c:pt>
                <c:pt idx="3211">
                  <c:v>08-11-2012</c:v>
                </c:pt>
                <c:pt idx="3212">
                  <c:v>09-11-2012</c:v>
                </c:pt>
                <c:pt idx="3213">
                  <c:v>12-11-2012</c:v>
                </c:pt>
                <c:pt idx="3214">
                  <c:v>13-11-2012</c:v>
                </c:pt>
                <c:pt idx="3215">
                  <c:v>15-11-2012</c:v>
                </c:pt>
                <c:pt idx="3216">
                  <c:v>16-11-2012</c:v>
                </c:pt>
                <c:pt idx="3217">
                  <c:v>19-11-2012</c:v>
                </c:pt>
                <c:pt idx="3218">
                  <c:v>20-11-2012</c:v>
                </c:pt>
                <c:pt idx="3219">
                  <c:v>21-11-2012</c:v>
                </c:pt>
                <c:pt idx="3220">
                  <c:v>22-11-2012</c:v>
                </c:pt>
                <c:pt idx="3221">
                  <c:v>23-11-2012</c:v>
                </c:pt>
                <c:pt idx="3222">
                  <c:v>26-11-2012</c:v>
                </c:pt>
                <c:pt idx="3223">
                  <c:v>27-11-2012</c:v>
                </c:pt>
                <c:pt idx="3224">
                  <c:v>29-11-2012</c:v>
                </c:pt>
                <c:pt idx="3225">
                  <c:v>30-11-2012</c:v>
                </c:pt>
                <c:pt idx="3226">
                  <c:v>03-12-2012</c:v>
                </c:pt>
                <c:pt idx="3227">
                  <c:v>04-12-2012</c:v>
                </c:pt>
                <c:pt idx="3228">
                  <c:v>05-12-2012</c:v>
                </c:pt>
                <c:pt idx="3229">
                  <c:v>06-12-2012</c:v>
                </c:pt>
                <c:pt idx="3230">
                  <c:v>07-12-2012</c:v>
                </c:pt>
                <c:pt idx="3231">
                  <c:v>10-12-2012</c:v>
                </c:pt>
                <c:pt idx="3232">
                  <c:v>11-12-2012</c:v>
                </c:pt>
                <c:pt idx="3233">
                  <c:v>12-12-2012</c:v>
                </c:pt>
                <c:pt idx="3234">
                  <c:v>13-12-2012</c:v>
                </c:pt>
                <c:pt idx="3235">
                  <c:v>14-12-2012</c:v>
                </c:pt>
                <c:pt idx="3236">
                  <c:v>17-12-2012</c:v>
                </c:pt>
                <c:pt idx="3237">
                  <c:v>18-12-2012</c:v>
                </c:pt>
                <c:pt idx="3238">
                  <c:v>19-12-2012</c:v>
                </c:pt>
                <c:pt idx="3239">
                  <c:v>20-12-2012</c:v>
                </c:pt>
                <c:pt idx="3240">
                  <c:v>21-12-2012</c:v>
                </c:pt>
                <c:pt idx="3241">
                  <c:v>24-12-2012</c:v>
                </c:pt>
                <c:pt idx="3242">
                  <c:v>26-12-2012</c:v>
                </c:pt>
                <c:pt idx="3243">
                  <c:v>27-12-2012</c:v>
                </c:pt>
                <c:pt idx="3244">
                  <c:v>28-12-2012</c:v>
                </c:pt>
                <c:pt idx="3245">
                  <c:v>31-12-2012</c:v>
                </c:pt>
                <c:pt idx="3246">
                  <c:v>01-01-2013</c:v>
                </c:pt>
                <c:pt idx="3247">
                  <c:v>02-01-2013</c:v>
                </c:pt>
                <c:pt idx="3248">
                  <c:v>03-01-2013</c:v>
                </c:pt>
                <c:pt idx="3249">
                  <c:v>04-01-2013</c:v>
                </c:pt>
                <c:pt idx="3250">
                  <c:v>07-01-2013</c:v>
                </c:pt>
                <c:pt idx="3251">
                  <c:v>08-01-2013</c:v>
                </c:pt>
                <c:pt idx="3252">
                  <c:v>09-01-2013</c:v>
                </c:pt>
                <c:pt idx="3253">
                  <c:v>10-01-2013</c:v>
                </c:pt>
                <c:pt idx="3254">
                  <c:v>11-01-2013</c:v>
                </c:pt>
                <c:pt idx="3255">
                  <c:v>14-01-2013</c:v>
                </c:pt>
                <c:pt idx="3256">
                  <c:v>15-01-2013</c:v>
                </c:pt>
                <c:pt idx="3257">
                  <c:v>16-01-2013</c:v>
                </c:pt>
                <c:pt idx="3258">
                  <c:v>17-01-2013</c:v>
                </c:pt>
                <c:pt idx="3259">
                  <c:v>18-01-2013</c:v>
                </c:pt>
                <c:pt idx="3260">
                  <c:v>21-01-2013</c:v>
                </c:pt>
                <c:pt idx="3261">
                  <c:v>22-01-2013</c:v>
                </c:pt>
                <c:pt idx="3262">
                  <c:v>23-01-2013</c:v>
                </c:pt>
                <c:pt idx="3263">
                  <c:v>24-01-2013</c:v>
                </c:pt>
                <c:pt idx="3264">
                  <c:v>25-01-2013</c:v>
                </c:pt>
                <c:pt idx="3265">
                  <c:v>28-01-2013</c:v>
                </c:pt>
                <c:pt idx="3266">
                  <c:v>29-01-2013</c:v>
                </c:pt>
                <c:pt idx="3267">
                  <c:v>30-01-2013</c:v>
                </c:pt>
                <c:pt idx="3268">
                  <c:v>31-01-2013</c:v>
                </c:pt>
                <c:pt idx="3269">
                  <c:v>01-02-2013</c:v>
                </c:pt>
                <c:pt idx="3270">
                  <c:v>04-02-2013</c:v>
                </c:pt>
                <c:pt idx="3271">
                  <c:v>05-02-2013</c:v>
                </c:pt>
                <c:pt idx="3272">
                  <c:v>06-02-2013</c:v>
                </c:pt>
                <c:pt idx="3273">
                  <c:v>07-02-2013</c:v>
                </c:pt>
                <c:pt idx="3274">
                  <c:v>08-02-2013</c:v>
                </c:pt>
                <c:pt idx="3275">
                  <c:v>11-02-2013</c:v>
                </c:pt>
                <c:pt idx="3276">
                  <c:v>12-02-2013</c:v>
                </c:pt>
                <c:pt idx="3277">
                  <c:v>13-02-2013</c:v>
                </c:pt>
                <c:pt idx="3278">
                  <c:v>14-02-2013</c:v>
                </c:pt>
                <c:pt idx="3279">
                  <c:v>15-02-2013</c:v>
                </c:pt>
                <c:pt idx="3280">
                  <c:v>18-02-2013</c:v>
                </c:pt>
                <c:pt idx="3281">
                  <c:v>19-02-2013</c:v>
                </c:pt>
                <c:pt idx="3282">
                  <c:v>20-02-2013</c:v>
                </c:pt>
                <c:pt idx="3283">
                  <c:v>21-02-2013</c:v>
                </c:pt>
                <c:pt idx="3284">
                  <c:v>22-02-2013</c:v>
                </c:pt>
                <c:pt idx="3285">
                  <c:v>25-02-2013</c:v>
                </c:pt>
                <c:pt idx="3286">
                  <c:v>26-02-2013</c:v>
                </c:pt>
                <c:pt idx="3287">
                  <c:v>27-02-2013</c:v>
                </c:pt>
                <c:pt idx="3288">
                  <c:v>28-02-2013</c:v>
                </c:pt>
                <c:pt idx="3289">
                  <c:v>01-03-2013</c:v>
                </c:pt>
                <c:pt idx="3290">
                  <c:v>04-03-2013</c:v>
                </c:pt>
                <c:pt idx="3291">
                  <c:v>05-03-2013</c:v>
                </c:pt>
                <c:pt idx="3292">
                  <c:v>06-03-2013</c:v>
                </c:pt>
                <c:pt idx="3293">
                  <c:v>07-03-2013</c:v>
                </c:pt>
                <c:pt idx="3294">
                  <c:v>08-03-2013</c:v>
                </c:pt>
                <c:pt idx="3295">
                  <c:v>11-03-2013</c:v>
                </c:pt>
                <c:pt idx="3296">
                  <c:v>12-03-2013</c:v>
                </c:pt>
                <c:pt idx="3297">
                  <c:v>13-03-2013</c:v>
                </c:pt>
                <c:pt idx="3298">
                  <c:v>14-03-2013</c:v>
                </c:pt>
                <c:pt idx="3299">
                  <c:v>15-03-2013</c:v>
                </c:pt>
                <c:pt idx="3300">
                  <c:v>18-03-2013</c:v>
                </c:pt>
                <c:pt idx="3301">
                  <c:v>19-03-2013</c:v>
                </c:pt>
                <c:pt idx="3302">
                  <c:v>20-03-2013</c:v>
                </c:pt>
                <c:pt idx="3303">
                  <c:v>21-03-2013</c:v>
                </c:pt>
                <c:pt idx="3304">
                  <c:v>22-03-2013</c:v>
                </c:pt>
                <c:pt idx="3305">
                  <c:v>25-03-2013</c:v>
                </c:pt>
                <c:pt idx="3306">
                  <c:v>26-03-2013</c:v>
                </c:pt>
                <c:pt idx="3307">
                  <c:v>28-03-2013</c:v>
                </c:pt>
                <c:pt idx="3308">
                  <c:v>01-04-2013</c:v>
                </c:pt>
                <c:pt idx="3309">
                  <c:v>02-04-2013</c:v>
                </c:pt>
                <c:pt idx="3310">
                  <c:v>03-04-2013</c:v>
                </c:pt>
                <c:pt idx="3311">
                  <c:v>04-04-2013</c:v>
                </c:pt>
                <c:pt idx="3312">
                  <c:v>05-04-2013</c:v>
                </c:pt>
                <c:pt idx="3313">
                  <c:v>08-04-2013</c:v>
                </c:pt>
                <c:pt idx="3314">
                  <c:v>09-04-2013</c:v>
                </c:pt>
                <c:pt idx="3315">
                  <c:v>10-04-2013</c:v>
                </c:pt>
                <c:pt idx="3316">
                  <c:v>11-04-2013</c:v>
                </c:pt>
                <c:pt idx="3317">
                  <c:v>12-04-2013</c:v>
                </c:pt>
                <c:pt idx="3318">
                  <c:v>15-04-2013</c:v>
                </c:pt>
                <c:pt idx="3319">
                  <c:v>16-04-2013</c:v>
                </c:pt>
                <c:pt idx="3320">
                  <c:v>17-04-2013</c:v>
                </c:pt>
                <c:pt idx="3321">
                  <c:v>18-04-2013</c:v>
                </c:pt>
                <c:pt idx="3322">
                  <c:v>22-04-2013</c:v>
                </c:pt>
                <c:pt idx="3323">
                  <c:v>23-04-2013</c:v>
                </c:pt>
                <c:pt idx="3324">
                  <c:v>25-04-2013</c:v>
                </c:pt>
                <c:pt idx="3325">
                  <c:v>26-04-2013</c:v>
                </c:pt>
                <c:pt idx="3326">
                  <c:v>29-04-2013</c:v>
                </c:pt>
                <c:pt idx="3327">
                  <c:v>30-04-2013</c:v>
                </c:pt>
                <c:pt idx="3328">
                  <c:v>02-05-2013</c:v>
                </c:pt>
                <c:pt idx="3329">
                  <c:v>03-05-2013</c:v>
                </c:pt>
                <c:pt idx="3330">
                  <c:v>06-05-2013</c:v>
                </c:pt>
                <c:pt idx="3331">
                  <c:v>07-05-2013</c:v>
                </c:pt>
                <c:pt idx="3332">
                  <c:v>08-05-2013</c:v>
                </c:pt>
                <c:pt idx="3333">
                  <c:v>09-05-2013</c:v>
                </c:pt>
                <c:pt idx="3334">
                  <c:v>10-05-2013</c:v>
                </c:pt>
                <c:pt idx="3335">
                  <c:v>11-05-2013</c:v>
                </c:pt>
                <c:pt idx="3336">
                  <c:v>13-05-2013</c:v>
                </c:pt>
                <c:pt idx="3337">
                  <c:v>14-05-2013</c:v>
                </c:pt>
                <c:pt idx="3338">
                  <c:v>15-05-2013</c:v>
                </c:pt>
                <c:pt idx="3339">
                  <c:v>16-05-2013</c:v>
                </c:pt>
                <c:pt idx="3340">
                  <c:v>17-05-2013</c:v>
                </c:pt>
                <c:pt idx="3341">
                  <c:v>20-05-2013</c:v>
                </c:pt>
                <c:pt idx="3342">
                  <c:v>21-05-2013</c:v>
                </c:pt>
                <c:pt idx="3343">
                  <c:v>22-05-2013</c:v>
                </c:pt>
                <c:pt idx="3344">
                  <c:v>23-05-2013</c:v>
                </c:pt>
                <c:pt idx="3345">
                  <c:v>24-05-2013</c:v>
                </c:pt>
                <c:pt idx="3346">
                  <c:v>27-05-2013</c:v>
                </c:pt>
                <c:pt idx="3347">
                  <c:v>28-05-2013</c:v>
                </c:pt>
                <c:pt idx="3348">
                  <c:v>29-05-2013</c:v>
                </c:pt>
                <c:pt idx="3349">
                  <c:v>30-05-2013</c:v>
                </c:pt>
                <c:pt idx="3350">
                  <c:v>31-05-2013</c:v>
                </c:pt>
                <c:pt idx="3351">
                  <c:v>03-06-2013</c:v>
                </c:pt>
                <c:pt idx="3352">
                  <c:v>04-06-2013</c:v>
                </c:pt>
                <c:pt idx="3353">
                  <c:v>05-06-2013</c:v>
                </c:pt>
                <c:pt idx="3354">
                  <c:v>06-06-2013</c:v>
                </c:pt>
                <c:pt idx="3355">
                  <c:v>07-06-2013</c:v>
                </c:pt>
                <c:pt idx="3356">
                  <c:v>10-06-2013</c:v>
                </c:pt>
                <c:pt idx="3357">
                  <c:v>11-06-2013</c:v>
                </c:pt>
                <c:pt idx="3358">
                  <c:v>12-06-2013</c:v>
                </c:pt>
                <c:pt idx="3359">
                  <c:v>13-06-2013</c:v>
                </c:pt>
                <c:pt idx="3360">
                  <c:v>14-06-2013</c:v>
                </c:pt>
                <c:pt idx="3361">
                  <c:v>17-06-2013</c:v>
                </c:pt>
                <c:pt idx="3362">
                  <c:v>18-06-2013</c:v>
                </c:pt>
                <c:pt idx="3363">
                  <c:v>19-06-2013</c:v>
                </c:pt>
                <c:pt idx="3364">
                  <c:v>20-06-2013</c:v>
                </c:pt>
                <c:pt idx="3365">
                  <c:v>21-06-2013</c:v>
                </c:pt>
                <c:pt idx="3366">
                  <c:v>24-06-2013</c:v>
                </c:pt>
                <c:pt idx="3367">
                  <c:v>25-06-2013</c:v>
                </c:pt>
                <c:pt idx="3368">
                  <c:v>26-06-2013</c:v>
                </c:pt>
                <c:pt idx="3369">
                  <c:v>27-06-2013</c:v>
                </c:pt>
                <c:pt idx="3370">
                  <c:v>28-06-2013</c:v>
                </c:pt>
                <c:pt idx="3371">
                  <c:v>01-07-2013</c:v>
                </c:pt>
                <c:pt idx="3372">
                  <c:v>02-07-2013</c:v>
                </c:pt>
                <c:pt idx="3373">
                  <c:v>03-07-2013</c:v>
                </c:pt>
                <c:pt idx="3374">
                  <c:v>04-07-2013</c:v>
                </c:pt>
                <c:pt idx="3375">
                  <c:v>05-07-2013</c:v>
                </c:pt>
                <c:pt idx="3376">
                  <c:v>08-07-2013</c:v>
                </c:pt>
                <c:pt idx="3377">
                  <c:v>09-07-2013</c:v>
                </c:pt>
                <c:pt idx="3378">
                  <c:v>10-07-2013</c:v>
                </c:pt>
                <c:pt idx="3379">
                  <c:v>11-07-2013</c:v>
                </c:pt>
                <c:pt idx="3380">
                  <c:v>12-07-2013</c:v>
                </c:pt>
                <c:pt idx="3381">
                  <c:v>15-07-2013</c:v>
                </c:pt>
                <c:pt idx="3382">
                  <c:v>16-07-2013</c:v>
                </c:pt>
                <c:pt idx="3383">
                  <c:v>17-07-2013</c:v>
                </c:pt>
                <c:pt idx="3384">
                  <c:v>18-07-2013</c:v>
                </c:pt>
                <c:pt idx="3385">
                  <c:v>19-07-2013</c:v>
                </c:pt>
                <c:pt idx="3386">
                  <c:v>22-07-2013</c:v>
                </c:pt>
                <c:pt idx="3387">
                  <c:v>23-07-2013</c:v>
                </c:pt>
                <c:pt idx="3388">
                  <c:v>24-07-2013</c:v>
                </c:pt>
                <c:pt idx="3389">
                  <c:v>25-07-2013</c:v>
                </c:pt>
                <c:pt idx="3390">
                  <c:v>26-07-2013</c:v>
                </c:pt>
                <c:pt idx="3391">
                  <c:v>29-07-2013</c:v>
                </c:pt>
                <c:pt idx="3392">
                  <c:v>30-07-2013</c:v>
                </c:pt>
                <c:pt idx="3393">
                  <c:v>31-07-2013</c:v>
                </c:pt>
                <c:pt idx="3394">
                  <c:v>01-08-2013</c:v>
                </c:pt>
                <c:pt idx="3395">
                  <c:v>02-08-2013</c:v>
                </c:pt>
                <c:pt idx="3396">
                  <c:v>05-08-2013</c:v>
                </c:pt>
                <c:pt idx="3397">
                  <c:v>06-08-2013</c:v>
                </c:pt>
                <c:pt idx="3398">
                  <c:v>07-08-2013</c:v>
                </c:pt>
                <c:pt idx="3399">
                  <c:v>08-08-2013</c:v>
                </c:pt>
                <c:pt idx="3400">
                  <c:v>12-08-2013</c:v>
                </c:pt>
                <c:pt idx="3401">
                  <c:v>13-08-2013</c:v>
                </c:pt>
                <c:pt idx="3402">
                  <c:v>14-08-2013</c:v>
                </c:pt>
                <c:pt idx="3403">
                  <c:v>16-08-2013</c:v>
                </c:pt>
                <c:pt idx="3404">
                  <c:v>19-08-2013</c:v>
                </c:pt>
                <c:pt idx="3405">
                  <c:v>20-08-2013</c:v>
                </c:pt>
                <c:pt idx="3406">
                  <c:v>21-08-2013</c:v>
                </c:pt>
                <c:pt idx="3407">
                  <c:v>22-08-2013</c:v>
                </c:pt>
                <c:pt idx="3408">
                  <c:v>23-08-2013</c:v>
                </c:pt>
                <c:pt idx="3409">
                  <c:v>26-08-2013</c:v>
                </c:pt>
                <c:pt idx="3410">
                  <c:v>27-08-2013</c:v>
                </c:pt>
                <c:pt idx="3411">
                  <c:v>28-08-2013</c:v>
                </c:pt>
                <c:pt idx="3412">
                  <c:v>29-08-2013</c:v>
                </c:pt>
                <c:pt idx="3413">
                  <c:v>30-08-2013</c:v>
                </c:pt>
                <c:pt idx="3414">
                  <c:v>02-09-2013</c:v>
                </c:pt>
                <c:pt idx="3415">
                  <c:v>03-09-2013</c:v>
                </c:pt>
                <c:pt idx="3416">
                  <c:v>04-09-2013</c:v>
                </c:pt>
                <c:pt idx="3417">
                  <c:v>05-09-2013</c:v>
                </c:pt>
                <c:pt idx="3418">
                  <c:v>06-09-2013</c:v>
                </c:pt>
                <c:pt idx="3419">
                  <c:v>10-09-2013</c:v>
                </c:pt>
                <c:pt idx="3420">
                  <c:v>11-09-2013</c:v>
                </c:pt>
                <c:pt idx="3421">
                  <c:v>12-09-2013</c:v>
                </c:pt>
                <c:pt idx="3422">
                  <c:v>13-09-2013</c:v>
                </c:pt>
                <c:pt idx="3423">
                  <c:v>16-09-2013</c:v>
                </c:pt>
                <c:pt idx="3424">
                  <c:v>17-09-2013</c:v>
                </c:pt>
                <c:pt idx="3425">
                  <c:v>18-09-2013</c:v>
                </c:pt>
                <c:pt idx="3426">
                  <c:v>19-09-2013</c:v>
                </c:pt>
                <c:pt idx="3427">
                  <c:v>20-09-2013</c:v>
                </c:pt>
                <c:pt idx="3428">
                  <c:v>23-09-2013</c:v>
                </c:pt>
                <c:pt idx="3429">
                  <c:v>24-09-2013</c:v>
                </c:pt>
                <c:pt idx="3430">
                  <c:v>25-09-2013</c:v>
                </c:pt>
                <c:pt idx="3431">
                  <c:v>26-09-2013</c:v>
                </c:pt>
                <c:pt idx="3432">
                  <c:v>27-09-2013</c:v>
                </c:pt>
                <c:pt idx="3433">
                  <c:v>30-09-2013</c:v>
                </c:pt>
                <c:pt idx="3434">
                  <c:v>01-10-2013</c:v>
                </c:pt>
                <c:pt idx="3435">
                  <c:v>03-10-2013</c:v>
                </c:pt>
                <c:pt idx="3436">
                  <c:v>04-10-2013</c:v>
                </c:pt>
                <c:pt idx="3437">
                  <c:v>07-10-2013</c:v>
                </c:pt>
                <c:pt idx="3438">
                  <c:v>08-10-2013</c:v>
                </c:pt>
                <c:pt idx="3439">
                  <c:v>09-10-2013</c:v>
                </c:pt>
                <c:pt idx="3440">
                  <c:v>10-10-2013</c:v>
                </c:pt>
                <c:pt idx="3441">
                  <c:v>11-10-2013</c:v>
                </c:pt>
                <c:pt idx="3442">
                  <c:v>14-10-2013</c:v>
                </c:pt>
                <c:pt idx="3443">
                  <c:v>15-10-2013</c:v>
                </c:pt>
                <c:pt idx="3444">
                  <c:v>17-10-2013</c:v>
                </c:pt>
                <c:pt idx="3445">
                  <c:v>18-10-2013</c:v>
                </c:pt>
                <c:pt idx="3446">
                  <c:v>21-10-2013</c:v>
                </c:pt>
                <c:pt idx="3447">
                  <c:v>22-10-2013</c:v>
                </c:pt>
                <c:pt idx="3448">
                  <c:v>23-10-2013</c:v>
                </c:pt>
                <c:pt idx="3449">
                  <c:v>24-10-2013</c:v>
                </c:pt>
                <c:pt idx="3450">
                  <c:v>25-10-2013</c:v>
                </c:pt>
                <c:pt idx="3451">
                  <c:v>28-10-2013</c:v>
                </c:pt>
                <c:pt idx="3452">
                  <c:v>29-10-2013</c:v>
                </c:pt>
                <c:pt idx="3453">
                  <c:v>30-10-2013</c:v>
                </c:pt>
                <c:pt idx="3454">
                  <c:v>31-10-2013</c:v>
                </c:pt>
                <c:pt idx="3455">
                  <c:v>01-11-2013</c:v>
                </c:pt>
                <c:pt idx="3456">
                  <c:v>03-11-2013</c:v>
                </c:pt>
                <c:pt idx="3457">
                  <c:v>05-11-2013</c:v>
                </c:pt>
                <c:pt idx="3458">
                  <c:v>06-11-2013</c:v>
                </c:pt>
                <c:pt idx="3459">
                  <c:v>07-11-2013</c:v>
                </c:pt>
                <c:pt idx="3460">
                  <c:v>08-11-2013</c:v>
                </c:pt>
                <c:pt idx="3461">
                  <c:v>11-11-2013</c:v>
                </c:pt>
                <c:pt idx="3462">
                  <c:v>12-11-2013</c:v>
                </c:pt>
                <c:pt idx="3463">
                  <c:v>13-11-2013</c:v>
                </c:pt>
                <c:pt idx="3464">
                  <c:v>14-11-2013</c:v>
                </c:pt>
                <c:pt idx="3465">
                  <c:v>18-11-2013</c:v>
                </c:pt>
                <c:pt idx="3466">
                  <c:v>19-11-2013</c:v>
                </c:pt>
                <c:pt idx="3467">
                  <c:v>20-11-2013</c:v>
                </c:pt>
                <c:pt idx="3468">
                  <c:v>21-11-2013</c:v>
                </c:pt>
                <c:pt idx="3469">
                  <c:v>22-11-2013</c:v>
                </c:pt>
                <c:pt idx="3470">
                  <c:v>25-11-2013</c:v>
                </c:pt>
                <c:pt idx="3471">
                  <c:v>26-11-2013</c:v>
                </c:pt>
                <c:pt idx="3472">
                  <c:v>27-11-2013</c:v>
                </c:pt>
                <c:pt idx="3473">
                  <c:v>28-11-2013</c:v>
                </c:pt>
                <c:pt idx="3474">
                  <c:v>29-11-2013</c:v>
                </c:pt>
                <c:pt idx="3475">
                  <c:v>02-12-2013</c:v>
                </c:pt>
                <c:pt idx="3476">
                  <c:v>03-12-2013</c:v>
                </c:pt>
                <c:pt idx="3477">
                  <c:v>04-12-2013</c:v>
                </c:pt>
                <c:pt idx="3478">
                  <c:v>05-12-2013</c:v>
                </c:pt>
                <c:pt idx="3479">
                  <c:v>06-12-2013</c:v>
                </c:pt>
                <c:pt idx="3480">
                  <c:v>09-12-2013</c:v>
                </c:pt>
                <c:pt idx="3481">
                  <c:v>10-12-2013</c:v>
                </c:pt>
                <c:pt idx="3482">
                  <c:v>11-12-2013</c:v>
                </c:pt>
                <c:pt idx="3483">
                  <c:v>12-12-2013</c:v>
                </c:pt>
                <c:pt idx="3484">
                  <c:v>13-12-2013</c:v>
                </c:pt>
                <c:pt idx="3485">
                  <c:v>16-12-2013</c:v>
                </c:pt>
                <c:pt idx="3486">
                  <c:v>17-12-2013</c:v>
                </c:pt>
                <c:pt idx="3487">
                  <c:v>18-12-2013</c:v>
                </c:pt>
                <c:pt idx="3488">
                  <c:v>19-12-2013</c:v>
                </c:pt>
                <c:pt idx="3489">
                  <c:v>20-12-2013</c:v>
                </c:pt>
                <c:pt idx="3490">
                  <c:v>23-12-2013</c:v>
                </c:pt>
                <c:pt idx="3491">
                  <c:v>24-12-2013</c:v>
                </c:pt>
                <c:pt idx="3492">
                  <c:v>26-12-2013</c:v>
                </c:pt>
                <c:pt idx="3493">
                  <c:v>27-12-2013</c:v>
                </c:pt>
                <c:pt idx="3494">
                  <c:v>30-12-2013</c:v>
                </c:pt>
                <c:pt idx="3495">
                  <c:v>31-12-2013</c:v>
                </c:pt>
                <c:pt idx="3496">
                  <c:v>01-01-2014</c:v>
                </c:pt>
                <c:pt idx="3497">
                  <c:v>02-01-2014</c:v>
                </c:pt>
                <c:pt idx="3498">
                  <c:v>03-01-2014</c:v>
                </c:pt>
                <c:pt idx="3499">
                  <c:v>06-01-2014</c:v>
                </c:pt>
                <c:pt idx="3500">
                  <c:v>07-01-2014</c:v>
                </c:pt>
                <c:pt idx="3501">
                  <c:v>08-01-2014</c:v>
                </c:pt>
                <c:pt idx="3502">
                  <c:v>09-01-2014</c:v>
                </c:pt>
                <c:pt idx="3503">
                  <c:v>10-01-2014</c:v>
                </c:pt>
                <c:pt idx="3504">
                  <c:v>13-01-2014</c:v>
                </c:pt>
                <c:pt idx="3505">
                  <c:v>14-01-2014</c:v>
                </c:pt>
                <c:pt idx="3506">
                  <c:v>15-01-2014</c:v>
                </c:pt>
                <c:pt idx="3507">
                  <c:v>16-01-2014</c:v>
                </c:pt>
                <c:pt idx="3508">
                  <c:v>17-01-2014</c:v>
                </c:pt>
                <c:pt idx="3509">
                  <c:v>20-01-2014</c:v>
                </c:pt>
                <c:pt idx="3510">
                  <c:v>21-01-2014</c:v>
                </c:pt>
                <c:pt idx="3511">
                  <c:v>22-01-2014</c:v>
                </c:pt>
                <c:pt idx="3512">
                  <c:v>23-01-2014</c:v>
                </c:pt>
                <c:pt idx="3513">
                  <c:v>24-01-2014</c:v>
                </c:pt>
                <c:pt idx="3514">
                  <c:v>27-01-2014</c:v>
                </c:pt>
                <c:pt idx="3515">
                  <c:v>28-01-2014</c:v>
                </c:pt>
                <c:pt idx="3516">
                  <c:v>29-01-2014</c:v>
                </c:pt>
                <c:pt idx="3517">
                  <c:v>30-01-2014</c:v>
                </c:pt>
                <c:pt idx="3518">
                  <c:v>31-01-2014</c:v>
                </c:pt>
                <c:pt idx="3519">
                  <c:v>03-02-2014</c:v>
                </c:pt>
                <c:pt idx="3520">
                  <c:v>04-02-2014</c:v>
                </c:pt>
                <c:pt idx="3521">
                  <c:v>05-02-2014</c:v>
                </c:pt>
                <c:pt idx="3522">
                  <c:v>06-02-2014</c:v>
                </c:pt>
                <c:pt idx="3523">
                  <c:v>07-02-2014</c:v>
                </c:pt>
                <c:pt idx="3524">
                  <c:v>10-02-2014</c:v>
                </c:pt>
                <c:pt idx="3525">
                  <c:v>11-02-2014</c:v>
                </c:pt>
                <c:pt idx="3526">
                  <c:v>12-02-2014</c:v>
                </c:pt>
                <c:pt idx="3527">
                  <c:v>13-02-2014</c:v>
                </c:pt>
                <c:pt idx="3528">
                  <c:v>14-02-2014</c:v>
                </c:pt>
                <c:pt idx="3529">
                  <c:v>17-02-2014</c:v>
                </c:pt>
                <c:pt idx="3530">
                  <c:v>18-02-2014</c:v>
                </c:pt>
                <c:pt idx="3531">
                  <c:v>19-02-2014</c:v>
                </c:pt>
                <c:pt idx="3532">
                  <c:v>20-02-2014</c:v>
                </c:pt>
                <c:pt idx="3533">
                  <c:v>21-02-2014</c:v>
                </c:pt>
                <c:pt idx="3534">
                  <c:v>24-02-2014</c:v>
                </c:pt>
                <c:pt idx="3535">
                  <c:v>25-02-2014</c:v>
                </c:pt>
                <c:pt idx="3536">
                  <c:v>26-02-2014</c:v>
                </c:pt>
                <c:pt idx="3537">
                  <c:v>28-02-2014</c:v>
                </c:pt>
                <c:pt idx="3538">
                  <c:v>03-03-2014</c:v>
                </c:pt>
                <c:pt idx="3539">
                  <c:v>04-03-2014</c:v>
                </c:pt>
                <c:pt idx="3540">
                  <c:v>05-03-2014</c:v>
                </c:pt>
                <c:pt idx="3541">
                  <c:v>06-03-2014</c:v>
                </c:pt>
                <c:pt idx="3542">
                  <c:v>07-03-2014</c:v>
                </c:pt>
                <c:pt idx="3543">
                  <c:v>10-03-2014</c:v>
                </c:pt>
                <c:pt idx="3544">
                  <c:v>11-03-2014</c:v>
                </c:pt>
                <c:pt idx="3545">
                  <c:v>12-03-2014</c:v>
                </c:pt>
                <c:pt idx="3546">
                  <c:v>13-03-2014</c:v>
                </c:pt>
                <c:pt idx="3547">
                  <c:v>14-03-2014</c:v>
                </c:pt>
                <c:pt idx="3548">
                  <c:v>18-03-2014</c:v>
                </c:pt>
                <c:pt idx="3549">
                  <c:v>19-03-2014</c:v>
                </c:pt>
                <c:pt idx="3550">
                  <c:v>20-03-2014</c:v>
                </c:pt>
                <c:pt idx="3551">
                  <c:v>21-03-2014</c:v>
                </c:pt>
                <c:pt idx="3552">
                  <c:v>22-03-2014</c:v>
                </c:pt>
                <c:pt idx="3553">
                  <c:v>24-03-2014</c:v>
                </c:pt>
                <c:pt idx="3554">
                  <c:v>25-03-2014</c:v>
                </c:pt>
                <c:pt idx="3555">
                  <c:v>26-03-2014</c:v>
                </c:pt>
                <c:pt idx="3556">
                  <c:v>27-03-2014</c:v>
                </c:pt>
                <c:pt idx="3557">
                  <c:v>28-03-2014</c:v>
                </c:pt>
                <c:pt idx="3558">
                  <c:v>31-03-2014</c:v>
                </c:pt>
                <c:pt idx="3559">
                  <c:v>01-04-2014</c:v>
                </c:pt>
                <c:pt idx="3560">
                  <c:v>02-04-2014</c:v>
                </c:pt>
                <c:pt idx="3561">
                  <c:v>03-04-2014</c:v>
                </c:pt>
                <c:pt idx="3562">
                  <c:v>04-04-2014</c:v>
                </c:pt>
                <c:pt idx="3563">
                  <c:v>07-04-2014</c:v>
                </c:pt>
                <c:pt idx="3564">
                  <c:v>09-04-2014</c:v>
                </c:pt>
                <c:pt idx="3565">
                  <c:v>10-04-2014</c:v>
                </c:pt>
                <c:pt idx="3566">
                  <c:v>11-04-2014</c:v>
                </c:pt>
                <c:pt idx="3567">
                  <c:v>15-04-2014</c:v>
                </c:pt>
                <c:pt idx="3568">
                  <c:v>16-04-2014</c:v>
                </c:pt>
                <c:pt idx="3569">
                  <c:v>17-04-2014</c:v>
                </c:pt>
                <c:pt idx="3570">
                  <c:v>21-04-2014</c:v>
                </c:pt>
                <c:pt idx="3571">
                  <c:v>22-04-2014</c:v>
                </c:pt>
                <c:pt idx="3572">
                  <c:v>23-04-2014</c:v>
                </c:pt>
                <c:pt idx="3573">
                  <c:v>25-04-2014</c:v>
                </c:pt>
                <c:pt idx="3574">
                  <c:v>28-04-2014</c:v>
                </c:pt>
                <c:pt idx="3575">
                  <c:v>29-04-2014</c:v>
                </c:pt>
                <c:pt idx="3576">
                  <c:v>30-04-2014</c:v>
                </c:pt>
                <c:pt idx="3577">
                  <c:v>02-05-2014</c:v>
                </c:pt>
                <c:pt idx="3578">
                  <c:v>05-05-2014</c:v>
                </c:pt>
                <c:pt idx="3579">
                  <c:v>06-05-2014</c:v>
                </c:pt>
                <c:pt idx="3580">
                  <c:v>07-05-2014</c:v>
                </c:pt>
                <c:pt idx="3581">
                  <c:v>08-05-2014</c:v>
                </c:pt>
                <c:pt idx="3582">
                  <c:v>09-05-2014</c:v>
                </c:pt>
                <c:pt idx="3583">
                  <c:v>12-05-2014</c:v>
                </c:pt>
                <c:pt idx="3584">
                  <c:v>13-05-2014</c:v>
                </c:pt>
                <c:pt idx="3585">
                  <c:v>14-05-2014</c:v>
                </c:pt>
                <c:pt idx="3586">
                  <c:v>15-05-2014</c:v>
                </c:pt>
                <c:pt idx="3587">
                  <c:v>16-05-2014</c:v>
                </c:pt>
                <c:pt idx="3588">
                  <c:v>19-05-2014</c:v>
                </c:pt>
                <c:pt idx="3589">
                  <c:v>20-05-2014</c:v>
                </c:pt>
                <c:pt idx="3590">
                  <c:v>21-05-2014</c:v>
                </c:pt>
                <c:pt idx="3591">
                  <c:v>22-05-2014</c:v>
                </c:pt>
                <c:pt idx="3592">
                  <c:v>23-05-2014</c:v>
                </c:pt>
                <c:pt idx="3593">
                  <c:v>26-05-2014</c:v>
                </c:pt>
                <c:pt idx="3594">
                  <c:v>27-05-2014</c:v>
                </c:pt>
                <c:pt idx="3595">
                  <c:v>28-05-2014</c:v>
                </c:pt>
                <c:pt idx="3596">
                  <c:v>29-05-2014</c:v>
                </c:pt>
                <c:pt idx="3597">
                  <c:v>30-05-2014</c:v>
                </c:pt>
                <c:pt idx="3598">
                  <c:v>02-06-2014</c:v>
                </c:pt>
                <c:pt idx="3599">
                  <c:v>03-06-2014</c:v>
                </c:pt>
                <c:pt idx="3600">
                  <c:v>04-06-2014</c:v>
                </c:pt>
                <c:pt idx="3601">
                  <c:v>05-06-2014</c:v>
                </c:pt>
                <c:pt idx="3602">
                  <c:v>06-06-2014</c:v>
                </c:pt>
                <c:pt idx="3603">
                  <c:v>09-06-2014</c:v>
                </c:pt>
                <c:pt idx="3604">
                  <c:v>10-06-2014</c:v>
                </c:pt>
                <c:pt idx="3605">
                  <c:v>11-06-2014</c:v>
                </c:pt>
                <c:pt idx="3606">
                  <c:v>12-06-2014</c:v>
                </c:pt>
                <c:pt idx="3607">
                  <c:v>13-06-2014</c:v>
                </c:pt>
                <c:pt idx="3608">
                  <c:v>16-06-2014</c:v>
                </c:pt>
                <c:pt idx="3609">
                  <c:v>17-06-2014</c:v>
                </c:pt>
                <c:pt idx="3610">
                  <c:v>18-06-2014</c:v>
                </c:pt>
                <c:pt idx="3611">
                  <c:v>19-06-2014</c:v>
                </c:pt>
                <c:pt idx="3612">
                  <c:v>20-06-2014</c:v>
                </c:pt>
                <c:pt idx="3613">
                  <c:v>23-06-2014</c:v>
                </c:pt>
                <c:pt idx="3614">
                  <c:v>24-06-2014</c:v>
                </c:pt>
                <c:pt idx="3615">
                  <c:v>25-06-2014</c:v>
                </c:pt>
                <c:pt idx="3616">
                  <c:v>26-06-2014</c:v>
                </c:pt>
                <c:pt idx="3617">
                  <c:v>27-06-2014</c:v>
                </c:pt>
                <c:pt idx="3618">
                  <c:v>30-06-2014</c:v>
                </c:pt>
                <c:pt idx="3619">
                  <c:v>01-07-2014</c:v>
                </c:pt>
                <c:pt idx="3620">
                  <c:v>02-07-2014</c:v>
                </c:pt>
                <c:pt idx="3621">
                  <c:v>03-07-2014</c:v>
                </c:pt>
                <c:pt idx="3622">
                  <c:v>04-07-2014</c:v>
                </c:pt>
                <c:pt idx="3623">
                  <c:v>07-07-2014</c:v>
                </c:pt>
                <c:pt idx="3624">
                  <c:v>08-07-2014</c:v>
                </c:pt>
                <c:pt idx="3625">
                  <c:v>09-07-2014</c:v>
                </c:pt>
                <c:pt idx="3626">
                  <c:v>10-07-2014</c:v>
                </c:pt>
                <c:pt idx="3627">
                  <c:v>11-07-2014</c:v>
                </c:pt>
                <c:pt idx="3628">
                  <c:v>14-07-2014</c:v>
                </c:pt>
                <c:pt idx="3629">
                  <c:v>15-07-2014</c:v>
                </c:pt>
                <c:pt idx="3630">
                  <c:v>16-07-2014</c:v>
                </c:pt>
                <c:pt idx="3631">
                  <c:v>17-07-2014</c:v>
                </c:pt>
                <c:pt idx="3632">
                  <c:v>18-07-2014</c:v>
                </c:pt>
                <c:pt idx="3633">
                  <c:v>21-07-2014</c:v>
                </c:pt>
                <c:pt idx="3634">
                  <c:v>22-07-2014</c:v>
                </c:pt>
                <c:pt idx="3635">
                  <c:v>23-07-2014</c:v>
                </c:pt>
                <c:pt idx="3636">
                  <c:v>24-07-2014</c:v>
                </c:pt>
                <c:pt idx="3637">
                  <c:v>25-07-2014</c:v>
                </c:pt>
                <c:pt idx="3638">
                  <c:v>28-07-2014</c:v>
                </c:pt>
                <c:pt idx="3639">
                  <c:v>30-07-2014</c:v>
                </c:pt>
                <c:pt idx="3640">
                  <c:v>31-07-2014</c:v>
                </c:pt>
                <c:pt idx="3641">
                  <c:v>01-08-2014</c:v>
                </c:pt>
                <c:pt idx="3642">
                  <c:v>04-08-2014</c:v>
                </c:pt>
                <c:pt idx="3643">
                  <c:v>05-08-2014</c:v>
                </c:pt>
                <c:pt idx="3644">
                  <c:v>06-08-2014</c:v>
                </c:pt>
                <c:pt idx="3645">
                  <c:v>07-08-2014</c:v>
                </c:pt>
                <c:pt idx="3646">
                  <c:v>08-08-2014</c:v>
                </c:pt>
                <c:pt idx="3647">
                  <c:v>11-08-2014</c:v>
                </c:pt>
                <c:pt idx="3648">
                  <c:v>12-08-2014</c:v>
                </c:pt>
                <c:pt idx="3649">
                  <c:v>13-08-2014</c:v>
                </c:pt>
                <c:pt idx="3650">
                  <c:v>14-08-2014</c:v>
                </c:pt>
                <c:pt idx="3651">
                  <c:v>18-08-2014</c:v>
                </c:pt>
                <c:pt idx="3652">
                  <c:v>19-08-2014</c:v>
                </c:pt>
                <c:pt idx="3653">
                  <c:v>20-08-2014</c:v>
                </c:pt>
                <c:pt idx="3654">
                  <c:v>21-08-2014</c:v>
                </c:pt>
                <c:pt idx="3655">
                  <c:v>22-08-2014</c:v>
                </c:pt>
                <c:pt idx="3656">
                  <c:v>25-08-2014</c:v>
                </c:pt>
                <c:pt idx="3657">
                  <c:v>26-08-2014</c:v>
                </c:pt>
                <c:pt idx="3658">
                  <c:v>27-08-2014</c:v>
                </c:pt>
                <c:pt idx="3659">
                  <c:v>28-08-2014</c:v>
                </c:pt>
                <c:pt idx="3660">
                  <c:v>01-09-2014</c:v>
                </c:pt>
                <c:pt idx="3661">
                  <c:v>02-09-2014</c:v>
                </c:pt>
                <c:pt idx="3662">
                  <c:v>03-09-2014</c:v>
                </c:pt>
                <c:pt idx="3663">
                  <c:v>04-09-2014</c:v>
                </c:pt>
                <c:pt idx="3664">
                  <c:v>05-09-2014</c:v>
                </c:pt>
                <c:pt idx="3665">
                  <c:v>08-09-2014</c:v>
                </c:pt>
                <c:pt idx="3666">
                  <c:v>09-09-2014</c:v>
                </c:pt>
                <c:pt idx="3667">
                  <c:v>10-09-2014</c:v>
                </c:pt>
                <c:pt idx="3668">
                  <c:v>11-09-2014</c:v>
                </c:pt>
                <c:pt idx="3669">
                  <c:v>12-09-2014</c:v>
                </c:pt>
                <c:pt idx="3670">
                  <c:v>15-09-2014</c:v>
                </c:pt>
                <c:pt idx="3671">
                  <c:v>16-09-2014</c:v>
                </c:pt>
                <c:pt idx="3672">
                  <c:v>17-09-2014</c:v>
                </c:pt>
                <c:pt idx="3673">
                  <c:v>18-09-2014</c:v>
                </c:pt>
                <c:pt idx="3674">
                  <c:v>19-09-2014</c:v>
                </c:pt>
                <c:pt idx="3675">
                  <c:v>22-09-2014</c:v>
                </c:pt>
                <c:pt idx="3676">
                  <c:v>23-09-2014</c:v>
                </c:pt>
                <c:pt idx="3677">
                  <c:v>24-09-2014</c:v>
                </c:pt>
                <c:pt idx="3678">
                  <c:v>25-09-2014</c:v>
                </c:pt>
                <c:pt idx="3679">
                  <c:v>26-09-2014</c:v>
                </c:pt>
                <c:pt idx="3680">
                  <c:v>29-09-2014</c:v>
                </c:pt>
                <c:pt idx="3681">
                  <c:v>30-09-2014</c:v>
                </c:pt>
                <c:pt idx="3682">
                  <c:v>01-10-2014</c:v>
                </c:pt>
                <c:pt idx="3683">
                  <c:v>07-10-2014</c:v>
                </c:pt>
                <c:pt idx="3684">
                  <c:v>08-10-2014</c:v>
                </c:pt>
                <c:pt idx="3685">
                  <c:v>09-10-2014</c:v>
                </c:pt>
                <c:pt idx="3686">
                  <c:v>10-10-2014</c:v>
                </c:pt>
                <c:pt idx="3687">
                  <c:v>13-10-2014</c:v>
                </c:pt>
                <c:pt idx="3688">
                  <c:v>14-10-2014</c:v>
                </c:pt>
                <c:pt idx="3689">
                  <c:v>16-10-2014</c:v>
                </c:pt>
                <c:pt idx="3690">
                  <c:v>17-10-2014</c:v>
                </c:pt>
                <c:pt idx="3691">
                  <c:v>20-10-2014</c:v>
                </c:pt>
                <c:pt idx="3692">
                  <c:v>21-10-2014</c:v>
                </c:pt>
                <c:pt idx="3693">
                  <c:v>22-10-2014</c:v>
                </c:pt>
                <c:pt idx="3694">
                  <c:v>23-10-2014</c:v>
                </c:pt>
                <c:pt idx="3695">
                  <c:v>27-10-2014</c:v>
                </c:pt>
                <c:pt idx="3696">
                  <c:v>28-10-2014</c:v>
                </c:pt>
                <c:pt idx="3697">
                  <c:v>29-10-2014</c:v>
                </c:pt>
                <c:pt idx="3698">
                  <c:v>30-10-2014</c:v>
                </c:pt>
                <c:pt idx="3699">
                  <c:v>31-10-2014</c:v>
                </c:pt>
                <c:pt idx="3700">
                  <c:v>03-11-2014</c:v>
                </c:pt>
                <c:pt idx="3701">
                  <c:v>05-11-2014</c:v>
                </c:pt>
                <c:pt idx="3702">
                  <c:v>07-11-2014</c:v>
                </c:pt>
                <c:pt idx="3703">
                  <c:v>10-11-2014</c:v>
                </c:pt>
                <c:pt idx="3704">
                  <c:v>11-11-2014</c:v>
                </c:pt>
                <c:pt idx="3705">
                  <c:v>12-11-2014</c:v>
                </c:pt>
                <c:pt idx="3706">
                  <c:v>13-11-2014</c:v>
                </c:pt>
                <c:pt idx="3707">
                  <c:v>14-11-2014</c:v>
                </c:pt>
                <c:pt idx="3708">
                  <c:v>17-11-2014</c:v>
                </c:pt>
                <c:pt idx="3709">
                  <c:v>18-11-2014</c:v>
                </c:pt>
                <c:pt idx="3710">
                  <c:v>19-11-2014</c:v>
                </c:pt>
                <c:pt idx="3711">
                  <c:v>20-11-2014</c:v>
                </c:pt>
                <c:pt idx="3712">
                  <c:v>21-11-2014</c:v>
                </c:pt>
                <c:pt idx="3713">
                  <c:v>24-11-2014</c:v>
                </c:pt>
                <c:pt idx="3714">
                  <c:v>25-11-2014</c:v>
                </c:pt>
                <c:pt idx="3715">
                  <c:v>26-11-2014</c:v>
                </c:pt>
                <c:pt idx="3716">
                  <c:v>27-11-2014</c:v>
                </c:pt>
                <c:pt idx="3717">
                  <c:v>28-11-2014</c:v>
                </c:pt>
                <c:pt idx="3718">
                  <c:v>01-12-2014</c:v>
                </c:pt>
                <c:pt idx="3719">
                  <c:v>02-12-2014</c:v>
                </c:pt>
                <c:pt idx="3720">
                  <c:v>03-12-2014</c:v>
                </c:pt>
                <c:pt idx="3721">
                  <c:v>04-12-2014</c:v>
                </c:pt>
                <c:pt idx="3722">
                  <c:v>05-12-2014</c:v>
                </c:pt>
                <c:pt idx="3723">
                  <c:v>08-12-2014</c:v>
                </c:pt>
                <c:pt idx="3724">
                  <c:v>09-12-2014</c:v>
                </c:pt>
                <c:pt idx="3725">
                  <c:v>10-12-2014</c:v>
                </c:pt>
                <c:pt idx="3726">
                  <c:v>11-12-2014</c:v>
                </c:pt>
                <c:pt idx="3727">
                  <c:v>12-12-2014</c:v>
                </c:pt>
                <c:pt idx="3728">
                  <c:v>15-12-2014</c:v>
                </c:pt>
                <c:pt idx="3729">
                  <c:v>16-12-2014</c:v>
                </c:pt>
                <c:pt idx="3730">
                  <c:v>17-12-2014</c:v>
                </c:pt>
                <c:pt idx="3731">
                  <c:v>18-12-2014</c:v>
                </c:pt>
                <c:pt idx="3732">
                  <c:v>19-12-2014</c:v>
                </c:pt>
                <c:pt idx="3733">
                  <c:v>22-12-2014</c:v>
                </c:pt>
                <c:pt idx="3734">
                  <c:v>23-12-2014</c:v>
                </c:pt>
                <c:pt idx="3735">
                  <c:v>24-12-2014</c:v>
                </c:pt>
                <c:pt idx="3736">
                  <c:v>26-12-2014</c:v>
                </c:pt>
                <c:pt idx="3737">
                  <c:v>29-12-2014</c:v>
                </c:pt>
                <c:pt idx="3738">
                  <c:v>30-12-2014</c:v>
                </c:pt>
                <c:pt idx="3739">
                  <c:v>31-12-2014</c:v>
                </c:pt>
                <c:pt idx="3740">
                  <c:v>01-01-2015</c:v>
                </c:pt>
                <c:pt idx="3741">
                  <c:v>02-01-2015</c:v>
                </c:pt>
                <c:pt idx="3742">
                  <c:v>05-01-2015</c:v>
                </c:pt>
                <c:pt idx="3743">
                  <c:v>06-01-2015</c:v>
                </c:pt>
                <c:pt idx="3744">
                  <c:v>07-01-2015</c:v>
                </c:pt>
                <c:pt idx="3745">
                  <c:v>08-01-2015</c:v>
                </c:pt>
                <c:pt idx="3746">
                  <c:v>09-01-2015</c:v>
                </c:pt>
                <c:pt idx="3747">
                  <c:v>12-01-2015</c:v>
                </c:pt>
                <c:pt idx="3748">
                  <c:v>13-01-2015</c:v>
                </c:pt>
                <c:pt idx="3749">
                  <c:v>14-01-2015</c:v>
                </c:pt>
                <c:pt idx="3750">
                  <c:v>15-01-2015</c:v>
                </c:pt>
                <c:pt idx="3751">
                  <c:v>16-01-2015</c:v>
                </c:pt>
                <c:pt idx="3752">
                  <c:v>19-01-2015</c:v>
                </c:pt>
                <c:pt idx="3753">
                  <c:v>20-01-2015</c:v>
                </c:pt>
                <c:pt idx="3754">
                  <c:v>21-01-2015</c:v>
                </c:pt>
                <c:pt idx="3755">
                  <c:v>22-01-2015</c:v>
                </c:pt>
                <c:pt idx="3756">
                  <c:v>23-01-2015</c:v>
                </c:pt>
                <c:pt idx="3757">
                  <c:v>27-01-2015</c:v>
                </c:pt>
                <c:pt idx="3758">
                  <c:v>28-01-2015</c:v>
                </c:pt>
                <c:pt idx="3759">
                  <c:v>29-01-2015</c:v>
                </c:pt>
                <c:pt idx="3760">
                  <c:v>30-01-2015</c:v>
                </c:pt>
                <c:pt idx="3761">
                  <c:v>02-02-2015</c:v>
                </c:pt>
                <c:pt idx="3762">
                  <c:v>03-02-2015</c:v>
                </c:pt>
                <c:pt idx="3763">
                  <c:v>04-02-2015</c:v>
                </c:pt>
                <c:pt idx="3764">
                  <c:v>05-02-2015</c:v>
                </c:pt>
                <c:pt idx="3765">
                  <c:v>06-02-2015</c:v>
                </c:pt>
                <c:pt idx="3766">
                  <c:v>09-02-2015</c:v>
                </c:pt>
                <c:pt idx="3767">
                  <c:v>10-02-2015</c:v>
                </c:pt>
                <c:pt idx="3768">
                  <c:v>11-02-2015</c:v>
                </c:pt>
                <c:pt idx="3769">
                  <c:v>12-02-2015</c:v>
                </c:pt>
                <c:pt idx="3770">
                  <c:v>13-02-2015</c:v>
                </c:pt>
                <c:pt idx="3771">
                  <c:v>16-02-2015</c:v>
                </c:pt>
                <c:pt idx="3772">
                  <c:v>18-02-2015</c:v>
                </c:pt>
                <c:pt idx="3773">
                  <c:v>19-02-2015</c:v>
                </c:pt>
                <c:pt idx="3774">
                  <c:v>20-02-2015</c:v>
                </c:pt>
                <c:pt idx="3775">
                  <c:v>23-02-2015</c:v>
                </c:pt>
                <c:pt idx="3776">
                  <c:v>24-02-2015</c:v>
                </c:pt>
                <c:pt idx="3777">
                  <c:v>25-02-2015</c:v>
                </c:pt>
                <c:pt idx="3778">
                  <c:v>26-02-2015</c:v>
                </c:pt>
                <c:pt idx="3779">
                  <c:v>27-02-2015</c:v>
                </c:pt>
                <c:pt idx="3780">
                  <c:v>28-02-2015</c:v>
                </c:pt>
                <c:pt idx="3781">
                  <c:v>02-03-2015</c:v>
                </c:pt>
                <c:pt idx="3782">
                  <c:v>03-03-2015</c:v>
                </c:pt>
                <c:pt idx="3783">
                  <c:v>04-03-2015</c:v>
                </c:pt>
                <c:pt idx="3784">
                  <c:v>05-03-2015</c:v>
                </c:pt>
                <c:pt idx="3785">
                  <c:v>09-03-2015</c:v>
                </c:pt>
                <c:pt idx="3786">
                  <c:v>10-03-2015</c:v>
                </c:pt>
                <c:pt idx="3787">
                  <c:v>11-03-2015</c:v>
                </c:pt>
                <c:pt idx="3788">
                  <c:v>12-03-2015</c:v>
                </c:pt>
                <c:pt idx="3789">
                  <c:v>13-03-2015</c:v>
                </c:pt>
                <c:pt idx="3790">
                  <c:v>16-03-2015</c:v>
                </c:pt>
                <c:pt idx="3791">
                  <c:v>17-03-2015</c:v>
                </c:pt>
                <c:pt idx="3792">
                  <c:v>18-03-2015</c:v>
                </c:pt>
                <c:pt idx="3793">
                  <c:v>19-03-2015</c:v>
                </c:pt>
                <c:pt idx="3794">
                  <c:v>20-03-2015</c:v>
                </c:pt>
                <c:pt idx="3795">
                  <c:v>23-03-2015</c:v>
                </c:pt>
                <c:pt idx="3796">
                  <c:v>24-03-2015</c:v>
                </c:pt>
                <c:pt idx="3797">
                  <c:v>25-03-2015</c:v>
                </c:pt>
                <c:pt idx="3798">
                  <c:v>26-03-2015</c:v>
                </c:pt>
                <c:pt idx="3799">
                  <c:v>27-03-2015</c:v>
                </c:pt>
                <c:pt idx="3800">
                  <c:v>30-03-2015</c:v>
                </c:pt>
                <c:pt idx="3801">
                  <c:v>31-03-2015</c:v>
                </c:pt>
                <c:pt idx="3802">
                  <c:v>01-04-2015</c:v>
                </c:pt>
                <c:pt idx="3803">
                  <c:v>06-04-2015</c:v>
                </c:pt>
                <c:pt idx="3804">
                  <c:v>07-04-2015</c:v>
                </c:pt>
                <c:pt idx="3805">
                  <c:v>08-04-2015</c:v>
                </c:pt>
                <c:pt idx="3806">
                  <c:v>09-04-2015</c:v>
                </c:pt>
                <c:pt idx="3807">
                  <c:v>10-04-2015</c:v>
                </c:pt>
                <c:pt idx="3808">
                  <c:v>13-04-2015</c:v>
                </c:pt>
                <c:pt idx="3809">
                  <c:v>15-04-2015</c:v>
                </c:pt>
                <c:pt idx="3810">
                  <c:v>16-04-2015</c:v>
                </c:pt>
                <c:pt idx="3811">
                  <c:v>17-04-2015</c:v>
                </c:pt>
                <c:pt idx="3812">
                  <c:v>20-04-2015</c:v>
                </c:pt>
                <c:pt idx="3813">
                  <c:v>21-04-2015</c:v>
                </c:pt>
                <c:pt idx="3814">
                  <c:v>22-04-2015</c:v>
                </c:pt>
                <c:pt idx="3815">
                  <c:v>23-04-2015</c:v>
                </c:pt>
                <c:pt idx="3816">
                  <c:v>24-04-2015</c:v>
                </c:pt>
                <c:pt idx="3817">
                  <c:v>27-04-2015</c:v>
                </c:pt>
                <c:pt idx="3818">
                  <c:v>28-04-2015</c:v>
                </c:pt>
                <c:pt idx="3819">
                  <c:v>29-04-2015</c:v>
                </c:pt>
                <c:pt idx="3820">
                  <c:v>30-04-2015</c:v>
                </c:pt>
                <c:pt idx="3821">
                  <c:v>04-05-2015</c:v>
                </c:pt>
                <c:pt idx="3822">
                  <c:v>05-05-2015</c:v>
                </c:pt>
                <c:pt idx="3823">
                  <c:v>06-05-2015</c:v>
                </c:pt>
                <c:pt idx="3824">
                  <c:v>07-05-2015</c:v>
                </c:pt>
                <c:pt idx="3825">
                  <c:v>08-05-2015</c:v>
                </c:pt>
                <c:pt idx="3826">
                  <c:v>11-05-2015</c:v>
                </c:pt>
                <c:pt idx="3827">
                  <c:v>12-05-2015</c:v>
                </c:pt>
                <c:pt idx="3828">
                  <c:v>13-05-2015</c:v>
                </c:pt>
                <c:pt idx="3829">
                  <c:v>14-05-2015</c:v>
                </c:pt>
                <c:pt idx="3830">
                  <c:v>15-05-2015</c:v>
                </c:pt>
                <c:pt idx="3831">
                  <c:v>18-05-2015</c:v>
                </c:pt>
                <c:pt idx="3832">
                  <c:v>19-05-2015</c:v>
                </c:pt>
                <c:pt idx="3833">
                  <c:v>20-05-2015</c:v>
                </c:pt>
                <c:pt idx="3834">
                  <c:v>21-05-2015</c:v>
                </c:pt>
                <c:pt idx="3835">
                  <c:v>22-05-2015</c:v>
                </c:pt>
                <c:pt idx="3836">
                  <c:v>25-05-2015</c:v>
                </c:pt>
                <c:pt idx="3837">
                  <c:v>26-05-2015</c:v>
                </c:pt>
                <c:pt idx="3838">
                  <c:v>27-05-2015</c:v>
                </c:pt>
                <c:pt idx="3839">
                  <c:v>28-05-2015</c:v>
                </c:pt>
                <c:pt idx="3840">
                  <c:v>29-05-2015</c:v>
                </c:pt>
                <c:pt idx="3841">
                  <c:v>01-06-2015</c:v>
                </c:pt>
                <c:pt idx="3842">
                  <c:v>02-06-2015</c:v>
                </c:pt>
                <c:pt idx="3843">
                  <c:v>03-06-2015</c:v>
                </c:pt>
                <c:pt idx="3844">
                  <c:v>04-06-2015</c:v>
                </c:pt>
                <c:pt idx="3845">
                  <c:v>05-06-2015</c:v>
                </c:pt>
                <c:pt idx="3846">
                  <c:v>08-06-2015</c:v>
                </c:pt>
                <c:pt idx="3847">
                  <c:v>09-06-2015</c:v>
                </c:pt>
                <c:pt idx="3848">
                  <c:v>10-06-2015</c:v>
                </c:pt>
                <c:pt idx="3849">
                  <c:v>11-06-2015</c:v>
                </c:pt>
                <c:pt idx="3850">
                  <c:v>12-06-2015</c:v>
                </c:pt>
                <c:pt idx="3851">
                  <c:v>15-06-2015</c:v>
                </c:pt>
                <c:pt idx="3852">
                  <c:v>16-06-2015</c:v>
                </c:pt>
                <c:pt idx="3853">
                  <c:v>17-06-2015</c:v>
                </c:pt>
                <c:pt idx="3854">
                  <c:v>18-06-2015</c:v>
                </c:pt>
                <c:pt idx="3855">
                  <c:v>19-06-2015</c:v>
                </c:pt>
                <c:pt idx="3856">
                  <c:v>22-06-2015</c:v>
                </c:pt>
                <c:pt idx="3857">
                  <c:v>23-06-2015</c:v>
                </c:pt>
                <c:pt idx="3858">
                  <c:v>24-06-2015</c:v>
                </c:pt>
                <c:pt idx="3859">
                  <c:v>25-06-2015</c:v>
                </c:pt>
                <c:pt idx="3860">
                  <c:v>26-06-2015</c:v>
                </c:pt>
                <c:pt idx="3861">
                  <c:v>29-06-2015</c:v>
                </c:pt>
                <c:pt idx="3862">
                  <c:v>30-06-2015</c:v>
                </c:pt>
                <c:pt idx="3863">
                  <c:v>01-07-2015</c:v>
                </c:pt>
                <c:pt idx="3864">
                  <c:v>02-07-2015</c:v>
                </c:pt>
                <c:pt idx="3865">
                  <c:v>03-07-2015</c:v>
                </c:pt>
                <c:pt idx="3866">
                  <c:v>06-07-2015</c:v>
                </c:pt>
                <c:pt idx="3867">
                  <c:v>07-07-2015</c:v>
                </c:pt>
                <c:pt idx="3868">
                  <c:v>08-07-2015</c:v>
                </c:pt>
                <c:pt idx="3869">
                  <c:v>09-07-2015</c:v>
                </c:pt>
                <c:pt idx="3870">
                  <c:v>10-07-2015</c:v>
                </c:pt>
                <c:pt idx="3871">
                  <c:v>13-07-2015</c:v>
                </c:pt>
                <c:pt idx="3872">
                  <c:v>14-07-2015</c:v>
                </c:pt>
                <c:pt idx="3873">
                  <c:v>15-07-2015</c:v>
                </c:pt>
                <c:pt idx="3874">
                  <c:v>16-07-2015</c:v>
                </c:pt>
                <c:pt idx="3875">
                  <c:v>17-07-2015</c:v>
                </c:pt>
                <c:pt idx="3876">
                  <c:v>20-07-2015</c:v>
                </c:pt>
                <c:pt idx="3877">
                  <c:v>21-07-2015</c:v>
                </c:pt>
                <c:pt idx="3878">
                  <c:v>22-07-2015</c:v>
                </c:pt>
                <c:pt idx="3879">
                  <c:v>23-07-2015</c:v>
                </c:pt>
                <c:pt idx="3880">
                  <c:v>24-07-2015</c:v>
                </c:pt>
                <c:pt idx="3881">
                  <c:v>27-07-2015</c:v>
                </c:pt>
                <c:pt idx="3882">
                  <c:v>28-07-2015</c:v>
                </c:pt>
                <c:pt idx="3883">
                  <c:v>29-07-2015</c:v>
                </c:pt>
                <c:pt idx="3884">
                  <c:v>30-07-2015</c:v>
                </c:pt>
                <c:pt idx="3885">
                  <c:v>31-07-2015</c:v>
                </c:pt>
                <c:pt idx="3886">
                  <c:v>03-08-2015</c:v>
                </c:pt>
                <c:pt idx="3887">
                  <c:v>04-08-2015</c:v>
                </c:pt>
                <c:pt idx="3888">
                  <c:v>05-08-2015</c:v>
                </c:pt>
                <c:pt idx="3889">
                  <c:v>06-08-2015</c:v>
                </c:pt>
                <c:pt idx="3890">
                  <c:v>07-08-2015</c:v>
                </c:pt>
                <c:pt idx="3891">
                  <c:v>10-08-2015</c:v>
                </c:pt>
                <c:pt idx="3892">
                  <c:v>11-08-2015</c:v>
                </c:pt>
                <c:pt idx="3893">
                  <c:v>12-08-2015</c:v>
                </c:pt>
                <c:pt idx="3894">
                  <c:v>13-08-2015</c:v>
                </c:pt>
                <c:pt idx="3895">
                  <c:v>14-08-2015</c:v>
                </c:pt>
                <c:pt idx="3896">
                  <c:v>17-08-2015</c:v>
                </c:pt>
                <c:pt idx="3897">
                  <c:v>18-08-2015</c:v>
                </c:pt>
                <c:pt idx="3898">
                  <c:v>19-08-2015</c:v>
                </c:pt>
                <c:pt idx="3899">
                  <c:v>20-08-2015</c:v>
                </c:pt>
                <c:pt idx="3900">
                  <c:v>21-08-2015</c:v>
                </c:pt>
                <c:pt idx="3901">
                  <c:v>24-08-2015</c:v>
                </c:pt>
                <c:pt idx="3902">
                  <c:v>25-08-2015</c:v>
                </c:pt>
                <c:pt idx="3903">
                  <c:v>26-08-2015</c:v>
                </c:pt>
                <c:pt idx="3904">
                  <c:v>27-08-2015</c:v>
                </c:pt>
                <c:pt idx="3905">
                  <c:v>28-08-2015</c:v>
                </c:pt>
                <c:pt idx="3906">
                  <c:v>31-08-2015</c:v>
                </c:pt>
                <c:pt idx="3907">
                  <c:v>01-09-2015</c:v>
                </c:pt>
                <c:pt idx="3908">
                  <c:v>02-09-2015</c:v>
                </c:pt>
                <c:pt idx="3909">
                  <c:v>03-09-2015</c:v>
                </c:pt>
                <c:pt idx="3910">
                  <c:v>04-09-2015</c:v>
                </c:pt>
                <c:pt idx="3911">
                  <c:v>07-09-2015</c:v>
                </c:pt>
                <c:pt idx="3912">
                  <c:v>08-09-2015</c:v>
                </c:pt>
                <c:pt idx="3913">
                  <c:v>09-09-2015</c:v>
                </c:pt>
                <c:pt idx="3914">
                  <c:v>10-09-2015</c:v>
                </c:pt>
                <c:pt idx="3915">
                  <c:v>11-09-2015</c:v>
                </c:pt>
                <c:pt idx="3916">
                  <c:v>14-09-2015</c:v>
                </c:pt>
                <c:pt idx="3917">
                  <c:v>15-09-2015</c:v>
                </c:pt>
                <c:pt idx="3918">
                  <c:v>16-09-2015</c:v>
                </c:pt>
                <c:pt idx="3919">
                  <c:v>18-09-2015</c:v>
                </c:pt>
                <c:pt idx="3920">
                  <c:v>21-09-2015</c:v>
                </c:pt>
                <c:pt idx="3921">
                  <c:v>22-09-2015</c:v>
                </c:pt>
                <c:pt idx="3922">
                  <c:v>23-09-2015</c:v>
                </c:pt>
                <c:pt idx="3923">
                  <c:v>24-09-2015</c:v>
                </c:pt>
                <c:pt idx="3924">
                  <c:v>28-09-2015</c:v>
                </c:pt>
                <c:pt idx="3925">
                  <c:v>29-09-2015</c:v>
                </c:pt>
                <c:pt idx="3926">
                  <c:v>30-09-2015</c:v>
                </c:pt>
                <c:pt idx="3927">
                  <c:v>01-10-2015</c:v>
                </c:pt>
                <c:pt idx="3928">
                  <c:v>05-10-2015</c:v>
                </c:pt>
                <c:pt idx="3929">
                  <c:v>06-10-2015</c:v>
                </c:pt>
                <c:pt idx="3930">
                  <c:v>07-10-2015</c:v>
                </c:pt>
                <c:pt idx="3931">
                  <c:v>08-10-2015</c:v>
                </c:pt>
                <c:pt idx="3932">
                  <c:v>09-10-2015</c:v>
                </c:pt>
                <c:pt idx="3933">
                  <c:v>12-10-2015</c:v>
                </c:pt>
                <c:pt idx="3934">
                  <c:v>13-10-2015</c:v>
                </c:pt>
                <c:pt idx="3935">
                  <c:v>14-10-2015</c:v>
                </c:pt>
                <c:pt idx="3936">
                  <c:v>15-10-2015</c:v>
                </c:pt>
                <c:pt idx="3937">
                  <c:v>16-10-2015</c:v>
                </c:pt>
                <c:pt idx="3938">
                  <c:v>19-10-2015</c:v>
                </c:pt>
                <c:pt idx="3939">
                  <c:v>20-10-2015</c:v>
                </c:pt>
                <c:pt idx="3940">
                  <c:v>21-10-2015</c:v>
                </c:pt>
                <c:pt idx="3941">
                  <c:v>23-10-2015</c:v>
                </c:pt>
                <c:pt idx="3942">
                  <c:v>26-10-2015</c:v>
                </c:pt>
                <c:pt idx="3943">
                  <c:v>27-10-2015</c:v>
                </c:pt>
                <c:pt idx="3944">
                  <c:v>28-10-2015</c:v>
                </c:pt>
                <c:pt idx="3945">
                  <c:v>29-10-2015</c:v>
                </c:pt>
                <c:pt idx="3946">
                  <c:v>30-10-2015</c:v>
                </c:pt>
                <c:pt idx="3947">
                  <c:v>02-11-2015</c:v>
                </c:pt>
                <c:pt idx="3948">
                  <c:v>03-11-2015</c:v>
                </c:pt>
                <c:pt idx="3949">
                  <c:v>04-11-2015</c:v>
                </c:pt>
                <c:pt idx="3950">
                  <c:v>05-11-2015</c:v>
                </c:pt>
                <c:pt idx="3951">
                  <c:v>06-11-2015</c:v>
                </c:pt>
                <c:pt idx="3952">
                  <c:v>09-11-2015</c:v>
                </c:pt>
                <c:pt idx="3953">
                  <c:v>10-11-2015</c:v>
                </c:pt>
                <c:pt idx="3954">
                  <c:v>11-11-2015</c:v>
                </c:pt>
                <c:pt idx="3955">
                  <c:v>13-11-2015</c:v>
                </c:pt>
                <c:pt idx="3956">
                  <c:v>16-11-2015</c:v>
                </c:pt>
                <c:pt idx="3957">
                  <c:v>17-11-2015</c:v>
                </c:pt>
                <c:pt idx="3958">
                  <c:v>18-11-2015</c:v>
                </c:pt>
                <c:pt idx="3959">
                  <c:v>19-11-2015</c:v>
                </c:pt>
                <c:pt idx="3960">
                  <c:v>20-11-2015</c:v>
                </c:pt>
                <c:pt idx="3961">
                  <c:v>23-11-2015</c:v>
                </c:pt>
                <c:pt idx="3962">
                  <c:v>24-11-2015</c:v>
                </c:pt>
                <c:pt idx="3963">
                  <c:v>26-11-2015</c:v>
                </c:pt>
                <c:pt idx="3964">
                  <c:v>27-11-2015</c:v>
                </c:pt>
                <c:pt idx="3965">
                  <c:v>30-11-2015</c:v>
                </c:pt>
                <c:pt idx="3966">
                  <c:v>01-12-2015</c:v>
                </c:pt>
                <c:pt idx="3967">
                  <c:v>02-12-2015</c:v>
                </c:pt>
                <c:pt idx="3968">
                  <c:v>03-12-2015</c:v>
                </c:pt>
                <c:pt idx="3969">
                  <c:v>04-12-2015</c:v>
                </c:pt>
                <c:pt idx="3970">
                  <c:v>07-12-2015</c:v>
                </c:pt>
                <c:pt idx="3971">
                  <c:v>08-12-2015</c:v>
                </c:pt>
                <c:pt idx="3972">
                  <c:v>09-12-2015</c:v>
                </c:pt>
                <c:pt idx="3973">
                  <c:v>10-12-2015</c:v>
                </c:pt>
                <c:pt idx="3974">
                  <c:v>11-12-2015</c:v>
                </c:pt>
                <c:pt idx="3975">
                  <c:v>14-12-2015</c:v>
                </c:pt>
                <c:pt idx="3976">
                  <c:v>15-12-2015</c:v>
                </c:pt>
                <c:pt idx="3977">
                  <c:v>16-12-2015</c:v>
                </c:pt>
                <c:pt idx="3978">
                  <c:v>17-12-2015</c:v>
                </c:pt>
                <c:pt idx="3979">
                  <c:v>18-12-2015</c:v>
                </c:pt>
                <c:pt idx="3980">
                  <c:v>21-12-2015</c:v>
                </c:pt>
                <c:pt idx="3981">
                  <c:v>22-12-2015</c:v>
                </c:pt>
                <c:pt idx="3982">
                  <c:v>23-12-2015</c:v>
                </c:pt>
                <c:pt idx="3983">
                  <c:v>24-12-2015</c:v>
                </c:pt>
                <c:pt idx="3984">
                  <c:v>28-12-2015</c:v>
                </c:pt>
                <c:pt idx="3985">
                  <c:v>29-12-2015</c:v>
                </c:pt>
                <c:pt idx="3986">
                  <c:v>30-12-2015</c:v>
                </c:pt>
                <c:pt idx="3987">
                  <c:v>31-12-2015</c:v>
                </c:pt>
                <c:pt idx="3988">
                  <c:v>01-01-2016</c:v>
                </c:pt>
                <c:pt idx="3989">
                  <c:v>04-01-2016</c:v>
                </c:pt>
                <c:pt idx="3990">
                  <c:v>05-01-2016</c:v>
                </c:pt>
                <c:pt idx="3991">
                  <c:v>06-01-2016</c:v>
                </c:pt>
                <c:pt idx="3992">
                  <c:v>07-01-2016</c:v>
                </c:pt>
                <c:pt idx="3993">
                  <c:v>08-01-2016</c:v>
                </c:pt>
                <c:pt idx="3994">
                  <c:v>11-01-2016</c:v>
                </c:pt>
                <c:pt idx="3995">
                  <c:v>12-01-2016</c:v>
                </c:pt>
                <c:pt idx="3996">
                  <c:v>13-01-2016</c:v>
                </c:pt>
                <c:pt idx="3997">
                  <c:v>14-01-2016</c:v>
                </c:pt>
                <c:pt idx="3998">
                  <c:v>15-01-2016</c:v>
                </c:pt>
                <c:pt idx="3999">
                  <c:v>18-01-2016</c:v>
                </c:pt>
                <c:pt idx="4000">
                  <c:v>19-01-2016</c:v>
                </c:pt>
                <c:pt idx="4001">
                  <c:v>20-01-2016</c:v>
                </c:pt>
                <c:pt idx="4002">
                  <c:v>21-01-2016</c:v>
                </c:pt>
                <c:pt idx="4003">
                  <c:v>22-01-2016</c:v>
                </c:pt>
                <c:pt idx="4004">
                  <c:v>25-01-2016</c:v>
                </c:pt>
                <c:pt idx="4005">
                  <c:v>27-01-2016</c:v>
                </c:pt>
                <c:pt idx="4006">
                  <c:v>28-01-2016</c:v>
                </c:pt>
                <c:pt idx="4007">
                  <c:v>29-01-2016</c:v>
                </c:pt>
                <c:pt idx="4008">
                  <c:v>01-02-2016</c:v>
                </c:pt>
                <c:pt idx="4009">
                  <c:v>02-02-2016</c:v>
                </c:pt>
                <c:pt idx="4010">
                  <c:v>03-02-2016</c:v>
                </c:pt>
                <c:pt idx="4011">
                  <c:v>04-02-2016</c:v>
                </c:pt>
                <c:pt idx="4012">
                  <c:v>05-02-2016</c:v>
                </c:pt>
                <c:pt idx="4013">
                  <c:v>08-02-2016</c:v>
                </c:pt>
                <c:pt idx="4014">
                  <c:v>09-02-2016</c:v>
                </c:pt>
                <c:pt idx="4015">
                  <c:v>10-02-2016</c:v>
                </c:pt>
                <c:pt idx="4016">
                  <c:v>11-02-2016</c:v>
                </c:pt>
                <c:pt idx="4017">
                  <c:v>12-02-2016</c:v>
                </c:pt>
                <c:pt idx="4018">
                  <c:v>15-02-2016</c:v>
                </c:pt>
                <c:pt idx="4019">
                  <c:v>16-02-2016</c:v>
                </c:pt>
                <c:pt idx="4020">
                  <c:v>17-02-2016</c:v>
                </c:pt>
                <c:pt idx="4021">
                  <c:v>18-02-2016</c:v>
                </c:pt>
                <c:pt idx="4022">
                  <c:v>19-02-2016</c:v>
                </c:pt>
                <c:pt idx="4023">
                  <c:v>22-02-2016</c:v>
                </c:pt>
                <c:pt idx="4024">
                  <c:v>23-02-2016</c:v>
                </c:pt>
                <c:pt idx="4025">
                  <c:v>24-02-2016</c:v>
                </c:pt>
                <c:pt idx="4026">
                  <c:v>25-02-2016</c:v>
                </c:pt>
                <c:pt idx="4027">
                  <c:v>26-02-2016</c:v>
                </c:pt>
                <c:pt idx="4028">
                  <c:v>29-02-2016</c:v>
                </c:pt>
                <c:pt idx="4029">
                  <c:v>01-03-2016</c:v>
                </c:pt>
                <c:pt idx="4030">
                  <c:v>02-03-2016</c:v>
                </c:pt>
                <c:pt idx="4031">
                  <c:v>03-03-2016</c:v>
                </c:pt>
                <c:pt idx="4032">
                  <c:v>04-03-2016</c:v>
                </c:pt>
                <c:pt idx="4033">
                  <c:v>08-03-2016</c:v>
                </c:pt>
                <c:pt idx="4034">
                  <c:v>09-03-2016</c:v>
                </c:pt>
                <c:pt idx="4035">
                  <c:v>10-03-2016</c:v>
                </c:pt>
                <c:pt idx="4036">
                  <c:v>11-03-2016</c:v>
                </c:pt>
                <c:pt idx="4037">
                  <c:v>14-03-2016</c:v>
                </c:pt>
                <c:pt idx="4038">
                  <c:v>15-03-2016</c:v>
                </c:pt>
                <c:pt idx="4039">
                  <c:v>16-03-2016</c:v>
                </c:pt>
                <c:pt idx="4040">
                  <c:v>17-03-2016</c:v>
                </c:pt>
                <c:pt idx="4041">
                  <c:v>18-03-2016</c:v>
                </c:pt>
                <c:pt idx="4042">
                  <c:v>21-03-2016</c:v>
                </c:pt>
                <c:pt idx="4043">
                  <c:v>22-03-2016</c:v>
                </c:pt>
                <c:pt idx="4044">
                  <c:v>23-03-2016</c:v>
                </c:pt>
                <c:pt idx="4045">
                  <c:v>28-03-2016</c:v>
                </c:pt>
                <c:pt idx="4046">
                  <c:v>29-03-2016</c:v>
                </c:pt>
                <c:pt idx="4047">
                  <c:v>30-03-2016</c:v>
                </c:pt>
                <c:pt idx="4048">
                  <c:v>31-03-2016</c:v>
                </c:pt>
                <c:pt idx="4049">
                  <c:v>01-04-2016</c:v>
                </c:pt>
                <c:pt idx="4050">
                  <c:v>04-04-2016</c:v>
                </c:pt>
                <c:pt idx="4051">
                  <c:v>05-04-2016</c:v>
                </c:pt>
                <c:pt idx="4052">
                  <c:v>06-04-2016</c:v>
                </c:pt>
                <c:pt idx="4053">
                  <c:v>07-04-2016</c:v>
                </c:pt>
                <c:pt idx="4054">
                  <c:v>08-04-2016</c:v>
                </c:pt>
                <c:pt idx="4055">
                  <c:v>11-04-2016</c:v>
                </c:pt>
                <c:pt idx="4056">
                  <c:v>12-04-2016</c:v>
                </c:pt>
                <c:pt idx="4057">
                  <c:v>13-04-2016</c:v>
                </c:pt>
                <c:pt idx="4058">
                  <c:v>18-04-2016</c:v>
                </c:pt>
                <c:pt idx="4059">
                  <c:v>20-04-2016</c:v>
                </c:pt>
                <c:pt idx="4060">
                  <c:v>21-04-2016</c:v>
                </c:pt>
                <c:pt idx="4061">
                  <c:v>22-04-2016</c:v>
                </c:pt>
                <c:pt idx="4062">
                  <c:v>25-04-2016</c:v>
                </c:pt>
                <c:pt idx="4063">
                  <c:v>26-04-2016</c:v>
                </c:pt>
                <c:pt idx="4064">
                  <c:v>27-04-2016</c:v>
                </c:pt>
                <c:pt idx="4065">
                  <c:v>28-04-2016</c:v>
                </c:pt>
                <c:pt idx="4066">
                  <c:v>29-04-2016</c:v>
                </c:pt>
                <c:pt idx="4067">
                  <c:v>02-05-2016</c:v>
                </c:pt>
                <c:pt idx="4068">
                  <c:v>03-05-2016</c:v>
                </c:pt>
                <c:pt idx="4069">
                  <c:v>04-05-2016</c:v>
                </c:pt>
                <c:pt idx="4070">
                  <c:v>05-05-2016</c:v>
                </c:pt>
                <c:pt idx="4071">
                  <c:v>06-05-2016</c:v>
                </c:pt>
                <c:pt idx="4072">
                  <c:v>09-05-2016</c:v>
                </c:pt>
                <c:pt idx="4073">
                  <c:v>10-05-2016</c:v>
                </c:pt>
                <c:pt idx="4074">
                  <c:v>11-05-2016</c:v>
                </c:pt>
                <c:pt idx="4075">
                  <c:v>12-05-2016</c:v>
                </c:pt>
                <c:pt idx="4076">
                  <c:v>13-05-2016</c:v>
                </c:pt>
                <c:pt idx="4077">
                  <c:v>16-05-2016</c:v>
                </c:pt>
                <c:pt idx="4078">
                  <c:v>17-05-2016</c:v>
                </c:pt>
                <c:pt idx="4079">
                  <c:v>18-05-2016</c:v>
                </c:pt>
                <c:pt idx="4080">
                  <c:v>19-05-2016</c:v>
                </c:pt>
                <c:pt idx="4081">
                  <c:v>20-05-2016</c:v>
                </c:pt>
                <c:pt idx="4082">
                  <c:v>23-05-2016</c:v>
                </c:pt>
                <c:pt idx="4083">
                  <c:v>24-05-2016</c:v>
                </c:pt>
                <c:pt idx="4084">
                  <c:v>25-05-2016</c:v>
                </c:pt>
                <c:pt idx="4085">
                  <c:v>26-05-2016</c:v>
                </c:pt>
                <c:pt idx="4086">
                  <c:v>27-05-2016</c:v>
                </c:pt>
                <c:pt idx="4087">
                  <c:v>30-05-2016</c:v>
                </c:pt>
                <c:pt idx="4088">
                  <c:v>31-05-2016</c:v>
                </c:pt>
                <c:pt idx="4089">
                  <c:v>01-06-2016</c:v>
                </c:pt>
                <c:pt idx="4090">
                  <c:v>02-06-2016</c:v>
                </c:pt>
                <c:pt idx="4091">
                  <c:v>03-06-2016</c:v>
                </c:pt>
                <c:pt idx="4092">
                  <c:v>06-06-2016</c:v>
                </c:pt>
                <c:pt idx="4093">
                  <c:v>07-06-2016</c:v>
                </c:pt>
                <c:pt idx="4094">
                  <c:v>08-06-2016</c:v>
                </c:pt>
                <c:pt idx="4095">
                  <c:v>09-06-2016</c:v>
                </c:pt>
                <c:pt idx="4096">
                  <c:v>10-06-2016</c:v>
                </c:pt>
                <c:pt idx="4097">
                  <c:v>13-06-2016</c:v>
                </c:pt>
                <c:pt idx="4098">
                  <c:v>14-06-2016</c:v>
                </c:pt>
                <c:pt idx="4099">
                  <c:v>15-06-2016</c:v>
                </c:pt>
                <c:pt idx="4100">
                  <c:v>16-06-2016</c:v>
                </c:pt>
                <c:pt idx="4101">
                  <c:v>17-06-2016</c:v>
                </c:pt>
                <c:pt idx="4102">
                  <c:v>20-06-2016</c:v>
                </c:pt>
                <c:pt idx="4103">
                  <c:v>21-06-2016</c:v>
                </c:pt>
                <c:pt idx="4104">
                  <c:v>22-06-2016</c:v>
                </c:pt>
                <c:pt idx="4105">
                  <c:v>23-06-2016</c:v>
                </c:pt>
                <c:pt idx="4106">
                  <c:v>24-06-2016</c:v>
                </c:pt>
                <c:pt idx="4107">
                  <c:v>27-06-2016</c:v>
                </c:pt>
                <c:pt idx="4108">
                  <c:v>28-06-2016</c:v>
                </c:pt>
                <c:pt idx="4109">
                  <c:v>29-06-2016</c:v>
                </c:pt>
                <c:pt idx="4110">
                  <c:v>30-06-2016</c:v>
                </c:pt>
                <c:pt idx="4111">
                  <c:v>01-07-2016</c:v>
                </c:pt>
                <c:pt idx="4112">
                  <c:v>04-07-2016</c:v>
                </c:pt>
                <c:pt idx="4113">
                  <c:v>05-07-2016</c:v>
                </c:pt>
                <c:pt idx="4114">
                  <c:v>07-07-2016</c:v>
                </c:pt>
                <c:pt idx="4115">
                  <c:v>08-07-2016</c:v>
                </c:pt>
                <c:pt idx="4116">
                  <c:v>11-07-2016</c:v>
                </c:pt>
                <c:pt idx="4117">
                  <c:v>12-07-2016</c:v>
                </c:pt>
                <c:pt idx="4118">
                  <c:v>13-07-2016</c:v>
                </c:pt>
                <c:pt idx="4119">
                  <c:v>14-07-2016</c:v>
                </c:pt>
                <c:pt idx="4120">
                  <c:v>15-07-2016</c:v>
                </c:pt>
                <c:pt idx="4121">
                  <c:v>18-07-2016</c:v>
                </c:pt>
                <c:pt idx="4122">
                  <c:v>19-07-2016</c:v>
                </c:pt>
                <c:pt idx="4123">
                  <c:v>20-07-2016</c:v>
                </c:pt>
                <c:pt idx="4124">
                  <c:v>21-07-2016</c:v>
                </c:pt>
                <c:pt idx="4125">
                  <c:v>22-07-2016</c:v>
                </c:pt>
                <c:pt idx="4126">
                  <c:v>25-07-2016</c:v>
                </c:pt>
                <c:pt idx="4127">
                  <c:v>26-07-2016</c:v>
                </c:pt>
                <c:pt idx="4128">
                  <c:v>27-07-2016</c:v>
                </c:pt>
                <c:pt idx="4129">
                  <c:v>28-07-2016</c:v>
                </c:pt>
                <c:pt idx="4130">
                  <c:v>29-07-2016</c:v>
                </c:pt>
                <c:pt idx="4131">
                  <c:v>01-08-2016</c:v>
                </c:pt>
                <c:pt idx="4132">
                  <c:v>02-08-2016</c:v>
                </c:pt>
                <c:pt idx="4133">
                  <c:v>03-08-2016</c:v>
                </c:pt>
                <c:pt idx="4134">
                  <c:v>04-08-2016</c:v>
                </c:pt>
                <c:pt idx="4135">
                  <c:v>05-08-2016</c:v>
                </c:pt>
                <c:pt idx="4136">
                  <c:v>08-08-2016</c:v>
                </c:pt>
                <c:pt idx="4137">
                  <c:v>09-08-2016</c:v>
                </c:pt>
                <c:pt idx="4138">
                  <c:v>10-08-2016</c:v>
                </c:pt>
                <c:pt idx="4139">
                  <c:v>11-08-2016</c:v>
                </c:pt>
                <c:pt idx="4140">
                  <c:v>12-08-2016</c:v>
                </c:pt>
                <c:pt idx="4141">
                  <c:v>16-08-2016</c:v>
                </c:pt>
                <c:pt idx="4142">
                  <c:v>17-08-2016</c:v>
                </c:pt>
                <c:pt idx="4143">
                  <c:v>18-08-2016</c:v>
                </c:pt>
                <c:pt idx="4144">
                  <c:v>19-08-2016</c:v>
                </c:pt>
                <c:pt idx="4145">
                  <c:v>22-08-2016</c:v>
                </c:pt>
                <c:pt idx="4146">
                  <c:v>23-08-2016</c:v>
                </c:pt>
                <c:pt idx="4147">
                  <c:v>24-08-2016</c:v>
                </c:pt>
                <c:pt idx="4148">
                  <c:v>25-08-2016</c:v>
                </c:pt>
                <c:pt idx="4149">
                  <c:v>26-08-2016</c:v>
                </c:pt>
                <c:pt idx="4150">
                  <c:v>29-08-2016</c:v>
                </c:pt>
                <c:pt idx="4151">
                  <c:v>30-08-2016</c:v>
                </c:pt>
                <c:pt idx="4152">
                  <c:v>31-08-2016</c:v>
                </c:pt>
                <c:pt idx="4153">
                  <c:v>01-09-2016</c:v>
                </c:pt>
                <c:pt idx="4154">
                  <c:v>02-09-2016</c:v>
                </c:pt>
                <c:pt idx="4155">
                  <c:v>06-09-2016</c:v>
                </c:pt>
                <c:pt idx="4156">
                  <c:v>07-09-2016</c:v>
                </c:pt>
                <c:pt idx="4157">
                  <c:v>08-09-2016</c:v>
                </c:pt>
                <c:pt idx="4158">
                  <c:v>09-09-2016</c:v>
                </c:pt>
                <c:pt idx="4159">
                  <c:v>12-09-2016</c:v>
                </c:pt>
                <c:pt idx="4160">
                  <c:v>14-09-2016</c:v>
                </c:pt>
                <c:pt idx="4161">
                  <c:v>15-09-2016</c:v>
                </c:pt>
                <c:pt idx="4162">
                  <c:v>16-09-2016</c:v>
                </c:pt>
                <c:pt idx="4163">
                  <c:v>19-09-2016</c:v>
                </c:pt>
                <c:pt idx="4164">
                  <c:v>20-09-2016</c:v>
                </c:pt>
                <c:pt idx="4165">
                  <c:v>21-09-2016</c:v>
                </c:pt>
                <c:pt idx="4166">
                  <c:v>22-09-2016</c:v>
                </c:pt>
                <c:pt idx="4167">
                  <c:v>23-09-2016</c:v>
                </c:pt>
                <c:pt idx="4168">
                  <c:v>26-09-2016</c:v>
                </c:pt>
                <c:pt idx="4169">
                  <c:v>27-09-2016</c:v>
                </c:pt>
                <c:pt idx="4170">
                  <c:v>28-09-2016</c:v>
                </c:pt>
                <c:pt idx="4171">
                  <c:v>29-09-2016</c:v>
                </c:pt>
                <c:pt idx="4172">
                  <c:v>30-09-2016</c:v>
                </c:pt>
                <c:pt idx="4173">
                  <c:v>03-10-2016</c:v>
                </c:pt>
                <c:pt idx="4174">
                  <c:v>04-10-2016</c:v>
                </c:pt>
                <c:pt idx="4175">
                  <c:v>05-10-2016</c:v>
                </c:pt>
                <c:pt idx="4176">
                  <c:v>06-10-2016</c:v>
                </c:pt>
                <c:pt idx="4177">
                  <c:v>07-10-2016</c:v>
                </c:pt>
                <c:pt idx="4178">
                  <c:v>10-10-2016</c:v>
                </c:pt>
                <c:pt idx="4179">
                  <c:v>13-10-2016</c:v>
                </c:pt>
                <c:pt idx="4180">
                  <c:v>14-10-2016</c:v>
                </c:pt>
                <c:pt idx="4181">
                  <c:v>17-10-2016</c:v>
                </c:pt>
                <c:pt idx="4182">
                  <c:v>18-10-2016</c:v>
                </c:pt>
                <c:pt idx="4183">
                  <c:v>19-10-2016</c:v>
                </c:pt>
                <c:pt idx="4184">
                  <c:v>20-10-2016</c:v>
                </c:pt>
                <c:pt idx="4185">
                  <c:v>21-10-2016</c:v>
                </c:pt>
                <c:pt idx="4186">
                  <c:v>24-10-2016</c:v>
                </c:pt>
                <c:pt idx="4187">
                  <c:v>25-10-2016</c:v>
                </c:pt>
                <c:pt idx="4188">
                  <c:v>26-10-2016</c:v>
                </c:pt>
                <c:pt idx="4189">
                  <c:v>27-10-2016</c:v>
                </c:pt>
                <c:pt idx="4190">
                  <c:v>28-10-2016</c:v>
                </c:pt>
                <c:pt idx="4191">
                  <c:v>30-10-2016</c:v>
                </c:pt>
                <c:pt idx="4192">
                  <c:v>01-11-2016</c:v>
                </c:pt>
                <c:pt idx="4193">
                  <c:v>02-11-2016</c:v>
                </c:pt>
                <c:pt idx="4194">
                  <c:v>03-11-2016</c:v>
                </c:pt>
                <c:pt idx="4195">
                  <c:v>04-11-2016</c:v>
                </c:pt>
                <c:pt idx="4196">
                  <c:v>07-11-2016</c:v>
                </c:pt>
                <c:pt idx="4197">
                  <c:v>08-11-2016</c:v>
                </c:pt>
                <c:pt idx="4198">
                  <c:v>09-11-2016</c:v>
                </c:pt>
                <c:pt idx="4199">
                  <c:v>10-11-2016</c:v>
                </c:pt>
                <c:pt idx="4200">
                  <c:v>11-11-2016</c:v>
                </c:pt>
                <c:pt idx="4201">
                  <c:v>15-11-2016</c:v>
                </c:pt>
                <c:pt idx="4202">
                  <c:v>16-11-2016</c:v>
                </c:pt>
                <c:pt idx="4203">
                  <c:v>17-11-2016</c:v>
                </c:pt>
                <c:pt idx="4204">
                  <c:v>18-11-2016</c:v>
                </c:pt>
                <c:pt idx="4205">
                  <c:v>21-11-2016</c:v>
                </c:pt>
                <c:pt idx="4206">
                  <c:v>22-11-2016</c:v>
                </c:pt>
                <c:pt idx="4207">
                  <c:v>23-11-2016</c:v>
                </c:pt>
                <c:pt idx="4208">
                  <c:v>24-11-2016</c:v>
                </c:pt>
                <c:pt idx="4209">
                  <c:v>25-11-2016</c:v>
                </c:pt>
                <c:pt idx="4210">
                  <c:v>28-11-2016</c:v>
                </c:pt>
                <c:pt idx="4211">
                  <c:v>29-11-2016</c:v>
                </c:pt>
                <c:pt idx="4212">
                  <c:v>30-11-2016</c:v>
                </c:pt>
                <c:pt idx="4213">
                  <c:v>01-12-2016</c:v>
                </c:pt>
                <c:pt idx="4214">
                  <c:v>02-12-2016</c:v>
                </c:pt>
                <c:pt idx="4215">
                  <c:v>05-12-2016</c:v>
                </c:pt>
                <c:pt idx="4216">
                  <c:v>06-12-2016</c:v>
                </c:pt>
                <c:pt idx="4217">
                  <c:v>07-12-2016</c:v>
                </c:pt>
                <c:pt idx="4218">
                  <c:v>08-12-2016</c:v>
                </c:pt>
                <c:pt idx="4219">
                  <c:v>09-12-2016</c:v>
                </c:pt>
                <c:pt idx="4220">
                  <c:v>12-12-2016</c:v>
                </c:pt>
                <c:pt idx="4221">
                  <c:v>13-12-2016</c:v>
                </c:pt>
                <c:pt idx="4222">
                  <c:v>14-12-2016</c:v>
                </c:pt>
                <c:pt idx="4223">
                  <c:v>15-12-2016</c:v>
                </c:pt>
                <c:pt idx="4224">
                  <c:v>16-12-2016</c:v>
                </c:pt>
                <c:pt idx="4225">
                  <c:v>19-12-2016</c:v>
                </c:pt>
                <c:pt idx="4226">
                  <c:v>20-12-2016</c:v>
                </c:pt>
                <c:pt idx="4227">
                  <c:v>21-12-2016</c:v>
                </c:pt>
                <c:pt idx="4228">
                  <c:v>22-12-2016</c:v>
                </c:pt>
                <c:pt idx="4229">
                  <c:v>23-12-2016</c:v>
                </c:pt>
                <c:pt idx="4230">
                  <c:v>26-12-2016</c:v>
                </c:pt>
                <c:pt idx="4231">
                  <c:v>27-12-2016</c:v>
                </c:pt>
                <c:pt idx="4232">
                  <c:v>28-12-2016</c:v>
                </c:pt>
                <c:pt idx="4233">
                  <c:v>29-12-2016</c:v>
                </c:pt>
                <c:pt idx="4234">
                  <c:v>30-12-2016</c:v>
                </c:pt>
                <c:pt idx="4235">
                  <c:v>02-01-2017</c:v>
                </c:pt>
                <c:pt idx="4236">
                  <c:v>03-01-2017</c:v>
                </c:pt>
                <c:pt idx="4237">
                  <c:v>04-01-2017</c:v>
                </c:pt>
                <c:pt idx="4238">
                  <c:v>05-01-2017</c:v>
                </c:pt>
                <c:pt idx="4239">
                  <c:v>06-01-2017</c:v>
                </c:pt>
                <c:pt idx="4240">
                  <c:v>09-01-2017</c:v>
                </c:pt>
                <c:pt idx="4241">
                  <c:v>10-01-2017</c:v>
                </c:pt>
                <c:pt idx="4242">
                  <c:v>11-01-2017</c:v>
                </c:pt>
                <c:pt idx="4243">
                  <c:v>12-01-2017</c:v>
                </c:pt>
                <c:pt idx="4244">
                  <c:v>13-01-2017</c:v>
                </c:pt>
                <c:pt idx="4245">
                  <c:v>16-01-2017</c:v>
                </c:pt>
                <c:pt idx="4246">
                  <c:v>17-01-2017</c:v>
                </c:pt>
                <c:pt idx="4247">
                  <c:v>18-01-2017</c:v>
                </c:pt>
                <c:pt idx="4248">
                  <c:v>19-01-2017</c:v>
                </c:pt>
                <c:pt idx="4249">
                  <c:v>20-01-2017</c:v>
                </c:pt>
                <c:pt idx="4250">
                  <c:v>23-01-2017</c:v>
                </c:pt>
                <c:pt idx="4251">
                  <c:v>24-01-2017</c:v>
                </c:pt>
                <c:pt idx="4252">
                  <c:v>25-01-2017</c:v>
                </c:pt>
                <c:pt idx="4253">
                  <c:v>27-01-2017</c:v>
                </c:pt>
                <c:pt idx="4254">
                  <c:v>30-01-2017</c:v>
                </c:pt>
                <c:pt idx="4255">
                  <c:v>31-01-2017</c:v>
                </c:pt>
                <c:pt idx="4256">
                  <c:v>01-02-2017</c:v>
                </c:pt>
                <c:pt idx="4257">
                  <c:v>02-02-2017</c:v>
                </c:pt>
                <c:pt idx="4258">
                  <c:v>03-02-2017</c:v>
                </c:pt>
                <c:pt idx="4259">
                  <c:v>06-02-2017</c:v>
                </c:pt>
                <c:pt idx="4260">
                  <c:v>07-02-2017</c:v>
                </c:pt>
                <c:pt idx="4261">
                  <c:v>08-02-2017</c:v>
                </c:pt>
                <c:pt idx="4262">
                  <c:v>09-02-2017</c:v>
                </c:pt>
                <c:pt idx="4263">
                  <c:v>10-02-2017</c:v>
                </c:pt>
                <c:pt idx="4264">
                  <c:v>13-02-2017</c:v>
                </c:pt>
                <c:pt idx="4265">
                  <c:v>14-02-2017</c:v>
                </c:pt>
                <c:pt idx="4266">
                  <c:v>15-02-2017</c:v>
                </c:pt>
                <c:pt idx="4267">
                  <c:v>16-02-2017</c:v>
                </c:pt>
                <c:pt idx="4268">
                  <c:v>17-02-2017</c:v>
                </c:pt>
                <c:pt idx="4269">
                  <c:v>20-02-2017</c:v>
                </c:pt>
                <c:pt idx="4270">
                  <c:v>21-02-2017</c:v>
                </c:pt>
                <c:pt idx="4271">
                  <c:v>22-02-2017</c:v>
                </c:pt>
                <c:pt idx="4272">
                  <c:v>23-02-2017</c:v>
                </c:pt>
                <c:pt idx="4273">
                  <c:v>27-02-2017</c:v>
                </c:pt>
                <c:pt idx="4274">
                  <c:v>28-02-2017</c:v>
                </c:pt>
                <c:pt idx="4275">
                  <c:v>01-03-2017</c:v>
                </c:pt>
                <c:pt idx="4276">
                  <c:v>02-03-2017</c:v>
                </c:pt>
                <c:pt idx="4277">
                  <c:v>03-03-2017</c:v>
                </c:pt>
                <c:pt idx="4278">
                  <c:v>06-03-2017</c:v>
                </c:pt>
                <c:pt idx="4279">
                  <c:v>07-03-2017</c:v>
                </c:pt>
                <c:pt idx="4280">
                  <c:v>08-03-2017</c:v>
                </c:pt>
                <c:pt idx="4281">
                  <c:v>09-03-2017</c:v>
                </c:pt>
                <c:pt idx="4282">
                  <c:v>10-03-2017</c:v>
                </c:pt>
                <c:pt idx="4283">
                  <c:v>14-03-2017</c:v>
                </c:pt>
                <c:pt idx="4284">
                  <c:v>15-03-2017</c:v>
                </c:pt>
                <c:pt idx="4285">
                  <c:v>16-03-2017</c:v>
                </c:pt>
                <c:pt idx="4286">
                  <c:v>17-03-2017</c:v>
                </c:pt>
                <c:pt idx="4287">
                  <c:v>20-03-2017</c:v>
                </c:pt>
                <c:pt idx="4288">
                  <c:v>21-03-2017</c:v>
                </c:pt>
                <c:pt idx="4289">
                  <c:v>22-03-2017</c:v>
                </c:pt>
                <c:pt idx="4290">
                  <c:v>23-03-2017</c:v>
                </c:pt>
                <c:pt idx="4291">
                  <c:v>24-03-2017</c:v>
                </c:pt>
                <c:pt idx="4292">
                  <c:v>27-03-2017</c:v>
                </c:pt>
                <c:pt idx="4293">
                  <c:v>28-03-2017</c:v>
                </c:pt>
                <c:pt idx="4294">
                  <c:v>29-03-2017</c:v>
                </c:pt>
                <c:pt idx="4295">
                  <c:v>30-03-2017</c:v>
                </c:pt>
                <c:pt idx="4296">
                  <c:v>31-03-2017</c:v>
                </c:pt>
                <c:pt idx="4297">
                  <c:v>03-04-2017</c:v>
                </c:pt>
                <c:pt idx="4298">
                  <c:v>05-04-2017</c:v>
                </c:pt>
                <c:pt idx="4299">
                  <c:v>06-04-2017</c:v>
                </c:pt>
                <c:pt idx="4300">
                  <c:v>07-04-2017</c:v>
                </c:pt>
                <c:pt idx="4301">
                  <c:v>10-04-2017</c:v>
                </c:pt>
                <c:pt idx="4302">
                  <c:v>11-04-2017</c:v>
                </c:pt>
                <c:pt idx="4303">
                  <c:v>12-04-2017</c:v>
                </c:pt>
                <c:pt idx="4304">
                  <c:v>13-04-2017</c:v>
                </c:pt>
                <c:pt idx="4305">
                  <c:v>17-04-2017</c:v>
                </c:pt>
                <c:pt idx="4306">
                  <c:v>18-04-2017</c:v>
                </c:pt>
                <c:pt idx="4307">
                  <c:v>19-04-2017</c:v>
                </c:pt>
                <c:pt idx="4308">
                  <c:v>20-04-2017</c:v>
                </c:pt>
                <c:pt idx="4309">
                  <c:v>21-04-2017</c:v>
                </c:pt>
                <c:pt idx="4310">
                  <c:v>24-04-2017</c:v>
                </c:pt>
                <c:pt idx="4311">
                  <c:v>25-04-2017</c:v>
                </c:pt>
                <c:pt idx="4312">
                  <c:v>26-04-2017</c:v>
                </c:pt>
                <c:pt idx="4313">
                  <c:v>27-04-2017</c:v>
                </c:pt>
                <c:pt idx="4314">
                  <c:v>28-04-2017</c:v>
                </c:pt>
                <c:pt idx="4315">
                  <c:v>02-05-2017</c:v>
                </c:pt>
                <c:pt idx="4316">
                  <c:v>03-05-2017</c:v>
                </c:pt>
                <c:pt idx="4317">
                  <c:v>04-05-2017</c:v>
                </c:pt>
                <c:pt idx="4318">
                  <c:v>05-05-2017</c:v>
                </c:pt>
                <c:pt idx="4319">
                  <c:v>08-05-2017</c:v>
                </c:pt>
                <c:pt idx="4320">
                  <c:v>09-05-2017</c:v>
                </c:pt>
                <c:pt idx="4321">
                  <c:v>10-05-2017</c:v>
                </c:pt>
                <c:pt idx="4322">
                  <c:v>11-05-2017</c:v>
                </c:pt>
                <c:pt idx="4323">
                  <c:v>12-05-2017</c:v>
                </c:pt>
                <c:pt idx="4324">
                  <c:v>15-05-2017</c:v>
                </c:pt>
                <c:pt idx="4325">
                  <c:v>16-05-2017</c:v>
                </c:pt>
                <c:pt idx="4326">
                  <c:v>17-05-2017</c:v>
                </c:pt>
                <c:pt idx="4327">
                  <c:v>18-05-2017</c:v>
                </c:pt>
                <c:pt idx="4328">
                  <c:v>19-05-2017</c:v>
                </c:pt>
                <c:pt idx="4329">
                  <c:v>22-05-2017</c:v>
                </c:pt>
                <c:pt idx="4330">
                  <c:v>23-05-2017</c:v>
                </c:pt>
                <c:pt idx="4331">
                  <c:v>24-05-2017</c:v>
                </c:pt>
                <c:pt idx="4332">
                  <c:v>25-05-2017</c:v>
                </c:pt>
                <c:pt idx="4333">
                  <c:v>26-05-2017</c:v>
                </c:pt>
                <c:pt idx="4334">
                  <c:v>29-05-2017</c:v>
                </c:pt>
                <c:pt idx="4335">
                  <c:v>30-05-2017</c:v>
                </c:pt>
                <c:pt idx="4336">
                  <c:v>31-05-2017</c:v>
                </c:pt>
                <c:pt idx="4337">
                  <c:v>01-06-2017</c:v>
                </c:pt>
                <c:pt idx="4338">
                  <c:v>02-06-2017</c:v>
                </c:pt>
                <c:pt idx="4339">
                  <c:v>05-06-2017</c:v>
                </c:pt>
                <c:pt idx="4340">
                  <c:v>06-06-2017</c:v>
                </c:pt>
                <c:pt idx="4341">
                  <c:v>07-06-2017</c:v>
                </c:pt>
                <c:pt idx="4342">
                  <c:v>08-06-2017</c:v>
                </c:pt>
                <c:pt idx="4343">
                  <c:v>09-06-2017</c:v>
                </c:pt>
                <c:pt idx="4344">
                  <c:v>12-06-2017</c:v>
                </c:pt>
                <c:pt idx="4345">
                  <c:v>13-06-2017</c:v>
                </c:pt>
                <c:pt idx="4346">
                  <c:v>14-06-2017</c:v>
                </c:pt>
                <c:pt idx="4347">
                  <c:v>15-06-2017</c:v>
                </c:pt>
                <c:pt idx="4348">
                  <c:v>16-06-2017</c:v>
                </c:pt>
                <c:pt idx="4349">
                  <c:v>19-06-2017</c:v>
                </c:pt>
                <c:pt idx="4350">
                  <c:v>20-06-2017</c:v>
                </c:pt>
                <c:pt idx="4351">
                  <c:v>21-06-2017</c:v>
                </c:pt>
                <c:pt idx="4352">
                  <c:v>22-06-2017</c:v>
                </c:pt>
                <c:pt idx="4353">
                  <c:v>23-06-2017</c:v>
                </c:pt>
                <c:pt idx="4354">
                  <c:v>27-06-2017</c:v>
                </c:pt>
                <c:pt idx="4355">
                  <c:v>28-06-2017</c:v>
                </c:pt>
                <c:pt idx="4356">
                  <c:v>29-06-2017</c:v>
                </c:pt>
                <c:pt idx="4357">
                  <c:v>30-06-2017</c:v>
                </c:pt>
                <c:pt idx="4358">
                  <c:v>03-07-2017</c:v>
                </c:pt>
                <c:pt idx="4359">
                  <c:v>04-07-2017</c:v>
                </c:pt>
                <c:pt idx="4360">
                  <c:v>05-07-2017</c:v>
                </c:pt>
                <c:pt idx="4361">
                  <c:v>06-07-2017</c:v>
                </c:pt>
                <c:pt idx="4362">
                  <c:v>07-07-2017</c:v>
                </c:pt>
                <c:pt idx="4363">
                  <c:v>10-07-2017</c:v>
                </c:pt>
                <c:pt idx="4364">
                  <c:v>11-07-2017</c:v>
                </c:pt>
                <c:pt idx="4365">
                  <c:v>12-07-2017</c:v>
                </c:pt>
                <c:pt idx="4366">
                  <c:v>13-07-2017</c:v>
                </c:pt>
                <c:pt idx="4367">
                  <c:v>14-07-2017</c:v>
                </c:pt>
                <c:pt idx="4368">
                  <c:v>17-07-2017</c:v>
                </c:pt>
                <c:pt idx="4369">
                  <c:v>18-07-2017</c:v>
                </c:pt>
                <c:pt idx="4370">
                  <c:v>19-07-2017</c:v>
                </c:pt>
                <c:pt idx="4371">
                  <c:v>20-07-2017</c:v>
                </c:pt>
                <c:pt idx="4372">
                  <c:v>21-07-2017</c:v>
                </c:pt>
                <c:pt idx="4373">
                  <c:v>24-07-2017</c:v>
                </c:pt>
                <c:pt idx="4374">
                  <c:v>25-07-2017</c:v>
                </c:pt>
                <c:pt idx="4375">
                  <c:v>26-07-2017</c:v>
                </c:pt>
                <c:pt idx="4376">
                  <c:v>27-07-2017</c:v>
                </c:pt>
                <c:pt idx="4377">
                  <c:v>28-07-2017</c:v>
                </c:pt>
                <c:pt idx="4378">
                  <c:v>31-07-2017</c:v>
                </c:pt>
                <c:pt idx="4379">
                  <c:v>01-08-2017</c:v>
                </c:pt>
                <c:pt idx="4380">
                  <c:v>02-08-2017</c:v>
                </c:pt>
                <c:pt idx="4381">
                  <c:v>03-08-2017</c:v>
                </c:pt>
                <c:pt idx="4382">
                  <c:v>04-08-2017</c:v>
                </c:pt>
                <c:pt idx="4383">
                  <c:v>07-08-2017</c:v>
                </c:pt>
                <c:pt idx="4384">
                  <c:v>08-08-2017</c:v>
                </c:pt>
                <c:pt idx="4385">
                  <c:v>09-08-2017</c:v>
                </c:pt>
                <c:pt idx="4386">
                  <c:v>10-08-2017</c:v>
                </c:pt>
                <c:pt idx="4387">
                  <c:v>11-08-2017</c:v>
                </c:pt>
                <c:pt idx="4388">
                  <c:v>14-08-2017</c:v>
                </c:pt>
                <c:pt idx="4389">
                  <c:v>16-08-2017</c:v>
                </c:pt>
                <c:pt idx="4390">
                  <c:v>17-08-2017</c:v>
                </c:pt>
                <c:pt idx="4391">
                  <c:v>18-08-2017</c:v>
                </c:pt>
                <c:pt idx="4392">
                  <c:v>21-08-2017</c:v>
                </c:pt>
                <c:pt idx="4393">
                  <c:v>22-08-2017</c:v>
                </c:pt>
                <c:pt idx="4394">
                  <c:v>23-08-2017</c:v>
                </c:pt>
                <c:pt idx="4395">
                  <c:v>24-08-2017</c:v>
                </c:pt>
                <c:pt idx="4396">
                  <c:v>28-08-2017</c:v>
                </c:pt>
                <c:pt idx="4397">
                  <c:v>29-08-2017</c:v>
                </c:pt>
                <c:pt idx="4398">
                  <c:v>30-08-2017</c:v>
                </c:pt>
                <c:pt idx="4399">
                  <c:v>31-08-2017</c:v>
                </c:pt>
                <c:pt idx="4400">
                  <c:v>01-09-2017</c:v>
                </c:pt>
                <c:pt idx="4401">
                  <c:v>04-09-2017</c:v>
                </c:pt>
                <c:pt idx="4402">
                  <c:v>05-09-2017</c:v>
                </c:pt>
                <c:pt idx="4403">
                  <c:v>06-09-2017</c:v>
                </c:pt>
                <c:pt idx="4404">
                  <c:v>07-09-2017</c:v>
                </c:pt>
                <c:pt idx="4405">
                  <c:v>08-09-2017</c:v>
                </c:pt>
                <c:pt idx="4406">
                  <c:v>11-09-2017</c:v>
                </c:pt>
                <c:pt idx="4407">
                  <c:v>12-09-2017</c:v>
                </c:pt>
                <c:pt idx="4408">
                  <c:v>13-09-2017</c:v>
                </c:pt>
                <c:pt idx="4409">
                  <c:v>14-09-2017</c:v>
                </c:pt>
                <c:pt idx="4410">
                  <c:v>15-09-2017</c:v>
                </c:pt>
                <c:pt idx="4411">
                  <c:v>18-09-2017</c:v>
                </c:pt>
                <c:pt idx="4412">
                  <c:v>19-09-2017</c:v>
                </c:pt>
                <c:pt idx="4413">
                  <c:v>20-09-2017</c:v>
                </c:pt>
                <c:pt idx="4414">
                  <c:v>21-09-2017</c:v>
                </c:pt>
                <c:pt idx="4415">
                  <c:v>22-09-2017</c:v>
                </c:pt>
                <c:pt idx="4416">
                  <c:v>25-09-2017</c:v>
                </c:pt>
                <c:pt idx="4417">
                  <c:v>26-09-2017</c:v>
                </c:pt>
                <c:pt idx="4418">
                  <c:v>27-09-2017</c:v>
                </c:pt>
                <c:pt idx="4419">
                  <c:v>28-09-2017</c:v>
                </c:pt>
                <c:pt idx="4420">
                  <c:v>29-09-2017</c:v>
                </c:pt>
                <c:pt idx="4421">
                  <c:v>03-10-2017</c:v>
                </c:pt>
                <c:pt idx="4422">
                  <c:v>04-10-2017</c:v>
                </c:pt>
                <c:pt idx="4423">
                  <c:v>05-10-2017</c:v>
                </c:pt>
                <c:pt idx="4424">
                  <c:v>06-10-2017</c:v>
                </c:pt>
                <c:pt idx="4425">
                  <c:v>09-10-2017</c:v>
                </c:pt>
                <c:pt idx="4426">
                  <c:v>10-10-2017</c:v>
                </c:pt>
                <c:pt idx="4427">
                  <c:v>11-10-2017</c:v>
                </c:pt>
                <c:pt idx="4428">
                  <c:v>12-10-2017</c:v>
                </c:pt>
                <c:pt idx="4429">
                  <c:v>13-10-2017</c:v>
                </c:pt>
                <c:pt idx="4430">
                  <c:v>16-10-2017</c:v>
                </c:pt>
                <c:pt idx="4431">
                  <c:v>17-10-2017</c:v>
                </c:pt>
                <c:pt idx="4432">
                  <c:v>18-10-2017</c:v>
                </c:pt>
                <c:pt idx="4433">
                  <c:v>19-10-2017</c:v>
                </c:pt>
                <c:pt idx="4434">
                  <c:v>23-10-2017</c:v>
                </c:pt>
                <c:pt idx="4435">
                  <c:v>24-10-2017</c:v>
                </c:pt>
                <c:pt idx="4436">
                  <c:v>25-10-2017</c:v>
                </c:pt>
                <c:pt idx="4437">
                  <c:v>26-10-2017</c:v>
                </c:pt>
                <c:pt idx="4438">
                  <c:v>27-10-2017</c:v>
                </c:pt>
                <c:pt idx="4439">
                  <c:v>30-10-2017</c:v>
                </c:pt>
                <c:pt idx="4440">
                  <c:v>31-10-2017</c:v>
                </c:pt>
                <c:pt idx="4441">
                  <c:v>01-11-2017</c:v>
                </c:pt>
                <c:pt idx="4442">
                  <c:v>02-11-2017</c:v>
                </c:pt>
                <c:pt idx="4443">
                  <c:v>03-11-2017</c:v>
                </c:pt>
                <c:pt idx="4444">
                  <c:v>06-11-2017</c:v>
                </c:pt>
                <c:pt idx="4445">
                  <c:v>07-11-2017</c:v>
                </c:pt>
                <c:pt idx="4446">
                  <c:v>08-11-2017</c:v>
                </c:pt>
                <c:pt idx="4447">
                  <c:v>09-11-2017</c:v>
                </c:pt>
                <c:pt idx="4448">
                  <c:v>10-11-2017</c:v>
                </c:pt>
                <c:pt idx="4449">
                  <c:v>13-11-2017</c:v>
                </c:pt>
                <c:pt idx="4450">
                  <c:v>14-11-2017</c:v>
                </c:pt>
                <c:pt idx="4451">
                  <c:v>15-11-2017</c:v>
                </c:pt>
                <c:pt idx="4452">
                  <c:v>16-11-2017</c:v>
                </c:pt>
                <c:pt idx="4453">
                  <c:v>17-11-2017</c:v>
                </c:pt>
                <c:pt idx="4454">
                  <c:v>20-11-2017</c:v>
                </c:pt>
                <c:pt idx="4455">
                  <c:v>21-11-2017</c:v>
                </c:pt>
                <c:pt idx="4456">
                  <c:v>22-11-2017</c:v>
                </c:pt>
                <c:pt idx="4457">
                  <c:v>23-11-2017</c:v>
                </c:pt>
                <c:pt idx="4458">
                  <c:v>24-11-2017</c:v>
                </c:pt>
                <c:pt idx="4459">
                  <c:v>27-11-2017</c:v>
                </c:pt>
                <c:pt idx="4460">
                  <c:v>28-11-2017</c:v>
                </c:pt>
                <c:pt idx="4461">
                  <c:v>29-11-2017</c:v>
                </c:pt>
                <c:pt idx="4462">
                  <c:v>30-11-2017</c:v>
                </c:pt>
                <c:pt idx="4463">
                  <c:v>01-12-2017</c:v>
                </c:pt>
                <c:pt idx="4464">
                  <c:v>04-12-2017</c:v>
                </c:pt>
                <c:pt idx="4465">
                  <c:v>05-12-2017</c:v>
                </c:pt>
                <c:pt idx="4466">
                  <c:v>06-12-2017</c:v>
                </c:pt>
                <c:pt idx="4467">
                  <c:v>07-12-2017</c:v>
                </c:pt>
                <c:pt idx="4468">
                  <c:v>08-12-2017</c:v>
                </c:pt>
                <c:pt idx="4469">
                  <c:v>11-12-2017</c:v>
                </c:pt>
                <c:pt idx="4470">
                  <c:v>12-12-2017</c:v>
                </c:pt>
                <c:pt idx="4471">
                  <c:v>13-12-2017</c:v>
                </c:pt>
                <c:pt idx="4472">
                  <c:v>14-12-2017</c:v>
                </c:pt>
                <c:pt idx="4473">
                  <c:v>15-12-2017</c:v>
                </c:pt>
                <c:pt idx="4474">
                  <c:v>18-12-2017</c:v>
                </c:pt>
                <c:pt idx="4475">
                  <c:v>19-12-2017</c:v>
                </c:pt>
                <c:pt idx="4476">
                  <c:v>20-12-2017</c:v>
                </c:pt>
                <c:pt idx="4477">
                  <c:v>21-12-2017</c:v>
                </c:pt>
                <c:pt idx="4478">
                  <c:v>22-12-2017</c:v>
                </c:pt>
                <c:pt idx="4479">
                  <c:v>26-12-2017</c:v>
                </c:pt>
                <c:pt idx="4480">
                  <c:v>27-12-2017</c:v>
                </c:pt>
                <c:pt idx="4481">
                  <c:v>28-12-2017</c:v>
                </c:pt>
                <c:pt idx="4482">
                  <c:v>29-12-2017</c:v>
                </c:pt>
                <c:pt idx="4483">
                  <c:v>01-01-2018</c:v>
                </c:pt>
                <c:pt idx="4484">
                  <c:v>02-01-2018</c:v>
                </c:pt>
                <c:pt idx="4485">
                  <c:v>03-01-2018</c:v>
                </c:pt>
                <c:pt idx="4486">
                  <c:v>04-01-2018</c:v>
                </c:pt>
                <c:pt idx="4487">
                  <c:v>05-01-2018</c:v>
                </c:pt>
                <c:pt idx="4488">
                  <c:v>08-01-2018</c:v>
                </c:pt>
                <c:pt idx="4489">
                  <c:v>09-01-2018</c:v>
                </c:pt>
                <c:pt idx="4490">
                  <c:v>10-01-2018</c:v>
                </c:pt>
                <c:pt idx="4491">
                  <c:v>11-01-2018</c:v>
                </c:pt>
                <c:pt idx="4492">
                  <c:v>12-01-2018</c:v>
                </c:pt>
                <c:pt idx="4493">
                  <c:v>15-01-2018</c:v>
                </c:pt>
                <c:pt idx="4494">
                  <c:v>16-01-2018</c:v>
                </c:pt>
                <c:pt idx="4495">
                  <c:v>17-01-2018</c:v>
                </c:pt>
                <c:pt idx="4496">
                  <c:v>18-01-2018</c:v>
                </c:pt>
                <c:pt idx="4497">
                  <c:v>19-01-2018</c:v>
                </c:pt>
                <c:pt idx="4498">
                  <c:v>22-01-2018</c:v>
                </c:pt>
                <c:pt idx="4499">
                  <c:v>23-01-2018</c:v>
                </c:pt>
                <c:pt idx="4500">
                  <c:v>24-01-2018</c:v>
                </c:pt>
                <c:pt idx="4501">
                  <c:v>25-01-2018</c:v>
                </c:pt>
                <c:pt idx="4502">
                  <c:v>29-01-2018</c:v>
                </c:pt>
                <c:pt idx="4503">
                  <c:v>30-01-2018</c:v>
                </c:pt>
                <c:pt idx="4504">
                  <c:v>31-01-2018</c:v>
                </c:pt>
                <c:pt idx="4505">
                  <c:v>01-02-2018</c:v>
                </c:pt>
                <c:pt idx="4506">
                  <c:v>02-02-2018</c:v>
                </c:pt>
                <c:pt idx="4507">
                  <c:v>05-02-2018</c:v>
                </c:pt>
                <c:pt idx="4508">
                  <c:v>06-02-2018</c:v>
                </c:pt>
                <c:pt idx="4509">
                  <c:v>07-02-2018</c:v>
                </c:pt>
                <c:pt idx="4510">
                  <c:v>08-02-2018</c:v>
                </c:pt>
                <c:pt idx="4511">
                  <c:v>09-02-2018</c:v>
                </c:pt>
                <c:pt idx="4512">
                  <c:v>12-02-2018</c:v>
                </c:pt>
                <c:pt idx="4513">
                  <c:v>14-02-2018</c:v>
                </c:pt>
                <c:pt idx="4514">
                  <c:v>15-02-2018</c:v>
                </c:pt>
                <c:pt idx="4515">
                  <c:v>16-02-2018</c:v>
                </c:pt>
                <c:pt idx="4516">
                  <c:v>19-02-2018</c:v>
                </c:pt>
                <c:pt idx="4517">
                  <c:v>20-02-2018</c:v>
                </c:pt>
                <c:pt idx="4518">
                  <c:v>21-02-2018</c:v>
                </c:pt>
                <c:pt idx="4519">
                  <c:v>22-02-2018</c:v>
                </c:pt>
                <c:pt idx="4520">
                  <c:v>23-02-2018</c:v>
                </c:pt>
                <c:pt idx="4521">
                  <c:v>26-02-2018</c:v>
                </c:pt>
                <c:pt idx="4522">
                  <c:v>27-02-2018</c:v>
                </c:pt>
                <c:pt idx="4523">
                  <c:v>28-02-2018</c:v>
                </c:pt>
                <c:pt idx="4524">
                  <c:v>01-03-2018</c:v>
                </c:pt>
                <c:pt idx="4525">
                  <c:v>05-03-2018</c:v>
                </c:pt>
                <c:pt idx="4526">
                  <c:v>06-03-2018</c:v>
                </c:pt>
                <c:pt idx="4527">
                  <c:v>07-03-2018</c:v>
                </c:pt>
                <c:pt idx="4528">
                  <c:v>08-03-2018</c:v>
                </c:pt>
                <c:pt idx="4529">
                  <c:v>09-03-2018</c:v>
                </c:pt>
                <c:pt idx="4530">
                  <c:v>12-03-2018</c:v>
                </c:pt>
                <c:pt idx="4531">
                  <c:v>13-03-2018</c:v>
                </c:pt>
                <c:pt idx="4532">
                  <c:v>14-03-2018</c:v>
                </c:pt>
                <c:pt idx="4533">
                  <c:v>15-03-2018</c:v>
                </c:pt>
                <c:pt idx="4534">
                  <c:v>16-03-2018</c:v>
                </c:pt>
                <c:pt idx="4535">
                  <c:v>19-03-2018</c:v>
                </c:pt>
                <c:pt idx="4536">
                  <c:v>20-03-2018</c:v>
                </c:pt>
                <c:pt idx="4537">
                  <c:v>21-03-2018</c:v>
                </c:pt>
                <c:pt idx="4538">
                  <c:v>22-03-2018</c:v>
                </c:pt>
                <c:pt idx="4539">
                  <c:v>23-03-2018</c:v>
                </c:pt>
                <c:pt idx="4540">
                  <c:v>26-03-2018</c:v>
                </c:pt>
                <c:pt idx="4541">
                  <c:v>27-03-2018</c:v>
                </c:pt>
                <c:pt idx="4542">
                  <c:v>28-03-2018</c:v>
                </c:pt>
                <c:pt idx="4543">
                  <c:v>02-04-2018</c:v>
                </c:pt>
                <c:pt idx="4544">
                  <c:v>03-04-2018</c:v>
                </c:pt>
                <c:pt idx="4545">
                  <c:v>04-04-2018</c:v>
                </c:pt>
                <c:pt idx="4546">
                  <c:v>05-04-2018</c:v>
                </c:pt>
                <c:pt idx="4547">
                  <c:v>06-04-2018</c:v>
                </c:pt>
                <c:pt idx="4548">
                  <c:v>09-04-2018</c:v>
                </c:pt>
                <c:pt idx="4549">
                  <c:v>10-04-2018</c:v>
                </c:pt>
                <c:pt idx="4550">
                  <c:v>11-04-2018</c:v>
                </c:pt>
                <c:pt idx="4551">
                  <c:v>12-04-2018</c:v>
                </c:pt>
                <c:pt idx="4552">
                  <c:v>13-04-2018</c:v>
                </c:pt>
                <c:pt idx="4553">
                  <c:v>16-04-2018</c:v>
                </c:pt>
                <c:pt idx="4554">
                  <c:v>17-04-2018</c:v>
                </c:pt>
                <c:pt idx="4555">
                  <c:v>18-04-2018</c:v>
                </c:pt>
                <c:pt idx="4556">
                  <c:v>19-04-2018</c:v>
                </c:pt>
                <c:pt idx="4557">
                  <c:v>20-04-2018</c:v>
                </c:pt>
                <c:pt idx="4558">
                  <c:v>23-04-2018</c:v>
                </c:pt>
                <c:pt idx="4559">
                  <c:v>24-04-2018</c:v>
                </c:pt>
                <c:pt idx="4560">
                  <c:v>25-04-2018</c:v>
                </c:pt>
                <c:pt idx="4561">
                  <c:v>26-04-2018</c:v>
                </c:pt>
                <c:pt idx="4562">
                  <c:v>27-04-2018</c:v>
                </c:pt>
                <c:pt idx="4563">
                  <c:v>30-04-2018</c:v>
                </c:pt>
                <c:pt idx="4564">
                  <c:v>02-05-2018</c:v>
                </c:pt>
                <c:pt idx="4565">
                  <c:v>03-05-2018</c:v>
                </c:pt>
                <c:pt idx="4566">
                  <c:v>04-05-2018</c:v>
                </c:pt>
                <c:pt idx="4567">
                  <c:v>07-05-2018</c:v>
                </c:pt>
                <c:pt idx="4568">
                  <c:v>08-05-2018</c:v>
                </c:pt>
                <c:pt idx="4569">
                  <c:v>09-05-2018</c:v>
                </c:pt>
                <c:pt idx="4570">
                  <c:v>10-05-2018</c:v>
                </c:pt>
                <c:pt idx="4571">
                  <c:v>11-05-2018</c:v>
                </c:pt>
                <c:pt idx="4572">
                  <c:v>14-05-2018</c:v>
                </c:pt>
                <c:pt idx="4573">
                  <c:v>15-05-2018</c:v>
                </c:pt>
                <c:pt idx="4574">
                  <c:v>16-05-2018</c:v>
                </c:pt>
                <c:pt idx="4575">
                  <c:v>17-05-2018</c:v>
                </c:pt>
                <c:pt idx="4576">
                  <c:v>18-05-2018</c:v>
                </c:pt>
                <c:pt idx="4577">
                  <c:v>21-05-2018</c:v>
                </c:pt>
                <c:pt idx="4578">
                  <c:v>22-05-2018</c:v>
                </c:pt>
                <c:pt idx="4579">
                  <c:v>23-05-2018</c:v>
                </c:pt>
                <c:pt idx="4580">
                  <c:v>24-05-2018</c:v>
                </c:pt>
                <c:pt idx="4581">
                  <c:v>25-05-2018</c:v>
                </c:pt>
                <c:pt idx="4582">
                  <c:v>28-05-2018</c:v>
                </c:pt>
                <c:pt idx="4583">
                  <c:v>29-05-2018</c:v>
                </c:pt>
                <c:pt idx="4584">
                  <c:v>30-05-2018</c:v>
                </c:pt>
                <c:pt idx="4585">
                  <c:v>31-05-2018</c:v>
                </c:pt>
                <c:pt idx="4586">
                  <c:v>01-06-2018</c:v>
                </c:pt>
                <c:pt idx="4587">
                  <c:v>04-06-2018</c:v>
                </c:pt>
                <c:pt idx="4588">
                  <c:v>05-06-2018</c:v>
                </c:pt>
                <c:pt idx="4589">
                  <c:v>06-06-2018</c:v>
                </c:pt>
                <c:pt idx="4590">
                  <c:v>07-06-2018</c:v>
                </c:pt>
                <c:pt idx="4591">
                  <c:v>08-06-2018</c:v>
                </c:pt>
                <c:pt idx="4592">
                  <c:v>11-06-2018</c:v>
                </c:pt>
                <c:pt idx="4593">
                  <c:v>12-06-2018</c:v>
                </c:pt>
                <c:pt idx="4594">
                  <c:v>13-06-2018</c:v>
                </c:pt>
                <c:pt idx="4595">
                  <c:v>14-06-2018</c:v>
                </c:pt>
                <c:pt idx="4596">
                  <c:v>15-06-2018</c:v>
                </c:pt>
                <c:pt idx="4597">
                  <c:v>18-06-2018</c:v>
                </c:pt>
                <c:pt idx="4598">
                  <c:v>19-06-2018</c:v>
                </c:pt>
                <c:pt idx="4599">
                  <c:v>20-06-2018</c:v>
                </c:pt>
                <c:pt idx="4600">
                  <c:v>21-06-2018</c:v>
                </c:pt>
                <c:pt idx="4601">
                  <c:v>22-06-2018</c:v>
                </c:pt>
                <c:pt idx="4602">
                  <c:v>25-06-2018</c:v>
                </c:pt>
                <c:pt idx="4603">
                  <c:v>26-06-2018</c:v>
                </c:pt>
                <c:pt idx="4604">
                  <c:v>27-06-2018</c:v>
                </c:pt>
                <c:pt idx="4605">
                  <c:v>28-06-2018</c:v>
                </c:pt>
                <c:pt idx="4606">
                  <c:v>29-06-2018</c:v>
                </c:pt>
                <c:pt idx="4607">
                  <c:v>02-07-2018</c:v>
                </c:pt>
                <c:pt idx="4608">
                  <c:v>03-07-2018</c:v>
                </c:pt>
                <c:pt idx="4609">
                  <c:v>04-07-2018</c:v>
                </c:pt>
                <c:pt idx="4610">
                  <c:v>05-07-2018</c:v>
                </c:pt>
                <c:pt idx="4611">
                  <c:v>06-07-2018</c:v>
                </c:pt>
                <c:pt idx="4612">
                  <c:v>09-07-2018</c:v>
                </c:pt>
                <c:pt idx="4613">
                  <c:v>10-07-2018</c:v>
                </c:pt>
                <c:pt idx="4614">
                  <c:v>11-07-2018</c:v>
                </c:pt>
                <c:pt idx="4615">
                  <c:v>12-07-2018</c:v>
                </c:pt>
                <c:pt idx="4616">
                  <c:v>13-07-2018</c:v>
                </c:pt>
                <c:pt idx="4617">
                  <c:v>16-07-2018</c:v>
                </c:pt>
                <c:pt idx="4618">
                  <c:v>17-07-2018</c:v>
                </c:pt>
                <c:pt idx="4619">
                  <c:v>18-07-2018</c:v>
                </c:pt>
                <c:pt idx="4620">
                  <c:v>19-07-2018</c:v>
                </c:pt>
                <c:pt idx="4621">
                  <c:v>20-07-2018</c:v>
                </c:pt>
                <c:pt idx="4622">
                  <c:v>23-07-2018</c:v>
                </c:pt>
                <c:pt idx="4623">
                  <c:v>24-07-2018</c:v>
                </c:pt>
                <c:pt idx="4624">
                  <c:v>25-07-2018</c:v>
                </c:pt>
                <c:pt idx="4625">
                  <c:v>26-07-2018</c:v>
                </c:pt>
                <c:pt idx="4626">
                  <c:v>27-07-2018</c:v>
                </c:pt>
                <c:pt idx="4627">
                  <c:v>30-07-2018</c:v>
                </c:pt>
                <c:pt idx="4628">
                  <c:v>31-07-2018</c:v>
                </c:pt>
                <c:pt idx="4629">
                  <c:v>01-08-2018</c:v>
                </c:pt>
                <c:pt idx="4630">
                  <c:v>02-08-2018</c:v>
                </c:pt>
                <c:pt idx="4631">
                  <c:v>03-08-2018</c:v>
                </c:pt>
                <c:pt idx="4632">
                  <c:v>06-08-2018</c:v>
                </c:pt>
                <c:pt idx="4633">
                  <c:v>07-08-2018</c:v>
                </c:pt>
                <c:pt idx="4634">
                  <c:v>08-08-2018</c:v>
                </c:pt>
                <c:pt idx="4635">
                  <c:v>09-08-2018</c:v>
                </c:pt>
                <c:pt idx="4636">
                  <c:v>10-08-2018</c:v>
                </c:pt>
                <c:pt idx="4637">
                  <c:v>13-08-2018</c:v>
                </c:pt>
                <c:pt idx="4638">
                  <c:v>14-08-2018</c:v>
                </c:pt>
                <c:pt idx="4639">
                  <c:v>16-08-2018</c:v>
                </c:pt>
                <c:pt idx="4640">
                  <c:v>17-08-2018</c:v>
                </c:pt>
                <c:pt idx="4641">
                  <c:v>20-08-2018</c:v>
                </c:pt>
                <c:pt idx="4642">
                  <c:v>21-08-2018</c:v>
                </c:pt>
                <c:pt idx="4643">
                  <c:v>23-08-2018</c:v>
                </c:pt>
                <c:pt idx="4644">
                  <c:v>24-08-2018</c:v>
                </c:pt>
                <c:pt idx="4645">
                  <c:v>27-08-2018</c:v>
                </c:pt>
                <c:pt idx="4646">
                  <c:v>28-08-2018</c:v>
                </c:pt>
                <c:pt idx="4647">
                  <c:v>29-08-2018</c:v>
                </c:pt>
                <c:pt idx="4648">
                  <c:v>30-08-2018</c:v>
                </c:pt>
                <c:pt idx="4649">
                  <c:v>31-08-2018</c:v>
                </c:pt>
                <c:pt idx="4650">
                  <c:v>03-09-2018</c:v>
                </c:pt>
                <c:pt idx="4651">
                  <c:v>04-09-2018</c:v>
                </c:pt>
                <c:pt idx="4652">
                  <c:v>05-09-2018</c:v>
                </c:pt>
                <c:pt idx="4653">
                  <c:v>06-09-2018</c:v>
                </c:pt>
                <c:pt idx="4654">
                  <c:v>07-09-2018</c:v>
                </c:pt>
                <c:pt idx="4655">
                  <c:v>10-09-2018</c:v>
                </c:pt>
                <c:pt idx="4656">
                  <c:v>11-09-2018</c:v>
                </c:pt>
                <c:pt idx="4657">
                  <c:v>12-09-2018</c:v>
                </c:pt>
                <c:pt idx="4658">
                  <c:v>14-09-2018</c:v>
                </c:pt>
                <c:pt idx="4659">
                  <c:v>17-09-2018</c:v>
                </c:pt>
                <c:pt idx="4660">
                  <c:v>18-09-2018</c:v>
                </c:pt>
                <c:pt idx="4661">
                  <c:v>19-09-2018</c:v>
                </c:pt>
                <c:pt idx="4662">
                  <c:v>21-09-2018</c:v>
                </c:pt>
                <c:pt idx="4663">
                  <c:v>24-09-2018</c:v>
                </c:pt>
                <c:pt idx="4664">
                  <c:v>25-09-2018</c:v>
                </c:pt>
                <c:pt idx="4665">
                  <c:v>26-09-2018</c:v>
                </c:pt>
                <c:pt idx="4666">
                  <c:v>27-09-2018</c:v>
                </c:pt>
                <c:pt idx="4667">
                  <c:v>28-09-2018</c:v>
                </c:pt>
                <c:pt idx="4668">
                  <c:v>01-10-2018</c:v>
                </c:pt>
                <c:pt idx="4669">
                  <c:v>03-10-2018</c:v>
                </c:pt>
                <c:pt idx="4670">
                  <c:v>04-10-2018</c:v>
                </c:pt>
                <c:pt idx="4671">
                  <c:v>05-10-2018</c:v>
                </c:pt>
                <c:pt idx="4672">
                  <c:v>08-10-2018</c:v>
                </c:pt>
                <c:pt idx="4673">
                  <c:v>09-10-2018</c:v>
                </c:pt>
                <c:pt idx="4674">
                  <c:v>10-10-2018</c:v>
                </c:pt>
                <c:pt idx="4675">
                  <c:v>11-10-2018</c:v>
                </c:pt>
                <c:pt idx="4676">
                  <c:v>12-10-2018</c:v>
                </c:pt>
                <c:pt idx="4677">
                  <c:v>15-10-2018</c:v>
                </c:pt>
                <c:pt idx="4678">
                  <c:v>16-10-2018</c:v>
                </c:pt>
                <c:pt idx="4679">
                  <c:v>17-10-2018</c:v>
                </c:pt>
                <c:pt idx="4680">
                  <c:v>19-10-2018</c:v>
                </c:pt>
                <c:pt idx="4681">
                  <c:v>22-10-2018</c:v>
                </c:pt>
                <c:pt idx="4682">
                  <c:v>23-10-2018</c:v>
                </c:pt>
                <c:pt idx="4683">
                  <c:v>24-10-2018</c:v>
                </c:pt>
                <c:pt idx="4684">
                  <c:v>25-10-2018</c:v>
                </c:pt>
                <c:pt idx="4685">
                  <c:v>26-10-2018</c:v>
                </c:pt>
                <c:pt idx="4686">
                  <c:v>29-10-2018</c:v>
                </c:pt>
                <c:pt idx="4687">
                  <c:v>30-10-2018</c:v>
                </c:pt>
                <c:pt idx="4688">
                  <c:v>31-10-2018</c:v>
                </c:pt>
                <c:pt idx="4689">
                  <c:v>01-11-2018</c:v>
                </c:pt>
                <c:pt idx="4690">
                  <c:v>02-11-2018</c:v>
                </c:pt>
                <c:pt idx="4691">
                  <c:v>05-11-2018</c:v>
                </c:pt>
                <c:pt idx="4692">
                  <c:v>06-11-2018</c:v>
                </c:pt>
                <c:pt idx="4693">
                  <c:v>07-11-2018</c:v>
                </c:pt>
                <c:pt idx="4694">
                  <c:v>09-11-2018</c:v>
                </c:pt>
                <c:pt idx="4695">
                  <c:v>12-11-2018</c:v>
                </c:pt>
                <c:pt idx="4696">
                  <c:v>13-11-2018</c:v>
                </c:pt>
                <c:pt idx="4697">
                  <c:v>14-11-2018</c:v>
                </c:pt>
                <c:pt idx="4698">
                  <c:v>15-11-2018</c:v>
                </c:pt>
                <c:pt idx="4699">
                  <c:v>16-11-2018</c:v>
                </c:pt>
                <c:pt idx="4700">
                  <c:v>19-11-2018</c:v>
                </c:pt>
                <c:pt idx="4701">
                  <c:v>20-11-2018</c:v>
                </c:pt>
                <c:pt idx="4702">
                  <c:v>21-11-2018</c:v>
                </c:pt>
                <c:pt idx="4703">
                  <c:v>22-11-2018</c:v>
                </c:pt>
                <c:pt idx="4704">
                  <c:v>26-11-2018</c:v>
                </c:pt>
                <c:pt idx="4705">
                  <c:v>27-11-2018</c:v>
                </c:pt>
                <c:pt idx="4706">
                  <c:v>28-11-2018</c:v>
                </c:pt>
                <c:pt idx="4707">
                  <c:v>29-11-2018</c:v>
                </c:pt>
                <c:pt idx="4708">
                  <c:v>30-11-2018</c:v>
                </c:pt>
                <c:pt idx="4709">
                  <c:v>03-12-2018</c:v>
                </c:pt>
                <c:pt idx="4710">
                  <c:v>04-12-2018</c:v>
                </c:pt>
                <c:pt idx="4711">
                  <c:v>05-12-2018</c:v>
                </c:pt>
                <c:pt idx="4712">
                  <c:v>06-12-2018</c:v>
                </c:pt>
                <c:pt idx="4713">
                  <c:v>07-12-2018</c:v>
                </c:pt>
                <c:pt idx="4714">
                  <c:v>10-12-2018</c:v>
                </c:pt>
                <c:pt idx="4715">
                  <c:v>11-12-2018</c:v>
                </c:pt>
                <c:pt idx="4716">
                  <c:v>12-12-2018</c:v>
                </c:pt>
                <c:pt idx="4717">
                  <c:v>13-12-2018</c:v>
                </c:pt>
                <c:pt idx="4718">
                  <c:v>14-12-2018</c:v>
                </c:pt>
                <c:pt idx="4719">
                  <c:v>17-12-2018</c:v>
                </c:pt>
                <c:pt idx="4720">
                  <c:v>18-12-2018</c:v>
                </c:pt>
                <c:pt idx="4721">
                  <c:v>19-12-2018</c:v>
                </c:pt>
                <c:pt idx="4722">
                  <c:v>20-12-2018</c:v>
                </c:pt>
                <c:pt idx="4723">
                  <c:v>21-12-2018</c:v>
                </c:pt>
                <c:pt idx="4724">
                  <c:v>24-12-2018</c:v>
                </c:pt>
                <c:pt idx="4725">
                  <c:v>26-12-2018</c:v>
                </c:pt>
                <c:pt idx="4726">
                  <c:v>27-12-2018</c:v>
                </c:pt>
                <c:pt idx="4727">
                  <c:v>28-12-2018</c:v>
                </c:pt>
                <c:pt idx="4728">
                  <c:v>31-12-2018</c:v>
                </c:pt>
                <c:pt idx="4729">
                  <c:v>01-01-2019</c:v>
                </c:pt>
                <c:pt idx="4730">
                  <c:v>02-01-2019</c:v>
                </c:pt>
                <c:pt idx="4731">
                  <c:v>03-01-2019</c:v>
                </c:pt>
                <c:pt idx="4732">
                  <c:v>04-01-2019</c:v>
                </c:pt>
                <c:pt idx="4733">
                  <c:v>07-01-2019</c:v>
                </c:pt>
                <c:pt idx="4734">
                  <c:v>08-01-2019</c:v>
                </c:pt>
                <c:pt idx="4735">
                  <c:v>09-01-2019</c:v>
                </c:pt>
                <c:pt idx="4736">
                  <c:v>10-01-2019</c:v>
                </c:pt>
                <c:pt idx="4737">
                  <c:v>11-01-2019</c:v>
                </c:pt>
                <c:pt idx="4738">
                  <c:v>14-01-2019</c:v>
                </c:pt>
                <c:pt idx="4739">
                  <c:v>15-01-2019</c:v>
                </c:pt>
                <c:pt idx="4740">
                  <c:v>16-01-2019</c:v>
                </c:pt>
                <c:pt idx="4741">
                  <c:v>17-01-2019</c:v>
                </c:pt>
                <c:pt idx="4742">
                  <c:v>18-01-2019</c:v>
                </c:pt>
                <c:pt idx="4743">
                  <c:v>21-01-2019</c:v>
                </c:pt>
                <c:pt idx="4744">
                  <c:v>22-01-2019</c:v>
                </c:pt>
                <c:pt idx="4745">
                  <c:v>23-01-2019</c:v>
                </c:pt>
                <c:pt idx="4746">
                  <c:v>24-01-2019</c:v>
                </c:pt>
                <c:pt idx="4747">
                  <c:v>25-01-2019</c:v>
                </c:pt>
                <c:pt idx="4748">
                  <c:v>28-01-2019</c:v>
                </c:pt>
                <c:pt idx="4749">
                  <c:v>29-01-2019</c:v>
                </c:pt>
                <c:pt idx="4750">
                  <c:v>30-01-2019</c:v>
                </c:pt>
                <c:pt idx="4751">
                  <c:v>31-01-2019</c:v>
                </c:pt>
                <c:pt idx="4752">
                  <c:v>01-02-2019</c:v>
                </c:pt>
                <c:pt idx="4753">
                  <c:v>04-02-2019</c:v>
                </c:pt>
                <c:pt idx="4754">
                  <c:v>05-02-2019</c:v>
                </c:pt>
                <c:pt idx="4755">
                  <c:v>06-02-2019</c:v>
                </c:pt>
                <c:pt idx="4756">
                  <c:v>07-02-2019</c:v>
                </c:pt>
                <c:pt idx="4757">
                  <c:v>08-02-2019</c:v>
                </c:pt>
                <c:pt idx="4758">
                  <c:v>11-02-2019</c:v>
                </c:pt>
                <c:pt idx="4759">
                  <c:v>12-02-2019</c:v>
                </c:pt>
                <c:pt idx="4760">
                  <c:v>13-02-2019</c:v>
                </c:pt>
                <c:pt idx="4761">
                  <c:v>14-02-2019</c:v>
                </c:pt>
                <c:pt idx="4762">
                  <c:v>15-02-2019</c:v>
                </c:pt>
                <c:pt idx="4763">
                  <c:v>18-02-2019</c:v>
                </c:pt>
                <c:pt idx="4764">
                  <c:v>19-02-2019</c:v>
                </c:pt>
                <c:pt idx="4765">
                  <c:v>20-02-2019</c:v>
                </c:pt>
                <c:pt idx="4766">
                  <c:v>21-02-2019</c:v>
                </c:pt>
                <c:pt idx="4767">
                  <c:v>22-02-2019</c:v>
                </c:pt>
                <c:pt idx="4768">
                  <c:v>25-02-2019</c:v>
                </c:pt>
                <c:pt idx="4769">
                  <c:v>26-02-2019</c:v>
                </c:pt>
                <c:pt idx="4770">
                  <c:v>27-02-2019</c:v>
                </c:pt>
                <c:pt idx="4771">
                  <c:v>28-02-2019</c:v>
                </c:pt>
                <c:pt idx="4772">
                  <c:v>01-03-2019</c:v>
                </c:pt>
                <c:pt idx="4773">
                  <c:v>05-03-2019</c:v>
                </c:pt>
                <c:pt idx="4774">
                  <c:v>06-03-2019</c:v>
                </c:pt>
                <c:pt idx="4775">
                  <c:v>07-03-2019</c:v>
                </c:pt>
                <c:pt idx="4776">
                  <c:v>08-03-2019</c:v>
                </c:pt>
                <c:pt idx="4777">
                  <c:v>11-03-2019</c:v>
                </c:pt>
                <c:pt idx="4778">
                  <c:v>12-03-2019</c:v>
                </c:pt>
                <c:pt idx="4779">
                  <c:v>13-03-2019</c:v>
                </c:pt>
                <c:pt idx="4780">
                  <c:v>14-03-2019</c:v>
                </c:pt>
                <c:pt idx="4781">
                  <c:v>15-03-2019</c:v>
                </c:pt>
                <c:pt idx="4782">
                  <c:v>18-03-2019</c:v>
                </c:pt>
                <c:pt idx="4783">
                  <c:v>19-03-2019</c:v>
                </c:pt>
                <c:pt idx="4784">
                  <c:v>20-03-2019</c:v>
                </c:pt>
                <c:pt idx="4785">
                  <c:v>22-03-2019</c:v>
                </c:pt>
                <c:pt idx="4786">
                  <c:v>25-03-2019</c:v>
                </c:pt>
                <c:pt idx="4787">
                  <c:v>26-03-2019</c:v>
                </c:pt>
                <c:pt idx="4788">
                  <c:v>27-03-2019</c:v>
                </c:pt>
                <c:pt idx="4789">
                  <c:v>28-03-2019</c:v>
                </c:pt>
                <c:pt idx="4790">
                  <c:v>29-03-2019</c:v>
                </c:pt>
                <c:pt idx="4791">
                  <c:v>01-04-2019</c:v>
                </c:pt>
                <c:pt idx="4792">
                  <c:v>02-04-2019</c:v>
                </c:pt>
                <c:pt idx="4793">
                  <c:v>03-04-2019</c:v>
                </c:pt>
                <c:pt idx="4794">
                  <c:v>04-04-2019</c:v>
                </c:pt>
                <c:pt idx="4795">
                  <c:v>05-04-2019</c:v>
                </c:pt>
                <c:pt idx="4796">
                  <c:v>08-04-2019</c:v>
                </c:pt>
                <c:pt idx="4797">
                  <c:v>09-04-2019</c:v>
                </c:pt>
                <c:pt idx="4798">
                  <c:v>10-04-2019</c:v>
                </c:pt>
                <c:pt idx="4799">
                  <c:v>11-04-2019</c:v>
                </c:pt>
                <c:pt idx="4800">
                  <c:v>12-04-2019</c:v>
                </c:pt>
                <c:pt idx="4801">
                  <c:v>15-04-2019</c:v>
                </c:pt>
                <c:pt idx="4802">
                  <c:v>16-04-2019</c:v>
                </c:pt>
                <c:pt idx="4803">
                  <c:v>18-04-2019</c:v>
                </c:pt>
                <c:pt idx="4804">
                  <c:v>22-04-2019</c:v>
                </c:pt>
                <c:pt idx="4805">
                  <c:v>23-04-2019</c:v>
                </c:pt>
                <c:pt idx="4806">
                  <c:v>24-04-2019</c:v>
                </c:pt>
                <c:pt idx="4807">
                  <c:v>25-04-2019</c:v>
                </c:pt>
                <c:pt idx="4808">
                  <c:v>26-04-2019</c:v>
                </c:pt>
                <c:pt idx="4809">
                  <c:v>30-04-2019</c:v>
                </c:pt>
                <c:pt idx="4810">
                  <c:v>02-05-2019</c:v>
                </c:pt>
                <c:pt idx="4811">
                  <c:v>03-05-2019</c:v>
                </c:pt>
                <c:pt idx="4812">
                  <c:v>06-05-2019</c:v>
                </c:pt>
                <c:pt idx="4813">
                  <c:v>07-05-2019</c:v>
                </c:pt>
                <c:pt idx="4814">
                  <c:v>08-05-2019</c:v>
                </c:pt>
                <c:pt idx="4815">
                  <c:v>09-05-2019</c:v>
                </c:pt>
                <c:pt idx="4816">
                  <c:v>10-05-2019</c:v>
                </c:pt>
                <c:pt idx="4817">
                  <c:v>13-05-2019</c:v>
                </c:pt>
                <c:pt idx="4818">
                  <c:v>14-05-2019</c:v>
                </c:pt>
                <c:pt idx="4819">
                  <c:v>15-05-2019</c:v>
                </c:pt>
                <c:pt idx="4820">
                  <c:v>16-05-2019</c:v>
                </c:pt>
                <c:pt idx="4821">
                  <c:v>17-05-2019</c:v>
                </c:pt>
                <c:pt idx="4822">
                  <c:v>20-05-2019</c:v>
                </c:pt>
                <c:pt idx="4823">
                  <c:v>21-05-2019</c:v>
                </c:pt>
                <c:pt idx="4824">
                  <c:v>22-05-2019</c:v>
                </c:pt>
                <c:pt idx="4825">
                  <c:v>23-05-2019</c:v>
                </c:pt>
                <c:pt idx="4826">
                  <c:v>24-05-2019</c:v>
                </c:pt>
                <c:pt idx="4827">
                  <c:v>27-05-2019</c:v>
                </c:pt>
                <c:pt idx="4828">
                  <c:v>28-05-2019</c:v>
                </c:pt>
                <c:pt idx="4829">
                  <c:v>29-05-2019</c:v>
                </c:pt>
                <c:pt idx="4830">
                  <c:v>30-05-2019</c:v>
                </c:pt>
                <c:pt idx="4831">
                  <c:v>31-05-2019</c:v>
                </c:pt>
                <c:pt idx="4832">
                  <c:v>03-06-2019</c:v>
                </c:pt>
                <c:pt idx="4833">
                  <c:v>04-06-2019</c:v>
                </c:pt>
                <c:pt idx="4834">
                  <c:v>06-06-2019</c:v>
                </c:pt>
                <c:pt idx="4835">
                  <c:v>07-06-2019</c:v>
                </c:pt>
                <c:pt idx="4836">
                  <c:v>10-06-2019</c:v>
                </c:pt>
                <c:pt idx="4837">
                  <c:v>11-06-2019</c:v>
                </c:pt>
                <c:pt idx="4838">
                  <c:v>12-06-2019</c:v>
                </c:pt>
                <c:pt idx="4839">
                  <c:v>13-06-2019</c:v>
                </c:pt>
                <c:pt idx="4840">
                  <c:v>14-06-2019</c:v>
                </c:pt>
                <c:pt idx="4841">
                  <c:v>17-06-2019</c:v>
                </c:pt>
                <c:pt idx="4842">
                  <c:v>18-06-2019</c:v>
                </c:pt>
                <c:pt idx="4843">
                  <c:v>19-06-2019</c:v>
                </c:pt>
                <c:pt idx="4844">
                  <c:v>20-06-2019</c:v>
                </c:pt>
                <c:pt idx="4845">
                  <c:v>21-06-2019</c:v>
                </c:pt>
                <c:pt idx="4846">
                  <c:v>24-06-2019</c:v>
                </c:pt>
                <c:pt idx="4847">
                  <c:v>25-06-2019</c:v>
                </c:pt>
                <c:pt idx="4848">
                  <c:v>26-06-2019</c:v>
                </c:pt>
                <c:pt idx="4849">
                  <c:v>27-06-2019</c:v>
                </c:pt>
                <c:pt idx="4850">
                  <c:v>28-06-2019</c:v>
                </c:pt>
                <c:pt idx="4851">
                  <c:v>01-07-2019</c:v>
                </c:pt>
                <c:pt idx="4852">
                  <c:v>02-07-2019</c:v>
                </c:pt>
                <c:pt idx="4853">
                  <c:v>03-07-2019</c:v>
                </c:pt>
                <c:pt idx="4854">
                  <c:v>04-07-2019</c:v>
                </c:pt>
                <c:pt idx="4855">
                  <c:v>05-07-2019</c:v>
                </c:pt>
                <c:pt idx="4856">
                  <c:v>08-07-2019</c:v>
                </c:pt>
                <c:pt idx="4857">
                  <c:v>09-07-2019</c:v>
                </c:pt>
                <c:pt idx="4858">
                  <c:v>10-07-2019</c:v>
                </c:pt>
                <c:pt idx="4859">
                  <c:v>11-07-2019</c:v>
                </c:pt>
                <c:pt idx="4860">
                  <c:v>12-07-2019</c:v>
                </c:pt>
                <c:pt idx="4861">
                  <c:v>15-07-2019</c:v>
                </c:pt>
                <c:pt idx="4862">
                  <c:v>16-07-2019</c:v>
                </c:pt>
                <c:pt idx="4863">
                  <c:v>17-07-2019</c:v>
                </c:pt>
                <c:pt idx="4864">
                  <c:v>18-07-2019</c:v>
                </c:pt>
                <c:pt idx="4865">
                  <c:v>19-07-2019</c:v>
                </c:pt>
                <c:pt idx="4866">
                  <c:v>22-07-2019</c:v>
                </c:pt>
                <c:pt idx="4867">
                  <c:v>23-07-2019</c:v>
                </c:pt>
                <c:pt idx="4868">
                  <c:v>24-07-2019</c:v>
                </c:pt>
                <c:pt idx="4869">
                  <c:v>25-07-2019</c:v>
                </c:pt>
                <c:pt idx="4870">
                  <c:v>26-07-2019</c:v>
                </c:pt>
                <c:pt idx="4871">
                  <c:v>29-07-2019</c:v>
                </c:pt>
                <c:pt idx="4872">
                  <c:v>30-07-2019</c:v>
                </c:pt>
                <c:pt idx="4873">
                  <c:v>31-07-2019</c:v>
                </c:pt>
                <c:pt idx="4874">
                  <c:v>01-08-2019</c:v>
                </c:pt>
                <c:pt idx="4875">
                  <c:v>02-08-2019</c:v>
                </c:pt>
                <c:pt idx="4876">
                  <c:v>05-08-2019</c:v>
                </c:pt>
                <c:pt idx="4877">
                  <c:v>06-08-2019</c:v>
                </c:pt>
                <c:pt idx="4878">
                  <c:v>07-08-2019</c:v>
                </c:pt>
                <c:pt idx="4879">
                  <c:v>08-08-2019</c:v>
                </c:pt>
                <c:pt idx="4880">
                  <c:v>09-08-2019</c:v>
                </c:pt>
                <c:pt idx="4881">
                  <c:v>13-08-2019</c:v>
                </c:pt>
                <c:pt idx="4882">
                  <c:v>14-08-2019</c:v>
                </c:pt>
                <c:pt idx="4883">
                  <c:v>16-08-2019</c:v>
                </c:pt>
                <c:pt idx="4884">
                  <c:v>19-08-2019</c:v>
                </c:pt>
                <c:pt idx="4885">
                  <c:v>20-08-2019</c:v>
                </c:pt>
                <c:pt idx="4886">
                  <c:v>21-08-2019</c:v>
                </c:pt>
                <c:pt idx="4887">
                  <c:v>22-08-2019</c:v>
                </c:pt>
                <c:pt idx="4888">
                  <c:v>23-08-2019</c:v>
                </c:pt>
                <c:pt idx="4889">
                  <c:v>26-08-2019</c:v>
                </c:pt>
                <c:pt idx="4890">
                  <c:v>27-08-2019</c:v>
                </c:pt>
                <c:pt idx="4891">
                  <c:v>28-08-2019</c:v>
                </c:pt>
                <c:pt idx="4892">
                  <c:v>29-08-2019</c:v>
                </c:pt>
                <c:pt idx="4893">
                  <c:v>30-08-2019</c:v>
                </c:pt>
                <c:pt idx="4894">
                  <c:v>03-09-2019</c:v>
                </c:pt>
                <c:pt idx="4895">
                  <c:v>04-09-2019</c:v>
                </c:pt>
                <c:pt idx="4896">
                  <c:v>05-09-2019</c:v>
                </c:pt>
                <c:pt idx="4897">
                  <c:v>06-09-2019</c:v>
                </c:pt>
                <c:pt idx="4898">
                  <c:v>09-09-2019</c:v>
                </c:pt>
                <c:pt idx="4899">
                  <c:v>11-09-2019</c:v>
                </c:pt>
                <c:pt idx="4900">
                  <c:v>12-09-2019</c:v>
                </c:pt>
                <c:pt idx="4901">
                  <c:v>13-09-2019</c:v>
                </c:pt>
                <c:pt idx="4902">
                  <c:v>16-09-2019</c:v>
                </c:pt>
                <c:pt idx="4903">
                  <c:v>17-09-2019</c:v>
                </c:pt>
                <c:pt idx="4904">
                  <c:v>18-09-2019</c:v>
                </c:pt>
                <c:pt idx="4905">
                  <c:v>19-09-2019</c:v>
                </c:pt>
                <c:pt idx="4906">
                  <c:v>20-09-2019</c:v>
                </c:pt>
                <c:pt idx="4907">
                  <c:v>23-09-2019</c:v>
                </c:pt>
                <c:pt idx="4908">
                  <c:v>24-09-2019</c:v>
                </c:pt>
                <c:pt idx="4909">
                  <c:v>25-09-2019</c:v>
                </c:pt>
                <c:pt idx="4910">
                  <c:v>26-09-2019</c:v>
                </c:pt>
                <c:pt idx="4911">
                  <c:v>27-09-2019</c:v>
                </c:pt>
                <c:pt idx="4912">
                  <c:v>30-09-2019</c:v>
                </c:pt>
                <c:pt idx="4913">
                  <c:v>01-10-2019</c:v>
                </c:pt>
                <c:pt idx="4914">
                  <c:v>03-10-2019</c:v>
                </c:pt>
                <c:pt idx="4915">
                  <c:v>04-10-2019</c:v>
                </c:pt>
                <c:pt idx="4916">
                  <c:v>07-10-2019</c:v>
                </c:pt>
                <c:pt idx="4917">
                  <c:v>09-10-2019</c:v>
                </c:pt>
                <c:pt idx="4918">
                  <c:v>10-10-2019</c:v>
                </c:pt>
                <c:pt idx="4919">
                  <c:v>11-10-2019</c:v>
                </c:pt>
                <c:pt idx="4920">
                  <c:v>14-10-2019</c:v>
                </c:pt>
                <c:pt idx="4921">
                  <c:v>15-10-2019</c:v>
                </c:pt>
                <c:pt idx="4922">
                  <c:v>16-10-2019</c:v>
                </c:pt>
                <c:pt idx="4923">
                  <c:v>17-10-2019</c:v>
                </c:pt>
                <c:pt idx="4924">
                  <c:v>18-10-2019</c:v>
                </c:pt>
                <c:pt idx="4925">
                  <c:v>22-10-2019</c:v>
                </c:pt>
                <c:pt idx="4926">
                  <c:v>23-10-2019</c:v>
                </c:pt>
                <c:pt idx="4927">
                  <c:v>24-10-2019</c:v>
                </c:pt>
                <c:pt idx="4928">
                  <c:v>25-10-2019</c:v>
                </c:pt>
                <c:pt idx="4929">
                  <c:v>27-10-2019</c:v>
                </c:pt>
                <c:pt idx="4930">
                  <c:v>29-10-2019</c:v>
                </c:pt>
                <c:pt idx="4931">
                  <c:v>30-10-2019</c:v>
                </c:pt>
                <c:pt idx="4932">
                  <c:v>31-10-2019</c:v>
                </c:pt>
                <c:pt idx="4933">
                  <c:v>01-11-2019</c:v>
                </c:pt>
                <c:pt idx="4934">
                  <c:v>04-11-2019</c:v>
                </c:pt>
                <c:pt idx="4935">
                  <c:v>05-11-2019</c:v>
                </c:pt>
                <c:pt idx="4936">
                  <c:v>06-11-2019</c:v>
                </c:pt>
                <c:pt idx="4937">
                  <c:v>07-11-2019</c:v>
                </c:pt>
                <c:pt idx="4938">
                  <c:v>08-11-2019</c:v>
                </c:pt>
                <c:pt idx="4939">
                  <c:v>11-11-2019</c:v>
                </c:pt>
                <c:pt idx="4940">
                  <c:v>13-11-2019</c:v>
                </c:pt>
                <c:pt idx="4941">
                  <c:v>14-11-2019</c:v>
                </c:pt>
                <c:pt idx="4942">
                  <c:v>15-11-2019</c:v>
                </c:pt>
                <c:pt idx="4943">
                  <c:v>18-11-2019</c:v>
                </c:pt>
                <c:pt idx="4944">
                  <c:v>19-11-2019</c:v>
                </c:pt>
                <c:pt idx="4945">
                  <c:v>20-11-2019</c:v>
                </c:pt>
                <c:pt idx="4946">
                  <c:v>21-11-2019</c:v>
                </c:pt>
                <c:pt idx="4947">
                  <c:v>22-11-2019</c:v>
                </c:pt>
                <c:pt idx="4948">
                  <c:v>25-11-2019</c:v>
                </c:pt>
                <c:pt idx="4949">
                  <c:v>26-11-2019</c:v>
                </c:pt>
                <c:pt idx="4950">
                  <c:v>27-11-2019</c:v>
                </c:pt>
                <c:pt idx="4951">
                  <c:v>28-11-2019</c:v>
                </c:pt>
                <c:pt idx="4952">
                  <c:v>29-11-2019</c:v>
                </c:pt>
                <c:pt idx="4953">
                  <c:v>02-12-2019</c:v>
                </c:pt>
                <c:pt idx="4954">
                  <c:v>03-12-2019</c:v>
                </c:pt>
                <c:pt idx="4955">
                  <c:v>04-12-2019</c:v>
                </c:pt>
                <c:pt idx="4956">
                  <c:v>05-12-2019</c:v>
                </c:pt>
                <c:pt idx="4957">
                  <c:v>06-12-2019</c:v>
                </c:pt>
                <c:pt idx="4958">
                  <c:v>09-12-2019</c:v>
                </c:pt>
                <c:pt idx="4959">
                  <c:v>10-12-2019</c:v>
                </c:pt>
                <c:pt idx="4960">
                  <c:v>11-12-2019</c:v>
                </c:pt>
                <c:pt idx="4961">
                  <c:v>12-12-2019</c:v>
                </c:pt>
                <c:pt idx="4962">
                  <c:v>13-12-2019</c:v>
                </c:pt>
                <c:pt idx="4963">
                  <c:v>16-12-2019</c:v>
                </c:pt>
                <c:pt idx="4964">
                  <c:v>17-12-2019</c:v>
                </c:pt>
                <c:pt idx="4965">
                  <c:v>18-12-2019</c:v>
                </c:pt>
                <c:pt idx="4966">
                  <c:v>19-12-2019</c:v>
                </c:pt>
                <c:pt idx="4967">
                  <c:v>20-12-2019</c:v>
                </c:pt>
                <c:pt idx="4968">
                  <c:v>23-12-2019</c:v>
                </c:pt>
                <c:pt idx="4969">
                  <c:v>24-12-2019</c:v>
                </c:pt>
                <c:pt idx="4970">
                  <c:v>26-12-2019</c:v>
                </c:pt>
                <c:pt idx="4971">
                  <c:v>27-12-2019</c:v>
                </c:pt>
                <c:pt idx="4972">
                  <c:v>30-12-2019</c:v>
                </c:pt>
                <c:pt idx="4973">
                  <c:v>31-12-2019</c:v>
                </c:pt>
                <c:pt idx="4974">
                  <c:v>01-01-2020</c:v>
                </c:pt>
                <c:pt idx="4975">
                  <c:v>02-01-2020</c:v>
                </c:pt>
                <c:pt idx="4976">
                  <c:v>03-01-2020</c:v>
                </c:pt>
                <c:pt idx="4977">
                  <c:v>06-01-2020</c:v>
                </c:pt>
                <c:pt idx="4978">
                  <c:v>07-01-2020</c:v>
                </c:pt>
                <c:pt idx="4979">
                  <c:v>08-01-2020</c:v>
                </c:pt>
                <c:pt idx="4980">
                  <c:v>09-01-2020</c:v>
                </c:pt>
                <c:pt idx="4981">
                  <c:v>10-01-2020</c:v>
                </c:pt>
                <c:pt idx="4982">
                  <c:v>13-01-2020</c:v>
                </c:pt>
                <c:pt idx="4983">
                  <c:v>14-01-2020</c:v>
                </c:pt>
                <c:pt idx="4984">
                  <c:v>15-01-2020</c:v>
                </c:pt>
                <c:pt idx="4985">
                  <c:v>16-01-2020</c:v>
                </c:pt>
                <c:pt idx="4986">
                  <c:v>17-01-2020</c:v>
                </c:pt>
                <c:pt idx="4987">
                  <c:v>20-01-2020</c:v>
                </c:pt>
                <c:pt idx="4988">
                  <c:v>21-01-2020</c:v>
                </c:pt>
                <c:pt idx="4989">
                  <c:v>22-01-2020</c:v>
                </c:pt>
                <c:pt idx="4990">
                  <c:v>23-01-2020</c:v>
                </c:pt>
                <c:pt idx="4991">
                  <c:v>24-01-2020</c:v>
                </c:pt>
                <c:pt idx="4992">
                  <c:v>27-01-2020</c:v>
                </c:pt>
                <c:pt idx="4993">
                  <c:v>28-01-2020</c:v>
                </c:pt>
                <c:pt idx="4994">
                  <c:v>29-01-2020</c:v>
                </c:pt>
                <c:pt idx="4995">
                  <c:v>30-01-2020</c:v>
                </c:pt>
                <c:pt idx="4996">
                  <c:v>31-01-2020</c:v>
                </c:pt>
                <c:pt idx="4997">
                  <c:v>01-02-2020</c:v>
                </c:pt>
                <c:pt idx="4998">
                  <c:v>03-02-2020</c:v>
                </c:pt>
                <c:pt idx="4999">
                  <c:v>04-02-2020</c:v>
                </c:pt>
                <c:pt idx="5000">
                  <c:v>05-02-2020</c:v>
                </c:pt>
                <c:pt idx="5001">
                  <c:v>06-02-2020</c:v>
                </c:pt>
                <c:pt idx="5002">
                  <c:v>07-02-2020</c:v>
                </c:pt>
                <c:pt idx="5003">
                  <c:v>10-02-2020</c:v>
                </c:pt>
                <c:pt idx="5004">
                  <c:v>11-02-2020</c:v>
                </c:pt>
                <c:pt idx="5005">
                  <c:v>12-02-2020</c:v>
                </c:pt>
                <c:pt idx="5006">
                  <c:v>13-02-2020</c:v>
                </c:pt>
                <c:pt idx="5007">
                  <c:v>14-02-2020</c:v>
                </c:pt>
                <c:pt idx="5008">
                  <c:v>17-02-2020</c:v>
                </c:pt>
                <c:pt idx="5009">
                  <c:v>18-02-2020</c:v>
                </c:pt>
                <c:pt idx="5010">
                  <c:v>19-02-2020</c:v>
                </c:pt>
                <c:pt idx="5011">
                  <c:v>20-02-2020</c:v>
                </c:pt>
                <c:pt idx="5012">
                  <c:v>24-02-2020</c:v>
                </c:pt>
                <c:pt idx="5013">
                  <c:v>25-02-2020</c:v>
                </c:pt>
                <c:pt idx="5014">
                  <c:v>26-02-2020</c:v>
                </c:pt>
                <c:pt idx="5015">
                  <c:v>27-02-2020</c:v>
                </c:pt>
                <c:pt idx="5016">
                  <c:v>28-02-2020</c:v>
                </c:pt>
                <c:pt idx="5017">
                  <c:v>02-03-2020</c:v>
                </c:pt>
                <c:pt idx="5018">
                  <c:v>03-03-2020</c:v>
                </c:pt>
                <c:pt idx="5019">
                  <c:v>04-03-2020</c:v>
                </c:pt>
                <c:pt idx="5020">
                  <c:v>05-03-2020</c:v>
                </c:pt>
                <c:pt idx="5021">
                  <c:v>06-03-2020</c:v>
                </c:pt>
                <c:pt idx="5022">
                  <c:v>09-03-2020</c:v>
                </c:pt>
                <c:pt idx="5023">
                  <c:v>11-03-2020</c:v>
                </c:pt>
                <c:pt idx="5024">
                  <c:v>12-03-2020</c:v>
                </c:pt>
                <c:pt idx="5025">
                  <c:v>13-03-2020</c:v>
                </c:pt>
                <c:pt idx="5026">
                  <c:v>16-03-2020</c:v>
                </c:pt>
                <c:pt idx="5027">
                  <c:v>17-03-2020</c:v>
                </c:pt>
                <c:pt idx="5028">
                  <c:v>18-03-2020</c:v>
                </c:pt>
                <c:pt idx="5029">
                  <c:v>19-03-2020</c:v>
                </c:pt>
                <c:pt idx="5030">
                  <c:v>20-03-2020</c:v>
                </c:pt>
                <c:pt idx="5031">
                  <c:v>23-03-2020</c:v>
                </c:pt>
                <c:pt idx="5032">
                  <c:v>24-03-2020</c:v>
                </c:pt>
                <c:pt idx="5033">
                  <c:v>25-03-2020</c:v>
                </c:pt>
                <c:pt idx="5034">
                  <c:v>26-03-2020</c:v>
                </c:pt>
                <c:pt idx="5035">
                  <c:v>27-03-2020</c:v>
                </c:pt>
                <c:pt idx="5036">
                  <c:v>30-03-2020</c:v>
                </c:pt>
                <c:pt idx="5037">
                  <c:v>31-03-2020</c:v>
                </c:pt>
                <c:pt idx="5038">
                  <c:v>01-04-2020</c:v>
                </c:pt>
                <c:pt idx="5039">
                  <c:v>03-04-2020</c:v>
                </c:pt>
                <c:pt idx="5040">
                  <c:v>07-04-2020</c:v>
                </c:pt>
                <c:pt idx="5041">
                  <c:v>08-04-2020</c:v>
                </c:pt>
                <c:pt idx="5042">
                  <c:v>09-04-2020</c:v>
                </c:pt>
                <c:pt idx="5043">
                  <c:v>13-04-2020</c:v>
                </c:pt>
                <c:pt idx="5044">
                  <c:v>15-04-2020</c:v>
                </c:pt>
                <c:pt idx="5045">
                  <c:v>16-04-2020</c:v>
                </c:pt>
                <c:pt idx="5046">
                  <c:v>17-04-2020</c:v>
                </c:pt>
                <c:pt idx="5047">
                  <c:v>20-04-2020</c:v>
                </c:pt>
                <c:pt idx="5048">
                  <c:v>21-04-2020</c:v>
                </c:pt>
                <c:pt idx="5049">
                  <c:v>22-04-2020</c:v>
                </c:pt>
                <c:pt idx="5050">
                  <c:v>23-04-2020</c:v>
                </c:pt>
                <c:pt idx="5051">
                  <c:v>24-04-2020</c:v>
                </c:pt>
                <c:pt idx="5052">
                  <c:v>27-04-2020</c:v>
                </c:pt>
                <c:pt idx="5053">
                  <c:v>28-04-2020</c:v>
                </c:pt>
                <c:pt idx="5054">
                  <c:v>29-04-2020</c:v>
                </c:pt>
                <c:pt idx="5055">
                  <c:v>30-04-2020</c:v>
                </c:pt>
                <c:pt idx="5056">
                  <c:v>04-05-2020</c:v>
                </c:pt>
                <c:pt idx="5057">
                  <c:v>05-05-2020</c:v>
                </c:pt>
                <c:pt idx="5058">
                  <c:v>06-05-2020</c:v>
                </c:pt>
                <c:pt idx="5059">
                  <c:v>07-05-2020</c:v>
                </c:pt>
                <c:pt idx="5060">
                  <c:v>08-05-2020</c:v>
                </c:pt>
                <c:pt idx="5061">
                  <c:v>11-05-2020</c:v>
                </c:pt>
                <c:pt idx="5062">
                  <c:v>12-05-2020</c:v>
                </c:pt>
                <c:pt idx="5063">
                  <c:v>13-05-2020</c:v>
                </c:pt>
                <c:pt idx="5064">
                  <c:v>14-05-2020</c:v>
                </c:pt>
                <c:pt idx="5065">
                  <c:v>15-05-2020</c:v>
                </c:pt>
                <c:pt idx="5066">
                  <c:v>18-05-2020</c:v>
                </c:pt>
                <c:pt idx="5067">
                  <c:v>19-05-2020</c:v>
                </c:pt>
                <c:pt idx="5068">
                  <c:v>20-05-2020</c:v>
                </c:pt>
                <c:pt idx="5069">
                  <c:v>21-05-2020</c:v>
                </c:pt>
                <c:pt idx="5070">
                  <c:v>22-05-2020</c:v>
                </c:pt>
                <c:pt idx="5071">
                  <c:v>26-05-2020</c:v>
                </c:pt>
                <c:pt idx="5072">
                  <c:v>27-05-2020</c:v>
                </c:pt>
                <c:pt idx="5073">
                  <c:v>28-05-2020</c:v>
                </c:pt>
                <c:pt idx="5074">
                  <c:v>29-05-2020</c:v>
                </c:pt>
                <c:pt idx="5075">
                  <c:v>01-06-2020</c:v>
                </c:pt>
                <c:pt idx="5076">
                  <c:v>02-06-2020</c:v>
                </c:pt>
                <c:pt idx="5077">
                  <c:v>03-06-2020</c:v>
                </c:pt>
                <c:pt idx="5078">
                  <c:v>04-06-2020</c:v>
                </c:pt>
                <c:pt idx="5079">
                  <c:v>05-06-2020</c:v>
                </c:pt>
                <c:pt idx="5080">
                  <c:v>08-06-2020</c:v>
                </c:pt>
                <c:pt idx="5081">
                  <c:v>09-06-2020</c:v>
                </c:pt>
                <c:pt idx="5082">
                  <c:v>10-06-2020</c:v>
                </c:pt>
                <c:pt idx="5083">
                  <c:v>11-06-2020</c:v>
                </c:pt>
                <c:pt idx="5084">
                  <c:v>12-06-2020</c:v>
                </c:pt>
                <c:pt idx="5085">
                  <c:v>15-06-2020</c:v>
                </c:pt>
                <c:pt idx="5086">
                  <c:v>16-06-2020</c:v>
                </c:pt>
                <c:pt idx="5087">
                  <c:v>17-06-2020</c:v>
                </c:pt>
                <c:pt idx="5088">
                  <c:v>18-06-2020</c:v>
                </c:pt>
                <c:pt idx="5089">
                  <c:v>19-06-2020</c:v>
                </c:pt>
                <c:pt idx="5090">
                  <c:v>22-06-2020</c:v>
                </c:pt>
                <c:pt idx="5091">
                  <c:v>23-06-2020</c:v>
                </c:pt>
                <c:pt idx="5092">
                  <c:v>24-06-2020</c:v>
                </c:pt>
                <c:pt idx="5093">
                  <c:v>25-06-2020</c:v>
                </c:pt>
                <c:pt idx="5094">
                  <c:v>26-06-2020</c:v>
                </c:pt>
                <c:pt idx="5095">
                  <c:v>29-06-2020</c:v>
                </c:pt>
                <c:pt idx="5096">
                  <c:v>30-06-2020</c:v>
                </c:pt>
                <c:pt idx="5097">
                  <c:v>01-07-2020</c:v>
                </c:pt>
                <c:pt idx="5098">
                  <c:v>02-07-2020</c:v>
                </c:pt>
                <c:pt idx="5099">
                  <c:v>03-07-2020</c:v>
                </c:pt>
                <c:pt idx="5100">
                  <c:v>06-07-2020</c:v>
                </c:pt>
                <c:pt idx="5101">
                  <c:v>07-07-2020</c:v>
                </c:pt>
                <c:pt idx="5102">
                  <c:v>08-07-2020</c:v>
                </c:pt>
                <c:pt idx="5103">
                  <c:v>09-07-2020</c:v>
                </c:pt>
                <c:pt idx="5104">
                  <c:v>10-07-2020</c:v>
                </c:pt>
                <c:pt idx="5105">
                  <c:v>13-07-2020</c:v>
                </c:pt>
                <c:pt idx="5106">
                  <c:v>14-07-2020</c:v>
                </c:pt>
                <c:pt idx="5107">
                  <c:v>15-07-2020</c:v>
                </c:pt>
                <c:pt idx="5108">
                  <c:v>16-07-2020</c:v>
                </c:pt>
                <c:pt idx="5109">
                  <c:v>17-07-2020</c:v>
                </c:pt>
                <c:pt idx="5110">
                  <c:v>20-07-2020</c:v>
                </c:pt>
                <c:pt idx="5111">
                  <c:v>21-07-2020</c:v>
                </c:pt>
                <c:pt idx="5112">
                  <c:v>22-07-2020</c:v>
                </c:pt>
                <c:pt idx="5113">
                  <c:v>23-07-2020</c:v>
                </c:pt>
                <c:pt idx="5114">
                  <c:v>24-07-2020</c:v>
                </c:pt>
                <c:pt idx="5115">
                  <c:v>27-07-2020</c:v>
                </c:pt>
                <c:pt idx="5116">
                  <c:v>28-07-2020</c:v>
                </c:pt>
                <c:pt idx="5117">
                  <c:v>29-07-2020</c:v>
                </c:pt>
                <c:pt idx="5118">
                  <c:v>30-07-2020</c:v>
                </c:pt>
                <c:pt idx="5119">
                  <c:v>31-07-2020</c:v>
                </c:pt>
                <c:pt idx="5120">
                  <c:v>03-08-2020</c:v>
                </c:pt>
                <c:pt idx="5121">
                  <c:v>04-08-2020</c:v>
                </c:pt>
                <c:pt idx="5122">
                  <c:v>05-08-2020</c:v>
                </c:pt>
                <c:pt idx="5123">
                  <c:v>06-08-2020</c:v>
                </c:pt>
                <c:pt idx="5124">
                  <c:v>07-08-2020</c:v>
                </c:pt>
                <c:pt idx="5125">
                  <c:v>10-08-2020</c:v>
                </c:pt>
                <c:pt idx="5126">
                  <c:v>11-08-2020</c:v>
                </c:pt>
                <c:pt idx="5127">
                  <c:v>12-08-2020</c:v>
                </c:pt>
                <c:pt idx="5128">
                  <c:v>13-08-2020</c:v>
                </c:pt>
                <c:pt idx="5129">
                  <c:v>14-08-2020</c:v>
                </c:pt>
                <c:pt idx="5130">
                  <c:v>17-08-2020</c:v>
                </c:pt>
                <c:pt idx="5131">
                  <c:v>18-08-2020</c:v>
                </c:pt>
                <c:pt idx="5132">
                  <c:v>19-08-2020</c:v>
                </c:pt>
                <c:pt idx="5133">
                  <c:v>20-08-2020</c:v>
                </c:pt>
                <c:pt idx="5134">
                  <c:v>21-08-2020</c:v>
                </c:pt>
                <c:pt idx="5135">
                  <c:v>24-08-2020</c:v>
                </c:pt>
                <c:pt idx="5136">
                  <c:v>25-08-2020</c:v>
                </c:pt>
                <c:pt idx="5137">
                  <c:v>26-08-2020</c:v>
                </c:pt>
                <c:pt idx="5138">
                  <c:v>27-08-2020</c:v>
                </c:pt>
                <c:pt idx="5139">
                  <c:v>28-08-2020</c:v>
                </c:pt>
                <c:pt idx="5140">
                  <c:v>31-08-2020</c:v>
                </c:pt>
                <c:pt idx="5141">
                  <c:v>01-09-2020</c:v>
                </c:pt>
                <c:pt idx="5142">
                  <c:v>02-09-2020</c:v>
                </c:pt>
                <c:pt idx="5143">
                  <c:v>03-09-2020</c:v>
                </c:pt>
                <c:pt idx="5144">
                  <c:v>04-09-2020</c:v>
                </c:pt>
                <c:pt idx="5145">
                  <c:v>07-09-2020</c:v>
                </c:pt>
                <c:pt idx="5146">
                  <c:v>08-09-2020</c:v>
                </c:pt>
                <c:pt idx="5147">
                  <c:v>09-09-2020</c:v>
                </c:pt>
                <c:pt idx="5148">
                  <c:v>10-09-2020</c:v>
                </c:pt>
                <c:pt idx="5149">
                  <c:v>11-09-2020</c:v>
                </c:pt>
                <c:pt idx="5150">
                  <c:v>14-09-2020</c:v>
                </c:pt>
                <c:pt idx="5151">
                  <c:v>15-09-2020</c:v>
                </c:pt>
                <c:pt idx="5152">
                  <c:v>16-09-2020</c:v>
                </c:pt>
                <c:pt idx="5153">
                  <c:v>17-09-2020</c:v>
                </c:pt>
                <c:pt idx="5154">
                  <c:v>18-09-2020</c:v>
                </c:pt>
                <c:pt idx="5155">
                  <c:v>21-09-2020</c:v>
                </c:pt>
                <c:pt idx="5156">
                  <c:v>22-09-2020</c:v>
                </c:pt>
                <c:pt idx="5157">
                  <c:v>23-09-2020</c:v>
                </c:pt>
                <c:pt idx="5158">
                  <c:v>24-09-2020</c:v>
                </c:pt>
                <c:pt idx="5159">
                  <c:v>25-09-2020</c:v>
                </c:pt>
                <c:pt idx="5160">
                  <c:v>28-09-2020</c:v>
                </c:pt>
                <c:pt idx="5161">
                  <c:v>29-09-2020</c:v>
                </c:pt>
                <c:pt idx="5162">
                  <c:v>30-09-2020</c:v>
                </c:pt>
                <c:pt idx="5163">
                  <c:v>01-10-2020</c:v>
                </c:pt>
                <c:pt idx="5164">
                  <c:v>05-10-2020</c:v>
                </c:pt>
                <c:pt idx="5165">
                  <c:v>06-10-2020</c:v>
                </c:pt>
                <c:pt idx="5166">
                  <c:v>07-10-2020</c:v>
                </c:pt>
                <c:pt idx="5167">
                  <c:v>08-10-2020</c:v>
                </c:pt>
                <c:pt idx="5168">
                  <c:v>09-10-2020</c:v>
                </c:pt>
                <c:pt idx="5169">
                  <c:v>12-10-2020</c:v>
                </c:pt>
                <c:pt idx="5170">
                  <c:v>13-10-2020</c:v>
                </c:pt>
                <c:pt idx="5171">
                  <c:v>14-10-2020</c:v>
                </c:pt>
                <c:pt idx="5172">
                  <c:v>15-10-2020</c:v>
                </c:pt>
                <c:pt idx="5173">
                  <c:v>16-10-2020</c:v>
                </c:pt>
                <c:pt idx="5174">
                  <c:v>19-10-2020</c:v>
                </c:pt>
                <c:pt idx="5175">
                  <c:v>20-10-2020</c:v>
                </c:pt>
                <c:pt idx="5176">
                  <c:v>21-10-2020</c:v>
                </c:pt>
                <c:pt idx="5177">
                  <c:v>22-10-2020</c:v>
                </c:pt>
                <c:pt idx="5178">
                  <c:v>23-10-2020</c:v>
                </c:pt>
                <c:pt idx="5179">
                  <c:v>26-10-2020</c:v>
                </c:pt>
                <c:pt idx="5180">
                  <c:v>27-10-2020</c:v>
                </c:pt>
                <c:pt idx="5181">
                  <c:v>28-10-2020</c:v>
                </c:pt>
                <c:pt idx="5182">
                  <c:v>29-10-2020</c:v>
                </c:pt>
                <c:pt idx="5183">
                  <c:v>30-10-2020</c:v>
                </c:pt>
                <c:pt idx="5184">
                  <c:v>02-11-2020</c:v>
                </c:pt>
                <c:pt idx="5185">
                  <c:v>03-11-2020</c:v>
                </c:pt>
                <c:pt idx="5186">
                  <c:v>04-11-2020</c:v>
                </c:pt>
                <c:pt idx="5187">
                  <c:v>05-11-2020</c:v>
                </c:pt>
                <c:pt idx="5188">
                  <c:v>06-11-2020</c:v>
                </c:pt>
                <c:pt idx="5189">
                  <c:v>09-11-2020</c:v>
                </c:pt>
                <c:pt idx="5190">
                  <c:v>10-11-2020</c:v>
                </c:pt>
                <c:pt idx="5191">
                  <c:v>11-11-2020</c:v>
                </c:pt>
                <c:pt idx="5192">
                  <c:v>12-11-2020</c:v>
                </c:pt>
                <c:pt idx="5193">
                  <c:v>13-11-2020</c:v>
                </c:pt>
                <c:pt idx="5194">
                  <c:v>14-11-2020</c:v>
                </c:pt>
                <c:pt idx="5195">
                  <c:v>17-11-2020</c:v>
                </c:pt>
                <c:pt idx="5196">
                  <c:v>18-11-2020</c:v>
                </c:pt>
                <c:pt idx="5197">
                  <c:v>19-11-2020</c:v>
                </c:pt>
                <c:pt idx="5198">
                  <c:v>20-11-2020</c:v>
                </c:pt>
                <c:pt idx="5199">
                  <c:v>23-11-2020</c:v>
                </c:pt>
                <c:pt idx="5200">
                  <c:v>24-11-2020</c:v>
                </c:pt>
                <c:pt idx="5201">
                  <c:v>25-11-2020</c:v>
                </c:pt>
                <c:pt idx="5202">
                  <c:v>26-11-2020</c:v>
                </c:pt>
                <c:pt idx="5203">
                  <c:v>27-11-2020</c:v>
                </c:pt>
                <c:pt idx="5204">
                  <c:v>01-12-2020</c:v>
                </c:pt>
                <c:pt idx="5205">
                  <c:v>02-12-2020</c:v>
                </c:pt>
                <c:pt idx="5206">
                  <c:v>03-12-2020</c:v>
                </c:pt>
                <c:pt idx="5207">
                  <c:v>04-12-2020</c:v>
                </c:pt>
                <c:pt idx="5208">
                  <c:v>07-12-2020</c:v>
                </c:pt>
                <c:pt idx="5209">
                  <c:v>08-12-2020</c:v>
                </c:pt>
                <c:pt idx="5210">
                  <c:v>09-12-2020</c:v>
                </c:pt>
                <c:pt idx="5211">
                  <c:v>10-12-2020</c:v>
                </c:pt>
                <c:pt idx="5212">
                  <c:v>11-12-2020</c:v>
                </c:pt>
                <c:pt idx="5213">
                  <c:v>14-12-2020</c:v>
                </c:pt>
                <c:pt idx="5214">
                  <c:v>15-12-2020</c:v>
                </c:pt>
                <c:pt idx="5215">
                  <c:v>16-12-2020</c:v>
                </c:pt>
                <c:pt idx="5216">
                  <c:v>17-12-2020</c:v>
                </c:pt>
                <c:pt idx="5217">
                  <c:v>18-12-2020</c:v>
                </c:pt>
                <c:pt idx="5218">
                  <c:v>21-12-2020</c:v>
                </c:pt>
                <c:pt idx="5219">
                  <c:v>22-12-2020</c:v>
                </c:pt>
                <c:pt idx="5220">
                  <c:v>23-12-2020</c:v>
                </c:pt>
                <c:pt idx="5221">
                  <c:v>24-12-2020</c:v>
                </c:pt>
                <c:pt idx="5222">
                  <c:v>28-12-2020</c:v>
                </c:pt>
                <c:pt idx="5223">
                  <c:v>29-12-2020</c:v>
                </c:pt>
                <c:pt idx="5224">
                  <c:v>30-12-2020</c:v>
                </c:pt>
                <c:pt idx="5225">
                  <c:v>31-12-2020</c:v>
                </c:pt>
                <c:pt idx="5226">
                  <c:v>01-01-2021</c:v>
                </c:pt>
                <c:pt idx="5227">
                  <c:v>04-01-2021</c:v>
                </c:pt>
                <c:pt idx="5228">
                  <c:v>05-01-2021</c:v>
                </c:pt>
                <c:pt idx="5229">
                  <c:v>06-01-2021</c:v>
                </c:pt>
                <c:pt idx="5230">
                  <c:v>07-01-2021</c:v>
                </c:pt>
                <c:pt idx="5231">
                  <c:v>08-01-2021</c:v>
                </c:pt>
                <c:pt idx="5232">
                  <c:v>11-01-2021</c:v>
                </c:pt>
                <c:pt idx="5233">
                  <c:v>12-01-2021</c:v>
                </c:pt>
                <c:pt idx="5234">
                  <c:v>13-01-2021</c:v>
                </c:pt>
                <c:pt idx="5235">
                  <c:v>14-01-2021</c:v>
                </c:pt>
                <c:pt idx="5236">
                  <c:v>15-01-2021</c:v>
                </c:pt>
                <c:pt idx="5237">
                  <c:v>18-01-2021</c:v>
                </c:pt>
                <c:pt idx="5238">
                  <c:v>19-01-2021</c:v>
                </c:pt>
                <c:pt idx="5239">
                  <c:v>20-01-2021</c:v>
                </c:pt>
                <c:pt idx="5240">
                  <c:v>21-01-2021</c:v>
                </c:pt>
                <c:pt idx="5241">
                  <c:v>22-01-2021</c:v>
                </c:pt>
                <c:pt idx="5242">
                  <c:v>25-01-2021</c:v>
                </c:pt>
                <c:pt idx="5243">
                  <c:v>27-01-2021</c:v>
                </c:pt>
                <c:pt idx="5244">
                  <c:v>28-01-2021</c:v>
                </c:pt>
                <c:pt idx="5245">
                  <c:v>29-01-2021</c:v>
                </c:pt>
                <c:pt idx="5246">
                  <c:v>01-02-2021</c:v>
                </c:pt>
                <c:pt idx="5247">
                  <c:v>02-02-2021</c:v>
                </c:pt>
                <c:pt idx="5248">
                  <c:v>03-02-2021</c:v>
                </c:pt>
                <c:pt idx="5249">
                  <c:v>04-02-2021</c:v>
                </c:pt>
                <c:pt idx="5250">
                  <c:v>05-02-2021</c:v>
                </c:pt>
                <c:pt idx="5251">
                  <c:v>08-02-2021</c:v>
                </c:pt>
                <c:pt idx="5252">
                  <c:v>09-02-2021</c:v>
                </c:pt>
                <c:pt idx="5253">
                  <c:v>10-02-2021</c:v>
                </c:pt>
                <c:pt idx="5254">
                  <c:v>11-02-2021</c:v>
                </c:pt>
                <c:pt idx="5255">
                  <c:v>12-02-2021</c:v>
                </c:pt>
                <c:pt idx="5256">
                  <c:v>15-02-2021</c:v>
                </c:pt>
                <c:pt idx="5257">
                  <c:v>16-02-2021</c:v>
                </c:pt>
                <c:pt idx="5258">
                  <c:v>17-02-2021</c:v>
                </c:pt>
                <c:pt idx="5259">
                  <c:v>18-02-2021</c:v>
                </c:pt>
                <c:pt idx="5260">
                  <c:v>19-02-2021</c:v>
                </c:pt>
                <c:pt idx="5261">
                  <c:v>22-02-2021</c:v>
                </c:pt>
                <c:pt idx="5262">
                  <c:v>23-02-2021</c:v>
                </c:pt>
                <c:pt idx="5263">
                  <c:v>24-02-2021</c:v>
                </c:pt>
                <c:pt idx="5264">
                  <c:v>25-02-2021</c:v>
                </c:pt>
                <c:pt idx="5265">
                  <c:v>26-02-2021</c:v>
                </c:pt>
                <c:pt idx="5266">
                  <c:v>01-03-2021</c:v>
                </c:pt>
                <c:pt idx="5267">
                  <c:v>02-03-2021</c:v>
                </c:pt>
                <c:pt idx="5268">
                  <c:v>03-03-2021</c:v>
                </c:pt>
                <c:pt idx="5269">
                  <c:v>04-03-2021</c:v>
                </c:pt>
                <c:pt idx="5270">
                  <c:v>05-03-2021</c:v>
                </c:pt>
                <c:pt idx="5271">
                  <c:v>08-03-2021</c:v>
                </c:pt>
                <c:pt idx="5272">
                  <c:v>09-03-2021</c:v>
                </c:pt>
                <c:pt idx="5273">
                  <c:v>10-03-2021</c:v>
                </c:pt>
                <c:pt idx="5274">
                  <c:v>12-03-2021</c:v>
                </c:pt>
                <c:pt idx="5275">
                  <c:v>15-03-2021</c:v>
                </c:pt>
                <c:pt idx="5276">
                  <c:v>16-03-2021</c:v>
                </c:pt>
                <c:pt idx="5277">
                  <c:v>17-03-2021</c:v>
                </c:pt>
                <c:pt idx="5278">
                  <c:v>18-03-2021</c:v>
                </c:pt>
                <c:pt idx="5279">
                  <c:v>19-03-2021</c:v>
                </c:pt>
                <c:pt idx="5280">
                  <c:v>22-03-2021</c:v>
                </c:pt>
                <c:pt idx="5281">
                  <c:v>23-03-2021</c:v>
                </c:pt>
                <c:pt idx="5282">
                  <c:v>24-03-2021</c:v>
                </c:pt>
                <c:pt idx="5283">
                  <c:v>25-03-2021</c:v>
                </c:pt>
                <c:pt idx="5284">
                  <c:v>26-03-2021</c:v>
                </c:pt>
                <c:pt idx="5285">
                  <c:v>30-03-2021</c:v>
                </c:pt>
                <c:pt idx="5286">
                  <c:v>31-03-2021</c:v>
                </c:pt>
                <c:pt idx="5287">
                  <c:v>01-04-2021</c:v>
                </c:pt>
                <c:pt idx="5288">
                  <c:v>05-04-2021</c:v>
                </c:pt>
                <c:pt idx="5289">
                  <c:v>06-04-2021</c:v>
                </c:pt>
                <c:pt idx="5290">
                  <c:v>07-04-2021</c:v>
                </c:pt>
                <c:pt idx="5291">
                  <c:v>08-04-2021</c:v>
                </c:pt>
                <c:pt idx="5292">
                  <c:v>09-04-2021</c:v>
                </c:pt>
                <c:pt idx="5293">
                  <c:v>12-04-2021</c:v>
                </c:pt>
                <c:pt idx="5294">
                  <c:v>13-04-2021</c:v>
                </c:pt>
                <c:pt idx="5295">
                  <c:v>15-04-2021</c:v>
                </c:pt>
                <c:pt idx="5296">
                  <c:v>16-04-2021</c:v>
                </c:pt>
                <c:pt idx="5297">
                  <c:v>19-04-2021</c:v>
                </c:pt>
                <c:pt idx="5298">
                  <c:v>20-04-2021</c:v>
                </c:pt>
                <c:pt idx="5299">
                  <c:v>22-04-2021</c:v>
                </c:pt>
                <c:pt idx="5300">
                  <c:v>23-04-2021</c:v>
                </c:pt>
                <c:pt idx="5301">
                  <c:v>26-04-2021</c:v>
                </c:pt>
                <c:pt idx="5302">
                  <c:v>27-04-2021</c:v>
                </c:pt>
                <c:pt idx="5303">
                  <c:v>28-04-2021</c:v>
                </c:pt>
                <c:pt idx="5304">
                  <c:v>29-04-2021</c:v>
                </c:pt>
                <c:pt idx="5305">
                  <c:v>30-04-2021</c:v>
                </c:pt>
              </c:strCache>
            </c:strRef>
          </c:cat>
          <c:val>
            <c:numRef>
              <c:f>ENERGYPIVOT!$D$3:$D$5309</c:f>
              <c:numCache>
                <c:formatCode>General</c:formatCode>
                <c:ptCount val="5306"/>
                <c:pt idx="0">
                  <c:v>251.7</c:v>
                </c:pt>
                <c:pt idx="1">
                  <c:v>271.85000000000002</c:v>
                </c:pt>
                <c:pt idx="2">
                  <c:v>282.5</c:v>
                </c:pt>
                <c:pt idx="3">
                  <c:v>294.35000000000002</c:v>
                </c:pt>
                <c:pt idx="4">
                  <c:v>314.55</c:v>
                </c:pt>
                <c:pt idx="5">
                  <c:v>308.5</c:v>
                </c:pt>
                <c:pt idx="6">
                  <c:v>288.5</c:v>
                </c:pt>
                <c:pt idx="7">
                  <c:v>301.7</c:v>
                </c:pt>
                <c:pt idx="8">
                  <c:v>311.85000000000002</c:v>
                </c:pt>
                <c:pt idx="9">
                  <c:v>316.3</c:v>
                </c:pt>
                <c:pt idx="10">
                  <c:v>308.75</c:v>
                </c:pt>
                <c:pt idx="11">
                  <c:v>314.2</c:v>
                </c:pt>
                <c:pt idx="12">
                  <c:v>319.60000000000002</c:v>
                </c:pt>
                <c:pt idx="13">
                  <c:v>312.85000000000002</c:v>
                </c:pt>
                <c:pt idx="14">
                  <c:v>326.35000000000002</c:v>
                </c:pt>
                <c:pt idx="15">
                  <c:v>326.14999999999998</c:v>
                </c:pt>
                <c:pt idx="16">
                  <c:v>319.95</c:v>
                </c:pt>
                <c:pt idx="17">
                  <c:v>334.95</c:v>
                </c:pt>
                <c:pt idx="18">
                  <c:v>338.35</c:v>
                </c:pt>
                <c:pt idx="19">
                  <c:v>328.15</c:v>
                </c:pt>
                <c:pt idx="20">
                  <c:v>334.05</c:v>
                </c:pt>
                <c:pt idx="21">
                  <c:v>340.15</c:v>
                </c:pt>
                <c:pt idx="22">
                  <c:v>341.65</c:v>
                </c:pt>
                <c:pt idx="23">
                  <c:v>344.15</c:v>
                </c:pt>
                <c:pt idx="24">
                  <c:v>343.6</c:v>
                </c:pt>
                <c:pt idx="25">
                  <c:v>342.4</c:v>
                </c:pt>
                <c:pt idx="26">
                  <c:v>350.4</c:v>
                </c:pt>
                <c:pt idx="27">
                  <c:v>355.75</c:v>
                </c:pt>
                <c:pt idx="28">
                  <c:v>363.3</c:v>
                </c:pt>
                <c:pt idx="29">
                  <c:v>352.1</c:v>
                </c:pt>
                <c:pt idx="30">
                  <c:v>344.35</c:v>
                </c:pt>
                <c:pt idx="31">
                  <c:v>348.15</c:v>
                </c:pt>
                <c:pt idx="32">
                  <c:v>354.55</c:v>
                </c:pt>
                <c:pt idx="33">
                  <c:v>349.45</c:v>
                </c:pt>
                <c:pt idx="34">
                  <c:v>345.65</c:v>
                </c:pt>
                <c:pt idx="35">
                  <c:v>334.35</c:v>
                </c:pt>
                <c:pt idx="36">
                  <c:v>329.8</c:v>
                </c:pt>
                <c:pt idx="37">
                  <c:v>336.75</c:v>
                </c:pt>
                <c:pt idx="38">
                  <c:v>328.6</c:v>
                </c:pt>
                <c:pt idx="39">
                  <c:v>333.1</c:v>
                </c:pt>
                <c:pt idx="40">
                  <c:v>310.85000000000002</c:v>
                </c:pt>
                <c:pt idx="41">
                  <c:v>316.8</c:v>
                </c:pt>
                <c:pt idx="42">
                  <c:v>291.75</c:v>
                </c:pt>
                <c:pt idx="43">
                  <c:v>268.45</c:v>
                </c:pt>
                <c:pt idx="44">
                  <c:v>253.95</c:v>
                </c:pt>
                <c:pt idx="45">
                  <c:v>242.3</c:v>
                </c:pt>
                <c:pt idx="46">
                  <c:v>232.95</c:v>
                </c:pt>
                <c:pt idx="47">
                  <c:v>231.3</c:v>
                </c:pt>
                <c:pt idx="48">
                  <c:v>216.85</c:v>
                </c:pt>
                <c:pt idx="49">
                  <c:v>203.2</c:v>
                </c:pt>
                <c:pt idx="50">
                  <c:v>219.2</c:v>
                </c:pt>
                <c:pt idx="51">
                  <c:v>236.75</c:v>
                </c:pt>
                <c:pt idx="52">
                  <c:v>234.85</c:v>
                </c:pt>
                <c:pt idx="53">
                  <c:v>237.9</c:v>
                </c:pt>
                <c:pt idx="54">
                  <c:v>243.4</c:v>
                </c:pt>
                <c:pt idx="55">
                  <c:v>240.95</c:v>
                </c:pt>
                <c:pt idx="56">
                  <c:v>240.6</c:v>
                </c:pt>
                <c:pt idx="57">
                  <c:v>259.85000000000002</c:v>
                </c:pt>
                <c:pt idx="58">
                  <c:v>280.64999999999998</c:v>
                </c:pt>
                <c:pt idx="59">
                  <c:v>271.3</c:v>
                </c:pt>
                <c:pt idx="60">
                  <c:v>293</c:v>
                </c:pt>
                <c:pt idx="61">
                  <c:v>316.45</c:v>
                </c:pt>
                <c:pt idx="62">
                  <c:v>328.6</c:v>
                </c:pt>
                <c:pt idx="63">
                  <c:v>302.35000000000002</c:v>
                </c:pt>
                <c:pt idx="64">
                  <c:v>302.25</c:v>
                </c:pt>
                <c:pt idx="65">
                  <c:v>326.14999999999998</c:v>
                </c:pt>
                <c:pt idx="66">
                  <c:v>352.25</c:v>
                </c:pt>
                <c:pt idx="67">
                  <c:v>364.55</c:v>
                </c:pt>
                <c:pt idx="68">
                  <c:v>353.75</c:v>
                </c:pt>
                <c:pt idx="69">
                  <c:v>337.95</c:v>
                </c:pt>
                <c:pt idx="70">
                  <c:v>310.95</c:v>
                </c:pt>
                <c:pt idx="71">
                  <c:v>298.39999999999998</c:v>
                </c:pt>
                <c:pt idx="72">
                  <c:v>300.05</c:v>
                </c:pt>
                <c:pt idx="73">
                  <c:v>314.85000000000002</c:v>
                </c:pt>
                <c:pt idx="74">
                  <c:v>337.75</c:v>
                </c:pt>
                <c:pt idx="75">
                  <c:v>336.95</c:v>
                </c:pt>
                <c:pt idx="76">
                  <c:v>332.05</c:v>
                </c:pt>
                <c:pt idx="77">
                  <c:v>357.95</c:v>
                </c:pt>
                <c:pt idx="78">
                  <c:v>345.65</c:v>
                </c:pt>
                <c:pt idx="79">
                  <c:v>345.05</c:v>
                </c:pt>
                <c:pt idx="80">
                  <c:v>329.15</c:v>
                </c:pt>
                <c:pt idx="81">
                  <c:v>328</c:v>
                </c:pt>
                <c:pt idx="82">
                  <c:v>337.2</c:v>
                </c:pt>
                <c:pt idx="83">
                  <c:v>335.35</c:v>
                </c:pt>
                <c:pt idx="84">
                  <c:v>324</c:v>
                </c:pt>
                <c:pt idx="85">
                  <c:v>328.35</c:v>
                </c:pt>
                <c:pt idx="86">
                  <c:v>325.25</c:v>
                </c:pt>
                <c:pt idx="87">
                  <c:v>316.75</c:v>
                </c:pt>
                <c:pt idx="88">
                  <c:v>315.89999999999998</c:v>
                </c:pt>
                <c:pt idx="89">
                  <c:v>319.5</c:v>
                </c:pt>
                <c:pt idx="90">
                  <c:v>317.39999999999998</c:v>
                </c:pt>
                <c:pt idx="91">
                  <c:v>318.85000000000002</c:v>
                </c:pt>
                <c:pt idx="92">
                  <c:v>310.10000000000002</c:v>
                </c:pt>
                <c:pt idx="93">
                  <c:v>315.60000000000002</c:v>
                </c:pt>
                <c:pt idx="94">
                  <c:v>312.45</c:v>
                </c:pt>
                <c:pt idx="95">
                  <c:v>314.75</c:v>
                </c:pt>
                <c:pt idx="96">
                  <c:v>312.75</c:v>
                </c:pt>
                <c:pt idx="97">
                  <c:v>312.8</c:v>
                </c:pt>
                <c:pt idx="98">
                  <c:v>316.45</c:v>
                </c:pt>
                <c:pt idx="99">
                  <c:v>339.45</c:v>
                </c:pt>
                <c:pt idx="100">
                  <c:v>343.8</c:v>
                </c:pt>
                <c:pt idx="101">
                  <c:v>343.9</c:v>
                </c:pt>
                <c:pt idx="102">
                  <c:v>339.2</c:v>
                </c:pt>
                <c:pt idx="103">
                  <c:v>337.45</c:v>
                </c:pt>
                <c:pt idx="104">
                  <c:v>339.2</c:v>
                </c:pt>
                <c:pt idx="105">
                  <c:v>338.8</c:v>
                </c:pt>
                <c:pt idx="106">
                  <c:v>337.95</c:v>
                </c:pt>
                <c:pt idx="107">
                  <c:v>340.85</c:v>
                </c:pt>
                <c:pt idx="108">
                  <c:v>341.2</c:v>
                </c:pt>
                <c:pt idx="109">
                  <c:v>339.4</c:v>
                </c:pt>
                <c:pt idx="110">
                  <c:v>338.5</c:v>
                </c:pt>
                <c:pt idx="111">
                  <c:v>337.35</c:v>
                </c:pt>
                <c:pt idx="112">
                  <c:v>331.45</c:v>
                </c:pt>
                <c:pt idx="113">
                  <c:v>332.25</c:v>
                </c:pt>
                <c:pt idx="114">
                  <c:v>331.35</c:v>
                </c:pt>
                <c:pt idx="115">
                  <c:v>330.3</c:v>
                </c:pt>
                <c:pt idx="116">
                  <c:v>329.15</c:v>
                </c:pt>
                <c:pt idx="117">
                  <c:v>345</c:v>
                </c:pt>
                <c:pt idx="118">
                  <c:v>337.75</c:v>
                </c:pt>
                <c:pt idx="119">
                  <c:v>331.15</c:v>
                </c:pt>
                <c:pt idx="120">
                  <c:v>334.5</c:v>
                </c:pt>
                <c:pt idx="121">
                  <c:v>333.75</c:v>
                </c:pt>
                <c:pt idx="122">
                  <c:v>342.25</c:v>
                </c:pt>
                <c:pt idx="123">
                  <c:v>340.8</c:v>
                </c:pt>
                <c:pt idx="124">
                  <c:v>348.15</c:v>
                </c:pt>
                <c:pt idx="125">
                  <c:v>345.4</c:v>
                </c:pt>
                <c:pt idx="126">
                  <c:v>354.15</c:v>
                </c:pt>
                <c:pt idx="127">
                  <c:v>362.35</c:v>
                </c:pt>
                <c:pt idx="128">
                  <c:v>361.2</c:v>
                </c:pt>
                <c:pt idx="129">
                  <c:v>368.5</c:v>
                </c:pt>
                <c:pt idx="130">
                  <c:v>375.95</c:v>
                </c:pt>
                <c:pt idx="131">
                  <c:v>370.05</c:v>
                </c:pt>
                <c:pt idx="132">
                  <c:v>365.75</c:v>
                </c:pt>
                <c:pt idx="133">
                  <c:v>361.2</c:v>
                </c:pt>
                <c:pt idx="134">
                  <c:v>363.3</c:v>
                </c:pt>
                <c:pt idx="135">
                  <c:v>358.15</c:v>
                </c:pt>
                <c:pt idx="136">
                  <c:v>354.1</c:v>
                </c:pt>
                <c:pt idx="137">
                  <c:v>357.6</c:v>
                </c:pt>
                <c:pt idx="138">
                  <c:v>343.9</c:v>
                </c:pt>
                <c:pt idx="139">
                  <c:v>326.5</c:v>
                </c:pt>
                <c:pt idx="140">
                  <c:v>333.9</c:v>
                </c:pt>
                <c:pt idx="141">
                  <c:v>325.60000000000002</c:v>
                </c:pt>
                <c:pt idx="142">
                  <c:v>344.05</c:v>
                </c:pt>
                <c:pt idx="143">
                  <c:v>340.45</c:v>
                </c:pt>
                <c:pt idx="144">
                  <c:v>336.8</c:v>
                </c:pt>
                <c:pt idx="145">
                  <c:v>338.5</c:v>
                </c:pt>
                <c:pt idx="146">
                  <c:v>339</c:v>
                </c:pt>
                <c:pt idx="147">
                  <c:v>337.65</c:v>
                </c:pt>
                <c:pt idx="148">
                  <c:v>330.1</c:v>
                </c:pt>
                <c:pt idx="149">
                  <c:v>330.25</c:v>
                </c:pt>
                <c:pt idx="150">
                  <c:v>330.85</c:v>
                </c:pt>
                <c:pt idx="151">
                  <c:v>333.7</c:v>
                </c:pt>
                <c:pt idx="152">
                  <c:v>329.55</c:v>
                </c:pt>
                <c:pt idx="153">
                  <c:v>329.25</c:v>
                </c:pt>
                <c:pt idx="154">
                  <c:v>329.35</c:v>
                </c:pt>
                <c:pt idx="155">
                  <c:v>337.4</c:v>
                </c:pt>
                <c:pt idx="156">
                  <c:v>337.75</c:v>
                </c:pt>
                <c:pt idx="157">
                  <c:v>336.95</c:v>
                </c:pt>
                <c:pt idx="158">
                  <c:v>336.5</c:v>
                </c:pt>
                <c:pt idx="159">
                  <c:v>338.3</c:v>
                </c:pt>
                <c:pt idx="160">
                  <c:v>339.55</c:v>
                </c:pt>
                <c:pt idx="161">
                  <c:v>335.6</c:v>
                </c:pt>
                <c:pt idx="162">
                  <c:v>333.6</c:v>
                </c:pt>
                <c:pt idx="163">
                  <c:v>332.2</c:v>
                </c:pt>
                <c:pt idx="164">
                  <c:v>330.4</c:v>
                </c:pt>
                <c:pt idx="165">
                  <c:v>336.9</c:v>
                </c:pt>
                <c:pt idx="166">
                  <c:v>336.55</c:v>
                </c:pt>
                <c:pt idx="167">
                  <c:v>353.9</c:v>
                </c:pt>
                <c:pt idx="168">
                  <c:v>355.75</c:v>
                </c:pt>
                <c:pt idx="169">
                  <c:v>363.6</c:v>
                </c:pt>
                <c:pt idx="170">
                  <c:v>361.85</c:v>
                </c:pt>
                <c:pt idx="171">
                  <c:v>370.9</c:v>
                </c:pt>
                <c:pt idx="172">
                  <c:v>383.15</c:v>
                </c:pt>
                <c:pt idx="173">
                  <c:v>383.45</c:v>
                </c:pt>
                <c:pt idx="174">
                  <c:v>375.5</c:v>
                </c:pt>
                <c:pt idx="175">
                  <c:v>375.7</c:v>
                </c:pt>
                <c:pt idx="176">
                  <c:v>365.95</c:v>
                </c:pt>
                <c:pt idx="177">
                  <c:v>346.2</c:v>
                </c:pt>
                <c:pt idx="178">
                  <c:v>337.6</c:v>
                </c:pt>
                <c:pt idx="179">
                  <c:v>347.5</c:v>
                </c:pt>
                <c:pt idx="180">
                  <c:v>347.9</c:v>
                </c:pt>
                <c:pt idx="181">
                  <c:v>338.35</c:v>
                </c:pt>
                <c:pt idx="182">
                  <c:v>341.95</c:v>
                </c:pt>
                <c:pt idx="183">
                  <c:v>341.3</c:v>
                </c:pt>
                <c:pt idx="184">
                  <c:v>351.9</c:v>
                </c:pt>
                <c:pt idx="185">
                  <c:v>345.6</c:v>
                </c:pt>
                <c:pt idx="186">
                  <c:v>342.5</c:v>
                </c:pt>
                <c:pt idx="187">
                  <c:v>343.15</c:v>
                </c:pt>
                <c:pt idx="188">
                  <c:v>346.65</c:v>
                </c:pt>
                <c:pt idx="189">
                  <c:v>340.15</c:v>
                </c:pt>
                <c:pt idx="190">
                  <c:v>340.4</c:v>
                </c:pt>
                <c:pt idx="191">
                  <c:v>340.45</c:v>
                </c:pt>
                <c:pt idx="192">
                  <c:v>335.2</c:v>
                </c:pt>
                <c:pt idx="193">
                  <c:v>330.3</c:v>
                </c:pt>
                <c:pt idx="194">
                  <c:v>327.35000000000002</c:v>
                </c:pt>
                <c:pt idx="195">
                  <c:v>318.3</c:v>
                </c:pt>
                <c:pt idx="196">
                  <c:v>310.3</c:v>
                </c:pt>
                <c:pt idx="197">
                  <c:v>301.95</c:v>
                </c:pt>
                <c:pt idx="198">
                  <c:v>298.35000000000002</c:v>
                </c:pt>
                <c:pt idx="199">
                  <c:v>303.14999999999998</c:v>
                </c:pt>
                <c:pt idx="200">
                  <c:v>298.10000000000002</c:v>
                </c:pt>
                <c:pt idx="201">
                  <c:v>285.85000000000002</c:v>
                </c:pt>
                <c:pt idx="202">
                  <c:v>292.7</c:v>
                </c:pt>
                <c:pt idx="203">
                  <c:v>305.05</c:v>
                </c:pt>
                <c:pt idx="204">
                  <c:v>305.55</c:v>
                </c:pt>
                <c:pt idx="205">
                  <c:v>302.95</c:v>
                </c:pt>
                <c:pt idx="206">
                  <c:v>301</c:v>
                </c:pt>
                <c:pt idx="207">
                  <c:v>302.14999999999998</c:v>
                </c:pt>
                <c:pt idx="208">
                  <c:v>308.55</c:v>
                </c:pt>
                <c:pt idx="209">
                  <c:v>315.7</c:v>
                </c:pt>
                <c:pt idx="210">
                  <c:v>315.64999999999998</c:v>
                </c:pt>
                <c:pt idx="211">
                  <c:v>312.7</c:v>
                </c:pt>
                <c:pt idx="212">
                  <c:v>313.2</c:v>
                </c:pt>
                <c:pt idx="213">
                  <c:v>318.45</c:v>
                </c:pt>
                <c:pt idx="214">
                  <c:v>319.14999999999998</c:v>
                </c:pt>
                <c:pt idx="215">
                  <c:v>311.14999999999998</c:v>
                </c:pt>
                <c:pt idx="216">
                  <c:v>302.39999999999998</c:v>
                </c:pt>
                <c:pt idx="217">
                  <c:v>311.05</c:v>
                </c:pt>
                <c:pt idx="218">
                  <c:v>313.10000000000002</c:v>
                </c:pt>
                <c:pt idx="219">
                  <c:v>311.64999999999998</c:v>
                </c:pt>
                <c:pt idx="220">
                  <c:v>310.85000000000002</c:v>
                </c:pt>
                <c:pt idx="221">
                  <c:v>310.2</c:v>
                </c:pt>
                <c:pt idx="222">
                  <c:v>309.10000000000002</c:v>
                </c:pt>
                <c:pt idx="223">
                  <c:v>308.14999999999998</c:v>
                </c:pt>
                <c:pt idx="224">
                  <c:v>311.14999999999998</c:v>
                </c:pt>
                <c:pt idx="225">
                  <c:v>313.35000000000002</c:v>
                </c:pt>
                <c:pt idx="226">
                  <c:v>318.7</c:v>
                </c:pt>
                <c:pt idx="227">
                  <c:v>329.5</c:v>
                </c:pt>
                <c:pt idx="228">
                  <c:v>327.2</c:v>
                </c:pt>
                <c:pt idx="229">
                  <c:v>328.15</c:v>
                </c:pt>
                <c:pt idx="230">
                  <c:v>328.1</c:v>
                </c:pt>
                <c:pt idx="231">
                  <c:v>332.6</c:v>
                </c:pt>
                <c:pt idx="232">
                  <c:v>338.7</c:v>
                </c:pt>
                <c:pt idx="233">
                  <c:v>337.25</c:v>
                </c:pt>
                <c:pt idx="234">
                  <c:v>337.55</c:v>
                </c:pt>
                <c:pt idx="235">
                  <c:v>339.4</c:v>
                </c:pt>
                <c:pt idx="236">
                  <c:v>345.95</c:v>
                </c:pt>
                <c:pt idx="237">
                  <c:v>344.3</c:v>
                </c:pt>
                <c:pt idx="238">
                  <c:v>347.4</c:v>
                </c:pt>
                <c:pt idx="239">
                  <c:v>346.3</c:v>
                </c:pt>
                <c:pt idx="240">
                  <c:v>337.95</c:v>
                </c:pt>
                <c:pt idx="241">
                  <c:v>341.3</c:v>
                </c:pt>
                <c:pt idx="242">
                  <c:v>339.4</c:v>
                </c:pt>
                <c:pt idx="243">
                  <c:v>341.85</c:v>
                </c:pt>
                <c:pt idx="244">
                  <c:v>342.3</c:v>
                </c:pt>
                <c:pt idx="245">
                  <c:v>338.2</c:v>
                </c:pt>
                <c:pt idx="246">
                  <c:v>328</c:v>
                </c:pt>
                <c:pt idx="247">
                  <c:v>333.05</c:v>
                </c:pt>
                <c:pt idx="248">
                  <c:v>338.8</c:v>
                </c:pt>
                <c:pt idx="249">
                  <c:v>338.95</c:v>
                </c:pt>
                <c:pt idx="250">
                  <c:v>341.75</c:v>
                </c:pt>
                <c:pt idx="251">
                  <c:v>354.3</c:v>
                </c:pt>
                <c:pt idx="252">
                  <c:v>360.05</c:v>
                </c:pt>
                <c:pt idx="253">
                  <c:v>357.8</c:v>
                </c:pt>
                <c:pt idx="254">
                  <c:v>364.3</c:v>
                </c:pt>
                <c:pt idx="255">
                  <c:v>360.2</c:v>
                </c:pt>
                <c:pt idx="256">
                  <c:v>357.95</c:v>
                </c:pt>
                <c:pt idx="257">
                  <c:v>351.7</c:v>
                </c:pt>
                <c:pt idx="258">
                  <c:v>355.8</c:v>
                </c:pt>
                <c:pt idx="259">
                  <c:v>354.55</c:v>
                </c:pt>
                <c:pt idx="260">
                  <c:v>355.55</c:v>
                </c:pt>
                <c:pt idx="261">
                  <c:v>368.4</c:v>
                </c:pt>
                <c:pt idx="262">
                  <c:v>362.05</c:v>
                </c:pt>
                <c:pt idx="263">
                  <c:v>364.75</c:v>
                </c:pt>
                <c:pt idx="264">
                  <c:v>369.1</c:v>
                </c:pt>
                <c:pt idx="265">
                  <c:v>374.5</c:v>
                </c:pt>
                <c:pt idx="266">
                  <c:v>381.65</c:v>
                </c:pt>
                <c:pt idx="267">
                  <c:v>380.35</c:v>
                </c:pt>
                <c:pt idx="268">
                  <c:v>381.7</c:v>
                </c:pt>
                <c:pt idx="269">
                  <c:v>377.65</c:v>
                </c:pt>
                <c:pt idx="270">
                  <c:v>389.65</c:v>
                </c:pt>
                <c:pt idx="271">
                  <c:v>384.6</c:v>
                </c:pt>
                <c:pt idx="272">
                  <c:v>386.15</c:v>
                </c:pt>
                <c:pt idx="273">
                  <c:v>394.5</c:v>
                </c:pt>
                <c:pt idx="274">
                  <c:v>399.15</c:v>
                </c:pt>
                <c:pt idx="275">
                  <c:v>397.85</c:v>
                </c:pt>
                <c:pt idx="276">
                  <c:v>393.45</c:v>
                </c:pt>
                <c:pt idx="277">
                  <c:v>395.95</c:v>
                </c:pt>
                <c:pt idx="278">
                  <c:v>398.9</c:v>
                </c:pt>
                <c:pt idx="279">
                  <c:v>400.55</c:v>
                </c:pt>
                <c:pt idx="280">
                  <c:v>410.05</c:v>
                </c:pt>
                <c:pt idx="281">
                  <c:v>415.55</c:v>
                </c:pt>
                <c:pt idx="282">
                  <c:v>422.7</c:v>
                </c:pt>
                <c:pt idx="283">
                  <c:v>422.45</c:v>
                </c:pt>
                <c:pt idx="284">
                  <c:v>425.35</c:v>
                </c:pt>
                <c:pt idx="285">
                  <c:v>422.8</c:v>
                </c:pt>
                <c:pt idx="286">
                  <c:v>414.1</c:v>
                </c:pt>
                <c:pt idx="287">
                  <c:v>414.65</c:v>
                </c:pt>
                <c:pt idx="288">
                  <c:v>411.3</c:v>
                </c:pt>
                <c:pt idx="289">
                  <c:v>406.25</c:v>
                </c:pt>
                <c:pt idx="290">
                  <c:v>402.1</c:v>
                </c:pt>
                <c:pt idx="291">
                  <c:v>414.1</c:v>
                </c:pt>
                <c:pt idx="292">
                  <c:v>438.2</c:v>
                </c:pt>
                <c:pt idx="293">
                  <c:v>419.1</c:v>
                </c:pt>
                <c:pt idx="294">
                  <c:v>408.65</c:v>
                </c:pt>
                <c:pt idx="295">
                  <c:v>412</c:v>
                </c:pt>
                <c:pt idx="296">
                  <c:v>413.4</c:v>
                </c:pt>
                <c:pt idx="297">
                  <c:v>409.5</c:v>
                </c:pt>
                <c:pt idx="298">
                  <c:v>408</c:v>
                </c:pt>
                <c:pt idx="299">
                  <c:v>388.1</c:v>
                </c:pt>
                <c:pt idx="300">
                  <c:v>399.4</c:v>
                </c:pt>
                <c:pt idx="301">
                  <c:v>397.25</c:v>
                </c:pt>
                <c:pt idx="302">
                  <c:v>384</c:v>
                </c:pt>
                <c:pt idx="303">
                  <c:v>382.5</c:v>
                </c:pt>
                <c:pt idx="304">
                  <c:v>373.35</c:v>
                </c:pt>
                <c:pt idx="305">
                  <c:v>401.3</c:v>
                </c:pt>
                <c:pt idx="306">
                  <c:v>393.4</c:v>
                </c:pt>
                <c:pt idx="307">
                  <c:v>379.55</c:v>
                </c:pt>
                <c:pt idx="308">
                  <c:v>384.2</c:v>
                </c:pt>
                <c:pt idx="309">
                  <c:v>390.7</c:v>
                </c:pt>
                <c:pt idx="310">
                  <c:v>402</c:v>
                </c:pt>
                <c:pt idx="311">
                  <c:v>396.45</c:v>
                </c:pt>
                <c:pt idx="312">
                  <c:v>389.55</c:v>
                </c:pt>
                <c:pt idx="313">
                  <c:v>391.05</c:v>
                </c:pt>
                <c:pt idx="314">
                  <c:v>390.85</c:v>
                </c:pt>
                <c:pt idx="315">
                  <c:v>383.1</c:v>
                </c:pt>
                <c:pt idx="316">
                  <c:v>382.75</c:v>
                </c:pt>
                <c:pt idx="317">
                  <c:v>357.25</c:v>
                </c:pt>
                <c:pt idx="318">
                  <c:v>328.6</c:v>
                </c:pt>
                <c:pt idx="319">
                  <c:v>324.25</c:v>
                </c:pt>
                <c:pt idx="320">
                  <c:v>297.35000000000002</c:v>
                </c:pt>
                <c:pt idx="321">
                  <c:v>308.14999999999998</c:v>
                </c:pt>
                <c:pt idx="322">
                  <c:v>315.2</c:v>
                </c:pt>
                <c:pt idx="323">
                  <c:v>327.2</c:v>
                </c:pt>
                <c:pt idx="324">
                  <c:v>369.75</c:v>
                </c:pt>
                <c:pt idx="325">
                  <c:v>358.85</c:v>
                </c:pt>
                <c:pt idx="326">
                  <c:v>354.1</c:v>
                </c:pt>
                <c:pt idx="327">
                  <c:v>349.45</c:v>
                </c:pt>
                <c:pt idx="328">
                  <c:v>358.65</c:v>
                </c:pt>
                <c:pt idx="329">
                  <c:v>354.85</c:v>
                </c:pt>
                <c:pt idx="330">
                  <c:v>345.35</c:v>
                </c:pt>
                <c:pt idx="331">
                  <c:v>342.5</c:v>
                </c:pt>
                <c:pt idx="332">
                  <c:v>342.3</c:v>
                </c:pt>
                <c:pt idx="333">
                  <c:v>343.95</c:v>
                </c:pt>
                <c:pt idx="334">
                  <c:v>343.7</c:v>
                </c:pt>
                <c:pt idx="335">
                  <c:v>340.9</c:v>
                </c:pt>
                <c:pt idx="336">
                  <c:v>346.1</c:v>
                </c:pt>
                <c:pt idx="337">
                  <c:v>351.75</c:v>
                </c:pt>
                <c:pt idx="338">
                  <c:v>355.15</c:v>
                </c:pt>
                <c:pt idx="339">
                  <c:v>355.35</c:v>
                </c:pt>
                <c:pt idx="340">
                  <c:v>359.8</c:v>
                </c:pt>
                <c:pt idx="341">
                  <c:v>370.8</c:v>
                </c:pt>
                <c:pt idx="342">
                  <c:v>366.95</c:v>
                </c:pt>
                <c:pt idx="343">
                  <c:v>382.55</c:v>
                </c:pt>
                <c:pt idx="344">
                  <c:v>374.85</c:v>
                </c:pt>
                <c:pt idx="345">
                  <c:v>376.65</c:v>
                </c:pt>
                <c:pt idx="346">
                  <c:v>377.45</c:v>
                </c:pt>
                <c:pt idx="347">
                  <c:v>381.05</c:v>
                </c:pt>
                <c:pt idx="348">
                  <c:v>392.9</c:v>
                </c:pt>
                <c:pt idx="349">
                  <c:v>393.55</c:v>
                </c:pt>
                <c:pt idx="350">
                  <c:v>398.8</c:v>
                </c:pt>
                <c:pt idx="351">
                  <c:v>403.4</c:v>
                </c:pt>
                <c:pt idx="352">
                  <c:v>391.55</c:v>
                </c:pt>
                <c:pt idx="353">
                  <c:v>392.3</c:v>
                </c:pt>
                <c:pt idx="354">
                  <c:v>380.25</c:v>
                </c:pt>
                <c:pt idx="355">
                  <c:v>374.75</c:v>
                </c:pt>
                <c:pt idx="356">
                  <c:v>372.95</c:v>
                </c:pt>
                <c:pt idx="357">
                  <c:v>365.55</c:v>
                </c:pt>
                <c:pt idx="358">
                  <c:v>364.2</c:v>
                </c:pt>
                <c:pt idx="359">
                  <c:v>370.4</c:v>
                </c:pt>
                <c:pt idx="360">
                  <c:v>370.7</c:v>
                </c:pt>
                <c:pt idx="361">
                  <c:v>370.05</c:v>
                </c:pt>
                <c:pt idx="362">
                  <c:v>375.4</c:v>
                </c:pt>
                <c:pt idx="363">
                  <c:v>363.9</c:v>
                </c:pt>
                <c:pt idx="364">
                  <c:v>357.6</c:v>
                </c:pt>
                <c:pt idx="365">
                  <c:v>340.6</c:v>
                </c:pt>
                <c:pt idx="366">
                  <c:v>346.85</c:v>
                </c:pt>
                <c:pt idx="367">
                  <c:v>344.85</c:v>
                </c:pt>
                <c:pt idx="368">
                  <c:v>341.1</c:v>
                </c:pt>
                <c:pt idx="369">
                  <c:v>342.4</c:v>
                </c:pt>
                <c:pt idx="370">
                  <c:v>341.45</c:v>
                </c:pt>
                <c:pt idx="371">
                  <c:v>346.8</c:v>
                </c:pt>
                <c:pt idx="372">
                  <c:v>358.1</c:v>
                </c:pt>
                <c:pt idx="373">
                  <c:v>362.3</c:v>
                </c:pt>
                <c:pt idx="374">
                  <c:v>368.5</c:v>
                </c:pt>
                <c:pt idx="375">
                  <c:v>358.65</c:v>
                </c:pt>
                <c:pt idx="376">
                  <c:v>329.4</c:v>
                </c:pt>
                <c:pt idx="377">
                  <c:v>326.2</c:v>
                </c:pt>
                <c:pt idx="378">
                  <c:v>331.75</c:v>
                </c:pt>
                <c:pt idx="379">
                  <c:v>325.7</c:v>
                </c:pt>
                <c:pt idx="380">
                  <c:v>327.2</c:v>
                </c:pt>
                <c:pt idx="381">
                  <c:v>333.7</c:v>
                </c:pt>
                <c:pt idx="382">
                  <c:v>336.6</c:v>
                </c:pt>
                <c:pt idx="383">
                  <c:v>340.2</c:v>
                </c:pt>
                <c:pt idx="384">
                  <c:v>344</c:v>
                </c:pt>
                <c:pt idx="385">
                  <c:v>332</c:v>
                </c:pt>
                <c:pt idx="386">
                  <c:v>333</c:v>
                </c:pt>
                <c:pt idx="387">
                  <c:v>326.75</c:v>
                </c:pt>
                <c:pt idx="388">
                  <c:v>324.10000000000002</c:v>
                </c:pt>
                <c:pt idx="389">
                  <c:v>313.89999999999998</c:v>
                </c:pt>
                <c:pt idx="390">
                  <c:v>313</c:v>
                </c:pt>
                <c:pt idx="391">
                  <c:v>314.35000000000002</c:v>
                </c:pt>
                <c:pt idx="392">
                  <c:v>310.7</c:v>
                </c:pt>
                <c:pt idx="393">
                  <c:v>304.85000000000002</c:v>
                </c:pt>
                <c:pt idx="394">
                  <c:v>306.05</c:v>
                </c:pt>
                <c:pt idx="395">
                  <c:v>312.85000000000002</c:v>
                </c:pt>
                <c:pt idx="396">
                  <c:v>318.85000000000002</c:v>
                </c:pt>
                <c:pt idx="397">
                  <c:v>315.5</c:v>
                </c:pt>
                <c:pt idx="398">
                  <c:v>317.8</c:v>
                </c:pt>
                <c:pt idx="399">
                  <c:v>317.2</c:v>
                </c:pt>
                <c:pt idx="400">
                  <c:v>323.2</c:v>
                </c:pt>
                <c:pt idx="401">
                  <c:v>329.15</c:v>
                </c:pt>
                <c:pt idx="402">
                  <c:v>328.45</c:v>
                </c:pt>
                <c:pt idx="403">
                  <c:v>335.8</c:v>
                </c:pt>
                <c:pt idx="404">
                  <c:v>339.8</c:v>
                </c:pt>
                <c:pt idx="405">
                  <c:v>326.55</c:v>
                </c:pt>
                <c:pt idx="406">
                  <c:v>321.05</c:v>
                </c:pt>
                <c:pt idx="407">
                  <c:v>326.89999999999998</c:v>
                </c:pt>
                <c:pt idx="408">
                  <c:v>317.55</c:v>
                </c:pt>
                <c:pt idx="409">
                  <c:v>317.85000000000002</c:v>
                </c:pt>
                <c:pt idx="410">
                  <c:v>318.89999999999998</c:v>
                </c:pt>
                <c:pt idx="411">
                  <c:v>317</c:v>
                </c:pt>
                <c:pt idx="412">
                  <c:v>315.14999999999998</c:v>
                </c:pt>
                <c:pt idx="413">
                  <c:v>315.3</c:v>
                </c:pt>
                <c:pt idx="414">
                  <c:v>312.85000000000002</c:v>
                </c:pt>
                <c:pt idx="415">
                  <c:v>318.39999999999998</c:v>
                </c:pt>
                <c:pt idx="416">
                  <c:v>319.10000000000002</c:v>
                </c:pt>
                <c:pt idx="417">
                  <c:v>311.14999999999998</c:v>
                </c:pt>
                <c:pt idx="418">
                  <c:v>312.7</c:v>
                </c:pt>
                <c:pt idx="419">
                  <c:v>314.35000000000002</c:v>
                </c:pt>
                <c:pt idx="420">
                  <c:v>311.14999999999998</c:v>
                </c:pt>
                <c:pt idx="421">
                  <c:v>311.60000000000002</c:v>
                </c:pt>
                <c:pt idx="422">
                  <c:v>307.7</c:v>
                </c:pt>
                <c:pt idx="423">
                  <c:v>304.14999999999998</c:v>
                </c:pt>
                <c:pt idx="424">
                  <c:v>305.05</c:v>
                </c:pt>
                <c:pt idx="425">
                  <c:v>297.89999999999998</c:v>
                </c:pt>
                <c:pt idx="426">
                  <c:v>290.3</c:v>
                </c:pt>
                <c:pt idx="427">
                  <c:v>261.3</c:v>
                </c:pt>
                <c:pt idx="428">
                  <c:v>262.64999999999998</c:v>
                </c:pt>
                <c:pt idx="429">
                  <c:v>253.15</c:v>
                </c:pt>
                <c:pt idx="430">
                  <c:v>246.9</c:v>
                </c:pt>
                <c:pt idx="431">
                  <c:v>239.9</c:v>
                </c:pt>
                <c:pt idx="432">
                  <c:v>216.65</c:v>
                </c:pt>
                <c:pt idx="433">
                  <c:v>221.15</c:v>
                </c:pt>
                <c:pt idx="434">
                  <c:v>206.6</c:v>
                </c:pt>
                <c:pt idx="435">
                  <c:v>227.15</c:v>
                </c:pt>
                <c:pt idx="436">
                  <c:v>241.7</c:v>
                </c:pt>
                <c:pt idx="437">
                  <c:v>264.60000000000002</c:v>
                </c:pt>
                <c:pt idx="438">
                  <c:v>259.55</c:v>
                </c:pt>
                <c:pt idx="439">
                  <c:v>246.6</c:v>
                </c:pt>
                <c:pt idx="440">
                  <c:v>249.45</c:v>
                </c:pt>
                <c:pt idx="441">
                  <c:v>250.65</c:v>
                </c:pt>
                <c:pt idx="442">
                  <c:v>252.35</c:v>
                </c:pt>
                <c:pt idx="443">
                  <c:v>253.1</c:v>
                </c:pt>
                <c:pt idx="444">
                  <c:v>258.14999999999998</c:v>
                </c:pt>
                <c:pt idx="445">
                  <c:v>265.39999999999998</c:v>
                </c:pt>
                <c:pt idx="446">
                  <c:v>267.05</c:v>
                </c:pt>
                <c:pt idx="447">
                  <c:v>273.60000000000002</c:v>
                </c:pt>
                <c:pt idx="448">
                  <c:v>273.60000000000002</c:v>
                </c:pt>
                <c:pt idx="449">
                  <c:v>284.55</c:v>
                </c:pt>
                <c:pt idx="450">
                  <c:v>275.95</c:v>
                </c:pt>
                <c:pt idx="451">
                  <c:v>276.5</c:v>
                </c:pt>
                <c:pt idx="452">
                  <c:v>272.8</c:v>
                </c:pt>
                <c:pt idx="453">
                  <c:v>274.89999999999998</c:v>
                </c:pt>
                <c:pt idx="454">
                  <c:v>265.95</c:v>
                </c:pt>
                <c:pt idx="455">
                  <c:v>263.89999999999998</c:v>
                </c:pt>
                <c:pt idx="456">
                  <c:v>260.45</c:v>
                </c:pt>
                <c:pt idx="457">
                  <c:v>252.55</c:v>
                </c:pt>
                <c:pt idx="458">
                  <c:v>254.4</c:v>
                </c:pt>
                <c:pt idx="459">
                  <c:v>260.7</c:v>
                </c:pt>
                <c:pt idx="460">
                  <c:v>262.95</c:v>
                </c:pt>
                <c:pt idx="461">
                  <c:v>261.5</c:v>
                </c:pt>
                <c:pt idx="462">
                  <c:v>262.5</c:v>
                </c:pt>
                <c:pt idx="463">
                  <c:v>259.10000000000002</c:v>
                </c:pt>
                <c:pt idx="464">
                  <c:v>260.7</c:v>
                </c:pt>
                <c:pt idx="465">
                  <c:v>264.05</c:v>
                </c:pt>
                <c:pt idx="466">
                  <c:v>266.2</c:v>
                </c:pt>
                <c:pt idx="467">
                  <c:v>268.45</c:v>
                </c:pt>
                <c:pt idx="468">
                  <c:v>273.2</c:v>
                </c:pt>
                <c:pt idx="469">
                  <c:v>278.05</c:v>
                </c:pt>
                <c:pt idx="470">
                  <c:v>305.25</c:v>
                </c:pt>
                <c:pt idx="471">
                  <c:v>291.05</c:v>
                </c:pt>
                <c:pt idx="472">
                  <c:v>294.39999999999998</c:v>
                </c:pt>
                <c:pt idx="473">
                  <c:v>291.89999999999998</c:v>
                </c:pt>
                <c:pt idx="474">
                  <c:v>291.89999999999998</c:v>
                </c:pt>
                <c:pt idx="475">
                  <c:v>298.60000000000002</c:v>
                </c:pt>
                <c:pt idx="476">
                  <c:v>293.2</c:v>
                </c:pt>
                <c:pt idx="477">
                  <c:v>290.55</c:v>
                </c:pt>
                <c:pt idx="478">
                  <c:v>289.95</c:v>
                </c:pt>
                <c:pt idx="479">
                  <c:v>290.45</c:v>
                </c:pt>
                <c:pt idx="480">
                  <c:v>298.5</c:v>
                </c:pt>
                <c:pt idx="481">
                  <c:v>313.3</c:v>
                </c:pt>
                <c:pt idx="482">
                  <c:v>309.95</c:v>
                </c:pt>
                <c:pt idx="483">
                  <c:v>312</c:v>
                </c:pt>
                <c:pt idx="484">
                  <c:v>315.05</c:v>
                </c:pt>
                <c:pt idx="485">
                  <c:v>310.45</c:v>
                </c:pt>
                <c:pt idx="486">
                  <c:v>311</c:v>
                </c:pt>
                <c:pt idx="487">
                  <c:v>311</c:v>
                </c:pt>
                <c:pt idx="488">
                  <c:v>310.3</c:v>
                </c:pt>
                <c:pt idx="489">
                  <c:v>309.14999999999998</c:v>
                </c:pt>
                <c:pt idx="490">
                  <c:v>308.7</c:v>
                </c:pt>
                <c:pt idx="491">
                  <c:v>310.3</c:v>
                </c:pt>
                <c:pt idx="492">
                  <c:v>310.35000000000002</c:v>
                </c:pt>
                <c:pt idx="493">
                  <c:v>310.7</c:v>
                </c:pt>
                <c:pt idx="494">
                  <c:v>306.8</c:v>
                </c:pt>
                <c:pt idx="495">
                  <c:v>302.25</c:v>
                </c:pt>
                <c:pt idx="496">
                  <c:v>301.89999999999998</c:v>
                </c:pt>
                <c:pt idx="497">
                  <c:v>306.2</c:v>
                </c:pt>
                <c:pt idx="498">
                  <c:v>305</c:v>
                </c:pt>
                <c:pt idx="499">
                  <c:v>303.60000000000002</c:v>
                </c:pt>
                <c:pt idx="500">
                  <c:v>296.45</c:v>
                </c:pt>
                <c:pt idx="501">
                  <c:v>321.05</c:v>
                </c:pt>
                <c:pt idx="502">
                  <c:v>320</c:v>
                </c:pt>
                <c:pt idx="503">
                  <c:v>317.85000000000002</c:v>
                </c:pt>
                <c:pt idx="504">
                  <c:v>328.35</c:v>
                </c:pt>
                <c:pt idx="505">
                  <c:v>324.64999999999998</c:v>
                </c:pt>
                <c:pt idx="506">
                  <c:v>326.8</c:v>
                </c:pt>
                <c:pt idx="507">
                  <c:v>325.7</c:v>
                </c:pt>
                <c:pt idx="508">
                  <c:v>322.75</c:v>
                </c:pt>
                <c:pt idx="509">
                  <c:v>320.25</c:v>
                </c:pt>
                <c:pt idx="510">
                  <c:v>318.7</c:v>
                </c:pt>
                <c:pt idx="511">
                  <c:v>311.60000000000002</c:v>
                </c:pt>
                <c:pt idx="512">
                  <c:v>312.39999999999998</c:v>
                </c:pt>
                <c:pt idx="513">
                  <c:v>312.60000000000002</c:v>
                </c:pt>
                <c:pt idx="514">
                  <c:v>314.64999999999998</c:v>
                </c:pt>
                <c:pt idx="515">
                  <c:v>313.55</c:v>
                </c:pt>
                <c:pt idx="516">
                  <c:v>314.8</c:v>
                </c:pt>
                <c:pt idx="517">
                  <c:v>314.45</c:v>
                </c:pt>
                <c:pt idx="518">
                  <c:v>316.60000000000002</c:v>
                </c:pt>
                <c:pt idx="519">
                  <c:v>314.05</c:v>
                </c:pt>
                <c:pt idx="520">
                  <c:v>300.10000000000002</c:v>
                </c:pt>
                <c:pt idx="521">
                  <c:v>300.64999999999998</c:v>
                </c:pt>
                <c:pt idx="522">
                  <c:v>302.8</c:v>
                </c:pt>
                <c:pt idx="523">
                  <c:v>293.89999999999998</c:v>
                </c:pt>
                <c:pt idx="524">
                  <c:v>291.7</c:v>
                </c:pt>
                <c:pt idx="525">
                  <c:v>307.95</c:v>
                </c:pt>
                <c:pt idx="526">
                  <c:v>311.2</c:v>
                </c:pt>
                <c:pt idx="527">
                  <c:v>308.60000000000002</c:v>
                </c:pt>
                <c:pt idx="528">
                  <c:v>309.2</c:v>
                </c:pt>
                <c:pt idx="529">
                  <c:v>310</c:v>
                </c:pt>
                <c:pt idx="530">
                  <c:v>311.55</c:v>
                </c:pt>
                <c:pt idx="531">
                  <c:v>315.60000000000002</c:v>
                </c:pt>
                <c:pt idx="532">
                  <c:v>318.75</c:v>
                </c:pt>
                <c:pt idx="533">
                  <c:v>320.85000000000002</c:v>
                </c:pt>
                <c:pt idx="534">
                  <c:v>317.05</c:v>
                </c:pt>
                <c:pt idx="535">
                  <c:v>314.39999999999998</c:v>
                </c:pt>
                <c:pt idx="536">
                  <c:v>314.89999999999998</c:v>
                </c:pt>
                <c:pt idx="537">
                  <c:v>314.7</c:v>
                </c:pt>
                <c:pt idx="538">
                  <c:v>321.35000000000002</c:v>
                </c:pt>
                <c:pt idx="539">
                  <c:v>325.75</c:v>
                </c:pt>
                <c:pt idx="540">
                  <c:v>307.85000000000002</c:v>
                </c:pt>
                <c:pt idx="541">
                  <c:v>322.3</c:v>
                </c:pt>
                <c:pt idx="542">
                  <c:v>313.64999999999998</c:v>
                </c:pt>
                <c:pt idx="543">
                  <c:v>313.75</c:v>
                </c:pt>
                <c:pt idx="544">
                  <c:v>307.64999999999998</c:v>
                </c:pt>
                <c:pt idx="545">
                  <c:v>311.3</c:v>
                </c:pt>
                <c:pt idx="546">
                  <c:v>306.95</c:v>
                </c:pt>
                <c:pt idx="547">
                  <c:v>298.45</c:v>
                </c:pt>
                <c:pt idx="548">
                  <c:v>292.25</c:v>
                </c:pt>
                <c:pt idx="549">
                  <c:v>293.64999999999998</c:v>
                </c:pt>
                <c:pt idx="550">
                  <c:v>297.5</c:v>
                </c:pt>
                <c:pt idx="551">
                  <c:v>308.05</c:v>
                </c:pt>
                <c:pt idx="552">
                  <c:v>306.7</c:v>
                </c:pt>
                <c:pt idx="553">
                  <c:v>299.60000000000002</c:v>
                </c:pt>
                <c:pt idx="554">
                  <c:v>303.75</c:v>
                </c:pt>
                <c:pt idx="555">
                  <c:v>303.55</c:v>
                </c:pt>
                <c:pt idx="556">
                  <c:v>303.8</c:v>
                </c:pt>
                <c:pt idx="557">
                  <c:v>300</c:v>
                </c:pt>
                <c:pt idx="558">
                  <c:v>300.10000000000002</c:v>
                </c:pt>
                <c:pt idx="559">
                  <c:v>300.3</c:v>
                </c:pt>
                <c:pt idx="560">
                  <c:v>302.14999999999998</c:v>
                </c:pt>
                <c:pt idx="561">
                  <c:v>303.55</c:v>
                </c:pt>
                <c:pt idx="562">
                  <c:v>298.95</c:v>
                </c:pt>
                <c:pt idx="563">
                  <c:v>305.35000000000002</c:v>
                </c:pt>
                <c:pt idx="564">
                  <c:v>305.7</c:v>
                </c:pt>
                <c:pt idx="565">
                  <c:v>303</c:v>
                </c:pt>
                <c:pt idx="566">
                  <c:v>300.14999999999998</c:v>
                </c:pt>
                <c:pt idx="567">
                  <c:v>296.25</c:v>
                </c:pt>
                <c:pt idx="568">
                  <c:v>296.55</c:v>
                </c:pt>
                <c:pt idx="569">
                  <c:v>298.25</c:v>
                </c:pt>
                <c:pt idx="570">
                  <c:v>294.45</c:v>
                </c:pt>
                <c:pt idx="571">
                  <c:v>289.05</c:v>
                </c:pt>
                <c:pt idx="572">
                  <c:v>290.05</c:v>
                </c:pt>
                <c:pt idx="573">
                  <c:v>292.35000000000002</c:v>
                </c:pt>
                <c:pt idx="574">
                  <c:v>284.7</c:v>
                </c:pt>
                <c:pt idx="575">
                  <c:v>287.25</c:v>
                </c:pt>
                <c:pt idx="576">
                  <c:v>291.2</c:v>
                </c:pt>
                <c:pt idx="577">
                  <c:v>289.64999999999998</c:v>
                </c:pt>
                <c:pt idx="578">
                  <c:v>287</c:v>
                </c:pt>
                <c:pt idx="579">
                  <c:v>288.5</c:v>
                </c:pt>
                <c:pt idx="580">
                  <c:v>275.3</c:v>
                </c:pt>
                <c:pt idx="581">
                  <c:v>278.35000000000002</c:v>
                </c:pt>
                <c:pt idx="582">
                  <c:v>284.35000000000002</c:v>
                </c:pt>
                <c:pt idx="583">
                  <c:v>287.85000000000002</c:v>
                </c:pt>
                <c:pt idx="584">
                  <c:v>289.7</c:v>
                </c:pt>
                <c:pt idx="585">
                  <c:v>293.14999999999998</c:v>
                </c:pt>
                <c:pt idx="586">
                  <c:v>289.95</c:v>
                </c:pt>
                <c:pt idx="587">
                  <c:v>291.45</c:v>
                </c:pt>
                <c:pt idx="588">
                  <c:v>288.05</c:v>
                </c:pt>
                <c:pt idx="589">
                  <c:v>286</c:v>
                </c:pt>
                <c:pt idx="590">
                  <c:v>283.7</c:v>
                </c:pt>
                <c:pt idx="591">
                  <c:v>282.89999999999998</c:v>
                </c:pt>
                <c:pt idx="592">
                  <c:v>277.89999999999998</c:v>
                </c:pt>
                <c:pt idx="593">
                  <c:v>280.8</c:v>
                </c:pt>
                <c:pt idx="594">
                  <c:v>276.2</c:v>
                </c:pt>
                <c:pt idx="595">
                  <c:v>262.25</c:v>
                </c:pt>
                <c:pt idx="596">
                  <c:v>258.75</c:v>
                </c:pt>
                <c:pt idx="597">
                  <c:v>254.05</c:v>
                </c:pt>
                <c:pt idx="598">
                  <c:v>270.60000000000002</c:v>
                </c:pt>
                <c:pt idx="599">
                  <c:v>269.35000000000002</c:v>
                </c:pt>
                <c:pt idx="600">
                  <c:v>260</c:v>
                </c:pt>
                <c:pt idx="601">
                  <c:v>265.3</c:v>
                </c:pt>
                <c:pt idx="602">
                  <c:v>261.45</c:v>
                </c:pt>
                <c:pt idx="603">
                  <c:v>263.5</c:v>
                </c:pt>
                <c:pt idx="604">
                  <c:v>270.35000000000002</c:v>
                </c:pt>
                <c:pt idx="605">
                  <c:v>273</c:v>
                </c:pt>
                <c:pt idx="606">
                  <c:v>274.39999999999998</c:v>
                </c:pt>
                <c:pt idx="607">
                  <c:v>275.25</c:v>
                </c:pt>
                <c:pt idx="608">
                  <c:v>274.75</c:v>
                </c:pt>
                <c:pt idx="609">
                  <c:v>283.89999999999998</c:v>
                </c:pt>
                <c:pt idx="610">
                  <c:v>289.2</c:v>
                </c:pt>
                <c:pt idx="611">
                  <c:v>286.3</c:v>
                </c:pt>
                <c:pt idx="612">
                  <c:v>284.55</c:v>
                </c:pt>
                <c:pt idx="613">
                  <c:v>281.85000000000002</c:v>
                </c:pt>
                <c:pt idx="614">
                  <c:v>284.89999999999998</c:v>
                </c:pt>
                <c:pt idx="615">
                  <c:v>283.35000000000002</c:v>
                </c:pt>
                <c:pt idx="616">
                  <c:v>286.64999999999998</c:v>
                </c:pt>
                <c:pt idx="617">
                  <c:v>286.55</c:v>
                </c:pt>
                <c:pt idx="618">
                  <c:v>283.89999999999998</c:v>
                </c:pt>
                <c:pt idx="619">
                  <c:v>283.8</c:v>
                </c:pt>
                <c:pt idx="620">
                  <c:v>272.8</c:v>
                </c:pt>
                <c:pt idx="621">
                  <c:v>267.05</c:v>
                </c:pt>
                <c:pt idx="622">
                  <c:v>271.75</c:v>
                </c:pt>
                <c:pt idx="623">
                  <c:v>269.39999999999998</c:v>
                </c:pt>
                <c:pt idx="624">
                  <c:v>271.7</c:v>
                </c:pt>
                <c:pt idx="625">
                  <c:v>267.10000000000002</c:v>
                </c:pt>
                <c:pt idx="626">
                  <c:v>268.14999999999998</c:v>
                </c:pt>
                <c:pt idx="627">
                  <c:v>267</c:v>
                </c:pt>
                <c:pt idx="628">
                  <c:v>263.3</c:v>
                </c:pt>
                <c:pt idx="629">
                  <c:v>271.85000000000002</c:v>
                </c:pt>
                <c:pt idx="630">
                  <c:v>276.89999999999998</c:v>
                </c:pt>
                <c:pt idx="631">
                  <c:v>277.35000000000002</c:v>
                </c:pt>
                <c:pt idx="632">
                  <c:v>265.64999999999998</c:v>
                </c:pt>
                <c:pt idx="633">
                  <c:v>265.3</c:v>
                </c:pt>
                <c:pt idx="634">
                  <c:v>265.85000000000002</c:v>
                </c:pt>
                <c:pt idx="635">
                  <c:v>257.89999999999998</c:v>
                </c:pt>
                <c:pt idx="636">
                  <c:v>253.9</c:v>
                </c:pt>
                <c:pt idx="637">
                  <c:v>259.35000000000002</c:v>
                </c:pt>
                <c:pt idx="638">
                  <c:v>259.8</c:v>
                </c:pt>
                <c:pt idx="639">
                  <c:v>256.8</c:v>
                </c:pt>
                <c:pt idx="640">
                  <c:v>256.75</c:v>
                </c:pt>
                <c:pt idx="641">
                  <c:v>251.55</c:v>
                </c:pt>
                <c:pt idx="642">
                  <c:v>251.8</c:v>
                </c:pt>
                <c:pt idx="643">
                  <c:v>245.4</c:v>
                </c:pt>
                <c:pt idx="644">
                  <c:v>247.75</c:v>
                </c:pt>
                <c:pt idx="645">
                  <c:v>246.8</c:v>
                </c:pt>
                <c:pt idx="646">
                  <c:v>244.35</c:v>
                </c:pt>
                <c:pt idx="647">
                  <c:v>245.05</c:v>
                </c:pt>
                <c:pt idx="648">
                  <c:v>242.85</c:v>
                </c:pt>
                <c:pt idx="649">
                  <c:v>243.95</c:v>
                </c:pt>
                <c:pt idx="650">
                  <c:v>241.55</c:v>
                </c:pt>
                <c:pt idx="651">
                  <c:v>241.25</c:v>
                </c:pt>
                <c:pt idx="652">
                  <c:v>233.15</c:v>
                </c:pt>
                <c:pt idx="653">
                  <c:v>234.65</c:v>
                </c:pt>
                <c:pt idx="654">
                  <c:v>240.95</c:v>
                </c:pt>
                <c:pt idx="655">
                  <c:v>242.55</c:v>
                </c:pt>
                <c:pt idx="656">
                  <c:v>238.55</c:v>
                </c:pt>
                <c:pt idx="657">
                  <c:v>242.8</c:v>
                </c:pt>
                <c:pt idx="658">
                  <c:v>245.25</c:v>
                </c:pt>
                <c:pt idx="659">
                  <c:v>248.9</c:v>
                </c:pt>
                <c:pt idx="660">
                  <c:v>245.2</c:v>
                </c:pt>
                <c:pt idx="661">
                  <c:v>247.65</c:v>
                </c:pt>
                <c:pt idx="662">
                  <c:v>249.75</c:v>
                </c:pt>
                <c:pt idx="663">
                  <c:v>250.95</c:v>
                </c:pt>
                <c:pt idx="664">
                  <c:v>246.6</c:v>
                </c:pt>
                <c:pt idx="665">
                  <c:v>245.7</c:v>
                </c:pt>
                <c:pt idx="666">
                  <c:v>249.6</c:v>
                </c:pt>
                <c:pt idx="667">
                  <c:v>255.5</c:v>
                </c:pt>
                <c:pt idx="668">
                  <c:v>265.25</c:v>
                </c:pt>
                <c:pt idx="669">
                  <c:v>264.3</c:v>
                </c:pt>
                <c:pt idx="670">
                  <c:v>269.3</c:v>
                </c:pt>
                <c:pt idx="671">
                  <c:v>265.95</c:v>
                </c:pt>
                <c:pt idx="672">
                  <c:v>265.64999999999998</c:v>
                </c:pt>
                <c:pt idx="673">
                  <c:v>260.95</c:v>
                </c:pt>
                <c:pt idx="674">
                  <c:v>257.39999999999998</c:v>
                </c:pt>
                <c:pt idx="675">
                  <c:v>260.5</c:v>
                </c:pt>
                <c:pt idx="676">
                  <c:v>259</c:v>
                </c:pt>
                <c:pt idx="677">
                  <c:v>258.05</c:v>
                </c:pt>
                <c:pt idx="678">
                  <c:v>261.60000000000002</c:v>
                </c:pt>
                <c:pt idx="679">
                  <c:v>258.64999999999998</c:v>
                </c:pt>
                <c:pt idx="680">
                  <c:v>258.10000000000002</c:v>
                </c:pt>
                <c:pt idx="681">
                  <c:v>255.5</c:v>
                </c:pt>
                <c:pt idx="682">
                  <c:v>260</c:v>
                </c:pt>
                <c:pt idx="683">
                  <c:v>255.5</c:v>
                </c:pt>
                <c:pt idx="684">
                  <c:v>255.35</c:v>
                </c:pt>
                <c:pt idx="685">
                  <c:v>255.7</c:v>
                </c:pt>
                <c:pt idx="686">
                  <c:v>257.95</c:v>
                </c:pt>
                <c:pt idx="687">
                  <c:v>258.05</c:v>
                </c:pt>
                <c:pt idx="688">
                  <c:v>250</c:v>
                </c:pt>
                <c:pt idx="689">
                  <c:v>242.1</c:v>
                </c:pt>
                <c:pt idx="690">
                  <c:v>236.15</c:v>
                </c:pt>
                <c:pt idx="691">
                  <c:v>240.15</c:v>
                </c:pt>
                <c:pt idx="692">
                  <c:v>242.35</c:v>
                </c:pt>
                <c:pt idx="693">
                  <c:v>238.4</c:v>
                </c:pt>
                <c:pt idx="694">
                  <c:v>236.9</c:v>
                </c:pt>
                <c:pt idx="695">
                  <c:v>239.6</c:v>
                </c:pt>
                <c:pt idx="696">
                  <c:v>242.2</c:v>
                </c:pt>
                <c:pt idx="697">
                  <c:v>244.2</c:v>
                </c:pt>
                <c:pt idx="698">
                  <c:v>243.65</c:v>
                </c:pt>
                <c:pt idx="699">
                  <c:v>242.9</c:v>
                </c:pt>
                <c:pt idx="700">
                  <c:v>242.15</c:v>
                </c:pt>
                <c:pt idx="701">
                  <c:v>239.95</c:v>
                </c:pt>
                <c:pt idx="702">
                  <c:v>235.95</c:v>
                </c:pt>
                <c:pt idx="703">
                  <c:v>229.9</c:v>
                </c:pt>
                <c:pt idx="704">
                  <c:v>223.05</c:v>
                </c:pt>
                <c:pt idx="705">
                  <c:v>219.8</c:v>
                </c:pt>
                <c:pt idx="706">
                  <c:v>230.55</c:v>
                </c:pt>
                <c:pt idx="707">
                  <c:v>234.4</c:v>
                </c:pt>
                <c:pt idx="708">
                  <c:v>265.5</c:v>
                </c:pt>
                <c:pt idx="709">
                  <c:v>257.75</c:v>
                </c:pt>
                <c:pt idx="710">
                  <c:v>263.25</c:v>
                </c:pt>
                <c:pt idx="711">
                  <c:v>261.2</c:v>
                </c:pt>
                <c:pt idx="712">
                  <c:v>259.64999999999998</c:v>
                </c:pt>
                <c:pt idx="713">
                  <c:v>258</c:v>
                </c:pt>
                <c:pt idx="714">
                  <c:v>256</c:v>
                </c:pt>
                <c:pt idx="715">
                  <c:v>260.8</c:v>
                </c:pt>
                <c:pt idx="716">
                  <c:v>262.85000000000002</c:v>
                </c:pt>
                <c:pt idx="717">
                  <c:v>264.89999999999998</c:v>
                </c:pt>
                <c:pt idx="718">
                  <c:v>268.2</c:v>
                </c:pt>
                <c:pt idx="719">
                  <c:v>271.85000000000002</c:v>
                </c:pt>
                <c:pt idx="720">
                  <c:v>273.45</c:v>
                </c:pt>
                <c:pt idx="721">
                  <c:v>274.7</c:v>
                </c:pt>
                <c:pt idx="722">
                  <c:v>285.35000000000002</c:v>
                </c:pt>
                <c:pt idx="723">
                  <c:v>286.55</c:v>
                </c:pt>
                <c:pt idx="724">
                  <c:v>292.39999999999998</c:v>
                </c:pt>
                <c:pt idx="725">
                  <c:v>287.3</c:v>
                </c:pt>
                <c:pt idx="726">
                  <c:v>290.8</c:v>
                </c:pt>
                <c:pt idx="727">
                  <c:v>287.89999999999998</c:v>
                </c:pt>
                <c:pt idx="728">
                  <c:v>294.55</c:v>
                </c:pt>
                <c:pt idx="729">
                  <c:v>291.35000000000002</c:v>
                </c:pt>
                <c:pt idx="730">
                  <c:v>292.5</c:v>
                </c:pt>
                <c:pt idx="731">
                  <c:v>294.39999999999998</c:v>
                </c:pt>
                <c:pt idx="732">
                  <c:v>296.14999999999998</c:v>
                </c:pt>
                <c:pt idx="733">
                  <c:v>292.95</c:v>
                </c:pt>
                <c:pt idx="734">
                  <c:v>293.35000000000002</c:v>
                </c:pt>
                <c:pt idx="735">
                  <c:v>292.64999999999998</c:v>
                </c:pt>
                <c:pt idx="736">
                  <c:v>293.85000000000002</c:v>
                </c:pt>
                <c:pt idx="737">
                  <c:v>296.95</c:v>
                </c:pt>
                <c:pt idx="738">
                  <c:v>295.7</c:v>
                </c:pt>
                <c:pt idx="739">
                  <c:v>294.10000000000002</c:v>
                </c:pt>
                <c:pt idx="740">
                  <c:v>289.89999999999998</c:v>
                </c:pt>
                <c:pt idx="741">
                  <c:v>289.10000000000002</c:v>
                </c:pt>
                <c:pt idx="742">
                  <c:v>290.8</c:v>
                </c:pt>
                <c:pt idx="743">
                  <c:v>289.64999999999998</c:v>
                </c:pt>
                <c:pt idx="744">
                  <c:v>291.55</c:v>
                </c:pt>
                <c:pt idx="745">
                  <c:v>300.5</c:v>
                </c:pt>
                <c:pt idx="746">
                  <c:v>298.89999999999998</c:v>
                </c:pt>
                <c:pt idx="747">
                  <c:v>297.5</c:v>
                </c:pt>
                <c:pt idx="748">
                  <c:v>297.95</c:v>
                </c:pt>
                <c:pt idx="749">
                  <c:v>297.8</c:v>
                </c:pt>
                <c:pt idx="750">
                  <c:v>293.5</c:v>
                </c:pt>
                <c:pt idx="751">
                  <c:v>287.95</c:v>
                </c:pt>
                <c:pt idx="752">
                  <c:v>284.8</c:v>
                </c:pt>
                <c:pt idx="753">
                  <c:v>285.05</c:v>
                </c:pt>
                <c:pt idx="754">
                  <c:v>288.95</c:v>
                </c:pt>
                <c:pt idx="755">
                  <c:v>296.35000000000002</c:v>
                </c:pt>
                <c:pt idx="756">
                  <c:v>297.05</c:v>
                </c:pt>
                <c:pt idx="757">
                  <c:v>295.25</c:v>
                </c:pt>
                <c:pt idx="758">
                  <c:v>294.5</c:v>
                </c:pt>
                <c:pt idx="759">
                  <c:v>290.8</c:v>
                </c:pt>
                <c:pt idx="760">
                  <c:v>291.45</c:v>
                </c:pt>
                <c:pt idx="761">
                  <c:v>292.35000000000002</c:v>
                </c:pt>
                <c:pt idx="762">
                  <c:v>289.85000000000002</c:v>
                </c:pt>
                <c:pt idx="763">
                  <c:v>292.10000000000002</c:v>
                </c:pt>
                <c:pt idx="764">
                  <c:v>296.05</c:v>
                </c:pt>
                <c:pt idx="765">
                  <c:v>292.7</c:v>
                </c:pt>
                <c:pt idx="766">
                  <c:v>282.64999999999998</c:v>
                </c:pt>
                <c:pt idx="767">
                  <c:v>273.35000000000002</c:v>
                </c:pt>
                <c:pt idx="768">
                  <c:v>278.64999999999998</c:v>
                </c:pt>
                <c:pt idx="769">
                  <c:v>273.14999999999998</c:v>
                </c:pt>
                <c:pt idx="770">
                  <c:v>268.39999999999998</c:v>
                </c:pt>
                <c:pt idx="771">
                  <c:v>275.05</c:v>
                </c:pt>
                <c:pt idx="772">
                  <c:v>281.35000000000002</c:v>
                </c:pt>
                <c:pt idx="773">
                  <c:v>281.39999999999998</c:v>
                </c:pt>
                <c:pt idx="774">
                  <c:v>282.55</c:v>
                </c:pt>
                <c:pt idx="775">
                  <c:v>285.05</c:v>
                </c:pt>
                <c:pt idx="776">
                  <c:v>280.75</c:v>
                </c:pt>
                <c:pt idx="777">
                  <c:v>281.64999999999998</c:v>
                </c:pt>
                <c:pt idx="778">
                  <c:v>282.45</c:v>
                </c:pt>
                <c:pt idx="779">
                  <c:v>281.2</c:v>
                </c:pt>
                <c:pt idx="780">
                  <c:v>284.10000000000002</c:v>
                </c:pt>
                <c:pt idx="781">
                  <c:v>291.8</c:v>
                </c:pt>
                <c:pt idx="782">
                  <c:v>289.64999999999998</c:v>
                </c:pt>
                <c:pt idx="783">
                  <c:v>290.35000000000002</c:v>
                </c:pt>
                <c:pt idx="784">
                  <c:v>288.89999999999998</c:v>
                </c:pt>
                <c:pt idx="785">
                  <c:v>294.89999999999998</c:v>
                </c:pt>
                <c:pt idx="786">
                  <c:v>302.7</c:v>
                </c:pt>
                <c:pt idx="787">
                  <c:v>295.55</c:v>
                </c:pt>
                <c:pt idx="788">
                  <c:v>292.60000000000002</c:v>
                </c:pt>
                <c:pt idx="789">
                  <c:v>295.39999999999998</c:v>
                </c:pt>
                <c:pt idx="790">
                  <c:v>294.75</c:v>
                </c:pt>
                <c:pt idx="791">
                  <c:v>295.8</c:v>
                </c:pt>
                <c:pt idx="792">
                  <c:v>292.2</c:v>
                </c:pt>
                <c:pt idx="793">
                  <c:v>288.95</c:v>
                </c:pt>
                <c:pt idx="794">
                  <c:v>285.35000000000002</c:v>
                </c:pt>
                <c:pt idx="795">
                  <c:v>281</c:v>
                </c:pt>
                <c:pt idx="796">
                  <c:v>276.95</c:v>
                </c:pt>
                <c:pt idx="797">
                  <c:v>285.14999999999998</c:v>
                </c:pt>
                <c:pt idx="798">
                  <c:v>278.3</c:v>
                </c:pt>
                <c:pt idx="799">
                  <c:v>277.95</c:v>
                </c:pt>
                <c:pt idx="800">
                  <c:v>279.55</c:v>
                </c:pt>
                <c:pt idx="801">
                  <c:v>285.05</c:v>
                </c:pt>
                <c:pt idx="802">
                  <c:v>293.35000000000002</c:v>
                </c:pt>
                <c:pt idx="803">
                  <c:v>293.5</c:v>
                </c:pt>
                <c:pt idx="804">
                  <c:v>294.45</c:v>
                </c:pt>
                <c:pt idx="805">
                  <c:v>282.85000000000002</c:v>
                </c:pt>
                <c:pt idx="806">
                  <c:v>285.7</c:v>
                </c:pt>
                <c:pt idx="807">
                  <c:v>284.5</c:v>
                </c:pt>
                <c:pt idx="808">
                  <c:v>280.5</c:v>
                </c:pt>
                <c:pt idx="809">
                  <c:v>285.45</c:v>
                </c:pt>
                <c:pt idx="810">
                  <c:v>278.10000000000002</c:v>
                </c:pt>
                <c:pt idx="811">
                  <c:v>281.05</c:v>
                </c:pt>
                <c:pt idx="812">
                  <c:v>282.3</c:v>
                </c:pt>
                <c:pt idx="813">
                  <c:v>285.5</c:v>
                </c:pt>
                <c:pt idx="814">
                  <c:v>293.45</c:v>
                </c:pt>
                <c:pt idx="815">
                  <c:v>300.14999999999998</c:v>
                </c:pt>
                <c:pt idx="816">
                  <c:v>296.14999999999998</c:v>
                </c:pt>
                <c:pt idx="817">
                  <c:v>288.35000000000002</c:v>
                </c:pt>
                <c:pt idx="818">
                  <c:v>285.25</c:v>
                </c:pt>
                <c:pt idx="819">
                  <c:v>292.85000000000002</c:v>
                </c:pt>
                <c:pt idx="820">
                  <c:v>282.3</c:v>
                </c:pt>
                <c:pt idx="821">
                  <c:v>283.8</c:v>
                </c:pt>
                <c:pt idx="822">
                  <c:v>278.14999999999998</c:v>
                </c:pt>
                <c:pt idx="823">
                  <c:v>279.3</c:v>
                </c:pt>
                <c:pt idx="824">
                  <c:v>277.39999999999998</c:v>
                </c:pt>
                <c:pt idx="825">
                  <c:v>271.2</c:v>
                </c:pt>
                <c:pt idx="826">
                  <c:v>273.8</c:v>
                </c:pt>
                <c:pt idx="827">
                  <c:v>268.2</c:v>
                </c:pt>
                <c:pt idx="828">
                  <c:v>272.2</c:v>
                </c:pt>
                <c:pt idx="829">
                  <c:v>272.85000000000002</c:v>
                </c:pt>
                <c:pt idx="830">
                  <c:v>274.45</c:v>
                </c:pt>
                <c:pt idx="831">
                  <c:v>273.45</c:v>
                </c:pt>
                <c:pt idx="832">
                  <c:v>270.55</c:v>
                </c:pt>
                <c:pt idx="833">
                  <c:v>269.89999999999998</c:v>
                </c:pt>
                <c:pt idx="834">
                  <c:v>265.55</c:v>
                </c:pt>
                <c:pt idx="835">
                  <c:v>259.55</c:v>
                </c:pt>
                <c:pt idx="836">
                  <c:v>261.05</c:v>
                </c:pt>
                <c:pt idx="837">
                  <c:v>260.8</c:v>
                </c:pt>
                <c:pt idx="838">
                  <c:v>261.75</c:v>
                </c:pt>
                <c:pt idx="839">
                  <c:v>266.5</c:v>
                </c:pt>
                <c:pt idx="840">
                  <c:v>267.35000000000002</c:v>
                </c:pt>
                <c:pt idx="841">
                  <c:v>268.64999999999998</c:v>
                </c:pt>
                <c:pt idx="842">
                  <c:v>269.10000000000002</c:v>
                </c:pt>
                <c:pt idx="843">
                  <c:v>272.10000000000002</c:v>
                </c:pt>
                <c:pt idx="844">
                  <c:v>271.8</c:v>
                </c:pt>
                <c:pt idx="845">
                  <c:v>274.60000000000002</c:v>
                </c:pt>
                <c:pt idx="846">
                  <c:v>270.25</c:v>
                </c:pt>
                <c:pt idx="847">
                  <c:v>279.45</c:v>
                </c:pt>
                <c:pt idx="848">
                  <c:v>280.45</c:v>
                </c:pt>
                <c:pt idx="849">
                  <c:v>288</c:v>
                </c:pt>
                <c:pt idx="850">
                  <c:v>293.60000000000002</c:v>
                </c:pt>
                <c:pt idx="851">
                  <c:v>298.60000000000002</c:v>
                </c:pt>
                <c:pt idx="852">
                  <c:v>294.55</c:v>
                </c:pt>
                <c:pt idx="853">
                  <c:v>292.14999999999998</c:v>
                </c:pt>
                <c:pt idx="854">
                  <c:v>300.64999999999998</c:v>
                </c:pt>
                <c:pt idx="855">
                  <c:v>312.5</c:v>
                </c:pt>
                <c:pt idx="856">
                  <c:v>313.5</c:v>
                </c:pt>
                <c:pt idx="857">
                  <c:v>307.60000000000002</c:v>
                </c:pt>
                <c:pt idx="858">
                  <c:v>303.55</c:v>
                </c:pt>
                <c:pt idx="859">
                  <c:v>307.75</c:v>
                </c:pt>
                <c:pt idx="860">
                  <c:v>308</c:v>
                </c:pt>
                <c:pt idx="861">
                  <c:v>312.95</c:v>
                </c:pt>
                <c:pt idx="862">
                  <c:v>307.25</c:v>
                </c:pt>
                <c:pt idx="863">
                  <c:v>321.10000000000002</c:v>
                </c:pt>
                <c:pt idx="864">
                  <c:v>318</c:v>
                </c:pt>
                <c:pt idx="865">
                  <c:v>324.89999999999998</c:v>
                </c:pt>
                <c:pt idx="866">
                  <c:v>335.45</c:v>
                </c:pt>
                <c:pt idx="867">
                  <c:v>325.25</c:v>
                </c:pt>
                <c:pt idx="868">
                  <c:v>320.35000000000002</c:v>
                </c:pt>
                <c:pt idx="869">
                  <c:v>324.85000000000002</c:v>
                </c:pt>
                <c:pt idx="870">
                  <c:v>325.14999999999998</c:v>
                </c:pt>
                <c:pt idx="871">
                  <c:v>324.75</c:v>
                </c:pt>
                <c:pt idx="872">
                  <c:v>324.89999999999998</c:v>
                </c:pt>
                <c:pt idx="873">
                  <c:v>325.8</c:v>
                </c:pt>
                <c:pt idx="874">
                  <c:v>328.5</c:v>
                </c:pt>
                <c:pt idx="875">
                  <c:v>330.75</c:v>
                </c:pt>
                <c:pt idx="876">
                  <c:v>332.95</c:v>
                </c:pt>
                <c:pt idx="877">
                  <c:v>328.75</c:v>
                </c:pt>
                <c:pt idx="878">
                  <c:v>326.25</c:v>
                </c:pt>
                <c:pt idx="879">
                  <c:v>326.64999999999998</c:v>
                </c:pt>
                <c:pt idx="880">
                  <c:v>334.1</c:v>
                </c:pt>
                <c:pt idx="881">
                  <c:v>330.7</c:v>
                </c:pt>
                <c:pt idx="882">
                  <c:v>339.75</c:v>
                </c:pt>
                <c:pt idx="883">
                  <c:v>337.65</c:v>
                </c:pt>
                <c:pt idx="884">
                  <c:v>343.75</c:v>
                </c:pt>
                <c:pt idx="885">
                  <c:v>338.8</c:v>
                </c:pt>
                <c:pt idx="886">
                  <c:v>339.25</c:v>
                </c:pt>
                <c:pt idx="887">
                  <c:v>335.7</c:v>
                </c:pt>
                <c:pt idx="888">
                  <c:v>334.05</c:v>
                </c:pt>
                <c:pt idx="889">
                  <c:v>329.8</c:v>
                </c:pt>
                <c:pt idx="890">
                  <c:v>341.8</c:v>
                </c:pt>
                <c:pt idx="891">
                  <c:v>349.6</c:v>
                </c:pt>
                <c:pt idx="892">
                  <c:v>345.2</c:v>
                </c:pt>
                <c:pt idx="893">
                  <c:v>347.65</c:v>
                </c:pt>
                <c:pt idx="894">
                  <c:v>348.6</c:v>
                </c:pt>
                <c:pt idx="895">
                  <c:v>357.9</c:v>
                </c:pt>
                <c:pt idx="896">
                  <c:v>355.05</c:v>
                </c:pt>
                <c:pt idx="897">
                  <c:v>354.9</c:v>
                </c:pt>
                <c:pt idx="898">
                  <c:v>347.95</c:v>
                </c:pt>
                <c:pt idx="899">
                  <c:v>350.6</c:v>
                </c:pt>
                <c:pt idx="900">
                  <c:v>355.55</c:v>
                </c:pt>
                <c:pt idx="901">
                  <c:v>363.3</c:v>
                </c:pt>
                <c:pt idx="902">
                  <c:v>361.3</c:v>
                </c:pt>
                <c:pt idx="903">
                  <c:v>356.8</c:v>
                </c:pt>
                <c:pt idx="904">
                  <c:v>360.95</c:v>
                </c:pt>
                <c:pt idx="905">
                  <c:v>358.6</c:v>
                </c:pt>
                <c:pt idx="906">
                  <c:v>361.25</c:v>
                </c:pt>
                <c:pt idx="907">
                  <c:v>369.1</c:v>
                </c:pt>
                <c:pt idx="908">
                  <c:v>368.9</c:v>
                </c:pt>
                <c:pt idx="909">
                  <c:v>371.1</c:v>
                </c:pt>
                <c:pt idx="910">
                  <c:v>381.7</c:v>
                </c:pt>
                <c:pt idx="911">
                  <c:v>378.6</c:v>
                </c:pt>
                <c:pt idx="912">
                  <c:v>390.65</c:v>
                </c:pt>
                <c:pt idx="913">
                  <c:v>393.8</c:v>
                </c:pt>
                <c:pt idx="914">
                  <c:v>393.7</c:v>
                </c:pt>
                <c:pt idx="915">
                  <c:v>400.7</c:v>
                </c:pt>
                <c:pt idx="916">
                  <c:v>410.2</c:v>
                </c:pt>
                <c:pt idx="917">
                  <c:v>418.6</c:v>
                </c:pt>
                <c:pt idx="918">
                  <c:v>407.95</c:v>
                </c:pt>
                <c:pt idx="919">
                  <c:v>409.3</c:v>
                </c:pt>
                <c:pt idx="920">
                  <c:v>419.85</c:v>
                </c:pt>
                <c:pt idx="921">
                  <c:v>435.6</c:v>
                </c:pt>
                <c:pt idx="922">
                  <c:v>436.3</c:v>
                </c:pt>
                <c:pt idx="923">
                  <c:v>434.65</c:v>
                </c:pt>
                <c:pt idx="924">
                  <c:v>428.7</c:v>
                </c:pt>
                <c:pt idx="925">
                  <c:v>419.15</c:v>
                </c:pt>
                <c:pt idx="926">
                  <c:v>404.55</c:v>
                </c:pt>
                <c:pt idx="927">
                  <c:v>410.15</c:v>
                </c:pt>
                <c:pt idx="928">
                  <c:v>406.9</c:v>
                </c:pt>
                <c:pt idx="929">
                  <c:v>395.35</c:v>
                </c:pt>
                <c:pt idx="930">
                  <c:v>404.05</c:v>
                </c:pt>
                <c:pt idx="931">
                  <c:v>403.05</c:v>
                </c:pt>
                <c:pt idx="932">
                  <c:v>412.55</c:v>
                </c:pt>
                <c:pt idx="933">
                  <c:v>429</c:v>
                </c:pt>
                <c:pt idx="934">
                  <c:v>418.2</c:v>
                </c:pt>
                <c:pt idx="935">
                  <c:v>426.3</c:v>
                </c:pt>
                <c:pt idx="936">
                  <c:v>434.3</c:v>
                </c:pt>
                <c:pt idx="937">
                  <c:v>443.8</c:v>
                </c:pt>
                <c:pt idx="938">
                  <c:v>435.7</c:v>
                </c:pt>
                <c:pt idx="939">
                  <c:v>448.55</c:v>
                </c:pt>
                <c:pt idx="940">
                  <c:v>457.5</c:v>
                </c:pt>
                <c:pt idx="941">
                  <c:v>451.8</c:v>
                </c:pt>
                <c:pt idx="942">
                  <c:v>455.25</c:v>
                </c:pt>
                <c:pt idx="943">
                  <c:v>455.15</c:v>
                </c:pt>
                <c:pt idx="944">
                  <c:v>470.9</c:v>
                </c:pt>
                <c:pt idx="945">
                  <c:v>481.05</c:v>
                </c:pt>
                <c:pt idx="946">
                  <c:v>468.25</c:v>
                </c:pt>
                <c:pt idx="947">
                  <c:v>478.65</c:v>
                </c:pt>
                <c:pt idx="948">
                  <c:v>488.55</c:v>
                </c:pt>
                <c:pt idx="949">
                  <c:v>489.55</c:v>
                </c:pt>
                <c:pt idx="950">
                  <c:v>481.8</c:v>
                </c:pt>
                <c:pt idx="951">
                  <c:v>468.2</c:v>
                </c:pt>
                <c:pt idx="952">
                  <c:v>468.9</c:v>
                </c:pt>
                <c:pt idx="953">
                  <c:v>458.8</c:v>
                </c:pt>
                <c:pt idx="954">
                  <c:v>470.65</c:v>
                </c:pt>
                <c:pt idx="955">
                  <c:v>475.4</c:v>
                </c:pt>
                <c:pt idx="956">
                  <c:v>459</c:v>
                </c:pt>
                <c:pt idx="957">
                  <c:v>464.3</c:v>
                </c:pt>
                <c:pt idx="958">
                  <c:v>472.4</c:v>
                </c:pt>
                <c:pt idx="959">
                  <c:v>477.05</c:v>
                </c:pt>
                <c:pt idx="960">
                  <c:v>486.45</c:v>
                </c:pt>
                <c:pt idx="961">
                  <c:v>498.1</c:v>
                </c:pt>
                <c:pt idx="962">
                  <c:v>491.5</c:v>
                </c:pt>
                <c:pt idx="963">
                  <c:v>488.6</c:v>
                </c:pt>
                <c:pt idx="964">
                  <c:v>492.85</c:v>
                </c:pt>
                <c:pt idx="965">
                  <c:v>482.15</c:v>
                </c:pt>
                <c:pt idx="966">
                  <c:v>482.95</c:v>
                </c:pt>
                <c:pt idx="967">
                  <c:v>480.65</c:v>
                </c:pt>
                <c:pt idx="968">
                  <c:v>484.05</c:v>
                </c:pt>
                <c:pt idx="969">
                  <c:v>477.85</c:v>
                </c:pt>
                <c:pt idx="970">
                  <c:v>464.9</c:v>
                </c:pt>
                <c:pt idx="971">
                  <c:v>468.3</c:v>
                </c:pt>
                <c:pt idx="972">
                  <c:v>474.95</c:v>
                </c:pt>
                <c:pt idx="973">
                  <c:v>466</c:v>
                </c:pt>
                <c:pt idx="974">
                  <c:v>461.6</c:v>
                </c:pt>
                <c:pt idx="975">
                  <c:v>450.8</c:v>
                </c:pt>
                <c:pt idx="976">
                  <c:v>459.45</c:v>
                </c:pt>
                <c:pt idx="977">
                  <c:v>455.9</c:v>
                </c:pt>
                <c:pt idx="978">
                  <c:v>467.05</c:v>
                </c:pt>
                <c:pt idx="979">
                  <c:v>476.2</c:v>
                </c:pt>
                <c:pt idx="980">
                  <c:v>487.05</c:v>
                </c:pt>
                <c:pt idx="981">
                  <c:v>492.25</c:v>
                </c:pt>
                <c:pt idx="982">
                  <c:v>499.6</c:v>
                </c:pt>
                <c:pt idx="983">
                  <c:v>497.9</c:v>
                </c:pt>
                <c:pt idx="984">
                  <c:v>508.7</c:v>
                </c:pt>
                <c:pt idx="985">
                  <c:v>493.05</c:v>
                </c:pt>
                <c:pt idx="986">
                  <c:v>479.9</c:v>
                </c:pt>
                <c:pt idx="987">
                  <c:v>486.6</c:v>
                </c:pt>
                <c:pt idx="988">
                  <c:v>497.6</c:v>
                </c:pt>
                <c:pt idx="989">
                  <c:v>493.1</c:v>
                </c:pt>
                <c:pt idx="990">
                  <c:v>491.3</c:v>
                </c:pt>
                <c:pt idx="991">
                  <c:v>499</c:v>
                </c:pt>
                <c:pt idx="992">
                  <c:v>504.8</c:v>
                </c:pt>
                <c:pt idx="993">
                  <c:v>502.75</c:v>
                </c:pt>
                <c:pt idx="994">
                  <c:v>506.95</c:v>
                </c:pt>
                <c:pt idx="995">
                  <c:v>520.70000000000005</c:v>
                </c:pt>
                <c:pt idx="996">
                  <c:v>527.54999999999995</c:v>
                </c:pt>
                <c:pt idx="997">
                  <c:v>522.4</c:v>
                </c:pt>
                <c:pt idx="998">
                  <c:v>527.9</c:v>
                </c:pt>
                <c:pt idx="999">
                  <c:v>530.20000000000005</c:v>
                </c:pt>
                <c:pt idx="1000">
                  <c:v>537.25</c:v>
                </c:pt>
                <c:pt idx="1001">
                  <c:v>562.70000000000005</c:v>
                </c:pt>
                <c:pt idx="1002">
                  <c:v>572.85</c:v>
                </c:pt>
                <c:pt idx="1003">
                  <c:v>570.65</c:v>
                </c:pt>
                <c:pt idx="1004">
                  <c:v>585.20000000000005</c:v>
                </c:pt>
                <c:pt idx="1005">
                  <c:v>580.04999999999995</c:v>
                </c:pt>
                <c:pt idx="1006">
                  <c:v>572.4</c:v>
                </c:pt>
                <c:pt idx="1007">
                  <c:v>580.15</c:v>
                </c:pt>
                <c:pt idx="1008">
                  <c:v>590.1</c:v>
                </c:pt>
                <c:pt idx="1009">
                  <c:v>578.65</c:v>
                </c:pt>
                <c:pt idx="1010">
                  <c:v>571.25</c:v>
                </c:pt>
                <c:pt idx="1011">
                  <c:v>587.4</c:v>
                </c:pt>
                <c:pt idx="1012">
                  <c:v>597</c:v>
                </c:pt>
                <c:pt idx="1013">
                  <c:v>578.1</c:v>
                </c:pt>
                <c:pt idx="1014">
                  <c:v>581.1</c:v>
                </c:pt>
                <c:pt idx="1015">
                  <c:v>584.75</c:v>
                </c:pt>
                <c:pt idx="1016">
                  <c:v>574.45000000000005</c:v>
                </c:pt>
                <c:pt idx="1017">
                  <c:v>552.95000000000005</c:v>
                </c:pt>
                <c:pt idx="1018">
                  <c:v>535.25</c:v>
                </c:pt>
                <c:pt idx="1019">
                  <c:v>557.85</c:v>
                </c:pt>
                <c:pt idx="1020">
                  <c:v>580.65</c:v>
                </c:pt>
                <c:pt idx="1021">
                  <c:v>575.70000000000005</c:v>
                </c:pt>
                <c:pt idx="1022">
                  <c:v>571.5</c:v>
                </c:pt>
                <c:pt idx="1023">
                  <c:v>560.54999999999995</c:v>
                </c:pt>
                <c:pt idx="1024">
                  <c:v>553.70000000000005</c:v>
                </c:pt>
                <c:pt idx="1025">
                  <c:v>571.4</c:v>
                </c:pt>
                <c:pt idx="1026">
                  <c:v>564.6</c:v>
                </c:pt>
                <c:pt idx="1027">
                  <c:v>575.4</c:v>
                </c:pt>
                <c:pt idx="1028">
                  <c:v>588.70000000000005</c:v>
                </c:pt>
                <c:pt idx="1029">
                  <c:v>593.25</c:v>
                </c:pt>
                <c:pt idx="1030">
                  <c:v>587.29999999999995</c:v>
                </c:pt>
                <c:pt idx="1031">
                  <c:v>587.70000000000005</c:v>
                </c:pt>
                <c:pt idx="1032">
                  <c:v>595.4</c:v>
                </c:pt>
                <c:pt idx="1033">
                  <c:v>592.95000000000005</c:v>
                </c:pt>
                <c:pt idx="1034">
                  <c:v>598.75</c:v>
                </c:pt>
                <c:pt idx="1035">
                  <c:v>604.85</c:v>
                </c:pt>
                <c:pt idx="1036">
                  <c:v>582.35</c:v>
                </c:pt>
                <c:pt idx="1037">
                  <c:v>587.45000000000005</c:v>
                </c:pt>
                <c:pt idx="1038">
                  <c:v>565.35</c:v>
                </c:pt>
                <c:pt idx="1039">
                  <c:v>565.75</c:v>
                </c:pt>
                <c:pt idx="1040">
                  <c:v>555.20000000000005</c:v>
                </c:pt>
                <c:pt idx="1041">
                  <c:v>542.29999999999995</c:v>
                </c:pt>
                <c:pt idx="1042">
                  <c:v>554.70000000000005</c:v>
                </c:pt>
                <c:pt idx="1043">
                  <c:v>567.29999999999995</c:v>
                </c:pt>
                <c:pt idx="1044">
                  <c:v>580.85</c:v>
                </c:pt>
                <c:pt idx="1045">
                  <c:v>573.65</c:v>
                </c:pt>
                <c:pt idx="1046">
                  <c:v>586.15</c:v>
                </c:pt>
                <c:pt idx="1047">
                  <c:v>595.75</c:v>
                </c:pt>
                <c:pt idx="1048">
                  <c:v>584.29999999999995</c:v>
                </c:pt>
                <c:pt idx="1049">
                  <c:v>573.70000000000005</c:v>
                </c:pt>
                <c:pt idx="1050">
                  <c:v>565.85</c:v>
                </c:pt>
                <c:pt idx="1051">
                  <c:v>562.6</c:v>
                </c:pt>
                <c:pt idx="1052">
                  <c:v>545.04999999999995</c:v>
                </c:pt>
                <c:pt idx="1053">
                  <c:v>541.85</c:v>
                </c:pt>
                <c:pt idx="1054">
                  <c:v>540.4</c:v>
                </c:pt>
                <c:pt idx="1055">
                  <c:v>519.1</c:v>
                </c:pt>
                <c:pt idx="1056">
                  <c:v>523.25</c:v>
                </c:pt>
                <c:pt idx="1057">
                  <c:v>507.7</c:v>
                </c:pt>
                <c:pt idx="1058">
                  <c:v>511.75</c:v>
                </c:pt>
                <c:pt idx="1059">
                  <c:v>512.29999999999995</c:v>
                </c:pt>
                <c:pt idx="1060">
                  <c:v>514.04999999999995</c:v>
                </c:pt>
                <c:pt idx="1061">
                  <c:v>525.70000000000005</c:v>
                </c:pt>
                <c:pt idx="1062">
                  <c:v>528.79999999999995</c:v>
                </c:pt>
                <c:pt idx="1063">
                  <c:v>527.15</c:v>
                </c:pt>
                <c:pt idx="1064">
                  <c:v>538.04999999999995</c:v>
                </c:pt>
                <c:pt idx="1065">
                  <c:v>555.85</c:v>
                </c:pt>
                <c:pt idx="1066">
                  <c:v>565.79999999999995</c:v>
                </c:pt>
                <c:pt idx="1067">
                  <c:v>575.1</c:v>
                </c:pt>
                <c:pt idx="1068">
                  <c:v>575.4</c:v>
                </c:pt>
                <c:pt idx="1069">
                  <c:v>574</c:v>
                </c:pt>
                <c:pt idx="1070">
                  <c:v>572.95000000000005</c:v>
                </c:pt>
                <c:pt idx="1071">
                  <c:v>561.75</c:v>
                </c:pt>
                <c:pt idx="1072">
                  <c:v>573.29999999999995</c:v>
                </c:pt>
                <c:pt idx="1073">
                  <c:v>565.35</c:v>
                </c:pt>
                <c:pt idx="1074">
                  <c:v>566.15</c:v>
                </c:pt>
                <c:pt idx="1075">
                  <c:v>564.85</c:v>
                </c:pt>
                <c:pt idx="1076">
                  <c:v>552.6</c:v>
                </c:pt>
                <c:pt idx="1077">
                  <c:v>552.35</c:v>
                </c:pt>
                <c:pt idx="1078">
                  <c:v>568.35</c:v>
                </c:pt>
                <c:pt idx="1079">
                  <c:v>568.75</c:v>
                </c:pt>
                <c:pt idx="1080">
                  <c:v>567.29999999999995</c:v>
                </c:pt>
                <c:pt idx="1081">
                  <c:v>539.45000000000005</c:v>
                </c:pt>
                <c:pt idx="1082">
                  <c:v>540.4</c:v>
                </c:pt>
                <c:pt idx="1083">
                  <c:v>529.29999999999995</c:v>
                </c:pt>
                <c:pt idx="1084">
                  <c:v>526.45000000000005</c:v>
                </c:pt>
                <c:pt idx="1085">
                  <c:v>528.45000000000005</c:v>
                </c:pt>
                <c:pt idx="1086">
                  <c:v>530.75</c:v>
                </c:pt>
                <c:pt idx="1087">
                  <c:v>530</c:v>
                </c:pt>
                <c:pt idx="1088">
                  <c:v>540.5</c:v>
                </c:pt>
                <c:pt idx="1089">
                  <c:v>532.4</c:v>
                </c:pt>
                <c:pt idx="1090">
                  <c:v>519.20000000000005</c:v>
                </c:pt>
                <c:pt idx="1091">
                  <c:v>490.25</c:v>
                </c:pt>
                <c:pt idx="1092">
                  <c:v>496.65</c:v>
                </c:pt>
                <c:pt idx="1093">
                  <c:v>511.45</c:v>
                </c:pt>
                <c:pt idx="1094">
                  <c:v>477.1</c:v>
                </c:pt>
                <c:pt idx="1095">
                  <c:v>404.3</c:v>
                </c:pt>
                <c:pt idx="1096">
                  <c:v>433.7</c:v>
                </c:pt>
                <c:pt idx="1097">
                  <c:v>452.45</c:v>
                </c:pt>
                <c:pt idx="1098">
                  <c:v>443.2</c:v>
                </c:pt>
                <c:pt idx="1099">
                  <c:v>439.5</c:v>
                </c:pt>
                <c:pt idx="1100">
                  <c:v>453.85</c:v>
                </c:pt>
                <c:pt idx="1101">
                  <c:v>455.7</c:v>
                </c:pt>
                <c:pt idx="1102">
                  <c:v>459.3</c:v>
                </c:pt>
                <c:pt idx="1103">
                  <c:v>449.05</c:v>
                </c:pt>
                <c:pt idx="1104">
                  <c:v>432.7</c:v>
                </c:pt>
                <c:pt idx="1105">
                  <c:v>429.8</c:v>
                </c:pt>
                <c:pt idx="1106">
                  <c:v>434.2</c:v>
                </c:pt>
                <c:pt idx="1107">
                  <c:v>439.45</c:v>
                </c:pt>
                <c:pt idx="1108">
                  <c:v>428.35</c:v>
                </c:pt>
                <c:pt idx="1109">
                  <c:v>433.5</c:v>
                </c:pt>
                <c:pt idx="1110">
                  <c:v>444.8</c:v>
                </c:pt>
                <c:pt idx="1111">
                  <c:v>455.25</c:v>
                </c:pt>
                <c:pt idx="1112">
                  <c:v>450.8</c:v>
                </c:pt>
                <c:pt idx="1113">
                  <c:v>447.7</c:v>
                </c:pt>
                <c:pt idx="1114">
                  <c:v>431.7</c:v>
                </c:pt>
                <c:pt idx="1115">
                  <c:v>434.9</c:v>
                </c:pt>
                <c:pt idx="1116">
                  <c:v>450.6</c:v>
                </c:pt>
                <c:pt idx="1117">
                  <c:v>446.15</c:v>
                </c:pt>
                <c:pt idx="1118">
                  <c:v>454.3</c:v>
                </c:pt>
                <c:pt idx="1119">
                  <c:v>444.75</c:v>
                </c:pt>
                <c:pt idx="1120">
                  <c:v>434.5</c:v>
                </c:pt>
                <c:pt idx="1121">
                  <c:v>431.75</c:v>
                </c:pt>
                <c:pt idx="1122">
                  <c:v>411.25</c:v>
                </c:pt>
                <c:pt idx="1123">
                  <c:v>423.05</c:v>
                </c:pt>
                <c:pt idx="1124">
                  <c:v>431.6</c:v>
                </c:pt>
                <c:pt idx="1125">
                  <c:v>441.7</c:v>
                </c:pt>
                <c:pt idx="1126">
                  <c:v>443.25</c:v>
                </c:pt>
                <c:pt idx="1127">
                  <c:v>429.65</c:v>
                </c:pt>
                <c:pt idx="1128">
                  <c:v>438.55</c:v>
                </c:pt>
                <c:pt idx="1129">
                  <c:v>433.9</c:v>
                </c:pt>
                <c:pt idx="1130">
                  <c:v>430.45</c:v>
                </c:pt>
                <c:pt idx="1131">
                  <c:v>438.4</c:v>
                </c:pt>
                <c:pt idx="1132">
                  <c:v>438.4</c:v>
                </c:pt>
                <c:pt idx="1133">
                  <c:v>432</c:v>
                </c:pt>
                <c:pt idx="1134">
                  <c:v>438.9</c:v>
                </c:pt>
                <c:pt idx="1135">
                  <c:v>436.75</c:v>
                </c:pt>
                <c:pt idx="1136">
                  <c:v>430.5</c:v>
                </c:pt>
                <c:pt idx="1137">
                  <c:v>418</c:v>
                </c:pt>
                <c:pt idx="1138">
                  <c:v>420.1</c:v>
                </c:pt>
                <c:pt idx="1139">
                  <c:v>424.45</c:v>
                </c:pt>
                <c:pt idx="1140">
                  <c:v>423.8</c:v>
                </c:pt>
                <c:pt idx="1141">
                  <c:v>428.55</c:v>
                </c:pt>
                <c:pt idx="1142">
                  <c:v>434.3</c:v>
                </c:pt>
                <c:pt idx="1143">
                  <c:v>454.9</c:v>
                </c:pt>
                <c:pt idx="1144">
                  <c:v>466.25</c:v>
                </c:pt>
                <c:pt idx="1145">
                  <c:v>477.3</c:v>
                </c:pt>
                <c:pt idx="1146">
                  <c:v>465.1</c:v>
                </c:pt>
                <c:pt idx="1147">
                  <c:v>470.9</c:v>
                </c:pt>
                <c:pt idx="1148">
                  <c:v>474.5</c:v>
                </c:pt>
                <c:pt idx="1149">
                  <c:v>488.9</c:v>
                </c:pt>
                <c:pt idx="1150">
                  <c:v>494.1</c:v>
                </c:pt>
                <c:pt idx="1151">
                  <c:v>489.4</c:v>
                </c:pt>
                <c:pt idx="1152">
                  <c:v>493.25</c:v>
                </c:pt>
                <c:pt idx="1153">
                  <c:v>503</c:v>
                </c:pt>
                <c:pt idx="1154">
                  <c:v>493.9</c:v>
                </c:pt>
                <c:pt idx="1155">
                  <c:v>492.2</c:v>
                </c:pt>
                <c:pt idx="1156">
                  <c:v>496.7</c:v>
                </c:pt>
                <c:pt idx="1157">
                  <c:v>479.95</c:v>
                </c:pt>
                <c:pt idx="1158">
                  <c:v>475.25</c:v>
                </c:pt>
                <c:pt idx="1159">
                  <c:v>476.9</c:v>
                </c:pt>
                <c:pt idx="1160">
                  <c:v>478.85</c:v>
                </c:pt>
                <c:pt idx="1161">
                  <c:v>479.6</c:v>
                </c:pt>
                <c:pt idx="1162">
                  <c:v>470.55</c:v>
                </c:pt>
                <c:pt idx="1163">
                  <c:v>475.2</c:v>
                </c:pt>
                <c:pt idx="1164">
                  <c:v>463.4</c:v>
                </c:pt>
                <c:pt idx="1165">
                  <c:v>451.25</c:v>
                </c:pt>
                <c:pt idx="1166">
                  <c:v>453.55</c:v>
                </c:pt>
                <c:pt idx="1167">
                  <c:v>458</c:v>
                </c:pt>
                <c:pt idx="1168">
                  <c:v>460.7</c:v>
                </c:pt>
                <c:pt idx="1169">
                  <c:v>458.2</c:v>
                </c:pt>
                <c:pt idx="1170">
                  <c:v>467.2</c:v>
                </c:pt>
                <c:pt idx="1171">
                  <c:v>475.65</c:v>
                </c:pt>
                <c:pt idx="1172">
                  <c:v>476</c:v>
                </c:pt>
                <c:pt idx="1173">
                  <c:v>471.95</c:v>
                </c:pt>
                <c:pt idx="1174">
                  <c:v>473.8</c:v>
                </c:pt>
                <c:pt idx="1175">
                  <c:v>477.1</c:v>
                </c:pt>
                <c:pt idx="1176">
                  <c:v>484.75</c:v>
                </c:pt>
                <c:pt idx="1177">
                  <c:v>482.7</c:v>
                </c:pt>
                <c:pt idx="1178">
                  <c:v>485.7</c:v>
                </c:pt>
                <c:pt idx="1179">
                  <c:v>487.85</c:v>
                </c:pt>
                <c:pt idx="1180">
                  <c:v>490.95</c:v>
                </c:pt>
                <c:pt idx="1181">
                  <c:v>486.35</c:v>
                </c:pt>
                <c:pt idx="1182">
                  <c:v>487.65</c:v>
                </c:pt>
                <c:pt idx="1183">
                  <c:v>490.85</c:v>
                </c:pt>
                <c:pt idx="1184">
                  <c:v>509.15</c:v>
                </c:pt>
                <c:pt idx="1185">
                  <c:v>502.05</c:v>
                </c:pt>
                <c:pt idx="1186">
                  <c:v>507.5</c:v>
                </c:pt>
                <c:pt idx="1187">
                  <c:v>503.45</c:v>
                </c:pt>
                <c:pt idx="1188">
                  <c:v>500.05</c:v>
                </c:pt>
                <c:pt idx="1189">
                  <c:v>498.85</c:v>
                </c:pt>
                <c:pt idx="1190">
                  <c:v>495.4</c:v>
                </c:pt>
                <c:pt idx="1191">
                  <c:v>496.3</c:v>
                </c:pt>
                <c:pt idx="1192">
                  <c:v>514.29999999999995</c:v>
                </c:pt>
                <c:pt idx="1193">
                  <c:v>517.9</c:v>
                </c:pt>
                <c:pt idx="1194">
                  <c:v>533.25</c:v>
                </c:pt>
                <c:pt idx="1195">
                  <c:v>546.20000000000005</c:v>
                </c:pt>
                <c:pt idx="1196">
                  <c:v>539.9</c:v>
                </c:pt>
                <c:pt idx="1197">
                  <c:v>546.35</c:v>
                </c:pt>
                <c:pt idx="1198">
                  <c:v>558.79999999999995</c:v>
                </c:pt>
                <c:pt idx="1199">
                  <c:v>554.45000000000005</c:v>
                </c:pt>
                <c:pt idx="1200">
                  <c:v>553.75</c:v>
                </c:pt>
                <c:pt idx="1201">
                  <c:v>546.9</c:v>
                </c:pt>
                <c:pt idx="1202">
                  <c:v>535.1</c:v>
                </c:pt>
                <c:pt idx="1203">
                  <c:v>542.9</c:v>
                </c:pt>
                <c:pt idx="1204">
                  <c:v>546.29999999999995</c:v>
                </c:pt>
                <c:pt idx="1205">
                  <c:v>550.70000000000005</c:v>
                </c:pt>
                <c:pt idx="1206">
                  <c:v>559.85</c:v>
                </c:pt>
                <c:pt idx="1207">
                  <c:v>548.15</c:v>
                </c:pt>
                <c:pt idx="1208">
                  <c:v>539.20000000000005</c:v>
                </c:pt>
                <c:pt idx="1209">
                  <c:v>536.79999999999995</c:v>
                </c:pt>
                <c:pt idx="1210">
                  <c:v>551.75</c:v>
                </c:pt>
                <c:pt idx="1211">
                  <c:v>540.6</c:v>
                </c:pt>
                <c:pt idx="1212">
                  <c:v>538.6</c:v>
                </c:pt>
                <c:pt idx="1213">
                  <c:v>529.15</c:v>
                </c:pt>
                <c:pt idx="1214">
                  <c:v>529.85</c:v>
                </c:pt>
                <c:pt idx="1215">
                  <c:v>543.4</c:v>
                </c:pt>
                <c:pt idx="1216">
                  <c:v>543.70000000000005</c:v>
                </c:pt>
                <c:pt idx="1217">
                  <c:v>537.29999999999995</c:v>
                </c:pt>
                <c:pt idx="1218">
                  <c:v>540.35</c:v>
                </c:pt>
                <c:pt idx="1219">
                  <c:v>542.35</c:v>
                </c:pt>
                <c:pt idx="1220">
                  <c:v>540</c:v>
                </c:pt>
                <c:pt idx="1221">
                  <c:v>544.35</c:v>
                </c:pt>
                <c:pt idx="1222">
                  <c:v>545.9</c:v>
                </c:pt>
                <c:pt idx="1223">
                  <c:v>545.54999999999995</c:v>
                </c:pt>
                <c:pt idx="1224">
                  <c:v>544.85</c:v>
                </c:pt>
                <c:pt idx="1225">
                  <c:v>543.75</c:v>
                </c:pt>
                <c:pt idx="1226">
                  <c:v>545.75</c:v>
                </c:pt>
                <c:pt idx="1227">
                  <c:v>527.35</c:v>
                </c:pt>
                <c:pt idx="1228">
                  <c:v>532.54999999999995</c:v>
                </c:pt>
                <c:pt idx="1229">
                  <c:v>528.29999999999995</c:v>
                </c:pt>
                <c:pt idx="1230">
                  <c:v>515.15</c:v>
                </c:pt>
                <c:pt idx="1231">
                  <c:v>503.35</c:v>
                </c:pt>
                <c:pt idx="1232">
                  <c:v>509.8</c:v>
                </c:pt>
                <c:pt idx="1233">
                  <c:v>517.04999999999995</c:v>
                </c:pt>
                <c:pt idx="1234">
                  <c:v>527.5</c:v>
                </c:pt>
                <c:pt idx="1235">
                  <c:v>542</c:v>
                </c:pt>
                <c:pt idx="1236">
                  <c:v>543.70000000000005</c:v>
                </c:pt>
                <c:pt idx="1237">
                  <c:v>530.95000000000005</c:v>
                </c:pt>
                <c:pt idx="1238">
                  <c:v>517.04999999999995</c:v>
                </c:pt>
                <c:pt idx="1239">
                  <c:v>507.8</c:v>
                </c:pt>
                <c:pt idx="1240">
                  <c:v>512.20000000000005</c:v>
                </c:pt>
                <c:pt idx="1241">
                  <c:v>499.2</c:v>
                </c:pt>
                <c:pt idx="1242">
                  <c:v>502.35</c:v>
                </c:pt>
                <c:pt idx="1243">
                  <c:v>505.8</c:v>
                </c:pt>
                <c:pt idx="1244">
                  <c:v>495.1</c:v>
                </c:pt>
                <c:pt idx="1245">
                  <c:v>491.1</c:v>
                </c:pt>
                <c:pt idx="1246">
                  <c:v>480.55</c:v>
                </c:pt>
                <c:pt idx="1247">
                  <c:v>480.65</c:v>
                </c:pt>
                <c:pt idx="1248">
                  <c:v>485</c:v>
                </c:pt>
                <c:pt idx="1249">
                  <c:v>495.05</c:v>
                </c:pt>
                <c:pt idx="1250">
                  <c:v>506.3</c:v>
                </c:pt>
                <c:pt idx="1251">
                  <c:v>523.4</c:v>
                </c:pt>
                <c:pt idx="1252">
                  <c:v>516.95000000000005</c:v>
                </c:pt>
                <c:pt idx="1253">
                  <c:v>527.54999999999995</c:v>
                </c:pt>
                <c:pt idx="1254">
                  <c:v>531.5</c:v>
                </c:pt>
                <c:pt idx="1255">
                  <c:v>523.1</c:v>
                </c:pt>
                <c:pt idx="1256">
                  <c:v>533.70000000000005</c:v>
                </c:pt>
                <c:pt idx="1257">
                  <c:v>543.85</c:v>
                </c:pt>
                <c:pt idx="1258">
                  <c:v>531.25</c:v>
                </c:pt>
                <c:pt idx="1259">
                  <c:v>529.95000000000005</c:v>
                </c:pt>
                <c:pt idx="1260">
                  <c:v>526.20000000000005</c:v>
                </c:pt>
                <c:pt idx="1261">
                  <c:v>542.25</c:v>
                </c:pt>
                <c:pt idx="1262">
                  <c:v>534.15</c:v>
                </c:pt>
                <c:pt idx="1263">
                  <c:v>525.75</c:v>
                </c:pt>
                <c:pt idx="1264">
                  <c:v>518.20000000000005</c:v>
                </c:pt>
                <c:pt idx="1265">
                  <c:v>520.1</c:v>
                </c:pt>
                <c:pt idx="1266">
                  <c:v>513.9</c:v>
                </c:pt>
                <c:pt idx="1267">
                  <c:v>511.55</c:v>
                </c:pt>
                <c:pt idx="1268">
                  <c:v>510.85</c:v>
                </c:pt>
                <c:pt idx="1269">
                  <c:v>513.70000000000005</c:v>
                </c:pt>
                <c:pt idx="1270">
                  <c:v>511.5</c:v>
                </c:pt>
                <c:pt idx="1271">
                  <c:v>506.7</c:v>
                </c:pt>
                <c:pt idx="1272">
                  <c:v>501.6</c:v>
                </c:pt>
                <c:pt idx="1273">
                  <c:v>506.1</c:v>
                </c:pt>
                <c:pt idx="1274">
                  <c:v>522.25</c:v>
                </c:pt>
                <c:pt idx="1275">
                  <c:v>532.29999999999995</c:v>
                </c:pt>
                <c:pt idx="1276">
                  <c:v>542.95000000000005</c:v>
                </c:pt>
                <c:pt idx="1277">
                  <c:v>533.54999999999995</c:v>
                </c:pt>
                <c:pt idx="1278">
                  <c:v>540.95000000000005</c:v>
                </c:pt>
                <c:pt idx="1279">
                  <c:v>537.15</c:v>
                </c:pt>
                <c:pt idx="1280">
                  <c:v>530.35</c:v>
                </c:pt>
                <c:pt idx="1281">
                  <c:v>533.79999999999995</c:v>
                </c:pt>
                <c:pt idx="1282">
                  <c:v>537.15</c:v>
                </c:pt>
                <c:pt idx="1283">
                  <c:v>542.5</c:v>
                </c:pt>
                <c:pt idx="1284">
                  <c:v>547.4</c:v>
                </c:pt>
                <c:pt idx="1285">
                  <c:v>543.54999999999995</c:v>
                </c:pt>
                <c:pt idx="1286">
                  <c:v>539.20000000000005</c:v>
                </c:pt>
                <c:pt idx="1287">
                  <c:v>535.04999999999995</c:v>
                </c:pt>
                <c:pt idx="1288">
                  <c:v>535.85</c:v>
                </c:pt>
                <c:pt idx="1289">
                  <c:v>534.20000000000005</c:v>
                </c:pt>
                <c:pt idx="1290">
                  <c:v>534.5</c:v>
                </c:pt>
                <c:pt idx="1291">
                  <c:v>539.54999999999995</c:v>
                </c:pt>
                <c:pt idx="1292">
                  <c:v>548.29999999999995</c:v>
                </c:pt>
                <c:pt idx="1293">
                  <c:v>547</c:v>
                </c:pt>
                <c:pt idx="1294">
                  <c:v>540.15</c:v>
                </c:pt>
                <c:pt idx="1295">
                  <c:v>556.25</c:v>
                </c:pt>
                <c:pt idx="1296">
                  <c:v>547.54999999999995</c:v>
                </c:pt>
                <c:pt idx="1297">
                  <c:v>549.65</c:v>
                </c:pt>
                <c:pt idx="1298">
                  <c:v>558.6</c:v>
                </c:pt>
                <c:pt idx="1299">
                  <c:v>572.04999999999995</c:v>
                </c:pt>
                <c:pt idx="1300">
                  <c:v>586.9</c:v>
                </c:pt>
                <c:pt idx="1301">
                  <c:v>591.1</c:v>
                </c:pt>
                <c:pt idx="1302">
                  <c:v>587.85</c:v>
                </c:pt>
                <c:pt idx="1303">
                  <c:v>594</c:v>
                </c:pt>
                <c:pt idx="1304">
                  <c:v>587.95000000000005</c:v>
                </c:pt>
                <c:pt idx="1305">
                  <c:v>579</c:v>
                </c:pt>
                <c:pt idx="1306">
                  <c:v>570.85</c:v>
                </c:pt>
                <c:pt idx="1307">
                  <c:v>574.29999999999995</c:v>
                </c:pt>
                <c:pt idx="1308">
                  <c:v>562.5</c:v>
                </c:pt>
                <c:pt idx="1309">
                  <c:v>571.85</c:v>
                </c:pt>
                <c:pt idx="1310">
                  <c:v>559.70000000000005</c:v>
                </c:pt>
                <c:pt idx="1311">
                  <c:v>544.70000000000005</c:v>
                </c:pt>
                <c:pt idx="1312">
                  <c:v>552.75</c:v>
                </c:pt>
                <c:pt idx="1313">
                  <c:v>560</c:v>
                </c:pt>
                <c:pt idx="1314">
                  <c:v>566.1</c:v>
                </c:pt>
                <c:pt idx="1315">
                  <c:v>549.15</c:v>
                </c:pt>
                <c:pt idx="1316">
                  <c:v>543.15</c:v>
                </c:pt>
                <c:pt idx="1317">
                  <c:v>546.04999999999995</c:v>
                </c:pt>
                <c:pt idx="1318">
                  <c:v>564.6</c:v>
                </c:pt>
                <c:pt idx="1319">
                  <c:v>565.04999999999995</c:v>
                </c:pt>
                <c:pt idx="1320">
                  <c:v>556.04999999999995</c:v>
                </c:pt>
                <c:pt idx="1321">
                  <c:v>571.6</c:v>
                </c:pt>
                <c:pt idx="1322">
                  <c:v>565.45000000000005</c:v>
                </c:pt>
                <c:pt idx="1323">
                  <c:v>556.85</c:v>
                </c:pt>
                <c:pt idx="1324">
                  <c:v>547.35</c:v>
                </c:pt>
                <c:pt idx="1325">
                  <c:v>548.70000000000005</c:v>
                </c:pt>
                <c:pt idx="1326">
                  <c:v>545.54999999999995</c:v>
                </c:pt>
                <c:pt idx="1327">
                  <c:v>529.75</c:v>
                </c:pt>
                <c:pt idx="1328">
                  <c:v>518.54999999999995</c:v>
                </c:pt>
                <c:pt idx="1329">
                  <c:v>514</c:v>
                </c:pt>
                <c:pt idx="1330">
                  <c:v>530.04999999999995</c:v>
                </c:pt>
                <c:pt idx="1331">
                  <c:v>542.9</c:v>
                </c:pt>
                <c:pt idx="1332">
                  <c:v>547.5</c:v>
                </c:pt>
                <c:pt idx="1333">
                  <c:v>546.70000000000005</c:v>
                </c:pt>
                <c:pt idx="1334">
                  <c:v>547.15</c:v>
                </c:pt>
                <c:pt idx="1335">
                  <c:v>539</c:v>
                </c:pt>
                <c:pt idx="1336">
                  <c:v>543.85</c:v>
                </c:pt>
                <c:pt idx="1337">
                  <c:v>528.04999999999995</c:v>
                </c:pt>
                <c:pt idx="1338">
                  <c:v>533.85</c:v>
                </c:pt>
                <c:pt idx="1339">
                  <c:v>540.95000000000005</c:v>
                </c:pt>
                <c:pt idx="1340">
                  <c:v>541.35</c:v>
                </c:pt>
                <c:pt idx="1341">
                  <c:v>541.15</c:v>
                </c:pt>
                <c:pt idx="1342">
                  <c:v>549.1</c:v>
                </c:pt>
                <c:pt idx="1343">
                  <c:v>553.4</c:v>
                </c:pt>
                <c:pt idx="1344">
                  <c:v>544.25</c:v>
                </c:pt>
                <c:pt idx="1345">
                  <c:v>542.5</c:v>
                </c:pt>
                <c:pt idx="1346">
                  <c:v>539.04999999999995</c:v>
                </c:pt>
                <c:pt idx="1347">
                  <c:v>536.25</c:v>
                </c:pt>
                <c:pt idx="1348">
                  <c:v>540.25</c:v>
                </c:pt>
                <c:pt idx="1349">
                  <c:v>525.95000000000005</c:v>
                </c:pt>
                <c:pt idx="1350">
                  <c:v>529.6</c:v>
                </c:pt>
                <c:pt idx="1351">
                  <c:v>524.29999999999995</c:v>
                </c:pt>
                <c:pt idx="1352">
                  <c:v>520.45000000000005</c:v>
                </c:pt>
                <c:pt idx="1353">
                  <c:v>531.15</c:v>
                </c:pt>
                <c:pt idx="1354">
                  <c:v>531</c:v>
                </c:pt>
                <c:pt idx="1355">
                  <c:v>530.65</c:v>
                </c:pt>
                <c:pt idx="1356">
                  <c:v>530.4</c:v>
                </c:pt>
                <c:pt idx="1357">
                  <c:v>531.25</c:v>
                </c:pt>
                <c:pt idx="1358">
                  <c:v>526.79999999999995</c:v>
                </c:pt>
                <c:pt idx="1359">
                  <c:v>535</c:v>
                </c:pt>
                <c:pt idx="1360">
                  <c:v>541</c:v>
                </c:pt>
                <c:pt idx="1361">
                  <c:v>529.85</c:v>
                </c:pt>
                <c:pt idx="1362">
                  <c:v>553.15</c:v>
                </c:pt>
                <c:pt idx="1363">
                  <c:v>555.20000000000005</c:v>
                </c:pt>
                <c:pt idx="1364">
                  <c:v>552.29999999999995</c:v>
                </c:pt>
                <c:pt idx="1365">
                  <c:v>547.85</c:v>
                </c:pt>
                <c:pt idx="1366">
                  <c:v>558.45000000000005</c:v>
                </c:pt>
                <c:pt idx="1367">
                  <c:v>559.04999999999995</c:v>
                </c:pt>
                <c:pt idx="1368">
                  <c:v>566.54999999999995</c:v>
                </c:pt>
                <c:pt idx="1369">
                  <c:v>569.6</c:v>
                </c:pt>
                <c:pt idx="1370">
                  <c:v>574.04999999999995</c:v>
                </c:pt>
                <c:pt idx="1371">
                  <c:v>574.95000000000005</c:v>
                </c:pt>
                <c:pt idx="1372">
                  <c:v>590.25</c:v>
                </c:pt>
                <c:pt idx="1373">
                  <c:v>600.25</c:v>
                </c:pt>
                <c:pt idx="1374">
                  <c:v>630.5</c:v>
                </c:pt>
                <c:pt idx="1375">
                  <c:v>646.15</c:v>
                </c:pt>
                <c:pt idx="1376">
                  <c:v>654.54999999999995</c:v>
                </c:pt>
                <c:pt idx="1377">
                  <c:v>650.6</c:v>
                </c:pt>
                <c:pt idx="1378">
                  <c:v>654.65</c:v>
                </c:pt>
                <c:pt idx="1379">
                  <c:v>648.65</c:v>
                </c:pt>
                <c:pt idx="1380">
                  <c:v>629.54999999999995</c:v>
                </c:pt>
                <c:pt idx="1381">
                  <c:v>641.85</c:v>
                </c:pt>
                <c:pt idx="1382">
                  <c:v>642.54999999999995</c:v>
                </c:pt>
                <c:pt idx="1383">
                  <c:v>640.1</c:v>
                </c:pt>
                <c:pt idx="1384">
                  <c:v>644.4</c:v>
                </c:pt>
                <c:pt idx="1385">
                  <c:v>638.04999999999995</c:v>
                </c:pt>
                <c:pt idx="1386">
                  <c:v>645.20000000000005</c:v>
                </c:pt>
                <c:pt idx="1387">
                  <c:v>613.95000000000005</c:v>
                </c:pt>
                <c:pt idx="1388">
                  <c:v>620.29999999999995</c:v>
                </c:pt>
                <c:pt idx="1389">
                  <c:v>633.9</c:v>
                </c:pt>
                <c:pt idx="1390">
                  <c:v>638.29999999999995</c:v>
                </c:pt>
                <c:pt idx="1391">
                  <c:v>630.95000000000005</c:v>
                </c:pt>
                <c:pt idx="1392">
                  <c:v>641.5</c:v>
                </c:pt>
                <c:pt idx="1393">
                  <c:v>666.65</c:v>
                </c:pt>
                <c:pt idx="1394">
                  <c:v>661.8</c:v>
                </c:pt>
                <c:pt idx="1395">
                  <c:v>664.65</c:v>
                </c:pt>
                <c:pt idx="1396">
                  <c:v>679.1</c:v>
                </c:pt>
                <c:pt idx="1397">
                  <c:v>678.25</c:v>
                </c:pt>
                <c:pt idx="1398">
                  <c:v>689.55</c:v>
                </c:pt>
                <c:pt idx="1399">
                  <c:v>687.55</c:v>
                </c:pt>
                <c:pt idx="1400">
                  <c:v>691.15</c:v>
                </c:pt>
                <c:pt idx="1401">
                  <c:v>698.85</c:v>
                </c:pt>
                <c:pt idx="1402">
                  <c:v>703.35</c:v>
                </c:pt>
                <c:pt idx="1403">
                  <c:v>707.75</c:v>
                </c:pt>
                <c:pt idx="1404">
                  <c:v>741.45</c:v>
                </c:pt>
                <c:pt idx="1405">
                  <c:v>714.5</c:v>
                </c:pt>
                <c:pt idx="1406">
                  <c:v>729.2</c:v>
                </c:pt>
                <c:pt idx="1407">
                  <c:v>725.75</c:v>
                </c:pt>
                <c:pt idx="1408">
                  <c:v>711.3</c:v>
                </c:pt>
                <c:pt idx="1409">
                  <c:v>707.65</c:v>
                </c:pt>
                <c:pt idx="1410">
                  <c:v>719.45</c:v>
                </c:pt>
                <c:pt idx="1411">
                  <c:v>717.6</c:v>
                </c:pt>
                <c:pt idx="1412">
                  <c:v>704.2</c:v>
                </c:pt>
                <c:pt idx="1413">
                  <c:v>699.8</c:v>
                </c:pt>
                <c:pt idx="1414">
                  <c:v>714.95</c:v>
                </c:pt>
                <c:pt idx="1415">
                  <c:v>708.35</c:v>
                </c:pt>
                <c:pt idx="1416">
                  <c:v>705.75</c:v>
                </c:pt>
                <c:pt idx="1417">
                  <c:v>699.3</c:v>
                </c:pt>
                <c:pt idx="1418">
                  <c:v>685.15</c:v>
                </c:pt>
                <c:pt idx="1419">
                  <c:v>694.85</c:v>
                </c:pt>
                <c:pt idx="1420">
                  <c:v>696.35</c:v>
                </c:pt>
                <c:pt idx="1421">
                  <c:v>698.75</c:v>
                </c:pt>
                <c:pt idx="1422">
                  <c:v>700.35</c:v>
                </c:pt>
                <c:pt idx="1423">
                  <c:v>707.6</c:v>
                </c:pt>
                <c:pt idx="1424">
                  <c:v>719.4</c:v>
                </c:pt>
                <c:pt idx="1425">
                  <c:v>726.7</c:v>
                </c:pt>
                <c:pt idx="1426">
                  <c:v>730.5</c:v>
                </c:pt>
                <c:pt idx="1427">
                  <c:v>730.35</c:v>
                </c:pt>
                <c:pt idx="1428">
                  <c:v>728.9</c:v>
                </c:pt>
                <c:pt idx="1429">
                  <c:v>738.65</c:v>
                </c:pt>
                <c:pt idx="1430">
                  <c:v>741.65</c:v>
                </c:pt>
                <c:pt idx="1431">
                  <c:v>752.5</c:v>
                </c:pt>
                <c:pt idx="1432">
                  <c:v>752.3</c:v>
                </c:pt>
                <c:pt idx="1433">
                  <c:v>740.95</c:v>
                </c:pt>
                <c:pt idx="1434">
                  <c:v>760.8</c:v>
                </c:pt>
                <c:pt idx="1435">
                  <c:v>764.05</c:v>
                </c:pt>
                <c:pt idx="1436">
                  <c:v>764.2</c:v>
                </c:pt>
                <c:pt idx="1437">
                  <c:v>777.95</c:v>
                </c:pt>
                <c:pt idx="1438">
                  <c:v>782.25</c:v>
                </c:pt>
                <c:pt idx="1439">
                  <c:v>754.45</c:v>
                </c:pt>
                <c:pt idx="1440">
                  <c:v>747.75</c:v>
                </c:pt>
                <c:pt idx="1441">
                  <c:v>780.25</c:v>
                </c:pt>
                <c:pt idx="1442">
                  <c:v>788</c:v>
                </c:pt>
                <c:pt idx="1443">
                  <c:v>800.45</c:v>
                </c:pt>
                <c:pt idx="1444">
                  <c:v>808.3</c:v>
                </c:pt>
                <c:pt idx="1445">
                  <c:v>793.55</c:v>
                </c:pt>
                <c:pt idx="1446">
                  <c:v>794.25</c:v>
                </c:pt>
                <c:pt idx="1447">
                  <c:v>806.65</c:v>
                </c:pt>
                <c:pt idx="1448">
                  <c:v>802.05</c:v>
                </c:pt>
                <c:pt idx="1449">
                  <c:v>790.85</c:v>
                </c:pt>
                <c:pt idx="1450">
                  <c:v>788.4</c:v>
                </c:pt>
                <c:pt idx="1451">
                  <c:v>782.95</c:v>
                </c:pt>
                <c:pt idx="1452">
                  <c:v>788.8</c:v>
                </c:pt>
                <c:pt idx="1453">
                  <c:v>775.25</c:v>
                </c:pt>
                <c:pt idx="1454">
                  <c:v>763.85</c:v>
                </c:pt>
                <c:pt idx="1455">
                  <c:v>771</c:v>
                </c:pt>
                <c:pt idx="1456">
                  <c:v>756.45</c:v>
                </c:pt>
                <c:pt idx="1457">
                  <c:v>747.3</c:v>
                </c:pt>
                <c:pt idx="1458">
                  <c:v>748.15</c:v>
                </c:pt>
                <c:pt idx="1459">
                  <c:v>771.2</c:v>
                </c:pt>
                <c:pt idx="1460">
                  <c:v>757.1</c:v>
                </c:pt>
                <c:pt idx="1461">
                  <c:v>767.6</c:v>
                </c:pt>
                <c:pt idx="1462">
                  <c:v>763.55</c:v>
                </c:pt>
                <c:pt idx="1463">
                  <c:v>750.3</c:v>
                </c:pt>
                <c:pt idx="1464">
                  <c:v>741.6</c:v>
                </c:pt>
                <c:pt idx="1465">
                  <c:v>762.5</c:v>
                </c:pt>
                <c:pt idx="1466">
                  <c:v>766.2</c:v>
                </c:pt>
                <c:pt idx="1467">
                  <c:v>777.7</c:v>
                </c:pt>
                <c:pt idx="1468">
                  <c:v>788</c:v>
                </c:pt>
                <c:pt idx="1469">
                  <c:v>790.45</c:v>
                </c:pt>
                <c:pt idx="1470">
                  <c:v>791.15</c:v>
                </c:pt>
                <c:pt idx="1471">
                  <c:v>785.7</c:v>
                </c:pt>
                <c:pt idx="1472">
                  <c:v>795.4</c:v>
                </c:pt>
                <c:pt idx="1473">
                  <c:v>798.45</c:v>
                </c:pt>
                <c:pt idx="1474">
                  <c:v>817.45</c:v>
                </c:pt>
                <c:pt idx="1475">
                  <c:v>829.3</c:v>
                </c:pt>
                <c:pt idx="1476">
                  <c:v>826.15</c:v>
                </c:pt>
                <c:pt idx="1477">
                  <c:v>829.05</c:v>
                </c:pt>
                <c:pt idx="1478">
                  <c:v>819.3</c:v>
                </c:pt>
                <c:pt idx="1479">
                  <c:v>832</c:v>
                </c:pt>
                <c:pt idx="1480">
                  <c:v>844.1</c:v>
                </c:pt>
                <c:pt idx="1481">
                  <c:v>842.65</c:v>
                </c:pt>
                <c:pt idx="1482">
                  <c:v>845.9</c:v>
                </c:pt>
                <c:pt idx="1483">
                  <c:v>847.9</c:v>
                </c:pt>
                <c:pt idx="1484">
                  <c:v>848.15</c:v>
                </c:pt>
                <c:pt idx="1485">
                  <c:v>832.7</c:v>
                </c:pt>
                <c:pt idx="1486">
                  <c:v>839.55</c:v>
                </c:pt>
                <c:pt idx="1487">
                  <c:v>839.4</c:v>
                </c:pt>
                <c:pt idx="1488">
                  <c:v>840.25</c:v>
                </c:pt>
                <c:pt idx="1489">
                  <c:v>836.75</c:v>
                </c:pt>
                <c:pt idx="1490">
                  <c:v>843.45</c:v>
                </c:pt>
                <c:pt idx="1491">
                  <c:v>846.15</c:v>
                </c:pt>
                <c:pt idx="1492">
                  <c:v>863.35</c:v>
                </c:pt>
                <c:pt idx="1493">
                  <c:v>863.2</c:v>
                </c:pt>
                <c:pt idx="1494">
                  <c:v>871.6</c:v>
                </c:pt>
                <c:pt idx="1495">
                  <c:v>861.95</c:v>
                </c:pt>
                <c:pt idx="1496">
                  <c:v>845.25</c:v>
                </c:pt>
                <c:pt idx="1497">
                  <c:v>849.35</c:v>
                </c:pt>
                <c:pt idx="1498">
                  <c:v>857.15</c:v>
                </c:pt>
                <c:pt idx="1499">
                  <c:v>854.55</c:v>
                </c:pt>
                <c:pt idx="1500">
                  <c:v>860.15</c:v>
                </c:pt>
                <c:pt idx="1501">
                  <c:v>855.95</c:v>
                </c:pt>
                <c:pt idx="1502">
                  <c:v>842.9</c:v>
                </c:pt>
                <c:pt idx="1503">
                  <c:v>832.7</c:v>
                </c:pt>
                <c:pt idx="1504">
                  <c:v>866.9</c:v>
                </c:pt>
                <c:pt idx="1505">
                  <c:v>872.5</c:v>
                </c:pt>
                <c:pt idx="1506">
                  <c:v>891.1</c:v>
                </c:pt>
                <c:pt idx="1507">
                  <c:v>889.3</c:v>
                </c:pt>
                <c:pt idx="1508">
                  <c:v>897.85</c:v>
                </c:pt>
                <c:pt idx="1509">
                  <c:v>920</c:v>
                </c:pt>
                <c:pt idx="1510">
                  <c:v>929.85</c:v>
                </c:pt>
                <c:pt idx="1511">
                  <c:v>921.7</c:v>
                </c:pt>
                <c:pt idx="1512">
                  <c:v>920.7</c:v>
                </c:pt>
                <c:pt idx="1513">
                  <c:v>910.15</c:v>
                </c:pt>
                <c:pt idx="1514">
                  <c:v>894.1</c:v>
                </c:pt>
                <c:pt idx="1515">
                  <c:v>886.85</c:v>
                </c:pt>
                <c:pt idx="1516">
                  <c:v>885.15</c:v>
                </c:pt>
                <c:pt idx="1517">
                  <c:v>872.95</c:v>
                </c:pt>
                <c:pt idx="1518">
                  <c:v>928.5</c:v>
                </c:pt>
                <c:pt idx="1519">
                  <c:v>693.7</c:v>
                </c:pt>
                <c:pt idx="1520">
                  <c:v>704.5</c:v>
                </c:pt>
                <c:pt idx="1521">
                  <c:v>704.2</c:v>
                </c:pt>
                <c:pt idx="1522">
                  <c:v>702.35</c:v>
                </c:pt>
                <c:pt idx="1523">
                  <c:v>693.45</c:v>
                </c:pt>
                <c:pt idx="1524">
                  <c:v>688.4</c:v>
                </c:pt>
                <c:pt idx="1525">
                  <c:v>698.65</c:v>
                </c:pt>
                <c:pt idx="1526">
                  <c:v>711.05</c:v>
                </c:pt>
                <c:pt idx="1527">
                  <c:v>713.9</c:v>
                </c:pt>
                <c:pt idx="1528">
                  <c:v>704.8</c:v>
                </c:pt>
                <c:pt idx="1529">
                  <c:v>708.65</c:v>
                </c:pt>
                <c:pt idx="1530">
                  <c:v>696.6</c:v>
                </c:pt>
                <c:pt idx="1531">
                  <c:v>720.35</c:v>
                </c:pt>
                <c:pt idx="1532">
                  <c:v>720.55</c:v>
                </c:pt>
                <c:pt idx="1533">
                  <c:v>716.5</c:v>
                </c:pt>
                <c:pt idx="1534">
                  <c:v>719.6</c:v>
                </c:pt>
                <c:pt idx="1535">
                  <c:v>716.8</c:v>
                </c:pt>
                <c:pt idx="1536">
                  <c:v>714.2</c:v>
                </c:pt>
                <c:pt idx="1537">
                  <c:v>701.8</c:v>
                </c:pt>
                <c:pt idx="1538">
                  <c:v>697.05</c:v>
                </c:pt>
                <c:pt idx="1539">
                  <c:v>693.15</c:v>
                </c:pt>
                <c:pt idx="1540">
                  <c:v>702.05</c:v>
                </c:pt>
                <c:pt idx="1541">
                  <c:v>697.75</c:v>
                </c:pt>
                <c:pt idx="1542">
                  <c:v>703.95</c:v>
                </c:pt>
                <c:pt idx="1543">
                  <c:v>700.35</c:v>
                </c:pt>
                <c:pt idx="1544">
                  <c:v>702.85</c:v>
                </c:pt>
                <c:pt idx="1545">
                  <c:v>700.1</c:v>
                </c:pt>
                <c:pt idx="1546">
                  <c:v>708.85</c:v>
                </c:pt>
                <c:pt idx="1547">
                  <c:v>708.25</c:v>
                </c:pt>
                <c:pt idx="1548">
                  <c:v>713.15</c:v>
                </c:pt>
                <c:pt idx="1549">
                  <c:v>715.75</c:v>
                </c:pt>
                <c:pt idx="1550">
                  <c:v>732.2</c:v>
                </c:pt>
                <c:pt idx="1551">
                  <c:v>732.5</c:v>
                </c:pt>
                <c:pt idx="1552">
                  <c:v>719.9</c:v>
                </c:pt>
                <c:pt idx="1553">
                  <c:v>726.75</c:v>
                </c:pt>
                <c:pt idx="1554">
                  <c:v>731.45</c:v>
                </c:pt>
                <c:pt idx="1555">
                  <c:v>735.35</c:v>
                </c:pt>
                <c:pt idx="1556">
                  <c:v>742.5</c:v>
                </c:pt>
                <c:pt idx="1557">
                  <c:v>768.5</c:v>
                </c:pt>
                <c:pt idx="1558">
                  <c:v>775.05</c:v>
                </c:pt>
                <c:pt idx="1559">
                  <c:v>778.05</c:v>
                </c:pt>
                <c:pt idx="1560">
                  <c:v>780.45</c:v>
                </c:pt>
                <c:pt idx="1561">
                  <c:v>772.5</c:v>
                </c:pt>
                <c:pt idx="1562">
                  <c:v>777.35</c:v>
                </c:pt>
                <c:pt idx="1563">
                  <c:v>782.2</c:v>
                </c:pt>
                <c:pt idx="1564">
                  <c:v>794.35</c:v>
                </c:pt>
                <c:pt idx="1565">
                  <c:v>790.85</c:v>
                </c:pt>
                <c:pt idx="1566">
                  <c:v>793.75</c:v>
                </c:pt>
                <c:pt idx="1567">
                  <c:v>795.7</c:v>
                </c:pt>
                <c:pt idx="1568">
                  <c:v>795.35</c:v>
                </c:pt>
                <c:pt idx="1569">
                  <c:v>828.8</c:v>
                </c:pt>
                <c:pt idx="1570">
                  <c:v>836.75</c:v>
                </c:pt>
                <c:pt idx="1571">
                  <c:v>840.5</c:v>
                </c:pt>
                <c:pt idx="1572">
                  <c:v>833.45</c:v>
                </c:pt>
                <c:pt idx="1573">
                  <c:v>836.25</c:v>
                </c:pt>
                <c:pt idx="1574">
                  <c:v>828.75</c:v>
                </c:pt>
                <c:pt idx="1575">
                  <c:v>846.5</c:v>
                </c:pt>
                <c:pt idx="1576">
                  <c:v>851.45</c:v>
                </c:pt>
                <c:pt idx="1577">
                  <c:v>891.3</c:v>
                </c:pt>
                <c:pt idx="1578">
                  <c:v>921.8</c:v>
                </c:pt>
                <c:pt idx="1579">
                  <c:v>992.55</c:v>
                </c:pt>
                <c:pt idx="1580">
                  <c:v>974.95</c:v>
                </c:pt>
                <c:pt idx="1581">
                  <c:v>977.2</c:v>
                </c:pt>
                <c:pt idx="1582">
                  <c:v>955.1</c:v>
                </c:pt>
                <c:pt idx="1583">
                  <c:v>978.65</c:v>
                </c:pt>
                <c:pt idx="1584">
                  <c:v>997.95</c:v>
                </c:pt>
                <c:pt idx="1585">
                  <c:v>1008.9</c:v>
                </c:pt>
                <c:pt idx="1586">
                  <c:v>1022.95</c:v>
                </c:pt>
                <c:pt idx="1587">
                  <c:v>1031.1500000000001</c:v>
                </c:pt>
                <c:pt idx="1588">
                  <c:v>1035.55</c:v>
                </c:pt>
                <c:pt idx="1589">
                  <c:v>1080.2</c:v>
                </c:pt>
                <c:pt idx="1590">
                  <c:v>1099.25</c:v>
                </c:pt>
                <c:pt idx="1591">
                  <c:v>1155</c:v>
                </c:pt>
                <c:pt idx="1592">
                  <c:v>1154.0999999999999</c:v>
                </c:pt>
                <c:pt idx="1593">
                  <c:v>1169.8</c:v>
                </c:pt>
                <c:pt idx="1594">
                  <c:v>1110.25</c:v>
                </c:pt>
                <c:pt idx="1595">
                  <c:v>1066.8499999999999</c:v>
                </c:pt>
                <c:pt idx="1596">
                  <c:v>1021.65</c:v>
                </c:pt>
                <c:pt idx="1597">
                  <c:v>1043.7</c:v>
                </c:pt>
                <c:pt idx="1598">
                  <c:v>1086.2</c:v>
                </c:pt>
                <c:pt idx="1599">
                  <c:v>1004.8</c:v>
                </c:pt>
                <c:pt idx="1600">
                  <c:v>978.1</c:v>
                </c:pt>
                <c:pt idx="1601">
                  <c:v>929.4</c:v>
                </c:pt>
                <c:pt idx="1602">
                  <c:v>967.1</c:v>
                </c:pt>
                <c:pt idx="1603">
                  <c:v>938.55</c:v>
                </c:pt>
                <c:pt idx="1604">
                  <c:v>950</c:v>
                </c:pt>
                <c:pt idx="1605">
                  <c:v>958.5</c:v>
                </c:pt>
                <c:pt idx="1606">
                  <c:v>955.95</c:v>
                </c:pt>
                <c:pt idx="1607">
                  <c:v>954.95</c:v>
                </c:pt>
                <c:pt idx="1608">
                  <c:v>954.15</c:v>
                </c:pt>
                <c:pt idx="1609">
                  <c:v>925.35</c:v>
                </c:pt>
                <c:pt idx="1610">
                  <c:v>958.1</c:v>
                </c:pt>
                <c:pt idx="1611">
                  <c:v>925.35</c:v>
                </c:pt>
                <c:pt idx="1612">
                  <c:v>906.5</c:v>
                </c:pt>
                <c:pt idx="1613">
                  <c:v>893</c:v>
                </c:pt>
                <c:pt idx="1614">
                  <c:v>825.7</c:v>
                </c:pt>
                <c:pt idx="1615">
                  <c:v>922.75</c:v>
                </c:pt>
                <c:pt idx="1616">
                  <c:v>901.05</c:v>
                </c:pt>
                <c:pt idx="1617">
                  <c:v>858.65</c:v>
                </c:pt>
                <c:pt idx="1618">
                  <c:v>858.45</c:v>
                </c:pt>
                <c:pt idx="1619">
                  <c:v>895.35</c:v>
                </c:pt>
                <c:pt idx="1620">
                  <c:v>921.6</c:v>
                </c:pt>
                <c:pt idx="1621">
                  <c:v>933.7</c:v>
                </c:pt>
                <c:pt idx="1622">
                  <c:v>925</c:v>
                </c:pt>
                <c:pt idx="1623">
                  <c:v>964.15</c:v>
                </c:pt>
                <c:pt idx="1624">
                  <c:v>975.1</c:v>
                </c:pt>
                <c:pt idx="1625">
                  <c:v>1011.9</c:v>
                </c:pt>
                <c:pt idx="1626">
                  <c:v>1007.2</c:v>
                </c:pt>
                <c:pt idx="1627">
                  <c:v>981.2</c:v>
                </c:pt>
                <c:pt idx="1628">
                  <c:v>985.75</c:v>
                </c:pt>
                <c:pt idx="1629">
                  <c:v>1000.95</c:v>
                </c:pt>
                <c:pt idx="1630">
                  <c:v>1008.35</c:v>
                </c:pt>
                <c:pt idx="1631">
                  <c:v>1059.8499999999999</c:v>
                </c:pt>
                <c:pt idx="1632">
                  <c:v>1071.0999999999999</c:v>
                </c:pt>
                <c:pt idx="1633">
                  <c:v>1074.7</c:v>
                </c:pt>
                <c:pt idx="1634">
                  <c:v>1094.1500000000001</c:v>
                </c:pt>
                <c:pt idx="1635">
                  <c:v>1083.25</c:v>
                </c:pt>
                <c:pt idx="1636">
                  <c:v>1031.5999999999999</c:v>
                </c:pt>
                <c:pt idx="1637">
                  <c:v>1043.3</c:v>
                </c:pt>
                <c:pt idx="1638">
                  <c:v>1049.2</c:v>
                </c:pt>
                <c:pt idx="1639">
                  <c:v>1098.05</c:v>
                </c:pt>
                <c:pt idx="1640">
                  <c:v>1075.45</c:v>
                </c:pt>
                <c:pt idx="1641">
                  <c:v>1069.0999999999999</c:v>
                </c:pt>
                <c:pt idx="1642">
                  <c:v>1031.4000000000001</c:v>
                </c:pt>
                <c:pt idx="1643">
                  <c:v>1004.4</c:v>
                </c:pt>
                <c:pt idx="1644">
                  <c:v>983.05</c:v>
                </c:pt>
                <c:pt idx="1645">
                  <c:v>995.4</c:v>
                </c:pt>
                <c:pt idx="1646">
                  <c:v>967.55</c:v>
                </c:pt>
                <c:pt idx="1647">
                  <c:v>971.5</c:v>
                </c:pt>
                <c:pt idx="1648">
                  <c:v>987.8</c:v>
                </c:pt>
                <c:pt idx="1649">
                  <c:v>999.9</c:v>
                </c:pt>
                <c:pt idx="1650">
                  <c:v>1000.1</c:v>
                </c:pt>
                <c:pt idx="1651">
                  <c:v>979.05</c:v>
                </c:pt>
                <c:pt idx="1652">
                  <c:v>978.8</c:v>
                </c:pt>
                <c:pt idx="1653">
                  <c:v>981.6</c:v>
                </c:pt>
                <c:pt idx="1654">
                  <c:v>990.9</c:v>
                </c:pt>
                <c:pt idx="1655">
                  <c:v>988</c:v>
                </c:pt>
                <c:pt idx="1656">
                  <c:v>967.8</c:v>
                </c:pt>
                <c:pt idx="1657">
                  <c:v>954.95</c:v>
                </c:pt>
                <c:pt idx="1658">
                  <c:v>977.15</c:v>
                </c:pt>
                <c:pt idx="1659">
                  <c:v>988</c:v>
                </c:pt>
                <c:pt idx="1660">
                  <c:v>978.95</c:v>
                </c:pt>
                <c:pt idx="1661">
                  <c:v>1011</c:v>
                </c:pt>
                <c:pt idx="1662">
                  <c:v>1029.25</c:v>
                </c:pt>
                <c:pt idx="1663">
                  <c:v>1046.5</c:v>
                </c:pt>
                <c:pt idx="1664">
                  <c:v>1066.0999999999999</c:v>
                </c:pt>
                <c:pt idx="1665">
                  <c:v>1055.9000000000001</c:v>
                </c:pt>
                <c:pt idx="1666">
                  <c:v>1067.5999999999999</c:v>
                </c:pt>
                <c:pt idx="1667">
                  <c:v>1064.8</c:v>
                </c:pt>
                <c:pt idx="1668">
                  <c:v>1061.9000000000001</c:v>
                </c:pt>
                <c:pt idx="1669">
                  <c:v>1106.8499999999999</c:v>
                </c:pt>
                <c:pt idx="1670">
                  <c:v>1110.6500000000001</c:v>
                </c:pt>
                <c:pt idx="1671">
                  <c:v>1122.0999999999999</c:v>
                </c:pt>
                <c:pt idx="1672">
                  <c:v>1118.8499999999999</c:v>
                </c:pt>
                <c:pt idx="1673">
                  <c:v>1128.8</c:v>
                </c:pt>
                <c:pt idx="1674">
                  <c:v>1117.3499999999999</c:v>
                </c:pt>
                <c:pt idx="1675">
                  <c:v>1122.5</c:v>
                </c:pt>
                <c:pt idx="1676">
                  <c:v>1131.5999999999999</c:v>
                </c:pt>
                <c:pt idx="1677">
                  <c:v>1125.95</c:v>
                </c:pt>
                <c:pt idx="1678">
                  <c:v>1137.5</c:v>
                </c:pt>
                <c:pt idx="1679">
                  <c:v>1125.7</c:v>
                </c:pt>
                <c:pt idx="1680">
                  <c:v>1130.8</c:v>
                </c:pt>
                <c:pt idx="1681">
                  <c:v>1087.7</c:v>
                </c:pt>
                <c:pt idx="1682">
                  <c:v>1106.8499999999999</c:v>
                </c:pt>
                <c:pt idx="1683">
                  <c:v>1116.1500000000001</c:v>
                </c:pt>
                <c:pt idx="1684">
                  <c:v>1126.3499999999999</c:v>
                </c:pt>
                <c:pt idx="1685">
                  <c:v>1140.5999999999999</c:v>
                </c:pt>
                <c:pt idx="1686">
                  <c:v>1133.45</c:v>
                </c:pt>
                <c:pt idx="1687">
                  <c:v>1117.8499999999999</c:v>
                </c:pt>
                <c:pt idx="1688">
                  <c:v>1128.1500000000001</c:v>
                </c:pt>
                <c:pt idx="1689">
                  <c:v>1138.9000000000001</c:v>
                </c:pt>
                <c:pt idx="1690">
                  <c:v>1156</c:v>
                </c:pt>
                <c:pt idx="1691">
                  <c:v>1163.0999999999999</c:v>
                </c:pt>
                <c:pt idx="1692">
                  <c:v>1179.0999999999999</c:v>
                </c:pt>
                <c:pt idx="1693">
                  <c:v>1174.05</c:v>
                </c:pt>
                <c:pt idx="1694">
                  <c:v>1168</c:v>
                </c:pt>
                <c:pt idx="1695">
                  <c:v>1171.75</c:v>
                </c:pt>
                <c:pt idx="1696">
                  <c:v>1161.8</c:v>
                </c:pt>
                <c:pt idx="1697">
                  <c:v>1149.05</c:v>
                </c:pt>
                <c:pt idx="1698">
                  <c:v>1154.9000000000001</c:v>
                </c:pt>
                <c:pt idx="1699">
                  <c:v>1162.8499999999999</c:v>
                </c:pt>
                <c:pt idx="1700">
                  <c:v>1153.45</c:v>
                </c:pt>
                <c:pt idx="1701">
                  <c:v>1150.9000000000001</c:v>
                </c:pt>
                <c:pt idx="1702">
                  <c:v>1143.3</c:v>
                </c:pt>
                <c:pt idx="1703">
                  <c:v>1168.75</c:v>
                </c:pt>
                <c:pt idx="1704">
                  <c:v>1190.7</c:v>
                </c:pt>
                <c:pt idx="1705">
                  <c:v>1213.4000000000001</c:v>
                </c:pt>
                <c:pt idx="1706">
                  <c:v>1215.2</c:v>
                </c:pt>
                <c:pt idx="1707">
                  <c:v>1208.5</c:v>
                </c:pt>
                <c:pt idx="1708">
                  <c:v>1197.0999999999999</c:v>
                </c:pt>
                <c:pt idx="1709">
                  <c:v>1203.55</c:v>
                </c:pt>
                <c:pt idx="1710">
                  <c:v>1201.2</c:v>
                </c:pt>
                <c:pt idx="1711">
                  <c:v>1193.8499999999999</c:v>
                </c:pt>
                <c:pt idx="1712">
                  <c:v>1174.95</c:v>
                </c:pt>
                <c:pt idx="1713">
                  <c:v>1222.7</c:v>
                </c:pt>
                <c:pt idx="1714">
                  <c:v>1236.1500000000001</c:v>
                </c:pt>
                <c:pt idx="1715">
                  <c:v>1226</c:v>
                </c:pt>
                <c:pt idx="1716">
                  <c:v>1264.4000000000001</c:v>
                </c:pt>
                <c:pt idx="1717">
                  <c:v>1283.3499999999999</c:v>
                </c:pt>
                <c:pt idx="1718">
                  <c:v>1287.7</c:v>
                </c:pt>
                <c:pt idx="1719">
                  <c:v>1304.5</c:v>
                </c:pt>
                <c:pt idx="1720">
                  <c:v>1291.3</c:v>
                </c:pt>
                <c:pt idx="1721">
                  <c:v>1252.25</c:v>
                </c:pt>
                <c:pt idx="1722">
                  <c:v>1260.5999999999999</c:v>
                </c:pt>
                <c:pt idx="1723">
                  <c:v>1285.3</c:v>
                </c:pt>
                <c:pt idx="1724">
                  <c:v>1285.4000000000001</c:v>
                </c:pt>
                <c:pt idx="1725">
                  <c:v>1279.4000000000001</c:v>
                </c:pt>
                <c:pt idx="1726">
                  <c:v>1262.6500000000001</c:v>
                </c:pt>
                <c:pt idx="1727">
                  <c:v>1265.75</c:v>
                </c:pt>
                <c:pt idx="1728">
                  <c:v>1259.25</c:v>
                </c:pt>
                <c:pt idx="1729">
                  <c:v>1259</c:v>
                </c:pt>
                <c:pt idx="1730">
                  <c:v>1274.05</c:v>
                </c:pt>
                <c:pt idx="1731">
                  <c:v>1278.1500000000001</c:v>
                </c:pt>
                <c:pt idx="1732">
                  <c:v>1271.95</c:v>
                </c:pt>
                <c:pt idx="1733">
                  <c:v>1262.3499999999999</c:v>
                </c:pt>
                <c:pt idx="1734">
                  <c:v>1252.8499999999999</c:v>
                </c:pt>
                <c:pt idx="1735">
                  <c:v>1250.7</c:v>
                </c:pt>
                <c:pt idx="1736">
                  <c:v>1249.3</c:v>
                </c:pt>
                <c:pt idx="1737">
                  <c:v>1244.45</c:v>
                </c:pt>
                <c:pt idx="1738">
                  <c:v>1261.05</c:v>
                </c:pt>
                <c:pt idx="1739">
                  <c:v>1259.9000000000001</c:v>
                </c:pt>
                <c:pt idx="1740">
                  <c:v>1279.55</c:v>
                </c:pt>
                <c:pt idx="1741">
                  <c:v>1281.3499999999999</c:v>
                </c:pt>
                <c:pt idx="1742">
                  <c:v>1301</c:v>
                </c:pt>
                <c:pt idx="1743">
                  <c:v>1269.1500000000001</c:v>
                </c:pt>
                <c:pt idx="1744">
                  <c:v>1240</c:v>
                </c:pt>
                <c:pt idx="1745">
                  <c:v>1205.4000000000001</c:v>
                </c:pt>
                <c:pt idx="1746">
                  <c:v>1238.4000000000001</c:v>
                </c:pt>
                <c:pt idx="1747">
                  <c:v>1259.45</c:v>
                </c:pt>
                <c:pt idx="1748">
                  <c:v>1253.7</c:v>
                </c:pt>
                <c:pt idx="1749">
                  <c:v>1289.0999999999999</c:v>
                </c:pt>
                <c:pt idx="1750">
                  <c:v>1253.55</c:v>
                </c:pt>
                <c:pt idx="1751">
                  <c:v>1248.9000000000001</c:v>
                </c:pt>
                <c:pt idx="1752">
                  <c:v>1261.45</c:v>
                </c:pt>
                <c:pt idx="1753">
                  <c:v>1272.55</c:v>
                </c:pt>
                <c:pt idx="1754">
                  <c:v>1277</c:v>
                </c:pt>
                <c:pt idx="1755">
                  <c:v>1293.3499999999999</c:v>
                </c:pt>
                <c:pt idx="1756">
                  <c:v>1274.7</c:v>
                </c:pt>
                <c:pt idx="1757">
                  <c:v>1270.1500000000001</c:v>
                </c:pt>
                <c:pt idx="1758">
                  <c:v>1280.9000000000001</c:v>
                </c:pt>
                <c:pt idx="1759">
                  <c:v>1284.55</c:v>
                </c:pt>
                <c:pt idx="1760">
                  <c:v>1280.5</c:v>
                </c:pt>
                <c:pt idx="1761">
                  <c:v>1288.1500000000001</c:v>
                </c:pt>
                <c:pt idx="1762">
                  <c:v>1276.8499999999999</c:v>
                </c:pt>
                <c:pt idx="1763">
                  <c:v>1278.3</c:v>
                </c:pt>
                <c:pt idx="1764">
                  <c:v>1273.1500000000001</c:v>
                </c:pt>
                <c:pt idx="1765">
                  <c:v>1296.5</c:v>
                </c:pt>
                <c:pt idx="1766">
                  <c:v>1339.5</c:v>
                </c:pt>
                <c:pt idx="1767">
                  <c:v>1364.95</c:v>
                </c:pt>
                <c:pt idx="1768">
                  <c:v>1346.95</c:v>
                </c:pt>
                <c:pt idx="1769">
                  <c:v>1349.85</c:v>
                </c:pt>
                <c:pt idx="1770">
                  <c:v>1367.4</c:v>
                </c:pt>
                <c:pt idx="1771">
                  <c:v>1382.75</c:v>
                </c:pt>
                <c:pt idx="1772">
                  <c:v>1373.85</c:v>
                </c:pt>
                <c:pt idx="1773">
                  <c:v>1360.55</c:v>
                </c:pt>
                <c:pt idx="1774">
                  <c:v>1369.5</c:v>
                </c:pt>
                <c:pt idx="1775">
                  <c:v>1370.6</c:v>
                </c:pt>
                <c:pt idx="1776">
                  <c:v>1382.3</c:v>
                </c:pt>
                <c:pt idx="1777">
                  <c:v>1366.45</c:v>
                </c:pt>
                <c:pt idx="1778">
                  <c:v>1377.6</c:v>
                </c:pt>
                <c:pt idx="1779">
                  <c:v>1375.05</c:v>
                </c:pt>
                <c:pt idx="1780">
                  <c:v>1387.35</c:v>
                </c:pt>
                <c:pt idx="1781">
                  <c:v>1389.2</c:v>
                </c:pt>
                <c:pt idx="1782">
                  <c:v>1394.9</c:v>
                </c:pt>
                <c:pt idx="1783">
                  <c:v>1397.05</c:v>
                </c:pt>
                <c:pt idx="1784">
                  <c:v>1391.8</c:v>
                </c:pt>
                <c:pt idx="1785">
                  <c:v>1358.95</c:v>
                </c:pt>
                <c:pt idx="1786">
                  <c:v>1366</c:v>
                </c:pt>
                <c:pt idx="1787">
                  <c:v>1377.05</c:v>
                </c:pt>
                <c:pt idx="1788">
                  <c:v>1406.95</c:v>
                </c:pt>
                <c:pt idx="1789">
                  <c:v>1420.75</c:v>
                </c:pt>
                <c:pt idx="1790">
                  <c:v>1414.6</c:v>
                </c:pt>
                <c:pt idx="1791">
                  <c:v>1406.75</c:v>
                </c:pt>
                <c:pt idx="1792">
                  <c:v>1412.05</c:v>
                </c:pt>
                <c:pt idx="1793">
                  <c:v>1413.25</c:v>
                </c:pt>
                <c:pt idx="1794">
                  <c:v>1406.55</c:v>
                </c:pt>
                <c:pt idx="1795">
                  <c:v>1405.45</c:v>
                </c:pt>
                <c:pt idx="1796">
                  <c:v>1352.5</c:v>
                </c:pt>
                <c:pt idx="1797">
                  <c:v>1367.75</c:v>
                </c:pt>
                <c:pt idx="1798">
                  <c:v>1316.2</c:v>
                </c:pt>
                <c:pt idx="1799">
                  <c:v>1259.3499999999999</c:v>
                </c:pt>
                <c:pt idx="1800">
                  <c:v>1297.8499999999999</c:v>
                </c:pt>
                <c:pt idx="1801">
                  <c:v>1288.6500000000001</c:v>
                </c:pt>
                <c:pt idx="1802">
                  <c:v>1335.55</c:v>
                </c:pt>
                <c:pt idx="1803">
                  <c:v>1318.2</c:v>
                </c:pt>
                <c:pt idx="1804">
                  <c:v>1315.7</c:v>
                </c:pt>
                <c:pt idx="1805">
                  <c:v>1326.75</c:v>
                </c:pt>
                <c:pt idx="1806">
                  <c:v>1285.3499999999999</c:v>
                </c:pt>
                <c:pt idx="1807">
                  <c:v>1283.4000000000001</c:v>
                </c:pt>
                <c:pt idx="1808">
                  <c:v>1300.1500000000001</c:v>
                </c:pt>
                <c:pt idx="1809">
                  <c:v>1313.55</c:v>
                </c:pt>
                <c:pt idx="1810">
                  <c:v>1322.95</c:v>
                </c:pt>
                <c:pt idx="1811">
                  <c:v>1340</c:v>
                </c:pt>
                <c:pt idx="1812">
                  <c:v>1375.25</c:v>
                </c:pt>
                <c:pt idx="1813">
                  <c:v>1376.05</c:v>
                </c:pt>
                <c:pt idx="1814">
                  <c:v>1364.55</c:v>
                </c:pt>
                <c:pt idx="1815">
                  <c:v>1350</c:v>
                </c:pt>
                <c:pt idx="1816">
                  <c:v>1357.2</c:v>
                </c:pt>
                <c:pt idx="1817">
                  <c:v>1370.3</c:v>
                </c:pt>
                <c:pt idx="1818">
                  <c:v>1313.95</c:v>
                </c:pt>
                <c:pt idx="1819">
                  <c:v>1340.75</c:v>
                </c:pt>
                <c:pt idx="1820">
                  <c:v>1363.25</c:v>
                </c:pt>
                <c:pt idx="1821">
                  <c:v>1358.85</c:v>
                </c:pt>
                <c:pt idx="1822">
                  <c:v>1384.3</c:v>
                </c:pt>
                <c:pt idx="1823">
                  <c:v>1384.4</c:v>
                </c:pt>
                <c:pt idx="1824">
                  <c:v>1386.6</c:v>
                </c:pt>
                <c:pt idx="1825">
                  <c:v>1387.5</c:v>
                </c:pt>
                <c:pt idx="1826">
                  <c:v>1411.95</c:v>
                </c:pt>
                <c:pt idx="1827">
                  <c:v>1457.75</c:v>
                </c:pt>
                <c:pt idx="1828">
                  <c:v>1475.8</c:v>
                </c:pt>
                <c:pt idx="1829">
                  <c:v>1485.35</c:v>
                </c:pt>
                <c:pt idx="1830">
                  <c:v>1492.35</c:v>
                </c:pt>
                <c:pt idx="1831">
                  <c:v>1541.45</c:v>
                </c:pt>
                <c:pt idx="1832">
                  <c:v>1554.3</c:v>
                </c:pt>
                <c:pt idx="1833">
                  <c:v>1582.95</c:v>
                </c:pt>
                <c:pt idx="1834">
                  <c:v>1598.4</c:v>
                </c:pt>
                <c:pt idx="1835">
                  <c:v>1596.85</c:v>
                </c:pt>
                <c:pt idx="1836">
                  <c:v>1539.2</c:v>
                </c:pt>
                <c:pt idx="1837">
                  <c:v>1561.05</c:v>
                </c:pt>
                <c:pt idx="1838">
                  <c:v>1626.15</c:v>
                </c:pt>
                <c:pt idx="1839">
                  <c:v>1583.15</c:v>
                </c:pt>
                <c:pt idx="1840">
                  <c:v>1606.5</c:v>
                </c:pt>
                <c:pt idx="1841">
                  <c:v>1593.15</c:v>
                </c:pt>
                <c:pt idx="1842">
                  <c:v>1598.25</c:v>
                </c:pt>
                <c:pt idx="1843">
                  <c:v>1581.4</c:v>
                </c:pt>
                <c:pt idx="1844">
                  <c:v>1589.1</c:v>
                </c:pt>
                <c:pt idx="1845">
                  <c:v>1620.25</c:v>
                </c:pt>
                <c:pt idx="1846">
                  <c:v>1598.5</c:v>
                </c:pt>
                <c:pt idx="1847">
                  <c:v>1634.7</c:v>
                </c:pt>
                <c:pt idx="1848">
                  <c:v>1685.25</c:v>
                </c:pt>
                <c:pt idx="1849">
                  <c:v>1698.45</c:v>
                </c:pt>
                <c:pt idx="1850">
                  <c:v>1760.95</c:v>
                </c:pt>
                <c:pt idx="1851">
                  <c:v>1779.25</c:v>
                </c:pt>
                <c:pt idx="1852">
                  <c:v>1756.15</c:v>
                </c:pt>
                <c:pt idx="1853">
                  <c:v>1727.2</c:v>
                </c:pt>
                <c:pt idx="1854">
                  <c:v>1728.05</c:v>
                </c:pt>
                <c:pt idx="1855">
                  <c:v>1723.9</c:v>
                </c:pt>
                <c:pt idx="1856">
                  <c:v>1756.9</c:v>
                </c:pt>
                <c:pt idx="1857">
                  <c:v>1752.85</c:v>
                </c:pt>
                <c:pt idx="1858">
                  <c:v>1758.8</c:v>
                </c:pt>
                <c:pt idx="1859">
                  <c:v>1751.25</c:v>
                </c:pt>
                <c:pt idx="1860">
                  <c:v>1741.95</c:v>
                </c:pt>
                <c:pt idx="1861">
                  <c:v>1745.4</c:v>
                </c:pt>
                <c:pt idx="1862">
                  <c:v>1691.3</c:v>
                </c:pt>
                <c:pt idx="1863">
                  <c:v>1669.15</c:v>
                </c:pt>
                <c:pt idx="1864">
                  <c:v>1657.05</c:v>
                </c:pt>
                <c:pt idx="1865">
                  <c:v>1666.15</c:v>
                </c:pt>
                <c:pt idx="1866">
                  <c:v>1698.9</c:v>
                </c:pt>
                <c:pt idx="1867">
                  <c:v>1675.4</c:v>
                </c:pt>
                <c:pt idx="1868">
                  <c:v>1696.05</c:v>
                </c:pt>
                <c:pt idx="1869">
                  <c:v>1681.9</c:v>
                </c:pt>
                <c:pt idx="1870">
                  <c:v>1671.6</c:v>
                </c:pt>
                <c:pt idx="1871">
                  <c:v>1726.55</c:v>
                </c:pt>
                <c:pt idx="1872">
                  <c:v>1732.95</c:v>
                </c:pt>
                <c:pt idx="1873">
                  <c:v>1734.35</c:v>
                </c:pt>
                <c:pt idx="1874">
                  <c:v>1705.1</c:v>
                </c:pt>
                <c:pt idx="1875">
                  <c:v>1709.15</c:v>
                </c:pt>
                <c:pt idx="1876">
                  <c:v>1703.25</c:v>
                </c:pt>
                <c:pt idx="1877">
                  <c:v>1698.55</c:v>
                </c:pt>
                <c:pt idx="1878">
                  <c:v>1692</c:v>
                </c:pt>
                <c:pt idx="1879">
                  <c:v>1700.55</c:v>
                </c:pt>
                <c:pt idx="1880">
                  <c:v>1684.3</c:v>
                </c:pt>
                <c:pt idx="1881">
                  <c:v>1707.3</c:v>
                </c:pt>
                <c:pt idx="1882">
                  <c:v>1718.15</c:v>
                </c:pt>
                <c:pt idx="1883">
                  <c:v>1709.85</c:v>
                </c:pt>
                <c:pt idx="1884">
                  <c:v>1709.9</c:v>
                </c:pt>
                <c:pt idx="1885">
                  <c:v>1710.95</c:v>
                </c:pt>
                <c:pt idx="1886">
                  <c:v>1702.7</c:v>
                </c:pt>
                <c:pt idx="1887">
                  <c:v>1703.3</c:v>
                </c:pt>
                <c:pt idx="1888">
                  <c:v>1719.35</c:v>
                </c:pt>
                <c:pt idx="1889">
                  <c:v>1773.05</c:v>
                </c:pt>
                <c:pt idx="1890">
                  <c:v>1776.7</c:v>
                </c:pt>
                <c:pt idx="1891">
                  <c:v>1827.85</c:v>
                </c:pt>
                <c:pt idx="1892">
                  <c:v>1822.65</c:v>
                </c:pt>
                <c:pt idx="1893">
                  <c:v>1892.8</c:v>
                </c:pt>
                <c:pt idx="1894">
                  <c:v>1892.15</c:v>
                </c:pt>
                <c:pt idx="1895">
                  <c:v>1909.2</c:v>
                </c:pt>
                <c:pt idx="1896">
                  <c:v>1912.6</c:v>
                </c:pt>
                <c:pt idx="1897">
                  <c:v>1902.6</c:v>
                </c:pt>
                <c:pt idx="1898">
                  <c:v>1941.95</c:v>
                </c:pt>
                <c:pt idx="1899">
                  <c:v>1867.5</c:v>
                </c:pt>
                <c:pt idx="1900">
                  <c:v>1848.75</c:v>
                </c:pt>
                <c:pt idx="1901">
                  <c:v>1893.5</c:v>
                </c:pt>
                <c:pt idx="1902">
                  <c:v>1797.75</c:v>
                </c:pt>
                <c:pt idx="1903">
                  <c:v>1800.55</c:v>
                </c:pt>
                <c:pt idx="1904">
                  <c:v>1801.15</c:v>
                </c:pt>
                <c:pt idx="1905">
                  <c:v>1780.15</c:v>
                </c:pt>
                <c:pt idx="1906">
                  <c:v>1810.2</c:v>
                </c:pt>
                <c:pt idx="1907">
                  <c:v>1875.45</c:v>
                </c:pt>
                <c:pt idx="1908">
                  <c:v>1845.8</c:v>
                </c:pt>
                <c:pt idx="1909">
                  <c:v>1809.05</c:v>
                </c:pt>
                <c:pt idx="1910">
                  <c:v>1829.2</c:v>
                </c:pt>
                <c:pt idx="1911">
                  <c:v>1833.05</c:v>
                </c:pt>
                <c:pt idx="1912">
                  <c:v>1739.05</c:v>
                </c:pt>
                <c:pt idx="1913">
                  <c:v>1752.9</c:v>
                </c:pt>
                <c:pt idx="1914">
                  <c:v>1798</c:v>
                </c:pt>
                <c:pt idx="1915">
                  <c:v>1746.85</c:v>
                </c:pt>
                <c:pt idx="1916">
                  <c:v>1766.2</c:v>
                </c:pt>
                <c:pt idx="1917">
                  <c:v>1744</c:v>
                </c:pt>
                <c:pt idx="1918">
                  <c:v>1776.35</c:v>
                </c:pt>
                <c:pt idx="1919">
                  <c:v>1833.8</c:v>
                </c:pt>
                <c:pt idx="1920">
                  <c:v>1882.5</c:v>
                </c:pt>
                <c:pt idx="1921">
                  <c:v>1889.7</c:v>
                </c:pt>
                <c:pt idx="1922">
                  <c:v>1912.05</c:v>
                </c:pt>
                <c:pt idx="1923">
                  <c:v>1960.9</c:v>
                </c:pt>
                <c:pt idx="1924">
                  <c:v>1957.95</c:v>
                </c:pt>
                <c:pt idx="1925">
                  <c:v>1972.9</c:v>
                </c:pt>
                <c:pt idx="1926">
                  <c:v>1964.6</c:v>
                </c:pt>
                <c:pt idx="1927">
                  <c:v>1982.85</c:v>
                </c:pt>
                <c:pt idx="1928">
                  <c:v>1962.9</c:v>
                </c:pt>
                <c:pt idx="1929">
                  <c:v>1985.6</c:v>
                </c:pt>
                <c:pt idx="1930">
                  <c:v>1990.1</c:v>
                </c:pt>
                <c:pt idx="1931">
                  <c:v>2013.15</c:v>
                </c:pt>
                <c:pt idx="1932">
                  <c:v>2027.5</c:v>
                </c:pt>
                <c:pt idx="1933">
                  <c:v>2034.75</c:v>
                </c:pt>
                <c:pt idx="1934">
                  <c:v>2028.3</c:v>
                </c:pt>
                <c:pt idx="1935">
                  <c:v>2058.0500000000002</c:v>
                </c:pt>
                <c:pt idx="1936">
                  <c:v>2173.9</c:v>
                </c:pt>
                <c:pt idx="1937">
                  <c:v>2190.3000000000002</c:v>
                </c:pt>
                <c:pt idx="1938">
                  <c:v>2280.4499999999998</c:v>
                </c:pt>
                <c:pt idx="1939">
                  <c:v>2355.5</c:v>
                </c:pt>
                <c:pt idx="1940">
                  <c:v>2399.6</c:v>
                </c:pt>
                <c:pt idx="1941">
                  <c:v>2321.9499999999998</c:v>
                </c:pt>
                <c:pt idx="1942">
                  <c:v>2318.3000000000002</c:v>
                </c:pt>
                <c:pt idx="1943">
                  <c:v>2298.0500000000002</c:v>
                </c:pt>
                <c:pt idx="1944">
                  <c:v>2292.1999999999998</c:v>
                </c:pt>
                <c:pt idx="1945">
                  <c:v>2395.9</c:v>
                </c:pt>
                <c:pt idx="1946">
                  <c:v>2425.9</c:v>
                </c:pt>
                <c:pt idx="1947">
                  <c:v>2492.5</c:v>
                </c:pt>
                <c:pt idx="1948">
                  <c:v>2421.1999999999998</c:v>
                </c:pt>
                <c:pt idx="1949">
                  <c:v>2600</c:v>
                </c:pt>
                <c:pt idx="1950">
                  <c:v>2618.4</c:v>
                </c:pt>
                <c:pt idx="1951">
                  <c:v>2630.55</c:v>
                </c:pt>
                <c:pt idx="1952">
                  <c:v>2565.75</c:v>
                </c:pt>
                <c:pt idx="1953">
                  <c:v>2666.35</c:v>
                </c:pt>
                <c:pt idx="1954">
                  <c:v>2651.55</c:v>
                </c:pt>
                <c:pt idx="1955">
                  <c:v>2687.55</c:v>
                </c:pt>
                <c:pt idx="1956">
                  <c:v>2583.15</c:v>
                </c:pt>
                <c:pt idx="1957">
                  <c:v>2469.3000000000002</c:v>
                </c:pt>
                <c:pt idx="1958">
                  <c:v>2410.0500000000002</c:v>
                </c:pt>
                <c:pt idx="1959">
                  <c:v>2599.85</c:v>
                </c:pt>
                <c:pt idx="1960">
                  <c:v>2615.0500000000002</c:v>
                </c:pt>
                <c:pt idx="1961">
                  <c:v>2628.05</c:v>
                </c:pt>
                <c:pt idx="1962">
                  <c:v>2698.3</c:v>
                </c:pt>
                <c:pt idx="1963">
                  <c:v>2827.9</c:v>
                </c:pt>
                <c:pt idx="1964">
                  <c:v>2769.5</c:v>
                </c:pt>
                <c:pt idx="1965">
                  <c:v>2783.8</c:v>
                </c:pt>
                <c:pt idx="1966">
                  <c:v>2680.6</c:v>
                </c:pt>
                <c:pt idx="1967">
                  <c:v>2713.3</c:v>
                </c:pt>
                <c:pt idx="1968">
                  <c:v>2661.15</c:v>
                </c:pt>
                <c:pt idx="1969">
                  <c:v>2666.2</c:v>
                </c:pt>
                <c:pt idx="1970">
                  <c:v>2770.9</c:v>
                </c:pt>
                <c:pt idx="1971">
                  <c:v>2742.85</c:v>
                </c:pt>
                <c:pt idx="1972">
                  <c:v>2734.4</c:v>
                </c:pt>
                <c:pt idx="1973">
                  <c:v>2675.6</c:v>
                </c:pt>
                <c:pt idx="1974">
                  <c:v>2693.1</c:v>
                </c:pt>
                <c:pt idx="1975">
                  <c:v>2888.45</c:v>
                </c:pt>
                <c:pt idx="1976">
                  <c:v>2875.1</c:v>
                </c:pt>
                <c:pt idx="1977">
                  <c:v>2881.65</c:v>
                </c:pt>
                <c:pt idx="1978">
                  <c:v>2850.9</c:v>
                </c:pt>
                <c:pt idx="1979">
                  <c:v>2784.85</c:v>
                </c:pt>
                <c:pt idx="1980">
                  <c:v>2709.5</c:v>
                </c:pt>
                <c:pt idx="1981">
                  <c:v>2724.75</c:v>
                </c:pt>
                <c:pt idx="1982">
                  <c:v>2811.2</c:v>
                </c:pt>
                <c:pt idx="1983">
                  <c:v>2884.55</c:v>
                </c:pt>
                <c:pt idx="1984">
                  <c:v>2843.3</c:v>
                </c:pt>
                <c:pt idx="1985">
                  <c:v>2792.3</c:v>
                </c:pt>
                <c:pt idx="1986">
                  <c:v>2812.55</c:v>
                </c:pt>
                <c:pt idx="1987">
                  <c:v>2851.65</c:v>
                </c:pt>
                <c:pt idx="1988">
                  <c:v>2934.9</c:v>
                </c:pt>
                <c:pt idx="1989">
                  <c:v>2862.5</c:v>
                </c:pt>
                <c:pt idx="1990">
                  <c:v>2901.4</c:v>
                </c:pt>
                <c:pt idx="1991">
                  <c:v>2873.8</c:v>
                </c:pt>
                <c:pt idx="1992">
                  <c:v>2841.45</c:v>
                </c:pt>
                <c:pt idx="1993">
                  <c:v>2822.95</c:v>
                </c:pt>
                <c:pt idx="1994">
                  <c:v>2885.65</c:v>
                </c:pt>
                <c:pt idx="1995">
                  <c:v>2880.9</c:v>
                </c:pt>
                <c:pt idx="1996">
                  <c:v>2832.75</c:v>
                </c:pt>
                <c:pt idx="1997">
                  <c:v>2888.65</c:v>
                </c:pt>
                <c:pt idx="1998">
                  <c:v>2775.1</c:v>
                </c:pt>
                <c:pt idx="1999">
                  <c:v>2727.55</c:v>
                </c:pt>
                <c:pt idx="2000">
                  <c:v>2703.8</c:v>
                </c:pt>
                <c:pt idx="2001">
                  <c:v>2713.65</c:v>
                </c:pt>
                <c:pt idx="2002">
                  <c:v>2788.55</c:v>
                </c:pt>
                <c:pt idx="2003">
                  <c:v>2896.5</c:v>
                </c:pt>
                <c:pt idx="2004">
                  <c:v>2893.85</c:v>
                </c:pt>
                <c:pt idx="2005">
                  <c:v>2894.85</c:v>
                </c:pt>
                <c:pt idx="2006">
                  <c:v>2882.7</c:v>
                </c:pt>
                <c:pt idx="2007">
                  <c:v>2848.25</c:v>
                </c:pt>
                <c:pt idx="2008">
                  <c:v>2861.75</c:v>
                </c:pt>
                <c:pt idx="2009">
                  <c:v>2903.7</c:v>
                </c:pt>
                <c:pt idx="2010">
                  <c:v>2993</c:v>
                </c:pt>
                <c:pt idx="2011">
                  <c:v>3020.25</c:v>
                </c:pt>
                <c:pt idx="2012">
                  <c:v>3054.65</c:v>
                </c:pt>
                <c:pt idx="2013">
                  <c:v>3033.65</c:v>
                </c:pt>
                <c:pt idx="2014">
                  <c:v>3027.8</c:v>
                </c:pt>
                <c:pt idx="2015">
                  <c:v>3127.6</c:v>
                </c:pt>
                <c:pt idx="2016">
                  <c:v>3220.85</c:v>
                </c:pt>
                <c:pt idx="2017">
                  <c:v>3165.55</c:v>
                </c:pt>
                <c:pt idx="2018">
                  <c:v>3093.65</c:v>
                </c:pt>
                <c:pt idx="2019">
                  <c:v>2996.55</c:v>
                </c:pt>
                <c:pt idx="2020">
                  <c:v>2799.6</c:v>
                </c:pt>
                <c:pt idx="2021">
                  <c:v>2540.8000000000002</c:v>
                </c:pt>
                <c:pt idx="2022">
                  <c:v>2357.4499999999998</c:v>
                </c:pt>
                <c:pt idx="2023">
                  <c:v>2550.6999999999998</c:v>
                </c:pt>
                <c:pt idx="2024">
                  <c:v>2488.9</c:v>
                </c:pt>
                <c:pt idx="2025">
                  <c:v>2615.4</c:v>
                </c:pt>
                <c:pt idx="2026">
                  <c:v>2566.4</c:v>
                </c:pt>
                <c:pt idx="2027">
                  <c:v>2576.9</c:v>
                </c:pt>
                <c:pt idx="2028">
                  <c:v>2471.9</c:v>
                </c:pt>
                <c:pt idx="2029">
                  <c:v>2478.9</c:v>
                </c:pt>
                <c:pt idx="2030">
                  <c:v>2542.75</c:v>
                </c:pt>
                <c:pt idx="2031">
                  <c:v>2591.1999999999998</c:v>
                </c:pt>
                <c:pt idx="2032">
                  <c:v>2617.1</c:v>
                </c:pt>
                <c:pt idx="2033">
                  <c:v>2552.5</c:v>
                </c:pt>
                <c:pt idx="2034">
                  <c:v>2425.4499999999998</c:v>
                </c:pt>
                <c:pt idx="2035">
                  <c:v>2426.4</c:v>
                </c:pt>
                <c:pt idx="2036">
                  <c:v>2277</c:v>
                </c:pt>
                <c:pt idx="2037">
                  <c:v>2324.85</c:v>
                </c:pt>
                <c:pt idx="2038">
                  <c:v>2389.5</c:v>
                </c:pt>
                <c:pt idx="2039">
                  <c:v>2516.75</c:v>
                </c:pt>
                <c:pt idx="2040">
                  <c:v>2593.9499999999998</c:v>
                </c:pt>
                <c:pt idx="2041">
                  <c:v>2553.6999999999998</c:v>
                </c:pt>
                <c:pt idx="2042">
                  <c:v>2554.5500000000002</c:v>
                </c:pt>
                <c:pt idx="2043">
                  <c:v>2484</c:v>
                </c:pt>
                <c:pt idx="2044">
                  <c:v>2496.3000000000002</c:v>
                </c:pt>
                <c:pt idx="2045">
                  <c:v>2434.4499999999998</c:v>
                </c:pt>
                <c:pt idx="2046">
                  <c:v>2551.4499999999998</c:v>
                </c:pt>
                <c:pt idx="2047">
                  <c:v>2576.65</c:v>
                </c:pt>
                <c:pt idx="2048">
                  <c:v>2588.4499999999998</c:v>
                </c:pt>
                <c:pt idx="2049">
                  <c:v>2533.25</c:v>
                </c:pt>
                <c:pt idx="2050">
                  <c:v>2463.4499999999998</c:v>
                </c:pt>
                <c:pt idx="2051">
                  <c:v>2306</c:v>
                </c:pt>
                <c:pt idx="2052">
                  <c:v>2243.1999999999998</c:v>
                </c:pt>
                <c:pt idx="2053">
                  <c:v>2292.75</c:v>
                </c:pt>
                <c:pt idx="2054">
                  <c:v>2248.25</c:v>
                </c:pt>
                <c:pt idx="2055">
                  <c:v>2274.5500000000002</c:v>
                </c:pt>
                <c:pt idx="2056">
                  <c:v>2347.9</c:v>
                </c:pt>
                <c:pt idx="2057">
                  <c:v>2374.6</c:v>
                </c:pt>
                <c:pt idx="2058">
                  <c:v>2243.0500000000002</c:v>
                </c:pt>
                <c:pt idx="2059">
                  <c:v>2322.6</c:v>
                </c:pt>
                <c:pt idx="2060">
                  <c:v>2180.1999999999998</c:v>
                </c:pt>
                <c:pt idx="2061">
                  <c:v>2151</c:v>
                </c:pt>
                <c:pt idx="2062">
                  <c:v>2159.1</c:v>
                </c:pt>
                <c:pt idx="2063">
                  <c:v>2200.25</c:v>
                </c:pt>
                <c:pt idx="2064">
                  <c:v>2313.8000000000002</c:v>
                </c:pt>
                <c:pt idx="2065">
                  <c:v>2299.4499999999998</c:v>
                </c:pt>
                <c:pt idx="2066">
                  <c:v>2270.8000000000002</c:v>
                </c:pt>
                <c:pt idx="2067">
                  <c:v>2352.4499999999998</c:v>
                </c:pt>
                <c:pt idx="2068">
                  <c:v>2265.8000000000002</c:v>
                </c:pt>
                <c:pt idx="2069">
                  <c:v>2345.25</c:v>
                </c:pt>
                <c:pt idx="2070">
                  <c:v>2343.5500000000002</c:v>
                </c:pt>
                <c:pt idx="2071">
                  <c:v>2396.0500000000002</c:v>
                </c:pt>
                <c:pt idx="2072">
                  <c:v>2321.15</c:v>
                </c:pt>
                <c:pt idx="2073">
                  <c:v>2404.9</c:v>
                </c:pt>
                <c:pt idx="2074">
                  <c:v>2381.75</c:v>
                </c:pt>
                <c:pt idx="2075">
                  <c:v>2418.25</c:v>
                </c:pt>
                <c:pt idx="2076">
                  <c:v>2468.65</c:v>
                </c:pt>
                <c:pt idx="2077">
                  <c:v>2551.5500000000002</c:v>
                </c:pt>
                <c:pt idx="2078">
                  <c:v>2611.8000000000002</c:v>
                </c:pt>
                <c:pt idx="2079">
                  <c:v>2642.5</c:v>
                </c:pt>
                <c:pt idx="2080">
                  <c:v>2640.05</c:v>
                </c:pt>
                <c:pt idx="2081">
                  <c:v>2643.6</c:v>
                </c:pt>
                <c:pt idx="2082">
                  <c:v>2607.35</c:v>
                </c:pt>
                <c:pt idx="2083">
                  <c:v>2577.6</c:v>
                </c:pt>
                <c:pt idx="2084">
                  <c:v>2582.65</c:v>
                </c:pt>
                <c:pt idx="2085">
                  <c:v>2624.5</c:v>
                </c:pt>
                <c:pt idx="2086">
                  <c:v>2591.4</c:v>
                </c:pt>
                <c:pt idx="2087">
                  <c:v>2659.95</c:v>
                </c:pt>
                <c:pt idx="2088">
                  <c:v>2614.5</c:v>
                </c:pt>
                <c:pt idx="2089">
                  <c:v>2674.75</c:v>
                </c:pt>
                <c:pt idx="2090">
                  <c:v>2669.2</c:v>
                </c:pt>
                <c:pt idx="2091">
                  <c:v>2650</c:v>
                </c:pt>
                <c:pt idx="2092">
                  <c:v>2688.95</c:v>
                </c:pt>
                <c:pt idx="2093">
                  <c:v>2667.25</c:v>
                </c:pt>
                <c:pt idx="2094">
                  <c:v>2528.4</c:v>
                </c:pt>
                <c:pt idx="2095">
                  <c:v>2553.85</c:v>
                </c:pt>
                <c:pt idx="2096">
                  <c:v>2501.1</c:v>
                </c:pt>
                <c:pt idx="2097">
                  <c:v>2530.75</c:v>
                </c:pt>
                <c:pt idx="2098">
                  <c:v>2622.95</c:v>
                </c:pt>
                <c:pt idx="2099">
                  <c:v>2635.7</c:v>
                </c:pt>
                <c:pt idx="2100">
                  <c:v>2602.9499999999998</c:v>
                </c:pt>
                <c:pt idx="2101">
                  <c:v>2667.7</c:v>
                </c:pt>
                <c:pt idx="2102">
                  <c:v>2626.05</c:v>
                </c:pt>
                <c:pt idx="2103">
                  <c:v>2556.1999999999998</c:v>
                </c:pt>
                <c:pt idx="2104">
                  <c:v>2515.6</c:v>
                </c:pt>
                <c:pt idx="2105">
                  <c:v>2495.1</c:v>
                </c:pt>
                <c:pt idx="2106">
                  <c:v>2522.5</c:v>
                </c:pt>
                <c:pt idx="2107">
                  <c:v>2462.6999999999998</c:v>
                </c:pt>
                <c:pt idx="2108">
                  <c:v>2403.5</c:v>
                </c:pt>
                <c:pt idx="2109">
                  <c:v>2358.8000000000002</c:v>
                </c:pt>
                <c:pt idx="2110">
                  <c:v>2406.65</c:v>
                </c:pt>
                <c:pt idx="2111">
                  <c:v>2307</c:v>
                </c:pt>
                <c:pt idx="2112">
                  <c:v>2246.8000000000002</c:v>
                </c:pt>
                <c:pt idx="2113">
                  <c:v>2238.5</c:v>
                </c:pt>
                <c:pt idx="2114">
                  <c:v>2162.6999999999998</c:v>
                </c:pt>
                <c:pt idx="2115">
                  <c:v>2197.75</c:v>
                </c:pt>
                <c:pt idx="2116">
                  <c:v>2261.4</c:v>
                </c:pt>
                <c:pt idx="2117">
                  <c:v>2277.3000000000002</c:v>
                </c:pt>
                <c:pt idx="2118">
                  <c:v>2270.4</c:v>
                </c:pt>
                <c:pt idx="2119">
                  <c:v>2282.35</c:v>
                </c:pt>
                <c:pt idx="2120">
                  <c:v>2332.9</c:v>
                </c:pt>
                <c:pt idx="2121">
                  <c:v>2287.1</c:v>
                </c:pt>
                <c:pt idx="2122">
                  <c:v>2248.15</c:v>
                </c:pt>
                <c:pt idx="2123">
                  <c:v>2099.1999999999998</c:v>
                </c:pt>
                <c:pt idx="2124">
                  <c:v>2025.7</c:v>
                </c:pt>
                <c:pt idx="2125">
                  <c:v>2062.6999999999998</c:v>
                </c:pt>
                <c:pt idx="2126">
                  <c:v>2136</c:v>
                </c:pt>
                <c:pt idx="2127">
                  <c:v>2239.5500000000002</c:v>
                </c:pt>
                <c:pt idx="2128">
                  <c:v>2182.65</c:v>
                </c:pt>
                <c:pt idx="2129">
                  <c:v>2095.15</c:v>
                </c:pt>
                <c:pt idx="2130">
                  <c:v>2044.15</c:v>
                </c:pt>
                <c:pt idx="2131">
                  <c:v>2144</c:v>
                </c:pt>
                <c:pt idx="2132">
                  <c:v>2070.1</c:v>
                </c:pt>
                <c:pt idx="2133">
                  <c:v>2097.9</c:v>
                </c:pt>
                <c:pt idx="2134">
                  <c:v>2028.2</c:v>
                </c:pt>
                <c:pt idx="2135">
                  <c:v>1979.45</c:v>
                </c:pt>
                <c:pt idx="2136">
                  <c:v>2079.15</c:v>
                </c:pt>
                <c:pt idx="2137">
                  <c:v>2046.65</c:v>
                </c:pt>
                <c:pt idx="2138">
                  <c:v>2016.1</c:v>
                </c:pt>
                <c:pt idx="2139">
                  <c:v>2043.45</c:v>
                </c:pt>
                <c:pt idx="2140">
                  <c:v>1977.4</c:v>
                </c:pt>
                <c:pt idx="2141">
                  <c:v>1943.5</c:v>
                </c:pt>
                <c:pt idx="2142">
                  <c:v>2018.55</c:v>
                </c:pt>
                <c:pt idx="2143">
                  <c:v>2113.1999999999998</c:v>
                </c:pt>
                <c:pt idx="2144">
                  <c:v>2152.85</c:v>
                </c:pt>
                <c:pt idx="2145">
                  <c:v>2152.15</c:v>
                </c:pt>
                <c:pt idx="2146">
                  <c:v>2267.3000000000002</c:v>
                </c:pt>
                <c:pt idx="2147">
                  <c:v>2308.0500000000002</c:v>
                </c:pt>
                <c:pt idx="2148">
                  <c:v>2147.1</c:v>
                </c:pt>
                <c:pt idx="2149">
                  <c:v>2179.9</c:v>
                </c:pt>
                <c:pt idx="2150">
                  <c:v>2083.1</c:v>
                </c:pt>
                <c:pt idx="2151">
                  <c:v>2165.5</c:v>
                </c:pt>
                <c:pt idx="2152">
                  <c:v>2207.5</c:v>
                </c:pt>
                <c:pt idx="2153">
                  <c:v>2297.6</c:v>
                </c:pt>
                <c:pt idx="2154">
                  <c:v>2242.4</c:v>
                </c:pt>
                <c:pt idx="2155">
                  <c:v>2276.0500000000002</c:v>
                </c:pt>
                <c:pt idx="2156">
                  <c:v>2298.6</c:v>
                </c:pt>
                <c:pt idx="2157">
                  <c:v>2272.6</c:v>
                </c:pt>
                <c:pt idx="2158">
                  <c:v>2251.8000000000002</c:v>
                </c:pt>
                <c:pt idx="2159">
                  <c:v>2325.25</c:v>
                </c:pt>
                <c:pt idx="2160">
                  <c:v>2347.25</c:v>
                </c:pt>
                <c:pt idx="2161">
                  <c:v>2336.85</c:v>
                </c:pt>
                <c:pt idx="2162">
                  <c:v>2276.6999999999998</c:v>
                </c:pt>
                <c:pt idx="2163">
                  <c:v>2224.8000000000002</c:v>
                </c:pt>
                <c:pt idx="2164">
                  <c:v>2219.6</c:v>
                </c:pt>
                <c:pt idx="2165">
                  <c:v>2246.35</c:v>
                </c:pt>
                <c:pt idx="2166">
                  <c:v>2212.65</c:v>
                </c:pt>
                <c:pt idx="2167">
                  <c:v>2244.8000000000002</c:v>
                </c:pt>
                <c:pt idx="2168">
                  <c:v>2232</c:v>
                </c:pt>
                <c:pt idx="2169">
                  <c:v>2179.35</c:v>
                </c:pt>
                <c:pt idx="2170">
                  <c:v>2148</c:v>
                </c:pt>
                <c:pt idx="2171">
                  <c:v>2070.85</c:v>
                </c:pt>
                <c:pt idx="2172">
                  <c:v>2136.1999999999998</c:v>
                </c:pt>
                <c:pt idx="2173">
                  <c:v>2141.65</c:v>
                </c:pt>
                <c:pt idx="2174">
                  <c:v>2212.75</c:v>
                </c:pt>
                <c:pt idx="2175">
                  <c:v>2152.25</c:v>
                </c:pt>
                <c:pt idx="2176">
                  <c:v>2080.9</c:v>
                </c:pt>
                <c:pt idx="2177">
                  <c:v>2133.1999999999998</c:v>
                </c:pt>
                <c:pt idx="2178">
                  <c:v>2142.5500000000002</c:v>
                </c:pt>
                <c:pt idx="2179">
                  <c:v>2082.65</c:v>
                </c:pt>
                <c:pt idx="2180">
                  <c:v>1997.4</c:v>
                </c:pt>
                <c:pt idx="2181">
                  <c:v>1932.65</c:v>
                </c:pt>
                <c:pt idx="2182">
                  <c:v>1886.95</c:v>
                </c:pt>
                <c:pt idx="2183">
                  <c:v>1928.05</c:v>
                </c:pt>
                <c:pt idx="2184">
                  <c:v>1876.65</c:v>
                </c:pt>
                <c:pt idx="2185">
                  <c:v>1938.25</c:v>
                </c:pt>
                <c:pt idx="2186">
                  <c:v>2055.1</c:v>
                </c:pt>
                <c:pt idx="2187">
                  <c:v>2039.1</c:v>
                </c:pt>
                <c:pt idx="2188">
                  <c:v>2006.45</c:v>
                </c:pt>
                <c:pt idx="2189">
                  <c:v>2046.1</c:v>
                </c:pt>
                <c:pt idx="2190">
                  <c:v>2025.7</c:v>
                </c:pt>
                <c:pt idx="2191">
                  <c:v>1963.2</c:v>
                </c:pt>
                <c:pt idx="2192">
                  <c:v>1932.85</c:v>
                </c:pt>
                <c:pt idx="2193">
                  <c:v>1949.35</c:v>
                </c:pt>
                <c:pt idx="2194">
                  <c:v>1906.7</c:v>
                </c:pt>
                <c:pt idx="2195">
                  <c:v>1761.45</c:v>
                </c:pt>
                <c:pt idx="2196">
                  <c:v>1641.6</c:v>
                </c:pt>
                <c:pt idx="2197">
                  <c:v>1674.65</c:v>
                </c:pt>
                <c:pt idx="2198">
                  <c:v>1648.55</c:v>
                </c:pt>
                <c:pt idx="2199">
                  <c:v>1527.6</c:v>
                </c:pt>
                <c:pt idx="2200">
                  <c:v>1571.4</c:v>
                </c:pt>
                <c:pt idx="2201">
                  <c:v>1621.05</c:v>
                </c:pt>
                <c:pt idx="2202">
                  <c:v>1520.2</c:v>
                </c:pt>
                <c:pt idx="2203">
                  <c:v>1391.95</c:v>
                </c:pt>
                <c:pt idx="2204">
                  <c:v>1306.05</c:v>
                </c:pt>
                <c:pt idx="2205">
                  <c:v>1320.9</c:v>
                </c:pt>
                <c:pt idx="2206">
                  <c:v>1394.95</c:v>
                </c:pt>
                <c:pt idx="2207">
                  <c:v>1316.8</c:v>
                </c:pt>
                <c:pt idx="2208">
                  <c:v>1217.6500000000001</c:v>
                </c:pt>
                <c:pt idx="2209">
                  <c:v>1019.5</c:v>
                </c:pt>
                <c:pt idx="2210">
                  <c:v>1077</c:v>
                </c:pt>
                <c:pt idx="2211">
                  <c:v>1153</c:v>
                </c:pt>
                <c:pt idx="2212">
                  <c:v>1201.75</c:v>
                </c:pt>
                <c:pt idx="2213">
                  <c:v>1375.45</c:v>
                </c:pt>
                <c:pt idx="2214">
                  <c:v>1441.7</c:v>
                </c:pt>
                <c:pt idx="2215">
                  <c:v>1451.6</c:v>
                </c:pt>
                <c:pt idx="2216">
                  <c:v>1269.05</c:v>
                </c:pt>
                <c:pt idx="2217">
                  <c:v>1170.55</c:v>
                </c:pt>
                <c:pt idx="2218">
                  <c:v>1220.75</c:v>
                </c:pt>
                <c:pt idx="2219">
                  <c:v>1303.0999999999999</c:v>
                </c:pt>
                <c:pt idx="2220">
                  <c:v>1207.7</c:v>
                </c:pt>
                <c:pt idx="2221">
                  <c:v>1162.2</c:v>
                </c:pt>
                <c:pt idx="2222">
                  <c:v>1146.75</c:v>
                </c:pt>
                <c:pt idx="2223">
                  <c:v>1141.4000000000001</c:v>
                </c:pt>
                <c:pt idx="2224">
                  <c:v>1139.95</c:v>
                </c:pt>
                <c:pt idx="2225">
                  <c:v>1132.45</c:v>
                </c:pt>
                <c:pt idx="2226">
                  <c:v>1056.05</c:v>
                </c:pt>
                <c:pt idx="2227">
                  <c:v>1124.3499999999999</c:v>
                </c:pt>
                <c:pt idx="2228">
                  <c:v>1144.8</c:v>
                </c:pt>
                <c:pt idx="2229">
                  <c:v>1071.8</c:v>
                </c:pt>
                <c:pt idx="2230">
                  <c:v>1138.9000000000001</c:v>
                </c:pt>
                <c:pt idx="2231">
                  <c:v>1134.45</c:v>
                </c:pt>
                <c:pt idx="2232">
                  <c:v>1109.4000000000001</c:v>
                </c:pt>
                <c:pt idx="2233">
                  <c:v>1073.95</c:v>
                </c:pt>
                <c:pt idx="2234">
                  <c:v>1069.0999999999999</c:v>
                </c:pt>
                <c:pt idx="2235">
                  <c:v>1159.0999999999999</c:v>
                </c:pt>
                <c:pt idx="2236">
                  <c:v>1117.5999999999999</c:v>
                </c:pt>
                <c:pt idx="2237">
                  <c:v>1118.55</c:v>
                </c:pt>
                <c:pt idx="2238">
                  <c:v>1227.2</c:v>
                </c:pt>
                <c:pt idx="2239">
                  <c:v>1259</c:v>
                </c:pt>
                <c:pt idx="2240">
                  <c:v>1307.0999999999999</c:v>
                </c:pt>
                <c:pt idx="2241">
                  <c:v>1340.55</c:v>
                </c:pt>
                <c:pt idx="2242">
                  <c:v>1388.5</c:v>
                </c:pt>
                <c:pt idx="2243">
                  <c:v>1351.4</c:v>
                </c:pt>
                <c:pt idx="2244">
                  <c:v>1361</c:v>
                </c:pt>
                <c:pt idx="2245">
                  <c:v>1351.3</c:v>
                </c:pt>
                <c:pt idx="2246">
                  <c:v>1285.55</c:v>
                </c:pt>
                <c:pt idx="2247">
                  <c:v>1259.75</c:v>
                </c:pt>
                <c:pt idx="2248">
                  <c:v>1242</c:v>
                </c:pt>
                <c:pt idx="2249">
                  <c:v>1210.1500000000001</c:v>
                </c:pt>
                <c:pt idx="2250">
                  <c:v>1246.3</c:v>
                </c:pt>
                <c:pt idx="2251">
                  <c:v>1250.5</c:v>
                </c:pt>
                <c:pt idx="2252">
                  <c:v>1232.75</c:v>
                </c:pt>
                <c:pt idx="2253">
                  <c:v>1254.6500000000001</c:v>
                </c:pt>
                <c:pt idx="2254">
                  <c:v>1286.4000000000001</c:v>
                </c:pt>
                <c:pt idx="2255">
                  <c:v>1365.85</c:v>
                </c:pt>
                <c:pt idx="2256">
                  <c:v>1370.9</c:v>
                </c:pt>
                <c:pt idx="2257">
                  <c:v>1200.75</c:v>
                </c:pt>
                <c:pt idx="2258">
                  <c:v>1153.25</c:v>
                </c:pt>
                <c:pt idx="2259">
                  <c:v>1097.9000000000001</c:v>
                </c:pt>
                <c:pt idx="2260">
                  <c:v>1077.55</c:v>
                </c:pt>
                <c:pt idx="2261">
                  <c:v>1179.75</c:v>
                </c:pt>
                <c:pt idx="2262">
                  <c:v>1142.3499999999999</c:v>
                </c:pt>
                <c:pt idx="2263">
                  <c:v>1217.3499999999999</c:v>
                </c:pt>
                <c:pt idx="2264">
                  <c:v>1229.9000000000001</c:v>
                </c:pt>
                <c:pt idx="2265">
                  <c:v>1183.6500000000001</c:v>
                </c:pt>
                <c:pt idx="2266">
                  <c:v>1119.8499999999999</c:v>
                </c:pt>
                <c:pt idx="2267">
                  <c:v>1136.3</c:v>
                </c:pt>
                <c:pt idx="2268">
                  <c:v>1156.1500000000001</c:v>
                </c:pt>
                <c:pt idx="2269">
                  <c:v>1225.95</c:v>
                </c:pt>
                <c:pt idx="2270">
                  <c:v>1274</c:v>
                </c:pt>
                <c:pt idx="2271">
                  <c:v>1270.0999999999999</c:v>
                </c:pt>
                <c:pt idx="2272">
                  <c:v>1323.6</c:v>
                </c:pt>
                <c:pt idx="2273">
                  <c:v>1280</c:v>
                </c:pt>
                <c:pt idx="2274">
                  <c:v>1306.2</c:v>
                </c:pt>
                <c:pt idx="2275">
                  <c:v>1307.5</c:v>
                </c:pt>
                <c:pt idx="2276">
                  <c:v>1288.8</c:v>
                </c:pt>
                <c:pt idx="2277">
                  <c:v>1344.85</c:v>
                </c:pt>
                <c:pt idx="2278">
                  <c:v>1389.7</c:v>
                </c:pt>
                <c:pt idx="2279">
                  <c:v>1401.95</c:v>
                </c:pt>
                <c:pt idx="2280">
                  <c:v>1381.25</c:v>
                </c:pt>
                <c:pt idx="2281">
                  <c:v>1351.55</c:v>
                </c:pt>
                <c:pt idx="2282">
                  <c:v>1392.4</c:v>
                </c:pt>
                <c:pt idx="2283">
                  <c:v>1320.2</c:v>
                </c:pt>
                <c:pt idx="2284">
                  <c:v>1267.3</c:v>
                </c:pt>
                <c:pt idx="2285">
                  <c:v>1295.1500000000001</c:v>
                </c:pt>
                <c:pt idx="2286">
                  <c:v>1293.75</c:v>
                </c:pt>
                <c:pt idx="2287">
                  <c:v>1253.4000000000001</c:v>
                </c:pt>
                <c:pt idx="2288">
                  <c:v>1253.25</c:v>
                </c:pt>
                <c:pt idx="2289">
                  <c:v>1266.55</c:v>
                </c:pt>
                <c:pt idx="2290">
                  <c:v>1290.8</c:v>
                </c:pt>
                <c:pt idx="2291">
                  <c:v>1266.05</c:v>
                </c:pt>
                <c:pt idx="2292">
                  <c:v>1225.6500000000001</c:v>
                </c:pt>
                <c:pt idx="2293">
                  <c:v>1196.8499999999999</c:v>
                </c:pt>
                <c:pt idx="2294">
                  <c:v>1211.0999999999999</c:v>
                </c:pt>
                <c:pt idx="2295">
                  <c:v>1149.8</c:v>
                </c:pt>
                <c:pt idx="2296">
                  <c:v>1169.9000000000001</c:v>
                </c:pt>
                <c:pt idx="2297">
                  <c:v>1153.3499999999999</c:v>
                </c:pt>
                <c:pt idx="2298">
                  <c:v>1202</c:v>
                </c:pt>
                <c:pt idx="2299">
                  <c:v>1284.25</c:v>
                </c:pt>
                <c:pt idx="2300">
                  <c:v>1327.6</c:v>
                </c:pt>
                <c:pt idx="2301">
                  <c:v>1300.2</c:v>
                </c:pt>
                <c:pt idx="2302">
                  <c:v>1331.4</c:v>
                </c:pt>
                <c:pt idx="2303">
                  <c:v>1345.7</c:v>
                </c:pt>
                <c:pt idx="2304">
                  <c:v>1339.2</c:v>
                </c:pt>
                <c:pt idx="2305">
                  <c:v>1438.45</c:v>
                </c:pt>
                <c:pt idx="2306">
                  <c:v>1452.45</c:v>
                </c:pt>
                <c:pt idx="2307">
                  <c:v>1532.2</c:v>
                </c:pt>
                <c:pt idx="2308">
                  <c:v>1565.5</c:v>
                </c:pt>
                <c:pt idx="2309">
                  <c:v>1548.75</c:v>
                </c:pt>
                <c:pt idx="2310">
                  <c:v>1516.45</c:v>
                </c:pt>
                <c:pt idx="2311">
                  <c:v>1524.75</c:v>
                </c:pt>
                <c:pt idx="2312">
                  <c:v>1581.25</c:v>
                </c:pt>
                <c:pt idx="2313">
                  <c:v>1661.35</c:v>
                </c:pt>
                <c:pt idx="2314">
                  <c:v>1671.6</c:v>
                </c:pt>
                <c:pt idx="2315">
                  <c:v>1725.15</c:v>
                </c:pt>
                <c:pt idx="2316">
                  <c:v>1735.75</c:v>
                </c:pt>
                <c:pt idx="2317">
                  <c:v>1773.55</c:v>
                </c:pt>
                <c:pt idx="2318">
                  <c:v>1830.05</c:v>
                </c:pt>
                <c:pt idx="2319">
                  <c:v>1735</c:v>
                </c:pt>
                <c:pt idx="2320">
                  <c:v>1716.95</c:v>
                </c:pt>
                <c:pt idx="2321">
                  <c:v>1715.4</c:v>
                </c:pt>
                <c:pt idx="2322">
                  <c:v>1706.1</c:v>
                </c:pt>
                <c:pt idx="2323">
                  <c:v>1718</c:v>
                </c:pt>
                <c:pt idx="2324">
                  <c:v>1763.7</c:v>
                </c:pt>
                <c:pt idx="2325">
                  <c:v>1788.85</c:v>
                </c:pt>
                <c:pt idx="2326">
                  <c:v>1785.55</c:v>
                </c:pt>
                <c:pt idx="2327">
                  <c:v>1737.15</c:v>
                </c:pt>
                <c:pt idx="2328">
                  <c:v>1806.25</c:v>
                </c:pt>
                <c:pt idx="2329">
                  <c:v>1887.1</c:v>
                </c:pt>
                <c:pt idx="2330">
                  <c:v>1883.65</c:v>
                </c:pt>
                <c:pt idx="2331">
                  <c:v>1881.5</c:v>
                </c:pt>
                <c:pt idx="2332">
                  <c:v>1915.55</c:v>
                </c:pt>
                <c:pt idx="2333">
                  <c:v>1900.3</c:v>
                </c:pt>
                <c:pt idx="2334">
                  <c:v>1861.6</c:v>
                </c:pt>
                <c:pt idx="2335">
                  <c:v>1959.9</c:v>
                </c:pt>
                <c:pt idx="2336">
                  <c:v>1933</c:v>
                </c:pt>
                <c:pt idx="2337">
                  <c:v>1908.95</c:v>
                </c:pt>
                <c:pt idx="2338">
                  <c:v>1950.7</c:v>
                </c:pt>
                <c:pt idx="2339">
                  <c:v>2367.5500000000002</c:v>
                </c:pt>
                <c:pt idx="2340">
                  <c:v>2230.9</c:v>
                </c:pt>
                <c:pt idx="2341">
                  <c:v>2152.4499999999998</c:v>
                </c:pt>
                <c:pt idx="2342">
                  <c:v>2115.4499999999998</c:v>
                </c:pt>
                <c:pt idx="2343">
                  <c:v>2185.75</c:v>
                </c:pt>
                <c:pt idx="2344">
                  <c:v>2194.75</c:v>
                </c:pt>
                <c:pt idx="2345">
                  <c:v>2142.6999999999998</c:v>
                </c:pt>
                <c:pt idx="2346">
                  <c:v>2186.35</c:v>
                </c:pt>
                <c:pt idx="2347">
                  <c:v>2220.5500000000002</c:v>
                </c:pt>
                <c:pt idx="2348">
                  <c:v>2271.9</c:v>
                </c:pt>
                <c:pt idx="2349">
                  <c:v>2282.1999999999998</c:v>
                </c:pt>
                <c:pt idx="2350">
                  <c:v>2279.1999999999998</c:v>
                </c:pt>
                <c:pt idx="2351">
                  <c:v>2245.9</c:v>
                </c:pt>
                <c:pt idx="2352">
                  <c:v>2261.75</c:v>
                </c:pt>
                <c:pt idx="2353">
                  <c:v>2212.75</c:v>
                </c:pt>
                <c:pt idx="2354">
                  <c:v>2194</c:v>
                </c:pt>
                <c:pt idx="2355">
                  <c:v>2272.15</c:v>
                </c:pt>
                <c:pt idx="2356">
                  <c:v>2320.1999999999998</c:v>
                </c:pt>
                <c:pt idx="2357">
                  <c:v>2303.25</c:v>
                </c:pt>
                <c:pt idx="2358">
                  <c:v>2362.1</c:v>
                </c:pt>
                <c:pt idx="2359">
                  <c:v>2178.8000000000002</c:v>
                </c:pt>
                <c:pt idx="2360">
                  <c:v>2143.35</c:v>
                </c:pt>
                <c:pt idx="2361">
                  <c:v>2051.35</c:v>
                </c:pt>
                <c:pt idx="2362">
                  <c:v>2025.05</c:v>
                </c:pt>
                <c:pt idx="2363">
                  <c:v>2041.5</c:v>
                </c:pt>
                <c:pt idx="2364">
                  <c:v>1952.5</c:v>
                </c:pt>
                <c:pt idx="2365">
                  <c:v>2015.3</c:v>
                </c:pt>
                <c:pt idx="2366">
                  <c:v>2002.35</c:v>
                </c:pt>
                <c:pt idx="2367">
                  <c:v>1958.1</c:v>
                </c:pt>
                <c:pt idx="2368">
                  <c:v>2029.2</c:v>
                </c:pt>
                <c:pt idx="2369">
                  <c:v>2087</c:v>
                </c:pt>
                <c:pt idx="2370">
                  <c:v>2023.4</c:v>
                </c:pt>
                <c:pt idx="2371">
                  <c:v>2058.8000000000002</c:v>
                </c:pt>
                <c:pt idx="2372">
                  <c:v>2011.35</c:v>
                </c:pt>
                <c:pt idx="2373">
                  <c:v>2027.65</c:v>
                </c:pt>
                <c:pt idx="2374">
                  <c:v>1893.15</c:v>
                </c:pt>
                <c:pt idx="2375">
                  <c:v>1855.45</c:v>
                </c:pt>
                <c:pt idx="2376">
                  <c:v>1829.65</c:v>
                </c:pt>
                <c:pt idx="2377">
                  <c:v>1853.4</c:v>
                </c:pt>
                <c:pt idx="2378">
                  <c:v>1775.15</c:v>
                </c:pt>
                <c:pt idx="2379">
                  <c:v>1750.95</c:v>
                </c:pt>
                <c:pt idx="2380">
                  <c:v>1814.05</c:v>
                </c:pt>
                <c:pt idx="2381">
                  <c:v>1876.3</c:v>
                </c:pt>
                <c:pt idx="2382">
                  <c:v>1935.4</c:v>
                </c:pt>
                <c:pt idx="2383">
                  <c:v>1937.05</c:v>
                </c:pt>
                <c:pt idx="2384">
                  <c:v>2033.3</c:v>
                </c:pt>
                <c:pt idx="2385">
                  <c:v>2018.65</c:v>
                </c:pt>
                <c:pt idx="2386">
                  <c:v>1975.7</c:v>
                </c:pt>
                <c:pt idx="2387">
                  <c:v>2041.55</c:v>
                </c:pt>
                <c:pt idx="2388">
                  <c:v>2016.85</c:v>
                </c:pt>
                <c:pt idx="2389">
                  <c:v>1940.65</c:v>
                </c:pt>
                <c:pt idx="2390">
                  <c:v>1907.6</c:v>
                </c:pt>
                <c:pt idx="2391">
                  <c:v>1930.4</c:v>
                </c:pt>
                <c:pt idx="2392">
                  <c:v>1900.3</c:v>
                </c:pt>
                <c:pt idx="2393">
                  <c:v>1955.4</c:v>
                </c:pt>
                <c:pt idx="2394">
                  <c:v>2017</c:v>
                </c:pt>
                <c:pt idx="2395">
                  <c:v>2039.75</c:v>
                </c:pt>
                <c:pt idx="2396">
                  <c:v>2076.4</c:v>
                </c:pt>
                <c:pt idx="2397">
                  <c:v>2046.8</c:v>
                </c:pt>
                <c:pt idx="2398">
                  <c:v>1997.75</c:v>
                </c:pt>
                <c:pt idx="2399">
                  <c:v>1988.1</c:v>
                </c:pt>
                <c:pt idx="2400">
                  <c:v>2000.4</c:v>
                </c:pt>
                <c:pt idx="2401">
                  <c:v>1990.7</c:v>
                </c:pt>
                <c:pt idx="2402">
                  <c:v>2024.3</c:v>
                </c:pt>
                <c:pt idx="2403">
                  <c:v>2036.45</c:v>
                </c:pt>
                <c:pt idx="2404">
                  <c:v>1941.95</c:v>
                </c:pt>
                <c:pt idx="2405">
                  <c:v>1941.2</c:v>
                </c:pt>
                <c:pt idx="2406">
                  <c:v>1885.85</c:v>
                </c:pt>
                <c:pt idx="2407">
                  <c:v>1898.4</c:v>
                </c:pt>
                <c:pt idx="2408">
                  <c:v>1928.8</c:v>
                </c:pt>
                <c:pt idx="2409">
                  <c:v>1974.3</c:v>
                </c:pt>
                <c:pt idx="2410">
                  <c:v>2025.65</c:v>
                </c:pt>
                <c:pt idx="2411">
                  <c:v>2040.15</c:v>
                </c:pt>
                <c:pt idx="2412">
                  <c:v>2042.35</c:v>
                </c:pt>
                <c:pt idx="2413">
                  <c:v>2074.1</c:v>
                </c:pt>
                <c:pt idx="2414">
                  <c:v>2005.1</c:v>
                </c:pt>
                <c:pt idx="2415">
                  <c:v>1980.85</c:v>
                </c:pt>
                <c:pt idx="2416">
                  <c:v>1971.15</c:v>
                </c:pt>
                <c:pt idx="2417">
                  <c:v>1930.8</c:v>
                </c:pt>
                <c:pt idx="2418">
                  <c:v>1981.15</c:v>
                </c:pt>
                <c:pt idx="2419">
                  <c:v>2002.85</c:v>
                </c:pt>
                <c:pt idx="2420">
                  <c:v>2075.6</c:v>
                </c:pt>
                <c:pt idx="2421">
                  <c:v>2168.4499999999998</c:v>
                </c:pt>
                <c:pt idx="2422">
                  <c:v>2147.4499999999998</c:v>
                </c:pt>
                <c:pt idx="2423">
                  <c:v>2140.85</c:v>
                </c:pt>
                <c:pt idx="2424">
                  <c:v>2139.5</c:v>
                </c:pt>
                <c:pt idx="2425">
                  <c:v>2180.9</c:v>
                </c:pt>
                <c:pt idx="2426">
                  <c:v>2184</c:v>
                </c:pt>
                <c:pt idx="2427">
                  <c:v>2086.15</c:v>
                </c:pt>
                <c:pt idx="2428">
                  <c:v>2102.5500000000002</c:v>
                </c:pt>
                <c:pt idx="2429">
                  <c:v>2097.9499999999998</c:v>
                </c:pt>
                <c:pt idx="2430">
                  <c:v>2101.6999999999998</c:v>
                </c:pt>
                <c:pt idx="2431">
                  <c:v>2100.9499999999998</c:v>
                </c:pt>
                <c:pt idx="2432">
                  <c:v>2135</c:v>
                </c:pt>
                <c:pt idx="2433">
                  <c:v>2171.0500000000002</c:v>
                </c:pt>
                <c:pt idx="2434">
                  <c:v>2201.65</c:v>
                </c:pt>
                <c:pt idx="2435">
                  <c:v>2174.35</c:v>
                </c:pt>
                <c:pt idx="2436">
                  <c:v>2139.1</c:v>
                </c:pt>
                <c:pt idx="2437">
                  <c:v>2134.1</c:v>
                </c:pt>
                <c:pt idx="2438">
                  <c:v>2101.3000000000002</c:v>
                </c:pt>
                <c:pt idx="2439">
                  <c:v>2119.65</c:v>
                </c:pt>
                <c:pt idx="2440">
                  <c:v>2099.75</c:v>
                </c:pt>
                <c:pt idx="2441">
                  <c:v>2169.0500000000002</c:v>
                </c:pt>
                <c:pt idx="2442">
                  <c:v>2184.1999999999998</c:v>
                </c:pt>
                <c:pt idx="2443">
                  <c:v>2171.5</c:v>
                </c:pt>
                <c:pt idx="2444">
                  <c:v>2218.75</c:v>
                </c:pt>
                <c:pt idx="2445">
                  <c:v>2225.1999999999998</c:v>
                </c:pt>
                <c:pt idx="2446">
                  <c:v>2184.5500000000002</c:v>
                </c:pt>
                <c:pt idx="2447">
                  <c:v>2182.1999999999998</c:v>
                </c:pt>
                <c:pt idx="2448">
                  <c:v>2135.1999999999998</c:v>
                </c:pt>
                <c:pt idx="2449">
                  <c:v>2047.35</c:v>
                </c:pt>
                <c:pt idx="2450">
                  <c:v>2015.35</c:v>
                </c:pt>
                <c:pt idx="2451">
                  <c:v>1991</c:v>
                </c:pt>
                <c:pt idx="2452">
                  <c:v>2034.15</c:v>
                </c:pt>
                <c:pt idx="2453">
                  <c:v>1999.4</c:v>
                </c:pt>
                <c:pt idx="2454">
                  <c:v>1931.15</c:v>
                </c:pt>
                <c:pt idx="2455">
                  <c:v>1818.55</c:v>
                </c:pt>
                <c:pt idx="2456">
                  <c:v>1920.7</c:v>
                </c:pt>
                <c:pt idx="2457">
                  <c:v>1941.15</c:v>
                </c:pt>
                <c:pt idx="2458">
                  <c:v>1957.5</c:v>
                </c:pt>
                <c:pt idx="2459">
                  <c:v>2024.4</c:v>
                </c:pt>
                <c:pt idx="2460">
                  <c:v>2054.5</c:v>
                </c:pt>
                <c:pt idx="2461">
                  <c:v>2114</c:v>
                </c:pt>
                <c:pt idx="2462">
                  <c:v>2101.25</c:v>
                </c:pt>
                <c:pt idx="2463">
                  <c:v>2119.5</c:v>
                </c:pt>
                <c:pt idx="2464">
                  <c:v>2153.6</c:v>
                </c:pt>
                <c:pt idx="2465">
                  <c:v>2132.35</c:v>
                </c:pt>
                <c:pt idx="2466">
                  <c:v>2100.0500000000002</c:v>
                </c:pt>
                <c:pt idx="2467">
                  <c:v>2083.8000000000002</c:v>
                </c:pt>
                <c:pt idx="2468">
                  <c:v>2123.3000000000002</c:v>
                </c:pt>
                <c:pt idx="2469">
                  <c:v>2194.9499999999998</c:v>
                </c:pt>
                <c:pt idx="2470">
                  <c:v>2177.1999999999998</c:v>
                </c:pt>
                <c:pt idx="2471">
                  <c:v>2194.6999999999998</c:v>
                </c:pt>
                <c:pt idx="2472">
                  <c:v>1063.75</c:v>
                </c:pt>
                <c:pt idx="2473">
                  <c:v>1045.95</c:v>
                </c:pt>
                <c:pt idx="2474">
                  <c:v>1063.5</c:v>
                </c:pt>
                <c:pt idx="2475">
                  <c:v>1098</c:v>
                </c:pt>
                <c:pt idx="2476">
                  <c:v>1100.45</c:v>
                </c:pt>
                <c:pt idx="2477">
                  <c:v>1099.6500000000001</c:v>
                </c:pt>
                <c:pt idx="2478">
                  <c:v>1088.4000000000001</c:v>
                </c:pt>
                <c:pt idx="2479">
                  <c:v>1055</c:v>
                </c:pt>
                <c:pt idx="2480">
                  <c:v>1080.3499999999999</c:v>
                </c:pt>
                <c:pt idx="2481">
                  <c:v>1071.8499999999999</c:v>
                </c:pt>
                <c:pt idx="2482">
                  <c:v>1071.8</c:v>
                </c:pt>
                <c:pt idx="2483">
                  <c:v>1071.25</c:v>
                </c:pt>
                <c:pt idx="2484">
                  <c:v>1067.95</c:v>
                </c:pt>
                <c:pt idx="2485">
                  <c:v>1051.5999999999999</c:v>
                </c:pt>
                <c:pt idx="2486">
                  <c:v>1047.1500000000001</c:v>
                </c:pt>
                <c:pt idx="2487">
                  <c:v>1034.95</c:v>
                </c:pt>
                <c:pt idx="2488">
                  <c:v>1007.65</c:v>
                </c:pt>
                <c:pt idx="2489">
                  <c:v>1016.95</c:v>
                </c:pt>
                <c:pt idx="2490">
                  <c:v>1019.2</c:v>
                </c:pt>
                <c:pt idx="2491">
                  <c:v>1066.2</c:v>
                </c:pt>
                <c:pt idx="2492">
                  <c:v>1076.3</c:v>
                </c:pt>
                <c:pt idx="2493">
                  <c:v>1080.25</c:v>
                </c:pt>
                <c:pt idx="2494">
                  <c:v>1076.05</c:v>
                </c:pt>
                <c:pt idx="2495">
                  <c:v>1090.55</c:v>
                </c:pt>
                <c:pt idx="2496">
                  <c:v>1075.5</c:v>
                </c:pt>
                <c:pt idx="2497">
                  <c:v>1070.7</c:v>
                </c:pt>
                <c:pt idx="2498">
                  <c:v>1088</c:v>
                </c:pt>
                <c:pt idx="2499">
                  <c:v>1106.05</c:v>
                </c:pt>
                <c:pt idx="2500">
                  <c:v>1103.1500000000001</c:v>
                </c:pt>
                <c:pt idx="2501">
                  <c:v>1081.5</c:v>
                </c:pt>
                <c:pt idx="2502">
                  <c:v>1084.3499999999999</c:v>
                </c:pt>
                <c:pt idx="2503">
                  <c:v>1088.5999999999999</c:v>
                </c:pt>
                <c:pt idx="2504">
                  <c:v>1121.7</c:v>
                </c:pt>
                <c:pt idx="2505">
                  <c:v>1110.75</c:v>
                </c:pt>
                <c:pt idx="2506">
                  <c:v>1099.5</c:v>
                </c:pt>
                <c:pt idx="2507">
                  <c:v>1085</c:v>
                </c:pt>
                <c:pt idx="2508">
                  <c:v>1077.5</c:v>
                </c:pt>
                <c:pt idx="2509">
                  <c:v>1054.05</c:v>
                </c:pt>
                <c:pt idx="2510">
                  <c:v>1053.8499999999999</c:v>
                </c:pt>
                <c:pt idx="2511">
                  <c:v>1042.05</c:v>
                </c:pt>
                <c:pt idx="2512">
                  <c:v>1027.55</c:v>
                </c:pt>
                <c:pt idx="2513">
                  <c:v>1037.1500000000001</c:v>
                </c:pt>
                <c:pt idx="2514">
                  <c:v>1046.2</c:v>
                </c:pt>
                <c:pt idx="2515">
                  <c:v>1045.4000000000001</c:v>
                </c:pt>
                <c:pt idx="2516">
                  <c:v>1027.3</c:v>
                </c:pt>
                <c:pt idx="2517">
                  <c:v>1033.95</c:v>
                </c:pt>
                <c:pt idx="2518">
                  <c:v>1019.15</c:v>
                </c:pt>
                <c:pt idx="2519">
                  <c:v>981.7</c:v>
                </c:pt>
                <c:pt idx="2520">
                  <c:v>993.75</c:v>
                </c:pt>
                <c:pt idx="2521">
                  <c:v>994.35</c:v>
                </c:pt>
                <c:pt idx="2522">
                  <c:v>993.25</c:v>
                </c:pt>
                <c:pt idx="2523">
                  <c:v>985.1</c:v>
                </c:pt>
                <c:pt idx="2524">
                  <c:v>1015.15</c:v>
                </c:pt>
                <c:pt idx="2525">
                  <c:v>1010</c:v>
                </c:pt>
                <c:pt idx="2526">
                  <c:v>1017.75</c:v>
                </c:pt>
                <c:pt idx="2527">
                  <c:v>1032.55</c:v>
                </c:pt>
                <c:pt idx="2528">
                  <c:v>997.8</c:v>
                </c:pt>
                <c:pt idx="2529">
                  <c:v>983.2</c:v>
                </c:pt>
                <c:pt idx="2530">
                  <c:v>977.95</c:v>
                </c:pt>
                <c:pt idx="2531">
                  <c:v>975.35</c:v>
                </c:pt>
                <c:pt idx="2532">
                  <c:v>978.8</c:v>
                </c:pt>
                <c:pt idx="2533">
                  <c:v>963.1</c:v>
                </c:pt>
                <c:pt idx="2534">
                  <c:v>978.95</c:v>
                </c:pt>
                <c:pt idx="2535">
                  <c:v>983.2</c:v>
                </c:pt>
                <c:pt idx="2536">
                  <c:v>1024.8</c:v>
                </c:pt>
                <c:pt idx="2537">
                  <c:v>1014</c:v>
                </c:pt>
                <c:pt idx="2538">
                  <c:v>1009.8</c:v>
                </c:pt>
                <c:pt idx="2539">
                  <c:v>1004.1</c:v>
                </c:pt>
                <c:pt idx="2540">
                  <c:v>990.35</c:v>
                </c:pt>
                <c:pt idx="2541">
                  <c:v>1008.75</c:v>
                </c:pt>
                <c:pt idx="2542">
                  <c:v>1016.45</c:v>
                </c:pt>
                <c:pt idx="2543">
                  <c:v>1021.6</c:v>
                </c:pt>
                <c:pt idx="2544">
                  <c:v>1028.05</c:v>
                </c:pt>
                <c:pt idx="2545">
                  <c:v>1067.95</c:v>
                </c:pt>
                <c:pt idx="2546">
                  <c:v>1069.7</c:v>
                </c:pt>
                <c:pt idx="2547">
                  <c:v>1076.95</c:v>
                </c:pt>
                <c:pt idx="2548">
                  <c:v>1092.05</c:v>
                </c:pt>
                <c:pt idx="2549">
                  <c:v>1073.95</c:v>
                </c:pt>
                <c:pt idx="2550">
                  <c:v>1091.4000000000001</c:v>
                </c:pt>
                <c:pt idx="2551">
                  <c:v>1091.45</c:v>
                </c:pt>
                <c:pt idx="2552">
                  <c:v>1100.45</c:v>
                </c:pt>
                <c:pt idx="2553">
                  <c:v>1093.3</c:v>
                </c:pt>
                <c:pt idx="2554">
                  <c:v>1088.1500000000001</c:v>
                </c:pt>
                <c:pt idx="2555">
                  <c:v>1074.25</c:v>
                </c:pt>
                <c:pt idx="2556">
                  <c:v>1092.05</c:v>
                </c:pt>
                <c:pt idx="2557">
                  <c:v>1125.9000000000001</c:v>
                </c:pt>
                <c:pt idx="2558">
                  <c:v>1123.2</c:v>
                </c:pt>
                <c:pt idx="2559">
                  <c:v>1129.7</c:v>
                </c:pt>
                <c:pt idx="2560">
                  <c:v>1106.55</c:v>
                </c:pt>
                <c:pt idx="2561">
                  <c:v>1124.7</c:v>
                </c:pt>
                <c:pt idx="2562">
                  <c:v>1127.3499999999999</c:v>
                </c:pt>
                <c:pt idx="2563">
                  <c:v>1120.9000000000001</c:v>
                </c:pt>
                <c:pt idx="2564">
                  <c:v>1090.7</c:v>
                </c:pt>
                <c:pt idx="2565">
                  <c:v>1084.25</c:v>
                </c:pt>
                <c:pt idx="2566">
                  <c:v>1061.8</c:v>
                </c:pt>
                <c:pt idx="2567">
                  <c:v>1063.2</c:v>
                </c:pt>
                <c:pt idx="2568">
                  <c:v>1054.0999999999999</c:v>
                </c:pt>
                <c:pt idx="2569">
                  <c:v>1075.75</c:v>
                </c:pt>
                <c:pt idx="2570">
                  <c:v>1088.2</c:v>
                </c:pt>
                <c:pt idx="2571">
                  <c:v>1071.25</c:v>
                </c:pt>
                <c:pt idx="2572">
                  <c:v>1061.25</c:v>
                </c:pt>
                <c:pt idx="2573">
                  <c:v>1017.25</c:v>
                </c:pt>
                <c:pt idx="2574">
                  <c:v>1035.05</c:v>
                </c:pt>
                <c:pt idx="2575">
                  <c:v>1033.5999999999999</c:v>
                </c:pt>
                <c:pt idx="2576">
                  <c:v>1023.75</c:v>
                </c:pt>
                <c:pt idx="2577">
                  <c:v>1021.15</c:v>
                </c:pt>
                <c:pt idx="2578">
                  <c:v>1020.65</c:v>
                </c:pt>
                <c:pt idx="2579">
                  <c:v>1007.85</c:v>
                </c:pt>
                <c:pt idx="2580">
                  <c:v>1032.8</c:v>
                </c:pt>
                <c:pt idx="2581">
                  <c:v>1079.4000000000001</c:v>
                </c:pt>
                <c:pt idx="2582">
                  <c:v>1067.8</c:v>
                </c:pt>
                <c:pt idx="2583">
                  <c:v>1082.95</c:v>
                </c:pt>
                <c:pt idx="2584">
                  <c:v>1071.8</c:v>
                </c:pt>
                <c:pt idx="2585">
                  <c:v>1043.6500000000001</c:v>
                </c:pt>
                <c:pt idx="2586">
                  <c:v>1016.55</c:v>
                </c:pt>
                <c:pt idx="2587">
                  <c:v>1020.6</c:v>
                </c:pt>
                <c:pt idx="2588">
                  <c:v>998.65</c:v>
                </c:pt>
                <c:pt idx="2589">
                  <c:v>999.95</c:v>
                </c:pt>
                <c:pt idx="2590">
                  <c:v>995.55</c:v>
                </c:pt>
                <c:pt idx="2591">
                  <c:v>1022.65</c:v>
                </c:pt>
                <c:pt idx="2592">
                  <c:v>985.65</c:v>
                </c:pt>
                <c:pt idx="2593">
                  <c:v>1008.05</c:v>
                </c:pt>
                <c:pt idx="2594">
                  <c:v>1022.25</c:v>
                </c:pt>
                <c:pt idx="2595">
                  <c:v>1036.6500000000001</c:v>
                </c:pt>
                <c:pt idx="2596">
                  <c:v>1045.5999999999999</c:v>
                </c:pt>
                <c:pt idx="2597">
                  <c:v>1010.55</c:v>
                </c:pt>
                <c:pt idx="2598">
                  <c:v>1011.05</c:v>
                </c:pt>
                <c:pt idx="2599">
                  <c:v>1030.8</c:v>
                </c:pt>
                <c:pt idx="2600">
                  <c:v>1031.2</c:v>
                </c:pt>
                <c:pt idx="2601">
                  <c:v>1007.75</c:v>
                </c:pt>
                <c:pt idx="2602">
                  <c:v>996.4</c:v>
                </c:pt>
                <c:pt idx="2603">
                  <c:v>1007.05</c:v>
                </c:pt>
                <c:pt idx="2604">
                  <c:v>1015.35</c:v>
                </c:pt>
                <c:pt idx="2605">
                  <c:v>1046.4000000000001</c:v>
                </c:pt>
                <c:pt idx="2606">
                  <c:v>1063.5</c:v>
                </c:pt>
                <c:pt idx="2607">
                  <c:v>1066.0999999999999</c:v>
                </c:pt>
                <c:pt idx="2608">
                  <c:v>1057.95</c:v>
                </c:pt>
                <c:pt idx="2609">
                  <c:v>1071.4000000000001</c:v>
                </c:pt>
                <c:pt idx="2610">
                  <c:v>1054.3499999999999</c:v>
                </c:pt>
                <c:pt idx="2611">
                  <c:v>1065.6500000000001</c:v>
                </c:pt>
                <c:pt idx="2612">
                  <c:v>1063.8</c:v>
                </c:pt>
                <c:pt idx="2613">
                  <c:v>1058.7</c:v>
                </c:pt>
                <c:pt idx="2614">
                  <c:v>1052.05</c:v>
                </c:pt>
                <c:pt idx="2615">
                  <c:v>1062.95</c:v>
                </c:pt>
                <c:pt idx="2616">
                  <c:v>1090.1500000000001</c:v>
                </c:pt>
                <c:pt idx="2617">
                  <c:v>1067.45</c:v>
                </c:pt>
                <c:pt idx="2618">
                  <c:v>1089.8499999999999</c:v>
                </c:pt>
                <c:pt idx="2619">
                  <c:v>1076.25</c:v>
                </c:pt>
                <c:pt idx="2620">
                  <c:v>1068.95</c:v>
                </c:pt>
                <c:pt idx="2621">
                  <c:v>1068.3</c:v>
                </c:pt>
                <c:pt idx="2622">
                  <c:v>1073.9000000000001</c:v>
                </c:pt>
                <c:pt idx="2623">
                  <c:v>1053.55</c:v>
                </c:pt>
                <c:pt idx="2624">
                  <c:v>1057.0999999999999</c:v>
                </c:pt>
                <c:pt idx="2625">
                  <c:v>1057.6500000000001</c:v>
                </c:pt>
                <c:pt idx="2626">
                  <c:v>1056.25</c:v>
                </c:pt>
                <c:pt idx="2627">
                  <c:v>1074.3</c:v>
                </c:pt>
                <c:pt idx="2628">
                  <c:v>1070.45</c:v>
                </c:pt>
                <c:pt idx="2629">
                  <c:v>1073.45</c:v>
                </c:pt>
                <c:pt idx="2630">
                  <c:v>1062.95</c:v>
                </c:pt>
                <c:pt idx="2631">
                  <c:v>1056.05</c:v>
                </c:pt>
                <c:pt idx="2632">
                  <c:v>1052.95</c:v>
                </c:pt>
                <c:pt idx="2633">
                  <c:v>1058.4000000000001</c:v>
                </c:pt>
                <c:pt idx="2634">
                  <c:v>1059</c:v>
                </c:pt>
                <c:pt idx="2635">
                  <c:v>1060.45</c:v>
                </c:pt>
                <c:pt idx="2636">
                  <c:v>1053.0999999999999</c:v>
                </c:pt>
                <c:pt idx="2637">
                  <c:v>1053.5</c:v>
                </c:pt>
                <c:pt idx="2638">
                  <c:v>1021.25</c:v>
                </c:pt>
                <c:pt idx="2639">
                  <c:v>1010.15</c:v>
                </c:pt>
                <c:pt idx="2640">
                  <c:v>1009.65</c:v>
                </c:pt>
                <c:pt idx="2641">
                  <c:v>1014.55</c:v>
                </c:pt>
                <c:pt idx="2642">
                  <c:v>1027.75</c:v>
                </c:pt>
                <c:pt idx="2643">
                  <c:v>1016.05</c:v>
                </c:pt>
                <c:pt idx="2644">
                  <c:v>1007.05</c:v>
                </c:pt>
                <c:pt idx="2645">
                  <c:v>1000.1</c:v>
                </c:pt>
                <c:pt idx="2646">
                  <c:v>993.6</c:v>
                </c:pt>
                <c:pt idx="2647">
                  <c:v>987.9</c:v>
                </c:pt>
                <c:pt idx="2648">
                  <c:v>983.25</c:v>
                </c:pt>
                <c:pt idx="2649">
                  <c:v>972.6</c:v>
                </c:pt>
                <c:pt idx="2650">
                  <c:v>979.1</c:v>
                </c:pt>
                <c:pt idx="2651">
                  <c:v>976.9</c:v>
                </c:pt>
                <c:pt idx="2652">
                  <c:v>970.65</c:v>
                </c:pt>
                <c:pt idx="2653">
                  <c:v>964.6</c:v>
                </c:pt>
                <c:pt idx="2654">
                  <c:v>977.2</c:v>
                </c:pt>
                <c:pt idx="2655">
                  <c:v>988.65</c:v>
                </c:pt>
                <c:pt idx="2656">
                  <c:v>976.9</c:v>
                </c:pt>
                <c:pt idx="2657">
                  <c:v>972.4</c:v>
                </c:pt>
                <c:pt idx="2658">
                  <c:v>967.8</c:v>
                </c:pt>
                <c:pt idx="2659">
                  <c:v>956.45</c:v>
                </c:pt>
                <c:pt idx="2660">
                  <c:v>949.6</c:v>
                </c:pt>
                <c:pt idx="2661">
                  <c:v>947.95</c:v>
                </c:pt>
                <c:pt idx="2662">
                  <c:v>919.2</c:v>
                </c:pt>
                <c:pt idx="2663">
                  <c:v>936.2</c:v>
                </c:pt>
                <c:pt idx="2664">
                  <c:v>937.45</c:v>
                </c:pt>
                <c:pt idx="2665">
                  <c:v>925.7</c:v>
                </c:pt>
                <c:pt idx="2666">
                  <c:v>952.65</c:v>
                </c:pt>
                <c:pt idx="2667">
                  <c:v>962.3</c:v>
                </c:pt>
                <c:pt idx="2668">
                  <c:v>959.6</c:v>
                </c:pt>
                <c:pt idx="2669">
                  <c:v>958.55</c:v>
                </c:pt>
                <c:pt idx="2670">
                  <c:v>992.5</c:v>
                </c:pt>
                <c:pt idx="2671">
                  <c:v>988.15</c:v>
                </c:pt>
                <c:pt idx="2672">
                  <c:v>1013.9</c:v>
                </c:pt>
                <c:pt idx="2673">
                  <c:v>1000.35</c:v>
                </c:pt>
                <c:pt idx="2674">
                  <c:v>1027.3499999999999</c:v>
                </c:pt>
                <c:pt idx="2675">
                  <c:v>1041.4000000000001</c:v>
                </c:pt>
                <c:pt idx="2676">
                  <c:v>1035.1500000000001</c:v>
                </c:pt>
                <c:pt idx="2677">
                  <c:v>1020.05</c:v>
                </c:pt>
                <c:pt idx="2678">
                  <c:v>997.65</c:v>
                </c:pt>
                <c:pt idx="2679">
                  <c:v>1001.65</c:v>
                </c:pt>
                <c:pt idx="2680">
                  <c:v>1010.2</c:v>
                </c:pt>
                <c:pt idx="2681">
                  <c:v>998.5</c:v>
                </c:pt>
                <c:pt idx="2682">
                  <c:v>999</c:v>
                </c:pt>
                <c:pt idx="2683">
                  <c:v>987.25</c:v>
                </c:pt>
                <c:pt idx="2684">
                  <c:v>1007.9</c:v>
                </c:pt>
                <c:pt idx="2685">
                  <c:v>1017.85</c:v>
                </c:pt>
                <c:pt idx="2686">
                  <c:v>1023.85</c:v>
                </c:pt>
                <c:pt idx="2687">
                  <c:v>1044.95</c:v>
                </c:pt>
                <c:pt idx="2688">
                  <c:v>1039.1500000000001</c:v>
                </c:pt>
                <c:pt idx="2689">
                  <c:v>1049.6500000000001</c:v>
                </c:pt>
                <c:pt idx="2690">
                  <c:v>1069.2</c:v>
                </c:pt>
                <c:pt idx="2691">
                  <c:v>1055.5999999999999</c:v>
                </c:pt>
                <c:pt idx="2692">
                  <c:v>1073.05</c:v>
                </c:pt>
                <c:pt idx="2693">
                  <c:v>1059</c:v>
                </c:pt>
                <c:pt idx="2694">
                  <c:v>1040.3499999999999</c:v>
                </c:pt>
                <c:pt idx="2695">
                  <c:v>1047.45</c:v>
                </c:pt>
                <c:pt idx="2696">
                  <c:v>1044.4000000000001</c:v>
                </c:pt>
                <c:pt idx="2697">
                  <c:v>1049.45</c:v>
                </c:pt>
                <c:pt idx="2698">
                  <c:v>1081.6500000000001</c:v>
                </c:pt>
                <c:pt idx="2699">
                  <c:v>1081.8</c:v>
                </c:pt>
                <c:pt idx="2700">
                  <c:v>1090.3499999999999</c:v>
                </c:pt>
                <c:pt idx="2701">
                  <c:v>1098.8499999999999</c:v>
                </c:pt>
                <c:pt idx="2702">
                  <c:v>1092.75</c:v>
                </c:pt>
                <c:pt idx="2703">
                  <c:v>1082</c:v>
                </c:pt>
                <c:pt idx="2704">
                  <c:v>1096.25</c:v>
                </c:pt>
                <c:pt idx="2705">
                  <c:v>1093.2</c:v>
                </c:pt>
                <c:pt idx="2706">
                  <c:v>1074.8499999999999</c:v>
                </c:pt>
                <c:pt idx="2707">
                  <c:v>1065.3</c:v>
                </c:pt>
                <c:pt idx="2708">
                  <c:v>1105.05</c:v>
                </c:pt>
                <c:pt idx="2709">
                  <c:v>1105.7</c:v>
                </c:pt>
                <c:pt idx="2710">
                  <c:v>1111.8499999999999</c:v>
                </c:pt>
                <c:pt idx="2711">
                  <c:v>1108.55</c:v>
                </c:pt>
                <c:pt idx="2712">
                  <c:v>1102.2</c:v>
                </c:pt>
                <c:pt idx="2713">
                  <c:v>1079.9000000000001</c:v>
                </c:pt>
                <c:pt idx="2714">
                  <c:v>1061.8499999999999</c:v>
                </c:pt>
                <c:pt idx="2715">
                  <c:v>1054.7</c:v>
                </c:pt>
                <c:pt idx="2716">
                  <c:v>1030.5</c:v>
                </c:pt>
                <c:pt idx="2717">
                  <c:v>1032.95</c:v>
                </c:pt>
                <c:pt idx="2718">
                  <c:v>996.25</c:v>
                </c:pt>
                <c:pt idx="2719">
                  <c:v>1012.25</c:v>
                </c:pt>
                <c:pt idx="2720">
                  <c:v>995.6</c:v>
                </c:pt>
                <c:pt idx="2721">
                  <c:v>996.05</c:v>
                </c:pt>
                <c:pt idx="2722">
                  <c:v>979.5</c:v>
                </c:pt>
                <c:pt idx="2723">
                  <c:v>962.35</c:v>
                </c:pt>
                <c:pt idx="2724">
                  <c:v>998.4</c:v>
                </c:pt>
                <c:pt idx="2725">
                  <c:v>985.6</c:v>
                </c:pt>
                <c:pt idx="2726">
                  <c:v>988.8</c:v>
                </c:pt>
                <c:pt idx="2727">
                  <c:v>1011.15</c:v>
                </c:pt>
                <c:pt idx="2728">
                  <c:v>1005.9</c:v>
                </c:pt>
                <c:pt idx="2729">
                  <c:v>1020.15</c:v>
                </c:pt>
                <c:pt idx="2730">
                  <c:v>1030.75</c:v>
                </c:pt>
                <c:pt idx="2731">
                  <c:v>1020.55</c:v>
                </c:pt>
                <c:pt idx="2732">
                  <c:v>984.5</c:v>
                </c:pt>
                <c:pt idx="2733">
                  <c:v>1023.9</c:v>
                </c:pt>
                <c:pt idx="2734">
                  <c:v>1041.75</c:v>
                </c:pt>
                <c:pt idx="2735">
                  <c:v>1055.25</c:v>
                </c:pt>
                <c:pt idx="2736">
                  <c:v>1053.9000000000001</c:v>
                </c:pt>
                <c:pt idx="2737">
                  <c:v>1056.8499999999999</c:v>
                </c:pt>
                <c:pt idx="2738">
                  <c:v>1056.75</c:v>
                </c:pt>
                <c:pt idx="2739">
                  <c:v>1073.1500000000001</c:v>
                </c:pt>
                <c:pt idx="2740">
                  <c:v>1056.05</c:v>
                </c:pt>
                <c:pt idx="2741">
                  <c:v>1059.4000000000001</c:v>
                </c:pt>
                <c:pt idx="2742">
                  <c:v>1059.7</c:v>
                </c:pt>
                <c:pt idx="2743">
                  <c:v>1055.25</c:v>
                </c:pt>
                <c:pt idx="2744">
                  <c:v>1047.9000000000001</c:v>
                </c:pt>
                <c:pt idx="2745">
                  <c:v>1048.5999999999999</c:v>
                </c:pt>
                <c:pt idx="2746">
                  <c:v>1051.2</c:v>
                </c:pt>
                <c:pt idx="2747">
                  <c:v>1058.7</c:v>
                </c:pt>
                <c:pt idx="2748">
                  <c:v>1055.5999999999999</c:v>
                </c:pt>
                <c:pt idx="2749">
                  <c:v>1077.0999999999999</c:v>
                </c:pt>
                <c:pt idx="2750">
                  <c:v>1075.8</c:v>
                </c:pt>
                <c:pt idx="2751">
                  <c:v>1085.5999999999999</c:v>
                </c:pt>
                <c:pt idx="2752">
                  <c:v>1065.4000000000001</c:v>
                </c:pt>
                <c:pt idx="2753">
                  <c:v>1033.45</c:v>
                </c:pt>
                <c:pt idx="2754">
                  <c:v>1013.75</c:v>
                </c:pt>
                <c:pt idx="2755">
                  <c:v>1030.8</c:v>
                </c:pt>
                <c:pt idx="2756">
                  <c:v>1015.35</c:v>
                </c:pt>
                <c:pt idx="2757">
                  <c:v>1001.5</c:v>
                </c:pt>
                <c:pt idx="2758">
                  <c:v>997.9</c:v>
                </c:pt>
                <c:pt idx="2759">
                  <c:v>994.85</c:v>
                </c:pt>
                <c:pt idx="2760">
                  <c:v>980.15</c:v>
                </c:pt>
                <c:pt idx="2761">
                  <c:v>969.85</c:v>
                </c:pt>
                <c:pt idx="2762">
                  <c:v>986.8</c:v>
                </c:pt>
                <c:pt idx="2763">
                  <c:v>971.6</c:v>
                </c:pt>
                <c:pt idx="2764">
                  <c:v>958.5</c:v>
                </c:pt>
                <c:pt idx="2765">
                  <c:v>942.7</c:v>
                </c:pt>
                <c:pt idx="2766">
                  <c:v>913</c:v>
                </c:pt>
                <c:pt idx="2767">
                  <c:v>919.3</c:v>
                </c:pt>
                <c:pt idx="2768">
                  <c:v>895.5</c:v>
                </c:pt>
                <c:pt idx="2769">
                  <c:v>921.3</c:v>
                </c:pt>
                <c:pt idx="2770">
                  <c:v>943.9</c:v>
                </c:pt>
                <c:pt idx="2771">
                  <c:v>920</c:v>
                </c:pt>
                <c:pt idx="2772">
                  <c:v>929.05</c:v>
                </c:pt>
                <c:pt idx="2773">
                  <c:v>915.25</c:v>
                </c:pt>
                <c:pt idx="2774">
                  <c:v>914.3</c:v>
                </c:pt>
                <c:pt idx="2775">
                  <c:v>899.65</c:v>
                </c:pt>
                <c:pt idx="2776">
                  <c:v>909.95</c:v>
                </c:pt>
                <c:pt idx="2777">
                  <c:v>914.8</c:v>
                </c:pt>
                <c:pt idx="2778">
                  <c:v>941.7</c:v>
                </c:pt>
                <c:pt idx="2779">
                  <c:v>944.15</c:v>
                </c:pt>
                <c:pt idx="2780">
                  <c:v>953.95</c:v>
                </c:pt>
                <c:pt idx="2781">
                  <c:v>935.55</c:v>
                </c:pt>
                <c:pt idx="2782">
                  <c:v>956.35</c:v>
                </c:pt>
                <c:pt idx="2783">
                  <c:v>984.85</c:v>
                </c:pt>
                <c:pt idx="2784">
                  <c:v>995.65</c:v>
                </c:pt>
                <c:pt idx="2785">
                  <c:v>964.2</c:v>
                </c:pt>
                <c:pt idx="2786">
                  <c:v>966.25</c:v>
                </c:pt>
                <c:pt idx="2787">
                  <c:v>964.25</c:v>
                </c:pt>
                <c:pt idx="2788">
                  <c:v>988.85</c:v>
                </c:pt>
                <c:pt idx="2789">
                  <c:v>977.4</c:v>
                </c:pt>
                <c:pt idx="2790">
                  <c:v>982.2</c:v>
                </c:pt>
                <c:pt idx="2791">
                  <c:v>977.05</c:v>
                </c:pt>
                <c:pt idx="2792">
                  <c:v>984.95</c:v>
                </c:pt>
                <c:pt idx="2793">
                  <c:v>993.85</c:v>
                </c:pt>
                <c:pt idx="2794">
                  <c:v>984.75</c:v>
                </c:pt>
                <c:pt idx="2795">
                  <c:v>992.05</c:v>
                </c:pt>
                <c:pt idx="2796">
                  <c:v>1018.35</c:v>
                </c:pt>
                <c:pt idx="2797">
                  <c:v>1037.25</c:v>
                </c:pt>
                <c:pt idx="2798">
                  <c:v>1047.0999999999999</c:v>
                </c:pt>
                <c:pt idx="2799">
                  <c:v>1030.8499999999999</c:v>
                </c:pt>
                <c:pt idx="2800">
                  <c:v>993</c:v>
                </c:pt>
                <c:pt idx="2801">
                  <c:v>990.3</c:v>
                </c:pt>
                <c:pt idx="2802">
                  <c:v>999.65</c:v>
                </c:pt>
                <c:pt idx="2803">
                  <c:v>1013.25</c:v>
                </c:pt>
                <c:pt idx="2804">
                  <c:v>1010.3</c:v>
                </c:pt>
                <c:pt idx="2805">
                  <c:v>1026.5999999999999</c:v>
                </c:pt>
                <c:pt idx="2806">
                  <c:v>1025.7</c:v>
                </c:pt>
                <c:pt idx="2807">
                  <c:v>1022.75</c:v>
                </c:pt>
                <c:pt idx="2808">
                  <c:v>1032.5</c:v>
                </c:pt>
                <c:pt idx="2809">
                  <c:v>1049.0999999999999</c:v>
                </c:pt>
                <c:pt idx="2810">
                  <c:v>1036.4000000000001</c:v>
                </c:pt>
                <c:pt idx="2811">
                  <c:v>1050.6500000000001</c:v>
                </c:pt>
                <c:pt idx="2812">
                  <c:v>1047.6500000000001</c:v>
                </c:pt>
                <c:pt idx="2813">
                  <c:v>1044.8499999999999</c:v>
                </c:pt>
                <c:pt idx="2814">
                  <c:v>1041.9000000000001</c:v>
                </c:pt>
                <c:pt idx="2815">
                  <c:v>1023.9</c:v>
                </c:pt>
                <c:pt idx="2816">
                  <c:v>1005.3</c:v>
                </c:pt>
                <c:pt idx="2817">
                  <c:v>1021.8</c:v>
                </c:pt>
                <c:pt idx="2818">
                  <c:v>1020.95</c:v>
                </c:pt>
                <c:pt idx="2819">
                  <c:v>1009.15</c:v>
                </c:pt>
                <c:pt idx="2820">
                  <c:v>1011.65</c:v>
                </c:pt>
                <c:pt idx="2821">
                  <c:v>1025.9000000000001</c:v>
                </c:pt>
                <c:pt idx="2822">
                  <c:v>1040.5999999999999</c:v>
                </c:pt>
                <c:pt idx="2823">
                  <c:v>1009.35</c:v>
                </c:pt>
                <c:pt idx="2824">
                  <c:v>1001.15</c:v>
                </c:pt>
                <c:pt idx="2825">
                  <c:v>986.1</c:v>
                </c:pt>
                <c:pt idx="2826">
                  <c:v>972.4</c:v>
                </c:pt>
                <c:pt idx="2827">
                  <c:v>983.75</c:v>
                </c:pt>
                <c:pt idx="2828">
                  <c:v>964.75</c:v>
                </c:pt>
                <c:pt idx="2829">
                  <c:v>943.9</c:v>
                </c:pt>
                <c:pt idx="2830">
                  <c:v>947.65</c:v>
                </c:pt>
                <c:pt idx="2831">
                  <c:v>949.95</c:v>
                </c:pt>
                <c:pt idx="2832">
                  <c:v>955.05</c:v>
                </c:pt>
                <c:pt idx="2833">
                  <c:v>959.3</c:v>
                </c:pt>
                <c:pt idx="2834">
                  <c:v>950.75</c:v>
                </c:pt>
                <c:pt idx="2835">
                  <c:v>955.45</c:v>
                </c:pt>
                <c:pt idx="2836">
                  <c:v>945.5</c:v>
                </c:pt>
                <c:pt idx="2837">
                  <c:v>948</c:v>
                </c:pt>
                <c:pt idx="2838">
                  <c:v>945</c:v>
                </c:pt>
                <c:pt idx="2839">
                  <c:v>920.65</c:v>
                </c:pt>
                <c:pt idx="2840">
                  <c:v>901.85</c:v>
                </c:pt>
                <c:pt idx="2841">
                  <c:v>915.5</c:v>
                </c:pt>
                <c:pt idx="2842">
                  <c:v>923.2</c:v>
                </c:pt>
                <c:pt idx="2843">
                  <c:v>909.4</c:v>
                </c:pt>
                <c:pt idx="2844">
                  <c:v>915.75</c:v>
                </c:pt>
                <c:pt idx="2845">
                  <c:v>906</c:v>
                </c:pt>
                <c:pt idx="2846">
                  <c:v>933.85</c:v>
                </c:pt>
                <c:pt idx="2847">
                  <c:v>945.45</c:v>
                </c:pt>
                <c:pt idx="2848">
                  <c:v>938.85</c:v>
                </c:pt>
                <c:pt idx="2849">
                  <c:v>951.85</c:v>
                </c:pt>
                <c:pt idx="2850">
                  <c:v>946.8</c:v>
                </c:pt>
                <c:pt idx="2851">
                  <c:v>951.05</c:v>
                </c:pt>
                <c:pt idx="2852">
                  <c:v>934.6</c:v>
                </c:pt>
                <c:pt idx="2853">
                  <c:v>937.75</c:v>
                </c:pt>
                <c:pt idx="2854">
                  <c:v>958.25</c:v>
                </c:pt>
                <c:pt idx="2855">
                  <c:v>949.2</c:v>
                </c:pt>
                <c:pt idx="2856">
                  <c:v>954</c:v>
                </c:pt>
                <c:pt idx="2857">
                  <c:v>944.5</c:v>
                </c:pt>
                <c:pt idx="2858">
                  <c:v>925.6</c:v>
                </c:pt>
                <c:pt idx="2859">
                  <c:v>911.35</c:v>
                </c:pt>
                <c:pt idx="2860">
                  <c:v>900.55</c:v>
                </c:pt>
                <c:pt idx="2861">
                  <c:v>887.55</c:v>
                </c:pt>
                <c:pt idx="2862">
                  <c:v>868.75</c:v>
                </c:pt>
                <c:pt idx="2863">
                  <c:v>833.25</c:v>
                </c:pt>
                <c:pt idx="2864">
                  <c:v>848.65</c:v>
                </c:pt>
                <c:pt idx="2865">
                  <c:v>845.8</c:v>
                </c:pt>
                <c:pt idx="2866">
                  <c:v>870.5</c:v>
                </c:pt>
                <c:pt idx="2867">
                  <c:v>871.4</c:v>
                </c:pt>
                <c:pt idx="2868">
                  <c:v>871.55</c:v>
                </c:pt>
                <c:pt idx="2869">
                  <c:v>871.1</c:v>
                </c:pt>
                <c:pt idx="2870">
                  <c:v>885.25</c:v>
                </c:pt>
                <c:pt idx="2871">
                  <c:v>898.5</c:v>
                </c:pt>
                <c:pt idx="2872">
                  <c:v>861.95</c:v>
                </c:pt>
                <c:pt idx="2873">
                  <c:v>868.4</c:v>
                </c:pt>
                <c:pt idx="2874">
                  <c:v>845.95</c:v>
                </c:pt>
                <c:pt idx="2875">
                  <c:v>852.9</c:v>
                </c:pt>
                <c:pt idx="2876">
                  <c:v>870.7</c:v>
                </c:pt>
                <c:pt idx="2877">
                  <c:v>854.85</c:v>
                </c:pt>
                <c:pt idx="2878">
                  <c:v>853.3</c:v>
                </c:pt>
                <c:pt idx="2879">
                  <c:v>847.75</c:v>
                </c:pt>
                <c:pt idx="2880">
                  <c:v>865.45</c:v>
                </c:pt>
                <c:pt idx="2881">
                  <c:v>867.55</c:v>
                </c:pt>
                <c:pt idx="2882">
                  <c:v>873.2</c:v>
                </c:pt>
                <c:pt idx="2883">
                  <c:v>867.6</c:v>
                </c:pt>
                <c:pt idx="2884">
                  <c:v>879.45</c:v>
                </c:pt>
                <c:pt idx="2885">
                  <c:v>876.2</c:v>
                </c:pt>
                <c:pt idx="2886">
                  <c:v>860.85</c:v>
                </c:pt>
                <c:pt idx="2887">
                  <c:v>873.35</c:v>
                </c:pt>
                <c:pt idx="2888">
                  <c:v>882.85</c:v>
                </c:pt>
                <c:pt idx="2889">
                  <c:v>871.5</c:v>
                </c:pt>
                <c:pt idx="2890">
                  <c:v>860.85</c:v>
                </c:pt>
                <c:pt idx="2891">
                  <c:v>837.35</c:v>
                </c:pt>
                <c:pt idx="2892">
                  <c:v>827.95</c:v>
                </c:pt>
                <c:pt idx="2893">
                  <c:v>830.85</c:v>
                </c:pt>
                <c:pt idx="2894">
                  <c:v>837.3</c:v>
                </c:pt>
                <c:pt idx="2895">
                  <c:v>825.05</c:v>
                </c:pt>
                <c:pt idx="2896">
                  <c:v>812.35</c:v>
                </c:pt>
                <c:pt idx="2897">
                  <c:v>792</c:v>
                </c:pt>
                <c:pt idx="2898">
                  <c:v>780.65</c:v>
                </c:pt>
                <c:pt idx="2899">
                  <c:v>765.3</c:v>
                </c:pt>
                <c:pt idx="2900">
                  <c:v>772.75</c:v>
                </c:pt>
                <c:pt idx="2901">
                  <c:v>772.2</c:v>
                </c:pt>
                <c:pt idx="2902">
                  <c:v>760.9</c:v>
                </c:pt>
                <c:pt idx="2903">
                  <c:v>759.15</c:v>
                </c:pt>
                <c:pt idx="2904">
                  <c:v>755</c:v>
                </c:pt>
                <c:pt idx="2905">
                  <c:v>741.2</c:v>
                </c:pt>
                <c:pt idx="2906">
                  <c:v>732.55</c:v>
                </c:pt>
                <c:pt idx="2907">
                  <c:v>757</c:v>
                </c:pt>
                <c:pt idx="2908">
                  <c:v>765.25</c:v>
                </c:pt>
                <c:pt idx="2909">
                  <c:v>761.3</c:v>
                </c:pt>
                <c:pt idx="2910">
                  <c:v>753.5</c:v>
                </c:pt>
                <c:pt idx="2911">
                  <c:v>719.4</c:v>
                </c:pt>
                <c:pt idx="2912">
                  <c:v>755.05</c:v>
                </c:pt>
                <c:pt idx="2913">
                  <c:v>782.6</c:v>
                </c:pt>
                <c:pt idx="2914">
                  <c:v>805.45</c:v>
                </c:pt>
                <c:pt idx="2915">
                  <c:v>788.85</c:v>
                </c:pt>
                <c:pt idx="2916">
                  <c:v>821.5</c:v>
                </c:pt>
                <c:pt idx="2917">
                  <c:v>833.5</c:v>
                </c:pt>
                <c:pt idx="2918">
                  <c:v>852.45</c:v>
                </c:pt>
                <c:pt idx="2919">
                  <c:v>825.75</c:v>
                </c:pt>
                <c:pt idx="2920">
                  <c:v>806.3</c:v>
                </c:pt>
                <c:pt idx="2921">
                  <c:v>810.25</c:v>
                </c:pt>
                <c:pt idx="2922">
                  <c:v>825.4</c:v>
                </c:pt>
                <c:pt idx="2923">
                  <c:v>836.3</c:v>
                </c:pt>
                <c:pt idx="2924">
                  <c:v>825.65</c:v>
                </c:pt>
                <c:pt idx="2925">
                  <c:v>821.55</c:v>
                </c:pt>
                <c:pt idx="2926">
                  <c:v>851.8</c:v>
                </c:pt>
                <c:pt idx="2927">
                  <c:v>837.6</c:v>
                </c:pt>
                <c:pt idx="2928">
                  <c:v>786.35</c:v>
                </c:pt>
                <c:pt idx="2929">
                  <c:v>770.6</c:v>
                </c:pt>
                <c:pt idx="2930">
                  <c:v>759.2</c:v>
                </c:pt>
                <c:pt idx="2931">
                  <c:v>797.2</c:v>
                </c:pt>
                <c:pt idx="2932">
                  <c:v>797.2</c:v>
                </c:pt>
                <c:pt idx="2933">
                  <c:v>807.7</c:v>
                </c:pt>
                <c:pt idx="2934">
                  <c:v>808.35</c:v>
                </c:pt>
                <c:pt idx="2935">
                  <c:v>788.2</c:v>
                </c:pt>
                <c:pt idx="2936">
                  <c:v>771.6</c:v>
                </c:pt>
                <c:pt idx="2937">
                  <c:v>767</c:v>
                </c:pt>
                <c:pt idx="2938">
                  <c:v>802.9</c:v>
                </c:pt>
                <c:pt idx="2939">
                  <c:v>829.25</c:v>
                </c:pt>
                <c:pt idx="2940">
                  <c:v>827</c:v>
                </c:pt>
                <c:pt idx="2941">
                  <c:v>849.65</c:v>
                </c:pt>
                <c:pt idx="2942">
                  <c:v>846.9</c:v>
                </c:pt>
                <c:pt idx="2943">
                  <c:v>866.9</c:v>
                </c:pt>
                <c:pt idx="2944">
                  <c:v>833.8</c:v>
                </c:pt>
                <c:pt idx="2945">
                  <c:v>819.9</c:v>
                </c:pt>
                <c:pt idx="2946">
                  <c:v>843</c:v>
                </c:pt>
                <c:pt idx="2947">
                  <c:v>838.7</c:v>
                </c:pt>
                <c:pt idx="2948">
                  <c:v>835.75</c:v>
                </c:pt>
                <c:pt idx="2949">
                  <c:v>846.5</c:v>
                </c:pt>
                <c:pt idx="2950">
                  <c:v>875.95</c:v>
                </c:pt>
                <c:pt idx="2951">
                  <c:v>873.6</c:v>
                </c:pt>
                <c:pt idx="2952">
                  <c:v>900</c:v>
                </c:pt>
                <c:pt idx="2953">
                  <c:v>877.55</c:v>
                </c:pt>
                <c:pt idx="2954">
                  <c:v>860.6</c:v>
                </c:pt>
                <c:pt idx="2955">
                  <c:v>871.8</c:v>
                </c:pt>
                <c:pt idx="2956">
                  <c:v>885.9</c:v>
                </c:pt>
                <c:pt idx="2957">
                  <c:v>879.95</c:v>
                </c:pt>
                <c:pt idx="2958">
                  <c:v>883.7</c:v>
                </c:pt>
                <c:pt idx="2959">
                  <c:v>864.95</c:v>
                </c:pt>
                <c:pt idx="2960">
                  <c:v>885.35</c:v>
                </c:pt>
                <c:pt idx="2961">
                  <c:v>876.7</c:v>
                </c:pt>
                <c:pt idx="2962">
                  <c:v>861.45</c:v>
                </c:pt>
                <c:pt idx="2963">
                  <c:v>848.1</c:v>
                </c:pt>
                <c:pt idx="2964">
                  <c:v>809.95</c:v>
                </c:pt>
                <c:pt idx="2965">
                  <c:v>808.1</c:v>
                </c:pt>
                <c:pt idx="2966">
                  <c:v>786.35</c:v>
                </c:pt>
                <c:pt idx="2967">
                  <c:v>795.2</c:v>
                </c:pt>
                <c:pt idx="2968">
                  <c:v>773.4</c:v>
                </c:pt>
                <c:pt idx="2969">
                  <c:v>773.15</c:v>
                </c:pt>
                <c:pt idx="2970">
                  <c:v>753.8</c:v>
                </c:pt>
                <c:pt idx="2971">
                  <c:v>783.8</c:v>
                </c:pt>
                <c:pt idx="2972">
                  <c:v>765</c:v>
                </c:pt>
                <c:pt idx="2973">
                  <c:v>778.25</c:v>
                </c:pt>
                <c:pt idx="2974">
                  <c:v>799</c:v>
                </c:pt>
                <c:pt idx="2975">
                  <c:v>812.05</c:v>
                </c:pt>
                <c:pt idx="2976">
                  <c:v>806.75</c:v>
                </c:pt>
                <c:pt idx="2977">
                  <c:v>809.8</c:v>
                </c:pt>
                <c:pt idx="2978">
                  <c:v>778.85</c:v>
                </c:pt>
                <c:pt idx="2979">
                  <c:v>755.7</c:v>
                </c:pt>
                <c:pt idx="2980">
                  <c:v>727.5</c:v>
                </c:pt>
                <c:pt idx="2981">
                  <c:v>742.3</c:v>
                </c:pt>
                <c:pt idx="2982">
                  <c:v>741.9</c:v>
                </c:pt>
                <c:pt idx="2983">
                  <c:v>750.15</c:v>
                </c:pt>
                <c:pt idx="2984">
                  <c:v>721.85</c:v>
                </c:pt>
                <c:pt idx="2985">
                  <c:v>735.3</c:v>
                </c:pt>
                <c:pt idx="2986">
                  <c:v>713.45</c:v>
                </c:pt>
                <c:pt idx="2987">
                  <c:v>748</c:v>
                </c:pt>
                <c:pt idx="2988">
                  <c:v>754.55</c:v>
                </c:pt>
                <c:pt idx="2989">
                  <c:v>746.4</c:v>
                </c:pt>
                <c:pt idx="2990">
                  <c:v>761</c:v>
                </c:pt>
                <c:pt idx="2991">
                  <c:v>753.05</c:v>
                </c:pt>
                <c:pt idx="2992">
                  <c:v>739.05</c:v>
                </c:pt>
                <c:pt idx="2993">
                  <c:v>711.9</c:v>
                </c:pt>
                <c:pt idx="2994">
                  <c:v>692.95</c:v>
                </c:pt>
                <c:pt idx="2995">
                  <c:v>706.55</c:v>
                </c:pt>
                <c:pt idx="2996">
                  <c:v>724.65</c:v>
                </c:pt>
                <c:pt idx="2997">
                  <c:v>716.15</c:v>
                </c:pt>
                <c:pt idx="2998">
                  <c:v>699.5</c:v>
                </c:pt>
                <c:pt idx="2999">
                  <c:v>717.55</c:v>
                </c:pt>
                <c:pt idx="3000">
                  <c:v>714.75</c:v>
                </c:pt>
                <c:pt idx="3001">
                  <c:v>706.25</c:v>
                </c:pt>
                <c:pt idx="3002">
                  <c:v>736.2</c:v>
                </c:pt>
                <c:pt idx="3003">
                  <c:v>748.25</c:v>
                </c:pt>
                <c:pt idx="3004">
                  <c:v>736.9</c:v>
                </c:pt>
                <c:pt idx="3005">
                  <c:v>731.8</c:v>
                </c:pt>
                <c:pt idx="3006">
                  <c:v>712.95</c:v>
                </c:pt>
                <c:pt idx="3007">
                  <c:v>742.05</c:v>
                </c:pt>
                <c:pt idx="3008">
                  <c:v>779.75</c:v>
                </c:pt>
                <c:pt idx="3009">
                  <c:v>785.65</c:v>
                </c:pt>
                <c:pt idx="3010">
                  <c:v>792.65</c:v>
                </c:pt>
                <c:pt idx="3011">
                  <c:v>771.55</c:v>
                </c:pt>
                <c:pt idx="3012">
                  <c:v>783.75</c:v>
                </c:pt>
                <c:pt idx="3013">
                  <c:v>790.95</c:v>
                </c:pt>
                <c:pt idx="3014">
                  <c:v>820.4</c:v>
                </c:pt>
                <c:pt idx="3015">
                  <c:v>794.75</c:v>
                </c:pt>
                <c:pt idx="3016">
                  <c:v>817.1</c:v>
                </c:pt>
                <c:pt idx="3017">
                  <c:v>831.2</c:v>
                </c:pt>
                <c:pt idx="3018">
                  <c:v>829.25</c:v>
                </c:pt>
                <c:pt idx="3019">
                  <c:v>838.3</c:v>
                </c:pt>
                <c:pt idx="3020">
                  <c:v>833</c:v>
                </c:pt>
                <c:pt idx="3021">
                  <c:v>844.55</c:v>
                </c:pt>
                <c:pt idx="3022">
                  <c:v>858.4</c:v>
                </c:pt>
                <c:pt idx="3023">
                  <c:v>853.85</c:v>
                </c:pt>
                <c:pt idx="3024">
                  <c:v>843.25</c:v>
                </c:pt>
                <c:pt idx="3025">
                  <c:v>849.25</c:v>
                </c:pt>
                <c:pt idx="3026">
                  <c:v>848.9</c:v>
                </c:pt>
                <c:pt idx="3027">
                  <c:v>836.65</c:v>
                </c:pt>
                <c:pt idx="3028">
                  <c:v>812.45</c:v>
                </c:pt>
                <c:pt idx="3029">
                  <c:v>818.2</c:v>
                </c:pt>
                <c:pt idx="3030">
                  <c:v>843.55</c:v>
                </c:pt>
                <c:pt idx="3031">
                  <c:v>833.4</c:v>
                </c:pt>
                <c:pt idx="3032">
                  <c:v>839.6</c:v>
                </c:pt>
                <c:pt idx="3033">
                  <c:v>819.95</c:v>
                </c:pt>
                <c:pt idx="3034">
                  <c:v>781.45</c:v>
                </c:pt>
                <c:pt idx="3035">
                  <c:v>796.5</c:v>
                </c:pt>
                <c:pt idx="3036">
                  <c:v>820.75</c:v>
                </c:pt>
                <c:pt idx="3037">
                  <c:v>810.95</c:v>
                </c:pt>
                <c:pt idx="3038">
                  <c:v>814.1</c:v>
                </c:pt>
                <c:pt idx="3039">
                  <c:v>813.45</c:v>
                </c:pt>
                <c:pt idx="3040">
                  <c:v>797.5</c:v>
                </c:pt>
                <c:pt idx="3041">
                  <c:v>776.55</c:v>
                </c:pt>
                <c:pt idx="3042">
                  <c:v>761.8</c:v>
                </c:pt>
                <c:pt idx="3043">
                  <c:v>773.8</c:v>
                </c:pt>
                <c:pt idx="3044">
                  <c:v>798.55</c:v>
                </c:pt>
                <c:pt idx="3045">
                  <c:v>819.95</c:v>
                </c:pt>
                <c:pt idx="3046">
                  <c:v>814.5</c:v>
                </c:pt>
                <c:pt idx="3047">
                  <c:v>796.65</c:v>
                </c:pt>
                <c:pt idx="3048">
                  <c:v>772.35</c:v>
                </c:pt>
                <c:pt idx="3049">
                  <c:v>755.1</c:v>
                </c:pt>
                <c:pt idx="3050">
                  <c:v>760.55</c:v>
                </c:pt>
                <c:pt idx="3051">
                  <c:v>768.05</c:v>
                </c:pt>
                <c:pt idx="3052">
                  <c:v>736.35</c:v>
                </c:pt>
                <c:pt idx="3053">
                  <c:v>744.05</c:v>
                </c:pt>
                <c:pt idx="3054">
                  <c:v>730.1</c:v>
                </c:pt>
                <c:pt idx="3055">
                  <c:v>731.05</c:v>
                </c:pt>
                <c:pt idx="3056">
                  <c:v>725.7</c:v>
                </c:pt>
                <c:pt idx="3057">
                  <c:v>724.65</c:v>
                </c:pt>
                <c:pt idx="3058">
                  <c:v>750.6</c:v>
                </c:pt>
                <c:pt idx="3059">
                  <c:v>740.55</c:v>
                </c:pt>
                <c:pt idx="3060">
                  <c:v>752.7</c:v>
                </c:pt>
                <c:pt idx="3061">
                  <c:v>747</c:v>
                </c:pt>
                <c:pt idx="3062">
                  <c:v>742.15</c:v>
                </c:pt>
                <c:pt idx="3063">
                  <c:v>742.65</c:v>
                </c:pt>
                <c:pt idx="3064">
                  <c:v>730.3</c:v>
                </c:pt>
                <c:pt idx="3065">
                  <c:v>743.3</c:v>
                </c:pt>
                <c:pt idx="3066">
                  <c:v>751.55</c:v>
                </c:pt>
                <c:pt idx="3067">
                  <c:v>748.1</c:v>
                </c:pt>
                <c:pt idx="3068">
                  <c:v>746.4</c:v>
                </c:pt>
                <c:pt idx="3069">
                  <c:v>748.6</c:v>
                </c:pt>
                <c:pt idx="3070">
                  <c:v>741.65</c:v>
                </c:pt>
                <c:pt idx="3071">
                  <c:v>730.85</c:v>
                </c:pt>
                <c:pt idx="3072">
                  <c:v>736.3</c:v>
                </c:pt>
                <c:pt idx="3073">
                  <c:v>735.1</c:v>
                </c:pt>
                <c:pt idx="3074">
                  <c:v>736.3</c:v>
                </c:pt>
                <c:pt idx="3075">
                  <c:v>745.05</c:v>
                </c:pt>
                <c:pt idx="3076">
                  <c:v>742</c:v>
                </c:pt>
                <c:pt idx="3077">
                  <c:v>739.95</c:v>
                </c:pt>
                <c:pt idx="3078">
                  <c:v>745.1</c:v>
                </c:pt>
                <c:pt idx="3079">
                  <c:v>743.55</c:v>
                </c:pt>
                <c:pt idx="3080">
                  <c:v>738.85</c:v>
                </c:pt>
                <c:pt idx="3081">
                  <c:v>726.45</c:v>
                </c:pt>
                <c:pt idx="3082">
                  <c:v>715.7</c:v>
                </c:pt>
                <c:pt idx="3083">
                  <c:v>708.35</c:v>
                </c:pt>
                <c:pt idx="3084">
                  <c:v>695.1</c:v>
                </c:pt>
                <c:pt idx="3085">
                  <c:v>694.15</c:v>
                </c:pt>
                <c:pt idx="3086">
                  <c:v>697.2</c:v>
                </c:pt>
                <c:pt idx="3087">
                  <c:v>681.3</c:v>
                </c:pt>
                <c:pt idx="3088">
                  <c:v>681.65</c:v>
                </c:pt>
                <c:pt idx="3089">
                  <c:v>676.1</c:v>
                </c:pt>
                <c:pt idx="3090">
                  <c:v>685.15</c:v>
                </c:pt>
                <c:pt idx="3091">
                  <c:v>688.55</c:v>
                </c:pt>
                <c:pt idx="3092">
                  <c:v>695.5</c:v>
                </c:pt>
                <c:pt idx="3093">
                  <c:v>691.1</c:v>
                </c:pt>
                <c:pt idx="3094">
                  <c:v>686.85</c:v>
                </c:pt>
                <c:pt idx="3095">
                  <c:v>695.3</c:v>
                </c:pt>
                <c:pt idx="3096">
                  <c:v>691.2</c:v>
                </c:pt>
                <c:pt idx="3097">
                  <c:v>701.65</c:v>
                </c:pt>
                <c:pt idx="3098">
                  <c:v>701.85</c:v>
                </c:pt>
                <c:pt idx="3099">
                  <c:v>706.25</c:v>
                </c:pt>
                <c:pt idx="3100">
                  <c:v>705.6</c:v>
                </c:pt>
                <c:pt idx="3101">
                  <c:v>685.25</c:v>
                </c:pt>
                <c:pt idx="3102">
                  <c:v>692.75</c:v>
                </c:pt>
                <c:pt idx="3103">
                  <c:v>702.55</c:v>
                </c:pt>
                <c:pt idx="3104">
                  <c:v>715.9</c:v>
                </c:pt>
                <c:pt idx="3105">
                  <c:v>721.25</c:v>
                </c:pt>
                <c:pt idx="3106">
                  <c:v>729.7</c:v>
                </c:pt>
                <c:pt idx="3107">
                  <c:v>722.25</c:v>
                </c:pt>
                <c:pt idx="3108">
                  <c:v>722.95</c:v>
                </c:pt>
                <c:pt idx="3109">
                  <c:v>716.3</c:v>
                </c:pt>
                <c:pt idx="3110">
                  <c:v>716.35</c:v>
                </c:pt>
                <c:pt idx="3111">
                  <c:v>726.75</c:v>
                </c:pt>
                <c:pt idx="3112">
                  <c:v>718.9</c:v>
                </c:pt>
                <c:pt idx="3113">
                  <c:v>737.45</c:v>
                </c:pt>
                <c:pt idx="3114">
                  <c:v>737.4</c:v>
                </c:pt>
                <c:pt idx="3115">
                  <c:v>718.7</c:v>
                </c:pt>
                <c:pt idx="3116">
                  <c:v>711</c:v>
                </c:pt>
                <c:pt idx="3117">
                  <c:v>716.2</c:v>
                </c:pt>
                <c:pt idx="3118">
                  <c:v>723.5</c:v>
                </c:pt>
                <c:pt idx="3119">
                  <c:v>722.5</c:v>
                </c:pt>
                <c:pt idx="3120">
                  <c:v>719.9</c:v>
                </c:pt>
                <c:pt idx="3121">
                  <c:v>737.85</c:v>
                </c:pt>
                <c:pt idx="3122">
                  <c:v>737.4</c:v>
                </c:pt>
                <c:pt idx="3123">
                  <c:v>736.35</c:v>
                </c:pt>
                <c:pt idx="3124">
                  <c:v>734.25</c:v>
                </c:pt>
                <c:pt idx="3125">
                  <c:v>738.7</c:v>
                </c:pt>
                <c:pt idx="3126">
                  <c:v>734.85</c:v>
                </c:pt>
                <c:pt idx="3127">
                  <c:v>731.8</c:v>
                </c:pt>
                <c:pt idx="3128">
                  <c:v>739.7</c:v>
                </c:pt>
                <c:pt idx="3129">
                  <c:v>725.65</c:v>
                </c:pt>
                <c:pt idx="3130">
                  <c:v>721.2</c:v>
                </c:pt>
                <c:pt idx="3131">
                  <c:v>718.5</c:v>
                </c:pt>
                <c:pt idx="3132">
                  <c:v>720.35</c:v>
                </c:pt>
                <c:pt idx="3133">
                  <c:v>719.35</c:v>
                </c:pt>
                <c:pt idx="3134">
                  <c:v>715.8</c:v>
                </c:pt>
                <c:pt idx="3135">
                  <c:v>727.8</c:v>
                </c:pt>
                <c:pt idx="3136">
                  <c:v>722.65</c:v>
                </c:pt>
                <c:pt idx="3137">
                  <c:v>719</c:v>
                </c:pt>
                <c:pt idx="3138">
                  <c:v>724.5</c:v>
                </c:pt>
                <c:pt idx="3139">
                  <c:v>719.25</c:v>
                </c:pt>
                <c:pt idx="3140">
                  <c:v>710.15</c:v>
                </c:pt>
                <c:pt idx="3141">
                  <c:v>721</c:v>
                </c:pt>
                <c:pt idx="3142">
                  <c:v>729.6</c:v>
                </c:pt>
                <c:pt idx="3143">
                  <c:v>743.6</c:v>
                </c:pt>
                <c:pt idx="3144">
                  <c:v>746.75</c:v>
                </c:pt>
                <c:pt idx="3145">
                  <c:v>739.55</c:v>
                </c:pt>
                <c:pt idx="3146">
                  <c:v>742.55</c:v>
                </c:pt>
                <c:pt idx="3147">
                  <c:v>786.05</c:v>
                </c:pt>
                <c:pt idx="3148">
                  <c:v>783.75</c:v>
                </c:pt>
                <c:pt idx="3149">
                  <c:v>790.8</c:v>
                </c:pt>
                <c:pt idx="3150">
                  <c:v>780.15</c:v>
                </c:pt>
                <c:pt idx="3151">
                  <c:v>782.1</c:v>
                </c:pt>
                <c:pt idx="3152">
                  <c:v>788.15</c:v>
                </c:pt>
                <c:pt idx="3153">
                  <c:v>799.55</c:v>
                </c:pt>
                <c:pt idx="3154">
                  <c:v>816.15</c:v>
                </c:pt>
                <c:pt idx="3155">
                  <c:v>816.1</c:v>
                </c:pt>
                <c:pt idx="3156">
                  <c:v>814.25</c:v>
                </c:pt>
                <c:pt idx="3157">
                  <c:v>807.8</c:v>
                </c:pt>
                <c:pt idx="3158">
                  <c:v>794.5</c:v>
                </c:pt>
                <c:pt idx="3159">
                  <c:v>782.1</c:v>
                </c:pt>
                <c:pt idx="3160">
                  <c:v>787.35</c:v>
                </c:pt>
                <c:pt idx="3161">
                  <c:v>790.2</c:v>
                </c:pt>
                <c:pt idx="3162">
                  <c:v>782.15</c:v>
                </c:pt>
                <c:pt idx="3163">
                  <c:v>783.4</c:v>
                </c:pt>
                <c:pt idx="3164">
                  <c:v>766.4</c:v>
                </c:pt>
                <c:pt idx="3165">
                  <c:v>763.05</c:v>
                </c:pt>
                <c:pt idx="3166">
                  <c:v>779.6</c:v>
                </c:pt>
                <c:pt idx="3167">
                  <c:v>771.15</c:v>
                </c:pt>
                <c:pt idx="3168">
                  <c:v>768.2</c:v>
                </c:pt>
                <c:pt idx="3169">
                  <c:v>791.75</c:v>
                </c:pt>
                <c:pt idx="3170">
                  <c:v>796</c:v>
                </c:pt>
                <c:pt idx="3171">
                  <c:v>792.05</c:v>
                </c:pt>
                <c:pt idx="3172">
                  <c:v>791</c:v>
                </c:pt>
                <c:pt idx="3173">
                  <c:v>798.1</c:v>
                </c:pt>
                <c:pt idx="3174">
                  <c:v>799.15</c:v>
                </c:pt>
                <c:pt idx="3175">
                  <c:v>841.75</c:v>
                </c:pt>
                <c:pt idx="3176">
                  <c:v>873.75</c:v>
                </c:pt>
                <c:pt idx="3177">
                  <c:v>855.6</c:v>
                </c:pt>
                <c:pt idx="3178">
                  <c:v>832.5</c:v>
                </c:pt>
                <c:pt idx="3179">
                  <c:v>850.3</c:v>
                </c:pt>
                <c:pt idx="3180">
                  <c:v>836.35</c:v>
                </c:pt>
                <c:pt idx="3181">
                  <c:v>839.75</c:v>
                </c:pt>
                <c:pt idx="3182">
                  <c:v>844.75</c:v>
                </c:pt>
                <c:pt idx="3183">
                  <c:v>829.85</c:v>
                </c:pt>
                <c:pt idx="3184">
                  <c:v>837.2</c:v>
                </c:pt>
                <c:pt idx="3185">
                  <c:v>833.5</c:v>
                </c:pt>
                <c:pt idx="3186">
                  <c:v>846.1</c:v>
                </c:pt>
                <c:pt idx="3187">
                  <c:v>852.9</c:v>
                </c:pt>
                <c:pt idx="3188">
                  <c:v>857.8</c:v>
                </c:pt>
                <c:pt idx="3189">
                  <c:v>819.4</c:v>
                </c:pt>
                <c:pt idx="3190">
                  <c:v>815.3</c:v>
                </c:pt>
                <c:pt idx="3191">
                  <c:v>816</c:v>
                </c:pt>
                <c:pt idx="3192">
                  <c:v>819.95</c:v>
                </c:pt>
                <c:pt idx="3193">
                  <c:v>818.9</c:v>
                </c:pt>
                <c:pt idx="3194">
                  <c:v>823.05</c:v>
                </c:pt>
                <c:pt idx="3195">
                  <c:v>812.45</c:v>
                </c:pt>
                <c:pt idx="3196">
                  <c:v>805.15</c:v>
                </c:pt>
                <c:pt idx="3197">
                  <c:v>811.3</c:v>
                </c:pt>
                <c:pt idx="3198">
                  <c:v>802.8</c:v>
                </c:pt>
                <c:pt idx="3199">
                  <c:v>815.6</c:v>
                </c:pt>
                <c:pt idx="3200">
                  <c:v>809.95</c:v>
                </c:pt>
                <c:pt idx="3201">
                  <c:v>810.4</c:v>
                </c:pt>
                <c:pt idx="3202">
                  <c:v>798.95</c:v>
                </c:pt>
                <c:pt idx="3203">
                  <c:v>811.2</c:v>
                </c:pt>
                <c:pt idx="3204">
                  <c:v>803.25</c:v>
                </c:pt>
                <c:pt idx="3205">
                  <c:v>805.5</c:v>
                </c:pt>
                <c:pt idx="3206">
                  <c:v>807.1</c:v>
                </c:pt>
                <c:pt idx="3207">
                  <c:v>807.95</c:v>
                </c:pt>
                <c:pt idx="3208">
                  <c:v>806.15</c:v>
                </c:pt>
                <c:pt idx="3209">
                  <c:v>805.45</c:v>
                </c:pt>
                <c:pt idx="3210">
                  <c:v>800.85</c:v>
                </c:pt>
                <c:pt idx="3211">
                  <c:v>796.6</c:v>
                </c:pt>
                <c:pt idx="3212">
                  <c:v>787.65</c:v>
                </c:pt>
                <c:pt idx="3213">
                  <c:v>786.65</c:v>
                </c:pt>
                <c:pt idx="3214">
                  <c:v>789.6</c:v>
                </c:pt>
                <c:pt idx="3215">
                  <c:v>784.6</c:v>
                </c:pt>
                <c:pt idx="3216">
                  <c:v>775.15</c:v>
                </c:pt>
                <c:pt idx="3217">
                  <c:v>774.3</c:v>
                </c:pt>
                <c:pt idx="3218">
                  <c:v>765.35</c:v>
                </c:pt>
                <c:pt idx="3219">
                  <c:v>771.2</c:v>
                </c:pt>
                <c:pt idx="3220">
                  <c:v>765.85</c:v>
                </c:pt>
                <c:pt idx="3221">
                  <c:v>773.75</c:v>
                </c:pt>
                <c:pt idx="3222">
                  <c:v>773.65</c:v>
                </c:pt>
                <c:pt idx="3223">
                  <c:v>786.8</c:v>
                </c:pt>
                <c:pt idx="3224">
                  <c:v>798.3</c:v>
                </c:pt>
                <c:pt idx="3225">
                  <c:v>793.7</c:v>
                </c:pt>
                <c:pt idx="3226">
                  <c:v>804</c:v>
                </c:pt>
                <c:pt idx="3227">
                  <c:v>824.7</c:v>
                </c:pt>
                <c:pt idx="3228">
                  <c:v>832.6</c:v>
                </c:pt>
                <c:pt idx="3229">
                  <c:v>843.9</c:v>
                </c:pt>
                <c:pt idx="3230">
                  <c:v>834.6</c:v>
                </c:pt>
                <c:pt idx="3231">
                  <c:v>828.3</c:v>
                </c:pt>
                <c:pt idx="3232">
                  <c:v>820.05</c:v>
                </c:pt>
                <c:pt idx="3233">
                  <c:v>832.6</c:v>
                </c:pt>
                <c:pt idx="3234">
                  <c:v>834.25</c:v>
                </c:pt>
                <c:pt idx="3235">
                  <c:v>839.25</c:v>
                </c:pt>
                <c:pt idx="3236">
                  <c:v>834.15</c:v>
                </c:pt>
                <c:pt idx="3237">
                  <c:v>831.4</c:v>
                </c:pt>
                <c:pt idx="3238">
                  <c:v>839.5</c:v>
                </c:pt>
                <c:pt idx="3239">
                  <c:v>837.85</c:v>
                </c:pt>
                <c:pt idx="3240">
                  <c:v>825.25</c:v>
                </c:pt>
                <c:pt idx="3241">
                  <c:v>820.7</c:v>
                </c:pt>
                <c:pt idx="3242">
                  <c:v>828.25</c:v>
                </c:pt>
                <c:pt idx="3243">
                  <c:v>817.7</c:v>
                </c:pt>
                <c:pt idx="3244">
                  <c:v>840.25</c:v>
                </c:pt>
                <c:pt idx="3245">
                  <c:v>839.55</c:v>
                </c:pt>
                <c:pt idx="3246">
                  <c:v>840.7</c:v>
                </c:pt>
                <c:pt idx="3247">
                  <c:v>847.95</c:v>
                </c:pt>
                <c:pt idx="3248">
                  <c:v>860.75</c:v>
                </c:pt>
                <c:pt idx="3249">
                  <c:v>861.85</c:v>
                </c:pt>
                <c:pt idx="3250">
                  <c:v>856.6</c:v>
                </c:pt>
                <c:pt idx="3251">
                  <c:v>850.65</c:v>
                </c:pt>
                <c:pt idx="3252">
                  <c:v>852.7</c:v>
                </c:pt>
                <c:pt idx="3253">
                  <c:v>850.05</c:v>
                </c:pt>
                <c:pt idx="3254">
                  <c:v>839.9</c:v>
                </c:pt>
                <c:pt idx="3255">
                  <c:v>847.55</c:v>
                </c:pt>
                <c:pt idx="3256">
                  <c:v>847.15</c:v>
                </c:pt>
                <c:pt idx="3257">
                  <c:v>861.35</c:v>
                </c:pt>
                <c:pt idx="3258">
                  <c:v>890</c:v>
                </c:pt>
                <c:pt idx="3259">
                  <c:v>900.2</c:v>
                </c:pt>
                <c:pt idx="3260">
                  <c:v>919.95</c:v>
                </c:pt>
                <c:pt idx="3261">
                  <c:v>920.05</c:v>
                </c:pt>
                <c:pt idx="3262">
                  <c:v>923.05</c:v>
                </c:pt>
                <c:pt idx="3263">
                  <c:v>915.55</c:v>
                </c:pt>
                <c:pt idx="3264">
                  <c:v>912.2</c:v>
                </c:pt>
                <c:pt idx="3265">
                  <c:v>897.55</c:v>
                </c:pt>
                <c:pt idx="3266">
                  <c:v>882.85</c:v>
                </c:pt>
                <c:pt idx="3267">
                  <c:v>899.4</c:v>
                </c:pt>
                <c:pt idx="3268">
                  <c:v>886.65</c:v>
                </c:pt>
                <c:pt idx="3269">
                  <c:v>894</c:v>
                </c:pt>
                <c:pt idx="3270">
                  <c:v>886.7</c:v>
                </c:pt>
                <c:pt idx="3271">
                  <c:v>874.75</c:v>
                </c:pt>
                <c:pt idx="3272">
                  <c:v>875.65</c:v>
                </c:pt>
                <c:pt idx="3273">
                  <c:v>872.9</c:v>
                </c:pt>
                <c:pt idx="3274">
                  <c:v>863.55</c:v>
                </c:pt>
                <c:pt idx="3275">
                  <c:v>868.4</c:v>
                </c:pt>
                <c:pt idx="3276">
                  <c:v>875.45</c:v>
                </c:pt>
                <c:pt idx="3277">
                  <c:v>879</c:v>
                </c:pt>
                <c:pt idx="3278">
                  <c:v>856.05</c:v>
                </c:pt>
                <c:pt idx="3279">
                  <c:v>845.8</c:v>
                </c:pt>
                <c:pt idx="3280">
                  <c:v>847.5</c:v>
                </c:pt>
                <c:pt idx="3281">
                  <c:v>848.4</c:v>
                </c:pt>
                <c:pt idx="3282">
                  <c:v>874.8</c:v>
                </c:pt>
                <c:pt idx="3283">
                  <c:v>859.2</c:v>
                </c:pt>
                <c:pt idx="3284">
                  <c:v>862.6</c:v>
                </c:pt>
                <c:pt idx="3285">
                  <c:v>854.35</c:v>
                </c:pt>
                <c:pt idx="3286">
                  <c:v>823.5</c:v>
                </c:pt>
                <c:pt idx="3287">
                  <c:v>831.3</c:v>
                </c:pt>
                <c:pt idx="3288">
                  <c:v>813.85</c:v>
                </c:pt>
                <c:pt idx="3289">
                  <c:v>810.4</c:v>
                </c:pt>
                <c:pt idx="3290">
                  <c:v>812.6</c:v>
                </c:pt>
                <c:pt idx="3291">
                  <c:v>826.35</c:v>
                </c:pt>
                <c:pt idx="3292">
                  <c:v>835.25</c:v>
                </c:pt>
                <c:pt idx="3293">
                  <c:v>836.5</c:v>
                </c:pt>
                <c:pt idx="3294">
                  <c:v>851.3</c:v>
                </c:pt>
                <c:pt idx="3295">
                  <c:v>844.5</c:v>
                </c:pt>
                <c:pt idx="3296">
                  <c:v>847.85</c:v>
                </c:pt>
                <c:pt idx="3297">
                  <c:v>845</c:v>
                </c:pt>
                <c:pt idx="3298">
                  <c:v>860.05</c:v>
                </c:pt>
                <c:pt idx="3299">
                  <c:v>843.65</c:v>
                </c:pt>
                <c:pt idx="3300">
                  <c:v>834.3</c:v>
                </c:pt>
                <c:pt idx="3301">
                  <c:v>825</c:v>
                </c:pt>
                <c:pt idx="3302">
                  <c:v>822.7</c:v>
                </c:pt>
                <c:pt idx="3303">
                  <c:v>812.6</c:v>
                </c:pt>
                <c:pt idx="3304">
                  <c:v>810.6</c:v>
                </c:pt>
                <c:pt idx="3305">
                  <c:v>809.25</c:v>
                </c:pt>
                <c:pt idx="3306">
                  <c:v>783.35</c:v>
                </c:pt>
                <c:pt idx="3307">
                  <c:v>772.9</c:v>
                </c:pt>
                <c:pt idx="3308">
                  <c:v>778.75</c:v>
                </c:pt>
                <c:pt idx="3309">
                  <c:v>793.9</c:v>
                </c:pt>
                <c:pt idx="3310">
                  <c:v>776.55</c:v>
                </c:pt>
                <c:pt idx="3311">
                  <c:v>767.55</c:v>
                </c:pt>
                <c:pt idx="3312">
                  <c:v>780.1</c:v>
                </c:pt>
                <c:pt idx="3313">
                  <c:v>789.4</c:v>
                </c:pt>
                <c:pt idx="3314">
                  <c:v>776.95</c:v>
                </c:pt>
                <c:pt idx="3315">
                  <c:v>779.4</c:v>
                </c:pt>
                <c:pt idx="3316">
                  <c:v>771.1</c:v>
                </c:pt>
                <c:pt idx="3317">
                  <c:v>775.35</c:v>
                </c:pt>
                <c:pt idx="3318">
                  <c:v>793.6</c:v>
                </c:pt>
                <c:pt idx="3319">
                  <c:v>804.95</c:v>
                </c:pt>
                <c:pt idx="3320">
                  <c:v>773.7</c:v>
                </c:pt>
                <c:pt idx="3321">
                  <c:v>781.6</c:v>
                </c:pt>
                <c:pt idx="3322">
                  <c:v>789.75</c:v>
                </c:pt>
                <c:pt idx="3323">
                  <c:v>803.7</c:v>
                </c:pt>
                <c:pt idx="3324">
                  <c:v>819.65</c:v>
                </c:pt>
                <c:pt idx="3325">
                  <c:v>792.4</c:v>
                </c:pt>
                <c:pt idx="3326">
                  <c:v>792.65</c:v>
                </c:pt>
                <c:pt idx="3327">
                  <c:v>788.2</c:v>
                </c:pt>
                <c:pt idx="3328">
                  <c:v>802.9</c:v>
                </c:pt>
                <c:pt idx="3329">
                  <c:v>800.5</c:v>
                </c:pt>
                <c:pt idx="3330">
                  <c:v>821.6</c:v>
                </c:pt>
                <c:pt idx="3331">
                  <c:v>828.15</c:v>
                </c:pt>
                <c:pt idx="3332">
                  <c:v>829.65</c:v>
                </c:pt>
                <c:pt idx="3333">
                  <c:v>818.1</c:v>
                </c:pt>
                <c:pt idx="3334">
                  <c:v>812.95</c:v>
                </c:pt>
                <c:pt idx="3335">
                  <c:v>814.1</c:v>
                </c:pt>
                <c:pt idx="3336">
                  <c:v>803</c:v>
                </c:pt>
                <c:pt idx="3337">
                  <c:v>798.15</c:v>
                </c:pt>
                <c:pt idx="3338">
                  <c:v>819</c:v>
                </c:pt>
                <c:pt idx="3339">
                  <c:v>840.65</c:v>
                </c:pt>
                <c:pt idx="3340">
                  <c:v>835.5</c:v>
                </c:pt>
                <c:pt idx="3341">
                  <c:v>831.15</c:v>
                </c:pt>
                <c:pt idx="3342">
                  <c:v>828.6</c:v>
                </c:pt>
                <c:pt idx="3343">
                  <c:v>818.75</c:v>
                </c:pt>
                <c:pt idx="3344">
                  <c:v>784.45</c:v>
                </c:pt>
                <c:pt idx="3345">
                  <c:v>786.45</c:v>
                </c:pt>
                <c:pt idx="3346">
                  <c:v>828.3</c:v>
                </c:pt>
                <c:pt idx="3347">
                  <c:v>843.4</c:v>
                </c:pt>
                <c:pt idx="3348">
                  <c:v>847.9</c:v>
                </c:pt>
                <c:pt idx="3349">
                  <c:v>836.8</c:v>
                </c:pt>
                <c:pt idx="3350">
                  <c:v>806.3</c:v>
                </c:pt>
                <c:pt idx="3351">
                  <c:v>787.9</c:v>
                </c:pt>
                <c:pt idx="3352">
                  <c:v>780.2</c:v>
                </c:pt>
                <c:pt idx="3353">
                  <c:v>802</c:v>
                </c:pt>
                <c:pt idx="3354">
                  <c:v>792</c:v>
                </c:pt>
                <c:pt idx="3355">
                  <c:v>783.6</c:v>
                </c:pt>
                <c:pt idx="3356">
                  <c:v>789.35</c:v>
                </c:pt>
                <c:pt idx="3357">
                  <c:v>785.6</c:v>
                </c:pt>
                <c:pt idx="3358">
                  <c:v>790.8</c:v>
                </c:pt>
                <c:pt idx="3359">
                  <c:v>789.8</c:v>
                </c:pt>
                <c:pt idx="3360">
                  <c:v>814.65</c:v>
                </c:pt>
                <c:pt idx="3361">
                  <c:v>825.55</c:v>
                </c:pt>
                <c:pt idx="3362">
                  <c:v>823.4</c:v>
                </c:pt>
                <c:pt idx="3363">
                  <c:v>831.7</c:v>
                </c:pt>
                <c:pt idx="3364">
                  <c:v>798</c:v>
                </c:pt>
                <c:pt idx="3365">
                  <c:v>792.85</c:v>
                </c:pt>
                <c:pt idx="3366">
                  <c:v>792.65</c:v>
                </c:pt>
                <c:pt idx="3367">
                  <c:v>803.8</c:v>
                </c:pt>
                <c:pt idx="3368">
                  <c:v>803.6</c:v>
                </c:pt>
                <c:pt idx="3369">
                  <c:v>830</c:v>
                </c:pt>
                <c:pt idx="3370">
                  <c:v>862.6</c:v>
                </c:pt>
                <c:pt idx="3371">
                  <c:v>885.7</c:v>
                </c:pt>
                <c:pt idx="3372">
                  <c:v>871.85</c:v>
                </c:pt>
                <c:pt idx="3373">
                  <c:v>850.85</c:v>
                </c:pt>
                <c:pt idx="3374">
                  <c:v>861.65</c:v>
                </c:pt>
                <c:pt idx="3375">
                  <c:v>880.35</c:v>
                </c:pt>
                <c:pt idx="3376">
                  <c:v>866.95</c:v>
                </c:pt>
                <c:pt idx="3377">
                  <c:v>874.8</c:v>
                </c:pt>
                <c:pt idx="3378">
                  <c:v>856</c:v>
                </c:pt>
                <c:pt idx="3379">
                  <c:v>870.05</c:v>
                </c:pt>
                <c:pt idx="3380">
                  <c:v>889.95</c:v>
                </c:pt>
                <c:pt idx="3381">
                  <c:v>896.85</c:v>
                </c:pt>
                <c:pt idx="3382">
                  <c:v>900.6</c:v>
                </c:pt>
                <c:pt idx="3383">
                  <c:v>914.95</c:v>
                </c:pt>
                <c:pt idx="3384">
                  <c:v>917.25</c:v>
                </c:pt>
                <c:pt idx="3385">
                  <c:v>923.7</c:v>
                </c:pt>
                <c:pt idx="3386">
                  <c:v>909.05</c:v>
                </c:pt>
                <c:pt idx="3387">
                  <c:v>909.55</c:v>
                </c:pt>
                <c:pt idx="3388">
                  <c:v>909.35</c:v>
                </c:pt>
                <c:pt idx="3389">
                  <c:v>890.75</c:v>
                </c:pt>
                <c:pt idx="3390">
                  <c:v>890.15</c:v>
                </c:pt>
                <c:pt idx="3391">
                  <c:v>885.7</c:v>
                </c:pt>
                <c:pt idx="3392">
                  <c:v>857.35</c:v>
                </c:pt>
                <c:pt idx="3393">
                  <c:v>872.05</c:v>
                </c:pt>
                <c:pt idx="3394">
                  <c:v>850</c:v>
                </c:pt>
                <c:pt idx="3395">
                  <c:v>857.35</c:v>
                </c:pt>
                <c:pt idx="3396">
                  <c:v>861.55</c:v>
                </c:pt>
                <c:pt idx="3397">
                  <c:v>841.05</c:v>
                </c:pt>
                <c:pt idx="3398">
                  <c:v>872.45</c:v>
                </c:pt>
                <c:pt idx="3399">
                  <c:v>865.65</c:v>
                </c:pt>
                <c:pt idx="3400">
                  <c:v>845.65</c:v>
                </c:pt>
                <c:pt idx="3401">
                  <c:v>852.9</c:v>
                </c:pt>
                <c:pt idx="3402">
                  <c:v>865</c:v>
                </c:pt>
                <c:pt idx="3403">
                  <c:v>826.7</c:v>
                </c:pt>
                <c:pt idx="3404">
                  <c:v>820.25</c:v>
                </c:pt>
                <c:pt idx="3405">
                  <c:v>825.35</c:v>
                </c:pt>
                <c:pt idx="3406">
                  <c:v>783.6</c:v>
                </c:pt>
                <c:pt idx="3407">
                  <c:v>806.1</c:v>
                </c:pt>
                <c:pt idx="3408">
                  <c:v>819.5</c:v>
                </c:pt>
                <c:pt idx="3409">
                  <c:v>822.6</c:v>
                </c:pt>
                <c:pt idx="3410">
                  <c:v>803.25</c:v>
                </c:pt>
                <c:pt idx="3411">
                  <c:v>811.8</c:v>
                </c:pt>
                <c:pt idx="3412">
                  <c:v>845.25</c:v>
                </c:pt>
                <c:pt idx="3413">
                  <c:v>853.85</c:v>
                </c:pt>
                <c:pt idx="3414">
                  <c:v>886.75</c:v>
                </c:pt>
                <c:pt idx="3415">
                  <c:v>831</c:v>
                </c:pt>
                <c:pt idx="3416">
                  <c:v>849.35</c:v>
                </c:pt>
                <c:pt idx="3417">
                  <c:v>862.55</c:v>
                </c:pt>
                <c:pt idx="3418">
                  <c:v>868</c:v>
                </c:pt>
                <c:pt idx="3419">
                  <c:v>890.35</c:v>
                </c:pt>
                <c:pt idx="3420">
                  <c:v>887.75</c:v>
                </c:pt>
                <c:pt idx="3421">
                  <c:v>875.4</c:v>
                </c:pt>
                <c:pt idx="3422">
                  <c:v>873</c:v>
                </c:pt>
                <c:pt idx="3423">
                  <c:v>861.75</c:v>
                </c:pt>
                <c:pt idx="3424">
                  <c:v>858.15</c:v>
                </c:pt>
                <c:pt idx="3425">
                  <c:v>871.95</c:v>
                </c:pt>
                <c:pt idx="3426">
                  <c:v>890.6</c:v>
                </c:pt>
                <c:pt idx="3427">
                  <c:v>881.9</c:v>
                </c:pt>
                <c:pt idx="3428">
                  <c:v>874.35</c:v>
                </c:pt>
                <c:pt idx="3429">
                  <c:v>874.6</c:v>
                </c:pt>
                <c:pt idx="3430">
                  <c:v>849.05</c:v>
                </c:pt>
                <c:pt idx="3431">
                  <c:v>838.25</c:v>
                </c:pt>
                <c:pt idx="3432">
                  <c:v>839.9</c:v>
                </c:pt>
                <c:pt idx="3433">
                  <c:v>822.4</c:v>
                </c:pt>
                <c:pt idx="3434">
                  <c:v>821.45</c:v>
                </c:pt>
                <c:pt idx="3435">
                  <c:v>846.95</c:v>
                </c:pt>
                <c:pt idx="3436">
                  <c:v>854.4</c:v>
                </c:pt>
                <c:pt idx="3437">
                  <c:v>844.05</c:v>
                </c:pt>
                <c:pt idx="3438">
                  <c:v>844.95</c:v>
                </c:pt>
                <c:pt idx="3439">
                  <c:v>860.9</c:v>
                </c:pt>
                <c:pt idx="3440">
                  <c:v>860</c:v>
                </c:pt>
                <c:pt idx="3441">
                  <c:v>863.35</c:v>
                </c:pt>
                <c:pt idx="3442">
                  <c:v>870.3</c:v>
                </c:pt>
                <c:pt idx="3443">
                  <c:v>867.8</c:v>
                </c:pt>
                <c:pt idx="3444">
                  <c:v>880.35</c:v>
                </c:pt>
                <c:pt idx="3445">
                  <c:v>905.65</c:v>
                </c:pt>
                <c:pt idx="3446">
                  <c:v>913.2</c:v>
                </c:pt>
                <c:pt idx="3447">
                  <c:v>904.2</c:v>
                </c:pt>
                <c:pt idx="3448">
                  <c:v>896.75</c:v>
                </c:pt>
                <c:pt idx="3449">
                  <c:v>884.5</c:v>
                </c:pt>
                <c:pt idx="3450">
                  <c:v>887</c:v>
                </c:pt>
                <c:pt idx="3451">
                  <c:v>890.75</c:v>
                </c:pt>
                <c:pt idx="3452">
                  <c:v>896.8</c:v>
                </c:pt>
                <c:pt idx="3453">
                  <c:v>898.15</c:v>
                </c:pt>
                <c:pt idx="3454">
                  <c:v>914.7</c:v>
                </c:pt>
                <c:pt idx="3455">
                  <c:v>908.25</c:v>
                </c:pt>
                <c:pt idx="3456">
                  <c:v>908.7</c:v>
                </c:pt>
                <c:pt idx="3457">
                  <c:v>909.7</c:v>
                </c:pt>
                <c:pt idx="3458">
                  <c:v>898.6</c:v>
                </c:pt>
                <c:pt idx="3459">
                  <c:v>885.9</c:v>
                </c:pt>
                <c:pt idx="3460">
                  <c:v>875.95</c:v>
                </c:pt>
                <c:pt idx="3461">
                  <c:v>863.9</c:v>
                </c:pt>
                <c:pt idx="3462">
                  <c:v>852.6</c:v>
                </c:pt>
                <c:pt idx="3463">
                  <c:v>844.4</c:v>
                </c:pt>
                <c:pt idx="3464">
                  <c:v>851.65</c:v>
                </c:pt>
                <c:pt idx="3465">
                  <c:v>874.75</c:v>
                </c:pt>
                <c:pt idx="3466">
                  <c:v>878.35</c:v>
                </c:pt>
                <c:pt idx="3467">
                  <c:v>862.5</c:v>
                </c:pt>
                <c:pt idx="3468">
                  <c:v>847.6</c:v>
                </c:pt>
                <c:pt idx="3469">
                  <c:v>843.75</c:v>
                </c:pt>
                <c:pt idx="3470">
                  <c:v>851.7</c:v>
                </c:pt>
                <c:pt idx="3471">
                  <c:v>841.25</c:v>
                </c:pt>
                <c:pt idx="3472">
                  <c:v>837.95</c:v>
                </c:pt>
                <c:pt idx="3473">
                  <c:v>847.95</c:v>
                </c:pt>
                <c:pt idx="3474">
                  <c:v>853.2</c:v>
                </c:pt>
                <c:pt idx="3475">
                  <c:v>855.3</c:v>
                </c:pt>
                <c:pt idx="3476">
                  <c:v>861.9</c:v>
                </c:pt>
                <c:pt idx="3477">
                  <c:v>856.05</c:v>
                </c:pt>
                <c:pt idx="3478">
                  <c:v>871</c:v>
                </c:pt>
                <c:pt idx="3479">
                  <c:v>866.7</c:v>
                </c:pt>
                <c:pt idx="3480">
                  <c:v>878.95</c:v>
                </c:pt>
                <c:pt idx="3481">
                  <c:v>884.65</c:v>
                </c:pt>
                <c:pt idx="3482">
                  <c:v>882.6</c:v>
                </c:pt>
                <c:pt idx="3483">
                  <c:v>870.2</c:v>
                </c:pt>
                <c:pt idx="3484">
                  <c:v>864.7</c:v>
                </c:pt>
                <c:pt idx="3485">
                  <c:v>845.05</c:v>
                </c:pt>
                <c:pt idx="3486">
                  <c:v>839.2</c:v>
                </c:pt>
                <c:pt idx="3487">
                  <c:v>859.95</c:v>
                </c:pt>
                <c:pt idx="3488">
                  <c:v>854.05</c:v>
                </c:pt>
                <c:pt idx="3489">
                  <c:v>895.15</c:v>
                </c:pt>
                <c:pt idx="3490">
                  <c:v>896.25</c:v>
                </c:pt>
                <c:pt idx="3491">
                  <c:v>898.05</c:v>
                </c:pt>
                <c:pt idx="3492">
                  <c:v>887.55</c:v>
                </c:pt>
                <c:pt idx="3493">
                  <c:v>878.85</c:v>
                </c:pt>
                <c:pt idx="3494">
                  <c:v>887.1</c:v>
                </c:pt>
                <c:pt idx="3495">
                  <c:v>895.2</c:v>
                </c:pt>
                <c:pt idx="3496">
                  <c:v>888.8</c:v>
                </c:pt>
                <c:pt idx="3497">
                  <c:v>875</c:v>
                </c:pt>
                <c:pt idx="3498">
                  <c:v>864.25</c:v>
                </c:pt>
                <c:pt idx="3499">
                  <c:v>854.95</c:v>
                </c:pt>
                <c:pt idx="3500">
                  <c:v>842.1</c:v>
                </c:pt>
                <c:pt idx="3501">
                  <c:v>849.05</c:v>
                </c:pt>
                <c:pt idx="3502">
                  <c:v>850.7</c:v>
                </c:pt>
                <c:pt idx="3503">
                  <c:v>858.15</c:v>
                </c:pt>
                <c:pt idx="3504">
                  <c:v>880.4</c:v>
                </c:pt>
                <c:pt idx="3505">
                  <c:v>881.5</c:v>
                </c:pt>
                <c:pt idx="3506">
                  <c:v>885.45</c:v>
                </c:pt>
                <c:pt idx="3507">
                  <c:v>886.15</c:v>
                </c:pt>
                <c:pt idx="3508">
                  <c:v>884.75</c:v>
                </c:pt>
                <c:pt idx="3509">
                  <c:v>869.75</c:v>
                </c:pt>
                <c:pt idx="3510">
                  <c:v>863.05</c:v>
                </c:pt>
                <c:pt idx="3511">
                  <c:v>872.45</c:v>
                </c:pt>
                <c:pt idx="3512">
                  <c:v>865.8</c:v>
                </c:pt>
                <c:pt idx="3513">
                  <c:v>867.65</c:v>
                </c:pt>
                <c:pt idx="3514">
                  <c:v>843.15</c:v>
                </c:pt>
                <c:pt idx="3515">
                  <c:v>844.85</c:v>
                </c:pt>
                <c:pt idx="3516">
                  <c:v>836.6</c:v>
                </c:pt>
                <c:pt idx="3517">
                  <c:v>825</c:v>
                </c:pt>
                <c:pt idx="3518">
                  <c:v>831.15</c:v>
                </c:pt>
                <c:pt idx="3519">
                  <c:v>820.9</c:v>
                </c:pt>
                <c:pt idx="3520">
                  <c:v>821.55</c:v>
                </c:pt>
                <c:pt idx="3521">
                  <c:v>817.25</c:v>
                </c:pt>
                <c:pt idx="3522">
                  <c:v>815.85</c:v>
                </c:pt>
                <c:pt idx="3523">
                  <c:v>814.45</c:v>
                </c:pt>
                <c:pt idx="3524">
                  <c:v>821.95</c:v>
                </c:pt>
                <c:pt idx="3525">
                  <c:v>805.25</c:v>
                </c:pt>
                <c:pt idx="3526">
                  <c:v>817.9</c:v>
                </c:pt>
                <c:pt idx="3527">
                  <c:v>807.4</c:v>
                </c:pt>
                <c:pt idx="3528">
                  <c:v>822.05</c:v>
                </c:pt>
                <c:pt idx="3529">
                  <c:v>812.3</c:v>
                </c:pt>
                <c:pt idx="3530">
                  <c:v>813.15</c:v>
                </c:pt>
                <c:pt idx="3531">
                  <c:v>812.25</c:v>
                </c:pt>
                <c:pt idx="3532">
                  <c:v>805.45</c:v>
                </c:pt>
                <c:pt idx="3533">
                  <c:v>811.5</c:v>
                </c:pt>
                <c:pt idx="3534">
                  <c:v>812.35</c:v>
                </c:pt>
                <c:pt idx="3535">
                  <c:v>810.55</c:v>
                </c:pt>
                <c:pt idx="3536">
                  <c:v>810.7</c:v>
                </c:pt>
                <c:pt idx="3537">
                  <c:v>799.95</c:v>
                </c:pt>
                <c:pt idx="3538">
                  <c:v>803.4</c:v>
                </c:pt>
                <c:pt idx="3539">
                  <c:v>812.95</c:v>
                </c:pt>
                <c:pt idx="3540">
                  <c:v>807</c:v>
                </c:pt>
                <c:pt idx="3541">
                  <c:v>822.45</c:v>
                </c:pt>
                <c:pt idx="3542">
                  <c:v>869.4</c:v>
                </c:pt>
                <c:pt idx="3543">
                  <c:v>885.45</c:v>
                </c:pt>
                <c:pt idx="3544">
                  <c:v>874.75</c:v>
                </c:pt>
                <c:pt idx="3545">
                  <c:v>871.35</c:v>
                </c:pt>
                <c:pt idx="3546">
                  <c:v>879.55</c:v>
                </c:pt>
                <c:pt idx="3547">
                  <c:v>886.15</c:v>
                </c:pt>
                <c:pt idx="3548">
                  <c:v>896.45</c:v>
                </c:pt>
                <c:pt idx="3549">
                  <c:v>903</c:v>
                </c:pt>
                <c:pt idx="3550">
                  <c:v>906</c:v>
                </c:pt>
                <c:pt idx="3551">
                  <c:v>885.8</c:v>
                </c:pt>
                <c:pt idx="3552">
                  <c:v>888.15</c:v>
                </c:pt>
                <c:pt idx="3553">
                  <c:v>905.4</c:v>
                </c:pt>
                <c:pt idx="3554">
                  <c:v>879.3</c:v>
                </c:pt>
                <c:pt idx="3555">
                  <c:v>891.2</c:v>
                </c:pt>
                <c:pt idx="3556">
                  <c:v>900.75</c:v>
                </c:pt>
                <c:pt idx="3557">
                  <c:v>916.15</c:v>
                </c:pt>
                <c:pt idx="3558">
                  <c:v>930.75</c:v>
                </c:pt>
                <c:pt idx="3559">
                  <c:v>942.6</c:v>
                </c:pt>
                <c:pt idx="3560">
                  <c:v>958.2</c:v>
                </c:pt>
                <c:pt idx="3561">
                  <c:v>952.65</c:v>
                </c:pt>
                <c:pt idx="3562">
                  <c:v>944.25</c:v>
                </c:pt>
                <c:pt idx="3563">
                  <c:v>944.15</c:v>
                </c:pt>
                <c:pt idx="3564">
                  <c:v>962.15</c:v>
                </c:pt>
                <c:pt idx="3565">
                  <c:v>969.05</c:v>
                </c:pt>
                <c:pt idx="3566">
                  <c:v>953.75</c:v>
                </c:pt>
                <c:pt idx="3567">
                  <c:v>949.1</c:v>
                </c:pt>
                <c:pt idx="3568">
                  <c:v>941.3</c:v>
                </c:pt>
                <c:pt idx="3569">
                  <c:v>959.1</c:v>
                </c:pt>
                <c:pt idx="3570">
                  <c:v>959.6</c:v>
                </c:pt>
                <c:pt idx="3571">
                  <c:v>967.75</c:v>
                </c:pt>
                <c:pt idx="3572">
                  <c:v>967.15</c:v>
                </c:pt>
                <c:pt idx="3573">
                  <c:v>948.25</c:v>
                </c:pt>
                <c:pt idx="3574">
                  <c:v>945</c:v>
                </c:pt>
                <c:pt idx="3575">
                  <c:v>940.3</c:v>
                </c:pt>
                <c:pt idx="3576">
                  <c:v>935.8</c:v>
                </c:pt>
                <c:pt idx="3577">
                  <c:v>928.1</c:v>
                </c:pt>
                <c:pt idx="3578">
                  <c:v>946.85</c:v>
                </c:pt>
                <c:pt idx="3579">
                  <c:v>963.35</c:v>
                </c:pt>
                <c:pt idx="3580">
                  <c:v>960.85</c:v>
                </c:pt>
                <c:pt idx="3581">
                  <c:v>960.3</c:v>
                </c:pt>
                <c:pt idx="3582">
                  <c:v>997.6</c:v>
                </c:pt>
                <c:pt idx="3583">
                  <c:v>1028.7</c:v>
                </c:pt>
                <c:pt idx="3584">
                  <c:v>1063.4000000000001</c:v>
                </c:pt>
                <c:pt idx="3585">
                  <c:v>1045.5</c:v>
                </c:pt>
                <c:pt idx="3586">
                  <c:v>1053.4000000000001</c:v>
                </c:pt>
                <c:pt idx="3587">
                  <c:v>1079.25</c:v>
                </c:pt>
                <c:pt idx="3588">
                  <c:v>1120.05</c:v>
                </c:pt>
                <c:pt idx="3589">
                  <c:v>1079.8499999999999</c:v>
                </c:pt>
                <c:pt idx="3590">
                  <c:v>1078.4000000000001</c:v>
                </c:pt>
                <c:pt idx="3591">
                  <c:v>1100.8</c:v>
                </c:pt>
                <c:pt idx="3592">
                  <c:v>1127.45</c:v>
                </c:pt>
                <c:pt idx="3593">
                  <c:v>1101.7</c:v>
                </c:pt>
                <c:pt idx="3594">
                  <c:v>1087.95</c:v>
                </c:pt>
                <c:pt idx="3595">
                  <c:v>1088.9000000000001</c:v>
                </c:pt>
                <c:pt idx="3596">
                  <c:v>1073.55</c:v>
                </c:pt>
                <c:pt idx="3597">
                  <c:v>1064.7</c:v>
                </c:pt>
                <c:pt idx="3598">
                  <c:v>1082.2</c:v>
                </c:pt>
                <c:pt idx="3599">
                  <c:v>1095.4000000000001</c:v>
                </c:pt>
                <c:pt idx="3600">
                  <c:v>1077.5</c:v>
                </c:pt>
                <c:pt idx="3601">
                  <c:v>1089.9000000000001</c:v>
                </c:pt>
                <c:pt idx="3602">
                  <c:v>1122.4000000000001</c:v>
                </c:pt>
                <c:pt idx="3603">
                  <c:v>1122.6500000000001</c:v>
                </c:pt>
                <c:pt idx="3604">
                  <c:v>1118.3</c:v>
                </c:pt>
                <c:pt idx="3605">
                  <c:v>1102.0999999999999</c:v>
                </c:pt>
                <c:pt idx="3606">
                  <c:v>1094.1500000000001</c:v>
                </c:pt>
                <c:pt idx="3607">
                  <c:v>1081.9000000000001</c:v>
                </c:pt>
                <c:pt idx="3608">
                  <c:v>1065.45</c:v>
                </c:pt>
                <c:pt idx="3609">
                  <c:v>1090.05</c:v>
                </c:pt>
                <c:pt idx="3610">
                  <c:v>1066.75</c:v>
                </c:pt>
                <c:pt idx="3611">
                  <c:v>1042.0999999999999</c:v>
                </c:pt>
                <c:pt idx="3612">
                  <c:v>1036.5</c:v>
                </c:pt>
                <c:pt idx="3613">
                  <c:v>1037.95</c:v>
                </c:pt>
                <c:pt idx="3614">
                  <c:v>1059.8499999999999</c:v>
                </c:pt>
                <c:pt idx="3615">
                  <c:v>1051</c:v>
                </c:pt>
                <c:pt idx="3616">
                  <c:v>1011.9</c:v>
                </c:pt>
                <c:pt idx="3617">
                  <c:v>1012.1</c:v>
                </c:pt>
                <c:pt idx="3618">
                  <c:v>1015.4</c:v>
                </c:pt>
                <c:pt idx="3619">
                  <c:v>1008</c:v>
                </c:pt>
                <c:pt idx="3620">
                  <c:v>1018.25</c:v>
                </c:pt>
                <c:pt idx="3621">
                  <c:v>1006.5</c:v>
                </c:pt>
                <c:pt idx="3622">
                  <c:v>1031.95</c:v>
                </c:pt>
                <c:pt idx="3623">
                  <c:v>1027.2</c:v>
                </c:pt>
                <c:pt idx="3624">
                  <c:v>995.05</c:v>
                </c:pt>
                <c:pt idx="3625">
                  <c:v>1000.95</c:v>
                </c:pt>
                <c:pt idx="3626">
                  <c:v>997.2</c:v>
                </c:pt>
                <c:pt idx="3627">
                  <c:v>966.5</c:v>
                </c:pt>
                <c:pt idx="3628">
                  <c:v>961.75</c:v>
                </c:pt>
                <c:pt idx="3629">
                  <c:v>972.2</c:v>
                </c:pt>
                <c:pt idx="3630">
                  <c:v>989.7</c:v>
                </c:pt>
                <c:pt idx="3631">
                  <c:v>982.5</c:v>
                </c:pt>
                <c:pt idx="3632">
                  <c:v>976.75</c:v>
                </c:pt>
                <c:pt idx="3633">
                  <c:v>997.65</c:v>
                </c:pt>
                <c:pt idx="3634">
                  <c:v>1030.95</c:v>
                </c:pt>
                <c:pt idx="3635">
                  <c:v>1033.25</c:v>
                </c:pt>
                <c:pt idx="3636">
                  <c:v>1041.05</c:v>
                </c:pt>
                <c:pt idx="3637">
                  <c:v>1021.85</c:v>
                </c:pt>
                <c:pt idx="3638">
                  <c:v>1005.6</c:v>
                </c:pt>
                <c:pt idx="3639">
                  <c:v>1006.15</c:v>
                </c:pt>
                <c:pt idx="3640">
                  <c:v>1006.45</c:v>
                </c:pt>
                <c:pt idx="3641">
                  <c:v>976.3</c:v>
                </c:pt>
                <c:pt idx="3642">
                  <c:v>985</c:v>
                </c:pt>
                <c:pt idx="3643">
                  <c:v>983.85</c:v>
                </c:pt>
                <c:pt idx="3644">
                  <c:v>988.15</c:v>
                </c:pt>
                <c:pt idx="3645">
                  <c:v>989.3</c:v>
                </c:pt>
                <c:pt idx="3646">
                  <c:v>980.5</c:v>
                </c:pt>
                <c:pt idx="3647">
                  <c:v>980.5</c:v>
                </c:pt>
                <c:pt idx="3648">
                  <c:v>984.4</c:v>
                </c:pt>
                <c:pt idx="3649">
                  <c:v>990.15</c:v>
                </c:pt>
                <c:pt idx="3650">
                  <c:v>1002.95</c:v>
                </c:pt>
                <c:pt idx="3651">
                  <c:v>1013.05</c:v>
                </c:pt>
                <c:pt idx="3652">
                  <c:v>1009.3</c:v>
                </c:pt>
                <c:pt idx="3653">
                  <c:v>998.35</c:v>
                </c:pt>
                <c:pt idx="3654">
                  <c:v>995.1</c:v>
                </c:pt>
                <c:pt idx="3655">
                  <c:v>998.3</c:v>
                </c:pt>
                <c:pt idx="3656">
                  <c:v>995.8</c:v>
                </c:pt>
                <c:pt idx="3657">
                  <c:v>993.35</c:v>
                </c:pt>
                <c:pt idx="3658">
                  <c:v>993.7</c:v>
                </c:pt>
                <c:pt idx="3659">
                  <c:v>998.7</c:v>
                </c:pt>
                <c:pt idx="3660">
                  <c:v>1014.1</c:v>
                </c:pt>
                <c:pt idx="3661">
                  <c:v>1023.8</c:v>
                </c:pt>
                <c:pt idx="3662">
                  <c:v>1031.25</c:v>
                </c:pt>
                <c:pt idx="3663">
                  <c:v>1025.9000000000001</c:v>
                </c:pt>
                <c:pt idx="3664">
                  <c:v>1025.6500000000001</c:v>
                </c:pt>
                <c:pt idx="3665">
                  <c:v>1037.7</c:v>
                </c:pt>
                <c:pt idx="3666">
                  <c:v>1033</c:v>
                </c:pt>
                <c:pt idx="3667">
                  <c:v>1015.85</c:v>
                </c:pt>
                <c:pt idx="3668">
                  <c:v>1019.4</c:v>
                </c:pt>
                <c:pt idx="3669">
                  <c:v>1015.6</c:v>
                </c:pt>
                <c:pt idx="3670">
                  <c:v>1002.75</c:v>
                </c:pt>
                <c:pt idx="3671">
                  <c:v>979.4</c:v>
                </c:pt>
                <c:pt idx="3672">
                  <c:v>988.65</c:v>
                </c:pt>
                <c:pt idx="3673">
                  <c:v>1004.9</c:v>
                </c:pt>
                <c:pt idx="3674">
                  <c:v>995.45</c:v>
                </c:pt>
                <c:pt idx="3675">
                  <c:v>991.55</c:v>
                </c:pt>
                <c:pt idx="3676">
                  <c:v>965.85</c:v>
                </c:pt>
                <c:pt idx="3677">
                  <c:v>965.05</c:v>
                </c:pt>
                <c:pt idx="3678">
                  <c:v>929.85</c:v>
                </c:pt>
                <c:pt idx="3679">
                  <c:v>933.25</c:v>
                </c:pt>
                <c:pt idx="3680">
                  <c:v>933.15</c:v>
                </c:pt>
                <c:pt idx="3681">
                  <c:v>945.7</c:v>
                </c:pt>
                <c:pt idx="3682">
                  <c:v>927.2</c:v>
                </c:pt>
                <c:pt idx="3683">
                  <c:v>926.15</c:v>
                </c:pt>
                <c:pt idx="3684">
                  <c:v>936.7</c:v>
                </c:pt>
                <c:pt idx="3685">
                  <c:v>954.65</c:v>
                </c:pt>
                <c:pt idx="3686">
                  <c:v>960.65</c:v>
                </c:pt>
                <c:pt idx="3687">
                  <c:v>957.9</c:v>
                </c:pt>
                <c:pt idx="3688">
                  <c:v>961.25</c:v>
                </c:pt>
                <c:pt idx="3689">
                  <c:v>931</c:v>
                </c:pt>
                <c:pt idx="3690">
                  <c:v>937.9</c:v>
                </c:pt>
                <c:pt idx="3691">
                  <c:v>935.05</c:v>
                </c:pt>
                <c:pt idx="3692">
                  <c:v>929.35</c:v>
                </c:pt>
                <c:pt idx="3693">
                  <c:v>945.65</c:v>
                </c:pt>
                <c:pt idx="3694">
                  <c:v>952.7</c:v>
                </c:pt>
                <c:pt idx="3695">
                  <c:v>941.35</c:v>
                </c:pt>
                <c:pt idx="3696">
                  <c:v>934.05</c:v>
                </c:pt>
                <c:pt idx="3697">
                  <c:v>951.6</c:v>
                </c:pt>
                <c:pt idx="3698">
                  <c:v>979.25</c:v>
                </c:pt>
                <c:pt idx="3699">
                  <c:v>1000.55</c:v>
                </c:pt>
                <c:pt idx="3700">
                  <c:v>1002.35</c:v>
                </c:pt>
                <c:pt idx="3701">
                  <c:v>991.3</c:v>
                </c:pt>
                <c:pt idx="3702">
                  <c:v>980.5</c:v>
                </c:pt>
                <c:pt idx="3703">
                  <c:v>969.35</c:v>
                </c:pt>
                <c:pt idx="3704">
                  <c:v>977.7</c:v>
                </c:pt>
                <c:pt idx="3705">
                  <c:v>974.05</c:v>
                </c:pt>
                <c:pt idx="3706">
                  <c:v>969.25</c:v>
                </c:pt>
                <c:pt idx="3707">
                  <c:v>969.15</c:v>
                </c:pt>
                <c:pt idx="3708">
                  <c:v>985.2</c:v>
                </c:pt>
                <c:pt idx="3709">
                  <c:v>988.65</c:v>
                </c:pt>
                <c:pt idx="3710">
                  <c:v>978.15</c:v>
                </c:pt>
                <c:pt idx="3711">
                  <c:v>980.75</c:v>
                </c:pt>
                <c:pt idx="3712">
                  <c:v>997.7</c:v>
                </c:pt>
                <c:pt idx="3713">
                  <c:v>985.35</c:v>
                </c:pt>
                <c:pt idx="3714">
                  <c:v>993</c:v>
                </c:pt>
                <c:pt idx="3715">
                  <c:v>987.05</c:v>
                </c:pt>
                <c:pt idx="3716">
                  <c:v>988.65</c:v>
                </c:pt>
                <c:pt idx="3717">
                  <c:v>991.6</c:v>
                </c:pt>
                <c:pt idx="3718">
                  <c:v>961.6</c:v>
                </c:pt>
                <c:pt idx="3719">
                  <c:v>962.65</c:v>
                </c:pt>
                <c:pt idx="3720">
                  <c:v>968.35</c:v>
                </c:pt>
                <c:pt idx="3721">
                  <c:v>958.55</c:v>
                </c:pt>
                <c:pt idx="3722">
                  <c:v>957.35</c:v>
                </c:pt>
                <c:pt idx="3723">
                  <c:v>944.6</c:v>
                </c:pt>
                <c:pt idx="3724">
                  <c:v>939.85</c:v>
                </c:pt>
                <c:pt idx="3725">
                  <c:v>932.55</c:v>
                </c:pt>
                <c:pt idx="3726">
                  <c:v>906.15</c:v>
                </c:pt>
                <c:pt idx="3727">
                  <c:v>882.35</c:v>
                </c:pt>
                <c:pt idx="3728">
                  <c:v>878.8</c:v>
                </c:pt>
                <c:pt idx="3729">
                  <c:v>864.6</c:v>
                </c:pt>
                <c:pt idx="3730">
                  <c:v>869.5</c:v>
                </c:pt>
                <c:pt idx="3731">
                  <c:v>880.1</c:v>
                </c:pt>
                <c:pt idx="3732">
                  <c:v>900.55</c:v>
                </c:pt>
                <c:pt idx="3733">
                  <c:v>904.9</c:v>
                </c:pt>
                <c:pt idx="3734">
                  <c:v>893.75</c:v>
                </c:pt>
                <c:pt idx="3735">
                  <c:v>884.15</c:v>
                </c:pt>
                <c:pt idx="3736">
                  <c:v>888.85</c:v>
                </c:pt>
                <c:pt idx="3737">
                  <c:v>897</c:v>
                </c:pt>
                <c:pt idx="3738">
                  <c:v>880.15</c:v>
                </c:pt>
                <c:pt idx="3739">
                  <c:v>891.15</c:v>
                </c:pt>
                <c:pt idx="3740">
                  <c:v>887.9</c:v>
                </c:pt>
                <c:pt idx="3741">
                  <c:v>885.55</c:v>
                </c:pt>
                <c:pt idx="3742">
                  <c:v>875.85</c:v>
                </c:pt>
                <c:pt idx="3743">
                  <c:v>836.1</c:v>
                </c:pt>
                <c:pt idx="3744">
                  <c:v>854.3</c:v>
                </c:pt>
                <c:pt idx="3745">
                  <c:v>842.05</c:v>
                </c:pt>
                <c:pt idx="3746">
                  <c:v>860.3</c:v>
                </c:pt>
                <c:pt idx="3747">
                  <c:v>850.3</c:v>
                </c:pt>
                <c:pt idx="3748">
                  <c:v>843.15</c:v>
                </c:pt>
                <c:pt idx="3749">
                  <c:v>834.95</c:v>
                </c:pt>
                <c:pt idx="3750">
                  <c:v>864.25</c:v>
                </c:pt>
                <c:pt idx="3751">
                  <c:v>869.7</c:v>
                </c:pt>
                <c:pt idx="3752">
                  <c:v>879.65</c:v>
                </c:pt>
                <c:pt idx="3753">
                  <c:v>903.05</c:v>
                </c:pt>
                <c:pt idx="3754">
                  <c:v>906.75</c:v>
                </c:pt>
                <c:pt idx="3755">
                  <c:v>883.75</c:v>
                </c:pt>
                <c:pt idx="3756">
                  <c:v>886.9</c:v>
                </c:pt>
                <c:pt idx="3757">
                  <c:v>889.05</c:v>
                </c:pt>
                <c:pt idx="3758">
                  <c:v>906.85</c:v>
                </c:pt>
                <c:pt idx="3759">
                  <c:v>929.4</c:v>
                </c:pt>
                <c:pt idx="3760">
                  <c:v>915.25</c:v>
                </c:pt>
                <c:pt idx="3761">
                  <c:v>908.05</c:v>
                </c:pt>
                <c:pt idx="3762">
                  <c:v>937.6</c:v>
                </c:pt>
                <c:pt idx="3763">
                  <c:v>928.8</c:v>
                </c:pt>
                <c:pt idx="3764">
                  <c:v>923.7</c:v>
                </c:pt>
                <c:pt idx="3765">
                  <c:v>909.9</c:v>
                </c:pt>
                <c:pt idx="3766">
                  <c:v>896.7</c:v>
                </c:pt>
                <c:pt idx="3767">
                  <c:v>882</c:v>
                </c:pt>
                <c:pt idx="3768">
                  <c:v>900.7</c:v>
                </c:pt>
                <c:pt idx="3769">
                  <c:v>909.15</c:v>
                </c:pt>
                <c:pt idx="3770">
                  <c:v>917.5</c:v>
                </c:pt>
                <c:pt idx="3771">
                  <c:v>902.8</c:v>
                </c:pt>
                <c:pt idx="3772">
                  <c:v>901.65</c:v>
                </c:pt>
                <c:pt idx="3773">
                  <c:v>902.05</c:v>
                </c:pt>
                <c:pt idx="3774">
                  <c:v>873.1</c:v>
                </c:pt>
                <c:pt idx="3775">
                  <c:v>851.45</c:v>
                </c:pt>
                <c:pt idx="3776">
                  <c:v>841.45</c:v>
                </c:pt>
                <c:pt idx="3777">
                  <c:v>843.15</c:v>
                </c:pt>
                <c:pt idx="3778">
                  <c:v>842</c:v>
                </c:pt>
                <c:pt idx="3779">
                  <c:v>855.55</c:v>
                </c:pt>
                <c:pt idx="3780">
                  <c:v>865.15</c:v>
                </c:pt>
                <c:pt idx="3781">
                  <c:v>864.25</c:v>
                </c:pt>
                <c:pt idx="3782">
                  <c:v>900.8</c:v>
                </c:pt>
                <c:pt idx="3783">
                  <c:v>887.85</c:v>
                </c:pt>
                <c:pt idx="3784">
                  <c:v>884.95</c:v>
                </c:pt>
                <c:pt idx="3785">
                  <c:v>869.65</c:v>
                </c:pt>
                <c:pt idx="3786">
                  <c:v>859.15</c:v>
                </c:pt>
                <c:pt idx="3787">
                  <c:v>855.95</c:v>
                </c:pt>
                <c:pt idx="3788">
                  <c:v>863.8</c:v>
                </c:pt>
                <c:pt idx="3789">
                  <c:v>850.1</c:v>
                </c:pt>
                <c:pt idx="3790">
                  <c:v>842.1</c:v>
                </c:pt>
                <c:pt idx="3791">
                  <c:v>856.85</c:v>
                </c:pt>
                <c:pt idx="3792">
                  <c:v>868.65</c:v>
                </c:pt>
                <c:pt idx="3793">
                  <c:v>856.15</c:v>
                </c:pt>
                <c:pt idx="3794">
                  <c:v>854.1</c:v>
                </c:pt>
                <c:pt idx="3795">
                  <c:v>841.95</c:v>
                </c:pt>
                <c:pt idx="3796">
                  <c:v>847.95</c:v>
                </c:pt>
                <c:pt idx="3797">
                  <c:v>844.9</c:v>
                </c:pt>
                <c:pt idx="3798">
                  <c:v>829.3</c:v>
                </c:pt>
                <c:pt idx="3799">
                  <c:v>811.7</c:v>
                </c:pt>
                <c:pt idx="3800">
                  <c:v>810.75</c:v>
                </c:pt>
                <c:pt idx="3801">
                  <c:v>826</c:v>
                </c:pt>
                <c:pt idx="3802">
                  <c:v>836.05</c:v>
                </c:pt>
                <c:pt idx="3803">
                  <c:v>824.65</c:v>
                </c:pt>
                <c:pt idx="3804">
                  <c:v>832.85</c:v>
                </c:pt>
                <c:pt idx="3805">
                  <c:v>865.9</c:v>
                </c:pt>
                <c:pt idx="3806">
                  <c:v>895.1</c:v>
                </c:pt>
                <c:pt idx="3807">
                  <c:v>904.35</c:v>
                </c:pt>
                <c:pt idx="3808">
                  <c:v>922.5</c:v>
                </c:pt>
                <c:pt idx="3809">
                  <c:v>923.65</c:v>
                </c:pt>
                <c:pt idx="3810">
                  <c:v>928.35</c:v>
                </c:pt>
                <c:pt idx="3811">
                  <c:v>926.85</c:v>
                </c:pt>
                <c:pt idx="3812">
                  <c:v>885.65</c:v>
                </c:pt>
                <c:pt idx="3813">
                  <c:v>876.45</c:v>
                </c:pt>
                <c:pt idx="3814">
                  <c:v>879.75</c:v>
                </c:pt>
                <c:pt idx="3815">
                  <c:v>877.05</c:v>
                </c:pt>
                <c:pt idx="3816">
                  <c:v>878.9</c:v>
                </c:pt>
                <c:pt idx="3817">
                  <c:v>875.3</c:v>
                </c:pt>
                <c:pt idx="3818">
                  <c:v>865.2</c:v>
                </c:pt>
                <c:pt idx="3819">
                  <c:v>850</c:v>
                </c:pt>
                <c:pt idx="3820">
                  <c:v>862.35</c:v>
                </c:pt>
                <c:pt idx="3821">
                  <c:v>890.95</c:v>
                </c:pt>
                <c:pt idx="3822">
                  <c:v>892.15</c:v>
                </c:pt>
                <c:pt idx="3823">
                  <c:v>880.25</c:v>
                </c:pt>
                <c:pt idx="3824">
                  <c:v>870.75</c:v>
                </c:pt>
                <c:pt idx="3825">
                  <c:v>889.7</c:v>
                </c:pt>
                <c:pt idx="3826">
                  <c:v>895.95</c:v>
                </c:pt>
                <c:pt idx="3827">
                  <c:v>868.7</c:v>
                </c:pt>
                <c:pt idx="3828">
                  <c:v>885.1</c:v>
                </c:pt>
                <c:pt idx="3829">
                  <c:v>878.2</c:v>
                </c:pt>
                <c:pt idx="3830">
                  <c:v>873.95</c:v>
                </c:pt>
                <c:pt idx="3831">
                  <c:v>891.55</c:v>
                </c:pt>
                <c:pt idx="3832">
                  <c:v>895.55</c:v>
                </c:pt>
                <c:pt idx="3833">
                  <c:v>908.85</c:v>
                </c:pt>
                <c:pt idx="3834">
                  <c:v>896.75</c:v>
                </c:pt>
                <c:pt idx="3835">
                  <c:v>903.85</c:v>
                </c:pt>
                <c:pt idx="3836">
                  <c:v>894.5</c:v>
                </c:pt>
                <c:pt idx="3837">
                  <c:v>884.6</c:v>
                </c:pt>
                <c:pt idx="3838">
                  <c:v>885.3</c:v>
                </c:pt>
                <c:pt idx="3839">
                  <c:v>875.8</c:v>
                </c:pt>
                <c:pt idx="3840">
                  <c:v>877</c:v>
                </c:pt>
                <c:pt idx="3841">
                  <c:v>902.25</c:v>
                </c:pt>
                <c:pt idx="3842">
                  <c:v>898.65</c:v>
                </c:pt>
                <c:pt idx="3843">
                  <c:v>896.35</c:v>
                </c:pt>
                <c:pt idx="3844">
                  <c:v>912.7</c:v>
                </c:pt>
                <c:pt idx="3845">
                  <c:v>907.75</c:v>
                </c:pt>
                <c:pt idx="3846">
                  <c:v>885.45</c:v>
                </c:pt>
                <c:pt idx="3847">
                  <c:v>883.7</c:v>
                </c:pt>
                <c:pt idx="3848">
                  <c:v>905.8</c:v>
                </c:pt>
                <c:pt idx="3849">
                  <c:v>877.15</c:v>
                </c:pt>
                <c:pt idx="3850">
                  <c:v>889.85</c:v>
                </c:pt>
                <c:pt idx="3851">
                  <c:v>901.75</c:v>
                </c:pt>
                <c:pt idx="3852">
                  <c:v>903.95</c:v>
                </c:pt>
                <c:pt idx="3853">
                  <c:v>931.2</c:v>
                </c:pt>
                <c:pt idx="3854">
                  <c:v>978.95</c:v>
                </c:pt>
                <c:pt idx="3855">
                  <c:v>996.65</c:v>
                </c:pt>
                <c:pt idx="3856">
                  <c:v>991.7</c:v>
                </c:pt>
                <c:pt idx="3857">
                  <c:v>995</c:v>
                </c:pt>
                <c:pt idx="3858">
                  <c:v>990.9</c:v>
                </c:pt>
                <c:pt idx="3859">
                  <c:v>1004.55</c:v>
                </c:pt>
                <c:pt idx="3860">
                  <c:v>1000.7</c:v>
                </c:pt>
                <c:pt idx="3861">
                  <c:v>990.85</c:v>
                </c:pt>
                <c:pt idx="3862">
                  <c:v>1000.1</c:v>
                </c:pt>
                <c:pt idx="3863">
                  <c:v>1005.65</c:v>
                </c:pt>
                <c:pt idx="3864">
                  <c:v>1010.85</c:v>
                </c:pt>
                <c:pt idx="3865">
                  <c:v>1007.2</c:v>
                </c:pt>
                <c:pt idx="3866">
                  <c:v>1015.55</c:v>
                </c:pt>
                <c:pt idx="3867">
                  <c:v>1003.25</c:v>
                </c:pt>
                <c:pt idx="3868">
                  <c:v>996.6</c:v>
                </c:pt>
                <c:pt idx="3869">
                  <c:v>987.4</c:v>
                </c:pt>
                <c:pt idx="3870">
                  <c:v>1001.8</c:v>
                </c:pt>
                <c:pt idx="3871">
                  <c:v>1007</c:v>
                </c:pt>
                <c:pt idx="3872">
                  <c:v>997.8</c:v>
                </c:pt>
                <c:pt idx="3873">
                  <c:v>1011.15</c:v>
                </c:pt>
                <c:pt idx="3874">
                  <c:v>1023.7</c:v>
                </c:pt>
                <c:pt idx="3875">
                  <c:v>1021.7</c:v>
                </c:pt>
                <c:pt idx="3876">
                  <c:v>1024.75</c:v>
                </c:pt>
                <c:pt idx="3877">
                  <c:v>1007.8</c:v>
                </c:pt>
                <c:pt idx="3878">
                  <c:v>1050.4000000000001</c:v>
                </c:pt>
                <c:pt idx="3879">
                  <c:v>1045.3</c:v>
                </c:pt>
                <c:pt idx="3880">
                  <c:v>1025.05</c:v>
                </c:pt>
                <c:pt idx="3881">
                  <c:v>1005.35</c:v>
                </c:pt>
                <c:pt idx="3882">
                  <c:v>1010.25</c:v>
                </c:pt>
                <c:pt idx="3883">
                  <c:v>996</c:v>
                </c:pt>
                <c:pt idx="3884">
                  <c:v>1000.15</c:v>
                </c:pt>
                <c:pt idx="3885">
                  <c:v>1001.85</c:v>
                </c:pt>
                <c:pt idx="3886">
                  <c:v>1002.45</c:v>
                </c:pt>
                <c:pt idx="3887">
                  <c:v>988</c:v>
                </c:pt>
                <c:pt idx="3888">
                  <c:v>987.75</c:v>
                </c:pt>
                <c:pt idx="3889">
                  <c:v>978.95</c:v>
                </c:pt>
                <c:pt idx="3890">
                  <c:v>984.35</c:v>
                </c:pt>
                <c:pt idx="3891">
                  <c:v>968.9</c:v>
                </c:pt>
                <c:pt idx="3892">
                  <c:v>966</c:v>
                </c:pt>
                <c:pt idx="3893">
                  <c:v>942.9</c:v>
                </c:pt>
                <c:pt idx="3894">
                  <c:v>933.35</c:v>
                </c:pt>
                <c:pt idx="3895">
                  <c:v>966.95</c:v>
                </c:pt>
                <c:pt idx="3896">
                  <c:v>950.7</c:v>
                </c:pt>
                <c:pt idx="3897">
                  <c:v>944.1</c:v>
                </c:pt>
                <c:pt idx="3898">
                  <c:v>954.6</c:v>
                </c:pt>
                <c:pt idx="3899">
                  <c:v>916.3</c:v>
                </c:pt>
                <c:pt idx="3900">
                  <c:v>907.95</c:v>
                </c:pt>
                <c:pt idx="3901">
                  <c:v>829.55</c:v>
                </c:pt>
                <c:pt idx="3902">
                  <c:v>848.15</c:v>
                </c:pt>
                <c:pt idx="3903">
                  <c:v>853.4</c:v>
                </c:pt>
                <c:pt idx="3904">
                  <c:v>869.15</c:v>
                </c:pt>
                <c:pt idx="3905">
                  <c:v>872.4</c:v>
                </c:pt>
                <c:pt idx="3906">
                  <c:v>855.9</c:v>
                </c:pt>
                <c:pt idx="3907">
                  <c:v>839.85</c:v>
                </c:pt>
                <c:pt idx="3908">
                  <c:v>849.55</c:v>
                </c:pt>
                <c:pt idx="3909">
                  <c:v>853.85</c:v>
                </c:pt>
                <c:pt idx="3910">
                  <c:v>835.9</c:v>
                </c:pt>
                <c:pt idx="3911">
                  <c:v>833.2</c:v>
                </c:pt>
                <c:pt idx="3912">
                  <c:v>848.6</c:v>
                </c:pt>
                <c:pt idx="3913">
                  <c:v>874.05</c:v>
                </c:pt>
                <c:pt idx="3914">
                  <c:v>867</c:v>
                </c:pt>
                <c:pt idx="3915">
                  <c:v>860.95</c:v>
                </c:pt>
                <c:pt idx="3916">
                  <c:v>863.85</c:v>
                </c:pt>
                <c:pt idx="3917">
                  <c:v>868.15</c:v>
                </c:pt>
                <c:pt idx="3918">
                  <c:v>872.55</c:v>
                </c:pt>
                <c:pt idx="3919">
                  <c:v>895.4</c:v>
                </c:pt>
                <c:pt idx="3920">
                  <c:v>878.1</c:v>
                </c:pt>
                <c:pt idx="3921">
                  <c:v>847.9</c:v>
                </c:pt>
                <c:pt idx="3922">
                  <c:v>850.35</c:v>
                </c:pt>
                <c:pt idx="3923">
                  <c:v>837.35</c:v>
                </c:pt>
                <c:pt idx="3924">
                  <c:v>834.25</c:v>
                </c:pt>
                <c:pt idx="3925">
                  <c:v>840.75</c:v>
                </c:pt>
                <c:pt idx="3926">
                  <c:v>862.3</c:v>
                </c:pt>
                <c:pt idx="3927">
                  <c:v>864.7</c:v>
                </c:pt>
                <c:pt idx="3928">
                  <c:v>888</c:v>
                </c:pt>
                <c:pt idx="3929">
                  <c:v>898.05</c:v>
                </c:pt>
                <c:pt idx="3930">
                  <c:v>913.8</c:v>
                </c:pt>
                <c:pt idx="3931">
                  <c:v>889.1</c:v>
                </c:pt>
                <c:pt idx="3932">
                  <c:v>887.35</c:v>
                </c:pt>
                <c:pt idx="3933">
                  <c:v>891.75</c:v>
                </c:pt>
                <c:pt idx="3934">
                  <c:v>893.6</c:v>
                </c:pt>
                <c:pt idx="3935">
                  <c:v>902.95</c:v>
                </c:pt>
                <c:pt idx="3936">
                  <c:v>903.7</c:v>
                </c:pt>
                <c:pt idx="3937">
                  <c:v>912.15</c:v>
                </c:pt>
                <c:pt idx="3938">
                  <c:v>963.5</c:v>
                </c:pt>
                <c:pt idx="3939">
                  <c:v>956.7</c:v>
                </c:pt>
                <c:pt idx="3940">
                  <c:v>955</c:v>
                </c:pt>
                <c:pt idx="3941">
                  <c:v>955.65</c:v>
                </c:pt>
                <c:pt idx="3942">
                  <c:v>942.85</c:v>
                </c:pt>
                <c:pt idx="3943">
                  <c:v>939.55</c:v>
                </c:pt>
                <c:pt idx="3944">
                  <c:v>936.95</c:v>
                </c:pt>
                <c:pt idx="3945">
                  <c:v>941</c:v>
                </c:pt>
                <c:pt idx="3946">
                  <c:v>947.7</c:v>
                </c:pt>
                <c:pt idx="3947">
                  <c:v>959.8</c:v>
                </c:pt>
                <c:pt idx="3948">
                  <c:v>967.2</c:v>
                </c:pt>
                <c:pt idx="3949">
                  <c:v>951.3</c:v>
                </c:pt>
                <c:pt idx="3950">
                  <c:v>936.6</c:v>
                </c:pt>
                <c:pt idx="3951">
                  <c:v>952.4</c:v>
                </c:pt>
                <c:pt idx="3952">
                  <c:v>961.25</c:v>
                </c:pt>
                <c:pt idx="3953">
                  <c:v>922.75</c:v>
                </c:pt>
                <c:pt idx="3954">
                  <c:v>928.45</c:v>
                </c:pt>
                <c:pt idx="3955">
                  <c:v>933.05</c:v>
                </c:pt>
                <c:pt idx="3956">
                  <c:v>934.3</c:v>
                </c:pt>
                <c:pt idx="3957">
                  <c:v>927.75</c:v>
                </c:pt>
                <c:pt idx="3958">
                  <c:v>912</c:v>
                </c:pt>
                <c:pt idx="3959">
                  <c:v>934.75</c:v>
                </c:pt>
                <c:pt idx="3960">
                  <c:v>946.85</c:v>
                </c:pt>
                <c:pt idx="3961">
                  <c:v>953.75</c:v>
                </c:pt>
                <c:pt idx="3962">
                  <c:v>967.7</c:v>
                </c:pt>
                <c:pt idx="3963">
                  <c:v>988.65</c:v>
                </c:pt>
                <c:pt idx="3964">
                  <c:v>979.05</c:v>
                </c:pt>
                <c:pt idx="3965">
                  <c:v>965.85</c:v>
                </c:pt>
                <c:pt idx="3966">
                  <c:v>965.9</c:v>
                </c:pt>
                <c:pt idx="3967">
                  <c:v>977.95</c:v>
                </c:pt>
                <c:pt idx="3968">
                  <c:v>977.2</c:v>
                </c:pt>
                <c:pt idx="3969">
                  <c:v>965.45</c:v>
                </c:pt>
                <c:pt idx="3970">
                  <c:v>952.05</c:v>
                </c:pt>
                <c:pt idx="3971">
                  <c:v>940.9</c:v>
                </c:pt>
                <c:pt idx="3972">
                  <c:v>915.9</c:v>
                </c:pt>
                <c:pt idx="3973">
                  <c:v>950.35</c:v>
                </c:pt>
                <c:pt idx="3974">
                  <c:v>952.95</c:v>
                </c:pt>
                <c:pt idx="3975">
                  <c:v>955.1</c:v>
                </c:pt>
                <c:pt idx="3976">
                  <c:v>975.9</c:v>
                </c:pt>
                <c:pt idx="3977">
                  <c:v>978.65</c:v>
                </c:pt>
                <c:pt idx="3978">
                  <c:v>1009.7</c:v>
                </c:pt>
                <c:pt idx="3979">
                  <c:v>991.9</c:v>
                </c:pt>
                <c:pt idx="3980">
                  <c:v>992.1</c:v>
                </c:pt>
                <c:pt idx="3981">
                  <c:v>987.3</c:v>
                </c:pt>
                <c:pt idx="3982">
                  <c:v>1003.8</c:v>
                </c:pt>
                <c:pt idx="3983">
                  <c:v>1000.55</c:v>
                </c:pt>
                <c:pt idx="3984">
                  <c:v>1010.4</c:v>
                </c:pt>
                <c:pt idx="3985">
                  <c:v>1015.4</c:v>
                </c:pt>
                <c:pt idx="3986">
                  <c:v>1004.5</c:v>
                </c:pt>
                <c:pt idx="3987">
                  <c:v>1014.6</c:v>
                </c:pt>
                <c:pt idx="3988">
                  <c:v>1015.35</c:v>
                </c:pt>
                <c:pt idx="3989">
                  <c:v>995.3</c:v>
                </c:pt>
                <c:pt idx="3990">
                  <c:v>1005.15</c:v>
                </c:pt>
                <c:pt idx="3991">
                  <c:v>1032.2</c:v>
                </c:pt>
                <c:pt idx="3992">
                  <c:v>1013.25</c:v>
                </c:pt>
                <c:pt idx="3993">
                  <c:v>1025.75</c:v>
                </c:pt>
                <c:pt idx="3994">
                  <c:v>1051.5999999999999</c:v>
                </c:pt>
                <c:pt idx="3995">
                  <c:v>1045.45</c:v>
                </c:pt>
                <c:pt idx="3996">
                  <c:v>1076.8499999999999</c:v>
                </c:pt>
                <c:pt idx="3997">
                  <c:v>1061.6500000000001</c:v>
                </c:pt>
                <c:pt idx="3998">
                  <c:v>1073.3</c:v>
                </c:pt>
                <c:pt idx="3999">
                  <c:v>1016.85</c:v>
                </c:pt>
                <c:pt idx="4000">
                  <c:v>1043.5999999999999</c:v>
                </c:pt>
                <c:pt idx="4001">
                  <c:v>1004.55</c:v>
                </c:pt>
                <c:pt idx="4002">
                  <c:v>984.2</c:v>
                </c:pt>
                <c:pt idx="4003">
                  <c:v>1004.15</c:v>
                </c:pt>
                <c:pt idx="4004">
                  <c:v>1003.95</c:v>
                </c:pt>
                <c:pt idx="4005">
                  <c:v>999.35</c:v>
                </c:pt>
                <c:pt idx="4006">
                  <c:v>1016.9</c:v>
                </c:pt>
                <c:pt idx="4007">
                  <c:v>1035.4000000000001</c:v>
                </c:pt>
                <c:pt idx="4008">
                  <c:v>1030.3</c:v>
                </c:pt>
                <c:pt idx="4009">
                  <c:v>1001.15</c:v>
                </c:pt>
                <c:pt idx="4010">
                  <c:v>981.4</c:v>
                </c:pt>
                <c:pt idx="4011">
                  <c:v>973.05</c:v>
                </c:pt>
                <c:pt idx="4012">
                  <c:v>970.9</c:v>
                </c:pt>
                <c:pt idx="4013">
                  <c:v>961.05</c:v>
                </c:pt>
                <c:pt idx="4014">
                  <c:v>957.5</c:v>
                </c:pt>
                <c:pt idx="4015">
                  <c:v>962.65</c:v>
                </c:pt>
                <c:pt idx="4016">
                  <c:v>924.55</c:v>
                </c:pt>
                <c:pt idx="4017">
                  <c:v>906.55</c:v>
                </c:pt>
                <c:pt idx="4018">
                  <c:v>946.75</c:v>
                </c:pt>
                <c:pt idx="4019">
                  <c:v>930.55</c:v>
                </c:pt>
                <c:pt idx="4020">
                  <c:v>952.6</c:v>
                </c:pt>
                <c:pt idx="4021">
                  <c:v>940.1</c:v>
                </c:pt>
                <c:pt idx="4022">
                  <c:v>944.35</c:v>
                </c:pt>
                <c:pt idx="4023">
                  <c:v>962.3</c:v>
                </c:pt>
                <c:pt idx="4024">
                  <c:v>949.65</c:v>
                </c:pt>
                <c:pt idx="4025">
                  <c:v>952.65</c:v>
                </c:pt>
                <c:pt idx="4026">
                  <c:v>944.1</c:v>
                </c:pt>
                <c:pt idx="4027">
                  <c:v>950.35</c:v>
                </c:pt>
                <c:pt idx="4028">
                  <c:v>966.65</c:v>
                </c:pt>
                <c:pt idx="4029">
                  <c:v>981.3</c:v>
                </c:pt>
                <c:pt idx="4030">
                  <c:v>1001.5</c:v>
                </c:pt>
                <c:pt idx="4031">
                  <c:v>1012.85</c:v>
                </c:pt>
                <c:pt idx="4032">
                  <c:v>1006.4</c:v>
                </c:pt>
                <c:pt idx="4033">
                  <c:v>1027</c:v>
                </c:pt>
                <c:pt idx="4034">
                  <c:v>1041.7</c:v>
                </c:pt>
                <c:pt idx="4035">
                  <c:v>1011.75</c:v>
                </c:pt>
                <c:pt idx="4036">
                  <c:v>1014.5</c:v>
                </c:pt>
                <c:pt idx="4037">
                  <c:v>1019.75</c:v>
                </c:pt>
                <c:pt idx="4038">
                  <c:v>1020.5</c:v>
                </c:pt>
                <c:pt idx="4039">
                  <c:v>1021.75</c:v>
                </c:pt>
                <c:pt idx="4040">
                  <c:v>1016</c:v>
                </c:pt>
                <c:pt idx="4041">
                  <c:v>1027.2</c:v>
                </c:pt>
                <c:pt idx="4042">
                  <c:v>1037.3</c:v>
                </c:pt>
                <c:pt idx="4043">
                  <c:v>1047.8499999999999</c:v>
                </c:pt>
                <c:pt idx="4044">
                  <c:v>1029.2</c:v>
                </c:pt>
                <c:pt idx="4045">
                  <c:v>1020.4</c:v>
                </c:pt>
                <c:pt idx="4046">
                  <c:v>1036.25</c:v>
                </c:pt>
                <c:pt idx="4047">
                  <c:v>1047.05</c:v>
                </c:pt>
                <c:pt idx="4048">
                  <c:v>1045.2</c:v>
                </c:pt>
                <c:pt idx="4049">
                  <c:v>1034.45</c:v>
                </c:pt>
                <c:pt idx="4050">
                  <c:v>1035.05</c:v>
                </c:pt>
                <c:pt idx="4051">
                  <c:v>1026.95</c:v>
                </c:pt>
                <c:pt idx="4052">
                  <c:v>1033.75</c:v>
                </c:pt>
                <c:pt idx="4053">
                  <c:v>1037.25</c:v>
                </c:pt>
                <c:pt idx="4054">
                  <c:v>1036.3499999999999</c:v>
                </c:pt>
                <c:pt idx="4055">
                  <c:v>1040.3</c:v>
                </c:pt>
                <c:pt idx="4056">
                  <c:v>1047.4000000000001</c:v>
                </c:pt>
                <c:pt idx="4057">
                  <c:v>1066.05</c:v>
                </c:pt>
                <c:pt idx="4058">
                  <c:v>1064.75</c:v>
                </c:pt>
                <c:pt idx="4059">
                  <c:v>1037.3</c:v>
                </c:pt>
                <c:pt idx="4060">
                  <c:v>1041.1500000000001</c:v>
                </c:pt>
                <c:pt idx="4061">
                  <c:v>1038.95</c:v>
                </c:pt>
                <c:pt idx="4062">
                  <c:v>1016.9</c:v>
                </c:pt>
                <c:pt idx="4063">
                  <c:v>1016.95</c:v>
                </c:pt>
                <c:pt idx="4064">
                  <c:v>1019.4</c:v>
                </c:pt>
                <c:pt idx="4065">
                  <c:v>996.7</c:v>
                </c:pt>
                <c:pt idx="4066">
                  <c:v>982.7</c:v>
                </c:pt>
                <c:pt idx="4067">
                  <c:v>986.95</c:v>
                </c:pt>
                <c:pt idx="4068">
                  <c:v>975.8</c:v>
                </c:pt>
                <c:pt idx="4069">
                  <c:v>978.1</c:v>
                </c:pt>
                <c:pt idx="4070">
                  <c:v>975.25</c:v>
                </c:pt>
                <c:pt idx="4071">
                  <c:v>968.95</c:v>
                </c:pt>
                <c:pt idx="4072">
                  <c:v>983.1</c:v>
                </c:pt>
                <c:pt idx="4073">
                  <c:v>982.55</c:v>
                </c:pt>
                <c:pt idx="4074">
                  <c:v>975.4</c:v>
                </c:pt>
                <c:pt idx="4075">
                  <c:v>992.8</c:v>
                </c:pt>
                <c:pt idx="4076">
                  <c:v>978.15</c:v>
                </c:pt>
                <c:pt idx="4077">
                  <c:v>975.95</c:v>
                </c:pt>
                <c:pt idx="4078">
                  <c:v>969.15</c:v>
                </c:pt>
                <c:pt idx="4079">
                  <c:v>970.55</c:v>
                </c:pt>
                <c:pt idx="4080">
                  <c:v>951.2</c:v>
                </c:pt>
                <c:pt idx="4081">
                  <c:v>934.2</c:v>
                </c:pt>
                <c:pt idx="4082">
                  <c:v>930</c:v>
                </c:pt>
                <c:pt idx="4083">
                  <c:v>940.45</c:v>
                </c:pt>
                <c:pt idx="4084">
                  <c:v>951.2</c:v>
                </c:pt>
                <c:pt idx="4085">
                  <c:v>946.85</c:v>
                </c:pt>
                <c:pt idx="4086">
                  <c:v>974.7</c:v>
                </c:pt>
                <c:pt idx="4087">
                  <c:v>968.7</c:v>
                </c:pt>
                <c:pt idx="4088">
                  <c:v>957.85</c:v>
                </c:pt>
                <c:pt idx="4089">
                  <c:v>953.6</c:v>
                </c:pt>
                <c:pt idx="4090">
                  <c:v>956.25</c:v>
                </c:pt>
                <c:pt idx="4091">
                  <c:v>959.65</c:v>
                </c:pt>
                <c:pt idx="4092">
                  <c:v>954.8</c:v>
                </c:pt>
                <c:pt idx="4093">
                  <c:v>955.05</c:v>
                </c:pt>
                <c:pt idx="4094">
                  <c:v>954.1</c:v>
                </c:pt>
                <c:pt idx="4095">
                  <c:v>971.15</c:v>
                </c:pt>
                <c:pt idx="4096">
                  <c:v>976.7</c:v>
                </c:pt>
                <c:pt idx="4097">
                  <c:v>981.1</c:v>
                </c:pt>
                <c:pt idx="4098">
                  <c:v>976.25</c:v>
                </c:pt>
                <c:pt idx="4099">
                  <c:v>984.6</c:v>
                </c:pt>
                <c:pt idx="4100">
                  <c:v>976.3</c:v>
                </c:pt>
                <c:pt idx="4101">
                  <c:v>974.9</c:v>
                </c:pt>
                <c:pt idx="4102">
                  <c:v>990.2</c:v>
                </c:pt>
                <c:pt idx="4103">
                  <c:v>987.1</c:v>
                </c:pt>
                <c:pt idx="4104">
                  <c:v>980.5</c:v>
                </c:pt>
                <c:pt idx="4105">
                  <c:v>980.45</c:v>
                </c:pt>
                <c:pt idx="4106">
                  <c:v>951.45</c:v>
                </c:pt>
                <c:pt idx="4107">
                  <c:v>955.65</c:v>
                </c:pt>
                <c:pt idx="4108">
                  <c:v>957.8</c:v>
                </c:pt>
                <c:pt idx="4109">
                  <c:v>966.9</c:v>
                </c:pt>
                <c:pt idx="4110">
                  <c:v>969.15</c:v>
                </c:pt>
                <c:pt idx="4111">
                  <c:v>973.45</c:v>
                </c:pt>
                <c:pt idx="4112">
                  <c:v>986.7</c:v>
                </c:pt>
                <c:pt idx="4113">
                  <c:v>993.1</c:v>
                </c:pt>
                <c:pt idx="4114">
                  <c:v>987.9</c:v>
                </c:pt>
                <c:pt idx="4115">
                  <c:v>978.4</c:v>
                </c:pt>
                <c:pt idx="4116">
                  <c:v>992.5</c:v>
                </c:pt>
                <c:pt idx="4117">
                  <c:v>1003.4</c:v>
                </c:pt>
                <c:pt idx="4118">
                  <c:v>1008.75</c:v>
                </c:pt>
                <c:pt idx="4119">
                  <c:v>1004.9</c:v>
                </c:pt>
                <c:pt idx="4120">
                  <c:v>1012.2</c:v>
                </c:pt>
                <c:pt idx="4121">
                  <c:v>1006.25</c:v>
                </c:pt>
                <c:pt idx="4122">
                  <c:v>1017.8</c:v>
                </c:pt>
                <c:pt idx="4123">
                  <c:v>1023</c:v>
                </c:pt>
                <c:pt idx="4124">
                  <c:v>1006.35</c:v>
                </c:pt>
                <c:pt idx="4125">
                  <c:v>1014.85</c:v>
                </c:pt>
                <c:pt idx="4126">
                  <c:v>1022.75</c:v>
                </c:pt>
                <c:pt idx="4127">
                  <c:v>1024.05</c:v>
                </c:pt>
                <c:pt idx="4128">
                  <c:v>1013.1</c:v>
                </c:pt>
                <c:pt idx="4129">
                  <c:v>1026.3499999999999</c:v>
                </c:pt>
                <c:pt idx="4130">
                  <c:v>1014.9</c:v>
                </c:pt>
                <c:pt idx="4131">
                  <c:v>1009.5</c:v>
                </c:pt>
                <c:pt idx="4132">
                  <c:v>1012.8</c:v>
                </c:pt>
                <c:pt idx="4133">
                  <c:v>993.95</c:v>
                </c:pt>
                <c:pt idx="4134">
                  <c:v>993</c:v>
                </c:pt>
                <c:pt idx="4135">
                  <c:v>1016.25</c:v>
                </c:pt>
                <c:pt idx="4136">
                  <c:v>1029.25</c:v>
                </c:pt>
                <c:pt idx="4137">
                  <c:v>1030.7</c:v>
                </c:pt>
                <c:pt idx="4138">
                  <c:v>1003.65</c:v>
                </c:pt>
                <c:pt idx="4139">
                  <c:v>1014.1</c:v>
                </c:pt>
                <c:pt idx="4140">
                  <c:v>1035.8</c:v>
                </c:pt>
                <c:pt idx="4141">
                  <c:v>1024.9000000000001</c:v>
                </c:pt>
                <c:pt idx="4142">
                  <c:v>1013.3</c:v>
                </c:pt>
                <c:pt idx="4143">
                  <c:v>1018.05</c:v>
                </c:pt>
                <c:pt idx="4144">
                  <c:v>1014.9</c:v>
                </c:pt>
                <c:pt idx="4145">
                  <c:v>1011.85</c:v>
                </c:pt>
                <c:pt idx="4146">
                  <c:v>1010.45</c:v>
                </c:pt>
                <c:pt idx="4147">
                  <c:v>1020.5</c:v>
                </c:pt>
                <c:pt idx="4148">
                  <c:v>1012.7</c:v>
                </c:pt>
                <c:pt idx="4149">
                  <c:v>1027.9000000000001</c:v>
                </c:pt>
                <c:pt idx="4150">
                  <c:v>1057.45</c:v>
                </c:pt>
                <c:pt idx="4151">
                  <c:v>1066.4000000000001</c:v>
                </c:pt>
                <c:pt idx="4152">
                  <c:v>1060</c:v>
                </c:pt>
                <c:pt idx="4153">
                  <c:v>1029.2</c:v>
                </c:pt>
                <c:pt idx="4154">
                  <c:v>1013.35</c:v>
                </c:pt>
                <c:pt idx="4155">
                  <c:v>1019.9</c:v>
                </c:pt>
                <c:pt idx="4156">
                  <c:v>1017.65</c:v>
                </c:pt>
                <c:pt idx="4157">
                  <c:v>1033.4000000000001</c:v>
                </c:pt>
                <c:pt idx="4158">
                  <c:v>1044.55</c:v>
                </c:pt>
                <c:pt idx="4159">
                  <c:v>1046.5</c:v>
                </c:pt>
                <c:pt idx="4160">
                  <c:v>1044.75</c:v>
                </c:pt>
                <c:pt idx="4161">
                  <c:v>1065</c:v>
                </c:pt>
                <c:pt idx="4162">
                  <c:v>1075.55</c:v>
                </c:pt>
                <c:pt idx="4163">
                  <c:v>1082.4000000000001</c:v>
                </c:pt>
                <c:pt idx="4164">
                  <c:v>1074.2</c:v>
                </c:pt>
                <c:pt idx="4165">
                  <c:v>1072.25</c:v>
                </c:pt>
                <c:pt idx="4166">
                  <c:v>1088.95</c:v>
                </c:pt>
                <c:pt idx="4167">
                  <c:v>1102.8</c:v>
                </c:pt>
                <c:pt idx="4168">
                  <c:v>1107.2</c:v>
                </c:pt>
                <c:pt idx="4169">
                  <c:v>1110.5</c:v>
                </c:pt>
                <c:pt idx="4170">
                  <c:v>1090.6500000000001</c:v>
                </c:pt>
                <c:pt idx="4171">
                  <c:v>1072.45</c:v>
                </c:pt>
                <c:pt idx="4172">
                  <c:v>1083.7</c:v>
                </c:pt>
                <c:pt idx="4173">
                  <c:v>1090.7</c:v>
                </c:pt>
                <c:pt idx="4174">
                  <c:v>1096.3499999999999</c:v>
                </c:pt>
                <c:pt idx="4175">
                  <c:v>1089.4000000000001</c:v>
                </c:pt>
                <c:pt idx="4176">
                  <c:v>1110.8</c:v>
                </c:pt>
                <c:pt idx="4177">
                  <c:v>1109</c:v>
                </c:pt>
                <c:pt idx="4178">
                  <c:v>1096.3499999999999</c:v>
                </c:pt>
                <c:pt idx="4179">
                  <c:v>1057.1500000000001</c:v>
                </c:pt>
                <c:pt idx="4180">
                  <c:v>1077.6500000000001</c:v>
                </c:pt>
                <c:pt idx="4181">
                  <c:v>1060.6500000000001</c:v>
                </c:pt>
                <c:pt idx="4182">
                  <c:v>1081.0999999999999</c:v>
                </c:pt>
                <c:pt idx="4183">
                  <c:v>1087.3499999999999</c:v>
                </c:pt>
                <c:pt idx="4184">
                  <c:v>1087.55</c:v>
                </c:pt>
                <c:pt idx="4185">
                  <c:v>1064.2</c:v>
                </c:pt>
                <c:pt idx="4186">
                  <c:v>1063.3</c:v>
                </c:pt>
                <c:pt idx="4187">
                  <c:v>1060.8499999999999</c:v>
                </c:pt>
                <c:pt idx="4188">
                  <c:v>1054.05</c:v>
                </c:pt>
                <c:pt idx="4189">
                  <c:v>1048.7</c:v>
                </c:pt>
                <c:pt idx="4190">
                  <c:v>1054.95</c:v>
                </c:pt>
                <c:pt idx="4191">
                  <c:v>1051.2</c:v>
                </c:pt>
                <c:pt idx="4192">
                  <c:v>1051</c:v>
                </c:pt>
                <c:pt idx="4193">
                  <c:v>1023.75</c:v>
                </c:pt>
                <c:pt idx="4194">
                  <c:v>1023.95</c:v>
                </c:pt>
                <c:pt idx="4195">
                  <c:v>1005.55</c:v>
                </c:pt>
                <c:pt idx="4196">
                  <c:v>1001.15</c:v>
                </c:pt>
                <c:pt idx="4197">
                  <c:v>1003.5</c:v>
                </c:pt>
                <c:pt idx="4198">
                  <c:v>1004.6</c:v>
                </c:pt>
                <c:pt idx="4199">
                  <c:v>1010.4</c:v>
                </c:pt>
                <c:pt idx="4200">
                  <c:v>1001.75</c:v>
                </c:pt>
                <c:pt idx="4201">
                  <c:v>985.4</c:v>
                </c:pt>
                <c:pt idx="4202">
                  <c:v>986.55</c:v>
                </c:pt>
                <c:pt idx="4203">
                  <c:v>977.75</c:v>
                </c:pt>
                <c:pt idx="4204">
                  <c:v>987.5</c:v>
                </c:pt>
                <c:pt idx="4205">
                  <c:v>991.5</c:v>
                </c:pt>
                <c:pt idx="4206">
                  <c:v>1001.45</c:v>
                </c:pt>
                <c:pt idx="4207">
                  <c:v>1009</c:v>
                </c:pt>
                <c:pt idx="4208">
                  <c:v>987.35</c:v>
                </c:pt>
                <c:pt idx="4209">
                  <c:v>993.7</c:v>
                </c:pt>
                <c:pt idx="4210">
                  <c:v>986.65</c:v>
                </c:pt>
                <c:pt idx="4211">
                  <c:v>997.7</c:v>
                </c:pt>
                <c:pt idx="4212">
                  <c:v>990.05</c:v>
                </c:pt>
                <c:pt idx="4213">
                  <c:v>997.75</c:v>
                </c:pt>
                <c:pt idx="4214">
                  <c:v>994.75</c:v>
                </c:pt>
                <c:pt idx="4215">
                  <c:v>993.85</c:v>
                </c:pt>
                <c:pt idx="4216">
                  <c:v>1005.2</c:v>
                </c:pt>
                <c:pt idx="4217">
                  <c:v>999.15</c:v>
                </c:pt>
                <c:pt idx="4218">
                  <c:v>1020.05</c:v>
                </c:pt>
                <c:pt idx="4219">
                  <c:v>1028.95</c:v>
                </c:pt>
                <c:pt idx="4220">
                  <c:v>1027.2</c:v>
                </c:pt>
                <c:pt idx="4221">
                  <c:v>1039.8</c:v>
                </c:pt>
                <c:pt idx="4222">
                  <c:v>1059.5</c:v>
                </c:pt>
                <c:pt idx="4223">
                  <c:v>1052.95</c:v>
                </c:pt>
                <c:pt idx="4224">
                  <c:v>1057.1500000000001</c:v>
                </c:pt>
                <c:pt idx="4225">
                  <c:v>1062.55</c:v>
                </c:pt>
                <c:pt idx="4226">
                  <c:v>1057.9000000000001</c:v>
                </c:pt>
                <c:pt idx="4227">
                  <c:v>1063.25</c:v>
                </c:pt>
                <c:pt idx="4228">
                  <c:v>1053.3499999999999</c:v>
                </c:pt>
                <c:pt idx="4229">
                  <c:v>1057.3</c:v>
                </c:pt>
                <c:pt idx="4230">
                  <c:v>1047.45</c:v>
                </c:pt>
                <c:pt idx="4231">
                  <c:v>1064.7</c:v>
                </c:pt>
                <c:pt idx="4232">
                  <c:v>1049.7</c:v>
                </c:pt>
                <c:pt idx="4233">
                  <c:v>1065.45</c:v>
                </c:pt>
                <c:pt idx="4234">
                  <c:v>1082.4000000000001</c:v>
                </c:pt>
                <c:pt idx="4235">
                  <c:v>1085.0999999999999</c:v>
                </c:pt>
                <c:pt idx="4236">
                  <c:v>1089.4000000000001</c:v>
                </c:pt>
                <c:pt idx="4237">
                  <c:v>1067.1500000000001</c:v>
                </c:pt>
                <c:pt idx="4238">
                  <c:v>1077.4000000000001</c:v>
                </c:pt>
                <c:pt idx="4239">
                  <c:v>1074.95</c:v>
                </c:pt>
                <c:pt idx="4240">
                  <c:v>1077.7</c:v>
                </c:pt>
                <c:pt idx="4241">
                  <c:v>1089.8499999999999</c:v>
                </c:pt>
                <c:pt idx="4242">
                  <c:v>1086.05</c:v>
                </c:pt>
                <c:pt idx="4243">
                  <c:v>1083.3</c:v>
                </c:pt>
                <c:pt idx="4244">
                  <c:v>1090.4000000000001</c:v>
                </c:pt>
                <c:pt idx="4245">
                  <c:v>1076.25</c:v>
                </c:pt>
                <c:pt idx="4246">
                  <c:v>1041.25</c:v>
                </c:pt>
                <c:pt idx="4247">
                  <c:v>1032.55</c:v>
                </c:pt>
                <c:pt idx="4248">
                  <c:v>1033.7</c:v>
                </c:pt>
                <c:pt idx="4249">
                  <c:v>1025.8</c:v>
                </c:pt>
                <c:pt idx="4250">
                  <c:v>1015.9</c:v>
                </c:pt>
                <c:pt idx="4251">
                  <c:v>1027.3</c:v>
                </c:pt>
                <c:pt idx="4252">
                  <c:v>1017.3</c:v>
                </c:pt>
                <c:pt idx="4253">
                  <c:v>1025.0999999999999</c:v>
                </c:pt>
                <c:pt idx="4254">
                  <c:v>1044.8</c:v>
                </c:pt>
                <c:pt idx="4255">
                  <c:v>1045.2</c:v>
                </c:pt>
                <c:pt idx="4256">
                  <c:v>1049.6500000000001</c:v>
                </c:pt>
                <c:pt idx="4257">
                  <c:v>1043.5</c:v>
                </c:pt>
                <c:pt idx="4258">
                  <c:v>1033.6500000000001</c:v>
                </c:pt>
                <c:pt idx="4259">
                  <c:v>1041.6500000000001</c:v>
                </c:pt>
                <c:pt idx="4260">
                  <c:v>1030.9000000000001</c:v>
                </c:pt>
                <c:pt idx="4261">
                  <c:v>1025.1500000000001</c:v>
                </c:pt>
                <c:pt idx="4262">
                  <c:v>1032.75</c:v>
                </c:pt>
                <c:pt idx="4263">
                  <c:v>1030.1500000000001</c:v>
                </c:pt>
                <c:pt idx="4264">
                  <c:v>1029.8499999999999</c:v>
                </c:pt>
                <c:pt idx="4265">
                  <c:v>1049.8</c:v>
                </c:pt>
                <c:pt idx="4266">
                  <c:v>1051.3</c:v>
                </c:pt>
                <c:pt idx="4267">
                  <c:v>1067.5</c:v>
                </c:pt>
                <c:pt idx="4268">
                  <c:v>1075.5</c:v>
                </c:pt>
                <c:pt idx="4269">
                  <c:v>1075.4000000000001</c:v>
                </c:pt>
                <c:pt idx="4270">
                  <c:v>1088.2</c:v>
                </c:pt>
                <c:pt idx="4271">
                  <c:v>1207.5</c:v>
                </c:pt>
                <c:pt idx="4272">
                  <c:v>1182.75</c:v>
                </c:pt>
                <c:pt idx="4273">
                  <c:v>1238.9000000000001</c:v>
                </c:pt>
                <c:pt idx="4274">
                  <c:v>1238.05</c:v>
                </c:pt>
                <c:pt idx="4275">
                  <c:v>1234.5</c:v>
                </c:pt>
                <c:pt idx="4276">
                  <c:v>1236.75</c:v>
                </c:pt>
                <c:pt idx="4277">
                  <c:v>1258.55</c:v>
                </c:pt>
                <c:pt idx="4278">
                  <c:v>1305.3499999999999</c:v>
                </c:pt>
                <c:pt idx="4279">
                  <c:v>1304.95</c:v>
                </c:pt>
                <c:pt idx="4280">
                  <c:v>1291.2</c:v>
                </c:pt>
                <c:pt idx="4281">
                  <c:v>1286.75</c:v>
                </c:pt>
                <c:pt idx="4282">
                  <c:v>1281.6500000000001</c:v>
                </c:pt>
                <c:pt idx="4283">
                  <c:v>1289.5</c:v>
                </c:pt>
                <c:pt idx="4284">
                  <c:v>1304.95</c:v>
                </c:pt>
                <c:pt idx="4285">
                  <c:v>1297.6500000000001</c:v>
                </c:pt>
                <c:pt idx="4286">
                  <c:v>1300.7</c:v>
                </c:pt>
                <c:pt idx="4287">
                  <c:v>1280.8</c:v>
                </c:pt>
                <c:pt idx="4288">
                  <c:v>1263.8</c:v>
                </c:pt>
                <c:pt idx="4289">
                  <c:v>1259.7</c:v>
                </c:pt>
                <c:pt idx="4290">
                  <c:v>1273.3</c:v>
                </c:pt>
                <c:pt idx="4291">
                  <c:v>1286.75</c:v>
                </c:pt>
                <c:pt idx="4292">
                  <c:v>1251.0999999999999</c:v>
                </c:pt>
                <c:pt idx="4293">
                  <c:v>1245.75</c:v>
                </c:pt>
                <c:pt idx="4294">
                  <c:v>1256.6500000000001</c:v>
                </c:pt>
                <c:pt idx="4295">
                  <c:v>1270.6500000000001</c:v>
                </c:pt>
                <c:pt idx="4296">
                  <c:v>1320.9</c:v>
                </c:pt>
                <c:pt idx="4297">
                  <c:v>1374.65</c:v>
                </c:pt>
                <c:pt idx="4298">
                  <c:v>1415</c:v>
                </c:pt>
                <c:pt idx="4299">
                  <c:v>1438.5</c:v>
                </c:pt>
                <c:pt idx="4300">
                  <c:v>1406.6</c:v>
                </c:pt>
                <c:pt idx="4301">
                  <c:v>1381.35</c:v>
                </c:pt>
                <c:pt idx="4302">
                  <c:v>1372.35</c:v>
                </c:pt>
                <c:pt idx="4303">
                  <c:v>1354</c:v>
                </c:pt>
                <c:pt idx="4304">
                  <c:v>1364.8</c:v>
                </c:pt>
                <c:pt idx="4305">
                  <c:v>1391.85</c:v>
                </c:pt>
                <c:pt idx="4306">
                  <c:v>1370.2</c:v>
                </c:pt>
                <c:pt idx="4307">
                  <c:v>1368.8</c:v>
                </c:pt>
                <c:pt idx="4308">
                  <c:v>1369.55</c:v>
                </c:pt>
                <c:pt idx="4309">
                  <c:v>1402.5</c:v>
                </c:pt>
                <c:pt idx="4310">
                  <c:v>1417.4</c:v>
                </c:pt>
                <c:pt idx="4311">
                  <c:v>1432.8</c:v>
                </c:pt>
                <c:pt idx="4312">
                  <c:v>1416.45</c:v>
                </c:pt>
                <c:pt idx="4313">
                  <c:v>1409.5</c:v>
                </c:pt>
                <c:pt idx="4314">
                  <c:v>1395.2</c:v>
                </c:pt>
                <c:pt idx="4315">
                  <c:v>1370.55</c:v>
                </c:pt>
                <c:pt idx="4316">
                  <c:v>1370.1</c:v>
                </c:pt>
                <c:pt idx="4317">
                  <c:v>1357.95</c:v>
                </c:pt>
                <c:pt idx="4318">
                  <c:v>1328.25</c:v>
                </c:pt>
                <c:pt idx="4319">
                  <c:v>1321.4</c:v>
                </c:pt>
                <c:pt idx="4320">
                  <c:v>1330.35</c:v>
                </c:pt>
                <c:pt idx="4321">
                  <c:v>1359.1</c:v>
                </c:pt>
                <c:pt idx="4322">
                  <c:v>1359.55</c:v>
                </c:pt>
                <c:pt idx="4323">
                  <c:v>1350.45</c:v>
                </c:pt>
                <c:pt idx="4324">
                  <c:v>1344.1</c:v>
                </c:pt>
                <c:pt idx="4325">
                  <c:v>1356.3</c:v>
                </c:pt>
                <c:pt idx="4326">
                  <c:v>1353.1</c:v>
                </c:pt>
                <c:pt idx="4327">
                  <c:v>1327.35</c:v>
                </c:pt>
                <c:pt idx="4328">
                  <c:v>1318.85</c:v>
                </c:pt>
                <c:pt idx="4329">
                  <c:v>1324.15</c:v>
                </c:pt>
                <c:pt idx="4330">
                  <c:v>1305.55</c:v>
                </c:pt>
                <c:pt idx="4331">
                  <c:v>1297.7</c:v>
                </c:pt>
                <c:pt idx="4332">
                  <c:v>1302.45</c:v>
                </c:pt>
                <c:pt idx="4333">
                  <c:v>1337.3</c:v>
                </c:pt>
                <c:pt idx="4334">
                  <c:v>1356.9</c:v>
                </c:pt>
                <c:pt idx="4335">
                  <c:v>1359.35</c:v>
                </c:pt>
                <c:pt idx="4336">
                  <c:v>1340.7</c:v>
                </c:pt>
                <c:pt idx="4337">
                  <c:v>1328.25</c:v>
                </c:pt>
                <c:pt idx="4338">
                  <c:v>1324.75</c:v>
                </c:pt>
                <c:pt idx="4339">
                  <c:v>1329.35</c:v>
                </c:pt>
                <c:pt idx="4340">
                  <c:v>1312.8</c:v>
                </c:pt>
                <c:pt idx="4341">
                  <c:v>1339</c:v>
                </c:pt>
                <c:pt idx="4342">
                  <c:v>1331.7</c:v>
                </c:pt>
                <c:pt idx="4343">
                  <c:v>1335.7</c:v>
                </c:pt>
                <c:pt idx="4344">
                  <c:v>1319.45</c:v>
                </c:pt>
                <c:pt idx="4345">
                  <c:v>1314.35</c:v>
                </c:pt>
                <c:pt idx="4346">
                  <c:v>1357.5</c:v>
                </c:pt>
                <c:pt idx="4347">
                  <c:v>1383.95</c:v>
                </c:pt>
                <c:pt idx="4348">
                  <c:v>1388.8</c:v>
                </c:pt>
                <c:pt idx="4349">
                  <c:v>1409.25</c:v>
                </c:pt>
                <c:pt idx="4350">
                  <c:v>1412.35</c:v>
                </c:pt>
                <c:pt idx="4351">
                  <c:v>1422</c:v>
                </c:pt>
                <c:pt idx="4352">
                  <c:v>1432.65</c:v>
                </c:pt>
                <c:pt idx="4353">
                  <c:v>1435.85</c:v>
                </c:pt>
                <c:pt idx="4354">
                  <c:v>1437.15</c:v>
                </c:pt>
                <c:pt idx="4355">
                  <c:v>1398.5</c:v>
                </c:pt>
                <c:pt idx="4356">
                  <c:v>1392.7</c:v>
                </c:pt>
                <c:pt idx="4357">
                  <c:v>1380</c:v>
                </c:pt>
                <c:pt idx="4358">
                  <c:v>1381.05</c:v>
                </c:pt>
                <c:pt idx="4359">
                  <c:v>1421.95</c:v>
                </c:pt>
                <c:pt idx="4360">
                  <c:v>1442.65</c:v>
                </c:pt>
                <c:pt idx="4361">
                  <c:v>1442.55</c:v>
                </c:pt>
                <c:pt idx="4362">
                  <c:v>1491.15</c:v>
                </c:pt>
                <c:pt idx="4363">
                  <c:v>1492.85</c:v>
                </c:pt>
                <c:pt idx="4364">
                  <c:v>1494.35</c:v>
                </c:pt>
                <c:pt idx="4365">
                  <c:v>1511.1</c:v>
                </c:pt>
                <c:pt idx="4366">
                  <c:v>1522.1</c:v>
                </c:pt>
                <c:pt idx="4367">
                  <c:v>1533.75</c:v>
                </c:pt>
                <c:pt idx="4368">
                  <c:v>1551.75</c:v>
                </c:pt>
                <c:pt idx="4369">
                  <c:v>1519.9</c:v>
                </c:pt>
                <c:pt idx="4370">
                  <c:v>1532.95</c:v>
                </c:pt>
                <c:pt idx="4371">
                  <c:v>1528.9</c:v>
                </c:pt>
                <c:pt idx="4372">
                  <c:v>1585</c:v>
                </c:pt>
                <c:pt idx="4373">
                  <c:v>1615.25</c:v>
                </c:pt>
                <c:pt idx="4374">
                  <c:v>1602.15</c:v>
                </c:pt>
                <c:pt idx="4375">
                  <c:v>1622.75</c:v>
                </c:pt>
                <c:pt idx="4376">
                  <c:v>1594.8</c:v>
                </c:pt>
                <c:pt idx="4377">
                  <c:v>1594.45</c:v>
                </c:pt>
                <c:pt idx="4378">
                  <c:v>1615.2</c:v>
                </c:pt>
                <c:pt idx="4379">
                  <c:v>1603.6</c:v>
                </c:pt>
                <c:pt idx="4380">
                  <c:v>1629.2</c:v>
                </c:pt>
                <c:pt idx="4381">
                  <c:v>1650.1</c:v>
                </c:pt>
                <c:pt idx="4382">
                  <c:v>1622.15</c:v>
                </c:pt>
                <c:pt idx="4383">
                  <c:v>1616.35</c:v>
                </c:pt>
                <c:pt idx="4384">
                  <c:v>1602.55</c:v>
                </c:pt>
                <c:pt idx="4385">
                  <c:v>1598.8</c:v>
                </c:pt>
                <c:pt idx="4386">
                  <c:v>1584.35</c:v>
                </c:pt>
                <c:pt idx="4387">
                  <c:v>1546.25</c:v>
                </c:pt>
                <c:pt idx="4388">
                  <c:v>1573.05</c:v>
                </c:pt>
                <c:pt idx="4389">
                  <c:v>1566.1</c:v>
                </c:pt>
                <c:pt idx="4390">
                  <c:v>1567.1</c:v>
                </c:pt>
                <c:pt idx="4391">
                  <c:v>1575.4</c:v>
                </c:pt>
                <c:pt idx="4392">
                  <c:v>1564.4</c:v>
                </c:pt>
                <c:pt idx="4393">
                  <c:v>1560.05</c:v>
                </c:pt>
                <c:pt idx="4394">
                  <c:v>1582.05</c:v>
                </c:pt>
                <c:pt idx="4395">
                  <c:v>1568.05</c:v>
                </c:pt>
                <c:pt idx="4396">
                  <c:v>1566.55</c:v>
                </c:pt>
                <c:pt idx="4397">
                  <c:v>1532.15</c:v>
                </c:pt>
                <c:pt idx="4398">
                  <c:v>1564.1</c:v>
                </c:pt>
                <c:pt idx="4399">
                  <c:v>1594.5</c:v>
                </c:pt>
                <c:pt idx="4400">
                  <c:v>1610.1</c:v>
                </c:pt>
                <c:pt idx="4401">
                  <c:v>1613.35</c:v>
                </c:pt>
                <c:pt idx="4402">
                  <c:v>1632.6</c:v>
                </c:pt>
                <c:pt idx="4403">
                  <c:v>1645.4</c:v>
                </c:pt>
                <c:pt idx="4404">
                  <c:v>818.1</c:v>
                </c:pt>
                <c:pt idx="4405">
                  <c:v>816.9</c:v>
                </c:pt>
                <c:pt idx="4406">
                  <c:v>817.9</c:v>
                </c:pt>
                <c:pt idx="4407">
                  <c:v>823.75</c:v>
                </c:pt>
                <c:pt idx="4408">
                  <c:v>849</c:v>
                </c:pt>
                <c:pt idx="4409">
                  <c:v>843.85</c:v>
                </c:pt>
                <c:pt idx="4410">
                  <c:v>841.8</c:v>
                </c:pt>
                <c:pt idx="4411">
                  <c:v>845.55</c:v>
                </c:pt>
                <c:pt idx="4412">
                  <c:v>838.6</c:v>
                </c:pt>
                <c:pt idx="4413">
                  <c:v>847.15</c:v>
                </c:pt>
                <c:pt idx="4414">
                  <c:v>841.35</c:v>
                </c:pt>
                <c:pt idx="4415">
                  <c:v>817.4</c:v>
                </c:pt>
                <c:pt idx="4416">
                  <c:v>821.55</c:v>
                </c:pt>
                <c:pt idx="4417">
                  <c:v>820.1</c:v>
                </c:pt>
                <c:pt idx="4418">
                  <c:v>799.15</c:v>
                </c:pt>
                <c:pt idx="4419">
                  <c:v>786.45</c:v>
                </c:pt>
                <c:pt idx="4420">
                  <c:v>780.9</c:v>
                </c:pt>
                <c:pt idx="4421">
                  <c:v>798.35</c:v>
                </c:pt>
                <c:pt idx="4422">
                  <c:v>818.85</c:v>
                </c:pt>
                <c:pt idx="4423">
                  <c:v>824.15</c:v>
                </c:pt>
                <c:pt idx="4424">
                  <c:v>837.05</c:v>
                </c:pt>
                <c:pt idx="4425">
                  <c:v>830.65</c:v>
                </c:pt>
                <c:pt idx="4426">
                  <c:v>843.2</c:v>
                </c:pt>
                <c:pt idx="4427">
                  <c:v>840.15</c:v>
                </c:pt>
                <c:pt idx="4428">
                  <c:v>872.75</c:v>
                </c:pt>
                <c:pt idx="4429">
                  <c:v>876.45</c:v>
                </c:pt>
                <c:pt idx="4430">
                  <c:v>876.8</c:v>
                </c:pt>
                <c:pt idx="4431">
                  <c:v>874.35</c:v>
                </c:pt>
                <c:pt idx="4432">
                  <c:v>914.5</c:v>
                </c:pt>
                <c:pt idx="4433">
                  <c:v>909.9</c:v>
                </c:pt>
                <c:pt idx="4434">
                  <c:v>939.75</c:v>
                </c:pt>
                <c:pt idx="4435">
                  <c:v>934.25</c:v>
                </c:pt>
                <c:pt idx="4436">
                  <c:v>939.9</c:v>
                </c:pt>
                <c:pt idx="4437">
                  <c:v>947.4</c:v>
                </c:pt>
                <c:pt idx="4438">
                  <c:v>929.85</c:v>
                </c:pt>
                <c:pt idx="4439">
                  <c:v>942.5</c:v>
                </c:pt>
                <c:pt idx="4440">
                  <c:v>940.85</c:v>
                </c:pt>
                <c:pt idx="4441">
                  <c:v>952.55</c:v>
                </c:pt>
                <c:pt idx="4442">
                  <c:v>946.6</c:v>
                </c:pt>
                <c:pt idx="4443">
                  <c:v>945.3</c:v>
                </c:pt>
                <c:pt idx="4444">
                  <c:v>932.5</c:v>
                </c:pt>
                <c:pt idx="4445">
                  <c:v>906.7</c:v>
                </c:pt>
                <c:pt idx="4446">
                  <c:v>887.8</c:v>
                </c:pt>
                <c:pt idx="4447">
                  <c:v>900.5</c:v>
                </c:pt>
                <c:pt idx="4448">
                  <c:v>883.85</c:v>
                </c:pt>
                <c:pt idx="4449">
                  <c:v>875.25</c:v>
                </c:pt>
                <c:pt idx="4450">
                  <c:v>886.7</c:v>
                </c:pt>
                <c:pt idx="4451">
                  <c:v>883.7</c:v>
                </c:pt>
                <c:pt idx="4452">
                  <c:v>903.85</c:v>
                </c:pt>
                <c:pt idx="4453">
                  <c:v>911.9</c:v>
                </c:pt>
                <c:pt idx="4454">
                  <c:v>920.85</c:v>
                </c:pt>
                <c:pt idx="4455">
                  <c:v>932.55</c:v>
                </c:pt>
                <c:pt idx="4456">
                  <c:v>930.75</c:v>
                </c:pt>
                <c:pt idx="4457">
                  <c:v>947</c:v>
                </c:pt>
                <c:pt idx="4458">
                  <c:v>951.1</c:v>
                </c:pt>
                <c:pt idx="4459">
                  <c:v>951.35</c:v>
                </c:pt>
                <c:pt idx="4460">
                  <c:v>943.35</c:v>
                </c:pt>
                <c:pt idx="4461">
                  <c:v>946</c:v>
                </c:pt>
                <c:pt idx="4462">
                  <c:v>921.55</c:v>
                </c:pt>
                <c:pt idx="4463">
                  <c:v>910.1</c:v>
                </c:pt>
                <c:pt idx="4464">
                  <c:v>901.6</c:v>
                </c:pt>
                <c:pt idx="4465">
                  <c:v>913.7</c:v>
                </c:pt>
                <c:pt idx="4466">
                  <c:v>926.65</c:v>
                </c:pt>
                <c:pt idx="4467">
                  <c:v>931.55</c:v>
                </c:pt>
                <c:pt idx="4468">
                  <c:v>921</c:v>
                </c:pt>
                <c:pt idx="4469">
                  <c:v>916.15</c:v>
                </c:pt>
                <c:pt idx="4470">
                  <c:v>915.6</c:v>
                </c:pt>
                <c:pt idx="4471">
                  <c:v>914.65</c:v>
                </c:pt>
                <c:pt idx="4472">
                  <c:v>921.5</c:v>
                </c:pt>
                <c:pt idx="4473">
                  <c:v>919.75</c:v>
                </c:pt>
                <c:pt idx="4474">
                  <c:v>921</c:v>
                </c:pt>
                <c:pt idx="4475">
                  <c:v>925.95</c:v>
                </c:pt>
                <c:pt idx="4476">
                  <c:v>918.15</c:v>
                </c:pt>
                <c:pt idx="4477">
                  <c:v>912.95</c:v>
                </c:pt>
                <c:pt idx="4478">
                  <c:v>920.4</c:v>
                </c:pt>
                <c:pt idx="4479">
                  <c:v>929.8</c:v>
                </c:pt>
                <c:pt idx="4480">
                  <c:v>923.75</c:v>
                </c:pt>
                <c:pt idx="4481">
                  <c:v>924.2</c:v>
                </c:pt>
                <c:pt idx="4482">
                  <c:v>921.05</c:v>
                </c:pt>
                <c:pt idx="4483">
                  <c:v>909.75</c:v>
                </c:pt>
                <c:pt idx="4484">
                  <c:v>911.15</c:v>
                </c:pt>
                <c:pt idx="4485">
                  <c:v>914.8</c:v>
                </c:pt>
                <c:pt idx="4486">
                  <c:v>920.3</c:v>
                </c:pt>
                <c:pt idx="4487">
                  <c:v>923.25</c:v>
                </c:pt>
                <c:pt idx="4488">
                  <c:v>928.55</c:v>
                </c:pt>
                <c:pt idx="4489">
                  <c:v>940.95</c:v>
                </c:pt>
                <c:pt idx="4490">
                  <c:v>942.35</c:v>
                </c:pt>
                <c:pt idx="4491">
                  <c:v>937.75</c:v>
                </c:pt>
                <c:pt idx="4492">
                  <c:v>949</c:v>
                </c:pt>
                <c:pt idx="4493">
                  <c:v>949.15</c:v>
                </c:pt>
                <c:pt idx="4494">
                  <c:v>922.95</c:v>
                </c:pt>
                <c:pt idx="4495">
                  <c:v>924.5</c:v>
                </c:pt>
                <c:pt idx="4496">
                  <c:v>919.7</c:v>
                </c:pt>
                <c:pt idx="4497">
                  <c:v>931.3</c:v>
                </c:pt>
                <c:pt idx="4498">
                  <c:v>971.5</c:v>
                </c:pt>
                <c:pt idx="4499">
                  <c:v>983.25</c:v>
                </c:pt>
                <c:pt idx="4500">
                  <c:v>966.35</c:v>
                </c:pt>
                <c:pt idx="4501">
                  <c:v>965.9</c:v>
                </c:pt>
                <c:pt idx="4502">
                  <c:v>964.5</c:v>
                </c:pt>
                <c:pt idx="4503">
                  <c:v>950.4</c:v>
                </c:pt>
                <c:pt idx="4504">
                  <c:v>961.3</c:v>
                </c:pt>
                <c:pt idx="4505">
                  <c:v>943.85</c:v>
                </c:pt>
                <c:pt idx="4506">
                  <c:v>904.35</c:v>
                </c:pt>
                <c:pt idx="4507">
                  <c:v>902.15</c:v>
                </c:pt>
                <c:pt idx="4508">
                  <c:v>892.1</c:v>
                </c:pt>
                <c:pt idx="4509">
                  <c:v>894.4</c:v>
                </c:pt>
                <c:pt idx="4510">
                  <c:v>904.55</c:v>
                </c:pt>
                <c:pt idx="4511">
                  <c:v>897.85</c:v>
                </c:pt>
                <c:pt idx="4512">
                  <c:v>915.5</c:v>
                </c:pt>
                <c:pt idx="4513">
                  <c:v>933.65</c:v>
                </c:pt>
                <c:pt idx="4514">
                  <c:v>935.65</c:v>
                </c:pt>
                <c:pt idx="4515">
                  <c:v>921.3</c:v>
                </c:pt>
                <c:pt idx="4516">
                  <c:v>927</c:v>
                </c:pt>
                <c:pt idx="4517">
                  <c:v>921.1</c:v>
                </c:pt>
                <c:pt idx="4518">
                  <c:v>929.35</c:v>
                </c:pt>
                <c:pt idx="4519">
                  <c:v>924.35</c:v>
                </c:pt>
                <c:pt idx="4520">
                  <c:v>934.25</c:v>
                </c:pt>
                <c:pt idx="4521">
                  <c:v>938.7</c:v>
                </c:pt>
                <c:pt idx="4522">
                  <c:v>950.5</c:v>
                </c:pt>
                <c:pt idx="4523">
                  <c:v>954.55</c:v>
                </c:pt>
                <c:pt idx="4524">
                  <c:v>948.4</c:v>
                </c:pt>
                <c:pt idx="4525">
                  <c:v>924.1</c:v>
                </c:pt>
                <c:pt idx="4526">
                  <c:v>910.85</c:v>
                </c:pt>
                <c:pt idx="4527">
                  <c:v>889.75</c:v>
                </c:pt>
                <c:pt idx="4528">
                  <c:v>911.45</c:v>
                </c:pt>
                <c:pt idx="4529">
                  <c:v>913.1</c:v>
                </c:pt>
                <c:pt idx="4530">
                  <c:v>930.3</c:v>
                </c:pt>
                <c:pt idx="4531">
                  <c:v>931.85</c:v>
                </c:pt>
                <c:pt idx="4532">
                  <c:v>929.05</c:v>
                </c:pt>
                <c:pt idx="4533">
                  <c:v>911.8</c:v>
                </c:pt>
                <c:pt idx="4534">
                  <c:v>900.05</c:v>
                </c:pt>
                <c:pt idx="4535">
                  <c:v>895.5</c:v>
                </c:pt>
                <c:pt idx="4536">
                  <c:v>889.8</c:v>
                </c:pt>
                <c:pt idx="4537">
                  <c:v>896.9</c:v>
                </c:pt>
                <c:pt idx="4538">
                  <c:v>908.15</c:v>
                </c:pt>
                <c:pt idx="4539">
                  <c:v>893.9</c:v>
                </c:pt>
                <c:pt idx="4540">
                  <c:v>901.1</c:v>
                </c:pt>
                <c:pt idx="4541">
                  <c:v>899.8</c:v>
                </c:pt>
                <c:pt idx="4542">
                  <c:v>882.7</c:v>
                </c:pt>
                <c:pt idx="4543">
                  <c:v>892.95</c:v>
                </c:pt>
                <c:pt idx="4544">
                  <c:v>899.55</c:v>
                </c:pt>
                <c:pt idx="4545">
                  <c:v>894.9</c:v>
                </c:pt>
                <c:pt idx="4546">
                  <c:v>908.2</c:v>
                </c:pt>
                <c:pt idx="4547">
                  <c:v>911</c:v>
                </c:pt>
                <c:pt idx="4548">
                  <c:v>916</c:v>
                </c:pt>
                <c:pt idx="4549">
                  <c:v>917.05</c:v>
                </c:pt>
                <c:pt idx="4550">
                  <c:v>930.85</c:v>
                </c:pt>
                <c:pt idx="4551">
                  <c:v>928.7</c:v>
                </c:pt>
                <c:pt idx="4552">
                  <c:v>938.85</c:v>
                </c:pt>
                <c:pt idx="4553">
                  <c:v>937.05</c:v>
                </c:pt>
                <c:pt idx="4554">
                  <c:v>944.25</c:v>
                </c:pt>
                <c:pt idx="4555">
                  <c:v>938</c:v>
                </c:pt>
                <c:pt idx="4556">
                  <c:v>942.3</c:v>
                </c:pt>
                <c:pt idx="4557">
                  <c:v>927.9</c:v>
                </c:pt>
                <c:pt idx="4558">
                  <c:v>936</c:v>
                </c:pt>
                <c:pt idx="4559">
                  <c:v>970.05</c:v>
                </c:pt>
                <c:pt idx="4560">
                  <c:v>970.5</c:v>
                </c:pt>
                <c:pt idx="4561">
                  <c:v>975.35</c:v>
                </c:pt>
                <c:pt idx="4562">
                  <c:v>996.3</c:v>
                </c:pt>
                <c:pt idx="4563">
                  <c:v>963.3</c:v>
                </c:pt>
                <c:pt idx="4564">
                  <c:v>972.7</c:v>
                </c:pt>
                <c:pt idx="4565">
                  <c:v>961.6</c:v>
                </c:pt>
                <c:pt idx="4566">
                  <c:v>953.95</c:v>
                </c:pt>
                <c:pt idx="4567">
                  <c:v>971</c:v>
                </c:pt>
                <c:pt idx="4568">
                  <c:v>967.1</c:v>
                </c:pt>
                <c:pt idx="4569">
                  <c:v>976.7</c:v>
                </c:pt>
                <c:pt idx="4570">
                  <c:v>981.15</c:v>
                </c:pt>
                <c:pt idx="4571">
                  <c:v>989.25</c:v>
                </c:pt>
                <c:pt idx="4572">
                  <c:v>986.6</c:v>
                </c:pt>
                <c:pt idx="4573">
                  <c:v>978.95</c:v>
                </c:pt>
                <c:pt idx="4574">
                  <c:v>956.15</c:v>
                </c:pt>
                <c:pt idx="4575">
                  <c:v>945.35</c:v>
                </c:pt>
                <c:pt idx="4576">
                  <c:v>933.85</c:v>
                </c:pt>
                <c:pt idx="4577">
                  <c:v>931.35</c:v>
                </c:pt>
                <c:pt idx="4578">
                  <c:v>926.75</c:v>
                </c:pt>
                <c:pt idx="4579">
                  <c:v>912.25</c:v>
                </c:pt>
                <c:pt idx="4580">
                  <c:v>915.85</c:v>
                </c:pt>
                <c:pt idx="4581">
                  <c:v>920.8</c:v>
                </c:pt>
                <c:pt idx="4582">
                  <c:v>920.4</c:v>
                </c:pt>
                <c:pt idx="4583">
                  <c:v>917.45</c:v>
                </c:pt>
                <c:pt idx="4584">
                  <c:v>916.1</c:v>
                </c:pt>
                <c:pt idx="4585">
                  <c:v>921.35</c:v>
                </c:pt>
                <c:pt idx="4586">
                  <c:v>930.55</c:v>
                </c:pt>
                <c:pt idx="4587">
                  <c:v>940.85</c:v>
                </c:pt>
                <c:pt idx="4588">
                  <c:v>947.65</c:v>
                </c:pt>
                <c:pt idx="4589">
                  <c:v>954.4</c:v>
                </c:pt>
                <c:pt idx="4590">
                  <c:v>971.35</c:v>
                </c:pt>
                <c:pt idx="4591">
                  <c:v>984.35</c:v>
                </c:pt>
                <c:pt idx="4592">
                  <c:v>982.65</c:v>
                </c:pt>
                <c:pt idx="4593">
                  <c:v>997.15</c:v>
                </c:pt>
                <c:pt idx="4594">
                  <c:v>1002.5</c:v>
                </c:pt>
                <c:pt idx="4595">
                  <c:v>1007.95</c:v>
                </c:pt>
                <c:pt idx="4596">
                  <c:v>1014.2</c:v>
                </c:pt>
                <c:pt idx="4597">
                  <c:v>1015.55</c:v>
                </c:pt>
                <c:pt idx="4598">
                  <c:v>996.05</c:v>
                </c:pt>
                <c:pt idx="4599">
                  <c:v>1019.25</c:v>
                </c:pt>
                <c:pt idx="4600">
                  <c:v>1031.95</c:v>
                </c:pt>
                <c:pt idx="4601">
                  <c:v>1012.5</c:v>
                </c:pt>
                <c:pt idx="4602">
                  <c:v>1004.45</c:v>
                </c:pt>
                <c:pt idx="4603">
                  <c:v>978.95</c:v>
                </c:pt>
                <c:pt idx="4604">
                  <c:v>965.85</c:v>
                </c:pt>
                <c:pt idx="4605">
                  <c:v>944.95</c:v>
                </c:pt>
                <c:pt idx="4606">
                  <c:v>972.45</c:v>
                </c:pt>
                <c:pt idx="4607">
                  <c:v>960.6</c:v>
                </c:pt>
                <c:pt idx="4608">
                  <c:v>971.3</c:v>
                </c:pt>
                <c:pt idx="4609">
                  <c:v>990.1</c:v>
                </c:pt>
                <c:pt idx="4610">
                  <c:v>964.5</c:v>
                </c:pt>
                <c:pt idx="4611">
                  <c:v>977.55</c:v>
                </c:pt>
                <c:pt idx="4612">
                  <c:v>997.1</c:v>
                </c:pt>
                <c:pt idx="4613">
                  <c:v>1025.7</c:v>
                </c:pt>
                <c:pt idx="4614">
                  <c:v>1038.8</c:v>
                </c:pt>
                <c:pt idx="4615">
                  <c:v>1082.3499999999999</c:v>
                </c:pt>
                <c:pt idx="4616">
                  <c:v>1099.8</c:v>
                </c:pt>
                <c:pt idx="4617">
                  <c:v>1076.2</c:v>
                </c:pt>
                <c:pt idx="4618">
                  <c:v>1092.3499999999999</c:v>
                </c:pt>
                <c:pt idx="4619">
                  <c:v>1092.55</c:v>
                </c:pt>
                <c:pt idx="4620">
                  <c:v>1104.8499999999999</c:v>
                </c:pt>
                <c:pt idx="4621">
                  <c:v>1128.6500000000001</c:v>
                </c:pt>
                <c:pt idx="4622">
                  <c:v>1120.3</c:v>
                </c:pt>
                <c:pt idx="4623">
                  <c:v>1110.95</c:v>
                </c:pt>
                <c:pt idx="4624">
                  <c:v>1115.1500000000001</c:v>
                </c:pt>
                <c:pt idx="4625">
                  <c:v>1110.6500000000001</c:v>
                </c:pt>
                <c:pt idx="4626">
                  <c:v>1129.8499999999999</c:v>
                </c:pt>
                <c:pt idx="4627">
                  <c:v>1151.4000000000001</c:v>
                </c:pt>
                <c:pt idx="4628">
                  <c:v>1186</c:v>
                </c:pt>
                <c:pt idx="4629">
                  <c:v>1192.3499999999999</c:v>
                </c:pt>
                <c:pt idx="4630">
                  <c:v>1168.3499999999999</c:v>
                </c:pt>
                <c:pt idx="4631">
                  <c:v>1176.95</c:v>
                </c:pt>
                <c:pt idx="4632">
                  <c:v>1192.5999999999999</c:v>
                </c:pt>
                <c:pt idx="4633">
                  <c:v>1184.2</c:v>
                </c:pt>
                <c:pt idx="4634">
                  <c:v>1217.7</c:v>
                </c:pt>
                <c:pt idx="4635">
                  <c:v>1217.95</c:v>
                </c:pt>
                <c:pt idx="4636">
                  <c:v>1204.2</c:v>
                </c:pt>
                <c:pt idx="4637">
                  <c:v>1187.7</c:v>
                </c:pt>
                <c:pt idx="4638">
                  <c:v>1210.5999999999999</c:v>
                </c:pt>
                <c:pt idx="4639">
                  <c:v>1200.8</c:v>
                </c:pt>
                <c:pt idx="4640">
                  <c:v>1203.75</c:v>
                </c:pt>
                <c:pt idx="4641">
                  <c:v>1234.9000000000001</c:v>
                </c:pt>
                <c:pt idx="4642">
                  <c:v>1247.2</c:v>
                </c:pt>
                <c:pt idx="4643">
                  <c:v>1269.45</c:v>
                </c:pt>
                <c:pt idx="4644">
                  <c:v>1277.5</c:v>
                </c:pt>
                <c:pt idx="4645">
                  <c:v>1291.5</c:v>
                </c:pt>
                <c:pt idx="4646">
                  <c:v>1319</c:v>
                </c:pt>
                <c:pt idx="4647">
                  <c:v>1294.2</c:v>
                </c:pt>
                <c:pt idx="4648">
                  <c:v>1274.45</c:v>
                </c:pt>
                <c:pt idx="4649">
                  <c:v>1241.6500000000001</c:v>
                </c:pt>
                <c:pt idx="4650">
                  <c:v>1229.1500000000001</c:v>
                </c:pt>
                <c:pt idx="4651">
                  <c:v>1241.95</c:v>
                </c:pt>
                <c:pt idx="4652">
                  <c:v>1227</c:v>
                </c:pt>
                <c:pt idx="4653">
                  <c:v>1261.4000000000001</c:v>
                </c:pt>
                <c:pt idx="4654">
                  <c:v>1278.5999999999999</c:v>
                </c:pt>
                <c:pt idx="4655">
                  <c:v>1255.8499999999999</c:v>
                </c:pt>
                <c:pt idx="4656">
                  <c:v>1237.7</c:v>
                </c:pt>
                <c:pt idx="4657">
                  <c:v>1252.5</c:v>
                </c:pt>
                <c:pt idx="4658">
                  <c:v>1253.1500000000001</c:v>
                </c:pt>
                <c:pt idx="4659">
                  <c:v>1225.9000000000001</c:v>
                </c:pt>
                <c:pt idx="4660">
                  <c:v>1217.1500000000001</c:v>
                </c:pt>
                <c:pt idx="4661">
                  <c:v>1210.75</c:v>
                </c:pt>
                <c:pt idx="4662">
                  <c:v>1217.5</c:v>
                </c:pt>
                <c:pt idx="4663">
                  <c:v>1232.05</c:v>
                </c:pt>
                <c:pt idx="4664">
                  <c:v>1230.5999999999999</c:v>
                </c:pt>
                <c:pt idx="4665">
                  <c:v>1251.4000000000001</c:v>
                </c:pt>
                <c:pt idx="4666">
                  <c:v>1253.75</c:v>
                </c:pt>
                <c:pt idx="4667">
                  <c:v>1257.95</c:v>
                </c:pt>
                <c:pt idx="4668">
                  <c:v>1231.7</c:v>
                </c:pt>
                <c:pt idx="4669">
                  <c:v>1205.0999999999999</c:v>
                </c:pt>
                <c:pt idx="4670">
                  <c:v>1122.25</c:v>
                </c:pt>
                <c:pt idx="4671">
                  <c:v>1048.8499999999999</c:v>
                </c:pt>
                <c:pt idx="4672">
                  <c:v>1109.4000000000001</c:v>
                </c:pt>
                <c:pt idx="4673">
                  <c:v>1090.05</c:v>
                </c:pt>
                <c:pt idx="4674">
                  <c:v>1102.0999999999999</c:v>
                </c:pt>
                <c:pt idx="4675">
                  <c:v>1087.8</c:v>
                </c:pt>
                <c:pt idx="4676">
                  <c:v>1126.55</c:v>
                </c:pt>
                <c:pt idx="4677">
                  <c:v>1139.75</c:v>
                </c:pt>
                <c:pt idx="4678">
                  <c:v>1163.8</c:v>
                </c:pt>
                <c:pt idx="4679">
                  <c:v>1151.3</c:v>
                </c:pt>
                <c:pt idx="4680">
                  <c:v>1101.3</c:v>
                </c:pt>
                <c:pt idx="4681">
                  <c:v>1062.6500000000001</c:v>
                </c:pt>
                <c:pt idx="4682">
                  <c:v>1054.7</c:v>
                </c:pt>
                <c:pt idx="4683">
                  <c:v>1045.75</c:v>
                </c:pt>
                <c:pt idx="4684">
                  <c:v>1030.8</c:v>
                </c:pt>
                <c:pt idx="4685">
                  <c:v>1044.9000000000001</c:v>
                </c:pt>
                <c:pt idx="4686">
                  <c:v>1087.8</c:v>
                </c:pt>
                <c:pt idx="4687">
                  <c:v>1057</c:v>
                </c:pt>
                <c:pt idx="4688">
                  <c:v>1061.25</c:v>
                </c:pt>
                <c:pt idx="4689">
                  <c:v>1056.25</c:v>
                </c:pt>
                <c:pt idx="4690">
                  <c:v>1074.9000000000001</c:v>
                </c:pt>
                <c:pt idx="4691">
                  <c:v>1090.3</c:v>
                </c:pt>
                <c:pt idx="4692">
                  <c:v>1104.0999999999999</c:v>
                </c:pt>
                <c:pt idx="4693">
                  <c:v>1110.7</c:v>
                </c:pt>
                <c:pt idx="4694">
                  <c:v>1093.45</c:v>
                </c:pt>
                <c:pt idx="4695">
                  <c:v>1080</c:v>
                </c:pt>
                <c:pt idx="4696">
                  <c:v>1099.45</c:v>
                </c:pt>
                <c:pt idx="4697">
                  <c:v>1097.95</c:v>
                </c:pt>
                <c:pt idx="4698">
                  <c:v>1096.8499999999999</c:v>
                </c:pt>
                <c:pt idx="4699">
                  <c:v>1127.4000000000001</c:v>
                </c:pt>
                <c:pt idx="4700">
                  <c:v>1150</c:v>
                </c:pt>
                <c:pt idx="4701">
                  <c:v>1137.4000000000001</c:v>
                </c:pt>
                <c:pt idx="4702">
                  <c:v>1112.9000000000001</c:v>
                </c:pt>
                <c:pt idx="4703">
                  <c:v>1102.8499999999999</c:v>
                </c:pt>
                <c:pt idx="4704">
                  <c:v>1109.75</c:v>
                </c:pt>
                <c:pt idx="4705">
                  <c:v>1128.2</c:v>
                </c:pt>
                <c:pt idx="4706">
                  <c:v>1152.6500000000001</c:v>
                </c:pt>
                <c:pt idx="4707">
                  <c:v>1168.5</c:v>
                </c:pt>
                <c:pt idx="4708">
                  <c:v>1167.55</c:v>
                </c:pt>
                <c:pt idx="4709">
                  <c:v>1156.45</c:v>
                </c:pt>
                <c:pt idx="4710">
                  <c:v>1152.3</c:v>
                </c:pt>
                <c:pt idx="4711">
                  <c:v>1155.1500000000001</c:v>
                </c:pt>
                <c:pt idx="4712">
                  <c:v>1123.6500000000001</c:v>
                </c:pt>
                <c:pt idx="4713">
                  <c:v>1133.8</c:v>
                </c:pt>
                <c:pt idx="4714">
                  <c:v>1090.25</c:v>
                </c:pt>
                <c:pt idx="4715">
                  <c:v>1097.55</c:v>
                </c:pt>
                <c:pt idx="4716">
                  <c:v>1110.5</c:v>
                </c:pt>
                <c:pt idx="4717">
                  <c:v>1107.05</c:v>
                </c:pt>
                <c:pt idx="4718">
                  <c:v>1112.2</c:v>
                </c:pt>
                <c:pt idx="4719">
                  <c:v>1129.9000000000001</c:v>
                </c:pt>
                <c:pt idx="4720">
                  <c:v>1136.4000000000001</c:v>
                </c:pt>
                <c:pt idx="4721">
                  <c:v>1136.8</c:v>
                </c:pt>
                <c:pt idx="4722">
                  <c:v>1128.45</c:v>
                </c:pt>
                <c:pt idx="4723">
                  <c:v>1100.2</c:v>
                </c:pt>
                <c:pt idx="4724">
                  <c:v>1089.1500000000001</c:v>
                </c:pt>
                <c:pt idx="4725">
                  <c:v>1098.3499999999999</c:v>
                </c:pt>
                <c:pt idx="4726">
                  <c:v>1120.2</c:v>
                </c:pt>
                <c:pt idx="4727">
                  <c:v>1125.55</c:v>
                </c:pt>
                <c:pt idx="4728">
                  <c:v>1121.25</c:v>
                </c:pt>
                <c:pt idx="4729">
                  <c:v>1121</c:v>
                </c:pt>
                <c:pt idx="4730">
                  <c:v>1106.4000000000001</c:v>
                </c:pt>
                <c:pt idx="4731">
                  <c:v>1092.75</c:v>
                </c:pt>
                <c:pt idx="4732">
                  <c:v>1098.6500000000001</c:v>
                </c:pt>
                <c:pt idx="4733">
                  <c:v>1104.75</c:v>
                </c:pt>
                <c:pt idx="4734">
                  <c:v>1104.6500000000001</c:v>
                </c:pt>
                <c:pt idx="4735">
                  <c:v>1110.75</c:v>
                </c:pt>
                <c:pt idx="4736">
                  <c:v>1107.5</c:v>
                </c:pt>
                <c:pt idx="4737">
                  <c:v>1098.05</c:v>
                </c:pt>
                <c:pt idx="4738">
                  <c:v>1096.8</c:v>
                </c:pt>
                <c:pt idx="4739">
                  <c:v>1129.6500000000001</c:v>
                </c:pt>
                <c:pt idx="4740">
                  <c:v>1135.9000000000001</c:v>
                </c:pt>
                <c:pt idx="4741">
                  <c:v>1134.45</c:v>
                </c:pt>
                <c:pt idx="4742">
                  <c:v>1184.3499999999999</c:v>
                </c:pt>
                <c:pt idx="4743">
                  <c:v>1237.7</c:v>
                </c:pt>
                <c:pt idx="4744">
                  <c:v>1235.1500000000001</c:v>
                </c:pt>
                <c:pt idx="4745">
                  <c:v>1226.3</c:v>
                </c:pt>
                <c:pt idx="4746">
                  <c:v>1247.45</c:v>
                </c:pt>
                <c:pt idx="4747">
                  <c:v>1246</c:v>
                </c:pt>
                <c:pt idx="4748">
                  <c:v>1229.55</c:v>
                </c:pt>
                <c:pt idx="4749">
                  <c:v>1210.6500000000001</c:v>
                </c:pt>
                <c:pt idx="4750">
                  <c:v>1195.7</c:v>
                </c:pt>
                <c:pt idx="4751">
                  <c:v>1227.1500000000001</c:v>
                </c:pt>
                <c:pt idx="4752">
                  <c:v>1249.95</c:v>
                </c:pt>
                <c:pt idx="4753">
                  <c:v>1290.9000000000001</c:v>
                </c:pt>
                <c:pt idx="4754">
                  <c:v>1291.55</c:v>
                </c:pt>
                <c:pt idx="4755">
                  <c:v>1310.25</c:v>
                </c:pt>
                <c:pt idx="4756">
                  <c:v>1290.4000000000001</c:v>
                </c:pt>
                <c:pt idx="4757">
                  <c:v>1277.7</c:v>
                </c:pt>
                <c:pt idx="4758">
                  <c:v>1253.25</c:v>
                </c:pt>
                <c:pt idx="4759">
                  <c:v>1256.4000000000001</c:v>
                </c:pt>
                <c:pt idx="4760">
                  <c:v>1245.95</c:v>
                </c:pt>
                <c:pt idx="4761">
                  <c:v>1224.2</c:v>
                </c:pt>
                <c:pt idx="4762">
                  <c:v>1244.45</c:v>
                </c:pt>
                <c:pt idx="4763">
                  <c:v>1220.0999999999999</c:v>
                </c:pt>
                <c:pt idx="4764">
                  <c:v>1216.0999999999999</c:v>
                </c:pt>
                <c:pt idx="4765">
                  <c:v>1234.3499999999999</c:v>
                </c:pt>
                <c:pt idx="4766">
                  <c:v>1246.9000000000001</c:v>
                </c:pt>
                <c:pt idx="4767">
                  <c:v>1232.3499999999999</c:v>
                </c:pt>
                <c:pt idx="4768">
                  <c:v>1232.3</c:v>
                </c:pt>
                <c:pt idx="4769">
                  <c:v>1220.25</c:v>
                </c:pt>
                <c:pt idx="4770">
                  <c:v>1223.5</c:v>
                </c:pt>
                <c:pt idx="4771">
                  <c:v>1231.05</c:v>
                </c:pt>
                <c:pt idx="4772">
                  <c:v>1226.05</c:v>
                </c:pt>
                <c:pt idx="4773">
                  <c:v>1237.6500000000001</c:v>
                </c:pt>
                <c:pt idx="4774">
                  <c:v>1264.8</c:v>
                </c:pt>
                <c:pt idx="4775">
                  <c:v>1270.25</c:v>
                </c:pt>
                <c:pt idx="4776">
                  <c:v>1267.0999999999999</c:v>
                </c:pt>
                <c:pt idx="4777">
                  <c:v>1304.0999999999999</c:v>
                </c:pt>
                <c:pt idx="4778">
                  <c:v>1331.35</c:v>
                </c:pt>
                <c:pt idx="4779">
                  <c:v>1347.3</c:v>
                </c:pt>
                <c:pt idx="4780">
                  <c:v>1341.55</c:v>
                </c:pt>
                <c:pt idx="4781">
                  <c:v>1321.65</c:v>
                </c:pt>
                <c:pt idx="4782">
                  <c:v>1350.05</c:v>
                </c:pt>
                <c:pt idx="4783">
                  <c:v>1376.55</c:v>
                </c:pt>
                <c:pt idx="4784">
                  <c:v>1375.45</c:v>
                </c:pt>
                <c:pt idx="4785">
                  <c:v>1341.75</c:v>
                </c:pt>
                <c:pt idx="4786">
                  <c:v>1324.45</c:v>
                </c:pt>
                <c:pt idx="4787">
                  <c:v>1367.25</c:v>
                </c:pt>
                <c:pt idx="4788">
                  <c:v>1349.25</c:v>
                </c:pt>
                <c:pt idx="4789">
                  <c:v>1360</c:v>
                </c:pt>
                <c:pt idx="4790">
                  <c:v>1363.25</c:v>
                </c:pt>
                <c:pt idx="4791">
                  <c:v>1391.85</c:v>
                </c:pt>
                <c:pt idx="4792">
                  <c:v>1389.7</c:v>
                </c:pt>
                <c:pt idx="4793">
                  <c:v>1375.2</c:v>
                </c:pt>
                <c:pt idx="4794">
                  <c:v>1353.05</c:v>
                </c:pt>
                <c:pt idx="4795">
                  <c:v>1353.9</c:v>
                </c:pt>
                <c:pt idx="4796">
                  <c:v>1329.25</c:v>
                </c:pt>
                <c:pt idx="4797">
                  <c:v>1334.45</c:v>
                </c:pt>
                <c:pt idx="4798">
                  <c:v>1331.4</c:v>
                </c:pt>
                <c:pt idx="4799">
                  <c:v>1346.8</c:v>
                </c:pt>
                <c:pt idx="4800">
                  <c:v>1343.1</c:v>
                </c:pt>
                <c:pt idx="4801">
                  <c:v>1340.15</c:v>
                </c:pt>
                <c:pt idx="4802">
                  <c:v>1343.75</c:v>
                </c:pt>
                <c:pt idx="4803">
                  <c:v>1385.95</c:v>
                </c:pt>
                <c:pt idx="4804">
                  <c:v>1345.35</c:v>
                </c:pt>
                <c:pt idx="4805">
                  <c:v>1363.85</c:v>
                </c:pt>
                <c:pt idx="4806">
                  <c:v>1389.5</c:v>
                </c:pt>
                <c:pt idx="4807">
                  <c:v>1372.4</c:v>
                </c:pt>
                <c:pt idx="4808">
                  <c:v>1392.8</c:v>
                </c:pt>
                <c:pt idx="4809">
                  <c:v>1392.8</c:v>
                </c:pt>
                <c:pt idx="4810">
                  <c:v>1405.05</c:v>
                </c:pt>
                <c:pt idx="4811">
                  <c:v>1408.85</c:v>
                </c:pt>
                <c:pt idx="4812">
                  <c:v>1384.9</c:v>
                </c:pt>
                <c:pt idx="4813">
                  <c:v>1343.5</c:v>
                </c:pt>
                <c:pt idx="4814">
                  <c:v>1299.45</c:v>
                </c:pt>
                <c:pt idx="4815">
                  <c:v>1256.45</c:v>
                </c:pt>
                <c:pt idx="4816">
                  <c:v>1251.1500000000001</c:v>
                </c:pt>
                <c:pt idx="4817">
                  <c:v>1232.05</c:v>
                </c:pt>
                <c:pt idx="4818">
                  <c:v>1260.45</c:v>
                </c:pt>
                <c:pt idx="4819">
                  <c:v>1256.9000000000001</c:v>
                </c:pt>
                <c:pt idx="4820">
                  <c:v>1265.3499999999999</c:v>
                </c:pt>
                <c:pt idx="4821">
                  <c:v>1267.4000000000001</c:v>
                </c:pt>
                <c:pt idx="4822">
                  <c:v>1325.9</c:v>
                </c:pt>
                <c:pt idx="4823">
                  <c:v>1339.8</c:v>
                </c:pt>
                <c:pt idx="4824">
                  <c:v>1340.4</c:v>
                </c:pt>
                <c:pt idx="4825">
                  <c:v>1333.9</c:v>
                </c:pt>
                <c:pt idx="4826">
                  <c:v>1336.85</c:v>
                </c:pt>
                <c:pt idx="4827">
                  <c:v>1310.6500000000001</c:v>
                </c:pt>
                <c:pt idx="4828">
                  <c:v>1323.75</c:v>
                </c:pt>
                <c:pt idx="4829">
                  <c:v>1313.05</c:v>
                </c:pt>
                <c:pt idx="4830">
                  <c:v>1329.75</c:v>
                </c:pt>
                <c:pt idx="4831">
                  <c:v>1330.15</c:v>
                </c:pt>
                <c:pt idx="4832">
                  <c:v>1360.2</c:v>
                </c:pt>
                <c:pt idx="4833">
                  <c:v>1351.65</c:v>
                </c:pt>
                <c:pt idx="4834">
                  <c:v>1327.35</c:v>
                </c:pt>
                <c:pt idx="4835">
                  <c:v>1314.9</c:v>
                </c:pt>
                <c:pt idx="4836">
                  <c:v>1319.15</c:v>
                </c:pt>
                <c:pt idx="4837">
                  <c:v>1329.15</c:v>
                </c:pt>
                <c:pt idx="4838">
                  <c:v>1332.15</c:v>
                </c:pt>
                <c:pt idx="4839">
                  <c:v>1327.25</c:v>
                </c:pt>
                <c:pt idx="4840">
                  <c:v>1317.55</c:v>
                </c:pt>
                <c:pt idx="4841">
                  <c:v>1282.3</c:v>
                </c:pt>
                <c:pt idx="4842">
                  <c:v>1281</c:v>
                </c:pt>
                <c:pt idx="4843">
                  <c:v>1277.3499999999999</c:v>
                </c:pt>
                <c:pt idx="4844">
                  <c:v>1296.75</c:v>
                </c:pt>
                <c:pt idx="4845">
                  <c:v>1279.5</c:v>
                </c:pt>
                <c:pt idx="4846">
                  <c:v>1262.4000000000001</c:v>
                </c:pt>
                <c:pt idx="4847">
                  <c:v>1295.8499999999999</c:v>
                </c:pt>
                <c:pt idx="4848">
                  <c:v>1294.1500000000001</c:v>
                </c:pt>
                <c:pt idx="4849">
                  <c:v>1274.1500000000001</c:v>
                </c:pt>
                <c:pt idx="4850">
                  <c:v>1253.0999999999999</c:v>
                </c:pt>
                <c:pt idx="4851">
                  <c:v>1268.8499999999999</c:v>
                </c:pt>
                <c:pt idx="4852">
                  <c:v>1278.5</c:v>
                </c:pt>
                <c:pt idx="4853">
                  <c:v>1282.55</c:v>
                </c:pt>
                <c:pt idx="4854">
                  <c:v>1284</c:v>
                </c:pt>
                <c:pt idx="4855">
                  <c:v>1263.3499999999999</c:v>
                </c:pt>
                <c:pt idx="4856">
                  <c:v>1252.05</c:v>
                </c:pt>
                <c:pt idx="4857">
                  <c:v>1280.0999999999999</c:v>
                </c:pt>
                <c:pt idx="4858">
                  <c:v>1278.8499999999999</c:v>
                </c:pt>
                <c:pt idx="4859">
                  <c:v>1281.55</c:v>
                </c:pt>
                <c:pt idx="4860">
                  <c:v>1280.5</c:v>
                </c:pt>
                <c:pt idx="4861">
                  <c:v>1276.0999999999999</c:v>
                </c:pt>
                <c:pt idx="4862">
                  <c:v>1293</c:v>
                </c:pt>
                <c:pt idx="4863">
                  <c:v>1281.8499999999999</c:v>
                </c:pt>
                <c:pt idx="4864">
                  <c:v>1261.8499999999999</c:v>
                </c:pt>
                <c:pt idx="4865">
                  <c:v>1249</c:v>
                </c:pt>
                <c:pt idx="4866">
                  <c:v>1280.5</c:v>
                </c:pt>
                <c:pt idx="4867">
                  <c:v>1273.55</c:v>
                </c:pt>
                <c:pt idx="4868">
                  <c:v>1259.0999999999999</c:v>
                </c:pt>
                <c:pt idx="4869">
                  <c:v>1231.5</c:v>
                </c:pt>
                <c:pt idx="4870">
                  <c:v>1213.8</c:v>
                </c:pt>
                <c:pt idx="4871">
                  <c:v>1210.95</c:v>
                </c:pt>
                <c:pt idx="4872">
                  <c:v>1180.9000000000001</c:v>
                </c:pt>
                <c:pt idx="4873">
                  <c:v>1166.25</c:v>
                </c:pt>
                <c:pt idx="4874">
                  <c:v>1180.25</c:v>
                </c:pt>
                <c:pt idx="4875">
                  <c:v>1184.3499999999999</c:v>
                </c:pt>
                <c:pt idx="4876">
                  <c:v>1143.3499999999999</c:v>
                </c:pt>
                <c:pt idx="4877">
                  <c:v>1128.3</c:v>
                </c:pt>
                <c:pt idx="4878">
                  <c:v>1109.4000000000001</c:v>
                </c:pt>
                <c:pt idx="4879">
                  <c:v>1152.3499999999999</c:v>
                </c:pt>
                <c:pt idx="4880">
                  <c:v>1162.0999999999999</c:v>
                </c:pt>
                <c:pt idx="4881">
                  <c:v>1274.75</c:v>
                </c:pt>
                <c:pt idx="4882">
                  <c:v>1288.25</c:v>
                </c:pt>
                <c:pt idx="4883">
                  <c:v>1278</c:v>
                </c:pt>
                <c:pt idx="4884">
                  <c:v>1292.5999999999999</c:v>
                </c:pt>
                <c:pt idx="4885">
                  <c:v>1275.95</c:v>
                </c:pt>
                <c:pt idx="4886">
                  <c:v>1270.95</c:v>
                </c:pt>
                <c:pt idx="4887">
                  <c:v>1246.75</c:v>
                </c:pt>
                <c:pt idx="4888">
                  <c:v>1275.8499999999999</c:v>
                </c:pt>
                <c:pt idx="4889">
                  <c:v>1266.8</c:v>
                </c:pt>
                <c:pt idx="4890">
                  <c:v>1274.8499999999999</c:v>
                </c:pt>
                <c:pt idx="4891">
                  <c:v>1263.3</c:v>
                </c:pt>
                <c:pt idx="4892">
                  <c:v>1241.75</c:v>
                </c:pt>
                <c:pt idx="4893">
                  <c:v>1248.55</c:v>
                </c:pt>
                <c:pt idx="4894">
                  <c:v>1206.4000000000001</c:v>
                </c:pt>
                <c:pt idx="4895">
                  <c:v>1201.1500000000001</c:v>
                </c:pt>
                <c:pt idx="4896">
                  <c:v>1198.5999999999999</c:v>
                </c:pt>
                <c:pt idx="4897">
                  <c:v>1222.5</c:v>
                </c:pt>
                <c:pt idx="4898">
                  <c:v>1222.2</c:v>
                </c:pt>
                <c:pt idx="4899">
                  <c:v>1234.4000000000001</c:v>
                </c:pt>
                <c:pt idx="4900">
                  <c:v>1210.3499999999999</c:v>
                </c:pt>
                <c:pt idx="4901">
                  <c:v>1225.5999999999999</c:v>
                </c:pt>
                <c:pt idx="4902">
                  <c:v>1210.75</c:v>
                </c:pt>
                <c:pt idx="4903">
                  <c:v>1197.45</c:v>
                </c:pt>
                <c:pt idx="4904">
                  <c:v>1205.7</c:v>
                </c:pt>
                <c:pt idx="4905">
                  <c:v>1179.05</c:v>
                </c:pt>
                <c:pt idx="4906">
                  <c:v>1254.3499999999999</c:v>
                </c:pt>
                <c:pt idx="4907">
                  <c:v>1239.2</c:v>
                </c:pt>
                <c:pt idx="4908">
                  <c:v>1278.7</c:v>
                </c:pt>
                <c:pt idx="4909">
                  <c:v>1279.55</c:v>
                </c:pt>
                <c:pt idx="4910">
                  <c:v>1296.8</c:v>
                </c:pt>
                <c:pt idx="4911">
                  <c:v>1309.05</c:v>
                </c:pt>
                <c:pt idx="4912">
                  <c:v>1332.25</c:v>
                </c:pt>
                <c:pt idx="4913">
                  <c:v>1304.9000000000001</c:v>
                </c:pt>
                <c:pt idx="4914">
                  <c:v>1311.05</c:v>
                </c:pt>
                <c:pt idx="4915">
                  <c:v>1308.0999999999999</c:v>
                </c:pt>
                <c:pt idx="4916">
                  <c:v>1310.0999999999999</c:v>
                </c:pt>
                <c:pt idx="4917">
                  <c:v>1324.75</c:v>
                </c:pt>
                <c:pt idx="4918">
                  <c:v>1362.75</c:v>
                </c:pt>
                <c:pt idx="4919">
                  <c:v>1352.6</c:v>
                </c:pt>
                <c:pt idx="4920">
                  <c:v>1358</c:v>
                </c:pt>
                <c:pt idx="4921">
                  <c:v>1364.15</c:v>
                </c:pt>
                <c:pt idx="4922">
                  <c:v>1372.35</c:v>
                </c:pt>
                <c:pt idx="4923">
                  <c:v>1396.5</c:v>
                </c:pt>
                <c:pt idx="4924">
                  <c:v>1416.35</c:v>
                </c:pt>
                <c:pt idx="4925">
                  <c:v>1414.15</c:v>
                </c:pt>
                <c:pt idx="4926">
                  <c:v>1392.4</c:v>
                </c:pt>
                <c:pt idx="4927">
                  <c:v>1436.45</c:v>
                </c:pt>
                <c:pt idx="4928">
                  <c:v>1431.2</c:v>
                </c:pt>
                <c:pt idx="4929">
                  <c:v>1434.25</c:v>
                </c:pt>
                <c:pt idx="4930">
                  <c:v>1467.05</c:v>
                </c:pt>
                <c:pt idx="4931">
                  <c:v>1479.1</c:v>
                </c:pt>
                <c:pt idx="4932">
                  <c:v>1464.35</c:v>
                </c:pt>
                <c:pt idx="4933">
                  <c:v>1456.9</c:v>
                </c:pt>
                <c:pt idx="4934">
                  <c:v>1457.65</c:v>
                </c:pt>
                <c:pt idx="4935">
                  <c:v>1447.3</c:v>
                </c:pt>
                <c:pt idx="4936">
                  <c:v>1434.9</c:v>
                </c:pt>
                <c:pt idx="4937">
                  <c:v>1458.6</c:v>
                </c:pt>
                <c:pt idx="4938">
                  <c:v>1445.5</c:v>
                </c:pt>
                <c:pt idx="4939">
                  <c:v>1427.8</c:v>
                </c:pt>
                <c:pt idx="4940">
                  <c:v>1472.3</c:v>
                </c:pt>
                <c:pt idx="4941">
                  <c:v>1462.75</c:v>
                </c:pt>
                <c:pt idx="4942">
                  <c:v>1470.85</c:v>
                </c:pt>
                <c:pt idx="4943">
                  <c:v>1459.2</c:v>
                </c:pt>
                <c:pt idx="4944">
                  <c:v>1509.75</c:v>
                </c:pt>
                <c:pt idx="4945">
                  <c:v>1547.65</c:v>
                </c:pt>
                <c:pt idx="4946">
                  <c:v>1537.6</c:v>
                </c:pt>
                <c:pt idx="4947">
                  <c:v>1546.5</c:v>
                </c:pt>
                <c:pt idx="4948">
                  <c:v>1561.55</c:v>
                </c:pt>
                <c:pt idx="4949">
                  <c:v>1560.25</c:v>
                </c:pt>
                <c:pt idx="4950">
                  <c:v>1569.85</c:v>
                </c:pt>
                <c:pt idx="4951">
                  <c:v>1580.3</c:v>
                </c:pt>
                <c:pt idx="4952">
                  <c:v>1551.15</c:v>
                </c:pt>
                <c:pt idx="4953">
                  <c:v>1586.5</c:v>
                </c:pt>
                <c:pt idx="4954">
                  <c:v>1578.9</c:v>
                </c:pt>
                <c:pt idx="4955">
                  <c:v>1552.7</c:v>
                </c:pt>
                <c:pt idx="4956">
                  <c:v>1550.85</c:v>
                </c:pt>
                <c:pt idx="4957">
                  <c:v>1554.9</c:v>
                </c:pt>
                <c:pt idx="4958">
                  <c:v>1572.6</c:v>
                </c:pt>
                <c:pt idx="4959">
                  <c:v>1561.95</c:v>
                </c:pt>
                <c:pt idx="4960">
                  <c:v>1562.4</c:v>
                </c:pt>
                <c:pt idx="4961">
                  <c:v>1568.2</c:v>
                </c:pt>
                <c:pt idx="4962">
                  <c:v>1582.9</c:v>
                </c:pt>
                <c:pt idx="4963">
                  <c:v>1566.6</c:v>
                </c:pt>
                <c:pt idx="4964">
                  <c:v>1562.7</c:v>
                </c:pt>
                <c:pt idx="4965">
                  <c:v>1575.85</c:v>
                </c:pt>
                <c:pt idx="4966">
                  <c:v>1609.95</c:v>
                </c:pt>
                <c:pt idx="4967">
                  <c:v>1599.1</c:v>
                </c:pt>
                <c:pt idx="4968">
                  <c:v>1571.4</c:v>
                </c:pt>
                <c:pt idx="4969">
                  <c:v>1546.45</c:v>
                </c:pt>
                <c:pt idx="4970">
                  <c:v>1515.4</c:v>
                </c:pt>
                <c:pt idx="4971">
                  <c:v>1542.35</c:v>
                </c:pt>
                <c:pt idx="4972">
                  <c:v>1544.2</c:v>
                </c:pt>
                <c:pt idx="4973">
                  <c:v>1514.05</c:v>
                </c:pt>
                <c:pt idx="4974">
                  <c:v>1509.6</c:v>
                </c:pt>
                <c:pt idx="4975">
                  <c:v>1535.3</c:v>
                </c:pt>
                <c:pt idx="4976">
                  <c:v>1537.15</c:v>
                </c:pt>
                <c:pt idx="4977">
                  <c:v>1501.5</c:v>
                </c:pt>
                <c:pt idx="4978">
                  <c:v>1524.6</c:v>
                </c:pt>
                <c:pt idx="4979">
                  <c:v>1513.15</c:v>
                </c:pt>
                <c:pt idx="4980">
                  <c:v>1548</c:v>
                </c:pt>
                <c:pt idx="4981">
                  <c:v>1547.65</c:v>
                </c:pt>
                <c:pt idx="4982">
                  <c:v>1543.7</c:v>
                </c:pt>
                <c:pt idx="4983">
                  <c:v>1529.4</c:v>
                </c:pt>
                <c:pt idx="4984">
                  <c:v>1523.85</c:v>
                </c:pt>
                <c:pt idx="4985">
                  <c:v>1537.9</c:v>
                </c:pt>
                <c:pt idx="4986">
                  <c:v>1581</c:v>
                </c:pt>
                <c:pt idx="4987">
                  <c:v>1532.35</c:v>
                </c:pt>
                <c:pt idx="4988">
                  <c:v>1533.9</c:v>
                </c:pt>
                <c:pt idx="4989">
                  <c:v>1533.35</c:v>
                </c:pt>
                <c:pt idx="4990">
                  <c:v>1526.85</c:v>
                </c:pt>
                <c:pt idx="4991">
                  <c:v>1521.55</c:v>
                </c:pt>
                <c:pt idx="4992">
                  <c:v>1506.55</c:v>
                </c:pt>
                <c:pt idx="4993">
                  <c:v>1471.75</c:v>
                </c:pt>
                <c:pt idx="4994">
                  <c:v>1479.85</c:v>
                </c:pt>
                <c:pt idx="4995">
                  <c:v>1443.75</c:v>
                </c:pt>
                <c:pt idx="4996">
                  <c:v>1411.65</c:v>
                </c:pt>
                <c:pt idx="4997">
                  <c:v>1383.35</c:v>
                </c:pt>
                <c:pt idx="4998">
                  <c:v>1385.5</c:v>
                </c:pt>
                <c:pt idx="4999">
                  <c:v>1426.4</c:v>
                </c:pt>
                <c:pt idx="5000">
                  <c:v>1448.5</c:v>
                </c:pt>
                <c:pt idx="5001">
                  <c:v>1457.8</c:v>
                </c:pt>
                <c:pt idx="5002">
                  <c:v>1433.65</c:v>
                </c:pt>
                <c:pt idx="5003">
                  <c:v>1435.6</c:v>
                </c:pt>
                <c:pt idx="5004">
                  <c:v>1452.75</c:v>
                </c:pt>
                <c:pt idx="5005">
                  <c:v>1470.3</c:v>
                </c:pt>
                <c:pt idx="5006">
                  <c:v>1474.15</c:v>
                </c:pt>
                <c:pt idx="5007">
                  <c:v>1487.6</c:v>
                </c:pt>
                <c:pt idx="5008">
                  <c:v>1478.25</c:v>
                </c:pt>
                <c:pt idx="5009">
                  <c:v>1467.4</c:v>
                </c:pt>
                <c:pt idx="5010">
                  <c:v>1503.8</c:v>
                </c:pt>
                <c:pt idx="5011">
                  <c:v>1485.95</c:v>
                </c:pt>
                <c:pt idx="5012">
                  <c:v>1444.95</c:v>
                </c:pt>
                <c:pt idx="5013">
                  <c:v>1416.4</c:v>
                </c:pt>
                <c:pt idx="5014">
                  <c:v>1392</c:v>
                </c:pt>
                <c:pt idx="5015">
                  <c:v>1386.25</c:v>
                </c:pt>
                <c:pt idx="5016">
                  <c:v>1328.65</c:v>
                </c:pt>
                <c:pt idx="5017">
                  <c:v>1316.15</c:v>
                </c:pt>
                <c:pt idx="5018">
                  <c:v>1342.85</c:v>
                </c:pt>
                <c:pt idx="5019">
                  <c:v>1339.7</c:v>
                </c:pt>
                <c:pt idx="5020">
                  <c:v>1311.15</c:v>
                </c:pt>
                <c:pt idx="5021">
                  <c:v>1271</c:v>
                </c:pt>
                <c:pt idx="5022">
                  <c:v>1114.1500000000001</c:v>
                </c:pt>
                <c:pt idx="5023">
                  <c:v>1153.55</c:v>
                </c:pt>
                <c:pt idx="5024">
                  <c:v>1063</c:v>
                </c:pt>
                <c:pt idx="5025">
                  <c:v>1105.3</c:v>
                </c:pt>
                <c:pt idx="5026">
                  <c:v>1015.7</c:v>
                </c:pt>
                <c:pt idx="5027">
                  <c:v>1008</c:v>
                </c:pt>
                <c:pt idx="5028">
                  <c:v>968.5</c:v>
                </c:pt>
                <c:pt idx="5029">
                  <c:v>917.7</c:v>
                </c:pt>
                <c:pt idx="5030">
                  <c:v>1017.95</c:v>
                </c:pt>
                <c:pt idx="5031">
                  <c:v>884.05</c:v>
                </c:pt>
                <c:pt idx="5032">
                  <c:v>943.4</c:v>
                </c:pt>
                <c:pt idx="5033">
                  <c:v>1082.25</c:v>
                </c:pt>
                <c:pt idx="5034">
                  <c:v>1066.2</c:v>
                </c:pt>
                <c:pt idx="5035">
                  <c:v>1065.5999999999999</c:v>
                </c:pt>
                <c:pt idx="5036">
                  <c:v>1030.45</c:v>
                </c:pt>
                <c:pt idx="5037">
                  <c:v>1113.75</c:v>
                </c:pt>
                <c:pt idx="5038">
                  <c:v>1080.45</c:v>
                </c:pt>
                <c:pt idx="5039">
                  <c:v>1077.45</c:v>
                </c:pt>
                <c:pt idx="5040">
                  <c:v>1206.0999999999999</c:v>
                </c:pt>
                <c:pt idx="5041">
                  <c:v>1192.1500000000001</c:v>
                </c:pt>
                <c:pt idx="5042">
                  <c:v>1219.95</c:v>
                </c:pt>
                <c:pt idx="5043">
                  <c:v>1189.1500000000001</c:v>
                </c:pt>
                <c:pt idx="5044">
                  <c:v>1149.8499999999999</c:v>
                </c:pt>
                <c:pt idx="5045">
                  <c:v>1168.05</c:v>
                </c:pt>
                <c:pt idx="5046">
                  <c:v>1224</c:v>
                </c:pt>
                <c:pt idx="5047">
                  <c:v>1243.8</c:v>
                </c:pt>
                <c:pt idx="5048">
                  <c:v>1237.3499999999999</c:v>
                </c:pt>
                <c:pt idx="5049">
                  <c:v>1363.6</c:v>
                </c:pt>
                <c:pt idx="5050">
                  <c:v>1370.9</c:v>
                </c:pt>
                <c:pt idx="5051">
                  <c:v>1417</c:v>
                </c:pt>
                <c:pt idx="5052">
                  <c:v>1429.75</c:v>
                </c:pt>
                <c:pt idx="5053">
                  <c:v>1428.15</c:v>
                </c:pt>
                <c:pt idx="5054">
                  <c:v>1426.95</c:v>
                </c:pt>
                <c:pt idx="5055">
                  <c:v>1466</c:v>
                </c:pt>
                <c:pt idx="5056">
                  <c:v>1435.2</c:v>
                </c:pt>
                <c:pt idx="5057">
                  <c:v>1460.65</c:v>
                </c:pt>
                <c:pt idx="5058">
                  <c:v>1460.75</c:v>
                </c:pt>
                <c:pt idx="5059">
                  <c:v>1506.95</c:v>
                </c:pt>
                <c:pt idx="5060">
                  <c:v>1561.8</c:v>
                </c:pt>
                <c:pt idx="5061">
                  <c:v>1576.8</c:v>
                </c:pt>
                <c:pt idx="5062">
                  <c:v>1479.25</c:v>
                </c:pt>
                <c:pt idx="5063">
                  <c:v>1496.45</c:v>
                </c:pt>
                <c:pt idx="5064">
                  <c:v>1435.95</c:v>
                </c:pt>
                <c:pt idx="5065">
                  <c:v>1459.4</c:v>
                </c:pt>
                <c:pt idx="5066">
                  <c:v>1440.75</c:v>
                </c:pt>
                <c:pt idx="5067">
                  <c:v>1408.9</c:v>
                </c:pt>
                <c:pt idx="5068">
                  <c:v>1433.7</c:v>
                </c:pt>
                <c:pt idx="5069">
                  <c:v>1441.25</c:v>
                </c:pt>
                <c:pt idx="5070">
                  <c:v>1431.55</c:v>
                </c:pt>
                <c:pt idx="5071">
                  <c:v>1424.05</c:v>
                </c:pt>
                <c:pt idx="5072">
                  <c:v>1445.55</c:v>
                </c:pt>
                <c:pt idx="5073">
                  <c:v>1472.25</c:v>
                </c:pt>
                <c:pt idx="5074">
                  <c:v>1464.4</c:v>
                </c:pt>
                <c:pt idx="5075">
                  <c:v>1520.35</c:v>
                </c:pt>
                <c:pt idx="5076">
                  <c:v>1535.7</c:v>
                </c:pt>
                <c:pt idx="5077">
                  <c:v>1541.65</c:v>
                </c:pt>
                <c:pt idx="5078">
                  <c:v>1579.8</c:v>
                </c:pt>
                <c:pt idx="5079">
                  <c:v>1581.7</c:v>
                </c:pt>
                <c:pt idx="5080">
                  <c:v>1569.5</c:v>
                </c:pt>
                <c:pt idx="5081">
                  <c:v>1537.15</c:v>
                </c:pt>
                <c:pt idx="5082">
                  <c:v>1572.15</c:v>
                </c:pt>
                <c:pt idx="5083">
                  <c:v>1537.7</c:v>
                </c:pt>
                <c:pt idx="5084">
                  <c:v>1588.8</c:v>
                </c:pt>
                <c:pt idx="5085">
                  <c:v>1614.55</c:v>
                </c:pt>
                <c:pt idx="5086">
                  <c:v>1617.7</c:v>
                </c:pt>
                <c:pt idx="5087">
                  <c:v>1615.35</c:v>
                </c:pt>
                <c:pt idx="5088">
                  <c:v>1655.9</c:v>
                </c:pt>
                <c:pt idx="5089">
                  <c:v>1759.4</c:v>
                </c:pt>
                <c:pt idx="5090">
                  <c:v>1746.15</c:v>
                </c:pt>
                <c:pt idx="5091">
                  <c:v>1720.9</c:v>
                </c:pt>
                <c:pt idx="5092">
                  <c:v>1727.85</c:v>
                </c:pt>
                <c:pt idx="5093">
                  <c:v>1717.9</c:v>
                </c:pt>
                <c:pt idx="5094">
                  <c:v>1741.65</c:v>
                </c:pt>
                <c:pt idx="5095">
                  <c:v>1723.15</c:v>
                </c:pt>
                <c:pt idx="5096">
                  <c:v>1704.1</c:v>
                </c:pt>
                <c:pt idx="5097">
                  <c:v>1737.6</c:v>
                </c:pt>
                <c:pt idx="5098">
                  <c:v>1760.35</c:v>
                </c:pt>
                <c:pt idx="5099">
                  <c:v>1787.9</c:v>
                </c:pt>
                <c:pt idx="5100">
                  <c:v>1851.8</c:v>
                </c:pt>
                <c:pt idx="5101">
                  <c:v>1823.45</c:v>
                </c:pt>
                <c:pt idx="5102">
                  <c:v>1798</c:v>
                </c:pt>
                <c:pt idx="5103">
                  <c:v>1824.25</c:v>
                </c:pt>
                <c:pt idx="5104">
                  <c:v>1878.05</c:v>
                </c:pt>
                <c:pt idx="5105">
                  <c:v>1935</c:v>
                </c:pt>
                <c:pt idx="5106">
                  <c:v>1917</c:v>
                </c:pt>
                <c:pt idx="5107">
                  <c:v>1844</c:v>
                </c:pt>
                <c:pt idx="5108">
                  <c:v>1843.4</c:v>
                </c:pt>
                <c:pt idx="5109">
                  <c:v>1911.7</c:v>
                </c:pt>
                <c:pt idx="5110">
                  <c:v>1919.9</c:v>
                </c:pt>
                <c:pt idx="5111">
                  <c:v>1971.55</c:v>
                </c:pt>
                <c:pt idx="5112">
                  <c:v>2004</c:v>
                </c:pt>
                <c:pt idx="5113">
                  <c:v>2057.8000000000002</c:v>
                </c:pt>
                <c:pt idx="5114">
                  <c:v>2146.15</c:v>
                </c:pt>
                <c:pt idx="5115">
                  <c:v>2156.1999999999998</c:v>
                </c:pt>
                <c:pt idx="5116">
                  <c:v>2177.6999999999998</c:v>
                </c:pt>
                <c:pt idx="5117">
                  <c:v>2096.65</c:v>
                </c:pt>
                <c:pt idx="5118">
                  <c:v>2108.85</c:v>
                </c:pt>
                <c:pt idx="5119">
                  <c:v>2067.1</c:v>
                </c:pt>
                <c:pt idx="5120">
                  <c:v>2009</c:v>
                </c:pt>
                <c:pt idx="5121">
                  <c:v>2150.6</c:v>
                </c:pt>
                <c:pt idx="5122">
                  <c:v>2126.4499999999998</c:v>
                </c:pt>
                <c:pt idx="5123">
                  <c:v>2134.1</c:v>
                </c:pt>
                <c:pt idx="5124">
                  <c:v>2146.4499999999998</c:v>
                </c:pt>
                <c:pt idx="5125">
                  <c:v>2119.85</c:v>
                </c:pt>
                <c:pt idx="5126">
                  <c:v>2133.8000000000002</c:v>
                </c:pt>
                <c:pt idx="5127">
                  <c:v>2127.6</c:v>
                </c:pt>
                <c:pt idx="5128">
                  <c:v>2122.0500000000002</c:v>
                </c:pt>
                <c:pt idx="5129">
                  <c:v>2113.8000000000002</c:v>
                </c:pt>
                <c:pt idx="5130">
                  <c:v>2091.35</c:v>
                </c:pt>
                <c:pt idx="5131">
                  <c:v>2118.5500000000002</c:v>
                </c:pt>
                <c:pt idx="5132">
                  <c:v>2131.5500000000002</c:v>
                </c:pt>
                <c:pt idx="5133">
                  <c:v>2097.0500000000002</c:v>
                </c:pt>
                <c:pt idx="5134">
                  <c:v>2081.85</c:v>
                </c:pt>
                <c:pt idx="5135">
                  <c:v>2095.75</c:v>
                </c:pt>
                <c:pt idx="5136">
                  <c:v>2082.1</c:v>
                </c:pt>
                <c:pt idx="5137">
                  <c:v>2137.3000000000002</c:v>
                </c:pt>
                <c:pt idx="5138">
                  <c:v>2110.6</c:v>
                </c:pt>
                <c:pt idx="5139">
                  <c:v>2116.15</c:v>
                </c:pt>
                <c:pt idx="5140">
                  <c:v>2080.6999999999998</c:v>
                </c:pt>
                <c:pt idx="5141">
                  <c:v>2087.25</c:v>
                </c:pt>
                <c:pt idx="5142">
                  <c:v>2128.1999999999998</c:v>
                </c:pt>
                <c:pt idx="5143">
                  <c:v>2112.1</c:v>
                </c:pt>
                <c:pt idx="5144">
                  <c:v>2077.25</c:v>
                </c:pt>
                <c:pt idx="5145">
                  <c:v>2082.65</c:v>
                </c:pt>
                <c:pt idx="5146">
                  <c:v>2107.1</c:v>
                </c:pt>
                <c:pt idx="5147">
                  <c:v>2161.35</c:v>
                </c:pt>
                <c:pt idx="5148">
                  <c:v>2314</c:v>
                </c:pt>
                <c:pt idx="5149">
                  <c:v>2319.75</c:v>
                </c:pt>
                <c:pt idx="5150">
                  <c:v>2302.5500000000002</c:v>
                </c:pt>
                <c:pt idx="5151">
                  <c:v>2318.85</c:v>
                </c:pt>
                <c:pt idx="5152">
                  <c:v>2324.5500000000002</c:v>
                </c:pt>
                <c:pt idx="5153">
                  <c:v>2298.75</c:v>
                </c:pt>
                <c:pt idx="5154">
                  <c:v>2305.6999999999998</c:v>
                </c:pt>
                <c:pt idx="5155">
                  <c:v>2255.85</c:v>
                </c:pt>
                <c:pt idx="5156">
                  <c:v>2211.15</c:v>
                </c:pt>
                <c:pt idx="5157">
                  <c:v>2230.8000000000002</c:v>
                </c:pt>
                <c:pt idx="5158">
                  <c:v>2181.1999999999998</c:v>
                </c:pt>
                <c:pt idx="5159">
                  <c:v>2201.6999999999998</c:v>
                </c:pt>
                <c:pt idx="5160">
                  <c:v>2216.25</c:v>
                </c:pt>
                <c:pt idx="5161">
                  <c:v>2245.0500000000002</c:v>
                </c:pt>
                <c:pt idx="5162">
                  <c:v>2234.35</c:v>
                </c:pt>
                <c:pt idx="5163">
                  <c:v>2225.25</c:v>
                </c:pt>
                <c:pt idx="5164">
                  <c:v>2212.1999999999998</c:v>
                </c:pt>
                <c:pt idx="5165">
                  <c:v>2210.35</c:v>
                </c:pt>
                <c:pt idx="5166">
                  <c:v>2257.5</c:v>
                </c:pt>
                <c:pt idx="5167">
                  <c:v>2239.25</c:v>
                </c:pt>
                <c:pt idx="5168">
                  <c:v>2233.4499999999998</c:v>
                </c:pt>
                <c:pt idx="5169">
                  <c:v>2237.0500000000002</c:v>
                </c:pt>
                <c:pt idx="5170">
                  <c:v>2280.6999999999998</c:v>
                </c:pt>
                <c:pt idx="5171">
                  <c:v>2287.5</c:v>
                </c:pt>
                <c:pt idx="5172">
                  <c:v>2206.5</c:v>
                </c:pt>
                <c:pt idx="5173">
                  <c:v>2175.8000000000002</c:v>
                </c:pt>
                <c:pt idx="5174">
                  <c:v>2176.1999999999998</c:v>
                </c:pt>
                <c:pt idx="5175">
                  <c:v>2155.9</c:v>
                </c:pt>
                <c:pt idx="5176">
                  <c:v>2124.6</c:v>
                </c:pt>
                <c:pt idx="5177">
                  <c:v>2106.9499999999998</c:v>
                </c:pt>
                <c:pt idx="5178">
                  <c:v>2113.0500000000002</c:v>
                </c:pt>
                <c:pt idx="5179">
                  <c:v>2029.1</c:v>
                </c:pt>
                <c:pt idx="5180">
                  <c:v>2034.5</c:v>
                </c:pt>
                <c:pt idx="5181">
                  <c:v>2011.45</c:v>
                </c:pt>
                <c:pt idx="5182">
                  <c:v>2026.9</c:v>
                </c:pt>
                <c:pt idx="5183">
                  <c:v>2054.5</c:v>
                </c:pt>
                <c:pt idx="5184">
                  <c:v>1877.45</c:v>
                </c:pt>
                <c:pt idx="5185">
                  <c:v>1850.4</c:v>
                </c:pt>
                <c:pt idx="5186">
                  <c:v>1913.2</c:v>
                </c:pt>
                <c:pt idx="5187">
                  <c:v>1955</c:v>
                </c:pt>
                <c:pt idx="5188">
                  <c:v>2029.15</c:v>
                </c:pt>
                <c:pt idx="5189">
                  <c:v>2050.6999999999998</c:v>
                </c:pt>
                <c:pt idx="5190">
                  <c:v>2084.5500000000002</c:v>
                </c:pt>
                <c:pt idx="5191">
                  <c:v>1997.2</c:v>
                </c:pt>
                <c:pt idx="5192">
                  <c:v>1980</c:v>
                </c:pt>
                <c:pt idx="5193">
                  <c:v>1996.4</c:v>
                </c:pt>
                <c:pt idx="5194">
                  <c:v>2002.3</c:v>
                </c:pt>
                <c:pt idx="5195">
                  <c:v>1993.25</c:v>
                </c:pt>
                <c:pt idx="5196">
                  <c:v>1987.2</c:v>
                </c:pt>
                <c:pt idx="5197">
                  <c:v>1973.15</c:v>
                </c:pt>
                <c:pt idx="5198">
                  <c:v>1899.5</c:v>
                </c:pt>
                <c:pt idx="5199">
                  <c:v>1950.7</c:v>
                </c:pt>
                <c:pt idx="5200">
                  <c:v>1964.05</c:v>
                </c:pt>
                <c:pt idx="5201">
                  <c:v>1947.8</c:v>
                </c:pt>
                <c:pt idx="5202">
                  <c:v>1952.6</c:v>
                </c:pt>
                <c:pt idx="5203">
                  <c:v>1929.8</c:v>
                </c:pt>
                <c:pt idx="5204">
                  <c:v>1954.9</c:v>
                </c:pt>
                <c:pt idx="5205">
                  <c:v>1958.15</c:v>
                </c:pt>
                <c:pt idx="5206">
                  <c:v>1964.05</c:v>
                </c:pt>
                <c:pt idx="5207">
                  <c:v>1946.75</c:v>
                </c:pt>
                <c:pt idx="5208">
                  <c:v>1958.2</c:v>
                </c:pt>
                <c:pt idx="5209">
                  <c:v>1993.75</c:v>
                </c:pt>
                <c:pt idx="5210">
                  <c:v>2026.95</c:v>
                </c:pt>
                <c:pt idx="5211">
                  <c:v>2007</c:v>
                </c:pt>
                <c:pt idx="5212">
                  <c:v>2005.8</c:v>
                </c:pt>
                <c:pt idx="5213">
                  <c:v>1991.3</c:v>
                </c:pt>
                <c:pt idx="5214">
                  <c:v>1974.35</c:v>
                </c:pt>
                <c:pt idx="5215">
                  <c:v>1976.55</c:v>
                </c:pt>
                <c:pt idx="5216">
                  <c:v>1985.6</c:v>
                </c:pt>
                <c:pt idx="5217">
                  <c:v>1991.55</c:v>
                </c:pt>
                <c:pt idx="5218">
                  <c:v>1939.7</c:v>
                </c:pt>
                <c:pt idx="5219">
                  <c:v>1936.7</c:v>
                </c:pt>
                <c:pt idx="5220">
                  <c:v>1943.85</c:v>
                </c:pt>
                <c:pt idx="5221">
                  <c:v>1994.15</c:v>
                </c:pt>
                <c:pt idx="5222">
                  <c:v>2003.3</c:v>
                </c:pt>
                <c:pt idx="5223">
                  <c:v>1990.05</c:v>
                </c:pt>
                <c:pt idx="5224">
                  <c:v>1995.5</c:v>
                </c:pt>
                <c:pt idx="5225">
                  <c:v>1985.3</c:v>
                </c:pt>
                <c:pt idx="5226">
                  <c:v>1987.5</c:v>
                </c:pt>
                <c:pt idx="5227">
                  <c:v>1990.85</c:v>
                </c:pt>
                <c:pt idx="5228">
                  <c:v>1966.1</c:v>
                </c:pt>
                <c:pt idx="5229">
                  <c:v>1914.25</c:v>
                </c:pt>
                <c:pt idx="5230">
                  <c:v>1911.15</c:v>
                </c:pt>
                <c:pt idx="5231">
                  <c:v>1933.7</c:v>
                </c:pt>
                <c:pt idx="5232">
                  <c:v>1897.25</c:v>
                </c:pt>
                <c:pt idx="5233">
                  <c:v>1957.05</c:v>
                </c:pt>
                <c:pt idx="5234">
                  <c:v>1938.8</c:v>
                </c:pt>
                <c:pt idx="5235">
                  <c:v>1960.6</c:v>
                </c:pt>
                <c:pt idx="5236">
                  <c:v>1937.45</c:v>
                </c:pt>
                <c:pt idx="5237">
                  <c:v>1983.95</c:v>
                </c:pt>
                <c:pt idx="5238">
                  <c:v>2016.4</c:v>
                </c:pt>
                <c:pt idx="5239">
                  <c:v>2054.6999999999998</c:v>
                </c:pt>
                <c:pt idx="5240">
                  <c:v>2099.4</c:v>
                </c:pt>
                <c:pt idx="5241">
                  <c:v>2049.6</c:v>
                </c:pt>
                <c:pt idx="5242">
                  <c:v>1941</c:v>
                </c:pt>
                <c:pt idx="5243">
                  <c:v>1895</c:v>
                </c:pt>
                <c:pt idx="5244">
                  <c:v>1876.55</c:v>
                </c:pt>
                <c:pt idx="5245">
                  <c:v>1841.95</c:v>
                </c:pt>
                <c:pt idx="5246">
                  <c:v>1895.3</c:v>
                </c:pt>
                <c:pt idx="5247">
                  <c:v>1925.8</c:v>
                </c:pt>
                <c:pt idx="5248">
                  <c:v>1930.65</c:v>
                </c:pt>
                <c:pt idx="5249">
                  <c:v>1924.3</c:v>
                </c:pt>
                <c:pt idx="5250">
                  <c:v>1923.75</c:v>
                </c:pt>
                <c:pt idx="5251">
                  <c:v>1951.45</c:v>
                </c:pt>
                <c:pt idx="5252">
                  <c:v>1956.15</c:v>
                </c:pt>
                <c:pt idx="5253">
                  <c:v>1974.3</c:v>
                </c:pt>
                <c:pt idx="5254">
                  <c:v>2055.6999999999998</c:v>
                </c:pt>
                <c:pt idx="5255">
                  <c:v>2041.6</c:v>
                </c:pt>
                <c:pt idx="5256">
                  <c:v>2032.6</c:v>
                </c:pt>
                <c:pt idx="5257">
                  <c:v>2059.5</c:v>
                </c:pt>
                <c:pt idx="5258">
                  <c:v>2083.25</c:v>
                </c:pt>
                <c:pt idx="5259">
                  <c:v>2067.6999999999998</c:v>
                </c:pt>
                <c:pt idx="5260">
                  <c:v>2080.3000000000002</c:v>
                </c:pt>
                <c:pt idx="5261">
                  <c:v>2008.1</c:v>
                </c:pt>
                <c:pt idx="5262">
                  <c:v>2023.45</c:v>
                </c:pt>
                <c:pt idx="5263">
                  <c:v>2061</c:v>
                </c:pt>
                <c:pt idx="5264">
                  <c:v>2144.35</c:v>
                </c:pt>
                <c:pt idx="5265">
                  <c:v>2085.8000000000002</c:v>
                </c:pt>
                <c:pt idx="5266">
                  <c:v>2101.6999999999998</c:v>
                </c:pt>
                <c:pt idx="5267">
                  <c:v>2106</c:v>
                </c:pt>
                <c:pt idx="5268">
                  <c:v>2202.1</c:v>
                </c:pt>
                <c:pt idx="5269">
                  <c:v>2175.85</c:v>
                </c:pt>
                <c:pt idx="5270">
                  <c:v>2178.6999999999998</c:v>
                </c:pt>
                <c:pt idx="5271">
                  <c:v>2191.1</c:v>
                </c:pt>
                <c:pt idx="5272">
                  <c:v>2191.0500000000002</c:v>
                </c:pt>
                <c:pt idx="5273">
                  <c:v>2181.9499999999998</c:v>
                </c:pt>
                <c:pt idx="5274">
                  <c:v>2137.6</c:v>
                </c:pt>
                <c:pt idx="5275">
                  <c:v>2108.9</c:v>
                </c:pt>
                <c:pt idx="5276">
                  <c:v>2100.6</c:v>
                </c:pt>
                <c:pt idx="5277">
                  <c:v>2055.35</c:v>
                </c:pt>
                <c:pt idx="5278">
                  <c:v>2009.1</c:v>
                </c:pt>
                <c:pt idx="5279">
                  <c:v>2082</c:v>
                </c:pt>
                <c:pt idx="5280">
                  <c:v>2062.4</c:v>
                </c:pt>
                <c:pt idx="5281">
                  <c:v>2087.5</c:v>
                </c:pt>
                <c:pt idx="5282">
                  <c:v>2047.3</c:v>
                </c:pt>
                <c:pt idx="5283">
                  <c:v>1991.45</c:v>
                </c:pt>
                <c:pt idx="5284">
                  <c:v>1994.65</c:v>
                </c:pt>
                <c:pt idx="5285">
                  <c:v>2029.3</c:v>
                </c:pt>
                <c:pt idx="5286">
                  <c:v>2003.1</c:v>
                </c:pt>
                <c:pt idx="5287">
                  <c:v>2021.85</c:v>
                </c:pt>
                <c:pt idx="5288">
                  <c:v>1992.6</c:v>
                </c:pt>
                <c:pt idx="5289">
                  <c:v>1984.3</c:v>
                </c:pt>
                <c:pt idx="5290">
                  <c:v>2002.85</c:v>
                </c:pt>
                <c:pt idx="5291">
                  <c:v>2005.35</c:v>
                </c:pt>
                <c:pt idx="5292">
                  <c:v>1982.05</c:v>
                </c:pt>
                <c:pt idx="5293">
                  <c:v>1911.15</c:v>
                </c:pt>
                <c:pt idx="5294">
                  <c:v>1931.8</c:v>
                </c:pt>
                <c:pt idx="5295">
                  <c:v>1944.3</c:v>
                </c:pt>
                <c:pt idx="5296">
                  <c:v>1932.1</c:v>
                </c:pt>
                <c:pt idx="5297">
                  <c:v>1901.7</c:v>
                </c:pt>
                <c:pt idx="5298">
                  <c:v>1901.15</c:v>
                </c:pt>
                <c:pt idx="5299">
                  <c:v>1906.4</c:v>
                </c:pt>
                <c:pt idx="5300">
                  <c:v>1904.35</c:v>
                </c:pt>
                <c:pt idx="5301">
                  <c:v>1937.85</c:v>
                </c:pt>
                <c:pt idx="5302">
                  <c:v>1988.65</c:v>
                </c:pt>
                <c:pt idx="5303">
                  <c:v>1997.3</c:v>
                </c:pt>
                <c:pt idx="5304">
                  <c:v>2024.05</c:v>
                </c:pt>
                <c:pt idx="5305">
                  <c:v>1994.5</c:v>
                </c:pt>
              </c:numCache>
            </c:numRef>
          </c:val>
          <c:smooth val="0"/>
          <c:extLst>
            <c:ext xmlns:c16="http://schemas.microsoft.com/office/drawing/2014/chart" uri="{C3380CC4-5D6E-409C-BE32-E72D297353CC}">
              <c16:uniqueId val="{00000002-7D1F-4694-830D-D0F1A8C35CBE}"/>
            </c:ext>
          </c:extLst>
        </c:ser>
        <c:dLbls>
          <c:showLegendKey val="0"/>
          <c:showVal val="0"/>
          <c:showCatName val="0"/>
          <c:showSerName val="0"/>
          <c:showPercent val="0"/>
          <c:showBubbleSize val="0"/>
        </c:dLbls>
        <c:smooth val="0"/>
        <c:axId val="1352269472"/>
        <c:axId val="1352271872"/>
      </c:lineChart>
      <c:catAx>
        <c:axId val="13522694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352271872"/>
        <c:crosses val="autoZero"/>
        <c:auto val="1"/>
        <c:lblAlgn val="ctr"/>
        <c:lblOffset val="100"/>
        <c:noMultiLvlLbl val="0"/>
      </c:catAx>
      <c:valAx>
        <c:axId val="135227187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35226947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[stockinfo20years(AutoRecovered).xlsx]CONSUMERPIVOT!PivotTable5</c:name>
    <c:fmtId val="-1"/>
  </c:pivotSource>
  <c:chart>
    <c:autoTitleDeleted val="1"/>
    <c:pivotFmts>
      <c:pivotFmt>
        <c:idx val="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rgbClr val="92D050"/>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rgbClr val="92D050"/>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rgbClr val="92D050"/>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CONSUMERPIVOT!$B$1:$B$2</c:f>
              <c:strCache>
                <c:ptCount val="1"/>
                <c:pt idx="0">
                  <c:v>ASIANPAINT</c:v>
                </c:pt>
              </c:strCache>
            </c:strRef>
          </c:tx>
          <c:spPr>
            <a:ln w="28575" cap="rnd">
              <a:solidFill>
                <a:schemeClr val="accent1"/>
              </a:solidFill>
              <a:round/>
            </a:ln>
            <a:effectLst/>
          </c:spPr>
          <c:marker>
            <c:symbol val="none"/>
          </c:marker>
          <c:cat>
            <c:strRef>
              <c:f>CONSUMERPIVOT!$A$3:$A$5309</c:f>
              <c:strCache>
                <c:ptCount val="5306"/>
                <c:pt idx="0">
                  <c:v>03-01-2000</c:v>
                </c:pt>
                <c:pt idx="1">
                  <c:v>04-01-2000</c:v>
                </c:pt>
                <c:pt idx="2">
                  <c:v>05-01-2000</c:v>
                </c:pt>
                <c:pt idx="3">
                  <c:v>06-01-2000</c:v>
                </c:pt>
                <c:pt idx="4">
                  <c:v>07-01-2000</c:v>
                </c:pt>
                <c:pt idx="5">
                  <c:v>10-01-2000</c:v>
                </c:pt>
                <c:pt idx="6">
                  <c:v>11-01-2000</c:v>
                </c:pt>
                <c:pt idx="7">
                  <c:v>12-01-2000</c:v>
                </c:pt>
                <c:pt idx="8">
                  <c:v>13-01-2000</c:v>
                </c:pt>
                <c:pt idx="9">
                  <c:v>14-01-2000</c:v>
                </c:pt>
                <c:pt idx="10">
                  <c:v>17-01-2000</c:v>
                </c:pt>
                <c:pt idx="11">
                  <c:v>18-01-2000</c:v>
                </c:pt>
                <c:pt idx="12">
                  <c:v>19-01-2000</c:v>
                </c:pt>
                <c:pt idx="13">
                  <c:v>20-01-2000</c:v>
                </c:pt>
                <c:pt idx="14">
                  <c:v>21-01-2000</c:v>
                </c:pt>
                <c:pt idx="15">
                  <c:v>24-01-2000</c:v>
                </c:pt>
                <c:pt idx="16">
                  <c:v>25-01-2000</c:v>
                </c:pt>
                <c:pt idx="17">
                  <c:v>27-01-2000</c:v>
                </c:pt>
                <c:pt idx="18">
                  <c:v>28-01-2000</c:v>
                </c:pt>
                <c:pt idx="19">
                  <c:v>31-01-2000</c:v>
                </c:pt>
                <c:pt idx="20">
                  <c:v>01-02-2000</c:v>
                </c:pt>
                <c:pt idx="21">
                  <c:v>02-02-2000</c:v>
                </c:pt>
                <c:pt idx="22">
                  <c:v>03-02-2000</c:v>
                </c:pt>
                <c:pt idx="23">
                  <c:v>04-02-2000</c:v>
                </c:pt>
                <c:pt idx="24">
                  <c:v>07-02-2000</c:v>
                </c:pt>
                <c:pt idx="25">
                  <c:v>08-02-2000</c:v>
                </c:pt>
                <c:pt idx="26">
                  <c:v>09-02-2000</c:v>
                </c:pt>
                <c:pt idx="27">
                  <c:v>10-02-2000</c:v>
                </c:pt>
                <c:pt idx="28">
                  <c:v>11-02-2000</c:v>
                </c:pt>
                <c:pt idx="29">
                  <c:v>14-02-2000</c:v>
                </c:pt>
                <c:pt idx="30">
                  <c:v>15-02-2000</c:v>
                </c:pt>
                <c:pt idx="31">
                  <c:v>16-02-2000</c:v>
                </c:pt>
                <c:pt idx="32">
                  <c:v>17-02-2000</c:v>
                </c:pt>
                <c:pt idx="33">
                  <c:v>18-02-2000</c:v>
                </c:pt>
                <c:pt idx="34">
                  <c:v>21-02-2000</c:v>
                </c:pt>
                <c:pt idx="35">
                  <c:v>22-02-2000</c:v>
                </c:pt>
                <c:pt idx="36">
                  <c:v>23-02-2000</c:v>
                </c:pt>
                <c:pt idx="37">
                  <c:v>24-02-2000</c:v>
                </c:pt>
                <c:pt idx="38">
                  <c:v>25-02-2000</c:v>
                </c:pt>
                <c:pt idx="39">
                  <c:v>28-02-2000</c:v>
                </c:pt>
                <c:pt idx="40">
                  <c:v>29-02-2000</c:v>
                </c:pt>
                <c:pt idx="41">
                  <c:v>01-03-2000</c:v>
                </c:pt>
                <c:pt idx="42">
                  <c:v>02-03-2000</c:v>
                </c:pt>
                <c:pt idx="43">
                  <c:v>03-03-2000</c:v>
                </c:pt>
                <c:pt idx="44">
                  <c:v>06-03-2000</c:v>
                </c:pt>
                <c:pt idx="45">
                  <c:v>07-03-2000</c:v>
                </c:pt>
                <c:pt idx="46">
                  <c:v>08-03-2000</c:v>
                </c:pt>
                <c:pt idx="47">
                  <c:v>09-03-2000</c:v>
                </c:pt>
                <c:pt idx="48">
                  <c:v>10-03-2000</c:v>
                </c:pt>
                <c:pt idx="49">
                  <c:v>13-03-2000</c:v>
                </c:pt>
                <c:pt idx="50">
                  <c:v>14-03-2000</c:v>
                </c:pt>
                <c:pt idx="51">
                  <c:v>15-03-2000</c:v>
                </c:pt>
                <c:pt idx="52">
                  <c:v>16-03-2000</c:v>
                </c:pt>
                <c:pt idx="53">
                  <c:v>21-03-2000</c:v>
                </c:pt>
                <c:pt idx="54">
                  <c:v>22-03-2000</c:v>
                </c:pt>
                <c:pt idx="55">
                  <c:v>23-03-2000</c:v>
                </c:pt>
                <c:pt idx="56">
                  <c:v>24-03-2000</c:v>
                </c:pt>
                <c:pt idx="57">
                  <c:v>27-03-2000</c:v>
                </c:pt>
                <c:pt idx="58">
                  <c:v>28-03-2000</c:v>
                </c:pt>
                <c:pt idx="59">
                  <c:v>29-03-2000</c:v>
                </c:pt>
                <c:pt idx="60">
                  <c:v>30-03-2000</c:v>
                </c:pt>
                <c:pt idx="61">
                  <c:v>31-03-2000</c:v>
                </c:pt>
                <c:pt idx="62">
                  <c:v>03-04-2000</c:v>
                </c:pt>
                <c:pt idx="63">
                  <c:v>04-04-2000</c:v>
                </c:pt>
                <c:pt idx="64">
                  <c:v>05-04-2000</c:v>
                </c:pt>
                <c:pt idx="65">
                  <c:v>06-04-2000</c:v>
                </c:pt>
                <c:pt idx="66">
                  <c:v>07-04-2000</c:v>
                </c:pt>
                <c:pt idx="67">
                  <c:v>10-04-2000</c:v>
                </c:pt>
                <c:pt idx="68">
                  <c:v>11-04-2000</c:v>
                </c:pt>
                <c:pt idx="69">
                  <c:v>12-04-2000</c:v>
                </c:pt>
                <c:pt idx="70">
                  <c:v>13-04-2000</c:v>
                </c:pt>
                <c:pt idx="71">
                  <c:v>17-04-2000</c:v>
                </c:pt>
                <c:pt idx="72">
                  <c:v>18-04-2000</c:v>
                </c:pt>
                <c:pt idx="73">
                  <c:v>19-04-2000</c:v>
                </c:pt>
                <c:pt idx="74">
                  <c:v>20-04-2000</c:v>
                </c:pt>
                <c:pt idx="75">
                  <c:v>24-04-2000</c:v>
                </c:pt>
                <c:pt idx="76">
                  <c:v>25-04-2000</c:v>
                </c:pt>
                <c:pt idx="77">
                  <c:v>26-04-2000</c:v>
                </c:pt>
                <c:pt idx="78">
                  <c:v>27-04-2000</c:v>
                </c:pt>
                <c:pt idx="79">
                  <c:v>28-04-2000</c:v>
                </c:pt>
                <c:pt idx="80">
                  <c:v>02-05-2000</c:v>
                </c:pt>
                <c:pt idx="81">
                  <c:v>03-05-2000</c:v>
                </c:pt>
                <c:pt idx="82">
                  <c:v>04-05-2000</c:v>
                </c:pt>
                <c:pt idx="83">
                  <c:v>05-05-2000</c:v>
                </c:pt>
                <c:pt idx="84">
                  <c:v>08-05-2000</c:v>
                </c:pt>
                <c:pt idx="85">
                  <c:v>09-05-2000</c:v>
                </c:pt>
                <c:pt idx="86">
                  <c:v>10-05-2000</c:v>
                </c:pt>
                <c:pt idx="87">
                  <c:v>11-05-2000</c:v>
                </c:pt>
                <c:pt idx="88">
                  <c:v>12-05-2000</c:v>
                </c:pt>
                <c:pt idx="89">
                  <c:v>15-05-2000</c:v>
                </c:pt>
                <c:pt idx="90">
                  <c:v>16-05-2000</c:v>
                </c:pt>
                <c:pt idx="91">
                  <c:v>17-05-2000</c:v>
                </c:pt>
                <c:pt idx="92">
                  <c:v>18-05-2000</c:v>
                </c:pt>
                <c:pt idx="93">
                  <c:v>19-05-2000</c:v>
                </c:pt>
                <c:pt idx="94">
                  <c:v>22-05-2000</c:v>
                </c:pt>
                <c:pt idx="95">
                  <c:v>23-05-2000</c:v>
                </c:pt>
                <c:pt idx="96">
                  <c:v>24-05-2000</c:v>
                </c:pt>
                <c:pt idx="97">
                  <c:v>25-05-2000</c:v>
                </c:pt>
                <c:pt idx="98">
                  <c:v>26-05-2000</c:v>
                </c:pt>
                <c:pt idx="99">
                  <c:v>29-05-2000</c:v>
                </c:pt>
                <c:pt idx="100">
                  <c:v>30-05-2000</c:v>
                </c:pt>
                <c:pt idx="101">
                  <c:v>31-05-2000</c:v>
                </c:pt>
                <c:pt idx="102">
                  <c:v>01-06-2000</c:v>
                </c:pt>
                <c:pt idx="103">
                  <c:v>02-06-2000</c:v>
                </c:pt>
                <c:pt idx="104">
                  <c:v>05-06-2000</c:v>
                </c:pt>
                <c:pt idx="105">
                  <c:v>06-06-2000</c:v>
                </c:pt>
                <c:pt idx="106">
                  <c:v>07-06-2000</c:v>
                </c:pt>
                <c:pt idx="107">
                  <c:v>08-06-2000</c:v>
                </c:pt>
                <c:pt idx="108">
                  <c:v>09-06-2000</c:v>
                </c:pt>
                <c:pt idx="109">
                  <c:v>12-06-2000</c:v>
                </c:pt>
                <c:pt idx="110">
                  <c:v>13-06-2000</c:v>
                </c:pt>
                <c:pt idx="111">
                  <c:v>14-06-2000</c:v>
                </c:pt>
                <c:pt idx="112">
                  <c:v>15-06-2000</c:v>
                </c:pt>
                <c:pt idx="113">
                  <c:v>16-06-2000</c:v>
                </c:pt>
                <c:pt idx="114">
                  <c:v>19-06-2000</c:v>
                </c:pt>
                <c:pt idx="115">
                  <c:v>20-06-2000</c:v>
                </c:pt>
                <c:pt idx="116">
                  <c:v>21-06-2000</c:v>
                </c:pt>
                <c:pt idx="117">
                  <c:v>22-06-2000</c:v>
                </c:pt>
                <c:pt idx="118">
                  <c:v>23-06-2000</c:v>
                </c:pt>
                <c:pt idx="119">
                  <c:v>26-06-2000</c:v>
                </c:pt>
                <c:pt idx="120">
                  <c:v>27-06-2000</c:v>
                </c:pt>
                <c:pt idx="121">
                  <c:v>28-06-2000</c:v>
                </c:pt>
                <c:pt idx="122">
                  <c:v>29-06-2000</c:v>
                </c:pt>
                <c:pt idx="123">
                  <c:v>30-06-2000</c:v>
                </c:pt>
                <c:pt idx="124">
                  <c:v>03-07-2000</c:v>
                </c:pt>
                <c:pt idx="125">
                  <c:v>04-07-2000</c:v>
                </c:pt>
                <c:pt idx="126">
                  <c:v>05-07-2000</c:v>
                </c:pt>
                <c:pt idx="127">
                  <c:v>06-07-2000</c:v>
                </c:pt>
                <c:pt idx="128">
                  <c:v>07-07-2000</c:v>
                </c:pt>
                <c:pt idx="129">
                  <c:v>10-07-2000</c:v>
                </c:pt>
                <c:pt idx="130">
                  <c:v>11-07-2000</c:v>
                </c:pt>
                <c:pt idx="131">
                  <c:v>12-07-2000</c:v>
                </c:pt>
                <c:pt idx="132">
                  <c:v>13-07-2000</c:v>
                </c:pt>
                <c:pt idx="133">
                  <c:v>14-07-2000</c:v>
                </c:pt>
                <c:pt idx="134">
                  <c:v>17-07-2000</c:v>
                </c:pt>
                <c:pt idx="135">
                  <c:v>18-07-2000</c:v>
                </c:pt>
                <c:pt idx="136">
                  <c:v>19-07-2000</c:v>
                </c:pt>
                <c:pt idx="137">
                  <c:v>20-07-2000</c:v>
                </c:pt>
                <c:pt idx="138">
                  <c:v>21-07-2000</c:v>
                </c:pt>
                <c:pt idx="139">
                  <c:v>24-07-2000</c:v>
                </c:pt>
                <c:pt idx="140">
                  <c:v>25-07-2000</c:v>
                </c:pt>
                <c:pt idx="141">
                  <c:v>26-07-2000</c:v>
                </c:pt>
                <c:pt idx="142">
                  <c:v>27-07-2000</c:v>
                </c:pt>
                <c:pt idx="143">
                  <c:v>28-07-2000</c:v>
                </c:pt>
                <c:pt idx="144">
                  <c:v>31-07-2000</c:v>
                </c:pt>
                <c:pt idx="145">
                  <c:v>01-08-2000</c:v>
                </c:pt>
                <c:pt idx="146">
                  <c:v>02-08-2000</c:v>
                </c:pt>
                <c:pt idx="147">
                  <c:v>03-08-2000</c:v>
                </c:pt>
                <c:pt idx="148">
                  <c:v>04-08-2000</c:v>
                </c:pt>
                <c:pt idx="149">
                  <c:v>07-08-2000</c:v>
                </c:pt>
                <c:pt idx="150">
                  <c:v>08-08-2000</c:v>
                </c:pt>
                <c:pt idx="151">
                  <c:v>09-08-2000</c:v>
                </c:pt>
                <c:pt idx="152">
                  <c:v>10-08-2000</c:v>
                </c:pt>
                <c:pt idx="153">
                  <c:v>11-08-2000</c:v>
                </c:pt>
                <c:pt idx="154">
                  <c:v>14-08-2000</c:v>
                </c:pt>
                <c:pt idx="155">
                  <c:v>16-08-2000</c:v>
                </c:pt>
                <c:pt idx="156">
                  <c:v>17-08-2000</c:v>
                </c:pt>
                <c:pt idx="157">
                  <c:v>18-08-2000</c:v>
                </c:pt>
                <c:pt idx="158">
                  <c:v>21-08-2000</c:v>
                </c:pt>
                <c:pt idx="159">
                  <c:v>22-08-2000</c:v>
                </c:pt>
                <c:pt idx="160">
                  <c:v>23-08-2000</c:v>
                </c:pt>
                <c:pt idx="161">
                  <c:v>24-08-2000</c:v>
                </c:pt>
                <c:pt idx="162">
                  <c:v>25-08-2000</c:v>
                </c:pt>
                <c:pt idx="163">
                  <c:v>28-08-2000</c:v>
                </c:pt>
                <c:pt idx="164">
                  <c:v>29-08-2000</c:v>
                </c:pt>
                <c:pt idx="165">
                  <c:v>30-08-2000</c:v>
                </c:pt>
                <c:pt idx="166">
                  <c:v>31-08-2000</c:v>
                </c:pt>
                <c:pt idx="167">
                  <c:v>04-09-2000</c:v>
                </c:pt>
                <c:pt idx="168">
                  <c:v>05-09-2000</c:v>
                </c:pt>
                <c:pt idx="169">
                  <c:v>06-09-2000</c:v>
                </c:pt>
                <c:pt idx="170">
                  <c:v>07-09-2000</c:v>
                </c:pt>
                <c:pt idx="171">
                  <c:v>08-09-2000</c:v>
                </c:pt>
                <c:pt idx="172">
                  <c:v>11-09-2000</c:v>
                </c:pt>
                <c:pt idx="173">
                  <c:v>12-09-2000</c:v>
                </c:pt>
                <c:pt idx="174">
                  <c:v>13-09-2000</c:v>
                </c:pt>
                <c:pt idx="175">
                  <c:v>14-09-2000</c:v>
                </c:pt>
                <c:pt idx="176">
                  <c:v>15-09-2000</c:v>
                </c:pt>
                <c:pt idx="177">
                  <c:v>18-09-2000</c:v>
                </c:pt>
                <c:pt idx="178">
                  <c:v>19-09-2000</c:v>
                </c:pt>
                <c:pt idx="179">
                  <c:v>20-09-2000</c:v>
                </c:pt>
                <c:pt idx="180">
                  <c:v>21-09-2000</c:v>
                </c:pt>
                <c:pt idx="181">
                  <c:v>22-09-2000</c:v>
                </c:pt>
                <c:pt idx="182">
                  <c:v>25-09-2000</c:v>
                </c:pt>
                <c:pt idx="183">
                  <c:v>26-09-2000</c:v>
                </c:pt>
                <c:pt idx="184">
                  <c:v>27-09-2000</c:v>
                </c:pt>
                <c:pt idx="185">
                  <c:v>28-09-2000</c:v>
                </c:pt>
                <c:pt idx="186">
                  <c:v>29-09-2000</c:v>
                </c:pt>
                <c:pt idx="187">
                  <c:v>03-10-2000</c:v>
                </c:pt>
                <c:pt idx="188">
                  <c:v>04-10-2000</c:v>
                </c:pt>
                <c:pt idx="189">
                  <c:v>05-10-2000</c:v>
                </c:pt>
                <c:pt idx="190">
                  <c:v>06-10-2000</c:v>
                </c:pt>
                <c:pt idx="191">
                  <c:v>09-10-2000</c:v>
                </c:pt>
                <c:pt idx="192">
                  <c:v>10-10-2000</c:v>
                </c:pt>
                <c:pt idx="193">
                  <c:v>11-10-2000</c:v>
                </c:pt>
                <c:pt idx="194">
                  <c:v>12-10-2000</c:v>
                </c:pt>
                <c:pt idx="195">
                  <c:v>13-10-2000</c:v>
                </c:pt>
                <c:pt idx="196">
                  <c:v>16-10-2000</c:v>
                </c:pt>
                <c:pt idx="197">
                  <c:v>17-10-2000</c:v>
                </c:pt>
                <c:pt idx="198">
                  <c:v>18-10-2000</c:v>
                </c:pt>
                <c:pt idx="199">
                  <c:v>19-10-2000</c:v>
                </c:pt>
                <c:pt idx="200">
                  <c:v>20-10-2000</c:v>
                </c:pt>
                <c:pt idx="201">
                  <c:v>23-10-2000</c:v>
                </c:pt>
                <c:pt idx="202">
                  <c:v>24-10-2000</c:v>
                </c:pt>
                <c:pt idx="203">
                  <c:v>25-10-2000</c:v>
                </c:pt>
                <c:pt idx="204">
                  <c:v>26-10-2000</c:v>
                </c:pt>
                <c:pt idx="205">
                  <c:v>27-10-2000</c:v>
                </c:pt>
                <c:pt idx="206">
                  <c:v>30-10-2000</c:v>
                </c:pt>
                <c:pt idx="207">
                  <c:v>31-10-2000</c:v>
                </c:pt>
                <c:pt idx="208">
                  <c:v>01-11-2000</c:v>
                </c:pt>
                <c:pt idx="209">
                  <c:v>02-11-2000</c:v>
                </c:pt>
                <c:pt idx="210">
                  <c:v>03-11-2000</c:v>
                </c:pt>
                <c:pt idx="211">
                  <c:v>06-11-2000</c:v>
                </c:pt>
                <c:pt idx="212">
                  <c:v>07-11-2000</c:v>
                </c:pt>
                <c:pt idx="213">
                  <c:v>08-11-2000</c:v>
                </c:pt>
                <c:pt idx="214">
                  <c:v>09-11-2000</c:v>
                </c:pt>
                <c:pt idx="215">
                  <c:v>10-11-2000</c:v>
                </c:pt>
                <c:pt idx="216">
                  <c:v>13-11-2000</c:v>
                </c:pt>
                <c:pt idx="217">
                  <c:v>14-11-2000</c:v>
                </c:pt>
                <c:pt idx="218">
                  <c:v>15-11-2000</c:v>
                </c:pt>
                <c:pt idx="219">
                  <c:v>16-11-2000</c:v>
                </c:pt>
                <c:pt idx="220">
                  <c:v>17-11-2000</c:v>
                </c:pt>
                <c:pt idx="221">
                  <c:v>20-11-2000</c:v>
                </c:pt>
                <c:pt idx="222">
                  <c:v>21-11-2000</c:v>
                </c:pt>
                <c:pt idx="223">
                  <c:v>22-11-2000</c:v>
                </c:pt>
                <c:pt idx="224">
                  <c:v>23-11-2000</c:v>
                </c:pt>
                <c:pt idx="225">
                  <c:v>24-11-2000</c:v>
                </c:pt>
                <c:pt idx="226">
                  <c:v>27-11-2000</c:v>
                </c:pt>
                <c:pt idx="227">
                  <c:v>28-11-2000</c:v>
                </c:pt>
                <c:pt idx="228">
                  <c:v>29-11-2000</c:v>
                </c:pt>
                <c:pt idx="229">
                  <c:v>30-11-2000</c:v>
                </c:pt>
                <c:pt idx="230">
                  <c:v>01-12-2000</c:v>
                </c:pt>
                <c:pt idx="231">
                  <c:v>04-12-2000</c:v>
                </c:pt>
                <c:pt idx="232">
                  <c:v>05-12-2000</c:v>
                </c:pt>
                <c:pt idx="233">
                  <c:v>06-12-2000</c:v>
                </c:pt>
                <c:pt idx="234">
                  <c:v>07-12-2000</c:v>
                </c:pt>
                <c:pt idx="235">
                  <c:v>08-12-2000</c:v>
                </c:pt>
                <c:pt idx="236">
                  <c:v>11-12-2000</c:v>
                </c:pt>
                <c:pt idx="237">
                  <c:v>12-12-2000</c:v>
                </c:pt>
                <c:pt idx="238">
                  <c:v>13-12-2000</c:v>
                </c:pt>
                <c:pt idx="239">
                  <c:v>14-12-2000</c:v>
                </c:pt>
                <c:pt idx="240">
                  <c:v>15-12-2000</c:v>
                </c:pt>
                <c:pt idx="241">
                  <c:v>18-12-2000</c:v>
                </c:pt>
                <c:pt idx="242">
                  <c:v>19-12-2000</c:v>
                </c:pt>
                <c:pt idx="243">
                  <c:v>20-12-2000</c:v>
                </c:pt>
                <c:pt idx="244">
                  <c:v>21-12-2000</c:v>
                </c:pt>
                <c:pt idx="245">
                  <c:v>22-12-2000</c:v>
                </c:pt>
                <c:pt idx="246">
                  <c:v>26-12-2000</c:v>
                </c:pt>
                <c:pt idx="247">
                  <c:v>27-12-2000</c:v>
                </c:pt>
                <c:pt idx="248">
                  <c:v>28-12-2000</c:v>
                </c:pt>
                <c:pt idx="249">
                  <c:v>29-12-2000</c:v>
                </c:pt>
                <c:pt idx="250">
                  <c:v>01-01-2001</c:v>
                </c:pt>
                <c:pt idx="251">
                  <c:v>02-01-2001</c:v>
                </c:pt>
                <c:pt idx="252">
                  <c:v>03-01-2001</c:v>
                </c:pt>
                <c:pt idx="253">
                  <c:v>04-01-2001</c:v>
                </c:pt>
                <c:pt idx="254">
                  <c:v>05-01-2001</c:v>
                </c:pt>
                <c:pt idx="255">
                  <c:v>08-01-2001</c:v>
                </c:pt>
                <c:pt idx="256">
                  <c:v>09-01-2001</c:v>
                </c:pt>
                <c:pt idx="257">
                  <c:v>10-01-2001</c:v>
                </c:pt>
                <c:pt idx="258">
                  <c:v>11-01-2001</c:v>
                </c:pt>
                <c:pt idx="259">
                  <c:v>12-01-2001</c:v>
                </c:pt>
                <c:pt idx="260">
                  <c:v>15-01-2001</c:v>
                </c:pt>
                <c:pt idx="261">
                  <c:v>16-01-2001</c:v>
                </c:pt>
                <c:pt idx="262">
                  <c:v>17-01-2001</c:v>
                </c:pt>
                <c:pt idx="263">
                  <c:v>18-01-2001</c:v>
                </c:pt>
                <c:pt idx="264">
                  <c:v>19-01-2001</c:v>
                </c:pt>
                <c:pt idx="265">
                  <c:v>22-01-2001</c:v>
                </c:pt>
                <c:pt idx="266">
                  <c:v>23-01-2001</c:v>
                </c:pt>
                <c:pt idx="267">
                  <c:v>24-01-2001</c:v>
                </c:pt>
                <c:pt idx="268">
                  <c:v>25-01-2001</c:v>
                </c:pt>
                <c:pt idx="269">
                  <c:v>29-01-2001</c:v>
                </c:pt>
                <c:pt idx="270">
                  <c:v>30-01-2001</c:v>
                </c:pt>
                <c:pt idx="271">
                  <c:v>31-01-2001</c:v>
                </c:pt>
                <c:pt idx="272">
                  <c:v>01-02-2001</c:v>
                </c:pt>
                <c:pt idx="273">
                  <c:v>02-02-2001</c:v>
                </c:pt>
                <c:pt idx="274">
                  <c:v>05-02-2001</c:v>
                </c:pt>
                <c:pt idx="275">
                  <c:v>06-02-2001</c:v>
                </c:pt>
                <c:pt idx="276">
                  <c:v>07-02-2001</c:v>
                </c:pt>
                <c:pt idx="277">
                  <c:v>08-02-2001</c:v>
                </c:pt>
                <c:pt idx="278">
                  <c:v>09-02-2001</c:v>
                </c:pt>
                <c:pt idx="279">
                  <c:v>12-02-2001</c:v>
                </c:pt>
                <c:pt idx="280">
                  <c:v>13-02-2001</c:v>
                </c:pt>
                <c:pt idx="281">
                  <c:v>14-02-2001</c:v>
                </c:pt>
                <c:pt idx="282">
                  <c:v>15-02-2001</c:v>
                </c:pt>
                <c:pt idx="283">
                  <c:v>16-02-2001</c:v>
                </c:pt>
                <c:pt idx="284">
                  <c:v>19-02-2001</c:v>
                </c:pt>
                <c:pt idx="285">
                  <c:v>20-02-2001</c:v>
                </c:pt>
                <c:pt idx="286">
                  <c:v>21-02-2001</c:v>
                </c:pt>
                <c:pt idx="287">
                  <c:v>22-02-2001</c:v>
                </c:pt>
                <c:pt idx="288">
                  <c:v>23-02-2001</c:v>
                </c:pt>
                <c:pt idx="289">
                  <c:v>26-02-2001</c:v>
                </c:pt>
                <c:pt idx="290">
                  <c:v>27-02-2001</c:v>
                </c:pt>
                <c:pt idx="291">
                  <c:v>28-02-2001</c:v>
                </c:pt>
                <c:pt idx="292">
                  <c:v>01-03-2001</c:v>
                </c:pt>
                <c:pt idx="293">
                  <c:v>02-03-2001</c:v>
                </c:pt>
                <c:pt idx="294">
                  <c:v>05-03-2001</c:v>
                </c:pt>
                <c:pt idx="295">
                  <c:v>07-03-2001</c:v>
                </c:pt>
                <c:pt idx="296">
                  <c:v>08-03-2001</c:v>
                </c:pt>
                <c:pt idx="297">
                  <c:v>09-03-2001</c:v>
                </c:pt>
                <c:pt idx="298">
                  <c:v>12-03-2001</c:v>
                </c:pt>
                <c:pt idx="299">
                  <c:v>13-03-2001</c:v>
                </c:pt>
                <c:pt idx="300">
                  <c:v>14-03-2001</c:v>
                </c:pt>
                <c:pt idx="301">
                  <c:v>15-03-2001</c:v>
                </c:pt>
                <c:pt idx="302">
                  <c:v>16-03-2001</c:v>
                </c:pt>
                <c:pt idx="303">
                  <c:v>19-03-2001</c:v>
                </c:pt>
                <c:pt idx="304">
                  <c:v>20-03-2001</c:v>
                </c:pt>
                <c:pt idx="305">
                  <c:v>21-03-2001</c:v>
                </c:pt>
                <c:pt idx="306">
                  <c:v>22-03-2001</c:v>
                </c:pt>
                <c:pt idx="307">
                  <c:v>23-03-2001</c:v>
                </c:pt>
                <c:pt idx="308">
                  <c:v>26-03-2001</c:v>
                </c:pt>
                <c:pt idx="309">
                  <c:v>27-03-2001</c:v>
                </c:pt>
                <c:pt idx="310">
                  <c:v>28-03-2001</c:v>
                </c:pt>
                <c:pt idx="311">
                  <c:v>29-03-2001</c:v>
                </c:pt>
                <c:pt idx="312">
                  <c:v>30-03-2001</c:v>
                </c:pt>
                <c:pt idx="313">
                  <c:v>02-04-2001</c:v>
                </c:pt>
                <c:pt idx="314">
                  <c:v>03-04-2001</c:v>
                </c:pt>
                <c:pt idx="315">
                  <c:v>04-04-2001</c:v>
                </c:pt>
                <c:pt idx="316">
                  <c:v>06-04-2001</c:v>
                </c:pt>
                <c:pt idx="317">
                  <c:v>09-04-2001</c:v>
                </c:pt>
                <c:pt idx="318">
                  <c:v>10-04-2001</c:v>
                </c:pt>
                <c:pt idx="319">
                  <c:v>11-04-2001</c:v>
                </c:pt>
                <c:pt idx="320">
                  <c:v>12-04-2001</c:v>
                </c:pt>
                <c:pt idx="321">
                  <c:v>16-04-2001</c:v>
                </c:pt>
                <c:pt idx="322">
                  <c:v>17-04-2001</c:v>
                </c:pt>
                <c:pt idx="323">
                  <c:v>18-04-2001</c:v>
                </c:pt>
                <c:pt idx="324">
                  <c:v>19-04-2001</c:v>
                </c:pt>
                <c:pt idx="325">
                  <c:v>20-04-2001</c:v>
                </c:pt>
                <c:pt idx="326">
                  <c:v>23-04-2001</c:v>
                </c:pt>
                <c:pt idx="327">
                  <c:v>24-04-2001</c:v>
                </c:pt>
                <c:pt idx="328">
                  <c:v>25-04-2001</c:v>
                </c:pt>
                <c:pt idx="329">
                  <c:v>26-04-2001</c:v>
                </c:pt>
                <c:pt idx="330">
                  <c:v>27-04-2001</c:v>
                </c:pt>
                <c:pt idx="331">
                  <c:v>30-04-2001</c:v>
                </c:pt>
                <c:pt idx="332">
                  <c:v>02-05-2001</c:v>
                </c:pt>
                <c:pt idx="333">
                  <c:v>03-05-2001</c:v>
                </c:pt>
                <c:pt idx="334">
                  <c:v>04-05-2001</c:v>
                </c:pt>
                <c:pt idx="335">
                  <c:v>07-05-2001</c:v>
                </c:pt>
                <c:pt idx="336">
                  <c:v>08-05-2001</c:v>
                </c:pt>
                <c:pt idx="337">
                  <c:v>09-05-2001</c:v>
                </c:pt>
                <c:pt idx="338">
                  <c:v>10-05-2001</c:v>
                </c:pt>
                <c:pt idx="339">
                  <c:v>11-05-2001</c:v>
                </c:pt>
                <c:pt idx="340">
                  <c:v>14-05-2001</c:v>
                </c:pt>
                <c:pt idx="341">
                  <c:v>15-05-2001</c:v>
                </c:pt>
                <c:pt idx="342">
                  <c:v>16-05-2001</c:v>
                </c:pt>
                <c:pt idx="343">
                  <c:v>17-05-2001</c:v>
                </c:pt>
                <c:pt idx="344">
                  <c:v>18-05-2001</c:v>
                </c:pt>
                <c:pt idx="345">
                  <c:v>21-05-2001</c:v>
                </c:pt>
                <c:pt idx="346">
                  <c:v>22-05-2001</c:v>
                </c:pt>
                <c:pt idx="347">
                  <c:v>23-05-2001</c:v>
                </c:pt>
                <c:pt idx="348">
                  <c:v>24-05-2001</c:v>
                </c:pt>
                <c:pt idx="349">
                  <c:v>25-05-2001</c:v>
                </c:pt>
                <c:pt idx="350">
                  <c:v>28-05-2001</c:v>
                </c:pt>
                <c:pt idx="351">
                  <c:v>29-05-2001</c:v>
                </c:pt>
                <c:pt idx="352">
                  <c:v>30-05-2001</c:v>
                </c:pt>
                <c:pt idx="353">
                  <c:v>31-05-2001</c:v>
                </c:pt>
                <c:pt idx="354">
                  <c:v>01-06-2001</c:v>
                </c:pt>
                <c:pt idx="355">
                  <c:v>04-06-2001</c:v>
                </c:pt>
                <c:pt idx="356">
                  <c:v>05-06-2001</c:v>
                </c:pt>
                <c:pt idx="357">
                  <c:v>06-06-2001</c:v>
                </c:pt>
                <c:pt idx="358">
                  <c:v>07-06-2001</c:v>
                </c:pt>
                <c:pt idx="359">
                  <c:v>08-06-2001</c:v>
                </c:pt>
                <c:pt idx="360">
                  <c:v>11-06-2001</c:v>
                </c:pt>
                <c:pt idx="361">
                  <c:v>12-06-2001</c:v>
                </c:pt>
                <c:pt idx="362">
                  <c:v>13-06-2001</c:v>
                </c:pt>
                <c:pt idx="363">
                  <c:v>14-06-2001</c:v>
                </c:pt>
                <c:pt idx="364">
                  <c:v>15-06-2001</c:v>
                </c:pt>
                <c:pt idx="365">
                  <c:v>18-06-2001</c:v>
                </c:pt>
                <c:pt idx="366">
                  <c:v>19-06-2001</c:v>
                </c:pt>
                <c:pt idx="367">
                  <c:v>20-06-2001</c:v>
                </c:pt>
                <c:pt idx="368">
                  <c:v>21-06-2001</c:v>
                </c:pt>
                <c:pt idx="369">
                  <c:v>22-06-2001</c:v>
                </c:pt>
                <c:pt idx="370">
                  <c:v>25-06-2001</c:v>
                </c:pt>
                <c:pt idx="371">
                  <c:v>26-06-2001</c:v>
                </c:pt>
                <c:pt idx="372">
                  <c:v>27-06-2001</c:v>
                </c:pt>
                <c:pt idx="373">
                  <c:v>28-06-2001</c:v>
                </c:pt>
                <c:pt idx="374">
                  <c:v>29-06-2001</c:v>
                </c:pt>
                <c:pt idx="375">
                  <c:v>02-07-2001</c:v>
                </c:pt>
                <c:pt idx="376">
                  <c:v>03-07-2001</c:v>
                </c:pt>
                <c:pt idx="377">
                  <c:v>04-07-2001</c:v>
                </c:pt>
                <c:pt idx="378">
                  <c:v>05-07-2001</c:v>
                </c:pt>
                <c:pt idx="379">
                  <c:v>06-07-2001</c:v>
                </c:pt>
                <c:pt idx="380">
                  <c:v>09-07-2001</c:v>
                </c:pt>
                <c:pt idx="381">
                  <c:v>10-07-2001</c:v>
                </c:pt>
                <c:pt idx="382">
                  <c:v>11-07-2001</c:v>
                </c:pt>
                <c:pt idx="383">
                  <c:v>12-07-2001</c:v>
                </c:pt>
                <c:pt idx="384">
                  <c:v>13-07-2001</c:v>
                </c:pt>
                <c:pt idx="385">
                  <c:v>16-07-2001</c:v>
                </c:pt>
                <c:pt idx="386">
                  <c:v>17-07-2001</c:v>
                </c:pt>
                <c:pt idx="387">
                  <c:v>18-07-2001</c:v>
                </c:pt>
                <c:pt idx="388">
                  <c:v>19-07-2001</c:v>
                </c:pt>
                <c:pt idx="389">
                  <c:v>20-07-2001</c:v>
                </c:pt>
                <c:pt idx="390">
                  <c:v>23-07-2001</c:v>
                </c:pt>
                <c:pt idx="391">
                  <c:v>24-07-2001</c:v>
                </c:pt>
                <c:pt idx="392">
                  <c:v>25-07-2001</c:v>
                </c:pt>
                <c:pt idx="393">
                  <c:v>26-07-2001</c:v>
                </c:pt>
                <c:pt idx="394">
                  <c:v>27-07-2001</c:v>
                </c:pt>
                <c:pt idx="395">
                  <c:v>30-07-2001</c:v>
                </c:pt>
                <c:pt idx="396">
                  <c:v>31-07-2001</c:v>
                </c:pt>
                <c:pt idx="397">
                  <c:v>01-08-2001</c:v>
                </c:pt>
                <c:pt idx="398">
                  <c:v>02-08-2001</c:v>
                </c:pt>
                <c:pt idx="399">
                  <c:v>03-08-2001</c:v>
                </c:pt>
                <c:pt idx="400">
                  <c:v>06-08-2001</c:v>
                </c:pt>
                <c:pt idx="401">
                  <c:v>07-08-2001</c:v>
                </c:pt>
                <c:pt idx="402">
                  <c:v>08-08-2001</c:v>
                </c:pt>
                <c:pt idx="403">
                  <c:v>09-08-2001</c:v>
                </c:pt>
                <c:pt idx="404">
                  <c:v>10-08-2001</c:v>
                </c:pt>
                <c:pt idx="405">
                  <c:v>13-08-2001</c:v>
                </c:pt>
                <c:pt idx="406">
                  <c:v>14-08-2001</c:v>
                </c:pt>
                <c:pt idx="407">
                  <c:v>16-08-2001</c:v>
                </c:pt>
                <c:pt idx="408">
                  <c:v>17-08-2001</c:v>
                </c:pt>
                <c:pt idx="409">
                  <c:v>20-08-2001</c:v>
                </c:pt>
                <c:pt idx="410">
                  <c:v>21-08-2001</c:v>
                </c:pt>
                <c:pt idx="411">
                  <c:v>23-08-2001</c:v>
                </c:pt>
                <c:pt idx="412">
                  <c:v>24-08-2001</c:v>
                </c:pt>
                <c:pt idx="413">
                  <c:v>27-08-2001</c:v>
                </c:pt>
                <c:pt idx="414">
                  <c:v>28-08-2001</c:v>
                </c:pt>
                <c:pt idx="415">
                  <c:v>29-08-2001</c:v>
                </c:pt>
                <c:pt idx="416">
                  <c:v>30-08-2001</c:v>
                </c:pt>
                <c:pt idx="417">
                  <c:v>31-08-2001</c:v>
                </c:pt>
                <c:pt idx="418">
                  <c:v>03-09-2001</c:v>
                </c:pt>
                <c:pt idx="419">
                  <c:v>04-09-2001</c:v>
                </c:pt>
                <c:pt idx="420">
                  <c:v>05-09-2001</c:v>
                </c:pt>
                <c:pt idx="421">
                  <c:v>06-09-2001</c:v>
                </c:pt>
                <c:pt idx="422">
                  <c:v>07-09-2001</c:v>
                </c:pt>
                <c:pt idx="423">
                  <c:v>10-09-2001</c:v>
                </c:pt>
                <c:pt idx="424">
                  <c:v>11-09-2001</c:v>
                </c:pt>
                <c:pt idx="425">
                  <c:v>12-09-2001</c:v>
                </c:pt>
                <c:pt idx="426">
                  <c:v>13-09-2001</c:v>
                </c:pt>
                <c:pt idx="427">
                  <c:v>14-09-2001</c:v>
                </c:pt>
                <c:pt idx="428">
                  <c:v>17-09-2001</c:v>
                </c:pt>
                <c:pt idx="429">
                  <c:v>18-09-2001</c:v>
                </c:pt>
                <c:pt idx="430">
                  <c:v>19-09-2001</c:v>
                </c:pt>
                <c:pt idx="431">
                  <c:v>20-09-2001</c:v>
                </c:pt>
                <c:pt idx="432">
                  <c:v>21-09-2001</c:v>
                </c:pt>
                <c:pt idx="433">
                  <c:v>24-09-2001</c:v>
                </c:pt>
                <c:pt idx="434">
                  <c:v>25-09-2001</c:v>
                </c:pt>
                <c:pt idx="435">
                  <c:v>26-09-2001</c:v>
                </c:pt>
                <c:pt idx="436">
                  <c:v>27-09-2001</c:v>
                </c:pt>
                <c:pt idx="437">
                  <c:v>28-09-2001</c:v>
                </c:pt>
                <c:pt idx="438">
                  <c:v>01-10-2001</c:v>
                </c:pt>
                <c:pt idx="439">
                  <c:v>03-10-2001</c:v>
                </c:pt>
                <c:pt idx="440">
                  <c:v>04-10-2001</c:v>
                </c:pt>
                <c:pt idx="441">
                  <c:v>05-10-2001</c:v>
                </c:pt>
                <c:pt idx="442">
                  <c:v>08-10-2001</c:v>
                </c:pt>
                <c:pt idx="443">
                  <c:v>09-10-2001</c:v>
                </c:pt>
                <c:pt idx="444">
                  <c:v>10-10-2001</c:v>
                </c:pt>
                <c:pt idx="445">
                  <c:v>11-10-2001</c:v>
                </c:pt>
                <c:pt idx="446">
                  <c:v>12-10-2001</c:v>
                </c:pt>
                <c:pt idx="447">
                  <c:v>15-10-2001</c:v>
                </c:pt>
                <c:pt idx="448">
                  <c:v>16-10-2001</c:v>
                </c:pt>
                <c:pt idx="449">
                  <c:v>17-10-2001</c:v>
                </c:pt>
                <c:pt idx="450">
                  <c:v>18-10-2001</c:v>
                </c:pt>
                <c:pt idx="451">
                  <c:v>19-10-2001</c:v>
                </c:pt>
                <c:pt idx="452">
                  <c:v>22-10-2001</c:v>
                </c:pt>
                <c:pt idx="453">
                  <c:v>23-10-2001</c:v>
                </c:pt>
                <c:pt idx="454">
                  <c:v>24-10-2001</c:v>
                </c:pt>
                <c:pt idx="455">
                  <c:v>25-10-2001</c:v>
                </c:pt>
                <c:pt idx="456">
                  <c:v>29-10-2001</c:v>
                </c:pt>
                <c:pt idx="457">
                  <c:v>30-10-2001</c:v>
                </c:pt>
                <c:pt idx="458">
                  <c:v>31-10-2001</c:v>
                </c:pt>
                <c:pt idx="459">
                  <c:v>01-11-2001</c:v>
                </c:pt>
                <c:pt idx="460">
                  <c:v>02-11-2001</c:v>
                </c:pt>
                <c:pt idx="461">
                  <c:v>05-11-2001</c:v>
                </c:pt>
                <c:pt idx="462">
                  <c:v>06-11-2001</c:v>
                </c:pt>
                <c:pt idx="463">
                  <c:v>07-11-2001</c:v>
                </c:pt>
                <c:pt idx="464">
                  <c:v>08-11-2001</c:v>
                </c:pt>
                <c:pt idx="465">
                  <c:v>09-11-2001</c:v>
                </c:pt>
                <c:pt idx="466">
                  <c:v>12-11-2001</c:v>
                </c:pt>
                <c:pt idx="467">
                  <c:v>13-11-2001</c:v>
                </c:pt>
                <c:pt idx="468">
                  <c:v>14-11-2001</c:v>
                </c:pt>
                <c:pt idx="469">
                  <c:v>15-11-2001</c:v>
                </c:pt>
                <c:pt idx="470">
                  <c:v>19-11-2001</c:v>
                </c:pt>
                <c:pt idx="471">
                  <c:v>20-11-2001</c:v>
                </c:pt>
                <c:pt idx="472">
                  <c:v>21-11-2001</c:v>
                </c:pt>
                <c:pt idx="473">
                  <c:v>22-11-2001</c:v>
                </c:pt>
                <c:pt idx="474">
                  <c:v>23-11-2001</c:v>
                </c:pt>
                <c:pt idx="475">
                  <c:v>26-11-2001</c:v>
                </c:pt>
                <c:pt idx="476">
                  <c:v>27-11-2001</c:v>
                </c:pt>
                <c:pt idx="477">
                  <c:v>28-11-2001</c:v>
                </c:pt>
                <c:pt idx="478">
                  <c:v>29-11-2001</c:v>
                </c:pt>
                <c:pt idx="479">
                  <c:v>03-12-2001</c:v>
                </c:pt>
                <c:pt idx="480">
                  <c:v>04-12-2001</c:v>
                </c:pt>
                <c:pt idx="481">
                  <c:v>05-12-2001</c:v>
                </c:pt>
                <c:pt idx="482">
                  <c:v>06-12-2001</c:v>
                </c:pt>
                <c:pt idx="483">
                  <c:v>07-12-2001</c:v>
                </c:pt>
                <c:pt idx="484">
                  <c:v>10-12-2001</c:v>
                </c:pt>
                <c:pt idx="485">
                  <c:v>11-12-2001</c:v>
                </c:pt>
                <c:pt idx="486">
                  <c:v>12-12-2001</c:v>
                </c:pt>
                <c:pt idx="487">
                  <c:v>13-12-2001</c:v>
                </c:pt>
                <c:pt idx="488">
                  <c:v>14-12-2001</c:v>
                </c:pt>
                <c:pt idx="489">
                  <c:v>18-12-2001</c:v>
                </c:pt>
                <c:pt idx="490">
                  <c:v>19-12-2001</c:v>
                </c:pt>
                <c:pt idx="491">
                  <c:v>20-12-2001</c:v>
                </c:pt>
                <c:pt idx="492">
                  <c:v>21-12-2001</c:v>
                </c:pt>
                <c:pt idx="493">
                  <c:v>24-12-2001</c:v>
                </c:pt>
                <c:pt idx="494">
                  <c:v>26-12-2001</c:v>
                </c:pt>
                <c:pt idx="495">
                  <c:v>27-12-2001</c:v>
                </c:pt>
                <c:pt idx="496">
                  <c:v>28-12-2001</c:v>
                </c:pt>
                <c:pt idx="497">
                  <c:v>31-12-2001</c:v>
                </c:pt>
                <c:pt idx="498">
                  <c:v>01-01-2002</c:v>
                </c:pt>
                <c:pt idx="499">
                  <c:v>02-01-2002</c:v>
                </c:pt>
                <c:pt idx="500">
                  <c:v>03-01-2002</c:v>
                </c:pt>
                <c:pt idx="501">
                  <c:v>04-01-2002</c:v>
                </c:pt>
                <c:pt idx="502">
                  <c:v>07-01-2002</c:v>
                </c:pt>
                <c:pt idx="503">
                  <c:v>08-01-2002</c:v>
                </c:pt>
                <c:pt idx="504">
                  <c:v>09-01-2002</c:v>
                </c:pt>
                <c:pt idx="505">
                  <c:v>10-01-2002</c:v>
                </c:pt>
                <c:pt idx="506">
                  <c:v>11-01-2002</c:v>
                </c:pt>
                <c:pt idx="507">
                  <c:v>14-01-2002</c:v>
                </c:pt>
                <c:pt idx="508">
                  <c:v>15-01-2002</c:v>
                </c:pt>
                <c:pt idx="509">
                  <c:v>16-01-2002</c:v>
                </c:pt>
                <c:pt idx="510">
                  <c:v>17-01-2002</c:v>
                </c:pt>
                <c:pt idx="511">
                  <c:v>18-01-2002</c:v>
                </c:pt>
                <c:pt idx="512">
                  <c:v>21-01-2002</c:v>
                </c:pt>
                <c:pt idx="513">
                  <c:v>22-01-2002</c:v>
                </c:pt>
                <c:pt idx="514">
                  <c:v>23-01-2002</c:v>
                </c:pt>
                <c:pt idx="515">
                  <c:v>24-01-2002</c:v>
                </c:pt>
                <c:pt idx="516">
                  <c:v>25-01-2002</c:v>
                </c:pt>
                <c:pt idx="517">
                  <c:v>28-01-2002</c:v>
                </c:pt>
                <c:pt idx="518">
                  <c:v>29-01-2002</c:v>
                </c:pt>
                <c:pt idx="519">
                  <c:v>30-01-2002</c:v>
                </c:pt>
                <c:pt idx="520">
                  <c:v>31-01-2002</c:v>
                </c:pt>
                <c:pt idx="521">
                  <c:v>01-02-2002</c:v>
                </c:pt>
                <c:pt idx="522">
                  <c:v>04-02-2002</c:v>
                </c:pt>
                <c:pt idx="523">
                  <c:v>05-02-2002</c:v>
                </c:pt>
                <c:pt idx="524">
                  <c:v>06-02-2002</c:v>
                </c:pt>
                <c:pt idx="525">
                  <c:v>07-02-2002</c:v>
                </c:pt>
                <c:pt idx="526">
                  <c:v>08-02-2002</c:v>
                </c:pt>
                <c:pt idx="527">
                  <c:v>11-02-2002</c:v>
                </c:pt>
                <c:pt idx="528">
                  <c:v>12-02-2002</c:v>
                </c:pt>
                <c:pt idx="529">
                  <c:v>13-02-2002</c:v>
                </c:pt>
                <c:pt idx="530">
                  <c:v>14-02-2002</c:v>
                </c:pt>
                <c:pt idx="531">
                  <c:v>15-02-2002</c:v>
                </c:pt>
                <c:pt idx="532">
                  <c:v>18-02-2002</c:v>
                </c:pt>
                <c:pt idx="533">
                  <c:v>19-02-2002</c:v>
                </c:pt>
                <c:pt idx="534">
                  <c:v>20-02-2002</c:v>
                </c:pt>
                <c:pt idx="535">
                  <c:v>21-02-2002</c:v>
                </c:pt>
                <c:pt idx="536">
                  <c:v>22-02-2002</c:v>
                </c:pt>
                <c:pt idx="537">
                  <c:v>25-02-2002</c:v>
                </c:pt>
                <c:pt idx="538">
                  <c:v>26-02-2002</c:v>
                </c:pt>
                <c:pt idx="539">
                  <c:v>27-02-2002</c:v>
                </c:pt>
                <c:pt idx="540">
                  <c:v>28-02-2002</c:v>
                </c:pt>
                <c:pt idx="541">
                  <c:v>01-03-2002</c:v>
                </c:pt>
                <c:pt idx="542">
                  <c:v>04-03-2002</c:v>
                </c:pt>
                <c:pt idx="543">
                  <c:v>05-03-2002</c:v>
                </c:pt>
                <c:pt idx="544">
                  <c:v>06-03-2002</c:v>
                </c:pt>
                <c:pt idx="545">
                  <c:v>07-03-2002</c:v>
                </c:pt>
                <c:pt idx="546">
                  <c:v>08-03-2002</c:v>
                </c:pt>
                <c:pt idx="547">
                  <c:v>11-03-2002</c:v>
                </c:pt>
                <c:pt idx="548">
                  <c:v>12-03-2002</c:v>
                </c:pt>
                <c:pt idx="549">
                  <c:v>13-03-2002</c:v>
                </c:pt>
                <c:pt idx="550">
                  <c:v>14-03-2002</c:v>
                </c:pt>
                <c:pt idx="551">
                  <c:v>15-03-2002</c:v>
                </c:pt>
                <c:pt idx="552">
                  <c:v>18-03-2002</c:v>
                </c:pt>
                <c:pt idx="553">
                  <c:v>19-03-2002</c:v>
                </c:pt>
                <c:pt idx="554">
                  <c:v>20-03-2002</c:v>
                </c:pt>
                <c:pt idx="555">
                  <c:v>21-03-2002</c:v>
                </c:pt>
                <c:pt idx="556">
                  <c:v>22-03-2002</c:v>
                </c:pt>
                <c:pt idx="557">
                  <c:v>26-03-2002</c:v>
                </c:pt>
                <c:pt idx="558">
                  <c:v>27-03-2002</c:v>
                </c:pt>
                <c:pt idx="559">
                  <c:v>28-03-2002</c:v>
                </c:pt>
                <c:pt idx="560">
                  <c:v>01-04-2002</c:v>
                </c:pt>
                <c:pt idx="561">
                  <c:v>02-04-2002</c:v>
                </c:pt>
                <c:pt idx="562">
                  <c:v>03-04-2002</c:v>
                </c:pt>
                <c:pt idx="563">
                  <c:v>04-04-2002</c:v>
                </c:pt>
                <c:pt idx="564">
                  <c:v>05-04-2002</c:v>
                </c:pt>
                <c:pt idx="565">
                  <c:v>08-04-2002</c:v>
                </c:pt>
                <c:pt idx="566">
                  <c:v>09-04-2002</c:v>
                </c:pt>
                <c:pt idx="567">
                  <c:v>10-04-2002</c:v>
                </c:pt>
                <c:pt idx="568">
                  <c:v>11-04-2002</c:v>
                </c:pt>
                <c:pt idx="569">
                  <c:v>12-04-2002</c:v>
                </c:pt>
                <c:pt idx="570">
                  <c:v>15-04-2002</c:v>
                </c:pt>
                <c:pt idx="571">
                  <c:v>16-04-2002</c:v>
                </c:pt>
                <c:pt idx="572">
                  <c:v>17-04-2002</c:v>
                </c:pt>
                <c:pt idx="573">
                  <c:v>18-04-2002</c:v>
                </c:pt>
                <c:pt idx="574">
                  <c:v>19-04-2002</c:v>
                </c:pt>
                <c:pt idx="575">
                  <c:v>22-04-2002</c:v>
                </c:pt>
                <c:pt idx="576">
                  <c:v>23-04-2002</c:v>
                </c:pt>
                <c:pt idx="577">
                  <c:v>24-04-2002</c:v>
                </c:pt>
                <c:pt idx="578">
                  <c:v>25-04-2002</c:v>
                </c:pt>
                <c:pt idx="579">
                  <c:v>26-04-2002</c:v>
                </c:pt>
                <c:pt idx="580">
                  <c:v>29-04-2002</c:v>
                </c:pt>
                <c:pt idx="581">
                  <c:v>30-04-2002</c:v>
                </c:pt>
                <c:pt idx="582">
                  <c:v>02-05-2002</c:v>
                </c:pt>
                <c:pt idx="583">
                  <c:v>03-05-2002</c:v>
                </c:pt>
                <c:pt idx="584">
                  <c:v>06-05-2002</c:v>
                </c:pt>
                <c:pt idx="585">
                  <c:v>07-05-2002</c:v>
                </c:pt>
                <c:pt idx="586">
                  <c:v>08-05-2002</c:v>
                </c:pt>
                <c:pt idx="587">
                  <c:v>09-05-2002</c:v>
                </c:pt>
                <c:pt idx="588">
                  <c:v>10-05-2002</c:v>
                </c:pt>
                <c:pt idx="589">
                  <c:v>13-05-2002</c:v>
                </c:pt>
                <c:pt idx="590">
                  <c:v>14-05-2002</c:v>
                </c:pt>
                <c:pt idx="591">
                  <c:v>15-05-2002</c:v>
                </c:pt>
                <c:pt idx="592">
                  <c:v>16-05-2002</c:v>
                </c:pt>
                <c:pt idx="593">
                  <c:v>17-05-2002</c:v>
                </c:pt>
                <c:pt idx="594">
                  <c:v>20-05-2002</c:v>
                </c:pt>
                <c:pt idx="595">
                  <c:v>21-05-2002</c:v>
                </c:pt>
                <c:pt idx="596">
                  <c:v>22-05-2002</c:v>
                </c:pt>
                <c:pt idx="597">
                  <c:v>23-05-2002</c:v>
                </c:pt>
                <c:pt idx="598">
                  <c:v>24-05-2002</c:v>
                </c:pt>
                <c:pt idx="599">
                  <c:v>27-05-2002</c:v>
                </c:pt>
                <c:pt idx="600">
                  <c:v>28-05-2002</c:v>
                </c:pt>
                <c:pt idx="601">
                  <c:v>29-05-2002</c:v>
                </c:pt>
                <c:pt idx="602">
                  <c:v>30-05-2002</c:v>
                </c:pt>
                <c:pt idx="603">
                  <c:v>31-05-2002</c:v>
                </c:pt>
                <c:pt idx="604">
                  <c:v>03-06-2002</c:v>
                </c:pt>
                <c:pt idx="605">
                  <c:v>04-06-2002</c:v>
                </c:pt>
                <c:pt idx="606">
                  <c:v>05-06-2002</c:v>
                </c:pt>
                <c:pt idx="607">
                  <c:v>06-06-2002</c:v>
                </c:pt>
                <c:pt idx="608">
                  <c:v>07-06-2002</c:v>
                </c:pt>
                <c:pt idx="609">
                  <c:v>10-06-2002</c:v>
                </c:pt>
                <c:pt idx="610">
                  <c:v>11-06-2002</c:v>
                </c:pt>
                <c:pt idx="611">
                  <c:v>12-06-2002</c:v>
                </c:pt>
                <c:pt idx="612">
                  <c:v>13-06-2002</c:v>
                </c:pt>
                <c:pt idx="613">
                  <c:v>14-06-2002</c:v>
                </c:pt>
                <c:pt idx="614">
                  <c:v>17-06-2002</c:v>
                </c:pt>
                <c:pt idx="615">
                  <c:v>18-06-2002</c:v>
                </c:pt>
                <c:pt idx="616">
                  <c:v>19-06-2002</c:v>
                </c:pt>
                <c:pt idx="617">
                  <c:v>20-06-2002</c:v>
                </c:pt>
                <c:pt idx="618">
                  <c:v>21-06-2002</c:v>
                </c:pt>
                <c:pt idx="619">
                  <c:v>24-06-2002</c:v>
                </c:pt>
                <c:pt idx="620">
                  <c:v>25-06-2002</c:v>
                </c:pt>
                <c:pt idx="621">
                  <c:v>26-06-2002</c:v>
                </c:pt>
                <c:pt idx="622">
                  <c:v>27-06-2002</c:v>
                </c:pt>
                <c:pt idx="623">
                  <c:v>28-06-2002</c:v>
                </c:pt>
                <c:pt idx="624">
                  <c:v>01-07-2002</c:v>
                </c:pt>
                <c:pt idx="625">
                  <c:v>02-07-2002</c:v>
                </c:pt>
                <c:pt idx="626">
                  <c:v>03-07-2002</c:v>
                </c:pt>
                <c:pt idx="627">
                  <c:v>04-07-2002</c:v>
                </c:pt>
                <c:pt idx="628">
                  <c:v>05-07-2002</c:v>
                </c:pt>
                <c:pt idx="629">
                  <c:v>08-07-2002</c:v>
                </c:pt>
                <c:pt idx="630">
                  <c:v>09-07-2002</c:v>
                </c:pt>
                <c:pt idx="631">
                  <c:v>10-07-2002</c:v>
                </c:pt>
                <c:pt idx="632">
                  <c:v>11-07-2002</c:v>
                </c:pt>
                <c:pt idx="633">
                  <c:v>12-07-2002</c:v>
                </c:pt>
                <c:pt idx="634">
                  <c:v>15-07-2002</c:v>
                </c:pt>
                <c:pt idx="635">
                  <c:v>16-07-2002</c:v>
                </c:pt>
                <c:pt idx="636">
                  <c:v>17-07-2002</c:v>
                </c:pt>
                <c:pt idx="637">
                  <c:v>18-07-2002</c:v>
                </c:pt>
                <c:pt idx="638">
                  <c:v>19-07-2002</c:v>
                </c:pt>
                <c:pt idx="639">
                  <c:v>22-07-2002</c:v>
                </c:pt>
                <c:pt idx="640">
                  <c:v>23-07-2002</c:v>
                </c:pt>
                <c:pt idx="641">
                  <c:v>24-07-2002</c:v>
                </c:pt>
                <c:pt idx="642">
                  <c:v>25-07-2002</c:v>
                </c:pt>
                <c:pt idx="643">
                  <c:v>26-07-2002</c:v>
                </c:pt>
                <c:pt idx="644">
                  <c:v>29-07-2002</c:v>
                </c:pt>
                <c:pt idx="645">
                  <c:v>30-07-2002</c:v>
                </c:pt>
                <c:pt idx="646">
                  <c:v>31-07-2002</c:v>
                </c:pt>
                <c:pt idx="647">
                  <c:v>01-08-2002</c:v>
                </c:pt>
                <c:pt idx="648">
                  <c:v>02-08-2002</c:v>
                </c:pt>
                <c:pt idx="649">
                  <c:v>05-08-2002</c:v>
                </c:pt>
                <c:pt idx="650">
                  <c:v>06-08-2002</c:v>
                </c:pt>
                <c:pt idx="651">
                  <c:v>07-08-2002</c:v>
                </c:pt>
                <c:pt idx="652">
                  <c:v>08-08-2002</c:v>
                </c:pt>
                <c:pt idx="653">
                  <c:v>09-08-2002</c:v>
                </c:pt>
                <c:pt idx="654">
                  <c:v>12-08-2002</c:v>
                </c:pt>
                <c:pt idx="655">
                  <c:v>13-08-2002</c:v>
                </c:pt>
                <c:pt idx="656">
                  <c:v>14-08-2002</c:v>
                </c:pt>
                <c:pt idx="657">
                  <c:v>16-08-2002</c:v>
                </c:pt>
                <c:pt idx="658">
                  <c:v>19-08-2002</c:v>
                </c:pt>
                <c:pt idx="659">
                  <c:v>20-08-2002</c:v>
                </c:pt>
                <c:pt idx="660">
                  <c:v>21-08-2002</c:v>
                </c:pt>
                <c:pt idx="661">
                  <c:v>22-08-2002</c:v>
                </c:pt>
                <c:pt idx="662">
                  <c:v>23-08-2002</c:v>
                </c:pt>
                <c:pt idx="663">
                  <c:v>26-08-2002</c:v>
                </c:pt>
                <c:pt idx="664">
                  <c:v>27-08-2002</c:v>
                </c:pt>
                <c:pt idx="665">
                  <c:v>28-08-2002</c:v>
                </c:pt>
                <c:pt idx="666">
                  <c:v>29-08-2002</c:v>
                </c:pt>
                <c:pt idx="667">
                  <c:v>30-08-2002</c:v>
                </c:pt>
                <c:pt idx="668">
                  <c:v>02-09-2002</c:v>
                </c:pt>
                <c:pt idx="669">
                  <c:v>03-09-2002</c:v>
                </c:pt>
                <c:pt idx="670">
                  <c:v>04-09-2002</c:v>
                </c:pt>
                <c:pt idx="671">
                  <c:v>05-09-2002</c:v>
                </c:pt>
                <c:pt idx="672">
                  <c:v>06-09-2002</c:v>
                </c:pt>
                <c:pt idx="673">
                  <c:v>09-09-2002</c:v>
                </c:pt>
                <c:pt idx="674">
                  <c:v>11-09-2002</c:v>
                </c:pt>
                <c:pt idx="675">
                  <c:v>12-09-2002</c:v>
                </c:pt>
                <c:pt idx="676">
                  <c:v>13-09-2002</c:v>
                </c:pt>
                <c:pt idx="677">
                  <c:v>16-09-2002</c:v>
                </c:pt>
                <c:pt idx="678">
                  <c:v>17-09-2002</c:v>
                </c:pt>
                <c:pt idx="679">
                  <c:v>18-09-2002</c:v>
                </c:pt>
                <c:pt idx="680">
                  <c:v>19-09-2002</c:v>
                </c:pt>
                <c:pt idx="681">
                  <c:v>20-09-2002</c:v>
                </c:pt>
                <c:pt idx="682">
                  <c:v>23-09-2002</c:v>
                </c:pt>
                <c:pt idx="683">
                  <c:v>24-09-2002</c:v>
                </c:pt>
                <c:pt idx="684">
                  <c:v>25-09-2002</c:v>
                </c:pt>
                <c:pt idx="685">
                  <c:v>26-09-2002</c:v>
                </c:pt>
                <c:pt idx="686">
                  <c:v>27-09-2002</c:v>
                </c:pt>
                <c:pt idx="687">
                  <c:v>30-09-2002</c:v>
                </c:pt>
                <c:pt idx="688">
                  <c:v>01-10-2002</c:v>
                </c:pt>
                <c:pt idx="689">
                  <c:v>03-10-2002</c:v>
                </c:pt>
                <c:pt idx="690">
                  <c:v>04-10-2002</c:v>
                </c:pt>
                <c:pt idx="691">
                  <c:v>07-10-2002</c:v>
                </c:pt>
                <c:pt idx="692">
                  <c:v>08-10-2002</c:v>
                </c:pt>
                <c:pt idx="693">
                  <c:v>09-10-2002</c:v>
                </c:pt>
                <c:pt idx="694">
                  <c:v>10-10-2002</c:v>
                </c:pt>
                <c:pt idx="695">
                  <c:v>11-10-2002</c:v>
                </c:pt>
                <c:pt idx="696">
                  <c:v>14-10-2002</c:v>
                </c:pt>
                <c:pt idx="697">
                  <c:v>16-10-2002</c:v>
                </c:pt>
                <c:pt idx="698">
                  <c:v>17-10-2002</c:v>
                </c:pt>
                <c:pt idx="699">
                  <c:v>18-10-2002</c:v>
                </c:pt>
                <c:pt idx="700">
                  <c:v>21-10-2002</c:v>
                </c:pt>
                <c:pt idx="701">
                  <c:v>22-10-2002</c:v>
                </c:pt>
                <c:pt idx="702">
                  <c:v>23-10-2002</c:v>
                </c:pt>
                <c:pt idx="703">
                  <c:v>24-10-2002</c:v>
                </c:pt>
                <c:pt idx="704">
                  <c:v>25-10-2002</c:v>
                </c:pt>
                <c:pt idx="705">
                  <c:v>28-10-2002</c:v>
                </c:pt>
                <c:pt idx="706">
                  <c:v>29-10-2002</c:v>
                </c:pt>
                <c:pt idx="707">
                  <c:v>30-10-2002</c:v>
                </c:pt>
                <c:pt idx="708">
                  <c:v>31-10-2002</c:v>
                </c:pt>
                <c:pt idx="709">
                  <c:v>01-11-2002</c:v>
                </c:pt>
                <c:pt idx="710">
                  <c:v>04-11-2002</c:v>
                </c:pt>
                <c:pt idx="711">
                  <c:v>05-11-2002</c:v>
                </c:pt>
                <c:pt idx="712">
                  <c:v>07-11-2002</c:v>
                </c:pt>
                <c:pt idx="713">
                  <c:v>08-11-2002</c:v>
                </c:pt>
                <c:pt idx="714">
                  <c:v>11-11-2002</c:v>
                </c:pt>
                <c:pt idx="715">
                  <c:v>12-11-2002</c:v>
                </c:pt>
                <c:pt idx="716">
                  <c:v>13-11-2002</c:v>
                </c:pt>
                <c:pt idx="717">
                  <c:v>14-11-2002</c:v>
                </c:pt>
                <c:pt idx="718">
                  <c:v>15-11-2002</c:v>
                </c:pt>
                <c:pt idx="719">
                  <c:v>18-11-2002</c:v>
                </c:pt>
                <c:pt idx="720">
                  <c:v>20-11-2002</c:v>
                </c:pt>
                <c:pt idx="721">
                  <c:v>21-11-2002</c:v>
                </c:pt>
                <c:pt idx="722">
                  <c:v>22-11-2002</c:v>
                </c:pt>
                <c:pt idx="723">
                  <c:v>25-11-2002</c:v>
                </c:pt>
                <c:pt idx="724">
                  <c:v>26-11-2002</c:v>
                </c:pt>
                <c:pt idx="725">
                  <c:v>27-11-2002</c:v>
                </c:pt>
                <c:pt idx="726">
                  <c:v>28-11-2002</c:v>
                </c:pt>
                <c:pt idx="727">
                  <c:v>29-11-2002</c:v>
                </c:pt>
                <c:pt idx="728">
                  <c:v>02-12-2002</c:v>
                </c:pt>
                <c:pt idx="729">
                  <c:v>03-12-2002</c:v>
                </c:pt>
                <c:pt idx="730">
                  <c:v>04-12-2002</c:v>
                </c:pt>
                <c:pt idx="731">
                  <c:v>05-12-2002</c:v>
                </c:pt>
                <c:pt idx="732">
                  <c:v>06-12-2002</c:v>
                </c:pt>
                <c:pt idx="733">
                  <c:v>09-12-2002</c:v>
                </c:pt>
                <c:pt idx="734">
                  <c:v>10-12-2002</c:v>
                </c:pt>
                <c:pt idx="735">
                  <c:v>11-12-2002</c:v>
                </c:pt>
                <c:pt idx="736">
                  <c:v>12-12-2002</c:v>
                </c:pt>
                <c:pt idx="737">
                  <c:v>13-12-2002</c:v>
                </c:pt>
                <c:pt idx="738">
                  <c:v>16-12-2002</c:v>
                </c:pt>
                <c:pt idx="739">
                  <c:v>17-12-2002</c:v>
                </c:pt>
                <c:pt idx="740">
                  <c:v>18-12-2002</c:v>
                </c:pt>
                <c:pt idx="741">
                  <c:v>19-12-2002</c:v>
                </c:pt>
                <c:pt idx="742">
                  <c:v>20-12-2002</c:v>
                </c:pt>
                <c:pt idx="743">
                  <c:v>23-12-2002</c:v>
                </c:pt>
                <c:pt idx="744">
                  <c:v>24-12-2002</c:v>
                </c:pt>
                <c:pt idx="745">
                  <c:v>26-12-2002</c:v>
                </c:pt>
                <c:pt idx="746">
                  <c:v>27-12-2002</c:v>
                </c:pt>
                <c:pt idx="747">
                  <c:v>30-12-2002</c:v>
                </c:pt>
                <c:pt idx="748">
                  <c:v>31-12-2002</c:v>
                </c:pt>
                <c:pt idx="749">
                  <c:v>01-01-2003</c:v>
                </c:pt>
                <c:pt idx="750">
                  <c:v>02-01-2003</c:v>
                </c:pt>
                <c:pt idx="751">
                  <c:v>03-01-2003</c:v>
                </c:pt>
                <c:pt idx="752">
                  <c:v>06-01-2003</c:v>
                </c:pt>
                <c:pt idx="753">
                  <c:v>07-01-2003</c:v>
                </c:pt>
                <c:pt idx="754">
                  <c:v>08-01-2003</c:v>
                </c:pt>
                <c:pt idx="755">
                  <c:v>09-01-2003</c:v>
                </c:pt>
                <c:pt idx="756">
                  <c:v>10-01-2003</c:v>
                </c:pt>
                <c:pt idx="757">
                  <c:v>13-01-2003</c:v>
                </c:pt>
                <c:pt idx="758">
                  <c:v>14-01-2003</c:v>
                </c:pt>
                <c:pt idx="759">
                  <c:v>15-01-2003</c:v>
                </c:pt>
                <c:pt idx="760">
                  <c:v>16-01-2003</c:v>
                </c:pt>
                <c:pt idx="761">
                  <c:v>17-01-2003</c:v>
                </c:pt>
                <c:pt idx="762">
                  <c:v>20-01-2003</c:v>
                </c:pt>
                <c:pt idx="763">
                  <c:v>21-01-2003</c:v>
                </c:pt>
                <c:pt idx="764">
                  <c:v>22-01-2003</c:v>
                </c:pt>
                <c:pt idx="765">
                  <c:v>23-01-2003</c:v>
                </c:pt>
                <c:pt idx="766">
                  <c:v>24-01-2003</c:v>
                </c:pt>
                <c:pt idx="767">
                  <c:v>27-01-2003</c:v>
                </c:pt>
                <c:pt idx="768">
                  <c:v>28-01-2003</c:v>
                </c:pt>
                <c:pt idx="769">
                  <c:v>29-01-2003</c:v>
                </c:pt>
                <c:pt idx="770">
                  <c:v>30-01-2003</c:v>
                </c:pt>
                <c:pt idx="771">
                  <c:v>31-01-2003</c:v>
                </c:pt>
                <c:pt idx="772">
                  <c:v>03-02-2003</c:v>
                </c:pt>
                <c:pt idx="773">
                  <c:v>04-02-2003</c:v>
                </c:pt>
                <c:pt idx="774">
                  <c:v>05-02-2003</c:v>
                </c:pt>
                <c:pt idx="775">
                  <c:v>06-02-2003</c:v>
                </c:pt>
                <c:pt idx="776">
                  <c:v>07-02-2003</c:v>
                </c:pt>
                <c:pt idx="777">
                  <c:v>10-02-2003</c:v>
                </c:pt>
                <c:pt idx="778">
                  <c:v>11-02-2003</c:v>
                </c:pt>
                <c:pt idx="779">
                  <c:v>12-02-2003</c:v>
                </c:pt>
                <c:pt idx="780">
                  <c:v>14-02-2003</c:v>
                </c:pt>
                <c:pt idx="781">
                  <c:v>17-02-2003</c:v>
                </c:pt>
                <c:pt idx="782">
                  <c:v>18-02-2003</c:v>
                </c:pt>
                <c:pt idx="783">
                  <c:v>19-02-2003</c:v>
                </c:pt>
                <c:pt idx="784">
                  <c:v>20-02-2003</c:v>
                </c:pt>
                <c:pt idx="785">
                  <c:v>21-02-2003</c:v>
                </c:pt>
                <c:pt idx="786">
                  <c:v>24-02-2003</c:v>
                </c:pt>
                <c:pt idx="787">
                  <c:v>25-02-2003</c:v>
                </c:pt>
                <c:pt idx="788">
                  <c:v>26-02-2003</c:v>
                </c:pt>
                <c:pt idx="789">
                  <c:v>27-02-2003</c:v>
                </c:pt>
                <c:pt idx="790">
                  <c:v>28-02-2003</c:v>
                </c:pt>
                <c:pt idx="791">
                  <c:v>03-03-2003</c:v>
                </c:pt>
                <c:pt idx="792">
                  <c:v>04-03-2003</c:v>
                </c:pt>
                <c:pt idx="793">
                  <c:v>05-03-2003</c:v>
                </c:pt>
                <c:pt idx="794">
                  <c:v>06-03-2003</c:v>
                </c:pt>
                <c:pt idx="795">
                  <c:v>07-03-2003</c:v>
                </c:pt>
                <c:pt idx="796">
                  <c:v>10-03-2003</c:v>
                </c:pt>
                <c:pt idx="797">
                  <c:v>11-03-2003</c:v>
                </c:pt>
                <c:pt idx="798">
                  <c:v>12-03-2003</c:v>
                </c:pt>
                <c:pt idx="799">
                  <c:v>13-03-2003</c:v>
                </c:pt>
                <c:pt idx="800">
                  <c:v>17-03-2003</c:v>
                </c:pt>
                <c:pt idx="801">
                  <c:v>19-03-2003</c:v>
                </c:pt>
                <c:pt idx="802">
                  <c:v>20-03-2003</c:v>
                </c:pt>
                <c:pt idx="803">
                  <c:v>21-03-2003</c:v>
                </c:pt>
                <c:pt idx="804">
                  <c:v>22-03-2003</c:v>
                </c:pt>
                <c:pt idx="805">
                  <c:v>24-03-2003</c:v>
                </c:pt>
                <c:pt idx="806">
                  <c:v>25-03-2003</c:v>
                </c:pt>
                <c:pt idx="807">
                  <c:v>26-03-2003</c:v>
                </c:pt>
                <c:pt idx="808">
                  <c:v>27-03-2003</c:v>
                </c:pt>
                <c:pt idx="809">
                  <c:v>28-03-2003</c:v>
                </c:pt>
                <c:pt idx="810">
                  <c:v>31-03-2003</c:v>
                </c:pt>
                <c:pt idx="811">
                  <c:v>01-04-2003</c:v>
                </c:pt>
                <c:pt idx="812">
                  <c:v>02-04-2003</c:v>
                </c:pt>
                <c:pt idx="813">
                  <c:v>03-04-2003</c:v>
                </c:pt>
                <c:pt idx="814">
                  <c:v>04-04-2003</c:v>
                </c:pt>
                <c:pt idx="815">
                  <c:v>07-04-2003</c:v>
                </c:pt>
                <c:pt idx="816">
                  <c:v>08-04-2003</c:v>
                </c:pt>
                <c:pt idx="817">
                  <c:v>09-04-2003</c:v>
                </c:pt>
                <c:pt idx="818">
                  <c:v>10-04-2003</c:v>
                </c:pt>
                <c:pt idx="819">
                  <c:v>11-04-2003</c:v>
                </c:pt>
                <c:pt idx="820">
                  <c:v>15-04-2003</c:v>
                </c:pt>
                <c:pt idx="821">
                  <c:v>16-04-2003</c:v>
                </c:pt>
                <c:pt idx="822">
                  <c:v>17-04-2003</c:v>
                </c:pt>
                <c:pt idx="823">
                  <c:v>21-04-2003</c:v>
                </c:pt>
                <c:pt idx="824">
                  <c:v>22-04-2003</c:v>
                </c:pt>
                <c:pt idx="825">
                  <c:v>23-04-2003</c:v>
                </c:pt>
                <c:pt idx="826">
                  <c:v>24-04-2003</c:v>
                </c:pt>
                <c:pt idx="827">
                  <c:v>25-04-2003</c:v>
                </c:pt>
                <c:pt idx="828">
                  <c:v>28-04-2003</c:v>
                </c:pt>
                <c:pt idx="829">
                  <c:v>29-04-2003</c:v>
                </c:pt>
                <c:pt idx="830">
                  <c:v>30-04-2003</c:v>
                </c:pt>
                <c:pt idx="831">
                  <c:v>02-05-2003</c:v>
                </c:pt>
                <c:pt idx="832">
                  <c:v>05-05-2003</c:v>
                </c:pt>
                <c:pt idx="833">
                  <c:v>06-05-2003</c:v>
                </c:pt>
                <c:pt idx="834">
                  <c:v>07-05-2003</c:v>
                </c:pt>
                <c:pt idx="835">
                  <c:v>08-05-2003</c:v>
                </c:pt>
                <c:pt idx="836">
                  <c:v>09-05-2003</c:v>
                </c:pt>
                <c:pt idx="837">
                  <c:v>12-05-2003</c:v>
                </c:pt>
                <c:pt idx="838">
                  <c:v>13-05-2003</c:v>
                </c:pt>
                <c:pt idx="839">
                  <c:v>14-05-2003</c:v>
                </c:pt>
                <c:pt idx="840">
                  <c:v>15-05-2003</c:v>
                </c:pt>
                <c:pt idx="841">
                  <c:v>16-05-2003</c:v>
                </c:pt>
                <c:pt idx="842">
                  <c:v>19-05-2003</c:v>
                </c:pt>
                <c:pt idx="843">
                  <c:v>20-05-2003</c:v>
                </c:pt>
                <c:pt idx="844">
                  <c:v>21-05-2003</c:v>
                </c:pt>
                <c:pt idx="845">
                  <c:v>22-05-2003</c:v>
                </c:pt>
                <c:pt idx="846">
                  <c:v>23-05-2003</c:v>
                </c:pt>
                <c:pt idx="847">
                  <c:v>26-05-2003</c:v>
                </c:pt>
                <c:pt idx="848">
                  <c:v>27-05-2003</c:v>
                </c:pt>
                <c:pt idx="849">
                  <c:v>28-05-2003</c:v>
                </c:pt>
                <c:pt idx="850">
                  <c:v>29-05-2003</c:v>
                </c:pt>
                <c:pt idx="851">
                  <c:v>30-05-2003</c:v>
                </c:pt>
                <c:pt idx="852">
                  <c:v>02-06-2003</c:v>
                </c:pt>
                <c:pt idx="853">
                  <c:v>03-06-2003</c:v>
                </c:pt>
                <c:pt idx="854">
                  <c:v>04-06-2003</c:v>
                </c:pt>
                <c:pt idx="855">
                  <c:v>05-06-2003</c:v>
                </c:pt>
                <c:pt idx="856">
                  <c:v>06-06-2003</c:v>
                </c:pt>
                <c:pt idx="857">
                  <c:v>09-06-2003</c:v>
                </c:pt>
                <c:pt idx="858">
                  <c:v>10-06-2003</c:v>
                </c:pt>
                <c:pt idx="859">
                  <c:v>11-06-2003</c:v>
                </c:pt>
                <c:pt idx="860">
                  <c:v>12-06-2003</c:v>
                </c:pt>
                <c:pt idx="861">
                  <c:v>13-06-2003</c:v>
                </c:pt>
                <c:pt idx="862">
                  <c:v>16-06-2003</c:v>
                </c:pt>
                <c:pt idx="863">
                  <c:v>17-06-2003</c:v>
                </c:pt>
                <c:pt idx="864">
                  <c:v>18-06-2003</c:v>
                </c:pt>
                <c:pt idx="865">
                  <c:v>19-06-2003</c:v>
                </c:pt>
                <c:pt idx="866">
                  <c:v>20-06-2003</c:v>
                </c:pt>
                <c:pt idx="867">
                  <c:v>23-06-2003</c:v>
                </c:pt>
                <c:pt idx="868">
                  <c:v>24-06-2003</c:v>
                </c:pt>
                <c:pt idx="869">
                  <c:v>25-06-2003</c:v>
                </c:pt>
                <c:pt idx="870">
                  <c:v>26-06-2003</c:v>
                </c:pt>
                <c:pt idx="871">
                  <c:v>27-06-2003</c:v>
                </c:pt>
                <c:pt idx="872">
                  <c:v>30-06-2003</c:v>
                </c:pt>
                <c:pt idx="873">
                  <c:v>01-07-2003</c:v>
                </c:pt>
                <c:pt idx="874">
                  <c:v>02-07-2003</c:v>
                </c:pt>
                <c:pt idx="875">
                  <c:v>03-07-2003</c:v>
                </c:pt>
                <c:pt idx="876">
                  <c:v>04-07-2003</c:v>
                </c:pt>
                <c:pt idx="877">
                  <c:v>07-07-2003</c:v>
                </c:pt>
                <c:pt idx="878">
                  <c:v>08-07-2003</c:v>
                </c:pt>
                <c:pt idx="879">
                  <c:v>09-07-2003</c:v>
                </c:pt>
                <c:pt idx="880">
                  <c:v>10-07-2003</c:v>
                </c:pt>
                <c:pt idx="881">
                  <c:v>11-07-2003</c:v>
                </c:pt>
                <c:pt idx="882">
                  <c:v>14-07-2003</c:v>
                </c:pt>
                <c:pt idx="883">
                  <c:v>15-07-2003</c:v>
                </c:pt>
                <c:pt idx="884">
                  <c:v>16-07-2003</c:v>
                </c:pt>
                <c:pt idx="885">
                  <c:v>17-07-2003</c:v>
                </c:pt>
                <c:pt idx="886">
                  <c:v>18-07-2003</c:v>
                </c:pt>
                <c:pt idx="887">
                  <c:v>21-07-2003</c:v>
                </c:pt>
                <c:pt idx="888">
                  <c:v>22-07-2003</c:v>
                </c:pt>
                <c:pt idx="889">
                  <c:v>23-07-2003</c:v>
                </c:pt>
                <c:pt idx="890">
                  <c:v>24-07-2003</c:v>
                </c:pt>
                <c:pt idx="891">
                  <c:v>25-07-2003</c:v>
                </c:pt>
                <c:pt idx="892">
                  <c:v>28-07-2003</c:v>
                </c:pt>
                <c:pt idx="893">
                  <c:v>29-07-2003</c:v>
                </c:pt>
                <c:pt idx="894">
                  <c:v>30-07-2003</c:v>
                </c:pt>
                <c:pt idx="895">
                  <c:v>31-07-2003</c:v>
                </c:pt>
                <c:pt idx="896">
                  <c:v>01-08-2003</c:v>
                </c:pt>
                <c:pt idx="897">
                  <c:v>04-08-2003</c:v>
                </c:pt>
                <c:pt idx="898">
                  <c:v>05-08-2003</c:v>
                </c:pt>
                <c:pt idx="899">
                  <c:v>06-08-2003</c:v>
                </c:pt>
                <c:pt idx="900">
                  <c:v>07-08-2003</c:v>
                </c:pt>
                <c:pt idx="901">
                  <c:v>08-08-2003</c:v>
                </c:pt>
                <c:pt idx="902">
                  <c:v>11-08-2003</c:v>
                </c:pt>
                <c:pt idx="903">
                  <c:v>12-08-2003</c:v>
                </c:pt>
                <c:pt idx="904">
                  <c:v>13-08-2003</c:v>
                </c:pt>
                <c:pt idx="905">
                  <c:v>14-08-2003</c:v>
                </c:pt>
                <c:pt idx="906">
                  <c:v>18-08-2003</c:v>
                </c:pt>
                <c:pt idx="907">
                  <c:v>19-08-2003</c:v>
                </c:pt>
                <c:pt idx="908">
                  <c:v>20-08-2003</c:v>
                </c:pt>
                <c:pt idx="909">
                  <c:v>21-08-2003</c:v>
                </c:pt>
                <c:pt idx="910">
                  <c:v>22-08-2003</c:v>
                </c:pt>
                <c:pt idx="911">
                  <c:v>25-08-2003</c:v>
                </c:pt>
                <c:pt idx="912">
                  <c:v>26-08-2003</c:v>
                </c:pt>
                <c:pt idx="913">
                  <c:v>27-08-2003</c:v>
                </c:pt>
                <c:pt idx="914">
                  <c:v>28-08-2003</c:v>
                </c:pt>
                <c:pt idx="915">
                  <c:v>29-08-2003</c:v>
                </c:pt>
                <c:pt idx="916">
                  <c:v>01-09-2003</c:v>
                </c:pt>
                <c:pt idx="917">
                  <c:v>02-09-2003</c:v>
                </c:pt>
                <c:pt idx="918">
                  <c:v>03-09-2003</c:v>
                </c:pt>
                <c:pt idx="919">
                  <c:v>04-09-2003</c:v>
                </c:pt>
                <c:pt idx="920">
                  <c:v>05-09-2003</c:v>
                </c:pt>
                <c:pt idx="921">
                  <c:v>08-09-2003</c:v>
                </c:pt>
                <c:pt idx="922">
                  <c:v>09-09-2003</c:v>
                </c:pt>
                <c:pt idx="923">
                  <c:v>10-09-2003</c:v>
                </c:pt>
                <c:pt idx="924">
                  <c:v>11-09-2003</c:v>
                </c:pt>
                <c:pt idx="925">
                  <c:v>12-09-2003</c:v>
                </c:pt>
                <c:pt idx="926">
                  <c:v>15-09-2003</c:v>
                </c:pt>
                <c:pt idx="927">
                  <c:v>16-09-2003</c:v>
                </c:pt>
                <c:pt idx="928">
                  <c:v>17-09-2003</c:v>
                </c:pt>
                <c:pt idx="929">
                  <c:v>18-09-2003</c:v>
                </c:pt>
                <c:pt idx="930">
                  <c:v>19-09-2003</c:v>
                </c:pt>
                <c:pt idx="931">
                  <c:v>22-09-2003</c:v>
                </c:pt>
                <c:pt idx="932">
                  <c:v>23-09-2003</c:v>
                </c:pt>
                <c:pt idx="933">
                  <c:v>24-09-2003</c:v>
                </c:pt>
                <c:pt idx="934">
                  <c:v>25-09-2003</c:v>
                </c:pt>
                <c:pt idx="935">
                  <c:v>26-09-2003</c:v>
                </c:pt>
                <c:pt idx="936">
                  <c:v>29-09-2003</c:v>
                </c:pt>
                <c:pt idx="937">
                  <c:v>30-09-2003</c:v>
                </c:pt>
                <c:pt idx="938">
                  <c:v>01-10-2003</c:v>
                </c:pt>
                <c:pt idx="939">
                  <c:v>03-10-2003</c:v>
                </c:pt>
                <c:pt idx="940">
                  <c:v>06-10-2003</c:v>
                </c:pt>
                <c:pt idx="941">
                  <c:v>07-10-2003</c:v>
                </c:pt>
                <c:pt idx="942">
                  <c:v>08-10-2003</c:v>
                </c:pt>
                <c:pt idx="943">
                  <c:v>09-10-2003</c:v>
                </c:pt>
                <c:pt idx="944">
                  <c:v>10-10-2003</c:v>
                </c:pt>
                <c:pt idx="945">
                  <c:v>13-10-2003</c:v>
                </c:pt>
                <c:pt idx="946">
                  <c:v>14-10-2003</c:v>
                </c:pt>
                <c:pt idx="947">
                  <c:v>15-10-2003</c:v>
                </c:pt>
                <c:pt idx="948">
                  <c:v>16-10-2003</c:v>
                </c:pt>
                <c:pt idx="949">
                  <c:v>17-10-2003</c:v>
                </c:pt>
                <c:pt idx="950">
                  <c:v>20-10-2003</c:v>
                </c:pt>
                <c:pt idx="951">
                  <c:v>21-10-2003</c:v>
                </c:pt>
                <c:pt idx="952">
                  <c:v>22-10-2003</c:v>
                </c:pt>
                <c:pt idx="953">
                  <c:v>23-10-2003</c:v>
                </c:pt>
                <c:pt idx="954">
                  <c:v>24-10-2003</c:v>
                </c:pt>
                <c:pt idx="955">
                  <c:v>25-10-2003</c:v>
                </c:pt>
                <c:pt idx="956">
                  <c:v>27-10-2003</c:v>
                </c:pt>
                <c:pt idx="957">
                  <c:v>28-10-2003</c:v>
                </c:pt>
                <c:pt idx="958">
                  <c:v>29-10-2003</c:v>
                </c:pt>
                <c:pt idx="959">
                  <c:v>30-10-2003</c:v>
                </c:pt>
                <c:pt idx="960">
                  <c:v>31-10-2003</c:v>
                </c:pt>
                <c:pt idx="961">
                  <c:v>03-11-2003</c:v>
                </c:pt>
                <c:pt idx="962">
                  <c:v>04-11-2003</c:v>
                </c:pt>
                <c:pt idx="963">
                  <c:v>05-11-2003</c:v>
                </c:pt>
                <c:pt idx="964">
                  <c:v>06-11-2003</c:v>
                </c:pt>
                <c:pt idx="965">
                  <c:v>07-11-2003</c:v>
                </c:pt>
                <c:pt idx="966">
                  <c:v>10-11-2003</c:v>
                </c:pt>
                <c:pt idx="967">
                  <c:v>11-11-2003</c:v>
                </c:pt>
                <c:pt idx="968">
                  <c:v>12-11-2003</c:v>
                </c:pt>
                <c:pt idx="969">
                  <c:v>13-11-2003</c:v>
                </c:pt>
                <c:pt idx="970">
                  <c:v>14-11-2003</c:v>
                </c:pt>
                <c:pt idx="971">
                  <c:v>15-11-2003</c:v>
                </c:pt>
                <c:pt idx="972">
                  <c:v>17-11-2003</c:v>
                </c:pt>
                <c:pt idx="973">
                  <c:v>18-11-2003</c:v>
                </c:pt>
                <c:pt idx="974">
                  <c:v>19-11-2003</c:v>
                </c:pt>
                <c:pt idx="975">
                  <c:v>20-11-2003</c:v>
                </c:pt>
                <c:pt idx="976">
                  <c:v>21-11-2003</c:v>
                </c:pt>
                <c:pt idx="977">
                  <c:v>24-11-2003</c:v>
                </c:pt>
                <c:pt idx="978">
                  <c:v>25-11-2003</c:v>
                </c:pt>
                <c:pt idx="979">
                  <c:v>27-11-2003</c:v>
                </c:pt>
                <c:pt idx="980">
                  <c:v>28-11-2003</c:v>
                </c:pt>
                <c:pt idx="981">
                  <c:v>01-12-2003</c:v>
                </c:pt>
                <c:pt idx="982">
                  <c:v>02-12-2003</c:v>
                </c:pt>
                <c:pt idx="983">
                  <c:v>03-12-2003</c:v>
                </c:pt>
                <c:pt idx="984">
                  <c:v>04-12-2003</c:v>
                </c:pt>
                <c:pt idx="985">
                  <c:v>05-12-2003</c:v>
                </c:pt>
                <c:pt idx="986">
                  <c:v>08-12-2003</c:v>
                </c:pt>
                <c:pt idx="987">
                  <c:v>09-12-2003</c:v>
                </c:pt>
                <c:pt idx="988">
                  <c:v>10-12-2003</c:v>
                </c:pt>
                <c:pt idx="989">
                  <c:v>11-12-2003</c:v>
                </c:pt>
                <c:pt idx="990">
                  <c:v>12-12-2003</c:v>
                </c:pt>
                <c:pt idx="991">
                  <c:v>15-12-2003</c:v>
                </c:pt>
                <c:pt idx="992">
                  <c:v>16-12-2003</c:v>
                </c:pt>
                <c:pt idx="993">
                  <c:v>17-12-2003</c:v>
                </c:pt>
                <c:pt idx="994">
                  <c:v>18-12-2003</c:v>
                </c:pt>
                <c:pt idx="995">
                  <c:v>19-12-2003</c:v>
                </c:pt>
                <c:pt idx="996">
                  <c:v>22-12-2003</c:v>
                </c:pt>
                <c:pt idx="997">
                  <c:v>23-12-2003</c:v>
                </c:pt>
                <c:pt idx="998">
                  <c:v>24-12-2003</c:v>
                </c:pt>
                <c:pt idx="999">
                  <c:v>26-12-2003</c:v>
                </c:pt>
                <c:pt idx="1000">
                  <c:v>29-12-2003</c:v>
                </c:pt>
                <c:pt idx="1001">
                  <c:v>30-12-2003</c:v>
                </c:pt>
                <c:pt idx="1002">
                  <c:v>31-12-2003</c:v>
                </c:pt>
                <c:pt idx="1003">
                  <c:v>01-01-2004</c:v>
                </c:pt>
                <c:pt idx="1004">
                  <c:v>02-01-2004</c:v>
                </c:pt>
                <c:pt idx="1005">
                  <c:v>05-01-2004</c:v>
                </c:pt>
                <c:pt idx="1006">
                  <c:v>06-01-2004</c:v>
                </c:pt>
                <c:pt idx="1007">
                  <c:v>07-01-2004</c:v>
                </c:pt>
                <c:pt idx="1008">
                  <c:v>08-01-2004</c:v>
                </c:pt>
                <c:pt idx="1009">
                  <c:v>09-01-2004</c:v>
                </c:pt>
                <c:pt idx="1010">
                  <c:v>12-01-2004</c:v>
                </c:pt>
                <c:pt idx="1011">
                  <c:v>13-01-2004</c:v>
                </c:pt>
                <c:pt idx="1012">
                  <c:v>14-01-2004</c:v>
                </c:pt>
                <c:pt idx="1013">
                  <c:v>15-01-2004</c:v>
                </c:pt>
                <c:pt idx="1014">
                  <c:v>16-01-2004</c:v>
                </c:pt>
                <c:pt idx="1015">
                  <c:v>19-01-2004</c:v>
                </c:pt>
                <c:pt idx="1016">
                  <c:v>20-01-2004</c:v>
                </c:pt>
                <c:pt idx="1017">
                  <c:v>21-01-2004</c:v>
                </c:pt>
                <c:pt idx="1018">
                  <c:v>22-01-2004</c:v>
                </c:pt>
                <c:pt idx="1019">
                  <c:v>23-01-2004</c:v>
                </c:pt>
                <c:pt idx="1020">
                  <c:v>27-01-2004</c:v>
                </c:pt>
                <c:pt idx="1021">
                  <c:v>28-01-2004</c:v>
                </c:pt>
                <c:pt idx="1022">
                  <c:v>29-01-2004</c:v>
                </c:pt>
                <c:pt idx="1023">
                  <c:v>30-01-2004</c:v>
                </c:pt>
                <c:pt idx="1024">
                  <c:v>03-02-2004</c:v>
                </c:pt>
                <c:pt idx="1025">
                  <c:v>04-02-2004</c:v>
                </c:pt>
                <c:pt idx="1026">
                  <c:v>05-02-2004</c:v>
                </c:pt>
                <c:pt idx="1027">
                  <c:v>06-02-2004</c:v>
                </c:pt>
                <c:pt idx="1028">
                  <c:v>09-02-2004</c:v>
                </c:pt>
                <c:pt idx="1029">
                  <c:v>10-02-2004</c:v>
                </c:pt>
                <c:pt idx="1030">
                  <c:v>11-02-2004</c:v>
                </c:pt>
                <c:pt idx="1031">
                  <c:v>12-02-2004</c:v>
                </c:pt>
                <c:pt idx="1032">
                  <c:v>13-02-2004</c:v>
                </c:pt>
                <c:pt idx="1033">
                  <c:v>16-02-2004</c:v>
                </c:pt>
                <c:pt idx="1034">
                  <c:v>17-02-2004</c:v>
                </c:pt>
                <c:pt idx="1035">
                  <c:v>18-02-2004</c:v>
                </c:pt>
                <c:pt idx="1036">
                  <c:v>19-02-2004</c:v>
                </c:pt>
                <c:pt idx="1037">
                  <c:v>20-02-2004</c:v>
                </c:pt>
                <c:pt idx="1038">
                  <c:v>23-02-2004</c:v>
                </c:pt>
                <c:pt idx="1039">
                  <c:v>24-02-2004</c:v>
                </c:pt>
                <c:pt idx="1040">
                  <c:v>25-02-2004</c:v>
                </c:pt>
                <c:pt idx="1041">
                  <c:v>26-02-2004</c:v>
                </c:pt>
                <c:pt idx="1042">
                  <c:v>27-02-2004</c:v>
                </c:pt>
                <c:pt idx="1043">
                  <c:v>01-03-2004</c:v>
                </c:pt>
                <c:pt idx="1044">
                  <c:v>03-03-2004</c:v>
                </c:pt>
                <c:pt idx="1045">
                  <c:v>04-03-2004</c:v>
                </c:pt>
                <c:pt idx="1046">
                  <c:v>05-03-2004</c:v>
                </c:pt>
                <c:pt idx="1047">
                  <c:v>08-03-2004</c:v>
                </c:pt>
                <c:pt idx="1048">
                  <c:v>09-03-2004</c:v>
                </c:pt>
                <c:pt idx="1049">
                  <c:v>10-03-2004</c:v>
                </c:pt>
                <c:pt idx="1050">
                  <c:v>11-03-2004</c:v>
                </c:pt>
                <c:pt idx="1051">
                  <c:v>12-03-2004</c:v>
                </c:pt>
                <c:pt idx="1052">
                  <c:v>15-03-2004</c:v>
                </c:pt>
                <c:pt idx="1053">
                  <c:v>16-03-2004</c:v>
                </c:pt>
                <c:pt idx="1054">
                  <c:v>17-03-2004</c:v>
                </c:pt>
                <c:pt idx="1055">
                  <c:v>18-03-2004</c:v>
                </c:pt>
                <c:pt idx="1056">
                  <c:v>19-03-2004</c:v>
                </c:pt>
                <c:pt idx="1057">
                  <c:v>22-03-2004</c:v>
                </c:pt>
                <c:pt idx="1058">
                  <c:v>23-03-2004</c:v>
                </c:pt>
                <c:pt idx="1059">
                  <c:v>24-03-2004</c:v>
                </c:pt>
                <c:pt idx="1060">
                  <c:v>25-03-2004</c:v>
                </c:pt>
                <c:pt idx="1061">
                  <c:v>26-03-2004</c:v>
                </c:pt>
                <c:pt idx="1062">
                  <c:v>29-03-2004</c:v>
                </c:pt>
                <c:pt idx="1063">
                  <c:v>30-03-2004</c:v>
                </c:pt>
                <c:pt idx="1064">
                  <c:v>31-03-2004</c:v>
                </c:pt>
                <c:pt idx="1065">
                  <c:v>01-04-2004</c:v>
                </c:pt>
                <c:pt idx="1066">
                  <c:v>02-04-2004</c:v>
                </c:pt>
                <c:pt idx="1067">
                  <c:v>05-04-2004</c:v>
                </c:pt>
                <c:pt idx="1068">
                  <c:v>06-04-2004</c:v>
                </c:pt>
                <c:pt idx="1069">
                  <c:v>07-04-2004</c:v>
                </c:pt>
                <c:pt idx="1070">
                  <c:v>08-04-2004</c:v>
                </c:pt>
                <c:pt idx="1071">
                  <c:v>12-04-2004</c:v>
                </c:pt>
                <c:pt idx="1072">
                  <c:v>13-04-2004</c:v>
                </c:pt>
                <c:pt idx="1073">
                  <c:v>15-04-2004</c:v>
                </c:pt>
                <c:pt idx="1074">
                  <c:v>16-04-2004</c:v>
                </c:pt>
                <c:pt idx="1075">
                  <c:v>17-04-2004</c:v>
                </c:pt>
                <c:pt idx="1076">
                  <c:v>19-04-2004</c:v>
                </c:pt>
                <c:pt idx="1077">
                  <c:v>20-04-2004</c:v>
                </c:pt>
                <c:pt idx="1078">
                  <c:v>21-04-2004</c:v>
                </c:pt>
                <c:pt idx="1079">
                  <c:v>22-04-2004</c:v>
                </c:pt>
                <c:pt idx="1080">
                  <c:v>23-04-2004</c:v>
                </c:pt>
                <c:pt idx="1081">
                  <c:v>27-04-2004</c:v>
                </c:pt>
                <c:pt idx="1082">
                  <c:v>28-04-2004</c:v>
                </c:pt>
                <c:pt idx="1083">
                  <c:v>29-04-2004</c:v>
                </c:pt>
                <c:pt idx="1084">
                  <c:v>30-04-2004</c:v>
                </c:pt>
                <c:pt idx="1085">
                  <c:v>03-05-2004</c:v>
                </c:pt>
                <c:pt idx="1086">
                  <c:v>04-05-2004</c:v>
                </c:pt>
                <c:pt idx="1087">
                  <c:v>05-05-2004</c:v>
                </c:pt>
                <c:pt idx="1088">
                  <c:v>06-05-2004</c:v>
                </c:pt>
                <c:pt idx="1089">
                  <c:v>07-05-2004</c:v>
                </c:pt>
                <c:pt idx="1090">
                  <c:v>10-05-2004</c:v>
                </c:pt>
                <c:pt idx="1091">
                  <c:v>11-05-2004</c:v>
                </c:pt>
                <c:pt idx="1092">
                  <c:v>12-05-2004</c:v>
                </c:pt>
                <c:pt idx="1093">
                  <c:v>13-05-2004</c:v>
                </c:pt>
                <c:pt idx="1094">
                  <c:v>14-05-2004</c:v>
                </c:pt>
                <c:pt idx="1095">
                  <c:v>17-05-2004</c:v>
                </c:pt>
                <c:pt idx="1096">
                  <c:v>18-05-2004</c:v>
                </c:pt>
                <c:pt idx="1097">
                  <c:v>19-05-2004</c:v>
                </c:pt>
                <c:pt idx="1098">
                  <c:v>20-05-2004</c:v>
                </c:pt>
                <c:pt idx="1099">
                  <c:v>21-05-2004</c:v>
                </c:pt>
                <c:pt idx="1100">
                  <c:v>24-05-2004</c:v>
                </c:pt>
                <c:pt idx="1101">
                  <c:v>25-05-2004</c:v>
                </c:pt>
                <c:pt idx="1102">
                  <c:v>26-05-2004</c:v>
                </c:pt>
                <c:pt idx="1103">
                  <c:v>27-05-2004</c:v>
                </c:pt>
                <c:pt idx="1104">
                  <c:v>28-05-2004</c:v>
                </c:pt>
                <c:pt idx="1105">
                  <c:v>31-05-2004</c:v>
                </c:pt>
                <c:pt idx="1106">
                  <c:v>01-06-2004</c:v>
                </c:pt>
                <c:pt idx="1107">
                  <c:v>02-06-2004</c:v>
                </c:pt>
                <c:pt idx="1108">
                  <c:v>03-06-2004</c:v>
                </c:pt>
                <c:pt idx="1109">
                  <c:v>04-06-2004</c:v>
                </c:pt>
                <c:pt idx="1110">
                  <c:v>07-06-2004</c:v>
                </c:pt>
                <c:pt idx="1111">
                  <c:v>08-06-2004</c:v>
                </c:pt>
                <c:pt idx="1112">
                  <c:v>09-06-2004</c:v>
                </c:pt>
                <c:pt idx="1113">
                  <c:v>10-06-2004</c:v>
                </c:pt>
                <c:pt idx="1114">
                  <c:v>11-06-2004</c:v>
                </c:pt>
                <c:pt idx="1115">
                  <c:v>14-06-2004</c:v>
                </c:pt>
                <c:pt idx="1116">
                  <c:v>15-06-2004</c:v>
                </c:pt>
                <c:pt idx="1117">
                  <c:v>16-06-2004</c:v>
                </c:pt>
                <c:pt idx="1118">
                  <c:v>17-06-2004</c:v>
                </c:pt>
                <c:pt idx="1119">
                  <c:v>18-06-2004</c:v>
                </c:pt>
                <c:pt idx="1120">
                  <c:v>21-06-2004</c:v>
                </c:pt>
                <c:pt idx="1121">
                  <c:v>22-06-2004</c:v>
                </c:pt>
                <c:pt idx="1122">
                  <c:v>23-06-2004</c:v>
                </c:pt>
                <c:pt idx="1123">
                  <c:v>24-06-2004</c:v>
                </c:pt>
                <c:pt idx="1124">
                  <c:v>25-06-2004</c:v>
                </c:pt>
                <c:pt idx="1125">
                  <c:v>28-06-2004</c:v>
                </c:pt>
                <c:pt idx="1126">
                  <c:v>29-06-2004</c:v>
                </c:pt>
                <c:pt idx="1127">
                  <c:v>30-06-2004</c:v>
                </c:pt>
                <c:pt idx="1128">
                  <c:v>01-07-2004</c:v>
                </c:pt>
                <c:pt idx="1129">
                  <c:v>02-07-2004</c:v>
                </c:pt>
                <c:pt idx="1130">
                  <c:v>05-07-2004</c:v>
                </c:pt>
                <c:pt idx="1131">
                  <c:v>06-07-2004</c:v>
                </c:pt>
                <c:pt idx="1132">
                  <c:v>07-07-2004</c:v>
                </c:pt>
                <c:pt idx="1133">
                  <c:v>08-07-2004</c:v>
                </c:pt>
                <c:pt idx="1134">
                  <c:v>09-07-2004</c:v>
                </c:pt>
                <c:pt idx="1135">
                  <c:v>12-07-2004</c:v>
                </c:pt>
                <c:pt idx="1136">
                  <c:v>13-07-2004</c:v>
                </c:pt>
                <c:pt idx="1137">
                  <c:v>14-07-2004</c:v>
                </c:pt>
                <c:pt idx="1138">
                  <c:v>15-07-2004</c:v>
                </c:pt>
                <c:pt idx="1139">
                  <c:v>16-07-2004</c:v>
                </c:pt>
                <c:pt idx="1140">
                  <c:v>19-07-2004</c:v>
                </c:pt>
                <c:pt idx="1141">
                  <c:v>20-07-2004</c:v>
                </c:pt>
                <c:pt idx="1142">
                  <c:v>21-07-2004</c:v>
                </c:pt>
                <c:pt idx="1143">
                  <c:v>22-07-2004</c:v>
                </c:pt>
                <c:pt idx="1144">
                  <c:v>23-07-2004</c:v>
                </c:pt>
                <c:pt idx="1145">
                  <c:v>26-07-2004</c:v>
                </c:pt>
                <c:pt idx="1146">
                  <c:v>27-07-2004</c:v>
                </c:pt>
                <c:pt idx="1147">
                  <c:v>28-07-2004</c:v>
                </c:pt>
                <c:pt idx="1148">
                  <c:v>29-07-2004</c:v>
                </c:pt>
                <c:pt idx="1149">
                  <c:v>30-07-2004</c:v>
                </c:pt>
                <c:pt idx="1150">
                  <c:v>02-08-2004</c:v>
                </c:pt>
                <c:pt idx="1151">
                  <c:v>03-08-2004</c:v>
                </c:pt>
                <c:pt idx="1152">
                  <c:v>04-08-2004</c:v>
                </c:pt>
                <c:pt idx="1153">
                  <c:v>05-08-2004</c:v>
                </c:pt>
                <c:pt idx="1154">
                  <c:v>06-08-2004</c:v>
                </c:pt>
                <c:pt idx="1155">
                  <c:v>09-08-2004</c:v>
                </c:pt>
                <c:pt idx="1156">
                  <c:v>10-08-2004</c:v>
                </c:pt>
                <c:pt idx="1157">
                  <c:v>11-08-2004</c:v>
                </c:pt>
                <c:pt idx="1158">
                  <c:v>12-08-2004</c:v>
                </c:pt>
                <c:pt idx="1159">
                  <c:v>13-08-2004</c:v>
                </c:pt>
                <c:pt idx="1160">
                  <c:v>16-08-2004</c:v>
                </c:pt>
                <c:pt idx="1161">
                  <c:v>17-08-2004</c:v>
                </c:pt>
                <c:pt idx="1162">
                  <c:v>18-08-2004</c:v>
                </c:pt>
                <c:pt idx="1163">
                  <c:v>19-08-2004</c:v>
                </c:pt>
                <c:pt idx="1164">
                  <c:v>20-08-2004</c:v>
                </c:pt>
                <c:pt idx="1165">
                  <c:v>23-08-2004</c:v>
                </c:pt>
                <c:pt idx="1166">
                  <c:v>24-08-2004</c:v>
                </c:pt>
                <c:pt idx="1167">
                  <c:v>25-08-2004</c:v>
                </c:pt>
                <c:pt idx="1168">
                  <c:v>26-08-2004</c:v>
                </c:pt>
                <c:pt idx="1169">
                  <c:v>27-08-2004</c:v>
                </c:pt>
                <c:pt idx="1170">
                  <c:v>30-08-2004</c:v>
                </c:pt>
                <c:pt idx="1171">
                  <c:v>31-08-2004</c:v>
                </c:pt>
                <c:pt idx="1172">
                  <c:v>01-09-2004</c:v>
                </c:pt>
                <c:pt idx="1173">
                  <c:v>02-09-2004</c:v>
                </c:pt>
                <c:pt idx="1174">
                  <c:v>03-09-2004</c:v>
                </c:pt>
                <c:pt idx="1175">
                  <c:v>06-09-2004</c:v>
                </c:pt>
                <c:pt idx="1176">
                  <c:v>07-09-2004</c:v>
                </c:pt>
                <c:pt idx="1177">
                  <c:v>08-09-2004</c:v>
                </c:pt>
                <c:pt idx="1178">
                  <c:v>09-09-2004</c:v>
                </c:pt>
                <c:pt idx="1179">
                  <c:v>10-09-2004</c:v>
                </c:pt>
                <c:pt idx="1180">
                  <c:v>13-09-2004</c:v>
                </c:pt>
                <c:pt idx="1181">
                  <c:v>14-09-2004</c:v>
                </c:pt>
                <c:pt idx="1182">
                  <c:v>15-09-2004</c:v>
                </c:pt>
                <c:pt idx="1183">
                  <c:v>16-09-2004</c:v>
                </c:pt>
                <c:pt idx="1184">
                  <c:v>17-09-2004</c:v>
                </c:pt>
                <c:pt idx="1185">
                  <c:v>20-09-2004</c:v>
                </c:pt>
                <c:pt idx="1186">
                  <c:v>21-09-2004</c:v>
                </c:pt>
                <c:pt idx="1187">
                  <c:v>22-09-2004</c:v>
                </c:pt>
                <c:pt idx="1188">
                  <c:v>23-09-2004</c:v>
                </c:pt>
                <c:pt idx="1189">
                  <c:v>24-09-2004</c:v>
                </c:pt>
                <c:pt idx="1190">
                  <c:v>27-09-2004</c:v>
                </c:pt>
                <c:pt idx="1191">
                  <c:v>28-09-2004</c:v>
                </c:pt>
                <c:pt idx="1192">
                  <c:v>29-09-2004</c:v>
                </c:pt>
                <c:pt idx="1193">
                  <c:v>30-09-2004</c:v>
                </c:pt>
                <c:pt idx="1194">
                  <c:v>01-10-2004</c:v>
                </c:pt>
                <c:pt idx="1195">
                  <c:v>04-10-2004</c:v>
                </c:pt>
                <c:pt idx="1196">
                  <c:v>05-10-2004</c:v>
                </c:pt>
                <c:pt idx="1197">
                  <c:v>06-10-2004</c:v>
                </c:pt>
                <c:pt idx="1198">
                  <c:v>07-10-2004</c:v>
                </c:pt>
                <c:pt idx="1199">
                  <c:v>08-10-2004</c:v>
                </c:pt>
                <c:pt idx="1200">
                  <c:v>09-10-2004</c:v>
                </c:pt>
                <c:pt idx="1201">
                  <c:v>11-10-2004</c:v>
                </c:pt>
                <c:pt idx="1202">
                  <c:v>12-10-2004</c:v>
                </c:pt>
                <c:pt idx="1203">
                  <c:v>14-10-2004</c:v>
                </c:pt>
                <c:pt idx="1204">
                  <c:v>15-10-2004</c:v>
                </c:pt>
                <c:pt idx="1205">
                  <c:v>18-10-2004</c:v>
                </c:pt>
                <c:pt idx="1206">
                  <c:v>19-10-2004</c:v>
                </c:pt>
                <c:pt idx="1207">
                  <c:v>20-10-2004</c:v>
                </c:pt>
                <c:pt idx="1208">
                  <c:v>21-10-2004</c:v>
                </c:pt>
                <c:pt idx="1209">
                  <c:v>25-10-2004</c:v>
                </c:pt>
                <c:pt idx="1210">
                  <c:v>26-10-2004</c:v>
                </c:pt>
                <c:pt idx="1211">
                  <c:v>27-10-2004</c:v>
                </c:pt>
                <c:pt idx="1212">
                  <c:v>28-10-2004</c:v>
                </c:pt>
                <c:pt idx="1213">
                  <c:v>29-10-2004</c:v>
                </c:pt>
                <c:pt idx="1214">
                  <c:v>01-11-2004</c:v>
                </c:pt>
                <c:pt idx="1215">
                  <c:v>02-11-2004</c:v>
                </c:pt>
                <c:pt idx="1216">
                  <c:v>03-11-2004</c:v>
                </c:pt>
                <c:pt idx="1217">
                  <c:v>04-11-2004</c:v>
                </c:pt>
                <c:pt idx="1218">
                  <c:v>05-11-2004</c:v>
                </c:pt>
                <c:pt idx="1219">
                  <c:v>08-11-2004</c:v>
                </c:pt>
                <c:pt idx="1220">
                  <c:v>09-11-2004</c:v>
                </c:pt>
                <c:pt idx="1221">
                  <c:v>10-11-2004</c:v>
                </c:pt>
                <c:pt idx="1222">
                  <c:v>11-11-2004</c:v>
                </c:pt>
                <c:pt idx="1223">
                  <c:v>12-11-2004</c:v>
                </c:pt>
                <c:pt idx="1224">
                  <c:v>16-11-2004</c:v>
                </c:pt>
                <c:pt idx="1225">
                  <c:v>17-11-2004</c:v>
                </c:pt>
                <c:pt idx="1226">
                  <c:v>18-11-2004</c:v>
                </c:pt>
                <c:pt idx="1227">
                  <c:v>19-11-2004</c:v>
                </c:pt>
                <c:pt idx="1228">
                  <c:v>22-11-2004</c:v>
                </c:pt>
                <c:pt idx="1229">
                  <c:v>23-11-2004</c:v>
                </c:pt>
                <c:pt idx="1230">
                  <c:v>24-11-2004</c:v>
                </c:pt>
                <c:pt idx="1231">
                  <c:v>25-11-2004</c:v>
                </c:pt>
                <c:pt idx="1232">
                  <c:v>29-11-2004</c:v>
                </c:pt>
                <c:pt idx="1233">
                  <c:v>30-11-2004</c:v>
                </c:pt>
                <c:pt idx="1234">
                  <c:v>01-12-2004</c:v>
                </c:pt>
                <c:pt idx="1235">
                  <c:v>02-12-2004</c:v>
                </c:pt>
                <c:pt idx="1236">
                  <c:v>03-12-2004</c:v>
                </c:pt>
                <c:pt idx="1237">
                  <c:v>06-12-2004</c:v>
                </c:pt>
                <c:pt idx="1238">
                  <c:v>07-12-2004</c:v>
                </c:pt>
                <c:pt idx="1239">
                  <c:v>08-12-2004</c:v>
                </c:pt>
                <c:pt idx="1240">
                  <c:v>09-12-2004</c:v>
                </c:pt>
                <c:pt idx="1241">
                  <c:v>10-12-2004</c:v>
                </c:pt>
                <c:pt idx="1242">
                  <c:v>13-12-2004</c:v>
                </c:pt>
                <c:pt idx="1243">
                  <c:v>14-12-2004</c:v>
                </c:pt>
                <c:pt idx="1244">
                  <c:v>15-12-2004</c:v>
                </c:pt>
                <c:pt idx="1245">
                  <c:v>16-12-2004</c:v>
                </c:pt>
                <c:pt idx="1246">
                  <c:v>17-12-2004</c:v>
                </c:pt>
                <c:pt idx="1247">
                  <c:v>20-12-2004</c:v>
                </c:pt>
                <c:pt idx="1248">
                  <c:v>21-12-2004</c:v>
                </c:pt>
                <c:pt idx="1249">
                  <c:v>22-12-2004</c:v>
                </c:pt>
                <c:pt idx="1250">
                  <c:v>23-12-2004</c:v>
                </c:pt>
                <c:pt idx="1251">
                  <c:v>24-12-2004</c:v>
                </c:pt>
                <c:pt idx="1252">
                  <c:v>27-12-2004</c:v>
                </c:pt>
                <c:pt idx="1253">
                  <c:v>28-12-2004</c:v>
                </c:pt>
                <c:pt idx="1254">
                  <c:v>29-12-2004</c:v>
                </c:pt>
                <c:pt idx="1255">
                  <c:v>30-12-2004</c:v>
                </c:pt>
                <c:pt idx="1256">
                  <c:v>31-12-2004</c:v>
                </c:pt>
                <c:pt idx="1257">
                  <c:v>03-01-2005</c:v>
                </c:pt>
                <c:pt idx="1258">
                  <c:v>04-01-2005</c:v>
                </c:pt>
                <c:pt idx="1259">
                  <c:v>05-01-2005</c:v>
                </c:pt>
                <c:pt idx="1260">
                  <c:v>06-01-2005</c:v>
                </c:pt>
                <c:pt idx="1261">
                  <c:v>07-01-2005</c:v>
                </c:pt>
                <c:pt idx="1262">
                  <c:v>10-01-2005</c:v>
                </c:pt>
                <c:pt idx="1263">
                  <c:v>11-01-2005</c:v>
                </c:pt>
                <c:pt idx="1264">
                  <c:v>12-01-2005</c:v>
                </c:pt>
                <c:pt idx="1265">
                  <c:v>13-01-2005</c:v>
                </c:pt>
                <c:pt idx="1266">
                  <c:v>14-01-2005</c:v>
                </c:pt>
                <c:pt idx="1267">
                  <c:v>17-01-2005</c:v>
                </c:pt>
                <c:pt idx="1268">
                  <c:v>18-01-2005</c:v>
                </c:pt>
                <c:pt idx="1269">
                  <c:v>19-01-2005</c:v>
                </c:pt>
                <c:pt idx="1270">
                  <c:v>20-01-2005</c:v>
                </c:pt>
                <c:pt idx="1271">
                  <c:v>24-01-2005</c:v>
                </c:pt>
                <c:pt idx="1272">
                  <c:v>25-01-2005</c:v>
                </c:pt>
                <c:pt idx="1273">
                  <c:v>27-01-2005</c:v>
                </c:pt>
                <c:pt idx="1274">
                  <c:v>28-01-2005</c:v>
                </c:pt>
                <c:pt idx="1275">
                  <c:v>31-01-2005</c:v>
                </c:pt>
                <c:pt idx="1276">
                  <c:v>01-02-2005</c:v>
                </c:pt>
                <c:pt idx="1277">
                  <c:v>02-02-2005</c:v>
                </c:pt>
                <c:pt idx="1278">
                  <c:v>03-02-2005</c:v>
                </c:pt>
                <c:pt idx="1279">
                  <c:v>04-02-2005</c:v>
                </c:pt>
                <c:pt idx="1280">
                  <c:v>07-02-2005</c:v>
                </c:pt>
                <c:pt idx="1281">
                  <c:v>08-02-2005</c:v>
                </c:pt>
                <c:pt idx="1282">
                  <c:v>09-02-2005</c:v>
                </c:pt>
                <c:pt idx="1283">
                  <c:v>10-02-2005</c:v>
                </c:pt>
                <c:pt idx="1284">
                  <c:v>11-02-2005</c:v>
                </c:pt>
                <c:pt idx="1285">
                  <c:v>14-02-2005</c:v>
                </c:pt>
                <c:pt idx="1286">
                  <c:v>15-02-2005</c:v>
                </c:pt>
                <c:pt idx="1287">
                  <c:v>16-02-2005</c:v>
                </c:pt>
                <c:pt idx="1288">
                  <c:v>17-02-2005</c:v>
                </c:pt>
                <c:pt idx="1289">
                  <c:v>18-02-2005</c:v>
                </c:pt>
                <c:pt idx="1290">
                  <c:v>21-02-2005</c:v>
                </c:pt>
                <c:pt idx="1291">
                  <c:v>22-02-2005</c:v>
                </c:pt>
                <c:pt idx="1292">
                  <c:v>23-02-2005</c:v>
                </c:pt>
                <c:pt idx="1293">
                  <c:v>24-02-2005</c:v>
                </c:pt>
                <c:pt idx="1294">
                  <c:v>25-02-2005</c:v>
                </c:pt>
                <c:pt idx="1295">
                  <c:v>28-02-2005</c:v>
                </c:pt>
                <c:pt idx="1296">
                  <c:v>01-03-2005</c:v>
                </c:pt>
                <c:pt idx="1297">
                  <c:v>02-03-2005</c:v>
                </c:pt>
                <c:pt idx="1298">
                  <c:v>03-03-2005</c:v>
                </c:pt>
                <c:pt idx="1299">
                  <c:v>04-03-2005</c:v>
                </c:pt>
                <c:pt idx="1300">
                  <c:v>07-03-2005</c:v>
                </c:pt>
                <c:pt idx="1301">
                  <c:v>08-03-2005</c:v>
                </c:pt>
                <c:pt idx="1302">
                  <c:v>09-03-2005</c:v>
                </c:pt>
                <c:pt idx="1303">
                  <c:v>10-03-2005</c:v>
                </c:pt>
                <c:pt idx="1304">
                  <c:v>11-03-2005</c:v>
                </c:pt>
                <c:pt idx="1305">
                  <c:v>14-03-2005</c:v>
                </c:pt>
                <c:pt idx="1306">
                  <c:v>15-03-2005</c:v>
                </c:pt>
                <c:pt idx="1307">
                  <c:v>16-03-2005</c:v>
                </c:pt>
                <c:pt idx="1308">
                  <c:v>17-03-2005</c:v>
                </c:pt>
                <c:pt idx="1309">
                  <c:v>18-03-2005</c:v>
                </c:pt>
                <c:pt idx="1310">
                  <c:v>21-03-2005</c:v>
                </c:pt>
                <c:pt idx="1311">
                  <c:v>22-03-2005</c:v>
                </c:pt>
                <c:pt idx="1312">
                  <c:v>23-03-2005</c:v>
                </c:pt>
                <c:pt idx="1313">
                  <c:v>24-03-2005</c:v>
                </c:pt>
                <c:pt idx="1314">
                  <c:v>28-03-2005</c:v>
                </c:pt>
                <c:pt idx="1315">
                  <c:v>29-03-2005</c:v>
                </c:pt>
                <c:pt idx="1316">
                  <c:v>30-03-2005</c:v>
                </c:pt>
                <c:pt idx="1317">
                  <c:v>31-03-2005</c:v>
                </c:pt>
                <c:pt idx="1318">
                  <c:v>01-04-2005</c:v>
                </c:pt>
                <c:pt idx="1319">
                  <c:v>04-04-2005</c:v>
                </c:pt>
                <c:pt idx="1320">
                  <c:v>05-04-2005</c:v>
                </c:pt>
                <c:pt idx="1321">
                  <c:v>06-04-2005</c:v>
                </c:pt>
                <c:pt idx="1322">
                  <c:v>07-04-2005</c:v>
                </c:pt>
                <c:pt idx="1323">
                  <c:v>08-04-2005</c:v>
                </c:pt>
                <c:pt idx="1324">
                  <c:v>11-04-2005</c:v>
                </c:pt>
                <c:pt idx="1325">
                  <c:v>12-04-2005</c:v>
                </c:pt>
                <c:pt idx="1326">
                  <c:v>13-04-2005</c:v>
                </c:pt>
                <c:pt idx="1327">
                  <c:v>15-04-2005</c:v>
                </c:pt>
                <c:pt idx="1328">
                  <c:v>18-04-2005</c:v>
                </c:pt>
                <c:pt idx="1329">
                  <c:v>19-04-2005</c:v>
                </c:pt>
                <c:pt idx="1330">
                  <c:v>20-04-2005</c:v>
                </c:pt>
                <c:pt idx="1331">
                  <c:v>21-04-2005</c:v>
                </c:pt>
                <c:pt idx="1332">
                  <c:v>22-04-2005</c:v>
                </c:pt>
                <c:pt idx="1333">
                  <c:v>25-04-2005</c:v>
                </c:pt>
                <c:pt idx="1334">
                  <c:v>26-04-2005</c:v>
                </c:pt>
                <c:pt idx="1335">
                  <c:v>27-04-2005</c:v>
                </c:pt>
                <c:pt idx="1336">
                  <c:v>28-04-2005</c:v>
                </c:pt>
                <c:pt idx="1337">
                  <c:v>29-04-2005</c:v>
                </c:pt>
                <c:pt idx="1338">
                  <c:v>02-05-2005</c:v>
                </c:pt>
                <c:pt idx="1339">
                  <c:v>03-05-2005</c:v>
                </c:pt>
                <c:pt idx="1340">
                  <c:v>04-05-2005</c:v>
                </c:pt>
                <c:pt idx="1341">
                  <c:v>05-05-2005</c:v>
                </c:pt>
                <c:pt idx="1342">
                  <c:v>06-05-2005</c:v>
                </c:pt>
                <c:pt idx="1343">
                  <c:v>09-05-2005</c:v>
                </c:pt>
                <c:pt idx="1344">
                  <c:v>10-05-2005</c:v>
                </c:pt>
                <c:pt idx="1345">
                  <c:v>11-05-2005</c:v>
                </c:pt>
                <c:pt idx="1346">
                  <c:v>12-05-2005</c:v>
                </c:pt>
                <c:pt idx="1347">
                  <c:v>13-05-2005</c:v>
                </c:pt>
                <c:pt idx="1348">
                  <c:v>16-05-2005</c:v>
                </c:pt>
                <c:pt idx="1349">
                  <c:v>17-05-2005</c:v>
                </c:pt>
                <c:pt idx="1350">
                  <c:v>18-05-2005</c:v>
                </c:pt>
                <c:pt idx="1351">
                  <c:v>19-05-2005</c:v>
                </c:pt>
                <c:pt idx="1352">
                  <c:v>20-05-2005</c:v>
                </c:pt>
                <c:pt idx="1353">
                  <c:v>23-05-2005</c:v>
                </c:pt>
                <c:pt idx="1354">
                  <c:v>24-05-2005</c:v>
                </c:pt>
                <c:pt idx="1355">
                  <c:v>25-05-2005</c:v>
                </c:pt>
                <c:pt idx="1356">
                  <c:v>26-05-2005</c:v>
                </c:pt>
                <c:pt idx="1357">
                  <c:v>27-05-2005</c:v>
                </c:pt>
                <c:pt idx="1358">
                  <c:v>30-05-2005</c:v>
                </c:pt>
                <c:pt idx="1359">
                  <c:v>31-05-2005</c:v>
                </c:pt>
                <c:pt idx="1360">
                  <c:v>01-06-2005</c:v>
                </c:pt>
                <c:pt idx="1361">
                  <c:v>02-06-2005</c:v>
                </c:pt>
                <c:pt idx="1362">
                  <c:v>03-06-2005</c:v>
                </c:pt>
                <c:pt idx="1363">
                  <c:v>04-06-2005</c:v>
                </c:pt>
                <c:pt idx="1364">
                  <c:v>06-06-2005</c:v>
                </c:pt>
                <c:pt idx="1365">
                  <c:v>07-06-2005</c:v>
                </c:pt>
                <c:pt idx="1366">
                  <c:v>08-06-2005</c:v>
                </c:pt>
                <c:pt idx="1367">
                  <c:v>09-06-2005</c:v>
                </c:pt>
                <c:pt idx="1368">
                  <c:v>10-06-2005</c:v>
                </c:pt>
                <c:pt idx="1369">
                  <c:v>13-06-2005</c:v>
                </c:pt>
                <c:pt idx="1370">
                  <c:v>14-06-2005</c:v>
                </c:pt>
                <c:pt idx="1371">
                  <c:v>15-06-2005</c:v>
                </c:pt>
                <c:pt idx="1372">
                  <c:v>16-06-2005</c:v>
                </c:pt>
                <c:pt idx="1373">
                  <c:v>17-06-2005</c:v>
                </c:pt>
                <c:pt idx="1374">
                  <c:v>20-06-2005</c:v>
                </c:pt>
                <c:pt idx="1375">
                  <c:v>21-06-2005</c:v>
                </c:pt>
                <c:pt idx="1376">
                  <c:v>22-06-2005</c:v>
                </c:pt>
                <c:pt idx="1377">
                  <c:v>23-06-2005</c:v>
                </c:pt>
                <c:pt idx="1378">
                  <c:v>24-06-2005</c:v>
                </c:pt>
                <c:pt idx="1379">
                  <c:v>27-06-2005</c:v>
                </c:pt>
                <c:pt idx="1380">
                  <c:v>28-06-2005</c:v>
                </c:pt>
                <c:pt idx="1381">
                  <c:v>29-06-2005</c:v>
                </c:pt>
                <c:pt idx="1382">
                  <c:v>30-06-2005</c:v>
                </c:pt>
                <c:pt idx="1383">
                  <c:v>01-07-2005</c:v>
                </c:pt>
                <c:pt idx="1384">
                  <c:v>04-07-2005</c:v>
                </c:pt>
                <c:pt idx="1385">
                  <c:v>05-07-2005</c:v>
                </c:pt>
                <c:pt idx="1386">
                  <c:v>06-07-2005</c:v>
                </c:pt>
                <c:pt idx="1387">
                  <c:v>07-07-2005</c:v>
                </c:pt>
                <c:pt idx="1388">
                  <c:v>08-07-2005</c:v>
                </c:pt>
                <c:pt idx="1389">
                  <c:v>11-07-2005</c:v>
                </c:pt>
                <c:pt idx="1390">
                  <c:v>12-07-2005</c:v>
                </c:pt>
                <c:pt idx="1391">
                  <c:v>13-07-2005</c:v>
                </c:pt>
                <c:pt idx="1392">
                  <c:v>14-07-2005</c:v>
                </c:pt>
                <c:pt idx="1393">
                  <c:v>15-07-2005</c:v>
                </c:pt>
                <c:pt idx="1394">
                  <c:v>18-07-2005</c:v>
                </c:pt>
                <c:pt idx="1395">
                  <c:v>19-07-2005</c:v>
                </c:pt>
                <c:pt idx="1396">
                  <c:v>20-07-2005</c:v>
                </c:pt>
                <c:pt idx="1397">
                  <c:v>21-07-2005</c:v>
                </c:pt>
                <c:pt idx="1398">
                  <c:v>22-07-2005</c:v>
                </c:pt>
                <c:pt idx="1399">
                  <c:v>25-07-2005</c:v>
                </c:pt>
                <c:pt idx="1400">
                  <c:v>26-07-2005</c:v>
                </c:pt>
                <c:pt idx="1401">
                  <c:v>27-07-2005</c:v>
                </c:pt>
                <c:pt idx="1402">
                  <c:v>29-07-2005</c:v>
                </c:pt>
                <c:pt idx="1403">
                  <c:v>01-08-2005</c:v>
                </c:pt>
                <c:pt idx="1404">
                  <c:v>02-08-2005</c:v>
                </c:pt>
                <c:pt idx="1405">
                  <c:v>03-08-2005</c:v>
                </c:pt>
                <c:pt idx="1406">
                  <c:v>04-08-2005</c:v>
                </c:pt>
                <c:pt idx="1407">
                  <c:v>05-08-2005</c:v>
                </c:pt>
                <c:pt idx="1408">
                  <c:v>08-08-2005</c:v>
                </c:pt>
                <c:pt idx="1409">
                  <c:v>09-08-2005</c:v>
                </c:pt>
                <c:pt idx="1410">
                  <c:v>10-08-2005</c:v>
                </c:pt>
                <c:pt idx="1411">
                  <c:v>11-08-2005</c:v>
                </c:pt>
                <c:pt idx="1412">
                  <c:v>12-08-2005</c:v>
                </c:pt>
                <c:pt idx="1413">
                  <c:v>16-08-2005</c:v>
                </c:pt>
                <c:pt idx="1414">
                  <c:v>17-08-2005</c:v>
                </c:pt>
                <c:pt idx="1415">
                  <c:v>18-08-2005</c:v>
                </c:pt>
                <c:pt idx="1416">
                  <c:v>19-08-2005</c:v>
                </c:pt>
                <c:pt idx="1417">
                  <c:v>22-08-2005</c:v>
                </c:pt>
                <c:pt idx="1418">
                  <c:v>23-08-2005</c:v>
                </c:pt>
                <c:pt idx="1419">
                  <c:v>24-08-2005</c:v>
                </c:pt>
                <c:pt idx="1420">
                  <c:v>25-08-2005</c:v>
                </c:pt>
                <c:pt idx="1421">
                  <c:v>26-08-2005</c:v>
                </c:pt>
                <c:pt idx="1422">
                  <c:v>29-08-2005</c:v>
                </c:pt>
                <c:pt idx="1423">
                  <c:v>30-08-2005</c:v>
                </c:pt>
                <c:pt idx="1424">
                  <c:v>31-08-2005</c:v>
                </c:pt>
                <c:pt idx="1425">
                  <c:v>01-09-2005</c:v>
                </c:pt>
                <c:pt idx="1426">
                  <c:v>02-09-2005</c:v>
                </c:pt>
                <c:pt idx="1427">
                  <c:v>05-09-2005</c:v>
                </c:pt>
                <c:pt idx="1428">
                  <c:v>06-09-2005</c:v>
                </c:pt>
                <c:pt idx="1429">
                  <c:v>08-09-2005</c:v>
                </c:pt>
                <c:pt idx="1430">
                  <c:v>09-09-2005</c:v>
                </c:pt>
                <c:pt idx="1431">
                  <c:v>12-09-2005</c:v>
                </c:pt>
                <c:pt idx="1432">
                  <c:v>13-09-2005</c:v>
                </c:pt>
                <c:pt idx="1433">
                  <c:v>14-09-2005</c:v>
                </c:pt>
                <c:pt idx="1434">
                  <c:v>15-09-2005</c:v>
                </c:pt>
                <c:pt idx="1435">
                  <c:v>16-09-2005</c:v>
                </c:pt>
                <c:pt idx="1436">
                  <c:v>19-09-2005</c:v>
                </c:pt>
                <c:pt idx="1437">
                  <c:v>20-09-2005</c:v>
                </c:pt>
                <c:pt idx="1438">
                  <c:v>21-09-2005</c:v>
                </c:pt>
                <c:pt idx="1439">
                  <c:v>22-09-2005</c:v>
                </c:pt>
                <c:pt idx="1440">
                  <c:v>23-09-2005</c:v>
                </c:pt>
                <c:pt idx="1441">
                  <c:v>26-09-2005</c:v>
                </c:pt>
                <c:pt idx="1442">
                  <c:v>27-09-2005</c:v>
                </c:pt>
                <c:pt idx="1443">
                  <c:v>28-09-2005</c:v>
                </c:pt>
                <c:pt idx="1444">
                  <c:v>29-09-2005</c:v>
                </c:pt>
                <c:pt idx="1445">
                  <c:v>30-09-2005</c:v>
                </c:pt>
                <c:pt idx="1446">
                  <c:v>03-10-2005</c:v>
                </c:pt>
                <c:pt idx="1447">
                  <c:v>04-10-2005</c:v>
                </c:pt>
                <c:pt idx="1448">
                  <c:v>05-10-2005</c:v>
                </c:pt>
                <c:pt idx="1449">
                  <c:v>06-10-2005</c:v>
                </c:pt>
                <c:pt idx="1450">
                  <c:v>07-10-2005</c:v>
                </c:pt>
                <c:pt idx="1451">
                  <c:v>10-10-2005</c:v>
                </c:pt>
                <c:pt idx="1452">
                  <c:v>11-10-2005</c:v>
                </c:pt>
                <c:pt idx="1453">
                  <c:v>13-10-2005</c:v>
                </c:pt>
                <c:pt idx="1454">
                  <c:v>14-10-2005</c:v>
                </c:pt>
                <c:pt idx="1455">
                  <c:v>17-10-2005</c:v>
                </c:pt>
                <c:pt idx="1456">
                  <c:v>18-10-2005</c:v>
                </c:pt>
                <c:pt idx="1457">
                  <c:v>19-10-2005</c:v>
                </c:pt>
                <c:pt idx="1458">
                  <c:v>20-10-2005</c:v>
                </c:pt>
                <c:pt idx="1459">
                  <c:v>21-10-2005</c:v>
                </c:pt>
                <c:pt idx="1460">
                  <c:v>24-10-2005</c:v>
                </c:pt>
                <c:pt idx="1461">
                  <c:v>25-10-2005</c:v>
                </c:pt>
                <c:pt idx="1462">
                  <c:v>26-10-2005</c:v>
                </c:pt>
                <c:pt idx="1463">
                  <c:v>27-10-2005</c:v>
                </c:pt>
                <c:pt idx="1464">
                  <c:v>28-10-2005</c:v>
                </c:pt>
                <c:pt idx="1465">
                  <c:v>31-10-2005</c:v>
                </c:pt>
                <c:pt idx="1466">
                  <c:v>01-11-2005</c:v>
                </c:pt>
                <c:pt idx="1467">
                  <c:v>02-11-2005</c:v>
                </c:pt>
                <c:pt idx="1468">
                  <c:v>07-11-2005</c:v>
                </c:pt>
                <c:pt idx="1469">
                  <c:v>08-11-2005</c:v>
                </c:pt>
                <c:pt idx="1470">
                  <c:v>09-11-2005</c:v>
                </c:pt>
                <c:pt idx="1471">
                  <c:v>10-11-2005</c:v>
                </c:pt>
                <c:pt idx="1472">
                  <c:v>11-11-2005</c:v>
                </c:pt>
                <c:pt idx="1473">
                  <c:v>14-11-2005</c:v>
                </c:pt>
                <c:pt idx="1474">
                  <c:v>16-11-2005</c:v>
                </c:pt>
                <c:pt idx="1475">
                  <c:v>17-11-2005</c:v>
                </c:pt>
                <c:pt idx="1476">
                  <c:v>18-11-2005</c:v>
                </c:pt>
                <c:pt idx="1477">
                  <c:v>21-11-2005</c:v>
                </c:pt>
                <c:pt idx="1478">
                  <c:v>22-11-2005</c:v>
                </c:pt>
                <c:pt idx="1479">
                  <c:v>23-11-2005</c:v>
                </c:pt>
                <c:pt idx="1480">
                  <c:v>24-11-2005</c:v>
                </c:pt>
                <c:pt idx="1481">
                  <c:v>25-11-2005</c:v>
                </c:pt>
                <c:pt idx="1482">
                  <c:v>26-11-2005</c:v>
                </c:pt>
                <c:pt idx="1483">
                  <c:v>28-11-2005</c:v>
                </c:pt>
                <c:pt idx="1484">
                  <c:v>29-11-2005</c:v>
                </c:pt>
                <c:pt idx="1485">
                  <c:v>30-11-2005</c:v>
                </c:pt>
                <c:pt idx="1486">
                  <c:v>01-12-2005</c:v>
                </c:pt>
                <c:pt idx="1487">
                  <c:v>02-12-2005</c:v>
                </c:pt>
                <c:pt idx="1488">
                  <c:v>05-12-2005</c:v>
                </c:pt>
                <c:pt idx="1489">
                  <c:v>06-12-2005</c:v>
                </c:pt>
                <c:pt idx="1490">
                  <c:v>07-12-2005</c:v>
                </c:pt>
                <c:pt idx="1491">
                  <c:v>08-12-2005</c:v>
                </c:pt>
                <c:pt idx="1492">
                  <c:v>09-12-2005</c:v>
                </c:pt>
                <c:pt idx="1493">
                  <c:v>12-12-2005</c:v>
                </c:pt>
                <c:pt idx="1494">
                  <c:v>13-12-2005</c:v>
                </c:pt>
                <c:pt idx="1495">
                  <c:v>14-12-2005</c:v>
                </c:pt>
                <c:pt idx="1496">
                  <c:v>15-12-2005</c:v>
                </c:pt>
                <c:pt idx="1497">
                  <c:v>16-12-2005</c:v>
                </c:pt>
                <c:pt idx="1498">
                  <c:v>19-12-2005</c:v>
                </c:pt>
                <c:pt idx="1499">
                  <c:v>20-12-2005</c:v>
                </c:pt>
                <c:pt idx="1500">
                  <c:v>21-12-2005</c:v>
                </c:pt>
                <c:pt idx="1501">
                  <c:v>22-12-2005</c:v>
                </c:pt>
                <c:pt idx="1502">
                  <c:v>23-12-2005</c:v>
                </c:pt>
                <c:pt idx="1503">
                  <c:v>26-12-2005</c:v>
                </c:pt>
                <c:pt idx="1504">
                  <c:v>27-12-2005</c:v>
                </c:pt>
                <c:pt idx="1505">
                  <c:v>28-12-2005</c:v>
                </c:pt>
                <c:pt idx="1506">
                  <c:v>29-12-2005</c:v>
                </c:pt>
                <c:pt idx="1507">
                  <c:v>30-12-2005</c:v>
                </c:pt>
                <c:pt idx="1508">
                  <c:v>02-01-2006</c:v>
                </c:pt>
                <c:pt idx="1509">
                  <c:v>03-01-2006</c:v>
                </c:pt>
                <c:pt idx="1510">
                  <c:v>04-01-2006</c:v>
                </c:pt>
                <c:pt idx="1511">
                  <c:v>05-01-2006</c:v>
                </c:pt>
                <c:pt idx="1512">
                  <c:v>06-01-2006</c:v>
                </c:pt>
                <c:pt idx="1513">
                  <c:v>09-01-2006</c:v>
                </c:pt>
                <c:pt idx="1514">
                  <c:v>10-01-2006</c:v>
                </c:pt>
                <c:pt idx="1515">
                  <c:v>12-01-2006</c:v>
                </c:pt>
                <c:pt idx="1516">
                  <c:v>13-01-2006</c:v>
                </c:pt>
                <c:pt idx="1517">
                  <c:v>16-01-2006</c:v>
                </c:pt>
                <c:pt idx="1518">
                  <c:v>17-01-2006</c:v>
                </c:pt>
                <c:pt idx="1519">
                  <c:v>18-01-2006</c:v>
                </c:pt>
                <c:pt idx="1520">
                  <c:v>19-01-2006</c:v>
                </c:pt>
                <c:pt idx="1521">
                  <c:v>20-01-2006</c:v>
                </c:pt>
                <c:pt idx="1522">
                  <c:v>23-01-2006</c:v>
                </c:pt>
                <c:pt idx="1523">
                  <c:v>24-01-2006</c:v>
                </c:pt>
                <c:pt idx="1524">
                  <c:v>25-01-2006</c:v>
                </c:pt>
                <c:pt idx="1525">
                  <c:v>27-01-2006</c:v>
                </c:pt>
                <c:pt idx="1526">
                  <c:v>30-01-2006</c:v>
                </c:pt>
                <c:pt idx="1527">
                  <c:v>31-01-2006</c:v>
                </c:pt>
                <c:pt idx="1528">
                  <c:v>01-02-2006</c:v>
                </c:pt>
                <c:pt idx="1529">
                  <c:v>02-02-2006</c:v>
                </c:pt>
                <c:pt idx="1530">
                  <c:v>03-02-2006</c:v>
                </c:pt>
                <c:pt idx="1531">
                  <c:v>06-02-2006</c:v>
                </c:pt>
                <c:pt idx="1532">
                  <c:v>07-02-2006</c:v>
                </c:pt>
                <c:pt idx="1533">
                  <c:v>08-02-2006</c:v>
                </c:pt>
                <c:pt idx="1534">
                  <c:v>10-02-2006</c:v>
                </c:pt>
                <c:pt idx="1535">
                  <c:v>13-02-2006</c:v>
                </c:pt>
                <c:pt idx="1536">
                  <c:v>14-02-2006</c:v>
                </c:pt>
                <c:pt idx="1537">
                  <c:v>15-02-2006</c:v>
                </c:pt>
                <c:pt idx="1538">
                  <c:v>16-02-2006</c:v>
                </c:pt>
                <c:pt idx="1539">
                  <c:v>17-02-2006</c:v>
                </c:pt>
                <c:pt idx="1540">
                  <c:v>20-02-2006</c:v>
                </c:pt>
                <c:pt idx="1541">
                  <c:v>21-02-2006</c:v>
                </c:pt>
                <c:pt idx="1542">
                  <c:v>22-02-2006</c:v>
                </c:pt>
                <c:pt idx="1543">
                  <c:v>23-02-2006</c:v>
                </c:pt>
                <c:pt idx="1544">
                  <c:v>24-02-2006</c:v>
                </c:pt>
                <c:pt idx="1545">
                  <c:v>27-02-2006</c:v>
                </c:pt>
                <c:pt idx="1546">
                  <c:v>28-02-2006</c:v>
                </c:pt>
                <c:pt idx="1547">
                  <c:v>01-03-2006</c:v>
                </c:pt>
                <c:pt idx="1548">
                  <c:v>02-03-2006</c:v>
                </c:pt>
                <c:pt idx="1549">
                  <c:v>03-03-2006</c:v>
                </c:pt>
                <c:pt idx="1550">
                  <c:v>06-03-2006</c:v>
                </c:pt>
                <c:pt idx="1551">
                  <c:v>07-03-2006</c:v>
                </c:pt>
                <c:pt idx="1552">
                  <c:v>08-03-2006</c:v>
                </c:pt>
                <c:pt idx="1553">
                  <c:v>09-03-2006</c:v>
                </c:pt>
                <c:pt idx="1554">
                  <c:v>10-03-2006</c:v>
                </c:pt>
                <c:pt idx="1555">
                  <c:v>13-03-2006</c:v>
                </c:pt>
                <c:pt idx="1556">
                  <c:v>14-03-2006</c:v>
                </c:pt>
                <c:pt idx="1557">
                  <c:v>16-03-2006</c:v>
                </c:pt>
                <c:pt idx="1558">
                  <c:v>17-03-2006</c:v>
                </c:pt>
                <c:pt idx="1559">
                  <c:v>20-03-2006</c:v>
                </c:pt>
                <c:pt idx="1560">
                  <c:v>21-03-2006</c:v>
                </c:pt>
                <c:pt idx="1561">
                  <c:v>22-03-2006</c:v>
                </c:pt>
                <c:pt idx="1562">
                  <c:v>23-03-2006</c:v>
                </c:pt>
                <c:pt idx="1563">
                  <c:v>24-03-2006</c:v>
                </c:pt>
                <c:pt idx="1564">
                  <c:v>27-03-2006</c:v>
                </c:pt>
                <c:pt idx="1565">
                  <c:v>28-03-2006</c:v>
                </c:pt>
                <c:pt idx="1566">
                  <c:v>29-03-2006</c:v>
                </c:pt>
                <c:pt idx="1567">
                  <c:v>30-03-2006</c:v>
                </c:pt>
                <c:pt idx="1568">
                  <c:v>31-03-2006</c:v>
                </c:pt>
                <c:pt idx="1569">
                  <c:v>03-04-2006</c:v>
                </c:pt>
                <c:pt idx="1570">
                  <c:v>04-04-2006</c:v>
                </c:pt>
                <c:pt idx="1571">
                  <c:v>05-04-2006</c:v>
                </c:pt>
                <c:pt idx="1572">
                  <c:v>07-04-2006</c:v>
                </c:pt>
                <c:pt idx="1573">
                  <c:v>10-04-2006</c:v>
                </c:pt>
                <c:pt idx="1574">
                  <c:v>12-04-2006</c:v>
                </c:pt>
                <c:pt idx="1575">
                  <c:v>13-04-2006</c:v>
                </c:pt>
                <c:pt idx="1576">
                  <c:v>17-04-2006</c:v>
                </c:pt>
                <c:pt idx="1577">
                  <c:v>18-04-2006</c:v>
                </c:pt>
                <c:pt idx="1578">
                  <c:v>19-04-2006</c:v>
                </c:pt>
                <c:pt idx="1579">
                  <c:v>20-04-2006</c:v>
                </c:pt>
                <c:pt idx="1580">
                  <c:v>21-04-2006</c:v>
                </c:pt>
                <c:pt idx="1581">
                  <c:v>24-04-2006</c:v>
                </c:pt>
                <c:pt idx="1582">
                  <c:v>25-04-2006</c:v>
                </c:pt>
                <c:pt idx="1583">
                  <c:v>26-04-2006</c:v>
                </c:pt>
                <c:pt idx="1584">
                  <c:v>27-04-2006</c:v>
                </c:pt>
                <c:pt idx="1585">
                  <c:v>28-04-2006</c:v>
                </c:pt>
                <c:pt idx="1586">
                  <c:v>29-04-2006</c:v>
                </c:pt>
                <c:pt idx="1587">
                  <c:v>02-05-2006</c:v>
                </c:pt>
                <c:pt idx="1588">
                  <c:v>03-05-2006</c:v>
                </c:pt>
                <c:pt idx="1589">
                  <c:v>04-05-2006</c:v>
                </c:pt>
                <c:pt idx="1590">
                  <c:v>05-05-2006</c:v>
                </c:pt>
                <c:pt idx="1591">
                  <c:v>08-05-2006</c:v>
                </c:pt>
                <c:pt idx="1592">
                  <c:v>09-05-2006</c:v>
                </c:pt>
                <c:pt idx="1593">
                  <c:v>10-05-2006</c:v>
                </c:pt>
                <c:pt idx="1594">
                  <c:v>11-05-2006</c:v>
                </c:pt>
                <c:pt idx="1595">
                  <c:v>12-05-2006</c:v>
                </c:pt>
                <c:pt idx="1596">
                  <c:v>15-05-2006</c:v>
                </c:pt>
                <c:pt idx="1597">
                  <c:v>16-05-2006</c:v>
                </c:pt>
                <c:pt idx="1598">
                  <c:v>17-05-2006</c:v>
                </c:pt>
                <c:pt idx="1599">
                  <c:v>18-05-2006</c:v>
                </c:pt>
                <c:pt idx="1600">
                  <c:v>19-05-2006</c:v>
                </c:pt>
                <c:pt idx="1601">
                  <c:v>22-05-2006</c:v>
                </c:pt>
                <c:pt idx="1602">
                  <c:v>23-05-2006</c:v>
                </c:pt>
                <c:pt idx="1603">
                  <c:v>24-05-2006</c:v>
                </c:pt>
                <c:pt idx="1604">
                  <c:v>25-05-2006</c:v>
                </c:pt>
                <c:pt idx="1605">
                  <c:v>26-05-2006</c:v>
                </c:pt>
                <c:pt idx="1606">
                  <c:v>29-05-2006</c:v>
                </c:pt>
                <c:pt idx="1607">
                  <c:v>30-05-2006</c:v>
                </c:pt>
                <c:pt idx="1608">
                  <c:v>31-05-2006</c:v>
                </c:pt>
                <c:pt idx="1609">
                  <c:v>01-06-2006</c:v>
                </c:pt>
                <c:pt idx="1610">
                  <c:v>02-06-2006</c:v>
                </c:pt>
                <c:pt idx="1611">
                  <c:v>05-06-2006</c:v>
                </c:pt>
                <c:pt idx="1612">
                  <c:v>06-06-2006</c:v>
                </c:pt>
                <c:pt idx="1613">
                  <c:v>07-06-2006</c:v>
                </c:pt>
                <c:pt idx="1614">
                  <c:v>08-06-2006</c:v>
                </c:pt>
                <c:pt idx="1615">
                  <c:v>09-06-2006</c:v>
                </c:pt>
                <c:pt idx="1616">
                  <c:v>12-06-2006</c:v>
                </c:pt>
                <c:pt idx="1617">
                  <c:v>13-06-2006</c:v>
                </c:pt>
                <c:pt idx="1618">
                  <c:v>14-06-2006</c:v>
                </c:pt>
                <c:pt idx="1619">
                  <c:v>15-06-2006</c:v>
                </c:pt>
                <c:pt idx="1620">
                  <c:v>16-06-2006</c:v>
                </c:pt>
                <c:pt idx="1621">
                  <c:v>19-06-2006</c:v>
                </c:pt>
                <c:pt idx="1622">
                  <c:v>20-06-2006</c:v>
                </c:pt>
                <c:pt idx="1623">
                  <c:v>21-06-2006</c:v>
                </c:pt>
                <c:pt idx="1624">
                  <c:v>22-06-2006</c:v>
                </c:pt>
                <c:pt idx="1625">
                  <c:v>23-06-2006</c:v>
                </c:pt>
                <c:pt idx="1626">
                  <c:v>25-06-2006</c:v>
                </c:pt>
                <c:pt idx="1627">
                  <c:v>26-06-2006</c:v>
                </c:pt>
                <c:pt idx="1628">
                  <c:v>27-06-2006</c:v>
                </c:pt>
                <c:pt idx="1629">
                  <c:v>28-06-2006</c:v>
                </c:pt>
                <c:pt idx="1630">
                  <c:v>29-06-2006</c:v>
                </c:pt>
                <c:pt idx="1631">
                  <c:v>30-06-2006</c:v>
                </c:pt>
                <c:pt idx="1632">
                  <c:v>03-07-2006</c:v>
                </c:pt>
                <c:pt idx="1633">
                  <c:v>04-07-2006</c:v>
                </c:pt>
                <c:pt idx="1634">
                  <c:v>05-07-2006</c:v>
                </c:pt>
                <c:pt idx="1635">
                  <c:v>06-07-2006</c:v>
                </c:pt>
                <c:pt idx="1636">
                  <c:v>07-07-2006</c:v>
                </c:pt>
                <c:pt idx="1637">
                  <c:v>10-07-2006</c:v>
                </c:pt>
                <c:pt idx="1638">
                  <c:v>11-07-2006</c:v>
                </c:pt>
                <c:pt idx="1639">
                  <c:v>12-07-2006</c:v>
                </c:pt>
                <c:pt idx="1640">
                  <c:v>13-07-2006</c:v>
                </c:pt>
                <c:pt idx="1641">
                  <c:v>14-07-2006</c:v>
                </c:pt>
                <c:pt idx="1642">
                  <c:v>17-07-2006</c:v>
                </c:pt>
                <c:pt idx="1643">
                  <c:v>18-07-2006</c:v>
                </c:pt>
                <c:pt idx="1644">
                  <c:v>19-07-2006</c:v>
                </c:pt>
                <c:pt idx="1645">
                  <c:v>20-07-2006</c:v>
                </c:pt>
                <c:pt idx="1646">
                  <c:v>21-07-2006</c:v>
                </c:pt>
                <c:pt idx="1647">
                  <c:v>24-07-2006</c:v>
                </c:pt>
                <c:pt idx="1648">
                  <c:v>25-07-2006</c:v>
                </c:pt>
                <c:pt idx="1649">
                  <c:v>26-07-2006</c:v>
                </c:pt>
                <c:pt idx="1650">
                  <c:v>27-07-2006</c:v>
                </c:pt>
                <c:pt idx="1651">
                  <c:v>28-07-2006</c:v>
                </c:pt>
                <c:pt idx="1652">
                  <c:v>31-07-2006</c:v>
                </c:pt>
                <c:pt idx="1653">
                  <c:v>01-08-2006</c:v>
                </c:pt>
                <c:pt idx="1654">
                  <c:v>02-08-2006</c:v>
                </c:pt>
                <c:pt idx="1655">
                  <c:v>03-08-2006</c:v>
                </c:pt>
                <c:pt idx="1656">
                  <c:v>04-08-2006</c:v>
                </c:pt>
                <c:pt idx="1657">
                  <c:v>07-08-2006</c:v>
                </c:pt>
                <c:pt idx="1658">
                  <c:v>08-08-2006</c:v>
                </c:pt>
                <c:pt idx="1659">
                  <c:v>09-08-2006</c:v>
                </c:pt>
                <c:pt idx="1660">
                  <c:v>10-08-2006</c:v>
                </c:pt>
                <c:pt idx="1661">
                  <c:v>11-08-2006</c:v>
                </c:pt>
                <c:pt idx="1662">
                  <c:v>14-08-2006</c:v>
                </c:pt>
                <c:pt idx="1663">
                  <c:v>16-08-2006</c:v>
                </c:pt>
                <c:pt idx="1664">
                  <c:v>17-08-2006</c:v>
                </c:pt>
                <c:pt idx="1665">
                  <c:v>18-08-2006</c:v>
                </c:pt>
                <c:pt idx="1666">
                  <c:v>21-08-2006</c:v>
                </c:pt>
                <c:pt idx="1667">
                  <c:v>22-08-2006</c:v>
                </c:pt>
                <c:pt idx="1668">
                  <c:v>23-08-2006</c:v>
                </c:pt>
                <c:pt idx="1669">
                  <c:v>24-08-2006</c:v>
                </c:pt>
                <c:pt idx="1670">
                  <c:v>25-08-2006</c:v>
                </c:pt>
                <c:pt idx="1671">
                  <c:v>28-08-2006</c:v>
                </c:pt>
                <c:pt idx="1672">
                  <c:v>29-08-2006</c:v>
                </c:pt>
                <c:pt idx="1673">
                  <c:v>30-08-2006</c:v>
                </c:pt>
                <c:pt idx="1674">
                  <c:v>31-08-2006</c:v>
                </c:pt>
                <c:pt idx="1675">
                  <c:v>01-09-2006</c:v>
                </c:pt>
                <c:pt idx="1676">
                  <c:v>04-09-2006</c:v>
                </c:pt>
                <c:pt idx="1677">
                  <c:v>05-09-2006</c:v>
                </c:pt>
                <c:pt idx="1678">
                  <c:v>06-09-2006</c:v>
                </c:pt>
                <c:pt idx="1679">
                  <c:v>07-09-2006</c:v>
                </c:pt>
                <c:pt idx="1680">
                  <c:v>08-09-2006</c:v>
                </c:pt>
                <c:pt idx="1681">
                  <c:v>11-09-2006</c:v>
                </c:pt>
                <c:pt idx="1682">
                  <c:v>12-09-2006</c:v>
                </c:pt>
                <c:pt idx="1683">
                  <c:v>13-09-2006</c:v>
                </c:pt>
                <c:pt idx="1684">
                  <c:v>14-09-2006</c:v>
                </c:pt>
                <c:pt idx="1685">
                  <c:v>15-09-2006</c:v>
                </c:pt>
                <c:pt idx="1686">
                  <c:v>18-09-2006</c:v>
                </c:pt>
                <c:pt idx="1687">
                  <c:v>19-09-2006</c:v>
                </c:pt>
                <c:pt idx="1688">
                  <c:v>20-09-2006</c:v>
                </c:pt>
                <c:pt idx="1689">
                  <c:v>21-09-2006</c:v>
                </c:pt>
                <c:pt idx="1690">
                  <c:v>22-09-2006</c:v>
                </c:pt>
                <c:pt idx="1691">
                  <c:v>25-09-2006</c:v>
                </c:pt>
                <c:pt idx="1692">
                  <c:v>26-09-2006</c:v>
                </c:pt>
                <c:pt idx="1693">
                  <c:v>27-09-2006</c:v>
                </c:pt>
                <c:pt idx="1694">
                  <c:v>28-09-2006</c:v>
                </c:pt>
                <c:pt idx="1695">
                  <c:v>29-09-2006</c:v>
                </c:pt>
                <c:pt idx="1696">
                  <c:v>03-10-2006</c:v>
                </c:pt>
                <c:pt idx="1697">
                  <c:v>04-10-2006</c:v>
                </c:pt>
                <c:pt idx="1698">
                  <c:v>05-10-2006</c:v>
                </c:pt>
                <c:pt idx="1699">
                  <c:v>06-10-2006</c:v>
                </c:pt>
                <c:pt idx="1700">
                  <c:v>09-10-2006</c:v>
                </c:pt>
                <c:pt idx="1701">
                  <c:v>10-10-2006</c:v>
                </c:pt>
                <c:pt idx="1702">
                  <c:v>11-10-2006</c:v>
                </c:pt>
                <c:pt idx="1703">
                  <c:v>12-10-2006</c:v>
                </c:pt>
                <c:pt idx="1704">
                  <c:v>13-10-2006</c:v>
                </c:pt>
                <c:pt idx="1705">
                  <c:v>16-10-2006</c:v>
                </c:pt>
                <c:pt idx="1706">
                  <c:v>17-10-2006</c:v>
                </c:pt>
                <c:pt idx="1707">
                  <c:v>18-10-2006</c:v>
                </c:pt>
                <c:pt idx="1708">
                  <c:v>19-10-2006</c:v>
                </c:pt>
                <c:pt idx="1709">
                  <c:v>20-10-2006</c:v>
                </c:pt>
                <c:pt idx="1710">
                  <c:v>21-10-2006</c:v>
                </c:pt>
                <c:pt idx="1711">
                  <c:v>23-10-2006</c:v>
                </c:pt>
                <c:pt idx="1712">
                  <c:v>26-10-2006</c:v>
                </c:pt>
                <c:pt idx="1713">
                  <c:v>27-10-2006</c:v>
                </c:pt>
                <c:pt idx="1714">
                  <c:v>30-10-2006</c:v>
                </c:pt>
                <c:pt idx="1715">
                  <c:v>31-10-2006</c:v>
                </c:pt>
                <c:pt idx="1716">
                  <c:v>01-11-2006</c:v>
                </c:pt>
                <c:pt idx="1717">
                  <c:v>02-11-2006</c:v>
                </c:pt>
                <c:pt idx="1718">
                  <c:v>03-11-2006</c:v>
                </c:pt>
                <c:pt idx="1719">
                  <c:v>06-11-2006</c:v>
                </c:pt>
                <c:pt idx="1720">
                  <c:v>07-11-2006</c:v>
                </c:pt>
                <c:pt idx="1721">
                  <c:v>08-11-2006</c:v>
                </c:pt>
                <c:pt idx="1722">
                  <c:v>09-11-2006</c:v>
                </c:pt>
                <c:pt idx="1723">
                  <c:v>10-11-2006</c:v>
                </c:pt>
                <c:pt idx="1724">
                  <c:v>13-11-2006</c:v>
                </c:pt>
                <c:pt idx="1725">
                  <c:v>14-11-2006</c:v>
                </c:pt>
                <c:pt idx="1726">
                  <c:v>15-11-2006</c:v>
                </c:pt>
                <c:pt idx="1727">
                  <c:v>16-11-2006</c:v>
                </c:pt>
                <c:pt idx="1728">
                  <c:v>17-11-2006</c:v>
                </c:pt>
                <c:pt idx="1729">
                  <c:v>20-11-2006</c:v>
                </c:pt>
                <c:pt idx="1730">
                  <c:v>21-11-2006</c:v>
                </c:pt>
                <c:pt idx="1731">
                  <c:v>22-11-2006</c:v>
                </c:pt>
                <c:pt idx="1732">
                  <c:v>23-11-2006</c:v>
                </c:pt>
                <c:pt idx="1733">
                  <c:v>24-11-2006</c:v>
                </c:pt>
                <c:pt idx="1734">
                  <c:v>27-11-2006</c:v>
                </c:pt>
                <c:pt idx="1735">
                  <c:v>28-11-2006</c:v>
                </c:pt>
                <c:pt idx="1736">
                  <c:v>29-11-2006</c:v>
                </c:pt>
                <c:pt idx="1737">
                  <c:v>30-11-2006</c:v>
                </c:pt>
                <c:pt idx="1738">
                  <c:v>01-12-2006</c:v>
                </c:pt>
                <c:pt idx="1739">
                  <c:v>04-12-2006</c:v>
                </c:pt>
                <c:pt idx="1740">
                  <c:v>05-12-2006</c:v>
                </c:pt>
                <c:pt idx="1741">
                  <c:v>06-12-2006</c:v>
                </c:pt>
                <c:pt idx="1742">
                  <c:v>07-12-2006</c:v>
                </c:pt>
                <c:pt idx="1743">
                  <c:v>08-12-2006</c:v>
                </c:pt>
                <c:pt idx="1744">
                  <c:v>11-12-2006</c:v>
                </c:pt>
                <c:pt idx="1745">
                  <c:v>12-12-2006</c:v>
                </c:pt>
                <c:pt idx="1746">
                  <c:v>13-12-2006</c:v>
                </c:pt>
                <c:pt idx="1747">
                  <c:v>14-12-2006</c:v>
                </c:pt>
                <c:pt idx="1748">
                  <c:v>15-12-2006</c:v>
                </c:pt>
                <c:pt idx="1749">
                  <c:v>18-12-2006</c:v>
                </c:pt>
                <c:pt idx="1750">
                  <c:v>19-12-2006</c:v>
                </c:pt>
                <c:pt idx="1751">
                  <c:v>20-12-2006</c:v>
                </c:pt>
                <c:pt idx="1752">
                  <c:v>21-12-2006</c:v>
                </c:pt>
                <c:pt idx="1753">
                  <c:v>22-12-2006</c:v>
                </c:pt>
                <c:pt idx="1754">
                  <c:v>26-12-2006</c:v>
                </c:pt>
                <c:pt idx="1755">
                  <c:v>27-12-2006</c:v>
                </c:pt>
                <c:pt idx="1756">
                  <c:v>28-12-2006</c:v>
                </c:pt>
                <c:pt idx="1757">
                  <c:v>29-12-2006</c:v>
                </c:pt>
                <c:pt idx="1758">
                  <c:v>02-01-2007</c:v>
                </c:pt>
                <c:pt idx="1759">
                  <c:v>03-01-2007</c:v>
                </c:pt>
                <c:pt idx="1760">
                  <c:v>04-01-2007</c:v>
                </c:pt>
                <c:pt idx="1761">
                  <c:v>05-01-2007</c:v>
                </c:pt>
                <c:pt idx="1762">
                  <c:v>08-01-2007</c:v>
                </c:pt>
                <c:pt idx="1763">
                  <c:v>09-01-2007</c:v>
                </c:pt>
                <c:pt idx="1764">
                  <c:v>10-01-2007</c:v>
                </c:pt>
                <c:pt idx="1765">
                  <c:v>11-01-2007</c:v>
                </c:pt>
                <c:pt idx="1766">
                  <c:v>12-01-2007</c:v>
                </c:pt>
                <c:pt idx="1767">
                  <c:v>15-01-2007</c:v>
                </c:pt>
                <c:pt idx="1768">
                  <c:v>16-01-2007</c:v>
                </c:pt>
                <c:pt idx="1769">
                  <c:v>17-01-2007</c:v>
                </c:pt>
                <c:pt idx="1770">
                  <c:v>18-01-2007</c:v>
                </c:pt>
                <c:pt idx="1771">
                  <c:v>19-01-2007</c:v>
                </c:pt>
                <c:pt idx="1772">
                  <c:v>22-01-2007</c:v>
                </c:pt>
                <c:pt idx="1773">
                  <c:v>23-01-2007</c:v>
                </c:pt>
                <c:pt idx="1774">
                  <c:v>24-01-2007</c:v>
                </c:pt>
                <c:pt idx="1775">
                  <c:v>25-01-2007</c:v>
                </c:pt>
                <c:pt idx="1776">
                  <c:v>29-01-2007</c:v>
                </c:pt>
                <c:pt idx="1777">
                  <c:v>31-01-2007</c:v>
                </c:pt>
                <c:pt idx="1778">
                  <c:v>01-02-2007</c:v>
                </c:pt>
                <c:pt idx="1779">
                  <c:v>02-02-2007</c:v>
                </c:pt>
                <c:pt idx="1780">
                  <c:v>05-02-2007</c:v>
                </c:pt>
                <c:pt idx="1781">
                  <c:v>06-02-2007</c:v>
                </c:pt>
                <c:pt idx="1782">
                  <c:v>07-02-2007</c:v>
                </c:pt>
                <c:pt idx="1783">
                  <c:v>08-02-2007</c:v>
                </c:pt>
                <c:pt idx="1784">
                  <c:v>09-02-2007</c:v>
                </c:pt>
                <c:pt idx="1785">
                  <c:v>12-02-2007</c:v>
                </c:pt>
                <c:pt idx="1786">
                  <c:v>13-02-2007</c:v>
                </c:pt>
                <c:pt idx="1787">
                  <c:v>14-02-2007</c:v>
                </c:pt>
                <c:pt idx="1788">
                  <c:v>15-02-2007</c:v>
                </c:pt>
                <c:pt idx="1789">
                  <c:v>19-02-2007</c:v>
                </c:pt>
                <c:pt idx="1790">
                  <c:v>20-02-2007</c:v>
                </c:pt>
                <c:pt idx="1791">
                  <c:v>21-02-2007</c:v>
                </c:pt>
                <c:pt idx="1792">
                  <c:v>22-02-2007</c:v>
                </c:pt>
                <c:pt idx="1793">
                  <c:v>23-02-2007</c:v>
                </c:pt>
                <c:pt idx="1794">
                  <c:v>26-02-2007</c:v>
                </c:pt>
                <c:pt idx="1795">
                  <c:v>27-02-2007</c:v>
                </c:pt>
                <c:pt idx="1796">
                  <c:v>28-02-2007</c:v>
                </c:pt>
                <c:pt idx="1797">
                  <c:v>01-03-2007</c:v>
                </c:pt>
                <c:pt idx="1798">
                  <c:v>02-03-2007</c:v>
                </c:pt>
                <c:pt idx="1799">
                  <c:v>05-03-2007</c:v>
                </c:pt>
                <c:pt idx="1800">
                  <c:v>06-03-2007</c:v>
                </c:pt>
                <c:pt idx="1801">
                  <c:v>07-03-2007</c:v>
                </c:pt>
                <c:pt idx="1802">
                  <c:v>08-03-2007</c:v>
                </c:pt>
                <c:pt idx="1803">
                  <c:v>09-03-2007</c:v>
                </c:pt>
                <c:pt idx="1804">
                  <c:v>12-03-2007</c:v>
                </c:pt>
                <c:pt idx="1805">
                  <c:v>13-03-2007</c:v>
                </c:pt>
                <c:pt idx="1806">
                  <c:v>14-03-2007</c:v>
                </c:pt>
                <c:pt idx="1807">
                  <c:v>15-03-2007</c:v>
                </c:pt>
                <c:pt idx="1808">
                  <c:v>16-03-2007</c:v>
                </c:pt>
                <c:pt idx="1809">
                  <c:v>19-03-2007</c:v>
                </c:pt>
                <c:pt idx="1810">
                  <c:v>20-03-2007</c:v>
                </c:pt>
                <c:pt idx="1811">
                  <c:v>21-03-2007</c:v>
                </c:pt>
                <c:pt idx="1812">
                  <c:v>22-03-2007</c:v>
                </c:pt>
                <c:pt idx="1813">
                  <c:v>23-03-2007</c:v>
                </c:pt>
                <c:pt idx="1814">
                  <c:v>26-03-2007</c:v>
                </c:pt>
                <c:pt idx="1815">
                  <c:v>28-03-2007</c:v>
                </c:pt>
                <c:pt idx="1816">
                  <c:v>29-03-2007</c:v>
                </c:pt>
                <c:pt idx="1817">
                  <c:v>30-03-2007</c:v>
                </c:pt>
                <c:pt idx="1818">
                  <c:v>02-04-2007</c:v>
                </c:pt>
                <c:pt idx="1819">
                  <c:v>03-04-2007</c:v>
                </c:pt>
                <c:pt idx="1820">
                  <c:v>04-04-2007</c:v>
                </c:pt>
                <c:pt idx="1821">
                  <c:v>05-04-2007</c:v>
                </c:pt>
                <c:pt idx="1822">
                  <c:v>09-04-2007</c:v>
                </c:pt>
                <c:pt idx="1823">
                  <c:v>10-04-2007</c:v>
                </c:pt>
                <c:pt idx="1824">
                  <c:v>11-04-2007</c:v>
                </c:pt>
                <c:pt idx="1825">
                  <c:v>12-04-2007</c:v>
                </c:pt>
                <c:pt idx="1826">
                  <c:v>13-04-2007</c:v>
                </c:pt>
                <c:pt idx="1827">
                  <c:v>16-04-2007</c:v>
                </c:pt>
                <c:pt idx="1828">
                  <c:v>17-04-2007</c:v>
                </c:pt>
                <c:pt idx="1829">
                  <c:v>18-04-2007</c:v>
                </c:pt>
                <c:pt idx="1830">
                  <c:v>19-04-2007</c:v>
                </c:pt>
                <c:pt idx="1831">
                  <c:v>20-04-2007</c:v>
                </c:pt>
                <c:pt idx="1832">
                  <c:v>23-04-2007</c:v>
                </c:pt>
                <c:pt idx="1833">
                  <c:v>24-04-2007</c:v>
                </c:pt>
                <c:pt idx="1834">
                  <c:v>25-04-2007</c:v>
                </c:pt>
                <c:pt idx="1835">
                  <c:v>26-04-2007</c:v>
                </c:pt>
                <c:pt idx="1836">
                  <c:v>27-04-2007</c:v>
                </c:pt>
                <c:pt idx="1837">
                  <c:v>30-04-2007</c:v>
                </c:pt>
                <c:pt idx="1838">
                  <c:v>03-05-2007</c:v>
                </c:pt>
                <c:pt idx="1839">
                  <c:v>04-05-2007</c:v>
                </c:pt>
                <c:pt idx="1840">
                  <c:v>07-05-2007</c:v>
                </c:pt>
                <c:pt idx="1841">
                  <c:v>08-05-2007</c:v>
                </c:pt>
                <c:pt idx="1842">
                  <c:v>09-05-2007</c:v>
                </c:pt>
                <c:pt idx="1843">
                  <c:v>10-05-2007</c:v>
                </c:pt>
                <c:pt idx="1844">
                  <c:v>11-05-2007</c:v>
                </c:pt>
                <c:pt idx="1845">
                  <c:v>14-05-2007</c:v>
                </c:pt>
                <c:pt idx="1846">
                  <c:v>15-05-2007</c:v>
                </c:pt>
                <c:pt idx="1847">
                  <c:v>16-05-2007</c:v>
                </c:pt>
                <c:pt idx="1848">
                  <c:v>17-05-2007</c:v>
                </c:pt>
                <c:pt idx="1849">
                  <c:v>18-05-2007</c:v>
                </c:pt>
                <c:pt idx="1850">
                  <c:v>21-05-2007</c:v>
                </c:pt>
                <c:pt idx="1851">
                  <c:v>22-05-2007</c:v>
                </c:pt>
                <c:pt idx="1852">
                  <c:v>23-05-2007</c:v>
                </c:pt>
                <c:pt idx="1853">
                  <c:v>24-05-2007</c:v>
                </c:pt>
                <c:pt idx="1854">
                  <c:v>25-05-2007</c:v>
                </c:pt>
                <c:pt idx="1855">
                  <c:v>28-05-2007</c:v>
                </c:pt>
                <c:pt idx="1856">
                  <c:v>29-05-2007</c:v>
                </c:pt>
                <c:pt idx="1857">
                  <c:v>30-05-2007</c:v>
                </c:pt>
                <c:pt idx="1858">
                  <c:v>31-05-2007</c:v>
                </c:pt>
                <c:pt idx="1859">
                  <c:v>01-06-2007</c:v>
                </c:pt>
                <c:pt idx="1860">
                  <c:v>04-06-2007</c:v>
                </c:pt>
                <c:pt idx="1861">
                  <c:v>05-06-2007</c:v>
                </c:pt>
                <c:pt idx="1862">
                  <c:v>06-06-2007</c:v>
                </c:pt>
                <c:pt idx="1863">
                  <c:v>07-06-2007</c:v>
                </c:pt>
                <c:pt idx="1864">
                  <c:v>08-06-2007</c:v>
                </c:pt>
                <c:pt idx="1865">
                  <c:v>11-06-2007</c:v>
                </c:pt>
                <c:pt idx="1866">
                  <c:v>12-06-2007</c:v>
                </c:pt>
                <c:pt idx="1867">
                  <c:v>13-06-2007</c:v>
                </c:pt>
                <c:pt idx="1868">
                  <c:v>14-06-2007</c:v>
                </c:pt>
                <c:pt idx="1869">
                  <c:v>15-06-2007</c:v>
                </c:pt>
                <c:pt idx="1870">
                  <c:v>18-06-2007</c:v>
                </c:pt>
                <c:pt idx="1871">
                  <c:v>19-06-2007</c:v>
                </c:pt>
                <c:pt idx="1872">
                  <c:v>20-06-2007</c:v>
                </c:pt>
                <c:pt idx="1873">
                  <c:v>21-06-2007</c:v>
                </c:pt>
                <c:pt idx="1874">
                  <c:v>22-06-2007</c:v>
                </c:pt>
                <c:pt idx="1875">
                  <c:v>25-06-2007</c:v>
                </c:pt>
                <c:pt idx="1876">
                  <c:v>26-06-2007</c:v>
                </c:pt>
                <c:pt idx="1877">
                  <c:v>27-06-2007</c:v>
                </c:pt>
                <c:pt idx="1878">
                  <c:v>28-06-2007</c:v>
                </c:pt>
                <c:pt idx="1879">
                  <c:v>29-06-2007</c:v>
                </c:pt>
                <c:pt idx="1880">
                  <c:v>02-07-2007</c:v>
                </c:pt>
                <c:pt idx="1881">
                  <c:v>03-07-2007</c:v>
                </c:pt>
                <c:pt idx="1882">
                  <c:v>04-07-2007</c:v>
                </c:pt>
                <c:pt idx="1883">
                  <c:v>05-07-2007</c:v>
                </c:pt>
                <c:pt idx="1884">
                  <c:v>06-07-2007</c:v>
                </c:pt>
                <c:pt idx="1885">
                  <c:v>09-07-2007</c:v>
                </c:pt>
                <c:pt idx="1886">
                  <c:v>10-07-2007</c:v>
                </c:pt>
                <c:pt idx="1887">
                  <c:v>11-07-2007</c:v>
                </c:pt>
                <c:pt idx="1888">
                  <c:v>12-07-2007</c:v>
                </c:pt>
                <c:pt idx="1889">
                  <c:v>13-07-2007</c:v>
                </c:pt>
                <c:pt idx="1890">
                  <c:v>16-07-2007</c:v>
                </c:pt>
                <c:pt idx="1891">
                  <c:v>17-07-2007</c:v>
                </c:pt>
                <c:pt idx="1892">
                  <c:v>18-07-2007</c:v>
                </c:pt>
                <c:pt idx="1893">
                  <c:v>19-07-2007</c:v>
                </c:pt>
                <c:pt idx="1894">
                  <c:v>20-07-2007</c:v>
                </c:pt>
                <c:pt idx="1895">
                  <c:v>23-07-2007</c:v>
                </c:pt>
                <c:pt idx="1896">
                  <c:v>24-07-2007</c:v>
                </c:pt>
                <c:pt idx="1897">
                  <c:v>25-07-2007</c:v>
                </c:pt>
                <c:pt idx="1898">
                  <c:v>26-07-2007</c:v>
                </c:pt>
                <c:pt idx="1899">
                  <c:v>27-07-2007</c:v>
                </c:pt>
                <c:pt idx="1900">
                  <c:v>30-07-2007</c:v>
                </c:pt>
                <c:pt idx="1901">
                  <c:v>31-07-2007</c:v>
                </c:pt>
                <c:pt idx="1902">
                  <c:v>01-08-2007</c:v>
                </c:pt>
                <c:pt idx="1903">
                  <c:v>02-08-2007</c:v>
                </c:pt>
                <c:pt idx="1904">
                  <c:v>03-08-2007</c:v>
                </c:pt>
                <c:pt idx="1905">
                  <c:v>06-08-2007</c:v>
                </c:pt>
                <c:pt idx="1906">
                  <c:v>07-08-2007</c:v>
                </c:pt>
                <c:pt idx="1907">
                  <c:v>08-08-2007</c:v>
                </c:pt>
                <c:pt idx="1908">
                  <c:v>09-08-2007</c:v>
                </c:pt>
                <c:pt idx="1909">
                  <c:v>10-08-2007</c:v>
                </c:pt>
                <c:pt idx="1910">
                  <c:v>13-08-2007</c:v>
                </c:pt>
                <c:pt idx="1911">
                  <c:v>14-08-2007</c:v>
                </c:pt>
                <c:pt idx="1912">
                  <c:v>16-08-2007</c:v>
                </c:pt>
                <c:pt idx="1913">
                  <c:v>17-08-2007</c:v>
                </c:pt>
                <c:pt idx="1914">
                  <c:v>20-08-2007</c:v>
                </c:pt>
                <c:pt idx="1915">
                  <c:v>21-08-2007</c:v>
                </c:pt>
                <c:pt idx="1916">
                  <c:v>22-08-2007</c:v>
                </c:pt>
                <c:pt idx="1917">
                  <c:v>23-08-2007</c:v>
                </c:pt>
                <c:pt idx="1918">
                  <c:v>24-08-2007</c:v>
                </c:pt>
                <c:pt idx="1919">
                  <c:v>27-08-2007</c:v>
                </c:pt>
                <c:pt idx="1920">
                  <c:v>28-08-2007</c:v>
                </c:pt>
                <c:pt idx="1921">
                  <c:v>29-08-2007</c:v>
                </c:pt>
                <c:pt idx="1922">
                  <c:v>30-08-2007</c:v>
                </c:pt>
                <c:pt idx="1923">
                  <c:v>31-08-2007</c:v>
                </c:pt>
                <c:pt idx="1924">
                  <c:v>03-09-2007</c:v>
                </c:pt>
                <c:pt idx="1925">
                  <c:v>04-09-2007</c:v>
                </c:pt>
                <c:pt idx="1926">
                  <c:v>05-09-2007</c:v>
                </c:pt>
                <c:pt idx="1927">
                  <c:v>06-09-2007</c:v>
                </c:pt>
                <c:pt idx="1928">
                  <c:v>07-09-2007</c:v>
                </c:pt>
                <c:pt idx="1929">
                  <c:v>10-09-2007</c:v>
                </c:pt>
                <c:pt idx="1930">
                  <c:v>11-09-2007</c:v>
                </c:pt>
                <c:pt idx="1931">
                  <c:v>12-09-2007</c:v>
                </c:pt>
                <c:pt idx="1932">
                  <c:v>13-09-2007</c:v>
                </c:pt>
                <c:pt idx="1933">
                  <c:v>14-09-2007</c:v>
                </c:pt>
                <c:pt idx="1934">
                  <c:v>17-09-2007</c:v>
                </c:pt>
                <c:pt idx="1935">
                  <c:v>18-09-2007</c:v>
                </c:pt>
                <c:pt idx="1936">
                  <c:v>19-09-2007</c:v>
                </c:pt>
                <c:pt idx="1937">
                  <c:v>20-09-2007</c:v>
                </c:pt>
                <c:pt idx="1938">
                  <c:v>21-09-2007</c:v>
                </c:pt>
                <c:pt idx="1939">
                  <c:v>24-09-2007</c:v>
                </c:pt>
                <c:pt idx="1940">
                  <c:v>25-09-2007</c:v>
                </c:pt>
                <c:pt idx="1941">
                  <c:v>26-09-2007</c:v>
                </c:pt>
                <c:pt idx="1942">
                  <c:v>27-09-2007</c:v>
                </c:pt>
                <c:pt idx="1943">
                  <c:v>28-09-2007</c:v>
                </c:pt>
                <c:pt idx="1944">
                  <c:v>01-10-2007</c:v>
                </c:pt>
                <c:pt idx="1945">
                  <c:v>03-10-2007</c:v>
                </c:pt>
                <c:pt idx="1946">
                  <c:v>04-10-2007</c:v>
                </c:pt>
                <c:pt idx="1947">
                  <c:v>05-10-2007</c:v>
                </c:pt>
                <c:pt idx="1948">
                  <c:v>08-10-2007</c:v>
                </c:pt>
                <c:pt idx="1949">
                  <c:v>09-10-2007</c:v>
                </c:pt>
                <c:pt idx="1950">
                  <c:v>10-10-2007</c:v>
                </c:pt>
                <c:pt idx="1951">
                  <c:v>11-10-2007</c:v>
                </c:pt>
                <c:pt idx="1952">
                  <c:v>12-10-2007</c:v>
                </c:pt>
                <c:pt idx="1953">
                  <c:v>15-10-2007</c:v>
                </c:pt>
                <c:pt idx="1954">
                  <c:v>16-10-2007</c:v>
                </c:pt>
                <c:pt idx="1955">
                  <c:v>17-10-2007</c:v>
                </c:pt>
                <c:pt idx="1956">
                  <c:v>18-10-2007</c:v>
                </c:pt>
                <c:pt idx="1957">
                  <c:v>19-10-2007</c:v>
                </c:pt>
                <c:pt idx="1958">
                  <c:v>22-10-2007</c:v>
                </c:pt>
                <c:pt idx="1959">
                  <c:v>23-10-2007</c:v>
                </c:pt>
                <c:pt idx="1960">
                  <c:v>24-10-2007</c:v>
                </c:pt>
                <c:pt idx="1961">
                  <c:v>25-10-2007</c:v>
                </c:pt>
                <c:pt idx="1962">
                  <c:v>26-10-2007</c:v>
                </c:pt>
                <c:pt idx="1963">
                  <c:v>29-10-2007</c:v>
                </c:pt>
                <c:pt idx="1964">
                  <c:v>30-10-2007</c:v>
                </c:pt>
                <c:pt idx="1965">
                  <c:v>31-10-2007</c:v>
                </c:pt>
                <c:pt idx="1966">
                  <c:v>01-11-2007</c:v>
                </c:pt>
                <c:pt idx="1967">
                  <c:v>02-11-2007</c:v>
                </c:pt>
                <c:pt idx="1968">
                  <c:v>05-11-2007</c:v>
                </c:pt>
                <c:pt idx="1969">
                  <c:v>06-11-2007</c:v>
                </c:pt>
                <c:pt idx="1970">
                  <c:v>07-11-2007</c:v>
                </c:pt>
                <c:pt idx="1971">
                  <c:v>08-11-2007</c:v>
                </c:pt>
                <c:pt idx="1972">
                  <c:v>09-11-2007</c:v>
                </c:pt>
                <c:pt idx="1973">
                  <c:v>12-11-2007</c:v>
                </c:pt>
                <c:pt idx="1974">
                  <c:v>13-11-2007</c:v>
                </c:pt>
                <c:pt idx="1975">
                  <c:v>14-11-2007</c:v>
                </c:pt>
                <c:pt idx="1976">
                  <c:v>15-11-2007</c:v>
                </c:pt>
                <c:pt idx="1977">
                  <c:v>16-11-2007</c:v>
                </c:pt>
                <c:pt idx="1978">
                  <c:v>19-11-2007</c:v>
                </c:pt>
                <c:pt idx="1979">
                  <c:v>20-11-2007</c:v>
                </c:pt>
                <c:pt idx="1980">
                  <c:v>21-11-2007</c:v>
                </c:pt>
                <c:pt idx="1981">
                  <c:v>22-11-2007</c:v>
                </c:pt>
                <c:pt idx="1982">
                  <c:v>23-11-2007</c:v>
                </c:pt>
                <c:pt idx="1983">
                  <c:v>26-11-2007</c:v>
                </c:pt>
                <c:pt idx="1984">
                  <c:v>27-11-2007</c:v>
                </c:pt>
                <c:pt idx="1985">
                  <c:v>28-11-2007</c:v>
                </c:pt>
                <c:pt idx="1986">
                  <c:v>29-11-2007</c:v>
                </c:pt>
                <c:pt idx="1987">
                  <c:v>30-11-2007</c:v>
                </c:pt>
                <c:pt idx="1988">
                  <c:v>03-12-2007</c:v>
                </c:pt>
                <c:pt idx="1989">
                  <c:v>04-12-2007</c:v>
                </c:pt>
                <c:pt idx="1990">
                  <c:v>05-12-2007</c:v>
                </c:pt>
                <c:pt idx="1991">
                  <c:v>06-12-2007</c:v>
                </c:pt>
                <c:pt idx="1992">
                  <c:v>07-12-2007</c:v>
                </c:pt>
                <c:pt idx="1993">
                  <c:v>10-12-2007</c:v>
                </c:pt>
                <c:pt idx="1994">
                  <c:v>11-12-2007</c:v>
                </c:pt>
                <c:pt idx="1995">
                  <c:v>12-12-2007</c:v>
                </c:pt>
                <c:pt idx="1996">
                  <c:v>13-12-2007</c:v>
                </c:pt>
                <c:pt idx="1997">
                  <c:v>14-12-2007</c:v>
                </c:pt>
                <c:pt idx="1998">
                  <c:v>17-12-2007</c:v>
                </c:pt>
                <c:pt idx="1999">
                  <c:v>18-12-2007</c:v>
                </c:pt>
                <c:pt idx="2000">
                  <c:v>19-12-2007</c:v>
                </c:pt>
                <c:pt idx="2001">
                  <c:v>20-12-2007</c:v>
                </c:pt>
                <c:pt idx="2002">
                  <c:v>24-12-2007</c:v>
                </c:pt>
                <c:pt idx="2003">
                  <c:v>26-12-2007</c:v>
                </c:pt>
                <c:pt idx="2004">
                  <c:v>27-12-2007</c:v>
                </c:pt>
                <c:pt idx="2005">
                  <c:v>28-12-2007</c:v>
                </c:pt>
                <c:pt idx="2006">
                  <c:v>31-12-2007</c:v>
                </c:pt>
                <c:pt idx="2007">
                  <c:v>01-01-2008</c:v>
                </c:pt>
                <c:pt idx="2008">
                  <c:v>02-01-2008</c:v>
                </c:pt>
                <c:pt idx="2009">
                  <c:v>03-01-2008</c:v>
                </c:pt>
                <c:pt idx="2010">
                  <c:v>04-01-2008</c:v>
                </c:pt>
                <c:pt idx="2011">
                  <c:v>07-01-2008</c:v>
                </c:pt>
                <c:pt idx="2012">
                  <c:v>08-01-2008</c:v>
                </c:pt>
                <c:pt idx="2013">
                  <c:v>09-01-2008</c:v>
                </c:pt>
                <c:pt idx="2014">
                  <c:v>10-01-2008</c:v>
                </c:pt>
                <c:pt idx="2015">
                  <c:v>11-01-2008</c:v>
                </c:pt>
                <c:pt idx="2016">
                  <c:v>14-01-2008</c:v>
                </c:pt>
                <c:pt idx="2017">
                  <c:v>15-01-2008</c:v>
                </c:pt>
                <c:pt idx="2018">
                  <c:v>16-01-2008</c:v>
                </c:pt>
                <c:pt idx="2019">
                  <c:v>17-01-2008</c:v>
                </c:pt>
                <c:pt idx="2020">
                  <c:v>18-01-2008</c:v>
                </c:pt>
                <c:pt idx="2021">
                  <c:v>21-01-2008</c:v>
                </c:pt>
                <c:pt idx="2022">
                  <c:v>22-01-2008</c:v>
                </c:pt>
                <c:pt idx="2023">
                  <c:v>23-01-2008</c:v>
                </c:pt>
                <c:pt idx="2024">
                  <c:v>24-01-2008</c:v>
                </c:pt>
                <c:pt idx="2025">
                  <c:v>25-01-2008</c:v>
                </c:pt>
                <c:pt idx="2026">
                  <c:v>28-01-2008</c:v>
                </c:pt>
                <c:pt idx="2027">
                  <c:v>29-01-2008</c:v>
                </c:pt>
                <c:pt idx="2028">
                  <c:v>30-01-2008</c:v>
                </c:pt>
                <c:pt idx="2029">
                  <c:v>31-01-2008</c:v>
                </c:pt>
                <c:pt idx="2030">
                  <c:v>01-02-2008</c:v>
                </c:pt>
                <c:pt idx="2031">
                  <c:v>04-02-2008</c:v>
                </c:pt>
                <c:pt idx="2032">
                  <c:v>05-02-2008</c:v>
                </c:pt>
                <c:pt idx="2033">
                  <c:v>06-02-2008</c:v>
                </c:pt>
                <c:pt idx="2034">
                  <c:v>07-02-2008</c:v>
                </c:pt>
                <c:pt idx="2035">
                  <c:v>08-02-2008</c:v>
                </c:pt>
                <c:pt idx="2036">
                  <c:v>11-02-2008</c:v>
                </c:pt>
                <c:pt idx="2037">
                  <c:v>12-02-2008</c:v>
                </c:pt>
                <c:pt idx="2038">
                  <c:v>13-02-2008</c:v>
                </c:pt>
                <c:pt idx="2039">
                  <c:v>14-02-2008</c:v>
                </c:pt>
                <c:pt idx="2040">
                  <c:v>15-02-2008</c:v>
                </c:pt>
                <c:pt idx="2041">
                  <c:v>18-02-2008</c:v>
                </c:pt>
                <c:pt idx="2042">
                  <c:v>19-02-2008</c:v>
                </c:pt>
                <c:pt idx="2043">
                  <c:v>20-02-2008</c:v>
                </c:pt>
                <c:pt idx="2044">
                  <c:v>21-02-2008</c:v>
                </c:pt>
                <c:pt idx="2045">
                  <c:v>22-02-2008</c:v>
                </c:pt>
                <c:pt idx="2046">
                  <c:v>25-02-2008</c:v>
                </c:pt>
                <c:pt idx="2047">
                  <c:v>26-02-2008</c:v>
                </c:pt>
                <c:pt idx="2048">
                  <c:v>27-02-2008</c:v>
                </c:pt>
                <c:pt idx="2049">
                  <c:v>28-02-2008</c:v>
                </c:pt>
                <c:pt idx="2050">
                  <c:v>29-02-2008</c:v>
                </c:pt>
                <c:pt idx="2051">
                  <c:v>03-03-2008</c:v>
                </c:pt>
                <c:pt idx="2052">
                  <c:v>04-03-2008</c:v>
                </c:pt>
                <c:pt idx="2053">
                  <c:v>05-03-2008</c:v>
                </c:pt>
                <c:pt idx="2054">
                  <c:v>07-03-2008</c:v>
                </c:pt>
                <c:pt idx="2055">
                  <c:v>10-03-2008</c:v>
                </c:pt>
                <c:pt idx="2056">
                  <c:v>11-03-2008</c:v>
                </c:pt>
                <c:pt idx="2057">
                  <c:v>12-03-2008</c:v>
                </c:pt>
                <c:pt idx="2058">
                  <c:v>13-03-2008</c:v>
                </c:pt>
                <c:pt idx="2059">
                  <c:v>14-03-2008</c:v>
                </c:pt>
                <c:pt idx="2060">
                  <c:v>17-03-2008</c:v>
                </c:pt>
                <c:pt idx="2061">
                  <c:v>18-03-2008</c:v>
                </c:pt>
                <c:pt idx="2062">
                  <c:v>19-03-2008</c:v>
                </c:pt>
                <c:pt idx="2063">
                  <c:v>24-03-2008</c:v>
                </c:pt>
                <c:pt idx="2064">
                  <c:v>25-03-2008</c:v>
                </c:pt>
                <c:pt idx="2065">
                  <c:v>26-03-2008</c:v>
                </c:pt>
                <c:pt idx="2066">
                  <c:v>27-03-2008</c:v>
                </c:pt>
                <c:pt idx="2067">
                  <c:v>28-03-2008</c:v>
                </c:pt>
                <c:pt idx="2068">
                  <c:v>31-03-2008</c:v>
                </c:pt>
                <c:pt idx="2069">
                  <c:v>01-04-2008</c:v>
                </c:pt>
                <c:pt idx="2070">
                  <c:v>02-04-2008</c:v>
                </c:pt>
                <c:pt idx="2071">
                  <c:v>03-04-2008</c:v>
                </c:pt>
                <c:pt idx="2072">
                  <c:v>04-04-2008</c:v>
                </c:pt>
                <c:pt idx="2073">
                  <c:v>07-04-2008</c:v>
                </c:pt>
                <c:pt idx="2074">
                  <c:v>08-04-2008</c:v>
                </c:pt>
                <c:pt idx="2075">
                  <c:v>09-04-2008</c:v>
                </c:pt>
                <c:pt idx="2076">
                  <c:v>10-04-2008</c:v>
                </c:pt>
                <c:pt idx="2077">
                  <c:v>11-04-2008</c:v>
                </c:pt>
                <c:pt idx="2078">
                  <c:v>15-04-2008</c:v>
                </c:pt>
                <c:pt idx="2079">
                  <c:v>16-04-2008</c:v>
                </c:pt>
                <c:pt idx="2080">
                  <c:v>17-04-2008</c:v>
                </c:pt>
                <c:pt idx="2081">
                  <c:v>21-04-2008</c:v>
                </c:pt>
                <c:pt idx="2082">
                  <c:v>22-04-2008</c:v>
                </c:pt>
                <c:pt idx="2083">
                  <c:v>23-04-2008</c:v>
                </c:pt>
                <c:pt idx="2084">
                  <c:v>24-04-2008</c:v>
                </c:pt>
                <c:pt idx="2085">
                  <c:v>25-04-2008</c:v>
                </c:pt>
                <c:pt idx="2086">
                  <c:v>28-04-2008</c:v>
                </c:pt>
                <c:pt idx="2087">
                  <c:v>29-04-2008</c:v>
                </c:pt>
                <c:pt idx="2088">
                  <c:v>30-04-2008</c:v>
                </c:pt>
                <c:pt idx="2089">
                  <c:v>02-05-2008</c:v>
                </c:pt>
                <c:pt idx="2090">
                  <c:v>05-05-2008</c:v>
                </c:pt>
                <c:pt idx="2091">
                  <c:v>06-05-2008</c:v>
                </c:pt>
                <c:pt idx="2092">
                  <c:v>07-05-2008</c:v>
                </c:pt>
                <c:pt idx="2093">
                  <c:v>08-05-2008</c:v>
                </c:pt>
                <c:pt idx="2094">
                  <c:v>09-05-2008</c:v>
                </c:pt>
                <c:pt idx="2095">
                  <c:v>12-05-2008</c:v>
                </c:pt>
                <c:pt idx="2096">
                  <c:v>13-05-2008</c:v>
                </c:pt>
                <c:pt idx="2097">
                  <c:v>14-05-2008</c:v>
                </c:pt>
                <c:pt idx="2098">
                  <c:v>15-05-2008</c:v>
                </c:pt>
                <c:pt idx="2099">
                  <c:v>16-05-2008</c:v>
                </c:pt>
                <c:pt idx="2100">
                  <c:v>20-05-2008</c:v>
                </c:pt>
                <c:pt idx="2101">
                  <c:v>21-05-2008</c:v>
                </c:pt>
                <c:pt idx="2102">
                  <c:v>22-05-2008</c:v>
                </c:pt>
                <c:pt idx="2103">
                  <c:v>23-05-2008</c:v>
                </c:pt>
                <c:pt idx="2104">
                  <c:v>26-05-2008</c:v>
                </c:pt>
                <c:pt idx="2105">
                  <c:v>27-05-2008</c:v>
                </c:pt>
                <c:pt idx="2106">
                  <c:v>28-05-2008</c:v>
                </c:pt>
                <c:pt idx="2107">
                  <c:v>29-05-2008</c:v>
                </c:pt>
                <c:pt idx="2108">
                  <c:v>30-05-2008</c:v>
                </c:pt>
                <c:pt idx="2109">
                  <c:v>02-06-2008</c:v>
                </c:pt>
                <c:pt idx="2110">
                  <c:v>03-06-2008</c:v>
                </c:pt>
                <c:pt idx="2111">
                  <c:v>04-06-2008</c:v>
                </c:pt>
                <c:pt idx="2112">
                  <c:v>05-06-2008</c:v>
                </c:pt>
                <c:pt idx="2113">
                  <c:v>06-06-2008</c:v>
                </c:pt>
                <c:pt idx="2114">
                  <c:v>09-06-2008</c:v>
                </c:pt>
                <c:pt idx="2115">
                  <c:v>10-06-2008</c:v>
                </c:pt>
                <c:pt idx="2116">
                  <c:v>11-06-2008</c:v>
                </c:pt>
                <c:pt idx="2117">
                  <c:v>12-06-2008</c:v>
                </c:pt>
                <c:pt idx="2118">
                  <c:v>13-06-2008</c:v>
                </c:pt>
                <c:pt idx="2119">
                  <c:v>16-06-2008</c:v>
                </c:pt>
                <c:pt idx="2120">
                  <c:v>17-06-2008</c:v>
                </c:pt>
                <c:pt idx="2121">
                  <c:v>18-06-2008</c:v>
                </c:pt>
                <c:pt idx="2122">
                  <c:v>19-06-2008</c:v>
                </c:pt>
                <c:pt idx="2123">
                  <c:v>20-06-2008</c:v>
                </c:pt>
                <c:pt idx="2124">
                  <c:v>23-06-2008</c:v>
                </c:pt>
                <c:pt idx="2125">
                  <c:v>24-06-2008</c:v>
                </c:pt>
                <c:pt idx="2126">
                  <c:v>25-06-2008</c:v>
                </c:pt>
                <c:pt idx="2127">
                  <c:v>26-06-2008</c:v>
                </c:pt>
                <c:pt idx="2128">
                  <c:v>27-06-2008</c:v>
                </c:pt>
                <c:pt idx="2129">
                  <c:v>30-06-2008</c:v>
                </c:pt>
                <c:pt idx="2130">
                  <c:v>01-07-2008</c:v>
                </c:pt>
                <c:pt idx="2131">
                  <c:v>02-07-2008</c:v>
                </c:pt>
                <c:pt idx="2132">
                  <c:v>03-07-2008</c:v>
                </c:pt>
                <c:pt idx="2133">
                  <c:v>04-07-2008</c:v>
                </c:pt>
                <c:pt idx="2134">
                  <c:v>07-07-2008</c:v>
                </c:pt>
                <c:pt idx="2135">
                  <c:v>08-07-2008</c:v>
                </c:pt>
                <c:pt idx="2136">
                  <c:v>09-07-2008</c:v>
                </c:pt>
                <c:pt idx="2137">
                  <c:v>10-07-2008</c:v>
                </c:pt>
                <c:pt idx="2138">
                  <c:v>11-07-2008</c:v>
                </c:pt>
                <c:pt idx="2139">
                  <c:v>14-07-2008</c:v>
                </c:pt>
                <c:pt idx="2140">
                  <c:v>15-07-2008</c:v>
                </c:pt>
                <c:pt idx="2141">
                  <c:v>16-07-2008</c:v>
                </c:pt>
                <c:pt idx="2142">
                  <c:v>17-07-2008</c:v>
                </c:pt>
                <c:pt idx="2143">
                  <c:v>18-07-2008</c:v>
                </c:pt>
                <c:pt idx="2144">
                  <c:v>21-07-2008</c:v>
                </c:pt>
                <c:pt idx="2145">
                  <c:v>22-07-2008</c:v>
                </c:pt>
                <c:pt idx="2146">
                  <c:v>23-07-2008</c:v>
                </c:pt>
                <c:pt idx="2147">
                  <c:v>24-07-2008</c:v>
                </c:pt>
                <c:pt idx="2148">
                  <c:v>25-07-2008</c:v>
                </c:pt>
                <c:pt idx="2149">
                  <c:v>28-07-2008</c:v>
                </c:pt>
                <c:pt idx="2150">
                  <c:v>29-07-2008</c:v>
                </c:pt>
                <c:pt idx="2151">
                  <c:v>30-07-2008</c:v>
                </c:pt>
                <c:pt idx="2152">
                  <c:v>31-07-2008</c:v>
                </c:pt>
                <c:pt idx="2153">
                  <c:v>01-08-2008</c:v>
                </c:pt>
                <c:pt idx="2154">
                  <c:v>04-08-2008</c:v>
                </c:pt>
                <c:pt idx="2155">
                  <c:v>05-08-2008</c:v>
                </c:pt>
                <c:pt idx="2156">
                  <c:v>06-08-2008</c:v>
                </c:pt>
                <c:pt idx="2157">
                  <c:v>07-08-2008</c:v>
                </c:pt>
                <c:pt idx="2158">
                  <c:v>08-08-2008</c:v>
                </c:pt>
                <c:pt idx="2159">
                  <c:v>11-08-2008</c:v>
                </c:pt>
                <c:pt idx="2160">
                  <c:v>12-08-2008</c:v>
                </c:pt>
                <c:pt idx="2161">
                  <c:v>13-08-2008</c:v>
                </c:pt>
                <c:pt idx="2162">
                  <c:v>14-08-2008</c:v>
                </c:pt>
                <c:pt idx="2163">
                  <c:v>18-08-2008</c:v>
                </c:pt>
                <c:pt idx="2164">
                  <c:v>19-08-2008</c:v>
                </c:pt>
                <c:pt idx="2165">
                  <c:v>20-08-2008</c:v>
                </c:pt>
                <c:pt idx="2166">
                  <c:v>21-08-2008</c:v>
                </c:pt>
                <c:pt idx="2167">
                  <c:v>22-08-2008</c:v>
                </c:pt>
                <c:pt idx="2168">
                  <c:v>25-08-2008</c:v>
                </c:pt>
                <c:pt idx="2169">
                  <c:v>26-08-2008</c:v>
                </c:pt>
                <c:pt idx="2170">
                  <c:v>27-08-2008</c:v>
                </c:pt>
                <c:pt idx="2171">
                  <c:v>28-08-2008</c:v>
                </c:pt>
                <c:pt idx="2172">
                  <c:v>29-08-2008</c:v>
                </c:pt>
                <c:pt idx="2173">
                  <c:v>01-09-2008</c:v>
                </c:pt>
                <c:pt idx="2174">
                  <c:v>02-09-2008</c:v>
                </c:pt>
                <c:pt idx="2175">
                  <c:v>04-09-2008</c:v>
                </c:pt>
                <c:pt idx="2176">
                  <c:v>05-09-2008</c:v>
                </c:pt>
                <c:pt idx="2177">
                  <c:v>08-09-2008</c:v>
                </c:pt>
                <c:pt idx="2178">
                  <c:v>09-09-2008</c:v>
                </c:pt>
                <c:pt idx="2179">
                  <c:v>10-09-2008</c:v>
                </c:pt>
                <c:pt idx="2180">
                  <c:v>11-09-2008</c:v>
                </c:pt>
                <c:pt idx="2181">
                  <c:v>12-09-2008</c:v>
                </c:pt>
                <c:pt idx="2182">
                  <c:v>15-09-2008</c:v>
                </c:pt>
                <c:pt idx="2183">
                  <c:v>16-09-2008</c:v>
                </c:pt>
                <c:pt idx="2184">
                  <c:v>17-09-2008</c:v>
                </c:pt>
                <c:pt idx="2185">
                  <c:v>18-09-2008</c:v>
                </c:pt>
                <c:pt idx="2186">
                  <c:v>19-09-2008</c:v>
                </c:pt>
                <c:pt idx="2187">
                  <c:v>22-09-2008</c:v>
                </c:pt>
                <c:pt idx="2188">
                  <c:v>23-09-2008</c:v>
                </c:pt>
                <c:pt idx="2189">
                  <c:v>24-09-2008</c:v>
                </c:pt>
                <c:pt idx="2190">
                  <c:v>25-09-2008</c:v>
                </c:pt>
                <c:pt idx="2191">
                  <c:v>26-09-2008</c:v>
                </c:pt>
                <c:pt idx="2192">
                  <c:v>29-09-2008</c:v>
                </c:pt>
                <c:pt idx="2193">
                  <c:v>30-09-2008</c:v>
                </c:pt>
                <c:pt idx="2194">
                  <c:v>01-10-2008</c:v>
                </c:pt>
                <c:pt idx="2195">
                  <c:v>03-10-2008</c:v>
                </c:pt>
                <c:pt idx="2196">
                  <c:v>06-10-2008</c:v>
                </c:pt>
                <c:pt idx="2197">
                  <c:v>07-10-2008</c:v>
                </c:pt>
                <c:pt idx="2198">
                  <c:v>08-10-2008</c:v>
                </c:pt>
                <c:pt idx="2199">
                  <c:v>10-10-2008</c:v>
                </c:pt>
                <c:pt idx="2200">
                  <c:v>13-10-2008</c:v>
                </c:pt>
                <c:pt idx="2201">
                  <c:v>14-10-2008</c:v>
                </c:pt>
                <c:pt idx="2202">
                  <c:v>15-10-2008</c:v>
                </c:pt>
                <c:pt idx="2203">
                  <c:v>16-10-2008</c:v>
                </c:pt>
                <c:pt idx="2204">
                  <c:v>17-10-2008</c:v>
                </c:pt>
                <c:pt idx="2205">
                  <c:v>20-10-2008</c:v>
                </c:pt>
                <c:pt idx="2206">
                  <c:v>21-10-2008</c:v>
                </c:pt>
                <c:pt idx="2207">
                  <c:v>22-10-2008</c:v>
                </c:pt>
                <c:pt idx="2208">
                  <c:v>23-10-2008</c:v>
                </c:pt>
                <c:pt idx="2209">
                  <c:v>24-10-2008</c:v>
                </c:pt>
                <c:pt idx="2210">
                  <c:v>27-10-2008</c:v>
                </c:pt>
                <c:pt idx="2211">
                  <c:v>28-10-2008</c:v>
                </c:pt>
                <c:pt idx="2212">
                  <c:v>29-10-2008</c:v>
                </c:pt>
                <c:pt idx="2213">
                  <c:v>31-10-2008</c:v>
                </c:pt>
                <c:pt idx="2214">
                  <c:v>03-11-2008</c:v>
                </c:pt>
                <c:pt idx="2215">
                  <c:v>04-11-2008</c:v>
                </c:pt>
                <c:pt idx="2216">
                  <c:v>05-11-2008</c:v>
                </c:pt>
                <c:pt idx="2217">
                  <c:v>06-11-2008</c:v>
                </c:pt>
                <c:pt idx="2218">
                  <c:v>07-11-2008</c:v>
                </c:pt>
                <c:pt idx="2219">
                  <c:v>10-11-2008</c:v>
                </c:pt>
                <c:pt idx="2220">
                  <c:v>11-11-2008</c:v>
                </c:pt>
                <c:pt idx="2221">
                  <c:v>12-11-2008</c:v>
                </c:pt>
                <c:pt idx="2222">
                  <c:v>14-11-2008</c:v>
                </c:pt>
                <c:pt idx="2223">
                  <c:v>17-11-2008</c:v>
                </c:pt>
                <c:pt idx="2224">
                  <c:v>18-11-2008</c:v>
                </c:pt>
                <c:pt idx="2225">
                  <c:v>19-11-2008</c:v>
                </c:pt>
                <c:pt idx="2226">
                  <c:v>20-11-2008</c:v>
                </c:pt>
                <c:pt idx="2227">
                  <c:v>21-11-2008</c:v>
                </c:pt>
                <c:pt idx="2228">
                  <c:v>24-11-2008</c:v>
                </c:pt>
                <c:pt idx="2229">
                  <c:v>25-11-2008</c:v>
                </c:pt>
                <c:pt idx="2230">
                  <c:v>26-11-2008</c:v>
                </c:pt>
                <c:pt idx="2231">
                  <c:v>28-11-2008</c:v>
                </c:pt>
                <c:pt idx="2232">
                  <c:v>01-12-2008</c:v>
                </c:pt>
                <c:pt idx="2233">
                  <c:v>02-12-2008</c:v>
                </c:pt>
                <c:pt idx="2234">
                  <c:v>03-12-2008</c:v>
                </c:pt>
                <c:pt idx="2235">
                  <c:v>04-12-2008</c:v>
                </c:pt>
                <c:pt idx="2236">
                  <c:v>05-12-2008</c:v>
                </c:pt>
                <c:pt idx="2237">
                  <c:v>08-12-2008</c:v>
                </c:pt>
                <c:pt idx="2238">
                  <c:v>10-12-2008</c:v>
                </c:pt>
                <c:pt idx="2239">
                  <c:v>11-12-2008</c:v>
                </c:pt>
                <c:pt idx="2240">
                  <c:v>12-12-2008</c:v>
                </c:pt>
                <c:pt idx="2241">
                  <c:v>15-12-2008</c:v>
                </c:pt>
                <c:pt idx="2242">
                  <c:v>16-12-2008</c:v>
                </c:pt>
                <c:pt idx="2243">
                  <c:v>17-12-2008</c:v>
                </c:pt>
                <c:pt idx="2244">
                  <c:v>18-12-2008</c:v>
                </c:pt>
                <c:pt idx="2245">
                  <c:v>19-12-2008</c:v>
                </c:pt>
                <c:pt idx="2246">
                  <c:v>22-12-2008</c:v>
                </c:pt>
                <c:pt idx="2247">
                  <c:v>23-12-2008</c:v>
                </c:pt>
                <c:pt idx="2248">
                  <c:v>24-12-2008</c:v>
                </c:pt>
                <c:pt idx="2249">
                  <c:v>26-12-2008</c:v>
                </c:pt>
                <c:pt idx="2250">
                  <c:v>29-12-2008</c:v>
                </c:pt>
                <c:pt idx="2251">
                  <c:v>30-12-2008</c:v>
                </c:pt>
                <c:pt idx="2252">
                  <c:v>31-12-2008</c:v>
                </c:pt>
                <c:pt idx="2253">
                  <c:v>01-01-2009</c:v>
                </c:pt>
                <c:pt idx="2254">
                  <c:v>02-01-2009</c:v>
                </c:pt>
                <c:pt idx="2255">
                  <c:v>05-01-2009</c:v>
                </c:pt>
                <c:pt idx="2256">
                  <c:v>06-01-2009</c:v>
                </c:pt>
                <c:pt idx="2257">
                  <c:v>07-01-2009</c:v>
                </c:pt>
                <c:pt idx="2258">
                  <c:v>09-01-2009</c:v>
                </c:pt>
                <c:pt idx="2259">
                  <c:v>12-01-2009</c:v>
                </c:pt>
                <c:pt idx="2260">
                  <c:v>13-01-2009</c:v>
                </c:pt>
                <c:pt idx="2261">
                  <c:v>14-01-2009</c:v>
                </c:pt>
                <c:pt idx="2262">
                  <c:v>15-01-2009</c:v>
                </c:pt>
                <c:pt idx="2263">
                  <c:v>16-01-2009</c:v>
                </c:pt>
                <c:pt idx="2264">
                  <c:v>19-01-2009</c:v>
                </c:pt>
                <c:pt idx="2265">
                  <c:v>20-01-2009</c:v>
                </c:pt>
                <c:pt idx="2266">
                  <c:v>21-01-2009</c:v>
                </c:pt>
                <c:pt idx="2267">
                  <c:v>22-01-2009</c:v>
                </c:pt>
                <c:pt idx="2268">
                  <c:v>23-01-2009</c:v>
                </c:pt>
                <c:pt idx="2269">
                  <c:v>27-01-2009</c:v>
                </c:pt>
                <c:pt idx="2270">
                  <c:v>28-01-2009</c:v>
                </c:pt>
                <c:pt idx="2271">
                  <c:v>29-01-2009</c:v>
                </c:pt>
                <c:pt idx="2272">
                  <c:v>30-01-2009</c:v>
                </c:pt>
                <c:pt idx="2273">
                  <c:v>02-02-2009</c:v>
                </c:pt>
                <c:pt idx="2274">
                  <c:v>03-02-2009</c:v>
                </c:pt>
                <c:pt idx="2275">
                  <c:v>04-02-2009</c:v>
                </c:pt>
                <c:pt idx="2276">
                  <c:v>05-02-2009</c:v>
                </c:pt>
                <c:pt idx="2277">
                  <c:v>06-02-2009</c:v>
                </c:pt>
                <c:pt idx="2278">
                  <c:v>09-02-2009</c:v>
                </c:pt>
                <c:pt idx="2279">
                  <c:v>10-02-2009</c:v>
                </c:pt>
                <c:pt idx="2280">
                  <c:v>11-02-2009</c:v>
                </c:pt>
                <c:pt idx="2281">
                  <c:v>12-02-2009</c:v>
                </c:pt>
                <c:pt idx="2282">
                  <c:v>13-02-2009</c:v>
                </c:pt>
                <c:pt idx="2283">
                  <c:v>16-02-2009</c:v>
                </c:pt>
                <c:pt idx="2284">
                  <c:v>17-02-2009</c:v>
                </c:pt>
                <c:pt idx="2285">
                  <c:v>18-02-2009</c:v>
                </c:pt>
                <c:pt idx="2286">
                  <c:v>19-02-2009</c:v>
                </c:pt>
                <c:pt idx="2287">
                  <c:v>20-02-2009</c:v>
                </c:pt>
                <c:pt idx="2288">
                  <c:v>24-02-2009</c:v>
                </c:pt>
                <c:pt idx="2289">
                  <c:v>25-02-2009</c:v>
                </c:pt>
                <c:pt idx="2290">
                  <c:v>26-02-2009</c:v>
                </c:pt>
                <c:pt idx="2291">
                  <c:v>27-02-2009</c:v>
                </c:pt>
                <c:pt idx="2292">
                  <c:v>02-03-2009</c:v>
                </c:pt>
                <c:pt idx="2293">
                  <c:v>03-03-2009</c:v>
                </c:pt>
                <c:pt idx="2294">
                  <c:v>04-03-2009</c:v>
                </c:pt>
                <c:pt idx="2295">
                  <c:v>05-03-2009</c:v>
                </c:pt>
                <c:pt idx="2296">
                  <c:v>06-03-2009</c:v>
                </c:pt>
                <c:pt idx="2297">
                  <c:v>09-03-2009</c:v>
                </c:pt>
                <c:pt idx="2298">
                  <c:v>12-03-2009</c:v>
                </c:pt>
                <c:pt idx="2299">
                  <c:v>13-03-2009</c:v>
                </c:pt>
                <c:pt idx="2300">
                  <c:v>16-03-2009</c:v>
                </c:pt>
                <c:pt idx="2301">
                  <c:v>17-03-2009</c:v>
                </c:pt>
                <c:pt idx="2302">
                  <c:v>18-03-2009</c:v>
                </c:pt>
                <c:pt idx="2303">
                  <c:v>19-03-2009</c:v>
                </c:pt>
                <c:pt idx="2304">
                  <c:v>20-03-2009</c:v>
                </c:pt>
                <c:pt idx="2305">
                  <c:v>23-03-2009</c:v>
                </c:pt>
                <c:pt idx="2306">
                  <c:v>24-03-2009</c:v>
                </c:pt>
                <c:pt idx="2307">
                  <c:v>25-03-2009</c:v>
                </c:pt>
                <c:pt idx="2308">
                  <c:v>26-03-2009</c:v>
                </c:pt>
                <c:pt idx="2309">
                  <c:v>27-03-2009</c:v>
                </c:pt>
                <c:pt idx="2310">
                  <c:v>30-03-2009</c:v>
                </c:pt>
                <c:pt idx="2311">
                  <c:v>31-03-2009</c:v>
                </c:pt>
                <c:pt idx="2312">
                  <c:v>01-04-2009</c:v>
                </c:pt>
                <c:pt idx="2313">
                  <c:v>02-04-2009</c:v>
                </c:pt>
                <c:pt idx="2314">
                  <c:v>06-04-2009</c:v>
                </c:pt>
                <c:pt idx="2315">
                  <c:v>08-04-2009</c:v>
                </c:pt>
                <c:pt idx="2316">
                  <c:v>09-04-2009</c:v>
                </c:pt>
                <c:pt idx="2317">
                  <c:v>13-04-2009</c:v>
                </c:pt>
                <c:pt idx="2318">
                  <c:v>15-04-2009</c:v>
                </c:pt>
                <c:pt idx="2319">
                  <c:v>16-04-2009</c:v>
                </c:pt>
                <c:pt idx="2320">
                  <c:v>17-04-2009</c:v>
                </c:pt>
                <c:pt idx="2321">
                  <c:v>20-04-2009</c:v>
                </c:pt>
                <c:pt idx="2322">
                  <c:v>21-04-2009</c:v>
                </c:pt>
                <c:pt idx="2323">
                  <c:v>22-04-2009</c:v>
                </c:pt>
                <c:pt idx="2324">
                  <c:v>23-04-2009</c:v>
                </c:pt>
                <c:pt idx="2325">
                  <c:v>24-04-2009</c:v>
                </c:pt>
                <c:pt idx="2326">
                  <c:v>27-04-2009</c:v>
                </c:pt>
                <c:pt idx="2327">
                  <c:v>28-04-2009</c:v>
                </c:pt>
                <c:pt idx="2328">
                  <c:v>29-04-2009</c:v>
                </c:pt>
                <c:pt idx="2329">
                  <c:v>04-05-2009</c:v>
                </c:pt>
                <c:pt idx="2330">
                  <c:v>05-05-2009</c:v>
                </c:pt>
                <c:pt idx="2331">
                  <c:v>06-05-2009</c:v>
                </c:pt>
                <c:pt idx="2332">
                  <c:v>07-05-2009</c:v>
                </c:pt>
                <c:pt idx="2333">
                  <c:v>08-05-2009</c:v>
                </c:pt>
                <c:pt idx="2334">
                  <c:v>11-05-2009</c:v>
                </c:pt>
                <c:pt idx="2335">
                  <c:v>12-05-2009</c:v>
                </c:pt>
                <c:pt idx="2336">
                  <c:v>13-05-2009</c:v>
                </c:pt>
                <c:pt idx="2337">
                  <c:v>14-05-2009</c:v>
                </c:pt>
                <c:pt idx="2338">
                  <c:v>15-05-2009</c:v>
                </c:pt>
                <c:pt idx="2339">
                  <c:v>18-05-2009</c:v>
                </c:pt>
                <c:pt idx="2340">
                  <c:v>19-05-2009</c:v>
                </c:pt>
                <c:pt idx="2341">
                  <c:v>20-05-2009</c:v>
                </c:pt>
                <c:pt idx="2342">
                  <c:v>21-05-2009</c:v>
                </c:pt>
                <c:pt idx="2343">
                  <c:v>22-05-2009</c:v>
                </c:pt>
                <c:pt idx="2344">
                  <c:v>25-05-2009</c:v>
                </c:pt>
                <c:pt idx="2345">
                  <c:v>26-05-2009</c:v>
                </c:pt>
                <c:pt idx="2346">
                  <c:v>27-05-2009</c:v>
                </c:pt>
                <c:pt idx="2347">
                  <c:v>28-05-2009</c:v>
                </c:pt>
                <c:pt idx="2348">
                  <c:v>29-05-2009</c:v>
                </c:pt>
                <c:pt idx="2349">
                  <c:v>01-06-2009</c:v>
                </c:pt>
                <c:pt idx="2350">
                  <c:v>02-06-2009</c:v>
                </c:pt>
                <c:pt idx="2351">
                  <c:v>03-06-2009</c:v>
                </c:pt>
                <c:pt idx="2352">
                  <c:v>04-06-2009</c:v>
                </c:pt>
                <c:pt idx="2353">
                  <c:v>05-06-2009</c:v>
                </c:pt>
                <c:pt idx="2354">
                  <c:v>08-06-2009</c:v>
                </c:pt>
                <c:pt idx="2355">
                  <c:v>09-06-2009</c:v>
                </c:pt>
                <c:pt idx="2356">
                  <c:v>10-06-2009</c:v>
                </c:pt>
                <c:pt idx="2357">
                  <c:v>11-06-2009</c:v>
                </c:pt>
                <c:pt idx="2358">
                  <c:v>12-06-2009</c:v>
                </c:pt>
                <c:pt idx="2359">
                  <c:v>15-06-2009</c:v>
                </c:pt>
                <c:pt idx="2360">
                  <c:v>16-06-2009</c:v>
                </c:pt>
                <c:pt idx="2361">
                  <c:v>17-06-2009</c:v>
                </c:pt>
                <c:pt idx="2362">
                  <c:v>18-06-2009</c:v>
                </c:pt>
                <c:pt idx="2363">
                  <c:v>19-06-2009</c:v>
                </c:pt>
                <c:pt idx="2364">
                  <c:v>22-06-2009</c:v>
                </c:pt>
                <c:pt idx="2365">
                  <c:v>23-06-2009</c:v>
                </c:pt>
                <c:pt idx="2366">
                  <c:v>24-06-2009</c:v>
                </c:pt>
                <c:pt idx="2367">
                  <c:v>25-06-2009</c:v>
                </c:pt>
                <c:pt idx="2368">
                  <c:v>26-06-2009</c:v>
                </c:pt>
                <c:pt idx="2369">
                  <c:v>29-06-2009</c:v>
                </c:pt>
                <c:pt idx="2370">
                  <c:v>30-06-2009</c:v>
                </c:pt>
                <c:pt idx="2371">
                  <c:v>01-07-2009</c:v>
                </c:pt>
                <c:pt idx="2372">
                  <c:v>02-07-2009</c:v>
                </c:pt>
                <c:pt idx="2373">
                  <c:v>03-07-2009</c:v>
                </c:pt>
                <c:pt idx="2374">
                  <c:v>06-07-2009</c:v>
                </c:pt>
                <c:pt idx="2375">
                  <c:v>07-07-2009</c:v>
                </c:pt>
                <c:pt idx="2376">
                  <c:v>08-07-2009</c:v>
                </c:pt>
                <c:pt idx="2377">
                  <c:v>09-07-2009</c:v>
                </c:pt>
                <c:pt idx="2378">
                  <c:v>10-07-2009</c:v>
                </c:pt>
                <c:pt idx="2379">
                  <c:v>13-07-2009</c:v>
                </c:pt>
                <c:pt idx="2380">
                  <c:v>14-07-2009</c:v>
                </c:pt>
                <c:pt idx="2381">
                  <c:v>15-07-2009</c:v>
                </c:pt>
                <c:pt idx="2382">
                  <c:v>16-07-2009</c:v>
                </c:pt>
                <c:pt idx="2383">
                  <c:v>17-07-2009</c:v>
                </c:pt>
                <c:pt idx="2384">
                  <c:v>20-07-2009</c:v>
                </c:pt>
                <c:pt idx="2385">
                  <c:v>21-07-2009</c:v>
                </c:pt>
                <c:pt idx="2386">
                  <c:v>22-07-2009</c:v>
                </c:pt>
                <c:pt idx="2387">
                  <c:v>23-07-2009</c:v>
                </c:pt>
                <c:pt idx="2388">
                  <c:v>24-07-2009</c:v>
                </c:pt>
                <c:pt idx="2389">
                  <c:v>27-07-2009</c:v>
                </c:pt>
                <c:pt idx="2390">
                  <c:v>28-07-2009</c:v>
                </c:pt>
                <c:pt idx="2391">
                  <c:v>29-07-2009</c:v>
                </c:pt>
                <c:pt idx="2392">
                  <c:v>30-07-2009</c:v>
                </c:pt>
                <c:pt idx="2393">
                  <c:v>31-07-2009</c:v>
                </c:pt>
                <c:pt idx="2394">
                  <c:v>03-08-2009</c:v>
                </c:pt>
                <c:pt idx="2395">
                  <c:v>04-08-2009</c:v>
                </c:pt>
                <c:pt idx="2396">
                  <c:v>05-08-2009</c:v>
                </c:pt>
                <c:pt idx="2397">
                  <c:v>06-08-2009</c:v>
                </c:pt>
                <c:pt idx="2398">
                  <c:v>07-08-2009</c:v>
                </c:pt>
                <c:pt idx="2399">
                  <c:v>10-08-2009</c:v>
                </c:pt>
                <c:pt idx="2400">
                  <c:v>11-08-2009</c:v>
                </c:pt>
                <c:pt idx="2401">
                  <c:v>12-08-2009</c:v>
                </c:pt>
                <c:pt idx="2402">
                  <c:v>13-08-2009</c:v>
                </c:pt>
                <c:pt idx="2403">
                  <c:v>14-08-2009</c:v>
                </c:pt>
                <c:pt idx="2404">
                  <c:v>17-08-2009</c:v>
                </c:pt>
                <c:pt idx="2405">
                  <c:v>18-08-2009</c:v>
                </c:pt>
                <c:pt idx="2406">
                  <c:v>19-08-2009</c:v>
                </c:pt>
                <c:pt idx="2407">
                  <c:v>20-08-2009</c:v>
                </c:pt>
                <c:pt idx="2408">
                  <c:v>21-08-2009</c:v>
                </c:pt>
                <c:pt idx="2409">
                  <c:v>24-08-2009</c:v>
                </c:pt>
                <c:pt idx="2410">
                  <c:v>25-08-2009</c:v>
                </c:pt>
                <c:pt idx="2411">
                  <c:v>26-08-2009</c:v>
                </c:pt>
                <c:pt idx="2412">
                  <c:v>27-08-2009</c:v>
                </c:pt>
                <c:pt idx="2413">
                  <c:v>28-08-2009</c:v>
                </c:pt>
                <c:pt idx="2414">
                  <c:v>31-08-2009</c:v>
                </c:pt>
                <c:pt idx="2415">
                  <c:v>01-09-2009</c:v>
                </c:pt>
                <c:pt idx="2416">
                  <c:v>02-09-2009</c:v>
                </c:pt>
                <c:pt idx="2417">
                  <c:v>03-09-2009</c:v>
                </c:pt>
                <c:pt idx="2418">
                  <c:v>04-09-2009</c:v>
                </c:pt>
                <c:pt idx="2419">
                  <c:v>07-09-2009</c:v>
                </c:pt>
                <c:pt idx="2420">
                  <c:v>08-09-2009</c:v>
                </c:pt>
                <c:pt idx="2421">
                  <c:v>09-09-2009</c:v>
                </c:pt>
                <c:pt idx="2422">
                  <c:v>10-09-2009</c:v>
                </c:pt>
                <c:pt idx="2423">
                  <c:v>11-09-2009</c:v>
                </c:pt>
                <c:pt idx="2424">
                  <c:v>14-09-2009</c:v>
                </c:pt>
                <c:pt idx="2425">
                  <c:v>15-09-2009</c:v>
                </c:pt>
                <c:pt idx="2426">
                  <c:v>16-09-2009</c:v>
                </c:pt>
                <c:pt idx="2427">
                  <c:v>17-09-2009</c:v>
                </c:pt>
                <c:pt idx="2428">
                  <c:v>18-09-2009</c:v>
                </c:pt>
                <c:pt idx="2429">
                  <c:v>22-09-2009</c:v>
                </c:pt>
                <c:pt idx="2430">
                  <c:v>23-09-2009</c:v>
                </c:pt>
                <c:pt idx="2431">
                  <c:v>24-09-2009</c:v>
                </c:pt>
                <c:pt idx="2432">
                  <c:v>25-09-2009</c:v>
                </c:pt>
                <c:pt idx="2433">
                  <c:v>29-09-2009</c:v>
                </c:pt>
                <c:pt idx="2434">
                  <c:v>30-09-2009</c:v>
                </c:pt>
                <c:pt idx="2435">
                  <c:v>01-10-2009</c:v>
                </c:pt>
                <c:pt idx="2436">
                  <c:v>05-10-2009</c:v>
                </c:pt>
                <c:pt idx="2437">
                  <c:v>06-10-2009</c:v>
                </c:pt>
                <c:pt idx="2438">
                  <c:v>07-10-2009</c:v>
                </c:pt>
                <c:pt idx="2439">
                  <c:v>08-10-2009</c:v>
                </c:pt>
                <c:pt idx="2440">
                  <c:v>09-10-2009</c:v>
                </c:pt>
                <c:pt idx="2441">
                  <c:v>12-10-2009</c:v>
                </c:pt>
                <c:pt idx="2442">
                  <c:v>14-10-2009</c:v>
                </c:pt>
                <c:pt idx="2443">
                  <c:v>15-10-2009</c:v>
                </c:pt>
                <c:pt idx="2444">
                  <c:v>16-10-2009</c:v>
                </c:pt>
                <c:pt idx="2445">
                  <c:v>17-10-2009</c:v>
                </c:pt>
                <c:pt idx="2446">
                  <c:v>20-10-2009</c:v>
                </c:pt>
                <c:pt idx="2447">
                  <c:v>21-10-2009</c:v>
                </c:pt>
                <c:pt idx="2448">
                  <c:v>22-10-2009</c:v>
                </c:pt>
                <c:pt idx="2449">
                  <c:v>23-10-2009</c:v>
                </c:pt>
                <c:pt idx="2450">
                  <c:v>26-10-2009</c:v>
                </c:pt>
                <c:pt idx="2451">
                  <c:v>27-10-2009</c:v>
                </c:pt>
                <c:pt idx="2452">
                  <c:v>28-10-2009</c:v>
                </c:pt>
                <c:pt idx="2453">
                  <c:v>29-10-2009</c:v>
                </c:pt>
                <c:pt idx="2454">
                  <c:v>30-10-2009</c:v>
                </c:pt>
                <c:pt idx="2455">
                  <c:v>03-11-2009</c:v>
                </c:pt>
                <c:pt idx="2456">
                  <c:v>04-11-2009</c:v>
                </c:pt>
                <c:pt idx="2457">
                  <c:v>05-11-2009</c:v>
                </c:pt>
                <c:pt idx="2458">
                  <c:v>06-11-2009</c:v>
                </c:pt>
                <c:pt idx="2459">
                  <c:v>09-11-2009</c:v>
                </c:pt>
                <c:pt idx="2460">
                  <c:v>10-11-2009</c:v>
                </c:pt>
                <c:pt idx="2461">
                  <c:v>11-11-2009</c:v>
                </c:pt>
                <c:pt idx="2462">
                  <c:v>12-11-2009</c:v>
                </c:pt>
                <c:pt idx="2463">
                  <c:v>13-11-2009</c:v>
                </c:pt>
                <c:pt idx="2464">
                  <c:v>16-11-2009</c:v>
                </c:pt>
                <c:pt idx="2465">
                  <c:v>17-11-2009</c:v>
                </c:pt>
                <c:pt idx="2466">
                  <c:v>18-11-2009</c:v>
                </c:pt>
                <c:pt idx="2467">
                  <c:v>19-11-2009</c:v>
                </c:pt>
                <c:pt idx="2468">
                  <c:v>20-11-2009</c:v>
                </c:pt>
                <c:pt idx="2469">
                  <c:v>23-11-2009</c:v>
                </c:pt>
                <c:pt idx="2470">
                  <c:v>24-11-2009</c:v>
                </c:pt>
                <c:pt idx="2471">
                  <c:v>25-11-2009</c:v>
                </c:pt>
                <c:pt idx="2472">
                  <c:v>26-11-2009</c:v>
                </c:pt>
                <c:pt idx="2473">
                  <c:v>27-11-2009</c:v>
                </c:pt>
                <c:pt idx="2474">
                  <c:v>30-11-2009</c:v>
                </c:pt>
                <c:pt idx="2475">
                  <c:v>01-12-2009</c:v>
                </c:pt>
                <c:pt idx="2476">
                  <c:v>02-12-2009</c:v>
                </c:pt>
                <c:pt idx="2477">
                  <c:v>03-12-2009</c:v>
                </c:pt>
                <c:pt idx="2478">
                  <c:v>04-12-2009</c:v>
                </c:pt>
                <c:pt idx="2479">
                  <c:v>07-12-2009</c:v>
                </c:pt>
                <c:pt idx="2480">
                  <c:v>08-12-2009</c:v>
                </c:pt>
                <c:pt idx="2481">
                  <c:v>09-12-2009</c:v>
                </c:pt>
                <c:pt idx="2482">
                  <c:v>10-12-2009</c:v>
                </c:pt>
                <c:pt idx="2483">
                  <c:v>11-12-2009</c:v>
                </c:pt>
                <c:pt idx="2484">
                  <c:v>14-12-2009</c:v>
                </c:pt>
                <c:pt idx="2485">
                  <c:v>15-12-2009</c:v>
                </c:pt>
                <c:pt idx="2486">
                  <c:v>16-12-2009</c:v>
                </c:pt>
                <c:pt idx="2487">
                  <c:v>17-12-2009</c:v>
                </c:pt>
                <c:pt idx="2488">
                  <c:v>18-12-2009</c:v>
                </c:pt>
                <c:pt idx="2489">
                  <c:v>21-12-2009</c:v>
                </c:pt>
                <c:pt idx="2490">
                  <c:v>22-12-2009</c:v>
                </c:pt>
                <c:pt idx="2491">
                  <c:v>23-12-2009</c:v>
                </c:pt>
                <c:pt idx="2492">
                  <c:v>24-12-2009</c:v>
                </c:pt>
                <c:pt idx="2493">
                  <c:v>29-12-2009</c:v>
                </c:pt>
                <c:pt idx="2494">
                  <c:v>30-12-2009</c:v>
                </c:pt>
                <c:pt idx="2495">
                  <c:v>31-12-2009</c:v>
                </c:pt>
                <c:pt idx="2496">
                  <c:v>04-01-2010</c:v>
                </c:pt>
                <c:pt idx="2497">
                  <c:v>05-01-2010</c:v>
                </c:pt>
                <c:pt idx="2498">
                  <c:v>06-01-2010</c:v>
                </c:pt>
                <c:pt idx="2499">
                  <c:v>07-01-2010</c:v>
                </c:pt>
                <c:pt idx="2500">
                  <c:v>08-01-2010</c:v>
                </c:pt>
                <c:pt idx="2501">
                  <c:v>11-01-2010</c:v>
                </c:pt>
                <c:pt idx="2502">
                  <c:v>12-01-2010</c:v>
                </c:pt>
                <c:pt idx="2503">
                  <c:v>13-01-2010</c:v>
                </c:pt>
                <c:pt idx="2504">
                  <c:v>14-01-2010</c:v>
                </c:pt>
                <c:pt idx="2505">
                  <c:v>15-01-2010</c:v>
                </c:pt>
                <c:pt idx="2506">
                  <c:v>18-01-2010</c:v>
                </c:pt>
                <c:pt idx="2507">
                  <c:v>19-01-2010</c:v>
                </c:pt>
                <c:pt idx="2508">
                  <c:v>20-01-2010</c:v>
                </c:pt>
                <c:pt idx="2509">
                  <c:v>21-01-2010</c:v>
                </c:pt>
                <c:pt idx="2510">
                  <c:v>22-01-2010</c:v>
                </c:pt>
                <c:pt idx="2511">
                  <c:v>25-01-2010</c:v>
                </c:pt>
                <c:pt idx="2512">
                  <c:v>27-01-2010</c:v>
                </c:pt>
                <c:pt idx="2513">
                  <c:v>28-01-2010</c:v>
                </c:pt>
                <c:pt idx="2514">
                  <c:v>29-01-2010</c:v>
                </c:pt>
                <c:pt idx="2515">
                  <c:v>01-02-2010</c:v>
                </c:pt>
                <c:pt idx="2516">
                  <c:v>02-02-2010</c:v>
                </c:pt>
                <c:pt idx="2517">
                  <c:v>03-02-2010</c:v>
                </c:pt>
                <c:pt idx="2518">
                  <c:v>04-02-2010</c:v>
                </c:pt>
                <c:pt idx="2519">
                  <c:v>05-02-2010</c:v>
                </c:pt>
                <c:pt idx="2520">
                  <c:v>06-02-2010</c:v>
                </c:pt>
                <c:pt idx="2521">
                  <c:v>08-02-2010</c:v>
                </c:pt>
                <c:pt idx="2522">
                  <c:v>09-02-2010</c:v>
                </c:pt>
                <c:pt idx="2523">
                  <c:v>10-02-2010</c:v>
                </c:pt>
                <c:pt idx="2524">
                  <c:v>11-02-2010</c:v>
                </c:pt>
                <c:pt idx="2525">
                  <c:v>15-02-2010</c:v>
                </c:pt>
                <c:pt idx="2526">
                  <c:v>16-02-2010</c:v>
                </c:pt>
                <c:pt idx="2527">
                  <c:v>17-02-2010</c:v>
                </c:pt>
                <c:pt idx="2528">
                  <c:v>18-02-2010</c:v>
                </c:pt>
                <c:pt idx="2529">
                  <c:v>19-02-2010</c:v>
                </c:pt>
                <c:pt idx="2530">
                  <c:v>22-02-2010</c:v>
                </c:pt>
                <c:pt idx="2531">
                  <c:v>23-02-2010</c:v>
                </c:pt>
                <c:pt idx="2532">
                  <c:v>24-02-2010</c:v>
                </c:pt>
                <c:pt idx="2533">
                  <c:v>25-02-2010</c:v>
                </c:pt>
                <c:pt idx="2534">
                  <c:v>26-02-2010</c:v>
                </c:pt>
                <c:pt idx="2535">
                  <c:v>02-03-2010</c:v>
                </c:pt>
                <c:pt idx="2536">
                  <c:v>03-03-2010</c:v>
                </c:pt>
                <c:pt idx="2537">
                  <c:v>04-03-2010</c:v>
                </c:pt>
                <c:pt idx="2538">
                  <c:v>05-03-2010</c:v>
                </c:pt>
                <c:pt idx="2539">
                  <c:v>08-03-2010</c:v>
                </c:pt>
                <c:pt idx="2540">
                  <c:v>09-03-2010</c:v>
                </c:pt>
                <c:pt idx="2541">
                  <c:v>10-03-2010</c:v>
                </c:pt>
                <c:pt idx="2542">
                  <c:v>11-03-2010</c:v>
                </c:pt>
                <c:pt idx="2543">
                  <c:v>12-03-2010</c:v>
                </c:pt>
                <c:pt idx="2544">
                  <c:v>15-03-2010</c:v>
                </c:pt>
                <c:pt idx="2545">
                  <c:v>16-03-2010</c:v>
                </c:pt>
                <c:pt idx="2546">
                  <c:v>17-03-2010</c:v>
                </c:pt>
                <c:pt idx="2547">
                  <c:v>18-03-2010</c:v>
                </c:pt>
                <c:pt idx="2548">
                  <c:v>19-03-2010</c:v>
                </c:pt>
                <c:pt idx="2549">
                  <c:v>22-03-2010</c:v>
                </c:pt>
                <c:pt idx="2550">
                  <c:v>23-03-2010</c:v>
                </c:pt>
                <c:pt idx="2551">
                  <c:v>25-03-2010</c:v>
                </c:pt>
                <c:pt idx="2552">
                  <c:v>26-03-2010</c:v>
                </c:pt>
                <c:pt idx="2553">
                  <c:v>29-03-2010</c:v>
                </c:pt>
                <c:pt idx="2554">
                  <c:v>30-03-2010</c:v>
                </c:pt>
                <c:pt idx="2555">
                  <c:v>31-03-2010</c:v>
                </c:pt>
                <c:pt idx="2556">
                  <c:v>01-04-2010</c:v>
                </c:pt>
                <c:pt idx="2557">
                  <c:v>05-04-2010</c:v>
                </c:pt>
                <c:pt idx="2558">
                  <c:v>06-04-2010</c:v>
                </c:pt>
                <c:pt idx="2559">
                  <c:v>07-04-2010</c:v>
                </c:pt>
                <c:pt idx="2560">
                  <c:v>08-04-2010</c:v>
                </c:pt>
                <c:pt idx="2561">
                  <c:v>09-04-2010</c:v>
                </c:pt>
                <c:pt idx="2562">
                  <c:v>12-04-2010</c:v>
                </c:pt>
                <c:pt idx="2563">
                  <c:v>13-04-2010</c:v>
                </c:pt>
                <c:pt idx="2564">
                  <c:v>15-04-2010</c:v>
                </c:pt>
                <c:pt idx="2565">
                  <c:v>16-04-2010</c:v>
                </c:pt>
                <c:pt idx="2566">
                  <c:v>19-04-2010</c:v>
                </c:pt>
                <c:pt idx="2567">
                  <c:v>20-04-2010</c:v>
                </c:pt>
                <c:pt idx="2568">
                  <c:v>21-04-2010</c:v>
                </c:pt>
                <c:pt idx="2569">
                  <c:v>22-04-2010</c:v>
                </c:pt>
                <c:pt idx="2570">
                  <c:v>23-04-2010</c:v>
                </c:pt>
                <c:pt idx="2571">
                  <c:v>26-04-2010</c:v>
                </c:pt>
                <c:pt idx="2572">
                  <c:v>27-04-2010</c:v>
                </c:pt>
                <c:pt idx="2573">
                  <c:v>28-04-2010</c:v>
                </c:pt>
                <c:pt idx="2574">
                  <c:v>29-04-2010</c:v>
                </c:pt>
                <c:pt idx="2575">
                  <c:v>30-04-2010</c:v>
                </c:pt>
                <c:pt idx="2576">
                  <c:v>03-05-2010</c:v>
                </c:pt>
                <c:pt idx="2577">
                  <c:v>04-05-2010</c:v>
                </c:pt>
                <c:pt idx="2578">
                  <c:v>05-05-2010</c:v>
                </c:pt>
                <c:pt idx="2579">
                  <c:v>06-05-2010</c:v>
                </c:pt>
                <c:pt idx="2580">
                  <c:v>07-05-2010</c:v>
                </c:pt>
                <c:pt idx="2581">
                  <c:v>10-05-2010</c:v>
                </c:pt>
                <c:pt idx="2582">
                  <c:v>11-05-2010</c:v>
                </c:pt>
                <c:pt idx="2583">
                  <c:v>12-05-2010</c:v>
                </c:pt>
                <c:pt idx="2584">
                  <c:v>13-05-2010</c:v>
                </c:pt>
                <c:pt idx="2585">
                  <c:v>14-05-2010</c:v>
                </c:pt>
                <c:pt idx="2586">
                  <c:v>17-05-2010</c:v>
                </c:pt>
                <c:pt idx="2587">
                  <c:v>18-05-2010</c:v>
                </c:pt>
                <c:pt idx="2588">
                  <c:v>19-05-2010</c:v>
                </c:pt>
                <c:pt idx="2589">
                  <c:v>20-05-2010</c:v>
                </c:pt>
                <c:pt idx="2590">
                  <c:v>21-05-2010</c:v>
                </c:pt>
                <c:pt idx="2591">
                  <c:v>24-05-2010</c:v>
                </c:pt>
                <c:pt idx="2592">
                  <c:v>25-05-2010</c:v>
                </c:pt>
                <c:pt idx="2593">
                  <c:v>26-05-2010</c:v>
                </c:pt>
                <c:pt idx="2594">
                  <c:v>27-05-2010</c:v>
                </c:pt>
                <c:pt idx="2595">
                  <c:v>28-05-2010</c:v>
                </c:pt>
                <c:pt idx="2596">
                  <c:v>31-05-2010</c:v>
                </c:pt>
                <c:pt idx="2597">
                  <c:v>01-06-2010</c:v>
                </c:pt>
                <c:pt idx="2598">
                  <c:v>02-06-2010</c:v>
                </c:pt>
                <c:pt idx="2599">
                  <c:v>03-06-2010</c:v>
                </c:pt>
                <c:pt idx="2600">
                  <c:v>04-06-2010</c:v>
                </c:pt>
                <c:pt idx="2601">
                  <c:v>07-06-2010</c:v>
                </c:pt>
                <c:pt idx="2602">
                  <c:v>08-06-2010</c:v>
                </c:pt>
                <c:pt idx="2603">
                  <c:v>09-06-2010</c:v>
                </c:pt>
                <c:pt idx="2604">
                  <c:v>10-06-2010</c:v>
                </c:pt>
                <c:pt idx="2605">
                  <c:v>11-06-2010</c:v>
                </c:pt>
                <c:pt idx="2606">
                  <c:v>14-06-2010</c:v>
                </c:pt>
                <c:pt idx="2607">
                  <c:v>15-06-2010</c:v>
                </c:pt>
                <c:pt idx="2608">
                  <c:v>16-06-2010</c:v>
                </c:pt>
                <c:pt idx="2609">
                  <c:v>17-06-2010</c:v>
                </c:pt>
                <c:pt idx="2610">
                  <c:v>18-06-2010</c:v>
                </c:pt>
                <c:pt idx="2611">
                  <c:v>21-06-2010</c:v>
                </c:pt>
                <c:pt idx="2612">
                  <c:v>22-06-2010</c:v>
                </c:pt>
                <c:pt idx="2613">
                  <c:v>23-06-2010</c:v>
                </c:pt>
                <c:pt idx="2614">
                  <c:v>24-06-2010</c:v>
                </c:pt>
                <c:pt idx="2615">
                  <c:v>25-06-2010</c:v>
                </c:pt>
                <c:pt idx="2616">
                  <c:v>28-06-2010</c:v>
                </c:pt>
                <c:pt idx="2617">
                  <c:v>29-06-2010</c:v>
                </c:pt>
                <c:pt idx="2618">
                  <c:v>30-06-2010</c:v>
                </c:pt>
                <c:pt idx="2619">
                  <c:v>01-07-2010</c:v>
                </c:pt>
                <c:pt idx="2620">
                  <c:v>02-07-2010</c:v>
                </c:pt>
                <c:pt idx="2621">
                  <c:v>05-07-2010</c:v>
                </c:pt>
                <c:pt idx="2622">
                  <c:v>06-07-2010</c:v>
                </c:pt>
                <c:pt idx="2623">
                  <c:v>07-07-2010</c:v>
                </c:pt>
                <c:pt idx="2624">
                  <c:v>08-07-2010</c:v>
                </c:pt>
                <c:pt idx="2625">
                  <c:v>09-07-2010</c:v>
                </c:pt>
                <c:pt idx="2626">
                  <c:v>12-07-2010</c:v>
                </c:pt>
                <c:pt idx="2627">
                  <c:v>13-07-2010</c:v>
                </c:pt>
                <c:pt idx="2628">
                  <c:v>14-07-2010</c:v>
                </c:pt>
                <c:pt idx="2629">
                  <c:v>15-07-2010</c:v>
                </c:pt>
                <c:pt idx="2630">
                  <c:v>16-07-2010</c:v>
                </c:pt>
                <c:pt idx="2631">
                  <c:v>19-07-2010</c:v>
                </c:pt>
                <c:pt idx="2632">
                  <c:v>20-07-2010</c:v>
                </c:pt>
                <c:pt idx="2633">
                  <c:v>21-07-2010</c:v>
                </c:pt>
                <c:pt idx="2634">
                  <c:v>22-07-2010</c:v>
                </c:pt>
                <c:pt idx="2635">
                  <c:v>23-07-2010</c:v>
                </c:pt>
                <c:pt idx="2636">
                  <c:v>26-07-2010</c:v>
                </c:pt>
                <c:pt idx="2637">
                  <c:v>27-07-2010</c:v>
                </c:pt>
                <c:pt idx="2638">
                  <c:v>28-07-2010</c:v>
                </c:pt>
                <c:pt idx="2639">
                  <c:v>29-07-2010</c:v>
                </c:pt>
                <c:pt idx="2640">
                  <c:v>30-07-2010</c:v>
                </c:pt>
                <c:pt idx="2641">
                  <c:v>02-08-2010</c:v>
                </c:pt>
                <c:pt idx="2642">
                  <c:v>03-08-2010</c:v>
                </c:pt>
                <c:pt idx="2643">
                  <c:v>04-08-2010</c:v>
                </c:pt>
                <c:pt idx="2644">
                  <c:v>05-08-2010</c:v>
                </c:pt>
                <c:pt idx="2645">
                  <c:v>06-08-2010</c:v>
                </c:pt>
                <c:pt idx="2646">
                  <c:v>09-08-2010</c:v>
                </c:pt>
                <c:pt idx="2647">
                  <c:v>10-08-2010</c:v>
                </c:pt>
                <c:pt idx="2648">
                  <c:v>11-08-2010</c:v>
                </c:pt>
                <c:pt idx="2649">
                  <c:v>12-08-2010</c:v>
                </c:pt>
                <c:pt idx="2650">
                  <c:v>13-08-2010</c:v>
                </c:pt>
                <c:pt idx="2651">
                  <c:v>16-08-2010</c:v>
                </c:pt>
                <c:pt idx="2652">
                  <c:v>17-08-2010</c:v>
                </c:pt>
                <c:pt idx="2653">
                  <c:v>18-08-2010</c:v>
                </c:pt>
                <c:pt idx="2654">
                  <c:v>19-08-2010</c:v>
                </c:pt>
                <c:pt idx="2655">
                  <c:v>20-08-2010</c:v>
                </c:pt>
                <c:pt idx="2656">
                  <c:v>23-08-2010</c:v>
                </c:pt>
                <c:pt idx="2657">
                  <c:v>24-08-2010</c:v>
                </c:pt>
                <c:pt idx="2658">
                  <c:v>25-08-2010</c:v>
                </c:pt>
                <c:pt idx="2659">
                  <c:v>26-08-2010</c:v>
                </c:pt>
                <c:pt idx="2660">
                  <c:v>27-08-2010</c:v>
                </c:pt>
                <c:pt idx="2661">
                  <c:v>30-08-2010</c:v>
                </c:pt>
                <c:pt idx="2662">
                  <c:v>31-08-2010</c:v>
                </c:pt>
                <c:pt idx="2663">
                  <c:v>01-09-2010</c:v>
                </c:pt>
                <c:pt idx="2664">
                  <c:v>02-09-2010</c:v>
                </c:pt>
                <c:pt idx="2665">
                  <c:v>03-09-2010</c:v>
                </c:pt>
                <c:pt idx="2666">
                  <c:v>06-09-2010</c:v>
                </c:pt>
                <c:pt idx="2667">
                  <c:v>07-09-2010</c:v>
                </c:pt>
                <c:pt idx="2668">
                  <c:v>08-09-2010</c:v>
                </c:pt>
                <c:pt idx="2669">
                  <c:v>09-09-2010</c:v>
                </c:pt>
                <c:pt idx="2670">
                  <c:v>13-09-2010</c:v>
                </c:pt>
                <c:pt idx="2671">
                  <c:v>14-09-2010</c:v>
                </c:pt>
                <c:pt idx="2672">
                  <c:v>15-09-2010</c:v>
                </c:pt>
                <c:pt idx="2673">
                  <c:v>16-09-2010</c:v>
                </c:pt>
                <c:pt idx="2674">
                  <c:v>17-09-2010</c:v>
                </c:pt>
                <c:pt idx="2675">
                  <c:v>20-09-2010</c:v>
                </c:pt>
                <c:pt idx="2676">
                  <c:v>21-09-2010</c:v>
                </c:pt>
                <c:pt idx="2677">
                  <c:v>22-09-2010</c:v>
                </c:pt>
                <c:pt idx="2678">
                  <c:v>23-09-2010</c:v>
                </c:pt>
                <c:pt idx="2679">
                  <c:v>24-09-2010</c:v>
                </c:pt>
                <c:pt idx="2680">
                  <c:v>27-09-2010</c:v>
                </c:pt>
                <c:pt idx="2681">
                  <c:v>28-09-2010</c:v>
                </c:pt>
                <c:pt idx="2682">
                  <c:v>29-09-2010</c:v>
                </c:pt>
                <c:pt idx="2683">
                  <c:v>30-09-2010</c:v>
                </c:pt>
                <c:pt idx="2684">
                  <c:v>01-10-2010</c:v>
                </c:pt>
                <c:pt idx="2685">
                  <c:v>04-10-2010</c:v>
                </c:pt>
                <c:pt idx="2686">
                  <c:v>05-10-2010</c:v>
                </c:pt>
                <c:pt idx="2687">
                  <c:v>06-10-2010</c:v>
                </c:pt>
                <c:pt idx="2688">
                  <c:v>07-10-2010</c:v>
                </c:pt>
                <c:pt idx="2689">
                  <c:v>08-10-2010</c:v>
                </c:pt>
                <c:pt idx="2690">
                  <c:v>11-10-2010</c:v>
                </c:pt>
                <c:pt idx="2691">
                  <c:v>12-10-2010</c:v>
                </c:pt>
                <c:pt idx="2692">
                  <c:v>13-10-2010</c:v>
                </c:pt>
                <c:pt idx="2693">
                  <c:v>14-10-2010</c:v>
                </c:pt>
                <c:pt idx="2694">
                  <c:v>15-10-2010</c:v>
                </c:pt>
                <c:pt idx="2695">
                  <c:v>18-10-2010</c:v>
                </c:pt>
                <c:pt idx="2696">
                  <c:v>19-10-2010</c:v>
                </c:pt>
                <c:pt idx="2697">
                  <c:v>20-10-2010</c:v>
                </c:pt>
                <c:pt idx="2698">
                  <c:v>21-10-2010</c:v>
                </c:pt>
                <c:pt idx="2699">
                  <c:v>22-10-2010</c:v>
                </c:pt>
                <c:pt idx="2700">
                  <c:v>25-10-2010</c:v>
                </c:pt>
                <c:pt idx="2701">
                  <c:v>26-10-2010</c:v>
                </c:pt>
                <c:pt idx="2702">
                  <c:v>27-10-2010</c:v>
                </c:pt>
                <c:pt idx="2703">
                  <c:v>28-10-2010</c:v>
                </c:pt>
                <c:pt idx="2704">
                  <c:v>29-10-2010</c:v>
                </c:pt>
                <c:pt idx="2705">
                  <c:v>01-11-2010</c:v>
                </c:pt>
                <c:pt idx="2706">
                  <c:v>02-11-2010</c:v>
                </c:pt>
                <c:pt idx="2707">
                  <c:v>03-11-2010</c:v>
                </c:pt>
                <c:pt idx="2708">
                  <c:v>04-11-2010</c:v>
                </c:pt>
                <c:pt idx="2709">
                  <c:v>05-11-2010</c:v>
                </c:pt>
                <c:pt idx="2710">
                  <c:v>08-11-2010</c:v>
                </c:pt>
                <c:pt idx="2711">
                  <c:v>09-11-2010</c:v>
                </c:pt>
                <c:pt idx="2712">
                  <c:v>10-11-2010</c:v>
                </c:pt>
                <c:pt idx="2713">
                  <c:v>11-11-2010</c:v>
                </c:pt>
                <c:pt idx="2714">
                  <c:v>12-11-2010</c:v>
                </c:pt>
                <c:pt idx="2715">
                  <c:v>15-11-2010</c:v>
                </c:pt>
                <c:pt idx="2716">
                  <c:v>16-11-2010</c:v>
                </c:pt>
                <c:pt idx="2717">
                  <c:v>18-11-2010</c:v>
                </c:pt>
                <c:pt idx="2718">
                  <c:v>19-11-2010</c:v>
                </c:pt>
                <c:pt idx="2719">
                  <c:v>22-11-2010</c:v>
                </c:pt>
                <c:pt idx="2720">
                  <c:v>23-11-2010</c:v>
                </c:pt>
                <c:pt idx="2721">
                  <c:v>24-11-2010</c:v>
                </c:pt>
                <c:pt idx="2722">
                  <c:v>25-11-2010</c:v>
                </c:pt>
                <c:pt idx="2723">
                  <c:v>26-11-2010</c:v>
                </c:pt>
                <c:pt idx="2724">
                  <c:v>29-11-2010</c:v>
                </c:pt>
                <c:pt idx="2725">
                  <c:v>30-11-2010</c:v>
                </c:pt>
                <c:pt idx="2726">
                  <c:v>01-12-2010</c:v>
                </c:pt>
                <c:pt idx="2727">
                  <c:v>02-12-2010</c:v>
                </c:pt>
                <c:pt idx="2728">
                  <c:v>03-12-2010</c:v>
                </c:pt>
                <c:pt idx="2729">
                  <c:v>06-12-2010</c:v>
                </c:pt>
                <c:pt idx="2730">
                  <c:v>07-12-2010</c:v>
                </c:pt>
                <c:pt idx="2731">
                  <c:v>08-12-2010</c:v>
                </c:pt>
                <c:pt idx="2732">
                  <c:v>09-12-2010</c:v>
                </c:pt>
                <c:pt idx="2733">
                  <c:v>10-12-2010</c:v>
                </c:pt>
                <c:pt idx="2734">
                  <c:v>13-12-2010</c:v>
                </c:pt>
                <c:pt idx="2735">
                  <c:v>14-12-2010</c:v>
                </c:pt>
                <c:pt idx="2736">
                  <c:v>15-12-2010</c:v>
                </c:pt>
                <c:pt idx="2737">
                  <c:v>16-12-2010</c:v>
                </c:pt>
                <c:pt idx="2738">
                  <c:v>20-12-2010</c:v>
                </c:pt>
                <c:pt idx="2739">
                  <c:v>21-12-2010</c:v>
                </c:pt>
                <c:pt idx="2740">
                  <c:v>22-12-2010</c:v>
                </c:pt>
                <c:pt idx="2741">
                  <c:v>23-12-2010</c:v>
                </c:pt>
                <c:pt idx="2742">
                  <c:v>24-12-2010</c:v>
                </c:pt>
                <c:pt idx="2743">
                  <c:v>27-12-2010</c:v>
                </c:pt>
                <c:pt idx="2744">
                  <c:v>28-12-2010</c:v>
                </c:pt>
                <c:pt idx="2745">
                  <c:v>29-12-2010</c:v>
                </c:pt>
                <c:pt idx="2746">
                  <c:v>30-12-2010</c:v>
                </c:pt>
                <c:pt idx="2747">
                  <c:v>31-12-2010</c:v>
                </c:pt>
                <c:pt idx="2748">
                  <c:v>03-01-2011</c:v>
                </c:pt>
                <c:pt idx="2749">
                  <c:v>04-01-2011</c:v>
                </c:pt>
                <c:pt idx="2750">
                  <c:v>05-01-2011</c:v>
                </c:pt>
                <c:pt idx="2751">
                  <c:v>06-01-2011</c:v>
                </c:pt>
                <c:pt idx="2752">
                  <c:v>07-01-2011</c:v>
                </c:pt>
                <c:pt idx="2753">
                  <c:v>10-01-2011</c:v>
                </c:pt>
                <c:pt idx="2754">
                  <c:v>11-01-2011</c:v>
                </c:pt>
                <c:pt idx="2755">
                  <c:v>12-01-2011</c:v>
                </c:pt>
                <c:pt idx="2756">
                  <c:v>13-01-2011</c:v>
                </c:pt>
                <c:pt idx="2757">
                  <c:v>14-01-2011</c:v>
                </c:pt>
                <c:pt idx="2758">
                  <c:v>17-01-2011</c:v>
                </c:pt>
                <c:pt idx="2759">
                  <c:v>18-01-2011</c:v>
                </c:pt>
                <c:pt idx="2760">
                  <c:v>19-01-2011</c:v>
                </c:pt>
                <c:pt idx="2761">
                  <c:v>20-01-2011</c:v>
                </c:pt>
                <c:pt idx="2762">
                  <c:v>21-01-2011</c:v>
                </c:pt>
                <c:pt idx="2763">
                  <c:v>24-01-2011</c:v>
                </c:pt>
                <c:pt idx="2764">
                  <c:v>25-01-2011</c:v>
                </c:pt>
                <c:pt idx="2765">
                  <c:v>27-01-2011</c:v>
                </c:pt>
                <c:pt idx="2766">
                  <c:v>28-01-2011</c:v>
                </c:pt>
                <c:pt idx="2767">
                  <c:v>31-01-2011</c:v>
                </c:pt>
                <c:pt idx="2768">
                  <c:v>01-02-2011</c:v>
                </c:pt>
                <c:pt idx="2769">
                  <c:v>02-02-2011</c:v>
                </c:pt>
                <c:pt idx="2770">
                  <c:v>03-02-2011</c:v>
                </c:pt>
                <c:pt idx="2771">
                  <c:v>04-02-2011</c:v>
                </c:pt>
                <c:pt idx="2772">
                  <c:v>07-02-2011</c:v>
                </c:pt>
                <c:pt idx="2773">
                  <c:v>08-02-2011</c:v>
                </c:pt>
                <c:pt idx="2774">
                  <c:v>09-02-2011</c:v>
                </c:pt>
                <c:pt idx="2775">
                  <c:v>10-02-2011</c:v>
                </c:pt>
                <c:pt idx="2776">
                  <c:v>11-02-2011</c:v>
                </c:pt>
                <c:pt idx="2777">
                  <c:v>14-02-2011</c:v>
                </c:pt>
                <c:pt idx="2778">
                  <c:v>15-02-2011</c:v>
                </c:pt>
                <c:pt idx="2779">
                  <c:v>16-02-2011</c:v>
                </c:pt>
                <c:pt idx="2780">
                  <c:v>17-02-2011</c:v>
                </c:pt>
                <c:pt idx="2781">
                  <c:v>18-02-2011</c:v>
                </c:pt>
                <c:pt idx="2782">
                  <c:v>21-02-2011</c:v>
                </c:pt>
                <c:pt idx="2783">
                  <c:v>22-02-2011</c:v>
                </c:pt>
                <c:pt idx="2784">
                  <c:v>23-02-2011</c:v>
                </c:pt>
                <c:pt idx="2785">
                  <c:v>24-02-2011</c:v>
                </c:pt>
                <c:pt idx="2786">
                  <c:v>25-02-2011</c:v>
                </c:pt>
                <c:pt idx="2787">
                  <c:v>28-02-2011</c:v>
                </c:pt>
                <c:pt idx="2788">
                  <c:v>01-03-2011</c:v>
                </c:pt>
                <c:pt idx="2789">
                  <c:v>03-03-2011</c:v>
                </c:pt>
                <c:pt idx="2790">
                  <c:v>04-03-2011</c:v>
                </c:pt>
                <c:pt idx="2791">
                  <c:v>07-03-2011</c:v>
                </c:pt>
                <c:pt idx="2792">
                  <c:v>08-03-2011</c:v>
                </c:pt>
                <c:pt idx="2793">
                  <c:v>09-03-2011</c:v>
                </c:pt>
                <c:pt idx="2794">
                  <c:v>10-03-2011</c:v>
                </c:pt>
                <c:pt idx="2795">
                  <c:v>11-03-2011</c:v>
                </c:pt>
                <c:pt idx="2796">
                  <c:v>14-03-2011</c:v>
                </c:pt>
                <c:pt idx="2797">
                  <c:v>15-03-2011</c:v>
                </c:pt>
                <c:pt idx="2798">
                  <c:v>16-03-2011</c:v>
                </c:pt>
                <c:pt idx="2799">
                  <c:v>17-03-2011</c:v>
                </c:pt>
                <c:pt idx="2800">
                  <c:v>18-03-2011</c:v>
                </c:pt>
                <c:pt idx="2801">
                  <c:v>21-03-2011</c:v>
                </c:pt>
                <c:pt idx="2802">
                  <c:v>22-03-2011</c:v>
                </c:pt>
                <c:pt idx="2803">
                  <c:v>23-03-2011</c:v>
                </c:pt>
                <c:pt idx="2804">
                  <c:v>24-03-2011</c:v>
                </c:pt>
                <c:pt idx="2805">
                  <c:v>25-03-2011</c:v>
                </c:pt>
                <c:pt idx="2806">
                  <c:v>28-03-2011</c:v>
                </c:pt>
                <c:pt idx="2807">
                  <c:v>29-03-2011</c:v>
                </c:pt>
                <c:pt idx="2808">
                  <c:v>30-03-2011</c:v>
                </c:pt>
                <c:pt idx="2809">
                  <c:v>31-03-2011</c:v>
                </c:pt>
                <c:pt idx="2810">
                  <c:v>01-04-2011</c:v>
                </c:pt>
                <c:pt idx="2811">
                  <c:v>04-04-2011</c:v>
                </c:pt>
                <c:pt idx="2812">
                  <c:v>05-04-2011</c:v>
                </c:pt>
                <c:pt idx="2813">
                  <c:v>06-04-2011</c:v>
                </c:pt>
                <c:pt idx="2814">
                  <c:v>07-04-2011</c:v>
                </c:pt>
                <c:pt idx="2815">
                  <c:v>08-04-2011</c:v>
                </c:pt>
                <c:pt idx="2816">
                  <c:v>11-04-2011</c:v>
                </c:pt>
                <c:pt idx="2817">
                  <c:v>13-04-2011</c:v>
                </c:pt>
                <c:pt idx="2818">
                  <c:v>15-04-2011</c:v>
                </c:pt>
                <c:pt idx="2819">
                  <c:v>18-04-2011</c:v>
                </c:pt>
                <c:pt idx="2820">
                  <c:v>19-04-2011</c:v>
                </c:pt>
                <c:pt idx="2821">
                  <c:v>20-04-2011</c:v>
                </c:pt>
                <c:pt idx="2822">
                  <c:v>21-04-2011</c:v>
                </c:pt>
                <c:pt idx="2823">
                  <c:v>25-04-2011</c:v>
                </c:pt>
                <c:pt idx="2824">
                  <c:v>26-04-2011</c:v>
                </c:pt>
                <c:pt idx="2825">
                  <c:v>27-04-2011</c:v>
                </c:pt>
                <c:pt idx="2826">
                  <c:v>28-04-2011</c:v>
                </c:pt>
                <c:pt idx="2827">
                  <c:v>29-04-2011</c:v>
                </c:pt>
                <c:pt idx="2828">
                  <c:v>02-05-2011</c:v>
                </c:pt>
                <c:pt idx="2829">
                  <c:v>03-05-2011</c:v>
                </c:pt>
                <c:pt idx="2830">
                  <c:v>04-05-2011</c:v>
                </c:pt>
                <c:pt idx="2831">
                  <c:v>05-05-2011</c:v>
                </c:pt>
                <c:pt idx="2832">
                  <c:v>06-05-2011</c:v>
                </c:pt>
                <c:pt idx="2833">
                  <c:v>09-05-2011</c:v>
                </c:pt>
                <c:pt idx="2834">
                  <c:v>10-05-2011</c:v>
                </c:pt>
                <c:pt idx="2835">
                  <c:v>11-05-2011</c:v>
                </c:pt>
                <c:pt idx="2836">
                  <c:v>12-05-2011</c:v>
                </c:pt>
                <c:pt idx="2837">
                  <c:v>13-05-2011</c:v>
                </c:pt>
                <c:pt idx="2838">
                  <c:v>16-05-2011</c:v>
                </c:pt>
                <c:pt idx="2839">
                  <c:v>17-05-2011</c:v>
                </c:pt>
                <c:pt idx="2840">
                  <c:v>18-05-2011</c:v>
                </c:pt>
                <c:pt idx="2841">
                  <c:v>19-05-2011</c:v>
                </c:pt>
                <c:pt idx="2842">
                  <c:v>20-05-2011</c:v>
                </c:pt>
                <c:pt idx="2843">
                  <c:v>23-05-2011</c:v>
                </c:pt>
                <c:pt idx="2844">
                  <c:v>24-05-2011</c:v>
                </c:pt>
                <c:pt idx="2845">
                  <c:v>25-05-2011</c:v>
                </c:pt>
                <c:pt idx="2846">
                  <c:v>26-05-2011</c:v>
                </c:pt>
                <c:pt idx="2847">
                  <c:v>27-05-2011</c:v>
                </c:pt>
                <c:pt idx="2848">
                  <c:v>30-05-2011</c:v>
                </c:pt>
                <c:pt idx="2849">
                  <c:v>31-05-2011</c:v>
                </c:pt>
                <c:pt idx="2850">
                  <c:v>01-06-2011</c:v>
                </c:pt>
                <c:pt idx="2851">
                  <c:v>02-06-2011</c:v>
                </c:pt>
                <c:pt idx="2852">
                  <c:v>03-06-2011</c:v>
                </c:pt>
                <c:pt idx="2853">
                  <c:v>06-06-2011</c:v>
                </c:pt>
                <c:pt idx="2854">
                  <c:v>07-06-2011</c:v>
                </c:pt>
                <c:pt idx="2855">
                  <c:v>08-06-2011</c:v>
                </c:pt>
                <c:pt idx="2856">
                  <c:v>09-06-2011</c:v>
                </c:pt>
                <c:pt idx="2857">
                  <c:v>10-06-2011</c:v>
                </c:pt>
                <c:pt idx="2858">
                  <c:v>13-06-2011</c:v>
                </c:pt>
                <c:pt idx="2859">
                  <c:v>14-06-2011</c:v>
                </c:pt>
                <c:pt idx="2860">
                  <c:v>15-06-2011</c:v>
                </c:pt>
                <c:pt idx="2861">
                  <c:v>16-06-2011</c:v>
                </c:pt>
                <c:pt idx="2862">
                  <c:v>17-06-2011</c:v>
                </c:pt>
                <c:pt idx="2863">
                  <c:v>20-06-2011</c:v>
                </c:pt>
                <c:pt idx="2864">
                  <c:v>21-06-2011</c:v>
                </c:pt>
                <c:pt idx="2865">
                  <c:v>22-06-2011</c:v>
                </c:pt>
                <c:pt idx="2866">
                  <c:v>23-06-2011</c:v>
                </c:pt>
                <c:pt idx="2867">
                  <c:v>24-06-2011</c:v>
                </c:pt>
                <c:pt idx="2868">
                  <c:v>27-06-2011</c:v>
                </c:pt>
                <c:pt idx="2869">
                  <c:v>28-06-2011</c:v>
                </c:pt>
                <c:pt idx="2870">
                  <c:v>29-06-2011</c:v>
                </c:pt>
                <c:pt idx="2871">
                  <c:v>30-06-2011</c:v>
                </c:pt>
                <c:pt idx="2872">
                  <c:v>01-07-2011</c:v>
                </c:pt>
                <c:pt idx="2873">
                  <c:v>04-07-2011</c:v>
                </c:pt>
                <c:pt idx="2874">
                  <c:v>05-07-2011</c:v>
                </c:pt>
                <c:pt idx="2875">
                  <c:v>06-07-2011</c:v>
                </c:pt>
                <c:pt idx="2876">
                  <c:v>07-07-2011</c:v>
                </c:pt>
                <c:pt idx="2877">
                  <c:v>08-07-2011</c:v>
                </c:pt>
                <c:pt idx="2878">
                  <c:v>11-07-2011</c:v>
                </c:pt>
                <c:pt idx="2879">
                  <c:v>12-07-2011</c:v>
                </c:pt>
                <c:pt idx="2880">
                  <c:v>13-07-2011</c:v>
                </c:pt>
                <c:pt idx="2881">
                  <c:v>14-07-2011</c:v>
                </c:pt>
                <c:pt idx="2882">
                  <c:v>15-07-2011</c:v>
                </c:pt>
                <c:pt idx="2883">
                  <c:v>18-07-2011</c:v>
                </c:pt>
                <c:pt idx="2884">
                  <c:v>19-07-2011</c:v>
                </c:pt>
                <c:pt idx="2885">
                  <c:v>20-07-2011</c:v>
                </c:pt>
                <c:pt idx="2886">
                  <c:v>21-07-2011</c:v>
                </c:pt>
                <c:pt idx="2887">
                  <c:v>22-07-2011</c:v>
                </c:pt>
                <c:pt idx="2888">
                  <c:v>25-07-2011</c:v>
                </c:pt>
                <c:pt idx="2889">
                  <c:v>26-07-2011</c:v>
                </c:pt>
                <c:pt idx="2890">
                  <c:v>27-07-2011</c:v>
                </c:pt>
                <c:pt idx="2891">
                  <c:v>28-07-2011</c:v>
                </c:pt>
                <c:pt idx="2892">
                  <c:v>29-07-2011</c:v>
                </c:pt>
                <c:pt idx="2893">
                  <c:v>01-08-2011</c:v>
                </c:pt>
                <c:pt idx="2894">
                  <c:v>02-08-2011</c:v>
                </c:pt>
                <c:pt idx="2895">
                  <c:v>03-08-2011</c:v>
                </c:pt>
                <c:pt idx="2896">
                  <c:v>04-08-2011</c:v>
                </c:pt>
                <c:pt idx="2897">
                  <c:v>05-08-2011</c:v>
                </c:pt>
                <c:pt idx="2898">
                  <c:v>08-08-2011</c:v>
                </c:pt>
                <c:pt idx="2899">
                  <c:v>09-08-2011</c:v>
                </c:pt>
                <c:pt idx="2900">
                  <c:v>10-08-2011</c:v>
                </c:pt>
                <c:pt idx="2901">
                  <c:v>11-08-2011</c:v>
                </c:pt>
                <c:pt idx="2902">
                  <c:v>12-08-2011</c:v>
                </c:pt>
                <c:pt idx="2903">
                  <c:v>16-08-2011</c:v>
                </c:pt>
                <c:pt idx="2904">
                  <c:v>17-08-2011</c:v>
                </c:pt>
                <c:pt idx="2905">
                  <c:v>18-08-2011</c:v>
                </c:pt>
                <c:pt idx="2906">
                  <c:v>19-08-2011</c:v>
                </c:pt>
                <c:pt idx="2907">
                  <c:v>22-08-2011</c:v>
                </c:pt>
                <c:pt idx="2908">
                  <c:v>23-08-2011</c:v>
                </c:pt>
                <c:pt idx="2909">
                  <c:v>24-08-2011</c:v>
                </c:pt>
                <c:pt idx="2910">
                  <c:v>25-08-2011</c:v>
                </c:pt>
                <c:pt idx="2911">
                  <c:v>26-08-2011</c:v>
                </c:pt>
                <c:pt idx="2912">
                  <c:v>29-08-2011</c:v>
                </c:pt>
                <c:pt idx="2913">
                  <c:v>30-08-2011</c:v>
                </c:pt>
                <c:pt idx="2914">
                  <c:v>02-09-2011</c:v>
                </c:pt>
                <c:pt idx="2915">
                  <c:v>05-09-2011</c:v>
                </c:pt>
                <c:pt idx="2916">
                  <c:v>06-09-2011</c:v>
                </c:pt>
                <c:pt idx="2917">
                  <c:v>07-09-2011</c:v>
                </c:pt>
                <c:pt idx="2918">
                  <c:v>08-09-2011</c:v>
                </c:pt>
                <c:pt idx="2919">
                  <c:v>09-09-2011</c:v>
                </c:pt>
                <c:pt idx="2920">
                  <c:v>12-09-2011</c:v>
                </c:pt>
                <c:pt idx="2921">
                  <c:v>13-09-2011</c:v>
                </c:pt>
                <c:pt idx="2922">
                  <c:v>14-09-2011</c:v>
                </c:pt>
                <c:pt idx="2923">
                  <c:v>15-09-2011</c:v>
                </c:pt>
                <c:pt idx="2924">
                  <c:v>16-09-2011</c:v>
                </c:pt>
                <c:pt idx="2925">
                  <c:v>19-09-2011</c:v>
                </c:pt>
                <c:pt idx="2926">
                  <c:v>20-09-2011</c:v>
                </c:pt>
                <c:pt idx="2927">
                  <c:v>21-09-2011</c:v>
                </c:pt>
                <c:pt idx="2928">
                  <c:v>22-09-2011</c:v>
                </c:pt>
                <c:pt idx="2929">
                  <c:v>23-09-2011</c:v>
                </c:pt>
                <c:pt idx="2930">
                  <c:v>26-09-2011</c:v>
                </c:pt>
                <c:pt idx="2931">
                  <c:v>27-09-2011</c:v>
                </c:pt>
                <c:pt idx="2932">
                  <c:v>28-09-2011</c:v>
                </c:pt>
                <c:pt idx="2933">
                  <c:v>29-09-2011</c:v>
                </c:pt>
                <c:pt idx="2934">
                  <c:v>30-09-2011</c:v>
                </c:pt>
                <c:pt idx="2935">
                  <c:v>03-10-2011</c:v>
                </c:pt>
                <c:pt idx="2936">
                  <c:v>04-10-2011</c:v>
                </c:pt>
                <c:pt idx="2937">
                  <c:v>05-10-2011</c:v>
                </c:pt>
                <c:pt idx="2938">
                  <c:v>07-10-2011</c:v>
                </c:pt>
                <c:pt idx="2939">
                  <c:v>10-10-2011</c:v>
                </c:pt>
                <c:pt idx="2940">
                  <c:v>11-10-2011</c:v>
                </c:pt>
                <c:pt idx="2941">
                  <c:v>12-10-2011</c:v>
                </c:pt>
                <c:pt idx="2942">
                  <c:v>13-10-2011</c:v>
                </c:pt>
                <c:pt idx="2943">
                  <c:v>14-10-2011</c:v>
                </c:pt>
                <c:pt idx="2944">
                  <c:v>17-10-2011</c:v>
                </c:pt>
                <c:pt idx="2945">
                  <c:v>18-10-2011</c:v>
                </c:pt>
                <c:pt idx="2946">
                  <c:v>19-10-2011</c:v>
                </c:pt>
                <c:pt idx="2947">
                  <c:v>20-10-2011</c:v>
                </c:pt>
                <c:pt idx="2948">
                  <c:v>21-10-2011</c:v>
                </c:pt>
                <c:pt idx="2949">
                  <c:v>24-10-2011</c:v>
                </c:pt>
                <c:pt idx="2950">
                  <c:v>25-10-2011</c:v>
                </c:pt>
                <c:pt idx="2951">
                  <c:v>26-10-2011</c:v>
                </c:pt>
                <c:pt idx="2952">
                  <c:v>28-10-2011</c:v>
                </c:pt>
                <c:pt idx="2953">
                  <c:v>31-10-2011</c:v>
                </c:pt>
                <c:pt idx="2954">
                  <c:v>01-11-2011</c:v>
                </c:pt>
                <c:pt idx="2955">
                  <c:v>02-11-2011</c:v>
                </c:pt>
                <c:pt idx="2956">
                  <c:v>03-11-2011</c:v>
                </c:pt>
                <c:pt idx="2957">
                  <c:v>04-11-2011</c:v>
                </c:pt>
                <c:pt idx="2958">
                  <c:v>08-11-2011</c:v>
                </c:pt>
                <c:pt idx="2959">
                  <c:v>09-11-2011</c:v>
                </c:pt>
                <c:pt idx="2960">
                  <c:v>11-11-2011</c:v>
                </c:pt>
                <c:pt idx="2961">
                  <c:v>14-11-2011</c:v>
                </c:pt>
                <c:pt idx="2962">
                  <c:v>15-11-2011</c:v>
                </c:pt>
                <c:pt idx="2963">
                  <c:v>16-11-2011</c:v>
                </c:pt>
                <c:pt idx="2964">
                  <c:v>17-11-2011</c:v>
                </c:pt>
                <c:pt idx="2965">
                  <c:v>18-11-2011</c:v>
                </c:pt>
                <c:pt idx="2966">
                  <c:v>21-11-2011</c:v>
                </c:pt>
                <c:pt idx="2967">
                  <c:v>22-11-2011</c:v>
                </c:pt>
                <c:pt idx="2968">
                  <c:v>23-11-2011</c:v>
                </c:pt>
                <c:pt idx="2969">
                  <c:v>24-11-2011</c:v>
                </c:pt>
                <c:pt idx="2970">
                  <c:v>25-11-2011</c:v>
                </c:pt>
                <c:pt idx="2971">
                  <c:v>28-11-2011</c:v>
                </c:pt>
                <c:pt idx="2972">
                  <c:v>29-11-2011</c:v>
                </c:pt>
                <c:pt idx="2973">
                  <c:v>30-11-2011</c:v>
                </c:pt>
                <c:pt idx="2974">
                  <c:v>01-12-2011</c:v>
                </c:pt>
                <c:pt idx="2975">
                  <c:v>02-12-2011</c:v>
                </c:pt>
                <c:pt idx="2976">
                  <c:v>05-12-2011</c:v>
                </c:pt>
                <c:pt idx="2977">
                  <c:v>07-12-2011</c:v>
                </c:pt>
                <c:pt idx="2978">
                  <c:v>08-12-2011</c:v>
                </c:pt>
                <c:pt idx="2979">
                  <c:v>09-12-2011</c:v>
                </c:pt>
                <c:pt idx="2980">
                  <c:v>12-12-2011</c:v>
                </c:pt>
                <c:pt idx="2981">
                  <c:v>13-12-2011</c:v>
                </c:pt>
                <c:pt idx="2982">
                  <c:v>14-12-2011</c:v>
                </c:pt>
                <c:pt idx="2983">
                  <c:v>15-12-2011</c:v>
                </c:pt>
                <c:pt idx="2984">
                  <c:v>16-12-2011</c:v>
                </c:pt>
                <c:pt idx="2985">
                  <c:v>19-12-2011</c:v>
                </c:pt>
                <c:pt idx="2986">
                  <c:v>20-12-2011</c:v>
                </c:pt>
                <c:pt idx="2987">
                  <c:v>21-12-2011</c:v>
                </c:pt>
                <c:pt idx="2988">
                  <c:v>22-12-2011</c:v>
                </c:pt>
                <c:pt idx="2989">
                  <c:v>23-12-2011</c:v>
                </c:pt>
                <c:pt idx="2990">
                  <c:v>26-12-2011</c:v>
                </c:pt>
                <c:pt idx="2991">
                  <c:v>27-12-2011</c:v>
                </c:pt>
                <c:pt idx="2992">
                  <c:v>28-12-2011</c:v>
                </c:pt>
                <c:pt idx="2993">
                  <c:v>29-12-2011</c:v>
                </c:pt>
                <c:pt idx="2994">
                  <c:v>30-12-2011</c:v>
                </c:pt>
                <c:pt idx="2995">
                  <c:v>02-01-2012</c:v>
                </c:pt>
                <c:pt idx="2996">
                  <c:v>03-01-2012</c:v>
                </c:pt>
                <c:pt idx="2997">
                  <c:v>04-01-2012</c:v>
                </c:pt>
                <c:pt idx="2998">
                  <c:v>05-01-2012</c:v>
                </c:pt>
                <c:pt idx="2999">
                  <c:v>06-01-2012</c:v>
                </c:pt>
                <c:pt idx="3000">
                  <c:v>07-01-2012</c:v>
                </c:pt>
                <c:pt idx="3001">
                  <c:v>09-01-2012</c:v>
                </c:pt>
                <c:pt idx="3002">
                  <c:v>10-01-2012</c:v>
                </c:pt>
                <c:pt idx="3003">
                  <c:v>11-01-2012</c:v>
                </c:pt>
                <c:pt idx="3004">
                  <c:v>12-01-2012</c:v>
                </c:pt>
                <c:pt idx="3005">
                  <c:v>13-01-2012</c:v>
                </c:pt>
                <c:pt idx="3006">
                  <c:v>16-01-2012</c:v>
                </c:pt>
                <c:pt idx="3007">
                  <c:v>17-01-2012</c:v>
                </c:pt>
                <c:pt idx="3008">
                  <c:v>18-01-2012</c:v>
                </c:pt>
                <c:pt idx="3009">
                  <c:v>19-01-2012</c:v>
                </c:pt>
                <c:pt idx="3010">
                  <c:v>20-01-2012</c:v>
                </c:pt>
                <c:pt idx="3011">
                  <c:v>23-01-2012</c:v>
                </c:pt>
                <c:pt idx="3012">
                  <c:v>24-01-2012</c:v>
                </c:pt>
                <c:pt idx="3013">
                  <c:v>25-01-2012</c:v>
                </c:pt>
                <c:pt idx="3014">
                  <c:v>27-01-2012</c:v>
                </c:pt>
                <c:pt idx="3015">
                  <c:v>30-01-2012</c:v>
                </c:pt>
                <c:pt idx="3016">
                  <c:v>31-01-2012</c:v>
                </c:pt>
                <c:pt idx="3017">
                  <c:v>01-02-2012</c:v>
                </c:pt>
                <c:pt idx="3018">
                  <c:v>02-02-2012</c:v>
                </c:pt>
                <c:pt idx="3019">
                  <c:v>03-02-2012</c:v>
                </c:pt>
                <c:pt idx="3020">
                  <c:v>06-02-2012</c:v>
                </c:pt>
                <c:pt idx="3021">
                  <c:v>07-02-2012</c:v>
                </c:pt>
                <c:pt idx="3022">
                  <c:v>08-02-2012</c:v>
                </c:pt>
                <c:pt idx="3023">
                  <c:v>09-02-2012</c:v>
                </c:pt>
                <c:pt idx="3024">
                  <c:v>10-02-2012</c:v>
                </c:pt>
                <c:pt idx="3025">
                  <c:v>13-02-2012</c:v>
                </c:pt>
                <c:pt idx="3026">
                  <c:v>14-02-2012</c:v>
                </c:pt>
                <c:pt idx="3027">
                  <c:v>15-02-2012</c:v>
                </c:pt>
                <c:pt idx="3028">
                  <c:v>16-02-2012</c:v>
                </c:pt>
                <c:pt idx="3029">
                  <c:v>17-02-2012</c:v>
                </c:pt>
                <c:pt idx="3030">
                  <c:v>21-02-2012</c:v>
                </c:pt>
                <c:pt idx="3031">
                  <c:v>22-02-2012</c:v>
                </c:pt>
                <c:pt idx="3032">
                  <c:v>23-02-2012</c:v>
                </c:pt>
                <c:pt idx="3033">
                  <c:v>24-02-2012</c:v>
                </c:pt>
                <c:pt idx="3034">
                  <c:v>27-02-2012</c:v>
                </c:pt>
                <c:pt idx="3035">
                  <c:v>28-02-2012</c:v>
                </c:pt>
                <c:pt idx="3036">
                  <c:v>29-02-2012</c:v>
                </c:pt>
                <c:pt idx="3037">
                  <c:v>01-03-2012</c:v>
                </c:pt>
                <c:pt idx="3038">
                  <c:v>02-03-2012</c:v>
                </c:pt>
                <c:pt idx="3039">
                  <c:v>03-03-2012</c:v>
                </c:pt>
                <c:pt idx="3040">
                  <c:v>05-03-2012</c:v>
                </c:pt>
                <c:pt idx="3041">
                  <c:v>06-03-2012</c:v>
                </c:pt>
                <c:pt idx="3042">
                  <c:v>07-03-2012</c:v>
                </c:pt>
                <c:pt idx="3043">
                  <c:v>09-03-2012</c:v>
                </c:pt>
                <c:pt idx="3044">
                  <c:v>12-03-2012</c:v>
                </c:pt>
                <c:pt idx="3045">
                  <c:v>13-03-2012</c:v>
                </c:pt>
                <c:pt idx="3046">
                  <c:v>14-03-2012</c:v>
                </c:pt>
                <c:pt idx="3047">
                  <c:v>15-03-2012</c:v>
                </c:pt>
                <c:pt idx="3048">
                  <c:v>16-03-2012</c:v>
                </c:pt>
                <c:pt idx="3049">
                  <c:v>19-03-2012</c:v>
                </c:pt>
                <c:pt idx="3050">
                  <c:v>20-03-2012</c:v>
                </c:pt>
                <c:pt idx="3051">
                  <c:v>21-03-2012</c:v>
                </c:pt>
                <c:pt idx="3052">
                  <c:v>22-03-2012</c:v>
                </c:pt>
                <c:pt idx="3053">
                  <c:v>23-03-2012</c:v>
                </c:pt>
                <c:pt idx="3054">
                  <c:v>26-03-2012</c:v>
                </c:pt>
                <c:pt idx="3055">
                  <c:v>27-03-2012</c:v>
                </c:pt>
                <c:pt idx="3056">
                  <c:v>28-03-2012</c:v>
                </c:pt>
                <c:pt idx="3057">
                  <c:v>29-03-2012</c:v>
                </c:pt>
                <c:pt idx="3058">
                  <c:v>30-03-2012</c:v>
                </c:pt>
                <c:pt idx="3059">
                  <c:v>02-04-2012</c:v>
                </c:pt>
                <c:pt idx="3060">
                  <c:v>03-04-2012</c:v>
                </c:pt>
                <c:pt idx="3061">
                  <c:v>04-04-2012</c:v>
                </c:pt>
                <c:pt idx="3062">
                  <c:v>09-04-2012</c:v>
                </c:pt>
                <c:pt idx="3063">
                  <c:v>10-04-2012</c:v>
                </c:pt>
                <c:pt idx="3064">
                  <c:v>11-04-2012</c:v>
                </c:pt>
                <c:pt idx="3065">
                  <c:v>12-04-2012</c:v>
                </c:pt>
                <c:pt idx="3066">
                  <c:v>13-04-2012</c:v>
                </c:pt>
                <c:pt idx="3067">
                  <c:v>16-04-2012</c:v>
                </c:pt>
                <c:pt idx="3068">
                  <c:v>17-04-2012</c:v>
                </c:pt>
                <c:pt idx="3069">
                  <c:v>18-04-2012</c:v>
                </c:pt>
                <c:pt idx="3070">
                  <c:v>19-04-2012</c:v>
                </c:pt>
                <c:pt idx="3071">
                  <c:v>20-04-2012</c:v>
                </c:pt>
                <c:pt idx="3072">
                  <c:v>23-04-2012</c:v>
                </c:pt>
                <c:pt idx="3073">
                  <c:v>24-04-2012</c:v>
                </c:pt>
                <c:pt idx="3074">
                  <c:v>25-04-2012</c:v>
                </c:pt>
                <c:pt idx="3075">
                  <c:v>26-04-2012</c:v>
                </c:pt>
                <c:pt idx="3076">
                  <c:v>27-04-2012</c:v>
                </c:pt>
                <c:pt idx="3077">
                  <c:v>28-04-2012</c:v>
                </c:pt>
                <c:pt idx="3078">
                  <c:v>30-04-2012</c:v>
                </c:pt>
                <c:pt idx="3079">
                  <c:v>02-05-2012</c:v>
                </c:pt>
                <c:pt idx="3080">
                  <c:v>03-05-2012</c:v>
                </c:pt>
                <c:pt idx="3081">
                  <c:v>04-05-2012</c:v>
                </c:pt>
                <c:pt idx="3082">
                  <c:v>07-05-2012</c:v>
                </c:pt>
                <c:pt idx="3083">
                  <c:v>08-05-2012</c:v>
                </c:pt>
                <c:pt idx="3084">
                  <c:v>09-05-2012</c:v>
                </c:pt>
                <c:pt idx="3085">
                  <c:v>10-05-2012</c:v>
                </c:pt>
                <c:pt idx="3086">
                  <c:v>11-05-2012</c:v>
                </c:pt>
                <c:pt idx="3087">
                  <c:v>14-05-2012</c:v>
                </c:pt>
                <c:pt idx="3088">
                  <c:v>15-05-2012</c:v>
                </c:pt>
                <c:pt idx="3089">
                  <c:v>16-05-2012</c:v>
                </c:pt>
                <c:pt idx="3090">
                  <c:v>17-05-2012</c:v>
                </c:pt>
                <c:pt idx="3091">
                  <c:v>18-05-2012</c:v>
                </c:pt>
                <c:pt idx="3092">
                  <c:v>21-05-2012</c:v>
                </c:pt>
                <c:pt idx="3093">
                  <c:v>22-05-2012</c:v>
                </c:pt>
                <c:pt idx="3094">
                  <c:v>23-05-2012</c:v>
                </c:pt>
                <c:pt idx="3095">
                  <c:v>24-05-2012</c:v>
                </c:pt>
                <c:pt idx="3096">
                  <c:v>25-05-2012</c:v>
                </c:pt>
                <c:pt idx="3097">
                  <c:v>28-05-2012</c:v>
                </c:pt>
                <c:pt idx="3098">
                  <c:v>29-05-2012</c:v>
                </c:pt>
                <c:pt idx="3099">
                  <c:v>30-05-2012</c:v>
                </c:pt>
                <c:pt idx="3100">
                  <c:v>31-05-2012</c:v>
                </c:pt>
                <c:pt idx="3101">
                  <c:v>01-06-2012</c:v>
                </c:pt>
                <c:pt idx="3102">
                  <c:v>04-06-2012</c:v>
                </c:pt>
                <c:pt idx="3103">
                  <c:v>05-06-2012</c:v>
                </c:pt>
                <c:pt idx="3104">
                  <c:v>06-06-2012</c:v>
                </c:pt>
                <c:pt idx="3105">
                  <c:v>07-06-2012</c:v>
                </c:pt>
                <c:pt idx="3106">
                  <c:v>08-06-2012</c:v>
                </c:pt>
                <c:pt idx="3107">
                  <c:v>11-06-2012</c:v>
                </c:pt>
                <c:pt idx="3108">
                  <c:v>12-06-2012</c:v>
                </c:pt>
                <c:pt idx="3109">
                  <c:v>13-06-2012</c:v>
                </c:pt>
                <c:pt idx="3110">
                  <c:v>14-06-2012</c:v>
                </c:pt>
                <c:pt idx="3111">
                  <c:v>15-06-2012</c:v>
                </c:pt>
                <c:pt idx="3112">
                  <c:v>18-06-2012</c:v>
                </c:pt>
                <c:pt idx="3113">
                  <c:v>19-06-2012</c:v>
                </c:pt>
                <c:pt idx="3114">
                  <c:v>20-06-2012</c:v>
                </c:pt>
                <c:pt idx="3115">
                  <c:v>21-06-2012</c:v>
                </c:pt>
                <c:pt idx="3116">
                  <c:v>22-06-2012</c:v>
                </c:pt>
                <c:pt idx="3117">
                  <c:v>25-06-2012</c:v>
                </c:pt>
                <c:pt idx="3118">
                  <c:v>26-06-2012</c:v>
                </c:pt>
                <c:pt idx="3119">
                  <c:v>27-06-2012</c:v>
                </c:pt>
                <c:pt idx="3120">
                  <c:v>28-06-2012</c:v>
                </c:pt>
                <c:pt idx="3121">
                  <c:v>29-06-2012</c:v>
                </c:pt>
                <c:pt idx="3122">
                  <c:v>02-07-2012</c:v>
                </c:pt>
                <c:pt idx="3123">
                  <c:v>03-07-2012</c:v>
                </c:pt>
                <c:pt idx="3124">
                  <c:v>04-07-2012</c:v>
                </c:pt>
                <c:pt idx="3125">
                  <c:v>05-07-2012</c:v>
                </c:pt>
                <c:pt idx="3126">
                  <c:v>06-07-2012</c:v>
                </c:pt>
                <c:pt idx="3127">
                  <c:v>09-07-2012</c:v>
                </c:pt>
                <c:pt idx="3128">
                  <c:v>10-07-2012</c:v>
                </c:pt>
                <c:pt idx="3129">
                  <c:v>11-07-2012</c:v>
                </c:pt>
                <c:pt idx="3130">
                  <c:v>12-07-2012</c:v>
                </c:pt>
                <c:pt idx="3131">
                  <c:v>13-07-2012</c:v>
                </c:pt>
                <c:pt idx="3132">
                  <c:v>16-07-2012</c:v>
                </c:pt>
                <c:pt idx="3133">
                  <c:v>17-07-2012</c:v>
                </c:pt>
                <c:pt idx="3134">
                  <c:v>18-07-2012</c:v>
                </c:pt>
                <c:pt idx="3135">
                  <c:v>19-07-2012</c:v>
                </c:pt>
                <c:pt idx="3136">
                  <c:v>20-07-2012</c:v>
                </c:pt>
                <c:pt idx="3137">
                  <c:v>23-07-2012</c:v>
                </c:pt>
                <c:pt idx="3138">
                  <c:v>24-07-2012</c:v>
                </c:pt>
                <c:pt idx="3139">
                  <c:v>25-07-2012</c:v>
                </c:pt>
                <c:pt idx="3140">
                  <c:v>26-07-2012</c:v>
                </c:pt>
                <c:pt idx="3141">
                  <c:v>27-07-2012</c:v>
                </c:pt>
                <c:pt idx="3142">
                  <c:v>30-07-2012</c:v>
                </c:pt>
                <c:pt idx="3143">
                  <c:v>31-07-2012</c:v>
                </c:pt>
                <c:pt idx="3144">
                  <c:v>01-08-2012</c:v>
                </c:pt>
                <c:pt idx="3145">
                  <c:v>02-08-2012</c:v>
                </c:pt>
                <c:pt idx="3146">
                  <c:v>03-08-2012</c:v>
                </c:pt>
                <c:pt idx="3147">
                  <c:v>06-08-2012</c:v>
                </c:pt>
                <c:pt idx="3148">
                  <c:v>07-08-2012</c:v>
                </c:pt>
                <c:pt idx="3149">
                  <c:v>08-08-2012</c:v>
                </c:pt>
                <c:pt idx="3150">
                  <c:v>09-08-2012</c:v>
                </c:pt>
                <c:pt idx="3151">
                  <c:v>10-08-2012</c:v>
                </c:pt>
                <c:pt idx="3152">
                  <c:v>13-08-2012</c:v>
                </c:pt>
                <c:pt idx="3153">
                  <c:v>14-08-2012</c:v>
                </c:pt>
                <c:pt idx="3154">
                  <c:v>16-08-2012</c:v>
                </c:pt>
                <c:pt idx="3155">
                  <c:v>17-08-2012</c:v>
                </c:pt>
                <c:pt idx="3156">
                  <c:v>21-08-2012</c:v>
                </c:pt>
                <c:pt idx="3157">
                  <c:v>22-08-2012</c:v>
                </c:pt>
                <c:pt idx="3158">
                  <c:v>23-08-2012</c:v>
                </c:pt>
                <c:pt idx="3159">
                  <c:v>24-08-2012</c:v>
                </c:pt>
                <c:pt idx="3160">
                  <c:v>27-08-2012</c:v>
                </c:pt>
                <c:pt idx="3161">
                  <c:v>28-08-2012</c:v>
                </c:pt>
                <c:pt idx="3162">
                  <c:v>29-08-2012</c:v>
                </c:pt>
                <c:pt idx="3163">
                  <c:v>30-08-2012</c:v>
                </c:pt>
                <c:pt idx="3164">
                  <c:v>31-08-2012</c:v>
                </c:pt>
                <c:pt idx="3165">
                  <c:v>03-09-2012</c:v>
                </c:pt>
                <c:pt idx="3166">
                  <c:v>04-09-2012</c:v>
                </c:pt>
                <c:pt idx="3167">
                  <c:v>05-09-2012</c:v>
                </c:pt>
                <c:pt idx="3168">
                  <c:v>06-09-2012</c:v>
                </c:pt>
                <c:pt idx="3169">
                  <c:v>07-09-2012</c:v>
                </c:pt>
                <c:pt idx="3170">
                  <c:v>08-09-2012</c:v>
                </c:pt>
                <c:pt idx="3171">
                  <c:v>10-09-2012</c:v>
                </c:pt>
                <c:pt idx="3172">
                  <c:v>11-09-2012</c:v>
                </c:pt>
                <c:pt idx="3173">
                  <c:v>12-09-2012</c:v>
                </c:pt>
                <c:pt idx="3174">
                  <c:v>13-09-2012</c:v>
                </c:pt>
                <c:pt idx="3175">
                  <c:v>14-09-2012</c:v>
                </c:pt>
                <c:pt idx="3176">
                  <c:v>17-09-2012</c:v>
                </c:pt>
                <c:pt idx="3177">
                  <c:v>18-09-2012</c:v>
                </c:pt>
                <c:pt idx="3178">
                  <c:v>20-09-2012</c:v>
                </c:pt>
                <c:pt idx="3179">
                  <c:v>21-09-2012</c:v>
                </c:pt>
                <c:pt idx="3180">
                  <c:v>24-09-2012</c:v>
                </c:pt>
                <c:pt idx="3181">
                  <c:v>25-09-2012</c:v>
                </c:pt>
                <c:pt idx="3182">
                  <c:v>26-09-2012</c:v>
                </c:pt>
                <c:pt idx="3183">
                  <c:v>27-09-2012</c:v>
                </c:pt>
                <c:pt idx="3184">
                  <c:v>28-09-2012</c:v>
                </c:pt>
                <c:pt idx="3185">
                  <c:v>01-10-2012</c:v>
                </c:pt>
                <c:pt idx="3186">
                  <c:v>03-10-2012</c:v>
                </c:pt>
                <c:pt idx="3187">
                  <c:v>04-10-2012</c:v>
                </c:pt>
                <c:pt idx="3188">
                  <c:v>05-10-2012</c:v>
                </c:pt>
                <c:pt idx="3189">
                  <c:v>08-10-2012</c:v>
                </c:pt>
                <c:pt idx="3190">
                  <c:v>09-10-2012</c:v>
                </c:pt>
                <c:pt idx="3191">
                  <c:v>10-10-2012</c:v>
                </c:pt>
                <c:pt idx="3192">
                  <c:v>11-10-2012</c:v>
                </c:pt>
                <c:pt idx="3193">
                  <c:v>12-10-2012</c:v>
                </c:pt>
                <c:pt idx="3194">
                  <c:v>15-10-2012</c:v>
                </c:pt>
                <c:pt idx="3195">
                  <c:v>16-10-2012</c:v>
                </c:pt>
                <c:pt idx="3196">
                  <c:v>17-10-2012</c:v>
                </c:pt>
                <c:pt idx="3197">
                  <c:v>18-10-2012</c:v>
                </c:pt>
                <c:pt idx="3198">
                  <c:v>19-10-2012</c:v>
                </c:pt>
                <c:pt idx="3199">
                  <c:v>22-10-2012</c:v>
                </c:pt>
                <c:pt idx="3200">
                  <c:v>23-10-2012</c:v>
                </c:pt>
                <c:pt idx="3201">
                  <c:v>25-10-2012</c:v>
                </c:pt>
                <c:pt idx="3202">
                  <c:v>26-10-2012</c:v>
                </c:pt>
                <c:pt idx="3203">
                  <c:v>29-10-2012</c:v>
                </c:pt>
                <c:pt idx="3204">
                  <c:v>30-10-2012</c:v>
                </c:pt>
                <c:pt idx="3205">
                  <c:v>31-10-2012</c:v>
                </c:pt>
                <c:pt idx="3206">
                  <c:v>01-11-2012</c:v>
                </c:pt>
                <c:pt idx="3207">
                  <c:v>02-11-2012</c:v>
                </c:pt>
                <c:pt idx="3208">
                  <c:v>05-11-2012</c:v>
                </c:pt>
                <c:pt idx="3209">
                  <c:v>06-11-2012</c:v>
                </c:pt>
                <c:pt idx="3210">
                  <c:v>07-11-2012</c:v>
                </c:pt>
                <c:pt idx="3211">
                  <c:v>08-11-2012</c:v>
                </c:pt>
                <c:pt idx="3212">
                  <c:v>09-11-2012</c:v>
                </c:pt>
                <c:pt idx="3213">
                  <c:v>12-11-2012</c:v>
                </c:pt>
                <c:pt idx="3214">
                  <c:v>13-11-2012</c:v>
                </c:pt>
                <c:pt idx="3215">
                  <c:v>15-11-2012</c:v>
                </c:pt>
                <c:pt idx="3216">
                  <c:v>16-11-2012</c:v>
                </c:pt>
                <c:pt idx="3217">
                  <c:v>19-11-2012</c:v>
                </c:pt>
                <c:pt idx="3218">
                  <c:v>20-11-2012</c:v>
                </c:pt>
                <c:pt idx="3219">
                  <c:v>21-11-2012</c:v>
                </c:pt>
                <c:pt idx="3220">
                  <c:v>22-11-2012</c:v>
                </c:pt>
                <c:pt idx="3221">
                  <c:v>23-11-2012</c:v>
                </c:pt>
                <c:pt idx="3222">
                  <c:v>26-11-2012</c:v>
                </c:pt>
                <c:pt idx="3223">
                  <c:v>27-11-2012</c:v>
                </c:pt>
                <c:pt idx="3224">
                  <c:v>29-11-2012</c:v>
                </c:pt>
                <c:pt idx="3225">
                  <c:v>30-11-2012</c:v>
                </c:pt>
                <c:pt idx="3226">
                  <c:v>03-12-2012</c:v>
                </c:pt>
                <c:pt idx="3227">
                  <c:v>04-12-2012</c:v>
                </c:pt>
                <c:pt idx="3228">
                  <c:v>05-12-2012</c:v>
                </c:pt>
                <c:pt idx="3229">
                  <c:v>06-12-2012</c:v>
                </c:pt>
                <c:pt idx="3230">
                  <c:v>07-12-2012</c:v>
                </c:pt>
                <c:pt idx="3231">
                  <c:v>10-12-2012</c:v>
                </c:pt>
                <c:pt idx="3232">
                  <c:v>11-12-2012</c:v>
                </c:pt>
                <c:pt idx="3233">
                  <c:v>12-12-2012</c:v>
                </c:pt>
                <c:pt idx="3234">
                  <c:v>13-12-2012</c:v>
                </c:pt>
                <c:pt idx="3235">
                  <c:v>14-12-2012</c:v>
                </c:pt>
                <c:pt idx="3236">
                  <c:v>17-12-2012</c:v>
                </c:pt>
                <c:pt idx="3237">
                  <c:v>18-12-2012</c:v>
                </c:pt>
                <c:pt idx="3238">
                  <c:v>19-12-2012</c:v>
                </c:pt>
                <c:pt idx="3239">
                  <c:v>20-12-2012</c:v>
                </c:pt>
                <c:pt idx="3240">
                  <c:v>21-12-2012</c:v>
                </c:pt>
                <c:pt idx="3241">
                  <c:v>24-12-2012</c:v>
                </c:pt>
                <c:pt idx="3242">
                  <c:v>26-12-2012</c:v>
                </c:pt>
                <c:pt idx="3243">
                  <c:v>27-12-2012</c:v>
                </c:pt>
                <c:pt idx="3244">
                  <c:v>28-12-2012</c:v>
                </c:pt>
                <c:pt idx="3245">
                  <c:v>31-12-2012</c:v>
                </c:pt>
                <c:pt idx="3246">
                  <c:v>01-01-2013</c:v>
                </c:pt>
                <c:pt idx="3247">
                  <c:v>02-01-2013</c:v>
                </c:pt>
                <c:pt idx="3248">
                  <c:v>03-01-2013</c:v>
                </c:pt>
                <c:pt idx="3249">
                  <c:v>04-01-2013</c:v>
                </c:pt>
                <c:pt idx="3250">
                  <c:v>07-01-2013</c:v>
                </c:pt>
                <c:pt idx="3251">
                  <c:v>08-01-2013</c:v>
                </c:pt>
                <c:pt idx="3252">
                  <c:v>09-01-2013</c:v>
                </c:pt>
                <c:pt idx="3253">
                  <c:v>10-01-2013</c:v>
                </c:pt>
                <c:pt idx="3254">
                  <c:v>11-01-2013</c:v>
                </c:pt>
                <c:pt idx="3255">
                  <c:v>14-01-2013</c:v>
                </c:pt>
                <c:pt idx="3256">
                  <c:v>15-01-2013</c:v>
                </c:pt>
                <c:pt idx="3257">
                  <c:v>16-01-2013</c:v>
                </c:pt>
                <c:pt idx="3258">
                  <c:v>17-01-2013</c:v>
                </c:pt>
                <c:pt idx="3259">
                  <c:v>18-01-2013</c:v>
                </c:pt>
                <c:pt idx="3260">
                  <c:v>21-01-2013</c:v>
                </c:pt>
                <c:pt idx="3261">
                  <c:v>22-01-2013</c:v>
                </c:pt>
                <c:pt idx="3262">
                  <c:v>23-01-2013</c:v>
                </c:pt>
                <c:pt idx="3263">
                  <c:v>24-01-2013</c:v>
                </c:pt>
                <c:pt idx="3264">
                  <c:v>25-01-2013</c:v>
                </c:pt>
                <c:pt idx="3265">
                  <c:v>28-01-2013</c:v>
                </c:pt>
                <c:pt idx="3266">
                  <c:v>29-01-2013</c:v>
                </c:pt>
                <c:pt idx="3267">
                  <c:v>30-01-2013</c:v>
                </c:pt>
                <c:pt idx="3268">
                  <c:v>31-01-2013</c:v>
                </c:pt>
                <c:pt idx="3269">
                  <c:v>01-02-2013</c:v>
                </c:pt>
                <c:pt idx="3270">
                  <c:v>04-02-2013</c:v>
                </c:pt>
                <c:pt idx="3271">
                  <c:v>05-02-2013</c:v>
                </c:pt>
                <c:pt idx="3272">
                  <c:v>06-02-2013</c:v>
                </c:pt>
                <c:pt idx="3273">
                  <c:v>07-02-2013</c:v>
                </c:pt>
                <c:pt idx="3274">
                  <c:v>08-02-2013</c:v>
                </c:pt>
                <c:pt idx="3275">
                  <c:v>11-02-2013</c:v>
                </c:pt>
                <c:pt idx="3276">
                  <c:v>12-02-2013</c:v>
                </c:pt>
                <c:pt idx="3277">
                  <c:v>13-02-2013</c:v>
                </c:pt>
                <c:pt idx="3278">
                  <c:v>14-02-2013</c:v>
                </c:pt>
                <c:pt idx="3279">
                  <c:v>15-02-2013</c:v>
                </c:pt>
                <c:pt idx="3280">
                  <c:v>18-02-2013</c:v>
                </c:pt>
                <c:pt idx="3281">
                  <c:v>19-02-2013</c:v>
                </c:pt>
                <c:pt idx="3282">
                  <c:v>20-02-2013</c:v>
                </c:pt>
                <c:pt idx="3283">
                  <c:v>21-02-2013</c:v>
                </c:pt>
                <c:pt idx="3284">
                  <c:v>22-02-2013</c:v>
                </c:pt>
                <c:pt idx="3285">
                  <c:v>25-02-2013</c:v>
                </c:pt>
                <c:pt idx="3286">
                  <c:v>26-02-2013</c:v>
                </c:pt>
                <c:pt idx="3287">
                  <c:v>27-02-2013</c:v>
                </c:pt>
                <c:pt idx="3288">
                  <c:v>28-02-2013</c:v>
                </c:pt>
                <c:pt idx="3289">
                  <c:v>01-03-2013</c:v>
                </c:pt>
                <c:pt idx="3290">
                  <c:v>04-03-2013</c:v>
                </c:pt>
                <c:pt idx="3291">
                  <c:v>05-03-2013</c:v>
                </c:pt>
                <c:pt idx="3292">
                  <c:v>06-03-2013</c:v>
                </c:pt>
                <c:pt idx="3293">
                  <c:v>07-03-2013</c:v>
                </c:pt>
                <c:pt idx="3294">
                  <c:v>08-03-2013</c:v>
                </c:pt>
                <c:pt idx="3295">
                  <c:v>11-03-2013</c:v>
                </c:pt>
                <c:pt idx="3296">
                  <c:v>12-03-2013</c:v>
                </c:pt>
                <c:pt idx="3297">
                  <c:v>13-03-2013</c:v>
                </c:pt>
                <c:pt idx="3298">
                  <c:v>14-03-2013</c:v>
                </c:pt>
                <c:pt idx="3299">
                  <c:v>15-03-2013</c:v>
                </c:pt>
                <c:pt idx="3300">
                  <c:v>18-03-2013</c:v>
                </c:pt>
                <c:pt idx="3301">
                  <c:v>19-03-2013</c:v>
                </c:pt>
                <c:pt idx="3302">
                  <c:v>20-03-2013</c:v>
                </c:pt>
                <c:pt idx="3303">
                  <c:v>21-03-2013</c:v>
                </c:pt>
                <c:pt idx="3304">
                  <c:v>22-03-2013</c:v>
                </c:pt>
                <c:pt idx="3305">
                  <c:v>25-03-2013</c:v>
                </c:pt>
                <c:pt idx="3306">
                  <c:v>26-03-2013</c:v>
                </c:pt>
                <c:pt idx="3307">
                  <c:v>28-03-2013</c:v>
                </c:pt>
                <c:pt idx="3308">
                  <c:v>01-04-2013</c:v>
                </c:pt>
                <c:pt idx="3309">
                  <c:v>02-04-2013</c:v>
                </c:pt>
                <c:pt idx="3310">
                  <c:v>03-04-2013</c:v>
                </c:pt>
                <c:pt idx="3311">
                  <c:v>04-04-2013</c:v>
                </c:pt>
                <c:pt idx="3312">
                  <c:v>05-04-2013</c:v>
                </c:pt>
                <c:pt idx="3313">
                  <c:v>08-04-2013</c:v>
                </c:pt>
                <c:pt idx="3314">
                  <c:v>09-04-2013</c:v>
                </c:pt>
                <c:pt idx="3315">
                  <c:v>10-04-2013</c:v>
                </c:pt>
                <c:pt idx="3316">
                  <c:v>11-04-2013</c:v>
                </c:pt>
                <c:pt idx="3317">
                  <c:v>12-04-2013</c:v>
                </c:pt>
                <c:pt idx="3318">
                  <c:v>15-04-2013</c:v>
                </c:pt>
                <c:pt idx="3319">
                  <c:v>16-04-2013</c:v>
                </c:pt>
                <c:pt idx="3320">
                  <c:v>17-04-2013</c:v>
                </c:pt>
                <c:pt idx="3321">
                  <c:v>18-04-2013</c:v>
                </c:pt>
                <c:pt idx="3322">
                  <c:v>22-04-2013</c:v>
                </c:pt>
                <c:pt idx="3323">
                  <c:v>23-04-2013</c:v>
                </c:pt>
                <c:pt idx="3324">
                  <c:v>25-04-2013</c:v>
                </c:pt>
                <c:pt idx="3325">
                  <c:v>26-04-2013</c:v>
                </c:pt>
                <c:pt idx="3326">
                  <c:v>29-04-2013</c:v>
                </c:pt>
                <c:pt idx="3327">
                  <c:v>30-04-2013</c:v>
                </c:pt>
                <c:pt idx="3328">
                  <c:v>02-05-2013</c:v>
                </c:pt>
                <c:pt idx="3329">
                  <c:v>03-05-2013</c:v>
                </c:pt>
                <c:pt idx="3330">
                  <c:v>06-05-2013</c:v>
                </c:pt>
                <c:pt idx="3331">
                  <c:v>07-05-2013</c:v>
                </c:pt>
                <c:pt idx="3332">
                  <c:v>08-05-2013</c:v>
                </c:pt>
                <c:pt idx="3333">
                  <c:v>09-05-2013</c:v>
                </c:pt>
                <c:pt idx="3334">
                  <c:v>10-05-2013</c:v>
                </c:pt>
                <c:pt idx="3335">
                  <c:v>11-05-2013</c:v>
                </c:pt>
                <c:pt idx="3336">
                  <c:v>13-05-2013</c:v>
                </c:pt>
                <c:pt idx="3337">
                  <c:v>14-05-2013</c:v>
                </c:pt>
                <c:pt idx="3338">
                  <c:v>15-05-2013</c:v>
                </c:pt>
                <c:pt idx="3339">
                  <c:v>16-05-2013</c:v>
                </c:pt>
                <c:pt idx="3340">
                  <c:v>17-05-2013</c:v>
                </c:pt>
                <c:pt idx="3341">
                  <c:v>20-05-2013</c:v>
                </c:pt>
                <c:pt idx="3342">
                  <c:v>21-05-2013</c:v>
                </c:pt>
                <c:pt idx="3343">
                  <c:v>22-05-2013</c:v>
                </c:pt>
                <c:pt idx="3344">
                  <c:v>23-05-2013</c:v>
                </c:pt>
                <c:pt idx="3345">
                  <c:v>24-05-2013</c:v>
                </c:pt>
                <c:pt idx="3346">
                  <c:v>27-05-2013</c:v>
                </c:pt>
                <c:pt idx="3347">
                  <c:v>28-05-2013</c:v>
                </c:pt>
                <c:pt idx="3348">
                  <c:v>29-05-2013</c:v>
                </c:pt>
                <c:pt idx="3349">
                  <c:v>30-05-2013</c:v>
                </c:pt>
                <c:pt idx="3350">
                  <c:v>31-05-2013</c:v>
                </c:pt>
                <c:pt idx="3351">
                  <c:v>03-06-2013</c:v>
                </c:pt>
                <c:pt idx="3352">
                  <c:v>04-06-2013</c:v>
                </c:pt>
                <c:pt idx="3353">
                  <c:v>05-06-2013</c:v>
                </c:pt>
                <c:pt idx="3354">
                  <c:v>06-06-2013</c:v>
                </c:pt>
                <c:pt idx="3355">
                  <c:v>07-06-2013</c:v>
                </c:pt>
                <c:pt idx="3356">
                  <c:v>10-06-2013</c:v>
                </c:pt>
                <c:pt idx="3357">
                  <c:v>11-06-2013</c:v>
                </c:pt>
                <c:pt idx="3358">
                  <c:v>12-06-2013</c:v>
                </c:pt>
                <c:pt idx="3359">
                  <c:v>13-06-2013</c:v>
                </c:pt>
                <c:pt idx="3360">
                  <c:v>14-06-2013</c:v>
                </c:pt>
                <c:pt idx="3361">
                  <c:v>17-06-2013</c:v>
                </c:pt>
                <c:pt idx="3362">
                  <c:v>18-06-2013</c:v>
                </c:pt>
                <c:pt idx="3363">
                  <c:v>19-06-2013</c:v>
                </c:pt>
                <c:pt idx="3364">
                  <c:v>20-06-2013</c:v>
                </c:pt>
                <c:pt idx="3365">
                  <c:v>21-06-2013</c:v>
                </c:pt>
                <c:pt idx="3366">
                  <c:v>24-06-2013</c:v>
                </c:pt>
                <c:pt idx="3367">
                  <c:v>25-06-2013</c:v>
                </c:pt>
                <c:pt idx="3368">
                  <c:v>26-06-2013</c:v>
                </c:pt>
                <c:pt idx="3369">
                  <c:v>27-06-2013</c:v>
                </c:pt>
                <c:pt idx="3370">
                  <c:v>28-06-2013</c:v>
                </c:pt>
                <c:pt idx="3371">
                  <c:v>01-07-2013</c:v>
                </c:pt>
                <c:pt idx="3372">
                  <c:v>02-07-2013</c:v>
                </c:pt>
                <c:pt idx="3373">
                  <c:v>03-07-2013</c:v>
                </c:pt>
                <c:pt idx="3374">
                  <c:v>04-07-2013</c:v>
                </c:pt>
                <c:pt idx="3375">
                  <c:v>05-07-2013</c:v>
                </c:pt>
                <c:pt idx="3376">
                  <c:v>08-07-2013</c:v>
                </c:pt>
                <c:pt idx="3377">
                  <c:v>09-07-2013</c:v>
                </c:pt>
                <c:pt idx="3378">
                  <c:v>10-07-2013</c:v>
                </c:pt>
                <c:pt idx="3379">
                  <c:v>11-07-2013</c:v>
                </c:pt>
                <c:pt idx="3380">
                  <c:v>12-07-2013</c:v>
                </c:pt>
                <c:pt idx="3381">
                  <c:v>15-07-2013</c:v>
                </c:pt>
                <c:pt idx="3382">
                  <c:v>16-07-2013</c:v>
                </c:pt>
                <c:pt idx="3383">
                  <c:v>17-07-2013</c:v>
                </c:pt>
                <c:pt idx="3384">
                  <c:v>18-07-2013</c:v>
                </c:pt>
                <c:pt idx="3385">
                  <c:v>19-07-2013</c:v>
                </c:pt>
                <c:pt idx="3386">
                  <c:v>22-07-2013</c:v>
                </c:pt>
                <c:pt idx="3387">
                  <c:v>23-07-2013</c:v>
                </c:pt>
                <c:pt idx="3388">
                  <c:v>24-07-2013</c:v>
                </c:pt>
                <c:pt idx="3389">
                  <c:v>25-07-2013</c:v>
                </c:pt>
                <c:pt idx="3390">
                  <c:v>26-07-2013</c:v>
                </c:pt>
                <c:pt idx="3391">
                  <c:v>29-07-2013</c:v>
                </c:pt>
                <c:pt idx="3392">
                  <c:v>30-07-2013</c:v>
                </c:pt>
                <c:pt idx="3393">
                  <c:v>31-07-2013</c:v>
                </c:pt>
                <c:pt idx="3394">
                  <c:v>01-08-2013</c:v>
                </c:pt>
                <c:pt idx="3395">
                  <c:v>02-08-2013</c:v>
                </c:pt>
                <c:pt idx="3396">
                  <c:v>05-08-2013</c:v>
                </c:pt>
                <c:pt idx="3397">
                  <c:v>06-08-2013</c:v>
                </c:pt>
                <c:pt idx="3398">
                  <c:v>07-08-2013</c:v>
                </c:pt>
                <c:pt idx="3399">
                  <c:v>08-08-2013</c:v>
                </c:pt>
                <c:pt idx="3400">
                  <c:v>12-08-2013</c:v>
                </c:pt>
                <c:pt idx="3401">
                  <c:v>13-08-2013</c:v>
                </c:pt>
                <c:pt idx="3402">
                  <c:v>14-08-2013</c:v>
                </c:pt>
                <c:pt idx="3403">
                  <c:v>16-08-2013</c:v>
                </c:pt>
                <c:pt idx="3404">
                  <c:v>19-08-2013</c:v>
                </c:pt>
                <c:pt idx="3405">
                  <c:v>20-08-2013</c:v>
                </c:pt>
                <c:pt idx="3406">
                  <c:v>21-08-2013</c:v>
                </c:pt>
                <c:pt idx="3407">
                  <c:v>22-08-2013</c:v>
                </c:pt>
                <c:pt idx="3408">
                  <c:v>23-08-2013</c:v>
                </c:pt>
                <c:pt idx="3409">
                  <c:v>26-08-2013</c:v>
                </c:pt>
                <c:pt idx="3410">
                  <c:v>27-08-2013</c:v>
                </c:pt>
                <c:pt idx="3411">
                  <c:v>28-08-2013</c:v>
                </c:pt>
                <c:pt idx="3412">
                  <c:v>29-08-2013</c:v>
                </c:pt>
                <c:pt idx="3413">
                  <c:v>30-08-2013</c:v>
                </c:pt>
                <c:pt idx="3414">
                  <c:v>02-09-2013</c:v>
                </c:pt>
                <c:pt idx="3415">
                  <c:v>03-09-2013</c:v>
                </c:pt>
                <c:pt idx="3416">
                  <c:v>04-09-2013</c:v>
                </c:pt>
                <c:pt idx="3417">
                  <c:v>05-09-2013</c:v>
                </c:pt>
                <c:pt idx="3418">
                  <c:v>06-09-2013</c:v>
                </c:pt>
                <c:pt idx="3419">
                  <c:v>10-09-2013</c:v>
                </c:pt>
                <c:pt idx="3420">
                  <c:v>11-09-2013</c:v>
                </c:pt>
                <c:pt idx="3421">
                  <c:v>12-09-2013</c:v>
                </c:pt>
                <c:pt idx="3422">
                  <c:v>13-09-2013</c:v>
                </c:pt>
                <c:pt idx="3423">
                  <c:v>16-09-2013</c:v>
                </c:pt>
                <c:pt idx="3424">
                  <c:v>17-09-2013</c:v>
                </c:pt>
                <c:pt idx="3425">
                  <c:v>18-09-2013</c:v>
                </c:pt>
                <c:pt idx="3426">
                  <c:v>19-09-2013</c:v>
                </c:pt>
                <c:pt idx="3427">
                  <c:v>20-09-2013</c:v>
                </c:pt>
                <c:pt idx="3428">
                  <c:v>23-09-2013</c:v>
                </c:pt>
                <c:pt idx="3429">
                  <c:v>24-09-2013</c:v>
                </c:pt>
                <c:pt idx="3430">
                  <c:v>25-09-2013</c:v>
                </c:pt>
                <c:pt idx="3431">
                  <c:v>26-09-2013</c:v>
                </c:pt>
                <c:pt idx="3432">
                  <c:v>27-09-2013</c:v>
                </c:pt>
                <c:pt idx="3433">
                  <c:v>30-09-2013</c:v>
                </c:pt>
                <c:pt idx="3434">
                  <c:v>01-10-2013</c:v>
                </c:pt>
                <c:pt idx="3435">
                  <c:v>03-10-2013</c:v>
                </c:pt>
                <c:pt idx="3436">
                  <c:v>04-10-2013</c:v>
                </c:pt>
                <c:pt idx="3437">
                  <c:v>07-10-2013</c:v>
                </c:pt>
                <c:pt idx="3438">
                  <c:v>08-10-2013</c:v>
                </c:pt>
                <c:pt idx="3439">
                  <c:v>09-10-2013</c:v>
                </c:pt>
                <c:pt idx="3440">
                  <c:v>10-10-2013</c:v>
                </c:pt>
                <c:pt idx="3441">
                  <c:v>11-10-2013</c:v>
                </c:pt>
                <c:pt idx="3442">
                  <c:v>14-10-2013</c:v>
                </c:pt>
                <c:pt idx="3443">
                  <c:v>15-10-2013</c:v>
                </c:pt>
                <c:pt idx="3444">
                  <c:v>17-10-2013</c:v>
                </c:pt>
                <c:pt idx="3445">
                  <c:v>18-10-2013</c:v>
                </c:pt>
                <c:pt idx="3446">
                  <c:v>21-10-2013</c:v>
                </c:pt>
                <c:pt idx="3447">
                  <c:v>22-10-2013</c:v>
                </c:pt>
                <c:pt idx="3448">
                  <c:v>23-10-2013</c:v>
                </c:pt>
                <c:pt idx="3449">
                  <c:v>24-10-2013</c:v>
                </c:pt>
                <c:pt idx="3450">
                  <c:v>25-10-2013</c:v>
                </c:pt>
                <c:pt idx="3451">
                  <c:v>28-10-2013</c:v>
                </c:pt>
                <c:pt idx="3452">
                  <c:v>29-10-2013</c:v>
                </c:pt>
                <c:pt idx="3453">
                  <c:v>30-10-2013</c:v>
                </c:pt>
                <c:pt idx="3454">
                  <c:v>31-10-2013</c:v>
                </c:pt>
                <c:pt idx="3455">
                  <c:v>01-11-2013</c:v>
                </c:pt>
                <c:pt idx="3456">
                  <c:v>03-11-2013</c:v>
                </c:pt>
                <c:pt idx="3457">
                  <c:v>05-11-2013</c:v>
                </c:pt>
                <c:pt idx="3458">
                  <c:v>06-11-2013</c:v>
                </c:pt>
                <c:pt idx="3459">
                  <c:v>07-11-2013</c:v>
                </c:pt>
                <c:pt idx="3460">
                  <c:v>08-11-2013</c:v>
                </c:pt>
                <c:pt idx="3461">
                  <c:v>11-11-2013</c:v>
                </c:pt>
                <c:pt idx="3462">
                  <c:v>12-11-2013</c:v>
                </c:pt>
                <c:pt idx="3463">
                  <c:v>13-11-2013</c:v>
                </c:pt>
                <c:pt idx="3464">
                  <c:v>14-11-2013</c:v>
                </c:pt>
                <c:pt idx="3465">
                  <c:v>18-11-2013</c:v>
                </c:pt>
                <c:pt idx="3466">
                  <c:v>19-11-2013</c:v>
                </c:pt>
                <c:pt idx="3467">
                  <c:v>20-11-2013</c:v>
                </c:pt>
                <c:pt idx="3468">
                  <c:v>21-11-2013</c:v>
                </c:pt>
                <c:pt idx="3469">
                  <c:v>22-11-2013</c:v>
                </c:pt>
                <c:pt idx="3470">
                  <c:v>25-11-2013</c:v>
                </c:pt>
                <c:pt idx="3471">
                  <c:v>26-11-2013</c:v>
                </c:pt>
                <c:pt idx="3472">
                  <c:v>27-11-2013</c:v>
                </c:pt>
                <c:pt idx="3473">
                  <c:v>28-11-2013</c:v>
                </c:pt>
                <c:pt idx="3474">
                  <c:v>29-11-2013</c:v>
                </c:pt>
                <c:pt idx="3475">
                  <c:v>02-12-2013</c:v>
                </c:pt>
                <c:pt idx="3476">
                  <c:v>03-12-2013</c:v>
                </c:pt>
                <c:pt idx="3477">
                  <c:v>04-12-2013</c:v>
                </c:pt>
                <c:pt idx="3478">
                  <c:v>05-12-2013</c:v>
                </c:pt>
                <c:pt idx="3479">
                  <c:v>06-12-2013</c:v>
                </c:pt>
                <c:pt idx="3480">
                  <c:v>09-12-2013</c:v>
                </c:pt>
                <c:pt idx="3481">
                  <c:v>10-12-2013</c:v>
                </c:pt>
                <c:pt idx="3482">
                  <c:v>11-12-2013</c:v>
                </c:pt>
                <c:pt idx="3483">
                  <c:v>12-12-2013</c:v>
                </c:pt>
                <c:pt idx="3484">
                  <c:v>13-12-2013</c:v>
                </c:pt>
                <c:pt idx="3485">
                  <c:v>16-12-2013</c:v>
                </c:pt>
                <c:pt idx="3486">
                  <c:v>17-12-2013</c:v>
                </c:pt>
                <c:pt idx="3487">
                  <c:v>18-12-2013</c:v>
                </c:pt>
                <c:pt idx="3488">
                  <c:v>19-12-2013</c:v>
                </c:pt>
                <c:pt idx="3489">
                  <c:v>20-12-2013</c:v>
                </c:pt>
                <c:pt idx="3490">
                  <c:v>23-12-2013</c:v>
                </c:pt>
                <c:pt idx="3491">
                  <c:v>24-12-2013</c:v>
                </c:pt>
                <c:pt idx="3492">
                  <c:v>26-12-2013</c:v>
                </c:pt>
                <c:pt idx="3493">
                  <c:v>27-12-2013</c:v>
                </c:pt>
                <c:pt idx="3494">
                  <c:v>30-12-2013</c:v>
                </c:pt>
                <c:pt idx="3495">
                  <c:v>31-12-2013</c:v>
                </c:pt>
                <c:pt idx="3496">
                  <c:v>01-01-2014</c:v>
                </c:pt>
                <c:pt idx="3497">
                  <c:v>02-01-2014</c:v>
                </c:pt>
                <c:pt idx="3498">
                  <c:v>03-01-2014</c:v>
                </c:pt>
                <c:pt idx="3499">
                  <c:v>06-01-2014</c:v>
                </c:pt>
                <c:pt idx="3500">
                  <c:v>07-01-2014</c:v>
                </c:pt>
                <c:pt idx="3501">
                  <c:v>08-01-2014</c:v>
                </c:pt>
                <c:pt idx="3502">
                  <c:v>09-01-2014</c:v>
                </c:pt>
                <c:pt idx="3503">
                  <c:v>10-01-2014</c:v>
                </c:pt>
                <c:pt idx="3504">
                  <c:v>13-01-2014</c:v>
                </c:pt>
                <c:pt idx="3505">
                  <c:v>14-01-2014</c:v>
                </c:pt>
                <c:pt idx="3506">
                  <c:v>15-01-2014</c:v>
                </c:pt>
                <c:pt idx="3507">
                  <c:v>16-01-2014</c:v>
                </c:pt>
                <c:pt idx="3508">
                  <c:v>17-01-2014</c:v>
                </c:pt>
                <c:pt idx="3509">
                  <c:v>20-01-2014</c:v>
                </c:pt>
                <c:pt idx="3510">
                  <c:v>21-01-2014</c:v>
                </c:pt>
                <c:pt idx="3511">
                  <c:v>22-01-2014</c:v>
                </c:pt>
                <c:pt idx="3512">
                  <c:v>23-01-2014</c:v>
                </c:pt>
                <c:pt idx="3513">
                  <c:v>24-01-2014</c:v>
                </c:pt>
                <c:pt idx="3514">
                  <c:v>27-01-2014</c:v>
                </c:pt>
                <c:pt idx="3515">
                  <c:v>28-01-2014</c:v>
                </c:pt>
                <c:pt idx="3516">
                  <c:v>29-01-2014</c:v>
                </c:pt>
                <c:pt idx="3517">
                  <c:v>30-01-2014</c:v>
                </c:pt>
                <c:pt idx="3518">
                  <c:v>31-01-2014</c:v>
                </c:pt>
                <c:pt idx="3519">
                  <c:v>03-02-2014</c:v>
                </c:pt>
                <c:pt idx="3520">
                  <c:v>04-02-2014</c:v>
                </c:pt>
                <c:pt idx="3521">
                  <c:v>05-02-2014</c:v>
                </c:pt>
                <c:pt idx="3522">
                  <c:v>06-02-2014</c:v>
                </c:pt>
                <c:pt idx="3523">
                  <c:v>07-02-2014</c:v>
                </c:pt>
                <c:pt idx="3524">
                  <c:v>10-02-2014</c:v>
                </c:pt>
                <c:pt idx="3525">
                  <c:v>11-02-2014</c:v>
                </c:pt>
                <c:pt idx="3526">
                  <c:v>12-02-2014</c:v>
                </c:pt>
                <c:pt idx="3527">
                  <c:v>13-02-2014</c:v>
                </c:pt>
                <c:pt idx="3528">
                  <c:v>14-02-2014</c:v>
                </c:pt>
                <c:pt idx="3529">
                  <c:v>17-02-2014</c:v>
                </c:pt>
                <c:pt idx="3530">
                  <c:v>18-02-2014</c:v>
                </c:pt>
                <c:pt idx="3531">
                  <c:v>19-02-2014</c:v>
                </c:pt>
                <c:pt idx="3532">
                  <c:v>20-02-2014</c:v>
                </c:pt>
                <c:pt idx="3533">
                  <c:v>21-02-2014</c:v>
                </c:pt>
                <c:pt idx="3534">
                  <c:v>24-02-2014</c:v>
                </c:pt>
                <c:pt idx="3535">
                  <c:v>25-02-2014</c:v>
                </c:pt>
                <c:pt idx="3536">
                  <c:v>26-02-2014</c:v>
                </c:pt>
                <c:pt idx="3537">
                  <c:v>28-02-2014</c:v>
                </c:pt>
                <c:pt idx="3538">
                  <c:v>03-03-2014</c:v>
                </c:pt>
                <c:pt idx="3539">
                  <c:v>04-03-2014</c:v>
                </c:pt>
                <c:pt idx="3540">
                  <c:v>05-03-2014</c:v>
                </c:pt>
                <c:pt idx="3541">
                  <c:v>06-03-2014</c:v>
                </c:pt>
                <c:pt idx="3542">
                  <c:v>07-03-2014</c:v>
                </c:pt>
                <c:pt idx="3543">
                  <c:v>10-03-2014</c:v>
                </c:pt>
                <c:pt idx="3544">
                  <c:v>11-03-2014</c:v>
                </c:pt>
                <c:pt idx="3545">
                  <c:v>12-03-2014</c:v>
                </c:pt>
                <c:pt idx="3546">
                  <c:v>13-03-2014</c:v>
                </c:pt>
                <c:pt idx="3547">
                  <c:v>14-03-2014</c:v>
                </c:pt>
                <c:pt idx="3548">
                  <c:v>18-03-2014</c:v>
                </c:pt>
                <c:pt idx="3549">
                  <c:v>19-03-2014</c:v>
                </c:pt>
                <c:pt idx="3550">
                  <c:v>20-03-2014</c:v>
                </c:pt>
                <c:pt idx="3551">
                  <c:v>21-03-2014</c:v>
                </c:pt>
                <c:pt idx="3552">
                  <c:v>22-03-2014</c:v>
                </c:pt>
                <c:pt idx="3553">
                  <c:v>24-03-2014</c:v>
                </c:pt>
                <c:pt idx="3554">
                  <c:v>25-03-2014</c:v>
                </c:pt>
                <c:pt idx="3555">
                  <c:v>26-03-2014</c:v>
                </c:pt>
                <c:pt idx="3556">
                  <c:v>27-03-2014</c:v>
                </c:pt>
                <c:pt idx="3557">
                  <c:v>28-03-2014</c:v>
                </c:pt>
                <c:pt idx="3558">
                  <c:v>31-03-2014</c:v>
                </c:pt>
                <c:pt idx="3559">
                  <c:v>01-04-2014</c:v>
                </c:pt>
                <c:pt idx="3560">
                  <c:v>02-04-2014</c:v>
                </c:pt>
                <c:pt idx="3561">
                  <c:v>03-04-2014</c:v>
                </c:pt>
                <c:pt idx="3562">
                  <c:v>04-04-2014</c:v>
                </c:pt>
                <c:pt idx="3563">
                  <c:v>07-04-2014</c:v>
                </c:pt>
                <c:pt idx="3564">
                  <c:v>09-04-2014</c:v>
                </c:pt>
                <c:pt idx="3565">
                  <c:v>10-04-2014</c:v>
                </c:pt>
                <c:pt idx="3566">
                  <c:v>11-04-2014</c:v>
                </c:pt>
                <c:pt idx="3567">
                  <c:v>15-04-2014</c:v>
                </c:pt>
                <c:pt idx="3568">
                  <c:v>16-04-2014</c:v>
                </c:pt>
                <c:pt idx="3569">
                  <c:v>17-04-2014</c:v>
                </c:pt>
                <c:pt idx="3570">
                  <c:v>21-04-2014</c:v>
                </c:pt>
                <c:pt idx="3571">
                  <c:v>22-04-2014</c:v>
                </c:pt>
                <c:pt idx="3572">
                  <c:v>23-04-2014</c:v>
                </c:pt>
                <c:pt idx="3573">
                  <c:v>25-04-2014</c:v>
                </c:pt>
                <c:pt idx="3574">
                  <c:v>28-04-2014</c:v>
                </c:pt>
                <c:pt idx="3575">
                  <c:v>29-04-2014</c:v>
                </c:pt>
                <c:pt idx="3576">
                  <c:v>30-04-2014</c:v>
                </c:pt>
                <c:pt idx="3577">
                  <c:v>02-05-2014</c:v>
                </c:pt>
                <c:pt idx="3578">
                  <c:v>05-05-2014</c:v>
                </c:pt>
                <c:pt idx="3579">
                  <c:v>06-05-2014</c:v>
                </c:pt>
                <c:pt idx="3580">
                  <c:v>07-05-2014</c:v>
                </c:pt>
                <c:pt idx="3581">
                  <c:v>08-05-2014</c:v>
                </c:pt>
                <c:pt idx="3582">
                  <c:v>09-05-2014</c:v>
                </c:pt>
                <c:pt idx="3583">
                  <c:v>12-05-2014</c:v>
                </c:pt>
                <c:pt idx="3584">
                  <c:v>13-05-2014</c:v>
                </c:pt>
                <c:pt idx="3585">
                  <c:v>14-05-2014</c:v>
                </c:pt>
                <c:pt idx="3586">
                  <c:v>15-05-2014</c:v>
                </c:pt>
                <c:pt idx="3587">
                  <c:v>16-05-2014</c:v>
                </c:pt>
                <c:pt idx="3588">
                  <c:v>19-05-2014</c:v>
                </c:pt>
                <c:pt idx="3589">
                  <c:v>20-05-2014</c:v>
                </c:pt>
                <c:pt idx="3590">
                  <c:v>21-05-2014</c:v>
                </c:pt>
                <c:pt idx="3591">
                  <c:v>22-05-2014</c:v>
                </c:pt>
                <c:pt idx="3592">
                  <c:v>23-05-2014</c:v>
                </c:pt>
                <c:pt idx="3593">
                  <c:v>26-05-2014</c:v>
                </c:pt>
                <c:pt idx="3594">
                  <c:v>27-05-2014</c:v>
                </c:pt>
                <c:pt idx="3595">
                  <c:v>28-05-2014</c:v>
                </c:pt>
                <c:pt idx="3596">
                  <c:v>29-05-2014</c:v>
                </c:pt>
                <c:pt idx="3597">
                  <c:v>30-05-2014</c:v>
                </c:pt>
                <c:pt idx="3598">
                  <c:v>02-06-2014</c:v>
                </c:pt>
                <c:pt idx="3599">
                  <c:v>03-06-2014</c:v>
                </c:pt>
                <c:pt idx="3600">
                  <c:v>04-06-2014</c:v>
                </c:pt>
                <c:pt idx="3601">
                  <c:v>05-06-2014</c:v>
                </c:pt>
                <c:pt idx="3602">
                  <c:v>06-06-2014</c:v>
                </c:pt>
                <c:pt idx="3603">
                  <c:v>09-06-2014</c:v>
                </c:pt>
                <c:pt idx="3604">
                  <c:v>10-06-2014</c:v>
                </c:pt>
                <c:pt idx="3605">
                  <c:v>11-06-2014</c:v>
                </c:pt>
                <c:pt idx="3606">
                  <c:v>12-06-2014</c:v>
                </c:pt>
                <c:pt idx="3607">
                  <c:v>13-06-2014</c:v>
                </c:pt>
                <c:pt idx="3608">
                  <c:v>16-06-2014</c:v>
                </c:pt>
                <c:pt idx="3609">
                  <c:v>17-06-2014</c:v>
                </c:pt>
                <c:pt idx="3610">
                  <c:v>18-06-2014</c:v>
                </c:pt>
                <c:pt idx="3611">
                  <c:v>19-06-2014</c:v>
                </c:pt>
                <c:pt idx="3612">
                  <c:v>20-06-2014</c:v>
                </c:pt>
                <c:pt idx="3613">
                  <c:v>23-06-2014</c:v>
                </c:pt>
                <c:pt idx="3614">
                  <c:v>24-06-2014</c:v>
                </c:pt>
                <c:pt idx="3615">
                  <c:v>25-06-2014</c:v>
                </c:pt>
                <c:pt idx="3616">
                  <c:v>26-06-2014</c:v>
                </c:pt>
                <c:pt idx="3617">
                  <c:v>27-06-2014</c:v>
                </c:pt>
                <c:pt idx="3618">
                  <c:v>30-06-2014</c:v>
                </c:pt>
                <c:pt idx="3619">
                  <c:v>01-07-2014</c:v>
                </c:pt>
                <c:pt idx="3620">
                  <c:v>02-07-2014</c:v>
                </c:pt>
                <c:pt idx="3621">
                  <c:v>03-07-2014</c:v>
                </c:pt>
                <c:pt idx="3622">
                  <c:v>04-07-2014</c:v>
                </c:pt>
                <c:pt idx="3623">
                  <c:v>07-07-2014</c:v>
                </c:pt>
                <c:pt idx="3624">
                  <c:v>08-07-2014</c:v>
                </c:pt>
                <c:pt idx="3625">
                  <c:v>09-07-2014</c:v>
                </c:pt>
                <c:pt idx="3626">
                  <c:v>10-07-2014</c:v>
                </c:pt>
                <c:pt idx="3627">
                  <c:v>11-07-2014</c:v>
                </c:pt>
                <c:pt idx="3628">
                  <c:v>14-07-2014</c:v>
                </c:pt>
                <c:pt idx="3629">
                  <c:v>15-07-2014</c:v>
                </c:pt>
                <c:pt idx="3630">
                  <c:v>16-07-2014</c:v>
                </c:pt>
                <c:pt idx="3631">
                  <c:v>17-07-2014</c:v>
                </c:pt>
                <c:pt idx="3632">
                  <c:v>18-07-2014</c:v>
                </c:pt>
                <c:pt idx="3633">
                  <c:v>21-07-2014</c:v>
                </c:pt>
                <c:pt idx="3634">
                  <c:v>22-07-2014</c:v>
                </c:pt>
                <c:pt idx="3635">
                  <c:v>23-07-2014</c:v>
                </c:pt>
                <c:pt idx="3636">
                  <c:v>24-07-2014</c:v>
                </c:pt>
                <c:pt idx="3637">
                  <c:v>25-07-2014</c:v>
                </c:pt>
                <c:pt idx="3638">
                  <c:v>28-07-2014</c:v>
                </c:pt>
                <c:pt idx="3639">
                  <c:v>30-07-2014</c:v>
                </c:pt>
                <c:pt idx="3640">
                  <c:v>31-07-2014</c:v>
                </c:pt>
                <c:pt idx="3641">
                  <c:v>01-08-2014</c:v>
                </c:pt>
                <c:pt idx="3642">
                  <c:v>04-08-2014</c:v>
                </c:pt>
                <c:pt idx="3643">
                  <c:v>05-08-2014</c:v>
                </c:pt>
                <c:pt idx="3644">
                  <c:v>06-08-2014</c:v>
                </c:pt>
                <c:pt idx="3645">
                  <c:v>07-08-2014</c:v>
                </c:pt>
                <c:pt idx="3646">
                  <c:v>08-08-2014</c:v>
                </c:pt>
                <c:pt idx="3647">
                  <c:v>11-08-2014</c:v>
                </c:pt>
                <c:pt idx="3648">
                  <c:v>12-08-2014</c:v>
                </c:pt>
                <c:pt idx="3649">
                  <c:v>13-08-2014</c:v>
                </c:pt>
                <c:pt idx="3650">
                  <c:v>14-08-2014</c:v>
                </c:pt>
                <c:pt idx="3651">
                  <c:v>18-08-2014</c:v>
                </c:pt>
                <c:pt idx="3652">
                  <c:v>19-08-2014</c:v>
                </c:pt>
                <c:pt idx="3653">
                  <c:v>20-08-2014</c:v>
                </c:pt>
                <c:pt idx="3654">
                  <c:v>21-08-2014</c:v>
                </c:pt>
                <c:pt idx="3655">
                  <c:v>22-08-2014</c:v>
                </c:pt>
                <c:pt idx="3656">
                  <c:v>25-08-2014</c:v>
                </c:pt>
                <c:pt idx="3657">
                  <c:v>26-08-2014</c:v>
                </c:pt>
                <c:pt idx="3658">
                  <c:v>27-08-2014</c:v>
                </c:pt>
                <c:pt idx="3659">
                  <c:v>28-08-2014</c:v>
                </c:pt>
                <c:pt idx="3660">
                  <c:v>01-09-2014</c:v>
                </c:pt>
                <c:pt idx="3661">
                  <c:v>02-09-2014</c:v>
                </c:pt>
                <c:pt idx="3662">
                  <c:v>03-09-2014</c:v>
                </c:pt>
                <c:pt idx="3663">
                  <c:v>04-09-2014</c:v>
                </c:pt>
                <c:pt idx="3664">
                  <c:v>05-09-2014</c:v>
                </c:pt>
                <c:pt idx="3665">
                  <c:v>08-09-2014</c:v>
                </c:pt>
                <c:pt idx="3666">
                  <c:v>09-09-2014</c:v>
                </c:pt>
                <c:pt idx="3667">
                  <c:v>10-09-2014</c:v>
                </c:pt>
                <c:pt idx="3668">
                  <c:v>11-09-2014</c:v>
                </c:pt>
                <c:pt idx="3669">
                  <c:v>12-09-2014</c:v>
                </c:pt>
                <c:pt idx="3670">
                  <c:v>15-09-2014</c:v>
                </c:pt>
                <c:pt idx="3671">
                  <c:v>16-09-2014</c:v>
                </c:pt>
                <c:pt idx="3672">
                  <c:v>17-09-2014</c:v>
                </c:pt>
                <c:pt idx="3673">
                  <c:v>18-09-2014</c:v>
                </c:pt>
                <c:pt idx="3674">
                  <c:v>19-09-2014</c:v>
                </c:pt>
                <c:pt idx="3675">
                  <c:v>22-09-2014</c:v>
                </c:pt>
                <c:pt idx="3676">
                  <c:v>23-09-2014</c:v>
                </c:pt>
                <c:pt idx="3677">
                  <c:v>24-09-2014</c:v>
                </c:pt>
                <c:pt idx="3678">
                  <c:v>25-09-2014</c:v>
                </c:pt>
                <c:pt idx="3679">
                  <c:v>26-09-2014</c:v>
                </c:pt>
                <c:pt idx="3680">
                  <c:v>29-09-2014</c:v>
                </c:pt>
                <c:pt idx="3681">
                  <c:v>30-09-2014</c:v>
                </c:pt>
                <c:pt idx="3682">
                  <c:v>01-10-2014</c:v>
                </c:pt>
                <c:pt idx="3683">
                  <c:v>07-10-2014</c:v>
                </c:pt>
                <c:pt idx="3684">
                  <c:v>08-10-2014</c:v>
                </c:pt>
                <c:pt idx="3685">
                  <c:v>09-10-2014</c:v>
                </c:pt>
                <c:pt idx="3686">
                  <c:v>10-10-2014</c:v>
                </c:pt>
                <c:pt idx="3687">
                  <c:v>13-10-2014</c:v>
                </c:pt>
                <c:pt idx="3688">
                  <c:v>14-10-2014</c:v>
                </c:pt>
                <c:pt idx="3689">
                  <c:v>16-10-2014</c:v>
                </c:pt>
                <c:pt idx="3690">
                  <c:v>17-10-2014</c:v>
                </c:pt>
                <c:pt idx="3691">
                  <c:v>20-10-2014</c:v>
                </c:pt>
                <c:pt idx="3692">
                  <c:v>21-10-2014</c:v>
                </c:pt>
                <c:pt idx="3693">
                  <c:v>22-10-2014</c:v>
                </c:pt>
                <c:pt idx="3694">
                  <c:v>23-10-2014</c:v>
                </c:pt>
                <c:pt idx="3695">
                  <c:v>27-10-2014</c:v>
                </c:pt>
                <c:pt idx="3696">
                  <c:v>28-10-2014</c:v>
                </c:pt>
                <c:pt idx="3697">
                  <c:v>29-10-2014</c:v>
                </c:pt>
                <c:pt idx="3698">
                  <c:v>30-10-2014</c:v>
                </c:pt>
                <c:pt idx="3699">
                  <c:v>31-10-2014</c:v>
                </c:pt>
                <c:pt idx="3700">
                  <c:v>03-11-2014</c:v>
                </c:pt>
                <c:pt idx="3701">
                  <c:v>05-11-2014</c:v>
                </c:pt>
                <c:pt idx="3702">
                  <c:v>07-11-2014</c:v>
                </c:pt>
                <c:pt idx="3703">
                  <c:v>10-11-2014</c:v>
                </c:pt>
                <c:pt idx="3704">
                  <c:v>11-11-2014</c:v>
                </c:pt>
                <c:pt idx="3705">
                  <c:v>12-11-2014</c:v>
                </c:pt>
                <c:pt idx="3706">
                  <c:v>13-11-2014</c:v>
                </c:pt>
                <c:pt idx="3707">
                  <c:v>14-11-2014</c:v>
                </c:pt>
                <c:pt idx="3708">
                  <c:v>17-11-2014</c:v>
                </c:pt>
                <c:pt idx="3709">
                  <c:v>18-11-2014</c:v>
                </c:pt>
                <c:pt idx="3710">
                  <c:v>19-11-2014</c:v>
                </c:pt>
                <c:pt idx="3711">
                  <c:v>20-11-2014</c:v>
                </c:pt>
                <c:pt idx="3712">
                  <c:v>21-11-2014</c:v>
                </c:pt>
                <c:pt idx="3713">
                  <c:v>24-11-2014</c:v>
                </c:pt>
                <c:pt idx="3714">
                  <c:v>25-11-2014</c:v>
                </c:pt>
                <c:pt idx="3715">
                  <c:v>26-11-2014</c:v>
                </c:pt>
                <c:pt idx="3716">
                  <c:v>27-11-2014</c:v>
                </c:pt>
                <c:pt idx="3717">
                  <c:v>28-11-2014</c:v>
                </c:pt>
                <c:pt idx="3718">
                  <c:v>01-12-2014</c:v>
                </c:pt>
                <c:pt idx="3719">
                  <c:v>02-12-2014</c:v>
                </c:pt>
                <c:pt idx="3720">
                  <c:v>03-12-2014</c:v>
                </c:pt>
                <c:pt idx="3721">
                  <c:v>04-12-2014</c:v>
                </c:pt>
                <c:pt idx="3722">
                  <c:v>05-12-2014</c:v>
                </c:pt>
                <c:pt idx="3723">
                  <c:v>08-12-2014</c:v>
                </c:pt>
                <c:pt idx="3724">
                  <c:v>09-12-2014</c:v>
                </c:pt>
                <c:pt idx="3725">
                  <c:v>10-12-2014</c:v>
                </c:pt>
                <c:pt idx="3726">
                  <c:v>11-12-2014</c:v>
                </c:pt>
                <c:pt idx="3727">
                  <c:v>12-12-2014</c:v>
                </c:pt>
                <c:pt idx="3728">
                  <c:v>15-12-2014</c:v>
                </c:pt>
                <c:pt idx="3729">
                  <c:v>16-12-2014</c:v>
                </c:pt>
                <c:pt idx="3730">
                  <c:v>17-12-2014</c:v>
                </c:pt>
                <c:pt idx="3731">
                  <c:v>18-12-2014</c:v>
                </c:pt>
                <c:pt idx="3732">
                  <c:v>19-12-2014</c:v>
                </c:pt>
                <c:pt idx="3733">
                  <c:v>22-12-2014</c:v>
                </c:pt>
                <c:pt idx="3734">
                  <c:v>23-12-2014</c:v>
                </c:pt>
                <c:pt idx="3735">
                  <c:v>24-12-2014</c:v>
                </c:pt>
                <c:pt idx="3736">
                  <c:v>26-12-2014</c:v>
                </c:pt>
                <c:pt idx="3737">
                  <c:v>29-12-2014</c:v>
                </c:pt>
                <c:pt idx="3738">
                  <c:v>30-12-2014</c:v>
                </c:pt>
                <c:pt idx="3739">
                  <c:v>31-12-2014</c:v>
                </c:pt>
                <c:pt idx="3740">
                  <c:v>01-01-2015</c:v>
                </c:pt>
                <c:pt idx="3741">
                  <c:v>02-01-2015</c:v>
                </c:pt>
                <c:pt idx="3742">
                  <c:v>05-01-2015</c:v>
                </c:pt>
                <c:pt idx="3743">
                  <c:v>06-01-2015</c:v>
                </c:pt>
                <c:pt idx="3744">
                  <c:v>07-01-2015</c:v>
                </c:pt>
                <c:pt idx="3745">
                  <c:v>08-01-2015</c:v>
                </c:pt>
                <c:pt idx="3746">
                  <c:v>09-01-2015</c:v>
                </c:pt>
                <c:pt idx="3747">
                  <c:v>12-01-2015</c:v>
                </c:pt>
                <c:pt idx="3748">
                  <c:v>13-01-2015</c:v>
                </c:pt>
                <c:pt idx="3749">
                  <c:v>14-01-2015</c:v>
                </c:pt>
                <c:pt idx="3750">
                  <c:v>15-01-2015</c:v>
                </c:pt>
                <c:pt idx="3751">
                  <c:v>16-01-2015</c:v>
                </c:pt>
                <c:pt idx="3752">
                  <c:v>19-01-2015</c:v>
                </c:pt>
                <c:pt idx="3753">
                  <c:v>20-01-2015</c:v>
                </c:pt>
                <c:pt idx="3754">
                  <c:v>21-01-2015</c:v>
                </c:pt>
                <c:pt idx="3755">
                  <c:v>22-01-2015</c:v>
                </c:pt>
                <c:pt idx="3756">
                  <c:v>23-01-2015</c:v>
                </c:pt>
                <c:pt idx="3757">
                  <c:v>27-01-2015</c:v>
                </c:pt>
                <c:pt idx="3758">
                  <c:v>28-01-2015</c:v>
                </c:pt>
                <c:pt idx="3759">
                  <c:v>29-01-2015</c:v>
                </c:pt>
                <c:pt idx="3760">
                  <c:v>30-01-2015</c:v>
                </c:pt>
                <c:pt idx="3761">
                  <c:v>02-02-2015</c:v>
                </c:pt>
                <c:pt idx="3762">
                  <c:v>03-02-2015</c:v>
                </c:pt>
                <c:pt idx="3763">
                  <c:v>04-02-2015</c:v>
                </c:pt>
                <c:pt idx="3764">
                  <c:v>05-02-2015</c:v>
                </c:pt>
                <c:pt idx="3765">
                  <c:v>06-02-2015</c:v>
                </c:pt>
                <c:pt idx="3766">
                  <c:v>09-02-2015</c:v>
                </c:pt>
                <c:pt idx="3767">
                  <c:v>10-02-2015</c:v>
                </c:pt>
                <c:pt idx="3768">
                  <c:v>11-02-2015</c:v>
                </c:pt>
                <c:pt idx="3769">
                  <c:v>12-02-2015</c:v>
                </c:pt>
                <c:pt idx="3770">
                  <c:v>13-02-2015</c:v>
                </c:pt>
                <c:pt idx="3771">
                  <c:v>16-02-2015</c:v>
                </c:pt>
                <c:pt idx="3772">
                  <c:v>18-02-2015</c:v>
                </c:pt>
                <c:pt idx="3773">
                  <c:v>19-02-2015</c:v>
                </c:pt>
                <c:pt idx="3774">
                  <c:v>20-02-2015</c:v>
                </c:pt>
                <c:pt idx="3775">
                  <c:v>23-02-2015</c:v>
                </c:pt>
                <c:pt idx="3776">
                  <c:v>24-02-2015</c:v>
                </c:pt>
                <c:pt idx="3777">
                  <c:v>25-02-2015</c:v>
                </c:pt>
                <c:pt idx="3778">
                  <c:v>26-02-2015</c:v>
                </c:pt>
                <c:pt idx="3779">
                  <c:v>27-02-2015</c:v>
                </c:pt>
                <c:pt idx="3780">
                  <c:v>28-02-2015</c:v>
                </c:pt>
                <c:pt idx="3781">
                  <c:v>02-03-2015</c:v>
                </c:pt>
                <c:pt idx="3782">
                  <c:v>03-03-2015</c:v>
                </c:pt>
                <c:pt idx="3783">
                  <c:v>04-03-2015</c:v>
                </c:pt>
                <c:pt idx="3784">
                  <c:v>05-03-2015</c:v>
                </c:pt>
                <c:pt idx="3785">
                  <c:v>09-03-2015</c:v>
                </c:pt>
                <c:pt idx="3786">
                  <c:v>10-03-2015</c:v>
                </c:pt>
                <c:pt idx="3787">
                  <c:v>11-03-2015</c:v>
                </c:pt>
                <c:pt idx="3788">
                  <c:v>12-03-2015</c:v>
                </c:pt>
                <c:pt idx="3789">
                  <c:v>13-03-2015</c:v>
                </c:pt>
                <c:pt idx="3790">
                  <c:v>16-03-2015</c:v>
                </c:pt>
                <c:pt idx="3791">
                  <c:v>17-03-2015</c:v>
                </c:pt>
                <c:pt idx="3792">
                  <c:v>18-03-2015</c:v>
                </c:pt>
                <c:pt idx="3793">
                  <c:v>19-03-2015</c:v>
                </c:pt>
                <c:pt idx="3794">
                  <c:v>20-03-2015</c:v>
                </c:pt>
                <c:pt idx="3795">
                  <c:v>23-03-2015</c:v>
                </c:pt>
                <c:pt idx="3796">
                  <c:v>24-03-2015</c:v>
                </c:pt>
                <c:pt idx="3797">
                  <c:v>25-03-2015</c:v>
                </c:pt>
                <c:pt idx="3798">
                  <c:v>26-03-2015</c:v>
                </c:pt>
                <c:pt idx="3799">
                  <c:v>27-03-2015</c:v>
                </c:pt>
                <c:pt idx="3800">
                  <c:v>30-03-2015</c:v>
                </c:pt>
                <c:pt idx="3801">
                  <c:v>31-03-2015</c:v>
                </c:pt>
                <c:pt idx="3802">
                  <c:v>01-04-2015</c:v>
                </c:pt>
                <c:pt idx="3803">
                  <c:v>06-04-2015</c:v>
                </c:pt>
                <c:pt idx="3804">
                  <c:v>07-04-2015</c:v>
                </c:pt>
                <c:pt idx="3805">
                  <c:v>08-04-2015</c:v>
                </c:pt>
                <c:pt idx="3806">
                  <c:v>09-04-2015</c:v>
                </c:pt>
                <c:pt idx="3807">
                  <c:v>10-04-2015</c:v>
                </c:pt>
                <c:pt idx="3808">
                  <c:v>13-04-2015</c:v>
                </c:pt>
                <c:pt idx="3809">
                  <c:v>15-04-2015</c:v>
                </c:pt>
                <c:pt idx="3810">
                  <c:v>16-04-2015</c:v>
                </c:pt>
                <c:pt idx="3811">
                  <c:v>17-04-2015</c:v>
                </c:pt>
                <c:pt idx="3812">
                  <c:v>20-04-2015</c:v>
                </c:pt>
                <c:pt idx="3813">
                  <c:v>21-04-2015</c:v>
                </c:pt>
                <c:pt idx="3814">
                  <c:v>22-04-2015</c:v>
                </c:pt>
                <c:pt idx="3815">
                  <c:v>23-04-2015</c:v>
                </c:pt>
                <c:pt idx="3816">
                  <c:v>24-04-2015</c:v>
                </c:pt>
                <c:pt idx="3817">
                  <c:v>27-04-2015</c:v>
                </c:pt>
                <c:pt idx="3818">
                  <c:v>28-04-2015</c:v>
                </c:pt>
                <c:pt idx="3819">
                  <c:v>29-04-2015</c:v>
                </c:pt>
                <c:pt idx="3820">
                  <c:v>30-04-2015</c:v>
                </c:pt>
                <c:pt idx="3821">
                  <c:v>04-05-2015</c:v>
                </c:pt>
                <c:pt idx="3822">
                  <c:v>05-05-2015</c:v>
                </c:pt>
                <c:pt idx="3823">
                  <c:v>06-05-2015</c:v>
                </c:pt>
                <c:pt idx="3824">
                  <c:v>07-05-2015</c:v>
                </c:pt>
                <c:pt idx="3825">
                  <c:v>08-05-2015</c:v>
                </c:pt>
                <c:pt idx="3826">
                  <c:v>11-05-2015</c:v>
                </c:pt>
                <c:pt idx="3827">
                  <c:v>12-05-2015</c:v>
                </c:pt>
                <c:pt idx="3828">
                  <c:v>13-05-2015</c:v>
                </c:pt>
                <c:pt idx="3829">
                  <c:v>14-05-2015</c:v>
                </c:pt>
                <c:pt idx="3830">
                  <c:v>15-05-2015</c:v>
                </c:pt>
                <c:pt idx="3831">
                  <c:v>18-05-2015</c:v>
                </c:pt>
                <c:pt idx="3832">
                  <c:v>19-05-2015</c:v>
                </c:pt>
                <c:pt idx="3833">
                  <c:v>20-05-2015</c:v>
                </c:pt>
                <c:pt idx="3834">
                  <c:v>21-05-2015</c:v>
                </c:pt>
                <c:pt idx="3835">
                  <c:v>22-05-2015</c:v>
                </c:pt>
                <c:pt idx="3836">
                  <c:v>25-05-2015</c:v>
                </c:pt>
                <c:pt idx="3837">
                  <c:v>26-05-2015</c:v>
                </c:pt>
                <c:pt idx="3838">
                  <c:v>27-05-2015</c:v>
                </c:pt>
                <c:pt idx="3839">
                  <c:v>28-05-2015</c:v>
                </c:pt>
                <c:pt idx="3840">
                  <c:v>29-05-2015</c:v>
                </c:pt>
                <c:pt idx="3841">
                  <c:v>01-06-2015</c:v>
                </c:pt>
                <c:pt idx="3842">
                  <c:v>02-06-2015</c:v>
                </c:pt>
                <c:pt idx="3843">
                  <c:v>03-06-2015</c:v>
                </c:pt>
                <c:pt idx="3844">
                  <c:v>04-06-2015</c:v>
                </c:pt>
                <c:pt idx="3845">
                  <c:v>05-06-2015</c:v>
                </c:pt>
                <c:pt idx="3846">
                  <c:v>08-06-2015</c:v>
                </c:pt>
                <c:pt idx="3847">
                  <c:v>09-06-2015</c:v>
                </c:pt>
                <c:pt idx="3848">
                  <c:v>10-06-2015</c:v>
                </c:pt>
                <c:pt idx="3849">
                  <c:v>11-06-2015</c:v>
                </c:pt>
                <c:pt idx="3850">
                  <c:v>12-06-2015</c:v>
                </c:pt>
                <c:pt idx="3851">
                  <c:v>15-06-2015</c:v>
                </c:pt>
                <c:pt idx="3852">
                  <c:v>16-06-2015</c:v>
                </c:pt>
                <c:pt idx="3853">
                  <c:v>17-06-2015</c:v>
                </c:pt>
                <c:pt idx="3854">
                  <c:v>18-06-2015</c:v>
                </c:pt>
                <c:pt idx="3855">
                  <c:v>19-06-2015</c:v>
                </c:pt>
                <c:pt idx="3856">
                  <c:v>22-06-2015</c:v>
                </c:pt>
                <c:pt idx="3857">
                  <c:v>23-06-2015</c:v>
                </c:pt>
                <c:pt idx="3858">
                  <c:v>24-06-2015</c:v>
                </c:pt>
                <c:pt idx="3859">
                  <c:v>25-06-2015</c:v>
                </c:pt>
                <c:pt idx="3860">
                  <c:v>26-06-2015</c:v>
                </c:pt>
                <c:pt idx="3861">
                  <c:v>29-06-2015</c:v>
                </c:pt>
                <c:pt idx="3862">
                  <c:v>30-06-2015</c:v>
                </c:pt>
                <c:pt idx="3863">
                  <c:v>01-07-2015</c:v>
                </c:pt>
                <c:pt idx="3864">
                  <c:v>02-07-2015</c:v>
                </c:pt>
                <c:pt idx="3865">
                  <c:v>03-07-2015</c:v>
                </c:pt>
                <c:pt idx="3866">
                  <c:v>06-07-2015</c:v>
                </c:pt>
                <c:pt idx="3867">
                  <c:v>07-07-2015</c:v>
                </c:pt>
                <c:pt idx="3868">
                  <c:v>08-07-2015</c:v>
                </c:pt>
                <c:pt idx="3869">
                  <c:v>09-07-2015</c:v>
                </c:pt>
                <c:pt idx="3870">
                  <c:v>10-07-2015</c:v>
                </c:pt>
                <c:pt idx="3871">
                  <c:v>13-07-2015</c:v>
                </c:pt>
                <c:pt idx="3872">
                  <c:v>14-07-2015</c:v>
                </c:pt>
                <c:pt idx="3873">
                  <c:v>15-07-2015</c:v>
                </c:pt>
                <c:pt idx="3874">
                  <c:v>16-07-2015</c:v>
                </c:pt>
                <c:pt idx="3875">
                  <c:v>17-07-2015</c:v>
                </c:pt>
                <c:pt idx="3876">
                  <c:v>20-07-2015</c:v>
                </c:pt>
                <c:pt idx="3877">
                  <c:v>21-07-2015</c:v>
                </c:pt>
                <c:pt idx="3878">
                  <c:v>22-07-2015</c:v>
                </c:pt>
                <c:pt idx="3879">
                  <c:v>23-07-2015</c:v>
                </c:pt>
                <c:pt idx="3880">
                  <c:v>24-07-2015</c:v>
                </c:pt>
                <c:pt idx="3881">
                  <c:v>27-07-2015</c:v>
                </c:pt>
                <c:pt idx="3882">
                  <c:v>28-07-2015</c:v>
                </c:pt>
                <c:pt idx="3883">
                  <c:v>29-07-2015</c:v>
                </c:pt>
                <c:pt idx="3884">
                  <c:v>30-07-2015</c:v>
                </c:pt>
                <c:pt idx="3885">
                  <c:v>31-07-2015</c:v>
                </c:pt>
                <c:pt idx="3886">
                  <c:v>03-08-2015</c:v>
                </c:pt>
                <c:pt idx="3887">
                  <c:v>04-08-2015</c:v>
                </c:pt>
                <c:pt idx="3888">
                  <c:v>05-08-2015</c:v>
                </c:pt>
                <c:pt idx="3889">
                  <c:v>06-08-2015</c:v>
                </c:pt>
                <c:pt idx="3890">
                  <c:v>07-08-2015</c:v>
                </c:pt>
                <c:pt idx="3891">
                  <c:v>10-08-2015</c:v>
                </c:pt>
                <c:pt idx="3892">
                  <c:v>11-08-2015</c:v>
                </c:pt>
                <c:pt idx="3893">
                  <c:v>12-08-2015</c:v>
                </c:pt>
                <c:pt idx="3894">
                  <c:v>13-08-2015</c:v>
                </c:pt>
                <c:pt idx="3895">
                  <c:v>14-08-2015</c:v>
                </c:pt>
                <c:pt idx="3896">
                  <c:v>17-08-2015</c:v>
                </c:pt>
                <c:pt idx="3897">
                  <c:v>18-08-2015</c:v>
                </c:pt>
                <c:pt idx="3898">
                  <c:v>19-08-2015</c:v>
                </c:pt>
                <c:pt idx="3899">
                  <c:v>20-08-2015</c:v>
                </c:pt>
                <c:pt idx="3900">
                  <c:v>21-08-2015</c:v>
                </c:pt>
                <c:pt idx="3901">
                  <c:v>24-08-2015</c:v>
                </c:pt>
                <c:pt idx="3902">
                  <c:v>25-08-2015</c:v>
                </c:pt>
                <c:pt idx="3903">
                  <c:v>26-08-2015</c:v>
                </c:pt>
                <c:pt idx="3904">
                  <c:v>27-08-2015</c:v>
                </c:pt>
                <c:pt idx="3905">
                  <c:v>28-08-2015</c:v>
                </c:pt>
                <c:pt idx="3906">
                  <c:v>31-08-2015</c:v>
                </c:pt>
                <c:pt idx="3907">
                  <c:v>01-09-2015</c:v>
                </c:pt>
                <c:pt idx="3908">
                  <c:v>02-09-2015</c:v>
                </c:pt>
                <c:pt idx="3909">
                  <c:v>03-09-2015</c:v>
                </c:pt>
                <c:pt idx="3910">
                  <c:v>04-09-2015</c:v>
                </c:pt>
                <c:pt idx="3911">
                  <c:v>07-09-2015</c:v>
                </c:pt>
                <c:pt idx="3912">
                  <c:v>08-09-2015</c:v>
                </c:pt>
                <c:pt idx="3913">
                  <c:v>09-09-2015</c:v>
                </c:pt>
                <c:pt idx="3914">
                  <c:v>10-09-2015</c:v>
                </c:pt>
                <c:pt idx="3915">
                  <c:v>11-09-2015</c:v>
                </c:pt>
                <c:pt idx="3916">
                  <c:v>14-09-2015</c:v>
                </c:pt>
                <c:pt idx="3917">
                  <c:v>15-09-2015</c:v>
                </c:pt>
                <c:pt idx="3918">
                  <c:v>16-09-2015</c:v>
                </c:pt>
                <c:pt idx="3919">
                  <c:v>18-09-2015</c:v>
                </c:pt>
                <c:pt idx="3920">
                  <c:v>21-09-2015</c:v>
                </c:pt>
                <c:pt idx="3921">
                  <c:v>22-09-2015</c:v>
                </c:pt>
                <c:pt idx="3922">
                  <c:v>23-09-2015</c:v>
                </c:pt>
                <c:pt idx="3923">
                  <c:v>24-09-2015</c:v>
                </c:pt>
                <c:pt idx="3924">
                  <c:v>28-09-2015</c:v>
                </c:pt>
                <c:pt idx="3925">
                  <c:v>29-09-2015</c:v>
                </c:pt>
                <c:pt idx="3926">
                  <c:v>30-09-2015</c:v>
                </c:pt>
                <c:pt idx="3927">
                  <c:v>01-10-2015</c:v>
                </c:pt>
                <c:pt idx="3928">
                  <c:v>05-10-2015</c:v>
                </c:pt>
                <c:pt idx="3929">
                  <c:v>06-10-2015</c:v>
                </c:pt>
                <c:pt idx="3930">
                  <c:v>07-10-2015</c:v>
                </c:pt>
                <c:pt idx="3931">
                  <c:v>08-10-2015</c:v>
                </c:pt>
                <c:pt idx="3932">
                  <c:v>09-10-2015</c:v>
                </c:pt>
                <c:pt idx="3933">
                  <c:v>12-10-2015</c:v>
                </c:pt>
                <c:pt idx="3934">
                  <c:v>13-10-2015</c:v>
                </c:pt>
                <c:pt idx="3935">
                  <c:v>14-10-2015</c:v>
                </c:pt>
                <c:pt idx="3936">
                  <c:v>15-10-2015</c:v>
                </c:pt>
                <c:pt idx="3937">
                  <c:v>16-10-2015</c:v>
                </c:pt>
                <c:pt idx="3938">
                  <c:v>19-10-2015</c:v>
                </c:pt>
                <c:pt idx="3939">
                  <c:v>20-10-2015</c:v>
                </c:pt>
                <c:pt idx="3940">
                  <c:v>21-10-2015</c:v>
                </c:pt>
                <c:pt idx="3941">
                  <c:v>23-10-2015</c:v>
                </c:pt>
                <c:pt idx="3942">
                  <c:v>26-10-2015</c:v>
                </c:pt>
                <c:pt idx="3943">
                  <c:v>27-10-2015</c:v>
                </c:pt>
                <c:pt idx="3944">
                  <c:v>28-10-2015</c:v>
                </c:pt>
                <c:pt idx="3945">
                  <c:v>29-10-2015</c:v>
                </c:pt>
                <c:pt idx="3946">
                  <c:v>30-10-2015</c:v>
                </c:pt>
                <c:pt idx="3947">
                  <c:v>02-11-2015</c:v>
                </c:pt>
                <c:pt idx="3948">
                  <c:v>03-11-2015</c:v>
                </c:pt>
                <c:pt idx="3949">
                  <c:v>04-11-2015</c:v>
                </c:pt>
                <c:pt idx="3950">
                  <c:v>05-11-2015</c:v>
                </c:pt>
                <c:pt idx="3951">
                  <c:v>06-11-2015</c:v>
                </c:pt>
                <c:pt idx="3952">
                  <c:v>09-11-2015</c:v>
                </c:pt>
                <c:pt idx="3953">
                  <c:v>10-11-2015</c:v>
                </c:pt>
                <c:pt idx="3954">
                  <c:v>11-11-2015</c:v>
                </c:pt>
                <c:pt idx="3955">
                  <c:v>13-11-2015</c:v>
                </c:pt>
                <c:pt idx="3956">
                  <c:v>16-11-2015</c:v>
                </c:pt>
                <c:pt idx="3957">
                  <c:v>17-11-2015</c:v>
                </c:pt>
                <c:pt idx="3958">
                  <c:v>18-11-2015</c:v>
                </c:pt>
                <c:pt idx="3959">
                  <c:v>19-11-2015</c:v>
                </c:pt>
                <c:pt idx="3960">
                  <c:v>20-11-2015</c:v>
                </c:pt>
                <c:pt idx="3961">
                  <c:v>23-11-2015</c:v>
                </c:pt>
                <c:pt idx="3962">
                  <c:v>24-11-2015</c:v>
                </c:pt>
                <c:pt idx="3963">
                  <c:v>26-11-2015</c:v>
                </c:pt>
                <c:pt idx="3964">
                  <c:v>27-11-2015</c:v>
                </c:pt>
                <c:pt idx="3965">
                  <c:v>30-11-2015</c:v>
                </c:pt>
                <c:pt idx="3966">
                  <c:v>01-12-2015</c:v>
                </c:pt>
                <c:pt idx="3967">
                  <c:v>02-12-2015</c:v>
                </c:pt>
                <c:pt idx="3968">
                  <c:v>03-12-2015</c:v>
                </c:pt>
                <c:pt idx="3969">
                  <c:v>04-12-2015</c:v>
                </c:pt>
                <c:pt idx="3970">
                  <c:v>07-12-2015</c:v>
                </c:pt>
                <c:pt idx="3971">
                  <c:v>08-12-2015</c:v>
                </c:pt>
                <c:pt idx="3972">
                  <c:v>09-12-2015</c:v>
                </c:pt>
                <c:pt idx="3973">
                  <c:v>10-12-2015</c:v>
                </c:pt>
                <c:pt idx="3974">
                  <c:v>11-12-2015</c:v>
                </c:pt>
                <c:pt idx="3975">
                  <c:v>14-12-2015</c:v>
                </c:pt>
                <c:pt idx="3976">
                  <c:v>15-12-2015</c:v>
                </c:pt>
                <c:pt idx="3977">
                  <c:v>16-12-2015</c:v>
                </c:pt>
                <c:pt idx="3978">
                  <c:v>17-12-2015</c:v>
                </c:pt>
                <c:pt idx="3979">
                  <c:v>18-12-2015</c:v>
                </c:pt>
                <c:pt idx="3980">
                  <c:v>21-12-2015</c:v>
                </c:pt>
                <c:pt idx="3981">
                  <c:v>22-12-2015</c:v>
                </c:pt>
                <c:pt idx="3982">
                  <c:v>23-12-2015</c:v>
                </c:pt>
                <c:pt idx="3983">
                  <c:v>24-12-2015</c:v>
                </c:pt>
                <c:pt idx="3984">
                  <c:v>28-12-2015</c:v>
                </c:pt>
                <c:pt idx="3985">
                  <c:v>29-12-2015</c:v>
                </c:pt>
                <c:pt idx="3986">
                  <c:v>30-12-2015</c:v>
                </c:pt>
                <c:pt idx="3987">
                  <c:v>31-12-2015</c:v>
                </c:pt>
                <c:pt idx="3988">
                  <c:v>01-01-2016</c:v>
                </c:pt>
                <c:pt idx="3989">
                  <c:v>04-01-2016</c:v>
                </c:pt>
                <c:pt idx="3990">
                  <c:v>05-01-2016</c:v>
                </c:pt>
                <c:pt idx="3991">
                  <c:v>06-01-2016</c:v>
                </c:pt>
                <c:pt idx="3992">
                  <c:v>07-01-2016</c:v>
                </c:pt>
                <c:pt idx="3993">
                  <c:v>08-01-2016</c:v>
                </c:pt>
                <c:pt idx="3994">
                  <c:v>11-01-2016</c:v>
                </c:pt>
                <c:pt idx="3995">
                  <c:v>12-01-2016</c:v>
                </c:pt>
                <c:pt idx="3996">
                  <c:v>13-01-2016</c:v>
                </c:pt>
                <c:pt idx="3997">
                  <c:v>14-01-2016</c:v>
                </c:pt>
                <c:pt idx="3998">
                  <c:v>15-01-2016</c:v>
                </c:pt>
                <c:pt idx="3999">
                  <c:v>18-01-2016</c:v>
                </c:pt>
                <c:pt idx="4000">
                  <c:v>19-01-2016</c:v>
                </c:pt>
                <c:pt idx="4001">
                  <c:v>20-01-2016</c:v>
                </c:pt>
                <c:pt idx="4002">
                  <c:v>21-01-2016</c:v>
                </c:pt>
                <c:pt idx="4003">
                  <c:v>22-01-2016</c:v>
                </c:pt>
                <c:pt idx="4004">
                  <c:v>25-01-2016</c:v>
                </c:pt>
                <c:pt idx="4005">
                  <c:v>27-01-2016</c:v>
                </c:pt>
                <c:pt idx="4006">
                  <c:v>28-01-2016</c:v>
                </c:pt>
                <c:pt idx="4007">
                  <c:v>29-01-2016</c:v>
                </c:pt>
                <c:pt idx="4008">
                  <c:v>01-02-2016</c:v>
                </c:pt>
                <c:pt idx="4009">
                  <c:v>02-02-2016</c:v>
                </c:pt>
                <c:pt idx="4010">
                  <c:v>03-02-2016</c:v>
                </c:pt>
                <c:pt idx="4011">
                  <c:v>04-02-2016</c:v>
                </c:pt>
                <c:pt idx="4012">
                  <c:v>05-02-2016</c:v>
                </c:pt>
                <c:pt idx="4013">
                  <c:v>08-02-2016</c:v>
                </c:pt>
                <c:pt idx="4014">
                  <c:v>09-02-2016</c:v>
                </c:pt>
                <c:pt idx="4015">
                  <c:v>10-02-2016</c:v>
                </c:pt>
                <c:pt idx="4016">
                  <c:v>11-02-2016</c:v>
                </c:pt>
                <c:pt idx="4017">
                  <c:v>12-02-2016</c:v>
                </c:pt>
                <c:pt idx="4018">
                  <c:v>15-02-2016</c:v>
                </c:pt>
                <c:pt idx="4019">
                  <c:v>16-02-2016</c:v>
                </c:pt>
                <c:pt idx="4020">
                  <c:v>17-02-2016</c:v>
                </c:pt>
                <c:pt idx="4021">
                  <c:v>18-02-2016</c:v>
                </c:pt>
                <c:pt idx="4022">
                  <c:v>19-02-2016</c:v>
                </c:pt>
                <c:pt idx="4023">
                  <c:v>22-02-2016</c:v>
                </c:pt>
                <c:pt idx="4024">
                  <c:v>23-02-2016</c:v>
                </c:pt>
                <c:pt idx="4025">
                  <c:v>24-02-2016</c:v>
                </c:pt>
                <c:pt idx="4026">
                  <c:v>25-02-2016</c:v>
                </c:pt>
                <c:pt idx="4027">
                  <c:v>26-02-2016</c:v>
                </c:pt>
                <c:pt idx="4028">
                  <c:v>29-02-2016</c:v>
                </c:pt>
                <c:pt idx="4029">
                  <c:v>01-03-2016</c:v>
                </c:pt>
                <c:pt idx="4030">
                  <c:v>02-03-2016</c:v>
                </c:pt>
                <c:pt idx="4031">
                  <c:v>03-03-2016</c:v>
                </c:pt>
                <c:pt idx="4032">
                  <c:v>04-03-2016</c:v>
                </c:pt>
                <c:pt idx="4033">
                  <c:v>08-03-2016</c:v>
                </c:pt>
                <c:pt idx="4034">
                  <c:v>09-03-2016</c:v>
                </c:pt>
                <c:pt idx="4035">
                  <c:v>10-03-2016</c:v>
                </c:pt>
                <c:pt idx="4036">
                  <c:v>11-03-2016</c:v>
                </c:pt>
                <c:pt idx="4037">
                  <c:v>14-03-2016</c:v>
                </c:pt>
                <c:pt idx="4038">
                  <c:v>15-03-2016</c:v>
                </c:pt>
                <c:pt idx="4039">
                  <c:v>16-03-2016</c:v>
                </c:pt>
                <c:pt idx="4040">
                  <c:v>17-03-2016</c:v>
                </c:pt>
                <c:pt idx="4041">
                  <c:v>18-03-2016</c:v>
                </c:pt>
                <c:pt idx="4042">
                  <c:v>21-03-2016</c:v>
                </c:pt>
                <c:pt idx="4043">
                  <c:v>22-03-2016</c:v>
                </c:pt>
                <c:pt idx="4044">
                  <c:v>23-03-2016</c:v>
                </c:pt>
                <c:pt idx="4045">
                  <c:v>28-03-2016</c:v>
                </c:pt>
                <c:pt idx="4046">
                  <c:v>29-03-2016</c:v>
                </c:pt>
                <c:pt idx="4047">
                  <c:v>30-03-2016</c:v>
                </c:pt>
                <c:pt idx="4048">
                  <c:v>31-03-2016</c:v>
                </c:pt>
                <c:pt idx="4049">
                  <c:v>01-04-2016</c:v>
                </c:pt>
                <c:pt idx="4050">
                  <c:v>04-04-2016</c:v>
                </c:pt>
                <c:pt idx="4051">
                  <c:v>05-04-2016</c:v>
                </c:pt>
                <c:pt idx="4052">
                  <c:v>06-04-2016</c:v>
                </c:pt>
                <c:pt idx="4053">
                  <c:v>07-04-2016</c:v>
                </c:pt>
                <c:pt idx="4054">
                  <c:v>08-04-2016</c:v>
                </c:pt>
                <c:pt idx="4055">
                  <c:v>11-04-2016</c:v>
                </c:pt>
                <c:pt idx="4056">
                  <c:v>12-04-2016</c:v>
                </c:pt>
                <c:pt idx="4057">
                  <c:v>13-04-2016</c:v>
                </c:pt>
                <c:pt idx="4058">
                  <c:v>18-04-2016</c:v>
                </c:pt>
                <c:pt idx="4059">
                  <c:v>20-04-2016</c:v>
                </c:pt>
                <c:pt idx="4060">
                  <c:v>21-04-2016</c:v>
                </c:pt>
                <c:pt idx="4061">
                  <c:v>22-04-2016</c:v>
                </c:pt>
                <c:pt idx="4062">
                  <c:v>25-04-2016</c:v>
                </c:pt>
                <c:pt idx="4063">
                  <c:v>26-04-2016</c:v>
                </c:pt>
                <c:pt idx="4064">
                  <c:v>27-04-2016</c:v>
                </c:pt>
                <c:pt idx="4065">
                  <c:v>28-04-2016</c:v>
                </c:pt>
                <c:pt idx="4066">
                  <c:v>29-04-2016</c:v>
                </c:pt>
                <c:pt idx="4067">
                  <c:v>02-05-2016</c:v>
                </c:pt>
                <c:pt idx="4068">
                  <c:v>03-05-2016</c:v>
                </c:pt>
                <c:pt idx="4069">
                  <c:v>04-05-2016</c:v>
                </c:pt>
                <c:pt idx="4070">
                  <c:v>05-05-2016</c:v>
                </c:pt>
                <c:pt idx="4071">
                  <c:v>06-05-2016</c:v>
                </c:pt>
                <c:pt idx="4072">
                  <c:v>09-05-2016</c:v>
                </c:pt>
                <c:pt idx="4073">
                  <c:v>10-05-2016</c:v>
                </c:pt>
                <c:pt idx="4074">
                  <c:v>11-05-2016</c:v>
                </c:pt>
                <c:pt idx="4075">
                  <c:v>12-05-2016</c:v>
                </c:pt>
                <c:pt idx="4076">
                  <c:v>13-05-2016</c:v>
                </c:pt>
                <c:pt idx="4077">
                  <c:v>16-05-2016</c:v>
                </c:pt>
                <c:pt idx="4078">
                  <c:v>17-05-2016</c:v>
                </c:pt>
                <c:pt idx="4079">
                  <c:v>18-05-2016</c:v>
                </c:pt>
                <c:pt idx="4080">
                  <c:v>19-05-2016</c:v>
                </c:pt>
                <c:pt idx="4081">
                  <c:v>20-05-2016</c:v>
                </c:pt>
                <c:pt idx="4082">
                  <c:v>23-05-2016</c:v>
                </c:pt>
                <c:pt idx="4083">
                  <c:v>24-05-2016</c:v>
                </c:pt>
                <c:pt idx="4084">
                  <c:v>25-05-2016</c:v>
                </c:pt>
                <c:pt idx="4085">
                  <c:v>26-05-2016</c:v>
                </c:pt>
                <c:pt idx="4086">
                  <c:v>27-05-2016</c:v>
                </c:pt>
                <c:pt idx="4087">
                  <c:v>30-05-2016</c:v>
                </c:pt>
                <c:pt idx="4088">
                  <c:v>31-05-2016</c:v>
                </c:pt>
                <c:pt idx="4089">
                  <c:v>01-06-2016</c:v>
                </c:pt>
                <c:pt idx="4090">
                  <c:v>02-06-2016</c:v>
                </c:pt>
                <c:pt idx="4091">
                  <c:v>03-06-2016</c:v>
                </c:pt>
                <c:pt idx="4092">
                  <c:v>06-06-2016</c:v>
                </c:pt>
                <c:pt idx="4093">
                  <c:v>07-06-2016</c:v>
                </c:pt>
                <c:pt idx="4094">
                  <c:v>08-06-2016</c:v>
                </c:pt>
                <c:pt idx="4095">
                  <c:v>09-06-2016</c:v>
                </c:pt>
                <c:pt idx="4096">
                  <c:v>10-06-2016</c:v>
                </c:pt>
                <c:pt idx="4097">
                  <c:v>13-06-2016</c:v>
                </c:pt>
                <c:pt idx="4098">
                  <c:v>14-06-2016</c:v>
                </c:pt>
                <c:pt idx="4099">
                  <c:v>15-06-2016</c:v>
                </c:pt>
                <c:pt idx="4100">
                  <c:v>16-06-2016</c:v>
                </c:pt>
                <c:pt idx="4101">
                  <c:v>17-06-2016</c:v>
                </c:pt>
                <c:pt idx="4102">
                  <c:v>20-06-2016</c:v>
                </c:pt>
                <c:pt idx="4103">
                  <c:v>21-06-2016</c:v>
                </c:pt>
                <c:pt idx="4104">
                  <c:v>22-06-2016</c:v>
                </c:pt>
                <c:pt idx="4105">
                  <c:v>23-06-2016</c:v>
                </c:pt>
                <c:pt idx="4106">
                  <c:v>24-06-2016</c:v>
                </c:pt>
                <c:pt idx="4107">
                  <c:v>27-06-2016</c:v>
                </c:pt>
                <c:pt idx="4108">
                  <c:v>28-06-2016</c:v>
                </c:pt>
                <c:pt idx="4109">
                  <c:v>29-06-2016</c:v>
                </c:pt>
                <c:pt idx="4110">
                  <c:v>30-06-2016</c:v>
                </c:pt>
                <c:pt idx="4111">
                  <c:v>01-07-2016</c:v>
                </c:pt>
                <c:pt idx="4112">
                  <c:v>04-07-2016</c:v>
                </c:pt>
                <c:pt idx="4113">
                  <c:v>05-07-2016</c:v>
                </c:pt>
                <c:pt idx="4114">
                  <c:v>07-07-2016</c:v>
                </c:pt>
                <c:pt idx="4115">
                  <c:v>08-07-2016</c:v>
                </c:pt>
                <c:pt idx="4116">
                  <c:v>11-07-2016</c:v>
                </c:pt>
                <c:pt idx="4117">
                  <c:v>12-07-2016</c:v>
                </c:pt>
                <c:pt idx="4118">
                  <c:v>13-07-2016</c:v>
                </c:pt>
                <c:pt idx="4119">
                  <c:v>14-07-2016</c:v>
                </c:pt>
                <c:pt idx="4120">
                  <c:v>15-07-2016</c:v>
                </c:pt>
                <c:pt idx="4121">
                  <c:v>18-07-2016</c:v>
                </c:pt>
                <c:pt idx="4122">
                  <c:v>19-07-2016</c:v>
                </c:pt>
                <c:pt idx="4123">
                  <c:v>20-07-2016</c:v>
                </c:pt>
                <c:pt idx="4124">
                  <c:v>21-07-2016</c:v>
                </c:pt>
                <c:pt idx="4125">
                  <c:v>22-07-2016</c:v>
                </c:pt>
                <c:pt idx="4126">
                  <c:v>25-07-2016</c:v>
                </c:pt>
                <c:pt idx="4127">
                  <c:v>26-07-2016</c:v>
                </c:pt>
                <c:pt idx="4128">
                  <c:v>27-07-2016</c:v>
                </c:pt>
                <c:pt idx="4129">
                  <c:v>28-07-2016</c:v>
                </c:pt>
                <c:pt idx="4130">
                  <c:v>29-07-2016</c:v>
                </c:pt>
                <c:pt idx="4131">
                  <c:v>01-08-2016</c:v>
                </c:pt>
                <c:pt idx="4132">
                  <c:v>02-08-2016</c:v>
                </c:pt>
                <c:pt idx="4133">
                  <c:v>03-08-2016</c:v>
                </c:pt>
                <c:pt idx="4134">
                  <c:v>04-08-2016</c:v>
                </c:pt>
                <c:pt idx="4135">
                  <c:v>05-08-2016</c:v>
                </c:pt>
                <c:pt idx="4136">
                  <c:v>08-08-2016</c:v>
                </c:pt>
                <c:pt idx="4137">
                  <c:v>09-08-2016</c:v>
                </c:pt>
                <c:pt idx="4138">
                  <c:v>10-08-2016</c:v>
                </c:pt>
                <c:pt idx="4139">
                  <c:v>11-08-2016</c:v>
                </c:pt>
                <c:pt idx="4140">
                  <c:v>12-08-2016</c:v>
                </c:pt>
                <c:pt idx="4141">
                  <c:v>16-08-2016</c:v>
                </c:pt>
                <c:pt idx="4142">
                  <c:v>17-08-2016</c:v>
                </c:pt>
                <c:pt idx="4143">
                  <c:v>18-08-2016</c:v>
                </c:pt>
                <c:pt idx="4144">
                  <c:v>19-08-2016</c:v>
                </c:pt>
                <c:pt idx="4145">
                  <c:v>22-08-2016</c:v>
                </c:pt>
                <c:pt idx="4146">
                  <c:v>23-08-2016</c:v>
                </c:pt>
                <c:pt idx="4147">
                  <c:v>24-08-2016</c:v>
                </c:pt>
                <c:pt idx="4148">
                  <c:v>25-08-2016</c:v>
                </c:pt>
                <c:pt idx="4149">
                  <c:v>26-08-2016</c:v>
                </c:pt>
                <c:pt idx="4150">
                  <c:v>29-08-2016</c:v>
                </c:pt>
                <c:pt idx="4151">
                  <c:v>30-08-2016</c:v>
                </c:pt>
                <c:pt idx="4152">
                  <c:v>31-08-2016</c:v>
                </c:pt>
                <c:pt idx="4153">
                  <c:v>01-09-2016</c:v>
                </c:pt>
                <c:pt idx="4154">
                  <c:v>02-09-2016</c:v>
                </c:pt>
                <c:pt idx="4155">
                  <c:v>06-09-2016</c:v>
                </c:pt>
                <c:pt idx="4156">
                  <c:v>07-09-2016</c:v>
                </c:pt>
                <c:pt idx="4157">
                  <c:v>08-09-2016</c:v>
                </c:pt>
                <c:pt idx="4158">
                  <c:v>09-09-2016</c:v>
                </c:pt>
                <c:pt idx="4159">
                  <c:v>12-09-2016</c:v>
                </c:pt>
                <c:pt idx="4160">
                  <c:v>14-09-2016</c:v>
                </c:pt>
                <c:pt idx="4161">
                  <c:v>15-09-2016</c:v>
                </c:pt>
                <c:pt idx="4162">
                  <c:v>16-09-2016</c:v>
                </c:pt>
                <c:pt idx="4163">
                  <c:v>19-09-2016</c:v>
                </c:pt>
                <c:pt idx="4164">
                  <c:v>20-09-2016</c:v>
                </c:pt>
                <c:pt idx="4165">
                  <c:v>21-09-2016</c:v>
                </c:pt>
                <c:pt idx="4166">
                  <c:v>22-09-2016</c:v>
                </c:pt>
                <c:pt idx="4167">
                  <c:v>23-09-2016</c:v>
                </c:pt>
                <c:pt idx="4168">
                  <c:v>26-09-2016</c:v>
                </c:pt>
                <c:pt idx="4169">
                  <c:v>27-09-2016</c:v>
                </c:pt>
                <c:pt idx="4170">
                  <c:v>28-09-2016</c:v>
                </c:pt>
                <c:pt idx="4171">
                  <c:v>29-09-2016</c:v>
                </c:pt>
                <c:pt idx="4172">
                  <c:v>30-09-2016</c:v>
                </c:pt>
                <c:pt idx="4173">
                  <c:v>03-10-2016</c:v>
                </c:pt>
                <c:pt idx="4174">
                  <c:v>04-10-2016</c:v>
                </c:pt>
                <c:pt idx="4175">
                  <c:v>05-10-2016</c:v>
                </c:pt>
                <c:pt idx="4176">
                  <c:v>06-10-2016</c:v>
                </c:pt>
                <c:pt idx="4177">
                  <c:v>07-10-2016</c:v>
                </c:pt>
                <c:pt idx="4178">
                  <c:v>10-10-2016</c:v>
                </c:pt>
                <c:pt idx="4179">
                  <c:v>13-10-2016</c:v>
                </c:pt>
                <c:pt idx="4180">
                  <c:v>14-10-2016</c:v>
                </c:pt>
                <c:pt idx="4181">
                  <c:v>17-10-2016</c:v>
                </c:pt>
                <c:pt idx="4182">
                  <c:v>18-10-2016</c:v>
                </c:pt>
                <c:pt idx="4183">
                  <c:v>19-10-2016</c:v>
                </c:pt>
                <c:pt idx="4184">
                  <c:v>20-10-2016</c:v>
                </c:pt>
                <c:pt idx="4185">
                  <c:v>21-10-2016</c:v>
                </c:pt>
                <c:pt idx="4186">
                  <c:v>24-10-2016</c:v>
                </c:pt>
                <c:pt idx="4187">
                  <c:v>25-10-2016</c:v>
                </c:pt>
                <c:pt idx="4188">
                  <c:v>26-10-2016</c:v>
                </c:pt>
                <c:pt idx="4189">
                  <c:v>27-10-2016</c:v>
                </c:pt>
                <c:pt idx="4190">
                  <c:v>28-10-2016</c:v>
                </c:pt>
                <c:pt idx="4191">
                  <c:v>30-10-2016</c:v>
                </c:pt>
                <c:pt idx="4192">
                  <c:v>01-11-2016</c:v>
                </c:pt>
                <c:pt idx="4193">
                  <c:v>02-11-2016</c:v>
                </c:pt>
                <c:pt idx="4194">
                  <c:v>03-11-2016</c:v>
                </c:pt>
                <c:pt idx="4195">
                  <c:v>04-11-2016</c:v>
                </c:pt>
                <c:pt idx="4196">
                  <c:v>07-11-2016</c:v>
                </c:pt>
                <c:pt idx="4197">
                  <c:v>08-11-2016</c:v>
                </c:pt>
                <c:pt idx="4198">
                  <c:v>09-11-2016</c:v>
                </c:pt>
                <c:pt idx="4199">
                  <c:v>10-11-2016</c:v>
                </c:pt>
                <c:pt idx="4200">
                  <c:v>11-11-2016</c:v>
                </c:pt>
                <c:pt idx="4201">
                  <c:v>15-11-2016</c:v>
                </c:pt>
                <c:pt idx="4202">
                  <c:v>16-11-2016</c:v>
                </c:pt>
                <c:pt idx="4203">
                  <c:v>17-11-2016</c:v>
                </c:pt>
                <c:pt idx="4204">
                  <c:v>18-11-2016</c:v>
                </c:pt>
                <c:pt idx="4205">
                  <c:v>21-11-2016</c:v>
                </c:pt>
                <c:pt idx="4206">
                  <c:v>22-11-2016</c:v>
                </c:pt>
                <c:pt idx="4207">
                  <c:v>23-11-2016</c:v>
                </c:pt>
                <c:pt idx="4208">
                  <c:v>24-11-2016</c:v>
                </c:pt>
                <c:pt idx="4209">
                  <c:v>25-11-2016</c:v>
                </c:pt>
                <c:pt idx="4210">
                  <c:v>28-11-2016</c:v>
                </c:pt>
                <c:pt idx="4211">
                  <c:v>29-11-2016</c:v>
                </c:pt>
                <c:pt idx="4212">
                  <c:v>30-11-2016</c:v>
                </c:pt>
                <c:pt idx="4213">
                  <c:v>01-12-2016</c:v>
                </c:pt>
                <c:pt idx="4214">
                  <c:v>02-12-2016</c:v>
                </c:pt>
                <c:pt idx="4215">
                  <c:v>05-12-2016</c:v>
                </c:pt>
                <c:pt idx="4216">
                  <c:v>06-12-2016</c:v>
                </c:pt>
                <c:pt idx="4217">
                  <c:v>07-12-2016</c:v>
                </c:pt>
                <c:pt idx="4218">
                  <c:v>08-12-2016</c:v>
                </c:pt>
                <c:pt idx="4219">
                  <c:v>09-12-2016</c:v>
                </c:pt>
                <c:pt idx="4220">
                  <c:v>12-12-2016</c:v>
                </c:pt>
                <c:pt idx="4221">
                  <c:v>13-12-2016</c:v>
                </c:pt>
                <c:pt idx="4222">
                  <c:v>14-12-2016</c:v>
                </c:pt>
                <c:pt idx="4223">
                  <c:v>15-12-2016</c:v>
                </c:pt>
                <c:pt idx="4224">
                  <c:v>16-12-2016</c:v>
                </c:pt>
                <c:pt idx="4225">
                  <c:v>19-12-2016</c:v>
                </c:pt>
                <c:pt idx="4226">
                  <c:v>20-12-2016</c:v>
                </c:pt>
                <c:pt idx="4227">
                  <c:v>21-12-2016</c:v>
                </c:pt>
                <c:pt idx="4228">
                  <c:v>22-12-2016</c:v>
                </c:pt>
                <c:pt idx="4229">
                  <c:v>23-12-2016</c:v>
                </c:pt>
                <c:pt idx="4230">
                  <c:v>26-12-2016</c:v>
                </c:pt>
                <c:pt idx="4231">
                  <c:v>27-12-2016</c:v>
                </c:pt>
                <c:pt idx="4232">
                  <c:v>28-12-2016</c:v>
                </c:pt>
                <c:pt idx="4233">
                  <c:v>29-12-2016</c:v>
                </c:pt>
                <c:pt idx="4234">
                  <c:v>30-12-2016</c:v>
                </c:pt>
                <c:pt idx="4235">
                  <c:v>02-01-2017</c:v>
                </c:pt>
                <c:pt idx="4236">
                  <c:v>03-01-2017</c:v>
                </c:pt>
                <c:pt idx="4237">
                  <c:v>04-01-2017</c:v>
                </c:pt>
                <c:pt idx="4238">
                  <c:v>05-01-2017</c:v>
                </c:pt>
                <c:pt idx="4239">
                  <c:v>06-01-2017</c:v>
                </c:pt>
                <c:pt idx="4240">
                  <c:v>09-01-2017</c:v>
                </c:pt>
                <c:pt idx="4241">
                  <c:v>10-01-2017</c:v>
                </c:pt>
                <c:pt idx="4242">
                  <c:v>11-01-2017</c:v>
                </c:pt>
                <c:pt idx="4243">
                  <c:v>12-01-2017</c:v>
                </c:pt>
                <c:pt idx="4244">
                  <c:v>13-01-2017</c:v>
                </c:pt>
                <c:pt idx="4245">
                  <c:v>16-01-2017</c:v>
                </c:pt>
                <c:pt idx="4246">
                  <c:v>17-01-2017</c:v>
                </c:pt>
                <c:pt idx="4247">
                  <c:v>18-01-2017</c:v>
                </c:pt>
                <c:pt idx="4248">
                  <c:v>19-01-2017</c:v>
                </c:pt>
                <c:pt idx="4249">
                  <c:v>20-01-2017</c:v>
                </c:pt>
                <c:pt idx="4250">
                  <c:v>23-01-2017</c:v>
                </c:pt>
                <c:pt idx="4251">
                  <c:v>24-01-2017</c:v>
                </c:pt>
                <c:pt idx="4252">
                  <c:v>25-01-2017</c:v>
                </c:pt>
                <c:pt idx="4253">
                  <c:v>27-01-2017</c:v>
                </c:pt>
                <c:pt idx="4254">
                  <c:v>30-01-2017</c:v>
                </c:pt>
                <c:pt idx="4255">
                  <c:v>31-01-2017</c:v>
                </c:pt>
                <c:pt idx="4256">
                  <c:v>01-02-2017</c:v>
                </c:pt>
                <c:pt idx="4257">
                  <c:v>02-02-2017</c:v>
                </c:pt>
                <c:pt idx="4258">
                  <c:v>03-02-2017</c:v>
                </c:pt>
                <c:pt idx="4259">
                  <c:v>06-02-2017</c:v>
                </c:pt>
                <c:pt idx="4260">
                  <c:v>07-02-2017</c:v>
                </c:pt>
                <c:pt idx="4261">
                  <c:v>08-02-2017</c:v>
                </c:pt>
                <c:pt idx="4262">
                  <c:v>09-02-2017</c:v>
                </c:pt>
                <c:pt idx="4263">
                  <c:v>10-02-2017</c:v>
                </c:pt>
                <c:pt idx="4264">
                  <c:v>13-02-2017</c:v>
                </c:pt>
                <c:pt idx="4265">
                  <c:v>14-02-2017</c:v>
                </c:pt>
                <c:pt idx="4266">
                  <c:v>15-02-2017</c:v>
                </c:pt>
                <c:pt idx="4267">
                  <c:v>16-02-2017</c:v>
                </c:pt>
                <c:pt idx="4268">
                  <c:v>17-02-2017</c:v>
                </c:pt>
                <c:pt idx="4269">
                  <c:v>20-02-2017</c:v>
                </c:pt>
                <c:pt idx="4270">
                  <c:v>21-02-2017</c:v>
                </c:pt>
                <c:pt idx="4271">
                  <c:v>22-02-2017</c:v>
                </c:pt>
                <c:pt idx="4272">
                  <c:v>23-02-2017</c:v>
                </c:pt>
                <c:pt idx="4273">
                  <c:v>27-02-2017</c:v>
                </c:pt>
                <c:pt idx="4274">
                  <c:v>28-02-2017</c:v>
                </c:pt>
                <c:pt idx="4275">
                  <c:v>01-03-2017</c:v>
                </c:pt>
                <c:pt idx="4276">
                  <c:v>02-03-2017</c:v>
                </c:pt>
                <c:pt idx="4277">
                  <c:v>03-03-2017</c:v>
                </c:pt>
                <c:pt idx="4278">
                  <c:v>06-03-2017</c:v>
                </c:pt>
                <c:pt idx="4279">
                  <c:v>07-03-2017</c:v>
                </c:pt>
                <c:pt idx="4280">
                  <c:v>08-03-2017</c:v>
                </c:pt>
                <c:pt idx="4281">
                  <c:v>09-03-2017</c:v>
                </c:pt>
                <c:pt idx="4282">
                  <c:v>10-03-2017</c:v>
                </c:pt>
                <c:pt idx="4283">
                  <c:v>14-03-2017</c:v>
                </c:pt>
                <c:pt idx="4284">
                  <c:v>15-03-2017</c:v>
                </c:pt>
                <c:pt idx="4285">
                  <c:v>16-03-2017</c:v>
                </c:pt>
                <c:pt idx="4286">
                  <c:v>17-03-2017</c:v>
                </c:pt>
                <c:pt idx="4287">
                  <c:v>20-03-2017</c:v>
                </c:pt>
                <c:pt idx="4288">
                  <c:v>21-03-2017</c:v>
                </c:pt>
                <c:pt idx="4289">
                  <c:v>22-03-2017</c:v>
                </c:pt>
                <c:pt idx="4290">
                  <c:v>23-03-2017</c:v>
                </c:pt>
                <c:pt idx="4291">
                  <c:v>24-03-2017</c:v>
                </c:pt>
                <c:pt idx="4292">
                  <c:v>27-03-2017</c:v>
                </c:pt>
                <c:pt idx="4293">
                  <c:v>28-03-2017</c:v>
                </c:pt>
                <c:pt idx="4294">
                  <c:v>29-03-2017</c:v>
                </c:pt>
                <c:pt idx="4295">
                  <c:v>30-03-2017</c:v>
                </c:pt>
                <c:pt idx="4296">
                  <c:v>31-03-2017</c:v>
                </c:pt>
                <c:pt idx="4297">
                  <c:v>03-04-2017</c:v>
                </c:pt>
                <c:pt idx="4298">
                  <c:v>05-04-2017</c:v>
                </c:pt>
                <c:pt idx="4299">
                  <c:v>06-04-2017</c:v>
                </c:pt>
                <c:pt idx="4300">
                  <c:v>07-04-2017</c:v>
                </c:pt>
                <c:pt idx="4301">
                  <c:v>10-04-2017</c:v>
                </c:pt>
                <c:pt idx="4302">
                  <c:v>11-04-2017</c:v>
                </c:pt>
                <c:pt idx="4303">
                  <c:v>12-04-2017</c:v>
                </c:pt>
                <c:pt idx="4304">
                  <c:v>13-04-2017</c:v>
                </c:pt>
                <c:pt idx="4305">
                  <c:v>17-04-2017</c:v>
                </c:pt>
                <c:pt idx="4306">
                  <c:v>18-04-2017</c:v>
                </c:pt>
                <c:pt idx="4307">
                  <c:v>19-04-2017</c:v>
                </c:pt>
                <c:pt idx="4308">
                  <c:v>20-04-2017</c:v>
                </c:pt>
                <c:pt idx="4309">
                  <c:v>21-04-2017</c:v>
                </c:pt>
                <c:pt idx="4310">
                  <c:v>24-04-2017</c:v>
                </c:pt>
                <c:pt idx="4311">
                  <c:v>25-04-2017</c:v>
                </c:pt>
                <c:pt idx="4312">
                  <c:v>26-04-2017</c:v>
                </c:pt>
                <c:pt idx="4313">
                  <c:v>27-04-2017</c:v>
                </c:pt>
                <c:pt idx="4314">
                  <c:v>28-04-2017</c:v>
                </c:pt>
                <c:pt idx="4315">
                  <c:v>02-05-2017</c:v>
                </c:pt>
                <c:pt idx="4316">
                  <c:v>03-05-2017</c:v>
                </c:pt>
                <c:pt idx="4317">
                  <c:v>04-05-2017</c:v>
                </c:pt>
                <c:pt idx="4318">
                  <c:v>05-05-2017</c:v>
                </c:pt>
                <c:pt idx="4319">
                  <c:v>08-05-2017</c:v>
                </c:pt>
                <c:pt idx="4320">
                  <c:v>09-05-2017</c:v>
                </c:pt>
                <c:pt idx="4321">
                  <c:v>10-05-2017</c:v>
                </c:pt>
                <c:pt idx="4322">
                  <c:v>11-05-2017</c:v>
                </c:pt>
                <c:pt idx="4323">
                  <c:v>12-05-2017</c:v>
                </c:pt>
                <c:pt idx="4324">
                  <c:v>15-05-2017</c:v>
                </c:pt>
                <c:pt idx="4325">
                  <c:v>16-05-2017</c:v>
                </c:pt>
                <c:pt idx="4326">
                  <c:v>17-05-2017</c:v>
                </c:pt>
                <c:pt idx="4327">
                  <c:v>18-05-2017</c:v>
                </c:pt>
                <c:pt idx="4328">
                  <c:v>19-05-2017</c:v>
                </c:pt>
                <c:pt idx="4329">
                  <c:v>22-05-2017</c:v>
                </c:pt>
                <c:pt idx="4330">
                  <c:v>23-05-2017</c:v>
                </c:pt>
                <c:pt idx="4331">
                  <c:v>24-05-2017</c:v>
                </c:pt>
                <c:pt idx="4332">
                  <c:v>25-05-2017</c:v>
                </c:pt>
                <c:pt idx="4333">
                  <c:v>26-05-2017</c:v>
                </c:pt>
                <c:pt idx="4334">
                  <c:v>29-05-2017</c:v>
                </c:pt>
                <c:pt idx="4335">
                  <c:v>30-05-2017</c:v>
                </c:pt>
                <c:pt idx="4336">
                  <c:v>31-05-2017</c:v>
                </c:pt>
                <c:pt idx="4337">
                  <c:v>01-06-2017</c:v>
                </c:pt>
                <c:pt idx="4338">
                  <c:v>02-06-2017</c:v>
                </c:pt>
                <c:pt idx="4339">
                  <c:v>05-06-2017</c:v>
                </c:pt>
                <c:pt idx="4340">
                  <c:v>06-06-2017</c:v>
                </c:pt>
                <c:pt idx="4341">
                  <c:v>07-06-2017</c:v>
                </c:pt>
                <c:pt idx="4342">
                  <c:v>08-06-2017</c:v>
                </c:pt>
                <c:pt idx="4343">
                  <c:v>09-06-2017</c:v>
                </c:pt>
                <c:pt idx="4344">
                  <c:v>12-06-2017</c:v>
                </c:pt>
                <c:pt idx="4345">
                  <c:v>13-06-2017</c:v>
                </c:pt>
                <c:pt idx="4346">
                  <c:v>14-06-2017</c:v>
                </c:pt>
                <c:pt idx="4347">
                  <c:v>15-06-2017</c:v>
                </c:pt>
                <c:pt idx="4348">
                  <c:v>16-06-2017</c:v>
                </c:pt>
                <c:pt idx="4349">
                  <c:v>19-06-2017</c:v>
                </c:pt>
                <c:pt idx="4350">
                  <c:v>20-06-2017</c:v>
                </c:pt>
                <c:pt idx="4351">
                  <c:v>21-06-2017</c:v>
                </c:pt>
                <c:pt idx="4352">
                  <c:v>22-06-2017</c:v>
                </c:pt>
                <c:pt idx="4353">
                  <c:v>23-06-2017</c:v>
                </c:pt>
                <c:pt idx="4354">
                  <c:v>27-06-2017</c:v>
                </c:pt>
                <c:pt idx="4355">
                  <c:v>28-06-2017</c:v>
                </c:pt>
                <c:pt idx="4356">
                  <c:v>29-06-2017</c:v>
                </c:pt>
                <c:pt idx="4357">
                  <c:v>30-06-2017</c:v>
                </c:pt>
                <c:pt idx="4358">
                  <c:v>03-07-2017</c:v>
                </c:pt>
                <c:pt idx="4359">
                  <c:v>04-07-2017</c:v>
                </c:pt>
                <c:pt idx="4360">
                  <c:v>05-07-2017</c:v>
                </c:pt>
                <c:pt idx="4361">
                  <c:v>06-07-2017</c:v>
                </c:pt>
                <c:pt idx="4362">
                  <c:v>07-07-2017</c:v>
                </c:pt>
                <c:pt idx="4363">
                  <c:v>10-07-2017</c:v>
                </c:pt>
                <c:pt idx="4364">
                  <c:v>11-07-2017</c:v>
                </c:pt>
                <c:pt idx="4365">
                  <c:v>12-07-2017</c:v>
                </c:pt>
                <c:pt idx="4366">
                  <c:v>13-07-2017</c:v>
                </c:pt>
                <c:pt idx="4367">
                  <c:v>14-07-2017</c:v>
                </c:pt>
                <c:pt idx="4368">
                  <c:v>17-07-2017</c:v>
                </c:pt>
                <c:pt idx="4369">
                  <c:v>18-07-2017</c:v>
                </c:pt>
                <c:pt idx="4370">
                  <c:v>19-07-2017</c:v>
                </c:pt>
                <c:pt idx="4371">
                  <c:v>20-07-2017</c:v>
                </c:pt>
                <c:pt idx="4372">
                  <c:v>21-07-2017</c:v>
                </c:pt>
                <c:pt idx="4373">
                  <c:v>24-07-2017</c:v>
                </c:pt>
                <c:pt idx="4374">
                  <c:v>25-07-2017</c:v>
                </c:pt>
                <c:pt idx="4375">
                  <c:v>26-07-2017</c:v>
                </c:pt>
                <c:pt idx="4376">
                  <c:v>27-07-2017</c:v>
                </c:pt>
                <c:pt idx="4377">
                  <c:v>28-07-2017</c:v>
                </c:pt>
                <c:pt idx="4378">
                  <c:v>31-07-2017</c:v>
                </c:pt>
                <c:pt idx="4379">
                  <c:v>01-08-2017</c:v>
                </c:pt>
                <c:pt idx="4380">
                  <c:v>02-08-2017</c:v>
                </c:pt>
                <c:pt idx="4381">
                  <c:v>03-08-2017</c:v>
                </c:pt>
                <c:pt idx="4382">
                  <c:v>04-08-2017</c:v>
                </c:pt>
                <c:pt idx="4383">
                  <c:v>07-08-2017</c:v>
                </c:pt>
                <c:pt idx="4384">
                  <c:v>08-08-2017</c:v>
                </c:pt>
                <c:pt idx="4385">
                  <c:v>09-08-2017</c:v>
                </c:pt>
                <c:pt idx="4386">
                  <c:v>10-08-2017</c:v>
                </c:pt>
                <c:pt idx="4387">
                  <c:v>11-08-2017</c:v>
                </c:pt>
                <c:pt idx="4388">
                  <c:v>14-08-2017</c:v>
                </c:pt>
                <c:pt idx="4389">
                  <c:v>16-08-2017</c:v>
                </c:pt>
                <c:pt idx="4390">
                  <c:v>17-08-2017</c:v>
                </c:pt>
                <c:pt idx="4391">
                  <c:v>18-08-2017</c:v>
                </c:pt>
                <c:pt idx="4392">
                  <c:v>21-08-2017</c:v>
                </c:pt>
                <c:pt idx="4393">
                  <c:v>22-08-2017</c:v>
                </c:pt>
                <c:pt idx="4394">
                  <c:v>23-08-2017</c:v>
                </c:pt>
                <c:pt idx="4395">
                  <c:v>24-08-2017</c:v>
                </c:pt>
                <c:pt idx="4396">
                  <c:v>28-08-2017</c:v>
                </c:pt>
                <c:pt idx="4397">
                  <c:v>29-08-2017</c:v>
                </c:pt>
                <c:pt idx="4398">
                  <c:v>30-08-2017</c:v>
                </c:pt>
                <c:pt idx="4399">
                  <c:v>31-08-2017</c:v>
                </c:pt>
                <c:pt idx="4400">
                  <c:v>01-09-2017</c:v>
                </c:pt>
                <c:pt idx="4401">
                  <c:v>04-09-2017</c:v>
                </c:pt>
                <c:pt idx="4402">
                  <c:v>05-09-2017</c:v>
                </c:pt>
                <c:pt idx="4403">
                  <c:v>06-09-2017</c:v>
                </c:pt>
                <c:pt idx="4404">
                  <c:v>07-09-2017</c:v>
                </c:pt>
                <c:pt idx="4405">
                  <c:v>08-09-2017</c:v>
                </c:pt>
                <c:pt idx="4406">
                  <c:v>11-09-2017</c:v>
                </c:pt>
                <c:pt idx="4407">
                  <c:v>12-09-2017</c:v>
                </c:pt>
                <c:pt idx="4408">
                  <c:v>13-09-2017</c:v>
                </c:pt>
                <c:pt idx="4409">
                  <c:v>14-09-2017</c:v>
                </c:pt>
                <c:pt idx="4410">
                  <c:v>15-09-2017</c:v>
                </c:pt>
                <c:pt idx="4411">
                  <c:v>18-09-2017</c:v>
                </c:pt>
                <c:pt idx="4412">
                  <c:v>19-09-2017</c:v>
                </c:pt>
                <c:pt idx="4413">
                  <c:v>20-09-2017</c:v>
                </c:pt>
                <c:pt idx="4414">
                  <c:v>21-09-2017</c:v>
                </c:pt>
                <c:pt idx="4415">
                  <c:v>22-09-2017</c:v>
                </c:pt>
                <c:pt idx="4416">
                  <c:v>25-09-2017</c:v>
                </c:pt>
                <c:pt idx="4417">
                  <c:v>26-09-2017</c:v>
                </c:pt>
                <c:pt idx="4418">
                  <c:v>27-09-2017</c:v>
                </c:pt>
                <c:pt idx="4419">
                  <c:v>28-09-2017</c:v>
                </c:pt>
                <c:pt idx="4420">
                  <c:v>29-09-2017</c:v>
                </c:pt>
                <c:pt idx="4421">
                  <c:v>03-10-2017</c:v>
                </c:pt>
                <c:pt idx="4422">
                  <c:v>04-10-2017</c:v>
                </c:pt>
                <c:pt idx="4423">
                  <c:v>05-10-2017</c:v>
                </c:pt>
                <c:pt idx="4424">
                  <c:v>06-10-2017</c:v>
                </c:pt>
                <c:pt idx="4425">
                  <c:v>09-10-2017</c:v>
                </c:pt>
                <c:pt idx="4426">
                  <c:v>10-10-2017</c:v>
                </c:pt>
                <c:pt idx="4427">
                  <c:v>11-10-2017</c:v>
                </c:pt>
                <c:pt idx="4428">
                  <c:v>12-10-2017</c:v>
                </c:pt>
                <c:pt idx="4429">
                  <c:v>13-10-2017</c:v>
                </c:pt>
                <c:pt idx="4430">
                  <c:v>16-10-2017</c:v>
                </c:pt>
                <c:pt idx="4431">
                  <c:v>17-10-2017</c:v>
                </c:pt>
                <c:pt idx="4432">
                  <c:v>18-10-2017</c:v>
                </c:pt>
                <c:pt idx="4433">
                  <c:v>19-10-2017</c:v>
                </c:pt>
                <c:pt idx="4434">
                  <c:v>23-10-2017</c:v>
                </c:pt>
                <c:pt idx="4435">
                  <c:v>24-10-2017</c:v>
                </c:pt>
                <c:pt idx="4436">
                  <c:v>25-10-2017</c:v>
                </c:pt>
                <c:pt idx="4437">
                  <c:v>26-10-2017</c:v>
                </c:pt>
                <c:pt idx="4438">
                  <c:v>27-10-2017</c:v>
                </c:pt>
                <c:pt idx="4439">
                  <c:v>30-10-2017</c:v>
                </c:pt>
                <c:pt idx="4440">
                  <c:v>31-10-2017</c:v>
                </c:pt>
                <c:pt idx="4441">
                  <c:v>01-11-2017</c:v>
                </c:pt>
                <c:pt idx="4442">
                  <c:v>02-11-2017</c:v>
                </c:pt>
                <c:pt idx="4443">
                  <c:v>03-11-2017</c:v>
                </c:pt>
                <c:pt idx="4444">
                  <c:v>06-11-2017</c:v>
                </c:pt>
                <c:pt idx="4445">
                  <c:v>07-11-2017</c:v>
                </c:pt>
                <c:pt idx="4446">
                  <c:v>08-11-2017</c:v>
                </c:pt>
                <c:pt idx="4447">
                  <c:v>09-11-2017</c:v>
                </c:pt>
                <c:pt idx="4448">
                  <c:v>10-11-2017</c:v>
                </c:pt>
                <c:pt idx="4449">
                  <c:v>13-11-2017</c:v>
                </c:pt>
                <c:pt idx="4450">
                  <c:v>14-11-2017</c:v>
                </c:pt>
                <c:pt idx="4451">
                  <c:v>15-11-2017</c:v>
                </c:pt>
                <c:pt idx="4452">
                  <c:v>16-11-2017</c:v>
                </c:pt>
                <c:pt idx="4453">
                  <c:v>17-11-2017</c:v>
                </c:pt>
                <c:pt idx="4454">
                  <c:v>20-11-2017</c:v>
                </c:pt>
                <c:pt idx="4455">
                  <c:v>21-11-2017</c:v>
                </c:pt>
                <c:pt idx="4456">
                  <c:v>22-11-2017</c:v>
                </c:pt>
                <c:pt idx="4457">
                  <c:v>23-11-2017</c:v>
                </c:pt>
                <c:pt idx="4458">
                  <c:v>24-11-2017</c:v>
                </c:pt>
                <c:pt idx="4459">
                  <c:v>27-11-2017</c:v>
                </c:pt>
                <c:pt idx="4460">
                  <c:v>28-11-2017</c:v>
                </c:pt>
                <c:pt idx="4461">
                  <c:v>29-11-2017</c:v>
                </c:pt>
                <c:pt idx="4462">
                  <c:v>30-11-2017</c:v>
                </c:pt>
                <c:pt idx="4463">
                  <c:v>01-12-2017</c:v>
                </c:pt>
                <c:pt idx="4464">
                  <c:v>04-12-2017</c:v>
                </c:pt>
                <c:pt idx="4465">
                  <c:v>05-12-2017</c:v>
                </c:pt>
                <c:pt idx="4466">
                  <c:v>06-12-2017</c:v>
                </c:pt>
                <c:pt idx="4467">
                  <c:v>07-12-2017</c:v>
                </c:pt>
                <c:pt idx="4468">
                  <c:v>08-12-2017</c:v>
                </c:pt>
                <c:pt idx="4469">
                  <c:v>11-12-2017</c:v>
                </c:pt>
                <c:pt idx="4470">
                  <c:v>12-12-2017</c:v>
                </c:pt>
                <c:pt idx="4471">
                  <c:v>13-12-2017</c:v>
                </c:pt>
                <c:pt idx="4472">
                  <c:v>14-12-2017</c:v>
                </c:pt>
                <c:pt idx="4473">
                  <c:v>15-12-2017</c:v>
                </c:pt>
                <c:pt idx="4474">
                  <c:v>18-12-2017</c:v>
                </c:pt>
                <c:pt idx="4475">
                  <c:v>19-12-2017</c:v>
                </c:pt>
                <c:pt idx="4476">
                  <c:v>20-12-2017</c:v>
                </c:pt>
                <c:pt idx="4477">
                  <c:v>21-12-2017</c:v>
                </c:pt>
                <c:pt idx="4478">
                  <c:v>22-12-2017</c:v>
                </c:pt>
                <c:pt idx="4479">
                  <c:v>26-12-2017</c:v>
                </c:pt>
                <c:pt idx="4480">
                  <c:v>27-12-2017</c:v>
                </c:pt>
                <c:pt idx="4481">
                  <c:v>28-12-2017</c:v>
                </c:pt>
                <c:pt idx="4482">
                  <c:v>29-12-2017</c:v>
                </c:pt>
                <c:pt idx="4483">
                  <c:v>01-01-2018</c:v>
                </c:pt>
                <c:pt idx="4484">
                  <c:v>02-01-2018</c:v>
                </c:pt>
                <c:pt idx="4485">
                  <c:v>03-01-2018</c:v>
                </c:pt>
                <c:pt idx="4486">
                  <c:v>04-01-2018</c:v>
                </c:pt>
                <c:pt idx="4487">
                  <c:v>05-01-2018</c:v>
                </c:pt>
                <c:pt idx="4488">
                  <c:v>08-01-2018</c:v>
                </c:pt>
                <c:pt idx="4489">
                  <c:v>09-01-2018</c:v>
                </c:pt>
                <c:pt idx="4490">
                  <c:v>10-01-2018</c:v>
                </c:pt>
                <c:pt idx="4491">
                  <c:v>11-01-2018</c:v>
                </c:pt>
                <c:pt idx="4492">
                  <c:v>12-01-2018</c:v>
                </c:pt>
                <c:pt idx="4493">
                  <c:v>15-01-2018</c:v>
                </c:pt>
                <c:pt idx="4494">
                  <c:v>16-01-2018</c:v>
                </c:pt>
                <c:pt idx="4495">
                  <c:v>17-01-2018</c:v>
                </c:pt>
                <c:pt idx="4496">
                  <c:v>18-01-2018</c:v>
                </c:pt>
                <c:pt idx="4497">
                  <c:v>19-01-2018</c:v>
                </c:pt>
                <c:pt idx="4498">
                  <c:v>22-01-2018</c:v>
                </c:pt>
                <c:pt idx="4499">
                  <c:v>23-01-2018</c:v>
                </c:pt>
                <c:pt idx="4500">
                  <c:v>24-01-2018</c:v>
                </c:pt>
                <c:pt idx="4501">
                  <c:v>25-01-2018</c:v>
                </c:pt>
                <c:pt idx="4502">
                  <c:v>29-01-2018</c:v>
                </c:pt>
                <c:pt idx="4503">
                  <c:v>30-01-2018</c:v>
                </c:pt>
                <c:pt idx="4504">
                  <c:v>31-01-2018</c:v>
                </c:pt>
                <c:pt idx="4505">
                  <c:v>01-02-2018</c:v>
                </c:pt>
                <c:pt idx="4506">
                  <c:v>02-02-2018</c:v>
                </c:pt>
                <c:pt idx="4507">
                  <c:v>05-02-2018</c:v>
                </c:pt>
                <c:pt idx="4508">
                  <c:v>06-02-2018</c:v>
                </c:pt>
                <c:pt idx="4509">
                  <c:v>07-02-2018</c:v>
                </c:pt>
                <c:pt idx="4510">
                  <c:v>08-02-2018</c:v>
                </c:pt>
                <c:pt idx="4511">
                  <c:v>09-02-2018</c:v>
                </c:pt>
                <c:pt idx="4512">
                  <c:v>12-02-2018</c:v>
                </c:pt>
                <c:pt idx="4513">
                  <c:v>14-02-2018</c:v>
                </c:pt>
                <c:pt idx="4514">
                  <c:v>15-02-2018</c:v>
                </c:pt>
                <c:pt idx="4515">
                  <c:v>16-02-2018</c:v>
                </c:pt>
                <c:pt idx="4516">
                  <c:v>19-02-2018</c:v>
                </c:pt>
                <c:pt idx="4517">
                  <c:v>20-02-2018</c:v>
                </c:pt>
                <c:pt idx="4518">
                  <c:v>21-02-2018</c:v>
                </c:pt>
                <c:pt idx="4519">
                  <c:v>22-02-2018</c:v>
                </c:pt>
                <c:pt idx="4520">
                  <c:v>23-02-2018</c:v>
                </c:pt>
                <c:pt idx="4521">
                  <c:v>26-02-2018</c:v>
                </c:pt>
                <c:pt idx="4522">
                  <c:v>27-02-2018</c:v>
                </c:pt>
                <c:pt idx="4523">
                  <c:v>28-02-2018</c:v>
                </c:pt>
                <c:pt idx="4524">
                  <c:v>01-03-2018</c:v>
                </c:pt>
                <c:pt idx="4525">
                  <c:v>05-03-2018</c:v>
                </c:pt>
                <c:pt idx="4526">
                  <c:v>06-03-2018</c:v>
                </c:pt>
                <c:pt idx="4527">
                  <c:v>07-03-2018</c:v>
                </c:pt>
                <c:pt idx="4528">
                  <c:v>08-03-2018</c:v>
                </c:pt>
                <c:pt idx="4529">
                  <c:v>09-03-2018</c:v>
                </c:pt>
                <c:pt idx="4530">
                  <c:v>12-03-2018</c:v>
                </c:pt>
                <c:pt idx="4531">
                  <c:v>13-03-2018</c:v>
                </c:pt>
                <c:pt idx="4532">
                  <c:v>14-03-2018</c:v>
                </c:pt>
                <c:pt idx="4533">
                  <c:v>15-03-2018</c:v>
                </c:pt>
                <c:pt idx="4534">
                  <c:v>16-03-2018</c:v>
                </c:pt>
                <c:pt idx="4535">
                  <c:v>19-03-2018</c:v>
                </c:pt>
                <c:pt idx="4536">
                  <c:v>20-03-2018</c:v>
                </c:pt>
                <c:pt idx="4537">
                  <c:v>21-03-2018</c:v>
                </c:pt>
                <c:pt idx="4538">
                  <c:v>22-03-2018</c:v>
                </c:pt>
                <c:pt idx="4539">
                  <c:v>23-03-2018</c:v>
                </c:pt>
                <c:pt idx="4540">
                  <c:v>26-03-2018</c:v>
                </c:pt>
                <c:pt idx="4541">
                  <c:v>27-03-2018</c:v>
                </c:pt>
                <c:pt idx="4542">
                  <c:v>28-03-2018</c:v>
                </c:pt>
                <c:pt idx="4543">
                  <c:v>02-04-2018</c:v>
                </c:pt>
                <c:pt idx="4544">
                  <c:v>03-04-2018</c:v>
                </c:pt>
                <c:pt idx="4545">
                  <c:v>04-04-2018</c:v>
                </c:pt>
                <c:pt idx="4546">
                  <c:v>05-04-2018</c:v>
                </c:pt>
                <c:pt idx="4547">
                  <c:v>06-04-2018</c:v>
                </c:pt>
                <c:pt idx="4548">
                  <c:v>09-04-2018</c:v>
                </c:pt>
                <c:pt idx="4549">
                  <c:v>10-04-2018</c:v>
                </c:pt>
                <c:pt idx="4550">
                  <c:v>11-04-2018</c:v>
                </c:pt>
                <c:pt idx="4551">
                  <c:v>12-04-2018</c:v>
                </c:pt>
                <c:pt idx="4552">
                  <c:v>13-04-2018</c:v>
                </c:pt>
                <c:pt idx="4553">
                  <c:v>16-04-2018</c:v>
                </c:pt>
                <c:pt idx="4554">
                  <c:v>17-04-2018</c:v>
                </c:pt>
                <c:pt idx="4555">
                  <c:v>18-04-2018</c:v>
                </c:pt>
                <c:pt idx="4556">
                  <c:v>19-04-2018</c:v>
                </c:pt>
                <c:pt idx="4557">
                  <c:v>20-04-2018</c:v>
                </c:pt>
                <c:pt idx="4558">
                  <c:v>23-04-2018</c:v>
                </c:pt>
                <c:pt idx="4559">
                  <c:v>24-04-2018</c:v>
                </c:pt>
                <c:pt idx="4560">
                  <c:v>25-04-2018</c:v>
                </c:pt>
                <c:pt idx="4561">
                  <c:v>26-04-2018</c:v>
                </c:pt>
                <c:pt idx="4562">
                  <c:v>27-04-2018</c:v>
                </c:pt>
                <c:pt idx="4563">
                  <c:v>30-04-2018</c:v>
                </c:pt>
                <c:pt idx="4564">
                  <c:v>02-05-2018</c:v>
                </c:pt>
                <c:pt idx="4565">
                  <c:v>03-05-2018</c:v>
                </c:pt>
                <c:pt idx="4566">
                  <c:v>04-05-2018</c:v>
                </c:pt>
                <c:pt idx="4567">
                  <c:v>07-05-2018</c:v>
                </c:pt>
                <c:pt idx="4568">
                  <c:v>08-05-2018</c:v>
                </c:pt>
                <c:pt idx="4569">
                  <c:v>09-05-2018</c:v>
                </c:pt>
                <c:pt idx="4570">
                  <c:v>10-05-2018</c:v>
                </c:pt>
                <c:pt idx="4571">
                  <c:v>11-05-2018</c:v>
                </c:pt>
                <c:pt idx="4572">
                  <c:v>14-05-2018</c:v>
                </c:pt>
                <c:pt idx="4573">
                  <c:v>15-05-2018</c:v>
                </c:pt>
                <c:pt idx="4574">
                  <c:v>16-05-2018</c:v>
                </c:pt>
                <c:pt idx="4575">
                  <c:v>17-05-2018</c:v>
                </c:pt>
                <c:pt idx="4576">
                  <c:v>18-05-2018</c:v>
                </c:pt>
                <c:pt idx="4577">
                  <c:v>21-05-2018</c:v>
                </c:pt>
                <c:pt idx="4578">
                  <c:v>22-05-2018</c:v>
                </c:pt>
                <c:pt idx="4579">
                  <c:v>23-05-2018</c:v>
                </c:pt>
                <c:pt idx="4580">
                  <c:v>24-05-2018</c:v>
                </c:pt>
                <c:pt idx="4581">
                  <c:v>25-05-2018</c:v>
                </c:pt>
                <c:pt idx="4582">
                  <c:v>28-05-2018</c:v>
                </c:pt>
                <c:pt idx="4583">
                  <c:v>29-05-2018</c:v>
                </c:pt>
                <c:pt idx="4584">
                  <c:v>30-05-2018</c:v>
                </c:pt>
                <c:pt idx="4585">
                  <c:v>31-05-2018</c:v>
                </c:pt>
                <c:pt idx="4586">
                  <c:v>01-06-2018</c:v>
                </c:pt>
                <c:pt idx="4587">
                  <c:v>04-06-2018</c:v>
                </c:pt>
                <c:pt idx="4588">
                  <c:v>05-06-2018</c:v>
                </c:pt>
                <c:pt idx="4589">
                  <c:v>06-06-2018</c:v>
                </c:pt>
                <c:pt idx="4590">
                  <c:v>07-06-2018</c:v>
                </c:pt>
                <c:pt idx="4591">
                  <c:v>08-06-2018</c:v>
                </c:pt>
                <c:pt idx="4592">
                  <c:v>11-06-2018</c:v>
                </c:pt>
                <c:pt idx="4593">
                  <c:v>12-06-2018</c:v>
                </c:pt>
                <c:pt idx="4594">
                  <c:v>13-06-2018</c:v>
                </c:pt>
                <c:pt idx="4595">
                  <c:v>14-06-2018</c:v>
                </c:pt>
                <c:pt idx="4596">
                  <c:v>15-06-2018</c:v>
                </c:pt>
                <c:pt idx="4597">
                  <c:v>18-06-2018</c:v>
                </c:pt>
                <c:pt idx="4598">
                  <c:v>19-06-2018</c:v>
                </c:pt>
                <c:pt idx="4599">
                  <c:v>20-06-2018</c:v>
                </c:pt>
                <c:pt idx="4600">
                  <c:v>21-06-2018</c:v>
                </c:pt>
                <c:pt idx="4601">
                  <c:v>22-06-2018</c:v>
                </c:pt>
                <c:pt idx="4602">
                  <c:v>25-06-2018</c:v>
                </c:pt>
                <c:pt idx="4603">
                  <c:v>26-06-2018</c:v>
                </c:pt>
                <c:pt idx="4604">
                  <c:v>27-06-2018</c:v>
                </c:pt>
                <c:pt idx="4605">
                  <c:v>28-06-2018</c:v>
                </c:pt>
                <c:pt idx="4606">
                  <c:v>29-06-2018</c:v>
                </c:pt>
                <c:pt idx="4607">
                  <c:v>02-07-2018</c:v>
                </c:pt>
                <c:pt idx="4608">
                  <c:v>03-07-2018</c:v>
                </c:pt>
                <c:pt idx="4609">
                  <c:v>04-07-2018</c:v>
                </c:pt>
                <c:pt idx="4610">
                  <c:v>05-07-2018</c:v>
                </c:pt>
                <c:pt idx="4611">
                  <c:v>06-07-2018</c:v>
                </c:pt>
                <c:pt idx="4612">
                  <c:v>09-07-2018</c:v>
                </c:pt>
                <c:pt idx="4613">
                  <c:v>10-07-2018</c:v>
                </c:pt>
                <c:pt idx="4614">
                  <c:v>11-07-2018</c:v>
                </c:pt>
                <c:pt idx="4615">
                  <c:v>12-07-2018</c:v>
                </c:pt>
                <c:pt idx="4616">
                  <c:v>13-07-2018</c:v>
                </c:pt>
                <c:pt idx="4617">
                  <c:v>16-07-2018</c:v>
                </c:pt>
                <c:pt idx="4618">
                  <c:v>17-07-2018</c:v>
                </c:pt>
                <c:pt idx="4619">
                  <c:v>18-07-2018</c:v>
                </c:pt>
                <c:pt idx="4620">
                  <c:v>19-07-2018</c:v>
                </c:pt>
                <c:pt idx="4621">
                  <c:v>20-07-2018</c:v>
                </c:pt>
                <c:pt idx="4622">
                  <c:v>23-07-2018</c:v>
                </c:pt>
                <c:pt idx="4623">
                  <c:v>24-07-2018</c:v>
                </c:pt>
                <c:pt idx="4624">
                  <c:v>25-07-2018</c:v>
                </c:pt>
                <c:pt idx="4625">
                  <c:v>26-07-2018</c:v>
                </c:pt>
                <c:pt idx="4626">
                  <c:v>27-07-2018</c:v>
                </c:pt>
                <c:pt idx="4627">
                  <c:v>30-07-2018</c:v>
                </c:pt>
                <c:pt idx="4628">
                  <c:v>31-07-2018</c:v>
                </c:pt>
                <c:pt idx="4629">
                  <c:v>01-08-2018</c:v>
                </c:pt>
                <c:pt idx="4630">
                  <c:v>02-08-2018</c:v>
                </c:pt>
                <c:pt idx="4631">
                  <c:v>03-08-2018</c:v>
                </c:pt>
                <c:pt idx="4632">
                  <c:v>06-08-2018</c:v>
                </c:pt>
                <c:pt idx="4633">
                  <c:v>07-08-2018</c:v>
                </c:pt>
                <c:pt idx="4634">
                  <c:v>08-08-2018</c:v>
                </c:pt>
                <c:pt idx="4635">
                  <c:v>09-08-2018</c:v>
                </c:pt>
                <c:pt idx="4636">
                  <c:v>10-08-2018</c:v>
                </c:pt>
                <c:pt idx="4637">
                  <c:v>13-08-2018</c:v>
                </c:pt>
                <c:pt idx="4638">
                  <c:v>14-08-2018</c:v>
                </c:pt>
                <c:pt idx="4639">
                  <c:v>16-08-2018</c:v>
                </c:pt>
                <c:pt idx="4640">
                  <c:v>17-08-2018</c:v>
                </c:pt>
                <c:pt idx="4641">
                  <c:v>20-08-2018</c:v>
                </c:pt>
                <c:pt idx="4642">
                  <c:v>21-08-2018</c:v>
                </c:pt>
                <c:pt idx="4643">
                  <c:v>23-08-2018</c:v>
                </c:pt>
                <c:pt idx="4644">
                  <c:v>24-08-2018</c:v>
                </c:pt>
                <c:pt idx="4645">
                  <c:v>27-08-2018</c:v>
                </c:pt>
                <c:pt idx="4646">
                  <c:v>28-08-2018</c:v>
                </c:pt>
                <c:pt idx="4647">
                  <c:v>29-08-2018</c:v>
                </c:pt>
                <c:pt idx="4648">
                  <c:v>30-08-2018</c:v>
                </c:pt>
                <c:pt idx="4649">
                  <c:v>31-08-2018</c:v>
                </c:pt>
                <c:pt idx="4650">
                  <c:v>03-09-2018</c:v>
                </c:pt>
                <c:pt idx="4651">
                  <c:v>04-09-2018</c:v>
                </c:pt>
                <c:pt idx="4652">
                  <c:v>05-09-2018</c:v>
                </c:pt>
                <c:pt idx="4653">
                  <c:v>06-09-2018</c:v>
                </c:pt>
                <c:pt idx="4654">
                  <c:v>07-09-2018</c:v>
                </c:pt>
                <c:pt idx="4655">
                  <c:v>10-09-2018</c:v>
                </c:pt>
                <c:pt idx="4656">
                  <c:v>11-09-2018</c:v>
                </c:pt>
                <c:pt idx="4657">
                  <c:v>12-09-2018</c:v>
                </c:pt>
                <c:pt idx="4658">
                  <c:v>14-09-2018</c:v>
                </c:pt>
                <c:pt idx="4659">
                  <c:v>17-09-2018</c:v>
                </c:pt>
                <c:pt idx="4660">
                  <c:v>18-09-2018</c:v>
                </c:pt>
                <c:pt idx="4661">
                  <c:v>19-09-2018</c:v>
                </c:pt>
                <c:pt idx="4662">
                  <c:v>21-09-2018</c:v>
                </c:pt>
                <c:pt idx="4663">
                  <c:v>24-09-2018</c:v>
                </c:pt>
                <c:pt idx="4664">
                  <c:v>25-09-2018</c:v>
                </c:pt>
                <c:pt idx="4665">
                  <c:v>26-09-2018</c:v>
                </c:pt>
                <c:pt idx="4666">
                  <c:v>27-09-2018</c:v>
                </c:pt>
                <c:pt idx="4667">
                  <c:v>28-09-2018</c:v>
                </c:pt>
                <c:pt idx="4668">
                  <c:v>01-10-2018</c:v>
                </c:pt>
                <c:pt idx="4669">
                  <c:v>03-10-2018</c:v>
                </c:pt>
                <c:pt idx="4670">
                  <c:v>04-10-2018</c:v>
                </c:pt>
                <c:pt idx="4671">
                  <c:v>05-10-2018</c:v>
                </c:pt>
                <c:pt idx="4672">
                  <c:v>08-10-2018</c:v>
                </c:pt>
                <c:pt idx="4673">
                  <c:v>09-10-2018</c:v>
                </c:pt>
                <c:pt idx="4674">
                  <c:v>10-10-2018</c:v>
                </c:pt>
                <c:pt idx="4675">
                  <c:v>11-10-2018</c:v>
                </c:pt>
                <c:pt idx="4676">
                  <c:v>12-10-2018</c:v>
                </c:pt>
                <c:pt idx="4677">
                  <c:v>15-10-2018</c:v>
                </c:pt>
                <c:pt idx="4678">
                  <c:v>16-10-2018</c:v>
                </c:pt>
                <c:pt idx="4679">
                  <c:v>17-10-2018</c:v>
                </c:pt>
                <c:pt idx="4680">
                  <c:v>19-10-2018</c:v>
                </c:pt>
                <c:pt idx="4681">
                  <c:v>22-10-2018</c:v>
                </c:pt>
                <c:pt idx="4682">
                  <c:v>23-10-2018</c:v>
                </c:pt>
                <c:pt idx="4683">
                  <c:v>24-10-2018</c:v>
                </c:pt>
                <c:pt idx="4684">
                  <c:v>25-10-2018</c:v>
                </c:pt>
                <c:pt idx="4685">
                  <c:v>26-10-2018</c:v>
                </c:pt>
                <c:pt idx="4686">
                  <c:v>29-10-2018</c:v>
                </c:pt>
                <c:pt idx="4687">
                  <c:v>30-10-2018</c:v>
                </c:pt>
                <c:pt idx="4688">
                  <c:v>31-10-2018</c:v>
                </c:pt>
                <c:pt idx="4689">
                  <c:v>01-11-2018</c:v>
                </c:pt>
                <c:pt idx="4690">
                  <c:v>02-11-2018</c:v>
                </c:pt>
                <c:pt idx="4691">
                  <c:v>05-11-2018</c:v>
                </c:pt>
                <c:pt idx="4692">
                  <c:v>06-11-2018</c:v>
                </c:pt>
                <c:pt idx="4693">
                  <c:v>07-11-2018</c:v>
                </c:pt>
                <c:pt idx="4694">
                  <c:v>09-11-2018</c:v>
                </c:pt>
                <c:pt idx="4695">
                  <c:v>12-11-2018</c:v>
                </c:pt>
                <c:pt idx="4696">
                  <c:v>13-11-2018</c:v>
                </c:pt>
                <c:pt idx="4697">
                  <c:v>14-11-2018</c:v>
                </c:pt>
                <c:pt idx="4698">
                  <c:v>15-11-2018</c:v>
                </c:pt>
                <c:pt idx="4699">
                  <c:v>16-11-2018</c:v>
                </c:pt>
                <c:pt idx="4700">
                  <c:v>19-11-2018</c:v>
                </c:pt>
                <c:pt idx="4701">
                  <c:v>20-11-2018</c:v>
                </c:pt>
                <c:pt idx="4702">
                  <c:v>21-11-2018</c:v>
                </c:pt>
                <c:pt idx="4703">
                  <c:v>22-11-2018</c:v>
                </c:pt>
                <c:pt idx="4704">
                  <c:v>26-11-2018</c:v>
                </c:pt>
                <c:pt idx="4705">
                  <c:v>27-11-2018</c:v>
                </c:pt>
                <c:pt idx="4706">
                  <c:v>28-11-2018</c:v>
                </c:pt>
                <c:pt idx="4707">
                  <c:v>29-11-2018</c:v>
                </c:pt>
                <c:pt idx="4708">
                  <c:v>30-11-2018</c:v>
                </c:pt>
                <c:pt idx="4709">
                  <c:v>03-12-2018</c:v>
                </c:pt>
                <c:pt idx="4710">
                  <c:v>04-12-2018</c:v>
                </c:pt>
                <c:pt idx="4711">
                  <c:v>05-12-2018</c:v>
                </c:pt>
                <c:pt idx="4712">
                  <c:v>06-12-2018</c:v>
                </c:pt>
                <c:pt idx="4713">
                  <c:v>07-12-2018</c:v>
                </c:pt>
                <c:pt idx="4714">
                  <c:v>10-12-2018</c:v>
                </c:pt>
                <c:pt idx="4715">
                  <c:v>11-12-2018</c:v>
                </c:pt>
                <c:pt idx="4716">
                  <c:v>12-12-2018</c:v>
                </c:pt>
                <c:pt idx="4717">
                  <c:v>13-12-2018</c:v>
                </c:pt>
                <c:pt idx="4718">
                  <c:v>14-12-2018</c:v>
                </c:pt>
                <c:pt idx="4719">
                  <c:v>17-12-2018</c:v>
                </c:pt>
                <c:pt idx="4720">
                  <c:v>18-12-2018</c:v>
                </c:pt>
                <c:pt idx="4721">
                  <c:v>19-12-2018</c:v>
                </c:pt>
                <c:pt idx="4722">
                  <c:v>20-12-2018</c:v>
                </c:pt>
                <c:pt idx="4723">
                  <c:v>21-12-2018</c:v>
                </c:pt>
                <c:pt idx="4724">
                  <c:v>24-12-2018</c:v>
                </c:pt>
                <c:pt idx="4725">
                  <c:v>26-12-2018</c:v>
                </c:pt>
                <c:pt idx="4726">
                  <c:v>27-12-2018</c:v>
                </c:pt>
                <c:pt idx="4727">
                  <c:v>28-12-2018</c:v>
                </c:pt>
                <c:pt idx="4728">
                  <c:v>31-12-2018</c:v>
                </c:pt>
                <c:pt idx="4729">
                  <c:v>01-01-2019</c:v>
                </c:pt>
                <c:pt idx="4730">
                  <c:v>02-01-2019</c:v>
                </c:pt>
                <c:pt idx="4731">
                  <c:v>03-01-2019</c:v>
                </c:pt>
                <c:pt idx="4732">
                  <c:v>04-01-2019</c:v>
                </c:pt>
                <c:pt idx="4733">
                  <c:v>07-01-2019</c:v>
                </c:pt>
                <c:pt idx="4734">
                  <c:v>08-01-2019</c:v>
                </c:pt>
                <c:pt idx="4735">
                  <c:v>09-01-2019</c:v>
                </c:pt>
                <c:pt idx="4736">
                  <c:v>10-01-2019</c:v>
                </c:pt>
                <c:pt idx="4737">
                  <c:v>11-01-2019</c:v>
                </c:pt>
                <c:pt idx="4738">
                  <c:v>14-01-2019</c:v>
                </c:pt>
                <c:pt idx="4739">
                  <c:v>15-01-2019</c:v>
                </c:pt>
                <c:pt idx="4740">
                  <c:v>16-01-2019</c:v>
                </c:pt>
                <c:pt idx="4741">
                  <c:v>17-01-2019</c:v>
                </c:pt>
                <c:pt idx="4742">
                  <c:v>18-01-2019</c:v>
                </c:pt>
                <c:pt idx="4743">
                  <c:v>21-01-2019</c:v>
                </c:pt>
                <c:pt idx="4744">
                  <c:v>22-01-2019</c:v>
                </c:pt>
                <c:pt idx="4745">
                  <c:v>23-01-2019</c:v>
                </c:pt>
                <c:pt idx="4746">
                  <c:v>24-01-2019</c:v>
                </c:pt>
                <c:pt idx="4747">
                  <c:v>25-01-2019</c:v>
                </c:pt>
                <c:pt idx="4748">
                  <c:v>28-01-2019</c:v>
                </c:pt>
                <c:pt idx="4749">
                  <c:v>29-01-2019</c:v>
                </c:pt>
                <c:pt idx="4750">
                  <c:v>30-01-2019</c:v>
                </c:pt>
                <c:pt idx="4751">
                  <c:v>31-01-2019</c:v>
                </c:pt>
                <c:pt idx="4752">
                  <c:v>01-02-2019</c:v>
                </c:pt>
                <c:pt idx="4753">
                  <c:v>04-02-2019</c:v>
                </c:pt>
                <c:pt idx="4754">
                  <c:v>05-02-2019</c:v>
                </c:pt>
                <c:pt idx="4755">
                  <c:v>06-02-2019</c:v>
                </c:pt>
                <c:pt idx="4756">
                  <c:v>07-02-2019</c:v>
                </c:pt>
                <c:pt idx="4757">
                  <c:v>08-02-2019</c:v>
                </c:pt>
                <c:pt idx="4758">
                  <c:v>11-02-2019</c:v>
                </c:pt>
                <c:pt idx="4759">
                  <c:v>12-02-2019</c:v>
                </c:pt>
                <c:pt idx="4760">
                  <c:v>13-02-2019</c:v>
                </c:pt>
                <c:pt idx="4761">
                  <c:v>14-02-2019</c:v>
                </c:pt>
                <c:pt idx="4762">
                  <c:v>15-02-2019</c:v>
                </c:pt>
                <c:pt idx="4763">
                  <c:v>18-02-2019</c:v>
                </c:pt>
                <c:pt idx="4764">
                  <c:v>19-02-2019</c:v>
                </c:pt>
                <c:pt idx="4765">
                  <c:v>20-02-2019</c:v>
                </c:pt>
                <c:pt idx="4766">
                  <c:v>21-02-2019</c:v>
                </c:pt>
                <c:pt idx="4767">
                  <c:v>22-02-2019</c:v>
                </c:pt>
                <c:pt idx="4768">
                  <c:v>25-02-2019</c:v>
                </c:pt>
                <c:pt idx="4769">
                  <c:v>26-02-2019</c:v>
                </c:pt>
                <c:pt idx="4770">
                  <c:v>27-02-2019</c:v>
                </c:pt>
                <c:pt idx="4771">
                  <c:v>28-02-2019</c:v>
                </c:pt>
                <c:pt idx="4772">
                  <c:v>01-03-2019</c:v>
                </c:pt>
                <c:pt idx="4773">
                  <c:v>05-03-2019</c:v>
                </c:pt>
                <c:pt idx="4774">
                  <c:v>06-03-2019</c:v>
                </c:pt>
                <c:pt idx="4775">
                  <c:v>07-03-2019</c:v>
                </c:pt>
                <c:pt idx="4776">
                  <c:v>08-03-2019</c:v>
                </c:pt>
                <c:pt idx="4777">
                  <c:v>11-03-2019</c:v>
                </c:pt>
                <c:pt idx="4778">
                  <c:v>12-03-2019</c:v>
                </c:pt>
                <c:pt idx="4779">
                  <c:v>13-03-2019</c:v>
                </c:pt>
                <c:pt idx="4780">
                  <c:v>14-03-2019</c:v>
                </c:pt>
                <c:pt idx="4781">
                  <c:v>15-03-2019</c:v>
                </c:pt>
                <c:pt idx="4782">
                  <c:v>18-03-2019</c:v>
                </c:pt>
                <c:pt idx="4783">
                  <c:v>19-03-2019</c:v>
                </c:pt>
                <c:pt idx="4784">
                  <c:v>20-03-2019</c:v>
                </c:pt>
                <c:pt idx="4785">
                  <c:v>22-03-2019</c:v>
                </c:pt>
                <c:pt idx="4786">
                  <c:v>25-03-2019</c:v>
                </c:pt>
                <c:pt idx="4787">
                  <c:v>26-03-2019</c:v>
                </c:pt>
                <c:pt idx="4788">
                  <c:v>27-03-2019</c:v>
                </c:pt>
                <c:pt idx="4789">
                  <c:v>28-03-2019</c:v>
                </c:pt>
                <c:pt idx="4790">
                  <c:v>29-03-2019</c:v>
                </c:pt>
                <c:pt idx="4791">
                  <c:v>01-04-2019</c:v>
                </c:pt>
                <c:pt idx="4792">
                  <c:v>02-04-2019</c:v>
                </c:pt>
                <c:pt idx="4793">
                  <c:v>03-04-2019</c:v>
                </c:pt>
                <c:pt idx="4794">
                  <c:v>04-04-2019</c:v>
                </c:pt>
                <c:pt idx="4795">
                  <c:v>05-04-2019</c:v>
                </c:pt>
                <c:pt idx="4796">
                  <c:v>08-04-2019</c:v>
                </c:pt>
                <c:pt idx="4797">
                  <c:v>09-04-2019</c:v>
                </c:pt>
                <c:pt idx="4798">
                  <c:v>10-04-2019</c:v>
                </c:pt>
                <c:pt idx="4799">
                  <c:v>11-04-2019</c:v>
                </c:pt>
                <c:pt idx="4800">
                  <c:v>12-04-2019</c:v>
                </c:pt>
                <c:pt idx="4801">
                  <c:v>15-04-2019</c:v>
                </c:pt>
                <c:pt idx="4802">
                  <c:v>16-04-2019</c:v>
                </c:pt>
                <c:pt idx="4803">
                  <c:v>18-04-2019</c:v>
                </c:pt>
                <c:pt idx="4804">
                  <c:v>22-04-2019</c:v>
                </c:pt>
                <c:pt idx="4805">
                  <c:v>23-04-2019</c:v>
                </c:pt>
                <c:pt idx="4806">
                  <c:v>24-04-2019</c:v>
                </c:pt>
                <c:pt idx="4807">
                  <c:v>25-04-2019</c:v>
                </c:pt>
                <c:pt idx="4808">
                  <c:v>26-04-2019</c:v>
                </c:pt>
                <c:pt idx="4809">
                  <c:v>30-04-2019</c:v>
                </c:pt>
                <c:pt idx="4810">
                  <c:v>02-05-2019</c:v>
                </c:pt>
                <c:pt idx="4811">
                  <c:v>03-05-2019</c:v>
                </c:pt>
                <c:pt idx="4812">
                  <c:v>06-05-2019</c:v>
                </c:pt>
                <c:pt idx="4813">
                  <c:v>07-05-2019</c:v>
                </c:pt>
                <c:pt idx="4814">
                  <c:v>08-05-2019</c:v>
                </c:pt>
                <c:pt idx="4815">
                  <c:v>09-05-2019</c:v>
                </c:pt>
                <c:pt idx="4816">
                  <c:v>10-05-2019</c:v>
                </c:pt>
                <c:pt idx="4817">
                  <c:v>13-05-2019</c:v>
                </c:pt>
                <c:pt idx="4818">
                  <c:v>14-05-2019</c:v>
                </c:pt>
                <c:pt idx="4819">
                  <c:v>15-05-2019</c:v>
                </c:pt>
                <c:pt idx="4820">
                  <c:v>16-05-2019</c:v>
                </c:pt>
                <c:pt idx="4821">
                  <c:v>17-05-2019</c:v>
                </c:pt>
                <c:pt idx="4822">
                  <c:v>20-05-2019</c:v>
                </c:pt>
                <c:pt idx="4823">
                  <c:v>21-05-2019</c:v>
                </c:pt>
                <c:pt idx="4824">
                  <c:v>22-05-2019</c:v>
                </c:pt>
                <c:pt idx="4825">
                  <c:v>23-05-2019</c:v>
                </c:pt>
                <c:pt idx="4826">
                  <c:v>24-05-2019</c:v>
                </c:pt>
                <c:pt idx="4827">
                  <c:v>27-05-2019</c:v>
                </c:pt>
                <c:pt idx="4828">
                  <c:v>28-05-2019</c:v>
                </c:pt>
                <c:pt idx="4829">
                  <c:v>29-05-2019</c:v>
                </c:pt>
                <c:pt idx="4830">
                  <c:v>30-05-2019</c:v>
                </c:pt>
                <c:pt idx="4831">
                  <c:v>31-05-2019</c:v>
                </c:pt>
                <c:pt idx="4832">
                  <c:v>03-06-2019</c:v>
                </c:pt>
                <c:pt idx="4833">
                  <c:v>04-06-2019</c:v>
                </c:pt>
                <c:pt idx="4834">
                  <c:v>06-06-2019</c:v>
                </c:pt>
                <c:pt idx="4835">
                  <c:v>07-06-2019</c:v>
                </c:pt>
                <c:pt idx="4836">
                  <c:v>10-06-2019</c:v>
                </c:pt>
                <c:pt idx="4837">
                  <c:v>11-06-2019</c:v>
                </c:pt>
                <c:pt idx="4838">
                  <c:v>12-06-2019</c:v>
                </c:pt>
                <c:pt idx="4839">
                  <c:v>13-06-2019</c:v>
                </c:pt>
                <c:pt idx="4840">
                  <c:v>14-06-2019</c:v>
                </c:pt>
                <c:pt idx="4841">
                  <c:v>17-06-2019</c:v>
                </c:pt>
                <c:pt idx="4842">
                  <c:v>18-06-2019</c:v>
                </c:pt>
                <c:pt idx="4843">
                  <c:v>19-06-2019</c:v>
                </c:pt>
                <c:pt idx="4844">
                  <c:v>20-06-2019</c:v>
                </c:pt>
                <c:pt idx="4845">
                  <c:v>21-06-2019</c:v>
                </c:pt>
                <c:pt idx="4846">
                  <c:v>24-06-2019</c:v>
                </c:pt>
                <c:pt idx="4847">
                  <c:v>25-06-2019</c:v>
                </c:pt>
                <c:pt idx="4848">
                  <c:v>26-06-2019</c:v>
                </c:pt>
                <c:pt idx="4849">
                  <c:v>27-06-2019</c:v>
                </c:pt>
                <c:pt idx="4850">
                  <c:v>28-06-2019</c:v>
                </c:pt>
                <c:pt idx="4851">
                  <c:v>01-07-2019</c:v>
                </c:pt>
                <c:pt idx="4852">
                  <c:v>02-07-2019</c:v>
                </c:pt>
                <c:pt idx="4853">
                  <c:v>03-07-2019</c:v>
                </c:pt>
                <c:pt idx="4854">
                  <c:v>04-07-2019</c:v>
                </c:pt>
                <c:pt idx="4855">
                  <c:v>05-07-2019</c:v>
                </c:pt>
                <c:pt idx="4856">
                  <c:v>08-07-2019</c:v>
                </c:pt>
                <c:pt idx="4857">
                  <c:v>09-07-2019</c:v>
                </c:pt>
                <c:pt idx="4858">
                  <c:v>10-07-2019</c:v>
                </c:pt>
                <c:pt idx="4859">
                  <c:v>11-07-2019</c:v>
                </c:pt>
                <c:pt idx="4860">
                  <c:v>12-07-2019</c:v>
                </c:pt>
                <c:pt idx="4861">
                  <c:v>15-07-2019</c:v>
                </c:pt>
                <c:pt idx="4862">
                  <c:v>16-07-2019</c:v>
                </c:pt>
                <c:pt idx="4863">
                  <c:v>17-07-2019</c:v>
                </c:pt>
                <c:pt idx="4864">
                  <c:v>18-07-2019</c:v>
                </c:pt>
                <c:pt idx="4865">
                  <c:v>19-07-2019</c:v>
                </c:pt>
                <c:pt idx="4866">
                  <c:v>22-07-2019</c:v>
                </c:pt>
                <c:pt idx="4867">
                  <c:v>23-07-2019</c:v>
                </c:pt>
                <c:pt idx="4868">
                  <c:v>24-07-2019</c:v>
                </c:pt>
                <c:pt idx="4869">
                  <c:v>25-07-2019</c:v>
                </c:pt>
                <c:pt idx="4870">
                  <c:v>26-07-2019</c:v>
                </c:pt>
                <c:pt idx="4871">
                  <c:v>29-07-2019</c:v>
                </c:pt>
                <c:pt idx="4872">
                  <c:v>30-07-2019</c:v>
                </c:pt>
                <c:pt idx="4873">
                  <c:v>31-07-2019</c:v>
                </c:pt>
                <c:pt idx="4874">
                  <c:v>01-08-2019</c:v>
                </c:pt>
                <c:pt idx="4875">
                  <c:v>02-08-2019</c:v>
                </c:pt>
                <c:pt idx="4876">
                  <c:v>05-08-2019</c:v>
                </c:pt>
                <c:pt idx="4877">
                  <c:v>06-08-2019</c:v>
                </c:pt>
                <c:pt idx="4878">
                  <c:v>07-08-2019</c:v>
                </c:pt>
                <c:pt idx="4879">
                  <c:v>08-08-2019</c:v>
                </c:pt>
                <c:pt idx="4880">
                  <c:v>09-08-2019</c:v>
                </c:pt>
                <c:pt idx="4881">
                  <c:v>13-08-2019</c:v>
                </c:pt>
                <c:pt idx="4882">
                  <c:v>14-08-2019</c:v>
                </c:pt>
                <c:pt idx="4883">
                  <c:v>16-08-2019</c:v>
                </c:pt>
                <c:pt idx="4884">
                  <c:v>19-08-2019</c:v>
                </c:pt>
                <c:pt idx="4885">
                  <c:v>20-08-2019</c:v>
                </c:pt>
                <c:pt idx="4886">
                  <c:v>21-08-2019</c:v>
                </c:pt>
                <c:pt idx="4887">
                  <c:v>22-08-2019</c:v>
                </c:pt>
                <c:pt idx="4888">
                  <c:v>23-08-2019</c:v>
                </c:pt>
                <c:pt idx="4889">
                  <c:v>26-08-2019</c:v>
                </c:pt>
                <c:pt idx="4890">
                  <c:v>27-08-2019</c:v>
                </c:pt>
                <c:pt idx="4891">
                  <c:v>28-08-2019</c:v>
                </c:pt>
                <c:pt idx="4892">
                  <c:v>29-08-2019</c:v>
                </c:pt>
                <c:pt idx="4893">
                  <c:v>30-08-2019</c:v>
                </c:pt>
                <c:pt idx="4894">
                  <c:v>03-09-2019</c:v>
                </c:pt>
                <c:pt idx="4895">
                  <c:v>04-09-2019</c:v>
                </c:pt>
                <c:pt idx="4896">
                  <c:v>05-09-2019</c:v>
                </c:pt>
                <c:pt idx="4897">
                  <c:v>06-09-2019</c:v>
                </c:pt>
                <c:pt idx="4898">
                  <c:v>09-09-2019</c:v>
                </c:pt>
                <c:pt idx="4899">
                  <c:v>11-09-2019</c:v>
                </c:pt>
                <c:pt idx="4900">
                  <c:v>12-09-2019</c:v>
                </c:pt>
                <c:pt idx="4901">
                  <c:v>13-09-2019</c:v>
                </c:pt>
                <c:pt idx="4902">
                  <c:v>16-09-2019</c:v>
                </c:pt>
                <c:pt idx="4903">
                  <c:v>17-09-2019</c:v>
                </c:pt>
                <c:pt idx="4904">
                  <c:v>18-09-2019</c:v>
                </c:pt>
                <c:pt idx="4905">
                  <c:v>19-09-2019</c:v>
                </c:pt>
                <c:pt idx="4906">
                  <c:v>20-09-2019</c:v>
                </c:pt>
                <c:pt idx="4907">
                  <c:v>23-09-2019</c:v>
                </c:pt>
                <c:pt idx="4908">
                  <c:v>24-09-2019</c:v>
                </c:pt>
                <c:pt idx="4909">
                  <c:v>25-09-2019</c:v>
                </c:pt>
                <c:pt idx="4910">
                  <c:v>26-09-2019</c:v>
                </c:pt>
                <c:pt idx="4911">
                  <c:v>27-09-2019</c:v>
                </c:pt>
                <c:pt idx="4912">
                  <c:v>30-09-2019</c:v>
                </c:pt>
                <c:pt idx="4913">
                  <c:v>01-10-2019</c:v>
                </c:pt>
                <c:pt idx="4914">
                  <c:v>03-10-2019</c:v>
                </c:pt>
                <c:pt idx="4915">
                  <c:v>04-10-2019</c:v>
                </c:pt>
                <c:pt idx="4916">
                  <c:v>07-10-2019</c:v>
                </c:pt>
                <c:pt idx="4917">
                  <c:v>09-10-2019</c:v>
                </c:pt>
                <c:pt idx="4918">
                  <c:v>10-10-2019</c:v>
                </c:pt>
                <c:pt idx="4919">
                  <c:v>11-10-2019</c:v>
                </c:pt>
                <c:pt idx="4920">
                  <c:v>14-10-2019</c:v>
                </c:pt>
                <c:pt idx="4921">
                  <c:v>15-10-2019</c:v>
                </c:pt>
                <c:pt idx="4922">
                  <c:v>16-10-2019</c:v>
                </c:pt>
                <c:pt idx="4923">
                  <c:v>17-10-2019</c:v>
                </c:pt>
                <c:pt idx="4924">
                  <c:v>18-10-2019</c:v>
                </c:pt>
                <c:pt idx="4925">
                  <c:v>22-10-2019</c:v>
                </c:pt>
                <c:pt idx="4926">
                  <c:v>23-10-2019</c:v>
                </c:pt>
                <c:pt idx="4927">
                  <c:v>24-10-2019</c:v>
                </c:pt>
                <c:pt idx="4928">
                  <c:v>25-10-2019</c:v>
                </c:pt>
                <c:pt idx="4929">
                  <c:v>27-10-2019</c:v>
                </c:pt>
                <c:pt idx="4930">
                  <c:v>29-10-2019</c:v>
                </c:pt>
                <c:pt idx="4931">
                  <c:v>30-10-2019</c:v>
                </c:pt>
                <c:pt idx="4932">
                  <c:v>31-10-2019</c:v>
                </c:pt>
                <c:pt idx="4933">
                  <c:v>01-11-2019</c:v>
                </c:pt>
                <c:pt idx="4934">
                  <c:v>04-11-2019</c:v>
                </c:pt>
                <c:pt idx="4935">
                  <c:v>05-11-2019</c:v>
                </c:pt>
                <c:pt idx="4936">
                  <c:v>06-11-2019</c:v>
                </c:pt>
                <c:pt idx="4937">
                  <c:v>07-11-2019</c:v>
                </c:pt>
                <c:pt idx="4938">
                  <c:v>08-11-2019</c:v>
                </c:pt>
                <c:pt idx="4939">
                  <c:v>11-11-2019</c:v>
                </c:pt>
                <c:pt idx="4940">
                  <c:v>13-11-2019</c:v>
                </c:pt>
                <c:pt idx="4941">
                  <c:v>14-11-2019</c:v>
                </c:pt>
                <c:pt idx="4942">
                  <c:v>15-11-2019</c:v>
                </c:pt>
                <c:pt idx="4943">
                  <c:v>18-11-2019</c:v>
                </c:pt>
                <c:pt idx="4944">
                  <c:v>19-11-2019</c:v>
                </c:pt>
                <c:pt idx="4945">
                  <c:v>20-11-2019</c:v>
                </c:pt>
                <c:pt idx="4946">
                  <c:v>21-11-2019</c:v>
                </c:pt>
                <c:pt idx="4947">
                  <c:v>22-11-2019</c:v>
                </c:pt>
                <c:pt idx="4948">
                  <c:v>25-11-2019</c:v>
                </c:pt>
                <c:pt idx="4949">
                  <c:v>26-11-2019</c:v>
                </c:pt>
                <c:pt idx="4950">
                  <c:v>27-11-2019</c:v>
                </c:pt>
                <c:pt idx="4951">
                  <c:v>28-11-2019</c:v>
                </c:pt>
                <c:pt idx="4952">
                  <c:v>29-11-2019</c:v>
                </c:pt>
                <c:pt idx="4953">
                  <c:v>02-12-2019</c:v>
                </c:pt>
                <c:pt idx="4954">
                  <c:v>03-12-2019</c:v>
                </c:pt>
                <c:pt idx="4955">
                  <c:v>04-12-2019</c:v>
                </c:pt>
                <c:pt idx="4956">
                  <c:v>05-12-2019</c:v>
                </c:pt>
                <c:pt idx="4957">
                  <c:v>06-12-2019</c:v>
                </c:pt>
                <c:pt idx="4958">
                  <c:v>09-12-2019</c:v>
                </c:pt>
                <c:pt idx="4959">
                  <c:v>10-12-2019</c:v>
                </c:pt>
                <c:pt idx="4960">
                  <c:v>11-12-2019</c:v>
                </c:pt>
                <c:pt idx="4961">
                  <c:v>12-12-2019</c:v>
                </c:pt>
                <c:pt idx="4962">
                  <c:v>13-12-2019</c:v>
                </c:pt>
                <c:pt idx="4963">
                  <c:v>16-12-2019</c:v>
                </c:pt>
                <c:pt idx="4964">
                  <c:v>17-12-2019</c:v>
                </c:pt>
                <c:pt idx="4965">
                  <c:v>18-12-2019</c:v>
                </c:pt>
                <c:pt idx="4966">
                  <c:v>19-12-2019</c:v>
                </c:pt>
                <c:pt idx="4967">
                  <c:v>20-12-2019</c:v>
                </c:pt>
                <c:pt idx="4968">
                  <c:v>23-12-2019</c:v>
                </c:pt>
                <c:pt idx="4969">
                  <c:v>24-12-2019</c:v>
                </c:pt>
                <c:pt idx="4970">
                  <c:v>26-12-2019</c:v>
                </c:pt>
                <c:pt idx="4971">
                  <c:v>27-12-2019</c:v>
                </c:pt>
                <c:pt idx="4972">
                  <c:v>30-12-2019</c:v>
                </c:pt>
                <c:pt idx="4973">
                  <c:v>31-12-2019</c:v>
                </c:pt>
                <c:pt idx="4974">
                  <c:v>01-01-2020</c:v>
                </c:pt>
                <c:pt idx="4975">
                  <c:v>02-01-2020</c:v>
                </c:pt>
                <c:pt idx="4976">
                  <c:v>03-01-2020</c:v>
                </c:pt>
                <c:pt idx="4977">
                  <c:v>06-01-2020</c:v>
                </c:pt>
                <c:pt idx="4978">
                  <c:v>07-01-2020</c:v>
                </c:pt>
                <c:pt idx="4979">
                  <c:v>08-01-2020</c:v>
                </c:pt>
                <c:pt idx="4980">
                  <c:v>09-01-2020</c:v>
                </c:pt>
                <c:pt idx="4981">
                  <c:v>10-01-2020</c:v>
                </c:pt>
                <c:pt idx="4982">
                  <c:v>13-01-2020</c:v>
                </c:pt>
                <c:pt idx="4983">
                  <c:v>14-01-2020</c:v>
                </c:pt>
                <c:pt idx="4984">
                  <c:v>15-01-2020</c:v>
                </c:pt>
                <c:pt idx="4985">
                  <c:v>16-01-2020</c:v>
                </c:pt>
                <c:pt idx="4986">
                  <c:v>17-01-2020</c:v>
                </c:pt>
                <c:pt idx="4987">
                  <c:v>20-01-2020</c:v>
                </c:pt>
                <c:pt idx="4988">
                  <c:v>21-01-2020</c:v>
                </c:pt>
                <c:pt idx="4989">
                  <c:v>22-01-2020</c:v>
                </c:pt>
                <c:pt idx="4990">
                  <c:v>23-01-2020</c:v>
                </c:pt>
                <c:pt idx="4991">
                  <c:v>24-01-2020</c:v>
                </c:pt>
                <c:pt idx="4992">
                  <c:v>27-01-2020</c:v>
                </c:pt>
                <c:pt idx="4993">
                  <c:v>28-01-2020</c:v>
                </c:pt>
                <c:pt idx="4994">
                  <c:v>29-01-2020</c:v>
                </c:pt>
                <c:pt idx="4995">
                  <c:v>30-01-2020</c:v>
                </c:pt>
                <c:pt idx="4996">
                  <c:v>31-01-2020</c:v>
                </c:pt>
                <c:pt idx="4997">
                  <c:v>01-02-2020</c:v>
                </c:pt>
                <c:pt idx="4998">
                  <c:v>03-02-2020</c:v>
                </c:pt>
                <c:pt idx="4999">
                  <c:v>04-02-2020</c:v>
                </c:pt>
                <c:pt idx="5000">
                  <c:v>05-02-2020</c:v>
                </c:pt>
                <c:pt idx="5001">
                  <c:v>06-02-2020</c:v>
                </c:pt>
                <c:pt idx="5002">
                  <c:v>07-02-2020</c:v>
                </c:pt>
                <c:pt idx="5003">
                  <c:v>10-02-2020</c:v>
                </c:pt>
                <c:pt idx="5004">
                  <c:v>11-02-2020</c:v>
                </c:pt>
                <c:pt idx="5005">
                  <c:v>12-02-2020</c:v>
                </c:pt>
                <c:pt idx="5006">
                  <c:v>13-02-2020</c:v>
                </c:pt>
                <c:pt idx="5007">
                  <c:v>14-02-2020</c:v>
                </c:pt>
                <c:pt idx="5008">
                  <c:v>17-02-2020</c:v>
                </c:pt>
                <c:pt idx="5009">
                  <c:v>18-02-2020</c:v>
                </c:pt>
                <c:pt idx="5010">
                  <c:v>19-02-2020</c:v>
                </c:pt>
                <c:pt idx="5011">
                  <c:v>20-02-2020</c:v>
                </c:pt>
                <c:pt idx="5012">
                  <c:v>24-02-2020</c:v>
                </c:pt>
                <c:pt idx="5013">
                  <c:v>25-02-2020</c:v>
                </c:pt>
                <c:pt idx="5014">
                  <c:v>26-02-2020</c:v>
                </c:pt>
                <c:pt idx="5015">
                  <c:v>27-02-2020</c:v>
                </c:pt>
                <c:pt idx="5016">
                  <c:v>28-02-2020</c:v>
                </c:pt>
                <c:pt idx="5017">
                  <c:v>02-03-2020</c:v>
                </c:pt>
                <c:pt idx="5018">
                  <c:v>03-03-2020</c:v>
                </c:pt>
                <c:pt idx="5019">
                  <c:v>04-03-2020</c:v>
                </c:pt>
                <c:pt idx="5020">
                  <c:v>05-03-2020</c:v>
                </c:pt>
                <c:pt idx="5021">
                  <c:v>06-03-2020</c:v>
                </c:pt>
                <c:pt idx="5022">
                  <c:v>09-03-2020</c:v>
                </c:pt>
                <c:pt idx="5023">
                  <c:v>11-03-2020</c:v>
                </c:pt>
                <c:pt idx="5024">
                  <c:v>12-03-2020</c:v>
                </c:pt>
                <c:pt idx="5025">
                  <c:v>13-03-2020</c:v>
                </c:pt>
                <c:pt idx="5026">
                  <c:v>16-03-2020</c:v>
                </c:pt>
                <c:pt idx="5027">
                  <c:v>17-03-2020</c:v>
                </c:pt>
                <c:pt idx="5028">
                  <c:v>18-03-2020</c:v>
                </c:pt>
                <c:pt idx="5029">
                  <c:v>19-03-2020</c:v>
                </c:pt>
                <c:pt idx="5030">
                  <c:v>20-03-2020</c:v>
                </c:pt>
                <c:pt idx="5031">
                  <c:v>23-03-2020</c:v>
                </c:pt>
                <c:pt idx="5032">
                  <c:v>24-03-2020</c:v>
                </c:pt>
                <c:pt idx="5033">
                  <c:v>25-03-2020</c:v>
                </c:pt>
                <c:pt idx="5034">
                  <c:v>26-03-2020</c:v>
                </c:pt>
                <c:pt idx="5035">
                  <c:v>27-03-2020</c:v>
                </c:pt>
                <c:pt idx="5036">
                  <c:v>30-03-2020</c:v>
                </c:pt>
                <c:pt idx="5037">
                  <c:v>31-03-2020</c:v>
                </c:pt>
                <c:pt idx="5038">
                  <c:v>01-04-2020</c:v>
                </c:pt>
                <c:pt idx="5039">
                  <c:v>03-04-2020</c:v>
                </c:pt>
                <c:pt idx="5040">
                  <c:v>07-04-2020</c:v>
                </c:pt>
                <c:pt idx="5041">
                  <c:v>08-04-2020</c:v>
                </c:pt>
                <c:pt idx="5042">
                  <c:v>09-04-2020</c:v>
                </c:pt>
                <c:pt idx="5043">
                  <c:v>13-04-2020</c:v>
                </c:pt>
                <c:pt idx="5044">
                  <c:v>15-04-2020</c:v>
                </c:pt>
                <c:pt idx="5045">
                  <c:v>16-04-2020</c:v>
                </c:pt>
                <c:pt idx="5046">
                  <c:v>17-04-2020</c:v>
                </c:pt>
                <c:pt idx="5047">
                  <c:v>20-04-2020</c:v>
                </c:pt>
                <c:pt idx="5048">
                  <c:v>21-04-2020</c:v>
                </c:pt>
                <c:pt idx="5049">
                  <c:v>22-04-2020</c:v>
                </c:pt>
                <c:pt idx="5050">
                  <c:v>23-04-2020</c:v>
                </c:pt>
                <c:pt idx="5051">
                  <c:v>24-04-2020</c:v>
                </c:pt>
                <c:pt idx="5052">
                  <c:v>27-04-2020</c:v>
                </c:pt>
                <c:pt idx="5053">
                  <c:v>28-04-2020</c:v>
                </c:pt>
                <c:pt idx="5054">
                  <c:v>29-04-2020</c:v>
                </c:pt>
                <c:pt idx="5055">
                  <c:v>30-04-2020</c:v>
                </c:pt>
                <c:pt idx="5056">
                  <c:v>04-05-2020</c:v>
                </c:pt>
                <c:pt idx="5057">
                  <c:v>05-05-2020</c:v>
                </c:pt>
                <c:pt idx="5058">
                  <c:v>06-05-2020</c:v>
                </c:pt>
                <c:pt idx="5059">
                  <c:v>07-05-2020</c:v>
                </c:pt>
                <c:pt idx="5060">
                  <c:v>08-05-2020</c:v>
                </c:pt>
                <c:pt idx="5061">
                  <c:v>11-05-2020</c:v>
                </c:pt>
                <c:pt idx="5062">
                  <c:v>12-05-2020</c:v>
                </c:pt>
                <c:pt idx="5063">
                  <c:v>13-05-2020</c:v>
                </c:pt>
                <c:pt idx="5064">
                  <c:v>14-05-2020</c:v>
                </c:pt>
                <c:pt idx="5065">
                  <c:v>15-05-2020</c:v>
                </c:pt>
                <c:pt idx="5066">
                  <c:v>18-05-2020</c:v>
                </c:pt>
                <c:pt idx="5067">
                  <c:v>19-05-2020</c:v>
                </c:pt>
                <c:pt idx="5068">
                  <c:v>20-05-2020</c:v>
                </c:pt>
                <c:pt idx="5069">
                  <c:v>21-05-2020</c:v>
                </c:pt>
                <c:pt idx="5070">
                  <c:v>22-05-2020</c:v>
                </c:pt>
                <c:pt idx="5071">
                  <c:v>26-05-2020</c:v>
                </c:pt>
                <c:pt idx="5072">
                  <c:v>27-05-2020</c:v>
                </c:pt>
                <c:pt idx="5073">
                  <c:v>28-05-2020</c:v>
                </c:pt>
                <c:pt idx="5074">
                  <c:v>29-05-2020</c:v>
                </c:pt>
                <c:pt idx="5075">
                  <c:v>01-06-2020</c:v>
                </c:pt>
                <c:pt idx="5076">
                  <c:v>02-06-2020</c:v>
                </c:pt>
                <c:pt idx="5077">
                  <c:v>03-06-2020</c:v>
                </c:pt>
                <c:pt idx="5078">
                  <c:v>04-06-2020</c:v>
                </c:pt>
                <c:pt idx="5079">
                  <c:v>05-06-2020</c:v>
                </c:pt>
                <c:pt idx="5080">
                  <c:v>08-06-2020</c:v>
                </c:pt>
                <c:pt idx="5081">
                  <c:v>09-06-2020</c:v>
                </c:pt>
                <c:pt idx="5082">
                  <c:v>10-06-2020</c:v>
                </c:pt>
                <c:pt idx="5083">
                  <c:v>11-06-2020</c:v>
                </c:pt>
                <c:pt idx="5084">
                  <c:v>12-06-2020</c:v>
                </c:pt>
                <c:pt idx="5085">
                  <c:v>15-06-2020</c:v>
                </c:pt>
                <c:pt idx="5086">
                  <c:v>16-06-2020</c:v>
                </c:pt>
                <c:pt idx="5087">
                  <c:v>17-06-2020</c:v>
                </c:pt>
                <c:pt idx="5088">
                  <c:v>18-06-2020</c:v>
                </c:pt>
                <c:pt idx="5089">
                  <c:v>19-06-2020</c:v>
                </c:pt>
                <c:pt idx="5090">
                  <c:v>22-06-2020</c:v>
                </c:pt>
                <c:pt idx="5091">
                  <c:v>23-06-2020</c:v>
                </c:pt>
                <c:pt idx="5092">
                  <c:v>24-06-2020</c:v>
                </c:pt>
                <c:pt idx="5093">
                  <c:v>25-06-2020</c:v>
                </c:pt>
                <c:pt idx="5094">
                  <c:v>26-06-2020</c:v>
                </c:pt>
                <c:pt idx="5095">
                  <c:v>29-06-2020</c:v>
                </c:pt>
                <c:pt idx="5096">
                  <c:v>30-06-2020</c:v>
                </c:pt>
                <c:pt idx="5097">
                  <c:v>01-07-2020</c:v>
                </c:pt>
                <c:pt idx="5098">
                  <c:v>02-07-2020</c:v>
                </c:pt>
                <c:pt idx="5099">
                  <c:v>03-07-2020</c:v>
                </c:pt>
                <c:pt idx="5100">
                  <c:v>06-07-2020</c:v>
                </c:pt>
                <c:pt idx="5101">
                  <c:v>07-07-2020</c:v>
                </c:pt>
                <c:pt idx="5102">
                  <c:v>08-07-2020</c:v>
                </c:pt>
                <c:pt idx="5103">
                  <c:v>09-07-2020</c:v>
                </c:pt>
                <c:pt idx="5104">
                  <c:v>10-07-2020</c:v>
                </c:pt>
                <c:pt idx="5105">
                  <c:v>13-07-2020</c:v>
                </c:pt>
                <c:pt idx="5106">
                  <c:v>14-07-2020</c:v>
                </c:pt>
                <c:pt idx="5107">
                  <c:v>15-07-2020</c:v>
                </c:pt>
                <c:pt idx="5108">
                  <c:v>16-07-2020</c:v>
                </c:pt>
                <c:pt idx="5109">
                  <c:v>17-07-2020</c:v>
                </c:pt>
                <c:pt idx="5110">
                  <c:v>20-07-2020</c:v>
                </c:pt>
                <c:pt idx="5111">
                  <c:v>21-07-2020</c:v>
                </c:pt>
                <c:pt idx="5112">
                  <c:v>22-07-2020</c:v>
                </c:pt>
                <c:pt idx="5113">
                  <c:v>23-07-2020</c:v>
                </c:pt>
                <c:pt idx="5114">
                  <c:v>24-07-2020</c:v>
                </c:pt>
                <c:pt idx="5115">
                  <c:v>27-07-2020</c:v>
                </c:pt>
                <c:pt idx="5116">
                  <c:v>28-07-2020</c:v>
                </c:pt>
                <c:pt idx="5117">
                  <c:v>29-07-2020</c:v>
                </c:pt>
                <c:pt idx="5118">
                  <c:v>30-07-2020</c:v>
                </c:pt>
                <c:pt idx="5119">
                  <c:v>31-07-2020</c:v>
                </c:pt>
                <c:pt idx="5120">
                  <c:v>03-08-2020</c:v>
                </c:pt>
                <c:pt idx="5121">
                  <c:v>04-08-2020</c:v>
                </c:pt>
                <c:pt idx="5122">
                  <c:v>05-08-2020</c:v>
                </c:pt>
                <c:pt idx="5123">
                  <c:v>06-08-2020</c:v>
                </c:pt>
                <c:pt idx="5124">
                  <c:v>07-08-2020</c:v>
                </c:pt>
                <c:pt idx="5125">
                  <c:v>10-08-2020</c:v>
                </c:pt>
                <c:pt idx="5126">
                  <c:v>11-08-2020</c:v>
                </c:pt>
                <c:pt idx="5127">
                  <c:v>12-08-2020</c:v>
                </c:pt>
                <c:pt idx="5128">
                  <c:v>13-08-2020</c:v>
                </c:pt>
                <c:pt idx="5129">
                  <c:v>14-08-2020</c:v>
                </c:pt>
                <c:pt idx="5130">
                  <c:v>17-08-2020</c:v>
                </c:pt>
                <c:pt idx="5131">
                  <c:v>18-08-2020</c:v>
                </c:pt>
                <c:pt idx="5132">
                  <c:v>19-08-2020</c:v>
                </c:pt>
                <c:pt idx="5133">
                  <c:v>20-08-2020</c:v>
                </c:pt>
                <c:pt idx="5134">
                  <c:v>21-08-2020</c:v>
                </c:pt>
                <c:pt idx="5135">
                  <c:v>24-08-2020</c:v>
                </c:pt>
                <c:pt idx="5136">
                  <c:v>25-08-2020</c:v>
                </c:pt>
                <c:pt idx="5137">
                  <c:v>26-08-2020</c:v>
                </c:pt>
                <c:pt idx="5138">
                  <c:v>27-08-2020</c:v>
                </c:pt>
                <c:pt idx="5139">
                  <c:v>28-08-2020</c:v>
                </c:pt>
                <c:pt idx="5140">
                  <c:v>31-08-2020</c:v>
                </c:pt>
                <c:pt idx="5141">
                  <c:v>01-09-2020</c:v>
                </c:pt>
                <c:pt idx="5142">
                  <c:v>02-09-2020</c:v>
                </c:pt>
                <c:pt idx="5143">
                  <c:v>03-09-2020</c:v>
                </c:pt>
                <c:pt idx="5144">
                  <c:v>04-09-2020</c:v>
                </c:pt>
                <c:pt idx="5145">
                  <c:v>07-09-2020</c:v>
                </c:pt>
                <c:pt idx="5146">
                  <c:v>08-09-2020</c:v>
                </c:pt>
                <c:pt idx="5147">
                  <c:v>09-09-2020</c:v>
                </c:pt>
                <c:pt idx="5148">
                  <c:v>10-09-2020</c:v>
                </c:pt>
                <c:pt idx="5149">
                  <c:v>11-09-2020</c:v>
                </c:pt>
                <c:pt idx="5150">
                  <c:v>14-09-2020</c:v>
                </c:pt>
                <c:pt idx="5151">
                  <c:v>15-09-2020</c:v>
                </c:pt>
                <c:pt idx="5152">
                  <c:v>16-09-2020</c:v>
                </c:pt>
                <c:pt idx="5153">
                  <c:v>17-09-2020</c:v>
                </c:pt>
                <c:pt idx="5154">
                  <c:v>18-09-2020</c:v>
                </c:pt>
                <c:pt idx="5155">
                  <c:v>21-09-2020</c:v>
                </c:pt>
                <c:pt idx="5156">
                  <c:v>22-09-2020</c:v>
                </c:pt>
                <c:pt idx="5157">
                  <c:v>23-09-2020</c:v>
                </c:pt>
                <c:pt idx="5158">
                  <c:v>24-09-2020</c:v>
                </c:pt>
                <c:pt idx="5159">
                  <c:v>25-09-2020</c:v>
                </c:pt>
                <c:pt idx="5160">
                  <c:v>28-09-2020</c:v>
                </c:pt>
                <c:pt idx="5161">
                  <c:v>29-09-2020</c:v>
                </c:pt>
                <c:pt idx="5162">
                  <c:v>30-09-2020</c:v>
                </c:pt>
                <c:pt idx="5163">
                  <c:v>01-10-2020</c:v>
                </c:pt>
                <c:pt idx="5164">
                  <c:v>05-10-2020</c:v>
                </c:pt>
                <c:pt idx="5165">
                  <c:v>06-10-2020</c:v>
                </c:pt>
                <c:pt idx="5166">
                  <c:v>07-10-2020</c:v>
                </c:pt>
                <c:pt idx="5167">
                  <c:v>08-10-2020</c:v>
                </c:pt>
                <c:pt idx="5168">
                  <c:v>09-10-2020</c:v>
                </c:pt>
                <c:pt idx="5169">
                  <c:v>12-10-2020</c:v>
                </c:pt>
                <c:pt idx="5170">
                  <c:v>13-10-2020</c:v>
                </c:pt>
                <c:pt idx="5171">
                  <c:v>14-10-2020</c:v>
                </c:pt>
                <c:pt idx="5172">
                  <c:v>15-10-2020</c:v>
                </c:pt>
                <c:pt idx="5173">
                  <c:v>16-10-2020</c:v>
                </c:pt>
                <c:pt idx="5174">
                  <c:v>19-10-2020</c:v>
                </c:pt>
                <c:pt idx="5175">
                  <c:v>20-10-2020</c:v>
                </c:pt>
                <c:pt idx="5176">
                  <c:v>21-10-2020</c:v>
                </c:pt>
                <c:pt idx="5177">
                  <c:v>22-10-2020</c:v>
                </c:pt>
                <c:pt idx="5178">
                  <c:v>23-10-2020</c:v>
                </c:pt>
                <c:pt idx="5179">
                  <c:v>26-10-2020</c:v>
                </c:pt>
                <c:pt idx="5180">
                  <c:v>27-10-2020</c:v>
                </c:pt>
                <c:pt idx="5181">
                  <c:v>28-10-2020</c:v>
                </c:pt>
                <c:pt idx="5182">
                  <c:v>29-10-2020</c:v>
                </c:pt>
                <c:pt idx="5183">
                  <c:v>30-10-2020</c:v>
                </c:pt>
                <c:pt idx="5184">
                  <c:v>02-11-2020</c:v>
                </c:pt>
                <c:pt idx="5185">
                  <c:v>03-11-2020</c:v>
                </c:pt>
                <c:pt idx="5186">
                  <c:v>04-11-2020</c:v>
                </c:pt>
                <c:pt idx="5187">
                  <c:v>05-11-2020</c:v>
                </c:pt>
                <c:pt idx="5188">
                  <c:v>06-11-2020</c:v>
                </c:pt>
                <c:pt idx="5189">
                  <c:v>09-11-2020</c:v>
                </c:pt>
                <c:pt idx="5190">
                  <c:v>10-11-2020</c:v>
                </c:pt>
                <c:pt idx="5191">
                  <c:v>11-11-2020</c:v>
                </c:pt>
                <c:pt idx="5192">
                  <c:v>12-11-2020</c:v>
                </c:pt>
                <c:pt idx="5193">
                  <c:v>13-11-2020</c:v>
                </c:pt>
                <c:pt idx="5194">
                  <c:v>14-11-2020</c:v>
                </c:pt>
                <c:pt idx="5195">
                  <c:v>17-11-2020</c:v>
                </c:pt>
                <c:pt idx="5196">
                  <c:v>18-11-2020</c:v>
                </c:pt>
                <c:pt idx="5197">
                  <c:v>19-11-2020</c:v>
                </c:pt>
                <c:pt idx="5198">
                  <c:v>20-11-2020</c:v>
                </c:pt>
                <c:pt idx="5199">
                  <c:v>23-11-2020</c:v>
                </c:pt>
                <c:pt idx="5200">
                  <c:v>24-11-2020</c:v>
                </c:pt>
                <c:pt idx="5201">
                  <c:v>25-11-2020</c:v>
                </c:pt>
                <c:pt idx="5202">
                  <c:v>26-11-2020</c:v>
                </c:pt>
                <c:pt idx="5203">
                  <c:v>27-11-2020</c:v>
                </c:pt>
                <c:pt idx="5204">
                  <c:v>01-12-2020</c:v>
                </c:pt>
                <c:pt idx="5205">
                  <c:v>02-12-2020</c:v>
                </c:pt>
                <c:pt idx="5206">
                  <c:v>03-12-2020</c:v>
                </c:pt>
                <c:pt idx="5207">
                  <c:v>04-12-2020</c:v>
                </c:pt>
                <c:pt idx="5208">
                  <c:v>07-12-2020</c:v>
                </c:pt>
                <c:pt idx="5209">
                  <c:v>08-12-2020</c:v>
                </c:pt>
                <c:pt idx="5210">
                  <c:v>09-12-2020</c:v>
                </c:pt>
                <c:pt idx="5211">
                  <c:v>10-12-2020</c:v>
                </c:pt>
                <c:pt idx="5212">
                  <c:v>11-12-2020</c:v>
                </c:pt>
                <c:pt idx="5213">
                  <c:v>14-12-2020</c:v>
                </c:pt>
                <c:pt idx="5214">
                  <c:v>15-12-2020</c:v>
                </c:pt>
                <c:pt idx="5215">
                  <c:v>16-12-2020</c:v>
                </c:pt>
                <c:pt idx="5216">
                  <c:v>17-12-2020</c:v>
                </c:pt>
                <c:pt idx="5217">
                  <c:v>18-12-2020</c:v>
                </c:pt>
                <c:pt idx="5218">
                  <c:v>21-12-2020</c:v>
                </c:pt>
                <c:pt idx="5219">
                  <c:v>22-12-2020</c:v>
                </c:pt>
                <c:pt idx="5220">
                  <c:v>23-12-2020</c:v>
                </c:pt>
                <c:pt idx="5221">
                  <c:v>24-12-2020</c:v>
                </c:pt>
                <c:pt idx="5222">
                  <c:v>28-12-2020</c:v>
                </c:pt>
                <c:pt idx="5223">
                  <c:v>29-12-2020</c:v>
                </c:pt>
                <c:pt idx="5224">
                  <c:v>30-12-2020</c:v>
                </c:pt>
                <c:pt idx="5225">
                  <c:v>31-12-2020</c:v>
                </c:pt>
                <c:pt idx="5226">
                  <c:v>01-01-2021</c:v>
                </c:pt>
                <c:pt idx="5227">
                  <c:v>04-01-2021</c:v>
                </c:pt>
                <c:pt idx="5228">
                  <c:v>05-01-2021</c:v>
                </c:pt>
                <c:pt idx="5229">
                  <c:v>06-01-2021</c:v>
                </c:pt>
                <c:pt idx="5230">
                  <c:v>07-01-2021</c:v>
                </c:pt>
                <c:pt idx="5231">
                  <c:v>08-01-2021</c:v>
                </c:pt>
                <c:pt idx="5232">
                  <c:v>11-01-2021</c:v>
                </c:pt>
                <c:pt idx="5233">
                  <c:v>12-01-2021</c:v>
                </c:pt>
                <c:pt idx="5234">
                  <c:v>13-01-2021</c:v>
                </c:pt>
                <c:pt idx="5235">
                  <c:v>14-01-2021</c:v>
                </c:pt>
                <c:pt idx="5236">
                  <c:v>15-01-2021</c:v>
                </c:pt>
                <c:pt idx="5237">
                  <c:v>18-01-2021</c:v>
                </c:pt>
                <c:pt idx="5238">
                  <c:v>19-01-2021</c:v>
                </c:pt>
                <c:pt idx="5239">
                  <c:v>20-01-2021</c:v>
                </c:pt>
                <c:pt idx="5240">
                  <c:v>21-01-2021</c:v>
                </c:pt>
                <c:pt idx="5241">
                  <c:v>22-01-2021</c:v>
                </c:pt>
                <c:pt idx="5242">
                  <c:v>25-01-2021</c:v>
                </c:pt>
                <c:pt idx="5243">
                  <c:v>27-01-2021</c:v>
                </c:pt>
                <c:pt idx="5244">
                  <c:v>28-01-2021</c:v>
                </c:pt>
                <c:pt idx="5245">
                  <c:v>29-01-2021</c:v>
                </c:pt>
                <c:pt idx="5246">
                  <c:v>01-02-2021</c:v>
                </c:pt>
                <c:pt idx="5247">
                  <c:v>02-02-2021</c:v>
                </c:pt>
                <c:pt idx="5248">
                  <c:v>03-02-2021</c:v>
                </c:pt>
                <c:pt idx="5249">
                  <c:v>04-02-2021</c:v>
                </c:pt>
                <c:pt idx="5250">
                  <c:v>05-02-2021</c:v>
                </c:pt>
                <c:pt idx="5251">
                  <c:v>08-02-2021</c:v>
                </c:pt>
                <c:pt idx="5252">
                  <c:v>09-02-2021</c:v>
                </c:pt>
                <c:pt idx="5253">
                  <c:v>10-02-2021</c:v>
                </c:pt>
                <c:pt idx="5254">
                  <c:v>11-02-2021</c:v>
                </c:pt>
                <c:pt idx="5255">
                  <c:v>12-02-2021</c:v>
                </c:pt>
                <c:pt idx="5256">
                  <c:v>15-02-2021</c:v>
                </c:pt>
                <c:pt idx="5257">
                  <c:v>16-02-2021</c:v>
                </c:pt>
                <c:pt idx="5258">
                  <c:v>17-02-2021</c:v>
                </c:pt>
                <c:pt idx="5259">
                  <c:v>18-02-2021</c:v>
                </c:pt>
                <c:pt idx="5260">
                  <c:v>19-02-2021</c:v>
                </c:pt>
                <c:pt idx="5261">
                  <c:v>22-02-2021</c:v>
                </c:pt>
                <c:pt idx="5262">
                  <c:v>23-02-2021</c:v>
                </c:pt>
                <c:pt idx="5263">
                  <c:v>24-02-2021</c:v>
                </c:pt>
                <c:pt idx="5264">
                  <c:v>25-02-2021</c:v>
                </c:pt>
                <c:pt idx="5265">
                  <c:v>26-02-2021</c:v>
                </c:pt>
                <c:pt idx="5266">
                  <c:v>01-03-2021</c:v>
                </c:pt>
                <c:pt idx="5267">
                  <c:v>02-03-2021</c:v>
                </c:pt>
                <c:pt idx="5268">
                  <c:v>03-03-2021</c:v>
                </c:pt>
                <c:pt idx="5269">
                  <c:v>04-03-2021</c:v>
                </c:pt>
                <c:pt idx="5270">
                  <c:v>05-03-2021</c:v>
                </c:pt>
                <c:pt idx="5271">
                  <c:v>08-03-2021</c:v>
                </c:pt>
                <c:pt idx="5272">
                  <c:v>09-03-2021</c:v>
                </c:pt>
                <c:pt idx="5273">
                  <c:v>10-03-2021</c:v>
                </c:pt>
                <c:pt idx="5274">
                  <c:v>12-03-2021</c:v>
                </c:pt>
                <c:pt idx="5275">
                  <c:v>15-03-2021</c:v>
                </c:pt>
                <c:pt idx="5276">
                  <c:v>16-03-2021</c:v>
                </c:pt>
                <c:pt idx="5277">
                  <c:v>17-03-2021</c:v>
                </c:pt>
                <c:pt idx="5278">
                  <c:v>18-03-2021</c:v>
                </c:pt>
                <c:pt idx="5279">
                  <c:v>19-03-2021</c:v>
                </c:pt>
                <c:pt idx="5280">
                  <c:v>22-03-2021</c:v>
                </c:pt>
                <c:pt idx="5281">
                  <c:v>23-03-2021</c:v>
                </c:pt>
                <c:pt idx="5282">
                  <c:v>24-03-2021</c:v>
                </c:pt>
                <c:pt idx="5283">
                  <c:v>25-03-2021</c:v>
                </c:pt>
                <c:pt idx="5284">
                  <c:v>26-03-2021</c:v>
                </c:pt>
                <c:pt idx="5285">
                  <c:v>30-03-2021</c:v>
                </c:pt>
                <c:pt idx="5286">
                  <c:v>31-03-2021</c:v>
                </c:pt>
                <c:pt idx="5287">
                  <c:v>01-04-2021</c:v>
                </c:pt>
                <c:pt idx="5288">
                  <c:v>05-04-2021</c:v>
                </c:pt>
                <c:pt idx="5289">
                  <c:v>06-04-2021</c:v>
                </c:pt>
                <c:pt idx="5290">
                  <c:v>07-04-2021</c:v>
                </c:pt>
                <c:pt idx="5291">
                  <c:v>08-04-2021</c:v>
                </c:pt>
                <c:pt idx="5292">
                  <c:v>09-04-2021</c:v>
                </c:pt>
                <c:pt idx="5293">
                  <c:v>12-04-2021</c:v>
                </c:pt>
                <c:pt idx="5294">
                  <c:v>13-04-2021</c:v>
                </c:pt>
                <c:pt idx="5295">
                  <c:v>15-04-2021</c:v>
                </c:pt>
                <c:pt idx="5296">
                  <c:v>16-04-2021</c:v>
                </c:pt>
                <c:pt idx="5297">
                  <c:v>19-04-2021</c:v>
                </c:pt>
                <c:pt idx="5298">
                  <c:v>20-04-2021</c:v>
                </c:pt>
                <c:pt idx="5299">
                  <c:v>22-04-2021</c:v>
                </c:pt>
                <c:pt idx="5300">
                  <c:v>23-04-2021</c:v>
                </c:pt>
                <c:pt idx="5301">
                  <c:v>26-04-2021</c:v>
                </c:pt>
                <c:pt idx="5302">
                  <c:v>27-04-2021</c:v>
                </c:pt>
                <c:pt idx="5303">
                  <c:v>28-04-2021</c:v>
                </c:pt>
                <c:pt idx="5304">
                  <c:v>29-04-2021</c:v>
                </c:pt>
                <c:pt idx="5305">
                  <c:v>30-04-2021</c:v>
                </c:pt>
              </c:strCache>
            </c:strRef>
          </c:cat>
          <c:val>
            <c:numRef>
              <c:f>CONSUMERPIVOT!$B$3:$B$5309</c:f>
              <c:numCache>
                <c:formatCode>General</c:formatCode>
                <c:ptCount val="5306"/>
                <c:pt idx="0">
                  <c:v>381.65</c:v>
                </c:pt>
                <c:pt idx="1">
                  <c:v>385.55</c:v>
                </c:pt>
                <c:pt idx="2">
                  <c:v>383</c:v>
                </c:pt>
                <c:pt idx="3">
                  <c:v>377.5</c:v>
                </c:pt>
                <c:pt idx="4">
                  <c:v>385.7</c:v>
                </c:pt>
                <c:pt idx="5">
                  <c:v>415</c:v>
                </c:pt>
                <c:pt idx="6">
                  <c:v>415.2</c:v>
                </c:pt>
                <c:pt idx="7">
                  <c:v>417.65</c:v>
                </c:pt>
                <c:pt idx="8">
                  <c:v>418.7</c:v>
                </c:pt>
                <c:pt idx="9">
                  <c:v>410</c:v>
                </c:pt>
                <c:pt idx="10">
                  <c:v>411.35</c:v>
                </c:pt>
                <c:pt idx="11">
                  <c:v>414.05</c:v>
                </c:pt>
                <c:pt idx="12">
                  <c:v>419.35</c:v>
                </c:pt>
                <c:pt idx="13">
                  <c:v>420.55</c:v>
                </c:pt>
                <c:pt idx="14">
                  <c:v>425.85</c:v>
                </c:pt>
                <c:pt idx="15">
                  <c:v>458.4</c:v>
                </c:pt>
                <c:pt idx="16">
                  <c:v>494.7</c:v>
                </c:pt>
                <c:pt idx="17">
                  <c:v>472.95</c:v>
                </c:pt>
                <c:pt idx="18">
                  <c:v>480.65</c:v>
                </c:pt>
                <c:pt idx="19">
                  <c:v>460.5</c:v>
                </c:pt>
                <c:pt idx="20">
                  <c:v>460.3</c:v>
                </c:pt>
                <c:pt idx="21">
                  <c:v>460.1</c:v>
                </c:pt>
                <c:pt idx="22">
                  <c:v>456.1</c:v>
                </c:pt>
                <c:pt idx="23">
                  <c:v>456.7</c:v>
                </c:pt>
                <c:pt idx="24">
                  <c:v>453.65</c:v>
                </c:pt>
                <c:pt idx="25">
                  <c:v>459.85</c:v>
                </c:pt>
                <c:pt idx="26">
                  <c:v>457.15</c:v>
                </c:pt>
                <c:pt idx="27">
                  <c:v>440.9</c:v>
                </c:pt>
                <c:pt idx="28">
                  <c:v>443.35</c:v>
                </c:pt>
                <c:pt idx="29">
                  <c:v>431.75</c:v>
                </c:pt>
                <c:pt idx="30">
                  <c:v>416.65</c:v>
                </c:pt>
                <c:pt idx="31">
                  <c:v>399.1</c:v>
                </c:pt>
                <c:pt idx="32">
                  <c:v>392.6</c:v>
                </c:pt>
                <c:pt idx="33">
                  <c:v>402.45</c:v>
                </c:pt>
                <c:pt idx="34">
                  <c:v>402.75</c:v>
                </c:pt>
                <c:pt idx="35">
                  <c:v>400.45</c:v>
                </c:pt>
                <c:pt idx="36">
                  <c:v>406.85</c:v>
                </c:pt>
                <c:pt idx="37">
                  <c:v>400.5</c:v>
                </c:pt>
                <c:pt idx="38">
                  <c:v>392.95</c:v>
                </c:pt>
                <c:pt idx="39">
                  <c:v>400.45</c:v>
                </c:pt>
                <c:pt idx="40">
                  <c:v>376.4</c:v>
                </c:pt>
                <c:pt idx="41">
                  <c:v>399.7</c:v>
                </c:pt>
                <c:pt idx="42">
                  <c:v>390</c:v>
                </c:pt>
                <c:pt idx="43">
                  <c:v>404.8</c:v>
                </c:pt>
                <c:pt idx="44">
                  <c:v>398.05</c:v>
                </c:pt>
                <c:pt idx="45">
                  <c:v>376.55</c:v>
                </c:pt>
                <c:pt idx="46">
                  <c:v>399.95</c:v>
                </c:pt>
                <c:pt idx="47">
                  <c:v>423.5</c:v>
                </c:pt>
                <c:pt idx="48">
                  <c:v>402.2</c:v>
                </c:pt>
                <c:pt idx="49">
                  <c:v>399.95</c:v>
                </c:pt>
                <c:pt idx="50">
                  <c:v>400.15</c:v>
                </c:pt>
                <c:pt idx="51">
                  <c:v>407.45</c:v>
                </c:pt>
                <c:pt idx="52">
                  <c:v>410</c:v>
                </c:pt>
                <c:pt idx="53">
                  <c:v>418.05</c:v>
                </c:pt>
                <c:pt idx="54">
                  <c:v>422.5</c:v>
                </c:pt>
                <c:pt idx="55">
                  <c:v>416.15</c:v>
                </c:pt>
                <c:pt idx="56">
                  <c:v>415.35</c:v>
                </c:pt>
                <c:pt idx="57">
                  <c:v>415.6</c:v>
                </c:pt>
                <c:pt idx="58">
                  <c:v>417</c:v>
                </c:pt>
                <c:pt idx="59">
                  <c:v>415</c:v>
                </c:pt>
                <c:pt idx="60">
                  <c:v>437.75</c:v>
                </c:pt>
                <c:pt idx="61">
                  <c:v>423.2</c:v>
                </c:pt>
                <c:pt idx="62">
                  <c:v>413.6</c:v>
                </c:pt>
                <c:pt idx="63">
                  <c:v>413.1</c:v>
                </c:pt>
                <c:pt idx="64">
                  <c:v>411.2</c:v>
                </c:pt>
                <c:pt idx="65">
                  <c:v>409.55</c:v>
                </c:pt>
                <c:pt idx="66">
                  <c:v>415.4</c:v>
                </c:pt>
                <c:pt idx="67">
                  <c:v>413.9</c:v>
                </c:pt>
                <c:pt idx="68">
                  <c:v>434.8</c:v>
                </c:pt>
                <c:pt idx="69">
                  <c:v>424.95</c:v>
                </c:pt>
                <c:pt idx="70">
                  <c:v>419.15</c:v>
                </c:pt>
                <c:pt idx="71">
                  <c:v>419.8</c:v>
                </c:pt>
                <c:pt idx="72">
                  <c:v>418.95</c:v>
                </c:pt>
                <c:pt idx="73">
                  <c:v>415</c:v>
                </c:pt>
                <c:pt idx="74">
                  <c:v>415</c:v>
                </c:pt>
                <c:pt idx="75">
                  <c:v>415.3</c:v>
                </c:pt>
                <c:pt idx="76">
                  <c:v>408.5</c:v>
                </c:pt>
                <c:pt idx="77">
                  <c:v>413.3</c:v>
                </c:pt>
                <c:pt idx="78">
                  <c:v>412.3</c:v>
                </c:pt>
                <c:pt idx="79">
                  <c:v>407</c:v>
                </c:pt>
                <c:pt idx="80">
                  <c:v>407.2</c:v>
                </c:pt>
                <c:pt idx="81">
                  <c:v>388.85</c:v>
                </c:pt>
                <c:pt idx="82">
                  <c:v>391.4</c:v>
                </c:pt>
                <c:pt idx="83">
                  <c:v>394.95</c:v>
                </c:pt>
                <c:pt idx="84">
                  <c:v>393.1</c:v>
                </c:pt>
                <c:pt idx="85">
                  <c:v>395.15</c:v>
                </c:pt>
                <c:pt idx="86">
                  <c:v>391.6</c:v>
                </c:pt>
                <c:pt idx="87">
                  <c:v>388.25</c:v>
                </c:pt>
                <c:pt idx="88">
                  <c:v>378.1</c:v>
                </c:pt>
                <c:pt idx="89">
                  <c:v>373.1</c:v>
                </c:pt>
                <c:pt idx="90">
                  <c:v>377.3</c:v>
                </c:pt>
                <c:pt idx="91">
                  <c:v>373.85</c:v>
                </c:pt>
                <c:pt idx="92">
                  <c:v>371</c:v>
                </c:pt>
                <c:pt idx="93">
                  <c:v>366.5</c:v>
                </c:pt>
                <c:pt idx="94">
                  <c:v>358.45</c:v>
                </c:pt>
                <c:pt idx="95">
                  <c:v>397</c:v>
                </c:pt>
                <c:pt idx="96">
                  <c:v>428.25</c:v>
                </c:pt>
                <c:pt idx="97">
                  <c:v>421.95</c:v>
                </c:pt>
                <c:pt idx="98">
                  <c:v>424.1</c:v>
                </c:pt>
                <c:pt idx="99">
                  <c:v>428.3</c:v>
                </c:pt>
                <c:pt idx="100">
                  <c:v>420.6</c:v>
                </c:pt>
                <c:pt idx="101">
                  <c:v>426.15</c:v>
                </c:pt>
                <c:pt idx="102">
                  <c:v>426.25</c:v>
                </c:pt>
                <c:pt idx="103">
                  <c:v>422.35</c:v>
                </c:pt>
                <c:pt idx="104">
                  <c:v>418.55</c:v>
                </c:pt>
                <c:pt idx="105">
                  <c:v>419.9</c:v>
                </c:pt>
                <c:pt idx="106">
                  <c:v>416.6</c:v>
                </c:pt>
                <c:pt idx="107">
                  <c:v>415.35</c:v>
                </c:pt>
                <c:pt idx="108">
                  <c:v>413.2</c:v>
                </c:pt>
                <c:pt idx="109">
                  <c:v>405.85</c:v>
                </c:pt>
                <c:pt idx="110">
                  <c:v>408</c:v>
                </c:pt>
                <c:pt idx="111">
                  <c:v>408.55</c:v>
                </c:pt>
                <c:pt idx="112">
                  <c:v>409.65</c:v>
                </c:pt>
                <c:pt idx="113">
                  <c:v>408.35</c:v>
                </c:pt>
                <c:pt idx="114">
                  <c:v>405.85</c:v>
                </c:pt>
                <c:pt idx="115">
                  <c:v>405.55</c:v>
                </c:pt>
                <c:pt idx="116">
                  <c:v>405.1</c:v>
                </c:pt>
                <c:pt idx="117">
                  <c:v>405.5</c:v>
                </c:pt>
                <c:pt idx="118">
                  <c:v>405.5</c:v>
                </c:pt>
                <c:pt idx="119">
                  <c:v>403</c:v>
                </c:pt>
                <c:pt idx="120">
                  <c:v>400.05</c:v>
                </c:pt>
                <c:pt idx="121">
                  <c:v>403.8</c:v>
                </c:pt>
                <c:pt idx="122">
                  <c:v>404.6</c:v>
                </c:pt>
                <c:pt idx="123">
                  <c:v>404.3</c:v>
                </c:pt>
                <c:pt idx="124">
                  <c:v>403.45</c:v>
                </c:pt>
                <c:pt idx="125">
                  <c:v>400.5</c:v>
                </c:pt>
                <c:pt idx="126">
                  <c:v>399.5</c:v>
                </c:pt>
                <c:pt idx="127">
                  <c:v>400.3</c:v>
                </c:pt>
                <c:pt idx="128">
                  <c:v>400.3</c:v>
                </c:pt>
                <c:pt idx="129">
                  <c:v>400.7</c:v>
                </c:pt>
                <c:pt idx="130">
                  <c:v>401.65</c:v>
                </c:pt>
                <c:pt idx="131">
                  <c:v>409.65</c:v>
                </c:pt>
                <c:pt idx="132">
                  <c:v>430.45</c:v>
                </c:pt>
                <c:pt idx="133">
                  <c:v>445.7</c:v>
                </c:pt>
                <c:pt idx="134">
                  <c:v>438.25</c:v>
                </c:pt>
                <c:pt idx="135">
                  <c:v>435.25</c:v>
                </c:pt>
                <c:pt idx="136">
                  <c:v>429.15</c:v>
                </c:pt>
                <c:pt idx="137">
                  <c:v>433.7</c:v>
                </c:pt>
                <c:pt idx="138">
                  <c:v>435.7</c:v>
                </c:pt>
                <c:pt idx="139">
                  <c:v>431.85</c:v>
                </c:pt>
                <c:pt idx="140">
                  <c:v>435.25</c:v>
                </c:pt>
                <c:pt idx="141">
                  <c:v>444.5</c:v>
                </c:pt>
                <c:pt idx="142">
                  <c:v>440.1</c:v>
                </c:pt>
                <c:pt idx="143">
                  <c:v>436.9</c:v>
                </c:pt>
                <c:pt idx="144">
                  <c:v>448.85</c:v>
                </c:pt>
                <c:pt idx="145">
                  <c:v>464</c:v>
                </c:pt>
                <c:pt idx="146">
                  <c:v>272.10000000000002</c:v>
                </c:pt>
                <c:pt idx="147">
                  <c:v>263.39999999999998</c:v>
                </c:pt>
                <c:pt idx="148">
                  <c:v>272.10000000000002</c:v>
                </c:pt>
                <c:pt idx="149">
                  <c:v>270.10000000000002</c:v>
                </c:pt>
                <c:pt idx="150">
                  <c:v>271.8</c:v>
                </c:pt>
                <c:pt idx="151">
                  <c:v>270.7</c:v>
                </c:pt>
                <c:pt idx="152">
                  <c:v>268.64999999999998</c:v>
                </c:pt>
                <c:pt idx="153">
                  <c:v>271.45</c:v>
                </c:pt>
                <c:pt idx="154">
                  <c:v>277.25</c:v>
                </c:pt>
                <c:pt idx="155">
                  <c:v>271.7</c:v>
                </c:pt>
                <c:pt idx="156">
                  <c:v>267.8</c:v>
                </c:pt>
                <c:pt idx="157">
                  <c:v>270.2</c:v>
                </c:pt>
                <c:pt idx="158">
                  <c:v>270.95</c:v>
                </c:pt>
                <c:pt idx="159">
                  <c:v>269.8</c:v>
                </c:pt>
                <c:pt idx="160">
                  <c:v>257.7</c:v>
                </c:pt>
                <c:pt idx="161">
                  <c:v>261.7</c:v>
                </c:pt>
                <c:pt idx="162">
                  <c:v>262</c:v>
                </c:pt>
                <c:pt idx="163">
                  <c:v>260</c:v>
                </c:pt>
                <c:pt idx="164">
                  <c:v>253.8</c:v>
                </c:pt>
                <c:pt idx="165">
                  <c:v>259.64999999999998</c:v>
                </c:pt>
                <c:pt idx="166">
                  <c:v>259.64999999999998</c:v>
                </c:pt>
                <c:pt idx="167">
                  <c:v>259.14999999999998</c:v>
                </c:pt>
                <c:pt idx="168">
                  <c:v>257.05</c:v>
                </c:pt>
                <c:pt idx="169">
                  <c:v>258.89999999999998</c:v>
                </c:pt>
                <c:pt idx="170">
                  <c:v>258.60000000000002</c:v>
                </c:pt>
                <c:pt idx="171">
                  <c:v>256.64999999999998</c:v>
                </c:pt>
                <c:pt idx="172">
                  <c:v>255.15</c:v>
                </c:pt>
                <c:pt idx="173">
                  <c:v>251.05</c:v>
                </c:pt>
                <c:pt idx="174">
                  <c:v>252.35</c:v>
                </c:pt>
                <c:pt idx="175">
                  <c:v>246.75</c:v>
                </c:pt>
                <c:pt idx="176">
                  <c:v>247.3</c:v>
                </c:pt>
                <c:pt idx="177">
                  <c:v>241.35</c:v>
                </c:pt>
                <c:pt idx="178">
                  <c:v>239.45</c:v>
                </c:pt>
                <c:pt idx="179">
                  <c:v>236.7</c:v>
                </c:pt>
                <c:pt idx="180">
                  <c:v>239.65</c:v>
                </c:pt>
                <c:pt idx="181">
                  <c:v>234.55</c:v>
                </c:pt>
                <c:pt idx="182">
                  <c:v>229.6</c:v>
                </c:pt>
                <c:pt idx="183">
                  <c:v>229.95</c:v>
                </c:pt>
                <c:pt idx="184">
                  <c:v>232.9</c:v>
                </c:pt>
                <c:pt idx="185">
                  <c:v>226.55</c:v>
                </c:pt>
                <c:pt idx="186">
                  <c:v>221.75</c:v>
                </c:pt>
                <c:pt idx="187">
                  <c:v>220.8</c:v>
                </c:pt>
                <c:pt idx="188">
                  <c:v>224.75</c:v>
                </c:pt>
                <c:pt idx="189">
                  <c:v>223.15</c:v>
                </c:pt>
                <c:pt idx="190">
                  <c:v>210.75</c:v>
                </c:pt>
                <c:pt idx="191">
                  <c:v>213.15</c:v>
                </c:pt>
                <c:pt idx="192">
                  <c:v>221.85</c:v>
                </c:pt>
                <c:pt idx="193">
                  <c:v>220.55</c:v>
                </c:pt>
                <c:pt idx="194">
                  <c:v>221.3</c:v>
                </c:pt>
                <c:pt idx="195">
                  <c:v>217.05</c:v>
                </c:pt>
                <c:pt idx="196">
                  <c:v>225.9</c:v>
                </c:pt>
                <c:pt idx="197">
                  <c:v>228.65</c:v>
                </c:pt>
                <c:pt idx="198">
                  <c:v>225.05</c:v>
                </c:pt>
                <c:pt idx="199">
                  <c:v>229.15</c:v>
                </c:pt>
                <c:pt idx="200">
                  <c:v>229.95</c:v>
                </c:pt>
                <c:pt idx="201">
                  <c:v>229.45</c:v>
                </c:pt>
                <c:pt idx="202">
                  <c:v>232.05</c:v>
                </c:pt>
                <c:pt idx="203">
                  <c:v>233.35</c:v>
                </c:pt>
                <c:pt idx="204">
                  <c:v>235.8</c:v>
                </c:pt>
                <c:pt idx="205">
                  <c:v>236.8</c:v>
                </c:pt>
                <c:pt idx="206">
                  <c:v>235.55</c:v>
                </c:pt>
                <c:pt idx="207">
                  <c:v>248.5</c:v>
                </c:pt>
                <c:pt idx="208">
                  <c:v>244.1</c:v>
                </c:pt>
                <c:pt idx="209">
                  <c:v>243.55</c:v>
                </c:pt>
                <c:pt idx="210">
                  <c:v>243.9</c:v>
                </c:pt>
                <c:pt idx="211">
                  <c:v>239.55</c:v>
                </c:pt>
                <c:pt idx="212">
                  <c:v>236.75</c:v>
                </c:pt>
                <c:pt idx="213">
                  <c:v>234.95</c:v>
                </c:pt>
                <c:pt idx="214">
                  <c:v>228.55</c:v>
                </c:pt>
                <c:pt idx="215">
                  <c:v>221.85</c:v>
                </c:pt>
                <c:pt idx="216">
                  <c:v>214.65</c:v>
                </c:pt>
                <c:pt idx="217">
                  <c:v>219.6</c:v>
                </c:pt>
                <c:pt idx="218">
                  <c:v>223.5</c:v>
                </c:pt>
                <c:pt idx="219">
                  <c:v>224.4</c:v>
                </c:pt>
                <c:pt idx="220">
                  <c:v>226</c:v>
                </c:pt>
                <c:pt idx="221">
                  <c:v>228.5</c:v>
                </c:pt>
                <c:pt idx="222">
                  <c:v>227.8</c:v>
                </c:pt>
                <c:pt idx="223">
                  <c:v>231.75</c:v>
                </c:pt>
                <c:pt idx="224">
                  <c:v>226.8</c:v>
                </c:pt>
                <c:pt idx="225">
                  <c:v>226.65</c:v>
                </c:pt>
                <c:pt idx="226">
                  <c:v>230.55</c:v>
                </c:pt>
                <c:pt idx="227">
                  <c:v>253</c:v>
                </c:pt>
                <c:pt idx="228">
                  <c:v>251.75</c:v>
                </c:pt>
                <c:pt idx="229">
                  <c:v>253.35</c:v>
                </c:pt>
                <c:pt idx="230">
                  <c:v>248.8</c:v>
                </c:pt>
                <c:pt idx="231">
                  <c:v>249.65</c:v>
                </c:pt>
                <c:pt idx="232">
                  <c:v>254.25</c:v>
                </c:pt>
                <c:pt idx="233">
                  <c:v>252.55</c:v>
                </c:pt>
                <c:pt idx="234">
                  <c:v>251.95</c:v>
                </c:pt>
                <c:pt idx="235">
                  <c:v>258.10000000000002</c:v>
                </c:pt>
                <c:pt idx="236">
                  <c:v>263.39999999999998</c:v>
                </c:pt>
                <c:pt idx="237">
                  <c:v>270.64999999999998</c:v>
                </c:pt>
                <c:pt idx="238">
                  <c:v>278.75</c:v>
                </c:pt>
                <c:pt idx="239">
                  <c:v>276.85000000000002</c:v>
                </c:pt>
                <c:pt idx="240">
                  <c:v>273.05</c:v>
                </c:pt>
                <c:pt idx="241">
                  <c:v>278.05</c:v>
                </c:pt>
                <c:pt idx="242">
                  <c:v>274.75</c:v>
                </c:pt>
                <c:pt idx="243">
                  <c:v>273.64999999999998</c:v>
                </c:pt>
                <c:pt idx="244">
                  <c:v>265.3</c:v>
                </c:pt>
                <c:pt idx="245">
                  <c:v>271.39999999999998</c:v>
                </c:pt>
                <c:pt idx="246">
                  <c:v>270.35000000000002</c:v>
                </c:pt>
                <c:pt idx="247">
                  <c:v>271.25</c:v>
                </c:pt>
                <c:pt idx="248">
                  <c:v>278.55</c:v>
                </c:pt>
                <c:pt idx="249">
                  <c:v>276.64999999999998</c:v>
                </c:pt>
                <c:pt idx="250">
                  <c:v>272.2</c:v>
                </c:pt>
                <c:pt idx="251">
                  <c:v>273.7</c:v>
                </c:pt>
                <c:pt idx="252">
                  <c:v>275.05</c:v>
                </c:pt>
                <c:pt idx="253">
                  <c:v>275.14999999999998</c:v>
                </c:pt>
                <c:pt idx="254">
                  <c:v>268.85000000000002</c:v>
                </c:pt>
                <c:pt idx="255">
                  <c:v>270.5</c:v>
                </c:pt>
                <c:pt idx="256">
                  <c:v>269.64999999999998</c:v>
                </c:pt>
                <c:pt idx="257">
                  <c:v>265.35000000000002</c:v>
                </c:pt>
                <c:pt idx="258">
                  <c:v>269</c:v>
                </c:pt>
                <c:pt idx="259">
                  <c:v>265.10000000000002</c:v>
                </c:pt>
                <c:pt idx="260">
                  <c:v>265.14999999999998</c:v>
                </c:pt>
                <c:pt idx="261">
                  <c:v>263.75</c:v>
                </c:pt>
                <c:pt idx="262">
                  <c:v>263.85000000000002</c:v>
                </c:pt>
                <c:pt idx="263">
                  <c:v>263.3</c:v>
                </c:pt>
                <c:pt idx="264">
                  <c:v>267.7</c:v>
                </c:pt>
                <c:pt idx="265">
                  <c:v>267.5</c:v>
                </c:pt>
                <c:pt idx="266">
                  <c:v>263</c:v>
                </c:pt>
                <c:pt idx="267">
                  <c:v>269.89999999999998</c:v>
                </c:pt>
                <c:pt idx="268">
                  <c:v>263.39999999999998</c:v>
                </c:pt>
                <c:pt idx="269">
                  <c:v>260.35000000000002</c:v>
                </c:pt>
                <c:pt idx="270">
                  <c:v>262.35000000000002</c:v>
                </c:pt>
                <c:pt idx="271">
                  <c:v>265.10000000000002</c:v>
                </c:pt>
                <c:pt idx="272">
                  <c:v>260.3</c:v>
                </c:pt>
                <c:pt idx="273">
                  <c:v>262.3</c:v>
                </c:pt>
                <c:pt idx="274">
                  <c:v>262.14999999999998</c:v>
                </c:pt>
                <c:pt idx="275">
                  <c:v>272.10000000000002</c:v>
                </c:pt>
                <c:pt idx="276">
                  <c:v>271.7</c:v>
                </c:pt>
                <c:pt idx="277">
                  <c:v>275.14999999999998</c:v>
                </c:pt>
                <c:pt idx="278">
                  <c:v>275.14999999999998</c:v>
                </c:pt>
                <c:pt idx="279">
                  <c:v>280.10000000000002</c:v>
                </c:pt>
                <c:pt idx="280">
                  <c:v>274.05</c:v>
                </c:pt>
                <c:pt idx="281">
                  <c:v>274.2</c:v>
                </c:pt>
                <c:pt idx="282">
                  <c:v>272.39999999999998</c:v>
                </c:pt>
                <c:pt idx="283">
                  <c:v>269.8</c:v>
                </c:pt>
                <c:pt idx="284">
                  <c:v>265.7</c:v>
                </c:pt>
                <c:pt idx="285">
                  <c:v>265.64999999999998</c:v>
                </c:pt>
                <c:pt idx="286">
                  <c:v>265.3</c:v>
                </c:pt>
                <c:pt idx="287">
                  <c:v>267</c:v>
                </c:pt>
                <c:pt idx="288">
                  <c:v>262</c:v>
                </c:pt>
                <c:pt idx="289">
                  <c:v>266.89999999999998</c:v>
                </c:pt>
                <c:pt idx="290">
                  <c:v>265.3</c:v>
                </c:pt>
                <c:pt idx="291">
                  <c:v>266</c:v>
                </c:pt>
                <c:pt idx="292">
                  <c:v>267.60000000000002</c:v>
                </c:pt>
                <c:pt idx="293">
                  <c:v>268.25</c:v>
                </c:pt>
                <c:pt idx="294">
                  <c:v>265.89999999999998</c:v>
                </c:pt>
                <c:pt idx="295">
                  <c:v>264.10000000000002</c:v>
                </c:pt>
                <c:pt idx="296">
                  <c:v>263.64999999999998</c:v>
                </c:pt>
                <c:pt idx="297">
                  <c:v>261.45</c:v>
                </c:pt>
                <c:pt idx="298">
                  <c:v>264.10000000000002</c:v>
                </c:pt>
                <c:pt idx="299">
                  <c:v>259.8</c:v>
                </c:pt>
                <c:pt idx="300">
                  <c:v>254.65</c:v>
                </c:pt>
                <c:pt idx="301">
                  <c:v>250.4</c:v>
                </c:pt>
                <c:pt idx="302">
                  <c:v>240.75</c:v>
                </c:pt>
                <c:pt idx="303">
                  <c:v>246.5</c:v>
                </c:pt>
                <c:pt idx="304">
                  <c:v>243.85</c:v>
                </c:pt>
                <c:pt idx="305">
                  <c:v>244.85</c:v>
                </c:pt>
                <c:pt idx="306">
                  <c:v>248.1</c:v>
                </c:pt>
                <c:pt idx="307">
                  <c:v>247.65</c:v>
                </c:pt>
                <c:pt idx="308">
                  <c:v>245.3</c:v>
                </c:pt>
                <c:pt idx="309">
                  <c:v>242.45</c:v>
                </c:pt>
                <c:pt idx="310">
                  <c:v>245.35</c:v>
                </c:pt>
                <c:pt idx="311">
                  <c:v>247.2</c:v>
                </c:pt>
                <c:pt idx="312">
                  <c:v>245.45</c:v>
                </c:pt>
                <c:pt idx="313">
                  <c:v>242.5</c:v>
                </c:pt>
                <c:pt idx="314">
                  <c:v>244.35</c:v>
                </c:pt>
                <c:pt idx="315">
                  <c:v>243.9</c:v>
                </c:pt>
                <c:pt idx="316">
                  <c:v>245.9</c:v>
                </c:pt>
                <c:pt idx="317">
                  <c:v>250</c:v>
                </c:pt>
                <c:pt idx="318">
                  <c:v>249.8</c:v>
                </c:pt>
                <c:pt idx="319">
                  <c:v>247.3</c:v>
                </c:pt>
                <c:pt idx="320">
                  <c:v>250.45</c:v>
                </c:pt>
                <c:pt idx="321">
                  <c:v>253.75</c:v>
                </c:pt>
                <c:pt idx="322">
                  <c:v>262.75</c:v>
                </c:pt>
                <c:pt idx="323">
                  <c:v>259.89999999999998</c:v>
                </c:pt>
                <c:pt idx="324">
                  <c:v>266.35000000000002</c:v>
                </c:pt>
                <c:pt idx="325">
                  <c:v>268.7</c:v>
                </c:pt>
                <c:pt idx="326">
                  <c:v>263.45</c:v>
                </c:pt>
                <c:pt idx="327">
                  <c:v>260.89999999999998</c:v>
                </c:pt>
                <c:pt idx="328">
                  <c:v>260.5</c:v>
                </c:pt>
                <c:pt idx="329">
                  <c:v>258.75</c:v>
                </c:pt>
                <c:pt idx="330">
                  <c:v>255.4</c:v>
                </c:pt>
                <c:pt idx="331">
                  <c:v>261.2</c:v>
                </c:pt>
                <c:pt idx="332">
                  <c:v>265</c:v>
                </c:pt>
                <c:pt idx="333">
                  <c:v>261.95</c:v>
                </c:pt>
                <c:pt idx="334">
                  <c:v>261.75</c:v>
                </c:pt>
                <c:pt idx="335">
                  <c:v>263</c:v>
                </c:pt>
                <c:pt idx="336">
                  <c:v>274.85000000000002</c:v>
                </c:pt>
                <c:pt idx="337">
                  <c:v>266.95</c:v>
                </c:pt>
                <c:pt idx="338">
                  <c:v>266.5</c:v>
                </c:pt>
                <c:pt idx="339">
                  <c:v>259.85000000000002</c:v>
                </c:pt>
                <c:pt idx="340">
                  <c:v>258.89999999999998</c:v>
                </c:pt>
                <c:pt idx="341">
                  <c:v>253.7</c:v>
                </c:pt>
                <c:pt idx="342">
                  <c:v>254.55</c:v>
                </c:pt>
                <c:pt idx="343">
                  <c:v>253.95</c:v>
                </c:pt>
                <c:pt idx="344">
                  <c:v>252.05</c:v>
                </c:pt>
                <c:pt idx="345">
                  <c:v>250.4</c:v>
                </c:pt>
                <c:pt idx="346">
                  <c:v>245.5</c:v>
                </c:pt>
                <c:pt idx="347">
                  <c:v>250.9</c:v>
                </c:pt>
                <c:pt idx="348">
                  <c:v>249.9</c:v>
                </c:pt>
                <c:pt idx="349">
                  <c:v>249.95</c:v>
                </c:pt>
                <c:pt idx="350">
                  <c:v>249.45</c:v>
                </c:pt>
                <c:pt idx="351">
                  <c:v>249.65</c:v>
                </c:pt>
                <c:pt idx="352">
                  <c:v>252</c:v>
                </c:pt>
                <c:pt idx="353">
                  <c:v>253.45</c:v>
                </c:pt>
                <c:pt idx="354">
                  <c:v>253.6</c:v>
                </c:pt>
                <c:pt idx="355">
                  <c:v>253.25</c:v>
                </c:pt>
                <c:pt idx="356">
                  <c:v>249.35</c:v>
                </c:pt>
                <c:pt idx="357">
                  <c:v>251.65</c:v>
                </c:pt>
                <c:pt idx="358">
                  <c:v>245.8</c:v>
                </c:pt>
                <c:pt idx="359">
                  <c:v>246.7</c:v>
                </c:pt>
                <c:pt idx="360">
                  <c:v>251.3</c:v>
                </c:pt>
                <c:pt idx="361">
                  <c:v>249.4</c:v>
                </c:pt>
                <c:pt idx="362">
                  <c:v>250.75</c:v>
                </c:pt>
                <c:pt idx="363">
                  <c:v>251.25</c:v>
                </c:pt>
                <c:pt idx="364">
                  <c:v>254</c:v>
                </c:pt>
                <c:pt idx="365">
                  <c:v>247.7</c:v>
                </c:pt>
                <c:pt idx="366">
                  <c:v>249.6</c:v>
                </c:pt>
                <c:pt idx="367">
                  <c:v>249.65</c:v>
                </c:pt>
                <c:pt idx="368">
                  <c:v>249.95</c:v>
                </c:pt>
                <c:pt idx="369">
                  <c:v>250.65</c:v>
                </c:pt>
                <c:pt idx="370">
                  <c:v>250.3</c:v>
                </c:pt>
                <c:pt idx="371">
                  <c:v>249.8</c:v>
                </c:pt>
                <c:pt idx="372">
                  <c:v>249.5</c:v>
                </c:pt>
                <c:pt idx="373">
                  <c:v>250.1</c:v>
                </c:pt>
                <c:pt idx="374">
                  <c:v>250.05</c:v>
                </c:pt>
                <c:pt idx="375">
                  <c:v>245.85</c:v>
                </c:pt>
                <c:pt idx="376">
                  <c:v>249.65</c:v>
                </c:pt>
                <c:pt idx="377">
                  <c:v>249.9</c:v>
                </c:pt>
                <c:pt idx="378">
                  <c:v>246.65</c:v>
                </c:pt>
                <c:pt idx="379">
                  <c:v>245.25</c:v>
                </c:pt>
                <c:pt idx="380">
                  <c:v>249.85</c:v>
                </c:pt>
                <c:pt idx="381">
                  <c:v>249.85</c:v>
                </c:pt>
                <c:pt idx="382">
                  <c:v>249.7</c:v>
                </c:pt>
                <c:pt idx="383">
                  <c:v>246.45</c:v>
                </c:pt>
                <c:pt idx="384">
                  <c:v>247.6</c:v>
                </c:pt>
                <c:pt idx="385">
                  <c:v>249.65</c:v>
                </c:pt>
                <c:pt idx="386">
                  <c:v>249.6</c:v>
                </c:pt>
                <c:pt idx="387">
                  <c:v>250</c:v>
                </c:pt>
                <c:pt idx="388">
                  <c:v>248.45</c:v>
                </c:pt>
                <c:pt idx="389">
                  <c:v>247.65</c:v>
                </c:pt>
                <c:pt idx="390">
                  <c:v>246.45</c:v>
                </c:pt>
                <c:pt idx="391">
                  <c:v>249.4</c:v>
                </c:pt>
                <c:pt idx="392">
                  <c:v>248.15</c:v>
                </c:pt>
                <c:pt idx="393">
                  <c:v>249.9</c:v>
                </c:pt>
                <c:pt idx="394">
                  <c:v>252.8</c:v>
                </c:pt>
                <c:pt idx="395">
                  <c:v>257.35000000000002</c:v>
                </c:pt>
                <c:pt idx="396">
                  <c:v>255.15</c:v>
                </c:pt>
                <c:pt idx="397">
                  <c:v>255</c:v>
                </c:pt>
                <c:pt idx="398">
                  <c:v>259.95</c:v>
                </c:pt>
                <c:pt idx="399">
                  <c:v>262.45</c:v>
                </c:pt>
                <c:pt idx="400">
                  <c:v>258.25</c:v>
                </c:pt>
                <c:pt idx="401">
                  <c:v>259.60000000000002</c:v>
                </c:pt>
                <c:pt idx="402">
                  <c:v>257.25</c:v>
                </c:pt>
                <c:pt idx="403">
                  <c:v>255.05</c:v>
                </c:pt>
                <c:pt idx="404">
                  <c:v>255.55</c:v>
                </c:pt>
                <c:pt idx="405">
                  <c:v>258.35000000000002</c:v>
                </c:pt>
                <c:pt idx="406">
                  <c:v>263.45</c:v>
                </c:pt>
                <c:pt idx="407">
                  <c:v>259.95</c:v>
                </c:pt>
                <c:pt idx="408">
                  <c:v>256.25</c:v>
                </c:pt>
                <c:pt idx="409">
                  <c:v>260.25</c:v>
                </c:pt>
                <c:pt idx="410">
                  <c:v>259.2</c:v>
                </c:pt>
                <c:pt idx="411">
                  <c:v>261.85000000000002</c:v>
                </c:pt>
                <c:pt idx="412">
                  <c:v>258.05</c:v>
                </c:pt>
                <c:pt idx="413">
                  <c:v>258.2</c:v>
                </c:pt>
                <c:pt idx="414">
                  <c:v>258.05</c:v>
                </c:pt>
                <c:pt idx="415">
                  <c:v>260.5</c:v>
                </c:pt>
                <c:pt idx="416">
                  <c:v>260.35000000000002</c:v>
                </c:pt>
                <c:pt idx="417">
                  <c:v>264.5</c:v>
                </c:pt>
                <c:pt idx="418">
                  <c:v>264.25</c:v>
                </c:pt>
                <c:pt idx="419">
                  <c:v>268.39999999999998</c:v>
                </c:pt>
                <c:pt idx="420">
                  <c:v>263.3</c:v>
                </c:pt>
                <c:pt idx="421">
                  <c:v>266.75</c:v>
                </c:pt>
                <c:pt idx="422">
                  <c:v>264.35000000000002</c:v>
                </c:pt>
                <c:pt idx="423">
                  <c:v>273.85000000000002</c:v>
                </c:pt>
                <c:pt idx="424">
                  <c:v>273.95</c:v>
                </c:pt>
                <c:pt idx="425">
                  <c:v>268.14999999999998</c:v>
                </c:pt>
                <c:pt idx="426">
                  <c:v>270.10000000000002</c:v>
                </c:pt>
                <c:pt idx="427">
                  <c:v>265.05</c:v>
                </c:pt>
                <c:pt idx="428">
                  <c:v>255.1</c:v>
                </c:pt>
                <c:pt idx="429">
                  <c:v>258</c:v>
                </c:pt>
                <c:pt idx="430">
                  <c:v>253.2</c:v>
                </c:pt>
                <c:pt idx="431">
                  <c:v>255.6</c:v>
                </c:pt>
                <c:pt idx="432">
                  <c:v>255.95</c:v>
                </c:pt>
                <c:pt idx="433">
                  <c:v>263.39999999999998</c:v>
                </c:pt>
                <c:pt idx="434">
                  <c:v>263.55</c:v>
                </c:pt>
                <c:pt idx="435">
                  <c:v>267.85000000000002</c:v>
                </c:pt>
                <c:pt idx="436">
                  <c:v>272.85000000000002</c:v>
                </c:pt>
                <c:pt idx="437">
                  <c:v>271.5</c:v>
                </c:pt>
                <c:pt idx="438">
                  <c:v>264.89999999999998</c:v>
                </c:pt>
                <c:pt idx="439">
                  <c:v>264</c:v>
                </c:pt>
                <c:pt idx="440">
                  <c:v>265</c:v>
                </c:pt>
                <c:pt idx="441">
                  <c:v>264.3</c:v>
                </c:pt>
                <c:pt idx="442">
                  <c:v>261.95</c:v>
                </c:pt>
                <c:pt idx="443">
                  <c:v>267.14999999999998</c:v>
                </c:pt>
                <c:pt idx="444">
                  <c:v>270</c:v>
                </c:pt>
                <c:pt idx="445">
                  <c:v>268.45</c:v>
                </c:pt>
                <c:pt idx="446">
                  <c:v>263.5</c:v>
                </c:pt>
                <c:pt idx="447">
                  <c:v>262.3</c:v>
                </c:pt>
                <c:pt idx="448">
                  <c:v>260.45</c:v>
                </c:pt>
                <c:pt idx="449">
                  <c:v>261.55</c:v>
                </c:pt>
                <c:pt idx="450">
                  <c:v>261</c:v>
                </c:pt>
                <c:pt idx="451">
                  <c:v>262.14999999999998</c:v>
                </c:pt>
                <c:pt idx="452">
                  <c:v>263.10000000000002</c:v>
                </c:pt>
                <c:pt idx="453">
                  <c:v>264.14999999999998</c:v>
                </c:pt>
                <c:pt idx="454">
                  <c:v>274.95</c:v>
                </c:pt>
                <c:pt idx="455">
                  <c:v>274.89999999999998</c:v>
                </c:pt>
                <c:pt idx="456">
                  <c:v>270.85000000000002</c:v>
                </c:pt>
                <c:pt idx="457">
                  <c:v>268.25</c:v>
                </c:pt>
                <c:pt idx="458">
                  <c:v>269.35000000000002</c:v>
                </c:pt>
                <c:pt idx="459">
                  <c:v>270.05</c:v>
                </c:pt>
                <c:pt idx="460">
                  <c:v>272.05</c:v>
                </c:pt>
                <c:pt idx="461">
                  <c:v>270.45</c:v>
                </c:pt>
                <c:pt idx="462">
                  <c:v>270.60000000000002</c:v>
                </c:pt>
                <c:pt idx="463">
                  <c:v>270.5</c:v>
                </c:pt>
                <c:pt idx="464">
                  <c:v>274.60000000000002</c:v>
                </c:pt>
                <c:pt idx="465">
                  <c:v>271.3</c:v>
                </c:pt>
                <c:pt idx="466">
                  <c:v>271.85000000000002</c:v>
                </c:pt>
                <c:pt idx="467">
                  <c:v>275.35000000000002</c:v>
                </c:pt>
                <c:pt idx="468">
                  <c:v>278.2</c:v>
                </c:pt>
                <c:pt idx="469">
                  <c:v>274.75</c:v>
                </c:pt>
                <c:pt idx="470">
                  <c:v>273.10000000000002</c:v>
                </c:pt>
                <c:pt idx="471">
                  <c:v>271</c:v>
                </c:pt>
                <c:pt idx="472">
                  <c:v>275.39999999999998</c:v>
                </c:pt>
                <c:pt idx="473">
                  <c:v>275.10000000000002</c:v>
                </c:pt>
                <c:pt idx="474">
                  <c:v>275.25</c:v>
                </c:pt>
                <c:pt idx="475">
                  <c:v>280.55</c:v>
                </c:pt>
                <c:pt idx="476">
                  <c:v>276.89999999999998</c:v>
                </c:pt>
                <c:pt idx="477">
                  <c:v>273.14999999999998</c:v>
                </c:pt>
                <c:pt idx="478">
                  <c:v>273.39999999999998</c:v>
                </c:pt>
                <c:pt idx="479">
                  <c:v>271.64999999999998</c:v>
                </c:pt>
                <c:pt idx="480">
                  <c:v>275.14999999999998</c:v>
                </c:pt>
                <c:pt idx="481">
                  <c:v>275.95</c:v>
                </c:pt>
                <c:pt idx="482">
                  <c:v>276</c:v>
                </c:pt>
                <c:pt idx="483">
                  <c:v>275.10000000000002</c:v>
                </c:pt>
                <c:pt idx="484">
                  <c:v>276.5</c:v>
                </c:pt>
                <c:pt idx="485">
                  <c:v>280.55</c:v>
                </c:pt>
                <c:pt idx="486">
                  <c:v>281.14999999999998</c:v>
                </c:pt>
                <c:pt idx="487">
                  <c:v>280.85000000000002</c:v>
                </c:pt>
                <c:pt idx="488">
                  <c:v>280.05</c:v>
                </c:pt>
                <c:pt idx="489">
                  <c:v>277.2</c:v>
                </c:pt>
                <c:pt idx="490">
                  <c:v>272</c:v>
                </c:pt>
                <c:pt idx="491">
                  <c:v>274.14999999999998</c:v>
                </c:pt>
                <c:pt idx="492">
                  <c:v>269.75</c:v>
                </c:pt>
                <c:pt idx="493">
                  <c:v>271.7</c:v>
                </c:pt>
                <c:pt idx="494">
                  <c:v>270.60000000000002</c:v>
                </c:pt>
                <c:pt idx="495">
                  <c:v>269.39999999999998</c:v>
                </c:pt>
                <c:pt idx="496">
                  <c:v>266.3</c:v>
                </c:pt>
                <c:pt idx="497">
                  <c:v>273.95</c:v>
                </c:pt>
                <c:pt idx="498">
                  <c:v>265.60000000000002</c:v>
                </c:pt>
                <c:pt idx="499">
                  <c:v>266.75</c:v>
                </c:pt>
                <c:pt idx="500">
                  <c:v>273.3</c:v>
                </c:pt>
                <c:pt idx="501">
                  <c:v>270.7</c:v>
                </c:pt>
                <c:pt idx="502">
                  <c:v>267.75</c:v>
                </c:pt>
                <c:pt idx="503">
                  <c:v>265.45</c:v>
                </c:pt>
                <c:pt idx="504">
                  <c:v>265.75</c:v>
                </c:pt>
                <c:pt idx="505">
                  <c:v>270.35000000000002</c:v>
                </c:pt>
                <c:pt idx="506">
                  <c:v>268.7</c:v>
                </c:pt>
                <c:pt idx="507">
                  <c:v>272.14999999999998</c:v>
                </c:pt>
                <c:pt idx="508">
                  <c:v>271.3</c:v>
                </c:pt>
                <c:pt idx="509">
                  <c:v>268.95</c:v>
                </c:pt>
                <c:pt idx="510">
                  <c:v>271.7</c:v>
                </c:pt>
                <c:pt idx="511">
                  <c:v>273.14999999999998</c:v>
                </c:pt>
                <c:pt idx="512">
                  <c:v>271</c:v>
                </c:pt>
                <c:pt idx="513">
                  <c:v>270.45</c:v>
                </c:pt>
                <c:pt idx="514">
                  <c:v>271.5</c:v>
                </c:pt>
                <c:pt idx="515">
                  <c:v>271.3</c:v>
                </c:pt>
                <c:pt idx="516">
                  <c:v>274.05</c:v>
                </c:pt>
                <c:pt idx="517">
                  <c:v>273.14999999999998</c:v>
                </c:pt>
                <c:pt idx="518">
                  <c:v>272.5</c:v>
                </c:pt>
                <c:pt idx="519">
                  <c:v>271.45</c:v>
                </c:pt>
                <c:pt idx="520">
                  <c:v>262.05</c:v>
                </c:pt>
                <c:pt idx="521">
                  <c:v>272.7</c:v>
                </c:pt>
                <c:pt idx="522">
                  <c:v>272.39999999999998</c:v>
                </c:pt>
                <c:pt idx="523">
                  <c:v>270.7</c:v>
                </c:pt>
                <c:pt idx="524">
                  <c:v>279.45</c:v>
                </c:pt>
                <c:pt idx="525">
                  <c:v>272</c:v>
                </c:pt>
                <c:pt idx="526">
                  <c:v>276.5</c:v>
                </c:pt>
                <c:pt idx="527">
                  <c:v>293.85000000000002</c:v>
                </c:pt>
                <c:pt idx="528">
                  <c:v>303.85000000000002</c:v>
                </c:pt>
                <c:pt idx="529">
                  <c:v>307.8</c:v>
                </c:pt>
                <c:pt idx="530">
                  <c:v>298.45</c:v>
                </c:pt>
                <c:pt idx="531">
                  <c:v>295.89999999999998</c:v>
                </c:pt>
                <c:pt idx="532">
                  <c:v>295.3</c:v>
                </c:pt>
                <c:pt idx="533">
                  <c:v>300.25</c:v>
                </c:pt>
                <c:pt idx="534">
                  <c:v>298.45</c:v>
                </c:pt>
                <c:pt idx="535">
                  <c:v>300.35000000000002</c:v>
                </c:pt>
                <c:pt idx="536">
                  <c:v>302.35000000000002</c:v>
                </c:pt>
                <c:pt idx="537">
                  <c:v>298.35000000000002</c:v>
                </c:pt>
                <c:pt idx="538">
                  <c:v>303.35000000000002</c:v>
                </c:pt>
                <c:pt idx="539">
                  <c:v>311.45</c:v>
                </c:pt>
                <c:pt idx="540">
                  <c:v>300.60000000000002</c:v>
                </c:pt>
                <c:pt idx="541">
                  <c:v>300.39999999999998</c:v>
                </c:pt>
                <c:pt idx="542">
                  <c:v>305.7</c:v>
                </c:pt>
                <c:pt idx="543">
                  <c:v>311.10000000000002</c:v>
                </c:pt>
                <c:pt idx="544">
                  <c:v>313.14999999999998</c:v>
                </c:pt>
                <c:pt idx="545">
                  <c:v>310</c:v>
                </c:pt>
                <c:pt idx="546">
                  <c:v>310</c:v>
                </c:pt>
                <c:pt idx="547">
                  <c:v>307.8</c:v>
                </c:pt>
                <c:pt idx="548">
                  <c:v>306.85000000000002</c:v>
                </c:pt>
                <c:pt idx="549">
                  <c:v>316.39999999999998</c:v>
                </c:pt>
                <c:pt idx="550">
                  <c:v>318.95</c:v>
                </c:pt>
                <c:pt idx="551">
                  <c:v>316.5</c:v>
                </c:pt>
                <c:pt idx="552">
                  <c:v>317.89999999999998</c:v>
                </c:pt>
                <c:pt idx="553">
                  <c:v>314.45</c:v>
                </c:pt>
                <c:pt idx="554">
                  <c:v>314.39999999999998</c:v>
                </c:pt>
                <c:pt idx="555">
                  <c:v>313.39999999999998</c:v>
                </c:pt>
                <c:pt idx="556">
                  <c:v>316.2</c:v>
                </c:pt>
                <c:pt idx="557">
                  <c:v>316.5</c:v>
                </c:pt>
                <c:pt idx="558">
                  <c:v>318.64999999999998</c:v>
                </c:pt>
                <c:pt idx="559">
                  <c:v>327.3</c:v>
                </c:pt>
                <c:pt idx="560">
                  <c:v>331</c:v>
                </c:pt>
                <c:pt idx="561">
                  <c:v>326.3</c:v>
                </c:pt>
                <c:pt idx="562">
                  <c:v>315.95</c:v>
                </c:pt>
                <c:pt idx="563">
                  <c:v>315.7</c:v>
                </c:pt>
                <c:pt idx="564">
                  <c:v>314.2</c:v>
                </c:pt>
                <c:pt idx="565">
                  <c:v>314.10000000000002</c:v>
                </c:pt>
                <c:pt idx="566">
                  <c:v>320.95</c:v>
                </c:pt>
                <c:pt idx="567">
                  <c:v>319.7</c:v>
                </c:pt>
                <c:pt idx="568">
                  <c:v>321.14999999999998</c:v>
                </c:pt>
                <c:pt idx="569">
                  <c:v>314.39999999999998</c:v>
                </c:pt>
                <c:pt idx="570">
                  <c:v>322.60000000000002</c:v>
                </c:pt>
                <c:pt idx="571">
                  <c:v>317.85000000000002</c:v>
                </c:pt>
                <c:pt idx="572">
                  <c:v>321.2</c:v>
                </c:pt>
                <c:pt idx="573">
                  <c:v>322.2</c:v>
                </c:pt>
                <c:pt idx="574">
                  <c:v>328.1</c:v>
                </c:pt>
                <c:pt idx="575">
                  <c:v>335.25</c:v>
                </c:pt>
                <c:pt idx="576">
                  <c:v>327.8</c:v>
                </c:pt>
                <c:pt idx="577">
                  <c:v>330.2</c:v>
                </c:pt>
                <c:pt idx="578">
                  <c:v>326.45</c:v>
                </c:pt>
                <c:pt idx="579">
                  <c:v>325.3</c:v>
                </c:pt>
                <c:pt idx="580">
                  <c:v>324.89999999999998</c:v>
                </c:pt>
                <c:pt idx="581">
                  <c:v>324.14999999999998</c:v>
                </c:pt>
                <c:pt idx="582">
                  <c:v>328.25</c:v>
                </c:pt>
                <c:pt idx="583">
                  <c:v>321.89999999999998</c:v>
                </c:pt>
                <c:pt idx="584">
                  <c:v>318.85000000000002</c:v>
                </c:pt>
                <c:pt idx="585">
                  <c:v>316.64999999999998</c:v>
                </c:pt>
                <c:pt idx="586">
                  <c:v>315.39999999999998</c:v>
                </c:pt>
                <c:pt idx="587">
                  <c:v>322.75</c:v>
                </c:pt>
                <c:pt idx="588">
                  <c:v>319.64999999999998</c:v>
                </c:pt>
                <c:pt idx="589">
                  <c:v>318.25</c:v>
                </c:pt>
                <c:pt idx="590">
                  <c:v>319.8</c:v>
                </c:pt>
                <c:pt idx="591">
                  <c:v>317.60000000000002</c:v>
                </c:pt>
                <c:pt idx="592">
                  <c:v>314.89999999999998</c:v>
                </c:pt>
                <c:pt idx="593">
                  <c:v>315.2</c:v>
                </c:pt>
                <c:pt idx="594">
                  <c:v>306.85000000000002</c:v>
                </c:pt>
                <c:pt idx="595">
                  <c:v>307.89999999999998</c:v>
                </c:pt>
                <c:pt idx="596">
                  <c:v>310.25</c:v>
                </c:pt>
                <c:pt idx="597">
                  <c:v>309.25</c:v>
                </c:pt>
                <c:pt idx="598">
                  <c:v>306.95</c:v>
                </c:pt>
                <c:pt idx="599">
                  <c:v>301.25</c:v>
                </c:pt>
                <c:pt idx="600">
                  <c:v>300.7</c:v>
                </c:pt>
                <c:pt idx="601">
                  <c:v>300.10000000000002</c:v>
                </c:pt>
                <c:pt idx="602">
                  <c:v>290.55</c:v>
                </c:pt>
                <c:pt idx="603">
                  <c:v>294.64999999999998</c:v>
                </c:pt>
                <c:pt idx="604">
                  <c:v>299.55</c:v>
                </c:pt>
                <c:pt idx="605">
                  <c:v>302.10000000000002</c:v>
                </c:pt>
                <c:pt idx="606">
                  <c:v>310.05</c:v>
                </c:pt>
                <c:pt idx="607">
                  <c:v>313.64999999999998</c:v>
                </c:pt>
                <c:pt idx="608">
                  <c:v>313.10000000000002</c:v>
                </c:pt>
                <c:pt idx="609">
                  <c:v>309.10000000000002</c:v>
                </c:pt>
                <c:pt idx="610">
                  <c:v>314.2</c:v>
                </c:pt>
                <c:pt idx="611">
                  <c:v>313.45</c:v>
                </c:pt>
                <c:pt idx="612">
                  <c:v>313.35000000000002</c:v>
                </c:pt>
                <c:pt idx="613">
                  <c:v>317.45</c:v>
                </c:pt>
                <c:pt idx="614">
                  <c:v>318.3</c:v>
                </c:pt>
                <c:pt idx="615">
                  <c:v>318.85000000000002</c:v>
                </c:pt>
                <c:pt idx="616">
                  <c:v>318.10000000000002</c:v>
                </c:pt>
                <c:pt idx="617">
                  <c:v>323.95</c:v>
                </c:pt>
                <c:pt idx="618">
                  <c:v>324.5</c:v>
                </c:pt>
                <c:pt idx="619">
                  <c:v>324.3</c:v>
                </c:pt>
                <c:pt idx="620">
                  <c:v>324.64999999999998</c:v>
                </c:pt>
                <c:pt idx="621">
                  <c:v>320.85000000000002</c:v>
                </c:pt>
                <c:pt idx="622">
                  <c:v>319.60000000000002</c:v>
                </c:pt>
                <c:pt idx="623">
                  <c:v>326.60000000000002</c:v>
                </c:pt>
                <c:pt idx="624">
                  <c:v>334.3</c:v>
                </c:pt>
                <c:pt idx="625">
                  <c:v>337.8</c:v>
                </c:pt>
                <c:pt idx="626">
                  <c:v>341</c:v>
                </c:pt>
                <c:pt idx="627">
                  <c:v>344.5</c:v>
                </c:pt>
                <c:pt idx="628">
                  <c:v>360.85</c:v>
                </c:pt>
                <c:pt idx="629">
                  <c:v>367.55</c:v>
                </c:pt>
                <c:pt idx="630">
                  <c:v>364.6</c:v>
                </c:pt>
                <c:pt idx="631">
                  <c:v>366.95</c:v>
                </c:pt>
                <c:pt idx="632">
                  <c:v>360.85</c:v>
                </c:pt>
                <c:pt idx="633">
                  <c:v>357.1</c:v>
                </c:pt>
                <c:pt idx="634">
                  <c:v>348.5</c:v>
                </c:pt>
                <c:pt idx="635">
                  <c:v>347.65</c:v>
                </c:pt>
                <c:pt idx="636">
                  <c:v>336.65</c:v>
                </c:pt>
                <c:pt idx="637">
                  <c:v>337.7</c:v>
                </c:pt>
                <c:pt idx="638">
                  <c:v>330.4</c:v>
                </c:pt>
                <c:pt idx="639">
                  <c:v>333.4</c:v>
                </c:pt>
                <c:pt idx="640">
                  <c:v>333.95</c:v>
                </c:pt>
                <c:pt idx="641">
                  <c:v>335.6</c:v>
                </c:pt>
                <c:pt idx="642">
                  <c:v>345.85</c:v>
                </c:pt>
                <c:pt idx="643">
                  <c:v>341.3</c:v>
                </c:pt>
                <c:pt idx="644">
                  <c:v>333.55</c:v>
                </c:pt>
                <c:pt idx="645">
                  <c:v>322.8</c:v>
                </c:pt>
                <c:pt idx="646">
                  <c:v>328.75</c:v>
                </c:pt>
                <c:pt idx="647">
                  <c:v>325.45</c:v>
                </c:pt>
                <c:pt idx="648">
                  <c:v>325.25</c:v>
                </c:pt>
                <c:pt idx="649">
                  <c:v>330.25</c:v>
                </c:pt>
                <c:pt idx="650">
                  <c:v>330.05</c:v>
                </c:pt>
                <c:pt idx="651">
                  <c:v>333.8</c:v>
                </c:pt>
                <c:pt idx="652">
                  <c:v>336.15</c:v>
                </c:pt>
                <c:pt idx="653">
                  <c:v>336.2</c:v>
                </c:pt>
                <c:pt idx="654">
                  <c:v>333.65</c:v>
                </c:pt>
                <c:pt idx="655">
                  <c:v>335.5</c:v>
                </c:pt>
                <c:pt idx="656">
                  <c:v>334.6</c:v>
                </c:pt>
                <c:pt idx="657">
                  <c:v>333.1</c:v>
                </c:pt>
                <c:pt idx="658">
                  <c:v>325.5</c:v>
                </c:pt>
                <c:pt idx="659">
                  <c:v>340.55</c:v>
                </c:pt>
                <c:pt idx="660">
                  <c:v>335.25</c:v>
                </c:pt>
                <c:pt idx="661">
                  <c:v>338.15</c:v>
                </c:pt>
                <c:pt idx="662">
                  <c:v>337</c:v>
                </c:pt>
                <c:pt idx="663">
                  <c:v>337.9</c:v>
                </c:pt>
                <c:pt idx="664">
                  <c:v>338.25</c:v>
                </c:pt>
                <c:pt idx="665">
                  <c:v>338.5</c:v>
                </c:pt>
                <c:pt idx="666">
                  <c:v>340.05</c:v>
                </c:pt>
                <c:pt idx="667">
                  <c:v>340.25</c:v>
                </c:pt>
                <c:pt idx="668">
                  <c:v>340.4</c:v>
                </c:pt>
                <c:pt idx="669">
                  <c:v>343.7</c:v>
                </c:pt>
                <c:pt idx="670">
                  <c:v>341.5</c:v>
                </c:pt>
                <c:pt idx="671">
                  <c:v>350.35</c:v>
                </c:pt>
                <c:pt idx="672">
                  <c:v>351.6</c:v>
                </c:pt>
                <c:pt idx="673">
                  <c:v>343.6</c:v>
                </c:pt>
                <c:pt idx="674">
                  <c:v>340.95</c:v>
                </c:pt>
                <c:pt idx="675">
                  <c:v>342.85</c:v>
                </c:pt>
                <c:pt idx="676">
                  <c:v>344.5</c:v>
                </c:pt>
                <c:pt idx="677">
                  <c:v>343.05</c:v>
                </c:pt>
                <c:pt idx="678">
                  <c:v>343</c:v>
                </c:pt>
                <c:pt idx="679">
                  <c:v>344.5</c:v>
                </c:pt>
                <c:pt idx="680">
                  <c:v>345.35</c:v>
                </c:pt>
                <c:pt idx="681">
                  <c:v>342.1</c:v>
                </c:pt>
                <c:pt idx="682">
                  <c:v>340</c:v>
                </c:pt>
                <c:pt idx="683">
                  <c:v>348.7</c:v>
                </c:pt>
                <c:pt idx="684">
                  <c:v>342.15</c:v>
                </c:pt>
                <c:pt idx="685">
                  <c:v>342.6</c:v>
                </c:pt>
                <c:pt idx="686">
                  <c:v>343.9</c:v>
                </c:pt>
                <c:pt idx="687">
                  <c:v>341.75</c:v>
                </c:pt>
                <c:pt idx="688">
                  <c:v>340.15</c:v>
                </c:pt>
                <c:pt idx="689">
                  <c:v>344.8</c:v>
                </c:pt>
                <c:pt idx="690">
                  <c:v>346.3</c:v>
                </c:pt>
                <c:pt idx="691">
                  <c:v>345.8</c:v>
                </c:pt>
                <c:pt idx="692">
                  <c:v>344.1</c:v>
                </c:pt>
                <c:pt idx="693">
                  <c:v>342.1</c:v>
                </c:pt>
                <c:pt idx="694">
                  <c:v>341.95</c:v>
                </c:pt>
                <c:pt idx="695">
                  <c:v>344.4</c:v>
                </c:pt>
                <c:pt idx="696">
                  <c:v>340.5</c:v>
                </c:pt>
                <c:pt idx="697">
                  <c:v>340.75</c:v>
                </c:pt>
                <c:pt idx="698">
                  <c:v>344.35</c:v>
                </c:pt>
                <c:pt idx="699">
                  <c:v>340.2</c:v>
                </c:pt>
                <c:pt idx="700">
                  <c:v>340.5</c:v>
                </c:pt>
                <c:pt idx="701">
                  <c:v>340.55</c:v>
                </c:pt>
                <c:pt idx="702">
                  <c:v>340.45</c:v>
                </c:pt>
                <c:pt idx="703">
                  <c:v>339.65</c:v>
                </c:pt>
                <c:pt idx="704">
                  <c:v>339.15</c:v>
                </c:pt>
                <c:pt idx="705">
                  <c:v>333.35</c:v>
                </c:pt>
                <c:pt idx="706">
                  <c:v>331.3</c:v>
                </c:pt>
                <c:pt idx="707">
                  <c:v>325.89999999999998</c:v>
                </c:pt>
                <c:pt idx="708">
                  <c:v>328.45</c:v>
                </c:pt>
                <c:pt idx="709">
                  <c:v>323.2</c:v>
                </c:pt>
                <c:pt idx="710">
                  <c:v>335.55</c:v>
                </c:pt>
                <c:pt idx="711">
                  <c:v>336.35</c:v>
                </c:pt>
                <c:pt idx="712">
                  <c:v>323.55</c:v>
                </c:pt>
                <c:pt idx="713">
                  <c:v>325</c:v>
                </c:pt>
                <c:pt idx="714">
                  <c:v>322.2</c:v>
                </c:pt>
                <c:pt idx="715">
                  <c:v>319.89999999999998</c:v>
                </c:pt>
                <c:pt idx="716">
                  <c:v>325.64999999999998</c:v>
                </c:pt>
                <c:pt idx="717">
                  <c:v>332.15</c:v>
                </c:pt>
                <c:pt idx="718">
                  <c:v>328.65</c:v>
                </c:pt>
                <c:pt idx="719">
                  <c:v>323.7</c:v>
                </c:pt>
                <c:pt idx="720">
                  <c:v>321.35000000000002</c:v>
                </c:pt>
                <c:pt idx="721">
                  <c:v>326.5</c:v>
                </c:pt>
                <c:pt idx="722">
                  <c:v>330.1</c:v>
                </c:pt>
                <c:pt idx="723">
                  <c:v>330.35</c:v>
                </c:pt>
                <c:pt idx="724">
                  <c:v>331.5</c:v>
                </c:pt>
                <c:pt idx="725">
                  <c:v>330.6</c:v>
                </c:pt>
                <c:pt idx="726">
                  <c:v>330.65</c:v>
                </c:pt>
                <c:pt idx="727">
                  <c:v>325.95</c:v>
                </c:pt>
                <c:pt idx="728">
                  <c:v>327.85</c:v>
                </c:pt>
                <c:pt idx="729">
                  <c:v>326.85000000000002</c:v>
                </c:pt>
                <c:pt idx="730">
                  <c:v>328.6</c:v>
                </c:pt>
                <c:pt idx="731">
                  <c:v>330.35</c:v>
                </c:pt>
                <c:pt idx="732">
                  <c:v>330.45</c:v>
                </c:pt>
                <c:pt idx="733">
                  <c:v>330.75</c:v>
                </c:pt>
                <c:pt idx="734">
                  <c:v>330</c:v>
                </c:pt>
                <c:pt idx="735">
                  <c:v>330.05</c:v>
                </c:pt>
                <c:pt idx="736">
                  <c:v>331.7</c:v>
                </c:pt>
                <c:pt idx="737">
                  <c:v>333.85</c:v>
                </c:pt>
                <c:pt idx="738">
                  <c:v>329.95</c:v>
                </c:pt>
                <c:pt idx="739">
                  <c:v>329.45</c:v>
                </c:pt>
                <c:pt idx="740">
                  <c:v>332</c:v>
                </c:pt>
                <c:pt idx="741">
                  <c:v>332</c:v>
                </c:pt>
                <c:pt idx="742">
                  <c:v>329.3</c:v>
                </c:pt>
                <c:pt idx="743">
                  <c:v>325.2</c:v>
                </c:pt>
                <c:pt idx="744">
                  <c:v>322.60000000000002</c:v>
                </c:pt>
                <c:pt idx="745">
                  <c:v>326.85000000000002</c:v>
                </c:pt>
                <c:pt idx="746">
                  <c:v>325.64999999999998</c:v>
                </c:pt>
                <c:pt idx="747">
                  <c:v>325.39999999999998</c:v>
                </c:pt>
                <c:pt idx="748">
                  <c:v>325.25</c:v>
                </c:pt>
                <c:pt idx="749">
                  <c:v>325.14999999999998</c:v>
                </c:pt>
                <c:pt idx="750">
                  <c:v>327.05</c:v>
                </c:pt>
                <c:pt idx="751">
                  <c:v>327.60000000000002</c:v>
                </c:pt>
                <c:pt idx="752">
                  <c:v>329.15</c:v>
                </c:pt>
                <c:pt idx="753">
                  <c:v>330.95</c:v>
                </c:pt>
                <c:pt idx="754">
                  <c:v>330.85</c:v>
                </c:pt>
                <c:pt idx="755">
                  <c:v>331</c:v>
                </c:pt>
                <c:pt idx="756">
                  <c:v>331.65</c:v>
                </c:pt>
                <c:pt idx="757">
                  <c:v>329.9</c:v>
                </c:pt>
                <c:pt idx="758">
                  <c:v>335.9</c:v>
                </c:pt>
                <c:pt idx="759">
                  <c:v>328.6</c:v>
                </c:pt>
                <c:pt idx="760">
                  <c:v>336.35</c:v>
                </c:pt>
                <c:pt idx="761">
                  <c:v>334.45</c:v>
                </c:pt>
                <c:pt idx="762">
                  <c:v>334.65</c:v>
                </c:pt>
                <c:pt idx="763">
                  <c:v>334.6</c:v>
                </c:pt>
                <c:pt idx="764">
                  <c:v>335.65</c:v>
                </c:pt>
                <c:pt idx="765">
                  <c:v>333.45</c:v>
                </c:pt>
                <c:pt idx="766">
                  <c:v>334.5</c:v>
                </c:pt>
                <c:pt idx="767">
                  <c:v>331.45</c:v>
                </c:pt>
                <c:pt idx="768">
                  <c:v>332.8</c:v>
                </c:pt>
                <c:pt idx="769">
                  <c:v>329.7</c:v>
                </c:pt>
                <c:pt idx="770">
                  <c:v>330.3</c:v>
                </c:pt>
                <c:pt idx="771">
                  <c:v>325.95</c:v>
                </c:pt>
                <c:pt idx="772">
                  <c:v>323.95</c:v>
                </c:pt>
                <c:pt idx="773">
                  <c:v>327.8</c:v>
                </c:pt>
                <c:pt idx="774">
                  <c:v>330</c:v>
                </c:pt>
                <c:pt idx="775">
                  <c:v>330</c:v>
                </c:pt>
                <c:pt idx="776">
                  <c:v>328.3</c:v>
                </c:pt>
                <c:pt idx="777">
                  <c:v>325.3</c:v>
                </c:pt>
                <c:pt idx="778">
                  <c:v>325.64999999999998</c:v>
                </c:pt>
                <c:pt idx="779">
                  <c:v>326.64999999999998</c:v>
                </c:pt>
                <c:pt idx="780">
                  <c:v>324.25</c:v>
                </c:pt>
                <c:pt idx="781">
                  <c:v>322.64999999999998</c:v>
                </c:pt>
                <c:pt idx="782">
                  <c:v>321</c:v>
                </c:pt>
                <c:pt idx="783">
                  <c:v>322.5</c:v>
                </c:pt>
                <c:pt idx="784">
                  <c:v>324.05</c:v>
                </c:pt>
                <c:pt idx="785">
                  <c:v>325.10000000000002</c:v>
                </c:pt>
                <c:pt idx="786">
                  <c:v>322.2</c:v>
                </c:pt>
                <c:pt idx="787">
                  <c:v>323.8</c:v>
                </c:pt>
                <c:pt idx="788">
                  <c:v>320.10000000000002</c:v>
                </c:pt>
                <c:pt idx="789">
                  <c:v>321.35000000000002</c:v>
                </c:pt>
                <c:pt idx="790">
                  <c:v>317.64999999999998</c:v>
                </c:pt>
                <c:pt idx="791">
                  <c:v>315.35000000000002</c:v>
                </c:pt>
                <c:pt idx="792">
                  <c:v>312.5</c:v>
                </c:pt>
                <c:pt idx="793">
                  <c:v>311.60000000000002</c:v>
                </c:pt>
                <c:pt idx="794">
                  <c:v>313.95</c:v>
                </c:pt>
                <c:pt idx="795">
                  <c:v>320.14999999999998</c:v>
                </c:pt>
                <c:pt idx="796">
                  <c:v>328.55</c:v>
                </c:pt>
                <c:pt idx="797">
                  <c:v>332.45</c:v>
                </c:pt>
                <c:pt idx="798">
                  <c:v>330.75</c:v>
                </c:pt>
                <c:pt idx="799">
                  <c:v>332.1</c:v>
                </c:pt>
                <c:pt idx="800">
                  <c:v>330.6</c:v>
                </c:pt>
                <c:pt idx="801">
                  <c:v>339.25</c:v>
                </c:pt>
                <c:pt idx="802">
                  <c:v>344</c:v>
                </c:pt>
                <c:pt idx="803">
                  <c:v>345.4</c:v>
                </c:pt>
                <c:pt idx="804">
                  <c:v>340.65</c:v>
                </c:pt>
                <c:pt idx="805">
                  <c:v>348.3</c:v>
                </c:pt>
                <c:pt idx="806">
                  <c:v>341.85</c:v>
                </c:pt>
                <c:pt idx="807">
                  <c:v>338.75</c:v>
                </c:pt>
                <c:pt idx="808">
                  <c:v>338.5</c:v>
                </c:pt>
                <c:pt idx="809">
                  <c:v>333.1</c:v>
                </c:pt>
                <c:pt idx="810">
                  <c:v>330</c:v>
                </c:pt>
                <c:pt idx="811">
                  <c:v>328.75</c:v>
                </c:pt>
                <c:pt idx="812">
                  <c:v>329.75</c:v>
                </c:pt>
                <c:pt idx="813">
                  <c:v>329.5</c:v>
                </c:pt>
                <c:pt idx="814">
                  <c:v>330.2</c:v>
                </c:pt>
                <c:pt idx="815">
                  <c:v>328.7</c:v>
                </c:pt>
                <c:pt idx="816">
                  <c:v>327.25</c:v>
                </c:pt>
                <c:pt idx="817">
                  <c:v>327.05</c:v>
                </c:pt>
                <c:pt idx="818">
                  <c:v>323.45</c:v>
                </c:pt>
                <c:pt idx="819">
                  <c:v>323.89999999999998</c:v>
                </c:pt>
                <c:pt idx="820">
                  <c:v>325.25</c:v>
                </c:pt>
                <c:pt idx="821">
                  <c:v>324.5</c:v>
                </c:pt>
                <c:pt idx="822">
                  <c:v>327.9</c:v>
                </c:pt>
                <c:pt idx="823">
                  <c:v>323.2</c:v>
                </c:pt>
                <c:pt idx="824">
                  <c:v>329.45</c:v>
                </c:pt>
                <c:pt idx="825">
                  <c:v>325.64999999999998</c:v>
                </c:pt>
                <c:pt idx="826">
                  <c:v>327.14999999999998</c:v>
                </c:pt>
                <c:pt idx="827">
                  <c:v>324.3</c:v>
                </c:pt>
                <c:pt idx="828">
                  <c:v>325.89999999999998</c:v>
                </c:pt>
                <c:pt idx="829">
                  <c:v>329.25</c:v>
                </c:pt>
                <c:pt idx="830">
                  <c:v>331.2</c:v>
                </c:pt>
                <c:pt idx="831">
                  <c:v>355.95</c:v>
                </c:pt>
                <c:pt idx="832">
                  <c:v>341.7</c:v>
                </c:pt>
                <c:pt idx="833">
                  <c:v>339.15</c:v>
                </c:pt>
                <c:pt idx="834">
                  <c:v>343.8</c:v>
                </c:pt>
                <c:pt idx="835">
                  <c:v>341.1</c:v>
                </c:pt>
                <c:pt idx="836">
                  <c:v>341.35</c:v>
                </c:pt>
                <c:pt idx="837">
                  <c:v>340.15</c:v>
                </c:pt>
                <c:pt idx="838">
                  <c:v>338.15</c:v>
                </c:pt>
                <c:pt idx="839">
                  <c:v>336.8</c:v>
                </c:pt>
                <c:pt idx="840">
                  <c:v>341.85</c:v>
                </c:pt>
                <c:pt idx="841">
                  <c:v>370.25</c:v>
                </c:pt>
                <c:pt idx="842">
                  <c:v>370</c:v>
                </c:pt>
                <c:pt idx="843">
                  <c:v>367.8</c:v>
                </c:pt>
                <c:pt idx="844">
                  <c:v>360</c:v>
                </c:pt>
                <c:pt idx="845">
                  <c:v>361.9</c:v>
                </c:pt>
                <c:pt idx="846">
                  <c:v>372.25</c:v>
                </c:pt>
                <c:pt idx="847">
                  <c:v>380.45</c:v>
                </c:pt>
                <c:pt idx="848">
                  <c:v>371</c:v>
                </c:pt>
                <c:pt idx="849">
                  <c:v>381.2</c:v>
                </c:pt>
                <c:pt idx="850">
                  <c:v>378.8</c:v>
                </c:pt>
                <c:pt idx="851">
                  <c:v>377.65</c:v>
                </c:pt>
                <c:pt idx="852">
                  <c:v>377.75</c:v>
                </c:pt>
                <c:pt idx="853">
                  <c:v>378.65</c:v>
                </c:pt>
                <c:pt idx="854">
                  <c:v>381.95</c:v>
                </c:pt>
                <c:pt idx="855">
                  <c:v>381.9</c:v>
                </c:pt>
                <c:pt idx="856">
                  <c:v>383.15</c:v>
                </c:pt>
                <c:pt idx="857">
                  <c:v>382.55</c:v>
                </c:pt>
                <c:pt idx="858">
                  <c:v>370.2</c:v>
                </c:pt>
                <c:pt idx="859">
                  <c:v>375.65</c:v>
                </c:pt>
                <c:pt idx="860">
                  <c:v>376.8</c:v>
                </c:pt>
                <c:pt idx="861">
                  <c:v>376.4</c:v>
                </c:pt>
                <c:pt idx="862">
                  <c:v>373.15</c:v>
                </c:pt>
                <c:pt idx="863">
                  <c:v>377.9</c:v>
                </c:pt>
                <c:pt idx="864">
                  <c:v>382.3</c:v>
                </c:pt>
                <c:pt idx="865">
                  <c:v>381.4</c:v>
                </c:pt>
                <c:pt idx="866">
                  <c:v>381.7</c:v>
                </c:pt>
                <c:pt idx="867">
                  <c:v>379.55</c:v>
                </c:pt>
                <c:pt idx="868">
                  <c:v>381</c:v>
                </c:pt>
                <c:pt idx="869">
                  <c:v>380.2</c:v>
                </c:pt>
                <c:pt idx="870">
                  <c:v>379.15</c:v>
                </c:pt>
                <c:pt idx="871">
                  <c:v>378.05</c:v>
                </c:pt>
                <c:pt idx="872">
                  <c:v>379.65</c:v>
                </c:pt>
                <c:pt idx="873">
                  <c:v>382.3</c:v>
                </c:pt>
                <c:pt idx="874">
                  <c:v>382.85</c:v>
                </c:pt>
                <c:pt idx="875">
                  <c:v>397.25</c:v>
                </c:pt>
                <c:pt idx="876">
                  <c:v>396.65</c:v>
                </c:pt>
                <c:pt idx="877">
                  <c:v>400.1</c:v>
                </c:pt>
                <c:pt idx="878">
                  <c:v>401.9</c:v>
                </c:pt>
                <c:pt idx="879">
                  <c:v>392.05</c:v>
                </c:pt>
                <c:pt idx="880">
                  <c:v>389.8</c:v>
                </c:pt>
                <c:pt idx="881">
                  <c:v>396.85</c:v>
                </c:pt>
                <c:pt idx="882">
                  <c:v>401.25</c:v>
                </c:pt>
                <c:pt idx="883">
                  <c:v>401</c:v>
                </c:pt>
                <c:pt idx="884">
                  <c:v>398.4</c:v>
                </c:pt>
                <c:pt idx="885">
                  <c:v>396.25</c:v>
                </c:pt>
                <c:pt idx="886">
                  <c:v>401.85</c:v>
                </c:pt>
                <c:pt idx="887">
                  <c:v>398.3</c:v>
                </c:pt>
                <c:pt idx="888">
                  <c:v>397.05</c:v>
                </c:pt>
                <c:pt idx="889">
                  <c:v>395.9</c:v>
                </c:pt>
                <c:pt idx="890">
                  <c:v>394.05</c:v>
                </c:pt>
                <c:pt idx="891">
                  <c:v>393.75</c:v>
                </c:pt>
                <c:pt idx="892">
                  <c:v>398.1</c:v>
                </c:pt>
                <c:pt idx="893">
                  <c:v>400.35</c:v>
                </c:pt>
                <c:pt idx="894">
                  <c:v>401.15</c:v>
                </c:pt>
                <c:pt idx="895">
                  <c:v>398.5</c:v>
                </c:pt>
                <c:pt idx="896">
                  <c:v>404.1</c:v>
                </c:pt>
                <c:pt idx="897">
                  <c:v>403</c:v>
                </c:pt>
                <c:pt idx="898">
                  <c:v>404.65</c:v>
                </c:pt>
                <c:pt idx="899">
                  <c:v>403.65</c:v>
                </c:pt>
                <c:pt idx="900">
                  <c:v>404.65</c:v>
                </c:pt>
                <c:pt idx="901">
                  <c:v>409.3</c:v>
                </c:pt>
                <c:pt idx="902">
                  <c:v>410.15</c:v>
                </c:pt>
                <c:pt idx="903">
                  <c:v>417.3</c:v>
                </c:pt>
                <c:pt idx="904">
                  <c:v>425</c:v>
                </c:pt>
                <c:pt idx="905">
                  <c:v>437.85</c:v>
                </c:pt>
                <c:pt idx="906">
                  <c:v>459.1</c:v>
                </c:pt>
                <c:pt idx="907">
                  <c:v>453.6</c:v>
                </c:pt>
                <c:pt idx="908">
                  <c:v>439.1</c:v>
                </c:pt>
                <c:pt idx="909">
                  <c:v>435.85</c:v>
                </c:pt>
                <c:pt idx="910">
                  <c:v>293.95</c:v>
                </c:pt>
                <c:pt idx="911">
                  <c:v>295.35000000000002</c:v>
                </c:pt>
                <c:pt idx="912">
                  <c:v>304.45</c:v>
                </c:pt>
                <c:pt idx="913">
                  <c:v>304.35000000000002</c:v>
                </c:pt>
                <c:pt idx="914">
                  <c:v>304.95</c:v>
                </c:pt>
                <c:pt idx="915">
                  <c:v>307.5</c:v>
                </c:pt>
                <c:pt idx="916">
                  <c:v>302.5</c:v>
                </c:pt>
                <c:pt idx="917">
                  <c:v>300.05</c:v>
                </c:pt>
                <c:pt idx="918">
                  <c:v>300.3</c:v>
                </c:pt>
                <c:pt idx="919">
                  <c:v>304.75</c:v>
                </c:pt>
                <c:pt idx="920">
                  <c:v>301</c:v>
                </c:pt>
                <c:pt idx="921">
                  <c:v>304.8</c:v>
                </c:pt>
                <c:pt idx="922">
                  <c:v>305.95</c:v>
                </c:pt>
                <c:pt idx="923">
                  <c:v>305.7</c:v>
                </c:pt>
                <c:pt idx="924">
                  <c:v>310.25</c:v>
                </c:pt>
                <c:pt idx="925">
                  <c:v>313.3</c:v>
                </c:pt>
                <c:pt idx="926">
                  <c:v>307.45</c:v>
                </c:pt>
                <c:pt idx="927">
                  <c:v>308.95</c:v>
                </c:pt>
                <c:pt idx="928">
                  <c:v>307.45</c:v>
                </c:pt>
                <c:pt idx="929">
                  <c:v>303.64999999999998</c:v>
                </c:pt>
                <c:pt idx="930">
                  <c:v>302</c:v>
                </c:pt>
                <c:pt idx="931">
                  <c:v>305.89999999999998</c:v>
                </c:pt>
                <c:pt idx="932">
                  <c:v>304.60000000000002</c:v>
                </c:pt>
                <c:pt idx="933">
                  <c:v>304.85000000000002</c:v>
                </c:pt>
                <c:pt idx="934">
                  <c:v>302.35000000000002</c:v>
                </c:pt>
                <c:pt idx="935">
                  <c:v>305.35000000000002</c:v>
                </c:pt>
                <c:pt idx="936">
                  <c:v>301.8</c:v>
                </c:pt>
                <c:pt idx="937">
                  <c:v>303.60000000000002</c:v>
                </c:pt>
                <c:pt idx="938">
                  <c:v>303.7</c:v>
                </c:pt>
                <c:pt idx="939">
                  <c:v>304.8</c:v>
                </c:pt>
                <c:pt idx="940">
                  <c:v>300.60000000000002</c:v>
                </c:pt>
                <c:pt idx="941">
                  <c:v>303.25</c:v>
                </c:pt>
                <c:pt idx="942">
                  <c:v>304.64999999999998</c:v>
                </c:pt>
                <c:pt idx="943">
                  <c:v>303.39999999999998</c:v>
                </c:pt>
                <c:pt idx="944">
                  <c:v>304.5</c:v>
                </c:pt>
                <c:pt idx="945">
                  <c:v>312.3</c:v>
                </c:pt>
                <c:pt idx="946">
                  <c:v>308.75</c:v>
                </c:pt>
                <c:pt idx="947">
                  <c:v>305.3</c:v>
                </c:pt>
                <c:pt idx="948">
                  <c:v>302.45</c:v>
                </c:pt>
                <c:pt idx="949">
                  <c:v>304.7</c:v>
                </c:pt>
                <c:pt idx="950">
                  <c:v>297</c:v>
                </c:pt>
                <c:pt idx="951">
                  <c:v>290.75</c:v>
                </c:pt>
                <c:pt idx="952">
                  <c:v>289.75</c:v>
                </c:pt>
                <c:pt idx="953">
                  <c:v>284.8</c:v>
                </c:pt>
                <c:pt idx="954">
                  <c:v>289.45</c:v>
                </c:pt>
                <c:pt idx="955">
                  <c:v>290.05</c:v>
                </c:pt>
                <c:pt idx="956">
                  <c:v>283.39999999999998</c:v>
                </c:pt>
                <c:pt idx="957">
                  <c:v>282.8</c:v>
                </c:pt>
                <c:pt idx="958">
                  <c:v>283.3</c:v>
                </c:pt>
                <c:pt idx="959">
                  <c:v>283.14999999999998</c:v>
                </c:pt>
                <c:pt idx="960">
                  <c:v>274.39999999999998</c:v>
                </c:pt>
                <c:pt idx="961">
                  <c:v>282.2</c:v>
                </c:pt>
                <c:pt idx="962">
                  <c:v>286.75</c:v>
                </c:pt>
                <c:pt idx="963">
                  <c:v>294.45</c:v>
                </c:pt>
                <c:pt idx="964">
                  <c:v>309.2</c:v>
                </c:pt>
                <c:pt idx="965">
                  <c:v>306.8</c:v>
                </c:pt>
                <c:pt idx="966">
                  <c:v>304.25</c:v>
                </c:pt>
                <c:pt idx="967">
                  <c:v>304.39999999999998</c:v>
                </c:pt>
                <c:pt idx="968">
                  <c:v>305.35000000000002</c:v>
                </c:pt>
                <c:pt idx="969">
                  <c:v>306.55</c:v>
                </c:pt>
                <c:pt idx="970">
                  <c:v>306.5</c:v>
                </c:pt>
                <c:pt idx="971">
                  <c:v>301.35000000000002</c:v>
                </c:pt>
                <c:pt idx="972">
                  <c:v>306.45</c:v>
                </c:pt>
                <c:pt idx="973">
                  <c:v>306.35000000000002</c:v>
                </c:pt>
                <c:pt idx="974">
                  <c:v>305.35000000000002</c:v>
                </c:pt>
                <c:pt idx="975">
                  <c:v>304.60000000000002</c:v>
                </c:pt>
                <c:pt idx="976">
                  <c:v>305.10000000000002</c:v>
                </c:pt>
                <c:pt idx="977">
                  <c:v>306.95</c:v>
                </c:pt>
                <c:pt idx="978">
                  <c:v>306.95</c:v>
                </c:pt>
                <c:pt idx="979">
                  <c:v>307.7</c:v>
                </c:pt>
                <c:pt idx="980">
                  <c:v>309.55</c:v>
                </c:pt>
                <c:pt idx="981">
                  <c:v>309.05</c:v>
                </c:pt>
                <c:pt idx="982">
                  <c:v>309.85000000000002</c:v>
                </c:pt>
                <c:pt idx="983">
                  <c:v>311.35000000000002</c:v>
                </c:pt>
                <c:pt idx="984">
                  <c:v>313.2</c:v>
                </c:pt>
                <c:pt idx="985">
                  <c:v>317.10000000000002</c:v>
                </c:pt>
                <c:pt idx="986">
                  <c:v>319.85000000000002</c:v>
                </c:pt>
                <c:pt idx="987">
                  <c:v>320.2</c:v>
                </c:pt>
                <c:pt idx="988">
                  <c:v>324.14999999999998</c:v>
                </c:pt>
                <c:pt idx="989">
                  <c:v>328</c:v>
                </c:pt>
                <c:pt idx="990">
                  <c:v>327.5</c:v>
                </c:pt>
                <c:pt idx="991">
                  <c:v>329.6</c:v>
                </c:pt>
                <c:pt idx="992">
                  <c:v>324.39999999999998</c:v>
                </c:pt>
                <c:pt idx="993">
                  <c:v>326.10000000000002</c:v>
                </c:pt>
                <c:pt idx="994">
                  <c:v>325.25</c:v>
                </c:pt>
                <c:pt idx="995">
                  <c:v>319.8</c:v>
                </c:pt>
                <c:pt idx="996">
                  <c:v>324.05</c:v>
                </c:pt>
                <c:pt idx="997">
                  <c:v>321.60000000000002</c:v>
                </c:pt>
                <c:pt idx="998">
                  <c:v>323.55</c:v>
                </c:pt>
                <c:pt idx="999">
                  <c:v>325.60000000000002</c:v>
                </c:pt>
                <c:pt idx="1000">
                  <c:v>326.64999999999998</c:v>
                </c:pt>
                <c:pt idx="1001">
                  <c:v>323.45</c:v>
                </c:pt>
                <c:pt idx="1002">
                  <c:v>334.8</c:v>
                </c:pt>
                <c:pt idx="1003">
                  <c:v>336.15</c:v>
                </c:pt>
                <c:pt idx="1004">
                  <c:v>335.1</c:v>
                </c:pt>
                <c:pt idx="1005">
                  <c:v>340.45</c:v>
                </c:pt>
                <c:pt idx="1006">
                  <c:v>328.25</c:v>
                </c:pt>
                <c:pt idx="1007">
                  <c:v>328.95</c:v>
                </c:pt>
                <c:pt idx="1008">
                  <c:v>336.7</c:v>
                </c:pt>
                <c:pt idx="1009">
                  <c:v>339.45</c:v>
                </c:pt>
                <c:pt idx="1010">
                  <c:v>340.05</c:v>
                </c:pt>
                <c:pt idx="1011">
                  <c:v>341.45</c:v>
                </c:pt>
                <c:pt idx="1012">
                  <c:v>342.75</c:v>
                </c:pt>
                <c:pt idx="1013">
                  <c:v>343.25</c:v>
                </c:pt>
                <c:pt idx="1014">
                  <c:v>340.05</c:v>
                </c:pt>
                <c:pt idx="1015">
                  <c:v>337</c:v>
                </c:pt>
                <c:pt idx="1016">
                  <c:v>335.85</c:v>
                </c:pt>
                <c:pt idx="1017">
                  <c:v>328.35</c:v>
                </c:pt>
                <c:pt idx="1018">
                  <c:v>320.64999999999998</c:v>
                </c:pt>
                <c:pt idx="1019">
                  <c:v>342.05</c:v>
                </c:pt>
                <c:pt idx="1020">
                  <c:v>341.4</c:v>
                </c:pt>
                <c:pt idx="1021">
                  <c:v>335.4</c:v>
                </c:pt>
                <c:pt idx="1022">
                  <c:v>332.6</c:v>
                </c:pt>
                <c:pt idx="1023">
                  <c:v>322.5</c:v>
                </c:pt>
                <c:pt idx="1024">
                  <c:v>320.05</c:v>
                </c:pt>
                <c:pt idx="1025">
                  <c:v>320.05</c:v>
                </c:pt>
                <c:pt idx="1026">
                  <c:v>320.14999999999998</c:v>
                </c:pt>
                <c:pt idx="1027">
                  <c:v>320.25</c:v>
                </c:pt>
                <c:pt idx="1028">
                  <c:v>320.2</c:v>
                </c:pt>
                <c:pt idx="1029">
                  <c:v>320.35000000000002</c:v>
                </c:pt>
                <c:pt idx="1030">
                  <c:v>321.14999999999998</c:v>
                </c:pt>
                <c:pt idx="1031">
                  <c:v>320.3</c:v>
                </c:pt>
                <c:pt idx="1032">
                  <c:v>320.10000000000002</c:v>
                </c:pt>
                <c:pt idx="1033">
                  <c:v>320.55</c:v>
                </c:pt>
                <c:pt idx="1034">
                  <c:v>319.89999999999998</c:v>
                </c:pt>
                <c:pt idx="1035">
                  <c:v>320</c:v>
                </c:pt>
                <c:pt idx="1036">
                  <c:v>320</c:v>
                </c:pt>
                <c:pt idx="1037">
                  <c:v>320.60000000000002</c:v>
                </c:pt>
                <c:pt idx="1038">
                  <c:v>316.39999999999998</c:v>
                </c:pt>
                <c:pt idx="1039">
                  <c:v>312.64999999999998</c:v>
                </c:pt>
                <c:pt idx="1040">
                  <c:v>303.14999999999998</c:v>
                </c:pt>
                <c:pt idx="1041">
                  <c:v>300.95</c:v>
                </c:pt>
                <c:pt idx="1042">
                  <c:v>301.14999999999998</c:v>
                </c:pt>
                <c:pt idx="1043">
                  <c:v>305.95</c:v>
                </c:pt>
                <c:pt idx="1044">
                  <c:v>300.14999999999998</c:v>
                </c:pt>
                <c:pt idx="1045">
                  <c:v>305.60000000000002</c:v>
                </c:pt>
                <c:pt idx="1046">
                  <c:v>316.39999999999998</c:v>
                </c:pt>
                <c:pt idx="1047">
                  <c:v>313.60000000000002</c:v>
                </c:pt>
                <c:pt idx="1048">
                  <c:v>314.85000000000002</c:v>
                </c:pt>
                <c:pt idx="1049">
                  <c:v>312.39999999999998</c:v>
                </c:pt>
                <c:pt idx="1050">
                  <c:v>314.3</c:v>
                </c:pt>
                <c:pt idx="1051">
                  <c:v>315.5</c:v>
                </c:pt>
                <c:pt idx="1052">
                  <c:v>315.35000000000002</c:v>
                </c:pt>
                <c:pt idx="1053">
                  <c:v>314.55</c:v>
                </c:pt>
                <c:pt idx="1054">
                  <c:v>314.25</c:v>
                </c:pt>
                <c:pt idx="1055">
                  <c:v>314.7</c:v>
                </c:pt>
                <c:pt idx="1056">
                  <c:v>314.39999999999998</c:v>
                </c:pt>
                <c:pt idx="1057">
                  <c:v>313.05</c:v>
                </c:pt>
                <c:pt idx="1058">
                  <c:v>313.5</c:v>
                </c:pt>
                <c:pt idx="1059">
                  <c:v>312.14999999999998</c:v>
                </c:pt>
                <c:pt idx="1060">
                  <c:v>305.89999999999998</c:v>
                </c:pt>
                <c:pt idx="1061">
                  <c:v>308.10000000000002</c:v>
                </c:pt>
                <c:pt idx="1062">
                  <c:v>304.64999999999998</c:v>
                </c:pt>
                <c:pt idx="1063">
                  <c:v>303.14999999999998</c:v>
                </c:pt>
                <c:pt idx="1064">
                  <c:v>301.5</c:v>
                </c:pt>
                <c:pt idx="1065">
                  <c:v>300.8</c:v>
                </c:pt>
                <c:pt idx="1066">
                  <c:v>304.85000000000002</c:v>
                </c:pt>
                <c:pt idx="1067">
                  <c:v>303.95</c:v>
                </c:pt>
                <c:pt idx="1068">
                  <c:v>304.25</c:v>
                </c:pt>
                <c:pt idx="1069">
                  <c:v>304.10000000000002</c:v>
                </c:pt>
                <c:pt idx="1070">
                  <c:v>304</c:v>
                </c:pt>
                <c:pt idx="1071">
                  <c:v>303.7</c:v>
                </c:pt>
                <c:pt idx="1072">
                  <c:v>304.25</c:v>
                </c:pt>
                <c:pt idx="1073">
                  <c:v>304.2</c:v>
                </c:pt>
                <c:pt idx="1074">
                  <c:v>304.8</c:v>
                </c:pt>
                <c:pt idx="1075">
                  <c:v>305.5</c:v>
                </c:pt>
                <c:pt idx="1076">
                  <c:v>305.05</c:v>
                </c:pt>
                <c:pt idx="1077">
                  <c:v>304.25</c:v>
                </c:pt>
                <c:pt idx="1078">
                  <c:v>311.5</c:v>
                </c:pt>
                <c:pt idx="1079">
                  <c:v>320.10000000000002</c:v>
                </c:pt>
                <c:pt idx="1080">
                  <c:v>316.7</c:v>
                </c:pt>
                <c:pt idx="1081">
                  <c:v>307.25</c:v>
                </c:pt>
                <c:pt idx="1082">
                  <c:v>304.95</c:v>
                </c:pt>
                <c:pt idx="1083">
                  <c:v>305.10000000000002</c:v>
                </c:pt>
                <c:pt idx="1084">
                  <c:v>308.39999999999998</c:v>
                </c:pt>
                <c:pt idx="1085">
                  <c:v>305.55</c:v>
                </c:pt>
                <c:pt idx="1086">
                  <c:v>305.7</c:v>
                </c:pt>
                <c:pt idx="1087">
                  <c:v>309.39999999999998</c:v>
                </c:pt>
                <c:pt idx="1088">
                  <c:v>312.3</c:v>
                </c:pt>
                <c:pt idx="1089">
                  <c:v>310.64999999999998</c:v>
                </c:pt>
                <c:pt idx="1090">
                  <c:v>304.7</c:v>
                </c:pt>
                <c:pt idx="1091">
                  <c:v>301.45</c:v>
                </c:pt>
                <c:pt idx="1092">
                  <c:v>299.60000000000002</c:v>
                </c:pt>
                <c:pt idx="1093">
                  <c:v>297.14999999999998</c:v>
                </c:pt>
                <c:pt idx="1094">
                  <c:v>295.95</c:v>
                </c:pt>
                <c:pt idx="1095">
                  <c:v>272.89999999999998</c:v>
                </c:pt>
                <c:pt idx="1096">
                  <c:v>292</c:v>
                </c:pt>
                <c:pt idx="1097">
                  <c:v>290.39999999999998</c:v>
                </c:pt>
                <c:pt idx="1098">
                  <c:v>291.8</c:v>
                </c:pt>
                <c:pt idx="1099">
                  <c:v>290.89999999999998</c:v>
                </c:pt>
                <c:pt idx="1100">
                  <c:v>293.7</c:v>
                </c:pt>
                <c:pt idx="1101">
                  <c:v>300.7</c:v>
                </c:pt>
                <c:pt idx="1102">
                  <c:v>299.7</c:v>
                </c:pt>
                <c:pt idx="1103">
                  <c:v>301.14999999999998</c:v>
                </c:pt>
                <c:pt idx="1104">
                  <c:v>292.10000000000002</c:v>
                </c:pt>
                <c:pt idx="1105">
                  <c:v>295.05</c:v>
                </c:pt>
                <c:pt idx="1106">
                  <c:v>294</c:v>
                </c:pt>
                <c:pt idx="1107">
                  <c:v>292.75</c:v>
                </c:pt>
                <c:pt idx="1108">
                  <c:v>294.05</c:v>
                </c:pt>
                <c:pt idx="1109">
                  <c:v>290.7</c:v>
                </c:pt>
                <c:pt idx="1110">
                  <c:v>295</c:v>
                </c:pt>
                <c:pt idx="1111">
                  <c:v>296.85000000000002</c:v>
                </c:pt>
                <c:pt idx="1112">
                  <c:v>296.5</c:v>
                </c:pt>
                <c:pt idx="1113">
                  <c:v>289.3</c:v>
                </c:pt>
                <c:pt idx="1114">
                  <c:v>288.14999999999998</c:v>
                </c:pt>
                <c:pt idx="1115">
                  <c:v>293.64999999999998</c:v>
                </c:pt>
                <c:pt idx="1116">
                  <c:v>298.5</c:v>
                </c:pt>
                <c:pt idx="1117">
                  <c:v>294.64999999999998</c:v>
                </c:pt>
                <c:pt idx="1118">
                  <c:v>300</c:v>
                </c:pt>
                <c:pt idx="1119">
                  <c:v>304.8</c:v>
                </c:pt>
                <c:pt idx="1120">
                  <c:v>309.5</c:v>
                </c:pt>
                <c:pt idx="1121">
                  <c:v>314.7</c:v>
                </c:pt>
                <c:pt idx="1122">
                  <c:v>313.45</c:v>
                </c:pt>
                <c:pt idx="1123">
                  <c:v>314.60000000000002</c:v>
                </c:pt>
                <c:pt idx="1124">
                  <c:v>314.8</c:v>
                </c:pt>
                <c:pt idx="1125">
                  <c:v>314.60000000000002</c:v>
                </c:pt>
                <c:pt idx="1126">
                  <c:v>313</c:v>
                </c:pt>
                <c:pt idx="1127">
                  <c:v>313.5</c:v>
                </c:pt>
                <c:pt idx="1128">
                  <c:v>310.64999999999998</c:v>
                </c:pt>
                <c:pt idx="1129">
                  <c:v>310.10000000000002</c:v>
                </c:pt>
                <c:pt idx="1130">
                  <c:v>310.2</c:v>
                </c:pt>
                <c:pt idx="1131">
                  <c:v>310.14999999999998</c:v>
                </c:pt>
                <c:pt idx="1132">
                  <c:v>310.5</c:v>
                </c:pt>
                <c:pt idx="1133">
                  <c:v>314.85000000000002</c:v>
                </c:pt>
                <c:pt idx="1134">
                  <c:v>315.05</c:v>
                </c:pt>
                <c:pt idx="1135">
                  <c:v>313.7</c:v>
                </c:pt>
                <c:pt idx="1136">
                  <c:v>311.85000000000002</c:v>
                </c:pt>
                <c:pt idx="1137">
                  <c:v>306.3</c:v>
                </c:pt>
                <c:pt idx="1138">
                  <c:v>309.10000000000002</c:v>
                </c:pt>
                <c:pt idx="1139">
                  <c:v>310.10000000000002</c:v>
                </c:pt>
                <c:pt idx="1140">
                  <c:v>310.10000000000002</c:v>
                </c:pt>
                <c:pt idx="1141">
                  <c:v>314.39999999999998</c:v>
                </c:pt>
                <c:pt idx="1142">
                  <c:v>310</c:v>
                </c:pt>
                <c:pt idx="1143">
                  <c:v>309.95</c:v>
                </c:pt>
                <c:pt idx="1144">
                  <c:v>310</c:v>
                </c:pt>
                <c:pt idx="1145">
                  <c:v>310.2</c:v>
                </c:pt>
                <c:pt idx="1146">
                  <c:v>309.64999999999998</c:v>
                </c:pt>
                <c:pt idx="1147">
                  <c:v>310.2</c:v>
                </c:pt>
                <c:pt idx="1148">
                  <c:v>319.85000000000002</c:v>
                </c:pt>
                <c:pt idx="1149">
                  <c:v>319.35000000000002</c:v>
                </c:pt>
                <c:pt idx="1150">
                  <c:v>320.14999999999998</c:v>
                </c:pt>
                <c:pt idx="1151">
                  <c:v>320.05</c:v>
                </c:pt>
                <c:pt idx="1152">
                  <c:v>320</c:v>
                </c:pt>
                <c:pt idx="1153">
                  <c:v>325.5</c:v>
                </c:pt>
                <c:pt idx="1154">
                  <c:v>321.2</c:v>
                </c:pt>
                <c:pt idx="1155">
                  <c:v>320.2</c:v>
                </c:pt>
                <c:pt idx="1156">
                  <c:v>320.05</c:v>
                </c:pt>
                <c:pt idx="1157">
                  <c:v>320.85000000000002</c:v>
                </c:pt>
                <c:pt idx="1158">
                  <c:v>321</c:v>
                </c:pt>
                <c:pt idx="1159">
                  <c:v>320.7</c:v>
                </c:pt>
                <c:pt idx="1160">
                  <c:v>320.64999999999998</c:v>
                </c:pt>
                <c:pt idx="1161">
                  <c:v>320.39999999999998</c:v>
                </c:pt>
                <c:pt idx="1162">
                  <c:v>320</c:v>
                </c:pt>
                <c:pt idx="1163">
                  <c:v>315.45</c:v>
                </c:pt>
                <c:pt idx="1164">
                  <c:v>313.05</c:v>
                </c:pt>
                <c:pt idx="1165">
                  <c:v>312.2</c:v>
                </c:pt>
                <c:pt idx="1166">
                  <c:v>310.35000000000002</c:v>
                </c:pt>
                <c:pt idx="1167">
                  <c:v>310.60000000000002</c:v>
                </c:pt>
                <c:pt idx="1168">
                  <c:v>310</c:v>
                </c:pt>
                <c:pt idx="1169">
                  <c:v>311.39999999999998</c:v>
                </c:pt>
                <c:pt idx="1170">
                  <c:v>315.05</c:v>
                </c:pt>
                <c:pt idx="1171">
                  <c:v>316.8</c:v>
                </c:pt>
                <c:pt idx="1172">
                  <c:v>316</c:v>
                </c:pt>
                <c:pt idx="1173">
                  <c:v>317.10000000000002</c:v>
                </c:pt>
                <c:pt idx="1174">
                  <c:v>318.10000000000002</c:v>
                </c:pt>
                <c:pt idx="1175">
                  <c:v>317.75</c:v>
                </c:pt>
                <c:pt idx="1176">
                  <c:v>319.3</c:v>
                </c:pt>
                <c:pt idx="1177">
                  <c:v>319.05</c:v>
                </c:pt>
                <c:pt idx="1178">
                  <c:v>318.05</c:v>
                </c:pt>
                <c:pt idx="1179">
                  <c:v>315.8</c:v>
                </c:pt>
                <c:pt idx="1180">
                  <c:v>318.05</c:v>
                </c:pt>
                <c:pt idx="1181">
                  <c:v>316.45</c:v>
                </c:pt>
                <c:pt idx="1182">
                  <c:v>313.5</c:v>
                </c:pt>
                <c:pt idx="1183">
                  <c:v>313.35000000000002</c:v>
                </c:pt>
                <c:pt idx="1184">
                  <c:v>315.05</c:v>
                </c:pt>
                <c:pt idx="1185">
                  <c:v>312.89999999999998</c:v>
                </c:pt>
                <c:pt idx="1186">
                  <c:v>309.14999999999998</c:v>
                </c:pt>
                <c:pt idx="1187">
                  <c:v>312.39999999999998</c:v>
                </c:pt>
                <c:pt idx="1188">
                  <c:v>312.14999999999998</c:v>
                </c:pt>
                <c:pt idx="1189">
                  <c:v>313.10000000000002</c:v>
                </c:pt>
                <c:pt idx="1190">
                  <c:v>314</c:v>
                </c:pt>
                <c:pt idx="1191">
                  <c:v>310.89999999999998</c:v>
                </c:pt>
                <c:pt idx="1192">
                  <c:v>325.14999999999998</c:v>
                </c:pt>
                <c:pt idx="1193">
                  <c:v>323.55</c:v>
                </c:pt>
                <c:pt idx="1194">
                  <c:v>317.14999999999998</c:v>
                </c:pt>
                <c:pt idx="1195">
                  <c:v>317.05</c:v>
                </c:pt>
                <c:pt idx="1196">
                  <c:v>315.45</c:v>
                </c:pt>
                <c:pt idx="1197">
                  <c:v>314.89999999999998</c:v>
                </c:pt>
                <c:pt idx="1198">
                  <c:v>311.3</c:v>
                </c:pt>
                <c:pt idx="1199">
                  <c:v>306.2</c:v>
                </c:pt>
                <c:pt idx="1200">
                  <c:v>309.95</c:v>
                </c:pt>
                <c:pt idx="1201">
                  <c:v>298.60000000000002</c:v>
                </c:pt>
                <c:pt idx="1202">
                  <c:v>301.25</c:v>
                </c:pt>
                <c:pt idx="1203">
                  <c:v>298.60000000000002</c:v>
                </c:pt>
                <c:pt idx="1204">
                  <c:v>301.85000000000002</c:v>
                </c:pt>
                <c:pt idx="1205">
                  <c:v>294.25</c:v>
                </c:pt>
                <c:pt idx="1206">
                  <c:v>297.5</c:v>
                </c:pt>
                <c:pt idx="1207">
                  <c:v>297.3</c:v>
                </c:pt>
                <c:pt idx="1208">
                  <c:v>296.3</c:v>
                </c:pt>
                <c:pt idx="1209">
                  <c:v>298.35000000000002</c:v>
                </c:pt>
                <c:pt idx="1210">
                  <c:v>295.14999999999998</c:v>
                </c:pt>
                <c:pt idx="1211">
                  <c:v>295.05</c:v>
                </c:pt>
                <c:pt idx="1212">
                  <c:v>296</c:v>
                </c:pt>
                <c:pt idx="1213">
                  <c:v>295.35000000000002</c:v>
                </c:pt>
                <c:pt idx="1214">
                  <c:v>303.35000000000002</c:v>
                </c:pt>
                <c:pt idx="1215">
                  <c:v>299.10000000000002</c:v>
                </c:pt>
                <c:pt idx="1216">
                  <c:v>290.8</c:v>
                </c:pt>
                <c:pt idx="1217">
                  <c:v>295.14999999999998</c:v>
                </c:pt>
                <c:pt idx="1218">
                  <c:v>290.05</c:v>
                </c:pt>
                <c:pt idx="1219">
                  <c:v>290.39999999999998</c:v>
                </c:pt>
                <c:pt idx="1220">
                  <c:v>288.85000000000002</c:v>
                </c:pt>
                <c:pt idx="1221">
                  <c:v>292.10000000000002</c:v>
                </c:pt>
                <c:pt idx="1222">
                  <c:v>294.45</c:v>
                </c:pt>
                <c:pt idx="1223">
                  <c:v>294.7</c:v>
                </c:pt>
                <c:pt idx="1224">
                  <c:v>294.8</c:v>
                </c:pt>
                <c:pt idx="1225">
                  <c:v>290.3</c:v>
                </c:pt>
                <c:pt idx="1226">
                  <c:v>291.89999999999998</c:v>
                </c:pt>
                <c:pt idx="1227">
                  <c:v>290.60000000000002</c:v>
                </c:pt>
                <c:pt idx="1228">
                  <c:v>292</c:v>
                </c:pt>
                <c:pt idx="1229">
                  <c:v>290.2</c:v>
                </c:pt>
                <c:pt idx="1230">
                  <c:v>292.55</c:v>
                </c:pt>
                <c:pt idx="1231">
                  <c:v>290.39999999999998</c:v>
                </c:pt>
                <c:pt idx="1232">
                  <c:v>295.95</c:v>
                </c:pt>
                <c:pt idx="1233">
                  <c:v>300.60000000000002</c:v>
                </c:pt>
                <c:pt idx="1234">
                  <c:v>298.10000000000002</c:v>
                </c:pt>
                <c:pt idx="1235">
                  <c:v>304.3</c:v>
                </c:pt>
                <c:pt idx="1236">
                  <c:v>308.10000000000002</c:v>
                </c:pt>
                <c:pt idx="1237">
                  <c:v>309.89999999999998</c:v>
                </c:pt>
                <c:pt idx="1238">
                  <c:v>326.55</c:v>
                </c:pt>
                <c:pt idx="1239">
                  <c:v>322.3</c:v>
                </c:pt>
                <c:pt idx="1240">
                  <c:v>324.35000000000002</c:v>
                </c:pt>
                <c:pt idx="1241">
                  <c:v>324.05</c:v>
                </c:pt>
                <c:pt idx="1242">
                  <c:v>324.89999999999998</c:v>
                </c:pt>
                <c:pt idx="1243">
                  <c:v>325.35000000000002</c:v>
                </c:pt>
                <c:pt idx="1244">
                  <c:v>324.60000000000002</c:v>
                </c:pt>
                <c:pt idx="1245">
                  <c:v>324.55</c:v>
                </c:pt>
                <c:pt idx="1246">
                  <c:v>324.14999999999998</c:v>
                </c:pt>
                <c:pt idx="1247">
                  <c:v>324.05</c:v>
                </c:pt>
                <c:pt idx="1248">
                  <c:v>325.75</c:v>
                </c:pt>
                <c:pt idx="1249">
                  <c:v>324</c:v>
                </c:pt>
                <c:pt idx="1250">
                  <c:v>324.3</c:v>
                </c:pt>
                <c:pt idx="1251">
                  <c:v>323.85000000000002</c:v>
                </c:pt>
                <c:pt idx="1252">
                  <c:v>322.05</c:v>
                </c:pt>
                <c:pt idx="1253">
                  <c:v>324.5</c:v>
                </c:pt>
                <c:pt idx="1254">
                  <c:v>324.05</c:v>
                </c:pt>
                <c:pt idx="1255">
                  <c:v>324.05</c:v>
                </c:pt>
                <c:pt idx="1256">
                  <c:v>320.05</c:v>
                </c:pt>
                <c:pt idx="1257">
                  <c:v>319.10000000000002</c:v>
                </c:pt>
                <c:pt idx="1258">
                  <c:v>324.05</c:v>
                </c:pt>
                <c:pt idx="1259">
                  <c:v>321.85000000000002</c:v>
                </c:pt>
                <c:pt idx="1260">
                  <c:v>309.45</c:v>
                </c:pt>
                <c:pt idx="1261">
                  <c:v>320.05</c:v>
                </c:pt>
                <c:pt idx="1262">
                  <c:v>321.8</c:v>
                </c:pt>
                <c:pt idx="1263">
                  <c:v>320.3</c:v>
                </c:pt>
                <c:pt idx="1264">
                  <c:v>316.89999999999998</c:v>
                </c:pt>
                <c:pt idx="1265">
                  <c:v>316.64999999999998</c:v>
                </c:pt>
                <c:pt idx="1266">
                  <c:v>319.39999999999998</c:v>
                </c:pt>
                <c:pt idx="1267">
                  <c:v>318.85000000000002</c:v>
                </c:pt>
                <c:pt idx="1268">
                  <c:v>318.14999999999998</c:v>
                </c:pt>
                <c:pt idx="1269">
                  <c:v>320.8</c:v>
                </c:pt>
                <c:pt idx="1270">
                  <c:v>323.5</c:v>
                </c:pt>
                <c:pt idx="1271">
                  <c:v>329.45</c:v>
                </c:pt>
                <c:pt idx="1272">
                  <c:v>335.45</c:v>
                </c:pt>
                <c:pt idx="1273">
                  <c:v>347.7</c:v>
                </c:pt>
                <c:pt idx="1274">
                  <c:v>348.1</c:v>
                </c:pt>
                <c:pt idx="1275">
                  <c:v>359.85</c:v>
                </c:pt>
                <c:pt idx="1276">
                  <c:v>355.3</c:v>
                </c:pt>
                <c:pt idx="1277">
                  <c:v>348.95</c:v>
                </c:pt>
                <c:pt idx="1278">
                  <c:v>346.85</c:v>
                </c:pt>
                <c:pt idx="1279">
                  <c:v>345.25</c:v>
                </c:pt>
                <c:pt idx="1280">
                  <c:v>347.4</c:v>
                </c:pt>
                <c:pt idx="1281">
                  <c:v>351.55</c:v>
                </c:pt>
                <c:pt idx="1282">
                  <c:v>355.2</c:v>
                </c:pt>
                <c:pt idx="1283">
                  <c:v>355.4</c:v>
                </c:pt>
                <c:pt idx="1284">
                  <c:v>358.75</c:v>
                </c:pt>
                <c:pt idx="1285">
                  <c:v>360.05</c:v>
                </c:pt>
                <c:pt idx="1286">
                  <c:v>360.65</c:v>
                </c:pt>
                <c:pt idx="1287">
                  <c:v>360</c:v>
                </c:pt>
                <c:pt idx="1288">
                  <c:v>360.05</c:v>
                </c:pt>
                <c:pt idx="1289">
                  <c:v>360.85</c:v>
                </c:pt>
                <c:pt idx="1290">
                  <c:v>350.9</c:v>
                </c:pt>
                <c:pt idx="1291">
                  <c:v>360.25</c:v>
                </c:pt>
                <c:pt idx="1292">
                  <c:v>357.35</c:v>
                </c:pt>
                <c:pt idx="1293">
                  <c:v>356.85</c:v>
                </c:pt>
                <c:pt idx="1294">
                  <c:v>355.55</c:v>
                </c:pt>
                <c:pt idx="1295">
                  <c:v>355.45</c:v>
                </c:pt>
                <c:pt idx="1296">
                  <c:v>358.85</c:v>
                </c:pt>
                <c:pt idx="1297">
                  <c:v>362.15</c:v>
                </c:pt>
                <c:pt idx="1298">
                  <c:v>360.05</c:v>
                </c:pt>
                <c:pt idx="1299">
                  <c:v>353.45</c:v>
                </c:pt>
                <c:pt idx="1300">
                  <c:v>353.05</c:v>
                </c:pt>
                <c:pt idx="1301">
                  <c:v>363.25</c:v>
                </c:pt>
                <c:pt idx="1302">
                  <c:v>358.1</c:v>
                </c:pt>
                <c:pt idx="1303">
                  <c:v>359.05</c:v>
                </c:pt>
                <c:pt idx="1304">
                  <c:v>357.15</c:v>
                </c:pt>
                <c:pt idx="1305">
                  <c:v>362.65</c:v>
                </c:pt>
                <c:pt idx="1306">
                  <c:v>373.35</c:v>
                </c:pt>
                <c:pt idx="1307">
                  <c:v>376</c:v>
                </c:pt>
                <c:pt idx="1308">
                  <c:v>389.6</c:v>
                </c:pt>
                <c:pt idx="1309">
                  <c:v>391.75</c:v>
                </c:pt>
                <c:pt idx="1310">
                  <c:v>392.35</c:v>
                </c:pt>
                <c:pt idx="1311">
                  <c:v>391.5</c:v>
                </c:pt>
                <c:pt idx="1312">
                  <c:v>391</c:v>
                </c:pt>
                <c:pt idx="1313">
                  <c:v>391.15</c:v>
                </c:pt>
                <c:pt idx="1314">
                  <c:v>391.35</c:v>
                </c:pt>
                <c:pt idx="1315">
                  <c:v>385.1</c:v>
                </c:pt>
                <c:pt idx="1316">
                  <c:v>391.3</c:v>
                </c:pt>
                <c:pt idx="1317">
                  <c:v>391.95</c:v>
                </c:pt>
                <c:pt idx="1318">
                  <c:v>393.45</c:v>
                </c:pt>
                <c:pt idx="1319">
                  <c:v>391.05</c:v>
                </c:pt>
                <c:pt idx="1320">
                  <c:v>391</c:v>
                </c:pt>
                <c:pt idx="1321">
                  <c:v>391.05</c:v>
                </c:pt>
                <c:pt idx="1322">
                  <c:v>391</c:v>
                </c:pt>
                <c:pt idx="1323">
                  <c:v>395.4</c:v>
                </c:pt>
                <c:pt idx="1324">
                  <c:v>391.15</c:v>
                </c:pt>
                <c:pt idx="1325">
                  <c:v>391.15</c:v>
                </c:pt>
                <c:pt idx="1326">
                  <c:v>391.4</c:v>
                </c:pt>
                <c:pt idx="1327">
                  <c:v>389.95</c:v>
                </c:pt>
                <c:pt idx="1328">
                  <c:v>391.1</c:v>
                </c:pt>
                <c:pt idx="1329">
                  <c:v>392.5</c:v>
                </c:pt>
                <c:pt idx="1330">
                  <c:v>391</c:v>
                </c:pt>
                <c:pt idx="1331">
                  <c:v>391</c:v>
                </c:pt>
                <c:pt idx="1332">
                  <c:v>392.25</c:v>
                </c:pt>
                <c:pt idx="1333">
                  <c:v>389.85</c:v>
                </c:pt>
                <c:pt idx="1334">
                  <c:v>386.3</c:v>
                </c:pt>
                <c:pt idx="1335">
                  <c:v>378.7</c:v>
                </c:pt>
                <c:pt idx="1336">
                  <c:v>367.8</c:v>
                </c:pt>
                <c:pt idx="1337">
                  <c:v>372.05</c:v>
                </c:pt>
                <c:pt idx="1338">
                  <c:v>370.45</c:v>
                </c:pt>
                <c:pt idx="1339">
                  <c:v>379.5</c:v>
                </c:pt>
                <c:pt idx="1340">
                  <c:v>377.25</c:v>
                </c:pt>
                <c:pt idx="1341">
                  <c:v>374.55</c:v>
                </c:pt>
                <c:pt idx="1342">
                  <c:v>379</c:v>
                </c:pt>
                <c:pt idx="1343">
                  <c:v>378.75</c:v>
                </c:pt>
                <c:pt idx="1344">
                  <c:v>380.2</c:v>
                </c:pt>
                <c:pt idx="1345">
                  <c:v>384.8</c:v>
                </c:pt>
                <c:pt idx="1346">
                  <c:v>380.3</c:v>
                </c:pt>
                <c:pt idx="1347">
                  <c:v>384.75</c:v>
                </c:pt>
                <c:pt idx="1348">
                  <c:v>390.75</c:v>
                </c:pt>
                <c:pt idx="1349">
                  <c:v>394.6</c:v>
                </c:pt>
                <c:pt idx="1350">
                  <c:v>388.6</c:v>
                </c:pt>
                <c:pt idx="1351">
                  <c:v>390.05</c:v>
                </c:pt>
                <c:pt idx="1352">
                  <c:v>390.15</c:v>
                </c:pt>
                <c:pt idx="1353">
                  <c:v>384.2</c:v>
                </c:pt>
                <c:pt idx="1354">
                  <c:v>386.1</c:v>
                </c:pt>
                <c:pt idx="1355">
                  <c:v>389</c:v>
                </c:pt>
                <c:pt idx="1356">
                  <c:v>396.85</c:v>
                </c:pt>
                <c:pt idx="1357">
                  <c:v>397.15</c:v>
                </c:pt>
                <c:pt idx="1358">
                  <c:v>390.1</c:v>
                </c:pt>
                <c:pt idx="1359">
                  <c:v>384.15</c:v>
                </c:pt>
                <c:pt idx="1360">
                  <c:v>388.85</c:v>
                </c:pt>
                <c:pt idx="1361">
                  <c:v>386.05</c:v>
                </c:pt>
                <c:pt idx="1362">
                  <c:v>390.8</c:v>
                </c:pt>
                <c:pt idx="1363">
                  <c:v>390.95</c:v>
                </c:pt>
                <c:pt idx="1364">
                  <c:v>390.5</c:v>
                </c:pt>
                <c:pt idx="1365">
                  <c:v>396.35</c:v>
                </c:pt>
                <c:pt idx="1366">
                  <c:v>390.8</c:v>
                </c:pt>
                <c:pt idx="1367">
                  <c:v>391.15</c:v>
                </c:pt>
                <c:pt idx="1368">
                  <c:v>392.7</c:v>
                </c:pt>
                <c:pt idx="1369">
                  <c:v>391.1</c:v>
                </c:pt>
                <c:pt idx="1370">
                  <c:v>395.4</c:v>
                </c:pt>
                <c:pt idx="1371">
                  <c:v>395.5</c:v>
                </c:pt>
                <c:pt idx="1372">
                  <c:v>394.15</c:v>
                </c:pt>
                <c:pt idx="1373">
                  <c:v>391.35</c:v>
                </c:pt>
                <c:pt idx="1374">
                  <c:v>387.15</c:v>
                </c:pt>
                <c:pt idx="1375">
                  <c:v>403.5</c:v>
                </c:pt>
                <c:pt idx="1376">
                  <c:v>403.85</c:v>
                </c:pt>
                <c:pt idx="1377">
                  <c:v>402.6</c:v>
                </c:pt>
                <c:pt idx="1378">
                  <c:v>400.8</c:v>
                </c:pt>
                <c:pt idx="1379">
                  <c:v>405.25</c:v>
                </c:pt>
                <c:pt idx="1380">
                  <c:v>401.2</c:v>
                </c:pt>
                <c:pt idx="1381">
                  <c:v>412.05</c:v>
                </c:pt>
                <c:pt idx="1382">
                  <c:v>411</c:v>
                </c:pt>
                <c:pt idx="1383">
                  <c:v>412.55</c:v>
                </c:pt>
                <c:pt idx="1384">
                  <c:v>419.5</c:v>
                </c:pt>
                <c:pt idx="1385">
                  <c:v>420.5</c:v>
                </c:pt>
                <c:pt idx="1386">
                  <c:v>426.5</c:v>
                </c:pt>
                <c:pt idx="1387">
                  <c:v>421.25</c:v>
                </c:pt>
                <c:pt idx="1388">
                  <c:v>429.8</c:v>
                </c:pt>
                <c:pt idx="1389">
                  <c:v>435.55</c:v>
                </c:pt>
                <c:pt idx="1390">
                  <c:v>420.3</c:v>
                </c:pt>
                <c:pt idx="1391">
                  <c:v>420.45</c:v>
                </c:pt>
                <c:pt idx="1392">
                  <c:v>418.85</c:v>
                </c:pt>
                <c:pt idx="1393">
                  <c:v>418.3</c:v>
                </c:pt>
                <c:pt idx="1394">
                  <c:v>433.3</c:v>
                </c:pt>
                <c:pt idx="1395">
                  <c:v>444.1</c:v>
                </c:pt>
                <c:pt idx="1396">
                  <c:v>458.55</c:v>
                </c:pt>
                <c:pt idx="1397">
                  <c:v>458.05</c:v>
                </c:pt>
                <c:pt idx="1398">
                  <c:v>457.4</c:v>
                </c:pt>
                <c:pt idx="1399">
                  <c:v>445.15</c:v>
                </c:pt>
                <c:pt idx="1400">
                  <c:v>456.5</c:v>
                </c:pt>
                <c:pt idx="1401">
                  <c:v>458.7</c:v>
                </c:pt>
                <c:pt idx="1402">
                  <c:v>455.55</c:v>
                </c:pt>
                <c:pt idx="1403">
                  <c:v>460.4</c:v>
                </c:pt>
                <c:pt idx="1404">
                  <c:v>461.55</c:v>
                </c:pt>
                <c:pt idx="1405">
                  <c:v>463.85</c:v>
                </c:pt>
                <c:pt idx="1406">
                  <c:v>464.75</c:v>
                </c:pt>
                <c:pt idx="1407">
                  <c:v>458.45</c:v>
                </c:pt>
                <c:pt idx="1408">
                  <c:v>468.15</c:v>
                </c:pt>
                <c:pt idx="1409">
                  <c:v>458.6</c:v>
                </c:pt>
                <c:pt idx="1410">
                  <c:v>460.1</c:v>
                </c:pt>
                <c:pt idx="1411">
                  <c:v>462.75</c:v>
                </c:pt>
                <c:pt idx="1412">
                  <c:v>464.95</c:v>
                </c:pt>
                <c:pt idx="1413">
                  <c:v>456.8</c:v>
                </c:pt>
                <c:pt idx="1414">
                  <c:v>464.9</c:v>
                </c:pt>
                <c:pt idx="1415">
                  <c:v>469.35</c:v>
                </c:pt>
                <c:pt idx="1416">
                  <c:v>465.2</c:v>
                </c:pt>
                <c:pt idx="1417">
                  <c:v>468</c:v>
                </c:pt>
                <c:pt idx="1418">
                  <c:v>472.45</c:v>
                </c:pt>
                <c:pt idx="1419">
                  <c:v>474.4</c:v>
                </c:pt>
                <c:pt idx="1420">
                  <c:v>468.7</c:v>
                </c:pt>
                <c:pt idx="1421">
                  <c:v>468</c:v>
                </c:pt>
                <c:pt idx="1422">
                  <c:v>483.25</c:v>
                </c:pt>
                <c:pt idx="1423">
                  <c:v>484.95</c:v>
                </c:pt>
                <c:pt idx="1424">
                  <c:v>484.6</c:v>
                </c:pt>
                <c:pt idx="1425">
                  <c:v>479</c:v>
                </c:pt>
                <c:pt idx="1426">
                  <c:v>478.35</c:v>
                </c:pt>
                <c:pt idx="1427">
                  <c:v>480.1</c:v>
                </c:pt>
                <c:pt idx="1428">
                  <c:v>485.4</c:v>
                </c:pt>
                <c:pt idx="1429">
                  <c:v>491.25</c:v>
                </c:pt>
                <c:pt idx="1430">
                  <c:v>491.95</c:v>
                </c:pt>
                <c:pt idx="1431">
                  <c:v>494.7</c:v>
                </c:pt>
                <c:pt idx="1432">
                  <c:v>499.4</c:v>
                </c:pt>
                <c:pt idx="1433">
                  <c:v>499.45</c:v>
                </c:pt>
                <c:pt idx="1434">
                  <c:v>501.65</c:v>
                </c:pt>
                <c:pt idx="1435">
                  <c:v>502.65</c:v>
                </c:pt>
                <c:pt idx="1436">
                  <c:v>505.95</c:v>
                </c:pt>
                <c:pt idx="1437">
                  <c:v>504.5</c:v>
                </c:pt>
                <c:pt idx="1438">
                  <c:v>498</c:v>
                </c:pt>
                <c:pt idx="1439">
                  <c:v>478.5</c:v>
                </c:pt>
                <c:pt idx="1440">
                  <c:v>484.8</c:v>
                </c:pt>
                <c:pt idx="1441">
                  <c:v>498.55</c:v>
                </c:pt>
                <c:pt idx="1442">
                  <c:v>509.95</c:v>
                </c:pt>
                <c:pt idx="1443">
                  <c:v>509</c:v>
                </c:pt>
                <c:pt idx="1444">
                  <c:v>495.45</c:v>
                </c:pt>
                <c:pt idx="1445">
                  <c:v>504.7</c:v>
                </c:pt>
                <c:pt idx="1446">
                  <c:v>509.4</c:v>
                </c:pt>
                <c:pt idx="1447">
                  <c:v>510.95</c:v>
                </c:pt>
                <c:pt idx="1448">
                  <c:v>519.45000000000005</c:v>
                </c:pt>
                <c:pt idx="1449">
                  <c:v>524.85</c:v>
                </c:pt>
                <c:pt idx="1450">
                  <c:v>518.4</c:v>
                </c:pt>
                <c:pt idx="1451">
                  <c:v>502.6</c:v>
                </c:pt>
                <c:pt idx="1452">
                  <c:v>501.7</c:v>
                </c:pt>
                <c:pt idx="1453">
                  <c:v>501.05</c:v>
                </c:pt>
                <c:pt idx="1454">
                  <c:v>499.4</c:v>
                </c:pt>
                <c:pt idx="1455">
                  <c:v>512.79999999999995</c:v>
                </c:pt>
                <c:pt idx="1456">
                  <c:v>501.45</c:v>
                </c:pt>
                <c:pt idx="1457">
                  <c:v>500.55</c:v>
                </c:pt>
                <c:pt idx="1458">
                  <c:v>503.55</c:v>
                </c:pt>
                <c:pt idx="1459">
                  <c:v>504.95</c:v>
                </c:pt>
                <c:pt idx="1460">
                  <c:v>499.45</c:v>
                </c:pt>
                <c:pt idx="1461">
                  <c:v>501.45</c:v>
                </c:pt>
                <c:pt idx="1462">
                  <c:v>494.35</c:v>
                </c:pt>
                <c:pt idx="1463">
                  <c:v>489.8</c:v>
                </c:pt>
                <c:pt idx="1464">
                  <c:v>473</c:v>
                </c:pt>
                <c:pt idx="1465">
                  <c:v>483.95</c:v>
                </c:pt>
                <c:pt idx="1466">
                  <c:v>499.1</c:v>
                </c:pt>
                <c:pt idx="1467">
                  <c:v>497</c:v>
                </c:pt>
                <c:pt idx="1468">
                  <c:v>503.85</c:v>
                </c:pt>
                <c:pt idx="1469">
                  <c:v>505.1</c:v>
                </c:pt>
                <c:pt idx="1470">
                  <c:v>512.1</c:v>
                </c:pt>
                <c:pt idx="1471">
                  <c:v>509.95</c:v>
                </c:pt>
                <c:pt idx="1472">
                  <c:v>505.65</c:v>
                </c:pt>
                <c:pt idx="1473">
                  <c:v>499.35</c:v>
                </c:pt>
                <c:pt idx="1474">
                  <c:v>503.85</c:v>
                </c:pt>
                <c:pt idx="1475">
                  <c:v>502.5</c:v>
                </c:pt>
                <c:pt idx="1476">
                  <c:v>503.35</c:v>
                </c:pt>
                <c:pt idx="1477">
                  <c:v>506.9</c:v>
                </c:pt>
                <c:pt idx="1478">
                  <c:v>508.9</c:v>
                </c:pt>
                <c:pt idx="1479">
                  <c:v>505.2</c:v>
                </c:pt>
                <c:pt idx="1480">
                  <c:v>513.45000000000005</c:v>
                </c:pt>
                <c:pt idx="1481">
                  <c:v>524.35</c:v>
                </c:pt>
                <c:pt idx="1482">
                  <c:v>521.75</c:v>
                </c:pt>
                <c:pt idx="1483">
                  <c:v>525.70000000000005</c:v>
                </c:pt>
                <c:pt idx="1484">
                  <c:v>536.45000000000005</c:v>
                </c:pt>
                <c:pt idx="1485">
                  <c:v>525.25</c:v>
                </c:pt>
                <c:pt idx="1486">
                  <c:v>540.15</c:v>
                </c:pt>
                <c:pt idx="1487">
                  <c:v>550.25</c:v>
                </c:pt>
                <c:pt idx="1488">
                  <c:v>541.70000000000005</c:v>
                </c:pt>
                <c:pt idx="1489">
                  <c:v>537.54999999999995</c:v>
                </c:pt>
                <c:pt idx="1490">
                  <c:v>539.45000000000005</c:v>
                </c:pt>
                <c:pt idx="1491">
                  <c:v>536.9</c:v>
                </c:pt>
                <c:pt idx="1492">
                  <c:v>540.20000000000005</c:v>
                </c:pt>
                <c:pt idx="1493">
                  <c:v>539.6</c:v>
                </c:pt>
                <c:pt idx="1494">
                  <c:v>550.15</c:v>
                </c:pt>
                <c:pt idx="1495">
                  <c:v>552</c:v>
                </c:pt>
                <c:pt idx="1496">
                  <c:v>542.45000000000005</c:v>
                </c:pt>
                <c:pt idx="1497">
                  <c:v>546.6</c:v>
                </c:pt>
                <c:pt idx="1498">
                  <c:v>555.95000000000005</c:v>
                </c:pt>
                <c:pt idx="1499">
                  <c:v>561.4</c:v>
                </c:pt>
                <c:pt idx="1500">
                  <c:v>557</c:v>
                </c:pt>
                <c:pt idx="1501">
                  <c:v>560.04999999999995</c:v>
                </c:pt>
                <c:pt idx="1502">
                  <c:v>555.29999999999995</c:v>
                </c:pt>
                <c:pt idx="1503">
                  <c:v>554.70000000000005</c:v>
                </c:pt>
                <c:pt idx="1504">
                  <c:v>563.75</c:v>
                </c:pt>
                <c:pt idx="1505">
                  <c:v>563.6</c:v>
                </c:pt>
                <c:pt idx="1506">
                  <c:v>572.45000000000005</c:v>
                </c:pt>
                <c:pt idx="1507">
                  <c:v>578.75</c:v>
                </c:pt>
                <c:pt idx="1508">
                  <c:v>589.95000000000005</c:v>
                </c:pt>
                <c:pt idx="1509">
                  <c:v>594.35</c:v>
                </c:pt>
                <c:pt idx="1510">
                  <c:v>590.45000000000005</c:v>
                </c:pt>
                <c:pt idx="1511">
                  <c:v>590</c:v>
                </c:pt>
                <c:pt idx="1512">
                  <c:v>590.6</c:v>
                </c:pt>
                <c:pt idx="1513">
                  <c:v>588.15</c:v>
                </c:pt>
                <c:pt idx="1514">
                  <c:v>579.4</c:v>
                </c:pt>
                <c:pt idx="1515">
                  <c:v>585.54999999999995</c:v>
                </c:pt>
                <c:pt idx="1516">
                  <c:v>586.79999999999995</c:v>
                </c:pt>
                <c:pt idx="1517">
                  <c:v>586</c:v>
                </c:pt>
                <c:pt idx="1518">
                  <c:v>575.29999999999995</c:v>
                </c:pt>
                <c:pt idx="1519">
                  <c:v>586.6</c:v>
                </c:pt>
                <c:pt idx="1520">
                  <c:v>592</c:v>
                </c:pt>
                <c:pt idx="1521">
                  <c:v>590.79999999999995</c:v>
                </c:pt>
                <c:pt idx="1522">
                  <c:v>599.75</c:v>
                </c:pt>
                <c:pt idx="1523">
                  <c:v>598.20000000000005</c:v>
                </c:pt>
                <c:pt idx="1524">
                  <c:v>597</c:v>
                </c:pt>
                <c:pt idx="1525">
                  <c:v>605.9</c:v>
                </c:pt>
                <c:pt idx="1526">
                  <c:v>598.15</c:v>
                </c:pt>
                <c:pt idx="1527">
                  <c:v>614.35</c:v>
                </c:pt>
                <c:pt idx="1528">
                  <c:v>620.4</c:v>
                </c:pt>
                <c:pt idx="1529">
                  <c:v>650.1</c:v>
                </c:pt>
                <c:pt idx="1530">
                  <c:v>666.6</c:v>
                </c:pt>
                <c:pt idx="1531">
                  <c:v>708.8</c:v>
                </c:pt>
                <c:pt idx="1532">
                  <c:v>695.55</c:v>
                </c:pt>
                <c:pt idx="1533">
                  <c:v>682.35</c:v>
                </c:pt>
                <c:pt idx="1534">
                  <c:v>677.75</c:v>
                </c:pt>
                <c:pt idx="1535">
                  <c:v>675.25</c:v>
                </c:pt>
                <c:pt idx="1536">
                  <c:v>670.4</c:v>
                </c:pt>
                <c:pt idx="1537">
                  <c:v>674.65</c:v>
                </c:pt>
                <c:pt idx="1538">
                  <c:v>674.15</c:v>
                </c:pt>
                <c:pt idx="1539">
                  <c:v>665.5</c:v>
                </c:pt>
                <c:pt idx="1540">
                  <c:v>662.65</c:v>
                </c:pt>
                <c:pt idx="1541">
                  <c:v>666.7</c:v>
                </c:pt>
                <c:pt idx="1542">
                  <c:v>659.4</c:v>
                </c:pt>
                <c:pt idx="1543">
                  <c:v>662.45</c:v>
                </c:pt>
                <c:pt idx="1544">
                  <c:v>664.65</c:v>
                </c:pt>
                <c:pt idx="1545">
                  <c:v>664.95</c:v>
                </c:pt>
                <c:pt idx="1546">
                  <c:v>669.55</c:v>
                </c:pt>
                <c:pt idx="1547">
                  <c:v>682.45</c:v>
                </c:pt>
                <c:pt idx="1548">
                  <c:v>675.35</c:v>
                </c:pt>
                <c:pt idx="1549">
                  <c:v>679.8</c:v>
                </c:pt>
                <c:pt idx="1550">
                  <c:v>672.45</c:v>
                </c:pt>
                <c:pt idx="1551">
                  <c:v>661.7</c:v>
                </c:pt>
                <c:pt idx="1552">
                  <c:v>651.75</c:v>
                </c:pt>
                <c:pt idx="1553">
                  <c:v>647.65</c:v>
                </c:pt>
                <c:pt idx="1554">
                  <c:v>658.85</c:v>
                </c:pt>
                <c:pt idx="1555">
                  <c:v>655.8</c:v>
                </c:pt>
                <c:pt idx="1556">
                  <c:v>655.5</c:v>
                </c:pt>
                <c:pt idx="1557">
                  <c:v>660.9</c:v>
                </c:pt>
                <c:pt idx="1558">
                  <c:v>659.8</c:v>
                </c:pt>
                <c:pt idx="1559">
                  <c:v>659</c:v>
                </c:pt>
                <c:pt idx="1560">
                  <c:v>663.6</c:v>
                </c:pt>
                <c:pt idx="1561">
                  <c:v>669.25</c:v>
                </c:pt>
                <c:pt idx="1562">
                  <c:v>664.5</c:v>
                </c:pt>
                <c:pt idx="1563">
                  <c:v>663.1</c:v>
                </c:pt>
                <c:pt idx="1564">
                  <c:v>670.85</c:v>
                </c:pt>
                <c:pt idx="1565">
                  <c:v>637.9</c:v>
                </c:pt>
                <c:pt idx="1566">
                  <c:v>664.95</c:v>
                </c:pt>
                <c:pt idx="1567">
                  <c:v>660.7</c:v>
                </c:pt>
                <c:pt idx="1568">
                  <c:v>646.04999999999995</c:v>
                </c:pt>
                <c:pt idx="1569">
                  <c:v>644.6</c:v>
                </c:pt>
                <c:pt idx="1570">
                  <c:v>637.20000000000005</c:v>
                </c:pt>
                <c:pt idx="1571">
                  <c:v>641.4</c:v>
                </c:pt>
                <c:pt idx="1572">
                  <c:v>646.79999999999995</c:v>
                </c:pt>
                <c:pt idx="1573">
                  <c:v>645.85</c:v>
                </c:pt>
                <c:pt idx="1574">
                  <c:v>633.45000000000005</c:v>
                </c:pt>
                <c:pt idx="1575">
                  <c:v>625.15</c:v>
                </c:pt>
                <c:pt idx="1576">
                  <c:v>614.20000000000005</c:v>
                </c:pt>
                <c:pt idx="1577">
                  <c:v>616.5</c:v>
                </c:pt>
                <c:pt idx="1578">
                  <c:v>628.45000000000005</c:v>
                </c:pt>
                <c:pt idx="1579">
                  <c:v>621.65</c:v>
                </c:pt>
                <c:pt idx="1580">
                  <c:v>625.1</c:v>
                </c:pt>
                <c:pt idx="1581">
                  <c:v>624.04999999999995</c:v>
                </c:pt>
                <c:pt idx="1582">
                  <c:v>630.4</c:v>
                </c:pt>
                <c:pt idx="1583">
                  <c:v>621.25</c:v>
                </c:pt>
                <c:pt idx="1584">
                  <c:v>621.04999999999995</c:v>
                </c:pt>
                <c:pt idx="1585">
                  <c:v>636.1</c:v>
                </c:pt>
                <c:pt idx="1586">
                  <c:v>643.85</c:v>
                </c:pt>
                <c:pt idx="1587">
                  <c:v>638.75</c:v>
                </c:pt>
                <c:pt idx="1588">
                  <c:v>637.29999999999995</c:v>
                </c:pt>
                <c:pt idx="1589">
                  <c:v>646.95000000000005</c:v>
                </c:pt>
                <c:pt idx="1590">
                  <c:v>649.9</c:v>
                </c:pt>
                <c:pt idx="1591">
                  <c:v>650.4</c:v>
                </c:pt>
                <c:pt idx="1592">
                  <c:v>656.95</c:v>
                </c:pt>
                <c:pt idx="1593">
                  <c:v>663.3</c:v>
                </c:pt>
                <c:pt idx="1594">
                  <c:v>636.45000000000005</c:v>
                </c:pt>
                <c:pt idx="1595">
                  <c:v>639.75</c:v>
                </c:pt>
                <c:pt idx="1596">
                  <c:v>623.9</c:v>
                </c:pt>
                <c:pt idx="1597">
                  <c:v>611.20000000000005</c:v>
                </c:pt>
                <c:pt idx="1598">
                  <c:v>624.4</c:v>
                </c:pt>
                <c:pt idx="1599">
                  <c:v>607.65</c:v>
                </c:pt>
                <c:pt idx="1600">
                  <c:v>574.04999999999995</c:v>
                </c:pt>
                <c:pt idx="1601">
                  <c:v>547.75</c:v>
                </c:pt>
                <c:pt idx="1602">
                  <c:v>544.79999999999995</c:v>
                </c:pt>
                <c:pt idx="1603">
                  <c:v>547.75</c:v>
                </c:pt>
                <c:pt idx="1604">
                  <c:v>546.29999999999995</c:v>
                </c:pt>
                <c:pt idx="1605">
                  <c:v>551.20000000000005</c:v>
                </c:pt>
                <c:pt idx="1606">
                  <c:v>572.04999999999995</c:v>
                </c:pt>
                <c:pt idx="1607">
                  <c:v>570.4</c:v>
                </c:pt>
                <c:pt idx="1608">
                  <c:v>570.6</c:v>
                </c:pt>
                <c:pt idx="1609">
                  <c:v>570.54999999999995</c:v>
                </c:pt>
                <c:pt idx="1610">
                  <c:v>592.15</c:v>
                </c:pt>
                <c:pt idx="1611">
                  <c:v>580</c:v>
                </c:pt>
                <c:pt idx="1612">
                  <c:v>580</c:v>
                </c:pt>
                <c:pt idx="1613">
                  <c:v>580</c:v>
                </c:pt>
                <c:pt idx="1614">
                  <c:v>514.29999999999995</c:v>
                </c:pt>
                <c:pt idx="1615">
                  <c:v>556.79999999999995</c:v>
                </c:pt>
                <c:pt idx="1616">
                  <c:v>573.6</c:v>
                </c:pt>
                <c:pt idx="1617">
                  <c:v>546.04999999999995</c:v>
                </c:pt>
                <c:pt idx="1618">
                  <c:v>539.75</c:v>
                </c:pt>
                <c:pt idx="1619">
                  <c:v>545.5</c:v>
                </c:pt>
                <c:pt idx="1620">
                  <c:v>564.15</c:v>
                </c:pt>
                <c:pt idx="1621">
                  <c:v>565.20000000000005</c:v>
                </c:pt>
                <c:pt idx="1622">
                  <c:v>571.5</c:v>
                </c:pt>
                <c:pt idx="1623">
                  <c:v>555.35</c:v>
                </c:pt>
                <c:pt idx="1624">
                  <c:v>557.20000000000005</c:v>
                </c:pt>
                <c:pt idx="1625">
                  <c:v>573.04999999999995</c:v>
                </c:pt>
                <c:pt idx="1626">
                  <c:v>573.95000000000005</c:v>
                </c:pt>
                <c:pt idx="1627">
                  <c:v>573.4</c:v>
                </c:pt>
                <c:pt idx="1628">
                  <c:v>580.5</c:v>
                </c:pt>
                <c:pt idx="1629">
                  <c:v>579.95000000000005</c:v>
                </c:pt>
                <c:pt idx="1630">
                  <c:v>575.15</c:v>
                </c:pt>
                <c:pt idx="1631">
                  <c:v>592.04999999999995</c:v>
                </c:pt>
                <c:pt idx="1632">
                  <c:v>579.45000000000005</c:v>
                </c:pt>
                <c:pt idx="1633">
                  <c:v>576.25</c:v>
                </c:pt>
                <c:pt idx="1634">
                  <c:v>577.29999999999995</c:v>
                </c:pt>
                <c:pt idx="1635">
                  <c:v>580.85</c:v>
                </c:pt>
                <c:pt idx="1636">
                  <c:v>584.1</c:v>
                </c:pt>
                <c:pt idx="1637">
                  <c:v>575</c:v>
                </c:pt>
                <c:pt idx="1638">
                  <c:v>571.9</c:v>
                </c:pt>
                <c:pt idx="1639">
                  <c:v>570.04999999999995</c:v>
                </c:pt>
                <c:pt idx="1640">
                  <c:v>579.95000000000005</c:v>
                </c:pt>
                <c:pt idx="1641">
                  <c:v>572.45000000000005</c:v>
                </c:pt>
                <c:pt idx="1642">
                  <c:v>570.20000000000005</c:v>
                </c:pt>
                <c:pt idx="1643">
                  <c:v>575</c:v>
                </c:pt>
                <c:pt idx="1644">
                  <c:v>578.25</c:v>
                </c:pt>
                <c:pt idx="1645">
                  <c:v>583.25</c:v>
                </c:pt>
                <c:pt idx="1646">
                  <c:v>583.70000000000005</c:v>
                </c:pt>
                <c:pt idx="1647">
                  <c:v>572.5</c:v>
                </c:pt>
                <c:pt idx="1648">
                  <c:v>579.9</c:v>
                </c:pt>
                <c:pt idx="1649">
                  <c:v>583.20000000000005</c:v>
                </c:pt>
                <c:pt idx="1650">
                  <c:v>589.5</c:v>
                </c:pt>
                <c:pt idx="1651">
                  <c:v>585.15</c:v>
                </c:pt>
                <c:pt idx="1652">
                  <c:v>610.25</c:v>
                </c:pt>
                <c:pt idx="1653">
                  <c:v>604.85</c:v>
                </c:pt>
                <c:pt idx="1654">
                  <c:v>609.15</c:v>
                </c:pt>
                <c:pt idx="1655">
                  <c:v>617.4</c:v>
                </c:pt>
                <c:pt idx="1656">
                  <c:v>617.4</c:v>
                </c:pt>
                <c:pt idx="1657">
                  <c:v>620.70000000000005</c:v>
                </c:pt>
                <c:pt idx="1658">
                  <c:v>630.75</c:v>
                </c:pt>
                <c:pt idx="1659">
                  <c:v>629.20000000000005</c:v>
                </c:pt>
                <c:pt idx="1660">
                  <c:v>636.29999999999995</c:v>
                </c:pt>
                <c:pt idx="1661">
                  <c:v>650.6</c:v>
                </c:pt>
                <c:pt idx="1662">
                  <c:v>649.95000000000005</c:v>
                </c:pt>
                <c:pt idx="1663">
                  <c:v>649.9</c:v>
                </c:pt>
                <c:pt idx="1664">
                  <c:v>649.9</c:v>
                </c:pt>
                <c:pt idx="1665">
                  <c:v>644.15</c:v>
                </c:pt>
                <c:pt idx="1666">
                  <c:v>632.45000000000005</c:v>
                </c:pt>
                <c:pt idx="1667">
                  <c:v>623</c:v>
                </c:pt>
                <c:pt idx="1668">
                  <c:v>619.65</c:v>
                </c:pt>
                <c:pt idx="1669">
                  <c:v>615.65</c:v>
                </c:pt>
                <c:pt idx="1670">
                  <c:v>627.70000000000005</c:v>
                </c:pt>
                <c:pt idx="1671">
                  <c:v>632.9</c:v>
                </c:pt>
                <c:pt idx="1672">
                  <c:v>634.1</c:v>
                </c:pt>
                <c:pt idx="1673">
                  <c:v>633.25</c:v>
                </c:pt>
                <c:pt idx="1674">
                  <c:v>635.9</c:v>
                </c:pt>
                <c:pt idx="1675">
                  <c:v>638</c:v>
                </c:pt>
                <c:pt idx="1676">
                  <c:v>642.95000000000005</c:v>
                </c:pt>
                <c:pt idx="1677">
                  <c:v>637.70000000000005</c:v>
                </c:pt>
                <c:pt idx="1678">
                  <c:v>644.29999999999995</c:v>
                </c:pt>
                <c:pt idx="1679">
                  <c:v>653.35</c:v>
                </c:pt>
                <c:pt idx="1680">
                  <c:v>654.54999999999995</c:v>
                </c:pt>
                <c:pt idx="1681">
                  <c:v>653.65</c:v>
                </c:pt>
                <c:pt idx="1682">
                  <c:v>656.65</c:v>
                </c:pt>
                <c:pt idx="1683">
                  <c:v>659.5</c:v>
                </c:pt>
                <c:pt idx="1684">
                  <c:v>665.6</c:v>
                </c:pt>
                <c:pt idx="1685">
                  <c:v>666.35</c:v>
                </c:pt>
                <c:pt idx="1686">
                  <c:v>664.45</c:v>
                </c:pt>
                <c:pt idx="1687">
                  <c:v>661.2</c:v>
                </c:pt>
                <c:pt idx="1688">
                  <c:v>666.8</c:v>
                </c:pt>
                <c:pt idx="1689">
                  <c:v>665.4</c:v>
                </c:pt>
                <c:pt idx="1690">
                  <c:v>664.45</c:v>
                </c:pt>
                <c:pt idx="1691">
                  <c:v>661.2</c:v>
                </c:pt>
                <c:pt idx="1692">
                  <c:v>665.25</c:v>
                </c:pt>
                <c:pt idx="1693">
                  <c:v>667</c:v>
                </c:pt>
                <c:pt idx="1694">
                  <c:v>666.75</c:v>
                </c:pt>
                <c:pt idx="1695">
                  <c:v>676.1</c:v>
                </c:pt>
                <c:pt idx="1696">
                  <c:v>673.35</c:v>
                </c:pt>
                <c:pt idx="1697">
                  <c:v>674.7</c:v>
                </c:pt>
                <c:pt idx="1698">
                  <c:v>680.95</c:v>
                </c:pt>
                <c:pt idx="1699">
                  <c:v>675.1</c:v>
                </c:pt>
                <c:pt idx="1700">
                  <c:v>673.2</c:v>
                </c:pt>
                <c:pt idx="1701">
                  <c:v>676.2</c:v>
                </c:pt>
                <c:pt idx="1702">
                  <c:v>674</c:v>
                </c:pt>
                <c:pt idx="1703">
                  <c:v>664.7</c:v>
                </c:pt>
                <c:pt idx="1704">
                  <c:v>664.25</c:v>
                </c:pt>
                <c:pt idx="1705">
                  <c:v>662.1</c:v>
                </c:pt>
                <c:pt idx="1706">
                  <c:v>658.35</c:v>
                </c:pt>
                <c:pt idx="1707">
                  <c:v>655.20000000000005</c:v>
                </c:pt>
                <c:pt idx="1708">
                  <c:v>649.85</c:v>
                </c:pt>
                <c:pt idx="1709">
                  <c:v>657.85</c:v>
                </c:pt>
                <c:pt idx="1710">
                  <c:v>662.4</c:v>
                </c:pt>
                <c:pt idx="1711">
                  <c:v>661.85</c:v>
                </c:pt>
                <c:pt idx="1712">
                  <c:v>665.35</c:v>
                </c:pt>
                <c:pt idx="1713">
                  <c:v>672.65</c:v>
                </c:pt>
                <c:pt idx="1714">
                  <c:v>667.25</c:v>
                </c:pt>
                <c:pt idx="1715">
                  <c:v>668.75</c:v>
                </c:pt>
                <c:pt idx="1716">
                  <c:v>694.4</c:v>
                </c:pt>
                <c:pt idx="1717">
                  <c:v>691.7</c:v>
                </c:pt>
                <c:pt idx="1718">
                  <c:v>692.15</c:v>
                </c:pt>
                <c:pt idx="1719">
                  <c:v>699.9</c:v>
                </c:pt>
                <c:pt idx="1720">
                  <c:v>700.3</c:v>
                </c:pt>
                <c:pt idx="1721">
                  <c:v>701.65</c:v>
                </c:pt>
                <c:pt idx="1722">
                  <c:v>696.55</c:v>
                </c:pt>
                <c:pt idx="1723">
                  <c:v>700.65</c:v>
                </c:pt>
                <c:pt idx="1724">
                  <c:v>700.4</c:v>
                </c:pt>
                <c:pt idx="1725">
                  <c:v>711.85</c:v>
                </c:pt>
                <c:pt idx="1726">
                  <c:v>716.85</c:v>
                </c:pt>
                <c:pt idx="1727">
                  <c:v>714.95</c:v>
                </c:pt>
                <c:pt idx="1728">
                  <c:v>703.75</c:v>
                </c:pt>
                <c:pt idx="1729">
                  <c:v>681.6</c:v>
                </c:pt>
                <c:pt idx="1730">
                  <c:v>686.75</c:v>
                </c:pt>
                <c:pt idx="1731">
                  <c:v>703.85</c:v>
                </c:pt>
                <c:pt idx="1732">
                  <c:v>690.3</c:v>
                </c:pt>
                <c:pt idx="1733">
                  <c:v>701.75</c:v>
                </c:pt>
                <c:pt idx="1734">
                  <c:v>702.5</c:v>
                </c:pt>
                <c:pt idx="1735">
                  <c:v>701</c:v>
                </c:pt>
                <c:pt idx="1736">
                  <c:v>702.65</c:v>
                </c:pt>
                <c:pt idx="1737">
                  <c:v>713.05</c:v>
                </c:pt>
                <c:pt idx="1738">
                  <c:v>715.1</c:v>
                </c:pt>
                <c:pt idx="1739">
                  <c:v>715.45</c:v>
                </c:pt>
                <c:pt idx="1740">
                  <c:v>724.7</c:v>
                </c:pt>
                <c:pt idx="1741">
                  <c:v>719.35</c:v>
                </c:pt>
                <c:pt idx="1742">
                  <c:v>699.1</c:v>
                </c:pt>
                <c:pt idx="1743">
                  <c:v>702</c:v>
                </c:pt>
                <c:pt idx="1744">
                  <c:v>702.55</c:v>
                </c:pt>
                <c:pt idx="1745">
                  <c:v>704.85</c:v>
                </c:pt>
                <c:pt idx="1746">
                  <c:v>713.8</c:v>
                </c:pt>
                <c:pt idx="1747">
                  <c:v>720.1</c:v>
                </c:pt>
                <c:pt idx="1748">
                  <c:v>721.35</c:v>
                </c:pt>
                <c:pt idx="1749">
                  <c:v>715.3</c:v>
                </c:pt>
                <c:pt idx="1750">
                  <c:v>726.1</c:v>
                </c:pt>
                <c:pt idx="1751">
                  <c:v>717.35</c:v>
                </c:pt>
                <c:pt idx="1752">
                  <c:v>715.9</c:v>
                </c:pt>
                <c:pt idx="1753">
                  <c:v>717.3</c:v>
                </c:pt>
                <c:pt idx="1754">
                  <c:v>716.8</c:v>
                </c:pt>
                <c:pt idx="1755">
                  <c:v>715.35</c:v>
                </c:pt>
                <c:pt idx="1756">
                  <c:v>725.3</c:v>
                </c:pt>
                <c:pt idx="1757">
                  <c:v>736.5</c:v>
                </c:pt>
                <c:pt idx="1758">
                  <c:v>740.6</c:v>
                </c:pt>
                <c:pt idx="1759">
                  <c:v>740.8</c:v>
                </c:pt>
                <c:pt idx="1760">
                  <c:v>749.35</c:v>
                </c:pt>
                <c:pt idx="1761">
                  <c:v>748.85</c:v>
                </c:pt>
                <c:pt idx="1762">
                  <c:v>728.75</c:v>
                </c:pt>
                <c:pt idx="1763">
                  <c:v>720.05</c:v>
                </c:pt>
                <c:pt idx="1764">
                  <c:v>720.65</c:v>
                </c:pt>
                <c:pt idx="1765">
                  <c:v>727.9</c:v>
                </c:pt>
                <c:pt idx="1766">
                  <c:v>713.7</c:v>
                </c:pt>
                <c:pt idx="1767">
                  <c:v>780</c:v>
                </c:pt>
                <c:pt idx="1768">
                  <c:v>788.3</c:v>
                </c:pt>
                <c:pt idx="1769">
                  <c:v>804.75</c:v>
                </c:pt>
                <c:pt idx="1770">
                  <c:v>808.2</c:v>
                </c:pt>
                <c:pt idx="1771">
                  <c:v>799.35</c:v>
                </c:pt>
                <c:pt idx="1772">
                  <c:v>798.55</c:v>
                </c:pt>
                <c:pt idx="1773">
                  <c:v>788.3</c:v>
                </c:pt>
                <c:pt idx="1774">
                  <c:v>790.45</c:v>
                </c:pt>
                <c:pt idx="1775">
                  <c:v>802.5</c:v>
                </c:pt>
                <c:pt idx="1776">
                  <c:v>799.95</c:v>
                </c:pt>
                <c:pt idx="1777">
                  <c:v>795.9</c:v>
                </c:pt>
                <c:pt idx="1778">
                  <c:v>795.05</c:v>
                </c:pt>
                <c:pt idx="1779">
                  <c:v>787.55</c:v>
                </c:pt>
                <c:pt idx="1780">
                  <c:v>778.35</c:v>
                </c:pt>
                <c:pt idx="1781">
                  <c:v>771.1</c:v>
                </c:pt>
                <c:pt idx="1782">
                  <c:v>767.25</c:v>
                </c:pt>
                <c:pt idx="1783">
                  <c:v>800.2</c:v>
                </c:pt>
                <c:pt idx="1784">
                  <c:v>791.7</c:v>
                </c:pt>
                <c:pt idx="1785">
                  <c:v>786.9</c:v>
                </c:pt>
                <c:pt idx="1786">
                  <c:v>784.5</c:v>
                </c:pt>
                <c:pt idx="1787">
                  <c:v>778.2</c:v>
                </c:pt>
                <c:pt idx="1788">
                  <c:v>789.25</c:v>
                </c:pt>
                <c:pt idx="1789">
                  <c:v>790</c:v>
                </c:pt>
                <c:pt idx="1790">
                  <c:v>761.6</c:v>
                </c:pt>
                <c:pt idx="1791">
                  <c:v>757.8</c:v>
                </c:pt>
                <c:pt idx="1792">
                  <c:v>755.1</c:v>
                </c:pt>
                <c:pt idx="1793">
                  <c:v>732.5</c:v>
                </c:pt>
                <c:pt idx="1794">
                  <c:v>731.65</c:v>
                </c:pt>
                <c:pt idx="1795">
                  <c:v>731.95</c:v>
                </c:pt>
                <c:pt idx="1796">
                  <c:v>737.05</c:v>
                </c:pt>
                <c:pt idx="1797">
                  <c:v>717.3</c:v>
                </c:pt>
                <c:pt idx="1798">
                  <c:v>701.95</c:v>
                </c:pt>
                <c:pt idx="1799">
                  <c:v>655.75</c:v>
                </c:pt>
                <c:pt idx="1800">
                  <c:v>683.2</c:v>
                </c:pt>
                <c:pt idx="1801">
                  <c:v>661.25</c:v>
                </c:pt>
                <c:pt idx="1802">
                  <c:v>693.35</c:v>
                </c:pt>
                <c:pt idx="1803">
                  <c:v>684.25</c:v>
                </c:pt>
                <c:pt idx="1804">
                  <c:v>697.5</c:v>
                </c:pt>
                <c:pt idx="1805">
                  <c:v>696.65</c:v>
                </c:pt>
                <c:pt idx="1806">
                  <c:v>690</c:v>
                </c:pt>
                <c:pt idx="1807">
                  <c:v>691.4</c:v>
                </c:pt>
                <c:pt idx="1808">
                  <c:v>685.45</c:v>
                </c:pt>
                <c:pt idx="1809">
                  <c:v>695.6</c:v>
                </c:pt>
                <c:pt idx="1810">
                  <c:v>710</c:v>
                </c:pt>
                <c:pt idx="1811">
                  <c:v>707</c:v>
                </c:pt>
                <c:pt idx="1812">
                  <c:v>716.5</c:v>
                </c:pt>
                <c:pt idx="1813">
                  <c:v>716.3</c:v>
                </c:pt>
                <c:pt idx="1814">
                  <c:v>731.6</c:v>
                </c:pt>
                <c:pt idx="1815">
                  <c:v>742.2</c:v>
                </c:pt>
                <c:pt idx="1816">
                  <c:v>757.3</c:v>
                </c:pt>
                <c:pt idx="1817">
                  <c:v>762.6</c:v>
                </c:pt>
                <c:pt idx="1818">
                  <c:v>740.25</c:v>
                </c:pt>
                <c:pt idx="1819">
                  <c:v>747.3</c:v>
                </c:pt>
                <c:pt idx="1820">
                  <c:v>768.4</c:v>
                </c:pt>
                <c:pt idx="1821">
                  <c:v>790.15</c:v>
                </c:pt>
                <c:pt idx="1822">
                  <c:v>787.65</c:v>
                </c:pt>
                <c:pt idx="1823">
                  <c:v>799.2</c:v>
                </c:pt>
                <c:pt idx="1824">
                  <c:v>807.25</c:v>
                </c:pt>
                <c:pt idx="1825">
                  <c:v>803.8</c:v>
                </c:pt>
                <c:pt idx="1826">
                  <c:v>811.45</c:v>
                </c:pt>
                <c:pt idx="1827">
                  <c:v>808.1</c:v>
                </c:pt>
                <c:pt idx="1828">
                  <c:v>797.25</c:v>
                </c:pt>
                <c:pt idx="1829">
                  <c:v>782</c:v>
                </c:pt>
                <c:pt idx="1830">
                  <c:v>798.45</c:v>
                </c:pt>
                <c:pt idx="1831">
                  <c:v>806.05</c:v>
                </c:pt>
                <c:pt idx="1832">
                  <c:v>790.7</c:v>
                </c:pt>
                <c:pt idx="1833">
                  <c:v>800.35</c:v>
                </c:pt>
                <c:pt idx="1834">
                  <c:v>804.35</c:v>
                </c:pt>
                <c:pt idx="1835">
                  <c:v>800</c:v>
                </c:pt>
                <c:pt idx="1836">
                  <c:v>787.15</c:v>
                </c:pt>
                <c:pt idx="1837">
                  <c:v>790.9</c:v>
                </c:pt>
                <c:pt idx="1838">
                  <c:v>808.75</c:v>
                </c:pt>
                <c:pt idx="1839">
                  <c:v>807.15</c:v>
                </c:pt>
                <c:pt idx="1840">
                  <c:v>804.85</c:v>
                </c:pt>
                <c:pt idx="1841">
                  <c:v>784.4</c:v>
                </c:pt>
                <c:pt idx="1842">
                  <c:v>773.35</c:v>
                </c:pt>
                <c:pt idx="1843">
                  <c:v>782.45</c:v>
                </c:pt>
                <c:pt idx="1844">
                  <c:v>775.7</c:v>
                </c:pt>
                <c:pt idx="1845">
                  <c:v>791.75</c:v>
                </c:pt>
                <c:pt idx="1846">
                  <c:v>794.65</c:v>
                </c:pt>
                <c:pt idx="1847">
                  <c:v>818.7</c:v>
                </c:pt>
                <c:pt idx="1848">
                  <c:v>815.65</c:v>
                </c:pt>
                <c:pt idx="1849">
                  <c:v>816.15</c:v>
                </c:pt>
                <c:pt idx="1850">
                  <c:v>819.75</c:v>
                </c:pt>
                <c:pt idx="1851">
                  <c:v>820</c:v>
                </c:pt>
                <c:pt idx="1852">
                  <c:v>818.5</c:v>
                </c:pt>
                <c:pt idx="1853">
                  <c:v>824.35</c:v>
                </c:pt>
                <c:pt idx="1854">
                  <c:v>825.25</c:v>
                </c:pt>
                <c:pt idx="1855">
                  <c:v>823.45</c:v>
                </c:pt>
                <c:pt idx="1856">
                  <c:v>831.95</c:v>
                </c:pt>
                <c:pt idx="1857">
                  <c:v>824.9</c:v>
                </c:pt>
                <c:pt idx="1858">
                  <c:v>830.15</c:v>
                </c:pt>
                <c:pt idx="1859">
                  <c:v>867.1</c:v>
                </c:pt>
                <c:pt idx="1860">
                  <c:v>862.45</c:v>
                </c:pt>
                <c:pt idx="1861">
                  <c:v>849</c:v>
                </c:pt>
                <c:pt idx="1862">
                  <c:v>840.95</c:v>
                </c:pt>
                <c:pt idx="1863">
                  <c:v>849.6</c:v>
                </c:pt>
                <c:pt idx="1864">
                  <c:v>853.2</c:v>
                </c:pt>
                <c:pt idx="1865">
                  <c:v>839.8</c:v>
                </c:pt>
                <c:pt idx="1866">
                  <c:v>865.5</c:v>
                </c:pt>
                <c:pt idx="1867">
                  <c:v>858.05</c:v>
                </c:pt>
                <c:pt idx="1868">
                  <c:v>847.9</c:v>
                </c:pt>
                <c:pt idx="1869">
                  <c:v>868.1</c:v>
                </c:pt>
                <c:pt idx="1870">
                  <c:v>863.95</c:v>
                </c:pt>
                <c:pt idx="1871">
                  <c:v>848.5</c:v>
                </c:pt>
                <c:pt idx="1872">
                  <c:v>847.8</c:v>
                </c:pt>
                <c:pt idx="1873">
                  <c:v>850.05</c:v>
                </c:pt>
                <c:pt idx="1874">
                  <c:v>837.4</c:v>
                </c:pt>
                <c:pt idx="1875">
                  <c:v>832.25</c:v>
                </c:pt>
                <c:pt idx="1876">
                  <c:v>823.85</c:v>
                </c:pt>
                <c:pt idx="1877">
                  <c:v>830.45</c:v>
                </c:pt>
                <c:pt idx="1878">
                  <c:v>830</c:v>
                </c:pt>
                <c:pt idx="1879">
                  <c:v>810.15</c:v>
                </c:pt>
                <c:pt idx="1880">
                  <c:v>829.95</c:v>
                </c:pt>
                <c:pt idx="1881">
                  <c:v>830.2</c:v>
                </c:pt>
                <c:pt idx="1882">
                  <c:v>830.1</c:v>
                </c:pt>
                <c:pt idx="1883">
                  <c:v>840.6</c:v>
                </c:pt>
                <c:pt idx="1884">
                  <c:v>848.5</c:v>
                </c:pt>
                <c:pt idx="1885">
                  <c:v>857.35</c:v>
                </c:pt>
                <c:pt idx="1886">
                  <c:v>852.5</c:v>
                </c:pt>
                <c:pt idx="1887">
                  <c:v>854.6</c:v>
                </c:pt>
                <c:pt idx="1888">
                  <c:v>853.3</c:v>
                </c:pt>
                <c:pt idx="1889">
                  <c:v>865.4</c:v>
                </c:pt>
                <c:pt idx="1890">
                  <c:v>874.9</c:v>
                </c:pt>
                <c:pt idx="1891">
                  <c:v>885.95</c:v>
                </c:pt>
                <c:pt idx="1892">
                  <c:v>879.4</c:v>
                </c:pt>
                <c:pt idx="1893">
                  <c:v>886.3</c:v>
                </c:pt>
                <c:pt idx="1894">
                  <c:v>879.55</c:v>
                </c:pt>
                <c:pt idx="1895">
                  <c:v>882.25</c:v>
                </c:pt>
                <c:pt idx="1896">
                  <c:v>897.05</c:v>
                </c:pt>
                <c:pt idx="1897">
                  <c:v>871.45</c:v>
                </c:pt>
                <c:pt idx="1898">
                  <c:v>866.3</c:v>
                </c:pt>
                <c:pt idx="1899">
                  <c:v>866.6</c:v>
                </c:pt>
                <c:pt idx="1900">
                  <c:v>857.2</c:v>
                </c:pt>
                <c:pt idx="1901">
                  <c:v>885.9</c:v>
                </c:pt>
                <c:pt idx="1902">
                  <c:v>866</c:v>
                </c:pt>
                <c:pt idx="1903">
                  <c:v>882.1</c:v>
                </c:pt>
                <c:pt idx="1904">
                  <c:v>896.75</c:v>
                </c:pt>
                <c:pt idx="1905">
                  <c:v>885.55</c:v>
                </c:pt>
                <c:pt idx="1906">
                  <c:v>900.25</c:v>
                </c:pt>
                <c:pt idx="1907">
                  <c:v>923.95</c:v>
                </c:pt>
                <c:pt idx="1908">
                  <c:v>939.1</c:v>
                </c:pt>
                <c:pt idx="1909">
                  <c:v>945.75</c:v>
                </c:pt>
                <c:pt idx="1910">
                  <c:v>981.2</c:v>
                </c:pt>
                <c:pt idx="1911">
                  <c:v>987.6</c:v>
                </c:pt>
                <c:pt idx="1912">
                  <c:v>938.1</c:v>
                </c:pt>
                <c:pt idx="1913">
                  <c:v>924.9</c:v>
                </c:pt>
                <c:pt idx="1914">
                  <c:v>935.35</c:v>
                </c:pt>
                <c:pt idx="1915">
                  <c:v>937.55</c:v>
                </c:pt>
                <c:pt idx="1916">
                  <c:v>926.75</c:v>
                </c:pt>
                <c:pt idx="1917">
                  <c:v>928</c:v>
                </c:pt>
                <c:pt idx="1918">
                  <c:v>932.5</c:v>
                </c:pt>
                <c:pt idx="1919">
                  <c:v>939.95</c:v>
                </c:pt>
                <c:pt idx="1920">
                  <c:v>930.5</c:v>
                </c:pt>
                <c:pt idx="1921">
                  <c:v>935.85</c:v>
                </c:pt>
                <c:pt idx="1922">
                  <c:v>947.95</c:v>
                </c:pt>
                <c:pt idx="1923">
                  <c:v>943</c:v>
                </c:pt>
                <c:pt idx="1924">
                  <c:v>950.75</c:v>
                </c:pt>
                <c:pt idx="1925">
                  <c:v>946.15</c:v>
                </c:pt>
                <c:pt idx="1926">
                  <c:v>943.85</c:v>
                </c:pt>
                <c:pt idx="1927">
                  <c:v>940</c:v>
                </c:pt>
                <c:pt idx="1928">
                  <c:v>937.6</c:v>
                </c:pt>
                <c:pt idx="1929">
                  <c:v>949.35</c:v>
                </c:pt>
                <c:pt idx="1930">
                  <c:v>931.7</c:v>
                </c:pt>
                <c:pt idx="1931">
                  <c:v>934</c:v>
                </c:pt>
                <c:pt idx="1932">
                  <c:v>949.85</c:v>
                </c:pt>
                <c:pt idx="1933">
                  <c:v>950</c:v>
                </c:pt>
                <c:pt idx="1934">
                  <c:v>945.45</c:v>
                </c:pt>
                <c:pt idx="1935">
                  <c:v>935.05</c:v>
                </c:pt>
                <c:pt idx="1936">
                  <c:v>932.55</c:v>
                </c:pt>
                <c:pt idx="1937">
                  <c:v>949.2</c:v>
                </c:pt>
                <c:pt idx="1938">
                  <c:v>932.25</c:v>
                </c:pt>
                <c:pt idx="1939">
                  <c:v>949.9</c:v>
                </c:pt>
                <c:pt idx="1940">
                  <c:v>981.45</c:v>
                </c:pt>
                <c:pt idx="1941">
                  <c:v>981.8</c:v>
                </c:pt>
                <c:pt idx="1942">
                  <c:v>956.45</c:v>
                </c:pt>
                <c:pt idx="1943">
                  <c:v>988.35</c:v>
                </c:pt>
                <c:pt idx="1944">
                  <c:v>966.45</c:v>
                </c:pt>
                <c:pt idx="1945">
                  <c:v>990.9</c:v>
                </c:pt>
                <c:pt idx="1946">
                  <c:v>985.4</c:v>
                </c:pt>
                <c:pt idx="1947">
                  <c:v>946.15</c:v>
                </c:pt>
                <c:pt idx="1948">
                  <c:v>944.8</c:v>
                </c:pt>
                <c:pt idx="1949">
                  <c:v>969.4</c:v>
                </c:pt>
                <c:pt idx="1950">
                  <c:v>949.1</c:v>
                </c:pt>
                <c:pt idx="1951">
                  <c:v>982.7</c:v>
                </c:pt>
                <c:pt idx="1952">
                  <c:v>965.45</c:v>
                </c:pt>
                <c:pt idx="1953">
                  <c:v>972.05</c:v>
                </c:pt>
                <c:pt idx="1954">
                  <c:v>970.15</c:v>
                </c:pt>
                <c:pt idx="1955">
                  <c:v>947.95</c:v>
                </c:pt>
                <c:pt idx="1956">
                  <c:v>950.4</c:v>
                </c:pt>
                <c:pt idx="1957">
                  <c:v>927.45</c:v>
                </c:pt>
                <c:pt idx="1958">
                  <c:v>976.95</c:v>
                </c:pt>
                <c:pt idx="1959">
                  <c:v>973.55</c:v>
                </c:pt>
                <c:pt idx="1960">
                  <c:v>1013.3</c:v>
                </c:pt>
                <c:pt idx="1961">
                  <c:v>1098.6500000000001</c:v>
                </c:pt>
                <c:pt idx="1962">
                  <c:v>1009.35</c:v>
                </c:pt>
                <c:pt idx="1963">
                  <c:v>1031.3499999999999</c:v>
                </c:pt>
                <c:pt idx="1964">
                  <c:v>1014.4</c:v>
                </c:pt>
                <c:pt idx="1965">
                  <c:v>1032.3</c:v>
                </c:pt>
                <c:pt idx="1966">
                  <c:v>1086.25</c:v>
                </c:pt>
                <c:pt idx="1967">
                  <c:v>1057.8</c:v>
                </c:pt>
                <c:pt idx="1968">
                  <c:v>1052</c:v>
                </c:pt>
                <c:pt idx="1969">
                  <c:v>1042.4000000000001</c:v>
                </c:pt>
                <c:pt idx="1970">
                  <c:v>1051.55</c:v>
                </c:pt>
                <c:pt idx="1971">
                  <c:v>1025.05</c:v>
                </c:pt>
                <c:pt idx="1972">
                  <c:v>1032.5999999999999</c:v>
                </c:pt>
                <c:pt idx="1973">
                  <c:v>968.85</c:v>
                </c:pt>
                <c:pt idx="1974">
                  <c:v>1004.65</c:v>
                </c:pt>
                <c:pt idx="1975">
                  <c:v>997.55</c:v>
                </c:pt>
                <c:pt idx="1976">
                  <c:v>1000.25</c:v>
                </c:pt>
                <c:pt idx="1977">
                  <c:v>1000.05</c:v>
                </c:pt>
                <c:pt idx="1978">
                  <c:v>1009.55</c:v>
                </c:pt>
                <c:pt idx="1979">
                  <c:v>1006.05</c:v>
                </c:pt>
                <c:pt idx="1980">
                  <c:v>1004.55</c:v>
                </c:pt>
                <c:pt idx="1981">
                  <c:v>1000.15</c:v>
                </c:pt>
                <c:pt idx="1982">
                  <c:v>991.15</c:v>
                </c:pt>
                <c:pt idx="1983">
                  <c:v>998.45</c:v>
                </c:pt>
                <c:pt idx="1984">
                  <c:v>998.15</c:v>
                </c:pt>
                <c:pt idx="1985">
                  <c:v>1006.45</c:v>
                </c:pt>
                <c:pt idx="1986">
                  <c:v>998.1</c:v>
                </c:pt>
                <c:pt idx="1987">
                  <c:v>990</c:v>
                </c:pt>
                <c:pt idx="1988">
                  <c:v>986.6</c:v>
                </c:pt>
                <c:pt idx="1989">
                  <c:v>995.3</c:v>
                </c:pt>
                <c:pt idx="1990">
                  <c:v>1002.3</c:v>
                </c:pt>
                <c:pt idx="1991">
                  <c:v>994.4</c:v>
                </c:pt>
                <c:pt idx="1992">
                  <c:v>994.9</c:v>
                </c:pt>
                <c:pt idx="1993">
                  <c:v>995.05</c:v>
                </c:pt>
                <c:pt idx="1994">
                  <c:v>999.55</c:v>
                </c:pt>
                <c:pt idx="1995">
                  <c:v>996.6</c:v>
                </c:pt>
                <c:pt idx="1996">
                  <c:v>983.95</c:v>
                </c:pt>
                <c:pt idx="1997">
                  <c:v>1002.7</c:v>
                </c:pt>
                <c:pt idx="1998">
                  <c:v>995.4</c:v>
                </c:pt>
                <c:pt idx="1999">
                  <c:v>989.45</c:v>
                </c:pt>
                <c:pt idx="2000">
                  <c:v>1004.9</c:v>
                </c:pt>
                <c:pt idx="2001">
                  <c:v>1011.65</c:v>
                </c:pt>
                <c:pt idx="2002">
                  <c:v>1052.0999999999999</c:v>
                </c:pt>
                <c:pt idx="2003">
                  <c:v>1100.1500000000001</c:v>
                </c:pt>
                <c:pt idx="2004">
                  <c:v>1085.1500000000001</c:v>
                </c:pt>
                <c:pt idx="2005">
                  <c:v>1099.9000000000001</c:v>
                </c:pt>
                <c:pt idx="2006">
                  <c:v>1099.55</c:v>
                </c:pt>
                <c:pt idx="2007">
                  <c:v>1134.0999999999999</c:v>
                </c:pt>
                <c:pt idx="2008">
                  <c:v>1136.3</c:v>
                </c:pt>
                <c:pt idx="2009">
                  <c:v>1139.05</c:v>
                </c:pt>
                <c:pt idx="2010">
                  <c:v>1140.9000000000001</c:v>
                </c:pt>
                <c:pt idx="2011">
                  <c:v>1212.4000000000001</c:v>
                </c:pt>
                <c:pt idx="2012">
                  <c:v>1248.2</c:v>
                </c:pt>
                <c:pt idx="2013">
                  <c:v>1202.9000000000001</c:v>
                </c:pt>
                <c:pt idx="2014">
                  <c:v>1172.25</c:v>
                </c:pt>
                <c:pt idx="2015">
                  <c:v>1157.2</c:v>
                </c:pt>
                <c:pt idx="2016">
                  <c:v>1124.0999999999999</c:v>
                </c:pt>
                <c:pt idx="2017">
                  <c:v>1099.5999999999999</c:v>
                </c:pt>
                <c:pt idx="2018">
                  <c:v>1086.2</c:v>
                </c:pt>
                <c:pt idx="2019">
                  <c:v>1086.75</c:v>
                </c:pt>
                <c:pt idx="2020">
                  <c:v>1035.2</c:v>
                </c:pt>
                <c:pt idx="2021">
                  <c:v>1045.5999999999999</c:v>
                </c:pt>
                <c:pt idx="2022">
                  <c:v>962.6</c:v>
                </c:pt>
                <c:pt idx="2023">
                  <c:v>1002.65</c:v>
                </c:pt>
                <c:pt idx="2024">
                  <c:v>1016.15</c:v>
                </c:pt>
                <c:pt idx="2025">
                  <c:v>1046.95</c:v>
                </c:pt>
                <c:pt idx="2026">
                  <c:v>1127.1500000000001</c:v>
                </c:pt>
                <c:pt idx="2027">
                  <c:v>1107.8</c:v>
                </c:pt>
                <c:pt idx="2028">
                  <c:v>1181.75</c:v>
                </c:pt>
                <c:pt idx="2029">
                  <c:v>1246.1500000000001</c:v>
                </c:pt>
                <c:pt idx="2030">
                  <c:v>1170</c:v>
                </c:pt>
                <c:pt idx="2031">
                  <c:v>1196.05</c:v>
                </c:pt>
                <c:pt idx="2032">
                  <c:v>1216.4000000000001</c:v>
                </c:pt>
                <c:pt idx="2033">
                  <c:v>1207.75</c:v>
                </c:pt>
                <c:pt idx="2034">
                  <c:v>1140.55</c:v>
                </c:pt>
                <c:pt idx="2035">
                  <c:v>1180</c:v>
                </c:pt>
                <c:pt idx="2036">
                  <c:v>1151.6500000000001</c:v>
                </c:pt>
                <c:pt idx="2037">
                  <c:v>1151.5999999999999</c:v>
                </c:pt>
                <c:pt idx="2038">
                  <c:v>1147.7</c:v>
                </c:pt>
                <c:pt idx="2039">
                  <c:v>1153.6500000000001</c:v>
                </c:pt>
                <c:pt idx="2040">
                  <c:v>1153.5999999999999</c:v>
                </c:pt>
                <c:pt idx="2041">
                  <c:v>1150.3499999999999</c:v>
                </c:pt>
                <c:pt idx="2042">
                  <c:v>1111.5999999999999</c:v>
                </c:pt>
                <c:pt idx="2043">
                  <c:v>1087.3</c:v>
                </c:pt>
                <c:pt idx="2044">
                  <c:v>1053.8499999999999</c:v>
                </c:pt>
                <c:pt idx="2045">
                  <c:v>1096.2</c:v>
                </c:pt>
                <c:pt idx="2046">
                  <c:v>1134.95</c:v>
                </c:pt>
                <c:pt idx="2047">
                  <c:v>1130.95</c:v>
                </c:pt>
                <c:pt idx="2048">
                  <c:v>1198.45</c:v>
                </c:pt>
                <c:pt idx="2049">
                  <c:v>1136.3</c:v>
                </c:pt>
                <c:pt idx="2050">
                  <c:v>1115</c:v>
                </c:pt>
                <c:pt idx="2051">
                  <c:v>1160.25</c:v>
                </c:pt>
                <c:pt idx="2052">
                  <c:v>1165.9000000000001</c:v>
                </c:pt>
                <c:pt idx="2053">
                  <c:v>1136</c:v>
                </c:pt>
                <c:pt idx="2054">
                  <c:v>1123.95</c:v>
                </c:pt>
                <c:pt idx="2055">
                  <c:v>1159.7</c:v>
                </c:pt>
                <c:pt idx="2056">
                  <c:v>1164.75</c:v>
                </c:pt>
                <c:pt idx="2057">
                  <c:v>1156.7</c:v>
                </c:pt>
                <c:pt idx="2058">
                  <c:v>1133.2</c:v>
                </c:pt>
                <c:pt idx="2059">
                  <c:v>1140.8</c:v>
                </c:pt>
                <c:pt idx="2060">
                  <c:v>1105.75</c:v>
                </c:pt>
                <c:pt idx="2061">
                  <c:v>1133.8499999999999</c:v>
                </c:pt>
                <c:pt idx="2062">
                  <c:v>1175.05</c:v>
                </c:pt>
                <c:pt idx="2063">
                  <c:v>1167.75</c:v>
                </c:pt>
                <c:pt idx="2064">
                  <c:v>1157.75</c:v>
                </c:pt>
                <c:pt idx="2065">
                  <c:v>1157.0999999999999</c:v>
                </c:pt>
                <c:pt idx="2066">
                  <c:v>1164.7</c:v>
                </c:pt>
                <c:pt idx="2067">
                  <c:v>1178.95</c:v>
                </c:pt>
                <c:pt idx="2068">
                  <c:v>1199.9000000000001</c:v>
                </c:pt>
                <c:pt idx="2069">
                  <c:v>1198.1500000000001</c:v>
                </c:pt>
                <c:pt idx="2070">
                  <c:v>1186.95</c:v>
                </c:pt>
                <c:pt idx="2071">
                  <c:v>1182.95</c:v>
                </c:pt>
                <c:pt idx="2072">
                  <c:v>1184.0999999999999</c:v>
                </c:pt>
                <c:pt idx="2073">
                  <c:v>1183.45</c:v>
                </c:pt>
                <c:pt idx="2074">
                  <c:v>1182.0999999999999</c:v>
                </c:pt>
                <c:pt idx="2075">
                  <c:v>1222.55</c:v>
                </c:pt>
                <c:pt idx="2076">
                  <c:v>1215.05</c:v>
                </c:pt>
                <c:pt idx="2077">
                  <c:v>1199.9000000000001</c:v>
                </c:pt>
                <c:pt idx="2078">
                  <c:v>1200.4000000000001</c:v>
                </c:pt>
                <c:pt idx="2079">
                  <c:v>1201.4000000000001</c:v>
                </c:pt>
                <c:pt idx="2080">
                  <c:v>1218.95</c:v>
                </c:pt>
                <c:pt idx="2081">
                  <c:v>1240.95</c:v>
                </c:pt>
                <c:pt idx="2082">
                  <c:v>1234.7</c:v>
                </c:pt>
                <c:pt idx="2083">
                  <c:v>1228.7</c:v>
                </c:pt>
                <c:pt idx="2084">
                  <c:v>1220.4000000000001</c:v>
                </c:pt>
                <c:pt idx="2085">
                  <c:v>1229.75</c:v>
                </c:pt>
                <c:pt idx="2086">
                  <c:v>1243.7</c:v>
                </c:pt>
                <c:pt idx="2087">
                  <c:v>1255.45</c:v>
                </c:pt>
                <c:pt idx="2088">
                  <c:v>1280.3</c:v>
                </c:pt>
                <c:pt idx="2089">
                  <c:v>1275.8499999999999</c:v>
                </c:pt>
                <c:pt idx="2090">
                  <c:v>1284.8499999999999</c:v>
                </c:pt>
                <c:pt idx="2091">
                  <c:v>1283.55</c:v>
                </c:pt>
                <c:pt idx="2092">
                  <c:v>1274.45</c:v>
                </c:pt>
                <c:pt idx="2093">
                  <c:v>1233.8</c:v>
                </c:pt>
                <c:pt idx="2094">
                  <c:v>1222.5</c:v>
                </c:pt>
                <c:pt idx="2095">
                  <c:v>1203.25</c:v>
                </c:pt>
                <c:pt idx="2096">
                  <c:v>1234.95</c:v>
                </c:pt>
                <c:pt idx="2097">
                  <c:v>1228.3</c:v>
                </c:pt>
                <c:pt idx="2098">
                  <c:v>1217.2</c:v>
                </c:pt>
                <c:pt idx="2099">
                  <c:v>1213.8499999999999</c:v>
                </c:pt>
                <c:pt idx="2100">
                  <c:v>1225.7</c:v>
                </c:pt>
                <c:pt idx="2101">
                  <c:v>1220.75</c:v>
                </c:pt>
                <c:pt idx="2102">
                  <c:v>1225.95</c:v>
                </c:pt>
                <c:pt idx="2103">
                  <c:v>1226.3499999999999</c:v>
                </c:pt>
                <c:pt idx="2104">
                  <c:v>1225.75</c:v>
                </c:pt>
                <c:pt idx="2105">
                  <c:v>1241.3</c:v>
                </c:pt>
                <c:pt idx="2106">
                  <c:v>1238</c:v>
                </c:pt>
                <c:pt idx="2107">
                  <c:v>1259.4000000000001</c:v>
                </c:pt>
                <c:pt idx="2108">
                  <c:v>1285.9000000000001</c:v>
                </c:pt>
                <c:pt idx="2109">
                  <c:v>1261.3</c:v>
                </c:pt>
                <c:pt idx="2110">
                  <c:v>1243.75</c:v>
                </c:pt>
                <c:pt idx="2111">
                  <c:v>1250</c:v>
                </c:pt>
                <c:pt idx="2112">
                  <c:v>1256.6500000000001</c:v>
                </c:pt>
                <c:pt idx="2113">
                  <c:v>1260.8</c:v>
                </c:pt>
                <c:pt idx="2114">
                  <c:v>1256.05</c:v>
                </c:pt>
                <c:pt idx="2115">
                  <c:v>1256.6500000000001</c:v>
                </c:pt>
                <c:pt idx="2116">
                  <c:v>1287.8499999999999</c:v>
                </c:pt>
                <c:pt idx="2117">
                  <c:v>1259.05</c:v>
                </c:pt>
                <c:pt idx="2118">
                  <c:v>1268.4000000000001</c:v>
                </c:pt>
                <c:pt idx="2119">
                  <c:v>1278.5</c:v>
                </c:pt>
                <c:pt idx="2120">
                  <c:v>1259.1500000000001</c:v>
                </c:pt>
                <c:pt idx="2121">
                  <c:v>1253.25</c:v>
                </c:pt>
                <c:pt idx="2122">
                  <c:v>1260.1500000000001</c:v>
                </c:pt>
                <c:pt idx="2123">
                  <c:v>1260.3</c:v>
                </c:pt>
                <c:pt idx="2124">
                  <c:v>1247</c:v>
                </c:pt>
                <c:pt idx="2125">
                  <c:v>1224.9000000000001</c:v>
                </c:pt>
                <c:pt idx="2126">
                  <c:v>1160.3499999999999</c:v>
                </c:pt>
                <c:pt idx="2127">
                  <c:v>1176.8499999999999</c:v>
                </c:pt>
                <c:pt idx="2128">
                  <c:v>1156.05</c:v>
                </c:pt>
                <c:pt idx="2129">
                  <c:v>1149.25</c:v>
                </c:pt>
                <c:pt idx="2130">
                  <c:v>1081.45</c:v>
                </c:pt>
                <c:pt idx="2131">
                  <c:v>1046.45</c:v>
                </c:pt>
                <c:pt idx="2132">
                  <c:v>1026.45</c:v>
                </c:pt>
                <c:pt idx="2133">
                  <c:v>1032.2</c:v>
                </c:pt>
                <c:pt idx="2134">
                  <c:v>1051.4000000000001</c:v>
                </c:pt>
                <c:pt idx="2135">
                  <c:v>1025.1500000000001</c:v>
                </c:pt>
                <c:pt idx="2136">
                  <c:v>1033.8499999999999</c:v>
                </c:pt>
                <c:pt idx="2137">
                  <c:v>1035.5999999999999</c:v>
                </c:pt>
                <c:pt idx="2138">
                  <c:v>1051.8499999999999</c:v>
                </c:pt>
                <c:pt idx="2139">
                  <c:v>1051.8</c:v>
                </c:pt>
                <c:pt idx="2140">
                  <c:v>1039.5999999999999</c:v>
                </c:pt>
                <c:pt idx="2141">
                  <c:v>1001.95</c:v>
                </c:pt>
                <c:pt idx="2142">
                  <c:v>1034.0999999999999</c:v>
                </c:pt>
                <c:pt idx="2143">
                  <c:v>1049.8</c:v>
                </c:pt>
                <c:pt idx="2144">
                  <c:v>1062.75</c:v>
                </c:pt>
                <c:pt idx="2145">
                  <c:v>1063.2</c:v>
                </c:pt>
                <c:pt idx="2146">
                  <c:v>1110.8499999999999</c:v>
                </c:pt>
                <c:pt idx="2147">
                  <c:v>1122.5</c:v>
                </c:pt>
                <c:pt idx="2148">
                  <c:v>1117.05</c:v>
                </c:pt>
                <c:pt idx="2149">
                  <c:v>1138.3</c:v>
                </c:pt>
                <c:pt idx="2150">
                  <c:v>1150</c:v>
                </c:pt>
                <c:pt idx="2151">
                  <c:v>1190.05</c:v>
                </c:pt>
                <c:pt idx="2152">
                  <c:v>1204.45</c:v>
                </c:pt>
                <c:pt idx="2153">
                  <c:v>1210.3499999999999</c:v>
                </c:pt>
                <c:pt idx="2154">
                  <c:v>1225.2</c:v>
                </c:pt>
                <c:pt idx="2155">
                  <c:v>1236.4000000000001</c:v>
                </c:pt>
                <c:pt idx="2156">
                  <c:v>1237.5</c:v>
                </c:pt>
                <c:pt idx="2157">
                  <c:v>1241.25</c:v>
                </c:pt>
                <c:pt idx="2158">
                  <c:v>1238.75</c:v>
                </c:pt>
                <c:pt idx="2159">
                  <c:v>1254.6500000000001</c:v>
                </c:pt>
                <c:pt idx="2160">
                  <c:v>1255.95</c:v>
                </c:pt>
                <c:pt idx="2161">
                  <c:v>1274.25</c:v>
                </c:pt>
                <c:pt idx="2162">
                  <c:v>1244.8</c:v>
                </c:pt>
                <c:pt idx="2163">
                  <c:v>1251.0999999999999</c:v>
                </c:pt>
                <c:pt idx="2164">
                  <c:v>1184.0999999999999</c:v>
                </c:pt>
                <c:pt idx="2165">
                  <c:v>1202.05</c:v>
                </c:pt>
                <c:pt idx="2166">
                  <c:v>1200</c:v>
                </c:pt>
                <c:pt idx="2167">
                  <c:v>1206.1500000000001</c:v>
                </c:pt>
                <c:pt idx="2168">
                  <c:v>1204.45</c:v>
                </c:pt>
                <c:pt idx="2169">
                  <c:v>1200.55</c:v>
                </c:pt>
                <c:pt idx="2170">
                  <c:v>1194.6500000000001</c:v>
                </c:pt>
                <c:pt idx="2171">
                  <c:v>1199.4000000000001</c:v>
                </c:pt>
                <c:pt idx="2172">
                  <c:v>1229.25</c:v>
                </c:pt>
                <c:pt idx="2173">
                  <c:v>1198.5999999999999</c:v>
                </c:pt>
                <c:pt idx="2174">
                  <c:v>1219.75</c:v>
                </c:pt>
                <c:pt idx="2175">
                  <c:v>1219.3499999999999</c:v>
                </c:pt>
                <c:pt idx="2176">
                  <c:v>1203.0999999999999</c:v>
                </c:pt>
                <c:pt idx="2177">
                  <c:v>1200.1500000000001</c:v>
                </c:pt>
                <c:pt idx="2178">
                  <c:v>1195.6500000000001</c:v>
                </c:pt>
                <c:pt idx="2179">
                  <c:v>1204.8499999999999</c:v>
                </c:pt>
                <c:pt idx="2180">
                  <c:v>1212.45</c:v>
                </c:pt>
                <c:pt idx="2181">
                  <c:v>1210.75</c:v>
                </c:pt>
                <c:pt idx="2182">
                  <c:v>1205</c:v>
                </c:pt>
                <c:pt idx="2183">
                  <c:v>1198.8</c:v>
                </c:pt>
                <c:pt idx="2184">
                  <c:v>1200</c:v>
                </c:pt>
                <c:pt idx="2185">
                  <c:v>1169.8499999999999</c:v>
                </c:pt>
                <c:pt idx="2186">
                  <c:v>1159.8499999999999</c:v>
                </c:pt>
                <c:pt idx="2187">
                  <c:v>1151.5</c:v>
                </c:pt>
                <c:pt idx="2188">
                  <c:v>1169.3499999999999</c:v>
                </c:pt>
                <c:pt idx="2189">
                  <c:v>1188.2</c:v>
                </c:pt>
                <c:pt idx="2190">
                  <c:v>1200.45</c:v>
                </c:pt>
                <c:pt idx="2191">
                  <c:v>1189.3499999999999</c:v>
                </c:pt>
                <c:pt idx="2192">
                  <c:v>1183.1500000000001</c:v>
                </c:pt>
                <c:pt idx="2193">
                  <c:v>1187.1500000000001</c:v>
                </c:pt>
                <c:pt idx="2194">
                  <c:v>1184.2</c:v>
                </c:pt>
                <c:pt idx="2195">
                  <c:v>1151.05</c:v>
                </c:pt>
                <c:pt idx="2196">
                  <c:v>1100</c:v>
                </c:pt>
                <c:pt idx="2197">
                  <c:v>1051.1500000000001</c:v>
                </c:pt>
                <c:pt idx="2198">
                  <c:v>1007.4</c:v>
                </c:pt>
                <c:pt idx="2199">
                  <c:v>968.65</c:v>
                </c:pt>
                <c:pt idx="2200">
                  <c:v>976.3</c:v>
                </c:pt>
                <c:pt idx="2201">
                  <c:v>1023.35</c:v>
                </c:pt>
                <c:pt idx="2202">
                  <c:v>960.8</c:v>
                </c:pt>
                <c:pt idx="2203">
                  <c:v>944.55</c:v>
                </c:pt>
                <c:pt idx="2204">
                  <c:v>954.8</c:v>
                </c:pt>
                <c:pt idx="2205">
                  <c:v>963.85</c:v>
                </c:pt>
                <c:pt idx="2206">
                  <c:v>1033.5999999999999</c:v>
                </c:pt>
                <c:pt idx="2207">
                  <c:v>1030.1500000000001</c:v>
                </c:pt>
                <c:pt idx="2208">
                  <c:v>978.2</c:v>
                </c:pt>
                <c:pt idx="2209">
                  <c:v>955.85</c:v>
                </c:pt>
                <c:pt idx="2210">
                  <c:v>926.3</c:v>
                </c:pt>
                <c:pt idx="2211">
                  <c:v>925.75</c:v>
                </c:pt>
                <c:pt idx="2212">
                  <c:v>968</c:v>
                </c:pt>
                <c:pt idx="2213">
                  <c:v>954.85</c:v>
                </c:pt>
                <c:pt idx="2214">
                  <c:v>953.8</c:v>
                </c:pt>
                <c:pt idx="2215">
                  <c:v>954.35</c:v>
                </c:pt>
                <c:pt idx="2216">
                  <c:v>976.05</c:v>
                </c:pt>
                <c:pt idx="2217">
                  <c:v>943.45</c:v>
                </c:pt>
                <c:pt idx="2218">
                  <c:v>953.45</c:v>
                </c:pt>
                <c:pt idx="2219">
                  <c:v>957.85</c:v>
                </c:pt>
                <c:pt idx="2220">
                  <c:v>956.85</c:v>
                </c:pt>
                <c:pt idx="2221">
                  <c:v>950.15</c:v>
                </c:pt>
                <c:pt idx="2222">
                  <c:v>969.8</c:v>
                </c:pt>
                <c:pt idx="2223">
                  <c:v>972.15</c:v>
                </c:pt>
                <c:pt idx="2224">
                  <c:v>961.65</c:v>
                </c:pt>
                <c:pt idx="2225">
                  <c:v>945.75</c:v>
                </c:pt>
                <c:pt idx="2226">
                  <c:v>904.95</c:v>
                </c:pt>
                <c:pt idx="2227">
                  <c:v>898.65</c:v>
                </c:pt>
                <c:pt idx="2228">
                  <c:v>899.95</c:v>
                </c:pt>
                <c:pt idx="2229">
                  <c:v>894.9</c:v>
                </c:pt>
                <c:pt idx="2230">
                  <c:v>893</c:v>
                </c:pt>
                <c:pt idx="2231">
                  <c:v>889.55</c:v>
                </c:pt>
                <c:pt idx="2232">
                  <c:v>875.35</c:v>
                </c:pt>
                <c:pt idx="2233">
                  <c:v>870.55</c:v>
                </c:pt>
                <c:pt idx="2234">
                  <c:v>863.2</c:v>
                </c:pt>
                <c:pt idx="2235">
                  <c:v>895.9</c:v>
                </c:pt>
                <c:pt idx="2236">
                  <c:v>886.1</c:v>
                </c:pt>
                <c:pt idx="2237">
                  <c:v>880.85</c:v>
                </c:pt>
                <c:pt idx="2238">
                  <c:v>869.45</c:v>
                </c:pt>
                <c:pt idx="2239">
                  <c:v>869.8</c:v>
                </c:pt>
                <c:pt idx="2240">
                  <c:v>860</c:v>
                </c:pt>
                <c:pt idx="2241">
                  <c:v>847.85</c:v>
                </c:pt>
                <c:pt idx="2242">
                  <c:v>863.05</c:v>
                </c:pt>
                <c:pt idx="2243">
                  <c:v>866.1</c:v>
                </c:pt>
                <c:pt idx="2244">
                  <c:v>860.6</c:v>
                </c:pt>
                <c:pt idx="2245">
                  <c:v>899.45</c:v>
                </c:pt>
                <c:pt idx="2246">
                  <c:v>876.65</c:v>
                </c:pt>
                <c:pt idx="2247">
                  <c:v>872.5</c:v>
                </c:pt>
                <c:pt idx="2248">
                  <c:v>860.7</c:v>
                </c:pt>
                <c:pt idx="2249">
                  <c:v>867.3</c:v>
                </c:pt>
                <c:pt idx="2250">
                  <c:v>870.05</c:v>
                </c:pt>
                <c:pt idx="2251">
                  <c:v>873.35</c:v>
                </c:pt>
                <c:pt idx="2252">
                  <c:v>894.95</c:v>
                </c:pt>
                <c:pt idx="2253">
                  <c:v>888</c:v>
                </c:pt>
                <c:pt idx="2254">
                  <c:v>902.5</c:v>
                </c:pt>
                <c:pt idx="2255">
                  <c:v>915.3</c:v>
                </c:pt>
                <c:pt idx="2256">
                  <c:v>918.3</c:v>
                </c:pt>
                <c:pt idx="2257">
                  <c:v>892.2</c:v>
                </c:pt>
                <c:pt idx="2258">
                  <c:v>880.35</c:v>
                </c:pt>
                <c:pt idx="2259">
                  <c:v>889.1</c:v>
                </c:pt>
                <c:pt idx="2260">
                  <c:v>912.35</c:v>
                </c:pt>
                <c:pt idx="2261">
                  <c:v>915.5</c:v>
                </c:pt>
                <c:pt idx="2262">
                  <c:v>929.9</c:v>
                </c:pt>
                <c:pt idx="2263">
                  <c:v>917.45</c:v>
                </c:pt>
                <c:pt idx="2264">
                  <c:v>933.2</c:v>
                </c:pt>
                <c:pt idx="2265">
                  <c:v>928.7</c:v>
                </c:pt>
                <c:pt idx="2266">
                  <c:v>927.8</c:v>
                </c:pt>
                <c:pt idx="2267">
                  <c:v>902.7</c:v>
                </c:pt>
                <c:pt idx="2268">
                  <c:v>920.75</c:v>
                </c:pt>
                <c:pt idx="2269">
                  <c:v>801.4</c:v>
                </c:pt>
                <c:pt idx="2270">
                  <c:v>780.6</c:v>
                </c:pt>
                <c:pt idx="2271">
                  <c:v>749.8</c:v>
                </c:pt>
                <c:pt idx="2272">
                  <c:v>788.75</c:v>
                </c:pt>
                <c:pt idx="2273">
                  <c:v>775.85</c:v>
                </c:pt>
                <c:pt idx="2274">
                  <c:v>769</c:v>
                </c:pt>
                <c:pt idx="2275">
                  <c:v>771</c:v>
                </c:pt>
                <c:pt idx="2276">
                  <c:v>782.25</c:v>
                </c:pt>
                <c:pt idx="2277">
                  <c:v>792.05</c:v>
                </c:pt>
                <c:pt idx="2278">
                  <c:v>794.05</c:v>
                </c:pt>
                <c:pt idx="2279">
                  <c:v>830.8</c:v>
                </c:pt>
                <c:pt idx="2280">
                  <c:v>804.35</c:v>
                </c:pt>
                <c:pt idx="2281">
                  <c:v>803.55</c:v>
                </c:pt>
                <c:pt idx="2282">
                  <c:v>830.1</c:v>
                </c:pt>
                <c:pt idx="2283">
                  <c:v>807.1</c:v>
                </c:pt>
                <c:pt idx="2284">
                  <c:v>799.5</c:v>
                </c:pt>
                <c:pt idx="2285">
                  <c:v>795</c:v>
                </c:pt>
                <c:pt idx="2286">
                  <c:v>800</c:v>
                </c:pt>
                <c:pt idx="2287">
                  <c:v>798.15</c:v>
                </c:pt>
                <c:pt idx="2288">
                  <c:v>791</c:v>
                </c:pt>
                <c:pt idx="2289">
                  <c:v>790.4</c:v>
                </c:pt>
                <c:pt idx="2290">
                  <c:v>787.3</c:v>
                </c:pt>
                <c:pt idx="2291">
                  <c:v>786.4</c:v>
                </c:pt>
                <c:pt idx="2292">
                  <c:v>773.35</c:v>
                </c:pt>
                <c:pt idx="2293">
                  <c:v>742.3</c:v>
                </c:pt>
                <c:pt idx="2294">
                  <c:v>736.05</c:v>
                </c:pt>
                <c:pt idx="2295">
                  <c:v>728.45</c:v>
                </c:pt>
                <c:pt idx="2296">
                  <c:v>736.45</c:v>
                </c:pt>
                <c:pt idx="2297">
                  <c:v>719.8</c:v>
                </c:pt>
                <c:pt idx="2298">
                  <c:v>709.15</c:v>
                </c:pt>
                <c:pt idx="2299">
                  <c:v>726.5</c:v>
                </c:pt>
                <c:pt idx="2300">
                  <c:v>725.3</c:v>
                </c:pt>
                <c:pt idx="2301">
                  <c:v>741.45</c:v>
                </c:pt>
                <c:pt idx="2302">
                  <c:v>755.15</c:v>
                </c:pt>
                <c:pt idx="2303">
                  <c:v>746.7</c:v>
                </c:pt>
                <c:pt idx="2304">
                  <c:v>745.05</c:v>
                </c:pt>
                <c:pt idx="2305">
                  <c:v>749.9</c:v>
                </c:pt>
                <c:pt idx="2306">
                  <c:v>760.4</c:v>
                </c:pt>
                <c:pt idx="2307">
                  <c:v>758.45</c:v>
                </c:pt>
                <c:pt idx="2308">
                  <c:v>770.15</c:v>
                </c:pt>
                <c:pt idx="2309">
                  <c:v>777.15</c:v>
                </c:pt>
                <c:pt idx="2310">
                  <c:v>795.5</c:v>
                </c:pt>
                <c:pt idx="2311">
                  <c:v>786.35</c:v>
                </c:pt>
                <c:pt idx="2312">
                  <c:v>786.05</c:v>
                </c:pt>
                <c:pt idx="2313">
                  <c:v>799.55</c:v>
                </c:pt>
                <c:pt idx="2314">
                  <c:v>783.5</c:v>
                </c:pt>
                <c:pt idx="2315">
                  <c:v>781.15</c:v>
                </c:pt>
                <c:pt idx="2316">
                  <c:v>787.45</c:v>
                </c:pt>
                <c:pt idx="2317">
                  <c:v>820.75</c:v>
                </c:pt>
                <c:pt idx="2318">
                  <c:v>875.25</c:v>
                </c:pt>
                <c:pt idx="2319">
                  <c:v>904.05</c:v>
                </c:pt>
                <c:pt idx="2320">
                  <c:v>917.8</c:v>
                </c:pt>
                <c:pt idx="2321">
                  <c:v>929.05</c:v>
                </c:pt>
                <c:pt idx="2322">
                  <c:v>888.35</c:v>
                </c:pt>
                <c:pt idx="2323">
                  <c:v>894.25</c:v>
                </c:pt>
                <c:pt idx="2324">
                  <c:v>898.5</c:v>
                </c:pt>
                <c:pt idx="2325">
                  <c:v>890.35</c:v>
                </c:pt>
                <c:pt idx="2326">
                  <c:v>879</c:v>
                </c:pt>
                <c:pt idx="2327">
                  <c:v>875.55</c:v>
                </c:pt>
                <c:pt idx="2328">
                  <c:v>888.25</c:v>
                </c:pt>
                <c:pt idx="2329">
                  <c:v>885.5</c:v>
                </c:pt>
                <c:pt idx="2330">
                  <c:v>894.5</c:v>
                </c:pt>
                <c:pt idx="2331">
                  <c:v>888.4</c:v>
                </c:pt>
                <c:pt idx="2332">
                  <c:v>901.8</c:v>
                </c:pt>
                <c:pt idx="2333">
                  <c:v>907.9</c:v>
                </c:pt>
                <c:pt idx="2334">
                  <c:v>915</c:v>
                </c:pt>
                <c:pt idx="2335">
                  <c:v>897.3</c:v>
                </c:pt>
                <c:pt idx="2336">
                  <c:v>949.45</c:v>
                </c:pt>
                <c:pt idx="2337">
                  <c:v>950.95</c:v>
                </c:pt>
                <c:pt idx="2338">
                  <c:v>960.2</c:v>
                </c:pt>
                <c:pt idx="2339">
                  <c:v>992.45</c:v>
                </c:pt>
                <c:pt idx="2340">
                  <c:v>1000.55</c:v>
                </c:pt>
                <c:pt idx="2341">
                  <c:v>1022.35</c:v>
                </c:pt>
                <c:pt idx="2342">
                  <c:v>1099.1500000000001</c:v>
                </c:pt>
                <c:pt idx="2343">
                  <c:v>1064.5999999999999</c:v>
                </c:pt>
                <c:pt idx="2344">
                  <c:v>1046.0999999999999</c:v>
                </c:pt>
                <c:pt idx="2345">
                  <c:v>1055.4000000000001</c:v>
                </c:pt>
                <c:pt idx="2346">
                  <c:v>1092.0999999999999</c:v>
                </c:pt>
                <c:pt idx="2347">
                  <c:v>1062.45</c:v>
                </c:pt>
                <c:pt idx="2348">
                  <c:v>1080</c:v>
                </c:pt>
                <c:pt idx="2349">
                  <c:v>1127.0999999999999</c:v>
                </c:pt>
                <c:pt idx="2350">
                  <c:v>1120</c:v>
                </c:pt>
                <c:pt idx="2351">
                  <c:v>1137.25</c:v>
                </c:pt>
                <c:pt idx="2352">
                  <c:v>1120.8499999999999</c:v>
                </c:pt>
                <c:pt idx="2353">
                  <c:v>1123.1500000000001</c:v>
                </c:pt>
                <c:pt idx="2354">
                  <c:v>1125.0999999999999</c:v>
                </c:pt>
                <c:pt idx="2355">
                  <c:v>1142.3499999999999</c:v>
                </c:pt>
                <c:pt idx="2356">
                  <c:v>1151.4000000000001</c:v>
                </c:pt>
                <c:pt idx="2357">
                  <c:v>1177.7</c:v>
                </c:pt>
                <c:pt idx="2358">
                  <c:v>1157.3499999999999</c:v>
                </c:pt>
                <c:pt idx="2359">
                  <c:v>1168.75</c:v>
                </c:pt>
                <c:pt idx="2360">
                  <c:v>1167.95</c:v>
                </c:pt>
                <c:pt idx="2361">
                  <c:v>1113</c:v>
                </c:pt>
                <c:pt idx="2362">
                  <c:v>1089.25</c:v>
                </c:pt>
                <c:pt idx="2363">
                  <c:v>1117.8</c:v>
                </c:pt>
                <c:pt idx="2364">
                  <c:v>1091.25</c:v>
                </c:pt>
                <c:pt idx="2365">
                  <c:v>1086.9000000000001</c:v>
                </c:pt>
                <c:pt idx="2366">
                  <c:v>1129.8</c:v>
                </c:pt>
                <c:pt idx="2367">
                  <c:v>1127.05</c:v>
                </c:pt>
                <c:pt idx="2368">
                  <c:v>1154.6500000000001</c:v>
                </c:pt>
                <c:pt idx="2369">
                  <c:v>1172.55</c:v>
                </c:pt>
                <c:pt idx="2370">
                  <c:v>1187.8</c:v>
                </c:pt>
                <c:pt idx="2371">
                  <c:v>1184.7</c:v>
                </c:pt>
                <c:pt idx="2372">
                  <c:v>1185</c:v>
                </c:pt>
                <c:pt idx="2373">
                  <c:v>1193.4000000000001</c:v>
                </c:pt>
                <c:pt idx="2374">
                  <c:v>1193.6500000000001</c:v>
                </c:pt>
                <c:pt idx="2375">
                  <c:v>1207.7</c:v>
                </c:pt>
                <c:pt idx="2376">
                  <c:v>1192.8</c:v>
                </c:pt>
                <c:pt idx="2377">
                  <c:v>1177.3499999999999</c:v>
                </c:pt>
                <c:pt idx="2378">
                  <c:v>1171.3</c:v>
                </c:pt>
                <c:pt idx="2379">
                  <c:v>1124.2</c:v>
                </c:pt>
                <c:pt idx="2380">
                  <c:v>1165</c:v>
                </c:pt>
                <c:pt idx="2381">
                  <c:v>1170.05</c:v>
                </c:pt>
                <c:pt idx="2382">
                  <c:v>1190.95</c:v>
                </c:pt>
                <c:pt idx="2383">
                  <c:v>1189.3499999999999</c:v>
                </c:pt>
                <c:pt idx="2384">
                  <c:v>1210.8</c:v>
                </c:pt>
                <c:pt idx="2385">
                  <c:v>1250.45</c:v>
                </c:pt>
                <c:pt idx="2386">
                  <c:v>1296.55</c:v>
                </c:pt>
                <c:pt idx="2387">
                  <c:v>1288.1500000000001</c:v>
                </c:pt>
                <c:pt idx="2388">
                  <c:v>1309.7</c:v>
                </c:pt>
                <c:pt idx="2389">
                  <c:v>1353.4</c:v>
                </c:pt>
                <c:pt idx="2390">
                  <c:v>1384.55</c:v>
                </c:pt>
                <c:pt idx="2391">
                  <c:v>1397.35</c:v>
                </c:pt>
                <c:pt idx="2392">
                  <c:v>1396.05</c:v>
                </c:pt>
                <c:pt idx="2393">
                  <c:v>1411.4</c:v>
                </c:pt>
                <c:pt idx="2394">
                  <c:v>1414.3</c:v>
                </c:pt>
                <c:pt idx="2395">
                  <c:v>1412.3</c:v>
                </c:pt>
                <c:pt idx="2396">
                  <c:v>1428.45</c:v>
                </c:pt>
                <c:pt idx="2397">
                  <c:v>1384.75</c:v>
                </c:pt>
                <c:pt idx="2398">
                  <c:v>1338.35</c:v>
                </c:pt>
                <c:pt idx="2399">
                  <c:v>1330.2</c:v>
                </c:pt>
                <c:pt idx="2400">
                  <c:v>1349.7</c:v>
                </c:pt>
                <c:pt idx="2401">
                  <c:v>1340.8</c:v>
                </c:pt>
                <c:pt idx="2402">
                  <c:v>1384.5</c:v>
                </c:pt>
                <c:pt idx="2403">
                  <c:v>1365.65</c:v>
                </c:pt>
                <c:pt idx="2404">
                  <c:v>1351.65</c:v>
                </c:pt>
                <c:pt idx="2405">
                  <c:v>1349</c:v>
                </c:pt>
                <c:pt idx="2406">
                  <c:v>1305.6500000000001</c:v>
                </c:pt>
                <c:pt idx="2407">
                  <c:v>1312</c:v>
                </c:pt>
                <c:pt idx="2408">
                  <c:v>1308</c:v>
                </c:pt>
                <c:pt idx="2409">
                  <c:v>1334.5</c:v>
                </c:pt>
                <c:pt idx="2410">
                  <c:v>1359.65</c:v>
                </c:pt>
                <c:pt idx="2411">
                  <c:v>1370.75</c:v>
                </c:pt>
                <c:pt idx="2412">
                  <c:v>1369.85</c:v>
                </c:pt>
                <c:pt idx="2413">
                  <c:v>1399.75</c:v>
                </c:pt>
                <c:pt idx="2414">
                  <c:v>1400.3</c:v>
                </c:pt>
                <c:pt idx="2415">
                  <c:v>1377</c:v>
                </c:pt>
                <c:pt idx="2416">
                  <c:v>1351.95</c:v>
                </c:pt>
                <c:pt idx="2417">
                  <c:v>1352</c:v>
                </c:pt>
                <c:pt idx="2418">
                  <c:v>1374.75</c:v>
                </c:pt>
                <c:pt idx="2419">
                  <c:v>1380.05</c:v>
                </c:pt>
                <c:pt idx="2420">
                  <c:v>1375.6</c:v>
                </c:pt>
                <c:pt idx="2421">
                  <c:v>1366.25</c:v>
                </c:pt>
                <c:pt idx="2422">
                  <c:v>1377.25</c:v>
                </c:pt>
                <c:pt idx="2423">
                  <c:v>1360.05</c:v>
                </c:pt>
                <c:pt idx="2424">
                  <c:v>1362.7</c:v>
                </c:pt>
                <c:pt idx="2425">
                  <c:v>1374.15</c:v>
                </c:pt>
                <c:pt idx="2426">
                  <c:v>1374.8</c:v>
                </c:pt>
                <c:pt idx="2427">
                  <c:v>1364.45</c:v>
                </c:pt>
                <c:pt idx="2428">
                  <c:v>1375.9</c:v>
                </c:pt>
                <c:pt idx="2429">
                  <c:v>1357.6</c:v>
                </c:pt>
                <c:pt idx="2430">
                  <c:v>1365.5</c:v>
                </c:pt>
                <c:pt idx="2431">
                  <c:v>1365.45</c:v>
                </c:pt>
                <c:pt idx="2432">
                  <c:v>1379.35</c:v>
                </c:pt>
                <c:pt idx="2433">
                  <c:v>1396.15</c:v>
                </c:pt>
                <c:pt idx="2434">
                  <c:v>1405.75</c:v>
                </c:pt>
                <c:pt idx="2435">
                  <c:v>1413.5</c:v>
                </c:pt>
                <c:pt idx="2436">
                  <c:v>1404.4</c:v>
                </c:pt>
                <c:pt idx="2437">
                  <c:v>1420.05</c:v>
                </c:pt>
                <c:pt idx="2438">
                  <c:v>1490.3</c:v>
                </c:pt>
                <c:pt idx="2439">
                  <c:v>1498.9</c:v>
                </c:pt>
                <c:pt idx="2440">
                  <c:v>1502.15</c:v>
                </c:pt>
                <c:pt idx="2441">
                  <c:v>1548.65</c:v>
                </c:pt>
                <c:pt idx="2442">
                  <c:v>1586</c:v>
                </c:pt>
                <c:pt idx="2443">
                  <c:v>1563.25</c:v>
                </c:pt>
                <c:pt idx="2444">
                  <c:v>1565.55</c:v>
                </c:pt>
                <c:pt idx="2445">
                  <c:v>1577.45</c:v>
                </c:pt>
                <c:pt idx="2446">
                  <c:v>1575.25</c:v>
                </c:pt>
                <c:pt idx="2447">
                  <c:v>1536.4</c:v>
                </c:pt>
                <c:pt idx="2448">
                  <c:v>1530.75</c:v>
                </c:pt>
                <c:pt idx="2449">
                  <c:v>1678.6</c:v>
                </c:pt>
                <c:pt idx="2450">
                  <c:v>1667.35</c:v>
                </c:pt>
                <c:pt idx="2451">
                  <c:v>1638.15</c:v>
                </c:pt>
                <c:pt idx="2452">
                  <c:v>1629.75</c:v>
                </c:pt>
                <c:pt idx="2453">
                  <c:v>1593</c:v>
                </c:pt>
                <c:pt idx="2454">
                  <c:v>1642.25</c:v>
                </c:pt>
                <c:pt idx="2455">
                  <c:v>1660.6</c:v>
                </c:pt>
                <c:pt idx="2456">
                  <c:v>1685.05</c:v>
                </c:pt>
                <c:pt idx="2457">
                  <c:v>1683.05</c:v>
                </c:pt>
                <c:pt idx="2458">
                  <c:v>1687.85</c:v>
                </c:pt>
                <c:pt idx="2459">
                  <c:v>1689.9</c:v>
                </c:pt>
                <c:pt idx="2460">
                  <c:v>1675.95</c:v>
                </c:pt>
                <c:pt idx="2461">
                  <c:v>1684.7</c:v>
                </c:pt>
                <c:pt idx="2462">
                  <c:v>1658.65</c:v>
                </c:pt>
                <c:pt idx="2463">
                  <c:v>1667.5</c:v>
                </c:pt>
                <c:pt idx="2464">
                  <c:v>1675.9</c:v>
                </c:pt>
                <c:pt idx="2465">
                  <c:v>1677.8</c:v>
                </c:pt>
                <c:pt idx="2466">
                  <c:v>1677.45</c:v>
                </c:pt>
                <c:pt idx="2467">
                  <c:v>1689.8</c:v>
                </c:pt>
                <c:pt idx="2468">
                  <c:v>1691</c:v>
                </c:pt>
                <c:pt idx="2469">
                  <c:v>1700.3</c:v>
                </c:pt>
                <c:pt idx="2470">
                  <c:v>1699.85</c:v>
                </c:pt>
                <c:pt idx="2471">
                  <c:v>1681.7</c:v>
                </c:pt>
                <c:pt idx="2472">
                  <c:v>1684.5</c:v>
                </c:pt>
                <c:pt idx="2473">
                  <c:v>1640.15</c:v>
                </c:pt>
                <c:pt idx="2474">
                  <c:v>1679.7</c:v>
                </c:pt>
                <c:pt idx="2475">
                  <c:v>1707.45</c:v>
                </c:pt>
                <c:pt idx="2476">
                  <c:v>1697.05</c:v>
                </c:pt>
                <c:pt idx="2477">
                  <c:v>1687.1</c:v>
                </c:pt>
                <c:pt idx="2478">
                  <c:v>1677.6</c:v>
                </c:pt>
                <c:pt idx="2479">
                  <c:v>1671.05</c:v>
                </c:pt>
                <c:pt idx="2480">
                  <c:v>1697.2</c:v>
                </c:pt>
                <c:pt idx="2481">
                  <c:v>1700.05</c:v>
                </c:pt>
                <c:pt idx="2482">
                  <c:v>1698.35</c:v>
                </c:pt>
                <c:pt idx="2483">
                  <c:v>1707.35</c:v>
                </c:pt>
                <c:pt idx="2484">
                  <c:v>1712.45</c:v>
                </c:pt>
                <c:pt idx="2485">
                  <c:v>1734.55</c:v>
                </c:pt>
                <c:pt idx="2486">
                  <c:v>1768.9</c:v>
                </c:pt>
                <c:pt idx="2487">
                  <c:v>1770.75</c:v>
                </c:pt>
                <c:pt idx="2488">
                  <c:v>1800.05</c:v>
                </c:pt>
                <c:pt idx="2489">
                  <c:v>1737.9</c:v>
                </c:pt>
                <c:pt idx="2490">
                  <c:v>1736.55</c:v>
                </c:pt>
                <c:pt idx="2491">
                  <c:v>1757.9</c:v>
                </c:pt>
                <c:pt idx="2492">
                  <c:v>1756.7</c:v>
                </c:pt>
                <c:pt idx="2493">
                  <c:v>1765.8</c:v>
                </c:pt>
                <c:pt idx="2494">
                  <c:v>1765.5</c:v>
                </c:pt>
                <c:pt idx="2495">
                  <c:v>1797.2</c:v>
                </c:pt>
                <c:pt idx="2496">
                  <c:v>1788.65</c:v>
                </c:pt>
                <c:pt idx="2497">
                  <c:v>1794.3</c:v>
                </c:pt>
                <c:pt idx="2498">
                  <c:v>1788.9</c:v>
                </c:pt>
                <c:pt idx="2499">
                  <c:v>1770.65</c:v>
                </c:pt>
                <c:pt idx="2500">
                  <c:v>1799.9</c:v>
                </c:pt>
                <c:pt idx="2501">
                  <c:v>1796.85</c:v>
                </c:pt>
                <c:pt idx="2502">
                  <c:v>1843.75</c:v>
                </c:pt>
                <c:pt idx="2503">
                  <c:v>1858.25</c:v>
                </c:pt>
                <c:pt idx="2504">
                  <c:v>1881.7</c:v>
                </c:pt>
                <c:pt idx="2505">
                  <c:v>1871.95</c:v>
                </c:pt>
                <c:pt idx="2506">
                  <c:v>1866.6</c:v>
                </c:pt>
                <c:pt idx="2507">
                  <c:v>1844.8</c:v>
                </c:pt>
                <c:pt idx="2508">
                  <c:v>1826.95</c:v>
                </c:pt>
                <c:pt idx="2509">
                  <c:v>1812.05</c:v>
                </c:pt>
                <c:pt idx="2510">
                  <c:v>1765.05</c:v>
                </c:pt>
                <c:pt idx="2511">
                  <c:v>1776.4</c:v>
                </c:pt>
                <c:pt idx="2512">
                  <c:v>1764.6</c:v>
                </c:pt>
                <c:pt idx="2513">
                  <c:v>1802.8</c:v>
                </c:pt>
                <c:pt idx="2514">
                  <c:v>1852.2</c:v>
                </c:pt>
                <c:pt idx="2515">
                  <c:v>1917.55</c:v>
                </c:pt>
                <c:pt idx="2516">
                  <c:v>1875.65</c:v>
                </c:pt>
                <c:pt idx="2517">
                  <c:v>1914.6</c:v>
                </c:pt>
                <c:pt idx="2518">
                  <c:v>1918.2</c:v>
                </c:pt>
                <c:pt idx="2519">
                  <c:v>1936.25</c:v>
                </c:pt>
                <c:pt idx="2520">
                  <c:v>1965.95</c:v>
                </c:pt>
                <c:pt idx="2521">
                  <c:v>1947.75</c:v>
                </c:pt>
                <c:pt idx="2522">
                  <c:v>1962.7</c:v>
                </c:pt>
                <c:pt idx="2523">
                  <c:v>1979.6</c:v>
                </c:pt>
                <c:pt idx="2524">
                  <c:v>1944.75</c:v>
                </c:pt>
                <c:pt idx="2525">
                  <c:v>1934.5</c:v>
                </c:pt>
                <c:pt idx="2526">
                  <c:v>1912</c:v>
                </c:pt>
                <c:pt idx="2527">
                  <c:v>1889.7</c:v>
                </c:pt>
                <c:pt idx="2528">
                  <c:v>1857.85</c:v>
                </c:pt>
                <c:pt idx="2529">
                  <c:v>1859.1</c:v>
                </c:pt>
                <c:pt idx="2530">
                  <c:v>1825.5</c:v>
                </c:pt>
                <c:pt idx="2531">
                  <c:v>1785.2</c:v>
                </c:pt>
                <c:pt idx="2532">
                  <c:v>1761.45</c:v>
                </c:pt>
                <c:pt idx="2533">
                  <c:v>1765.35</c:v>
                </c:pt>
                <c:pt idx="2534">
                  <c:v>1809.95</c:v>
                </c:pt>
                <c:pt idx="2535">
                  <c:v>1869.95</c:v>
                </c:pt>
                <c:pt idx="2536">
                  <c:v>1981.2</c:v>
                </c:pt>
                <c:pt idx="2537">
                  <c:v>1968.2</c:v>
                </c:pt>
                <c:pt idx="2538">
                  <c:v>1962.05</c:v>
                </c:pt>
                <c:pt idx="2539">
                  <c:v>1942.7</c:v>
                </c:pt>
                <c:pt idx="2540">
                  <c:v>1944.7</c:v>
                </c:pt>
                <c:pt idx="2541">
                  <c:v>1939.85</c:v>
                </c:pt>
                <c:pt idx="2542">
                  <c:v>1942</c:v>
                </c:pt>
                <c:pt idx="2543">
                  <c:v>1918.15</c:v>
                </c:pt>
                <c:pt idx="2544">
                  <c:v>1897.35</c:v>
                </c:pt>
                <c:pt idx="2545">
                  <c:v>1905.1</c:v>
                </c:pt>
                <c:pt idx="2546">
                  <c:v>1969.4</c:v>
                </c:pt>
                <c:pt idx="2547">
                  <c:v>1994.6</c:v>
                </c:pt>
                <c:pt idx="2548">
                  <c:v>1994.4</c:v>
                </c:pt>
                <c:pt idx="2549">
                  <c:v>1968.55</c:v>
                </c:pt>
                <c:pt idx="2550">
                  <c:v>1968.1</c:v>
                </c:pt>
                <c:pt idx="2551">
                  <c:v>1962.15</c:v>
                </c:pt>
                <c:pt idx="2552">
                  <c:v>2005.85</c:v>
                </c:pt>
                <c:pt idx="2553">
                  <c:v>2034.9</c:v>
                </c:pt>
                <c:pt idx="2554">
                  <c:v>2070.15</c:v>
                </c:pt>
                <c:pt idx="2555">
                  <c:v>2038.85</c:v>
                </c:pt>
                <c:pt idx="2556">
                  <c:v>2021.25</c:v>
                </c:pt>
                <c:pt idx="2557">
                  <c:v>2057.1</c:v>
                </c:pt>
                <c:pt idx="2558">
                  <c:v>2042.9</c:v>
                </c:pt>
                <c:pt idx="2559">
                  <c:v>2044.6</c:v>
                </c:pt>
                <c:pt idx="2560">
                  <c:v>2033.4</c:v>
                </c:pt>
                <c:pt idx="2561">
                  <c:v>2044.55</c:v>
                </c:pt>
                <c:pt idx="2562">
                  <c:v>2045.4</c:v>
                </c:pt>
                <c:pt idx="2563">
                  <c:v>2059.3000000000002</c:v>
                </c:pt>
                <c:pt idx="2564">
                  <c:v>2048.6999999999998</c:v>
                </c:pt>
                <c:pt idx="2565">
                  <c:v>2051.85</c:v>
                </c:pt>
                <c:pt idx="2566">
                  <c:v>2042.35</c:v>
                </c:pt>
                <c:pt idx="2567">
                  <c:v>2081.75</c:v>
                </c:pt>
                <c:pt idx="2568">
                  <c:v>2050</c:v>
                </c:pt>
                <c:pt idx="2569">
                  <c:v>2075.1</c:v>
                </c:pt>
                <c:pt idx="2570">
                  <c:v>2096</c:v>
                </c:pt>
                <c:pt idx="2571">
                  <c:v>2067.85</c:v>
                </c:pt>
                <c:pt idx="2572">
                  <c:v>2063.15</c:v>
                </c:pt>
                <c:pt idx="2573">
                  <c:v>2089.5500000000002</c:v>
                </c:pt>
                <c:pt idx="2574">
                  <c:v>2075.25</c:v>
                </c:pt>
                <c:pt idx="2575">
                  <c:v>2078.8000000000002</c:v>
                </c:pt>
                <c:pt idx="2576">
                  <c:v>2084.25</c:v>
                </c:pt>
                <c:pt idx="2577">
                  <c:v>2088.1</c:v>
                </c:pt>
                <c:pt idx="2578">
                  <c:v>2060.6</c:v>
                </c:pt>
                <c:pt idx="2579">
                  <c:v>2033.7</c:v>
                </c:pt>
                <c:pt idx="2580">
                  <c:v>2086.25</c:v>
                </c:pt>
                <c:pt idx="2581">
                  <c:v>2117.85</c:v>
                </c:pt>
                <c:pt idx="2582">
                  <c:v>2068.5</c:v>
                </c:pt>
                <c:pt idx="2583">
                  <c:v>2054.5</c:v>
                </c:pt>
                <c:pt idx="2584">
                  <c:v>2112.9499999999998</c:v>
                </c:pt>
                <c:pt idx="2585">
                  <c:v>2141</c:v>
                </c:pt>
                <c:pt idx="2586">
                  <c:v>2124.5</c:v>
                </c:pt>
                <c:pt idx="2587">
                  <c:v>2156.85</c:v>
                </c:pt>
                <c:pt idx="2588">
                  <c:v>2109.75</c:v>
                </c:pt>
                <c:pt idx="2589">
                  <c:v>2068.6</c:v>
                </c:pt>
                <c:pt idx="2590">
                  <c:v>2021.6</c:v>
                </c:pt>
                <c:pt idx="2591">
                  <c:v>2068.9</c:v>
                </c:pt>
                <c:pt idx="2592">
                  <c:v>2074</c:v>
                </c:pt>
                <c:pt idx="2593">
                  <c:v>2085.85</c:v>
                </c:pt>
                <c:pt idx="2594">
                  <c:v>2106.4499999999998</c:v>
                </c:pt>
                <c:pt idx="2595">
                  <c:v>2100.3000000000002</c:v>
                </c:pt>
                <c:pt idx="2596">
                  <c:v>2086.1</c:v>
                </c:pt>
                <c:pt idx="2597">
                  <c:v>2077.25</c:v>
                </c:pt>
                <c:pt idx="2598">
                  <c:v>2079.85</c:v>
                </c:pt>
                <c:pt idx="2599">
                  <c:v>2114.9</c:v>
                </c:pt>
                <c:pt idx="2600">
                  <c:v>2146.75</c:v>
                </c:pt>
                <c:pt idx="2601">
                  <c:v>2185.25</c:v>
                </c:pt>
                <c:pt idx="2602">
                  <c:v>2238</c:v>
                </c:pt>
                <c:pt idx="2603">
                  <c:v>2283.6999999999998</c:v>
                </c:pt>
                <c:pt idx="2604">
                  <c:v>2311.5500000000002</c:v>
                </c:pt>
                <c:pt idx="2605">
                  <c:v>2291.6999999999998</c:v>
                </c:pt>
                <c:pt idx="2606">
                  <c:v>2296.25</c:v>
                </c:pt>
                <c:pt idx="2607">
                  <c:v>2294.6999999999998</c:v>
                </c:pt>
                <c:pt idx="2608">
                  <c:v>2317.65</c:v>
                </c:pt>
                <c:pt idx="2609">
                  <c:v>2368.35</c:v>
                </c:pt>
                <c:pt idx="2610">
                  <c:v>2383.75</c:v>
                </c:pt>
                <c:pt idx="2611">
                  <c:v>2429.65</c:v>
                </c:pt>
                <c:pt idx="2612">
                  <c:v>2370.6999999999998</c:v>
                </c:pt>
                <c:pt idx="2613">
                  <c:v>2408.75</c:v>
                </c:pt>
                <c:pt idx="2614">
                  <c:v>2459.9499999999998</c:v>
                </c:pt>
                <c:pt idx="2615">
                  <c:v>2399.4499999999998</c:v>
                </c:pt>
                <c:pt idx="2616">
                  <c:v>2366.0500000000002</c:v>
                </c:pt>
                <c:pt idx="2617">
                  <c:v>2360.5500000000002</c:v>
                </c:pt>
                <c:pt idx="2618">
                  <c:v>2301.8000000000002</c:v>
                </c:pt>
                <c:pt idx="2619">
                  <c:v>2329.75</c:v>
                </c:pt>
                <c:pt idx="2620">
                  <c:v>2320.8000000000002</c:v>
                </c:pt>
                <c:pt idx="2621">
                  <c:v>2329.5500000000002</c:v>
                </c:pt>
                <c:pt idx="2622">
                  <c:v>2345.1999999999998</c:v>
                </c:pt>
                <c:pt idx="2623">
                  <c:v>2336.75</c:v>
                </c:pt>
                <c:pt idx="2624">
                  <c:v>2350.4</c:v>
                </c:pt>
                <c:pt idx="2625">
                  <c:v>2384.25</c:v>
                </c:pt>
                <c:pt idx="2626">
                  <c:v>2359.5</c:v>
                </c:pt>
                <c:pt idx="2627">
                  <c:v>2369.6999999999998</c:v>
                </c:pt>
                <c:pt idx="2628">
                  <c:v>2415</c:v>
                </c:pt>
                <c:pt idx="2629">
                  <c:v>2440.15</c:v>
                </c:pt>
                <c:pt idx="2630">
                  <c:v>2474</c:v>
                </c:pt>
                <c:pt idx="2631">
                  <c:v>2474.0500000000002</c:v>
                </c:pt>
                <c:pt idx="2632">
                  <c:v>2478.6999999999998</c:v>
                </c:pt>
                <c:pt idx="2633">
                  <c:v>2479.5500000000002</c:v>
                </c:pt>
                <c:pt idx="2634">
                  <c:v>2521.9</c:v>
                </c:pt>
                <c:pt idx="2635">
                  <c:v>2520.5500000000002</c:v>
                </c:pt>
                <c:pt idx="2636">
                  <c:v>2524.1999999999998</c:v>
                </c:pt>
                <c:pt idx="2637">
                  <c:v>2438.35</c:v>
                </c:pt>
                <c:pt idx="2638">
                  <c:v>2586.15</c:v>
                </c:pt>
                <c:pt idx="2639">
                  <c:v>2613.8000000000002</c:v>
                </c:pt>
                <c:pt idx="2640">
                  <c:v>2603.35</c:v>
                </c:pt>
                <c:pt idx="2641">
                  <c:v>2623.35</c:v>
                </c:pt>
                <c:pt idx="2642">
                  <c:v>2598.25</c:v>
                </c:pt>
                <c:pt idx="2643">
                  <c:v>2591.9499999999998</c:v>
                </c:pt>
                <c:pt idx="2644">
                  <c:v>2600.8000000000002</c:v>
                </c:pt>
                <c:pt idx="2645">
                  <c:v>2607.15</c:v>
                </c:pt>
                <c:pt idx="2646">
                  <c:v>2661.7</c:v>
                </c:pt>
                <c:pt idx="2647">
                  <c:v>2666.95</c:v>
                </c:pt>
                <c:pt idx="2648">
                  <c:v>2680.55</c:v>
                </c:pt>
                <c:pt idx="2649">
                  <c:v>2675.9</c:v>
                </c:pt>
                <c:pt idx="2650">
                  <c:v>2654.55</c:v>
                </c:pt>
                <c:pt idx="2651">
                  <c:v>2641.05</c:v>
                </c:pt>
                <c:pt idx="2652">
                  <c:v>2631.1</c:v>
                </c:pt>
                <c:pt idx="2653">
                  <c:v>2651.1</c:v>
                </c:pt>
                <c:pt idx="2654">
                  <c:v>2704.1</c:v>
                </c:pt>
                <c:pt idx="2655">
                  <c:v>2767.3</c:v>
                </c:pt>
                <c:pt idx="2656">
                  <c:v>2758.35</c:v>
                </c:pt>
                <c:pt idx="2657">
                  <c:v>2769.2</c:v>
                </c:pt>
                <c:pt idx="2658">
                  <c:v>2750.3</c:v>
                </c:pt>
                <c:pt idx="2659">
                  <c:v>2742.9</c:v>
                </c:pt>
                <c:pt idx="2660">
                  <c:v>2727.1</c:v>
                </c:pt>
                <c:pt idx="2661">
                  <c:v>2712.9</c:v>
                </c:pt>
                <c:pt idx="2662">
                  <c:v>2762.65</c:v>
                </c:pt>
                <c:pt idx="2663">
                  <c:v>2738.75</c:v>
                </c:pt>
                <c:pt idx="2664">
                  <c:v>2797.5</c:v>
                </c:pt>
                <c:pt idx="2665">
                  <c:v>2809.7</c:v>
                </c:pt>
                <c:pt idx="2666">
                  <c:v>2849.7</c:v>
                </c:pt>
                <c:pt idx="2667">
                  <c:v>2853.95</c:v>
                </c:pt>
                <c:pt idx="2668">
                  <c:v>2836</c:v>
                </c:pt>
                <c:pt idx="2669">
                  <c:v>2808.75</c:v>
                </c:pt>
                <c:pt idx="2670">
                  <c:v>2797.75</c:v>
                </c:pt>
                <c:pt idx="2671">
                  <c:v>2860.55</c:v>
                </c:pt>
                <c:pt idx="2672">
                  <c:v>2855.6</c:v>
                </c:pt>
                <c:pt idx="2673">
                  <c:v>2800.7</c:v>
                </c:pt>
                <c:pt idx="2674">
                  <c:v>2847.05</c:v>
                </c:pt>
                <c:pt idx="2675">
                  <c:v>2853.6</c:v>
                </c:pt>
                <c:pt idx="2676">
                  <c:v>2816.1</c:v>
                </c:pt>
                <c:pt idx="2677">
                  <c:v>2768.85</c:v>
                </c:pt>
                <c:pt idx="2678">
                  <c:v>2743.1</c:v>
                </c:pt>
                <c:pt idx="2679">
                  <c:v>2789.35</c:v>
                </c:pt>
                <c:pt idx="2680">
                  <c:v>2778.4</c:v>
                </c:pt>
                <c:pt idx="2681">
                  <c:v>2777.85</c:v>
                </c:pt>
                <c:pt idx="2682">
                  <c:v>2749.35</c:v>
                </c:pt>
                <c:pt idx="2683">
                  <c:v>2663.2</c:v>
                </c:pt>
                <c:pt idx="2684">
                  <c:v>2664.5</c:v>
                </c:pt>
                <c:pt idx="2685">
                  <c:v>2646.3</c:v>
                </c:pt>
                <c:pt idx="2686">
                  <c:v>2654.4</c:v>
                </c:pt>
                <c:pt idx="2687">
                  <c:v>2703.95</c:v>
                </c:pt>
                <c:pt idx="2688">
                  <c:v>2700.65</c:v>
                </c:pt>
                <c:pt idx="2689">
                  <c:v>2675.75</c:v>
                </c:pt>
                <c:pt idx="2690">
                  <c:v>2661.25</c:v>
                </c:pt>
                <c:pt idx="2691">
                  <c:v>2660.65</c:v>
                </c:pt>
                <c:pt idx="2692">
                  <c:v>2662.5</c:v>
                </c:pt>
                <c:pt idx="2693">
                  <c:v>2699.05</c:v>
                </c:pt>
                <c:pt idx="2694">
                  <c:v>2657.8</c:v>
                </c:pt>
                <c:pt idx="2695">
                  <c:v>2658.95</c:v>
                </c:pt>
                <c:pt idx="2696">
                  <c:v>2635.7</c:v>
                </c:pt>
                <c:pt idx="2697">
                  <c:v>2604.4</c:v>
                </c:pt>
                <c:pt idx="2698">
                  <c:v>2635.35</c:v>
                </c:pt>
                <c:pt idx="2699">
                  <c:v>2623.6</c:v>
                </c:pt>
                <c:pt idx="2700">
                  <c:v>2620.6999999999998</c:v>
                </c:pt>
                <c:pt idx="2701">
                  <c:v>2591.9499999999998</c:v>
                </c:pt>
                <c:pt idx="2702">
                  <c:v>2502.6</c:v>
                </c:pt>
                <c:pt idx="2703">
                  <c:v>2648.45</c:v>
                </c:pt>
                <c:pt idx="2704">
                  <c:v>2687.75</c:v>
                </c:pt>
                <c:pt idx="2705">
                  <c:v>2705.05</c:v>
                </c:pt>
                <c:pt idx="2706">
                  <c:v>2792.8</c:v>
                </c:pt>
                <c:pt idx="2707">
                  <c:v>2694.9</c:v>
                </c:pt>
                <c:pt idx="2708">
                  <c:v>2663.05</c:v>
                </c:pt>
                <c:pt idx="2709">
                  <c:v>2688.95</c:v>
                </c:pt>
                <c:pt idx="2710">
                  <c:v>2740.85</c:v>
                </c:pt>
                <c:pt idx="2711">
                  <c:v>2755.4</c:v>
                </c:pt>
                <c:pt idx="2712">
                  <c:v>2747.45</c:v>
                </c:pt>
                <c:pt idx="2713">
                  <c:v>2650.85</c:v>
                </c:pt>
                <c:pt idx="2714">
                  <c:v>2639.3</c:v>
                </c:pt>
                <c:pt idx="2715">
                  <c:v>2663.6</c:v>
                </c:pt>
                <c:pt idx="2716">
                  <c:v>2658.45</c:v>
                </c:pt>
                <c:pt idx="2717">
                  <c:v>2652.3</c:v>
                </c:pt>
                <c:pt idx="2718">
                  <c:v>2636.6</c:v>
                </c:pt>
                <c:pt idx="2719">
                  <c:v>2659.35</c:v>
                </c:pt>
                <c:pt idx="2720">
                  <c:v>2639.35</c:v>
                </c:pt>
                <c:pt idx="2721">
                  <c:v>2604.1</c:v>
                </c:pt>
                <c:pt idx="2722">
                  <c:v>2520.4</c:v>
                </c:pt>
                <c:pt idx="2723">
                  <c:v>2547.6999999999998</c:v>
                </c:pt>
                <c:pt idx="2724">
                  <c:v>2585.75</c:v>
                </c:pt>
                <c:pt idx="2725">
                  <c:v>2648.9</c:v>
                </c:pt>
                <c:pt idx="2726">
                  <c:v>2680.4</c:v>
                </c:pt>
                <c:pt idx="2727">
                  <c:v>2651.85</c:v>
                </c:pt>
                <c:pt idx="2728">
                  <c:v>2670.05</c:v>
                </c:pt>
                <c:pt idx="2729">
                  <c:v>2682.1</c:v>
                </c:pt>
                <c:pt idx="2730">
                  <c:v>2707.65</c:v>
                </c:pt>
                <c:pt idx="2731">
                  <c:v>2658.05</c:v>
                </c:pt>
                <c:pt idx="2732">
                  <c:v>2643.6</c:v>
                </c:pt>
                <c:pt idx="2733">
                  <c:v>2664.65</c:v>
                </c:pt>
                <c:pt idx="2734">
                  <c:v>2697.25</c:v>
                </c:pt>
                <c:pt idx="2735">
                  <c:v>2740.95</c:v>
                </c:pt>
                <c:pt idx="2736">
                  <c:v>2711.2</c:v>
                </c:pt>
                <c:pt idx="2737">
                  <c:v>2706.15</c:v>
                </c:pt>
                <c:pt idx="2738">
                  <c:v>2764.8</c:v>
                </c:pt>
                <c:pt idx="2739">
                  <c:v>2916.2</c:v>
                </c:pt>
                <c:pt idx="2740">
                  <c:v>2941.5</c:v>
                </c:pt>
                <c:pt idx="2741">
                  <c:v>2963.9</c:v>
                </c:pt>
                <c:pt idx="2742">
                  <c:v>2887.75</c:v>
                </c:pt>
                <c:pt idx="2743">
                  <c:v>2839.7</c:v>
                </c:pt>
                <c:pt idx="2744">
                  <c:v>2812.5</c:v>
                </c:pt>
                <c:pt idx="2745">
                  <c:v>2817.75</c:v>
                </c:pt>
                <c:pt idx="2746">
                  <c:v>2822.9</c:v>
                </c:pt>
                <c:pt idx="2747">
                  <c:v>2878.7</c:v>
                </c:pt>
                <c:pt idx="2748">
                  <c:v>2874.55</c:v>
                </c:pt>
                <c:pt idx="2749">
                  <c:v>2836.2</c:v>
                </c:pt>
                <c:pt idx="2750">
                  <c:v>2880.5</c:v>
                </c:pt>
                <c:pt idx="2751">
                  <c:v>2849.5</c:v>
                </c:pt>
                <c:pt idx="2752">
                  <c:v>2775.75</c:v>
                </c:pt>
                <c:pt idx="2753">
                  <c:v>2677.75</c:v>
                </c:pt>
                <c:pt idx="2754">
                  <c:v>2703.35</c:v>
                </c:pt>
                <c:pt idx="2755">
                  <c:v>2726.3</c:v>
                </c:pt>
                <c:pt idx="2756">
                  <c:v>2713.75</c:v>
                </c:pt>
                <c:pt idx="2757">
                  <c:v>2725.9</c:v>
                </c:pt>
                <c:pt idx="2758">
                  <c:v>2662.85</c:v>
                </c:pt>
                <c:pt idx="2759">
                  <c:v>2654.75</c:v>
                </c:pt>
                <c:pt idx="2760">
                  <c:v>2668.35</c:v>
                </c:pt>
                <c:pt idx="2761">
                  <c:v>2674.3</c:v>
                </c:pt>
                <c:pt idx="2762">
                  <c:v>2663.5</c:v>
                </c:pt>
                <c:pt idx="2763">
                  <c:v>2620.9499999999998</c:v>
                </c:pt>
                <c:pt idx="2764">
                  <c:v>2599.85</c:v>
                </c:pt>
                <c:pt idx="2765">
                  <c:v>2600.0500000000002</c:v>
                </c:pt>
                <c:pt idx="2766">
                  <c:v>2579.1</c:v>
                </c:pt>
                <c:pt idx="2767">
                  <c:v>2577.5</c:v>
                </c:pt>
                <c:pt idx="2768">
                  <c:v>2487.9</c:v>
                </c:pt>
                <c:pt idx="2769">
                  <c:v>2485.4499999999998</c:v>
                </c:pt>
                <c:pt idx="2770">
                  <c:v>2471.6</c:v>
                </c:pt>
                <c:pt idx="2771">
                  <c:v>2486.25</c:v>
                </c:pt>
                <c:pt idx="2772">
                  <c:v>2501.5500000000002</c:v>
                </c:pt>
                <c:pt idx="2773">
                  <c:v>2479.6</c:v>
                </c:pt>
                <c:pt idx="2774">
                  <c:v>2475.1999999999998</c:v>
                </c:pt>
                <c:pt idx="2775">
                  <c:v>2483.75</c:v>
                </c:pt>
                <c:pt idx="2776">
                  <c:v>2498.5500000000002</c:v>
                </c:pt>
                <c:pt idx="2777">
                  <c:v>2600</c:v>
                </c:pt>
                <c:pt idx="2778">
                  <c:v>2587.9</c:v>
                </c:pt>
                <c:pt idx="2779">
                  <c:v>2564.4499999999998</c:v>
                </c:pt>
                <c:pt idx="2780">
                  <c:v>2594.8000000000002</c:v>
                </c:pt>
                <c:pt idx="2781">
                  <c:v>2599.1</c:v>
                </c:pt>
                <c:pt idx="2782">
                  <c:v>2570.8000000000002</c:v>
                </c:pt>
                <c:pt idx="2783">
                  <c:v>2510.1</c:v>
                </c:pt>
                <c:pt idx="2784">
                  <c:v>2478.0500000000002</c:v>
                </c:pt>
                <c:pt idx="2785">
                  <c:v>2411.35</c:v>
                </c:pt>
                <c:pt idx="2786">
                  <c:v>2406.5</c:v>
                </c:pt>
                <c:pt idx="2787">
                  <c:v>2400.6999999999998</c:v>
                </c:pt>
                <c:pt idx="2788">
                  <c:v>2532.8000000000002</c:v>
                </c:pt>
                <c:pt idx="2789">
                  <c:v>2537.9499999999998</c:v>
                </c:pt>
                <c:pt idx="2790">
                  <c:v>2508.25</c:v>
                </c:pt>
                <c:pt idx="2791">
                  <c:v>2505.1999999999998</c:v>
                </c:pt>
                <c:pt idx="2792">
                  <c:v>2500.1</c:v>
                </c:pt>
                <c:pt idx="2793">
                  <c:v>2501</c:v>
                </c:pt>
                <c:pt idx="2794">
                  <c:v>2500.0500000000002</c:v>
                </c:pt>
                <c:pt idx="2795">
                  <c:v>2529.65</c:v>
                </c:pt>
                <c:pt idx="2796">
                  <c:v>2528.15</c:v>
                </c:pt>
                <c:pt idx="2797">
                  <c:v>2531.1999999999998</c:v>
                </c:pt>
                <c:pt idx="2798">
                  <c:v>2553.1999999999998</c:v>
                </c:pt>
                <c:pt idx="2799">
                  <c:v>2579.1999999999998</c:v>
                </c:pt>
                <c:pt idx="2800">
                  <c:v>2546.3000000000002</c:v>
                </c:pt>
                <c:pt idx="2801">
                  <c:v>2523.65</c:v>
                </c:pt>
                <c:pt idx="2802">
                  <c:v>2509.8000000000002</c:v>
                </c:pt>
                <c:pt idx="2803">
                  <c:v>2545.75</c:v>
                </c:pt>
                <c:pt idx="2804">
                  <c:v>2502.85</c:v>
                </c:pt>
                <c:pt idx="2805">
                  <c:v>2529.25</c:v>
                </c:pt>
                <c:pt idx="2806">
                  <c:v>2527.4</c:v>
                </c:pt>
                <c:pt idx="2807">
                  <c:v>2515.85</c:v>
                </c:pt>
                <c:pt idx="2808">
                  <c:v>2536.1999999999998</c:v>
                </c:pt>
                <c:pt idx="2809">
                  <c:v>2525.8000000000002</c:v>
                </c:pt>
                <c:pt idx="2810">
                  <c:v>2520.5500000000002</c:v>
                </c:pt>
                <c:pt idx="2811">
                  <c:v>2529.65</c:v>
                </c:pt>
                <c:pt idx="2812">
                  <c:v>2566.8000000000002</c:v>
                </c:pt>
                <c:pt idx="2813">
                  <c:v>2549.6999999999998</c:v>
                </c:pt>
                <c:pt idx="2814">
                  <c:v>2551.6999999999998</c:v>
                </c:pt>
                <c:pt idx="2815">
                  <c:v>2560.35</c:v>
                </c:pt>
                <c:pt idx="2816">
                  <c:v>2566.5</c:v>
                </c:pt>
                <c:pt idx="2817">
                  <c:v>2617.75</c:v>
                </c:pt>
                <c:pt idx="2818">
                  <c:v>2620.85</c:v>
                </c:pt>
                <c:pt idx="2819">
                  <c:v>2581.65</c:v>
                </c:pt>
                <c:pt idx="2820">
                  <c:v>2569.15</c:v>
                </c:pt>
                <c:pt idx="2821">
                  <c:v>2568.8000000000002</c:v>
                </c:pt>
                <c:pt idx="2822">
                  <c:v>2591.3000000000002</c:v>
                </c:pt>
                <c:pt idx="2823">
                  <c:v>2662.1</c:v>
                </c:pt>
                <c:pt idx="2824">
                  <c:v>2655.9</c:v>
                </c:pt>
                <c:pt idx="2825">
                  <c:v>2667.85</c:v>
                </c:pt>
                <c:pt idx="2826">
                  <c:v>2690.85</c:v>
                </c:pt>
                <c:pt idx="2827">
                  <c:v>2774.6</c:v>
                </c:pt>
                <c:pt idx="2828">
                  <c:v>2743.1</c:v>
                </c:pt>
                <c:pt idx="2829">
                  <c:v>2773</c:v>
                </c:pt>
                <c:pt idx="2830">
                  <c:v>2698.1</c:v>
                </c:pt>
                <c:pt idx="2831">
                  <c:v>2667.8</c:v>
                </c:pt>
                <c:pt idx="2832">
                  <c:v>2700.15</c:v>
                </c:pt>
                <c:pt idx="2833">
                  <c:v>2743</c:v>
                </c:pt>
                <c:pt idx="2834">
                  <c:v>2691.05</c:v>
                </c:pt>
                <c:pt idx="2835">
                  <c:v>2672.1</c:v>
                </c:pt>
                <c:pt idx="2836">
                  <c:v>2750.5</c:v>
                </c:pt>
                <c:pt idx="2837">
                  <c:v>2768.4</c:v>
                </c:pt>
                <c:pt idx="2838">
                  <c:v>2793.5</c:v>
                </c:pt>
                <c:pt idx="2839">
                  <c:v>2848.85</c:v>
                </c:pt>
                <c:pt idx="2840">
                  <c:v>2864.55</c:v>
                </c:pt>
                <c:pt idx="2841">
                  <c:v>2847.7</c:v>
                </c:pt>
                <c:pt idx="2842">
                  <c:v>2909.75</c:v>
                </c:pt>
                <c:pt idx="2843">
                  <c:v>2914.15</c:v>
                </c:pt>
                <c:pt idx="2844">
                  <c:v>2963.45</c:v>
                </c:pt>
                <c:pt idx="2845">
                  <c:v>3006.5</c:v>
                </c:pt>
                <c:pt idx="2846">
                  <c:v>2993.25</c:v>
                </c:pt>
                <c:pt idx="2847">
                  <c:v>3006.35</c:v>
                </c:pt>
                <c:pt idx="2848">
                  <c:v>3082.25</c:v>
                </c:pt>
                <c:pt idx="2849">
                  <c:v>3133.4</c:v>
                </c:pt>
                <c:pt idx="2850">
                  <c:v>3169.35</c:v>
                </c:pt>
                <c:pt idx="2851">
                  <c:v>3105.05</c:v>
                </c:pt>
                <c:pt idx="2852">
                  <c:v>3167.8</c:v>
                </c:pt>
                <c:pt idx="2853">
                  <c:v>3170.05</c:v>
                </c:pt>
                <c:pt idx="2854">
                  <c:v>3206.15</c:v>
                </c:pt>
                <c:pt idx="2855">
                  <c:v>3204.3</c:v>
                </c:pt>
                <c:pt idx="2856">
                  <c:v>3095.95</c:v>
                </c:pt>
                <c:pt idx="2857">
                  <c:v>3100.85</c:v>
                </c:pt>
                <c:pt idx="2858">
                  <c:v>3065.15</c:v>
                </c:pt>
                <c:pt idx="2859">
                  <c:v>3068.95</c:v>
                </c:pt>
                <c:pt idx="2860">
                  <c:v>3064.6</c:v>
                </c:pt>
                <c:pt idx="2861">
                  <c:v>3019.25</c:v>
                </c:pt>
                <c:pt idx="2862">
                  <c:v>3002.8</c:v>
                </c:pt>
                <c:pt idx="2863">
                  <c:v>2947.5</c:v>
                </c:pt>
                <c:pt idx="2864">
                  <c:v>2951.45</c:v>
                </c:pt>
                <c:pt idx="2865">
                  <c:v>2932.4</c:v>
                </c:pt>
                <c:pt idx="2866">
                  <c:v>2956.7</c:v>
                </c:pt>
                <c:pt idx="2867">
                  <c:v>2979.8</c:v>
                </c:pt>
                <c:pt idx="2868">
                  <c:v>3114.2</c:v>
                </c:pt>
                <c:pt idx="2869">
                  <c:v>3160.9</c:v>
                </c:pt>
                <c:pt idx="2870">
                  <c:v>3141.95</c:v>
                </c:pt>
                <c:pt idx="2871">
                  <c:v>3185.1</c:v>
                </c:pt>
                <c:pt idx="2872">
                  <c:v>3313.95</c:v>
                </c:pt>
                <c:pt idx="2873">
                  <c:v>3296.65</c:v>
                </c:pt>
                <c:pt idx="2874">
                  <c:v>3240</c:v>
                </c:pt>
                <c:pt idx="2875">
                  <c:v>3239.3</c:v>
                </c:pt>
                <c:pt idx="2876">
                  <c:v>3201.1</c:v>
                </c:pt>
                <c:pt idx="2877">
                  <c:v>3158.6</c:v>
                </c:pt>
                <c:pt idx="2878">
                  <c:v>3155.6</c:v>
                </c:pt>
                <c:pt idx="2879">
                  <c:v>3094.75</c:v>
                </c:pt>
                <c:pt idx="2880">
                  <c:v>3124.45</c:v>
                </c:pt>
                <c:pt idx="2881">
                  <c:v>3130.2</c:v>
                </c:pt>
                <c:pt idx="2882">
                  <c:v>3180.55</c:v>
                </c:pt>
                <c:pt idx="2883">
                  <c:v>3168.1</c:v>
                </c:pt>
                <c:pt idx="2884">
                  <c:v>3141.15</c:v>
                </c:pt>
                <c:pt idx="2885">
                  <c:v>3123.5</c:v>
                </c:pt>
                <c:pt idx="2886">
                  <c:v>3112.45</c:v>
                </c:pt>
                <c:pt idx="2887">
                  <c:v>3110.9</c:v>
                </c:pt>
                <c:pt idx="2888">
                  <c:v>3113.95</c:v>
                </c:pt>
                <c:pt idx="2889">
                  <c:v>3139.1</c:v>
                </c:pt>
                <c:pt idx="2890">
                  <c:v>3143</c:v>
                </c:pt>
                <c:pt idx="2891">
                  <c:v>3120.85</c:v>
                </c:pt>
                <c:pt idx="2892">
                  <c:v>3134</c:v>
                </c:pt>
                <c:pt idx="2893">
                  <c:v>3067.85</c:v>
                </c:pt>
                <c:pt idx="2894">
                  <c:v>3052.15</c:v>
                </c:pt>
                <c:pt idx="2895">
                  <c:v>3023.2</c:v>
                </c:pt>
                <c:pt idx="2896">
                  <c:v>3091.65</c:v>
                </c:pt>
                <c:pt idx="2897">
                  <c:v>3058.9</c:v>
                </c:pt>
                <c:pt idx="2898">
                  <c:v>3080.7</c:v>
                </c:pt>
                <c:pt idx="2899">
                  <c:v>3148</c:v>
                </c:pt>
                <c:pt idx="2900">
                  <c:v>3154.85</c:v>
                </c:pt>
                <c:pt idx="2901">
                  <c:v>3148.65</c:v>
                </c:pt>
                <c:pt idx="2902">
                  <c:v>3229.1</c:v>
                </c:pt>
                <c:pt idx="2903">
                  <c:v>3260.1</c:v>
                </c:pt>
                <c:pt idx="2904">
                  <c:v>3244.5</c:v>
                </c:pt>
                <c:pt idx="2905">
                  <c:v>3216.75</c:v>
                </c:pt>
                <c:pt idx="2906">
                  <c:v>3175.35</c:v>
                </c:pt>
                <c:pt idx="2907">
                  <c:v>3291.25</c:v>
                </c:pt>
                <c:pt idx="2908">
                  <c:v>3274.35</c:v>
                </c:pt>
                <c:pt idx="2909">
                  <c:v>3228.4</c:v>
                </c:pt>
                <c:pt idx="2910">
                  <c:v>3264.8</c:v>
                </c:pt>
                <c:pt idx="2911">
                  <c:v>3263.2</c:v>
                </c:pt>
                <c:pt idx="2912">
                  <c:v>3296.8</c:v>
                </c:pt>
                <c:pt idx="2913">
                  <c:v>3286.05</c:v>
                </c:pt>
                <c:pt idx="2914">
                  <c:v>3260.15</c:v>
                </c:pt>
                <c:pt idx="2915">
                  <c:v>3271.55</c:v>
                </c:pt>
                <c:pt idx="2916">
                  <c:v>3258.3</c:v>
                </c:pt>
                <c:pt idx="2917">
                  <c:v>3221.25</c:v>
                </c:pt>
                <c:pt idx="2918">
                  <c:v>3181.7</c:v>
                </c:pt>
                <c:pt idx="2919">
                  <c:v>3188.65</c:v>
                </c:pt>
                <c:pt idx="2920">
                  <c:v>3175.95</c:v>
                </c:pt>
                <c:pt idx="2921">
                  <c:v>3146.85</c:v>
                </c:pt>
                <c:pt idx="2922">
                  <c:v>3128.35</c:v>
                </c:pt>
                <c:pt idx="2923">
                  <c:v>3126.35</c:v>
                </c:pt>
                <c:pt idx="2924">
                  <c:v>3038.85</c:v>
                </c:pt>
                <c:pt idx="2925">
                  <c:v>3050.8</c:v>
                </c:pt>
                <c:pt idx="2926">
                  <c:v>3077.9</c:v>
                </c:pt>
                <c:pt idx="2927">
                  <c:v>3093.5</c:v>
                </c:pt>
                <c:pt idx="2928">
                  <c:v>3101.4</c:v>
                </c:pt>
                <c:pt idx="2929">
                  <c:v>3090.4</c:v>
                </c:pt>
                <c:pt idx="2930">
                  <c:v>3081.3</c:v>
                </c:pt>
                <c:pt idx="2931">
                  <c:v>3096.9</c:v>
                </c:pt>
                <c:pt idx="2932">
                  <c:v>3134.1</c:v>
                </c:pt>
                <c:pt idx="2933">
                  <c:v>3154.3</c:v>
                </c:pt>
                <c:pt idx="2934">
                  <c:v>3157.55</c:v>
                </c:pt>
                <c:pt idx="2935">
                  <c:v>3129.4</c:v>
                </c:pt>
                <c:pt idx="2936">
                  <c:v>3078.5</c:v>
                </c:pt>
                <c:pt idx="2937">
                  <c:v>3028.4</c:v>
                </c:pt>
                <c:pt idx="2938">
                  <c:v>3128.85</c:v>
                </c:pt>
                <c:pt idx="2939">
                  <c:v>3173</c:v>
                </c:pt>
                <c:pt idx="2940">
                  <c:v>3172.4</c:v>
                </c:pt>
                <c:pt idx="2941">
                  <c:v>3175.25</c:v>
                </c:pt>
                <c:pt idx="2942">
                  <c:v>3171.75</c:v>
                </c:pt>
                <c:pt idx="2943">
                  <c:v>3146.4</c:v>
                </c:pt>
                <c:pt idx="2944">
                  <c:v>3136.7</c:v>
                </c:pt>
                <c:pt idx="2945">
                  <c:v>3103.05</c:v>
                </c:pt>
                <c:pt idx="2946">
                  <c:v>3126.85</c:v>
                </c:pt>
                <c:pt idx="2947">
                  <c:v>3157</c:v>
                </c:pt>
                <c:pt idx="2948">
                  <c:v>3015.5</c:v>
                </c:pt>
                <c:pt idx="2949">
                  <c:v>3050.1</c:v>
                </c:pt>
                <c:pt idx="2950">
                  <c:v>3065.6</c:v>
                </c:pt>
                <c:pt idx="2951">
                  <c:v>3069.6</c:v>
                </c:pt>
                <c:pt idx="2952">
                  <c:v>3061.2</c:v>
                </c:pt>
                <c:pt idx="2953">
                  <c:v>3159.55</c:v>
                </c:pt>
                <c:pt idx="2954">
                  <c:v>3133.15</c:v>
                </c:pt>
                <c:pt idx="2955">
                  <c:v>3149</c:v>
                </c:pt>
                <c:pt idx="2956">
                  <c:v>3159.55</c:v>
                </c:pt>
                <c:pt idx="2957">
                  <c:v>3226</c:v>
                </c:pt>
                <c:pt idx="2958">
                  <c:v>3160.2</c:v>
                </c:pt>
                <c:pt idx="2959">
                  <c:v>3116.5</c:v>
                </c:pt>
                <c:pt idx="2960">
                  <c:v>3057.15</c:v>
                </c:pt>
                <c:pt idx="2961">
                  <c:v>3098.35</c:v>
                </c:pt>
                <c:pt idx="2962">
                  <c:v>3036</c:v>
                </c:pt>
                <c:pt idx="2963">
                  <c:v>3095.55</c:v>
                </c:pt>
                <c:pt idx="2964">
                  <c:v>3041.8</c:v>
                </c:pt>
                <c:pt idx="2965">
                  <c:v>3049.15</c:v>
                </c:pt>
                <c:pt idx="2966">
                  <c:v>2937.8</c:v>
                </c:pt>
                <c:pt idx="2967">
                  <c:v>2954.35</c:v>
                </c:pt>
                <c:pt idx="2968">
                  <c:v>2892.7</c:v>
                </c:pt>
                <c:pt idx="2969">
                  <c:v>2875.35</c:v>
                </c:pt>
                <c:pt idx="2970">
                  <c:v>2942.8</c:v>
                </c:pt>
                <c:pt idx="2971">
                  <c:v>2940</c:v>
                </c:pt>
                <c:pt idx="2972">
                  <c:v>2938.5</c:v>
                </c:pt>
                <c:pt idx="2973">
                  <c:v>2879.35</c:v>
                </c:pt>
                <c:pt idx="2974">
                  <c:v>2796.05</c:v>
                </c:pt>
                <c:pt idx="2975">
                  <c:v>2858.45</c:v>
                </c:pt>
                <c:pt idx="2976">
                  <c:v>2854.05</c:v>
                </c:pt>
                <c:pt idx="2977">
                  <c:v>2855.95</c:v>
                </c:pt>
                <c:pt idx="2978">
                  <c:v>2832.7</c:v>
                </c:pt>
                <c:pt idx="2979">
                  <c:v>2830.25</c:v>
                </c:pt>
                <c:pt idx="2980">
                  <c:v>2828.2</c:v>
                </c:pt>
                <c:pt idx="2981">
                  <c:v>2803.7</c:v>
                </c:pt>
                <c:pt idx="2982">
                  <c:v>2782.95</c:v>
                </c:pt>
                <c:pt idx="2983">
                  <c:v>2786.2</c:v>
                </c:pt>
                <c:pt idx="2984">
                  <c:v>2712.7</c:v>
                </c:pt>
                <c:pt idx="2985">
                  <c:v>2659.5</c:v>
                </c:pt>
                <c:pt idx="2986">
                  <c:v>2649.5</c:v>
                </c:pt>
                <c:pt idx="2987">
                  <c:v>2687.5</c:v>
                </c:pt>
                <c:pt idx="2988">
                  <c:v>2758.25</c:v>
                </c:pt>
                <c:pt idx="2989">
                  <c:v>2663.25</c:v>
                </c:pt>
                <c:pt idx="2990">
                  <c:v>2663.05</c:v>
                </c:pt>
                <c:pt idx="2991">
                  <c:v>2670.95</c:v>
                </c:pt>
                <c:pt idx="2992">
                  <c:v>2599.1999999999998</c:v>
                </c:pt>
                <c:pt idx="2993">
                  <c:v>2626.7</c:v>
                </c:pt>
                <c:pt idx="2994">
                  <c:v>2592.35</c:v>
                </c:pt>
                <c:pt idx="2995">
                  <c:v>2590.3000000000002</c:v>
                </c:pt>
                <c:pt idx="2996">
                  <c:v>2652.3</c:v>
                </c:pt>
                <c:pt idx="2997">
                  <c:v>2674.95</c:v>
                </c:pt>
                <c:pt idx="2998">
                  <c:v>2671.7</c:v>
                </c:pt>
                <c:pt idx="2999">
                  <c:v>2660.6</c:v>
                </c:pt>
                <c:pt idx="3000">
                  <c:v>2662.8</c:v>
                </c:pt>
                <c:pt idx="3001">
                  <c:v>2675.75</c:v>
                </c:pt>
                <c:pt idx="3002">
                  <c:v>2656.55</c:v>
                </c:pt>
                <c:pt idx="3003">
                  <c:v>2720.3</c:v>
                </c:pt>
                <c:pt idx="3004">
                  <c:v>2736.3</c:v>
                </c:pt>
                <c:pt idx="3005">
                  <c:v>2772.05</c:v>
                </c:pt>
                <c:pt idx="3006">
                  <c:v>2748.55</c:v>
                </c:pt>
                <c:pt idx="3007">
                  <c:v>2735.6</c:v>
                </c:pt>
                <c:pt idx="3008">
                  <c:v>2723.8</c:v>
                </c:pt>
                <c:pt idx="3009">
                  <c:v>2732.9</c:v>
                </c:pt>
                <c:pt idx="3010">
                  <c:v>2732.45</c:v>
                </c:pt>
                <c:pt idx="3011">
                  <c:v>2818.75</c:v>
                </c:pt>
                <c:pt idx="3012">
                  <c:v>2804.3</c:v>
                </c:pt>
                <c:pt idx="3013">
                  <c:v>2848.45</c:v>
                </c:pt>
                <c:pt idx="3014">
                  <c:v>2916.35</c:v>
                </c:pt>
                <c:pt idx="3015">
                  <c:v>2988.1</c:v>
                </c:pt>
                <c:pt idx="3016">
                  <c:v>2995.3</c:v>
                </c:pt>
                <c:pt idx="3017">
                  <c:v>2935.2</c:v>
                </c:pt>
                <c:pt idx="3018">
                  <c:v>2968</c:v>
                </c:pt>
                <c:pt idx="3019">
                  <c:v>2950.3</c:v>
                </c:pt>
                <c:pt idx="3020">
                  <c:v>2993.6</c:v>
                </c:pt>
                <c:pt idx="3021">
                  <c:v>2958.95</c:v>
                </c:pt>
                <c:pt idx="3022">
                  <c:v>2970.65</c:v>
                </c:pt>
                <c:pt idx="3023">
                  <c:v>3058.2</c:v>
                </c:pt>
                <c:pt idx="3024">
                  <c:v>3099.45</c:v>
                </c:pt>
                <c:pt idx="3025">
                  <c:v>3054.45</c:v>
                </c:pt>
                <c:pt idx="3026">
                  <c:v>3027.2</c:v>
                </c:pt>
                <c:pt idx="3027">
                  <c:v>3031.4</c:v>
                </c:pt>
                <c:pt idx="3028">
                  <c:v>3068.2</c:v>
                </c:pt>
                <c:pt idx="3029">
                  <c:v>3054.45</c:v>
                </c:pt>
                <c:pt idx="3030">
                  <c:v>3045.4</c:v>
                </c:pt>
                <c:pt idx="3031">
                  <c:v>3074.25</c:v>
                </c:pt>
                <c:pt idx="3032">
                  <c:v>3059.35</c:v>
                </c:pt>
                <c:pt idx="3033">
                  <c:v>3067.1</c:v>
                </c:pt>
                <c:pt idx="3034">
                  <c:v>3097.3</c:v>
                </c:pt>
                <c:pt idx="3035">
                  <c:v>3158.65</c:v>
                </c:pt>
                <c:pt idx="3036">
                  <c:v>3170.55</c:v>
                </c:pt>
                <c:pt idx="3037">
                  <c:v>3149.65</c:v>
                </c:pt>
                <c:pt idx="3038">
                  <c:v>3158.75</c:v>
                </c:pt>
                <c:pt idx="3039">
                  <c:v>3133.95</c:v>
                </c:pt>
                <c:pt idx="3040">
                  <c:v>3234.7</c:v>
                </c:pt>
                <c:pt idx="3041">
                  <c:v>3160.45</c:v>
                </c:pt>
                <c:pt idx="3042">
                  <c:v>3091.75</c:v>
                </c:pt>
                <c:pt idx="3043">
                  <c:v>3171.5</c:v>
                </c:pt>
                <c:pt idx="3044">
                  <c:v>3160.25</c:v>
                </c:pt>
                <c:pt idx="3045">
                  <c:v>3186.65</c:v>
                </c:pt>
                <c:pt idx="3046">
                  <c:v>3204.2</c:v>
                </c:pt>
                <c:pt idx="3047">
                  <c:v>3214.95</c:v>
                </c:pt>
                <c:pt idx="3048">
                  <c:v>3210.1</c:v>
                </c:pt>
                <c:pt idx="3049">
                  <c:v>3073.15</c:v>
                </c:pt>
                <c:pt idx="3050">
                  <c:v>3015.7</c:v>
                </c:pt>
                <c:pt idx="3051">
                  <c:v>3062.85</c:v>
                </c:pt>
                <c:pt idx="3052">
                  <c:v>3071.25</c:v>
                </c:pt>
                <c:pt idx="3053">
                  <c:v>3111.6</c:v>
                </c:pt>
                <c:pt idx="3054">
                  <c:v>3060.7</c:v>
                </c:pt>
                <c:pt idx="3055">
                  <c:v>3096.65</c:v>
                </c:pt>
                <c:pt idx="3056">
                  <c:v>3104.45</c:v>
                </c:pt>
                <c:pt idx="3057">
                  <c:v>3188.5</c:v>
                </c:pt>
                <c:pt idx="3058">
                  <c:v>3242</c:v>
                </c:pt>
                <c:pt idx="3059">
                  <c:v>3263.4</c:v>
                </c:pt>
                <c:pt idx="3060">
                  <c:v>3356.4</c:v>
                </c:pt>
                <c:pt idx="3061">
                  <c:v>3323.5</c:v>
                </c:pt>
                <c:pt idx="3062">
                  <c:v>3279.05</c:v>
                </c:pt>
                <c:pt idx="3063">
                  <c:v>3256.55</c:v>
                </c:pt>
                <c:pt idx="3064">
                  <c:v>3236.85</c:v>
                </c:pt>
                <c:pt idx="3065">
                  <c:v>3255.65</c:v>
                </c:pt>
                <c:pt idx="3066">
                  <c:v>3301.1</c:v>
                </c:pt>
                <c:pt idx="3067">
                  <c:v>3354.55</c:v>
                </c:pt>
                <c:pt idx="3068">
                  <c:v>3328.25</c:v>
                </c:pt>
                <c:pt idx="3069">
                  <c:v>3311.15</c:v>
                </c:pt>
                <c:pt idx="3070">
                  <c:v>3328.85</c:v>
                </c:pt>
                <c:pt idx="3071">
                  <c:v>3340.55</c:v>
                </c:pt>
                <c:pt idx="3072">
                  <c:v>3471</c:v>
                </c:pt>
                <c:pt idx="3073">
                  <c:v>3462</c:v>
                </c:pt>
                <c:pt idx="3074">
                  <c:v>3422.3</c:v>
                </c:pt>
                <c:pt idx="3075">
                  <c:v>3482</c:v>
                </c:pt>
                <c:pt idx="3076">
                  <c:v>3523.3</c:v>
                </c:pt>
                <c:pt idx="3077">
                  <c:v>3548.05</c:v>
                </c:pt>
                <c:pt idx="3078">
                  <c:v>3526.8</c:v>
                </c:pt>
                <c:pt idx="3079">
                  <c:v>3530.8</c:v>
                </c:pt>
                <c:pt idx="3080">
                  <c:v>3603.6</c:v>
                </c:pt>
                <c:pt idx="3081">
                  <c:v>3615.35</c:v>
                </c:pt>
                <c:pt idx="3082">
                  <c:v>3644.4</c:v>
                </c:pt>
                <c:pt idx="3083">
                  <c:v>3655.55</c:v>
                </c:pt>
                <c:pt idx="3084">
                  <c:v>3708.75</c:v>
                </c:pt>
                <c:pt idx="3085">
                  <c:v>3653.85</c:v>
                </c:pt>
                <c:pt idx="3086">
                  <c:v>3623.85</c:v>
                </c:pt>
                <c:pt idx="3087">
                  <c:v>3697.25</c:v>
                </c:pt>
                <c:pt idx="3088">
                  <c:v>3768.05</c:v>
                </c:pt>
                <c:pt idx="3089">
                  <c:v>3754.35</c:v>
                </c:pt>
                <c:pt idx="3090">
                  <c:v>3695.05</c:v>
                </c:pt>
                <c:pt idx="3091">
                  <c:v>3701.05</c:v>
                </c:pt>
                <c:pt idx="3092">
                  <c:v>3754.25</c:v>
                </c:pt>
                <c:pt idx="3093">
                  <c:v>3677</c:v>
                </c:pt>
                <c:pt idx="3094">
                  <c:v>3677.5</c:v>
                </c:pt>
                <c:pt idx="3095">
                  <c:v>3749.75</c:v>
                </c:pt>
                <c:pt idx="3096">
                  <c:v>3765.85</c:v>
                </c:pt>
                <c:pt idx="3097">
                  <c:v>3822.75</c:v>
                </c:pt>
                <c:pt idx="3098">
                  <c:v>3842.55</c:v>
                </c:pt>
                <c:pt idx="3099">
                  <c:v>3816.45</c:v>
                </c:pt>
                <c:pt idx="3100">
                  <c:v>4021.55</c:v>
                </c:pt>
                <c:pt idx="3101">
                  <c:v>3779.8</c:v>
                </c:pt>
                <c:pt idx="3102">
                  <c:v>3684.2</c:v>
                </c:pt>
                <c:pt idx="3103">
                  <c:v>3718.95</c:v>
                </c:pt>
                <c:pt idx="3104">
                  <c:v>3824.05</c:v>
                </c:pt>
                <c:pt idx="3105">
                  <c:v>3847.7</c:v>
                </c:pt>
                <c:pt idx="3106">
                  <c:v>3825.3</c:v>
                </c:pt>
                <c:pt idx="3107">
                  <c:v>3836.2</c:v>
                </c:pt>
                <c:pt idx="3108">
                  <c:v>3883.8</c:v>
                </c:pt>
                <c:pt idx="3109">
                  <c:v>3877.65</c:v>
                </c:pt>
                <c:pt idx="3110">
                  <c:v>3870.6</c:v>
                </c:pt>
                <c:pt idx="3111">
                  <c:v>3886.15</c:v>
                </c:pt>
                <c:pt idx="3112">
                  <c:v>3864</c:v>
                </c:pt>
                <c:pt idx="3113">
                  <c:v>3886.1</c:v>
                </c:pt>
                <c:pt idx="3114">
                  <c:v>3885.05</c:v>
                </c:pt>
                <c:pt idx="3115">
                  <c:v>3896.7</c:v>
                </c:pt>
                <c:pt idx="3116">
                  <c:v>3891.25</c:v>
                </c:pt>
                <c:pt idx="3117">
                  <c:v>3808</c:v>
                </c:pt>
                <c:pt idx="3118">
                  <c:v>3759</c:v>
                </c:pt>
                <c:pt idx="3119">
                  <c:v>3776.15</c:v>
                </c:pt>
                <c:pt idx="3120">
                  <c:v>3749.05</c:v>
                </c:pt>
                <c:pt idx="3121">
                  <c:v>3888.55</c:v>
                </c:pt>
                <c:pt idx="3122">
                  <c:v>3921.15</c:v>
                </c:pt>
                <c:pt idx="3123">
                  <c:v>3940.25</c:v>
                </c:pt>
                <c:pt idx="3124">
                  <c:v>3872.45</c:v>
                </c:pt>
                <c:pt idx="3125">
                  <c:v>3781.15</c:v>
                </c:pt>
                <c:pt idx="3126">
                  <c:v>3714.45</c:v>
                </c:pt>
                <c:pt idx="3127">
                  <c:v>3683.45</c:v>
                </c:pt>
                <c:pt idx="3128">
                  <c:v>3693.1</c:v>
                </c:pt>
                <c:pt idx="3129">
                  <c:v>3693.9</c:v>
                </c:pt>
                <c:pt idx="3130">
                  <c:v>3723.2</c:v>
                </c:pt>
                <c:pt idx="3131">
                  <c:v>3708.25</c:v>
                </c:pt>
                <c:pt idx="3132">
                  <c:v>3692.95</c:v>
                </c:pt>
                <c:pt idx="3133">
                  <c:v>3662.7</c:v>
                </c:pt>
                <c:pt idx="3134">
                  <c:v>3664.9</c:v>
                </c:pt>
                <c:pt idx="3135">
                  <c:v>3619.15</c:v>
                </c:pt>
                <c:pt idx="3136">
                  <c:v>3717.25</c:v>
                </c:pt>
                <c:pt idx="3137">
                  <c:v>3602.55</c:v>
                </c:pt>
                <c:pt idx="3138">
                  <c:v>3566.8</c:v>
                </c:pt>
                <c:pt idx="3139">
                  <c:v>3528.35</c:v>
                </c:pt>
                <c:pt idx="3140">
                  <c:v>3469.1</c:v>
                </c:pt>
                <c:pt idx="3141">
                  <c:v>3506.1</c:v>
                </c:pt>
                <c:pt idx="3142">
                  <c:v>3576.55</c:v>
                </c:pt>
                <c:pt idx="3143">
                  <c:v>3642.3</c:v>
                </c:pt>
                <c:pt idx="3144">
                  <c:v>3626.95</c:v>
                </c:pt>
                <c:pt idx="3145">
                  <c:v>3651.3</c:v>
                </c:pt>
                <c:pt idx="3146">
                  <c:v>3757.25</c:v>
                </c:pt>
                <c:pt idx="3147">
                  <c:v>3748.1</c:v>
                </c:pt>
                <c:pt idx="3148">
                  <c:v>3743.8</c:v>
                </c:pt>
                <c:pt idx="3149">
                  <c:v>3731.4</c:v>
                </c:pt>
                <c:pt idx="3150">
                  <c:v>3750.05</c:v>
                </c:pt>
                <c:pt idx="3151">
                  <c:v>3713.4</c:v>
                </c:pt>
                <c:pt idx="3152">
                  <c:v>3772.65</c:v>
                </c:pt>
                <c:pt idx="3153">
                  <c:v>3781.95</c:v>
                </c:pt>
                <c:pt idx="3154">
                  <c:v>3711.95</c:v>
                </c:pt>
                <c:pt idx="3155">
                  <c:v>3678.55</c:v>
                </c:pt>
                <c:pt idx="3156">
                  <c:v>3694.1</c:v>
                </c:pt>
                <c:pt idx="3157">
                  <c:v>3692.05</c:v>
                </c:pt>
                <c:pt idx="3158">
                  <c:v>3700</c:v>
                </c:pt>
                <c:pt idx="3159">
                  <c:v>3676.55</c:v>
                </c:pt>
                <c:pt idx="3160">
                  <c:v>3662.25</c:v>
                </c:pt>
                <c:pt idx="3161">
                  <c:v>3725.95</c:v>
                </c:pt>
                <c:pt idx="3162">
                  <c:v>3702.25</c:v>
                </c:pt>
                <c:pt idx="3163">
                  <c:v>3696.35</c:v>
                </c:pt>
                <c:pt idx="3164">
                  <c:v>3640.7</c:v>
                </c:pt>
                <c:pt idx="3165">
                  <c:v>3651</c:v>
                </c:pt>
                <c:pt idx="3166">
                  <c:v>3693.2</c:v>
                </c:pt>
                <c:pt idx="3167">
                  <c:v>3651.35</c:v>
                </c:pt>
                <c:pt idx="3168">
                  <c:v>3700.25</c:v>
                </c:pt>
                <c:pt idx="3169">
                  <c:v>3770.5</c:v>
                </c:pt>
                <c:pt idx="3170">
                  <c:v>3758</c:v>
                </c:pt>
                <c:pt idx="3171">
                  <c:v>3738.65</c:v>
                </c:pt>
                <c:pt idx="3172">
                  <c:v>3776.15</c:v>
                </c:pt>
                <c:pt idx="3173">
                  <c:v>3845.4</c:v>
                </c:pt>
                <c:pt idx="3174">
                  <c:v>3849.5</c:v>
                </c:pt>
                <c:pt idx="3175">
                  <c:v>3901.4</c:v>
                </c:pt>
                <c:pt idx="3176">
                  <c:v>3884.55</c:v>
                </c:pt>
                <c:pt idx="3177">
                  <c:v>3900.5</c:v>
                </c:pt>
                <c:pt idx="3178">
                  <c:v>3895.75</c:v>
                </c:pt>
                <c:pt idx="3179">
                  <c:v>3946.6</c:v>
                </c:pt>
                <c:pt idx="3180">
                  <c:v>3979.9</c:v>
                </c:pt>
                <c:pt idx="3181">
                  <c:v>3936.5</c:v>
                </c:pt>
                <c:pt idx="3182">
                  <c:v>3893.15</c:v>
                </c:pt>
                <c:pt idx="3183">
                  <c:v>3870.3</c:v>
                </c:pt>
                <c:pt idx="3184">
                  <c:v>3934.8</c:v>
                </c:pt>
                <c:pt idx="3185">
                  <c:v>3939.65</c:v>
                </c:pt>
                <c:pt idx="3186">
                  <c:v>3908.05</c:v>
                </c:pt>
                <c:pt idx="3187">
                  <c:v>3874</c:v>
                </c:pt>
                <c:pt idx="3188">
                  <c:v>3811.25</c:v>
                </c:pt>
                <c:pt idx="3189">
                  <c:v>3889.85</c:v>
                </c:pt>
                <c:pt idx="3190">
                  <c:v>3891.6</c:v>
                </c:pt>
                <c:pt idx="3191">
                  <c:v>3896</c:v>
                </c:pt>
                <c:pt idx="3192">
                  <c:v>3895.3</c:v>
                </c:pt>
                <c:pt idx="3193">
                  <c:v>3899</c:v>
                </c:pt>
                <c:pt idx="3194">
                  <c:v>3873.85</c:v>
                </c:pt>
                <c:pt idx="3195">
                  <c:v>3885.05</c:v>
                </c:pt>
                <c:pt idx="3196">
                  <c:v>3908.8</c:v>
                </c:pt>
                <c:pt idx="3197">
                  <c:v>3923.7</c:v>
                </c:pt>
                <c:pt idx="3198">
                  <c:v>3881.7</c:v>
                </c:pt>
                <c:pt idx="3199">
                  <c:v>3929.15</c:v>
                </c:pt>
                <c:pt idx="3200">
                  <c:v>3910.2</c:v>
                </c:pt>
                <c:pt idx="3201">
                  <c:v>3896.15</c:v>
                </c:pt>
                <c:pt idx="3202">
                  <c:v>3923.45</c:v>
                </c:pt>
                <c:pt idx="3203">
                  <c:v>3931.55</c:v>
                </c:pt>
                <c:pt idx="3204">
                  <c:v>3887.95</c:v>
                </c:pt>
                <c:pt idx="3205">
                  <c:v>3871.2</c:v>
                </c:pt>
                <c:pt idx="3206">
                  <c:v>3878.6</c:v>
                </c:pt>
                <c:pt idx="3207">
                  <c:v>3903.3</c:v>
                </c:pt>
                <c:pt idx="3208">
                  <c:v>3957</c:v>
                </c:pt>
                <c:pt idx="3209">
                  <c:v>4095.35</c:v>
                </c:pt>
                <c:pt idx="3210">
                  <c:v>4120.45</c:v>
                </c:pt>
                <c:pt idx="3211">
                  <c:v>4178.1000000000004</c:v>
                </c:pt>
                <c:pt idx="3212">
                  <c:v>4114.3</c:v>
                </c:pt>
                <c:pt idx="3213">
                  <c:v>4089.6</c:v>
                </c:pt>
                <c:pt idx="3214">
                  <c:v>4083.2</c:v>
                </c:pt>
                <c:pt idx="3215">
                  <c:v>4014.95</c:v>
                </c:pt>
                <c:pt idx="3216">
                  <c:v>3951.05</c:v>
                </c:pt>
                <c:pt idx="3217">
                  <c:v>3876.75</c:v>
                </c:pt>
                <c:pt idx="3218">
                  <c:v>3849.95</c:v>
                </c:pt>
                <c:pt idx="3219">
                  <c:v>3919.9</c:v>
                </c:pt>
                <c:pt idx="3220">
                  <c:v>3968.05</c:v>
                </c:pt>
                <c:pt idx="3221">
                  <c:v>4054.1</c:v>
                </c:pt>
                <c:pt idx="3222">
                  <c:v>4083.4</c:v>
                </c:pt>
                <c:pt idx="3223">
                  <c:v>4123.8999999999996</c:v>
                </c:pt>
                <c:pt idx="3224">
                  <c:v>4319.8</c:v>
                </c:pt>
                <c:pt idx="3225">
                  <c:v>4330.3500000000004</c:v>
                </c:pt>
                <c:pt idx="3226">
                  <c:v>4346.6499999999996</c:v>
                </c:pt>
                <c:pt idx="3227">
                  <c:v>4352</c:v>
                </c:pt>
                <c:pt idx="3228">
                  <c:v>4377.8500000000004</c:v>
                </c:pt>
                <c:pt idx="3229">
                  <c:v>4356.55</c:v>
                </c:pt>
                <c:pt idx="3230">
                  <c:v>4312.55</c:v>
                </c:pt>
                <c:pt idx="3231">
                  <c:v>4315.8500000000004</c:v>
                </c:pt>
                <c:pt idx="3232">
                  <c:v>4300.2</c:v>
                </c:pt>
                <c:pt idx="3233">
                  <c:v>4320.5</c:v>
                </c:pt>
                <c:pt idx="3234">
                  <c:v>4309.6000000000004</c:v>
                </c:pt>
                <c:pt idx="3235">
                  <c:v>4280.8</c:v>
                </c:pt>
                <c:pt idx="3236">
                  <c:v>4249.3999999999996</c:v>
                </c:pt>
                <c:pt idx="3237">
                  <c:v>4295.5</c:v>
                </c:pt>
                <c:pt idx="3238">
                  <c:v>4429.8500000000004</c:v>
                </c:pt>
                <c:pt idx="3239">
                  <c:v>4444.2</c:v>
                </c:pt>
                <c:pt idx="3240">
                  <c:v>4356.2</c:v>
                </c:pt>
                <c:pt idx="3241">
                  <c:v>4361</c:v>
                </c:pt>
                <c:pt idx="3242">
                  <c:v>4423.6499999999996</c:v>
                </c:pt>
                <c:pt idx="3243">
                  <c:v>4346.3999999999996</c:v>
                </c:pt>
                <c:pt idx="3244">
                  <c:v>4394.7</c:v>
                </c:pt>
                <c:pt idx="3245">
                  <c:v>4432.55</c:v>
                </c:pt>
                <c:pt idx="3246">
                  <c:v>4423.05</c:v>
                </c:pt>
                <c:pt idx="3247">
                  <c:v>4371.95</c:v>
                </c:pt>
                <c:pt idx="3248">
                  <c:v>4396.7</c:v>
                </c:pt>
                <c:pt idx="3249">
                  <c:v>4402</c:v>
                </c:pt>
                <c:pt idx="3250">
                  <c:v>4394.3500000000004</c:v>
                </c:pt>
                <c:pt idx="3251">
                  <c:v>4394.1000000000004</c:v>
                </c:pt>
                <c:pt idx="3252">
                  <c:v>4364.1499999999996</c:v>
                </c:pt>
                <c:pt idx="3253">
                  <c:v>4362.7</c:v>
                </c:pt>
                <c:pt idx="3254">
                  <c:v>4299.45</c:v>
                </c:pt>
                <c:pt idx="3255">
                  <c:v>4365.55</c:v>
                </c:pt>
                <c:pt idx="3256">
                  <c:v>4313.1000000000004</c:v>
                </c:pt>
                <c:pt idx="3257">
                  <c:v>4278.3</c:v>
                </c:pt>
                <c:pt idx="3258">
                  <c:v>4333.2</c:v>
                </c:pt>
                <c:pt idx="3259">
                  <c:v>4311.05</c:v>
                </c:pt>
                <c:pt idx="3260">
                  <c:v>4287.8999999999996</c:v>
                </c:pt>
                <c:pt idx="3261">
                  <c:v>4413.05</c:v>
                </c:pt>
                <c:pt idx="3262">
                  <c:v>4442.5</c:v>
                </c:pt>
                <c:pt idx="3263">
                  <c:v>4405.1000000000004</c:v>
                </c:pt>
                <c:pt idx="3264">
                  <c:v>4405.7</c:v>
                </c:pt>
                <c:pt idx="3265">
                  <c:v>4399.2</c:v>
                </c:pt>
                <c:pt idx="3266">
                  <c:v>4431.6000000000004</c:v>
                </c:pt>
                <c:pt idx="3267">
                  <c:v>4473.75</c:v>
                </c:pt>
                <c:pt idx="3268">
                  <c:v>4501.1499999999996</c:v>
                </c:pt>
                <c:pt idx="3269">
                  <c:v>4542.55</c:v>
                </c:pt>
                <c:pt idx="3270">
                  <c:v>4642.95</c:v>
                </c:pt>
                <c:pt idx="3271">
                  <c:v>4638.8999999999996</c:v>
                </c:pt>
                <c:pt idx="3272">
                  <c:v>4624.1499999999996</c:v>
                </c:pt>
                <c:pt idx="3273">
                  <c:v>4603.8500000000004</c:v>
                </c:pt>
                <c:pt idx="3274">
                  <c:v>4523.5</c:v>
                </c:pt>
                <c:pt idx="3275">
                  <c:v>4533.5</c:v>
                </c:pt>
                <c:pt idx="3276">
                  <c:v>4509.5</c:v>
                </c:pt>
                <c:pt idx="3277">
                  <c:v>4471.05</c:v>
                </c:pt>
                <c:pt idx="3278">
                  <c:v>4526.1000000000004</c:v>
                </c:pt>
                <c:pt idx="3279">
                  <c:v>4542.3999999999996</c:v>
                </c:pt>
                <c:pt idx="3280">
                  <c:v>4504.1000000000004</c:v>
                </c:pt>
                <c:pt idx="3281">
                  <c:v>4558.8999999999996</c:v>
                </c:pt>
                <c:pt idx="3282">
                  <c:v>4555.5</c:v>
                </c:pt>
                <c:pt idx="3283">
                  <c:v>4513.6499999999996</c:v>
                </c:pt>
                <c:pt idx="3284">
                  <c:v>4537.3</c:v>
                </c:pt>
                <c:pt idx="3285">
                  <c:v>4502.1499999999996</c:v>
                </c:pt>
                <c:pt idx="3286">
                  <c:v>4400.1000000000004</c:v>
                </c:pt>
                <c:pt idx="3287">
                  <c:v>4358.05</c:v>
                </c:pt>
                <c:pt idx="3288">
                  <c:v>4272.2</c:v>
                </c:pt>
                <c:pt idx="3289">
                  <c:v>4359.1000000000004</c:v>
                </c:pt>
                <c:pt idx="3290">
                  <c:v>4329.8999999999996</c:v>
                </c:pt>
                <c:pt idx="3291">
                  <c:v>4434.8999999999996</c:v>
                </c:pt>
                <c:pt idx="3292">
                  <c:v>4463.2</c:v>
                </c:pt>
                <c:pt idx="3293">
                  <c:v>4585.45</c:v>
                </c:pt>
                <c:pt idx="3294">
                  <c:v>4666.6000000000004</c:v>
                </c:pt>
                <c:pt idx="3295">
                  <c:v>4756.75</c:v>
                </c:pt>
                <c:pt idx="3296">
                  <c:v>4752.3999999999996</c:v>
                </c:pt>
                <c:pt idx="3297">
                  <c:v>4790.8</c:v>
                </c:pt>
                <c:pt idx="3298">
                  <c:v>4896.45</c:v>
                </c:pt>
                <c:pt idx="3299">
                  <c:v>5007.3</c:v>
                </c:pt>
                <c:pt idx="3300">
                  <c:v>5002.5</c:v>
                </c:pt>
                <c:pt idx="3301">
                  <c:v>4909.3500000000004</c:v>
                </c:pt>
                <c:pt idx="3302">
                  <c:v>4992.6000000000004</c:v>
                </c:pt>
                <c:pt idx="3303">
                  <c:v>4912.7</c:v>
                </c:pt>
                <c:pt idx="3304">
                  <c:v>4953.7</c:v>
                </c:pt>
                <c:pt idx="3305">
                  <c:v>4879.05</c:v>
                </c:pt>
                <c:pt idx="3306">
                  <c:v>4903.25</c:v>
                </c:pt>
                <c:pt idx="3307">
                  <c:v>4917.25</c:v>
                </c:pt>
                <c:pt idx="3308">
                  <c:v>4954.95</c:v>
                </c:pt>
                <c:pt idx="3309">
                  <c:v>4890.3500000000004</c:v>
                </c:pt>
                <c:pt idx="3310">
                  <c:v>4885.1000000000004</c:v>
                </c:pt>
                <c:pt idx="3311">
                  <c:v>4788.6000000000004</c:v>
                </c:pt>
                <c:pt idx="3312">
                  <c:v>4767.55</c:v>
                </c:pt>
                <c:pt idx="3313">
                  <c:v>4622.45</c:v>
                </c:pt>
                <c:pt idx="3314">
                  <c:v>4531.6000000000004</c:v>
                </c:pt>
                <c:pt idx="3315">
                  <c:v>4536.2</c:v>
                </c:pt>
                <c:pt idx="3316">
                  <c:v>4554.6499999999996</c:v>
                </c:pt>
                <c:pt idx="3317">
                  <c:v>4662</c:v>
                </c:pt>
                <c:pt idx="3318">
                  <c:v>4642.1000000000004</c:v>
                </c:pt>
                <c:pt idx="3319">
                  <c:v>4687.7</c:v>
                </c:pt>
                <c:pt idx="3320">
                  <c:v>4650.3500000000004</c:v>
                </c:pt>
                <c:pt idx="3321">
                  <c:v>4649.5</c:v>
                </c:pt>
                <c:pt idx="3322">
                  <c:v>4647.1499999999996</c:v>
                </c:pt>
                <c:pt idx="3323">
                  <c:v>4649.45</c:v>
                </c:pt>
                <c:pt idx="3324">
                  <c:v>4652.1499999999996</c:v>
                </c:pt>
                <c:pt idx="3325">
                  <c:v>4705.55</c:v>
                </c:pt>
                <c:pt idx="3326">
                  <c:v>4713.75</c:v>
                </c:pt>
                <c:pt idx="3327">
                  <c:v>4681.25</c:v>
                </c:pt>
                <c:pt idx="3328">
                  <c:v>4727.3500000000004</c:v>
                </c:pt>
                <c:pt idx="3329">
                  <c:v>4695.25</c:v>
                </c:pt>
                <c:pt idx="3330">
                  <c:v>4855.95</c:v>
                </c:pt>
                <c:pt idx="3331">
                  <c:v>4900</c:v>
                </c:pt>
                <c:pt idx="3332">
                  <c:v>4853.55</c:v>
                </c:pt>
                <c:pt idx="3333">
                  <c:v>4670.95</c:v>
                </c:pt>
                <c:pt idx="3334">
                  <c:v>4638.75</c:v>
                </c:pt>
                <c:pt idx="3335">
                  <c:v>4716.25</c:v>
                </c:pt>
                <c:pt idx="3336">
                  <c:v>4699.5</c:v>
                </c:pt>
                <c:pt idx="3337">
                  <c:v>4749</c:v>
                </c:pt>
                <c:pt idx="3338">
                  <c:v>4824.45</c:v>
                </c:pt>
                <c:pt idx="3339">
                  <c:v>4861.5</c:v>
                </c:pt>
                <c:pt idx="3340">
                  <c:v>4812.8</c:v>
                </c:pt>
                <c:pt idx="3341">
                  <c:v>4773.6000000000004</c:v>
                </c:pt>
                <c:pt idx="3342">
                  <c:v>4784.95</c:v>
                </c:pt>
                <c:pt idx="3343">
                  <c:v>4835.6499999999996</c:v>
                </c:pt>
                <c:pt idx="3344">
                  <c:v>4800</c:v>
                </c:pt>
                <c:pt idx="3345">
                  <c:v>4804.95</c:v>
                </c:pt>
                <c:pt idx="3346">
                  <c:v>4826.05</c:v>
                </c:pt>
                <c:pt idx="3347">
                  <c:v>4821.7</c:v>
                </c:pt>
                <c:pt idx="3348">
                  <c:v>4815.3</c:v>
                </c:pt>
                <c:pt idx="3349">
                  <c:v>4913.6000000000004</c:v>
                </c:pt>
                <c:pt idx="3350">
                  <c:v>4863.1000000000004</c:v>
                </c:pt>
                <c:pt idx="3351">
                  <c:v>4694.3</c:v>
                </c:pt>
                <c:pt idx="3352">
                  <c:v>4680.3</c:v>
                </c:pt>
                <c:pt idx="3353">
                  <c:v>4675.25</c:v>
                </c:pt>
                <c:pt idx="3354">
                  <c:v>4620.05</c:v>
                </c:pt>
                <c:pt idx="3355">
                  <c:v>4576.8</c:v>
                </c:pt>
                <c:pt idx="3356">
                  <c:v>4537.25</c:v>
                </c:pt>
                <c:pt idx="3357">
                  <c:v>4489.7</c:v>
                </c:pt>
                <c:pt idx="3358">
                  <c:v>4496.1000000000004</c:v>
                </c:pt>
                <c:pt idx="3359">
                  <c:v>4444.2</c:v>
                </c:pt>
                <c:pt idx="3360">
                  <c:v>4559.5</c:v>
                </c:pt>
                <c:pt idx="3361">
                  <c:v>4575.3500000000004</c:v>
                </c:pt>
                <c:pt idx="3362">
                  <c:v>4575.25</c:v>
                </c:pt>
                <c:pt idx="3363">
                  <c:v>4610.55</c:v>
                </c:pt>
                <c:pt idx="3364">
                  <c:v>4573.6499999999996</c:v>
                </c:pt>
                <c:pt idx="3365">
                  <c:v>4557.7</c:v>
                </c:pt>
                <c:pt idx="3366">
                  <c:v>4393.2</c:v>
                </c:pt>
                <c:pt idx="3367">
                  <c:v>4361.5</c:v>
                </c:pt>
                <c:pt idx="3368">
                  <c:v>4493</c:v>
                </c:pt>
                <c:pt idx="3369">
                  <c:v>4538.1000000000004</c:v>
                </c:pt>
                <c:pt idx="3370">
                  <c:v>4636.5</c:v>
                </c:pt>
                <c:pt idx="3371">
                  <c:v>4712.5</c:v>
                </c:pt>
                <c:pt idx="3372">
                  <c:v>4677.6000000000004</c:v>
                </c:pt>
                <c:pt idx="3373">
                  <c:v>4571.3</c:v>
                </c:pt>
                <c:pt idx="3374">
                  <c:v>4565.2</c:v>
                </c:pt>
                <c:pt idx="3375">
                  <c:v>4668.8</c:v>
                </c:pt>
                <c:pt idx="3376">
                  <c:v>4672.95</c:v>
                </c:pt>
                <c:pt idx="3377">
                  <c:v>4762.55</c:v>
                </c:pt>
                <c:pt idx="3378">
                  <c:v>4782.8</c:v>
                </c:pt>
                <c:pt idx="3379">
                  <c:v>4874.5</c:v>
                </c:pt>
                <c:pt idx="3380">
                  <c:v>4826.7</c:v>
                </c:pt>
                <c:pt idx="3381">
                  <c:v>4812.6499999999996</c:v>
                </c:pt>
                <c:pt idx="3382">
                  <c:v>4835.8500000000004</c:v>
                </c:pt>
                <c:pt idx="3383">
                  <c:v>5011.55</c:v>
                </c:pt>
                <c:pt idx="3384">
                  <c:v>5213.1000000000004</c:v>
                </c:pt>
                <c:pt idx="3385">
                  <c:v>5165.3999999999996</c:v>
                </c:pt>
                <c:pt idx="3386">
                  <c:v>5050.3</c:v>
                </c:pt>
                <c:pt idx="3387">
                  <c:v>4941.05</c:v>
                </c:pt>
                <c:pt idx="3388">
                  <c:v>4986.05</c:v>
                </c:pt>
                <c:pt idx="3389">
                  <c:v>5080.3999999999996</c:v>
                </c:pt>
                <c:pt idx="3390">
                  <c:v>5075.55</c:v>
                </c:pt>
                <c:pt idx="3391">
                  <c:v>5118.2</c:v>
                </c:pt>
                <c:pt idx="3392">
                  <c:v>510.75</c:v>
                </c:pt>
                <c:pt idx="3393">
                  <c:v>507.6</c:v>
                </c:pt>
                <c:pt idx="3394">
                  <c:v>498.2</c:v>
                </c:pt>
                <c:pt idx="3395">
                  <c:v>497.45</c:v>
                </c:pt>
                <c:pt idx="3396">
                  <c:v>472.8</c:v>
                </c:pt>
                <c:pt idx="3397">
                  <c:v>437.35</c:v>
                </c:pt>
                <c:pt idx="3398">
                  <c:v>423.2</c:v>
                </c:pt>
                <c:pt idx="3399">
                  <c:v>430.8</c:v>
                </c:pt>
                <c:pt idx="3400">
                  <c:v>436.9</c:v>
                </c:pt>
                <c:pt idx="3401">
                  <c:v>439.95</c:v>
                </c:pt>
                <c:pt idx="3402">
                  <c:v>434.75</c:v>
                </c:pt>
                <c:pt idx="3403">
                  <c:v>418.7</c:v>
                </c:pt>
                <c:pt idx="3404">
                  <c:v>427.2</c:v>
                </c:pt>
                <c:pt idx="3405">
                  <c:v>417.8</c:v>
                </c:pt>
                <c:pt idx="3406">
                  <c:v>415.15</c:v>
                </c:pt>
                <c:pt idx="3407">
                  <c:v>420.3</c:v>
                </c:pt>
                <c:pt idx="3408">
                  <c:v>420.05</c:v>
                </c:pt>
                <c:pt idx="3409">
                  <c:v>427.85</c:v>
                </c:pt>
                <c:pt idx="3410">
                  <c:v>410</c:v>
                </c:pt>
                <c:pt idx="3411">
                  <c:v>392</c:v>
                </c:pt>
                <c:pt idx="3412">
                  <c:v>403.2</c:v>
                </c:pt>
                <c:pt idx="3413">
                  <c:v>420.95</c:v>
                </c:pt>
                <c:pt idx="3414">
                  <c:v>422.4</c:v>
                </c:pt>
                <c:pt idx="3415">
                  <c:v>398.15</c:v>
                </c:pt>
                <c:pt idx="3416">
                  <c:v>403.3</c:v>
                </c:pt>
                <c:pt idx="3417">
                  <c:v>405.6</c:v>
                </c:pt>
                <c:pt idx="3418">
                  <c:v>425.1</c:v>
                </c:pt>
                <c:pt idx="3419">
                  <c:v>445.8</c:v>
                </c:pt>
                <c:pt idx="3420">
                  <c:v>444.6</c:v>
                </c:pt>
                <c:pt idx="3421">
                  <c:v>438.5</c:v>
                </c:pt>
                <c:pt idx="3422">
                  <c:v>442.35</c:v>
                </c:pt>
                <c:pt idx="3423">
                  <c:v>441.35</c:v>
                </c:pt>
                <c:pt idx="3424">
                  <c:v>441.7</c:v>
                </c:pt>
                <c:pt idx="3425">
                  <c:v>445.5</c:v>
                </c:pt>
                <c:pt idx="3426">
                  <c:v>479.1</c:v>
                </c:pt>
                <c:pt idx="3427">
                  <c:v>488.15</c:v>
                </c:pt>
                <c:pt idx="3428">
                  <c:v>486.1</c:v>
                </c:pt>
                <c:pt idx="3429">
                  <c:v>485.3</c:v>
                </c:pt>
                <c:pt idx="3430">
                  <c:v>477.85</c:v>
                </c:pt>
                <c:pt idx="3431">
                  <c:v>479.8</c:v>
                </c:pt>
                <c:pt idx="3432">
                  <c:v>469.8</c:v>
                </c:pt>
                <c:pt idx="3433">
                  <c:v>459.25</c:v>
                </c:pt>
                <c:pt idx="3434">
                  <c:v>454.35</c:v>
                </c:pt>
                <c:pt idx="3435">
                  <c:v>470.8</c:v>
                </c:pt>
                <c:pt idx="3436">
                  <c:v>467.1</c:v>
                </c:pt>
                <c:pt idx="3437">
                  <c:v>463.5</c:v>
                </c:pt>
                <c:pt idx="3438">
                  <c:v>459.7</c:v>
                </c:pt>
                <c:pt idx="3439">
                  <c:v>469.9</c:v>
                </c:pt>
                <c:pt idx="3440">
                  <c:v>479.65</c:v>
                </c:pt>
                <c:pt idx="3441">
                  <c:v>485.05</c:v>
                </c:pt>
                <c:pt idx="3442">
                  <c:v>470.6</c:v>
                </c:pt>
                <c:pt idx="3443">
                  <c:v>480.8</c:v>
                </c:pt>
                <c:pt idx="3444">
                  <c:v>486.4</c:v>
                </c:pt>
                <c:pt idx="3445">
                  <c:v>486.9</c:v>
                </c:pt>
                <c:pt idx="3446">
                  <c:v>515.79999999999995</c:v>
                </c:pt>
                <c:pt idx="3447">
                  <c:v>523.20000000000005</c:v>
                </c:pt>
                <c:pt idx="3448">
                  <c:v>522.15</c:v>
                </c:pt>
                <c:pt idx="3449">
                  <c:v>521.5</c:v>
                </c:pt>
                <c:pt idx="3450">
                  <c:v>513.70000000000005</c:v>
                </c:pt>
                <c:pt idx="3451">
                  <c:v>501.55</c:v>
                </c:pt>
                <c:pt idx="3452">
                  <c:v>519</c:v>
                </c:pt>
                <c:pt idx="3453">
                  <c:v>528.25</c:v>
                </c:pt>
                <c:pt idx="3454">
                  <c:v>539.45000000000005</c:v>
                </c:pt>
                <c:pt idx="3455">
                  <c:v>542.79999999999995</c:v>
                </c:pt>
                <c:pt idx="3456">
                  <c:v>538.15</c:v>
                </c:pt>
                <c:pt idx="3457">
                  <c:v>548.20000000000005</c:v>
                </c:pt>
                <c:pt idx="3458">
                  <c:v>552.35</c:v>
                </c:pt>
                <c:pt idx="3459">
                  <c:v>551.4</c:v>
                </c:pt>
                <c:pt idx="3460">
                  <c:v>556.6</c:v>
                </c:pt>
                <c:pt idx="3461">
                  <c:v>546.5</c:v>
                </c:pt>
                <c:pt idx="3462">
                  <c:v>530.45000000000005</c:v>
                </c:pt>
                <c:pt idx="3463">
                  <c:v>522.85</c:v>
                </c:pt>
                <c:pt idx="3464">
                  <c:v>513.15</c:v>
                </c:pt>
                <c:pt idx="3465">
                  <c:v>526.29999999999995</c:v>
                </c:pt>
                <c:pt idx="3466">
                  <c:v>531.29999999999995</c:v>
                </c:pt>
                <c:pt idx="3467">
                  <c:v>524.29999999999995</c:v>
                </c:pt>
                <c:pt idx="3468">
                  <c:v>509.25</c:v>
                </c:pt>
                <c:pt idx="3469">
                  <c:v>508.1</c:v>
                </c:pt>
                <c:pt idx="3470">
                  <c:v>516.29999999999995</c:v>
                </c:pt>
                <c:pt idx="3471">
                  <c:v>506.7</c:v>
                </c:pt>
                <c:pt idx="3472">
                  <c:v>504.75</c:v>
                </c:pt>
                <c:pt idx="3473">
                  <c:v>504.85</c:v>
                </c:pt>
                <c:pt idx="3474">
                  <c:v>503.65</c:v>
                </c:pt>
                <c:pt idx="3475">
                  <c:v>505.1</c:v>
                </c:pt>
                <c:pt idx="3476">
                  <c:v>504.45</c:v>
                </c:pt>
                <c:pt idx="3477">
                  <c:v>502.35</c:v>
                </c:pt>
                <c:pt idx="3478">
                  <c:v>504.85</c:v>
                </c:pt>
                <c:pt idx="3479">
                  <c:v>504.75</c:v>
                </c:pt>
                <c:pt idx="3480">
                  <c:v>504.65</c:v>
                </c:pt>
                <c:pt idx="3481">
                  <c:v>504.7</c:v>
                </c:pt>
                <c:pt idx="3482">
                  <c:v>501.75</c:v>
                </c:pt>
                <c:pt idx="3483">
                  <c:v>497.8</c:v>
                </c:pt>
                <c:pt idx="3484">
                  <c:v>494.1</c:v>
                </c:pt>
                <c:pt idx="3485">
                  <c:v>485.85</c:v>
                </c:pt>
                <c:pt idx="3486">
                  <c:v>490.65</c:v>
                </c:pt>
                <c:pt idx="3487">
                  <c:v>497.15</c:v>
                </c:pt>
                <c:pt idx="3488">
                  <c:v>485.95</c:v>
                </c:pt>
                <c:pt idx="3489">
                  <c:v>489.6</c:v>
                </c:pt>
                <c:pt idx="3490">
                  <c:v>486.7</c:v>
                </c:pt>
                <c:pt idx="3491">
                  <c:v>487.4</c:v>
                </c:pt>
                <c:pt idx="3492">
                  <c:v>489.85</c:v>
                </c:pt>
                <c:pt idx="3493">
                  <c:v>485.1</c:v>
                </c:pt>
                <c:pt idx="3494">
                  <c:v>487.85</c:v>
                </c:pt>
                <c:pt idx="3495">
                  <c:v>490</c:v>
                </c:pt>
                <c:pt idx="3496">
                  <c:v>499.75</c:v>
                </c:pt>
                <c:pt idx="3497">
                  <c:v>485.55</c:v>
                </c:pt>
                <c:pt idx="3498">
                  <c:v>489.5</c:v>
                </c:pt>
                <c:pt idx="3499">
                  <c:v>490.65</c:v>
                </c:pt>
                <c:pt idx="3500">
                  <c:v>489.95</c:v>
                </c:pt>
                <c:pt idx="3501">
                  <c:v>490.5</c:v>
                </c:pt>
                <c:pt idx="3502">
                  <c:v>490.1</c:v>
                </c:pt>
                <c:pt idx="3503">
                  <c:v>492</c:v>
                </c:pt>
                <c:pt idx="3504">
                  <c:v>494.05</c:v>
                </c:pt>
                <c:pt idx="3505">
                  <c:v>487.4</c:v>
                </c:pt>
                <c:pt idx="3506">
                  <c:v>493.5</c:v>
                </c:pt>
                <c:pt idx="3507">
                  <c:v>495.6</c:v>
                </c:pt>
                <c:pt idx="3508">
                  <c:v>491.55</c:v>
                </c:pt>
                <c:pt idx="3509">
                  <c:v>490</c:v>
                </c:pt>
                <c:pt idx="3510">
                  <c:v>479.25</c:v>
                </c:pt>
                <c:pt idx="3511">
                  <c:v>472.6</c:v>
                </c:pt>
                <c:pt idx="3512">
                  <c:v>473</c:v>
                </c:pt>
                <c:pt idx="3513">
                  <c:v>478.1</c:v>
                </c:pt>
                <c:pt idx="3514">
                  <c:v>476.4</c:v>
                </c:pt>
                <c:pt idx="3515">
                  <c:v>476.8</c:v>
                </c:pt>
                <c:pt idx="3516">
                  <c:v>482.9</c:v>
                </c:pt>
                <c:pt idx="3517">
                  <c:v>477.5</c:v>
                </c:pt>
                <c:pt idx="3518">
                  <c:v>471.7</c:v>
                </c:pt>
                <c:pt idx="3519">
                  <c:v>469.9</c:v>
                </c:pt>
                <c:pt idx="3520">
                  <c:v>476</c:v>
                </c:pt>
                <c:pt idx="3521">
                  <c:v>484.45</c:v>
                </c:pt>
                <c:pt idx="3522">
                  <c:v>484.05</c:v>
                </c:pt>
                <c:pt idx="3523">
                  <c:v>490.5</c:v>
                </c:pt>
                <c:pt idx="3524">
                  <c:v>487</c:v>
                </c:pt>
                <c:pt idx="3525">
                  <c:v>484.35</c:v>
                </c:pt>
                <c:pt idx="3526">
                  <c:v>477.35</c:v>
                </c:pt>
                <c:pt idx="3527">
                  <c:v>468.8</c:v>
                </c:pt>
                <c:pt idx="3528">
                  <c:v>472.8</c:v>
                </c:pt>
                <c:pt idx="3529">
                  <c:v>473.25</c:v>
                </c:pt>
                <c:pt idx="3530">
                  <c:v>473.1</c:v>
                </c:pt>
                <c:pt idx="3531">
                  <c:v>468.5</c:v>
                </c:pt>
                <c:pt idx="3532">
                  <c:v>461.6</c:v>
                </c:pt>
                <c:pt idx="3533">
                  <c:v>464</c:v>
                </c:pt>
                <c:pt idx="3534">
                  <c:v>470.8</c:v>
                </c:pt>
                <c:pt idx="3535">
                  <c:v>472.05</c:v>
                </c:pt>
                <c:pt idx="3536">
                  <c:v>477.15</c:v>
                </c:pt>
                <c:pt idx="3537">
                  <c:v>473</c:v>
                </c:pt>
                <c:pt idx="3538">
                  <c:v>472.95</c:v>
                </c:pt>
                <c:pt idx="3539">
                  <c:v>475.6</c:v>
                </c:pt>
                <c:pt idx="3540">
                  <c:v>474.6</c:v>
                </c:pt>
                <c:pt idx="3541">
                  <c:v>474.55</c:v>
                </c:pt>
                <c:pt idx="3542">
                  <c:v>481</c:v>
                </c:pt>
                <c:pt idx="3543">
                  <c:v>484.85</c:v>
                </c:pt>
                <c:pt idx="3544">
                  <c:v>480.7</c:v>
                </c:pt>
                <c:pt idx="3545">
                  <c:v>494.3</c:v>
                </c:pt>
                <c:pt idx="3546">
                  <c:v>493.75</c:v>
                </c:pt>
                <c:pt idx="3547">
                  <c:v>495.5</c:v>
                </c:pt>
                <c:pt idx="3548">
                  <c:v>501.6</c:v>
                </c:pt>
                <c:pt idx="3549">
                  <c:v>513.04999999999995</c:v>
                </c:pt>
                <c:pt idx="3550">
                  <c:v>515.6</c:v>
                </c:pt>
                <c:pt idx="3551">
                  <c:v>510.1</c:v>
                </c:pt>
                <c:pt idx="3552">
                  <c:v>506.85</c:v>
                </c:pt>
                <c:pt idx="3553">
                  <c:v>523.9</c:v>
                </c:pt>
                <c:pt idx="3554">
                  <c:v>525.29999999999995</c:v>
                </c:pt>
                <c:pt idx="3555">
                  <c:v>529.1</c:v>
                </c:pt>
                <c:pt idx="3556">
                  <c:v>539.04999999999995</c:v>
                </c:pt>
                <c:pt idx="3557">
                  <c:v>539.85</c:v>
                </c:pt>
                <c:pt idx="3558">
                  <c:v>547.95000000000005</c:v>
                </c:pt>
                <c:pt idx="3559">
                  <c:v>536.65</c:v>
                </c:pt>
                <c:pt idx="3560">
                  <c:v>522.79999999999995</c:v>
                </c:pt>
                <c:pt idx="3561">
                  <c:v>538.6</c:v>
                </c:pt>
                <c:pt idx="3562">
                  <c:v>530.70000000000005</c:v>
                </c:pt>
                <c:pt idx="3563">
                  <c:v>539.54999999999995</c:v>
                </c:pt>
                <c:pt idx="3564">
                  <c:v>547.70000000000005</c:v>
                </c:pt>
                <c:pt idx="3565">
                  <c:v>541.5</c:v>
                </c:pt>
                <c:pt idx="3566">
                  <c:v>543.70000000000005</c:v>
                </c:pt>
                <c:pt idx="3567">
                  <c:v>534.5</c:v>
                </c:pt>
                <c:pt idx="3568">
                  <c:v>534.9</c:v>
                </c:pt>
                <c:pt idx="3569">
                  <c:v>543.75</c:v>
                </c:pt>
                <c:pt idx="3570">
                  <c:v>539.20000000000005</c:v>
                </c:pt>
                <c:pt idx="3571">
                  <c:v>536.4</c:v>
                </c:pt>
                <c:pt idx="3572">
                  <c:v>529.6</c:v>
                </c:pt>
                <c:pt idx="3573">
                  <c:v>514.95000000000005</c:v>
                </c:pt>
                <c:pt idx="3574">
                  <c:v>500.55</c:v>
                </c:pt>
                <c:pt idx="3575">
                  <c:v>497.6</c:v>
                </c:pt>
                <c:pt idx="3576">
                  <c:v>505.15</c:v>
                </c:pt>
                <c:pt idx="3577">
                  <c:v>511.45</c:v>
                </c:pt>
                <c:pt idx="3578">
                  <c:v>518.6</c:v>
                </c:pt>
                <c:pt idx="3579">
                  <c:v>514.75</c:v>
                </c:pt>
                <c:pt idx="3580">
                  <c:v>505.65</c:v>
                </c:pt>
                <c:pt idx="3581">
                  <c:v>504.4</c:v>
                </c:pt>
                <c:pt idx="3582">
                  <c:v>521.15</c:v>
                </c:pt>
                <c:pt idx="3583">
                  <c:v>538.20000000000005</c:v>
                </c:pt>
                <c:pt idx="3584">
                  <c:v>540.35</c:v>
                </c:pt>
                <c:pt idx="3585">
                  <c:v>556.9</c:v>
                </c:pt>
                <c:pt idx="3586">
                  <c:v>529.04999999999995</c:v>
                </c:pt>
                <c:pt idx="3587">
                  <c:v>536.5</c:v>
                </c:pt>
                <c:pt idx="3588">
                  <c:v>527.45000000000005</c:v>
                </c:pt>
                <c:pt idx="3589">
                  <c:v>528.9</c:v>
                </c:pt>
                <c:pt idx="3590">
                  <c:v>546.29999999999995</c:v>
                </c:pt>
                <c:pt idx="3591">
                  <c:v>537.79999999999995</c:v>
                </c:pt>
                <c:pt idx="3592">
                  <c:v>540.54999999999995</c:v>
                </c:pt>
                <c:pt idx="3593">
                  <c:v>523.6</c:v>
                </c:pt>
                <c:pt idx="3594">
                  <c:v>523.75</c:v>
                </c:pt>
                <c:pt idx="3595">
                  <c:v>510.2</c:v>
                </c:pt>
                <c:pt idx="3596">
                  <c:v>506.35</c:v>
                </c:pt>
                <c:pt idx="3597">
                  <c:v>507.6</c:v>
                </c:pt>
                <c:pt idx="3598">
                  <c:v>509.85</c:v>
                </c:pt>
                <c:pt idx="3599">
                  <c:v>509.1</c:v>
                </c:pt>
                <c:pt idx="3600">
                  <c:v>509</c:v>
                </c:pt>
                <c:pt idx="3601">
                  <c:v>510.1</c:v>
                </c:pt>
                <c:pt idx="3602">
                  <c:v>505.35</c:v>
                </c:pt>
                <c:pt idx="3603">
                  <c:v>528.1</c:v>
                </c:pt>
                <c:pt idx="3604">
                  <c:v>536.25</c:v>
                </c:pt>
                <c:pt idx="3605">
                  <c:v>543.65</c:v>
                </c:pt>
                <c:pt idx="3606">
                  <c:v>549.29999999999995</c:v>
                </c:pt>
                <c:pt idx="3607">
                  <c:v>542.20000000000005</c:v>
                </c:pt>
                <c:pt idx="3608">
                  <c:v>539.85</c:v>
                </c:pt>
                <c:pt idx="3609">
                  <c:v>560.6</c:v>
                </c:pt>
                <c:pt idx="3610">
                  <c:v>557.9</c:v>
                </c:pt>
                <c:pt idx="3611">
                  <c:v>568</c:v>
                </c:pt>
                <c:pt idx="3612">
                  <c:v>568.45000000000005</c:v>
                </c:pt>
                <c:pt idx="3613">
                  <c:v>574.1</c:v>
                </c:pt>
                <c:pt idx="3614">
                  <c:v>579.9</c:v>
                </c:pt>
                <c:pt idx="3615">
                  <c:v>586.5</c:v>
                </c:pt>
                <c:pt idx="3616">
                  <c:v>584.79999999999995</c:v>
                </c:pt>
                <c:pt idx="3617">
                  <c:v>584.70000000000005</c:v>
                </c:pt>
                <c:pt idx="3618">
                  <c:v>594</c:v>
                </c:pt>
                <c:pt idx="3619">
                  <c:v>583.85</c:v>
                </c:pt>
                <c:pt idx="3620">
                  <c:v>584.04999999999995</c:v>
                </c:pt>
                <c:pt idx="3621">
                  <c:v>581.70000000000005</c:v>
                </c:pt>
                <c:pt idx="3622">
                  <c:v>588.65</c:v>
                </c:pt>
                <c:pt idx="3623">
                  <c:v>593.6</c:v>
                </c:pt>
                <c:pt idx="3624">
                  <c:v>590.1</c:v>
                </c:pt>
                <c:pt idx="3625">
                  <c:v>594.65</c:v>
                </c:pt>
                <c:pt idx="3626">
                  <c:v>587</c:v>
                </c:pt>
                <c:pt idx="3627">
                  <c:v>568.85</c:v>
                </c:pt>
                <c:pt idx="3628">
                  <c:v>589.5</c:v>
                </c:pt>
                <c:pt idx="3629">
                  <c:v>582.5</c:v>
                </c:pt>
                <c:pt idx="3630">
                  <c:v>579.85</c:v>
                </c:pt>
                <c:pt idx="3631">
                  <c:v>579.65</c:v>
                </c:pt>
                <c:pt idx="3632">
                  <c:v>580.45000000000005</c:v>
                </c:pt>
                <c:pt idx="3633">
                  <c:v>593.65</c:v>
                </c:pt>
                <c:pt idx="3634">
                  <c:v>603.6</c:v>
                </c:pt>
                <c:pt idx="3635">
                  <c:v>603.35</c:v>
                </c:pt>
                <c:pt idx="3636">
                  <c:v>620.1</c:v>
                </c:pt>
                <c:pt idx="3637">
                  <c:v>637.4</c:v>
                </c:pt>
                <c:pt idx="3638">
                  <c:v>636</c:v>
                </c:pt>
                <c:pt idx="3639">
                  <c:v>643.9</c:v>
                </c:pt>
                <c:pt idx="3640">
                  <c:v>628.65</c:v>
                </c:pt>
                <c:pt idx="3641">
                  <c:v>624.5</c:v>
                </c:pt>
                <c:pt idx="3642">
                  <c:v>629.85</c:v>
                </c:pt>
                <c:pt idx="3643">
                  <c:v>633.4</c:v>
                </c:pt>
                <c:pt idx="3644">
                  <c:v>640.65</c:v>
                </c:pt>
                <c:pt idx="3645">
                  <c:v>631.95000000000005</c:v>
                </c:pt>
                <c:pt idx="3646">
                  <c:v>617.95000000000005</c:v>
                </c:pt>
                <c:pt idx="3647">
                  <c:v>613.79999999999995</c:v>
                </c:pt>
                <c:pt idx="3648">
                  <c:v>614.20000000000005</c:v>
                </c:pt>
                <c:pt idx="3649">
                  <c:v>615.75</c:v>
                </c:pt>
                <c:pt idx="3650">
                  <c:v>617.79999999999995</c:v>
                </c:pt>
                <c:pt idx="3651">
                  <c:v>619.35</c:v>
                </c:pt>
                <c:pt idx="3652">
                  <c:v>615.29999999999995</c:v>
                </c:pt>
                <c:pt idx="3653">
                  <c:v>612.5</c:v>
                </c:pt>
                <c:pt idx="3654">
                  <c:v>613.9</c:v>
                </c:pt>
                <c:pt idx="3655">
                  <c:v>610.20000000000005</c:v>
                </c:pt>
                <c:pt idx="3656">
                  <c:v>604.6</c:v>
                </c:pt>
                <c:pt idx="3657">
                  <c:v>608</c:v>
                </c:pt>
                <c:pt idx="3658">
                  <c:v>617.45000000000005</c:v>
                </c:pt>
                <c:pt idx="3659">
                  <c:v>624.20000000000005</c:v>
                </c:pt>
                <c:pt idx="3660">
                  <c:v>629.79999999999995</c:v>
                </c:pt>
                <c:pt idx="3661">
                  <c:v>624.25</c:v>
                </c:pt>
                <c:pt idx="3662">
                  <c:v>626.35</c:v>
                </c:pt>
                <c:pt idx="3663">
                  <c:v>632.35</c:v>
                </c:pt>
                <c:pt idx="3664">
                  <c:v>647.04999999999995</c:v>
                </c:pt>
                <c:pt idx="3665">
                  <c:v>676</c:v>
                </c:pt>
                <c:pt idx="3666">
                  <c:v>665.15</c:v>
                </c:pt>
                <c:pt idx="3667">
                  <c:v>653.9</c:v>
                </c:pt>
                <c:pt idx="3668">
                  <c:v>656.6</c:v>
                </c:pt>
                <c:pt idx="3669">
                  <c:v>671.8</c:v>
                </c:pt>
                <c:pt idx="3670">
                  <c:v>661.45</c:v>
                </c:pt>
                <c:pt idx="3671">
                  <c:v>646.79999999999995</c:v>
                </c:pt>
                <c:pt idx="3672">
                  <c:v>645.95000000000005</c:v>
                </c:pt>
                <c:pt idx="3673">
                  <c:v>659.55</c:v>
                </c:pt>
                <c:pt idx="3674">
                  <c:v>669.5</c:v>
                </c:pt>
                <c:pt idx="3675">
                  <c:v>652.75</c:v>
                </c:pt>
                <c:pt idx="3676">
                  <c:v>634.79999999999995</c:v>
                </c:pt>
                <c:pt idx="3677">
                  <c:v>637.85</c:v>
                </c:pt>
                <c:pt idx="3678">
                  <c:v>620.65</c:v>
                </c:pt>
                <c:pt idx="3679">
                  <c:v>627.4</c:v>
                </c:pt>
                <c:pt idx="3680">
                  <c:v>625.5</c:v>
                </c:pt>
                <c:pt idx="3681">
                  <c:v>629.54999999999995</c:v>
                </c:pt>
                <c:pt idx="3682">
                  <c:v>631.70000000000005</c:v>
                </c:pt>
                <c:pt idx="3683">
                  <c:v>629.1</c:v>
                </c:pt>
                <c:pt idx="3684">
                  <c:v>635.29999999999995</c:v>
                </c:pt>
                <c:pt idx="3685">
                  <c:v>655.15</c:v>
                </c:pt>
                <c:pt idx="3686">
                  <c:v>663.25</c:v>
                </c:pt>
                <c:pt idx="3687">
                  <c:v>655.65</c:v>
                </c:pt>
                <c:pt idx="3688">
                  <c:v>646.1</c:v>
                </c:pt>
                <c:pt idx="3689">
                  <c:v>625.9</c:v>
                </c:pt>
                <c:pt idx="3690">
                  <c:v>640.1</c:v>
                </c:pt>
                <c:pt idx="3691">
                  <c:v>647.6</c:v>
                </c:pt>
                <c:pt idx="3692">
                  <c:v>644.25</c:v>
                </c:pt>
                <c:pt idx="3693">
                  <c:v>644</c:v>
                </c:pt>
                <c:pt idx="3694">
                  <c:v>652.45000000000005</c:v>
                </c:pt>
                <c:pt idx="3695">
                  <c:v>648.75</c:v>
                </c:pt>
                <c:pt idx="3696">
                  <c:v>646.70000000000005</c:v>
                </c:pt>
                <c:pt idx="3697">
                  <c:v>646.4</c:v>
                </c:pt>
                <c:pt idx="3698">
                  <c:v>644.70000000000005</c:v>
                </c:pt>
                <c:pt idx="3699">
                  <c:v>657</c:v>
                </c:pt>
                <c:pt idx="3700">
                  <c:v>653.6</c:v>
                </c:pt>
                <c:pt idx="3701">
                  <c:v>657.3</c:v>
                </c:pt>
                <c:pt idx="3702">
                  <c:v>646.1</c:v>
                </c:pt>
                <c:pt idx="3703">
                  <c:v>648.9</c:v>
                </c:pt>
                <c:pt idx="3704">
                  <c:v>649.29999999999995</c:v>
                </c:pt>
                <c:pt idx="3705">
                  <c:v>644</c:v>
                </c:pt>
                <c:pt idx="3706">
                  <c:v>644.79999999999995</c:v>
                </c:pt>
                <c:pt idx="3707">
                  <c:v>672.2</c:v>
                </c:pt>
                <c:pt idx="3708">
                  <c:v>691.95</c:v>
                </c:pt>
                <c:pt idx="3709">
                  <c:v>700.9</c:v>
                </c:pt>
                <c:pt idx="3710">
                  <c:v>683.1</c:v>
                </c:pt>
                <c:pt idx="3711">
                  <c:v>690.55</c:v>
                </c:pt>
                <c:pt idx="3712">
                  <c:v>692.15</c:v>
                </c:pt>
                <c:pt idx="3713">
                  <c:v>691.1</c:v>
                </c:pt>
                <c:pt idx="3714">
                  <c:v>691.75</c:v>
                </c:pt>
                <c:pt idx="3715">
                  <c:v>704.75</c:v>
                </c:pt>
                <c:pt idx="3716">
                  <c:v>705.7</c:v>
                </c:pt>
                <c:pt idx="3717">
                  <c:v>744.7</c:v>
                </c:pt>
                <c:pt idx="3718">
                  <c:v>797.05</c:v>
                </c:pt>
                <c:pt idx="3719">
                  <c:v>770.05</c:v>
                </c:pt>
                <c:pt idx="3720">
                  <c:v>789.4</c:v>
                </c:pt>
                <c:pt idx="3721">
                  <c:v>791.7</c:v>
                </c:pt>
                <c:pt idx="3722">
                  <c:v>784.65</c:v>
                </c:pt>
                <c:pt idx="3723">
                  <c:v>793.5</c:v>
                </c:pt>
                <c:pt idx="3724">
                  <c:v>781.8</c:v>
                </c:pt>
                <c:pt idx="3725">
                  <c:v>775.65</c:v>
                </c:pt>
                <c:pt idx="3726">
                  <c:v>769.5</c:v>
                </c:pt>
                <c:pt idx="3727">
                  <c:v>774.3</c:v>
                </c:pt>
                <c:pt idx="3728">
                  <c:v>767.25</c:v>
                </c:pt>
                <c:pt idx="3729">
                  <c:v>758.85</c:v>
                </c:pt>
                <c:pt idx="3730">
                  <c:v>731.3</c:v>
                </c:pt>
                <c:pt idx="3731">
                  <c:v>744.95</c:v>
                </c:pt>
                <c:pt idx="3732">
                  <c:v>733</c:v>
                </c:pt>
                <c:pt idx="3733">
                  <c:v>745.55</c:v>
                </c:pt>
                <c:pt idx="3734">
                  <c:v>739.25</c:v>
                </c:pt>
                <c:pt idx="3735">
                  <c:v>728.45</c:v>
                </c:pt>
                <c:pt idx="3736">
                  <c:v>727.05</c:v>
                </c:pt>
                <c:pt idx="3737">
                  <c:v>757.55</c:v>
                </c:pt>
                <c:pt idx="3738">
                  <c:v>749.95</c:v>
                </c:pt>
                <c:pt idx="3739">
                  <c:v>752.3</c:v>
                </c:pt>
                <c:pt idx="3740">
                  <c:v>749.15</c:v>
                </c:pt>
                <c:pt idx="3741">
                  <c:v>775.05</c:v>
                </c:pt>
                <c:pt idx="3742">
                  <c:v>775</c:v>
                </c:pt>
                <c:pt idx="3743">
                  <c:v>756.5</c:v>
                </c:pt>
                <c:pt idx="3744">
                  <c:v>771.7</c:v>
                </c:pt>
                <c:pt idx="3745">
                  <c:v>820.35</c:v>
                </c:pt>
                <c:pt idx="3746">
                  <c:v>812.5</c:v>
                </c:pt>
                <c:pt idx="3747">
                  <c:v>807.75</c:v>
                </c:pt>
                <c:pt idx="3748">
                  <c:v>833.85</c:v>
                </c:pt>
                <c:pt idx="3749">
                  <c:v>842.65</c:v>
                </c:pt>
                <c:pt idx="3750">
                  <c:v>839.35</c:v>
                </c:pt>
                <c:pt idx="3751">
                  <c:v>843.45</c:v>
                </c:pt>
                <c:pt idx="3752">
                  <c:v>831.9</c:v>
                </c:pt>
                <c:pt idx="3753">
                  <c:v>839.2</c:v>
                </c:pt>
                <c:pt idx="3754">
                  <c:v>851.3</c:v>
                </c:pt>
                <c:pt idx="3755">
                  <c:v>867.15</c:v>
                </c:pt>
                <c:pt idx="3756">
                  <c:v>862.1</c:v>
                </c:pt>
                <c:pt idx="3757">
                  <c:v>890.5</c:v>
                </c:pt>
                <c:pt idx="3758">
                  <c:v>910.25</c:v>
                </c:pt>
                <c:pt idx="3759">
                  <c:v>881.3</c:v>
                </c:pt>
                <c:pt idx="3760">
                  <c:v>857.75</c:v>
                </c:pt>
                <c:pt idx="3761">
                  <c:v>808.1</c:v>
                </c:pt>
                <c:pt idx="3762">
                  <c:v>814.7</c:v>
                </c:pt>
                <c:pt idx="3763">
                  <c:v>803.85</c:v>
                </c:pt>
                <c:pt idx="3764">
                  <c:v>810.85</c:v>
                </c:pt>
                <c:pt idx="3765">
                  <c:v>797.65</c:v>
                </c:pt>
                <c:pt idx="3766">
                  <c:v>803.65</c:v>
                </c:pt>
                <c:pt idx="3767">
                  <c:v>822.2</c:v>
                </c:pt>
                <c:pt idx="3768">
                  <c:v>840.75</c:v>
                </c:pt>
                <c:pt idx="3769">
                  <c:v>823.75</c:v>
                </c:pt>
                <c:pt idx="3770">
                  <c:v>826.75</c:v>
                </c:pt>
                <c:pt idx="3771">
                  <c:v>834.15</c:v>
                </c:pt>
                <c:pt idx="3772">
                  <c:v>821.05</c:v>
                </c:pt>
                <c:pt idx="3773">
                  <c:v>834.1</c:v>
                </c:pt>
                <c:pt idx="3774">
                  <c:v>825.7</c:v>
                </c:pt>
                <c:pt idx="3775">
                  <c:v>809.6</c:v>
                </c:pt>
                <c:pt idx="3776">
                  <c:v>799.55</c:v>
                </c:pt>
                <c:pt idx="3777">
                  <c:v>813.85</c:v>
                </c:pt>
                <c:pt idx="3778">
                  <c:v>791.9</c:v>
                </c:pt>
                <c:pt idx="3779">
                  <c:v>807.15</c:v>
                </c:pt>
                <c:pt idx="3780">
                  <c:v>818.6</c:v>
                </c:pt>
                <c:pt idx="3781">
                  <c:v>825.6</c:v>
                </c:pt>
                <c:pt idx="3782">
                  <c:v>838.3</c:v>
                </c:pt>
                <c:pt idx="3783">
                  <c:v>836.8</c:v>
                </c:pt>
                <c:pt idx="3784">
                  <c:v>833.9</c:v>
                </c:pt>
                <c:pt idx="3785">
                  <c:v>812.65</c:v>
                </c:pt>
                <c:pt idx="3786">
                  <c:v>807.95</c:v>
                </c:pt>
                <c:pt idx="3787">
                  <c:v>809</c:v>
                </c:pt>
                <c:pt idx="3788">
                  <c:v>808.1</c:v>
                </c:pt>
                <c:pt idx="3789">
                  <c:v>808.4</c:v>
                </c:pt>
                <c:pt idx="3790">
                  <c:v>831.85</c:v>
                </c:pt>
                <c:pt idx="3791">
                  <c:v>831.4</c:v>
                </c:pt>
                <c:pt idx="3792">
                  <c:v>814.2</c:v>
                </c:pt>
                <c:pt idx="3793">
                  <c:v>834.8</c:v>
                </c:pt>
                <c:pt idx="3794">
                  <c:v>809.95</c:v>
                </c:pt>
                <c:pt idx="3795">
                  <c:v>811.6</c:v>
                </c:pt>
                <c:pt idx="3796">
                  <c:v>813.3</c:v>
                </c:pt>
                <c:pt idx="3797">
                  <c:v>808.5</c:v>
                </c:pt>
                <c:pt idx="3798">
                  <c:v>793.1</c:v>
                </c:pt>
                <c:pt idx="3799">
                  <c:v>778.15</c:v>
                </c:pt>
                <c:pt idx="3800">
                  <c:v>807.45</c:v>
                </c:pt>
                <c:pt idx="3801">
                  <c:v>811.3</c:v>
                </c:pt>
                <c:pt idx="3802">
                  <c:v>821.7</c:v>
                </c:pt>
                <c:pt idx="3803">
                  <c:v>824.5</c:v>
                </c:pt>
                <c:pt idx="3804">
                  <c:v>835.2</c:v>
                </c:pt>
                <c:pt idx="3805">
                  <c:v>846.85</c:v>
                </c:pt>
                <c:pt idx="3806">
                  <c:v>853.15</c:v>
                </c:pt>
                <c:pt idx="3807">
                  <c:v>859.45</c:v>
                </c:pt>
                <c:pt idx="3808">
                  <c:v>862.05</c:v>
                </c:pt>
                <c:pt idx="3809">
                  <c:v>839.05</c:v>
                </c:pt>
                <c:pt idx="3810">
                  <c:v>822.25</c:v>
                </c:pt>
                <c:pt idx="3811">
                  <c:v>816.8</c:v>
                </c:pt>
                <c:pt idx="3812">
                  <c:v>808.95</c:v>
                </c:pt>
                <c:pt idx="3813">
                  <c:v>796.5</c:v>
                </c:pt>
                <c:pt idx="3814">
                  <c:v>785.45</c:v>
                </c:pt>
                <c:pt idx="3815">
                  <c:v>786.4</c:v>
                </c:pt>
                <c:pt idx="3816">
                  <c:v>771.35</c:v>
                </c:pt>
                <c:pt idx="3817">
                  <c:v>744.8</c:v>
                </c:pt>
                <c:pt idx="3818">
                  <c:v>765.45</c:v>
                </c:pt>
                <c:pt idx="3819">
                  <c:v>754.4</c:v>
                </c:pt>
                <c:pt idx="3820">
                  <c:v>762.45</c:v>
                </c:pt>
                <c:pt idx="3821">
                  <c:v>779.4</c:v>
                </c:pt>
                <c:pt idx="3822">
                  <c:v>781.4</c:v>
                </c:pt>
                <c:pt idx="3823">
                  <c:v>760.85</c:v>
                </c:pt>
                <c:pt idx="3824">
                  <c:v>765.75</c:v>
                </c:pt>
                <c:pt idx="3825">
                  <c:v>759.4</c:v>
                </c:pt>
                <c:pt idx="3826">
                  <c:v>771.65</c:v>
                </c:pt>
                <c:pt idx="3827">
                  <c:v>758.35</c:v>
                </c:pt>
                <c:pt idx="3828">
                  <c:v>762.5</c:v>
                </c:pt>
                <c:pt idx="3829">
                  <c:v>796.45</c:v>
                </c:pt>
                <c:pt idx="3830">
                  <c:v>790.3</c:v>
                </c:pt>
                <c:pt idx="3831">
                  <c:v>766.75</c:v>
                </c:pt>
                <c:pt idx="3832">
                  <c:v>774.75</c:v>
                </c:pt>
                <c:pt idx="3833">
                  <c:v>771.2</c:v>
                </c:pt>
                <c:pt idx="3834">
                  <c:v>777.2</c:v>
                </c:pt>
                <c:pt idx="3835">
                  <c:v>775.4</c:v>
                </c:pt>
                <c:pt idx="3836">
                  <c:v>761.9</c:v>
                </c:pt>
                <c:pt idx="3837">
                  <c:v>763.5</c:v>
                </c:pt>
                <c:pt idx="3838">
                  <c:v>759.25</c:v>
                </c:pt>
                <c:pt idx="3839">
                  <c:v>767.35</c:v>
                </c:pt>
                <c:pt idx="3840">
                  <c:v>787.05</c:v>
                </c:pt>
                <c:pt idx="3841">
                  <c:v>789.75</c:v>
                </c:pt>
                <c:pt idx="3842">
                  <c:v>759.2</c:v>
                </c:pt>
                <c:pt idx="3843">
                  <c:v>762.7</c:v>
                </c:pt>
                <c:pt idx="3844">
                  <c:v>759.6</c:v>
                </c:pt>
                <c:pt idx="3845">
                  <c:v>758.8</c:v>
                </c:pt>
                <c:pt idx="3846">
                  <c:v>748</c:v>
                </c:pt>
                <c:pt idx="3847">
                  <c:v>735.7</c:v>
                </c:pt>
                <c:pt idx="3848">
                  <c:v>739.15</c:v>
                </c:pt>
                <c:pt idx="3849">
                  <c:v>708.4</c:v>
                </c:pt>
                <c:pt idx="3850">
                  <c:v>705.65</c:v>
                </c:pt>
                <c:pt idx="3851">
                  <c:v>698.55</c:v>
                </c:pt>
                <c:pt idx="3852">
                  <c:v>704.95</c:v>
                </c:pt>
                <c:pt idx="3853">
                  <c:v>710.65</c:v>
                </c:pt>
                <c:pt idx="3854">
                  <c:v>728.95</c:v>
                </c:pt>
                <c:pt idx="3855">
                  <c:v>740</c:v>
                </c:pt>
                <c:pt idx="3856">
                  <c:v>747.7</c:v>
                </c:pt>
                <c:pt idx="3857">
                  <c:v>756.5</c:v>
                </c:pt>
                <c:pt idx="3858">
                  <c:v>753.65</c:v>
                </c:pt>
                <c:pt idx="3859">
                  <c:v>750.2</c:v>
                </c:pt>
                <c:pt idx="3860">
                  <c:v>750.25</c:v>
                </c:pt>
                <c:pt idx="3861">
                  <c:v>736.7</c:v>
                </c:pt>
                <c:pt idx="3862">
                  <c:v>755.35</c:v>
                </c:pt>
                <c:pt idx="3863">
                  <c:v>760.8</c:v>
                </c:pt>
                <c:pt idx="3864">
                  <c:v>762.9</c:v>
                </c:pt>
                <c:pt idx="3865">
                  <c:v>772.7</c:v>
                </c:pt>
                <c:pt idx="3866">
                  <c:v>783.55</c:v>
                </c:pt>
                <c:pt idx="3867">
                  <c:v>824.6</c:v>
                </c:pt>
                <c:pt idx="3868">
                  <c:v>802.25</c:v>
                </c:pt>
                <c:pt idx="3869">
                  <c:v>796.95</c:v>
                </c:pt>
                <c:pt idx="3870">
                  <c:v>795.3</c:v>
                </c:pt>
                <c:pt idx="3871">
                  <c:v>817.65</c:v>
                </c:pt>
                <c:pt idx="3872">
                  <c:v>822.7</c:v>
                </c:pt>
                <c:pt idx="3873">
                  <c:v>837.85</c:v>
                </c:pt>
                <c:pt idx="3874">
                  <c:v>848.05</c:v>
                </c:pt>
                <c:pt idx="3875">
                  <c:v>825.4</c:v>
                </c:pt>
                <c:pt idx="3876">
                  <c:v>852.3</c:v>
                </c:pt>
                <c:pt idx="3877">
                  <c:v>816.05</c:v>
                </c:pt>
                <c:pt idx="3878">
                  <c:v>843.3</c:v>
                </c:pt>
                <c:pt idx="3879">
                  <c:v>846.5</c:v>
                </c:pt>
                <c:pt idx="3880">
                  <c:v>849</c:v>
                </c:pt>
                <c:pt idx="3881">
                  <c:v>853.15</c:v>
                </c:pt>
                <c:pt idx="3882">
                  <c:v>835.15</c:v>
                </c:pt>
                <c:pt idx="3883">
                  <c:v>846.85</c:v>
                </c:pt>
                <c:pt idx="3884">
                  <c:v>857.55</c:v>
                </c:pt>
                <c:pt idx="3885">
                  <c:v>882.8</c:v>
                </c:pt>
                <c:pt idx="3886">
                  <c:v>877.5</c:v>
                </c:pt>
                <c:pt idx="3887">
                  <c:v>905.7</c:v>
                </c:pt>
                <c:pt idx="3888">
                  <c:v>923.3</c:v>
                </c:pt>
                <c:pt idx="3889">
                  <c:v>916.1</c:v>
                </c:pt>
                <c:pt idx="3890">
                  <c:v>898.65</c:v>
                </c:pt>
                <c:pt idx="3891">
                  <c:v>902.15</c:v>
                </c:pt>
                <c:pt idx="3892">
                  <c:v>883.4</c:v>
                </c:pt>
                <c:pt idx="3893">
                  <c:v>871.35</c:v>
                </c:pt>
                <c:pt idx="3894">
                  <c:v>874.35</c:v>
                </c:pt>
                <c:pt idx="3895">
                  <c:v>895.25</c:v>
                </c:pt>
                <c:pt idx="3896">
                  <c:v>900.05</c:v>
                </c:pt>
                <c:pt idx="3897">
                  <c:v>901.35</c:v>
                </c:pt>
                <c:pt idx="3898">
                  <c:v>899.75</c:v>
                </c:pt>
                <c:pt idx="3899">
                  <c:v>883.2</c:v>
                </c:pt>
                <c:pt idx="3900">
                  <c:v>886.75</c:v>
                </c:pt>
                <c:pt idx="3901">
                  <c:v>837.5</c:v>
                </c:pt>
                <c:pt idx="3902">
                  <c:v>852.15</c:v>
                </c:pt>
                <c:pt idx="3903">
                  <c:v>851.9</c:v>
                </c:pt>
                <c:pt idx="3904">
                  <c:v>855</c:v>
                </c:pt>
                <c:pt idx="3905">
                  <c:v>858.25</c:v>
                </c:pt>
                <c:pt idx="3906">
                  <c:v>848.6</c:v>
                </c:pt>
                <c:pt idx="3907">
                  <c:v>819.1</c:v>
                </c:pt>
                <c:pt idx="3908">
                  <c:v>806</c:v>
                </c:pt>
                <c:pt idx="3909">
                  <c:v>826.6</c:v>
                </c:pt>
                <c:pt idx="3910">
                  <c:v>812.85</c:v>
                </c:pt>
                <c:pt idx="3911">
                  <c:v>788</c:v>
                </c:pt>
                <c:pt idx="3912">
                  <c:v>791.5</c:v>
                </c:pt>
                <c:pt idx="3913">
                  <c:v>821.15</c:v>
                </c:pt>
                <c:pt idx="3914">
                  <c:v>807.95</c:v>
                </c:pt>
                <c:pt idx="3915">
                  <c:v>816.15</c:v>
                </c:pt>
                <c:pt idx="3916">
                  <c:v>840.25</c:v>
                </c:pt>
                <c:pt idx="3917">
                  <c:v>831.1</c:v>
                </c:pt>
                <c:pt idx="3918">
                  <c:v>823.95</c:v>
                </c:pt>
                <c:pt idx="3919">
                  <c:v>841.05</c:v>
                </c:pt>
                <c:pt idx="3920">
                  <c:v>829.7</c:v>
                </c:pt>
                <c:pt idx="3921">
                  <c:v>804.7</c:v>
                </c:pt>
                <c:pt idx="3922">
                  <c:v>794.1</c:v>
                </c:pt>
                <c:pt idx="3923">
                  <c:v>806.35</c:v>
                </c:pt>
                <c:pt idx="3924">
                  <c:v>794.45</c:v>
                </c:pt>
                <c:pt idx="3925">
                  <c:v>804.8</c:v>
                </c:pt>
                <c:pt idx="3926">
                  <c:v>841.6</c:v>
                </c:pt>
                <c:pt idx="3927">
                  <c:v>839.65</c:v>
                </c:pt>
                <c:pt idx="3928">
                  <c:v>855.4</c:v>
                </c:pt>
                <c:pt idx="3929">
                  <c:v>853.7</c:v>
                </c:pt>
                <c:pt idx="3930">
                  <c:v>865.05</c:v>
                </c:pt>
                <c:pt idx="3931">
                  <c:v>874.15</c:v>
                </c:pt>
                <c:pt idx="3932">
                  <c:v>853.8</c:v>
                </c:pt>
                <c:pt idx="3933">
                  <c:v>859.25</c:v>
                </c:pt>
                <c:pt idx="3934">
                  <c:v>865.35</c:v>
                </c:pt>
                <c:pt idx="3935">
                  <c:v>862.25</c:v>
                </c:pt>
                <c:pt idx="3936">
                  <c:v>870.05</c:v>
                </c:pt>
                <c:pt idx="3937">
                  <c:v>882.5</c:v>
                </c:pt>
                <c:pt idx="3938">
                  <c:v>879.25</c:v>
                </c:pt>
                <c:pt idx="3939">
                  <c:v>875.45</c:v>
                </c:pt>
                <c:pt idx="3940">
                  <c:v>856.25</c:v>
                </c:pt>
                <c:pt idx="3941">
                  <c:v>858.6</c:v>
                </c:pt>
                <c:pt idx="3942">
                  <c:v>817.7</c:v>
                </c:pt>
                <c:pt idx="3943">
                  <c:v>827.1</c:v>
                </c:pt>
                <c:pt idx="3944">
                  <c:v>828.35</c:v>
                </c:pt>
                <c:pt idx="3945">
                  <c:v>829.35</c:v>
                </c:pt>
                <c:pt idx="3946">
                  <c:v>830.65</c:v>
                </c:pt>
                <c:pt idx="3947">
                  <c:v>830.1</c:v>
                </c:pt>
                <c:pt idx="3948">
                  <c:v>814.2</c:v>
                </c:pt>
                <c:pt idx="3949">
                  <c:v>802.2</c:v>
                </c:pt>
                <c:pt idx="3950">
                  <c:v>805.85</c:v>
                </c:pt>
                <c:pt idx="3951">
                  <c:v>801.2</c:v>
                </c:pt>
                <c:pt idx="3952">
                  <c:v>816.4</c:v>
                </c:pt>
                <c:pt idx="3953">
                  <c:v>797.8</c:v>
                </c:pt>
                <c:pt idx="3954">
                  <c:v>804.45</c:v>
                </c:pt>
                <c:pt idx="3955">
                  <c:v>800.4</c:v>
                </c:pt>
                <c:pt idx="3956">
                  <c:v>800.95</c:v>
                </c:pt>
                <c:pt idx="3957">
                  <c:v>807.65</c:v>
                </c:pt>
                <c:pt idx="3958">
                  <c:v>821.75</c:v>
                </c:pt>
                <c:pt idx="3959">
                  <c:v>823.7</c:v>
                </c:pt>
                <c:pt idx="3960">
                  <c:v>829.2</c:v>
                </c:pt>
                <c:pt idx="3961">
                  <c:v>850.3</c:v>
                </c:pt>
                <c:pt idx="3962">
                  <c:v>856.6</c:v>
                </c:pt>
                <c:pt idx="3963">
                  <c:v>861.85</c:v>
                </c:pt>
                <c:pt idx="3964">
                  <c:v>859.1</c:v>
                </c:pt>
                <c:pt idx="3965">
                  <c:v>838.5</c:v>
                </c:pt>
                <c:pt idx="3966">
                  <c:v>844.6</c:v>
                </c:pt>
                <c:pt idx="3967">
                  <c:v>848.55</c:v>
                </c:pt>
                <c:pt idx="3968">
                  <c:v>842.4</c:v>
                </c:pt>
                <c:pt idx="3969">
                  <c:v>834.7</c:v>
                </c:pt>
                <c:pt idx="3970">
                  <c:v>871.45</c:v>
                </c:pt>
                <c:pt idx="3971">
                  <c:v>860.75</c:v>
                </c:pt>
                <c:pt idx="3972">
                  <c:v>840</c:v>
                </c:pt>
                <c:pt idx="3973">
                  <c:v>859.2</c:v>
                </c:pt>
                <c:pt idx="3974">
                  <c:v>858.4</c:v>
                </c:pt>
                <c:pt idx="3975">
                  <c:v>875.45</c:v>
                </c:pt>
                <c:pt idx="3976">
                  <c:v>878.55</c:v>
                </c:pt>
                <c:pt idx="3977">
                  <c:v>866.5</c:v>
                </c:pt>
                <c:pt idx="3978">
                  <c:v>876.1</c:v>
                </c:pt>
                <c:pt idx="3979">
                  <c:v>879.45</c:v>
                </c:pt>
                <c:pt idx="3980">
                  <c:v>873.5</c:v>
                </c:pt>
                <c:pt idx="3981">
                  <c:v>880.95</c:v>
                </c:pt>
                <c:pt idx="3982">
                  <c:v>878.95</c:v>
                </c:pt>
                <c:pt idx="3983">
                  <c:v>881.8</c:v>
                </c:pt>
                <c:pt idx="3984">
                  <c:v>881.05</c:v>
                </c:pt>
                <c:pt idx="3985">
                  <c:v>880.1</c:v>
                </c:pt>
                <c:pt idx="3986">
                  <c:v>878.15</c:v>
                </c:pt>
                <c:pt idx="3987">
                  <c:v>883.55</c:v>
                </c:pt>
                <c:pt idx="3988">
                  <c:v>878.75</c:v>
                </c:pt>
                <c:pt idx="3989">
                  <c:v>880.8</c:v>
                </c:pt>
                <c:pt idx="3990">
                  <c:v>900.65</c:v>
                </c:pt>
                <c:pt idx="3991">
                  <c:v>886.4</c:v>
                </c:pt>
                <c:pt idx="3992">
                  <c:v>872.35</c:v>
                </c:pt>
                <c:pt idx="3993">
                  <c:v>874.6</c:v>
                </c:pt>
                <c:pt idx="3994">
                  <c:v>873.85</c:v>
                </c:pt>
                <c:pt idx="3995">
                  <c:v>872.9</c:v>
                </c:pt>
                <c:pt idx="3996">
                  <c:v>868.55</c:v>
                </c:pt>
                <c:pt idx="3997">
                  <c:v>889.4</c:v>
                </c:pt>
                <c:pt idx="3998">
                  <c:v>879.25</c:v>
                </c:pt>
                <c:pt idx="3999">
                  <c:v>850.3</c:v>
                </c:pt>
                <c:pt idx="4000">
                  <c:v>845.55</c:v>
                </c:pt>
                <c:pt idx="4001">
                  <c:v>840.35</c:v>
                </c:pt>
                <c:pt idx="4002">
                  <c:v>844.45</c:v>
                </c:pt>
                <c:pt idx="4003">
                  <c:v>869.95</c:v>
                </c:pt>
                <c:pt idx="4004">
                  <c:v>878.6</c:v>
                </c:pt>
                <c:pt idx="4005">
                  <c:v>858.55</c:v>
                </c:pt>
                <c:pt idx="4006">
                  <c:v>858.95</c:v>
                </c:pt>
                <c:pt idx="4007">
                  <c:v>869.9</c:v>
                </c:pt>
                <c:pt idx="4008">
                  <c:v>887.4</c:v>
                </c:pt>
                <c:pt idx="4009">
                  <c:v>882.5</c:v>
                </c:pt>
                <c:pt idx="4010">
                  <c:v>863.7</c:v>
                </c:pt>
                <c:pt idx="4011">
                  <c:v>889.35</c:v>
                </c:pt>
                <c:pt idx="4012">
                  <c:v>899.25</c:v>
                </c:pt>
                <c:pt idx="4013">
                  <c:v>888.6</c:v>
                </c:pt>
                <c:pt idx="4014">
                  <c:v>884.2</c:v>
                </c:pt>
                <c:pt idx="4015">
                  <c:v>876.55</c:v>
                </c:pt>
                <c:pt idx="4016">
                  <c:v>855.7</c:v>
                </c:pt>
                <c:pt idx="4017">
                  <c:v>854.9</c:v>
                </c:pt>
                <c:pt idx="4018">
                  <c:v>858.7</c:v>
                </c:pt>
                <c:pt idx="4019">
                  <c:v>840.3</c:v>
                </c:pt>
                <c:pt idx="4020">
                  <c:v>856</c:v>
                </c:pt>
                <c:pt idx="4021">
                  <c:v>835.25</c:v>
                </c:pt>
                <c:pt idx="4022">
                  <c:v>854.7</c:v>
                </c:pt>
                <c:pt idx="4023">
                  <c:v>870.85</c:v>
                </c:pt>
                <c:pt idx="4024">
                  <c:v>877.1</c:v>
                </c:pt>
                <c:pt idx="4025">
                  <c:v>881.8</c:v>
                </c:pt>
                <c:pt idx="4026">
                  <c:v>861.7</c:v>
                </c:pt>
                <c:pt idx="4027">
                  <c:v>862.55</c:v>
                </c:pt>
                <c:pt idx="4028">
                  <c:v>846.1</c:v>
                </c:pt>
                <c:pt idx="4029">
                  <c:v>871.95</c:v>
                </c:pt>
                <c:pt idx="4030">
                  <c:v>871.85</c:v>
                </c:pt>
                <c:pt idx="4031">
                  <c:v>880.25</c:v>
                </c:pt>
                <c:pt idx="4032">
                  <c:v>865.8</c:v>
                </c:pt>
                <c:pt idx="4033">
                  <c:v>875.7</c:v>
                </c:pt>
                <c:pt idx="4034">
                  <c:v>876.2</c:v>
                </c:pt>
                <c:pt idx="4035">
                  <c:v>894.75</c:v>
                </c:pt>
                <c:pt idx="4036">
                  <c:v>898.35</c:v>
                </c:pt>
                <c:pt idx="4037">
                  <c:v>899.35</c:v>
                </c:pt>
                <c:pt idx="4038">
                  <c:v>884.6</c:v>
                </c:pt>
                <c:pt idx="4039">
                  <c:v>864.9</c:v>
                </c:pt>
                <c:pt idx="4040">
                  <c:v>872.55</c:v>
                </c:pt>
                <c:pt idx="4041">
                  <c:v>875.35</c:v>
                </c:pt>
                <c:pt idx="4042">
                  <c:v>859.65</c:v>
                </c:pt>
                <c:pt idx="4043">
                  <c:v>853.35</c:v>
                </c:pt>
                <c:pt idx="4044">
                  <c:v>850</c:v>
                </c:pt>
                <c:pt idx="4045">
                  <c:v>845.4</c:v>
                </c:pt>
                <c:pt idx="4046">
                  <c:v>856.1</c:v>
                </c:pt>
                <c:pt idx="4047">
                  <c:v>881.85</c:v>
                </c:pt>
                <c:pt idx="4048">
                  <c:v>868.4</c:v>
                </c:pt>
                <c:pt idx="4049">
                  <c:v>870</c:v>
                </c:pt>
                <c:pt idx="4050">
                  <c:v>886.15</c:v>
                </c:pt>
                <c:pt idx="4051">
                  <c:v>869.85</c:v>
                </c:pt>
                <c:pt idx="4052">
                  <c:v>863.3</c:v>
                </c:pt>
                <c:pt idx="4053">
                  <c:v>858.25</c:v>
                </c:pt>
                <c:pt idx="4054">
                  <c:v>851.55</c:v>
                </c:pt>
                <c:pt idx="4055">
                  <c:v>860</c:v>
                </c:pt>
                <c:pt idx="4056">
                  <c:v>866.9</c:v>
                </c:pt>
                <c:pt idx="4057">
                  <c:v>874.35</c:v>
                </c:pt>
                <c:pt idx="4058">
                  <c:v>885.2</c:v>
                </c:pt>
                <c:pt idx="4059">
                  <c:v>885.8</c:v>
                </c:pt>
                <c:pt idx="4060">
                  <c:v>889.15</c:v>
                </c:pt>
                <c:pt idx="4061">
                  <c:v>871.55</c:v>
                </c:pt>
                <c:pt idx="4062">
                  <c:v>861.75</c:v>
                </c:pt>
                <c:pt idx="4063">
                  <c:v>876.9</c:v>
                </c:pt>
                <c:pt idx="4064">
                  <c:v>889.85</c:v>
                </c:pt>
                <c:pt idx="4065">
                  <c:v>873.1</c:v>
                </c:pt>
                <c:pt idx="4066">
                  <c:v>866.25</c:v>
                </c:pt>
                <c:pt idx="4067">
                  <c:v>864.8</c:v>
                </c:pt>
                <c:pt idx="4068">
                  <c:v>872</c:v>
                </c:pt>
                <c:pt idx="4069">
                  <c:v>873.6</c:v>
                </c:pt>
                <c:pt idx="4070">
                  <c:v>867.05</c:v>
                </c:pt>
                <c:pt idx="4071">
                  <c:v>889.05</c:v>
                </c:pt>
                <c:pt idx="4072">
                  <c:v>906.6</c:v>
                </c:pt>
                <c:pt idx="4073">
                  <c:v>898.35</c:v>
                </c:pt>
                <c:pt idx="4074">
                  <c:v>907.85</c:v>
                </c:pt>
                <c:pt idx="4075">
                  <c:v>928.8</c:v>
                </c:pt>
                <c:pt idx="4076">
                  <c:v>943.65</c:v>
                </c:pt>
                <c:pt idx="4077">
                  <c:v>952.65</c:v>
                </c:pt>
                <c:pt idx="4078">
                  <c:v>969.65</c:v>
                </c:pt>
                <c:pt idx="4079">
                  <c:v>963.25</c:v>
                </c:pt>
                <c:pt idx="4080">
                  <c:v>956.8</c:v>
                </c:pt>
                <c:pt idx="4081">
                  <c:v>956</c:v>
                </c:pt>
                <c:pt idx="4082">
                  <c:v>946.6</c:v>
                </c:pt>
                <c:pt idx="4083">
                  <c:v>956.25</c:v>
                </c:pt>
                <c:pt idx="4084">
                  <c:v>982.25</c:v>
                </c:pt>
                <c:pt idx="4085">
                  <c:v>991.85</c:v>
                </c:pt>
                <c:pt idx="4086">
                  <c:v>998.25</c:v>
                </c:pt>
                <c:pt idx="4087">
                  <c:v>984.9</c:v>
                </c:pt>
                <c:pt idx="4088">
                  <c:v>984.85</c:v>
                </c:pt>
                <c:pt idx="4089">
                  <c:v>1021.7</c:v>
                </c:pt>
                <c:pt idx="4090">
                  <c:v>1024.05</c:v>
                </c:pt>
                <c:pt idx="4091">
                  <c:v>1025.3</c:v>
                </c:pt>
                <c:pt idx="4092">
                  <c:v>1026.3</c:v>
                </c:pt>
                <c:pt idx="4093">
                  <c:v>1032.75</c:v>
                </c:pt>
                <c:pt idx="4094">
                  <c:v>1018.05</c:v>
                </c:pt>
                <c:pt idx="4095">
                  <c:v>998.8</c:v>
                </c:pt>
                <c:pt idx="4096">
                  <c:v>992.05</c:v>
                </c:pt>
                <c:pt idx="4097">
                  <c:v>994.9</c:v>
                </c:pt>
                <c:pt idx="4098">
                  <c:v>986.5</c:v>
                </c:pt>
                <c:pt idx="4099">
                  <c:v>998.4</c:v>
                </c:pt>
                <c:pt idx="4100">
                  <c:v>1006.55</c:v>
                </c:pt>
                <c:pt idx="4101">
                  <c:v>999.6</c:v>
                </c:pt>
                <c:pt idx="4102">
                  <c:v>991.5</c:v>
                </c:pt>
                <c:pt idx="4103">
                  <c:v>982.05</c:v>
                </c:pt>
                <c:pt idx="4104">
                  <c:v>985.45</c:v>
                </c:pt>
                <c:pt idx="4105">
                  <c:v>984.1</c:v>
                </c:pt>
                <c:pt idx="4106">
                  <c:v>989.55</c:v>
                </c:pt>
                <c:pt idx="4107">
                  <c:v>974.3</c:v>
                </c:pt>
                <c:pt idx="4108">
                  <c:v>980.2</c:v>
                </c:pt>
                <c:pt idx="4109">
                  <c:v>994.2</c:v>
                </c:pt>
                <c:pt idx="4110">
                  <c:v>1003.3</c:v>
                </c:pt>
                <c:pt idx="4111">
                  <c:v>1002.5</c:v>
                </c:pt>
                <c:pt idx="4112">
                  <c:v>1000.4</c:v>
                </c:pt>
                <c:pt idx="4113">
                  <c:v>985.1</c:v>
                </c:pt>
                <c:pt idx="4114">
                  <c:v>987.7</c:v>
                </c:pt>
                <c:pt idx="4115">
                  <c:v>1010.7</c:v>
                </c:pt>
                <c:pt idx="4116">
                  <c:v>1026.8</c:v>
                </c:pt>
                <c:pt idx="4117">
                  <c:v>1020.45</c:v>
                </c:pt>
                <c:pt idx="4118">
                  <c:v>1009.5</c:v>
                </c:pt>
                <c:pt idx="4119">
                  <c:v>1017.6</c:v>
                </c:pt>
                <c:pt idx="4120">
                  <c:v>1025.9000000000001</c:v>
                </c:pt>
                <c:pt idx="4121">
                  <c:v>1028.5</c:v>
                </c:pt>
                <c:pt idx="4122">
                  <c:v>1030.7</c:v>
                </c:pt>
                <c:pt idx="4123">
                  <c:v>1028.55</c:v>
                </c:pt>
                <c:pt idx="4124">
                  <c:v>1042.7</c:v>
                </c:pt>
                <c:pt idx="4125">
                  <c:v>1047.05</c:v>
                </c:pt>
                <c:pt idx="4126">
                  <c:v>1070.6500000000001</c:v>
                </c:pt>
                <c:pt idx="4127">
                  <c:v>1060.75</c:v>
                </c:pt>
                <c:pt idx="4128">
                  <c:v>1061.8</c:v>
                </c:pt>
                <c:pt idx="4129">
                  <c:v>1128</c:v>
                </c:pt>
                <c:pt idx="4130">
                  <c:v>1114.1500000000001</c:v>
                </c:pt>
                <c:pt idx="4131">
                  <c:v>1120.9000000000001</c:v>
                </c:pt>
                <c:pt idx="4132">
                  <c:v>1123.3499999999999</c:v>
                </c:pt>
                <c:pt idx="4133">
                  <c:v>1143.4000000000001</c:v>
                </c:pt>
                <c:pt idx="4134">
                  <c:v>1127.3</c:v>
                </c:pt>
                <c:pt idx="4135">
                  <c:v>1143.3499999999999</c:v>
                </c:pt>
                <c:pt idx="4136">
                  <c:v>1148.3499999999999</c:v>
                </c:pt>
                <c:pt idx="4137">
                  <c:v>1146.5</c:v>
                </c:pt>
                <c:pt idx="4138">
                  <c:v>1129.95</c:v>
                </c:pt>
                <c:pt idx="4139">
                  <c:v>1145.0999999999999</c:v>
                </c:pt>
                <c:pt idx="4140">
                  <c:v>1137.5</c:v>
                </c:pt>
                <c:pt idx="4141">
                  <c:v>1129.6500000000001</c:v>
                </c:pt>
                <c:pt idx="4142">
                  <c:v>1113.55</c:v>
                </c:pt>
                <c:pt idx="4143">
                  <c:v>1107.3499999999999</c:v>
                </c:pt>
                <c:pt idx="4144">
                  <c:v>1113.5</c:v>
                </c:pt>
                <c:pt idx="4145">
                  <c:v>1113.9000000000001</c:v>
                </c:pt>
                <c:pt idx="4146">
                  <c:v>1126.25</c:v>
                </c:pt>
                <c:pt idx="4147">
                  <c:v>1118.8499999999999</c:v>
                </c:pt>
                <c:pt idx="4148">
                  <c:v>1105.9000000000001</c:v>
                </c:pt>
                <c:pt idx="4149">
                  <c:v>1123.3</c:v>
                </c:pt>
                <c:pt idx="4150">
                  <c:v>1111.8499999999999</c:v>
                </c:pt>
                <c:pt idx="4151">
                  <c:v>1146.2</c:v>
                </c:pt>
                <c:pt idx="4152">
                  <c:v>1157.9000000000001</c:v>
                </c:pt>
                <c:pt idx="4153">
                  <c:v>1156.95</c:v>
                </c:pt>
                <c:pt idx="4154">
                  <c:v>1167.55</c:v>
                </c:pt>
                <c:pt idx="4155">
                  <c:v>1204.1500000000001</c:v>
                </c:pt>
                <c:pt idx="4156">
                  <c:v>1177.2</c:v>
                </c:pt>
                <c:pt idx="4157">
                  <c:v>1182.5999999999999</c:v>
                </c:pt>
                <c:pt idx="4158">
                  <c:v>1171.75</c:v>
                </c:pt>
                <c:pt idx="4159">
                  <c:v>1154.5999999999999</c:v>
                </c:pt>
                <c:pt idx="4160">
                  <c:v>1163.5999999999999</c:v>
                </c:pt>
                <c:pt idx="4161">
                  <c:v>1173.55</c:v>
                </c:pt>
                <c:pt idx="4162">
                  <c:v>1155.1500000000001</c:v>
                </c:pt>
                <c:pt idx="4163">
                  <c:v>1163.5999999999999</c:v>
                </c:pt>
                <c:pt idx="4164">
                  <c:v>1165.05</c:v>
                </c:pt>
                <c:pt idx="4165">
                  <c:v>1170.5999999999999</c:v>
                </c:pt>
                <c:pt idx="4166">
                  <c:v>1192</c:v>
                </c:pt>
                <c:pt idx="4167">
                  <c:v>1191.2</c:v>
                </c:pt>
                <c:pt idx="4168">
                  <c:v>1183</c:v>
                </c:pt>
                <c:pt idx="4169">
                  <c:v>1192.55</c:v>
                </c:pt>
                <c:pt idx="4170">
                  <c:v>1193.5</c:v>
                </c:pt>
                <c:pt idx="4171">
                  <c:v>1167.3499999999999</c:v>
                </c:pt>
                <c:pt idx="4172">
                  <c:v>1160.7</c:v>
                </c:pt>
                <c:pt idx="4173">
                  <c:v>1193</c:v>
                </c:pt>
                <c:pt idx="4174">
                  <c:v>1192.55</c:v>
                </c:pt>
                <c:pt idx="4175">
                  <c:v>1208.75</c:v>
                </c:pt>
                <c:pt idx="4176">
                  <c:v>1209.5</c:v>
                </c:pt>
                <c:pt idx="4177">
                  <c:v>1184.5999999999999</c:v>
                </c:pt>
                <c:pt idx="4178">
                  <c:v>1212.6500000000001</c:v>
                </c:pt>
                <c:pt idx="4179">
                  <c:v>1216.5999999999999</c:v>
                </c:pt>
                <c:pt idx="4180">
                  <c:v>1205.75</c:v>
                </c:pt>
                <c:pt idx="4181">
                  <c:v>1182.3</c:v>
                </c:pt>
                <c:pt idx="4182">
                  <c:v>1174.5</c:v>
                </c:pt>
                <c:pt idx="4183">
                  <c:v>1169.3</c:v>
                </c:pt>
                <c:pt idx="4184">
                  <c:v>1165.75</c:v>
                </c:pt>
                <c:pt idx="4185">
                  <c:v>1153.5</c:v>
                </c:pt>
                <c:pt idx="4186">
                  <c:v>1127.5</c:v>
                </c:pt>
                <c:pt idx="4187">
                  <c:v>1139.75</c:v>
                </c:pt>
                <c:pt idx="4188">
                  <c:v>1123.0999999999999</c:v>
                </c:pt>
                <c:pt idx="4189">
                  <c:v>1085.45</c:v>
                </c:pt>
                <c:pt idx="4190">
                  <c:v>1069.9000000000001</c:v>
                </c:pt>
                <c:pt idx="4191">
                  <c:v>1075.75</c:v>
                </c:pt>
                <c:pt idx="4192">
                  <c:v>1076.7</c:v>
                </c:pt>
                <c:pt idx="4193">
                  <c:v>1062.75</c:v>
                </c:pt>
                <c:pt idx="4194">
                  <c:v>1037.1500000000001</c:v>
                </c:pt>
                <c:pt idx="4195">
                  <c:v>1043.05</c:v>
                </c:pt>
                <c:pt idx="4196">
                  <c:v>1037.3499999999999</c:v>
                </c:pt>
                <c:pt idx="4197">
                  <c:v>1057</c:v>
                </c:pt>
                <c:pt idx="4198">
                  <c:v>1050.95</c:v>
                </c:pt>
                <c:pt idx="4199">
                  <c:v>1011.3</c:v>
                </c:pt>
                <c:pt idx="4200">
                  <c:v>962.3</c:v>
                </c:pt>
                <c:pt idx="4201">
                  <c:v>890.8</c:v>
                </c:pt>
                <c:pt idx="4202">
                  <c:v>935.7</c:v>
                </c:pt>
                <c:pt idx="4203">
                  <c:v>918.45</c:v>
                </c:pt>
                <c:pt idx="4204">
                  <c:v>908.2</c:v>
                </c:pt>
                <c:pt idx="4205">
                  <c:v>900</c:v>
                </c:pt>
                <c:pt idx="4206">
                  <c:v>907.75</c:v>
                </c:pt>
                <c:pt idx="4207">
                  <c:v>942.05</c:v>
                </c:pt>
                <c:pt idx="4208">
                  <c:v>936.1</c:v>
                </c:pt>
                <c:pt idx="4209">
                  <c:v>945.45</c:v>
                </c:pt>
                <c:pt idx="4210">
                  <c:v>936.1</c:v>
                </c:pt>
                <c:pt idx="4211">
                  <c:v>958.55</c:v>
                </c:pt>
                <c:pt idx="4212">
                  <c:v>969.9</c:v>
                </c:pt>
                <c:pt idx="4213">
                  <c:v>939.15</c:v>
                </c:pt>
                <c:pt idx="4214">
                  <c:v>904.85</c:v>
                </c:pt>
                <c:pt idx="4215">
                  <c:v>937.65</c:v>
                </c:pt>
                <c:pt idx="4216">
                  <c:v>934.15</c:v>
                </c:pt>
                <c:pt idx="4217">
                  <c:v>932.2</c:v>
                </c:pt>
                <c:pt idx="4218">
                  <c:v>936.15</c:v>
                </c:pt>
                <c:pt idx="4219">
                  <c:v>941.75</c:v>
                </c:pt>
                <c:pt idx="4220">
                  <c:v>910.25</c:v>
                </c:pt>
                <c:pt idx="4221">
                  <c:v>906.75</c:v>
                </c:pt>
                <c:pt idx="4222">
                  <c:v>914.35</c:v>
                </c:pt>
                <c:pt idx="4223">
                  <c:v>903</c:v>
                </c:pt>
                <c:pt idx="4224">
                  <c:v>899.9</c:v>
                </c:pt>
                <c:pt idx="4225">
                  <c:v>878.4</c:v>
                </c:pt>
                <c:pt idx="4226">
                  <c:v>865.7</c:v>
                </c:pt>
                <c:pt idx="4227">
                  <c:v>865.55</c:v>
                </c:pt>
                <c:pt idx="4228">
                  <c:v>870.3</c:v>
                </c:pt>
                <c:pt idx="4229">
                  <c:v>874</c:v>
                </c:pt>
                <c:pt idx="4230">
                  <c:v>867.8</c:v>
                </c:pt>
                <c:pt idx="4231">
                  <c:v>876</c:v>
                </c:pt>
                <c:pt idx="4232">
                  <c:v>875.7</c:v>
                </c:pt>
                <c:pt idx="4233">
                  <c:v>880.05</c:v>
                </c:pt>
                <c:pt idx="4234">
                  <c:v>891.05</c:v>
                </c:pt>
                <c:pt idx="4235">
                  <c:v>904.65</c:v>
                </c:pt>
                <c:pt idx="4236">
                  <c:v>896.6</c:v>
                </c:pt>
                <c:pt idx="4237">
                  <c:v>906.6</c:v>
                </c:pt>
                <c:pt idx="4238">
                  <c:v>916.5</c:v>
                </c:pt>
                <c:pt idx="4239">
                  <c:v>929.5</c:v>
                </c:pt>
                <c:pt idx="4240">
                  <c:v>910.1</c:v>
                </c:pt>
                <c:pt idx="4241">
                  <c:v>923.6</c:v>
                </c:pt>
                <c:pt idx="4242">
                  <c:v>934.65</c:v>
                </c:pt>
                <c:pt idx="4243">
                  <c:v>933.55</c:v>
                </c:pt>
                <c:pt idx="4244">
                  <c:v>933.25</c:v>
                </c:pt>
                <c:pt idx="4245">
                  <c:v>935.25</c:v>
                </c:pt>
                <c:pt idx="4246">
                  <c:v>960.15</c:v>
                </c:pt>
                <c:pt idx="4247">
                  <c:v>963.35</c:v>
                </c:pt>
                <c:pt idx="4248">
                  <c:v>962.7</c:v>
                </c:pt>
                <c:pt idx="4249">
                  <c:v>967.2</c:v>
                </c:pt>
                <c:pt idx="4250">
                  <c:v>964.7</c:v>
                </c:pt>
                <c:pt idx="4251">
                  <c:v>973.45</c:v>
                </c:pt>
                <c:pt idx="4252">
                  <c:v>977.7</c:v>
                </c:pt>
                <c:pt idx="4253">
                  <c:v>969.6</c:v>
                </c:pt>
                <c:pt idx="4254">
                  <c:v>973.2</c:v>
                </c:pt>
                <c:pt idx="4255">
                  <c:v>970.7</c:v>
                </c:pt>
                <c:pt idx="4256">
                  <c:v>991</c:v>
                </c:pt>
                <c:pt idx="4257">
                  <c:v>989</c:v>
                </c:pt>
                <c:pt idx="4258">
                  <c:v>985.9</c:v>
                </c:pt>
                <c:pt idx="4259">
                  <c:v>992.5</c:v>
                </c:pt>
                <c:pt idx="4260">
                  <c:v>999.3</c:v>
                </c:pt>
                <c:pt idx="4261">
                  <c:v>997.7</c:v>
                </c:pt>
                <c:pt idx="4262">
                  <c:v>1002.85</c:v>
                </c:pt>
                <c:pt idx="4263">
                  <c:v>993.05</c:v>
                </c:pt>
                <c:pt idx="4264">
                  <c:v>984.75</c:v>
                </c:pt>
                <c:pt idx="4265">
                  <c:v>980.8</c:v>
                </c:pt>
                <c:pt idx="4266">
                  <c:v>981.7</c:v>
                </c:pt>
                <c:pt idx="4267">
                  <c:v>969.9</c:v>
                </c:pt>
                <c:pt idx="4268">
                  <c:v>960.8</c:v>
                </c:pt>
                <c:pt idx="4269">
                  <c:v>975.75</c:v>
                </c:pt>
                <c:pt idx="4270">
                  <c:v>991.5</c:v>
                </c:pt>
                <c:pt idx="4271">
                  <c:v>1020.3</c:v>
                </c:pt>
                <c:pt idx="4272">
                  <c:v>1009</c:v>
                </c:pt>
                <c:pt idx="4273">
                  <c:v>1001.95</c:v>
                </c:pt>
                <c:pt idx="4274">
                  <c:v>1024.2</c:v>
                </c:pt>
                <c:pt idx="4275">
                  <c:v>1032.75</c:v>
                </c:pt>
                <c:pt idx="4276">
                  <c:v>1028.75</c:v>
                </c:pt>
                <c:pt idx="4277">
                  <c:v>1013.7</c:v>
                </c:pt>
                <c:pt idx="4278">
                  <c:v>1029.4000000000001</c:v>
                </c:pt>
                <c:pt idx="4279">
                  <c:v>1023.95</c:v>
                </c:pt>
                <c:pt idx="4280">
                  <c:v>1022.55</c:v>
                </c:pt>
                <c:pt idx="4281">
                  <c:v>1031.0999999999999</c:v>
                </c:pt>
                <c:pt idx="4282">
                  <c:v>1030.25</c:v>
                </c:pt>
                <c:pt idx="4283">
                  <c:v>1071.4000000000001</c:v>
                </c:pt>
                <c:pt idx="4284">
                  <c:v>1064.05</c:v>
                </c:pt>
                <c:pt idx="4285">
                  <c:v>1087.55</c:v>
                </c:pt>
                <c:pt idx="4286">
                  <c:v>1079.45</c:v>
                </c:pt>
                <c:pt idx="4287">
                  <c:v>1079.7</c:v>
                </c:pt>
                <c:pt idx="4288">
                  <c:v>1068.7</c:v>
                </c:pt>
                <c:pt idx="4289">
                  <c:v>1057.8499999999999</c:v>
                </c:pt>
                <c:pt idx="4290">
                  <c:v>1061.5999999999999</c:v>
                </c:pt>
                <c:pt idx="4291">
                  <c:v>1064.25</c:v>
                </c:pt>
                <c:pt idx="4292">
                  <c:v>1042.9000000000001</c:v>
                </c:pt>
                <c:pt idx="4293">
                  <c:v>1057.8499999999999</c:v>
                </c:pt>
                <c:pt idx="4294">
                  <c:v>1068.0999999999999</c:v>
                </c:pt>
                <c:pt idx="4295">
                  <c:v>1070.0999999999999</c:v>
                </c:pt>
                <c:pt idx="4296">
                  <c:v>1073.5</c:v>
                </c:pt>
                <c:pt idx="4297">
                  <c:v>1089.8499999999999</c:v>
                </c:pt>
                <c:pt idx="4298">
                  <c:v>1082.55</c:v>
                </c:pt>
                <c:pt idx="4299">
                  <c:v>1086.9000000000001</c:v>
                </c:pt>
                <c:pt idx="4300">
                  <c:v>1082.95</c:v>
                </c:pt>
                <c:pt idx="4301">
                  <c:v>1059.2</c:v>
                </c:pt>
                <c:pt idx="4302">
                  <c:v>1072.5</c:v>
                </c:pt>
                <c:pt idx="4303">
                  <c:v>1070.45</c:v>
                </c:pt>
                <c:pt idx="4304">
                  <c:v>1078.3</c:v>
                </c:pt>
                <c:pt idx="4305">
                  <c:v>1059.3499999999999</c:v>
                </c:pt>
                <c:pt idx="4306">
                  <c:v>1040.45</c:v>
                </c:pt>
                <c:pt idx="4307">
                  <c:v>1048.9000000000001</c:v>
                </c:pt>
                <c:pt idx="4308">
                  <c:v>1058.8</c:v>
                </c:pt>
                <c:pt idx="4309">
                  <c:v>1065.45</c:v>
                </c:pt>
                <c:pt idx="4310">
                  <c:v>1069.95</c:v>
                </c:pt>
                <c:pt idx="4311">
                  <c:v>1097.9000000000001</c:v>
                </c:pt>
                <c:pt idx="4312">
                  <c:v>1104.6500000000001</c:v>
                </c:pt>
                <c:pt idx="4313">
                  <c:v>1105.3499999999999</c:v>
                </c:pt>
                <c:pt idx="4314">
                  <c:v>1120.45</c:v>
                </c:pt>
                <c:pt idx="4315">
                  <c:v>1112.0999999999999</c:v>
                </c:pt>
                <c:pt idx="4316">
                  <c:v>1118.9000000000001</c:v>
                </c:pt>
                <c:pt idx="4317">
                  <c:v>1132.5999999999999</c:v>
                </c:pt>
                <c:pt idx="4318">
                  <c:v>1146.8</c:v>
                </c:pt>
                <c:pt idx="4319">
                  <c:v>1167.3499999999999</c:v>
                </c:pt>
                <c:pt idx="4320">
                  <c:v>1165.3</c:v>
                </c:pt>
                <c:pt idx="4321">
                  <c:v>1158.3</c:v>
                </c:pt>
                <c:pt idx="4322">
                  <c:v>1166.45</c:v>
                </c:pt>
                <c:pt idx="4323">
                  <c:v>1132.95</c:v>
                </c:pt>
                <c:pt idx="4324">
                  <c:v>1148.05</c:v>
                </c:pt>
                <c:pt idx="4325">
                  <c:v>1142.8499999999999</c:v>
                </c:pt>
                <c:pt idx="4326">
                  <c:v>1154.95</c:v>
                </c:pt>
                <c:pt idx="4327">
                  <c:v>1151.3499999999999</c:v>
                </c:pt>
                <c:pt idx="4328">
                  <c:v>1123.1500000000001</c:v>
                </c:pt>
                <c:pt idx="4329">
                  <c:v>1112.55</c:v>
                </c:pt>
                <c:pt idx="4330">
                  <c:v>1098.9000000000001</c:v>
                </c:pt>
                <c:pt idx="4331">
                  <c:v>1091.2</c:v>
                </c:pt>
                <c:pt idx="4332">
                  <c:v>1113.2</c:v>
                </c:pt>
                <c:pt idx="4333">
                  <c:v>1132.45</c:v>
                </c:pt>
                <c:pt idx="4334">
                  <c:v>1146.55</c:v>
                </c:pt>
                <c:pt idx="4335">
                  <c:v>1159.45</c:v>
                </c:pt>
                <c:pt idx="4336">
                  <c:v>1151.2</c:v>
                </c:pt>
                <c:pt idx="4337">
                  <c:v>1160.45</c:v>
                </c:pt>
                <c:pt idx="4338">
                  <c:v>1164.3</c:v>
                </c:pt>
                <c:pt idx="4339">
                  <c:v>1161.55</c:v>
                </c:pt>
                <c:pt idx="4340">
                  <c:v>1153.1500000000001</c:v>
                </c:pt>
                <c:pt idx="4341">
                  <c:v>1161.5</c:v>
                </c:pt>
                <c:pt idx="4342">
                  <c:v>1143.3</c:v>
                </c:pt>
                <c:pt idx="4343">
                  <c:v>1155.75</c:v>
                </c:pt>
                <c:pt idx="4344">
                  <c:v>1150.7</c:v>
                </c:pt>
                <c:pt idx="4345">
                  <c:v>1149.7</c:v>
                </c:pt>
                <c:pt idx="4346">
                  <c:v>1149.5999999999999</c:v>
                </c:pt>
                <c:pt idx="4347">
                  <c:v>1140.3</c:v>
                </c:pt>
                <c:pt idx="4348">
                  <c:v>1145.4000000000001</c:v>
                </c:pt>
                <c:pt idx="4349">
                  <c:v>1154.1500000000001</c:v>
                </c:pt>
                <c:pt idx="4350">
                  <c:v>1149.45</c:v>
                </c:pt>
                <c:pt idx="4351">
                  <c:v>1155.4000000000001</c:v>
                </c:pt>
                <c:pt idx="4352">
                  <c:v>1162.55</c:v>
                </c:pt>
                <c:pt idx="4353">
                  <c:v>1153.6500000000001</c:v>
                </c:pt>
                <c:pt idx="4354">
                  <c:v>1134.1500000000001</c:v>
                </c:pt>
                <c:pt idx="4355">
                  <c:v>1109.1500000000001</c:v>
                </c:pt>
                <c:pt idx="4356">
                  <c:v>1104.55</c:v>
                </c:pt>
                <c:pt idx="4357">
                  <c:v>1102.95</c:v>
                </c:pt>
                <c:pt idx="4358">
                  <c:v>1120.25</c:v>
                </c:pt>
                <c:pt idx="4359">
                  <c:v>1108.55</c:v>
                </c:pt>
                <c:pt idx="4360">
                  <c:v>1126.6500000000001</c:v>
                </c:pt>
                <c:pt idx="4361">
                  <c:v>1132.1500000000001</c:v>
                </c:pt>
                <c:pt idx="4362">
                  <c:v>1115.45</c:v>
                </c:pt>
                <c:pt idx="4363">
                  <c:v>1127.75</c:v>
                </c:pt>
                <c:pt idx="4364">
                  <c:v>1131.75</c:v>
                </c:pt>
                <c:pt idx="4365">
                  <c:v>1133.7</c:v>
                </c:pt>
                <c:pt idx="4366">
                  <c:v>1125.5</c:v>
                </c:pt>
                <c:pt idx="4367">
                  <c:v>1117.3499999999999</c:v>
                </c:pt>
                <c:pt idx="4368">
                  <c:v>1125.45</c:v>
                </c:pt>
                <c:pt idx="4369">
                  <c:v>1146.5999999999999</c:v>
                </c:pt>
                <c:pt idx="4370">
                  <c:v>1155.8499999999999</c:v>
                </c:pt>
                <c:pt idx="4371">
                  <c:v>1155.55</c:v>
                </c:pt>
                <c:pt idx="4372">
                  <c:v>1156.0999999999999</c:v>
                </c:pt>
                <c:pt idx="4373">
                  <c:v>1155.75</c:v>
                </c:pt>
                <c:pt idx="4374">
                  <c:v>1150.0999999999999</c:v>
                </c:pt>
                <c:pt idx="4375">
                  <c:v>1134</c:v>
                </c:pt>
                <c:pt idx="4376">
                  <c:v>1148.8</c:v>
                </c:pt>
                <c:pt idx="4377">
                  <c:v>1153.25</c:v>
                </c:pt>
                <c:pt idx="4378">
                  <c:v>1161.7</c:v>
                </c:pt>
                <c:pt idx="4379">
                  <c:v>1148.2</c:v>
                </c:pt>
                <c:pt idx="4380">
                  <c:v>1144.5</c:v>
                </c:pt>
                <c:pt idx="4381">
                  <c:v>1146.0999999999999</c:v>
                </c:pt>
                <c:pt idx="4382">
                  <c:v>1157.3</c:v>
                </c:pt>
                <c:pt idx="4383">
                  <c:v>1149.6500000000001</c:v>
                </c:pt>
                <c:pt idx="4384">
                  <c:v>1147.3499999999999</c:v>
                </c:pt>
                <c:pt idx="4385">
                  <c:v>1155.55</c:v>
                </c:pt>
                <c:pt idx="4386">
                  <c:v>1151.0999999999999</c:v>
                </c:pt>
                <c:pt idx="4387">
                  <c:v>1143.9000000000001</c:v>
                </c:pt>
                <c:pt idx="4388">
                  <c:v>1154</c:v>
                </c:pt>
                <c:pt idx="4389">
                  <c:v>1141.3</c:v>
                </c:pt>
                <c:pt idx="4390">
                  <c:v>1134.95</c:v>
                </c:pt>
                <c:pt idx="4391">
                  <c:v>1140</c:v>
                </c:pt>
                <c:pt idx="4392">
                  <c:v>1134.45</c:v>
                </c:pt>
                <c:pt idx="4393">
                  <c:v>1129.45</c:v>
                </c:pt>
                <c:pt idx="4394">
                  <c:v>1141.3</c:v>
                </c:pt>
                <c:pt idx="4395">
                  <c:v>1135.5999999999999</c:v>
                </c:pt>
                <c:pt idx="4396">
                  <c:v>1155.9000000000001</c:v>
                </c:pt>
                <c:pt idx="4397">
                  <c:v>1151.7</c:v>
                </c:pt>
                <c:pt idx="4398">
                  <c:v>1153.3499999999999</c:v>
                </c:pt>
                <c:pt idx="4399">
                  <c:v>1168.55</c:v>
                </c:pt>
                <c:pt idx="4400">
                  <c:v>1215.9000000000001</c:v>
                </c:pt>
                <c:pt idx="4401">
                  <c:v>1197.05</c:v>
                </c:pt>
                <c:pt idx="4402">
                  <c:v>1206.3499999999999</c:v>
                </c:pt>
                <c:pt idx="4403">
                  <c:v>1206.05</c:v>
                </c:pt>
                <c:pt idx="4404">
                  <c:v>1198.6500000000001</c:v>
                </c:pt>
                <c:pt idx="4405">
                  <c:v>1203.95</c:v>
                </c:pt>
                <c:pt idx="4406">
                  <c:v>1238.05</c:v>
                </c:pt>
                <c:pt idx="4407">
                  <c:v>1256.3499999999999</c:v>
                </c:pt>
                <c:pt idx="4408">
                  <c:v>1254.95</c:v>
                </c:pt>
                <c:pt idx="4409">
                  <c:v>1246.05</c:v>
                </c:pt>
                <c:pt idx="4410">
                  <c:v>1245.5</c:v>
                </c:pt>
                <c:pt idx="4411">
                  <c:v>1255.95</c:v>
                </c:pt>
                <c:pt idx="4412">
                  <c:v>1253.3</c:v>
                </c:pt>
                <c:pt idx="4413">
                  <c:v>1237.3</c:v>
                </c:pt>
                <c:pt idx="4414">
                  <c:v>1229.0999999999999</c:v>
                </c:pt>
                <c:pt idx="4415">
                  <c:v>1213.25</c:v>
                </c:pt>
                <c:pt idx="4416">
                  <c:v>1196.95</c:v>
                </c:pt>
                <c:pt idx="4417">
                  <c:v>1174</c:v>
                </c:pt>
                <c:pt idx="4418">
                  <c:v>1160</c:v>
                </c:pt>
                <c:pt idx="4419">
                  <c:v>1130</c:v>
                </c:pt>
                <c:pt idx="4420">
                  <c:v>1131.7</c:v>
                </c:pt>
                <c:pt idx="4421">
                  <c:v>1148.8</c:v>
                </c:pt>
                <c:pt idx="4422">
                  <c:v>1154.05</c:v>
                </c:pt>
                <c:pt idx="4423">
                  <c:v>1153.25</c:v>
                </c:pt>
                <c:pt idx="4424">
                  <c:v>1157.3</c:v>
                </c:pt>
                <c:pt idx="4425">
                  <c:v>1158.5999999999999</c:v>
                </c:pt>
                <c:pt idx="4426">
                  <c:v>1163</c:v>
                </c:pt>
                <c:pt idx="4427">
                  <c:v>1160.5999999999999</c:v>
                </c:pt>
                <c:pt idx="4428">
                  <c:v>1158.8</c:v>
                </c:pt>
                <c:pt idx="4429">
                  <c:v>1174.25</c:v>
                </c:pt>
                <c:pt idx="4430">
                  <c:v>1171.05</c:v>
                </c:pt>
                <c:pt idx="4431">
                  <c:v>1197.1500000000001</c:v>
                </c:pt>
                <c:pt idx="4432">
                  <c:v>1179.6500000000001</c:v>
                </c:pt>
                <c:pt idx="4433">
                  <c:v>1178.5</c:v>
                </c:pt>
                <c:pt idx="4434">
                  <c:v>1174.1500000000001</c:v>
                </c:pt>
                <c:pt idx="4435">
                  <c:v>1222.9000000000001</c:v>
                </c:pt>
                <c:pt idx="4436">
                  <c:v>1201.7</c:v>
                </c:pt>
                <c:pt idx="4437">
                  <c:v>1191.1500000000001</c:v>
                </c:pt>
                <c:pt idx="4438">
                  <c:v>1184.55</c:v>
                </c:pt>
                <c:pt idx="4439">
                  <c:v>1182.55</c:v>
                </c:pt>
                <c:pt idx="4440">
                  <c:v>1180.8499999999999</c:v>
                </c:pt>
                <c:pt idx="4441">
                  <c:v>1175.95</c:v>
                </c:pt>
                <c:pt idx="4442">
                  <c:v>1178.4000000000001</c:v>
                </c:pt>
                <c:pt idx="4443">
                  <c:v>1172.45</c:v>
                </c:pt>
                <c:pt idx="4444">
                  <c:v>1162.3499999999999</c:v>
                </c:pt>
                <c:pt idx="4445">
                  <c:v>1141.45</c:v>
                </c:pt>
                <c:pt idx="4446">
                  <c:v>1172.2</c:v>
                </c:pt>
                <c:pt idx="4447">
                  <c:v>1195.5999999999999</c:v>
                </c:pt>
                <c:pt idx="4448">
                  <c:v>1178.5999999999999</c:v>
                </c:pt>
                <c:pt idx="4449">
                  <c:v>1174.95</c:v>
                </c:pt>
                <c:pt idx="4450">
                  <c:v>1155.05</c:v>
                </c:pt>
                <c:pt idx="4451">
                  <c:v>1181.55</c:v>
                </c:pt>
                <c:pt idx="4452">
                  <c:v>1179.55</c:v>
                </c:pt>
                <c:pt idx="4453">
                  <c:v>1171.3</c:v>
                </c:pt>
                <c:pt idx="4454">
                  <c:v>1166.3499999999999</c:v>
                </c:pt>
                <c:pt idx="4455">
                  <c:v>1160.3</c:v>
                </c:pt>
                <c:pt idx="4456">
                  <c:v>1174.3</c:v>
                </c:pt>
                <c:pt idx="4457">
                  <c:v>1159.5999999999999</c:v>
                </c:pt>
                <c:pt idx="4458">
                  <c:v>1159.5999999999999</c:v>
                </c:pt>
                <c:pt idx="4459">
                  <c:v>1156.5</c:v>
                </c:pt>
                <c:pt idx="4460">
                  <c:v>1171</c:v>
                </c:pt>
                <c:pt idx="4461">
                  <c:v>1153.8499999999999</c:v>
                </c:pt>
                <c:pt idx="4462">
                  <c:v>1146.75</c:v>
                </c:pt>
                <c:pt idx="4463">
                  <c:v>1133.75</c:v>
                </c:pt>
                <c:pt idx="4464">
                  <c:v>1121</c:v>
                </c:pt>
                <c:pt idx="4465">
                  <c:v>1115</c:v>
                </c:pt>
                <c:pt idx="4466">
                  <c:v>1104.3499999999999</c:v>
                </c:pt>
                <c:pt idx="4467">
                  <c:v>1144.4000000000001</c:v>
                </c:pt>
                <c:pt idx="4468">
                  <c:v>1135.5</c:v>
                </c:pt>
                <c:pt idx="4469">
                  <c:v>1125.8499999999999</c:v>
                </c:pt>
                <c:pt idx="4470">
                  <c:v>1117.4000000000001</c:v>
                </c:pt>
                <c:pt idx="4471">
                  <c:v>1116.55</c:v>
                </c:pt>
                <c:pt idx="4472">
                  <c:v>1123.45</c:v>
                </c:pt>
                <c:pt idx="4473">
                  <c:v>1118.7</c:v>
                </c:pt>
                <c:pt idx="4474">
                  <c:v>1137.1500000000001</c:v>
                </c:pt>
                <c:pt idx="4475">
                  <c:v>1137.7</c:v>
                </c:pt>
                <c:pt idx="4476">
                  <c:v>1135.5</c:v>
                </c:pt>
                <c:pt idx="4477">
                  <c:v>1137.9000000000001</c:v>
                </c:pt>
                <c:pt idx="4478">
                  <c:v>1138</c:v>
                </c:pt>
                <c:pt idx="4479">
                  <c:v>1150.75</c:v>
                </c:pt>
                <c:pt idx="4480">
                  <c:v>1149.05</c:v>
                </c:pt>
                <c:pt idx="4481">
                  <c:v>1144.4000000000001</c:v>
                </c:pt>
                <c:pt idx="4482">
                  <c:v>1158.5</c:v>
                </c:pt>
                <c:pt idx="4483">
                  <c:v>1143.6500000000001</c:v>
                </c:pt>
                <c:pt idx="4484">
                  <c:v>1142.75</c:v>
                </c:pt>
                <c:pt idx="4485">
                  <c:v>1141.9000000000001</c:v>
                </c:pt>
                <c:pt idx="4486">
                  <c:v>1172.05</c:v>
                </c:pt>
                <c:pt idx="4487">
                  <c:v>1185.25</c:v>
                </c:pt>
                <c:pt idx="4488">
                  <c:v>1182</c:v>
                </c:pt>
                <c:pt idx="4489">
                  <c:v>1193.05</c:v>
                </c:pt>
                <c:pt idx="4490">
                  <c:v>1177.4000000000001</c:v>
                </c:pt>
                <c:pt idx="4491">
                  <c:v>1188.95</c:v>
                </c:pt>
                <c:pt idx="4492">
                  <c:v>1189.7</c:v>
                </c:pt>
                <c:pt idx="4493">
                  <c:v>1204.05</c:v>
                </c:pt>
                <c:pt idx="4494">
                  <c:v>1188.75</c:v>
                </c:pt>
                <c:pt idx="4495">
                  <c:v>1193.75</c:v>
                </c:pt>
                <c:pt idx="4496">
                  <c:v>1188.25</c:v>
                </c:pt>
                <c:pt idx="4497">
                  <c:v>1189.9000000000001</c:v>
                </c:pt>
                <c:pt idx="4498">
                  <c:v>1176</c:v>
                </c:pt>
                <c:pt idx="4499">
                  <c:v>1169.9000000000001</c:v>
                </c:pt>
                <c:pt idx="4500">
                  <c:v>1151.05</c:v>
                </c:pt>
                <c:pt idx="4501">
                  <c:v>1150.45</c:v>
                </c:pt>
                <c:pt idx="4502">
                  <c:v>1152.05</c:v>
                </c:pt>
                <c:pt idx="4503">
                  <c:v>1126.7</c:v>
                </c:pt>
                <c:pt idx="4504">
                  <c:v>1128.3</c:v>
                </c:pt>
                <c:pt idx="4505">
                  <c:v>1153</c:v>
                </c:pt>
                <c:pt idx="4506">
                  <c:v>1137.9000000000001</c:v>
                </c:pt>
                <c:pt idx="4507">
                  <c:v>1134.0999999999999</c:v>
                </c:pt>
                <c:pt idx="4508">
                  <c:v>1110.25</c:v>
                </c:pt>
                <c:pt idx="4509">
                  <c:v>1121.0999999999999</c:v>
                </c:pt>
                <c:pt idx="4510">
                  <c:v>1124.05</c:v>
                </c:pt>
                <c:pt idx="4511">
                  <c:v>1130.75</c:v>
                </c:pt>
                <c:pt idx="4512">
                  <c:v>1144.4000000000001</c:v>
                </c:pt>
                <c:pt idx="4513">
                  <c:v>1139.1500000000001</c:v>
                </c:pt>
                <c:pt idx="4514">
                  <c:v>1135.45</c:v>
                </c:pt>
                <c:pt idx="4515">
                  <c:v>1143.8499999999999</c:v>
                </c:pt>
                <c:pt idx="4516">
                  <c:v>1120.3499999999999</c:v>
                </c:pt>
                <c:pt idx="4517">
                  <c:v>1126.4000000000001</c:v>
                </c:pt>
                <c:pt idx="4518">
                  <c:v>1127.2</c:v>
                </c:pt>
                <c:pt idx="4519">
                  <c:v>1118.0999999999999</c:v>
                </c:pt>
                <c:pt idx="4520">
                  <c:v>1101.8</c:v>
                </c:pt>
                <c:pt idx="4521">
                  <c:v>1104.8</c:v>
                </c:pt>
                <c:pt idx="4522">
                  <c:v>1110.3499999999999</c:v>
                </c:pt>
                <c:pt idx="4523">
                  <c:v>1117.75</c:v>
                </c:pt>
                <c:pt idx="4524">
                  <c:v>1118.9000000000001</c:v>
                </c:pt>
                <c:pt idx="4525">
                  <c:v>1105.95</c:v>
                </c:pt>
                <c:pt idx="4526">
                  <c:v>1101.5999999999999</c:v>
                </c:pt>
                <c:pt idx="4527">
                  <c:v>1107.25</c:v>
                </c:pt>
                <c:pt idx="4528">
                  <c:v>1127.5999999999999</c:v>
                </c:pt>
                <c:pt idx="4529">
                  <c:v>1129.0999999999999</c:v>
                </c:pt>
                <c:pt idx="4530">
                  <c:v>1131.5</c:v>
                </c:pt>
                <c:pt idx="4531">
                  <c:v>1140.3</c:v>
                </c:pt>
                <c:pt idx="4532">
                  <c:v>1137</c:v>
                </c:pt>
                <c:pt idx="4533">
                  <c:v>1160.8</c:v>
                </c:pt>
                <c:pt idx="4534">
                  <c:v>1122.75</c:v>
                </c:pt>
                <c:pt idx="4535">
                  <c:v>1102.55</c:v>
                </c:pt>
                <c:pt idx="4536">
                  <c:v>1106.5</c:v>
                </c:pt>
                <c:pt idx="4537">
                  <c:v>1103.55</c:v>
                </c:pt>
                <c:pt idx="4538">
                  <c:v>1107.0999999999999</c:v>
                </c:pt>
                <c:pt idx="4539">
                  <c:v>1112.6500000000001</c:v>
                </c:pt>
                <c:pt idx="4540">
                  <c:v>1117.55</c:v>
                </c:pt>
                <c:pt idx="4541">
                  <c:v>1131.0999999999999</c:v>
                </c:pt>
                <c:pt idx="4542">
                  <c:v>1120.4000000000001</c:v>
                </c:pt>
                <c:pt idx="4543">
                  <c:v>1150.1500000000001</c:v>
                </c:pt>
                <c:pt idx="4544">
                  <c:v>1152.0999999999999</c:v>
                </c:pt>
                <c:pt idx="4545">
                  <c:v>1136</c:v>
                </c:pt>
                <c:pt idx="4546">
                  <c:v>1142.9000000000001</c:v>
                </c:pt>
                <c:pt idx="4547">
                  <c:v>1143.5</c:v>
                </c:pt>
                <c:pt idx="4548">
                  <c:v>1157.45</c:v>
                </c:pt>
                <c:pt idx="4549">
                  <c:v>1156.75</c:v>
                </c:pt>
                <c:pt idx="4550">
                  <c:v>1155.8499999999999</c:v>
                </c:pt>
                <c:pt idx="4551">
                  <c:v>1165.2</c:v>
                </c:pt>
                <c:pt idx="4552">
                  <c:v>1162.2</c:v>
                </c:pt>
                <c:pt idx="4553">
                  <c:v>1178.8499999999999</c:v>
                </c:pt>
                <c:pt idx="4554">
                  <c:v>1176</c:v>
                </c:pt>
                <c:pt idx="4555">
                  <c:v>1172.3</c:v>
                </c:pt>
                <c:pt idx="4556">
                  <c:v>1165</c:v>
                </c:pt>
                <c:pt idx="4557">
                  <c:v>1159.3499999999999</c:v>
                </c:pt>
                <c:pt idx="4558">
                  <c:v>1178.7</c:v>
                </c:pt>
                <c:pt idx="4559">
                  <c:v>1170.0999999999999</c:v>
                </c:pt>
                <c:pt idx="4560">
                  <c:v>1163.05</c:v>
                </c:pt>
                <c:pt idx="4561">
                  <c:v>1155.7</c:v>
                </c:pt>
                <c:pt idx="4562">
                  <c:v>1181.5999999999999</c:v>
                </c:pt>
                <c:pt idx="4563">
                  <c:v>1201.7</c:v>
                </c:pt>
                <c:pt idx="4564">
                  <c:v>1222.3</c:v>
                </c:pt>
                <c:pt idx="4565">
                  <c:v>1206.75</c:v>
                </c:pt>
                <c:pt idx="4566">
                  <c:v>1190.45</c:v>
                </c:pt>
                <c:pt idx="4567">
                  <c:v>1215.25</c:v>
                </c:pt>
                <c:pt idx="4568">
                  <c:v>1209.9000000000001</c:v>
                </c:pt>
                <c:pt idx="4569">
                  <c:v>1222.55</c:v>
                </c:pt>
                <c:pt idx="4570">
                  <c:v>1217.7</c:v>
                </c:pt>
                <c:pt idx="4571">
                  <c:v>1286.45</c:v>
                </c:pt>
                <c:pt idx="4572">
                  <c:v>1297.3499999999999</c:v>
                </c:pt>
                <c:pt idx="4573">
                  <c:v>1314.65</c:v>
                </c:pt>
                <c:pt idx="4574">
                  <c:v>1323.7</c:v>
                </c:pt>
                <c:pt idx="4575">
                  <c:v>1309.45</c:v>
                </c:pt>
                <c:pt idx="4576">
                  <c:v>1308.3499999999999</c:v>
                </c:pt>
                <c:pt idx="4577">
                  <c:v>1301.7</c:v>
                </c:pt>
                <c:pt idx="4578">
                  <c:v>1286.8499999999999</c:v>
                </c:pt>
                <c:pt idx="4579">
                  <c:v>1278.5999999999999</c:v>
                </c:pt>
                <c:pt idx="4580">
                  <c:v>1293.5999999999999</c:v>
                </c:pt>
                <c:pt idx="4581">
                  <c:v>1292.3499999999999</c:v>
                </c:pt>
                <c:pt idx="4582">
                  <c:v>1321.85</c:v>
                </c:pt>
                <c:pt idx="4583">
                  <c:v>1299.5</c:v>
                </c:pt>
                <c:pt idx="4584">
                  <c:v>1293.8499999999999</c:v>
                </c:pt>
                <c:pt idx="4585">
                  <c:v>1304.6500000000001</c:v>
                </c:pt>
                <c:pt idx="4586">
                  <c:v>1293.05</c:v>
                </c:pt>
                <c:pt idx="4587">
                  <c:v>1284.45</c:v>
                </c:pt>
                <c:pt idx="4588">
                  <c:v>1273.5999999999999</c:v>
                </c:pt>
                <c:pt idx="4589">
                  <c:v>1262.8</c:v>
                </c:pt>
                <c:pt idx="4590">
                  <c:v>1290.8</c:v>
                </c:pt>
                <c:pt idx="4591">
                  <c:v>1278.8499999999999</c:v>
                </c:pt>
                <c:pt idx="4592">
                  <c:v>1283.3</c:v>
                </c:pt>
                <c:pt idx="4593">
                  <c:v>1287.7</c:v>
                </c:pt>
                <c:pt idx="4594">
                  <c:v>1286.4000000000001</c:v>
                </c:pt>
                <c:pt idx="4595">
                  <c:v>1286.0999999999999</c:v>
                </c:pt>
                <c:pt idx="4596">
                  <c:v>1282.2</c:v>
                </c:pt>
                <c:pt idx="4597">
                  <c:v>1282.05</c:v>
                </c:pt>
                <c:pt idx="4598">
                  <c:v>1269.2</c:v>
                </c:pt>
                <c:pt idx="4599">
                  <c:v>1271.3</c:v>
                </c:pt>
                <c:pt idx="4600">
                  <c:v>1253</c:v>
                </c:pt>
                <c:pt idx="4601">
                  <c:v>1267.7</c:v>
                </c:pt>
                <c:pt idx="4602">
                  <c:v>1253.45</c:v>
                </c:pt>
                <c:pt idx="4603">
                  <c:v>1274.5999999999999</c:v>
                </c:pt>
                <c:pt idx="4604">
                  <c:v>1267.1500000000001</c:v>
                </c:pt>
                <c:pt idx="4605">
                  <c:v>1268.4000000000001</c:v>
                </c:pt>
                <c:pt idx="4606">
                  <c:v>1264.45</c:v>
                </c:pt>
                <c:pt idx="4607">
                  <c:v>1293.05</c:v>
                </c:pt>
                <c:pt idx="4608">
                  <c:v>1291.8499999999999</c:v>
                </c:pt>
                <c:pt idx="4609">
                  <c:v>1289.8</c:v>
                </c:pt>
                <c:pt idx="4610">
                  <c:v>1321.4</c:v>
                </c:pt>
                <c:pt idx="4611">
                  <c:v>1323.15</c:v>
                </c:pt>
                <c:pt idx="4612">
                  <c:v>1363.1</c:v>
                </c:pt>
                <c:pt idx="4613">
                  <c:v>1370.45</c:v>
                </c:pt>
                <c:pt idx="4614">
                  <c:v>1359.8</c:v>
                </c:pt>
                <c:pt idx="4615">
                  <c:v>1357.9</c:v>
                </c:pt>
                <c:pt idx="4616">
                  <c:v>1367.8</c:v>
                </c:pt>
                <c:pt idx="4617">
                  <c:v>1359.55</c:v>
                </c:pt>
                <c:pt idx="4618">
                  <c:v>1376.25</c:v>
                </c:pt>
                <c:pt idx="4619">
                  <c:v>1393</c:v>
                </c:pt>
                <c:pt idx="4620">
                  <c:v>1403</c:v>
                </c:pt>
                <c:pt idx="4621">
                  <c:v>1396.45</c:v>
                </c:pt>
                <c:pt idx="4622">
                  <c:v>1433.2</c:v>
                </c:pt>
                <c:pt idx="4623">
                  <c:v>1467.75</c:v>
                </c:pt>
                <c:pt idx="4624">
                  <c:v>1450.15</c:v>
                </c:pt>
                <c:pt idx="4625">
                  <c:v>1433.85</c:v>
                </c:pt>
                <c:pt idx="4626">
                  <c:v>1434.85</c:v>
                </c:pt>
                <c:pt idx="4627">
                  <c:v>1430.2</c:v>
                </c:pt>
                <c:pt idx="4628">
                  <c:v>1451.4</c:v>
                </c:pt>
                <c:pt idx="4629">
                  <c:v>1437.2</c:v>
                </c:pt>
                <c:pt idx="4630">
                  <c:v>1418.4</c:v>
                </c:pt>
                <c:pt idx="4631">
                  <c:v>1411.85</c:v>
                </c:pt>
                <c:pt idx="4632">
                  <c:v>1397.4</c:v>
                </c:pt>
                <c:pt idx="4633">
                  <c:v>1424.25</c:v>
                </c:pt>
                <c:pt idx="4634">
                  <c:v>1425.75</c:v>
                </c:pt>
                <c:pt idx="4635">
                  <c:v>1417.35</c:v>
                </c:pt>
                <c:pt idx="4636">
                  <c:v>1418.6</c:v>
                </c:pt>
                <c:pt idx="4637">
                  <c:v>1399.25</c:v>
                </c:pt>
                <c:pt idx="4638">
                  <c:v>1395.1</c:v>
                </c:pt>
                <c:pt idx="4639">
                  <c:v>1394.8</c:v>
                </c:pt>
                <c:pt idx="4640">
                  <c:v>1400.65</c:v>
                </c:pt>
                <c:pt idx="4641">
                  <c:v>1409.1</c:v>
                </c:pt>
                <c:pt idx="4642">
                  <c:v>1403.3</c:v>
                </c:pt>
                <c:pt idx="4643">
                  <c:v>1394.75</c:v>
                </c:pt>
                <c:pt idx="4644">
                  <c:v>1393.5</c:v>
                </c:pt>
                <c:pt idx="4645">
                  <c:v>1399.8</c:v>
                </c:pt>
                <c:pt idx="4646">
                  <c:v>1407.5</c:v>
                </c:pt>
                <c:pt idx="4647">
                  <c:v>1394</c:v>
                </c:pt>
                <c:pt idx="4648">
                  <c:v>1378.7</c:v>
                </c:pt>
                <c:pt idx="4649">
                  <c:v>1372.45</c:v>
                </c:pt>
                <c:pt idx="4650">
                  <c:v>1361.6</c:v>
                </c:pt>
                <c:pt idx="4651">
                  <c:v>1311.3</c:v>
                </c:pt>
                <c:pt idx="4652">
                  <c:v>1321.3</c:v>
                </c:pt>
                <c:pt idx="4653">
                  <c:v>1314.5</c:v>
                </c:pt>
                <c:pt idx="4654">
                  <c:v>1316</c:v>
                </c:pt>
                <c:pt idx="4655">
                  <c:v>1293.0999999999999</c:v>
                </c:pt>
                <c:pt idx="4656">
                  <c:v>1297.8499999999999</c:v>
                </c:pt>
                <c:pt idx="4657">
                  <c:v>1291</c:v>
                </c:pt>
                <c:pt idx="4658">
                  <c:v>1333.9</c:v>
                </c:pt>
                <c:pt idx="4659">
                  <c:v>1308.6500000000001</c:v>
                </c:pt>
                <c:pt idx="4660">
                  <c:v>1292.0999999999999</c:v>
                </c:pt>
                <c:pt idx="4661">
                  <c:v>1291.3499999999999</c:v>
                </c:pt>
                <c:pt idx="4662">
                  <c:v>1304.75</c:v>
                </c:pt>
                <c:pt idx="4663">
                  <c:v>1271.95</c:v>
                </c:pt>
                <c:pt idx="4664">
                  <c:v>1289.9000000000001</c:v>
                </c:pt>
                <c:pt idx="4665">
                  <c:v>1282</c:v>
                </c:pt>
                <c:pt idx="4666">
                  <c:v>1287.5</c:v>
                </c:pt>
                <c:pt idx="4667">
                  <c:v>1293.3</c:v>
                </c:pt>
                <c:pt idx="4668">
                  <c:v>1279.8</c:v>
                </c:pt>
                <c:pt idx="4669">
                  <c:v>1251.75</c:v>
                </c:pt>
                <c:pt idx="4670">
                  <c:v>1224.7</c:v>
                </c:pt>
                <c:pt idx="4671">
                  <c:v>1209.5</c:v>
                </c:pt>
                <c:pt idx="4672">
                  <c:v>1247.8</c:v>
                </c:pt>
                <c:pt idx="4673">
                  <c:v>1201.4000000000001</c:v>
                </c:pt>
                <c:pt idx="4674">
                  <c:v>1225.95</c:v>
                </c:pt>
                <c:pt idx="4675">
                  <c:v>1219.05</c:v>
                </c:pt>
                <c:pt idx="4676">
                  <c:v>1261.2</c:v>
                </c:pt>
                <c:pt idx="4677">
                  <c:v>1250.3</c:v>
                </c:pt>
                <c:pt idx="4678">
                  <c:v>1267.5999999999999</c:v>
                </c:pt>
                <c:pt idx="4679">
                  <c:v>1259</c:v>
                </c:pt>
                <c:pt idx="4680">
                  <c:v>1235.4000000000001</c:v>
                </c:pt>
                <c:pt idx="4681">
                  <c:v>1200.4000000000001</c:v>
                </c:pt>
                <c:pt idx="4682">
                  <c:v>1138.45</c:v>
                </c:pt>
                <c:pt idx="4683">
                  <c:v>1186.9000000000001</c:v>
                </c:pt>
                <c:pt idx="4684">
                  <c:v>1200.05</c:v>
                </c:pt>
                <c:pt idx="4685">
                  <c:v>1190.3</c:v>
                </c:pt>
                <c:pt idx="4686">
                  <c:v>1196.05</c:v>
                </c:pt>
                <c:pt idx="4687">
                  <c:v>1196.3</c:v>
                </c:pt>
                <c:pt idx="4688">
                  <c:v>1230.4000000000001</c:v>
                </c:pt>
                <c:pt idx="4689">
                  <c:v>1217.8</c:v>
                </c:pt>
                <c:pt idx="4690">
                  <c:v>1247</c:v>
                </c:pt>
                <c:pt idx="4691">
                  <c:v>1244.05</c:v>
                </c:pt>
                <c:pt idx="4692">
                  <c:v>1238.5</c:v>
                </c:pt>
                <c:pt idx="4693">
                  <c:v>1250.95</c:v>
                </c:pt>
                <c:pt idx="4694">
                  <c:v>1295.5999999999999</c:v>
                </c:pt>
                <c:pt idx="4695">
                  <c:v>1278.8</c:v>
                </c:pt>
                <c:pt idx="4696">
                  <c:v>1284.9000000000001</c:v>
                </c:pt>
                <c:pt idx="4697">
                  <c:v>1320.55</c:v>
                </c:pt>
                <c:pt idx="4698">
                  <c:v>1318.3</c:v>
                </c:pt>
                <c:pt idx="4699">
                  <c:v>1321.3</c:v>
                </c:pt>
                <c:pt idx="4700">
                  <c:v>1312.15</c:v>
                </c:pt>
                <c:pt idx="4701">
                  <c:v>1306.8499999999999</c:v>
                </c:pt>
                <c:pt idx="4702">
                  <c:v>1324.2</c:v>
                </c:pt>
                <c:pt idx="4703">
                  <c:v>1314.4</c:v>
                </c:pt>
                <c:pt idx="4704">
                  <c:v>1349.5</c:v>
                </c:pt>
                <c:pt idx="4705">
                  <c:v>1339.6</c:v>
                </c:pt>
                <c:pt idx="4706">
                  <c:v>1324.25</c:v>
                </c:pt>
                <c:pt idx="4707">
                  <c:v>1350.3</c:v>
                </c:pt>
                <c:pt idx="4708">
                  <c:v>1345.95</c:v>
                </c:pt>
                <c:pt idx="4709">
                  <c:v>1338.7</c:v>
                </c:pt>
                <c:pt idx="4710">
                  <c:v>1329.45</c:v>
                </c:pt>
                <c:pt idx="4711">
                  <c:v>1329.5</c:v>
                </c:pt>
                <c:pt idx="4712">
                  <c:v>1295.0999999999999</c:v>
                </c:pt>
                <c:pt idx="4713">
                  <c:v>1318.65</c:v>
                </c:pt>
                <c:pt idx="4714">
                  <c:v>1274.2</c:v>
                </c:pt>
                <c:pt idx="4715">
                  <c:v>1323.6</c:v>
                </c:pt>
                <c:pt idx="4716">
                  <c:v>1330.9</c:v>
                </c:pt>
                <c:pt idx="4717">
                  <c:v>1320.2</c:v>
                </c:pt>
                <c:pt idx="4718">
                  <c:v>1340.95</c:v>
                </c:pt>
                <c:pt idx="4719">
                  <c:v>1335.85</c:v>
                </c:pt>
                <c:pt idx="4720">
                  <c:v>1355.7</c:v>
                </c:pt>
                <c:pt idx="4721">
                  <c:v>1400.25</c:v>
                </c:pt>
                <c:pt idx="4722">
                  <c:v>1425.8</c:v>
                </c:pt>
                <c:pt idx="4723">
                  <c:v>1388.2</c:v>
                </c:pt>
                <c:pt idx="4724">
                  <c:v>1357.05</c:v>
                </c:pt>
                <c:pt idx="4725">
                  <c:v>1363</c:v>
                </c:pt>
                <c:pt idx="4726">
                  <c:v>1372.5</c:v>
                </c:pt>
                <c:pt idx="4727">
                  <c:v>1366</c:v>
                </c:pt>
                <c:pt idx="4728">
                  <c:v>1373.05</c:v>
                </c:pt>
                <c:pt idx="4729">
                  <c:v>1371.55</c:v>
                </c:pt>
                <c:pt idx="4730">
                  <c:v>1383.3</c:v>
                </c:pt>
                <c:pt idx="4731">
                  <c:v>1388.3</c:v>
                </c:pt>
                <c:pt idx="4732">
                  <c:v>1385.85</c:v>
                </c:pt>
                <c:pt idx="4733">
                  <c:v>1396</c:v>
                </c:pt>
                <c:pt idx="4734">
                  <c:v>1401.25</c:v>
                </c:pt>
                <c:pt idx="4735">
                  <c:v>1402</c:v>
                </c:pt>
                <c:pt idx="4736">
                  <c:v>1396.35</c:v>
                </c:pt>
                <c:pt idx="4737">
                  <c:v>1403.65</c:v>
                </c:pt>
                <c:pt idx="4738">
                  <c:v>1388.6</c:v>
                </c:pt>
                <c:pt idx="4739">
                  <c:v>1405.95</c:v>
                </c:pt>
                <c:pt idx="4740">
                  <c:v>1389.75</c:v>
                </c:pt>
                <c:pt idx="4741">
                  <c:v>1389.6</c:v>
                </c:pt>
                <c:pt idx="4742">
                  <c:v>1400.45</c:v>
                </c:pt>
                <c:pt idx="4743">
                  <c:v>1422.1</c:v>
                </c:pt>
                <c:pt idx="4744">
                  <c:v>1406.95</c:v>
                </c:pt>
                <c:pt idx="4745">
                  <c:v>1396.55</c:v>
                </c:pt>
                <c:pt idx="4746">
                  <c:v>1401.85</c:v>
                </c:pt>
                <c:pt idx="4747">
                  <c:v>1372.15</c:v>
                </c:pt>
                <c:pt idx="4748">
                  <c:v>1379.5</c:v>
                </c:pt>
                <c:pt idx="4749">
                  <c:v>1393.3</c:v>
                </c:pt>
                <c:pt idx="4750">
                  <c:v>1390.4</c:v>
                </c:pt>
                <c:pt idx="4751">
                  <c:v>1412.6</c:v>
                </c:pt>
                <c:pt idx="4752">
                  <c:v>1457.2</c:v>
                </c:pt>
                <c:pt idx="4753">
                  <c:v>1446.35</c:v>
                </c:pt>
                <c:pt idx="4754">
                  <c:v>1450.35</c:v>
                </c:pt>
                <c:pt idx="4755">
                  <c:v>1469.4</c:v>
                </c:pt>
                <c:pt idx="4756">
                  <c:v>1472.45</c:v>
                </c:pt>
                <c:pt idx="4757">
                  <c:v>1448.8</c:v>
                </c:pt>
                <c:pt idx="4758">
                  <c:v>1437.1</c:v>
                </c:pt>
                <c:pt idx="4759">
                  <c:v>1452.1</c:v>
                </c:pt>
                <c:pt idx="4760">
                  <c:v>1424.15</c:v>
                </c:pt>
                <c:pt idx="4761">
                  <c:v>1399.2</c:v>
                </c:pt>
                <c:pt idx="4762">
                  <c:v>1393.6</c:v>
                </c:pt>
                <c:pt idx="4763">
                  <c:v>1380.05</c:v>
                </c:pt>
                <c:pt idx="4764">
                  <c:v>1377.85</c:v>
                </c:pt>
                <c:pt idx="4765">
                  <c:v>1396.9</c:v>
                </c:pt>
                <c:pt idx="4766">
                  <c:v>1397.8</c:v>
                </c:pt>
                <c:pt idx="4767">
                  <c:v>1397.8</c:v>
                </c:pt>
                <c:pt idx="4768">
                  <c:v>1398.25</c:v>
                </c:pt>
                <c:pt idx="4769">
                  <c:v>1402</c:v>
                </c:pt>
                <c:pt idx="4770">
                  <c:v>1405.7</c:v>
                </c:pt>
                <c:pt idx="4771">
                  <c:v>1405.2</c:v>
                </c:pt>
                <c:pt idx="4772">
                  <c:v>1392.35</c:v>
                </c:pt>
                <c:pt idx="4773">
                  <c:v>1403.85</c:v>
                </c:pt>
                <c:pt idx="4774">
                  <c:v>1393.7</c:v>
                </c:pt>
                <c:pt idx="4775">
                  <c:v>1395.45</c:v>
                </c:pt>
                <c:pt idx="4776">
                  <c:v>1382.35</c:v>
                </c:pt>
                <c:pt idx="4777">
                  <c:v>1419.8</c:v>
                </c:pt>
                <c:pt idx="4778">
                  <c:v>1428.1</c:v>
                </c:pt>
                <c:pt idx="4779">
                  <c:v>1428.3</c:v>
                </c:pt>
                <c:pt idx="4780">
                  <c:v>1434.75</c:v>
                </c:pt>
                <c:pt idx="4781">
                  <c:v>1432.55</c:v>
                </c:pt>
                <c:pt idx="4782">
                  <c:v>1445.6</c:v>
                </c:pt>
                <c:pt idx="4783">
                  <c:v>1453.9</c:v>
                </c:pt>
                <c:pt idx="4784">
                  <c:v>1456.15</c:v>
                </c:pt>
                <c:pt idx="4785">
                  <c:v>1471.25</c:v>
                </c:pt>
                <c:pt idx="4786">
                  <c:v>1457.55</c:v>
                </c:pt>
                <c:pt idx="4787">
                  <c:v>1485.05</c:v>
                </c:pt>
                <c:pt idx="4788">
                  <c:v>1472.05</c:v>
                </c:pt>
                <c:pt idx="4789">
                  <c:v>1497</c:v>
                </c:pt>
                <c:pt idx="4790">
                  <c:v>1492.7</c:v>
                </c:pt>
                <c:pt idx="4791">
                  <c:v>1492.75</c:v>
                </c:pt>
                <c:pt idx="4792">
                  <c:v>1519.3</c:v>
                </c:pt>
                <c:pt idx="4793">
                  <c:v>1497.6</c:v>
                </c:pt>
                <c:pt idx="4794">
                  <c:v>1519</c:v>
                </c:pt>
                <c:pt idx="4795">
                  <c:v>1514.45</c:v>
                </c:pt>
                <c:pt idx="4796">
                  <c:v>1496.35</c:v>
                </c:pt>
                <c:pt idx="4797">
                  <c:v>1444.85</c:v>
                </c:pt>
                <c:pt idx="4798">
                  <c:v>1409.85</c:v>
                </c:pt>
                <c:pt idx="4799">
                  <c:v>1423.15</c:v>
                </c:pt>
                <c:pt idx="4800">
                  <c:v>1438.65</c:v>
                </c:pt>
                <c:pt idx="4801">
                  <c:v>1431.55</c:v>
                </c:pt>
                <c:pt idx="4802">
                  <c:v>1459</c:v>
                </c:pt>
                <c:pt idx="4803">
                  <c:v>1469.6</c:v>
                </c:pt>
                <c:pt idx="4804">
                  <c:v>1443.35</c:v>
                </c:pt>
                <c:pt idx="4805">
                  <c:v>1431</c:v>
                </c:pt>
                <c:pt idx="4806">
                  <c:v>1450.05</c:v>
                </c:pt>
                <c:pt idx="4807">
                  <c:v>1447.95</c:v>
                </c:pt>
                <c:pt idx="4808">
                  <c:v>1448.75</c:v>
                </c:pt>
                <c:pt idx="4809">
                  <c:v>1463.15</c:v>
                </c:pt>
                <c:pt idx="4810">
                  <c:v>1436.6</c:v>
                </c:pt>
                <c:pt idx="4811">
                  <c:v>1438.55</c:v>
                </c:pt>
                <c:pt idx="4812">
                  <c:v>1412.8</c:v>
                </c:pt>
                <c:pt idx="4813">
                  <c:v>1387.8</c:v>
                </c:pt>
                <c:pt idx="4814">
                  <c:v>1385.7</c:v>
                </c:pt>
                <c:pt idx="4815">
                  <c:v>1354.2</c:v>
                </c:pt>
                <c:pt idx="4816">
                  <c:v>1341.05</c:v>
                </c:pt>
                <c:pt idx="4817">
                  <c:v>1332.5</c:v>
                </c:pt>
                <c:pt idx="4818">
                  <c:v>1320.25</c:v>
                </c:pt>
                <c:pt idx="4819">
                  <c:v>1305.95</c:v>
                </c:pt>
                <c:pt idx="4820">
                  <c:v>1304.4000000000001</c:v>
                </c:pt>
                <c:pt idx="4821">
                  <c:v>1320</c:v>
                </c:pt>
                <c:pt idx="4822">
                  <c:v>1373.95</c:v>
                </c:pt>
                <c:pt idx="4823">
                  <c:v>1357.75</c:v>
                </c:pt>
                <c:pt idx="4824">
                  <c:v>1368.45</c:v>
                </c:pt>
                <c:pt idx="4825">
                  <c:v>1367.75</c:v>
                </c:pt>
                <c:pt idx="4826">
                  <c:v>1384.5</c:v>
                </c:pt>
                <c:pt idx="4827">
                  <c:v>1366.85</c:v>
                </c:pt>
                <c:pt idx="4828">
                  <c:v>1364.35</c:v>
                </c:pt>
                <c:pt idx="4829">
                  <c:v>1358.25</c:v>
                </c:pt>
                <c:pt idx="4830">
                  <c:v>1374.6</c:v>
                </c:pt>
                <c:pt idx="4831">
                  <c:v>1407.3</c:v>
                </c:pt>
                <c:pt idx="4832">
                  <c:v>1459.25</c:v>
                </c:pt>
                <c:pt idx="4833">
                  <c:v>1421.5</c:v>
                </c:pt>
                <c:pt idx="4834">
                  <c:v>1428.55</c:v>
                </c:pt>
                <c:pt idx="4835">
                  <c:v>1418.35</c:v>
                </c:pt>
                <c:pt idx="4836">
                  <c:v>1422.6</c:v>
                </c:pt>
                <c:pt idx="4837">
                  <c:v>1425.5</c:v>
                </c:pt>
                <c:pt idx="4838">
                  <c:v>1425.45</c:v>
                </c:pt>
                <c:pt idx="4839">
                  <c:v>1429.45</c:v>
                </c:pt>
                <c:pt idx="4840">
                  <c:v>1412.75</c:v>
                </c:pt>
                <c:pt idx="4841">
                  <c:v>1401.95</c:v>
                </c:pt>
                <c:pt idx="4842">
                  <c:v>1380.05</c:v>
                </c:pt>
                <c:pt idx="4843">
                  <c:v>1381.15</c:v>
                </c:pt>
                <c:pt idx="4844">
                  <c:v>1392.05</c:v>
                </c:pt>
                <c:pt idx="4845">
                  <c:v>1383</c:v>
                </c:pt>
                <c:pt idx="4846">
                  <c:v>1376.15</c:v>
                </c:pt>
                <c:pt idx="4847">
                  <c:v>1363.1</c:v>
                </c:pt>
                <c:pt idx="4848">
                  <c:v>1359.95</c:v>
                </c:pt>
                <c:pt idx="4849">
                  <c:v>1361.4</c:v>
                </c:pt>
                <c:pt idx="4850">
                  <c:v>1358.15</c:v>
                </c:pt>
                <c:pt idx="4851">
                  <c:v>1353.85</c:v>
                </c:pt>
                <c:pt idx="4852">
                  <c:v>1345.75</c:v>
                </c:pt>
                <c:pt idx="4853">
                  <c:v>1352</c:v>
                </c:pt>
                <c:pt idx="4854">
                  <c:v>1359.7</c:v>
                </c:pt>
                <c:pt idx="4855">
                  <c:v>1358.7</c:v>
                </c:pt>
                <c:pt idx="4856">
                  <c:v>1340.25</c:v>
                </c:pt>
                <c:pt idx="4857">
                  <c:v>1321</c:v>
                </c:pt>
                <c:pt idx="4858">
                  <c:v>1322.95</c:v>
                </c:pt>
                <c:pt idx="4859">
                  <c:v>1332.45</c:v>
                </c:pt>
                <c:pt idx="4860">
                  <c:v>1361.95</c:v>
                </c:pt>
                <c:pt idx="4861">
                  <c:v>1353.15</c:v>
                </c:pt>
                <c:pt idx="4862">
                  <c:v>1372.3</c:v>
                </c:pt>
                <c:pt idx="4863">
                  <c:v>1395.9</c:v>
                </c:pt>
                <c:pt idx="4864">
                  <c:v>1384.95</c:v>
                </c:pt>
                <c:pt idx="4865">
                  <c:v>1369.1</c:v>
                </c:pt>
                <c:pt idx="4866">
                  <c:v>1404.2</c:v>
                </c:pt>
                <c:pt idx="4867">
                  <c:v>1429.35</c:v>
                </c:pt>
                <c:pt idx="4868">
                  <c:v>1483.4</c:v>
                </c:pt>
                <c:pt idx="4869">
                  <c:v>1495.85</c:v>
                </c:pt>
                <c:pt idx="4870">
                  <c:v>1526.45</c:v>
                </c:pt>
                <c:pt idx="4871">
                  <c:v>1513.25</c:v>
                </c:pt>
                <c:pt idx="4872">
                  <c:v>1508.75</c:v>
                </c:pt>
                <c:pt idx="4873">
                  <c:v>1521.1</c:v>
                </c:pt>
                <c:pt idx="4874">
                  <c:v>1504.7</c:v>
                </c:pt>
                <c:pt idx="4875">
                  <c:v>1545.2</c:v>
                </c:pt>
                <c:pt idx="4876">
                  <c:v>1525.4</c:v>
                </c:pt>
                <c:pt idx="4877">
                  <c:v>1565.85</c:v>
                </c:pt>
                <c:pt idx="4878">
                  <c:v>1559.2</c:v>
                </c:pt>
                <c:pt idx="4879">
                  <c:v>1565.9</c:v>
                </c:pt>
                <c:pt idx="4880">
                  <c:v>1575.5</c:v>
                </c:pt>
                <c:pt idx="4881">
                  <c:v>1573.35</c:v>
                </c:pt>
                <c:pt idx="4882">
                  <c:v>1569.7</c:v>
                </c:pt>
                <c:pt idx="4883">
                  <c:v>1597.45</c:v>
                </c:pt>
                <c:pt idx="4884">
                  <c:v>1586.45</c:v>
                </c:pt>
                <c:pt idx="4885">
                  <c:v>1595.15</c:v>
                </c:pt>
                <c:pt idx="4886">
                  <c:v>1589.15</c:v>
                </c:pt>
                <c:pt idx="4887">
                  <c:v>1570.2</c:v>
                </c:pt>
                <c:pt idx="4888">
                  <c:v>1580.4</c:v>
                </c:pt>
                <c:pt idx="4889">
                  <c:v>1597.55</c:v>
                </c:pt>
                <c:pt idx="4890">
                  <c:v>1599.45</c:v>
                </c:pt>
                <c:pt idx="4891">
                  <c:v>1603.15</c:v>
                </c:pt>
                <c:pt idx="4892">
                  <c:v>1615.25</c:v>
                </c:pt>
                <c:pt idx="4893">
                  <c:v>1616.2</c:v>
                </c:pt>
                <c:pt idx="4894">
                  <c:v>1576.75</c:v>
                </c:pt>
                <c:pt idx="4895">
                  <c:v>1535.15</c:v>
                </c:pt>
                <c:pt idx="4896">
                  <c:v>1519.75</c:v>
                </c:pt>
                <c:pt idx="4897">
                  <c:v>1532.4</c:v>
                </c:pt>
                <c:pt idx="4898">
                  <c:v>1540.6</c:v>
                </c:pt>
                <c:pt idx="4899">
                  <c:v>1561.45</c:v>
                </c:pt>
                <c:pt idx="4900">
                  <c:v>1540.3</c:v>
                </c:pt>
                <c:pt idx="4901">
                  <c:v>1548.2</c:v>
                </c:pt>
                <c:pt idx="4902">
                  <c:v>1521.3</c:v>
                </c:pt>
                <c:pt idx="4903">
                  <c:v>1530.9</c:v>
                </c:pt>
                <c:pt idx="4904">
                  <c:v>1547.75</c:v>
                </c:pt>
                <c:pt idx="4905">
                  <c:v>1553.9</c:v>
                </c:pt>
                <c:pt idx="4906">
                  <c:v>1671</c:v>
                </c:pt>
                <c:pt idx="4907">
                  <c:v>1802.75</c:v>
                </c:pt>
                <c:pt idx="4908">
                  <c:v>1765.9</c:v>
                </c:pt>
                <c:pt idx="4909">
                  <c:v>1751.8</c:v>
                </c:pt>
                <c:pt idx="4910">
                  <c:v>1770.95</c:v>
                </c:pt>
                <c:pt idx="4911">
                  <c:v>1776.3</c:v>
                </c:pt>
                <c:pt idx="4912">
                  <c:v>1762.15</c:v>
                </c:pt>
                <c:pt idx="4913">
                  <c:v>1766.1</c:v>
                </c:pt>
                <c:pt idx="4914">
                  <c:v>1748.95</c:v>
                </c:pt>
                <c:pt idx="4915">
                  <c:v>1724.4</c:v>
                </c:pt>
                <c:pt idx="4916">
                  <c:v>1725.15</c:v>
                </c:pt>
                <c:pt idx="4917">
                  <c:v>1773.45</c:v>
                </c:pt>
                <c:pt idx="4918">
                  <c:v>1778.6</c:v>
                </c:pt>
                <c:pt idx="4919">
                  <c:v>1790.25</c:v>
                </c:pt>
                <c:pt idx="4920">
                  <c:v>1798.7</c:v>
                </c:pt>
                <c:pt idx="4921">
                  <c:v>1803.1</c:v>
                </c:pt>
                <c:pt idx="4922">
                  <c:v>1765.7</c:v>
                </c:pt>
                <c:pt idx="4923">
                  <c:v>1812.3</c:v>
                </c:pt>
                <c:pt idx="4924">
                  <c:v>1816.75</c:v>
                </c:pt>
                <c:pt idx="4925">
                  <c:v>1780.2</c:v>
                </c:pt>
                <c:pt idx="4926">
                  <c:v>1767.4</c:v>
                </c:pt>
                <c:pt idx="4927">
                  <c:v>1790.5</c:v>
                </c:pt>
                <c:pt idx="4928">
                  <c:v>1796.3</c:v>
                </c:pt>
                <c:pt idx="4929">
                  <c:v>1792.6</c:v>
                </c:pt>
                <c:pt idx="4930">
                  <c:v>1814.25</c:v>
                </c:pt>
                <c:pt idx="4931">
                  <c:v>1821.3</c:v>
                </c:pt>
                <c:pt idx="4932">
                  <c:v>1809.6</c:v>
                </c:pt>
                <c:pt idx="4933">
                  <c:v>1766.35</c:v>
                </c:pt>
                <c:pt idx="4934">
                  <c:v>1785.9</c:v>
                </c:pt>
                <c:pt idx="4935">
                  <c:v>1793.85</c:v>
                </c:pt>
                <c:pt idx="4936">
                  <c:v>1797.6</c:v>
                </c:pt>
                <c:pt idx="4937">
                  <c:v>1826.95</c:v>
                </c:pt>
                <c:pt idx="4938">
                  <c:v>1794.85</c:v>
                </c:pt>
                <c:pt idx="4939">
                  <c:v>1773.95</c:v>
                </c:pt>
                <c:pt idx="4940">
                  <c:v>1770.45</c:v>
                </c:pt>
                <c:pt idx="4941">
                  <c:v>1771.85</c:v>
                </c:pt>
                <c:pt idx="4942">
                  <c:v>1760.7</c:v>
                </c:pt>
                <c:pt idx="4943">
                  <c:v>1739</c:v>
                </c:pt>
                <c:pt idx="4944">
                  <c:v>1721.35</c:v>
                </c:pt>
                <c:pt idx="4945">
                  <c:v>1723.5</c:v>
                </c:pt>
                <c:pt idx="4946">
                  <c:v>1720.35</c:v>
                </c:pt>
                <c:pt idx="4947">
                  <c:v>1682.75</c:v>
                </c:pt>
                <c:pt idx="4948">
                  <c:v>1710.7</c:v>
                </c:pt>
                <c:pt idx="4949">
                  <c:v>1710.3</c:v>
                </c:pt>
                <c:pt idx="4950">
                  <c:v>1715.35</c:v>
                </c:pt>
                <c:pt idx="4951">
                  <c:v>1714.6</c:v>
                </c:pt>
                <c:pt idx="4952">
                  <c:v>1706.15</c:v>
                </c:pt>
                <c:pt idx="4953">
                  <c:v>1738.25</c:v>
                </c:pt>
                <c:pt idx="4954">
                  <c:v>1736.45</c:v>
                </c:pt>
                <c:pt idx="4955">
                  <c:v>1720.3</c:v>
                </c:pt>
                <c:pt idx="4956">
                  <c:v>1715.85</c:v>
                </c:pt>
                <c:pt idx="4957">
                  <c:v>1716.65</c:v>
                </c:pt>
                <c:pt idx="4958">
                  <c:v>1726.35</c:v>
                </c:pt>
                <c:pt idx="4959">
                  <c:v>1713.15</c:v>
                </c:pt>
                <c:pt idx="4960">
                  <c:v>1738.2</c:v>
                </c:pt>
                <c:pt idx="4961">
                  <c:v>1750.65</c:v>
                </c:pt>
                <c:pt idx="4962">
                  <c:v>1743.95</c:v>
                </c:pt>
                <c:pt idx="4963">
                  <c:v>1731.45</c:v>
                </c:pt>
                <c:pt idx="4964">
                  <c:v>1745.4</c:v>
                </c:pt>
                <c:pt idx="4965">
                  <c:v>1778.45</c:v>
                </c:pt>
                <c:pt idx="4966">
                  <c:v>1803.1</c:v>
                </c:pt>
                <c:pt idx="4967">
                  <c:v>1799.25</c:v>
                </c:pt>
                <c:pt idx="4968">
                  <c:v>1807.55</c:v>
                </c:pt>
                <c:pt idx="4969">
                  <c:v>1803.45</c:v>
                </c:pt>
                <c:pt idx="4970">
                  <c:v>1809.6</c:v>
                </c:pt>
                <c:pt idx="4971">
                  <c:v>1812.25</c:v>
                </c:pt>
                <c:pt idx="4972">
                  <c:v>1802.3</c:v>
                </c:pt>
                <c:pt idx="4973">
                  <c:v>1784.95</c:v>
                </c:pt>
                <c:pt idx="4974">
                  <c:v>1793.2</c:v>
                </c:pt>
                <c:pt idx="4975">
                  <c:v>1790.65</c:v>
                </c:pt>
                <c:pt idx="4976">
                  <c:v>1751.4</c:v>
                </c:pt>
                <c:pt idx="4977">
                  <c:v>1707.15</c:v>
                </c:pt>
                <c:pt idx="4978">
                  <c:v>1724.4</c:v>
                </c:pt>
                <c:pt idx="4979">
                  <c:v>1728.8</c:v>
                </c:pt>
                <c:pt idx="4980">
                  <c:v>1772.55</c:v>
                </c:pt>
                <c:pt idx="4981">
                  <c:v>1792.55</c:v>
                </c:pt>
                <c:pt idx="4982">
                  <c:v>1804.9</c:v>
                </c:pt>
                <c:pt idx="4983">
                  <c:v>1819.15</c:v>
                </c:pt>
                <c:pt idx="4984">
                  <c:v>1842.25</c:v>
                </c:pt>
                <c:pt idx="4985">
                  <c:v>1835.15</c:v>
                </c:pt>
                <c:pt idx="4986">
                  <c:v>1830.05</c:v>
                </c:pt>
                <c:pt idx="4987">
                  <c:v>1848.75</c:v>
                </c:pt>
                <c:pt idx="4988">
                  <c:v>1810.75</c:v>
                </c:pt>
                <c:pt idx="4989">
                  <c:v>1779.25</c:v>
                </c:pt>
                <c:pt idx="4990">
                  <c:v>1776.1</c:v>
                </c:pt>
                <c:pt idx="4991">
                  <c:v>1786.8</c:v>
                </c:pt>
                <c:pt idx="4992">
                  <c:v>1788.35</c:v>
                </c:pt>
                <c:pt idx="4993">
                  <c:v>1779.1</c:v>
                </c:pt>
                <c:pt idx="4994">
                  <c:v>1796.95</c:v>
                </c:pt>
                <c:pt idx="4995">
                  <c:v>1805</c:v>
                </c:pt>
                <c:pt idx="4996">
                  <c:v>1795.65</c:v>
                </c:pt>
                <c:pt idx="4997">
                  <c:v>1755.35</c:v>
                </c:pt>
                <c:pt idx="4998">
                  <c:v>1867.65</c:v>
                </c:pt>
                <c:pt idx="4999">
                  <c:v>1891.3</c:v>
                </c:pt>
                <c:pt idx="5000">
                  <c:v>1873.5</c:v>
                </c:pt>
                <c:pt idx="5001">
                  <c:v>1856.8</c:v>
                </c:pt>
                <c:pt idx="5002">
                  <c:v>1858.7</c:v>
                </c:pt>
                <c:pt idx="5003">
                  <c:v>1869.5</c:v>
                </c:pt>
                <c:pt idx="5004">
                  <c:v>1878.1</c:v>
                </c:pt>
                <c:pt idx="5005">
                  <c:v>1893.7</c:v>
                </c:pt>
                <c:pt idx="5006">
                  <c:v>1874.05</c:v>
                </c:pt>
                <c:pt idx="5007">
                  <c:v>1877.05</c:v>
                </c:pt>
                <c:pt idx="5008">
                  <c:v>1881.4</c:v>
                </c:pt>
                <c:pt idx="5009">
                  <c:v>1863.65</c:v>
                </c:pt>
                <c:pt idx="5010">
                  <c:v>1884.9</c:v>
                </c:pt>
                <c:pt idx="5011">
                  <c:v>1842.25</c:v>
                </c:pt>
                <c:pt idx="5012">
                  <c:v>1818.95</c:v>
                </c:pt>
                <c:pt idx="5013">
                  <c:v>1826.1</c:v>
                </c:pt>
                <c:pt idx="5014">
                  <c:v>1826.65</c:v>
                </c:pt>
                <c:pt idx="5015">
                  <c:v>1843.8</c:v>
                </c:pt>
                <c:pt idx="5016">
                  <c:v>1797.95</c:v>
                </c:pt>
                <c:pt idx="5017">
                  <c:v>1786.8</c:v>
                </c:pt>
                <c:pt idx="5018">
                  <c:v>1800.55</c:v>
                </c:pt>
                <c:pt idx="5019">
                  <c:v>1847.95</c:v>
                </c:pt>
                <c:pt idx="5020">
                  <c:v>1874.45</c:v>
                </c:pt>
                <c:pt idx="5021">
                  <c:v>1877.45</c:v>
                </c:pt>
                <c:pt idx="5022">
                  <c:v>1867.15</c:v>
                </c:pt>
                <c:pt idx="5023">
                  <c:v>1882.85</c:v>
                </c:pt>
                <c:pt idx="5024">
                  <c:v>1843.35</c:v>
                </c:pt>
                <c:pt idx="5025">
                  <c:v>1797.7</c:v>
                </c:pt>
                <c:pt idx="5026">
                  <c:v>1683.4</c:v>
                </c:pt>
                <c:pt idx="5027">
                  <c:v>1731.6</c:v>
                </c:pt>
                <c:pt idx="5028">
                  <c:v>1618.2</c:v>
                </c:pt>
                <c:pt idx="5029">
                  <c:v>1601.2</c:v>
                </c:pt>
                <c:pt idx="5030">
                  <c:v>1742.95</c:v>
                </c:pt>
                <c:pt idx="5031">
                  <c:v>1498.45</c:v>
                </c:pt>
                <c:pt idx="5032">
                  <c:v>1524.85</c:v>
                </c:pt>
                <c:pt idx="5033">
                  <c:v>1593.15</c:v>
                </c:pt>
                <c:pt idx="5034">
                  <c:v>1616.95</c:v>
                </c:pt>
                <c:pt idx="5035">
                  <c:v>1604.15</c:v>
                </c:pt>
                <c:pt idx="5036">
                  <c:v>1594.95</c:v>
                </c:pt>
                <c:pt idx="5037">
                  <c:v>1666.5</c:v>
                </c:pt>
                <c:pt idx="5038">
                  <c:v>1603.2</c:v>
                </c:pt>
                <c:pt idx="5039">
                  <c:v>1520.9</c:v>
                </c:pt>
                <c:pt idx="5040">
                  <c:v>1623.8</c:v>
                </c:pt>
                <c:pt idx="5041">
                  <c:v>1608.95</c:v>
                </c:pt>
                <c:pt idx="5042">
                  <c:v>1651.35</c:v>
                </c:pt>
                <c:pt idx="5043">
                  <c:v>1680.85</c:v>
                </c:pt>
                <c:pt idx="5044">
                  <c:v>1718.2</c:v>
                </c:pt>
                <c:pt idx="5045">
                  <c:v>1743.1</c:v>
                </c:pt>
                <c:pt idx="5046">
                  <c:v>1756.25</c:v>
                </c:pt>
                <c:pt idx="5047">
                  <c:v>1730.45</c:v>
                </c:pt>
                <c:pt idx="5048">
                  <c:v>1726</c:v>
                </c:pt>
                <c:pt idx="5049">
                  <c:v>1813</c:v>
                </c:pt>
                <c:pt idx="5050">
                  <c:v>1821.65</c:v>
                </c:pt>
                <c:pt idx="5051">
                  <c:v>1827.55</c:v>
                </c:pt>
                <c:pt idx="5052">
                  <c:v>1851.35</c:v>
                </c:pt>
                <c:pt idx="5053">
                  <c:v>1824.4</c:v>
                </c:pt>
                <c:pt idx="5054">
                  <c:v>1767.5</c:v>
                </c:pt>
                <c:pt idx="5055">
                  <c:v>1758.7</c:v>
                </c:pt>
                <c:pt idx="5056">
                  <c:v>1676.8</c:v>
                </c:pt>
                <c:pt idx="5057">
                  <c:v>1619.15</c:v>
                </c:pt>
                <c:pt idx="5058">
                  <c:v>1610.65</c:v>
                </c:pt>
                <c:pt idx="5059">
                  <c:v>1594.3</c:v>
                </c:pt>
                <c:pt idx="5060">
                  <c:v>1578.4</c:v>
                </c:pt>
                <c:pt idx="5061">
                  <c:v>1569.6</c:v>
                </c:pt>
                <c:pt idx="5062">
                  <c:v>1523.35</c:v>
                </c:pt>
                <c:pt idx="5063">
                  <c:v>1563.3</c:v>
                </c:pt>
                <c:pt idx="5064">
                  <c:v>1522.4</c:v>
                </c:pt>
                <c:pt idx="5065">
                  <c:v>1552.95</c:v>
                </c:pt>
                <c:pt idx="5066">
                  <c:v>1501.1</c:v>
                </c:pt>
                <c:pt idx="5067">
                  <c:v>1503.95</c:v>
                </c:pt>
                <c:pt idx="5068">
                  <c:v>1500.05</c:v>
                </c:pt>
                <c:pt idx="5069">
                  <c:v>1574.3</c:v>
                </c:pt>
                <c:pt idx="5070">
                  <c:v>1617.9</c:v>
                </c:pt>
                <c:pt idx="5071">
                  <c:v>1629.85</c:v>
                </c:pt>
                <c:pt idx="5072">
                  <c:v>1619.45</c:v>
                </c:pt>
                <c:pt idx="5073">
                  <c:v>1643.6</c:v>
                </c:pt>
                <c:pt idx="5074">
                  <c:v>1683.1</c:v>
                </c:pt>
                <c:pt idx="5075">
                  <c:v>1693.25</c:v>
                </c:pt>
                <c:pt idx="5076">
                  <c:v>1709.3</c:v>
                </c:pt>
                <c:pt idx="5077">
                  <c:v>1716.55</c:v>
                </c:pt>
                <c:pt idx="5078">
                  <c:v>1633.75</c:v>
                </c:pt>
                <c:pt idx="5079">
                  <c:v>1638.55</c:v>
                </c:pt>
                <c:pt idx="5080">
                  <c:v>1634.25</c:v>
                </c:pt>
                <c:pt idx="5081">
                  <c:v>1642.05</c:v>
                </c:pt>
                <c:pt idx="5082">
                  <c:v>1635.95</c:v>
                </c:pt>
                <c:pt idx="5083">
                  <c:v>1610.6</c:v>
                </c:pt>
                <c:pt idx="5084">
                  <c:v>1637.35</c:v>
                </c:pt>
                <c:pt idx="5085">
                  <c:v>1618.2</c:v>
                </c:pt>
                <c:pt idx="5086">
                  <c:v>1621.7</c:v>
                </c:pt>
                <c:pt idx="5087">
                  <c:v>1595.4</c:v>
                </c:pt>
                <c:pt idx="5088">
                  <c:v>1597.8</c:v>
                </c:pt>
                <c:pt idx="5089">
                  <c:v>1622.5</c:v>
                </c:pt>
                <c:pt idx="5090">
                  <c:v>1652.15</c:v>
                </c:pt>
                <c:pt idx="5091">
                  <c:v>1683.9</c:v>
                </c:pt>
                <c:pt idx="5092">
                  <c:v>1747.25</c:v>
                </c:pt>
                <c:pt idx="5093">
                  <c:v>1689</c:v>
                </c:pt>
                <c:pt idx="5094">
                  <c:v>1686.75</c:v>
                </c:pt>
                <c:pt idx="5095">
                  <c:v>1691.95</c:v>
                </c:pt>
                <c:pt idx="5096">
                  <c:v>1687.45</c:v>
                </c:pt>
                <c:pt idx="5097">
                  <c:v>1688</c:v>
                </c:pt>
                <c:pt idx="5098">
                  <c:v>1686.45</c:v>
                </c:pt>
                <c:pt idx="5099">
                  <c:v>1695.65</c:v>
                </c:pt>
                <c:pt idx="5100">
                  <c:v>1708.85</c:v>
                </c:pt>
                <c:pt idx="5101">
                  <c:v>1745.75</c:v>
                </c:pt>
                <c:pt idx="5102">
                  <c:v>1686.25</c:v>
                </c:pt>
                <c:pt idx="5103">
                  <c:v>1717.25</c:v>
                </c:pt>
                <c:pt idx="5104">
                  <c:v>1703.5</c:v>
                </c:pt>
                <c:pt idx="5105">
                  <c:v>1705.65</c:v>
                </c:pt>
                <c:pt idx="5106">
                  <c:v>1688.4</c:v>
                </c:pt>
                <c:pt idx="5107">
                  <c:v>1671.65</c:v>
                </c:pt>
                <c:pt idx="5108">
                  <c:v>1693.2</c:v>
                </c:pt>
                <c:pt idx="5109">
                  <c:v>1717.9</c:v>
                </c:pt>
                <c:pt idx="5110">
                  <c:v>1751.6</c:v>
                </c:pt>
                <c:pt idx="5111">
                  <c:v>1724.25</c:v>
                </c:pt>
                <c:pt idx="5112">
                  <c:v>1695.75</c:v>
                </c:pt>
                <c:pt idx="5113">
                  <c:v>1727.8</c:v>
                </c:pt>
                <c:pt idx="5114">
                  <c:v>1712.05</c:v>
                </c:pt>
                <c:pt idx="5115">
                  <c:v>1778.15</c:v>
                </c:pt>
                <c:pt idx="5116">
                  <c:v>1759.65</c:v>
                </c:pt>
                <c:pt idx="5117">
                  <c:v>1740.15</c:v>
                </c:pt>
                <c:pt idx="5118">
                  <c:v>1743.35</c:v>
                </c:pt>
                <c:pt idx="5119">
                  <c:v>1715.5</c:v>
                </c:pt>
                <c:pt idx="5120">
                  <c:v>1705.5</c:v>
                </c:pt>
                <c:pt idx="5121">
                  <c:v>1713.95</c:v>
                </c:pt>
                <c:pt idx="5122">
                  <c:v>1716.3</c:v>
                </c:pt>
                <c:pt idx="5123">
                  <c:v>1727.55</c:v>
                </c:pt>
                <c:pt idx="5124">
                  <c:v>1806.25</c:v>
                </c:pt>
                <c:pt idx="5125">
                  <c:v>1782.35</c:v>
                </c:pt>
                <c:pt idx="5126">
                  <c:v>1789.55</c:v>
                </c:pt>
                <c:pt idx="5127">
                  <c:v>1797.25</c:v>
                </c:pt>
                <c:pt idx="5128">
                  <c:v>1802.55</c:v>
                </c:pt>
                <c:pt idx="5129">
                  <c:v>1802.55</c:v>
                </c:pt>
                <c:pt idx="5130">
                  <c:v>1836.7</c:v>
                </c:pt>
                <c:pt idx="5131">
                  <c:v>1874.1</c:v>
                </c:pt>
                <c:pt idx="5132">
                  <c:v>1885.7</c:v>
                </c:pt>
                <c:pt idx="5133">
                  <c:v>1874.9</c:v>
                </c:pt>
                <c:pt idx="5134">
                  <c:v>1958</c:v>
                </c:pt>
                <c:pt idx="5135">
                  <c:v>1962.15</c:v>
                </c:pt>
                <c:pt idx="5136">
                  <c:v>2000.6</c:v>
                </c:pt>
                <c:pt idx="5137">
                  <c:v>1971.4</c:v>
                </c:pt>
                <c:pt idx="5138">
                  <c:v>1982.5</c:v>
                </c:pt>
                <c:pt idx="5139">
                  <c:v>1958.1</c:v>
                </c:pt>
                <c:pt idx="5140">
                  <c:v>1899.1</c:v>
                </c:pt>
                <c:pt idx="5141">
                  <c:v>1979.3</c:v>
                </c:pt>
                <c:pt idx="5142">
                  <c:v>1943.95</c:v>
                </c:pt>
                <c:pt idx="5143">
                  <c:v>1978</c:v>
                </c:pt>
                <c:pt idx="5144">
                  <c:v>1956.35</c:v>
                </c:pt>
                <c:pt idx="5145">
                  <c:v>1982.1</c:v>
                </c:pt>
                <c:pt idx="5146">
                  <c:v>1960.35</c:v>
                </c:pt>
                <c:pt idx="5147">
                  <c:v>1979.05</c:v>
                </c:pt>
                <c:pt idx="5148">
                  <c:v>2056.5500000000002</c:v>
                </c:pt>
                <c:pt idx="5149">
                  <c:v>2035.95</c:v>
                </c:pt>
                <c:pt idx="5150">
                  <c:v>2031.2</c:v>
                </c:pt>
                <c:pt idx="5151">
                  <c:v>2017.55</c:v>
                </c:pt>
                <c:pt idx="5152">
                  <c:v>2012.1</c:v>
                </c:pt>
                <c:pt idx="5153">
                  <c:v>2007.95</c:v>
                </c:pt>
                <c:pt idx="5154">
                  <c:v>2028.4</c:v>
                </c:pt>
                <c:pt idx="5155">
                  <c:v>1972.55</c:v>
                </c:pt>
                <c:pt idx="5156">
                  <c:v>1937.5</c:v>
                </c:pt>
                <c:pt idx="5157">
                  <c:v>1946.55</c:v>
                </c:pt>
                <c:pt idx="5158">
                  <c:v>1918.35</c:v>
                </c:pt>
                <c:pt idx="5159">
                  <c:v>1925.6</c:v>
                </c:pt>
                <c:pt idx="5160">
                  <c:v>1945.6</c:v>
                </c:pt>
                <c:pt idx="5161">
                  <c:v>1959.95</c:v>
                </c:pt>
                <c:pt idx="5162">
                  <c:v>1986.4</c:v>
                </c:pt>
                <c:pt idx="5163">
                  <c:v>2040.45</c:v>
                </c:pt>
                <c:pt idx="5164">
                  <c:v>2028</c:v>
                </c:pt>
                <c:pt idx="5165">
                  <c:v>2090</c:v>
                </c:pt>
                <c:pt idx="5166">
                  <c:v>2105</c:v>
                </c:pt>
                <c:pt idx="5167">
                  <c:v>2088.65</c:v>
                </c:pt>
                <c:pt idx="5168">
                  <c:v>2050.6</c:v>
                </c:pt>
                <c:pt idx="5169">
                  <c:v>2077.85</c:v>
                </c:pt>
                <c:pt idx="5170">
                  <c:v>2064.65</c:v>
                </c:pt>
                <c:pt idx="5171">
                  <c:v>2071.35</c:v>
                </c:pt>
                <c:pt idx="5172">
                  <c:v>2090.4499999999998</c:v>
                </c:pt>
                <c:pt idx="5173">
                  <c:v>2061.1999999999998</c:v>
                </c:pt>
                <c:pt idx="5174">
                  <c:v>2070.1</c:v>
                </c:pt>
                <c:pt idx="5175">
                  <c:v>2118.5</c:v>
                </c:pt>
                <c:pt idx="5176">
                  <c:v>2114.3000000000002</c:v>
                </c:pt>
                <c:pt idx="5177">
                  <c:v>2099.9</c:v>
                </c:pt>
                <c:pt idx="5178">
                  <c:v>2120.25</c:v>
                </c:pt>
                <c:pt idx="5179">
                  <c:v>2080.4499999999998</c:v>
                </c:pt>
                <c:pt idx="5180">
                  <c:v>2197.8000000000002</c:v>
                </c:pt>
                <c:pt idx="5181">
                  <c:v>2159.5500000000002</c:v>
                </c:pt>
                <c:pt idx="5182">
                  <c:v>2225.4499999999998</c:v>
                </c:pt>
                <c:pt idx="5183">
                  <c:v>2211.5</c:v>
                </c:pt>
                <c:pt idx="5184">
                  <c:v>2172.85</c:v>
                </c:pt>
                <c:pt idx="5185">
                  <c:v>2154.65</c:v>
                </c:pt>
                <c:pt idx="5186">
                  <c:v>2169.4499999999998</c:v>
                </c:pt>
                <c:pt idx="5187">
                  <c:v>2238.3000000000002</c:v>
                </c:pt>
                <c:pt idx="5188">
                  <c:v>2209.0500000000002</c:v>
                </c:pt>
                <c:pt idx="5189">
                  <c:v>2225.1999999999998</c:v>
                </c:pt>
                <c:pt idx="5190">
                  <c:v>2199.75</c:v>
                </c:pt>
                <c:pt idx="5191">
                  <c:v>2181.6999999999998</c:v>
                </c:pt>
                <c:pt idx="5192">
                  <c:v>2171.8000000000002</c:v>
                </c:pt>
                <c:pt idx="5193">
                  <c:v>2179.9499999999998</c:v>
                </c:pt>
                <c:pt idx="5194">
                  <c:v>2184.6</c:v>
                </c:pt>
                <c:pt idx="5195">
                  <c:v>2187.65</c:v>
                </c:pt>
                <c:pt idx="5196">
                  <c:v>2195.75</c:v>
                </c:pt>
                <c:pt idx="5197">
                  <c:v>2161.6999999999998</c:v>
                </c:pt>
                <c:pt idx="5198">
                  <c:v>2166.5500000000002</c:v>
                </c:pt>
                <c:pt idx="5199">
                  <c:v>2186.25</c:v>
                </c:pt>
                <c:pt idx="5200">
                  <c:v>2207.9</c:v>
                </c:pt>
                <c:pt idx="5201">
                  <c:v>2154.3000000000002</c:v>
                </c:pt>
                <c:pt idx="5202">
                  <c:v>2155.3000000000002</c:v>
                </c:pt>
                <c:pt idx="5203">
                  <c:v>2215.3000000000002</c:v>
                </c:pt>
                <c:pt idx="5204">
                  <c:v>2230.0500000000002</c:v>
                </c:pt>
                <c:pt idx="5205">
                  <c:v>2315.85</c:v>
                </c:pt>
                <c:pt idx="5206">
                  <c:v>2411.4</c:v>
                </c:pt>
                <c:pt idx="5207">
                  <c:v>2438.75</c:v>
                </c:pt>
                <c:pt idx="5208">
                  <c:v>2472.5500000000002</c:v>
                </c:pt>
                <c:pt idx="5209">
                  <c:v>2438.9</c:v>
                </c:pt>
                <c:pt idx="5210">
                  <c:v>2522.3000000000002</c:v>
                </c:pt>
                <c:pt idx="5211">
                  <c:v>2526.0500000000002</c:v>
                </c:pt>
                <c:pt idx="5212">
                  <c:v>2520.9499999999998</c:v>
                </c:pt>
                <c:pt idx="5213">
                  <c:v>2548.15</c:v>
                </c:pt>
                <c:pt idx="5214">
                  <c:v>2527.4499999999998</c:v>
                </c:pt>
                <c:pt idx="5215">
                  <c:v>2582.4499999999998</c:v>
                </c:pt>
                <c:pt idx="5216">
                  <c:v>2575.0500000000002</c:v>
                </c:pt>
                <c:pt idx="5217">
                  <c:v>2601.5</c:v>
                </c:pt>
                <c:pt idx="5218">
                  <c:v>2554.65</c:v>
                </c:pt>
                <c:pt idx="5219">
                  <c:v>2600.8000000000002</c:v>
                </c:pt>
                <c:pt idx="5220">
                  <c:v>2642.55</c:v>
                </c:pt>
                <c:pt idx="5221">
                  <c:v>2648.25</c:v>
                </c:pt>
                <c:pt idx="5222">
                  <c:v>2683.9</c:v>
                </c:pt>
                <c:pt idx="5223">
                  <c:v>2696.8</c:v>
                </c:pt>
                <c:pt idx="5224">
                  <c:v>2734.4</c:v>
                </c:pt>
                <c:pt idx="5225">
                  <c:v>2764.5</c:v>
                </c:pt>
                <c:pt idx="5226">
                  <c:v>2775.55</c:v>
                </c:pt>
                <c:pt idx="5227">
                  <c:v>2753.7</c:v>
                </c:pt>
                <c:pt idx="5228">
                  <c:v>2793.85</c:v>
                </c:pt>
                <c:pt idx="5229">
                  <c:v>2805.35</c:v>
                </c:pt>
                <c:pt idx="5230">
                  <c:v>2792.25</c:v>
                </c:pt>
                <c:pt idx="5231">
                  <c:v>2844.7</c:v>
                </c:pt>
                <c:pt idx="5232">
                  <c:v>2849.3</c:v>
                </c:pt>
                <c:pt idx="5233">
                  <c:v>2720.55</c:v>
                </c:pt>
                <c:pt idx="5234">
                  <c:v>2703.7</c:v>
                </c:pt>
                <c:pt idx="5235">
                  <c:v>2663.9</c:v>
                </c:pt>
                <c:pt idx="5236">
                  <c:v>2590.9</c:v>
                </c:pt>
                <c:pt idx="5237">
                  <c:v>2588.1999999999998</c:v>
                </c:pt>
                <c:pt idx="5238">
                  <c:v>2645.05</c:v>
                </c:pt>
                <c:pt idx="5239">
                  <c:v>2697.25</c:v>
                </c:pt>
                <c:pt idx="5240">
                  <c:v>2716.35</c:v>
                </c:pt>
                <c:pt idx="5241">
                  <c:v>2596.65</c:v>
                </c:pt>
                <c:pt idx="5242">
                  <c:v>2513.9499999999998</c:v>
                </c:pt>
                <c:pt idx="5243">
                  <c:v>2436.6</c:v>
                </c:pt>
                <c:pt idx="5244">
                  <c:v>2441.6999999999998</c:v>
                </c:pt>
                <c:pt idx="5245">
                  <c:v>2407.35</c:v>
                </c:pt>
                <c:pt idx="5246">
                  <c:v>2447.8000000000002</c:v>
                </c:pt>
                <c:pt idx="5247">
                  <c:v>2463.65</c:v>
                </c:pt>
                <c:pt idx="5248">
                  <c:v>2453.65</c:v>
                </c:pt>
                <c:pt idx="5249">
                  <c:v>2401.8000000000002</c:v>
                </c:pt>
                <c:pt idx="5250">
                  <c:v>2376.75</c:v>
                </c:pt>
                <c:pt idx="5251">
                  <c:v>2416.85</c:v>
                </c:pt>
                <c:pt idx="5252">
                  <c:v>2506.85</c:v>
                </c:pt>
                <c:pt idx="5253">
                  <c:v>2510.6</c:v>
                </c:pt>
                <c:pt idx="5254">
                  <c:v>2505.5</c:v>
                </c:pt>
                <c:pt idx="5255">
                  <c:v>2486.1</c:v>
                </c:pt>
                <c:pt idx="5256">
                  <c:v>2456.75</c:v>
                </c:pt>
                <c:pt idx="5257">
                  <c:v>2450.25</c:v>
                </c:pt>
                <c:pt idx="5258">
                  <c:v>2388.15</c:v>
                </c:pt>
                <c:pt idx="5259">
                  <c:v>2470.75</c:v>
                </c:pt>
                <c:pt idx="5260">
                  <c:v>2416.4499999999998</c:v>
                </c:pt>
                <c:pt idx="5261">
                  <c:v>2387.0500000000002</c:v>
                </c:pt>
                <c:pt idx="5262">
                  <c:v>2372.1999999999998</c:v>
                </c:pt>
                <c:pt idx="5263">
                  <c:v>2361.35</c:v>
                </c:pt>
                <c:pt idx="5264">
                  <c:v>2373.75</c:v>
                </c:pt>
                <c:pt idx="5265">
                  <c:v>2277.1999999999998</c:v>
                </c:pt>
                <c:pt idx="5266">
                  <c:v>2362.3000000000002</c:v>
                </c:pt>
                <c:pt idx="5267">
                  <c:v>2390.4</c:v>
                </c:pt>
                <c:pt idx="5268">
                  <c:v>2402.1</c:v>
                </c:pt>
                <c:pt idx="5269">
                  <c:v>2417.1</c:v>
                </c:pt>
                <c:pt idx="5270">
                  <c:v>2387.1</c:v>
                </c:pt>
                <c:pt idx="5271">
                  <c:v>2382.6999999999998</c:v>
                </c:pt>
                <c:pt idx="5272">
                  <c:v>2422.6999999999998</c:v>
                </c:pt>
                <c:pt idx="5273">
                  <c:v>2431.9499999999998</c:v>
                </c:pt>
                <c:pt idx="5274">
                  <c:v>2401.35</c:v>
                </c:pt>
                <c:pt idx="5275">
                  <c:v>2355</c:v>
                </c:pt>
                <c:pt idx="5276">
                  <c:v>2468.6</c:v>
                </c:pt>
                <c:pt idx="5277">
                  <c:v>2422.9499999999998</c:v>
                </c:pt>
                <c:pt idx="5278">
                  <c:v>2404.5500000000002</c:v>
                </c:pt>
                <c:pt idx="5279">
                  <c:v>2411.25</c:v>
                </c:pt>
                <c:pt idx="5280">
                  <c:v>2425.6999999999998</c:v>
                </c:pt>
                <c:pt idx="5281">
                  <c:v>2410.3000000000002</c:v>
                </c:pt>
                <c:pt idx="5282">
                  <c:v>2443.5500000000002</c:v>
                </c:pt>
                <c:pt idx="5283">
                  <c:v>2402.1999999999998</c:v>
                </c:pt>
                <c:pt idx="5284">
                  <c:v>2505.15</c:v>
                </c:pt>
                <c:pt idx="5285">
                  <c:v>2578.0500000000002</c:v>
                </c:pt>
                <c:pt idx="5286">
                  <c:v>2537.4</c:v>
                </c:pt>
                <c:pt idx="5287">
                  <c:v>2551.75</c:v>
                </c:pt>
                <c:pt idx="5288">
                  <c:v>2510.65</c:v>
                </c:pt>
                <c:pt idx="5289">
                  <c:v>2611.6</c:v>
                </c:pt>
                <c:pt idx="5290">
                  <c:v>2628.6</c:v>
                </c:pt>
                <c:pt idx="5291">
                  <c:v>2650.65</c:v>
                </c:pt>
                <c:pt idx="5292">
                  <c:v>2630.8</c:v>
                </c:pt>
                <c:pt idx="5293">
                  <c:v>2602.1999999999998</c:v>
                </c:pt>
                <c:pt idx="5294">
                  <c:v>2570.6999999999998</c:v>
                </c:pt>
                <c:pt idx="5295">
                  <c:v>2587.6999999999998</c:v>
                </c:pt>
                <c:pt idx="5296">
                  <c:v>2663.7</c:v>
                </c:pt>
                <c:pt idx="5297">
                  <c:v>2571.9</c:v>
                </c:pt>
                <c:pt idx="5298">
                  <c:v>2553.65</c:v>
                </c:pt>
                <c:pt idx="5299">
                  <c:v>2511.25</c:v>
                </c:pt>
                <c:pt idx="5300">
                  <c:v>2517.9499999999998</c:v>
                </c:pt>
                <c:pt idx="5301">
                  <c:v>2557.9</c:v>
                </c:pt>
                <c:pt idx="5302">
                  <c:v>2574.35</c:v>
                </c:pt>
                <c:pt idx="5303">
                  <c:v>2614.5500000000002</c:v>
                </c:pt>
                <c:pt idx="5304">
                  <c:v>2613.4499999999998</c:v>
                </c:pt>
                <c:pt idx="5305">
                  <c:v>2536.4</c:v>
                </c:pt>
              </c:numCache>
            </c:numRef>
          </c:val>
          <c:smooth val="0"/>
          <c:extLst>
            <c:ext xmlns:c16="http://schemas.microsoft.com/office/drawing/2014/chart" uri="{C3380CC4-5D6E-409C-BE32-E72D297353CC}">
              <c16:uniqueId val="{00000000-DECE-45E5-9BD4-524E1216398A}"/>
            </c:ext>
          </c:extLst>
        </c:ser>
        <c:ser>
          <c:idx val="1"/>
          <c:order val="1"/>
          <c:tx>
            <c:strRef>
              <c:f>CONSUMERPIVOT!$C$1:$C$2</c:f>
              <c:strCache>
                <c:ptCount val="1"/>
                <c:pt idx="0">
                  <c:v>HINDLEVER</c:v>
                </c:pt>
              </c:strCache>
            </c:strRef>
          </c:tx>
          <c:spPr>
            <a:ln w="28575" cap="rnd">
              <a:solidFill>
                <a:schemeClr val="accent2"/>
              </a:solidFill>
              <a:round/>
            </a:ln>
            <a:effectLst/>
          </c:spPr>
          <c:marker>
            <c:symbol val="none"/>
          </c:marker>
          <c:cat>
            <c:strRef>
              <c:f>CONSUMERPIVOT!$A$3:$A$5309</c:f>
              <c:strCache>
                <c:ptCount val="5306"/>
                <c:pt idx="0">
                  <c:v>03-01-2000</c:v>
                </c:pt>
                <c:pt idx="1">
                  <c:v>04-01-2000</c:v>
                </c:pt>
                <c:pt idx="2">
                  <c:v>05-01-2000</c:v>
                </c:pt>
                <c:pt idx="3">
                  <c:v>06-01-2000</c:v>
                </c:pt>
                <c:pt idx="4">
                  <c:v>07-01-2000</c:v>
                </c:pt>
                <c:pt idx="5">
                  <c:v>10-01-2000</c:v>
                </c:pt>
                <c:pt idx="6">
                  <c:v>11-01-2000</c:v>
                </c:pt>
                <c:pt idx="7">
                  <c:v>12-01-2000</c:v>
                </c:pt>
                <c:pt idx="8">
                  <c:v>13-01-2000</c:v>
                </c:pt>
                <c:pt idx="9">
                  <c:v>14-01-2000</c:v>
                </c:pt>
                <c:pt idx="10">
                  <c:v>17-01-2000</c:v>
                </c:pt>
                <c:pt idx="11">
                  <c:v>18-01-2000</c:v>
                </c:pt>
                <c:pt idx="12">
                  <c:v>19-01-2000</c:v>
                </c:pt>
                <c:pt idx="13">
                  <c:v>20-01-2000</c:v>
                </c:pt>
                <c:pt idx="14">
                  <c:v>21-01-2000</c:v>
                </c:pt>
                <c:pt idx="15">
                  <c:v>24-01-2000</c:v>
                </c:pt>
                <c:pt idx="16">
                  <c:v>25-01-2000</c:v>
                </c:pt>
                <c:pt idx="17">
                  <c:v>27-01-2000</c:v>
                </c:pt>
                <c:pt idx="18">
                  <c:v>28-01-2000</c:v>
                </c:pt>
                <c:pt idx="19">
                  <c:v>31-01-2000</c:v>
                </c:pt>
                <c:pt idx="20">
                  <c:v>01-02-2000</c:v>
                </c:pt>
                <c:pt idx="21">
                  <c:v>02-02-2000</c:v>
                </c:pt>
                <c:pt idx="22">
                  <c:v>03-02-2000</c:v>
                </c:pt>
                <c:pt idx="23">
                  <c:v>04-02-2000</c:v>
                </c:pt>
                <c:pt idx="24">
                  <c:v>07-02-2000</c:v>
                </c:pt>
                <c:pt idx="25">
                  <c:v>08-02-2000</c:v>
                </c:pt>
                <c:pt idx="26">
                  <c:v>09-02-2000</c:v>
                </c:pt>
                <c:pt idx="27">
                  <c:v>10-02-2000</c:v>
                </c:pt>
                <c:pt idx="28">
                  <c:v>11-02-2000</c:v>
                </c:pt>
                <c:pt idx="29">
                  <c:v>14-02-2000</c:v>
                </c:pt>
                <c:pt idx="30">
                  <c:v>15-02-2000</c:v>
                </c:pt>
                <c:pt idx="31">
                  <c:v>16-02-2000</c:v>
                </c:pt>
                <c:pt idx="32">
                  <c:v>17-02-2000</c:v>
                </c:pt>
                <c:pt idx="33">
                  <c:v>18-02-2000</c:v>
                </c:pt>
                <c:pt idx="34">
                  <c:v>21-02-2000</c:v>
                </c:pt>
                <c:pt idx="35">
                  <c:v>22-02-2000</c:v>
                </c:pt>
                <c:pt idx="36">
                  <c:v>23-02-2000</c:v>
                </c:pt>
                <c:pt idx="37">
                  <c:v>24-02-2000</c:v>
                </c:pt>
                <c:pt idx="38">
                  <c:v>25-02-2000</c:v>
                </c:pt>
                <c:pt idx="39">
                  <c:v>28-02-2000</c:v>
                </c:pt>
                <c:pt idx="40">
                  <c:v>29-02-2000</c:v>
                </c:pt>
                <c:pt idx="41">
                  <c:v>01-03-2000</c:v>
                </c:pt>
                <c:pt idx="42">
                  <c:v>02-03-2000</c:v>
                </c:pt>
                <c:pt idx="43">
                  <c:v>03-03-2000</c:v>
                </c:pt>
                <c:pt idx="44">
                  <c:v>06-03-2000</c:v>
                </c:pt>
                <c:pt idx="45">
                  <c:v>07-03-2000</c:v>
                </c:pt>
                <c:pt idx="46">
                  <c:v>08-03-2000</c:v>
                </c:pt>
                <c:pt idx="47">
                  <c:v>09-03-2000</c:v>
                </c:pt>
                <c:pt idx="48">
                  <c:v>10-03-2000</c:v>
                </c:pt>
                <c:pt idx="49">
                  <c:v>13-03-2000</c:v>
                </c:pt>
                <c:pt idx="50">
                  <c:v>14-03-2000</c:v>
                </c:pt>
                <c:pt idx="51">
                  <c:v>15-03-2000</c:v>
                </c:pt>
                <c:pt idx="52">
                  <c:v>16-03-2000</c:v>
                </c:pt>
                <c:pt idx="53">
                  <c:v>21-03-2000</c:v>
                </c:pt>
                <c:pt idx="54">
                  <c:v>22-03-2000</c:v>
                </c:pt>
                <c:pt idx="55">
                  <c:v>23-03-2000</c:v>
                </c:pt>
                <c:pt idx="56">
                  <c:v>24-03-2000</c:v>
                </c:pt>
                <c:pt idx="57">
                  <c:v>27-03-2000</c:v>
                </c:pt>
                <c:pt idx="58">
                  <c:v>28-03-2000</c:v>
                </c:pt>
                <c:pt idx="59">
                  <c:v>29-03-2000</c:v>
                </c:pt>
                <c:pt idx="60">
                  <c:v>30-03-2000</c:v>
                </c:pt>
                <c:pt idx="61">
                  <c:v>31-03-2000</c:v>
                </c:pt>
                <c:pt idx="62">
                  <c:v>03-04-2000</c:v>
                </c:pt>
                <c:pt idx="63">
                  <c:v>04-04-2000</c:v>
                </c:pt>
                <c:pt idx="64">
                  <c:v>05-04-2000</c:v>
                </c:pt>
                <c:pt idx="65">
                  <c:v>06-04-2000</c:v>
                </c:pt>
                <c:pt idx="66">
                  <c:v>07-04-2000</c:v>
                </c:pt>
                <c:pt idx="67">
                  <c:v>10-04-2000</c:v>
                </c:pt>
                <c:pt idx="68">
                  <c:v>11-04-2000</c:v>
                </c:pt>
                <c:pt idx="69">
                  <c:v>12-04-2000</c:v>
                </c:pt>
                <c:pt idx="70">
                  <c:v>13-04-2000</c:v>
                </c:pt>
                <c:pt idx="71">
                  <c:v>17-04-2000</c:v>
                </c:pt>
                <c:pt idx="72">
                  <c:v>18-04-2000</c:v>
                </c:pt>
                <c:pt idx="73">
                  <c:v>19-04-2000</c:v>
                </c:pt>
                <c:pt idx="74">
                  <c:v>20-04-2000</c:v>
                </c:pt>
                <c:pt idx="75">
                  <c:v>24-04-2000</c:v>
                </c:pt>
                <c:pt idx="76">
                  <c:v>25-04-2000</c:v>
                </c:pt>
                <c:pt idx="77">
                  <c:v>26-04-2000</c:v>
                </c:pt>
                <c:pt idx="78">
                  <c:v>27-04-2000</c:v>
                </c:pt>
                <c:pt idx="79">
                  <c:v>28-04-2000</c:v>
                </c:pt>
                <c:pt idx="80">
                  <c:v>02-05-2000</c:v>
                </c:pt>
                <c:pt idx="81">
                  <c:v>03-05-2000</c:v>
                </c:pt>
                <c:pt idx="82">
                  <c:v>04-05-2000</c:v>
                </c:pt>
                <c:pt idx="83">
                  <c:v>05-05-2000</c:v>
                </c:pt>
                <c:pt idx="84">
                  <c:v>08-05-2000</c:v>
                </c:pt>
                <c:pt idx="85">
                  <c:v>09-05-2000</c:v>
                </c:pt>
                <c:pt idx="86">
                  <c:v>10-05-2000</c:v>
                </c:pt>
                <c:pt idx="87">
                  <c:v>11-05-2000</c:v>
                </c:pt>
                <c:pt idx="88">
                  <c:v>12-05-2000</c:v>
                </c:pt>
                <c:pt idx="89">
                  <c:v>15-05-2000</c:v>
                </c:pt>
                <c:pt idx="90">
                  <c:v>16-05-2000</c:v>
                </c:pt>
                <c:pt idx="91">
                  <c:v>17-05-2000</c:v>
                </c:pt>
                <c:pt idx="92">
                  <c:v>18-05-2000</c:v>
                </c:pt>
                <c:pt idx="93">
                  <c:v>19-05-2000</c:v>
                </c:pt>
                <c:pt idx="94">
                  <c:v>22-05-2000</c:v>
                </c:pt>
                <c:pt idx="95">
                  <c:v>23-05-2000</c:v>
                </c:pt>
                <c:pt idx="96">
                  <c:v>24-05-2000</c:v>
                </c:pt>
                <c:pt idx="97">
                  <c:v>25-05-2000</c:v>
                </c:pt>
                <c:pt idx="98">
                  <c:v>26-05-2000</c:v>
                </c:pt>
                <c:pt idx="99">
                  <c:v>29-05-2000</c:v>
                </c:pt>
                <c:pt idx="100">
                  <c:v>30-05-2000</c:v>
                </c:pt>
                <c:pt idx="101">
                  <c:v>31-05-2000</c:v>
                </c:pt>
                <c:pt idx="102">
                  <c:v>01-06-2000</c:v>
                </c:pt>
                <c:pt idx="103">
                  <c:v>02-06-2000</c:v>
                </c:pt>
                <c:pt idx="104">
                  <c:v>05-06-2000</c:v>
                </c:pt>
                <c:pt idx="105">
                  <c:v>06-06-2000</c:v>
                </c:pt>
                <c:pt idx="106">
                  <c:v>07-06-2000</c:v>
                </c:pt>
                <c:pt idx="107">
                  <c:v>08-06-2000</c:v>
                </c:pt>
                <c:pt idx="108">
                  <c:v>09-06-2000</c:v>
                </c:pt>
                <c:pt idx="109">
                  <c:v>12-06-2000</c:v>
                </c:pt>
                <c:pt idx="110">
                  <c:v>13-06-2000</c:v>
                </c:pt>
                <c:pt idx="111">
                  <c:v>14-06-2000</c:v>
                </c:pt>
                <c:pt idx="112">
                  <c:v>15-06-2000</c:v>
                </c:pt>
                <c:pt idx="113">
                  <c:v>16-06-2000</c:v>
                </c:pt>
                <c:pt idx="114">
                  <c:v>19-06-2000</c:v>
                </c:pt>
                <c:pt idx="115">
                  <c:v>20-06-2000</c:v>
                </c:pt>
                <c:pt idx="116">
                  <c:v>21-06-2000</c:v>
                </c:pt>
                <c:pt idx="117">
                  <c:v>22-06-2000</c:v>
                </c:pt>
                <c:pt idx="118">
                  <c:v>23-06-2000</c:v>
                </c:pt>
                <c:pt idx="119">
                  <c:v>26-06-2000</c:v>
                </c:pt>
                <c:pt idx="120">
                  <c:v>27-06-2000</c:v>
                </c:pt>
                <c:pt idx="121">
                  <c:v>28-06-2000</c:v>
                </c:pt>
                <c:pt idx="122">
                  <c:v>29-06-2000</c:v>
                </c:pt>
                <c:pt idx="123">
                  <c:v>30-06-2000</c:v>
                </c:pt>
                <c:pt idx="124">
                  <c:v>03-07-2000</c:v>
                </c:pt>
                <c:pt idx="125">
                  <c:v>04-07-2000</c:v>
                </c:pt>
                <c:pt idx="126">
                  <c:v>05-07-2000</c:v>
                </c:pt>
                <c:pt idx="127">
                  <c:v>06-07-2000</c:v>
                </c:pt>
                <c:pt idx="128">
                  <c:v>07-07-2000</c:v>
                </c:pt>
                <c:pt idx="129">
                  <c:v>10-07-2000</c:v>
                </c:pt>
                <c:pt idx="130">
                  <c:v>11-07-2000</c:v>
                </c:pt>
                <c:pt idx="131">
                  <c:v>12-07-2000</c:v>
                </c:pt>
                <c:pt idx="132">
                  <c:v>13-07-2000</c:v>
                </c:pt>
                <c:pt idx="133">
                  <c:v>14-07-2000</c:v>
                </c:pt>
                <c:pt idx="134">
                  <c:v>17-07-2000</c:v>
                </c:pt>
                <c:pt idx="135">
                  <c:v>18-07-2000</c:v>
                </c:pt>
                <c:pt idx="136">
                  <c:v>19-07-2000</c:v>
                </c:pt>
                <c:pt idx="137">
                  <c:v>20-07-2000</c:v>
                </c:pt>
                <c:pt idx="138">
                  <c:v>21-07-2000</c:v>
                </c:pt>
                <c:pt idx="139">
                  <c:v>24-07-2000</c:v>
                </c:pt>
                <c:pt idx="140">
                  <c:v>25-07-2000</c:v>
                </c:pt>
                <c:pt idx="141">
                  <c:v>26-07-2000</c:v>
                </c:pt>
                <c:pt idx="142">
                  <c:v>27-07-2000</c:v>
                </c:pt>
                <c:pt idx="143">
                  <c:v>28-07-2000</c:v>
                </c:pt>
                <c:pt idx="144">
                  <c:v>31-07-2000</c:v>
                </c:pt>
                <c:pt idx="145">
                  <c:v>01-08-2000</c:v>
                </c:pt>
                <c:pt idx="146">
                  <c:v>02-08-2000</c:v>
                </c:pt>
                <c:pt idx="147">
                  <c:v>03-08-2000</c:v>
                </c:pt>
                <c:pt idx="148">
                  <c:v>04-08-2000</c:v>
                </c:pt>
                <c:pt idx="149">
                  <c:v>07-08-2000</c:v>
                </c:pt>
                <c:pt idx="150">
                  <c:v>08-08-2000</c:v>
                </c:pt>
                <c:pt idx="151">
                  <c:v>09-08-2000</c:v>
                </c:pt>
                <c:pt idx="152">
                  <c:v>10-08-2000</c:v>
                </c:pt>
                <c:pt idx="153">
                  <c:v>11-08-2000</c:v>
                </c:pt>
                <c:pt idx="154">
                  <c:v>14-08-2000</c:v>
                </c:pt>
                <c:pt idx="155">
                  <c:v>16-08-2000</c:v>
                </c:pt>
                <c:pt idx="156">
                  <c:v>17-08-2000</c:v>
                </c:pt>
                <c:pt idx="157">
                  <c:v>18-08-2000</c:v>
                </c:pt>
                <c:pt idx="158">
                  <c:v>21-08-2000</c:v>
                </c:pt>
                <c:pt idx="159">
                  <c:v>22-08-2000</c:v>
                </c:pt>
                <c:pt idx="160">
                  <c:v>23-08-2000</c:v>
                </c:pt>
                <c:pt idx="161">
                  <c:v>24-08-2000</c:v>
                </c:pt>
                <c:pt idx="162">
                  <c:v>25-08-2000</c:v>
                </c:pt>
                <c:pt idx="163">
                  <c:v>28-08-2000</c:v>
                </c:pt>
                <c:pt idx="164">
                  <c:v>29-08-2000</c:v>
                </c:pt>
                <c:pt idx="165">
                  <c:v>30-08-2000</c:v>
                </c:pt>
                <c:pt idx="166">
                  <c:v>31-08-2000</c:v>
                </c:pt>
                <c:pt idx="167">
                  <c:v>04-09-2000</c:v>
                </c:pt>
                <c:pt idx="168">
                  <c:v>05-09-2000</c:v>
                </c:pt>
                <c:pt idx="169">
                  <c:v>06-09-2000</c:v>
                </c:pt>
                <c:pt idx="170">
                  <c:v>07-09-2000</c:v>
                </c:pt>
                <c:pt idx="171">
                  <c:v>08-09-2000</c:v>
                </c:pt>
                <c:pt idx="172">
                  <c:v>11-09-2000</c:v>
                </c:pt>
                <c:pt idx="173">
                  <c:v>12-09-2000</c:v>
                </c:pt>
                <c:pt idx="174">
                  <c:v>13-09-2000</c:v>
                </c:pt>
                <c:pt idx="175">
                  <c:v>14-09-2000</c:v>
                </c:pt>
                <c:pt idx="176">
                  <c:v>15-09-2000</c:v>
                </c:pt>
                <c:pt idx="177">
                  <c:v>18-09-2000</c:v>
                </c:pt>
                <c:pt idx="178">
                  <c:v>19-09-2000</c:v>
                </c:pt>
                <c:pt idx="179">
                  <c:v>20-09-2000</c:v>
                </c:pt>
                <c:pt idx="180">
                  <c:v>21-09-2000</c:v>
                </c:pt>
                <c:pt idx="181">
                  <c:v>22-09-2000</c:v>
                </c:pt>
                <c:pt idx="182">
                  <c:v>25-09-2000</c:v>
                </c:pt>
                <c:pt idx="183">
                  <c:v>26-09-2000</c:v>
                </c:pt>
                <c:pt idx="184">
                  <c:v>27-09-2000</c:v>
                </c:pt>
                <c:pt idx="185">
                  <c:v>28-09-2000</c:v>
                </c:pt>
                <c:pt idx="186">
                  <c:v>29-09-2000</c:v>
                </c:pt>
                <c:pt idx="187">
                  <c:v>03-10-2000</c:v>
                </c:pt>
                <c:pt idx="188">
                  <c:v>04-10-2000</c:v>
                </c:pt>
                <c:pt idx="189">
                  <c:v>05-10-2000</c:v>
                </c:pt>
                <c:pt idx="190">
                  <c:v>06-10-2000</c:v>
                </c:pt>
                <c:pt idx="191">
                  <c:v>09-10-2000</c:v>
                </c:pt>
                <c:pt idx="192">
                  <c:v>10-10-2000</c:v>
                </c:pt>
                <c:pt idx="193">
                  <c:v>11-10-2000</c:v>
                </c:pt>
                <c:pt idx="194">
                  <c:v>12-10-2000</c:v>
                </c:pt>
                <c:pt idx="195">
                  <c:v>13-10-2000</c:v>
                </c:pt>
                <c:pt idx="196">
                  <c:v>16-10-2000</c:v>
                </c:pt>
                <c:pt idx="197">
                  <c:v>17-10-2000</c:v>
                </c:pt>
                <c:pt idx="198">
                  <c:v>18-10-2000</c:v>
                </c:pt>
                <c:pt idx="199">
                  <c:v>19-10-2000</c:v>
                </c:pt>
                <c:pt idx="200">
                  <c:v>20-10-2000</c:v>
                </c:pt>
                <c:pt idx="201">
                  <c:v>23-10-2000</c:v>
                </c:pt>
                <c:pt idx="202">
                  <c:v>24-10-2000</c:v>
                </c:pt>
                <c:pt idx="203">
                  <c:v>25-10-2000</c:v>
                </c:pt>
                <c:pt idx="204">
                  <c:v>26-10-2000</c:v>
                </c:pt>
                <c:pt idx="205">
                  <c:v>27-10-2000</c:v>
                </c:pt>
                <c:pt idx="206">
                  <c:v>30-10-2000</c:v>
                </c:pt>
                <c:pt idx="207">
                  <c:v>31-10-2000</c:v>
                </c:pt>
                <c:pt idx="208">
                  <c:v>01-11-2000</c:v>
                </c:pt>
                <c:pt idx="209">
                  <c:v>02-11-2000</c:v>
                </c:pt>
                <c:pt idx="210">
                  <c:v>03-11-2000</c:v>
                </c:pt>
                <c:pt idx="211">
                  <c:v>06-11-2000</c:v>
                </c:pt>
                <c:pt idx="212">
                  <c:v>07-11-2000</c:v>
                </c:pt>
                <c:pt idx="213">
                  <c:v>08-11-2000</c:v>
                </c:pt>
                <c:pt idx="214">
                  <c:v>09-11-2000</c:v>
                </c:pt>
                <c:pt idx="215">
                  <c:v>10-11-2000</c:v>
                </c:pt>
                <c:pt idx="216">
                  <c:v>13-11-2000</c:v>
                </c:pt>
                <c:pt idx="217">
                  <c:v>14-11-2000</c:v>
                </c:pt>
                <c:pt idx="218">
                  <c:v>15-11-2000</c:v>
                </c:pt>
                <c:pt idx="219">
                  <c:v>16-11-2000</c:v>
                </c:pt>
                <c:pt idx="220">
                  <c:v>17-11-2000</c:v>
                </c:pt>
                <c:pt idx="221">
                  <c:v>20-11-2000</c:v>
                </c:pt>
                <c:pt idx="222">
                  <c:v>21-11-2000</c:v>
                </c:pt>
                <c:pt idx="223">
                  <c:v>22-11-2000</c:v>
                </c:pt>
                <c:pt idx="224">
                  <c:v>23-11-2000</c:v>
                </c:pt>
                <c:pt idx="225">
                  <c:v>24-11-2000</c:v>
                </c:pt>
                <c:pt idx="226">
                  <c:v>27-11-2000</c:v>
                </c:pt>
                <c:pt idx="227">
                  <c:v>28-11-2000</c:v>
                </c:pt>
                <c:pt idx="228">
                  <c:v>29-11-2000</c:v>
                </c:pt>
                <c:pt idx="229">
                  <c:v>30-11-2000</c:v>
                </c:pt>
                <c:pt idx="230">
                  <c:v>01-12-2000</c:v>
                </c:pt>
                <c:pt idx="231">
                  <c:v>04-12-2000</c:v>
                </c:pt>
                <c:pt idx="232">
                  <c:v>05-12-2000</c:v>
                </c:pt>
                <c:pt idx="233">
                  <c:v>06-12-2000</c:v>
                </c:pt>
                <c:pt idx="234">
                  <c:v>07-12-2000</c:v>
                </c:pt>
                <c:pt idx="235">
                  <c:v>08-12-2000</c:v>
                </c:pt>
                <c:pt idx="236">
                  <c:v>11-12-2000</c:v>
                </c:pt>
                <c:pt idx="237">
                  <c:v>12-12-2000</c:v>
                </c:pt>
                <c:pt idx="238">
                  <c:v>13-12-2000</c:v>
                </c:pt>
                <c:pt idx="239">
                  <c:v>14-12-2000</c:v>
                </c:pt>
                <c:pt idx="240">
                  <c:v>15-12-2000</c:v>
                </c:pt>
                <c:pt idx="241">
                  <c:v>18-12-2000</c:v>
                </c:pt>
                <c:pt idx="242">
                  <c:v>19-12-2000</c:v>
                </c:pt>
                <c:pt idx="243">
                  <c:v>20-12-2000</c:v>
                </c:pt>
                <c:pt idx="244">
                  <c:v>21-12-2000</c:v>
                </c:pt>
                <c:pt idx="245">
                  <c:v>22-12-2000</c:v>
                </c:pt>
                <c:pt idx="246">
                  <c:v>26-12-2000</c:v>
                </c:pt>
                <c:pt idx="247">
                  <c:v>27-12-2000</c:v>
                </c:pt>
                <c:pt idx="248">
                  <c:v>28-12-2000</c:v>
                </c:pt>
                <c:pt idx="249">
                  <c:v>29-12-2000</c:v>
                </c:pt>
                <c:pt idx="250">
                  <c:v>01-01-2001</c:v>
                </c:pt>
                <c:pt idx="251">
                  <c:v>02-01-2001</c:v>
                </c:pt>
                <c:pt idx="252">
                  <c:v>03-01-2001</c:v>
                </c:pt>
                <c:pt idx="253">
                  <c:v>04-01-2001</c:v>
                </c:pt>
                <c:pt idx="254">
                  <c:v>05-01-2001</c:v>
                </c:pt>
                <c:pt idx="255">
                  <c:v>08-01-2001</c:v>
                </c:pt>
                <c:pt idx="256">
                  <c:v>09-01-2001</c:v>
                </c:pt>
                <c:pt idx="257">
                  <c:v>10-01-2001</c:v>
                </c:pt>
                <c:pt idx="258">
                  <c:v>11-01-2001</c:v>
                </c:pt>
                <c:pt idx="259">
                  <c:v>12-01-2001</c:v>
                </c:pt>
                <c:pt idx="260">
                  <c:v>15-01-2001</c:v>
                </c:pt>
                <c:pt idx="261">
                  <c:v>16-01-2001</c:v>
                </c:pt>
                <c:pt idx="262">
                  <c:v>17-01-2001</c:v>
                </c:pt>
                <c:pt idx="263">
                  <c:v>18-01-2001</c:v>
                </c:pt>
                <c:pt idx="264">
                  <c:v>19-01-2001</c:v>
                </c:pt>
                <c:pt idx="265">
                  <c:v>22-01-2001</c:v>
                </c:pt>
                <c:pt idx="266">
                  <c:v>23-01-2001</c:v>
                </c:pt>
                <c:pt idx="267">
                  <c:v>24-01-2001</c:v>
                </c:pt>
                <c:pt idx="268">
                  <c:v>25-01-2001</c:v>
                </c:pt>
                <c:pt idx="269">
                  <c:v>29-01-2001</c:v>
                </c:pt>
                <c:pt idx="270">
                  <c:v>30-01-2001</c:v>
                </c:pt>
                <c:pt idx="271">
                  <c:v>31-01-2001</c:v>
                </c:pt>
                <c:pt idx="272">
                  <c:v>01-02-2001</c:v>
                </c:pt>
                <c:pt idx="273">
                  <c:v>02-02-2001</c:v>
                </c:pt>
                <c:pt idx="274">
                  <c:v>05-02-2001</c:v>
                </c:pt>
                <c:pt idx="275">
                  <c:v>06-02-2001</c:v>
                </c:pt>
                <c:pt idx="276">
                  <c:v>07-02-2001</c:v>
                </c:pt>
                <c:pt idx="277">
                  <c:v>08-02-2001</c:v>
                </c:pt>
                <c:pt idx="278">
                  <c:v>09-02-2001</c:v>
                </c:pt>
                <c:pt idx="279">
                  <c:v>12-02-2001</c:v>
                </c:pt>
                <c:pt idx="280">
                  <c:v>13-02-2001</c:v>
                </c:pt>
                <c:pt idx="281">
                  <c:v>14-02-2001</c:v>
                </c:pt>
                <c:pt idx="282">
                  <c:v>15-02-2001</c:v>
                </c:pt>
                <c:pt idx="283">
                  <c:v>16-02-2001</c:v>
                </c:pt>
                <c:pt idx="284">
                  <c:v>19-02-2001</c:v>
                </c:pt>
                <c:pt idx="285">
                  <c:v>20-02-2001</c:v>
                </c:pt>
                <c:pt idx="286">
                  <c:v>21-02-2001</c:v>
                </c:pt>
                <c:pt idx="287">
                  <c:v>22-02-2001</c:v>
                </c:pt>
                <c:pt idx="288">
                  <c:v>23-02-2001</c:v>
                </c:pt>
                <c:pt idx="289">
                  <c:v>26-02-2001</c:v>
                </c:pt>
                <c:pt idx="290">
                  <c:v>27-02-2001</c:v>
                </c:pt>
                <c:pt idx="291">
                  <c:v>28-02-2001</c:v>
                </c:pt>
                <c:pt idx="292">
                  <c:v>01-03-2001</c:v>
                </c:pt>
                <c:pt idx="293">
                  <c:v>02-03-2001</c:v>
                </c:pt>
                <c:pt idx="294">
                  <c:v>05-03-2001</c:v>
                </c:pt>
                <c:pt idx="295">
                  <c:v>07-03-2001</c:v>
                </c:pt>
                <c:pt idx="296">
                  <c:v>08-03-2001</c:v>
                </c:pt>
                <c:pt idx="297">
                  <c:v>09-03-2001</c:v>
                </c:pt>
                <c:pt idx="298">
                  <c:v>12-03-2001</c:v>
                </c:pt>
                <c:pt idx="299">
                  <c:v>13-03-2001</c:v>
                </c:pt>
                <c:pt idx="300">
                  <c:v>14-03-2001</c:v>
                </c:pt>
                <c:pt idx="301">
                  <c:v>15-03-2001</c:v>
                </c:pt>
                <c:pt idx="302">
                  <c:v>16-03-2001</c:v>
                </c:pt>
                <c:pt idx="303">
                  <c:v>19-03-2001</c:v>
                </c:pt>
                <c:pt idx="304">
                  <c:v>20-03-2001</c:v>
                </c:pt>
                <c:pt idx="305">
                  <c:v>21-03-2001</c:v>
                </c:pt>
                <c:pt idx="306">
                  <c:v>22-03-2001</c:v>
                </c:pt>
                <c:pt idx="307">
                  <c:v>23-03-2001</c:v>
                </c:pt>
                <c:pt idx="308">
                  <c:v>26-03-2001</c:v>
                </c:pt>
                <c:pt idx="309">
                  <c:v>27-03-2001</c:v>
                </c:pt>
                <c:pt idx="310">
                  <c:v>28-03-2001</c:v>
                </c:pt>
                <c:pt idx="311">
                  <c:v>29-03-2001</c:v>
                </c:pt>
                <c:pt idx="312">
                  <c:v>30-03-2001</c:v>
                </c:pt>
                <c:pt idx="313">
                  <c:v>02-04-2001</c:v>
                </c:pt>
                <c:pt idx="314">
                  <c:v>03-04-2001</c:v>
                </c:pt>
                <c:pt idx="315">
                  <c:v>04-04-2001</c:v>
                </c:pt>
                <c:pt idx="316">
                  <c:v>06-04-2001</c:v>
                </c:pt>
                <c:pt idx="317">
                  <c:v>09-04-2001</c:v>
                </c:pt>
                <c:pt idx="318">
                  <c:v>10-04-2001</c:v>
                </c:pt>
                <c:pt idx="319">
                  <c:v>11-04-2001</c:v>
                </c:pt>
                <c:pt idx="320">
                  <c:v>12-04-2001</c:v>
                </c:pt>
                <c:pt idx="321">
                  <c:v>16-04-2001</c:v>
                </c:pt>
                <c:pt idx="322">
                  <c:v>17-04-2001</c:v>
                </c:pt>
                <c:pt idx="323">
                  <c:v>18-04-2001</c:v>
                </c:pt>
                <c:pt idx="324">
                  <c:v>19-04-2001</c:v>
                </c:pt>
                <c:pt idx="325">
                  <c:v>20-04-2001</c:v>
                </c:pt>
                <c:pt idx="326">
                  <c:v>23-04-2001</c:v>
                </c:pt>
                <c:pt idx="327">
                  <c:v>24-04-2001</c:v>
                </c:pt>
                <c:pt idx="328">
                  <c:v>25-04-2001</c:v>
                </c:pt>
                <c:pt idx="329">
                  <c:v>26-04-2001</c:v>
                </c:pt>
                <c:pt idx="330">
                  <c:v>27-04-2001</c:v>
                </c:pt>
                <c:pt idx="331">
                  <c:v>30-04-2001</c:v>
                </c:pt>
                <c:pt idx="332">
                  <c:v>02-05-2001</c:v>
                </c:pt>
                <c:pt idx="333">
                  <c:v>03-05-2001</c:v>
                </c:pt>
                <c:pt idx="334">
                  <c:v>04-05-2001</c:v>
                </c:pt>
                <c:pt idx="335">
                  <c:v>07-05-2001</c:v>
                </c:pt>
                <c:pt idx="336">
                  <c:v>08-05-2001</c:v>
                </c:pt>
                <c:pt idx="337">
                  <c:v>09-05-2001</c:v>
                </c:pt>
                <c:pt idx="338">
                  <c:v>10-05-2001</c:v>
                </c:pt>
                <c:pt idx="339">
                  <c:v>11-05-2001</c:v>
                </c:pt>
                <c:pt idx="340">
                  <c:v>14-05-2001</c:v>
                </c:pt>
                <c:pt idx="341">
                  <c:v>15-05-2001</c:v>
                </c:pt>
                <c:pt idx="342">
                  <c:v>16-05-2001</c:v>
                </c:pt>
                <c:pt idx="343">
                  <c:v>17-05-2001</c:v>
                </c:pt>
                <c:pt idx="344">
                  <c:v>18-05-2001</c:v>
                </c:pt>
                <c:pt idx="345">
                  <c:v>21-05-2001</c:v>
                </c:pt>
                <c:pt idx="346">
                  <c:v>22-05-2001</c:v>
                </c:pt>
                <c:pt idx="347">
                  <c:v>23-05-2001</c:v>
                </c:pt>
                <c:pt idx="348">
                  <c:v>24-05-2001</c:v>
                </c:pt>
                <c:pt idx="349">
                  <c:v>25-05-2001</c:v>
                </c:pt>
                <c:pt idx="350">
                  <c:v>28-05-2001</c:v>
                </c:pt>
                <c:pt idx="351">
                  <c:v>29-05-2001</c:v>
                </c:pt>
                <c:pt idx="352">
                  <c:v>30-05-2001</c:v>
                </c:pt>
                <c:pt idx="353">
                  <c:v>31-05-2001</c:v>
                </c:pt>
                <c:pt idx="354">
                  <c:v>01-06-2001</c:v>
                </c:pt>
                <c:pt idx="355">
                  <c:v>04-06-2001</c:v>
                </c:pt>
                <c:pt idx="356">
                  <c:v>05-06-2001</c:v>
                </c:pt>
                <c:pt idx="357">
                  <c:v>06-06-2001</c:v>
                </c:pt>
                <c:pt idx="358">
                  <c:v>07-06-2001</c:v>
                </c:pt>
                <c:pt idx="359">
                  <c:v>08-06-2001</c:v>
                </c:pt>
                <c:pt idx="360">
                  <c:v>11-06-2001</c:v>
                </c:pt>
                <c:pt idx="361">
                  <c:v>12-06-2001</c:v>
                </c:pt>
                <c:pt idx="362">
                  <c:v>13-06-2001</c:v>
                </c:pt>
                <c:pt idx="363">
                  <c:v>14-06-2001</c:v>
                </c:pt>
                <c:pt idx="364">
                  <c:v>15-06-2001</c:v>
                </c:pt>
                <c:pt idx="365">
                  <c:v>18-06-2001</c:v>
                </c:pt>
                <c:pt idx="366">
                  <c:v>19-06-2001</c:v>
                </c:pt>
                <c:pt idx="367">
                  <c:v>20-06-2001</c:v>
                </c:pt>
                <c:pt idx="368">
                  <c:v>21-06-2001</c:v>
                </c:pt>
                <c:pt idx="369">
                  <c:v>22-06-2001</c:v>
                </c:pt>
                <c:pt idx="370">
                  <c:v>25-06-2001</c:v>
                </c:pt>
                <c:pt idx="371">
                  <c:v>26-06-2001</c:v>
                </c:pt>
                <c:pt idx="372">
                  <c:v>27-06-2001</c:v>
                </c:pt>
                <c:pt idx="373">
                  <c:v>28-06-2001</c:v>
                </c:pt>
                <c:pt idx="374">
                  <c:v>29-06-2001</c:v>
                </c:pt>
                <c:pt idx="375">
                  <c:v>02-07-2001</c:v>
                </c:pt>
                <c:pt idx="376">
                  <c:v>03-07-2001</c:v>
                </c:pt>
                <c:pt idx="377">
                  <c:v>04-07-2001</c:v>
                </c:pt>
                <c:pt idx="378">
                  <c:v>05-07-2001</c:v>
                </c:pt>
                <c:pt idx="379">
                  <c:v>06-07-2001</c:v>
                </c:pt>
                <c:pt idx="380">
                  <c:v>09-07-2001</c:v>
                </c:pt>
                <c:pt idx="381">
                  <c:v>10-07-2001</c:v>
                </c:pt>
                <c:pt idx="382">
                  <c:v>11-07-2001</c:v>
                </c:pt>
                <c:pt idx="383">
                  <c:v>12-07-2001</c:v>
                </c:pt>
                <c:pt idx="384">
                  <c:v>13-07-2001</c:v>
                </c:pt>
                <c:pt idx="385">
                  <c:v>16-07-2001</c:v>
                </c:pt>
                <c:pt idx="386">
                  <c:v>17-07-2001</c:v>
                </c:pt>
                <c:pt idx="387">
                  <c:v>18-07-2001</c:v>
                </c:pt>
                <c:pt idx="388">
                  <c:v>19-07-2001</c:v>
                </c:pt>
                <c:pt idx="389">
                  <c:v>20-07-2001</c:v>
                </c:pt>
                <c:pt idx="390">
                  <c:v>23-07-2001</c:v>
                </c:pt>
                <c:pt idx="391">
                  <c:v>24-07-2001</c:v>
                </c:pt>
                <c:pt idx="392">
                  <c:v>25-07-2001</c:v>
                </c:pt>
                <c:pt idx="393">
                  <c:v>26-07-2001</c:v>
                </c:pt>
                <c:pt idx="394">
                  <c:v>27-07-2001</c:v>
                </c:pt>
                <c:pt idx="395">
                  <c:v>30-07-2001</c:v>
                </c:pt>
                <c:pt idx="396">
                  <c:v>31-07-2001</c:v>
                </c:pt>
                <c:pt idx="397">
                  <c:v>01-08-2001</c:v>
                </c:pt>
                <c:pt idx="398">
                  <c:v>02-08-2001</c:v>
                </c:pt>
                <c:pt idx="399">
                  <c:v>03-08-2001</c:v>
                </c:pt>
                <c:pt idx="400">
                  <c:v>06-08-2001</c:v>
                </c:pt>
                <c:pt idx="401">
                  <c:v>07-08-2001</c:v>
                </c:pt>
                <c:pt idx="402">
                  <c:v>08-08-2001</c:v>
                </c:pt>
                <c:pt idx="403">
                  <c:v>09-08-2001</c:v>
                </c:pt>
                <c:pt idx="404">
                  <c:v>10-08-2001</c:v>
                </c:pt>
                <c:pt idx="405">
                  <c:v>13-08-2001</c:v>
                </c:pt>
                <c:pt idx="406">
                  <c:v>14-08-2001</c:v>
                </c:pt>
                <c:pt idx="407">
                  <c:v>16-08-2001</c:v>
                </c:pt>
                <c:pt idx="408">
                  <c:v>17-08-2001</c:v>
                </c:pt>
                <c:pt idx="409">
                  <c:v>20-08-2001</c:v>
                </c:pt>
                <c:pt idx="410">
                  <c:v>21-08-2001</c:v>
                </c:pt>
                <c:pt idx="411">
                  <c:v>23-08-2001</c:v>
                </c:pt>
                <c:pt idx="412">
                  <c:v>24-08-2001</c:v>
                </c:pt>
                <c:pt idx="413">
                  <c:v>27-08-2001</c:v>
                </c:pt>
                <c:pt idx="414">
                  <c:v>28-08-2001</c:v>
                </c:pt>
                <c:pt idx="415">
                  <c:v>29-08-2001</c:v>
                </c:pt>
                <c:pt idx="416">
                  <c:v>30-08-2001</c:v>
                </c:pt>
                <c:pt idx="417">
                  <c:v>31-08-2001</c:v>
                </c:pt>
                <c:pt idx="418">
                  <c:v>03-09-2001</c:v>
                </c:pt>
                <c:pt idx="419">
                  <c:v>04-09-2001</c:v>
                </c:pt>
                <c:pt idx="420">
                  <c:v>05-09-2001</c:v>
                </c:pt>
                <c:pt idx="421">
                  <c:v>06-09-2001</c:v>
                </c:pt>
                <c:pt idx="422">
                  <c:v>07-09-2001</c:v>
                </c:pt>
                <c:pt idx="423">
                  <c:v>10-09-2001</c:v>
                </c:pt>
                <c:pt idx="424">
                  <c:v>11-09-2001</c:v>
                </c:pt>
                <c:pt idx="425">
                  <c:v>12-09-2001</c:v>
                </c:pt>
                <c:pt idx="426">
                  <c:v>13-09-2001</c:v>
                </c:pt>
                <c:pt idx="427">
                  <c:v>14-09-2001</c:v>
                </c:pt>
                <c:pt idx="428">
                  <c:v>17-09-2001</c:v>
                </c:pt>
                <c:pt idx="429">
                  <c:v>18-09-2001</c:v>
                </c:pt>
                <c:pt idx="430">
                  <c:v>19-09-2001</c:v>
                </c:pt>
                <c:pt idx="431">
                  <c:v>20-09-2001</c:v>
                </c:pt>
                <c:pt idx="432">
                  <c:v>21-09-2001</c:v>
                </c:pt>
                <c:pt idx="433">
                  <c:v>24-09-2001</c:v>
                </c:pt>
                <c:pt idx="434">
                  <c:v>25-09-2001</c:v>
                </c:pt>
                <c:pt idx="435">
                  <c:v>26-09-2001</c:v>
                </c:pt>
                <c:pt idx="436">
                  <c:v>27-09-2001</c:v>
                </c:pt>
                <c:pt idx="437">
                  <c:v>28-09-2001</c:v>
                </c:pt>
                <c:pt idx="438">
                  <c:v>01-10-2001</c:v>
                </c:pt>
                <c:pt idx="439">
                  <c:v>03-10-2001</c:v>
                </c:pt>
                <c:pt idx="440">
                  <c:v>04-10-2001</c:v>
                </c:pt>
                <c:pt idx="441">
                  <c:v>05-10-2001</c:v>
                </c:pt>
                <c:pt idx="442">
                  <c:v>08-10-2001</c:v>
                </c:pt>
                <c:pt idx="443">
                  <c:v>09-10-2001</c:v>
                </c:pt>
                <c:pt idx="444">
                  <c:v>10-10-2001</c:v>
                </c:pt>
                <c:pt idx="445">
                  <c:v>11-10-2001</c:v>
                </c:pt>
                <c:pt idx="446">
                  <c:v>12-10-2001</c:v>
                </c:pt>
                <c:pt idx="447">
                  <c:v>15-10-2001</c:v>
                </c:pt>
                <c:pt idx="448">
                  <c:v>16-10-2001</c:v>
                </c:pt>
                <c:pt idx="449">
                  <c:v>17-10-2001</c:v>
                </c:pt>
                <c:pt idx="450">
                  <c:v>18-10-2001</c:v>
                </c:pt>
                <c:pt idx="451">
                  <c:v>19-10-2001</c:v>
                </c:pt>
                <c:pt idx="452">
                  <c:v>22-10-2001</c:v>
                </c:pt>
                <c:pt idx="453">
                  <c:v>23-10-2001</c:v>
                </c:pt>
                <c:pt idx="454">
                  <c:v>24-10-2001</c:v>
                </c:pt>
                <c:pt idx="455">
                  <c:v>25-10-2001</c:v>
                </c:pt>
                <c:pt idx="456">
                  <c:v>29-10-2001</c:v>
                </c:pt>
                <c:pt idx="457">
                  <c:v>30-10-2001</c:v>
                </c:pt>
                <c:pt idx="458">
                  <c:v>31-10-2001</c:v>
                </c:pt>
                <c:pt idx="459">
                  <c:v>01-11-2001</c:v>
                </c:pt>
                <c:pt idx="460">
                  <c:v>02-11-2001</c:v>
                </c:pt>
                <c:pt idx="461">
                  <c:v>05-11-2001</c:v>
                </c:pt>
                <c:pt idx="462">
                  <c:v>06-11-2001</c:v>
                </c:pt>
                <c:pt idx="463">
                  <c:v>07-11-2001</c:v>
                </c:pt>
                <c:pt idx="464">
                  <c:v>08-11-2001</c:v>
                </c:pt>
                <c:pt idx="465">
                  <c:v>09-11-2001</c:v>
                </c:pt>
                <c:pt idx="466">
                  <c:v>12-11-2001</c:v>
                </c:pt>
                <c:pt idx="467">
                  <c:v>13-11-2001</c:v>
                </c:pt>
                <c:pt idx="468">
                  <c:v>14-11-2001</c:v>
                </c:pt>
                <c:pt idx="469">
                  <c:v>15-11-2001</c:v>
                </c:pt>
                <c:pt idx="470">
                  <c:v>19-11-2001</c:v>
                </c:pt>
                <c:pt idx="471">
                  <c:v>20-11-2001</c:v>
                </c:pt>
                <c:pt idx="472">
                  <c:v>21-11-2001</c:v>
                </c:pt>
                <c:pt idx="473">
                  <c:v>22-11-2001</c:v>
                </c:pt>
                <c:pt idx="474">
                  <c:v>23-11-2001</c:v>
                </c:pt>
                <c:pt idx="475">
                  <c:v>26-11-2001</c:v>
                </c:pt>
                <c:pt idx="476">
                  <c:v>27-11-2001</c:v>
                </c:pt>
                <c:pt idx="477">
                  <c:v>28-11-2001</c:v>
                </c:pt>
                <c:pt idx="478">
                  <c:v>29-11-2001</c:v>
                </c:pt>
                <c:pt idx="479">
                  <c:v>03-12-2001</c:v>
                </c:pt>
                <c:pt idx="480">
                  <c:v>04-12-2001</c:v>
                </c:pt>
                <c:pt idx="481">
                  <c:v>05-12-2001</c:v>
                </c:pt>
                <c:pt idx="482">
                  <c:v>06-12-2001</c:v>
                </c:pt>
                <c:pt idx="483">
                  <c:v>07-12-2001</c:v>
                </c:pt>
                <c:pt idx="484">
                  <c:v>10-12-2001</c:v>
                </c:pt>
                <c:pt idx="485">
                  <c:v>11-12-2001</c:v>
                </c:pt>
                <c:pt idx="486">
                  <c:v>12-12-2001</c:v>
                </c:pt>
                <c:pt idx="487">
                  <c:v>13-12-2001</c:v>
                </c:pt>
                <c:pt idx="488">
                  <c:v>14-12-2001</c:v>
                </c:pt>
                <c:pt idx="489">
                  <c:v>18-12-2001</c:v>
                </c:pt>
                <c:pt idx="490">
                  <c:v>19-12-2001</c:v>
                </c:pt>
                <c:pt idx="491">
                  <c:v>20-12-2001</c:v>
                </c:pt>
                <c:pt idx="492">
                  <c:v>21-12-2001</c:v>
                </c:pt>
                <c:pt idx="493">
                  <c:v>24-12-2001</c:v>
                </c:pt>
                <c:pt idx="494">
                  <c:v>26-12-2001</c:v>
                </c:pt>
                <c:pt idx="495">
                  <c:v>27-12-2001</c:v>
                </c:pt>
                <c:pt idx="496">
                  <c:v>28-12-2001</c:v>
                </c:pt>
                <c:pt idx="497">
                  <c:v>31-12-2001</c:v>
                </c:pt>
                <c:pt idx="498">
                  <c:v>01-01-2002</c:v>
                </c:pt>
                <c:pt idx="499">
                  <c:v>02-01-2002</c:v>
                </c:pt>
                <c:pt idx="500">
                  <c:v>03-01-2002</c:v>
                </c:pt>
                <c:pt idx="501">
                  <c:v>04-01-2002</c:v>
                </c:pt>
                <c:pt idx="502">
                  <c:v>07-01-2002</c:v>
                </c:pt>
                <c:pt idx="503">
                  <c:v>08-01-2002</c:v>
                </c:pt>
                <c:pt idx="504">
                  <c:v>09-01-2002</c:v>
                </c:pt>
                <c:pt idx="505">
                  <c:v>10-01-2002</c:v>
                </c:pt>
                <c:pt idx="506">
                  <c:v>11-01-2002</c:v>
                </c:pt>
                <c:pt idx="507">
                  <c:v>14-01-2002</c:v>
                </c:pt>
                <c:pt idx="508">
                  <c:v>15-01-2002</c:v>
                </c:pt>
                <c:pt idx="509">
                  <c:v>16-01-2002</c:v>
                </c:pt>
                <c:pt idx="510">
                  <c:v>17-01-2002</c:v>
                </c:pt>
                <c:pt idx="511">
                  <c:v>18-01-2002</c:v>
                </c:pt>
                <c:pt idx="512">
                  <c:v>21-01-2002</c:v>
                </c:pt>
                <c:pt idx="513">
                  <c:v>22-01-2002</c:v>
                </c:pt>
                <c:pt idx="514">
                  <c:v>23-01-2002</c:v>
                </c:pt>
                <c:pt idx="515">
                  <c:v>24-01-2002</c:v>
                </c:pt>
                <c:pt idx="516">
                  <c:v>25-01-2002</c:v>
                </c:pt>
                <c:pt idx="517">
                  <c:v>28-01-2002</c:v>
                </c:pt>
                <c:pt idx="518">
                  <c:v>29-01-2002</c:v>
                </c:pt>
                <c:pt idx="519">
                  <c:v>30-01-2002</c:v>
                </c:pt>
                <c:pt idx="520">
                  <c:v>31-01-2002</c:v>
                </c:pt>
                <c:pt idx="521">
                  <c:v>01-02-2002</c:v>
                </c:pt>
                <c:pt idx="522">
                  <c:v>04-02-2002</c:v>
                </c:pt>
                <c:pt idx="523">
                  <c:v>05-02-2002</c:v>
                </c:pt>
                <c:pt idx="524">
                  <c:v>06-02-2002</c:v>
                </c:pt>
                <c:pt idx="525">
                  <c:v>07-02-2002</c:v>
                </c:pt>
                <c:pt idx="526">
                  <c:v>08-02-2002</c:v>
                </c:pt>
                <c:pt idx="527">
                  <c:v>11-02-2002</c:v>
                </c:pt>
                <c:pt idx="528">
                  <c:v>12-02-2002</c:v>
                </c:pt>
                <c:pt idx="529">
                  <c:v>13-02-2002</c:v>
                </c:pt>
                <c:pt idx="530">
                  <c:v>14-02-2002</c:v>
                </c:pt>
                <c:pt idx="531">
                  <c:v>15-02-2002</c:v>
                </c:pt>
                <c:pt idx="532">
                  <c:v>18-02-2002</c:v>
                </c:pt>
                <c:pt idx="533">
                  <c:v>19-02-2002</c:v>
                </c:pt>
                <c:pt idx="534">
                  <c:v>20-02-2002</c:v>
                </c:pt>
                <c:pt idx="535">
                  <c:v>21-02-2002</c:v>
                </c:pt>
                <c:pt idx="536">
                  <c:v>22-02-2002</c:v>
                </c:pt>
                <c:pt idx="537">
                  <c:v>25-02-2002</c:v>
                </c:pt>
                <c:pt idx="538">
                  <c:v>26-02-2002</c:v>
                </c:pt>
                <c:pt idx="539">
                  <c:v>27-02-2002</c:v>
                </c:pt>
                <c:pt idx="540">
                  <c:v>28-02-2002</c:v>
                </c:pt>
                <c:pt idx="541">
                  <c:v>01-03-2002</c:v>
                </c:pt>
                <c:pt idx="542">
                  <c:v>04-03-2002</c:v>
                </c:pt>
                <c:pt idx="543">
                  <c:v>05-03-2002</c:v>
                </c:pt>
                <c:pt idx="544">
                  <c:v>06-03-2002</c:v>
                </c:pt>
                <c:pt idx="545">
                  <c:v>07-03-2002</c:v>
                </c:pt>
                <c:pt idx="546">
                  <c:v>08-03-2002</c:v>
                </c:pt>
                <c:pt idx="547">
                  <c:v>11-03-2002</c:v>
                </c:pt>
                <c:pt idx="548">
                  <c:v>12-03-2002</c:v>
                </c:pt>
                <c:pt idx="549">
                  <c:v>13-03-2002</c:v>
                </c:pt>
                <c:pt idx="550">
                  <c:v>14-03-2002</c:v>
                </c:pt>
                <c:pt idx="551">
                  <c:v>15-03-2002</c:v>
                </c:pt>
                <c:pt idx="552">
                  <c:v>18-03-2002</c:v>
                </c:pt>
                <c:pt idx="553">
                  <c:v>19-03-2002</c:v>
                </c:pt>
                <c:pt idx="554">
                  <c:v>20-03-2002</c:v>
                </c:pt>
                <c:pt idx="555">
                  <c:v>21-03-2002</c:v>
                </c:pt>
                <c:pt idx="556">
                  <c:v>22-03-2002</c:v>
                </c:pt>
                <c:pt idx="557">
                  <c:v>26-03-2002</c:v>
                </c:pt>
                <c:pt idx="558">
                  <c:v>27-03-2002</c:v>
                </c:pt>
                <c:pt idx="559">
                  <c:v>28-03-2002</c:v>
                </c:pt>
                <c:pt idx="560">
                  <c:v>01-04-2002</c:v>
                </c:pt>
                <c:pt idx="561">
                  <c:v>02-04-2002</c:v>
                </c:pt>
                <c:pt idx="562">
                  <c:v>03-04-2002</c:v>
                </c:pt>
                <c:pt idx="563">
                  <c:v>04-04-2002</c:v>
                </c:pt>
                <c:pt idx="564">
                  <c:v>05-04-2002</c:v>
                </c:pt>
                <c:pt idx="565">
                  <c:v>08-04-2002</c:v>
                </c:pt>
                <c:pt idx="566">
                  <c:v>09-04-2002</c:v>
                </c:pt>
                <c:pt idx="567">
                  <c:v>10-04-2002</c:v>
                </c:pt>
                <c:pt idx="568">
                  <c:v>11-04-2002</c:v>
                </c:pt>
                <c:pt idx="569">
                  <c:v>12-04-2002</c:v>
                </c:pt>
                <c:pt idx="570">
                  <c:v>15-04-2002</c:v>
                </c:pt>
                <c:pt idx="571">
                  <c:v>16-04-2002</c:v>
                </c:pt>
                <c:pt idx="572">
                  <c:v>17-04-2002</c:v>
                </c:pt>
                <c:pt idx="573">
                  <c:v>18-04-2002</c:v>
                </c:pt>
                <c:pt idx="574">
                  <c:v>19-04-2002</c:v>
                </c:pt>
                <c:pt idx="575">
                  <c:v>22-04-2002</c:v>
                </c:pt>
                <c:pt idx="576">
                  <c:v>23-04-2002</c:v>
                </c:pt>
                <c:pt idx="577">
                  <c:v>24-04-2002</c:v>
                </c:pt>
                <c:pt idx="578">
                  <c:v>25-04-2002</c:v>
                </c:pt>
                <c:pt idx="579">
                  <c:v>26-04-2002</c:v>
                </c:pt>
                <c:pt idx="580">
                  <c:v>29-04-2002</c:v>
                </c:pt>
                <c:pt idx="581">
                  <c:v>30-04-2002</c:v>
                </c:pt>
                <c:pt idx="582">
                  <c:v>02-05-2002</c:v>
                </c:pt>
                <c:pt idx="583">
                  <c:v>03-05-2002</c:v>
                </c:pt>
                <c:pt idx="584">
                  <c:v>06-05-2002</c:v>
                </c:pt>
                <c:pt idx="585">
                  <c:v>07-05-2002</c:v>
                </c:pt>
                <c:pt idx="586">
                  <c:v>08-05-2002</c:v>
                </c:pt>
                <c:pt idx="587">
                  <c:v>09-05-2002</c:v>
                </c:pt>
                <c:pt idx="588">
                  <c:v>10-05-2002</c:v>
                </c:pt>
                <c:pt idx="589">
                  <c:v>13-05-2002</c:v>
                </c:pt>
                <c:pt idx="590">
                  <c:v>14-05-2002</c:v>
                </c:pt>
                <c:pt idx="591">
                  <c:v>15-05-2002</c:v>
                </c:pt>
                <c:pt idx="592">
                  <c:v>16-05-2002</c:v>
                </c:pt>
                <c:pt idx="593">
                  <c:v>17-05-2002</c:v>
                </c:pt>
                <c:pt idx="594">
                  <c:v>20-05-2002</c:v>
                </c:pt>
                <c:pt idx="595">
                  <c:v>21-05-2002</c:v>
                </c:pt>
                <c:pt idx="596">
                  <c:v>22-05-2002</c:v>
                </c:pt>
                <c:pt idx="597">
                  <c:v>23-05-2002</c:v>
                </c:pt>
                <c:pt idx="598">
                  <c:v>24-05-2002</c:v>
                </c:pt>
                <c:pt idx="599">
                  <c:v>27-05-2002</c:v>
                </c:pt>
                <c:pt idx="600">
                  <c:v>28-05-2002</c:v>
                </c:pt>
                <c:pt idx="601">
                  <c:v>29-05-2002</c:v>
                </c:pt>
                <c:pt idx="602">
                  <c:v>30-05-2002</c:v>
                </c:pt>
                <c:pt idx="603">
                  <c:v>31-05-2002</c:v>
                </c:pt>
                <c:pt idx="604">
                  <c:v>03-06-2002</c:v>
                </c:pt>
                <c:pt idx="605">
                  <c:v>04-06-2002</c:v>
                </c:pt>
                <c:pt idx="606">
                  <c:v>05-06-2002</c:v>
                </c:pt>
                <c:pt idx="607">
                  <c:v>06-06-2002</c:v>
                </c:pt>
                <c:pt idx="608">
                  <c:v>07-06-2002</c:v>
                </c:pt>
                <c:pt idx="609">
                  <c:v>10-06-2002</c:v>
                </c:pt>
                <c:pt idx="610">
                  <c:v>11-06-2002</c:v>
                </c:pt>
                <c:pt idx="611">
                  <c:v>12-06-2002</c:v>
                </c:pt>
                <c:pt idx="612">
                  <c:v>13-06-2002</c:v>
                </c:pt>
                <c:pt idx="613">
                  <c:v>14-06-2002</c:v>
                </c:pt>
                <c:pt idx="614">
                  <c:v>17-06-2002</c:v>
                </c:pt>
                <c:pt idx="615">
                  <c:v>18-06-2002</c:v>
                </c:pt>
                <c:pt idx="616">
                  <c:v>19-06-2002</c:v>
                </c:pt>
                <c:pt idx="617">
                  <c:v>20-06-2002</c:v>
                </c:pt>
                <c:pt idx="618">
                  <c:v>21-06-2002</c:v>
                </c:pt>
                <c:pt idx="619">
                  <c:v>24-06-2002</c:v>
                </c:pt>
                <c:pt idx="620">
                  <c:v>25-06-2002</c:v>
                </c:pt>
                <c:pt idx="621">
                  <c:v>26-06-2002</c:v>
                </c:pt>
                <c:pt idx="622">
                  <c:v>27-06-2002</c:v>
                </c:pt>
                <c:pt idx="623">
                  <c:v>28-06-2002</c:v>
                </c:pt>
                <c:pt idx="624">
                  <c:v>01-07-2002</c:v>
                </c:pt>
                <c:pt idx="625">
                  <c:v>02-07-2002</c:v>
                </c:pt>
                <c:pt idx="626">
                  <c:v>03-07-2002</c:v>
                </c:pt>
                <c:pt idx="627">
                  <c:v>04-07-2002</c:v>
                </c:pt>
                <c:pt idx="628">
                  <c:v>05-07-2002</c:v>
                </c:pt>
                <c:pt idx="629">
                  <c:v>08-07-2002</c:v>
                </c:pt>
                <c:pt idx="630">
                  <c:v>09-07-2002</c:v>
                </c:pt>
                <c:pt idx="631">
                  <c:v>10-07-2002</c:v>
                </c:pt>
                <c:pt idx="632">
                  <c:v>11-07-2002</c:v>
                </c:pt>
                <c:pt idx="633">
                  <c:v>12-07-2002</c:v>
                </c:pt>
                <c:pt idx="634">
                  <c:v>15-07-2002</c:v>
                </c:pt>
                <c:pt idx="635">
                  <c:v>16-07-2002</c:v>
                </c:pt>
                <c:pt idx="636">
                  <c:v>17-07-2002</c:v>
                </c:pt>
                <c:pt idx="637">
                  <c:v>18-07-2002</c:v>
                </c:pt>
                <c:pt idx="638">
                  <c:v>19-07-2002</c:v>
                </c:pt>
                <c:pt idx="639">
                  <c:v>22-07-2002</c:v>
                </c:pt>
                <c:pt idx="640">
                  <c:v>23-07-2002</c:v>
                </c:pt>
                <c:pt idx="641">
                  <c:v>24-07-2002</c:v>
                </c:pt>
                <c:pt idx="642">
                  <c:v>25-07-2002</c:v>
                </c:pt>
                <c:pt idx="643">
                  <c:v>26-07-2002</c:v>
                </c:pt>
                <c:pt idx="644">
                  <c:v>29-07-2002</c:v>
                </c:pt>
                <c:pt idx="645">
                  <c:v>30-07-2002</c:v>
                </c:pt>
                <c:pt idx="646">
                  <c:v>31-07-2002</c:v>
                </c:pt>
                <c:pt idx="647">
                  <c:v>01-08-2002</c:v>
                </c:pt>
                <c:pt idx="648">
                  <c:v>02-08-2002</c:v>
                </c:pt>
                <c:pt idx="649">
                  <c:v>05-08-2002</c:v>
                </c:pt>
                <c:pt idx="650">
                  <c:v>06-08-2002</c:v>
                </c:pt>
                <c:pt idx="651">
                  <c:v>07-08-2002</c:v>
                </c:pt>
                <c:pt idx="652">
                  <c:v>08-08-2002</c:v>
                </c:pt>
                <c:pt idx="653">
                  <c:v>09-08-2002</c:v>
                </c:pt>
                <c:pt idx="654">
                  <c:v>12-08-2002</c:v>
                </c:pt>
                <c:pt idx="655">
                  <c:v>13-08-2002</c:v>
                </c:pt>
                <c:pt idx="656">
                  <c:v>14-08-2002</c:v>
                </c:pt>
                <c:pt idx="657">
                  <c:v>16-08-2002</c:v>
                </c:pt>
                <c:pt idx="658">
                  <c:v>19-08-2002</c:v>
                </c:pt>
                <c:pt idx="659">
                  <c:v>20-08-2002</c:v>
                </c:pt>
                <c:pt idx="660">
                  <c:v>21-08-2002</c:v>
                </c:pt>
                <c:pt idx="661">
                  <c:v>22-08-2002</c:v>
                </c:pt>
                <c:pt idx="662">
                  <c:v>23-08-2002</c:v>
                </c:pt>
                <c:pt idx="663">
                  <c:v>26-08-2002</c:v>
                </c:pt>
                <c:pt idx="664">
                  <c:v>27-08-2002</c:v>
                </c:pt>
                <c:pt idx="665">
                  <c:v>28-08-2002</c:v>
                </c:pt>
                <c:pt idx="666">
                  <c:v>29-08-2002</c:v>
                </c:pt>
                <c:pt idx="667">
                  <c:v>30-08-2002</c:v>
                </c:pt>
                <c:pt idx="668">
                  <c:v>02-09-2002</c:v>
                </c:pt>
                <c:pt idx="669">
                  <c:v>03-09-2002</c:v>
                </c:pt>
                <c:pt idx="670">
                  <c:v>04-09-2002</c:v>
                </c:pt>
                <c:pt idx="671">
                  <c:v>05-09-2002</c:v>
                </c:pt>
                <c:pt idx="672">
                  <c:v>06-09-2002</c:v>
                </c:pt>
                <c:pt idx="673">
                  <c:v>09-09-2002</c:v>
                </c:pt>
                <c:pt idx="674">
                  <c:v>11-09-2002</c:v>
                </c:pt>
                <c:pt idx="675">
                  <c:v>12-09-2002</c:v>
                </c:pt>
                <c:pt idx="676">
                  <c:v>13-09-2002</c:v>
                </c:pt>
                <c:pt idx="677">
                  <c:v>16-09-2002</c:v>
                </c:pt>
                <c:pt idx="678">
                  <c:v>17-09-2002</c:v>
                </c:pt>
                <c:pt idx="679">
                  <c:v>18-09-2002</c:v>
                </c:pt>
                <c:pt idx="680">
                  <c:v>19-09-2002</c:v>
                </c:pt>
                <c:pt idx="681">
                  <c:v>20-09-2002</c:v>
                </c:pt>
                <c:pt idx="682">
                  <c:v>23-09-2002</c:v>
                </c:pt>
                <c:pt idx="683">
                  <c:v>24-09-2002</c:v>
                </c:pt>
                <c:pt idx="684">
                  <c:v>25-09-2002</c:v>
                </c:pt>
                <c:pt idx="685">
                  <c:v>26-09-2002</c:v>
                </c:pt>
                <c:pt idx="686">
                  <c:v>27-09-2002</c:v>
                </c:pt>
                <c:pt idx="687">
                  <c:v>30-09-2002</c:v>
                </c:pt>
                <c:pt idx="688">
                  <c:v>01-10-2002</c:v>
                </c:pt>
                <c:pt idx="689">
                  <c:v>03-10-2002</c:v>
                </c:pt>
                <c:pt idx="690">
                  <c:v>04-10-2002</c:v>
                </c:pt>
                <c:pt idx="691">
                  <c:v>07-10-2002</c:v>
                </c:pt>
                <c:pt idx="692">
                  <c:v>08-10-2002</c:v>
                </c:pt>
                <c:pt idx="693">
                  <c:v>09-10-2002</c:v>
                </c:pt>
                <c:pt idx="694">
                  <c:v>10-10-2002</c:v>
                </c:pt>
                <c:pt idx="695">
                  <c:v>11-10-2002</c:v>
                </c:pt>
                <c:pt idx="696">
                  <c:v>14-10-2002</c:v>
                </c:pt>
                <c:pt idx="697">
                  <c:v>16-10-2002</c:v>
                </c:pt>
                <c:pt idx="698">
                  <c:v>17-10-2002</c:v>
                </c:pt>
                <c:pt idx="699">
                  <c:v>18-10-2002</c:v>
                </c:pt>
                <c:pt idx="700">
                  <c:v>21-10-2002</c:v>
                </c:pt>
                <c:pt idx="701">
                  <c:v>22-10-2002</c:v>
                </c:pt>
                <c:pt idx="702">
                  <c:v>23-10-2002</c:v>
                </c:pt>
                <c:pt idx="703">
                  <c:v>24-10-2002</c:v>
                </c:pt>
                <c:pt idx="704">
                  <c:v>25-10-2002</c:v>
                </c:pt>
                <c:pt idx="705">
                  <c:v>28-10-2002</c:v>
                </c:pt>
                <c:pt idx="706">
                  <c:v>29-10-2002</c:v>
                </c:pt>
                <c:pt idx="707">
                  <c:v>30-10-2002</c:v>
                </c:pt>
                <c:pt idx="708">
                  <c:v>31-10-2002</c:v>
                </c:pt>
                <c:pt idx="709">
                  <c:v>01-11-2002</c:v>
                </c:pt>
                <c:pt idx="710">
                  <c:v>04-11-2002</c:v>
                </c:pt>
                <c:pt idx="711">
                  <c:v>05-11-2002</c:v>
                </c:pt>
                <c:pt idx="712">
                  <c:v>07-11-2002</c:v>
                </c:pt>
                <c:pt idx="713">
                  <c:v>08-11-2002</c:v>
                </c:pt>
                <c:pt idx="714">
                  <c:v>11-11-2002</c:v>
                </c:pt>
                <c:pt idx="715">
                  <c:v>12-11-2002</c:v>
                </c:pt>
                <c:pt idx="716">
                  <c:v>13-11-2002</c:v>
                </c:pt>
                <c:pt idx="717">
                  <c:v>14-11-2002</c:v>
                </c:pt>
                <c:pt idx="718">
                  <c:v>15-11-2002</c:v>
                </c:pt>
                <c:pt idx="719">
                  <c:v>18-11-2002</c:v>
                </c:pt>
                <c:pt idx="720">
                  <c:v>20-11-2002</c:v>
                </c:pt>
                <c:pt idx="721">
                  <c:v>21-11-2002</c:v>
                </c:pt>
                <c:pt idx="722">
                  <c:v>22-11-2002</c:v>
                </c:pt>
                <c:pt idx="723">
                  <c:v>25-11-2002</c:v>
                </c:pt>
                <c:pt idx="724">
                  <c:v>26-11-2002</c:v>
                </c:pt>
                <c:pt idx="725">
                  <c:v>27-11-2002</c:v>
                </c:pt>
                <c:pt idx="726">
                  <c:v>28-11-2002</c:v>
                </c:pt>
                <c:pt idx="727">
                  <c:v>29-11-2002</c:v>
                </c:pt>
                <c:pt idx="728">
                  <c:v>02-12-2002</c:v>
                </c:pt>
                <c:pt idx="729">
                  <c:v>03-12-2002</c:v>
                </c:pt>
                <c:pt idx="730">
                  <c:v>04-12-2002</c:v>
                </c:pt>
                <c:pt idx="731">
                  <c:v>05-12-2002</c:v>
                </c:pt>
                <c:pt idx="732">
                  <c:v>06-12-2002</c:v>
                </c:pt>
                <c:pt idx="733">
                  <c:v>09-12-2002</c:v>
                </c:pt>
                <c:pt idx="734">
                  <c:v>10-12-2002</c:v>
                </c:pt>
                <c:pt idx="735">
                  <c:v>11-12-2002</c:v>
                </c:pt>
                <c:pt idx="736">
                  <c:v>12-12-2002</c:v>
                </c:pt>
                <c:pt idx="737">
                  <c:v>13-12-2002</c:v>
                </c:pt>
                <c:pt idx="738">
                  <c:v>16-12-2002</c:v>
                </c:pt>
                <c:pt idx="739">
                  <c:v>17-12-2002</c:v>
                </c:pt>
                <c:pt idx="740">
                  <c:v>18-12-2002</c:v>
                </c:pt>
                <c:pt idx="741">
                  <c:v>19-12-2002</c:v>
                </c:pt>
                <c:pt idx="742">
                  <c:v>20-12-2002</c:v>
                </c:pt>
                <c:pt idx="743">
                  <c:v>23-12-2002</c:v>
                </c:pt>
                <c:pt idx="744">
                  <c:v>24-12-2002</c:v>
                </c:pt>
                <c:pt idx="745">
                  <c:v>26-12-2002</c:v>
                </c:pt>
                <c:pt idx="746">
                  <c:v>27-12-2002</c:v>
                </c:pt>
                <c:pt idx="747">
                  <c:v>30-12-2002</c:v>
                </c:pt>
                <c:pt idx="748">
                  <c:v>31-12-2002</c:v>
                </c:pt>
                <c:pt idx="749">
                  <c:v>01-01-2003</c:v>
                </c:pt>
                <c:pt idx="750">
                  <c:v>02-01-2003</c:v>
                </c:pt>
                <c:pt idx="751">
                  <c:v>03-01-2003</c:v>
                </c:pt>
                <c:pt idx="752">
                  <c:v>06-01-2003</c:v>
                </c:pt>
                <c:pt idx="753">
                  <c:v>07-01-2003</c:v>
                </c:pt>
                <c:pt idx="754">
                  <c:v>08-01-2003</c:v>
                </c:pt>
                <c:pt idx="755">
                  <c:v>09-01-2003</c:v>
                </c:pt>
                <c:pt idx="756">
                  <c:v>10-01-2003</c:v>
                </c:pt>
                <c:pt idx="757">
                  <c:v>13-01-2003</c:v>
                </c:pt>
                <c:pt idx="758">
                  <c:v>14-01-2003</c:v>
                </c:pt>
                <c:pt idx="759">
                  <c:v>15-01-2003</c:v>
                </c:pt>
                <c:pt idx="760">
                  <c:v>16-01-2003</c:v>
                </c:pt>
                <c:pt idx="761">
                  <c:v>17-01-2003</c:v>
                </c:pt>
                <c:pt idx="762">
                  <c:v>20-01-2003</c:v>
                </c:pt>
                <c:pt idx="763">
                  <c:v>21-01-2003</c:v>
                </c:pt>
                <c:pt idx="764">
                  <c:v>22-01-2003</c:v>
                </c:pt>
                <c:pt idx="765">
                  <c:v>23-01-2003</c:v>
                </c:pt>
                <c:pt idx="766">
                  <c:v>24-01-2003</c:v>
                </c:pt>
                <c:pt idx="767">
                  <c:v>27-01-2003</c:v>
                </c:pt>
                <c:pt idx="768">
                  <c:v>28-01-2003</c:v>
                </c:pt>
                <c:pt idx="769">
                  <c:v>29-01-2003</c:v>
                </c:pt>
                <c:pt idx="770">
                  <c:v>30-01-2003</c:v>
                </c:pt>
                <c:pt idx="771">
                  <c:v>31-01-2003</c:v>
                </c:pt>
                <c:pt idx="772">
                  <c:v>03-02-2003</c:v>
                </c:pt>
                <c:pt idx="773">
                  <c:v>04-02-2003</c:v>
                </c:pt>
                <c:pt idx="774">
                  <c:v>05-02-2003</c:v>
                </c:pt>
                <c:pt idx="775">
                  <c:v>06-02-2003</c:v>
                </c:pt>
                <c:pt idx="776">
                  <c:v>07-02-2003</c:v>
                </c:pt>
                <c:pt idx="777">
                  <c:v>10-02-2003</c:v>
                </c:pt>
                <c:pt idx="778">
                  <c:v>11-02-2003</c:v>
                </c:pt>
                <c:pt idx="779">
                  <c:v>12-02-2003</c:v>
                </c:pt>
                <c:pt idx="780">
                  <c:v>14-02-2003</c:v>
                </c:pt>
                <c:pt idx="781">
                  <c:v>17-02-2003</c:v>
                </c:pt>
                <c:pt idx="782">
                  <c:v>18-02-2003</c:v>
                </c:pt>
                <c:pt idx="783">
                  <c:v>19-02-2003</c:v>
                </c:pt>
                <c:pt idx="784">
                  <c:v>20-02-2003</c:v>
                </c:pt>
                <c:pt idx="785">
                  <c:v>21-02-2003</c:v>
                </c:pt>
                <c:pt idx="786">
                  <c:v>24-02-2003</c:v>
                </c:pt>
                <c:pt idx="787">
                  <c:v>25-02-2003</c:v>
                </c:pt>
                <c:pt idx="788">
                  <c:v>26-02-2003</c:v>
                </c:pt>
                <c:pt idx="789">
                  <c:v>27-02-2003</c:v>
                </c:pt>
                <c:pt idx="790">
                  <c:v>28-02-2003</c:v>
                </c:pt>
                <c:pt idx="791">
                  <c:v>03-03-2003</c:v>
                </c:pt>
                <c:pt idx="792">
                  <c:v>04-03-2003</c:v>
                </c:pt>
                <c:pt idx="793">
                  <c:v>05-03-2003</c:v>
                </c:pt>
                <c:pt idx="794">
                  <c:v>06-03-2003</c:v>
                </c:pt>
                <c:pt idx="795">
                  <c:v>07-03-2003</c:v>
                </c:pt>
                <c:pt idx="796">
                  <c:v>10-03-2003</c:v>
                </c:pt>
                <c:pt idx="797">
                  <c:v>11-03-2003</c:v>
                </c:pt>
                <c:pt idx="798">
                  <c:v>12-03-2003</c:v>
                </c:pt>
                <c:pt idx="799">
                  <c:v>13-03-2003</c:v>
                </c:pt>
                <c:pt idx="800">
                  <c:v>17-03-2003</c:v>
                </c:pt>
                <c:pt idx="801">
                  <c:v>19-03-2003</c:v>
                </c:pt>
                <c:pt idx="802">
                  <c:v>20-03-2003</c:v>
                </c:pt>
                <c:pt idx="803">
                  <c:v>21-03-2003</c:v>
                </c:pt>
                <c:pt idx="804">
                  <c:v>22-03-2003</c:v>
                </c:pt>
                <c:pt idx="805">
                  <c:v>24-03-2003</c:v>
                </c:pt>
                <c:pt idx="806">
                  <c:v>25-03-2003</c:v>
                </c:pt>
                <c:pt idx="807">
                  <c:v>26-03-2003</c:v>
                </c:pt>
                <c:pt idx="808">
                  <c:v>27-03-2003</c:v>
                </c:pt>
                <c:pt idx="809">
                  <c:v>28-03-2003</c:v>
                </c:pt>
                <c:pt idx="810">
                  <c:v>31-03-2003</c:v>
                </c:pt>
                <c:pt idx="811">
                  <c:v>01-04-2003</c:v>
                </c:pt>
                <c:pt idx="812">
                  <c:v>02-04-2003</c:v>
                </c:pt>
                <c:pt idx="813">
                  <c:v>03-04-2003</c:v>
                </c:pt>
                <c:pt idx="814">
                  <c:v>04-04-2003</c:v>
                </c:pt>
                <c:pt idx="815">
                  <c:v>07-04-2003</c:v>
                </c:pt>
                <c:pt idx="816">
                  <c:v>08-04-2003</c:v>
                </c:pt>
                <c:pt idx="817">
                  <c:v>09-04-2003</c:v>
                </c:pt>
                <c:pt idx="818">
                  <c:v>10-04-2003</c:v>
                </c:pt>
                <c:pt idx="819">
                  <c:v>11-04-2003</c:v>
                </c:pt>
                <c:pt idx="820">
                  <c:v>15-04-2003</c:v>
                </c:pt>
                <c:pt idx="821">
                  <c:v>16-04-2003</c:v>
                </c:pt>
                <c:pt idx="822">
                  <c:v>17-04-2003</c:v>
                </c:pt>
                <c:pt idx="823">
                  <c:v>21-04-2003</c:v>
                </c:pt>
                <c:pt idx="824">
                  <c:v>22-04-2003</c:v>
                </c:pt>
                <c:pt idx="825">
                  <c:v>23-04-2003</c:v>
                </c:pt>
                <c:pt idx="826">
                  <c:v>24-04-2003</c:v>
                </c:pt>
                <c:pt idx="827">
                  <c:v>25-04-2003</c:v>
                </c:pt>
                <c:pt idx="828">
                  <c:v>28-04-2003</c:v>
                </c:pt>
                <c:pt idx="829">
                  <c:v>29-04-2003</c:v>
                </c:pt>
                <c:pt idx="830">
                  <c:v>30-04-2003</c:v>
                </c:pt>
                <c:pt idx="831">
                  <c:v>02-05-2003</c:v>
                </c:pt>
                <c:pt idx="832">
                  <c:v>05-05-2003</c:v>
                </c:pt>
                <c:pt idx="833">
                  <c:v>06-05-2003</c:v>
                </c:pt>
                <c:pt idx="834">
                  <c:v>07-05-2003</c:v>
                </c:pt>
                <c:pt idx="835">
                  <c:v>08-05-2003</c:v>
                </c:pt>
                <c:pt idx="836">
                  <c:v>09-05-2003</c:v>
                </c:pt>
                <c:pt idx="837">
                  <c:v>12-05-2003</c:v>
                </c:pt>
                <c:pt idx="838">
                  <c:v>13-05-2003</c:v>
                </c:pt>
                <c:pt idx="839">
                  <c:v>14-05-2003</c:v>
                </c:pt>
                <c:pt idx="840">
                  <c:v>15-05-2003</c:v>
                </c:pt>
                <c:pt idx="841">
                  <c:v>16-05-2003</c:v>
                </c:pt>
                <c:pt idx="842">
                  <c:v>19-05-2003</c:v>
                </c:pt>
                <c:pt idx="843">
                  <c:v>20-05-2003</c:v>
                </c:pt>
                <c:pt idx="844">
                  <c:v>21-05-2003</c:v>
                </c:pt>
                <c:pt idx="845">
                  <c:v>22-05-2003</c:v>
                </c:pt>
                <c:pt idx="846">
                  <c:v>23-05-2003</c:v>
                </c:pt>
                <c:pt idx="847">
                  <c:v>26-05-2003</c:v>
                </c:pt>
                <c:pt idx="848">
                  <c:v>27-05-2003</c:v>
                </c:pt>
                <c:pt idx="849">
                  <c:v>28-05-2003</c:v>
                </c:pt>
                <c:pt idx="850">
                  <c:v>29-05-2003</c:v>
                </c:pt>
                <c:pt idx="851">
                  <c:v>30-05-2003</c:v>
                </c:pt>
                <c:pt idx="852">
                  <c:v>02-06-2003</c:v>
                </c:pt>
                <c:pt idx="853">
                  <c:v>03-06-2003</c:v>
                </c:pt>
                <c:pt idx="854">
                  <c:v>04-06-2003</c:v>
                </c:pt>
                <c:pt idx="855">
                  <c:v>05-06-2003</c:v>
                </c:pt>
                <c:pt idx="856">
                  <c:v>06-06-2003</c:v>
                </c:pt>
                <c:pt idx="857">
                  <c:v>09-06-2003</c:v>
                </c:pt>
                <c:pt idx="858">
                  <c:v>10-06-2003</c:v>
                </c:pt>
                <c:pt idx="859">
                  <c:v>11-06-2003</c:v>
                </c:pt>
                <c:pt idx="860">
                  <c:v>12-06-2003</c:v>
                </c:pt>
                <c:pt idx="861">
                  <c:v>13-06-2003</c:v>
                </c:pt>
                <c:pt idx="862">
                  <c:v>16-06-2003</c:v>
                </c:pt>
                <c:pt idx="863">
                  <c:v>17-06-2003</c:v>
                </c:pt>
                <c:pt idx="864">
                  <c:v>18-06-2003</c:v>
                </c:pt>
                <c:pt idx="865">
                  <c:v>19-06-2003</c:v>
                </c:pt>
                <c:pt idx="866">
                  <c:v>20-06-2003</c:v>
                </c:pt>
                <c:pt idx="867">
                  <c:v>23-06-2003</c:v>
                </c:pt>
                <c:pt idx="868">
                  <c:v>24-06-2003</c:v>
                </c:pt>
                <c:pt idx="869">
                  <c:v>25-06-2003</c:v>
                </c:pt>
                <c:pt idx="870">
                  <c:v>26-06-2003</c:v>
                </c:pt>
                <c:pt idx="871">
                  <c:v>27-06-2003</c:v>
                </c:pt>
                <c:pt idx="872">
                  <c:v>30-06-2003</c:v>
                </c:pt>
                <c:pt idx="873">
                  <c:v>01-07-2003</c:v>
                </c:pt>
                <c:pt idx="874">
                  <c:v>02-07-2003</c:v>
                </c:pt>
                <c:pt idx="875">
                  <c:v>03-07-2003</c:v>
                </c:pt>
                <c:pt idx="876">
                  <c:v>04-07-2003</c:v>
                </c:pt>
                <c:pt idx="877">
                  <c:v>07-07-2003</c:v>
                </c:pt>
                <c:pt idx="878">
                  <c:v>08-07-2003</c:v>
                </c:pt>
                <c:pt idx="879">
                  <c:v>09-07-2003</c:v>
                </c:pt>
                <c:pt idx="880">
                  <c:v>10-07-2003</c:v>
                </c:pt>
                <c:pt idx="881">
                  <c:v>11-07-2003</c:v>
                </c:pt>
                <c:pt idx="882">
                  <c:v>14-07-2003</c:v>
                </c:pt>
                <c:pt idx="883">
                  <c:v>15-07-2003</c:v>
                </c:pt>
                <c:pt idx="884">
                  <c:v>16-07-2003</c:v>
                </c:pt>
                <c:pt idx="885">
                  <c:v>17-07-2003</c:v>
                </c:pt>
                <c:pt idx="886">
                  <c:v>18-07-2003</c:v>
                </c:pt>
                <c:pt idx="887">
                  <c:v>21-07-2003</c:v>
                </c:pt>
                <c:pt idx="888">
                  <c:v>22-07-2003</c:v>
                </c:pt>
                <c:pt idx="889">
                  <c:v>23-07-2003</c:v>
                </c:pt>
                <c:pt idx="890">
                  <c:v>24-07-2003</c:v>
                </c:pt>
                <c:pt idx="891">
                  <c:v>25-07-2003</c:v>
                </c:pt>
                <c:pt idx="892">
                  <c:v>28-07-2003</c:v>
                </c:pt>
                <c:pt idx="893">
                  <c:v>29-07-2003</c:v>
                </c:pt>
                <c:pt idx="894">
                  <c:v>30-07-2003</c:v>
                </c:pt>
                <c:pt idx="895">
                  <c:v>31-07-2003</c:v>
                </c:pt>
                <c:pt idx="896">
                  <c:v>01-08-2003</c:v>
                </c:pt>
                <c:pt idx="897">
                  <c:v>04-08-2003</c:v>
                </c:pt>
                <c:pt idx="898">
                  <c:v>05-08-2003</c:v>
                </c:pt>
                <c:pt idx="899">
                  <c:v>06-08-2003</c:v>
                </c:pt>
                <c:pt idx="900">
                  <c:v>07-08-2003</c:v>
                </c:pt>
                <c:pt idx="901">
                  <c:v>08-08-2003</c:v>
                </c:pt>
                <c:pt idx="902">
                  <c:v>11-08-2003</c:v>
                </c:pt>
                <c:pt idx="903">
                  <c:v>12-08-2003</c:v>
                </c:pt>
                <c:pt idx="904">
                  <c:v>13-08-2003</c:v>
                </c:pt>
                <c:pt idx="905">
                  <c:v>14-08-2003</c:v>
                </c:pt>
                <c:pt idx="906">
                  <c:v>18-08-2003</c:v>
                </c:pt>
                <c:pt idx="907">
                  <c:v>19-08-2003</c:v>
                </c:pt>
                <c:pt idx="908">
                  <c:v>20-08-2003</c:v>
                </c:pt>
                <c:pt idx="909">
                  <c:v>21-08-2003</c:v>
                </c:pt>
                <c:pt idx="910">
                  <c:v>22-08-2003</c:v>
                </c:pt>
                <c:pt idx="911">
                  <c:v>25-08-2003</c:v>
                </c:pt>
                <c:pt idx="912">
                  <c:v>26-08-2003</c:v>
                </c:pt>
                <c:pt idx="913">
                  <c:v>27-08-2003</c:v>
                </c:pt>
                <c:pt idx="914">
                  <c:v>28-08-2003</c:v>
                </c:pt>
                <c:pt idx="915">
                  <c:v>29-08-2003</c:v>
                </c:pt>
                <c:pt idx="916">
                  <c:v>01-09-2003</c:v>
                </c:pt>
                <c:pt idx="917">
                  <c:v>02-09-2003</c:v>
                </c:pt>
                <c:pt idx="918">
                  <c:v>03-09-2003</c:v>
                </c:pt>
                <c:pt idx="919">
                  <c:v>04-09-2003</c:v>
                </c:pt>
                <c:pt idx="920">
                  <c:v>05-09-2003</c:v>
                </c:pt>
                <c:pt idx="921">
                  <c:v>08-09-2003</c:v>
                </c:pt>
                <c:pt idx="922">
                  <c:v>09-09-2003</c:v>
                </c:pt>
                <c:pt idx="923">
                  <c:v>10-09-2003</c:v>
                </c:pt>
                <c:pt idx="924">
                  <c:v>11-09-2003</c:v>
                </c:pt>
                <c:pt idx="925">
                  <c:v>12-09-2003</c:v>
                </c:pt>
                <c:pt idx="926">
                  <c:v>15-09-2003</c:v>
                </c:pt>
                <c:pt idx="927">
                  <c:v>16-09-2003</c:v>
                </c:pt>
                <c:pt idx="928">
                  <c:v>17-09-2003</c:v>
                </c:pt>
                <c:pt idx="929">
                  <c:v>18-09-2003</c:v>
                </c:pt>
                <c:pt idx="930">
                  <c:v>19-09-2003</c:v>
                </c:pt>
                <c:pt idx="931">
                  <c:v>22-09-2003</c:v>
                </c:pt>
                <c:pt idx="932">
                  <c:v>23-09-2003</c:v>
                </c:pt>
                <c:pt idx="933">
                  <c:v>24-09-2003</c:v>
                </c:pt>
                <c:pt idx="934">
                  <c:v>25-09-2003</c:v>
                </c:pt>
                <c:pt idx="935">
                  <c:v>26-09-2003</c:v>
                </c:pt>
                <c:pt idx="936">
                  <c:v>29-09-2003</c:v>
                </c:pt>
                <c:pt idx="937">
                  <c:v>30-09-2003</c:v>
                </c:pt>
                <c:pt idx="938">
                  <c:v>01-10-2003</c:v>
                </c:pt>
                <c:pt idx="939">
                  <c:v>03-10-2003</c:v>
                </c:pt>
                <c:pt idx="940">
                  <c:v>06-10-2003</c:v>
                </c:pt>
                <c:pt idx="941">
                  <c:v>07-10-2003</c:v>
                </c:pt>
                <c:pt idx="942">
                  <c:v>08-10-2003</c:v>
                </c:pt>
                <c:pt idx="943">
                  <c:v>09-10-2003</c:v>
                </c:pt>
                <c:pt idx="944">
                  <c:v>10-10-2003</c:v>
                </c:pt>
                <c:pt idx="945">
                  <c:v>13-10-2003</c:v>
                </c:pt>
                <c:pt idx="946">
                  <c:v>14-10-2003</c:v>
                </c:pt>
                <c:pt idx="947">
                  <c:v>15-10-2003</c:v>
                </c:pt>
                <c:pt idx="948">
                  <c:v>16-10-2003</c:v>
                </c:pt>
                <c:pt idx="949">
                  <c:v>17-10-2003</c:v>
                </c:pt>
                <c:pt idx="950">
                  <c:v>20-10-2003</c:v>
                </c:pt>
                <c:pt idx="951">
                  <c:v>21-10-2003</c:v>
                </c:pt>
                <c:pt idx="952">
                  <c:v>22-10-2003</c:v>
                </c:pt>
                <c:pt idx="953">
                  <c:v>23-10-2003</c:v>
                </c:pt>
                <c:pt idx="954">
                  <c:v>24-10-2003</c:v>
                </c:pt>
                <c:pt idx="955">
                  <c:v>25-10-2003</c:v>
                </c:pt>
                <c:pt idx="956">
                  <c:v>27-10-2003</c:v>
                </c:pt>
                <c:pt idx="957">
                  <c:v>28-10-2003</c:v>
                </c:pt>
                <c:pt idx="958">
                  <c:v>29-10-2003</c:v>
                </c:pt>
                <c:pt idx="959">
                  <c:v>30-10-2003</c:v>
                </c:pt>
                <c:pt idx="960">
                  <c:v>31-10-2003</c:v>
                </c:pt>
                <c:pt idx="961">
                  <c:v>03-11-2003</c:v>
                </c:pt>
                <c:pt idx="962">
                  <c:v>04-11-2003</c:v>
                </c:pt>
                <c:pt idx="963">
                  <c:v>05-11-2003</c:v>
                </c:pt>
                <c:pt idx="964">
                  <c:v>06-11-2003</c:v>
                </c:pt>
                <c:pt idx="965">
                  <c:v>07-11-2003</c:v>
                </c:pt>
                <c:pt idx="966">
                  <c:v>10-11-2003</c:v>
                </c:pt>
                <c:pt idx="967">
                  <c:v>11-11-2003</c:v>
                </c:pt>
                <c:pt idx="968">
                  <c:v>12-11-2003</c:v>
                </c:pt>
                <c:pt idx="969">
                  <c:v>13-11-2003</c:v>
                </c:pt>
                <c:pt idx="970">
                  <c:v>14-11-2003</c:v>
                </c:pt>
                <c:pt idx="971">
                  <c:v>15-11-2003</c:v>
                </c:pt>
                <c:pt idx="972">
                  <c:v>17-11-2003</c:v>
                </c:pt>
                <c:pt idx="973">
                  <c:v>18-11-2003</c:v>
                </c:pt>
                <c:pt idx="974">
                  <c:v>19-11-2003</c:v>
                </c:pt>
                <c:pt idx="975">
                  <c:v>20-11-2003</c:v>
                </c:pt>
                <c:pt idx="976">
                  <c:v>21-11-2003</c:v>
                </c:pt>
                <c:pt idx="977">
                  <c:v>24-11-2003</c:v>
                </c:pt>
                <c:pt idx="978">
                  <c:v>25-11-2003</c:v>
                </c:pt>
                <c:pt idx="979">
                  <c:v>27-11-2003</c:v>
                </c:pt>
                <c:pt idx="980">
                  <c:v>28-11-2003</c:v>
                </c:pt>
                <c:pt idx="981">
                  <c:v>01-12-2003</c:v>
                </c:pt>
                <c:pt idx="982">
                  <c:v>02-12-2003</c:v>
                </c:pt>
                <c:pt idx="983">
                  <c:v>03-12-2003</c:v>
                </c:pt>
                <c:pt idx="984">
                  <c:v>04-12-2003</c:v>
                </c:pt>
                <c:pt idx="985">
                  <c:v>05-12-2003</c:v>
                </c:pt>
                <c:pt idx="986">
                  <c:v>08-12-2003</c:v>
                </c:pt>
                <c:pt idx="987">
                  <c:v>09-12-2003</c:v>
                </c:pt>
                <c:pt idx="988">
                  <c:v>10-12-2003</c:v>
                </c:pt>
                <c:pt idx="989">
                  <c:v>11-12-2003</c:v>
                </c:pt>
                <c:pt idx="990">
                  <c:v>12-12-2003</c:v>
                </c:pt>
                <c:pt idx="991">
                  <c:v>15-12-2003</c:v>
                </c:pt>
                <c:pt idx="992">
                  <c:v>16-12-2003</c:v>
                </c:pt>
                <c:pt idx="993">
                  <c:v>17-12-2003</c:v>
                </c:pt>
                <c:pt idx="994">
                  <c:v>18-12-2003</c:v>
                </c:pt>
                <c:pt idx="995">
                  <c:v>19-12-2003</c:v>
                </c:pt>
                <c:pt idx="996">
                  <c:v>22-12-2003</c:v>
                </c:pt>
                <c:pt idx="997">
                  <c:v>23-12-2003</c:v>
                </c:pt>
                <c:pt idx="998">
                  <c:v>24-12-2003</c:v>
                </c:pt>
                <c:pt idx="999">
                  <c:v>26-12-2003</c:v>
                </c:pt>
                <c:pt idx="1000">
                  <c:v>29-12-2003</c:v>
                </c:pt>
                <c:pt idx="1001">
                  <c:v>30-12-2003</c:v>
                </c:pt>
                <c:pt idx="1002">
                  <c:v>31-12-2003</c:v>
                </c:pt>
                <c:pt idx="1003">
                  <c:v>01-01-2004</c:v>
                </c:pt>
                <c:pt idx="1004">
                  <c:v>02-01-2004</c:v>
                </c:pt>
                <c:pt idx="1005">
                  <c:v>05-01-2004</c:v>
                </c:pt>
                <c:pt idx="1006">
                  <c:v>06-01-2004</c:v>
                </c:pt>
                <c:pt idx="1007">
                  <c:v>07-01-2004</c:v>
                </c:pt>
                <c:pt idx="1008">
                  <c:v>08-01-2004</c:v>
                </c:pt>
                <c:pt idx="1009">
                  <c:v>09-01-2004</c:v>
                </c:pt>
                <c:pt idx="1010">
                  <c:v>12-01-2004</c:v>
                </c:pt>
                <c:pt idx="1011">
                  <c:v>13-01-2004</c:v>
                </c:pt>
                <c:pt idx="1012">
                  <c:v>14-01-2004</c:v>
                </c:pt>
                <c:pt idx="1013">
                  <c:v>15-01-2004</c:v>
                </c:pt>
                <c:pt idx="1014">
                  <c:v>16-01-2004</c:v>
                </c:pt>
                <c:pt idx="1015">
                  <c:v>19-01-2004</c:v>
                </c:pt>
                <c:pt idx="1016">
                  <c:v>20-01-2004</c:v>
                </c:pt>
                <c:pt idx="1017">
                  <c:v>21-01-2004</c:v>
                </c:pt>
                <c:pt idx="1018">
                  <c:v>22-01-2004</c:v>
                </c:pt>
                <c:pt idx="1019">
                  <c:v>23-01-2004</c:v>
                </c:pt>
                <c:pt idx="1020">
                  <c:v>27-01-2004</c:v>
                </c:pt>
                <c:pt idx="1021">
                  <c:v>28-01-2004</c:v>
                </c:pt>
                <c:pt idx="1022">
                  <c:v>29-01-2004</c:v>
                </c:pt>
                <c:pt idx="1023">
                  <c:v>30-01-2004</c:v>
                </c:pt>
                <c:pt idx="1024">
                  <c:v>03-02-2004</c:v>
                </c:pt>
                <c:pt idx="1025">
                  <c:v>04-02-2004</c:v>
                </c:pt>
                <c:pt idx="1026">
                  <c:v>05-02-2004</c:v>
                </c:pt>
                <c:pt idx="1027">
                  <c:v>06-02-2004</c:v>
                </c:pt>
                <c:pt idx="1028">
                  <c:v>09-02-2004</c:v>
                </c:pt>
                <c:pt idx="1029">
                  <c:v>10-02-2004</c:v>
                </c:pt>
                <c:pt idx="1030">
                  <c:v>11-02-2004</c:v>
                </c:pt>
                <c:pt idx="1031">
                  <c:v>12-02-2004</c:v>
                </c:pt>
                <c:pt idx="1032">
                  <c:v>13-02-2004</c:v>
                </c:pt>
                <c:pt idx="1033">
                  <c:v>16-02-2004</c:v>
                </c:pt>
                <c:pt idx="1034">
                  <c:v>17-02-2004</c:v>
                </c:pt>
                <c:pt idx="1035">
                  <c:v>18-02-2004</c:v>
                </c:pt>
                <c:pt idx="1036">
                  <c:v>19-02-2004</c:v>
                </c:pt>
                <c:pt idx="1037">
                  <c:v>20-02-2004</c:v>
                </c:pt>
                <c:pt idx="1038">
                  <c:v>23-02-2004</c:v>
                </c:pt>
                <c:pt idx="1039">
                  <c:v>24-02-2004</c:v>
                </c:pt>
                <c:pt idx="1040">
                  <c:v>25-02-2004</c:v>
                </c:pt>
                <c:pt idx="1041">
                  <c:v>26-02-2004</c:v>
                </c:pt>
                <c:pt idx="1042">
                  <c:v>27-02-2004</c:v>
                </c:pt>
                <c:pt idx="1043">
                  <c:v>01-03-2004</c:v>
                </c:pt>
                <c:pt idx="1044">
                  <c:v>03-03-2004</c:v>
                </c:pt>
                <c:pt idx="1045">
                  <c:v>04-03-2004</c:v>
                </c:pt>
                <c:pt idx="1046">
                  <c:v>05-03-2004</c:v>
                </c:pt>
                <c:pt idx="1047">
                  <c:v>08-03-2004</c:v>
                </c:pt>
                <c:pt idx="1048">
                  <c:v>09-03-2004</c:v>
                </c:pt>
                <c:pt idx="1049">
                  <c:v>10-03-2004</c:v>
                </c:pt>
                <c:pt idx="1050">
                  <c:v>11-03-2004</c:v>
                </c:pt>
                <c:pt idx="1051">
                  <c:v>12-03-2004</c:v>
                </c:pt>
                <c:pt idx="1052">
                  <c:v>15-03-2004</c:v>
                </c:pt>
                <c:pt idx="1053">
                  <c:v>16-03-2004</c:v>
                </c:pt>
                <c:pt idx="1054">
                  <c:v>17-03-2004</c:v>
                </c:pt>
                <c:pt idx="1055">
                  <c:v>18-03-2004</c:v>
                </c:pt>
                <c:pt idx="1056">
                  <c:v>19-03-2004</c:v>
                </c:pt>
                <c:pt idx="1057">
                  <c:v>22-03-2004</c:v>
                </c:pt>
                <c:pt idx="1058">
                  <c:v>23-03-2004</c:v>
                </c:pt>
                <c:pt idx="1059">
                  <c:v>24-03-2004</c:v>
                </c:pt>
                <c:pt idx="1060">
                  <c:v>25-03-2004</c:v>
                </c:pt>
                <c:pt idx="1061">
                  <c:v>26-03-2004</c:v>
                </c:pt>
                <c:pt idx="1062">
                  <c:v>29-03-2004</c:v>
                </c:pt>
                <c:pt idx="1063">
                  <c:v>30-03-2004</c:v>
                </c:pt>
                <c:pt idx="1064">
                  <c:v>31-03-2004</c:v>
                </c:pt>
                <c:pt idx="1065">
                  <c:v>01-04-2004</c:v>
                </c:pt>
                <c:pt idx="1066">
                  <c:v>02-04-2004</c:v>
                </c:pt>
                <c:pt idx="1067">
                  <c:v>05-04-2004</c:v>
                </c:pt>
                <c:pt idx="1068">
                  <c:v>06-04-2004</c:v>
                </c:pt>
                <c:pt idx="1069">
                  <c:v>07-04-2004</c:v>
                </c:pt>
                <c:pt idx="1070">
                  <c:v>08-04-2004</c:v>
                </c:pt>
                <c:pt idx="1071">
                  <c:v>12-04-2004</c:v>
                </c:pt>
                <c:pt idx="1072">
                  <c:v>13-04-2004</c:v>
                </c:pt>
                <c:pt idx="1073">
                  <c:v>15-04-2004</c:v>
                </c:pt>
                <c:pt idx="1074">
                  <c:v>16-04-2004</c:v>
                </c:pt>
                <c:pt idx="1075">
                  <c:v>17-04-2004</c:v>
                </c:pt>
                <c:pt idx="1076">
                  <c:v>19-04-2004</c:v>
                </c:pt>
                <c:pt idx="1077">
                  <c:v>20-04-2004</c:v>
                </c:pt>
                <c:pt idx="1078">
                  <c:v>21-04-2004</c:v>
                </c:pt>
                <c:pt idx="1079">
                  <c:v>22-04-2004</c:v>
                </c:pt>
                <c:pt idx="1080">
                  <c:v>23-04-2004</c:v>
                </c:pt>
                <c:pt idx="1081">
                  <c:v>27-04-2004</c:v>
                </c:pt>
                <c:pt idx="1082">
                  <c:v>28-04-2004</c:v>
                </c:pt>
                <c:pt idx="1083">
                  <c:v>29-04-2004</c:v>
                </c:pt>
                <c:pt idx="1084">
                  <c:v>30-04-2004</c:v>
                </c:pt>
                <c:pt idx="1085">
                  <c:v>03-05-2004</c:v>
                </c:pt>
                <c:pt idx="1086">
                  <c:v>04-05-2004</c:v>
                </c:pt>
                <c:pt idx="1087">
                  <c:v>05-05-2004</c:v>
                </c:pt>
                <c:pt idx="1088">
                  <c:v>06-05-2004</c:v>
                </c:pt>
                <c:pt idx="1089">
                  <c:v>07-05-2004</c:v>
                </c:pt>
                <c:pt idx="1090">
                  <c:v>10-05-2004</c:v>
                </c:pt>
                <c:pt idx="1091">
                  <c:v>11-05-2004</c:v>
                </c:pt>
                <c:pt idx="1092">
                  <c:v>12-05-2004</c:v>
                </c:pt>
                <c:pt idx="1093">
                  <c:v>13-05-2004</c:v>
                </c:pt>
                <c:pt idx="1094">
                  <c:v>14-05-2004</c:v>
                </c:pt>
                <c:pt idx="1095">
                  <c:v>17-05-2004</c:v>
                </c:pt>
                <c:pt idx="1096">
                  <c:v>18-05-2004</c:v>
                </c:pt>
                <c:pt idx="1097">
                  <c:v>19-05-2004</c:v>
                </c:pt>
                <c:pt idx="1098">
                  <c:v>20-05-2004</c:v>
                </c:pt>
                <c:pt idx="1099">
                  <c:v>21-05-2004</c:v>
                </c:pt>
                <c:pt idx="1100">
                  <c:v>24-05-2004</c:v>
                </c:pt>
                <c:pt idx="1101">
                  <c:v>25-05-2004</c:v>
                </c:pt>
                <c:pt idx="1102">
                  <c:v>26-05-2004</c:v>
                </c:pt>
                <c:pt idx="1103">
                  <c:v>27-05-2004</c:v>
                </c:pt>
                <c:pt idx="1104">
                  <c:v>28-05-2004</c:v>
                </c:pt>
                <c:pt idx="1105">
                  <c:v>31-05-2004</c:v>
                </c:pt>
                <c:pt idx="1106">
                  <c:v>01-06-2004</c:v>
                </c:pt>
                <c:pt idx="1107">
                  <c:v>02-06-2004</c:v>
                </c:pt>
                <c:pt idx="1108">
                  <c:v>03-06-2004</c:v>
                </c:pt>
                <c:pt idx="1109">
                  <c:v>04-06-2004</c:v>
                </c:pt>
                <c:pt idx="1110">
                  <c:v>07-06-2004</c:v>
                </c:pt>
                <c:pt idx="1111">
                  <c:v>08-06-2004</c:v>
                </c:pt>
                <c:pt idx="1112">
                  <c:v>09-06-2004</c:v>
                </c:pt>
                <c:pt idx="1113">
                  <c:v>10-06-2004</c:v>
                </c:pt>
                <c:pt idx="1114">
                  <c:v>11-06-2004</c:v>
                </c:pt>
                <c:pt idx="1115">
                  <c:v>14-06-2004</c:v>
                </c:pt>
                <c:pt idx="1116">
                  <c:v>15-06-2004</c:v>
                </c:pt>
                <c:pt idx="1117">
                  <c:v>16-06-2004</c:v>
                </c:pt>
                <c:pt idx="1118">
                  <c:v>17-06-2004</c:v>
                </c:pt>
                <c:pt idx="1119">
                  <c:v>18-06-2004</c:v>
                </c:pt>
                <c:pt idx="1120">
                  <c:v>21-06-2004</c:v>
                </c:pt>
                <c:pt idx="1121">
                  <c:v>22-06-2004</c:v>
                </c:pt>
                <c:pt idx="1122">
                  <c:v>23-06-2004</c:v>
                </c:pt>
                <c:pt idx="1123">
                  <c:v>24-06-2004</c:v>
                </c:pt>
                <c:pt idx="1124">
                  <c:v>25-06-2004</c:v>
                </c:pt>
                <c:pt idx="1125">
                  <c:v>28-06-2004</c:v>
                </c:pt>
                <c:pt idx="1126">
                  <c:v>29-06-2004</c:v>
                </c:pt>
                <c:pt idx="1127">
                  <c:v>30-06-2004</c:v>
                </c:pt>
                <c:pt idx="1128">
                  <c:v>01-07-2004</c:v>
                </c:pt>
                <c:pt idx="1129">
                  <c:v>02-07-2004</c:v>
                </c:pt>
                <c:pt idx="1130">
                  <c:v>05-07-2004</c:v>
                </c:pt>
                <c:pt idx="1131">
                  <c:v>06-07-2004</c:v>
                </c:pt>
                <c:pt idx="1132">
                  <c:v>07-07-2004</c:v>
                </c:pt>
                <c:pt idx="1133">
                  <c:v>08-07-2004</c:v>
                </c:pt>
                <c:pt idx="1134">
                  <c:v>09-07-2004</c:v>
                </c:pt>
                <c:pt idx="1135">
                  <c:v>12-07-2004</c:v>
                </c:pt>
                <c:pt idx="1136">
                  <c:v>13-07-2004</c:v>
                </c:pt>
                <c:pt idx="1137">
                  <c:v>14-07-2004</c:v>
                </c:pt>
                <c:pt idx="1138">
                  <c:v>15-07-2004</c:v>
                </c:pt>
                <c:pt idx="1139">
                  <c:v>16-07-2004</c:v>
                </c:pt>
                <c:pt idx="1140">
                  <c:v>19-07-2004</c:v>
                </c:pt>
                <c:pt idx="1141">
                  <c:v>20-07-2004</c:v>
                </c:pt>
                <c:pt idx="1142">
                  <c:v>21-07-2004</c:v>
                </c:pt>
                <c:pt idx="1143">
                  <c:v>22-07-2004</c:v>
                </c:pt>
                <c:pt idx="1144">
                  <c:v>23-07-2004</c:v>
                </c:pt>
                <c:pt idx="1145">
                  <c:v>26-07-2004</c:v>
                </c:pt>
                <c:pt idx="1146">
                  <c:v>27-07-2004</c:v>
                </c:pt>
                <c:pt idx="1147">
                  <c:v>28-07-2004</c:v>
                </c:pt>
                <c:pt idx="1148">
                  <c:v>29-07-2004</c:v>
                </c:pt>
                <c:pt idx="1149">
                  <c:v>30-07-2004</c:v>
                </c:pt>
                <c:pt idx="1150">
                  <c:v>02-08-2004</c:v>
                </c:pt>
                <c:pt idx="1151">
                  <c:v>03-08-2004</c:v>
                </c:pt>
                <c:pt idx="1152">
                  <c:v>04-08-2004</c:v>
                </c:pt>
                <c:pt idx="1153">
                  <c:v>05-08-2004</c:v>
                </c:pt>
                <c:pt idx="1154">
                  <c:v>06-08-2004</c:v>
                </c:pt>
                <c:pt idx="1155">
                  <c:v>09-08-2004</c:v>
                </c:pt>
                <c:pt idx="1156">
                  <c:v>10-08-2004</c:v>
                </c:pt>
                <c:pt idx="1157">
                  <c:v>11-08-2004</c:v>
                </c:pt>
                <c:pt idx="1158">
                  <c:v>12-08-2004</c:v>
                </c:pt>
                <c:pt idx="1159">
                  <c:v>13-08-2004</c:v>
                </c:pt>
                <c:pt idx="1160">
                  <c:v>16-08-2004</c:v>
                </c:pt>
                <c:pt idx="1161">
                  <c:v>17-08-2004</c:v>
                </c:pt>
                <c:pt idx="1162">
                  <c:v>18-08-2004</c:v>
                </c:pt>
                <c:pt idx="1163">
                  <c:v>19-08-2004</c:v>
                </c:pt>
                <c:pt idx="1164">
                  <c:v>20-08-2004</c:v>
                </c:pt>
                <c:pt idx="1165">
                  <c:v>23-08-2004</c:v>
                </c:pt>
                <c:pt idx="1166">
                  <c:v>24-08-2004</c:v>
                </c:pt>
                <c:pt idx="1167">
                  <c:v>25-08-2004</c:v>
                </c:pt>
                <c:pt idx="1168">
                  <c:v>26-08-2004</c:v>
                </c:pt>
                <c:pt idx="1169">
                  <c:v>27-08-2004</c:v>
                </c:pt>
                <c:pt idx="1170">
                  <c:v>30-08-2004</c:v>
                </c:pt>
                <c:pt idx="1171">
                  <c:v>31-08-2004</c:v>
                </c:pt>
                <c:pt idx="1172">
                  <c:v>01-09-2004</c:v>
                </c:pt>
                <c:pt idx="1173">
                  <c:v>02-09-2004</c:v>
                </c:pt>
                <c:pt idx="1174">
                  <c:v>03-09-2004</c:v>
                </c:pt>
                <c:pt idx="1175">
                  <c:v>06-09-2004</c:v>
                </c:pt>
                <c:pt idx="1176">
                  <c:v>07-09-2004</c:v>
                </c:pt>
                <c:pt idx="1177">
                  <c:v>08-09-2004</c:v>
                </c:pt>
                <c:pt idx="1178">
                  <c:v>09-09-2004</c:v>
                </c:pt>
                <c:pt idx="1179">
                  <c:v>10-09-2004</c:v>
                </c:pt>
                <c:pt idx="1180">
                  <c:v>13-09-2004</c:v>
                </c:pt>
                <c:pt idx="1181">
                  <c:v>14-09-2004</c:v>
                </c:pt>
                <c:pt idx="1182">
                  <c:v>15-09-2004</c:v>
                </c:pt>
                <c:pt idx="1183">
                  <c:v>16-09-2004</c:v>
                </c:pt>
                <c:pt idx="1184">
                  <c:v>17-09-2004</c:v>
                </c:pt>
                <c:pt idx="1185">
                  <c:v>20-09-2004</c:v>
                </c:pt>
                <c:pt idx="1186">
                  <c:v>21-09-2004</c:v>
                </c:pt>
                <c:pt idx="1187">
                  <c:v>22-09-2004</c:v>
                </c:pt>
                <c:pt idx="1188">
                  <c:v>23-09-2004</c:v>
                </c:pt>
                <c:pt idx="1189">
                  <c:v>24-09-2004</c:v>
                </c:pt>
                <c:pt idx="1190">
                  <c:v>27-09-2004</c:v>
                </c:pt>
                <c:pt idx="1191">
                  <c:v>28-09-2004</c:v>
                </c:pt>
                <c:pt idx="1192">
                  <c:v>29-09-2004</c:v>
                </c:pt>
                <c:pt idx="1193">
                  <c:v>30-09-2004</c:v>
                </c:pt>
                <c:pt idx="1194">
                  <c:v>01-10-2004</c:v>
                </c:pt>
                <c:pt idx="1195">
                  <c:v>04-10-2004</c:v>
                </c:pt>
                <c:pt idx="1196">
                  <c:v>05-10-2004</c:v>
                </c:pt>
                <c:pt idx="1197">
                  <c:v>06-10-2004</c:v>
                </c:pt>
                <c:pt idx="1198">
                  <c:v>07-10-2004</c:v>
                </c:pt>
                <c:pt idx="1199">
                  <c:v>08-10-2004</c:v>
                </c:pt>
                <c:pt idx="1200">
                  <c:v>09-10-2004</c:v>
                </c:pt>
                <c:pt idx="1201">
                  <c:v>11-10-2004</c:v>
                </c:pt>
                <c:pt idx="1202">
                  <c:v>12-10-2004</c:v>
                </c:pt>
                <c:pt idx="1203">
                  <c:v>14-10-2004</c:v>
                </c:pt>
                <c:pt idx="1204">
                  <c:v>15-10-2004</c:v>
                </c:pt>
                <c:pt idx="1205">
                  <c:v>18-10-2004</c:v>
                </c:pt>
                <c:pt idx="1206">
                  <c:v>19-10-2004</c:v>
                </c:pt>
                <c:pt idx="1207">
                  <c:v>20-10-2004</c:v>
                </c:pt>
                <c:pt idx="1208">
                  <c:v>21-10-2004</c:v>
                </c:pt>
                <c:pt idx="1209">
                  <c:v>25-10-2004</c:v>
                </c:pt>
                <c:pt idx="1210">
                  <c:v>26-10-2004</c:v>
                </c:pt>
                <c:pt idx="1211">
                  <c:v>27-10-2004</c:v>
                </c:pt>
                <c:pt idx="1212">
                  <c:v>28-10-2004</c:v>
                </c:pt>
                <c:pt idx="1213">
                  <c:v>29-10-2004</c:v>
                </c:pt>
                <c:pt idx="1214">
                  <c:v>01-11-2004</c:v>
                </c:pt>
                <c:pt idx="1215">
                  <c:v>02-11-2004</c:v>
                </c:pt>
                <c:pt idx="1216">
                  <c:v>03-11-2004</c:v>
                </c:pt>
                <c:pt idx="1217">
                  <c:v>04-11-2004</c:v>
                </c:pt>
                <c:pt idx="1218">
                  <c:v>05-11-2004</c:v>
                </c:pt>
                <c:pt idx="1219">
                  <c:v>08-11-2004</c:v>
                </c:pt>
                <c:pt idx="1220">
                  <c:v>09-11-2004</c:v>
                </c:pt>
                <c:pt idx="1221">
                  <c:v>10-11-2004</c:v>
                </c:pt>
                <c:pt idx="1222">
                  <c:v>11-11-2004</c:v>
                </c:pt>
                <c:pt idx="1223">
                  <c:v>12-11-2004</c:v>
                </c:pt>
                <c:pt idx="1224">
                  <c:v>16-11-2004</c:v>
                </c:pt>
                <c:pt idx="1225">
                  <c:v>17-11-2004</c:v>
                </c:pt>
                <c:pt idx="1226">
                  <c:v>18-11-2004</c:v>
                </c:pt>
                <c:pt idx="1227">
                  <c:v>19-11-2004</c:v>
                </c:pt>
                <c:pt idx="1228">
                  <c:v>22-11-2004</c:v>
                </c:pt>
                <c:pt idx="1229">
                  <c:v>23-11-2004</c:v>
                </c:pt>
                <c:pt idx="1230">
                  <c:v>24-11-2004</c:v>
                </c:pt>
                <c:pt idx="1231">
                  <c:v>25-11-2004</c:v>
                </c:pt>
                <c:pt idx="1232">
                  <c:v>29-11-2004</c:v>
                </c:pt>
                <c:pt idx="1233">
                  <c:v>30-11-2004</c:v>
                </c:pt>
                <c:pt idx="1234">
                  <c:v>01-12-2004</c:v>
                </c:pt>
                <c:pt idx="1235">
                  <c:v>02-12-2004</c:v>
                </c:pt>
                <c:pt idx="1236">
                  <c:v>03-12-2004</c:v>
                </c:pt>
                <c:pt idx="1237">
                  <c:v>06-12-2004</c:v>
                </c:pt>
                <c:pt idx="1238">
                  <c:v>07-12-2004</c:v>
                </c:pt>
                <c:pt idx="1239">
                  <c:v>08-12-2004</c:v>
                </c:pt>
                <c:pt idx="1240">
                  <c:v>09-12-2004</c:v>
                </c:pt>
                <c:pt idx="1241">
                  <c:v>10-12-2004</c:v>
                </c:pt>
                <c:pt idx="1242">
                  <c:v>13-12-2004</c:v>
                </c:pt>
                <c:pt idx="1243">
                  <c:v>14-12-2004</c:v>
                </c:pt>
                <c:pt idx="1244">
                  <c:v>15-12-2004</c:v>
                </c:pt>
                <c:pt idx="1245">
                  <c:v>16-12-2004</c:v>
                </c:pt>
                <c:pt idx="1246">
                  <c:v>17-12-2004</c:v>
                </c:pt>
                <c:pt idx="1247">
                  <c:v>20-12-2004</c:v>
                </c:pt>
                <c:pt idx="1248">
                  <c:v>21-12-2004</c:v>
                </c:pt>
                <c:pt idx="1249">
                  <c:v>22-12-2004</c:v>
                </c:pt>
                <c:pt idx="1250">
                  <c:v>23-12-2004</c:v>
                </c:pt>
                <c:pt idx="1251">
                  <c:v>24-12-2004</c:v>
                </c:pt>
                <c:pt idx="1252">
                  <c:v>27-12-2004</c:v>
                </c:pt>
                <c:pt idx="1253">
                  <c:v>28-12-2004</c:v>
                </c:pt>
                <c:pt idx="1254">
                  <c:v>29-12-2004</c:v>
                </c:pt>
                <c:pt idx="1255">
                  <c:v>30-12-2004</c:v>
                </c:pt>
                <c:pt idx="1256">
                  <c:v>31-12-2004</c:v>
                </c:pt>
                <c:pt idx="1257">
                  <c:v>03-01-2005</c:v>
                </c:pt>
                <c:pt idx="1258">
                  <c:v>04-01-2005</c:v>
                </c:pt>
                <c:pt idx="1259">
                  <c:v>05-01-2005</c:v>
                </c:pt>
                <c:pt idx="1260">
                  <c:v>06-01-2005</c:v>
                </c:pt>
                <c:pt idx="1261">
                  <c:v>07-01-2005</c:v>
                </c:pt>
                <c:pt idx="1262">
                  <c:v>10-01-2005</c:v>
                </c:pt>
                <c:pt idx="1263">
                  <c:v>11-01-2005</c:v>
                </c:pt>
                <c:pt idx="1264">
                  <c:v>12-01-2005</c:v>
                </c:pt>
                <c:pt idx="1265">
                  <c:v>13-01-2005</c:v>
                </c:pt>
                <c:pt idx="1266">
                  <c:v>14-01-2005</c:v>
                </c:pt>
                <c:pt idx="1267">
                  <c:v>17-01-2005</c:v>
                </c:pt>
                <c:pt idx="1268">
                  <c:v>18-01-2005</c:v>
                </c:pt>
                <c:pt idx="1269">
                  <c:v>19-01-2005</c:v>
                </c:pt>
                <c:pt idx="1270">
                  <c:v>20-01-2005</c:v>
                </c:pt>
                <c:pt idx="1271">
                  <c:v>24-01-2005</c:v>
                </c:pt>
                <c:pt idx="1272">
                  <c:v>25-01-2005</c:v>
                </c:pt>
                <c:pt idx="1273">
                  <c:v>27-01-2005</c:v>
                </c:pt>
                <c:pt idx="1274">
                  <c:v>28-01-2005</c:v>
                </c:pt>
                <c:pt idx="1275">
                  <c:v>31-01-2005</c:v>
                </c:pt>
                <c:pt idx="1276">
                  <c:v>01-02-2005</c:v>
                </c:pt>
                <c:pt idx="1277">
                  <c:v>02-02-2005</c:v>
                </c:pt>
                <c:pt idx="1278">
                  <c:v>03-02-2005</c:v>
                </c:pt>
                <c:pt idx="1279">
                  <c:v>04-02-2005</c:v>
                </c:pt>
                <c:pt idx="1280">
                  <c:v>07-02-2005</c:v>
                </c:pt>
                <c:pt idx="1281">
                  <c:v>08-02-2005</c:v>
                </c:pt>
                <c:pt idx="1282">
                  <c:v>09-02-2005</c:v>
                </c:pt>
                <c:pt idx="1283">
                  <c:v>10-02-2005</c:v>
                </c:pt>
                <c:pt idx="1284">
                  <c:v>11-02-2005</c:v>
                </c:pt>
                <c:pt idx="1285">
                  <c:v>14-02-2005</c:v>
                </c:pt>
                <c:pt idx="1286">
                  <c:v>15-02-2005</c:v>
                </c:pt>
                <c:pt idx="1287">
                  <c:v>16-02-2005</c:v>
                </c:pt>
                <c:pt idx="1288">
                  <c:v>17-02-2005</c:v>
                </c:pt>
                <c:pt idx="1289">
                  <c:v>18-02-2005</c:v>
                </c:pt>
                <c:pt idx="1290">
                  <c:v>21-02-2005</c:v>
                </c:pt>
                <c:pt idx="1291">
                  <c:v>22-02-2005</c:v>
                </c:pt>
                <c:pt idx="1292">
                  <c:v>23-02-2005</c:v>
                </c:pt>
                <c:pt idx="1293">
                  <c:v>24-02-2005</c:v>
                </c:pt>
                <c:pt idx="1294">
                  <c:v>25-02-2005</c:v>
                </c:pt>
                <c:pt idx="1295">
                  <c:v>28-02-2005</c:v>
                </c:pt>
                <c:pt idx="1296">
                  <c:v>01-03-2005</c:v>
                </c:pt>
                <c:pt idx="1297">
                  <c:v>02-03-2005</c:v>
                </c:pt>
                <c:pt idx="1298">
                  <c:v>03-03-2005</c:v>
                </c:pt>
                <c:pt idx="1299">
                  <c:v>04-03-2005</c:v>
                </c:pt>
                <c:pt idx="1300">
                  <c:v>07-03-2005</c:v>
                </c:pt>
                <c:pt idx="1301">
                  <c:v>08-03-2005</c:v>
                </c:pt>
                <c:pt idx="1302">
                  <c:v>09-03-2005</c:v>
                </c:pt>
                <c:pt idx="1303">
                  <c:v>10-03-2005</c:v>
                </c:pt>
                <c:pt idx="1304">
                  <c:v>11-03-2005</c:v>
                </c:pt>
                <c:pt idx="1305">
                  <c:v>14-03-2005</c:v>
                </c:pt>
                <c:pt idx="1306">
                  <c:v>15-03-2005</c:v>
                </c:pt>
                <c:pt idx="1307">
                  <c:v>16-03-2005</c:v>
                </c:pt>
                <c:pt idx="1308">
                  <c:v>17-03-2005</c:v>
                </c:pt>
                <c:pt idx="1309">
                  <c:v>18-03-2005</c:v>
                </c:pt>
                <c:pt idx="1310">
                  <c:v>21-03-2005</c:v>
                </c:pt>
                <c:pt idx="1311">
                  <c:v>22-03-2005</c:v>
                </c:pt>
                <c:pt idx="1312">
                  <c:v>23-03-2005</c:v>
                </c:pt>
                <c:pt idx="1313">
                  <c:v>24-03-2005</c:v>
                </c:pt>
                <c:pt idx="1314">
                  <c:v>28-03-2005</c:v>
                </c:pt>
                <c:pt idx="1315">
                  <c:v>29-03-2005</c:v>
                </c:pt>
                <c:pt idx="1316">
                  <c:v>30-03-2005</c:v>
                </c:pt>
                <c:pt idx="1317">
                  <c:v>31-03-2005</c:v>
                </c:pt>
                <c:pt idx="1318">
                  <c:v>01-04-2005</c:v>
                </c:pt>
                <c:pt idx="1319">
                  <c:v>04-04-2005</c:v>
                </c:pt>
                <c:pt idx="1320">
                  <c:v>05-04-2005</c:v>
                </c:pt>
                <c:pt idx="1321">
                  <c:v>06-04-2005</c:v>
                </c:pt>
                <c:pt idx="1322">
                  <c:v>07-04-2005</c:v>
                </c:pt>
                <c:pt idx="1323">
                  <c:v>08-04-2005</c:v>
                </c:pt>
                <c:pt idx="1324">
                  <c:v>11-04-2005</c:v>
                </c:pt>
                <c:pt idx="1325">
                  <c:v>12-04-2005</c:v>
                </c:pt>
                <c:pt idx="1326">
                  <c:v>13-04-2005</c:v>
                </c:pt>
                <c:pt idx="1327">
                  <c:v>15-04-2005</c:v>
                </c:pt>
                <c:pt idx="1328">
                  <c:v>18-04-2005</c:v>
                </c:pt>
                <c:pt idx="1329">
                  <c:v>19-04-2005</c:v>
                </c:pt>
                <c:pt idx="1330">
                  <c:v>20-04-2005</c:v>
                </c:pt>
                <c:pt idx="1331">
                  <c:v>21-04-2005</c:v>
                </c:pt>
                <c:pt idx="1332">
                  <c:v>22-04-2005</c:v>
                </c:pt>
                <c:pt idx="1333">
                  <c:v>25-04-2005</c:v>
                </c:pt>
                <c:pt idx="1334">
                  <c:v>26-04-2005</c:v>
                </c:pt>
                <c:pt idx="1335">
                  <c:v>27-04-2005</c:v>
                </c:pt>
                <c:pt idx="1336">
                  <c:v>28-04-2005</c:v>
                </c:pt>
                <c:pt idx="1337">
                  <c:v>29-04-2005</c:v>
                </c:pt>
                <c:pt idx="1338">
                  <c:v>02-05-2005</c:v>
                </c:pt>
                <c:pt idx="1339">
                  <c:v>03-05-2005</c:v>
                </c:pt>
                <c:pt idx="1340">
                  <c:v>04-05-2005</c:v>
                </c:pt>
                <c:pt idx="1341">
                  <c:v>05-05-2005</c:v>
                </c:pt>
                <c:pt idx="1342">
                  <c:v>06-05-2005</c:v>
                </c:pt>
                <c:pt idx="1343">
                  <c:v>09-05-2005</c:v>
                </c:pt>
                <c:pt idx="1344">
                  <c:v>10-05-2005</c:v>
                </c:pt>
                <c:pt idx="1345">
                  <c:v>11-05-2005</c:v>
                </c:pt>
                <c:pt idx="1346">
                  <c:v>12-05-2005</c:v>
                </c:pt>
                <c:pt idx="1347">
                  <c:v>13-05-2005</c:v>
                </c:pt>
                <c:pt idx="1348">
                  <c:v>16-05-2005</c:v>
                </c:pt>
                <c:pt idx="1349">
                  <c:v>17-05-2005</c:v>
                </c:pt>
                <c:pt idx="1350">
                  <c:v>18-05-2005</c:v>
                </c:pt>
                <c:pt idx="1351">
                  <c:v>19-05-2005</c:v>
                </c:pt>
                <c:pt idx="1352">
                  <c:v>20-05-2005</c:v>
                </c:pt>
                <c:pt idx="1353">
                  <c:v>23-05-2005</c:v>
                </c:pt>
                <c:pt idx="1354">
                  <c:v>24-05-2005</c:v>
                </c:pt>
                <c:pt idx="1355">
                  <c:v>25-05-2005</c:v>
                </c:pt>
                <c:pt idx="1356">
                  <c:v>26-05-2005</c:v>
                </c:pt>
                <c:pt idx="1357">
                  <c:v>27-05-2005</c:v>
                </c:pt>
                <c:pt idx="1358">
                  <c:v>30-05-2005</c:v>
                </c:pt>
                <c:pt idx="1359">
                  <c:v>31-05-2005</c:v>
                </c:pt>
                <c:pt idx="1360">
                  <c:v>01-06-2005</c:v>
                </c:pt>
                <c:pt idx="1361">
                  <c:v>02-06-2005</c:v>
                </c:pt>
                <c:pt idx="1362">
                  <c:v>03-06-2005</c:v>
                </c:pt>
                <c:pt idx="1363">
                  <c:v>04-06-2005</c:v>
                </c:pt>
                <c:pt idx="1364">
                  <c:v>06-06-2005</c:v>
                </c:pt>
                <c:pt idx="1365">
                  <c:v>07-06-2005</c:v>
                </c:pt>
                <c:pt idx="1366">
                  <c:v>08-06-2005</c:v>
                </c:pt>
                <c:pt idx="1367">
                  <c:v>09-06-2005</c:v>
                </c:pt>
                <c:pt idx="1368">
                  <c:v>10-06-2005</c:v>
                </c:pt>
                <c:pt idx="1369">
                  <c:v>13-06-2005</c:v>
                </c:pt>
                <c:pt idx="1370">
                  <c:v>14-06-2005</c:v>
                </c:pt>
                <c:pt idx="1371">
                  <c:v>15-06-2005</c:v>
                </c:pt>
                <c:pt idx="1372">
                  <c:v>16-06-2005</c:v>
                </c:pt>
                <c:pt idx="1373">
                  <c:v>17-06-2005</c:v>
                </c:pt>
                <c:pt idx="1374">
                  <c:v>20-06-2005</c:v>
                </c:pt>
                <c:pt idx="1375">
                  <c:v>21-06-2005</c:v>
                </c:pt>
                <c:pt idx="1376">
                  <c:v>22-06-2005</c:v>
                </c:pt>
                <c:pt idx="1377">
                  <c:v>23-06-2005</c:v>
                </c:pt>
                <c:pt idx="1378">
                  <c:v>24-06-2005</c:v>
                </c:pt>
                <c:pt idx="1379">
                  <c:v>27-06-2005</c:v>
                </c:pt>
                <c:pt idx="1380">
                  <c:v>28-06-2005</c:v>
                </c:pt>
                <c:pt idx="1381">
                  <c:v>29-06-2005</c:v>
                </c:pt>
                <c:pt idx="1382">
                  <c:v>30-06-2005</c:v>
                </c:pt>
                <c:pt idx="1383">
                  <c:v>01-07-2005</c:v>
                </c:pt>
                <c:pt idx="1384">
                  <c:v>04-07-2005</c:v>
                </c:pt>
                <c:pt idx="1385">
                  <c:v>05-07-2005</c:v>
                </c:pt>
                <c:pt idx="1386">
                  <c:v>06-07-2005</c:v>
                </c:pt>
                <c:pt idx="1387">
                  <c:v>07-07-2005</c:v>
                </c:pt>
                <c:pt idx="1388">
                  <c:v>08-07-2005</c:v>
                </c:pt>
                <c:pt idx="1389">
                  <c:v>11-07-2005</c:v>
                </c:pt>
                <c:pt idx="1390">
                  <c:v>12-07-2005</c:v>
                </c:pt>
                <c:pt idx="1391">
                  <c:v>13-07-2005</c:v>
                </c:pt>
                <c:pt idx="1392">
                  <c:v>14-07-2005</c:v>
                </c:pt>
                <c:pt idx="1393">
                  <c:v>15-07-2005</c:v>
                </c:pt>
                <c:pt idx="1394">
                  <c:v>18-07-2005</c:v>
                </c:pt>
                <c:pt idx="1395">
                  <c:v>19-07-2005</c:v>
                </c:pt>
                <c:pt idx="1396">
                  <c:v>20-07-2005</c:v>
                </c:pt>
                <c:pt idx="1397">
                  <c:v>21-07-2005</c:v>
                </c:pt>
                <c:pt idx="1398">
                  <c:v>22-07-2005</c:v>
                </c:pt>
                <c:pt idx="1399">
                  <c:v>25-07-2005</c:v>
                </c:pt>
                <c:pt idx="1400">
                  <c:v>26-07-2005</c:v>
                </c:pt>
                <c:pt idx="1401">
                  <c:v>27-07-2005</c:v>
                </c:pt>
                <c:pt idx="1402">
                  <c:v>29-07-2005</c:v>
                </c:pt>
                <c:pt idx="1403">
                  <c:v>01-08-2005</c:v>
                </c:pt>
                <c:pt idx="1404">
                  <c:v>02-08-2005</c:v>
                </c:pt>
                <c:pt idx="1405">
                  <c:v>03-08-2005</c:v>
                </c:pt>
                <c:pt idx="1406">
                  <c:v>04-08-2005</c:v>
                </c:pt>
                <c:pt idx="1407">
                  <c:v>05-08-2005</c:v>
                </c:pt>
                <c:pt idx="1408">
                  <c:v>08-08-2005</c:v>
                </c:pt>
                <c:pt idx="1409">
                  <c:v>09-08-2005</c:v>
                </c:pt>
                <c:pt idx="1410">
                  <c:v>10-08-2005</c:v>
                </c:pt>
                <c:pt idx="1411">
                  <c:v>11-08-2005</c:v>
                </c:pt>
                <c:pt idx="1412">
                  <c:v>12-08-2005</c:v>
                </c:pt>
                <c:pt idx="1413">
                  <c:v>16-08-2005</c:v>
                </c:pt>
                <c:pt idx="1414">
                  <c:v>17-08-2005</c:v>
                </c:pt>
                <c:pt idx="1415">
                  <c:v>18-08-2005</c:v>
                </c:pt>
                <c:pt idx="1416">
                  <c:v>19-08-2005</c:v>
                </c:pt>
                <c:pt idx="1417">
                  <c:v>22-08-2005</c:v>
                </c:pt>
                <c:pt idx="1418">
                  <c:v>23-08-2005</c:v>
                </c:pt>
                <c:pt idx="1419">
                  <c:v>24-08-2005</c:v>
                </c:pt>
                <c:pt idx="1420">
                  <c:v>25-08-2005</c:v>
                </c:pt>
                <c:pt idx="1421">
                  <c:v>26-08-2005</c:v>
                </c:pt>
                <c:pt idx="1422">
                  <c:v>29-08-2005</c:v>
                </c:pt>
                <c:pt idx="1423">
                  <c:v>30-08-2005</c:v>
                </c:pt>
                <c:pt idx="1424">
                  <c:v>31-08-2005</c:v>
                </c:pt>
                <c:pt idx="1425">
                  <c:v>01-09-2005</c:v>
                </c:pt>
                <c:pt idx="1426">
                  <c:v>02-09-2005</c:v>
                </c:pt>
                <c:pt idx="1427">
                  <c:v>05-09-2005</c:v>
                </c:pt>
                <c:pt idx="1428">
                  <c:v>06-09-2005</c:v>
                </c:pt>
                <c:pt idx="1429">
                  <c:v>08-09-2005</c:v>
                </c:pt>
                <c:pt idx="1430">
                  <c:v>09-09-2005</c:v>
                </c:pt>
                <c:pt idx="1431">
                  <c:v>12-09-2005</c:v>
                </c:pt>
                <c:pt idx="1432">
                  <c:v>13-09-2005</c:v>
                </c:pt>
                <c:pt idx="1433">
                  <c:v>14-09-2005</c:v>
                </c:pt>
                <c:pt idx="1434">
                  <c:v>15-09-2005</c:v>
                </c:pt>
                <c:pt idx="1435">
                  <c:v>16-09-2005</c:v>
                </c:pt>
                <c:pt idx="1436">
                  <c:v>19-09-2005</c:v>
                </c:pt>
                <c:pt idx="1437">
                  <c:v>20-09-2005</c:v>
                </c:pt>
                <c:pt idx="1438">
                  <c:v>21-09-2005</c:v>
                </c:pt>
                <c:pt idx="1439">
                  <c:v>22-09-2005</c:v>
                </c:pt>
                <c:pt idx="1440">
                  <c:v>23-09-2005</c:v>
                </c:pt>
                <c:pt idx="1441">
                  <c:v>26-09-2005</c:v>
                </c:pt>
                <c:pt idx="1442">
                  <c:v>27-09-2005</c:v>
                </c:pt>
                <c:pt idx="1443">
                  <c:v>28-09-2005</c:v>
                </c:pt>
                <c:pt idx="1444">
                  <c:v>29-09-2005</c:v>
                </c:pt>
                <c:pt idx="1445">
                  <c:v>30-09-2005</c:v>
                </c:pt>
                <c:pt idx="1446">
                  <c:v>03-10-2005</c:v>
                </c:pt>
                <c:pt idx="1447">
                  <c:v>04-10-2005</c:v>
                </c:pt>
                <c:pt idx="1448">
                  <c:v>05-10-2005</c:v>
                </c:pt>
                <c:pt idx="1449">
                  <c:v>06-10-2005</c:v>
                </c:pt>
                <c:pt idx="1450">
                  <c:v>07-10-2005</c:v>
                </c:pt>
                <c:pt idx="1451">
                  <c:v>10-10-2005</c:v>
                </c:pt>
                <c:pt idx="1452">
                  <c:v>11-10-2005</c:v>
                </c:pt>
                <c:pt idx="1453">
                  <c:v>13-10-2005</c:v>
                </c:pt>
                <c:pt idx="1454">
                  <c:v>14-10-2005</c:v>
                </c:pt>
                <c:pt idx="1455">
                  <c:v>17-10-2005</c:v>
                </c:pt>
                <c:pt idx="1456">
                  <c:v>18-10-2005</c:v>
                </c:pt>
                <c:pt idx="1457">
                  <c:v>19-10-2005</c:v>
                </c:pt>
                <c:pt idx="1458">
                  <c:v>20-10-2005</c:v>
                </c:pt>
                <c:pt idx="1459">
                  <c:v>21-10-2005</c:v>
                </c:pt>
                <c:pt idx="1460">
                  <c:v>24-10-2005</c:v>
                </c:pt>
                <c:pt idx="1461">
                  <c:v>25-10-2005</c:v>
                </c:pt>
                <c:pt idx="1462">
                  <c:v>26-10-2005</c:v>
                </c:pt>
                <c:pt idx="1463">
                  <c:v>27-10-2005</c:v>
                </c:pt>
                <c:pt idx="1464">
                  <c:v>28-10-2005</c:v>
                </c:pt>
                <c:pt idx="1465">
                  <c:v>31-10-2005</c:v>
                </c:pt>
                <c:pt idx="1466">
                  <c:v>01-11-2005</c:v>
                </c:pt>
                <c:pt idx="1467">
                  <c:v>02-11-2005</c:v>
                </c:pt>
                <c:pt idx="1468">
                  <c:v>07-11-2005</c:v>
                </c:pt>
                <c:pt idx="1469">
                  <c:v>08-11-2005</c:v>
                </c:pt>
                <c:pt idx="1470">
                  <c:v>09-11-2005</c:v>
                </c:pt>
                <c:pt idx="1471">
                  <c:v>10-11-2005</c:v>
                </c:pt>
                <c:pt idx="1472">
                  <c:v>11-11-2005</c:v>
                </c:pt>
                <c:pt idx="1473">
                  <c:v>14-11-2005</c:v>
                </c:pt>
                <c:pt idx="1474">
                  <c:v>16-11-2005</c:v>
                </c:pt>
                <c:pt idx="1475">
                  <c:v>17-11-2005</c:v>
                </c:pt>
                <c:pt idx="1476">
                  <c:v>18-11-2005</c:v>
                </c:pt>
                <c:pt idx="1477">
                  <c:v>21-11-2005</c:v>
                </c:pt>
                <c:pt idx="1478">
                  <c:v>22-11-2005</c:v>
                </c:pt>
                <c:pt idx="1479">
                  <c:v>23-11-2005</c:v>
                </c:pt>
                <c:pt idx="1480">
                  <c:v>24-11-2005</c:v>
                </c:pt>
                <c:pt idx="1481">
                  <c:v>25-11-2005</c:v>
                </c:pt>
                <c:pt idx="1482">
                  <c:v>26-11-2005</c:v>
                </c:pt>
                <c:pt idx="1483">
                  <c:v>28-11-2005</c:v>
                </c:pt>
                <c:pt idx="1484">
                  <c:v>29-11-2005</c:v>
                </c:pt>
                <c:pt idx="1485">
                  <c:v>30-11-2005</c:v>
                </c:pt>
                <c:pt idx="1486">
                  <c:v>01-12-2005</c:v>
                </c:pt>
                <c:pt idx="1487">
                  <c:v>02-12-2005</c:v>
                </c:pt>
                <c:pt idx="1488">
                  <c:v>05-12-2005</c:v>
                </c:pt>
                <c:pt idx="1489">
                  <c:v>06-12-2005</c:v>
                </c:pt>
                <c:pt idx="1490">
                  <c:v>07-12-2005</c:v>
                </c:pt>
                <c:pt idx="1491">
                  <c:v>08-12-2005</c:v>
                </c:pt>
                <c:pt idx="1492">
                  <c:v>09-12-2005</c:v>
                </c:pt>
                <c:pt idx="1493">
                  <c:v>12-12-2005</c:v>
                </c:pt>
                <c:pt idx="1494">
                  <c:v>13-12-2005</c:v>
                </c:pt>
                <c:pt idx="1495">
                  <c:v>14-12-2005</c:v>
                </c:pt>
                <c:pt idx="1496">
                  <c:v>15-12-2005</c:v>
                </c:pt>
                <c:pt idx="1497">
                  <c:v>16-12-2005</c:v>
                </c:pt>
                <c:pt idx="1498">
                  <c:v>19-12-2005</c:v>
                </c:pt>
                <c:pt idx="1499">
                  <c:v>20-12-2005</c:v>
                </c:pt>
                <c:pt idx="1500">
                  <c:v>21-12-2005</c:v>
                </c:pt>
                <c:pt idx="1501">
                  <c:v>22-12-2005</c:v>
                </c:pt>
                <c:pt idx="1502">
                  <c:v>23-12-2005</c:v>
                </c:pt>
                <c:pt idx="1503">
                  <c:v>26-12-2005</c:v>
                </c:pt>
                <c:pt idx="1504">
                  <c:v>27-12-2005</c:v>
                </c:pt>
                <c:pt idx="1505">
                  <c:v>28-12-2005</c:v>
                </c:pt>
                <c:pt idx="1506">
                  <c:v>29-12-2005</c:v>
                </c:pt>
                <c:pt idx="1507">
                  <c:v>30-12-2005</c:v>
                </c:pt>
                <c:pt idx="1508">
                  <c:v>02-01-2006</c:v>
                </c:pt>
                <c:pt idx="1509">
                  <c:v>03-01-2006</c:v>
                </c:pt>
                <c:pt idx="1510">
                  <c:v>04-01-2006</c:v>
                </c:pt>
                <c:pt idx="1511">
                  <c:v>05-01-2006</c:v>
                </c:pt>
                <c:pt idx="1512">
                  <c:v>06-01-2006</c:v>
                </c:pt>
                <c:pt idx="1513">
                  <c:v>09-01-2006</c:v>
                </c:pt>
                <c:pt idx="1514">
                  <c:v>10-01-2006</c:v>
                </c:pt>
                <c:pt idx="1515">
                  <c:v>12-01-2006</c:v>
                </c:pt>
                <c:pt idx="1516">
                  <c:v>13-01-2006</c:v>
                </c:pt>
                <c:pt idx="1517">
                  <c:v>16-01-2006</c:v>
                </c:pt>
                <c:pt idx="1518">
                  <c:v>17-01-2006</c:v>
                </c:pt>
                <c:pt idx="1519">
                  <c:v>18-01-2006</c:v>
                </c:pt>
                <c:pt idx="1520">
                  <c:v>19-01-2006</c:v>
                </c:pt>
                <c:pt idx="1521">
                  <c:v>20-01-2006</c:v>
                </c:pt>
                <c:pt idx="1522">
                  <c:v>23-01-2006</c:v>
                </c:pt>
                <c:pt idx="1523">
                  <c:v>24-01-2006</c:v>
                </c:pt>
                <c:pt idx="1524">
                  <c:v>25-01-2006</c:v>
                </c:pt>
                <c:pt idx="1525">
                  <c:v>27-01-2006</c:v>
                </c:pt>
                <c:pt idx="1526">
                  <c:v>30-01-2006</c:v>
                </c:pt>
                <c:pt idx="1527">
                  <c:v>31-01-2006</c:v>
                </c:pt>
                <c:pt idx="1528">
                  <c:v>01-02-2006</c:v>
                </c:pt>
                <c:pt idx="1529">
                  <c:v>02-02-2006</c:v>
                </c:pt>
                <c:pt idx="1530">
                  <c:v>03-02-2006</c:v>
                </c:pt>
                <c:pt idx="1531">
                  <c:v>06-02-2006</c:v>
                </c:pt>
                <c:pt idx="1532">
                  <c:v>07-02-2006</c:v>
                </c:pt>
                <c:pt idx="1533">
                  <c:v>08-02-2006</c:v>
                </c:pt>
                <c:pt idx="1534">
                  <c:v>10-02-2006</c:v>
                </c:pt>
                <c:pt idx="1535">
                  <c:v>13-02-2006</c:v>
                </c:pt>
                <c:pt idx="1536">
                  <c:v>14-02-2006</c:v>
                </c:pt>
                <c:pt idx="1537">
                  <c:v>15-02-2006</c:v>
                </c:pt>
                <c:pt idx="1538">
                  <c:v>16-02-2006</c:v>
                </c:pt>
                <c:pt idx="1539">
                  <c:v>17-02-2006</c:v>
                </c:pt>
                <c:pt idx="1540">
                  <c:v>20-02-2006</c:v>
                </c:pt>
                <c:pt idx="1541">
                  <c:v>21-02-2006</c:v>
                </c:pt>
                <c:pt idx="1542">
                  <c:v>22-02-2006</c:v>
                </c:pt>
                <c:pt idx="1543">
                  <c:v>23-02-2006</c:v>
                </c:pt>
                <c:pt idx="1544">
                  <c:v>24-02-2006</c:v>
                </c:pt>
                <c:pt idx="1545">
                  <c:v>27-02-2006</c:v>
                </c:pt>
                <c:pt idx="1546">
                  <c:v>28-02-2006</c:v>
                </c:pt>
                <c:pt idx="1547">
                  <c:v>01-03-2006</c:v>
                </c:pt>
                <c:pt idx="1548">
                  <c:v>02-03-2006</c:v>
                </c:pt>
                <c:pt idx="1549">
                  <c:v>03-03-2006</c:v>
                </c:pt>
                <c:pt idx="1550">
                  <c:v>06-03-2006</c:v>
                </c:pt>
                <c:pt idx="1551">
                  <c:v>07-03-2006</c:v>
                </c:pt>
                <c:pt idx="1552">
                  <c:v>08-03-2006</c:v>
                </c:pt>
                <c:pt idx="1553">
                  <c:v>09-03-2006</c:v>
                </c:pt>
                <c:pt idx="1554">
                  <c:v>10-03-2006</c:v>
                </c:pt>
                <c:pt idx="1555">
                  <c:v>13-03-2006</c:v>
                </c:pt>
                <c:pt idx="1556">
                  <c:v>14-03-2006</c:v>
                </c:pt>
                <c:pt idx="1557">
                  <c:v>16-03-2006</c:v>
                </c:pt>
                <c:pt idx="1558">
                  <c:v>17-03-2006</c:v>
                </c:pt>
                <c:pt idx="1559">
                  <c:v>20-03-2006</c:v>
                </c:pt>
                <c:pt idx="1560">
                  <c:v>21-03-2006</c:v>
                </c:pt>
                <c:pt idx="1561">
                  <c:v>22-03-2006</c:v>
                </c:pt>
                <c:pt idx="1562">
                  <c:v>23-03-2006</c:v>
                </c:pt>
                <c:pt idx="1563">
                  <c:v>24-03-2006</c:v>
                </c:pt>
                <c:pt idx="1564">
                  <c:v>27-03-2006</c:v>
                </c:pt>
                <c:pt idx="1565">
                  <c:v>28-03-2006</c:v>
                </c:pt>
                <c:pt idx="1566">
                  <c:v>29-03-2006</c:v>
                </c:pt>
                <c:pt idx="1567">
                  <c:v>30-03-2006</c:v>
                </c:pt>
                <c:pt idx="1568">
                  <c:v>31-03-2006</c:v>
                </c:pt>
                <c:pt idx="1569">
                  <c:v>03-04-2006</c:v>
                </c:pt>
                <c:pt idx="1570">
                  <c:v>04-04-2006</c:v>
                </c:pt>
                <c:pt idx="1571">
                  <c:v>05-04-2006</c:v>
                </c:pt>
                <c:pt idx="1572">
                  <c:v>07-04-2006</c:v>
                </c:pt>
                <c:pt idx="1573">
                  <c:v>10-04-2006</c:v>
                </c:pt>
                <c:pt idx="1574">
                  <c:v>12-04-2006</c:v>
                </c:pt>
                <c:pt idx="1575">
                  <c:v>13-04-2006</c:v>
                </c:pt>
                <c:pt idx="1576">
                  <c:v>17-04-2006</c:v>
                </c:pt>
                <c:pt idx="1577">
                  <c:v>18-04-2006</c:v>
                </c:pt>
                <c:pt idx="1578">
                  <c:v>19-04-2006</c:v>
                </c:pt>
                <c:pt idx="1579">
                  <c:v>20-04-2006</c:v>
                </c:pt>
                <c:pt idx="1580">
                  <c:v>21-04-2006</c:v>
                </c:pt>
                <c:pt idx="1581">
                  <c:v>24-04-2006</c:v>
                </c:pt>
                <c:pt idx="1582">
                  <c:v>25-04-2006</c:v>
                </c:pt>
                <c:pt idx="1583">
                  <c:v>26-04-2006</c:v>
                </c:pt>
                <c:pt idx="1584">
                  <c:v>27-04-2006</c:v>
                </c:pt>
                <c:pt idx="1585">
                  <c:v>28-04-2006</c:v>
                </c:pt>
                <c:pt idx="1586">
                  <c:v>29-04-2006</c:v>
                </c:pt>
                <c:pt idx="1587">
                  <c:v>02-05-2006</c:v>
                </c:pt>
                <c:pt idx="1588">
                  <c:v>03-05-2006</c:v>
                </c:pt>
                <c:pt idx="1589">
                  <c:v>04-05-2006</c:v>
                </c:pt>
                <c:pt idx="1590">
                  <c:v>05-05-2006</c:v>
                </c:pt>
                <c:pt idx="1591">
                  <c:v>08-05-2006</c:v>
                </c:pt>
                <c:pt idx="1592">
                  <c:v>09-05-2006</c:v>
                </c:pt>
                <c:pt idx="1593">
                  <c:v>10-05-2006</c:v>
                </c:pt>
                <c:pt idx="1594">
                  <c:v>11-05-2006</c:v>
                </c:pt>
                <c:pt idx="1595">
                  <c:v>12-05-2006</c:v>
                </c:pt>
                <c:pt idx="1596">
                  <c:v>15-05-2006</c:v>
                </c:pt>
                <c:pt idx="1597">
                  <c:v>16-05-2006</c:v>
                </c:pt>
                <c:pt idx="1598">
                  <c:v>17-05-2006</c:v>
                </c:pt>
                <c:pt idx="1599">
                  <c:v>18-05-2006</c:v>
                </c:pt>
                <c:pt idx="1600">
                  <c:v>19-05-2006</c:v>
                </c:pt>
                <c:pt idx="1601">
                  <c:v>22-05-2006</c:v>
                </c:pt>
                <c:pt idx="1602">
                  <c:v>23-05-2006</c:v>
                </c:pt>
                <c:pt idx="1603">
                  <c:v>24-05-2006</c:v>
                </c:pt>
                <c:pt idx="1604">
                  <c:v>25-05-2006</c:v>
                </c:pt>
                <c:pt idx="1605">
                  <c:v>26-05-2006</c:v>
                </c:pt>
                <c:pt idx="1606">
                  <c:v>29-05-2006</c:v>
                </c:pt>
                <c:pt idx="1607">
                  <c:v>30-05-2006</c:v>
                </c:pt>
                <c:pt idx="1608">
                  <c:v>31-05-2006</c:v>
                </c:pt>
                <c:pt idx="1609">
                  <c:v>01-06-2006</c:v>
                </c:pt>
                <c:pt idx="1610">
                  <c:v>02-06-2006</c:v>
                </c:pt>
                <c:pt idx="1611">
                  <c:v>05-06-2006</c:v>
                </c:pt>
                <c:pt idx="1612">
                  <c:v>06-06-2006</c:v>
                </c:pt>
                <c:pt idx="1613">
                  <c:v>07-06-2006</c:v>
                </c:pt>
                <c:pt idx="1614">
                  <c:v>08-06-2006</c:v>
                </c:pt>
                <c:pt idx="1615">
                  <c:v>09-06-2006</c:v>
                </c:pt>
                <c:pt idx="1616">
                  <c:v>12-06-2006</c:v>
                </c:pt>
                <c:pt idx="1617">
                  <c:v>13-06-2006</c:v>
                </c:pt>
                <c:pt idx="1618">
                  <c:v>14-06-2006</c:v>
                </c:pt>
                <c:pt idx="1619">
                  <c:v>15-06-2006</c:v>
                </c:pt>
                <c:pt idx="1620">
                  <c:v>16-06-2006</c:v>
                </c:pt>
                <c:pt idx="1621">
                  <c:v>19-06-2006</c:v>
                </c:pt>
                <c:pt idx="1622">
                  <c:v>20-06-2006</c:v>
                </c:pt>
                <c:pt idx="1623">
                  <c:v>21-06-2006</c:v>
                </c:pt>
                <c:pt idx="1624">
                  <c:v>22-06-2006</c:v>
                </c:pt>
                <c:pt idx="1625">
                  <c:v>23-06-2006</c:v>
                </c:pt>
                <c:pt idx="1626">
                  <c:v>25-06-2006</c:v>
                </c:pt>
                <c:pt idx="1627">
                  <c:v>26-06-2006</c:v>
                </c:pt>
                <c:pt idx="1628">
                  <c:v>27-06-2006</c:v>
                </c:pt>
                <c:pt idx="1629">
                  <c:v>28-06-2006</c:v>
                </c:pt>
                <c:pt idx="1630">
                  <c:v>29-06-2006</c:v>
                </c:pt>
                <c:pt idx="1631">
                  <c:v>30-06-2006</c:v>
                </c:pt>
                <c:pt idx="1632">
                  <c:v>03-07-2006</c:v>
                </c:pt>
                <c:pt idx="1633">
                  <c:v>04-07-2006</c:v>
                </c:pt>
                <c:pt idx="1634">
                  <c:v>05-07-2006</c:v>
                </c:pt>
                <c:pt idx="1635">
                  <c:v>06-07-2006</c:v>
                </c:pt>
                <c:pt idx="1636">
                  <c:v>07-07-2006</c:v>
                </c:pt>
                <c:pt idx="1637">
                  <c:v>10-07-2006</c:v>
                </c:pt>
                <c:pt idx="1638">
                  <c:v>11-07-2006</c:v>
                </c:pt>
                <c:pt idx="1639">
                  <c:v>12-07-2006</c:v>
                </c:pt>
                <c:pt idx="1640">
                  <c:v>13-07-2006</c:v>
                </c:pt>
                <c:pt idx="1641">
                  <c:v>14-07-2006</c:v>
                </c:pt>
                <c:pt idx="1642">
                  <c:v>17-07-2006</c:v>
                </c:pt>
                <c:pt idx="1643">
                  <c:v>18-07-2006</c:v>
                </c:pt>
                <c:pt idx="1644">
                  <c:v>19-07-2006</c:v>
                </c:pt>
                <c:pt idx="1645">
                  <c:v>20-07-2006</c:v>
                </c:pt>
                <c:pt idx="1646">
                  <c:v>21-07-2006</c:v>
                </c:pt>
                <c:pt idx="1647">
                  <c:v>24-07-2006</c:v>
                </c:pt>
                <c:pt idx="1648">
                  <c:v>25-07-2006</c:v>
                </c:pt>
                <c:pt idx="1649">
                  <c:v>26-07-2006</c:v>
                </c:pt>
                <c:pt idx="1650">
                  <c:v>27-07-2006</c:v>
                </c:pt>
                <c:pt idx="1651">
                  <c:v>28-07-2006</c:v>
                </c:pt>
                <c:pt idx="1652">
                  <c:v>31-07-2006</c:v>
                </c:pt>
                <c:pt idx="1653">
                  <c:v>01-08-2006</c:v>
                </c:pt>
                <c:pt idx="1654">
                  <c:v>02-08-2006</c:v>
                </c:pt>
                <c:pt idx="1655">
                  <c:v>03-08-2006</c:v>
                </c:pt>
                <c:pt idx="1656">
                  <c:v>04-08-2006</c:v>
                </c:pt>
                <c:pt idx="1657">
                  <c:v>07-08-2006</c:v>
                </c:pt>
                <c:pt idx="1658">
                  <c:v>08-08-2006</c:v>
                </c:pt>
                <c:pt idx="1659">
                  <c:v>09-08-2006</c:v>
                </c:pt>
                <c:pt idx="1660">
                  <c:v>10-08-2006</c:v>
                </c:pt>
                <c:pt idx="1661">
                  <c:v>11-08-2006</c:v>
                </c:pt>
                <c:pt idx="1662">
                  <c:v>14-08-2006</c:v>
                </c:pt>
                <c:pt idx="1663">
                  <c:v>16-08-2006</c:v>
                </c:pt>
                <c:pt idx="1664">
                  <c:v>17-08-2006</c:v>
                </c:pt>
                <c:pt idx="1665">
                  <c:v>18-08-2006</c:v>
                </c:pt>
                <c:pt idx="1666">
                  <c:v>21-08-2006</c:v>
                </c:pt>
                <c:pt idx="1667">
                  <c:v>22-08-2006</c:v>
                </c:pt>
                <c:pt idx="1668">
                  <c:v>23-08-2006</c:v>
                </c:pt>
                <c:pt idx="1669">
                  <c:v>24-08-2006</c:v>
                </c:pt>
                <c:pt idx="1670">
                  <c:v>25-08-2006</c:v>
                </c:pt>
                <c:pt idx="1671">
                  <c:v>28-08-2006</c:v>
                </c:pt>
                <c:pt idx="1672">
                  <c:v>29-08-2006</c:v>
                </c:pt>
                <c:pt idx="1673">
                  <c:v>30-08-2006</c:v>
                </c:pt>
                <c:pt idx="1674">
                  <c:v>31-08-2006</c:v>
                </c:pt>
                <c:pt idx="1675">
                  <c:v>01-09-2006</c:v>
                </c:pt>
                <c:pt idx="1676">
                  <c:v>04-09-2006</c:v>
                </c:pt>
                <c:pt idx="1677">
                  <c:v>05-09-2006</c:v>
                </c:pt>
                <c:pt idx="1678">
                  <c:v>06-09-2006</c:v>
                </c:pt>
                <c:pt idx="1679">
                  <c:v>07-09-2006</c:v>
                </c:pt>
                <c:pt idx="1680">
                  <c:v>08-09-2006</c:v>
                </c:pt>
                <c:pt idx="1681">
                  <c:v>11-09-2006</c:v>
                </c:pt>
                <c:pt idx="1682">
                  <c:v>12-09-2006</c:v>
                </c:pt>
                <c:pt idx="1683">
                  <c:v>13-09-2006</c:v>
                </c:pt>
                <c:pt idx="1684">
                  <c:v>14-09-2006</c:v>
                </c:pt>
                <c:pt idx="1685">
                  <c:v>15-09-2006</c:v>
                </c:pt>
                <c:pt idx="1686">
                  <c:v>18-09-2006</c:v>
                </c:pt>
                <c:pt idx="1687">
                  <c:v>19-09-2006</c:v>
                </c:pt>
                <c:pt idx="1688">
                  <c:v>20-09-2006</c:v>
                </c:pt>
                <c:pt idx="1689">
                  <c:v>21-09-2006</c:v>
                </c:pt>
                <c:pt idx="1690">
                  <c:v>22-09-2006</c:v>
                </c:pt>
                <c:pt idx="1691">
                  <c:v>25-09-2006</c:v>
                </c:pt>
                <c:pt idx="1692">
                  <c:v>26-09-2006</c:v>
                </c:pt>
                <c:pt idx="1693">
                  <c:v>27-09-2006</c:v>
                </c:pt>
                <c:pt idx="1694">
                  <c:v>28-09-2006</c:v>
                </c:pt>
                <c:pt idx="1695">
                  <c:v>29-09-2006</c:v>
                </c:pt>
                <c:pt idx="1696">
                  <c:v>03-10-2006</c:v>
                </c:pt>
                <c:pt idx="1697">
                  <c:v>04-10-2006</c:v>
                </c:pt>
                <c:pt idx="1698">
                  <c:v>05-10-2006</c:v>
                </c:pt>
                <c:pt idx="1699">
                  <c:v>06-10-2006</c:v>
                </c:pt>
                <c:pt idx="1700">
                  <c:v>09-10-2006</c:v>
                </c:pt>
                <c:pt idx="1701">
                  <c:v>10-10-2006</c:v>
                </c:pt>
                <c:pt idx="1702">
                  <c:v>11-10-2006</c:v>
                </c:pt>
                <c:pt idx="1703">
                  <c:v>12-10-2006</c:v>
                </c:pt>
                <c:pt idx="1704">
                  <c:v>13-10-2006</c:v>
                </c:pt>
                <c:pt idx="1705">
                  <c:v>16-10-2006</c:v>
                </c:pt>
                <c:pt idx="1706">
                  <c:v>17-10-2006</c:v>
                </c:pt>
                <c:pt idx="1707">
                  <c:v>18-10-2006</c:v>
                </c:pt>
                <c:pt idx="1708">
                  <c:v>19-10-2006</c:v>
                </c:pt>
                <c:pt idx="1709">
                  <c:v>20-10-2006</c:v>
                </c:pt>
                <c:pt idx="1710">
                  <c:v>21-10-2006</c:v>
                </c:pt>
                <c:pt idx="1711">
                  <c:v>23-10-2006</c:v>
                </c:pt>
                <c:pt idx="1712">
                  <c:v>26-10-2006</c:v>
                </c:pt>
                <c:pt idx="1713">
                  <c:v>27-10-2006</c:v>
                </c:pt>
                <c:pt idx="1714">
                  <c:v>30-10-2006</c:v>
                </c:pt>
                <c:pt idx="1715">
                  <c:v>31-10-2006</c:v>
                </c:pt>
                <c:pt idx="1716">
                  <c:v>01-11-2006</c:v>
                </c:pt>
                <c:pt idx="1717">
                  <c:v>02-11-2006</c:v>
                </c:pt>
                <c:pt idx="1718">
                  <c:v>03-11-2006</c:v>
                </c:pt>
                <c:pt idx="1719">
                  <c:v>06-11-2006</c:v>
                </c:pt>
                <c:pt idx="1720">
                  <c:v>07-11-2006</c:v>
                </c:pt>
                <c:pt idx="1721">
                  <c:v>08-11-2006</c:v>
                </c:pt>
                <c:pt idx="1722">
                  <c:v>09-11-2006</c:v>
                </c:pt>
                <c:pt idx="1723">
                  <c:v>10-11-2006</c:v>
                </c:pt>
                <c:pt idx="1724">
                  <c:v>13-11-2006</c:v>
                </c:pt>
                <c:pt idx="1725">
                  <c:v>14-11-2006</c:v>
                </c:pt>
                <c:pt idx="1726">
                  <c:v>15-11-2006</c:v>
                </c:pt>
                <c:pt idx="1727">
                  <c:v>16-11-2006</c:v>
                </c:pt>
                <c:pt idx="1728">
                  <c:v>17-11-2006</c:v>
                </c:pt>
                <c:pt idx="1729">
                  <c:v>20-11-2006</c:v>
                </c:pt>
                <c:pt idx="1730">
                  <c:v>21-11-2006</c:v>
                </c:pt>
                <c:pt idx="1731">
                  <c:v>22-11-2006</c:v>
                </c:pt>
                <c:pt idx="1732">
                  <c:v>23-11-2006</c:v>
                </c:pt>
                <c:pt idx="1733">
                  <c:v>24-11-2006</c:v>
                </c:pt>
                <c:pt idx="1734">
                  <c:v>27-11-2006</c:v>
                </c:pt>
                <c:pt idx="1735">
                  <c:v>28-11-2006</c:v>
                </c:pt>
                <c:pt idx="1736">
                  <c:v>29-11-2006</c:v>
                </c:pt>
                <c:pt idx="1737">
                  <c:v>30-11-2006</c:v>
                </c:pt>
                <c:pt idx="1738">
                  <c:v>01-12-2006</c:v>
                </c:pt>
                <c:pt idx="1739">
                  <c:v>04-12-2006</c:v>
                </c:pt>
                <c:pt idx="1740">
                  <c:v>05-12-2006</c:v>
                </c:pt>
                <c:pt idx="1741">
                  <c:v>06-12-2006</c:v>
                </c:pt>
                <c:pt idx="1742">
                  <c:v>07-12-2006</c:v>
                </c:pt>
                <c:pt idx="1743">
                  <c:v>08-12-2006</c:v>
                </c:pt>
                <c:pt idx="1744">
                  <c:v>11-12-2006</c:v>
                </c:pt>
                <c:pt idx="1745">
                  <c:v>12-12-2006</c:v>
                </c:pt>
                <c:pt idx="1746">
                  <c:v>13-12-2006</c:v>
                </c:pt>
                <c:pt idx="1747">
                  <c:v>14-12-2006</c:v>
                </c:pt>
                <c:pt idx="1748">
                  <c:v>15-12-2006</c:v>
                </c:pt>
                <c:pt idx="1749">
                  <c:v>18-12-2006</c:v>
                </c:pt>
                <c:pt idx="1750">
                  <c:v>19-12-2006</c:v>
                </c:pt>
                <c:pt idx="1751">
                  <c:v>20-12-2006</c:v>
                </c:pt>
                <c:pt idx="1752">
                  <c:v>21-12-2006</c:v>
                </c:pt>
                <c:pt idx="1753">
                  <c:v>22-12-2006</c:v>
                </c:pt>
                <c:pt idx="1754">
                  <c:v>26-12-2006</c:v>
                </c:pt>
                <c:pt idx="1755">
                  <c:v>27-12-2006</c:v>
                </c:pt>
                <c:pt idx="1756">
                  <c:v>28-12-2006</c:v>
                </c:pt>
                <c:pt idx="1757">
                  <c:v>29-12-2006</c:v>
                </c:pt>
                <c:pt idx="1758">
                  <c:v>02-01-2007</c:v>
                </c:pt>
                <c:pt idx="1759">
                  <c:v>03-01-2007</c:v>
                </c:pt>
                <c:pt idx="1760">
                  <c:v>04-01-2007</c:v>
                </c:pt>
                <c:pt idx="1761">
                  <c:v>05-01-2007</c:v>
                </c:pt>
                <c:pt idx="1762">
                  <c:v>08-01-2007</c:v>
                </c:pt>
                <c:pt idx="1763">
                  <c:v>09-01-2007</c:v>
                </c:pt>
                <c:pt idx="1764">
                  <c:v>10-01-2007</c:v>
                </c:pt>
                <c:pt idx="1765">
                  <c:v>11-01-2007</c:v>
                </c:pt>
                <c:pt idx="1766">
                  <c:v>12-01-2007</c:v>
                </c:pt>
                <c:pt idx="1767">
                  <c:v>15-01-2007</c:v>
                </c:pt>
                <c:pt idx="1768">
                  <c:v>16-01-2007</c:v>
                </c:pt>
                <c:pt idx="1769">
                  <c:v>17-01-2007</c:v>
                </c:pt>
                <c:pt idx="1770">
                  <c:v>18-01-2007</c:v>
                </c:pt>
                <c:pt idx="1771">
                  <c:v>19-01-2007</c:v>
                </c:pt>
                <c:pt idx="1772">
                  <c:v>22-01-2007</c:v>
                </c:pt>
                <c:pt idx="1773">
                  <c:v>23-01-2007</c:v>
                </c:pt>
                <c:pt idx="1774">
                  <c:v>24-01-2007</c:v>
                </c:pt>
                <c:pt idx="1775">
                  <c:v>25-01-2007</c:v>
                </c:pt>
                <c:pt idx="1776">
                  <c:v>29-01-2007</c:v>
                </c:pt>
                <c:pt idx="1777">
                  <c:v>31-01-2007</c:v>
                </c:pt>
                <c:pt idx="1778">
                  <c:v>01-02-2007</c:v>
                </c:pt>
                <c:pt idx="1779">
                  <c:v>02-02-2007</c:v>
                </c:pt>
                <c:pt idx="1780">
                  <c:v>05-02-2007</c:v>
                </c:pt>
                <c:pt idx="1781">
                  <c:v>06-02-2007</c:v>
                </c:pt>
                <c:pt idx="1782">
                  <c:v>07-02-2007</c:v>
                </c:pt>
                <c:pt idx="1783">
                  <c:v>08-02-2007</c:v>
                </c:pt>
                <c:pt idx="1784">
                  <c:v>09-02-2007</c:v>
                </c:pt>
                <c:pt idx="1785">
                  <c:v>12-02-2007</c:v>
                </c:pt>
                <c:pt idx="1786">
                  <c:v>13-02-2007</c:v>
                </c:pt>
                <c:pt idx="1787">
                  <c:v>14-02-2007</c:v>
                </c:pt>
                <c:pt idx="1788">
                  <c:v>15-02-2007</c:v>
                </c:pt>
                <c:pt idx="1789">
                  <c:v>19-02-2007</c:v>
                </c:pt>
                <c:pt idx="1790">
                  <c:v>20-02-2007</c:v>
                </c:pt>
                <c:pt idx="1791">
                  <c:v>21-02-2007</c:v>
                </c:pt>
                <c:pt idx="1792">
                  <c:v>22-02-2007</c:v>
                </c:pt>
                <c:pt idx="1793">
                  <c:v>23-02-2007</c:v>
                </c:pt>
                <c:pt idx="1794">
                  <c:v>26-02-2007</c:v>
                </c:pt>
                <c:pt idx="1795">
                  <c:v>27-02-2007</c:v>
                </c:pt>
                <c:pt idx="1796">
                  <c:v>28-02-2007</c:v>
                </c:pt>
                <c:pt idx="1797">
                  <c:v>01-03-2007</c:v>
                </c:pt>
                <c:pt idx="1798">
                  <c:v>02-03-2007</c:v>
                </c:pt>
                <c:pt idx="1799">
                  <c:v>05-03-2007</c:v>
                </c:pt>
                <c:pt idx="1800">
                  <c:v>06-03-2007</c:v>
                </c:pt>
                <c:pt idx="1801">
                  <c:v>07-03-2007</c:v>
                </c:pt>
                <c:pt idx="1802">
                  <c:v>08-03-2007</c:v>
                </c:pt>
                <c:pt idx="1803">
                  <c:v>09-03-2007</c:v>
                </c:pt>
                <c:pt idx="1804">
                  <c:v>12-03-2007</c:v>
                </c:pt>
                <c:pt idx="1805">
                  <c:v>13-03-2007</c:v>
                </c:pt>
                <c:pt idx="1806">
                  <c:v>14-03-2007</c:v>
                </c:pt>
                <c:pt idx="1807">
                  <c:v>15-03-2007</c:v>
                </c:pt>
                <c:pt idx="1808">
                  <c:v>16-03-2007</c:v>
                </c:pt>
                <c:pt idx="1809">
                  <c:v>19-03-2007</c:v>
                </c:pt>
                <c:pt idx="1810">
                  <c:v>20-03-2007</c:v>
                </c:pt>
                <c:pt idx="1811">
                  <c:v>21-03-2007</c:v>
                </c:pt>
                <c:pt idx="1812">
                  <c:v>22-03-2007</c:v>
                </c:pt>
                <c:pt idx="1813">
                  <c:v>23-03-2007</c:v>
                </c:pt>
                <c:pt idx="1814">
                  <c:v>26-03-2007</c:v>
                </c:pt>
                <c:pt idx="1815">
                  <c:v>28-03-2007</c:v>
                </c:pt>
                <c:pt idx="1816">
                  <c:v>29-03-2007</c:v>
                </c:pt>
                <c:pt idx="1817">
                  <c:v>30-03-2007</c:v>
                </c:pt>
                <c:pt idx="1818">
                  <c:v>02-04-2007</c:v>
                </c:pt>
                <c:pt idx="1819">
                  <c:v>03-04-2007</c:v>
                </c:pt>
                <c:pt idx="1820">
                  <c:v>04-04-2007</c:v>
                </c:pt>
                <c:pt idx="1821">
                  <c:v>05-04-2007</c:v>
                </c:pt>
                <c:pt idx="1822">
                  <c:v>09-04-2007</c:v>
                </c:pt>
                <c:pt idx="1823">
                  <c:v>10-04-2007</c:v>
                </c:pt>
                <c:pt idx="1824">
                  <c:v>11-04-2007</c:v>
                </c:pt>
                <c:pt idx="1825">
                  <c:v>12-04-2007</c:v>
                </c:pt>
                <c:pt idx="1826">
                  <c:v>13-04-2007</c:v>
                </c:pt>
                <c:pt idx="1827">
                  <c:v>16-04-2007</c:v>
                </c:pt>
                <c:pt idx="1828">
                  <c:v>17-04-2007</c:v>
                </c:pt>
                <c:pt idx="1829">
                  <c:v>18-04-2007</c:v>
                </c:pt>
                <c:pt idx="1830">
                  <c:v>19-04-2007</c:v>
                </c:pt>
                <c:pt idx="1831">
                  <c:v>20-04-2007</c:v>
                </c:pt>
                <c:pt idx="1832">
                  <c:v>23-04-2007</c:v>
                </c:pt>
                <c:pt idx="1833">
                  <c:v>24-04-2007</c:v>
                </c:pt>
                <c:pt idx="1834">
                  <c:v>25-04-2007</c:v>
                </c:pt>
                <c:pt idx="1835">
                  <c:v>26-04-2007</c:v>
                </c:pt>
                <c:pt idx="1836">
                  <c:v>27-04-2007</c:v>
                </c:pt>
                <c:pt idx="1837">
                  <c:v>30-04-2007</c:v>
                </c:pt>
                <c:pt idx="1838">
                  <c:v>03-05-2007</c:v>
                </c:pt>
                <c:pt idx="1839">
                  <c:v>04-05-2007</c:v>
                </c:pt>
                <c:pt idx="1840">
                  <c:v>07-05-2007</c:v>
                </c:pt>
                <c:pt idx="1841">
                  <c:v>08-05-2007</c:v>
                </c:pt>
                <c:pt idx="1842">
                  <c:v>09-05-2007</c:v>
                </c:pt>
                <c:pt idx="1843">
                  <c:v>10-05-2007</c:v>
                </c:pt>
                <c:pt idx="1844">
                  <c:v>11-05-2007</c:v>
                </c:pt>
                <c:pt idx="1845">
                  <c:v>14-05-2007</c:v>
                </c:pt>
                <c:pt idx="1846">
                  <c:v>15-05-2007</c:v>
                </c:pt>
                <c:pt idx="1847">
                  <c:v>16-05-2007</c:v>
                </c:pt>
                <c:pt idx="1848">
                  <c:v>17-05-2007</c:v>
                </c:pt>
                <c:pt idx="1849">
                  <c:v>18-05-2007</c:v>
                </c:pt>
                <c:pt idx="1850">
                  <c:v>21-05-2007</c:v>
                </c:pt>
                <c:pt idx="1851">
                  <c:v>22-05-2007</c:v>
                </c:pt>
                <c:pt idx="1852">
                  <c:v>23-05-2007</c:v>
                </c:pt>
                <c:pt idx="1853">
                  <c:v>24-05-2007</c:v>
                </c:pt>
                <c:pt idx="1854">
                  <c:v>25-05-2007</c:v>
                </c:pt>
                <c:pt idx="1855">
                  <c:v>28-05-2007</c:v>
                </c:pt>
                <c:pt idx="1856">
                  <c:v>29-05-2007</c:v>
                </c:pt>
                <c:pt idx="1857">
                  <c:v>30-05-2007</c:v>
                </c:pt>
                <c:pt idx="1858">
                  <c:v>31-05-2007</c:v>
                </c:pt>
                <c:pt idx="1859">
                  <c:v>01-06-2007</c:v>
                </c:pt>
                <c:pt idx="1860">
                  <c:v>04-06-2007</c:v>
                </c:pt>
                <c:pt idx="1861">
                  <c:v>05-06-2007</c:v>
                </c:pt>
                <c:pt idx="1862">
                  <c:v>06-06-2007</c:v>
                </c:pt>
                <c:pt idx="1863">
                  <c:v>07-06-2007</c:v>
                </c:pt>
                <c:pt idx="1864">
                  <c:v>08-06-2007</c:v>
                </c:pt>
                <c:pt idx="1865">
                  <c:v>11-06-2007</c:v>
                </c:pt>
                <c:pt idx="1866">
                  <c:v>12-06-2007</c:v>
                </c:pt>
                <c:pt idx="1867">
                  <c:v>13-06-2007</c:v>
                </c:pt>
                <c:pt idx="1868">
                  <c:v>14-06-2007</c:v>
                </c:pt>
                <c:pt idx="1869">
                  <c:v>15-06-2007</c:v>
                </c:pt>
                <c:pt idx="1870">
                  <c:v>18-06-2007</c:v>
                </c:pt>
                <c:pt idx="1871">
                  <c:v>19-06-2007</c:v>
                </c:pt>
                <c:pt idx="1872">
                  <c:v>20-06-2007</c:v>
                </c:pt>
                <c:pt idx="1873">
                  <c:v>21-06-2007</c:v>
                </c:pt>
                <c:pt idx="1874">
                  <c:v>22-06-2007</c:v>
                </c:pt>
                <c:pt idx="1875">
                  <c:v>25-06-2007</c:v>
                </c:pt>
                <c:pt idx="1876">
                  <c:v>26-06-2007</c:v>
                </c:pt>
                <c:pt idx="1877">
                  <c:v>27-06-2007</c:v>
                </c:pt>
                <c:pt idx="1878">
                  <c:v>28-06-2007</c:v>
                </c:pt>
                <c:pt idx="1879">
                  <c:v>29-06-2007</c:v>
                </c:pt>
                <c:pt idx="1880">
                  <c:v>02-07-2007</c:v>
                </c:pt>
                <c:pt idx="1881">
                  <c:v>03-07-2007</c:v>
                </c:pt>
                <c:pt idx="1882">
                  <c:v>04-07-2007</c:v>
                </c:pt>
                <c:pt idx="1883">
                  <c:v>05-07-2007</c:v>
                </c:pt>
                <c:pt idx="1884">
                  <c:v>06-07-2007</c:v>
                </c:pt>
                <c:pt idx="1885">
                  <c:v>09-07-2007</c:v>
                </c:pt>
                <c:pt idx="1886">
                  <c:v>10-07-2007</c:v>
                </c:pt>
                <c:pt idx="1887">
                  <c:v>11-07-2007</c:v>
                </c:pt>
                <c:pt idx="1888">
                  <c:v>12-07-2007</c:v>
                </c:pt>
                <c:pt idx="1889">
                  <c:v>13-07-2007</c:v>
                </c:pt>
                <c:pt idx="1890">
                  <c:v>16-07-2007</c:v>
                </c:pt>
                <c:pt idx="1891">
                  <c:v>17-07-2007</c:v>
                </c:pt>
                <c:pt idx="1892">
                  <c:v>18-07-2007</c:v>
                </c:pt>
                <c:pt idx="1893">
                  <c:v>19-07-2007</c:v>
                </c:pt>
                <c:pt idx="1894">
                  <c:v>20-07-2007</c:v>
                </c:pt>
                <c:pt idx="1895">
                  <c:v>23-07-2007</c:v>
                </c:pt>
                <c:pt idx="1896">
                  <c:v>24-07-2007</c:v>
                </c:pt>
                <c:pt idx="1897">
                  <c:v>25-07-2007</c:v>
                </c:pt>
                <c:pt idx="1898">
                  <c:v>26-07-2007</c:v>
                </c:pt>
                <c:pt idx="1899">
                  <c:v>27-07-2007</c:v>
                </c:pt>
                <c:pt idx="1900">
                  <c:v>30-07-2007</c:v>
                </c:pt>
                <c:pt idx="1901">
                  <c:v>31-07-2007</c:v>
                </c:pt>
                <c:pt idx="1902">
                  <c:v>01-08-2007</c:v>
                </c:pt>
                <c:pt idx="1903">
                  <c:v>02-08-2007</c:v>
                </c:pt>
                <c:pt idx="1904">
                  <c:v>03-08-2007</c:v>
                </c:pt>
                <c:pt idx="1905">
                  <c:v>06-08-2007</c:v>
                </c:pt>
                <c:pt idx="1906">
                  <c:v>07-08-2007</c:v>
                </c:pt>
                <c:pt idx="1907">
                  <c:v>08-08-2007</c:v>
                </c:pt>
                <c:pt idx="1908">
                  <c:v>09-08-2007</c:v>
                </c:pt>
                <c:pt idx="1909">
                  <c:v>10-08-2007</c:v>
                </c:pt>
                <c:pt idx="1910">
                  <c:v>13-08-2007</c:v>
                </c:pt>
                <c:pt idx="1911">
                  <c:v>14-08-2007</c:v>
                </c:pt>
                <c:pt idx="1912">
                  <c:v>16-08-2007</c:v>
                </c:pt>
                <c:pt idx="1913">
                  <c:v>17-08-2007</c:v>
                </c:pt>
                <c:pt idx="1914">
                  <c:v>20-08-2007</c:v>
                </c:pt>
                <c:pt idx="1915">
                  <c:v>21-08-2007</c:v>
                </c:pt>
                <c:pt idx="1916">
                  <c:v>22-08-2007</c:v>
                </c:pt>
                <c:pt idx="1917">
                  <c:v>23-08-2007</c:v>
                </c:pt>
                <c:pt idx="1918">
                  <c:v>24-08-2007</c:v>
                </c:pt>
                <c:pt idx="1919">
                  <c:v>27-08-2007</c:v>
                </c:pt>
                <c:pt idx="1920">
                  <c:v>28-08-2007</c:v>
                </c:pt>
                <c:pt idx="1921">
                  <c:v>29-08-2007</c:v>
                </c:pt>
                <c:pt idx="1922">
                  <c:v>30-08-2007</c:v>
                </c:pt>
                <c:pt idx="1923">
                  <c:v>31-08-2007</c:v>
                </c:pt>
                <c:pt idx="1924">
                  <c:v>03-09-2007</c:v>
                </c:pt>
                <c:pt idx="1925">
                  <c:v>04-09-2007</c:v>
                </c:pt>
                <c:pt idx="1926">
                  <c:v>05-09-2007</c:v>
                </c:pt>
                <c:pt idx="1927">
                  <c:v>06-09-2007</c:v>
                </c:pt>
                <c:pt idx="1928">
                  <c:v>07-09-2007</c:v>
                </c:pt>
                <c:pt idx="1929">
                  <c:v>10-09-2007</c:v>
                </c:pt>
                <c:pt idx="1930">
                  <c:v>11-09-2007</c:v>
                </c:pt>
                <c:pt idx="1931">
                  <c:v>12-09-2007</c:v>
                </c:pt>
                <c:pt idx="1932">
                  <c:v>13-09-2007</c:v>
                </c:pt>
                <c:pt idx="1933">
                  <c:v>14-09-2007</c:v>
                </c:pt>
                <c:pt idx="1934">
                  <c:v>17-09-2007</c:v>
                </c:pt>
                <c:pt idx="1935">
                  <c:v>18-09-2007</c:v>
                </c:pt>
                <c:pt idx="1936">
                  <c:v>19-09-2007</c:v>
                </c:pt>
                <c:pt idx="1937">
                  <c:v>20-09-2007</c:v>
                </c:pt>
                <c:pt idx="1938">
                  <c:v>21-09-2007</c:v>
                </c:pt>
                <c:pt idx="1939">
                  <c:v>24-09-2007</c:v>
                </c:pt>
                <c:pt idx="1940">
                  <c:v>25-09-2007</c:v>
                </c:pt>
                <c:pt idx="1941">
                  <c:v>26-09-2007</c:v>
                </c:pt>
                <c:pt idx="1942">
                  <c:v>27-09-2007</c:v>
                </c:pt>
                <c:pt idx="1943">
                  <c:v>28-09-2007</c:v>
                </c:pt>
                <c:pt idx="1944">
                  <c:v>01-10-2007</c:v>
                </c:pt>
                <c:pt idx="1945">
                  <c:v>03-10-2007</c:v>
                </c:pt>
                <c:pt idx="1946">
                  <c:v>04-10-2007</c:v>
                </c:pt>
                <c:pt idx="1947">
                  <c:v>05-10-2007</c:v>
                </c:pt>
                <c:pt idx="1948">
                  <c:v>08-10-2007</c:v>
                </c:pt>
                <c:pt idx="1949">
                  <c:v>09-10-2007</c:v>
                </c:pt>
                <c:pt idx="1950">
                  <c:v>10-10-2007</c:v>
                </c:pt>
                <c:pt idx="1951">
                  <c:v>11-10-2007</c:v>
                </c:pt>
                <c:pt idx="1952">
                  <c:v>12-10-2007</c:v>
                </c:pt>
                <c:pt idx="1953">
                  <c:v>15-10-2007</c:v>
                </c:pt>
                <c:pt idx="1954">
                  <c:v>16-10-2007</c:v>
                </c:pt>
                <c:pt idx="1955">
                  <c:v>17-10-2007</c:v>
                </c:pt>
                <c:pt idx="1956">
                  <c:v>18-10-2007</c:v>
                </c:pt>
                <c:pt idx="1957">
                  <c:v>19-10-2007</c:v>
                </c:pt>
                <c:pt idx="1958">
                  <c:v>22-10-2007</c:v>
                </c:pt>
                <c:pt idx="1959">
                  <c:v>23-10-2007</c:v>
                </c:pt>
                <c:pt idx="1960">
                  <c:v>24-10-2007</c:v>
                </c:pt>
                <c:pt idx="1961">
                  <c:v>25-10-2007</c:v>
                </c:pt>
                <c:pt idx="1962">
                  <c:v>26-10-2007</c:v>
                </c:pt>
                <c:pt idx="1963">
                  <c:v>29-10-2007</c:v>
                </c:pt>
                <c:pt idx="1964">
                  <c:v>30-10-2007</c:v>
                </c:pt>
                <c:pt idx="1965">
                  <c:v>31-10-2007</c:v>
                </c:pt>
                <c:pt idx="1966">
                  <c:v>01-11-2007</c:v>
                </c:pt>
                <c:pt idx="1967">
                  <c:v>02-11-2007</c:v>
                </c:pt>
                <c:pt idx="1968">
                  <c:v>05-11-2007</c:v>
                </c:pt>
                <c:pt idx="1969">
                  <c:v>06-11-2007</c:v>
                </c:pt>
                <c:pt idx="1970">
                  <c:v>07-11-2007</c:v>
                </c:pt>
                <c:pt idx="1971">
                  <c:v>08-11-2007</c:v>
                </c:pt>
                <c:pt idx="1972">
                  <c:v>09-11-2007</c:v>
                </c:pt>
                <c:pt idx="1973">
                  <c:v>12-11-2007</c:v>
                </c:pt>
                <c:pt idx="1974">
                  <c:v>13-11-2007</c:v>
                </c:pt>
                <c:pt idx="1975">
                  <c:v>14-11-2007</c:v>
                </c:pt>
                <c:pt idx="1976">
                  <c:v>15-11-2007</c:v>
                </c:pt>
                <c:pt idx="1977">
                  <c:v>16-11-2007</c:v>
                </c:pt>
                <c:pt idx="1978">
                  <c:v>19-11-2007</c:v>
                </c:pt>
                <c:pt idx="1979">
                  <c:v>20-11-2007</c:v>
                </c:pt>
                <c:pt idx="1980">
                  <c:v>21-11-2007</c:v>
                </c:pt>
                <c:pt idx="1981">
                  <c:v>22-11-2007</c:v>
                </c:pt>
                <c:pt idx="1982">
                  <c:v>23-11-2007</c:v>
                </c:pt>
                <c:pt idx="1983">
                  <c:v>26-11-2007</c:v>
                </c:pt>
                <c:pt idx="1984">
                  <c:v>27-11-2007</c:v>
                </c:pt>
                <c:pt idx="1985">
                  <c:v>28-11-2007</c:v>
                </c:pt>
                <c:pt idx="1986">
                  <c:v>29-11-2007</c:v>
                </c:pt>
                <c:pt idx="1987">
                  <c:v>30-11-2007</c:v>
                </c:pt>
                <c:pt idx="1988">
                  <c:v>03-12-2007</c:v>
                </c:pt>
                <c:pt idx="1989">
                  <c:v>04-12-2007</c:v>
                </c:pt>
                <c:pt idx="1990">
                  <c:v>05-12-2007</c:v>
                </c:pt>
                <c:pt idx="1991">
                  <c:v>06-12-2007</c:v>
                </c:pt>
                <c:pt idx="1992">
                  <c:v>07-12-2007</c:v>
                </c:pt>
                <c:pt idx="1993">
                  <c:v>10-12-2007</c:v>
                </c:pt>
                <c:pt idx="1994">
                  <c:v>11-12-2007</c:v>
                </c:pt>
                <c:pt idx="1995">
                  <c:v>12-12-2007</c:v>
                </c:pt>
                <c:pt idx="1996">
                  <c:v>13-12-2007</c:v>
                </c:pt>
                <c:pt idx="1997">
                  <c:v>14-12-2007</c:v>
                </c:pt>
                <c:pt idx="1998">
                  <c:v>17-12-2007</c:v>
                </c:pt>
                <c:pt idx="1999">
                  <c:v>18-12-2007</c:v>
                </c:pt>
                <c:pt idx="2000">
                  <c:v>19-12-2007</c:v>
                </c:pt>
                <c:pt idx="2001">
                  <c:v>20-12-2007</c:v>
                </c:pt>
                <c:pt idx="2002">
                  <c:v>24-12-2007</c:v>
                </c:pt>
                <c:pt idx="2003">
                  <c:v>26-12-2007</c:v>
                </c:pt>
                <c:pt idx="2004">
                  <c:v>27-12-2007</c:v>
                </c:pt>
                <c:pt idx="2005">
                  <c:v>28-12-2007</c:v>
                </c:pt>
                <c:pt idx="2006">
                  <c:v>31-12-2007</c:v>
                </c:pt>
                <c:pt idx="2007">
                  <c:v>01-01-2008</c:v>
                </c:pt>
                <c:pt idx="2008">
                  <c:v>02-01-2008</c:v>
                </c:pt>
                <c:pt idx="2009">
                  <c:v>03-01-2008</c:v>
                </c:pt>
                <c:pt idx="2010">
                  <c:v>04-01-2008</c:v>
                </c:pt>
                <c:pt idx="2011">
                  <c:v>07-01-2008</c:v>
                </c:pt>
                <c:pt idx="2012">
                  <c:v>08-01-2008</c:v>
                </c:pt>
                <c:pt idx="2013">
                  <c:v>09-01-2008</c:v>
                </c:pt>
                <c:pt idx="2014">
                  <c:v>10-01-2008</c:v>
                </c:pt>
                <c:pt idx="2015">
                  <c:v>11-01-2008</c:v>
                </c:pt>
                <c:pt idx="2016">
                  <c:v>14-01-2008</c:v>
                </c:pt>
                <c:pt idx="2017">
                  <c:v>15-01-2008</c:v>
                </c:pt>
                <c:pt idx="2018">
                  <c:v>16-01-2008</c:v>
                </c:pt>
                <c:pt idx="2019">
                  <c:v>17-01-2008</c:v>
                </c:pt>
                <c:pt idx="2020">
                  <c:v>18-01-2008</c:v>
                </c:pt>
                <c:pt idx="2021">
                  <c:v>21-01-2008</c:v>
                </c:pt>
                <c:pt idx="2022">
                  <c:v>22-01-2008</c:v>
                </c:pt>
                <c:pt idx="2023">
                  <c:v>23-01-2008</c:v>
                </c:pt>
                <c:pt idx="2024">
                  <c:v>24-01-2008</c:v>
                </c:pt>
                <c:pt idx="2025">
                  <c:v>25-01-2008</c:v>
                </c:pt>
                <c:pt idx="2026">
                  <c:v>28-01-2008</c:v>
                </c:pt>
                <c:pt idx="2027">
                  <c:v>29-01-2008</c:v>
                </c:pt>
                <c:pt idx="2028">
                  <c:v>30-01-2008</c:v>
                </c:pt>
                <c:pt idx="2029">
                  <c:v>31-01-2008</c:v>
                </c:pt>
                <c:pt idx="2030">
                  <c:v>01-02-2008</c:v>
                </c:pt>
                <c:pt idx="2031">
                  <c:v>04-02-2008</c:v>
                </c:pt>
                <c:pt idx="2032">
                  <c:v>05-02-2008</c:v>
                </c:pt>
                <c:pt idx="2033">
                  <c:v>06-02-2008</c:v>
                </c:pt>
                <c:pt idx="2034">
                  <c:v>07-02-2008</c:v>
                </c:pt>
                <c:pt idx="2035">
                  <c:v>08-02-2008</c:v>
                </c:pt>
                <c:pt idx="2036">
                  <c:v>11-02-2008</c:v>
                </c:pt>
                <c:pt idx="2037">
                  <c:v>12-02-2008</c:v>
                </c:pt>
                <c:pt idx="2038">
                  <c:v>13-02-2008</c:v>
                </c:pt>
                <c:pt idx="2039">
                  <c:v>14-02-2008</c:v>
                </c:pt>
                <c:pt idx="2040">
                  <c:v>15-02-2008</c:v>
                </c:pt>
                <c:pt idx="2041">
                  <c:v>18-02-2008</c:v>
                </c:pt>
                <c:pt idx="2042">
                  <c:v>19-02-2008</c:v>
                </c:pt>
                <c:pt idx="2043">
                  <c:v>20-02-2008</c:v>
                </c:pt>
                <c:pt idx="2044">
                  <c:v>21-02-2008</c:v>
                </c:pt>
                <c:pt idx="2045">
                  <c:v>22-02-2008</c:v>
                </c:pt>
                <c:pt idx="2046">
                  <c:v>25-02-2008</c:v>
                </c:pt>
                <c:pt idx="2047">
                  <c:v>26-02-2008</c:v>
                </c:pt>
                <c:pt idx="2048">
                  <c:v>27-02-2008</c:v>
                </c:pt>
                <c:pt idx="2049">
                  <c:v>28-02-2008</c:v>
                </c:pt>
                <c:pt idx="2050">
                  <c:v>29-02-2008</c:v>
                </c:pt>
                <c:pt idx="2051">
                  <c:v>03-03-2008</c:v>
                </c:pt>
                <c:pt idx="2052">
                  <c:v>04-03-2008</c:v>
                </c:pt>
                <c:pt idx="2053">
                  <c:v>05-03-2008</c:v>
                </c:pt>
                <c:pt idx="2054">
                  <c:v>07-03-2008</c:v>
                </c:pt>
                <c:pt idx="2055">
                  <c:v>10-03-2008</c:v>
                </c:pt>
                <c:pt idx="2056">
                  <c:v>11-03-2008</c:v>
                </c:pt>
                <c:pt idx="2057">
                  <c:v>12-03-2008</c:v>
                </c:pt>
                <c:pt idx="2058">
                  <c:v>13-03-2008</c:v>
                </c:pt>
                <c:pt idx="2059">
                  <c:v>14-03-2008</c:v>
                </c:pt>
                <c:pt idx="2060">
                  <c:v>17-03-2008</c:v>
                </c:pt>
                <c:pt idx="2061">
                  <c:v>18-03-2008</c:v>
                </c:pt>
                <c:pt idx="2062">
                  <c:v>19-03-2008</c:v>
                </c:pt>
                <c:pt idx="2063">
                  <c:v>24-03-2008</c:v>
                </c:pt>
                <c:pt idx="2064">
                  <c:v>25-03-2008</c:v>
                </c:pt>
                <c:pt idx="2065">
                  <c:v>26-03-2008</c:v>
                </c:pt>
                <c:pt idx="2066">
                  <c:v>27-03-2008</c:v>
                </c:pt>
                <c:pt idx="2067">
                  <c:v>28-03-2008</c:v>
                </c:pt>
                <c:pt idx="2068">
                  <c:v>31-03-2008</c:v>
                </c:pt>
                <c:pt idx="2069">
                  <c:v>01-04-2008</c:v>
                </c:pt>
                <c:pt idx="2070">
                  <c:v>02-04-2008</c:v>
                </c:pt>
                <c:pt idx="2071">
                  <c:v>03-04-2008</c:v>
                </c:pt>
                <c:pt idx="2072">
                  <c:v>04-04-2008</c:v>
                </c:pt>
                <c:pt idx="2073">
                  <c:v>07-04-2008</c:v>
                </c:pt>
                <c:pt idx="2074">
                  <c:v>08-04-2008</c:v>
                </c:pt>
                <c:pt idx="2075">
                  <c:v>09-04-2008</c:v>
                </c:pt>
                <c:pt idx="2076">
                  <c:v>10-04-2008</c:v>
                </c:pt>
                <c:pt idx="2077">
                  <c:v>11-04-2008</c:v>
                </c:pt>
                <c:pt idx="2078">
                  <c:v>15-04-2008</c:v>
                </c:pt>
                <c:pt idx="2079">
                  <c:v>16-04-2008</c:v>
                </c:pt>
                <c:pt idx="2080">
                  <c:v>17-04-2008</c:v>
                </c:pt>
                <c:pt idx="2081">
                  <c:v>21-04-2008</c:v>
                </c:pt>
                <c:pt idx="2082">
                  <c:v>22-04-2008</c:v>
                </c:pt>
                <c:pt idx="2083">
                  <c:v>23-04-2008</c:v>
                </c:pt>
                <c:pt idx="2084">
                  <c:v>24-04-2008</c:v>
                </c:pt>
                <c:pt idx="2085">
                  <c:v>25-04-2008</c:v>
                </c:pt>
                <c:pt idx="2086">
                  <c:v>28-04-2008</c:v>
                </c:pt>
                <c:pt idx="2087">
                  <c:v>29-04-2008</c:v>
                </c:pt>
                <c:pt idx="2088">
                  <c:v>30-04-2008</c:v>
                </c:pt>
                <c:pt idx="2089">
                  <c:v>02-05-2008</c:v>
                </c:pt>
                <c:pt idx="2090">
                  <c:v>05-05-2008</c:v>
                </c:pt>
                <c:pt idx="2091">
                  <c:v>06-05-2008</c:v>
                </c:pt>
                <c:pt idx="2092">
                  <c:v>07-05-2008</c:v>
                </c:pt>
                <c:pt idx="2093">
                  <c:v>08-05-2008</c:v>
                </c:pt>
                <c:pt idx="2094">
                  <c:v>09-05-2008</c:v>
                </c:pt>
                <c:pt idx="2095">
                  <c:v>12-05-2008</c:v>
                </c:pt>
                <c:pt idx="2096">
                  <c:v>13-05-2008</c:v>
                </c:pt>
                <c:pt idx="2097">
                  <c:v>14-05-2008</c:v>
                </c:pt>
                <c:pt idx="2098">
                  <c:v>15-05-2008</c:v>
                </c:pt>
                <c:pt idx="2099">
                  <c:v>16-05-2008</c:v>
                </c:pt>
                <c:pt idx="2100">
                  <c:v>20-05-2008</c:v>
                </c:pt>
                <c:pt idx="2101">
                  <c:v>21-05-2008</c:v>
                </c:pt>
                <c:pt idx="2102">
                  <c:v>22-05-2008</c:v>
                </c:pt>
                <c:pt idx="2103">
                  <c:v>23-05-2008</c:v>
                </c:pt>
                <c:pt idx="2104">
                  <c:v>26-05-2008</c:v>
                </c:pt>
                <c:pt idx="2105">
                  <c:v>27-05-2008</c:v>
                </c:pt>
                <c:pt idx="2106">
                  <c:v>28-05-2008</c:v>
                </c:pt>
                <c:pt idx="2107">
                  <c:v>29-05-2008</c:v>
                </c:pt>
                <c:pt idx="2108">
                  <c:v>30-05-2008</c:v>
                </c:pt>
                <c:pt idx="2109">
                  <c:v>02-06-2008</c:v>
                </c:pt>
                <c:pt idx="2110">
                  <c:v>03-06-2008</c:v>
                </c:pt>
                <c:pt idx="2111">
                  <c:v>04-06-2008</c:v>
                </c:pt>
                <c:pt idx="2112">
                  <c:v>05-06-2008</c:v>
                </c:pt>
                <c:pt idx="2113">
                  <c:v>06-06-2008</c:v>
                </c:pt>
                <c:pt idx="2114">
                  <c:v>09-06-2008</c:v>
                </c:pt>
                <c:pt idx="2115">
                  <c:v>10-06-2008</c:v>
                </c:pt>
                <c:pt idx="2116">
                  <c:v>11-06-2008</c:v>
                </c:pt>
                <c:pt idx="2117">
                  <c:v>12-06-2008</c:v>
                </c:pt>
                <c:pt idx="2118">
                  <c:v>13-06-2008</c:v>
                </c:pt>
                <c:pt idx="2119">
                  <c:v>16-06-2008</c:v>
                </c:pt>
                <c:pt idx="2120">
                  <c:v>17-06-2008</c:v>
                </c:pt>
                <c:pt idx="2121">
                  <c:v>18-06-2008</c:v>
                </c:pt>
                <c:pt idx="2122">
                  <c:v>19-06-2008</c:v>
                </c:pt>
                <c:pt idx="2123">
                  <c:v>20-06-2008</c:v>
                </c:pt>
                <c:pt idx="2124">
                  <c:v>23-06-2008</c:v>
                </c:pt>
                <c:pt idx="2125">
                  <c:v>24-06-2008</c:v>
                </c:pt>
                <c:pt idx="2126">
                  <c:v>25-06-2008</c:v>
                </c:pt>
                <c:pt idx="2127">
                  <c:v>26-06-2008</c:v>
                </c:pt>
                <c:pt idx="2128">
                  <c:v>27-06-2008</c:v>
                </c:pt>
                <c:pt idx="2129">
                  <c:v>30-06-2008</c:v>
                </c:pt>
                <c:pt idx="2130">
                  <c:v>01-07-2008</c:v>
                </c:pt>
                <c:pt idx="2131">
                  <c:v>02-07-2008</c:v>
                </c:pt>
                <c:pt idx="2132">
                  <c:v>03-07-2008</c:v>
                </c:pt>
                <c:pt idx="2133">
                  <c:v>04-07-2008</c:v>
                </c:pt>
                <c:pt idx="2134">
                  <c:v>07-07-2008</c:v>
                </c:pt>
                <c:pt idx="2135">
                  <c:v>08-07-2008</c:v>
                </c:pt>
                <c:pt idx="2136">
                  <c:v>09-07-2008</c:v>
                </c:pt>
                <c:pt idx="2137">
                  <c:v>10-07-2008</c:v>
                </c:pt>
                <c:pt idx="2138">
                  <c:v>11-07-2008</c:v>
                </c:pt>
                <c:pt idx="2139">
                  <c:v>14-07-2008</c:v>
                </c:pt>
                <c:pt idx="2140">
                  <c:v>15-07-2008</c:v>
                </c:pt>
                <c:pt idx="2141">
                  <c:v>16-07-2008</c:v>
                </c:pt>
                <c:pt idx="2142">
                  <c:v>17-07-2008</c:v>
                </c:pt>
                <c:pt idx="2143">
                  <c:v>18-07-2008</c:v>
                </c:pt>
                <c:pt idx="2144">
                  <c:v>21-07-2008</c:v>
                </c:pt>
                <c:pt idx="2145">
                  <c:v>22-07-2008</c:v>
                </c:pt>
                <c:pt idx="2146">
                  <c:v>23-07-2008</c:v>
                </c:pt>
                <c:pt idx="2147">
                  <c:v>24-07-2008</c:v>
                </c:pt>
                <c:pt idx="2148">
                  <c:v>25-07-2008</c:v>
                </c:pt>
                <c:pt idx="2149">
                  <c:v>28-07-2008</c:v>
                </c:pt>
                <c:pt idx="2150">
                  <c:v>29-07-2008</c:v>
                </c:pt>
                <c:pt idx="2151">
                  <c:v>30-07-2008</c:v>
                </c:pt>
                <c:pt idx="2152">
                  <c:v>31-07-2008</c:v>
                </c:pt>
                <c:pt idx="2153">
                  <c:v>01-08-2008</c:v>
                </c:pt>
                <c:pt idx="2154">
                  <c:v>04-08-2008</c:v>
                </c:pt>
                <c:pt idx="2155">
                  <c:v>05-08-2008</c:v>
                </c:pt>
                <c:pt idx="2156">
                  <c:v>06-08-2008</c:v>
                </c:pt>
                <c:pt idx="2157">
                  <c:v>07-08-2008</c:v>
                </c:pt>
                <c:pt idx="2158">
                  <c:v>08-08-2008</c:v>
                </c:pt>
                <c:pt idx="2159">
                  <c:v>11-08-2008</c:v>
                </c:pt>
                <c:pt idx="2160">
                  <c:v>12-08-2008</c:v>
                </c:pt>
                <c:pt idx="2161">
                  <c:v>13-08-2008</c:v>
                </c:pt>
                <c:pt idx="2162">
                  <c:v>14-08-2008</c:v>
                </c:pt>
                <c:pt idx="2163">
                  <c:v>18-08-2008</c:v>
                </c:pt>
                <c:pt idx="2164">
                  <c:v>19-08-2008</c:v>
                </c:pt>
                <c:pt idx="2165">
                  <c:v>20-08-2008</c:v>
                </c:pt>
                <c:pt idx="2166">
                  <c:v>21-08-2008</c:v>
                </c:pt>
                <c:pt idx="2167">
                  <c:v>22-08-2008</c:v>
                </c:pt>
                <c:pt idx="2168">
                  <c:v>25-08-2008</c:v>
                </c:pt>
                <c:pt idx="2169">
                  <c:v>26-08-2008</c:v>
                </c:pt>
                <c:pt idx="2170">
                  <c:v>27-08-2008</c:v>
                </c:pt>
                <c:pt idx="2171">
                  <c:v>28-08-2008</c:v>
                </c:pt>
                <c:pt idx="2172">
                  <c:v>29-08-2008</c:v>
                </c:pt>
                <c:pt idx="2173">
                  <c:v>01-09-2008</c:v>
                </c:pt>
                <c:pt idx="2174">
                  <c:v>02-09-2008</c:v>
                </c:pt>
                <c:pt idx="2175">
                  <c:v>04-09-2008</c:v>
                </c:pt>
                <c:pt idx="2176">
                  <c:v>05-09-2008</c:v>
                </c:pt>
                <c:pt idx="2177">
                  <c:v>08-09-2008</c:v>
                </c:pt>
                <c:pt idx="2178">
                  <c:v>09-09-2008</c:v>
                </c:pt>
                <c:pt idx="2179">
                  <c:v>10-09-2008</c:v>
                </c:pt>
                <c:pt idx="2180">
                  <c:v>11-09-2008</c:v>
                </c:pt>
                <c:pt idx="2181">
                  <c:v>12-09-2008</c:v>
                </c:pt>
                <c:pt idx="2182">
                  <c:v>15-09-2008</c:v>
                </c:pt>
                <c:pt idx="2183">
                  <c:v>16-09-2008</c:v>
                </c:pt>
                <c:pt idx="2184">
                  <c:v>17-09-2008</c:v>
                </c:pt>
                <c:pt idx="2185">
                  <c:v>18-09-2008</c:v>
                </c:pt>
                <c:pt idx="2186">
                  <c:v>19-09-2008</c:v>
                </c:pt>
                <c:pt idx="2187">
                  <c:v>22-09-2008</c:v>
                </c:pt>
                <c:pt idx="2188">
                  <c:v>23-09-2008</c:v>
                </c:pt>
                <c:pt idx="2189">
                  <c:v>24-09-2008</c:v>
                </c:pt>
                <c:pt idx="2190">
                  <c:v>25-09-2008</c:v>
                </c:pt>
                <c:pt idx="2191">
                  <c:v>26-09-2008</c:v>
                </c:pt>
                <c:pt idx="2192">
                  <c:v>29-09-2008</c:v>
                </c:pt>
                <c:pt idx="2193">
                  <c:v>30-09-2008</c:v>
                </c:pt>
                <c:pt idx="2194">
                  <c:v>01-10-2008</c:v>
                </c:pt>
                <c:pt idx="2195">
                  <c:v>03-10-2008</c:v>
                </c:pt>
                <c:pt idx="2196">
                  <c:v>06-10-2008</c:v>
                </c:pt>
                <c:pt idx="2197">
                  <c:v>07-10-2008</c:v>
                </c:pt>
                <c:pt idx="2198">
                  <c:v>08-10-2008</c:v>
                </c:pt>
                <c:pt idx="2199">
                  <c:v>10-10-2008</c:v>
                </c:pt>
                <c:pt idx="2200">
                  <c:v>13-10-2008</c:v>
                </c:pt>
                <c:pt idx="2201">
                  <c:v>14-10-2008</c:v>
                </c:pt>
                <c:pt idx="2202">
                  <c:v>15-10-2008</c:v>
                </c:pt>
                <c:pt idx="2203">
                  <c:v>16-10-2008</c:v>
                </c:pt>
                <c:pt idx="2204">
                  <c:v>17-10-2008</c:v>
                </c:pt>
                <c:pt idx="2205">
                  <c:v>20-10-2008</c:v>
                </c:pt>
                <c:pt idx="2206">
                  <c:v>21-10-2008</c:v>
                </c:pt>
                <c:pt idx="2207">
                  <c:v>22-10-2008</c:v>
                </c:pt>
                <c:pt idx="2208">
                  <c:v>23-10-2008</c:v>
                </c:pt>
                <c:pt idx="2209">
                  <c:v>24-10-2008</c:v>
                </c:pt>
                <c:pt idx="2210">
                  <c:v>27-10-2008</c:v>
                </c:pt>
                <c:pt idx="2211">
                  <c:v>28-10-2008</c:v>
                </c:pt>
                <c:pt idx="2212">
                  <c:v>29-10-2008</c:v>
                </c:pt>
                <c:pt idx="2213">
                  <c:v>31-10-2008</c:v>
                </c:pt>
                <c:pt idx="2214">
                  <c:v>03-11-2008</c:v>
                </c:pt>
                <c:pt idx="2215">
                  <c:v>04-11-2008</c:v>
                </c:pt>
                <c:pt idx="2216">
                  <c:v>05-11-2008</c:v>
                </c:pt>
                <c:pt idx="2217">
                  <c:v>06-11-2008</c:v>
                </c:pt>
                <c:pt idx="2218">
                  <c:v>07-11-2008</c:v>
                </c:pt>
                <c:pt idx="2219">
                  <c:v>10-11-2008</c:v>
                </c:pt>
                <c:pt idx="2220">
                  <c:v>11-11-2008</c:v>
                </c:pt>
                <c:pt idx="2221">
                  <c:v>12-11-2008</c:v>
                </c:pt>
                <c:pt idx="2222">
                  <c:v>14-11-2008</c:v>
                </c:pt>
                <c:pt idx="2223">
                  <c:v>17-11-2008</c:v>
                </c:pt>
                <c:pt idx="2224">
                  <c:v>18-11-2008</c:v>
                </c:pt>
                <c:pt idx="2225">
                  <c:v>19-11-2008</c:v>
                </c:pt>
                <c:pt idx="2226">
                  <c:v>20-11-2008</c:v>
                </c:pt>
                <c:pt idx="2227">
                  <c:v>21-11-2008</c:v>
                </c:pt>
                <c:pt idx="2228">
                  <c:v>24-11-2008</c:v>
                </c:pt>
                <c:pt idx="2229">
                  <c:v>25-11-2008</c:v>
                </c:pt>
                <c:pt idx="2230">
                  <c:v>26-11-2008</c:v>
                </c:pt>
                <c:pt idx="2231">
                  <c:v>28-11-2008</c:v>
                </c:pt>
                <c:pt idx="2232">
                  <c:v>01-12-2008</c:v>
                </c:pt>
                <c:pt idx="2233">
                  <c:v>02-12-2008</c:v>
                </c:pt>
                <c:pt idx="2234">
                  <c:v>03-12-2008</c:v>
                </c:pt>
                <c:pt idx="2235">
                  <c:v>04-12-2008</c:v>
                </c:pt>
                <c:pt idx="2236">
                  <c:v>05-12-2008</c:v>
                </c:pt>
                <c:pt idx="2237">
                  <c:v>08-12-2008</c:v>
                </c:pt>
                <c:pt idx="2238">
                  <c:v>10-12-2008</c:v>
                </c:pt>
                <c:pt idx="2239">
                  <c:v>11-12-2008</c:v>
                </c:pt>
                <c:pt idx="2240">
                  <c:v>12-12-2008</c:v>
                </c:pt>
                <c:pt idx="2241">
                  <c:v>15-12-2008</c:v>
                </c:pt>
                <c:pt idx="2242">
                  <c:v>16-12-2008</c:v>
                </c:pt>
                <c:pt idx="2243">
                  <c:v>17-12-2008</c:v>
                </c:pt>
                <c:pt idx="2244">
                  <c:v>18-12-2008</c:v>
                </c:pt>
                <c:pt idx="2245">
                  <c:v>19-12-2008</c:v>
                </c:pt>
                <c:pt idx="2246">
                  <c:v>22-12-2008</c:v>
                </c:pt>
                <c:pt idx="2247">
                  <c:v>23-12-2008</c:v>
                </c:pt>
                <c:pt idx="2248">
                  <c:v>24-12-2008</c:v>
                </c:pt>
                <c:pt idx="2249">
                  <c:v>26-12-2008</c:v>
                </c:pt>
                <c:pt idx="2250">
                  <c:v>29-12-2008</c:v>
                </c:pt>
                <c:pt idx="2251">
                  <c:v>30-12-2008</c:v>
                </c:pt>
                <c:pt idx="2252">
                  <c:v>31-12-2008</c:v>
                </c:pt>
                <c:pt idx="2253">
                  <c:v>01-01-2009</c:v>
                </c:pt>
                <c:pt idx="2254">
                  <c:v>02-01-2009</c:v>
                </c:pt>
                <c:pt idx="2255">
                  <c:v>05-01-2009</c:v>
                </c:pt>
                <c:pt idx="2256">
                  <c:v>06-01-2009</c:v>
                </c:pt>
                <c:pt idx="2257">
                  <c:v>07-01-2009</c:v>
                </c:pt>
                <c:pt idx="2258">
                  <c:v>09-01-2009</c:v>
                </c:pt>
                <c:pt idx="2259">
                  <c:v>12-01-2009</c:v>
                </c:pt>
                <c:pt idx="2260">
                  <c:v>13-01-2009</c:v>
                </c:pt>
                <c:pt idx="2261">
                  <c:v>14-01-2009</c:v>
                </c:pt>
                <c:pt idx="2262">
                  <c:v>15-01-2009</c:v>
                </c:pt>
                <c:pt idx="2263">
                  <c:v>16-01-2009</c:v>
                </c:pt>
                <c:pt idx="2264">
                  <c:v>19-01-2009</c:v>
                </c:pt>
                <c:pt idx="2265">
                  <c:v>20-01-2009</c:v>
                </c:pt>
                <c:pt idx="2266">
                  <c:v>21-01-2009</c:v>
                </c:pt>
                <c:pt idx="2267">
                  <c:v>22-01-2009</c:v>
                </c:pt>
                <c:pt idx="2268">
                  <c:v>23-01-2009</c:v>
                </c:pt>
                <c:pt idx="2269">
                  <c:v>27-01-2009</c:v>
                </c:pt>
                <c:pt idx="2270">
                  <c:v>28-01-2009</c:v>
                </c:pt>
                <c:pt idx="2271">
                  <c:v>29-01-2009</c:v>
                </c:pt>
                <c:pt idx="2272">
                  <c:v>30-01-2009</c:v>
                </c:pt>
                <c:pt idx="2273">
                  <c:v>02-02-2009</c:v>
                </c:pt>
                <c:pt idx="2274">
                  <c:v>03-02-2009</c:v>
                </c:pt>
                <c:pt idx="2275">
                  <c:v>04-02-2009</c:v>
                </c:pt>
                <c:pt idx="2276">
                  <c:v>05-02-2009</c:v>
                </c:pt>
                <c:pt idx="2277">
                  <c:v>06-02-2009</c:v>
                </c:pt>
                <c:pt idx="2278">
                  <c:v>09-02-2009</c:v>
                </c:pt>
                <c:pt idx="2279">
                  <c:v>10-02-2009</c:v>
                </c:pt>
                <c:pt idx="2280">
                  <c:v>11-02-2009</c:v>
                </c:pt>
                <c:pt idx="2281">
                  <c:v>12-02-2009</c:v>
                </c:pt>
                <c:pt idx="2282">
                  <c:v>13-02-2009</c:v>
                </c:pt>
                <c:pt idx="2283">
                  <c:v>16-02-2009</c:v>
                </c:pt>
                <c:pt idx="2284">
                  <c:v>17-02-2009</c:v>
                </c:pt>
                <c:pt idx="2285">
                  <c:v>18-02-2009</c:v>
                </c:pt>
                <c:pt idx="2286">
                  <c:v>19-02-2009</c:v>
                </c:pt>
                <c:pt idx="2287">
                  <c:v>20-02-2009</c:v>
                </c:pt>
                <c:pt idx="2288">
                  <c:v>24-02-2009</c:v>
                </c:pt>
                <c:pt idx="2289">
                  <c:v>25-02-2009</c:v>
                </c:pt>
                <c:pt idx="2290">
                  <c:v>26-02-2009</c:v>
                </c:pt>
                <c:pt idx="2291">
                  <c:v>27-02-2009</c:v>
                </c:pt>
                <c:pt idx="2292">
                  <c:v>02-03-2009</c:v>
                </c:pt>
                <c:pt idx="2293">
                  <c:v>03-03-2009</c:v>
                </c:pt>
                <c:pt idx="2294">
                  <c:v>04-03-2009</c:v>
                </c:pt>
                <c:pt idx="2295">
                  <c:v>05-03-2009</c:v>
                </c:pt>
                <c:pt idx="2296">
                  <c:v>06-03-2009</c:v>
                </c:pt>
                <c:pt idx="2297">
                  <c:v>09-03-2009</c:v>
                </c:pt>
                <c:pt idx="2298">
                  <c:v>12-03-2009</c:v>
                </c:pt>
                <c:pt idx="2299">
                  <c:v>13-03-2009</c:v>
                </c:pt>
                <c:pt idx="2300">
                  <c:v>16-03-2009</c:v>
                </c:pt>
                <c:pt idx="2301">
                  <c:v>17-03-2009</c:v>
                </c:pt>
                <c:pt idx="2302">
                  <c:v>18-03-2009</c:v>
                </c:pt>
                <c:pt idx="2303">
                  <c:v>19-03-2009</c:v>
                </c:pt>
                <c:pt idx="2304">
                  <c:v>20-03-2009</c:v>
                </c:pt>
                <c:pt idx="2305">
                  <c:v>23-03-2009</c:v>
                </c:pt>
                <c:pt idx="2306">
                  <c:v>24-03-2009</c:v>
                </c:pt>
                <c:pt idx="2307">
                  <c:v>25-03-2009</c:v>
                </c:pt>
                <c:pt idx="2308">
                  <c:v>26-03-2009</c:v>
                </c:pt>
                <c:pt idx="2309">
                  <c:v>27-03-2009</c:v>
                </c:pt>
                <c:pt idx="2310">
                  <c:v>30-03-2009</c:v>
                </c:pt>
                <c:pt idx="2311">
                  <c:v>31-03-2009</c:v>
                </c:pt>
                <c:pt idx="2312">
                  <c:v>01-04-2009</c:v>
                </c:pt>
                <c:pt idx="2313">
                  <c:v>02-04-2009</c:v>
                </c:pt>
                <c:pt idx="2314">
                  <c:v>06-04-2009</c:v>
                </c:pt>
                <c:pt idx="2315">
                  <c:v>08-04-2009</c:v>
                </c:pt>
                <c:pt idx="2316">
                  <c:v>09-04-2009</c:v>
                </c:pt>
                <c:pt idx="2317">
                  <c:v>13-04-2009</c:v>
                </c:pt>
                <c:pt idx="2318">
                  <c:v>15-04-2009</c:v>
                </c:pt>
                <c:pt idx="2319">
                  <c:v>16-04-2009</c:v>
                </c:pt>
                <c:pt idx="2320">
                  <c:v>17-04-2009</c:v>
                </c:pt>
                <c:pt idx="2321">
                  <c:v>20-04-2009</c:v>
                </c:pt>
                <c:pt idx="2322">
                  <c:v>21-04-2009</c:v>
                </c:pt>
                <c:pt idx="2323">
                  <c:v>22-04-2009</c:v>
                </c:pt>
                <c:pt idx="2324">
                  <c:v>23-04-2009</c:v>
                </c:pt>
                <c:pt idx="2325">
                  <c:v>24-04-2009</c:v>
                </c:pt>
                <c:pt idx="2326">
                  <c:v>27-04-2009</c:v>
                </c:pt>
                <c:pt idx="2327">
                  <c:v>28-04-2009</c:v>
                </c:pt>
                <c:pt idx="2328">
                  <c:v>29-04-2009</c:v>
                </c:pt>
                <c:pt idx="2329">
                  <c:v>04-05-2009</c:v>
                </c:pt>
                <c:pt idx="2330">
                  <c:v>05-05-2009</c:v>
                </c:pt>
                <c:pt idx="2331">
                  <c:v>06-05-2009</c:v>
                </c:pt>
                <c:pt idx="2332">
                  <c:v>07-05-2009</c:v>
                </c:pt>
                <c:pt idx="2333">
                  <c:v>08-05-2009</c:v>
                </c:pt>
                <c:pt idx="2334">
                  <c:v>11-05-2009</c:v>
                </c:pt>
                <c:pt idx="2335">
                  <c:v>12-05-2009</c:v>
                </c:pt>
                <c:pt idx="2336">
                  <c:v>13-05-2009</c:v>
                </c:pt>
                <c:pt idx="2337">
                  <c:v>14-05-2009</c:v>
                </c:pt>
                <c:pt idx="2338">
                  <c:v>15-05-2009</c:v>
                </c:pt>
                <c:pt idx="2339">
                  <c:v>18-05-2009</c:v>
                </c:pt>
                <c:pt idx="2340">
                  <c:v>19-05-2009</c:v>
                </c:pt>
                <c:pt idx="2341">
                  <c:v>20-05-2009</c:v>
                </c:pt>
                <c:pt idx="2342">
                  <c:v>21-05-2009</c:v>
                </c:pt>
                <c:pt idx="2343">
                  <c:v>22-05-2009</c:v>
                </c:pt>
                <c:pt idx="2344">
                  <c:v>25-05-2009</c:v>
                </c:pt>
                <c:pt idx="2345">
                  <c:v>26-05-2009</c:v>
                </c:pt>
                <c:pt idx="2346">
                  <c:v>27-05-2009</c:v>
                </c:pt>
                <c:pt idx="2347">
                  <c:v>28-05-2009</c:v>
                </c:pt>
                <c:pt idx="2348">
                  <c:v>29-05-2009</c:v>
                </c:pt>
                <c:pt idx="2349">
                  <c:v>01-06-2009</c:v>
                </c:pt>
                <c:pt idx="2350">
                  <c:v>02-06-2009</c:v>
                </c:pt>
                <c:pt idx="2351">
                  <c:v>03-06-2009</c:v>
                </c:pt>
                <c:pt idx="2352">
                  <c:v>04-06-2009</c:v>
                </c:pt>
                <c:pt idx="2353">
                  <c:v>05-06-2009</c:v>
                </c:pt>
                <c:pt idx="2354">
                  <c:v>08-06-2009</c:v>
                </c:pt>
                <c:pt idx="2355">
                  <c:v>09-06-2009</c:v>
                </c:pt>
                <c:pt idx="2356">
                  <c:v>10-06-2009</c:v>
                </c:pt>
                <c:pt idx="2357">
                  <c:v>11-06-2009</c:v>
                </c:pt>
                <c:pt idx="2358">
                  <c:v>12-06-2009</c:v>
                </c:pt>
                <c:pt idx="2359">
                  <c:v>15-06-2009</c:v>
                </c:pt>
                <c:pt idx="2360">
                  <c:v>16-06-2009</c:v>
                </c:pt>
                <c:pt idx="2361">
                  <c:v>17-06-2009</c:v>
                </c:pt>
                <c:pt idx="2362">
                  <c:v>18-06-2009</c:v>
                </c:pt>
                <c:pt idx="2363">
                  <c:v>19-06-2009</c:v>
                </c:pt>
                <c:pt idx="2364">
                  <c:v>22-06-2009</c:v>
                </c:pt>
                <c:pt idx="2365">
                  <c:v>23-06-2009</c:v>
                </c:pt>
                <c:pt idx="2366">
                  <c:v>24-06-2009</c:v>
                </c:pt>
                <c:pt idx="2367">
                  <c:v>25-06-2009</c:v>
                </c:pt>
                <c:pt idx="2368">
                  <c:v>26-06-2009</c:v>
                </c:pt>
                <c:pt idx="2369">
                  <c:v>29-06-2009</c:v>
                </c:pt>
                <c:pt idx="2370">
                  <c:v>30-06-2009</c:v>
                </c:pt>
                <c:pt idx="2371">
                  <c:v>01-07-2009</c:v>
                </c:pt>
                <c:pt idx="2372">
                  <c:v>02-07-2009</c:v>
                </c:pt>
                <c:pt idx="2373">
                  <c:v>03-07-2009</c:v>
                </c:pt>
                <c:pt idx="2374">
                  <c:v>06-07-2009</c:v>
                </c:pt>
                <c:pt idx="2375">
                  <c:v>07-07-2009</c:v>
                </c:pt>
                <c:pt idx="2376">
                  <c:v>08-07-2009</c:v>
                </c:pt>
                <c:pt idx="2377">
                  <c:v>09-07-2009</c:v>
                </c:pt>
                <c:pt idx="2378">
                  <c:v>10-07-2009</c:v>
                </c:pt>
                <c:pt idx="2379">
                  <c:v>13-07-2009</c:v>
                </c:pt>
                <c:pt idx="2380">
                  <c:v>14-07-2009</c:v>
                </c:pt>
                <c:pt idx="2381">
                  <c:v>15-07-2009</c:v>
                </c:pt>
                <c:pt idx="2382">
                  <c:v>16-07-2009</c:v>
                </c:pt>
                <c:pt idx="2383">
                  <c:v>17-07-2009</c:v>
                </c:pt>
                <c:pt idx="2384">
                  <c:v>20-07-2009</c:v>
                </c:pt>
                <c:pt idx="2385">
                  <c:v>21-07-2009</c:v>
                </c:pt>
                <c:pt idx="2386">
                  <c:v>22-07-2009</c:v>
                </c:pt>
                <c:pt idx="2387">
                  <c:v>23-07-2009</c:v>
                </c:pt>
                <c:pt idx="2388">
                  <c:v>24-07-2009</c:v>
                </c:pt>
                <c:pt idx="2389">
                  <c:v>27-07-2009</c:v>
                </c:pt>
                <c:pt idx="2390">
                  <c:v>28-07-2009</c:v>
                </c:pt>
                <c:pt idx="2391">
                  <c:v>29-07-2009</c:v>
                </c:pt>
                <c:pt idx="2392">
                  <c:v>30-07-2009</c:v>
                </c:pt>
                <c:pt idx="2393">
                  <c:v>31-07-2009</c:v>
                </c:pt>
                <c:pt idx="2394">
                  <c:v>03-08-2009</c:v>
                </c:pt>
                <c:pt idx="2395">
                  <c:v>04-08-2009</c:v>
                </c:pt>
                <c:pt idx="2396">
                  <c:v>05-08-2009</c:v>
                </c:pt>
                <c:pt idx="2397">
                  <c:v>06-08-2009</c:v>
                </c:pt>
                <c:pt idx="2398">
                  <c:v>07-08-2009</c:v>
                </c:pt>
                <c:pt idx="2399">
                  <c:v>10-08-2009</c:v>
                </c:pt>
                <c:pt idx="2400">
                  <c:v>11-08-2009</c:v>
                </c:pt>
                <c:pt idx="2401">
                  <c:v>12-08-2009</c:v>
                </c:pt>
                <c:pt idx="2402">
                  <c:v>13-08-2009</c:v>
                </c:pt>
                <c:pt idx="2403">
                  <c:v>14-08-2009</c:v>
                </c:pt>
                <c:pt idx="2404">
                  <c:v>17-08-2009</c:v>
                </c:pt>
                <c:pt idx="2405">
                  <c:v>18-08-2009</c:v>
                </c:pt>
                <c:pt idx="2406">
                  <c:v>19-08-2009</c:v>
                </c:pt>
                <c:pt idx="2407">
                  <c:v>20-08-2009</c:v>
                </c:pt>
                <c:pt idx="2408">
                  <c:v>21-08-2009</c:v>
                </c:pt>
                <c:pt idx="2409">
                  <c:v>24-08-2009</c:v>
                </c:pt>
                <c:pt idx="2410">
                  <c:v>25-08-2009</c:v>
                </c:pt>
                <c:pt idx="2411">
                  <c:v>26-08-2009</c:v>
                </c:pt>
                <c:pt idx="2412">
                  <c:v>27-08-2009</c:v>
                </c:pt>
                <c:pt idx="2413">
                  <c:v>28-08-2009</c:v>
                </c:pt>
                <c:pt idx="2414">
                  <c:v>31-08-2009</c:v>
                </c:pt>
                <c:pt idx="2415">
                  <c:v>01-09-2009</c:v>
                </c:pt>
                <c:pt idx="2416">
                  <c:v>02-09-2009</c:v>
                </c:pt>
                <c:pt idx="2417">
                  <c:v>03-09-2009</c:v>
                </c:pt>
                <c:pt idx="2418">
                  <c:v>04-09-2009</c:v>
                </c:pt>
                <c:pt idx="2419">
                  <c:v>07-09-2009</c:v>
                </c:pt>
                <c:pt idx="2420">
                  <c:v>08-09-2009</c:v>
                </c:pt>
                <c:pt idx="2421">
                  <c:v>09-09-2009</c:v>
                </c:pt>
                <c:pt idx="2422">
                  <c:v>10-09-2009</c:v>
                </c:pt>
                <c:pt idx="2423">
                  <c:v>11-09-2009</c:v>
                </c:pt>
                <c:pt idx="2424">
                  <c:v>14-09-2009</c:v>
                </c:pt>
                <c:pt idx="2425">
                  <c:v>15-09-2009</c:v>
                </c:pt>
                <c:pt idx="2426">
                  <c:v>16-09-2009</c:v>
                </c:pt>
                <c:pt idx="2427">
                  <c:v>17-09-2009</c:v>
                </c:pt>
                <c:pt idx="2428">
                  <c:v>18-09-2009</c:v>
                </c:pt>
                <c:pt idx="2429">
                  <c:v>22-09-2009</c:v>
                </c:pt>
                <c:pt idx="2430">
                  <c:v>23-09-2009</c:v>
                </c:pt>
                <c:pt idx="2431">
                  <c:v>24-09-2009</c:v>
                </c:pt>
                <c:pt idx="2432">
                  <c:v>25-09-2009</c:v>
                </c:pt>
                <c:pt idx="2433">
                  <c:v>29-09-2009</c:v>
                </c:pt>
                <c:pt idx="2434">
                  <c:v>30-09-2009</c:v>
                </c:pt>
                <c:pt idx="2435">
                  <c:v>01-10-2009</c:v>
                </c:pt>
                <c:pt idx="2436">
                  <c:v>05-10-2009</c:v>
                </c:pt>
                <c:pt idx="2437">
                  <c:v>06-10-2009</c:v>
                </c:pt>
                <c:pt idx="2438">
                  <c:v>07-10-2009</c:v>
                </c:pt>
                <c:pt idx="2439">
                  <c:v>08-10-2009</c:v>
                </c:pt>
                <c:pt idx="2440">
                  <c:v>09-10-2009</c:v>
                </c:pt>
                <c:pt idx="2441">
                  <c:v>12-10-2009</c:v>
                </c:pt>
                <c:pt idx="2442">
                  <c:v>14-10-2009</c:v>
                </c:pt>
                <c:pt idx="2443">
                  <c:v>15-10-2009</c:v>
                </c:pt>
                <c:pt idx="2444">
                  <c:v>16-10-2009</c:v>
                </c:pt>
                <c:pt idx="2445">
                  <c:v>17-10-2009</c:v>
                </c:pt>
                <c:pt idx="2446">
                  <c:v>20-10-2009</c:v>
                </c:pt>
                <c:pt idx="2447">
                  <c:v>21-10-2009</c:v>
                </c:pt>
                <c:pt idx="2448">
                  <c:v>22-10-2009</c:v>
                </c:pt>
                <c:pt idx="2449">
                  <c:v>23-10-2009</c:v>
                </c:pt>
                <c:pt idx="2450">
                  <c:v>26-10-2009</c:v>
                </c:pt>
                <c:pt idx="2451">
                  <c:v>27-10-2009</c:v>
                </c:pt>
                <c:pt idx="2452">
                  <c:v>28-10-2009</c:v>
                </c:pt>
                <c:pt idx="2453">
                  <c:v>29-10-2009</c:v>
                </c:pt>
                <c:pt idx="2454">
                  <c:v>30-10-2009</c:v>
                </c:pt>
                <c:pt idx="2455">
                  <c:v>03-11-2009</c:v>
                </c:pt>
                <c:pt idx="2456">
                  <c:v>04-11-2009</c:v>
                </c:pt>
                <c:pt idx="2457">
                  <c:v>05-11-2009</c:v>
                </c:pt>
                <c:pt idx="2458">
                  <c:v>06-11-2009</c:v>
                </c:pt>
                <c:pt idx="2459">
                  <c:v>09-11-2009</c:v>
                </c:pt>
                <c:pt idx="2460">
                  <c:v>10-11-2009</c:v>
                </c:pt>
                <c:pt idx="2461">
                  <c:v>11-11-2009</c:v>
                </c:pt>
                <c:pt idx="2462">
                  <c:v>12-11-2009</c:v>
                </c:pt>
                <c:pt idx="2463">
                  <c:v>13-11-2009</c:v>
                </c:pt>
                <c:pt idx="2464">
                  <c:v>16-11-2009</c:v>
                </c:pt>
                <c:pt idx="2465">
                  <c:v>17-11-2009</c:v>
                </c:pt>
                <c:pt idx="2466">
                  <c:v>18-11-2009</c:v>
                </c:pt>
                <c:pt idx="2467">
                  <c:v>19-11-2009</c:v>
                </c:pt>
                <c:pt idx="2468">
                  <c:v>20-11-2009</c:v>
                </c:pt>
                <c:pt idx="2469">
                  <c:v>23-11-2009</c:v>
                </c:pt>
                <c:pt idx="2470">
                  <c:v>24-11-2009</c:v>
                </c:pt>
                <c:pt idx="2471">
                  <c:v>25-11-2009</c:v>
                </c:pt>
                <c:pt idx="2472">
                  <c:v>26-11-2009</c:v>
                </c:pt>
                <c:pt idx="2473">
                  <c:v>27-11-2009</c:v>
                </c:pt>
                <c:pt idx="2474">
                  <c:v>30-11-2009</c:v>
                </c:pt>
                <c:pt idx="2475">
                  <c:v>01-12-2009</c:v>
                </c:pt>
                <c:pt idx="2476">
                  <c:v>02-12-2009</c:v>
                </c:pt>
                <c:pt idx="2477">
                  <c:v>03-12-2009</c:v>
                </c:pt>
                <c:pt idx="2478">
                  <c:v>04-12-2009</c:v>
                </c:pt>
                <c:pt idx="2479">
                  <c:v>07-12-2009</c:v>
                </c:pt>
                <c:pt idx="2480">
                  <c:v>08-12-2009</c:v>
                </c:pt>
                <c:pt idx="2481">
                  <c:v>09-12-2009</c:v>
                </c:pt>
                <c:pt idx="2482">
                  <c:v>10-12-2009</c:v>
                </c:pt>
                <c:pt idx="2483">
                  <c:v>11-12-2009</c:v>
                </c:pt>
                <c:pt idx="2484">
                  <c:v>14-12-2009</c:v>
                </c:pt>
                <c:pt idx="2485">
                  <c:v>15-12-2009</c:v>
                </c:pt>
                <c:pt idx="2486">
                  <c:v>16-12-2009</c:v>
                </c:pt>
                <c:pt idx="2487">
                  <c:v>17-12-2009</c:v>
                </c:pt>
                <c:pt idx="2488">
                  <c:v>18-12-2009</c:v>
                </c:pt>
                <c:pt idx="2489">
                  <c:v>21-12-2009</c:v>
                </c:pt>
                <c:pt idx="2490">
                  <c:v>22-12-2009</c:v>
                </c:pt>
                <c:pt idx="2491">
                  <c:v>23-12-2009</c:v>
                </c:pt>
                <c:pt idx="2492">
                  <c:v>24-12-2009</c:v>
                </c:pt>
                <c:pt idx="2493">
                  <c:v>29-12-2009</c:v>
                </c:pt>
                <c:pt idx="2494">
                  <c:v>30-12-2009</c:v>
                </c:pt>
                <c:pt idx="2495">
                  <c:v>31-12-2009</c:v>
                </c:pt>
                <c:pt idx="2496">
                  <c:v>04-01-2010</c:v>
                </c:pt>
                <c:pt idx="2497">
                  <c:v>05-01-2010</c:v>
                </c:pt>
                <c:pt idx="2498">
                  <c:v>06-01-2010</c:v>
                </c:pt>
                <c:pt idx="2499">
                  <c:v>07-01-2010</c:v>
                </c:pt>
                <c:pt idx="2500">
                  <c:v>08-01-2010</c:v>
                </c:pt>
                <c:pt idx="2501">
                  <c:v>11-01-2010</c:v>
                </c:pt>
                <c:pt idx="2502">
                  <c:v>12-01-2010</c:v>
                </c:pt>
                <c:pt idx="2503">
                  <c:v>13-01-2010</c:v>
                </c:pt>
                <c:pt idx="2504">
                  <c:v>14-01-2010</c:v>
                </c:pt>
                <c:pt idx="2505">
                  <c:v>15-01-2010</c:v>
                </c:pt>
                <c:pt idx="2506">
                  <c:v>18-01-2010</c:v>
                </c:pt>
                <c:pt idx="2507">
                  <c:v>19-01-2010</c:v>
                </c:pt>
                <c:pt idx="2508">
                  <c:v>20-01-2010</c:v>
                </c:pt>
                <c:pt idx="2509">
                  <c:v>21-01-2010</c:v>
                </c:pt>
                <c:pt idx="2510">
                  <c:v>22-01-2010</c:v>
                </c:pt>
                <c:pt idx="2511">
                  <c:v>25-01-2010</c:v>
                </c:pt>
                <c:pt idx="2512">
                  <c:v>27-01-2010</c:v>
                </c:pt>
                <c:pt idx="2513">
                  <c:v>28-01-2010</c:v>
                </c:pt>
                <c:pt idx="2514">
                  <c:v>29-01-2010</c:v>
                </c:pt>
                <c:pt idx="2515">
                  <c:v>01-02-2010</c:v>
                </c:pt>
                <c:pt idx="2516">
                  <c:v>02-02-2010</c:v>
                </c:pt>
                <c:pt idx="2517">
                  <c:v>03-02-2010</c:v>
                </c:pt>
                <c:pt idx="2518">
                  <c:v>04-02-2010</c:v>
                </c:pt>
                <c:pt idx="2519">
                  <c:v>05-02-2010</c:v>
                </c:pt>
                <c:pt idx="2520">
                  <c:v>06-02-2010</c:v>
                </c:pt>
                <c:pt idx="2521">
                  <c:v>08-02-2010</c:v>
                </c:pt>
                <c:pt idx="2522">
                  <c:v>09-02-2010</c:v>
                </c:pt>
                <c:pt idx="2523">
                  <c:v>10-02-2010</c:v>
                </c:pt>
                <c:pt idx="2524">
                  <c:v>11-02-2010</c:v>
                </c:pt>
                <c:pt idx="2525">
                  <c:v>15-02-2010</c:v>
                </c:pt>
                <c:pt idx="2526">
                  <c:v>16-02-2010</c:v>
                </c:pt>
                <c:pt idx="2527">
                  <c:v>17-02-2010</c:v>
                </c:pt>
                <c:pt idx="2528">
                  <c:v>18-02-2010</c:v>
                </c:pt>
                <c:pt idx="2529">
                  <c:v>19-02-2010</c:v>
                </c:pt>
                <c:pt idx="2530">
                  <c:v>22-02-2010</c:v>
                </c:pt>
                <c:pt idx="2531">
                  <c:v>23-02-2010</c:v>
                </c:pt>
                <c:pt idx="2532">
                  <c:v>24-02-2010</c:v>
                </c:pt>
                <c:pt idx="2533">
                  <c:v>25-02-2010</c:v>
                </c:pt>
                <c:pt idx="2534">
                  <c:v>26-02-2010</c:v>
                </c:pt>
                <c:pt idx="2535">
                  <c:v>02-03-2010</c:v>
                </c:pt>
                <c:pt idx="2536">
                  <c:v>03-03-2010</c:v>
                </c:pt>
                <c:pt idx="2537">
                  <c:v>04-03-2010</c:v>
                </c:pt>
                <c:pt idx="2538">
                  <c:v>05-03-2010</c:v>
                </c:pt>
                <c:pt idx="2539">
                  <c:v>08-03-2010</c:v>
                </c:pt>
                <c:pt idx="2540">
                  <c:v>09-03-2010</c:v>
                </c:pt>
                <c:pt idx="2541">
                  <c:v>10-03-2010</c:v>
                </c:pt>
                <c:pt idx="2542">
                  <c:v>11-03-2010</c:v>
                </c:pt>
                <c:pt idx="2543">
                  <c:v>12-03-2010</c:v>
                </c:pt>
                <c:pt idx="2544">
                  <c:v>15-03-2010</c:v>
                </c:pt>
                <c:pt idx="2545">
                  <c:v>16-03-2010</c:v>
                </c:pt>
                <c:pt idx="2546">
                  <c:v>17-03-2010</c:v>
                </c:pt>
                <c:pt idx="2547">
                  <c:v>18-03-2010</c:v>
                </c:pt>
                <c:pt idx="2548">
                  <c:v>19-03-2010</c:v>
                </c:pt>
                <c:pt idx="2549">
                  <c:v>22-03-2010</c:v>
                </c:pt>
                <c:pt idx="2550">
                  <c:v>23-03-2010</c:v>
                </c:pt>
                <c:pt idx="2551">
                  <c:v>25-03-2010</c:v>
                </c:pt>
                <c:pt idx="2552">
                  <c:v>26-03-2010</c:v>
                </c:pt>
                <c:pt idx="2553">
                  <c:v>29-03-2010</c:v>
                </c:pt>
                <c:pt idx="2554">
                  <c:v>30-03-2010</c:v>
                </c:pt>
                <c:pt idx="2555">
                  <c:v>31-03-2010</c:v>
                </c:pt>
                <c:pt idx="2556">
                  <c:v>01-04-2010</c:v>
                </c:pt>
                <c:pt idx="2557">
                  <c:v>05-04-2010</c:v>
                </c:pt>
                <c:pt idx="2558">
                  <c:v>06-04-2010</c:v>
                </c:pt>
                <c:pt idx="2559">
                  <c:v>07-04-2010</c:v>
                </c:pt>
                <c:pt idx="2560">
                  <c:v>08-04-2010</c:v>
                </c:pt>
                <c:pt idx="2561">
                  <c:v>09-04-2010</c:v>
                </c:pt>
                <c:pt idx="2562">
                  <c:v>12-04-2010</c:v>
                </c:pt>
                <c:pt idx="2563">
                  <c:v>13-04-2010</c:v>
                </c:pt>
                <c:pt idx="2564">
                  <c:v>15-04-2010</c:v>
                </c:pt>
                <c:pt idx="2565">
                  <c:v>16-04-2010</c:v>
                </c:pt>
                <c:pt idx="2566">
                  <c:v>19-04-2010</c:v>
                </c:pt>
                <c:pt idx="2567">
                  <c:v>20-04-2010</c:v>
                </c:pt>
                <c:pt idx="2568">
                  <c:v>21-04-2010</c:v>
                </c:pt>
                <c:pt idx="2569">
                  <c:v>22-04-2010</c:v>
                </c:pt>
                <c:pt idx="2570">
                  <c:v>23-04-2010</c:v>
                </c:pt>
                <c:pt idx="2571">
                  <c:v>26-04-2010</c:v>
                </c:pt>
                <c:pt idx="2572">
                  <c:v>27-04-2010</c:v>
                </c:pt>
                <c:pt idx="2573">
                  <c:v>28-04-2010</c:v>
                </c:pt>
                <c:pt idx="2574">
                  <c:v>29-04-2010</c:v>
                </c:pt>
                <c:pt idx="2575">
                  <c:v>30-04-2010</c:v>
                </c:pt>
                <c:pt idx="2576">
                  <c:v>03-05-2010</c:v>
                </c:pt>
                <c:pt idx="2577">
                  <c:v>04-05-2010</c:v>
                </c:pt>
                <c:pt idx="2578">
                  <c:v>05-05-2010</c:v>
                </c:pt>
                <c:pt idx="2579">
                  <c:v>06-05-2010</c:v>
                </c:pt>
                <c:pt idx="2580">
                  <c:v>07-05-2010</c:v>
                </c:pt>
                <c:pt idx="2581">
                  <c:v>10-05-2010</c:v>
                </c:pt>
                <c:pt idx="2582">
                  <c:v>11-05-2010</c:v>
                </c:pt>
                <c:pt idx="2583">
                  <c:v>12-05-2010</c:v>
                </c:pt>
                <c:pt idx="2584">
                  <c:v>13-05-2010</c:v>
                </c:pt>
                <c:pt idx="2585">
                  <c:v>14-05-2010</c:v>
                </c:pt>
                <c:pt idx="2586">
                  <c:v>17-05-2010</c:v>
                </c:pt>
                <c:pt idx="2587">
                  <c:v>18-05-2010</c:v>
                </c:pt>
                <c:pt idx="2588">
                  <c:v>19-05-2010</c:v>
                </c:pt>
                <c:pt idx="2589">
                  <c:v>20-05-2010</c:v>
                </c:pt>
                <c:pt idx="2590">
                  <c:v>21-05-2010</c:v>
                </c:pt>
                <c:pt idx="2591">
                  <c:v>24-05-2010</c:v>
                </c:pt>
                <c:pt idx="2592">
                  <c:v>25-05-2010</c:v>
                </c:pt>
                <c:pt idx="2593">
                  <c:v>26-05-2010</c:v>
                </c:pt>
                <c:pt idx="2594">
                  <c:v>27-05-2010</c:v>
                </c:pt>
                <c:pt idx="2595">
                  <c:v>28-05-2010</c:v>
                </c:pt>
                <c:pt idx="2596">
                  <c:v>31-05-2010</c:v>
                </c:pt>
                <c:pt idx="2597">
                  <c:v>01-06-2010</c:v>
                </c:pt>
                <c:pt idx="2598">
                  <c:v>02-06-2010</c:v>
                </c:pt>
                <c:pt idx="2599">
                  <c:v>03-06-2010</c:v>
                </c:pt>
                <c:pt idx="2600">
                  <c:v>04-06-2010</c:v>
                </c:pt>
                <c:pt idx="2601">
                  <c:v>07-06-2010</c:v>
                </c:pt>
                <c:pt idx="2602">
                  <c:v>08-06-2010</c:v>
                </c:pt>
                <c:pt idx="2603">
                  <c:v>09-06-2010</c:v>
                </c:pt>
                <c:pt idx="2604">
                  <c:v>10-06-2010</c:v>
                </c:pt>
                <c:pt idx="2605">
                  <c:v>11-06-2010</c:v>
                </c:pt>
                <c:pt idx="2606">
                  <c:v>14-06-2010</c:v>
                </c:pt>
                <c:pt idx="2607">
                  <c:v>15-06-2010</c:v>
                </c:pt>
                <c:pt idx="2608">
                  <c:v>16-06-2010</c:v>
                </c:pt>
                <c:pt idx="2609">
                  <c:v>17-06-2010</c:v>
                </c:pt>
                <c:pt idx="2610">
                  <c:v>18-06-2010</c:v>
                </c:pt>
                <c:pt idx="2611">
                  <c:v>21-06-2010</c:v>
                </c:pt>
                <c:pt idx="2612">
                  <c:v>22-06-2010</c:v>
                </c:pt>
                <c:pt idx="2613">
                  <c:v>23-06-2010</c:v>
                </c:pt>
                <c:pt idx="2614">
                  <c:v>24-06-2010</c:v>
                </c:pt>
                <c:pt idx="2615">
                  <c:v>25-06-2010</c:v>
                </c:pt>
                <c:pt idx="2616">
                  <c:v>28-06-2010</c:v>
                </c:pt>
                <c:pt idx="2617">
                  <c:v>29-06-2010</c:v>
                </c:pt>
                <c:pt idx="2618">
                  <c:v>30-06-2010</c:v>
                </c:pt>
                <c:pt idx="2619">
                  <c:v>01-07-2010</c:v>
                </c:pt>
                <c:pt idx="2620">
                  <c:v>02-07-2010</c:v>
                </c:pt>
                <c:pt idx="2621">
                  <c:v>05-07-2010</c:v>
                </c:pt>
                <c:pt idx="2622">
                  <c:v>06-07-2010</c:v>
                </c:pt>
                <c:pt idx="2623">
                  <c:v>07-07-2010</c:v>
                </c:pt>
                <c:pt idx="2624">
                  <c:v>08-07-2010</c:v>
                </c:pt>
                <c:pt idx="2625">
                  <c:v>09-07-2010</c:v>
                </c:pt>
                <c:pt idx="2626">
                  <c:v>12-07-2010</c:v>
                </c:pt>
                <c:pt idx="2627">
                  <c:v>13-07-2010</c:v>
                </c:pt>
                <c:pt idx="2628">
                  <c:v>14-07-2010</c:v>
                </c:pt>
                <c:pt idx="2629">
                  <c:v>15-07-2010</c:v>
                </c:pt>
                <c:pt idx="2630">
                  <c:v>16-07-2010</c:v>
                </c:pt>
                <c:pt idx="2631">
                  <c:v>19-07-2010</c:v>
                </c:pt>
                <c:pt idx="2632">
                  <c:v>20-07-2010</c:v>
                </c:pt>
                <c:pt idx="2633">
                  <c:v>21-07-2010</c:v>
                </c:pt>
                <c:pt idx="2634">
                  <c:v>22-07-2010</c:v>
                </c:pt>
                <c:pt idx="2635">
                  <c:v>23-07-2010</c:v>
                </c:pt>
                <c:pt idx="2636">
                  <c:v>26-07-2010</c:v>
                </c:pt>
                <c:pt idx="2637">
                  <c:v>27-07-2010</c:v>
                </c:pt>
                <c:pt idx="2638">
                  <c:v>28-07-2010</c:v>
                </c:pt>
                <c:pt idx="2639">
                  <c:v>29-07-2010</c:v>
                </c:pt>
                <c:pt idx="2640">
                  <c:v>30-07-2010</c:v>
                </c:pt>
                <c:pt idx="2641">
                  <c:v>02-08-2010</c:v>
                </c:pt>
                <c:pt idx="2642">
                  <c:v>03-08-2010</c:v>
                </c:pt>
                <c:pt idx="2643">
                  <c:v>04-08-2010</c:v>
                </c:pt>
                <c:pt idx="2644">
                  <c:v>05-08-2010</c:v>
                </c:pt>
                <c:pt idx="2645">
                  <c:v>06-08-2010</c:v>
                </c:pt>
                <c:pt idx="2646">
                  <c:v>09-08-2010</c:v>
                </c:pt>
                <c:pt idx="2647">
                  <c:v>10-08-2010</c:v>
                </c:pt>
                <c:pt idx="2648">
                  <c:v>11-08-2010</c:v>
                </c:pt>
                <c:pt idx="2649">
                  <c:v>12-08-2010</c:v>
                </c:pt>
                <c:pt idx="2650">
                  <c:v>13-08-2010</c:v>
                </c:pt>
                <c:pt idx="2651">
                  <c:v>16-08-2010</c:v>
                </c:pt>
                <c:pt idx="2652">
                  <c:v>17-08-2010</c:v>
                </c:pt>
                <c:pt idx="2653">
                  <c:v>18-08-2010</c:v>
                </c:pt>
                <c:pt idx="2654">
                  <c:v>19-08-2010</c:v>
                </c:pt>
                <c:pt idx="2655">
                  <c:v>20-08-2010</c:v>
                </c:pt>
                <c:pt idx="2656">
                  <c:v>23-08-2010</c:v>
                </c:pt>
                <c:pt idx="2657">
                  <c:v>24-08-2010</c:v>
                </c:pt>
                <c:pt idx="2658">
                  <c:v>25-08-2010</c:v>
                </c:pt>
                <c:pt idx="2659">
                  <c:v>26-08-2010</c:v>
                </c:pt>
                <c:pt idx="2660">
                  <c:v>27-08-2010</c:v>
                </c:pt>
                <c:pt idx="2661">
                  <c:v>30-08-2010</c:v>
                </c:pt>
                <c:pt idx="2662">
                  <c:v>31-08-2010</c:v>
                </c:pt>
                <c:pt idx="2663">
                  <c:v>01-09-2010</c:v>
                </c:pt>
                <c:pt idx="2664">
                  <c:v>02-09-2010</c:v>
                </c:pt>
                <c:pt idx="2665">
                  <c:v>03-09-2010</c:v>
                </c:pt>
                <c:pt idx="2666">
                  <c:v>06-09-2010</c:v>
                </c:pt>
                <c:pt idx="2667">
                  <c:v>07-09-2010</c:v>
                </c:pt>
                <c:pt idx="2668">
                  <c:v>08-09-2010</c:v>
                </c:pt>
                <c:pt idx="2669">
                  <c:v>09-09-2010</c:v>
                </c:pt>
                <c:pt idx="2670">
                  <c:v>13-09-2010</c:v>
                </c:pt>
                <c:pt idx="2671">
                  <c:v>14-09-2010</c:v>
                </c:pt>
                <c:pt idx="2672">
                  <c:v>15-09-2010</c:v>
                </c:pt>
                <c:pt idx="2673">
                  <c:v>16-09-2010</c:v>
                </c:pt>
                <c:pt idx="2674">
                  <c:v>17-09-2010</c:v>
                </c:pt>
                <c:pt idx="2675">
                  <c:v>20-09-2010</c:v>
                </c:pt>
                <c:pt idx="2676">
                  <c:v>21-09-2010</c:v>
                </c:pt>
                <c:pt idx="2677">
                  <c:v>22-09-2010</c:v>
                </c:pt>
                <c:pt idx="2678">
                  <c:v>23-09-2010</c:v>
                </c:pt>
                <c:pt idx="2679">
                  <c:v>24-09-2010</c:v>
                </c:pt>
                <c:pt idx="2680">
                  <c:v>27-09-2010</c:v>
                </c:pt>
                <c:pt idx="2681">
                  <c:v>28-09-2010</c:v>
                </c:pt>
                <c:pt idx="2682">
                  <c:v>29-09-2010</c:v>
                </c:pt>
                <c:pt idx="2683">
                  <c:v>30-09-2010</c:v>
                </c:pt>
                <c:pt idx="2684">
                  <c:v>01-10-2010</c:v>
                </c:pt>
                <c:pt idx="2685">
                  <c:v>04-10-2010</c:v>
                </c:pt>
                <c:pt idx="2686">
                  <c:v>05-10-2010</c:v>
                </c:pt>
                <c:pt idx="2687">
                  <c:v>06-10-2010</c:v>
                </c:pt>
                <c:pt idx="2688">
                  <c:v>07-10-2010</c:v>
                </c:pt>
                <c:pt idx="2689">
                  <c:v>08-10-2010</c:v>
                </c:pt>
                <c:pt idx="2690">
                  <c:v>11-10-2010</c:v>
                </c:pt>
                <c:pt idx="2691">
                  <c:v>12-10-2010</c:v>
                </c:pt>
                <c:pt idx="2692">
                  <c:v>13-10-2010</c:v>
                </c:pt>
                <c:pt idx="2693">
                  <c:v>14-10-2010</c:v>
                </c:pt>
                <c:pt idx="2694">
                  <c:v>15-10-2010</c:v>
                </c:pt>
                <c:pt idx="2695">
                  <c:v>18-10-2010</c:v>
                </c:pt>
                <c:pt idx="2696">
                  <c:v>19-10-2010</c:v>
                </c:pt>
                <c:pt idx="2697">
                  <c:v>20-10-2010</c:v>
                </c:pt>
                <c:pt idx="2698">
                  <c:v>21-10-2010</c:v>
                </c:pt>
                <c:pt idx="2699">
                  <c:v>22-10-2010</c:v>
                </c:pt>
                <c:pt idx="2700">
                  <c:v>25-10-2010</c:v>
                </c:pt>
                <c:pt idx="2701">
                  <c:v>26-10-2010</c:v>
                </c:pt>
                <c:pt idx="2702">
                  <c:v>27-10-2010</c:v>
                </c:pt>
                <c:pt idx="2703">
                  <c:v>28-10-2010</c:v>
                </c:pt>
                <c:pt idx="2704">
                  <c:v>29-10-2010</c:v>
                </c:pt>
                <c:pt idx="2705">
                  <c:v>01-11-2010</c:v>
                </c:pt>
                <c:pt idx="2706">
                  <c:v>02-11-2010</c:v>
                </c:pt>
                <c:pt idx="2707">
                  <c:v>03-11-2010</c:v>
                </c:pt>
                <c:pt idx="2708">
                  <c:v>04-11-2010</c:v>
                </c:pt>
                <c:pt idx="2709">
                  <c:v>05-11-2010</c:v>
                </c:pt>
                <c:pt idx="2710">
                  <c:v>08-11-2010</c:v>
                </c:pt>
                <c:pt idx="2711">
                  <c:v>09-11-2010</c:v>
                </c:pt>
                <c:pt idx="2712">
                  <c:v>10-11-2010</c:v>
                </c:pt>
                <c:pt idx="2713">
                  <c:v>11-11-2010</c:v>
                </c:pt>
                <c:pt idx="2714">
                  <c:v>12-11-2010</c:v>
                </c:pt>
                <c:pt idx="2715">
                  <c:v>15-11-2010</c:v>
                </c:pt>
                <c:pt idx="2716">
                  <c:v>16-11-2010</c:v>
                </c:pt>
                <c:pt idx="2717">
                  <c:v>18-11-2010</c:v>
                </c:pt>
                <c:pt idx="2718">
                  <c:v>19-11-2010</c:v>
                </c:pt>
                <c:pt idx="2719">
                  <c:v>22-11-2010</c:v>
                </c:pt>
                <c:pt idx="2720">
                  <c:v>23-11-2010</c:v>
                </c:pt>
                <c:pt idx="2721">
                  <c:v>24-11-2010</c:v>
                </c:pt>
                <c:pt idx="2722">
                  <c:v>25-11-2010</c:v>
                </c:pt>
                <c:pt idx="2723">
                  <c:v>26-11-2010</c:v>
                </c:pt>
                <c:pt idx="2724">
                  <c:v>29-11-2010</c:v>
                </c:pt>
                <c:pt idx="2725">
                  <c:v>30-11-2010</c:v>
                </c:pt>
                <c:pt idx="2726">
                  <c:v>01-12-2010</c:v>
                </c:pt>
                <c:pt idx="2727">
                  <c:v>02-12-2010</c:v>
                </c:pt>
                <c:pt idx="2728">
                  <c:v>03-12-2010</c:v>
                </c:pt>
                <c:pt idx="2729">
                  <c:v>06-12-2010</c:v>
                </c:pt>
                <c:pt idx="2730">
                  <c:v>07-12-2010</c:v>
                </c:pt>
                <c:pt idx="2731">
                  <c:v>08-12-2010</c:v>
                </c:pt>
                <c:pt idx="2732">
                  <c:v>09-12-2010</c:v>
                </c:pt>
                <c:pt idx="2733">
                  <c:v>10-12-2010</c:v>
                </c:pt>
                <c:pt idx="2734">
                  <c:v>13-12-2010</c:v>
                </c:pt>
                <c:pt idx="2735">
                  <c:v>14-12-2010</c:v>
                </c:pt>
                <c:pt idx="2736">
                  <c:v>15-12-2010</c:v>
                </c:pt>
                <c:pt idx="2737">
                  <c:v>16-12-2010</c:v>
                </c:pt>
                <c:pt idx="2738">
                  <c:v>20-12-2010</c:v>
                </c:pt>
                <c:pt idx="2739">
                  <c:v>21-12-2010</c:v>
                </c:pt>
                <c:pt idx="2740">
                  <c:v>22-12-2010</c:v>
                </c:pt>
                <c:pt idx="2741">
                  <c:v>23-12-2010</c:v>
                </c:pt>
                <c:pt idx="2742">
                  <c:v>24-12-2010</c:v>
                </c:pt>
                <c:pt idx="2743">
                  <c:v>27-12-2010</c:v>
                </c:pt>
                <c:pt idx="2744">
                  <c:v>28-12-2010</c:v>
                </c:pt>
                <c:pt idx="2745">
                  <c:v>29-12-2010</c:v>
                </c:pt>
                <c:pt idx="2746">
                  <c:v>30-12-2010</c:v>
                </c:pt>
                <c:pt idx="2747">
                  <c:v>31-12-2010</c:v>
                </c:pt>
                <c:pt idx="2748">
                  <c:v>03-01-2011</c:v>
                </c:pt>
                <c:pt idx="2749">
                  <c:v>04-01-2011</c:v>
                </c:pt>
                <c:pt idx="2750">
                  <c:v>05-01-2011</c:v>
                </c:pt>
                <c:pt idx="2751">
                  <c:v>06-01-2011</c:v>
                </c:pt>
                <c:pt idx="2752">
                  <c:v>07-01-2011</c:v>
                </c:pt>
                <c:pt idx="2753">
                  <c:v>10-01-2011</c:v>
                </c:pt>
                <c:pt idx="2754">
                  <c:v>11-01-2011</c:v>
                </c:pt>
                <c:pt idx="2755">
                  <c:v>12-01-2011</c:v>
                </c:pt>
                <c:pt idx="2756">
                  <c:v>13-01-2011</c:v>
                </c:pt>
                <c:pt idx="2757">
                  <c:v>14-01-2011</c:v>
                </c:pt>
                <c:pt idx="2758">
                  <c:v>17-01-2011</c:v>
                </c:pt>
                <c:pt idx="2759">
                  <c:v>18-01-2011</c:v>
                </c:pt>
                <c:pt idx="2760">
                  <c:v>19-01-2011</c:v>
                </c:pt>
                <c:pt idx="2761">
                  <c:v>20-01-2011</c:v>
                </c:pt>
                <c:pt idx="2762">
                  <c:v>21-01-2011</c:v>
                </c:pt>
                <c:pt idx="2763">
                  <c:v>24-01-2011</c:v>
                </c:pt>
                <c:pt idx="2764">
                  <c:v>25-01-2011</c:v>
                </c:pt>
                <c:pt idx="2765">
                  <c:v>27-01-2011</c:v>
                </c:pt>
                <c:pt idx="2766">
                  <c:v>28-01-2011</c:v>
                </c:pt>
                <c:pt idx="2767">
                  <c:v>31-01-2011</c:v>
                </c:pt>
                <c:pt idx="2768">
                  <c:v>01-02-2011</c:v>
                </c:pt>
                <c:pt idx="2769">
                  <c:v>02-02-2011</c:v>
                </c:pt>
                <c:pt idx="2770">
                  <c:v>03-02-2011</c:v>
                </c:pt>
                <c:pt idx="2771">
                  <c:v>04-02-2011</c:v>
                </c:pt>
                <c:pt idx="2772">
                  <c:v>07-02-2011</c:v>
                </c:pt>
                <c:pt idx="2773">
                  <c:v>08-02-2011</c:v>
                </c:pt>
                <c:pt idx="2774">
                  <c:v>09-02-2011</c:v>
                </c:pt>
                <c:pt idx="2775">
                  <c:v>10-02-2011</c:v>
                </c:pt>
                <c:pt idx="2776">
                  <c:v>11-02-2011</c:v>
                </c:pt>
                <c:pt idx="2777">
                  <c:v>14-02-2011</c:v>
                </c:pt>
                <c:pt idx="2778">
                  <c:v>15-02-2011</c:v>
                </c:pt>
                <c:pt idx="2779">
                  <c:v>16-02-2011</c:v>
                </c:pt>
                <c:pt idx="2780">
                  <c:v>17-02-2011</c:v>
                </c:pt>
                <c:pt idx="2781">
                  <c:v>18-02-2011</c:v>
                </c:pt>
                <c:pt idx="2782">
                  <c:v>21-02-2011</c:v>
                </c:pt>
                <c:pt idx="2783">
                  <c:v>22-02-2011</c:v>
                </c:pt>
                <c:pt idx="2784">
                  <c:v>23-02-2011</c:v>
                </c:pt>
                <c:pt idx="2785">
                  <c:v>24-02-2011</c:v>
                </c:pt>
                <c:pt idx="2786">
                  <c:v>25-02-2011</c:v>
                </c:pt>
                <c:pt idx="2787">
                  <c:v>28-02-2011</c:v>
                </c:pt>
                <c:pt idx="2788">
                  <c:v>01-03-2011</c:v>
                </c:pt>
                <c:pt idx="2789">
                  <c:v>03-03-2011</c:v>
                </c:pt>
                <c:pt idx="2790">
                  <c:v>04-03-2011</c:v>
                </c:pt>
                <c:pt idx="2791">
                  <c:v>07-03-2011</c:v>
                </c:pt>
                <c:pt idx="2792">
                  <c:v>08-03-2011</c:v>
                </c:pt>
                <c:pt idx="2793">
                  <c:v>09-03-2011</c:v>
                </c:pt>
                <c:pt idx="2794">
                  <c:v>10-03-2011</c:v>
                </c:pt>
                <c:pt idx="2795">
                  <c:v>11-03-2011</c:v>
                </c:pt>
                <c:pt idx="2796">
                  <c:v>14-03-2011</c:v>
                </c:pt>
                <c:pt idx="2797">
                  <c:v>15-03-2011</c:v>
                </c:pt>
                <c:pt idx="2798">
                  <c:v>16-03-2011</c:v>
                </c:pt>
                <c:pt idx="2799">
                  <c:v>17-03-2011</c:v>
                </c:pt>
                <c:pt idx="2800">
                  <c:v>18-03-2011</c:v>
                </c:pt>
                <c:pt idx="2801">
                  <c:v>21-03-2011</c:v>
                </c:pt>
                <c:pt idx="2802">
                  <c:v>22-03-2011</c:v>
                </c:pt>
                <c:pt idx="2803">
                  <c:v>23-03-2011</c:v>
                </c:pt>
                <c:pt idx="2804">
                  <c:v>24-03-2011</c:v>
                </c:pt>
                <c:pt idx="2805">
                  <c:v>25-03-2011</c:v>
                </c:pt>
                <c:pt idx="2806">
                  <c:v>28-03-2011</c:v>
                </c:pt>
                <c:pt idx="2807">
                  <c:v>29-03-2011</c:v>
                </c:pt>
                <c:pt idx="2808">
                  <c:v>30-03-2011</c:v>
                </c:pt>
                <c:pt idx="2809">
                  <c:v>31-03-2011</c:v>
                </c:pt>
                <c:pt idx="2810">
                  <c:v>01-04-2011</c:v>
                </c:pt>
                <c:pt idx="2811">
                  <c:v>04-04-2011</c:v>
                </c:pt>
                <c:pt idx="2812">
                  <c:v>05-04-2011</c:v>
                </c:pt>
                <c:pt idx="2813">
                  <c:v>06-04-2011</c:v>
                </c:pt>
                <c:pt idx="2814">
                  <c:v>07-04-2011</c:v>
                </c:pt>
                <c:pt idx="2815">
                  <c:v>08-04-2011</c:v>
                </c:pt>
                <c:pt idx="2816">
                  <c:v>11-04-2011</c:v>
                </c:pt>
                <c:pt idx="2817">
                  <c:v>13-04-2011</c:v>
                </c:pt>
                <c:pt idx="2818">
                  <c:v>15-04-2011</c:v>
                </c:pt>
                <c:pt idx="2819">
                  <c:v>18-04-2011</c:v>
                </c:pt>
                <c:pt idx="2820">
                  <c:v>19-04-2011</c:v>
                </c:pt>
                <c:pt idx="2821">
                  <c:v>20-04-2011</c:v>
                </c:pt>
                <c:pt idx="2822">
                  <c:v>21-04-2011</c:v>
                </c:pt>
                <c:pt idx="2823">
                  <c:v>25-04-2011</c:v>
                </c:pt>
                <c:pt idx="2824">
                  <c:v>26-04-2011</c:v>
                </c:pt>
                <c:pt idx="2825">
                  <c:v>27-04-2011</c:v>
                </c:pt>
                <c:pt idx="2826">
                  <c:v>28-04-2011</c:v>
                </c:pt>
                <c:pt idx="2827">
                  <c:v>29-04-2011</c:v>
                </c:pt>
                <c:pt idx="2828">
                  <c:v>02-05-2011</c:v>
                </c:pt>
                <c:pt idx="2829">
                  <c:v>03-05-2011</c:v>
                </c:pt>
                <c:pt idx="2830">
                  <c:v>04-05-2011</c:v>
                </c:pt>
                <c:pt idx="2831">
                  <c:v>05-05-2011</c:v>
                </c:pt>
                <c:pt idx="2832">
                  <c:v>06-05-2011</c:v>
                </c:pt>
                <c:pt idx="2833">
                  <c:v>09-05-2011</c:v>
                </c:pt>
                <c:pt idx="2834">
                  <c:v>10-05-2011</c:v>
                </c:pt>
                <c:pt idx="2835">
                  <c:v>11-05-2011</c:v>
                </c:pt>
                <c:pt idx="2836">
                  <c:v>12-05-2011</c:v>
                </c:pt>
                <c:pt idx="2837">
                  <c:v>13-05-2011</c:v>
                </c:pt>
                <c:pt idx="2838">
                  <c:v>16-05-2011</c:v>
                </c:pt>
                <c:pt idx="2839">
                  <c:v>17-05-2011</c:v>
                </c:pt>
                <c:pt idx="2840">
                  <c:v>18-05-2011</c:v>
                </c:pt>
                <c:pt idx="2841">
                  <c:v>19-05-2011</c:v>
                </c:pt>
                <c:pt idx="2842">
                  <c:v>20-05-2011</c:v>
                </c:pt>
                <c:pt idx="2843">
                  <c:v>23-05-2011</c:v>
                </c:pt>
                <c:pt idx="2844">
                  <c:v>24-05-2011</c:v>
                </c:pt>
                <c:pt idx="2845">
                  <c:v>25-05-2011</c:v>
                </c:pt>
                <c:pt idx="2846">
                  <c:v>26-05-2011</c:v>
                </c:pt>
                <c:pt idx="2847">
                  <c:v>27-05-2011</c:v>
                </c:pt>
                <c:pt idx="2848">
                  <c:v>30-05-2011</c:v>
                </c:pt>
                <c:pt idx="2849">
                  <c:v>31-05-2011</c:v>
                </c:pt>
                <c:pt idx="2850">
                  <c:v>01-06-2011</c:v>
                </c:pt>
                <c:pt idx="2851">
                  <c:v>02-06-2011</c:v>
                </c:pt>
                <c:pt idx="2852">
                  <c:v>03-06-2011</c:v>
                </c:pt>
                <c:pt idx="2853">
                  <c:v>06-06-2011</c:v>
                </c:pt>
                <c:pt idx="2854">
                  <c:v>07-06-2011</c:v>
                </c:pt>
                <c:pt idx="2855">
                  <c:v>08-06-2011</c:v>
                </c:pt>
                <c:pt idx="2856">
                  <c:v>09-06-2011</c:v>
                </c:pt>
                <c:pt idx="2857">
                  <c:v>10-06-2011</c:v>
                </c:pt>
                <c:pt idx="2858">
                  <c:v>13-06-2011</c:v>
                </c:pt>
                <c:pt idx="2859">
                  <c:v>14-06-2011</c:v>
                </c:pt>
                <c:pt idx="2860">
                  <c:v>15-06-2011</c:v>
                </c:pt>
                <c:pt idx="2861">
                  <c:v>16-06-2011</c:v>
                </c:pt>
                <c:pt idx="2862">
                  <c:v>17-06-2011</c:v>
                </c:pt>
                <c:pt idx="2863">
                  <c:v>20-06-2011</c:v>
                </c:pt>
                <c:pt idx="2864">
                  <c:v>21-06-2011</c:v>
                </c:pt>
                <c:pt idx="2865">
                  <c:v>22-06-2011</c:v>
                </c:pt>
                <c:pt idx="2866">
                  <c:v>23-06-2011</c:v>
                </c:pt>
                <c:pt idx="2867">
                  <c:v>24-06-2011</c:v>
                </c:pt>
                <c:pt idx="2868">
                  <c:v>27-06-2011</c:v>
                </c:pt>
                <c:pt idx="2869">
                  <c:v>28-06-2011</c:v>
                </c:pt>
                <c:pt idx="2870">
                  <c:v>29-06-2011</c:v>
                </c:pt>
                <c:pt idx="2871">
                  <c:v>30-06-2011</c:v>
                </c:pt>
                <c:pt idx="2872">
                  <c:v>01-07-2011</c:v>
                </c:pt>
                <c:pt idx="2873">
                  <c:v>04-07-2011</c:v>
                </c:pt>
                <c:pt idx="2874">
                  <c:v>05-07-2011</c:v>
                </c:pt>
                <c:pt idx="2875">
                  <c:v>06-07-2011</c:v>
                </c:pt>
                <c:pt idx="2876">
                  <c:v>07-07-2011</c:v>
                </c:pt>
                <c:pt idx="2877">
                  <c:v>08-07-2011</c:v>
                </c:pt>
                <c:pt idx="2878">
                  <c:v>11-07-2011</c:v>
                </c:pt>
                <c:pt idx="2879">
                  <c:v>12-07-2011</c:v>
                </c:pt>
                <c:pt idx="2880">
                  <c:v>13-07-2011</c:v>
                </c:pt>
                <c:pt idx="2881">
                  <c:v>14-07-2011</c:v>
                </c:pt>
                <c:pt idx="2882">
                  <c:v>15-07-2011</c:v>
                </c:pt>
                <c:pt idx="2883">
                  <c:v>18-07-2011</c:v>
                </c:pt>
                <c:pt idx="2884">
                  <c:v>19-07-2011</c:v>
                </c:pt>
                <c:pt idx="2885">
                  <c:v>20-07-2011</c:v>
                </c:pt>
                <c:pt idx="2886">
                  <c:v>21-07-2011</c:v>
                </c:pt>
                <c:pt idx="2887">
                  <c:v>22-07-2011</c:v>
                </c:pt>
                <c:pt idx="2888">
                  <c:v>25-07-2011</c:v>
                </c:pt>
                <c:pt idx="2889">
                  <c:v>26-07-2011</c:v>
                </c:pt>
                <c:pt idx="2890">
                  <c:v>27-07-2011</c:v>
                </c:pt>
                <c:pt idx="2891">
                  <c:v>28-07-2011</c:v>
                </c:pt>
                <c:pt idx="2892">
                  <c:v>29-07-2011</c:v>
                </c:pt>
                <c:pt idx="2893">
                  <c:v>01-08-2011</c:v>
                </c:pt>
                <c:pt idx="2894">
                  <c:v>02-08-2011</c:v>
                </c:pt>
                <c:pt idx="2895">
                  <c:v>03-08-2011</c:v>
                </c:pt>
                <c:pt idx="2896">
                  <c:v>04-08-2011</c:v>
                </c:pt>
                <c:pt idx="2897">
                  <c:v>05-08-2011</c:v>
                </c:pt>
                <c:pt idx="2898">
                  <c:v>08-08-2011</c:v>
                </c:pt>
                <c:pt idx="2899">
                  <c:v>09-08-2011</c:v>
                </c:pt>
                <c:pt idx="2900">
                  <c:v>10-08-2011</c:v>
                </c:pt>
                <c:pt idx="2901">
                  <c:v>11-08-2011</c:v>
                </c:pt>
                <c:pt idx="2902">
                  <c:v>12-08-2011</c:v>
                </c:pt>
                <c:pt idx="2903">
                  <c:v>16-08-2011</c:v>
                </c:pt>
                <c:pt idx="2904">
                  <c:v>17-08-2011</c:v>
                </c:pt>
                <c:pt idx="2905">
                  <c:v>18-08-2011</c:v>
                </c:pt>
                <c:pt idx="2906">
                  <c:v>19-08-2011</c:v>
                </c:pt>
                <c:pt idx="2907">
                  <c:v>22-08-2011</c:v>
                </c:pt>
                <c:pt idx="2908">
                  <c:v>23-08-2011</c:v>
                </c:pt>
                <c:pt idx="2909">
                  <c:v>24-08-2011</c:v>
                </c:pt>
                <c:pt idx="2910">
                  <c:v>25-08-2011</c:v>
                </c:pt>
                <c:pt idx="2911">
                  <c:v>26-08-2011</c:v>
                </c:pt>
                <c:pt idx="2912">
                  <c:v>29-08-2011</c:v>
                </c:pt>
                <c:pt idx="2913">
                  <c:v>30-08-2011</c:v>
                </c:pt>
                <c:pt idx="2914">
                  <c:v>02-09-2011</c:v>
                </c:pt>
                <c:pt idx="2915">
                  <c:v>05-09-2011</c:v>
                </c:pt>
                <c:pt idx="2916">
                  <c:v>06-09-2011</c:v>
                </c:pt>
                <c:pt idx="2917">
                  <c:v>07-09-2011</c:v>
                </c:pt>
                <c:pt idx="2918">
                  <c:v>08-09-2011</c:v>
                </c:pt>
                <c:pt idx="2919">
                  <c:v>09-09-2011</c:v>
                </c:pt>
                <c:pt idx="2920">
                  <c:v>12-09-2011</c:v>
                </c:pt>
                <c:pt idx="2921">
                  <c:v>13-09-2011</c:v>
                </c:pt>
                <c:pt idx="2922">
                  <c:v>14-09-2011</c:v>
                </c:pt>
                <c:pt idx="2923">
                  <c:v>15-09-2011</c:v>
                </c:pt>
                <c:pt idx="2924">
                  <c:v>16-09-2011</c:v>
                </c:pt>
                <c:pt idx="2925">
                  <c:v>19-09-2011</c:v>
                </c:pt>
                <c:pt idx="2926">
                  <c:v>20-09-2011</c:v>
                </c:pt>
                <c:pt idx="2927">
                  <c:v>21-09-2011</c:v>
                </c:pt>
                <c:pt idx="2928">
                  <c:v>22-09-2011</c:v>
                </c:pt>
                <c:pt idx="2929">
                  <c:v>23-09-2011</c:v>
                </c:pt>
                <c:pt idx="2930">
                  <c:v>26-09-2011</c:v>
                </c:pt>
                <c:pt idx="2931">
                  <c:v>27-09-2011</c:v>
                </c:pt>
                <c:pt idx="2932">
                  <c:v>28-09-2011</c:v>
                </c:pt>
                <c:pt idx="2933">
                  <c:v>29-09-2011</c:v>
                </c:pt>
                <c:pt idx="2934">
                  <c:v>30-09-2011</c:v>
                </c:pt>
                <c:pt idx="2935">
                  <c:v>03-10-2011</c:v>
                </c:pt>
                <c:pt idx="2936">
                  <c:v>04-10-2011</c:v>
                </c:pt>
                <c:pt idx="2937">
                  <c:v>05-10-2011</c:v>
                </c:pt>
                <c:pt idx="2938">
                  <c:v>07-10-2011</c:v>
                </c:pt>
                <c:pt idx="2939">
                  <c:v>10-10-2011</c:v>
                </c:pt>
                <c:pt idx="2940">
                  <c:v>11-10-2011</c:v>
                </c:pt>
                <c:pt idx="2941">
                  <c:v>12-10-2011</c:v>
                </c:pt>
                <c:pt idx="2942">
                  <c:v>13-10-2011</c:v>
                </c:pt>
                <c:pt idx="2943">
                  <c:v>14-10-2011</c:v>
                </c:pt>
                <c:pt idx="2944">
                  <c:v>17-10-2011</c:v>
                </c:pt>
                <c:pt idx="2945">
                  <c:v>18-10-2011</c:v>
                </c:pt>
                <c:pt idx="2946">
                  <c:v>19-10-2011</c:v>
                </c:pt>
                <c:pt idx="2947">
                  <c:v>20-10-2011</c:v>
                </c:pt>
                <c:pt idx="2948">
                  <c:v>21-10-2011</c:v>
                </c:pt>
                <c:pt idx="2949">
                  <c:v>24-10-2011</c:v>
                </c:pt>
                <c:pt idx="2950">
                  <c:v>25-10-2011</c:v>
                </c:pt>
                <c:pt idx="2951">
                  <c:v>26-10-2011</c:v>
                </c:pt>
                <c:pt idx="2952">
                  <c:v>28-10-2011</c:v>
                </c:pt>
                <c:pt idx="2953">
                  <c:v>31-10-2011</c:v>
                </c:pt>
                <c:pt idx="2954">
                  <c:v>01-11-2011</c:v>
                </c:pt>
                <c:pt idx="2955">
                  <c:v>02-11-2011</c:v>
                </c:pt>
                <c:pt idx="2956">
                  <c:v>03-11-2011</c:v>
                </c:pt>
                <c:pt idx="2957">
                  <c:v>04-11-2011</c:v>
                </c:pt>
                <c:pt idx="2958">
                  <c:v>08-11-2011</c:v>
                </c:pt>
                <c:pt idx="2959">
                  <c:v>09-11-2011</c:v>
                </c:pt>
                <c:pt idx="2960">
                  <c:v>11-11-2011</c:v>
                </c:pt>
                <c:pt idx="2961">
                  <c:v>14-11-2011</c:v>
                </c:pt>
                <c:pt idx="2962">
                  <c:v>15-11-2011</c:v>
                </c:pt>
                <c:pt idx="2963">
                  <c:v>16-11-2011</c:v>
                </c:pt>
                <c:pt idx="2964">
                  <c:v>17-11-2011</c:v>
                </c:pt>
                <c:pt idx="2965">
                  <c:v>18-11-2011</c:v>
                </c:pt>
                <c:pt idx="2966">
                  <c:v>21-11-2011</c:v>
                </c:pt>
                <c:pt idx="2967">
                  <c:v>22-11-2011</c:v>
                </c:pt>
                <c:pt idx="2968">
                  <c:v>23-11-2011</c:v>
                </c:pt>
                <c:pt idx="2969">
                  <c:v>24-11-2011</c:v>
                </c:pt>
                <c:pt idx="2970">
                  <c:v>25-11-2011</c:v>
                </c:pt>
                <c:pt idx="2971">
                  <c:v>28-11-2011</c:v>
                </c:pt>
                <c:pt idx="2972">
                  <c:v>29-11-2011</c:v>
                </c:pt>
                <c:pt idx="2973">
                  <c:v>30-11-2011</c:v>
                </c:pt>
                <c:pt idx="2974">
                  <c:v>01-12-2011</c:v>
                </c:pt>
                <c:pt idx="2975">
                  <c:v>02-12-2011</c:v>
                </c:pt>
                <c:pt idx="2976">
                  <c:v>05-12-2011</c:v>
                </c:pt>
                <c:pt idx="2977">
                  <c:v>07-12-2011</c:v>
                </c:pt>
                <c:pt idx="2978">
                  <c:v>08-12-2011</c:v>
                </c:pt>
                <c:pt idx="2979">
                  <c:v>09-12-2011</c:v>
                </c:pt>
                <c:pt idx="2980">
                  <c:v>12-12-2011</c:v>
                </c:pt>
                <c:pt idx="2981">
                  <c:v>13-12-2011</c:v>
                </c:pt>
                <c:pt idx="2982">
                  <c:v>14-12-2011</c:v>
                </c:pt>
                <c:pt idx="2983">
                  <c:v>15-12-2011</c:v>
                </c:pt>
                <c:pt idx="2984">
                  <c:v>16-12-2011</c:v>
                </c:pt>
                <c:pt idx="2985">
                  <c:v>19-12-2011</c:v>
                </c:pt>
                <c:pt idx="2986">
                  <c:v>20-12-2011</c:v>
                </c:pt>
                <c:pt idx="2987">
                  <c:v>21-12-2011</c:v>
                </c:pt>
                <c:pt idx="2988">
                  <c:v>22-12-2011</c:v>
                </c:pt>
                <c:pt idx="2989">
                  <c:v>23-12-2011</c:v>
                </c:pt>
                <c:pt idx="2990">
                  <c:v>26-12-2011</c:v>
                </c:pt>
                <c:pt idx="2991">
                  <c:v>27-12-2011</c:v>
                </c:pt>
                <c:pt idx="2992">
                  <c:v>28-12-2011</c:v>
                </c:pt>
                <c:pt idx="2993">
                  <c:v>29-12-2011</c:v>
                </c:pt>
                <c:pt idx="2994">
                  <c:v>30-12-2011</c:v>
                </c:pt>
                <c:pt idx="2995">
                  <c:v>02-01-2012</c:v>
                </c:pt>
                <c:pt idx="2996">
                  <c:v>03-01-2012</c:v>
                </c:pt>
                <c:pt idx="2997">
                  <c:v>04-01-2012</c:v>
                </c:pt>
                <c:pt idx="2998">
                  <c:v>05-01-2012</c:v>
                </c:pt>
                <c:pt idx="2999">
                  <c:v>06-01-2012</c:v>
                </c:pt>
                <c:pt idx="3000">
                  <c:v>07-01-2012</c:v>
                </c:pt>
                <c:pt idx="3001">
                  <c:v>09-01-2012</c:v>
                </c:pt>
                <c:pt idx="3002">
                  <c:v>10-01-2012</c:v>
                </c:pt>
                <c:pt idx="3003">
                  <c:v>11-01-2012</c:v>
                </c:pt>
                <c:pt idx="3004">
                  <c:v>12-01-2012</c:v>
                </c:pt>
                <c:pt idx="3005">
                  <c:v>13-01-2012</c:v>
                </c:pt>
                <c:pt idx="3006">
                  <c:v>16-01-2012</c:v>
                </c:pt>
                <c:pt idx="3007">
                  <c:v>17-01-2012</c:v>
                </c:pt>
                <c:pt idx="3008">
                  <c:v>18-01-2012</c:v>
                </c:pt>
                <c:pt idx="3009">
                  <c:v>19-01-2012</c:v>
                </c:pt>
                <c:pt idx="3010">
                  <c:v>20-01-2012</c:v>
                </c:pt>
                <c:pt idx="3011">
                  <c:v>23-01-2012</c:v>
                </c:pt>
                <c:pt idx="3012">
                  <c:v>24-01-2012</c:v>
                </c:pt>
                <c:pt idx="3013">
                  <c:v>25-01-2012</c:v>
                </c:pt>
                <c:pt idx="3014">
                  <c:v>27-01-2012</c:v>
                </c:pt>
                <c:pt idx="3015">
                  <c:v>30-01-2012</c:v>
                </c:pt>
                <c:pt idx="3016">
                  <c:v>31-01-2012</c:v>
                </c:pt>
                <c:pt idx="3017">
                  <c:v>01-02-2012</c:v>
                </c:pt>
                <c:pt idx="3018">
                  <c:v>02-02-2012</c:v>
                </c:pt>
                <c:pt idx="3019">
                  <c:v>03-02-2012</c:v>
                </c:pt>
                <c:pt idx="3020">
                  <c:v>06-02-2012</c:v>
                </c:pt>
                <c:pt idx="3021">
                  <c:v>07-02-2012</c:v>
                </c:pt>
                <c:pt idx="3022">
                  <c:v>08-02-2012</c:v>
                </c:pt>
                <c:pt idx="3023">
                  <c:v>09-02-2012</c:v>
                </c:pt>
                <c:pt idx="3024">
                  <c:v>10-02-2012</c:v>
                </c:pt>
                <c:pt idx="3025">
                  <c:v>13-02-2012</c:v>
                </c:pt>
                <c:pt idx="3026">
                  <c:v>14-02-2012</c:v>
                </c:pt>
                <c:pt idx="3027">
                  <c:v>15-02-2012</c:v>
                </c:pt>
                <c:pt idx="3028">
                  <c:v>16-02-2012</c:v>
                </c:pt>
                <c:pt idx="3029">
                  <c:v>17-02-2012</c:v>
                </c:pt>
                <c:pt idx="3030">
                  <c:v>21-02-2012</c:v>
                </c:pt>
                <c:pt idx="3031">
                  <c:v>22-02-2012</c:v>
                </c:pt>
                <c:pt idx="3032">
                  <c:v>23-02-2012</c:v>
                </c:pt>
                <c:pt idx="3033">
                  <c:v>24-02-2012</c:v>
                </c:pt>
                <c:pt idx="3034">
                  <c:v>27-02-2012</c:v>
                </c:pt>
                <c:pt idx="3035">
                  <c:v>28-02-2012</c:v>
                </c:pt>
                <c:pt idx="3036">
                  <c:v>29-02-2012</c:v>
                </c:pt>
                <c:pt idx="3037">
                  <c:v>01-03-2012</c:v>
                </c:pt>
                <c:pt idx="3038">
                  <c:v>02-03-2012</c:v>
                </c:pt>
                <c:pt idx="3039">
                  <c:v>03-03-2012</c:v>
                </c:pt>
                <c:pt idx="3040">
                  <c:v>05-03-2012</c:v>
                </c:pt>
                <c:pt idx="3041">
                  <c:v>06-03-2012</c:v>
                </c:pt>
                <c:pt idx="3042">
                  <c:v>07-03-2012</c:v>
                </c:pt>
                <c:pt idx="3043">
                  <c:v>09-03-2012</c:v>
                </c:pt>
                <c:pt idx="3044">
                  <c:v>12-03-2012</c:v>
                </c:pt>
                <c:pt idx="3045">
                  <c:v>13-03-2012</c:v>
                </c:pt>
                <c:pt idx="3046">
                  <c:v>14-03-2012</c:v>
                </c:pt>
                <c:pt idx="3047">
                  <c:v>15-03-2012</c:v>
                </c:pt>
                <c:pt idx="3048">
                  <c:v>16-03-2012</c:v>
                </c:pt>
                <c:pt idx="3049">
                  <c:v>19-03-2012</c:v>
                </c:pt>
                <c:pt idx="3050">
                  <c:v>20-03-2012</c:v>
                </c:pt>
                <c:pt idx="3051">
                  <c:v>21-03-2012</c:v>
                </c:pt>
                <c:pt idx="3052">
                  <c:v>22-03-2012</c:v>
                </c:pt>
                <c:pt idx="3053">
                  <c:v>23-03-2012</c:v>
                </c:pt>
                <c:pt idx="3054">
                  <c:v>26-03-2012</c:v>
                </c:pt>
                <c:pt idx="3055">
                  <c:v>27-03-2012</c:v>
                </c:pt>
                <c:pt idx="3056">
                  <c:v>28-03-2012</c:v>
                </c:pt>
                <c:pt idx="3057">
                  <c:v>29-03-2012</c:v>
                </c:pt>
                <c:pt idx="3058">
                  <c:v>30-03-2012</c:v>
                </c:pt>
                <c:pt idx="3059">
                  <c:v>02-04-2012</c:v>
                </c:pt>
                <c:pt idx="3060">
                  <c:v>03-04-2012</c:v>
                </c:pt>
                <c:pt idx="3061">
                  <c:v>04-04-2012</c:v>
                </c:pt>
                <c:pt idx="3062">
                  <c:v>09-04-2012</c:v>
                </c:pt>
                <c:pt idx="3063">
                  <c:v>10-04-2012</c:v>
                </c:pt>
                <c:pt idx="3064">
                  <c:v>11-04-2012</c:v>
                </c:pt>
                <c:pt idx="3065">
                  <c:v>12-04-2012</c:v>
                </c:pt>
                <c:pt idx="3066">
                  <c:v>13-04-2012</c:v>
                </c:pt>
                <c:pt idx="3067">
                  <c:v>16-04-2012</c:v>
                </c:pt>
                <c:pt idx="3068">
                  <c:v>17-04-2012</c:v>
                </c:pt>
                <c:pt idx="3069">
                  <c:v>18-04-2012</c:v>
                </c:pt>
                <c:pt idx="3070">
                  <c:v>19-04-2012</c:v>
                </c:pt>
                <c:pt idx="3071">
                  <c:v>20-04-2012</c:v>
                </c:pt>
                <c:pt idx="3072">
                  <c:v>23-04-2012</c:v>
                </c:pt>
                <c:pt idx="3073">
                  <c:v>24-04-2012</c:v>
                </c:pt>
                <c:pt idx="3074">
                  <c:v>25-04-2012</c:v>
                </c:pt>
                <c:pt idx="3075">
                  <c:v>26-04-2012</c:v>
                </c:pt>
                <c:pt idx="3076">
                  <c:v>27-04-2012</c:v>
                </c:pt>
                <c:pt idx="3077">
                  <c:v>28-04-2012</c:v>
                </c:pt>
                <c:pt idx="3078">
                  <c:v>30-04-2012</c:v>
                </c:pt>
                <c:pt idx="3079">
                  <c:v>02-05-2012</c:v>
                </c:pt>
                <c:pt idx="3080">
                  <c:v>03-05-2012</c:v>
                </c:pt>
                <c:pt idx="3081">
                  <c:v>04-05-2012</c:v>
                </c:pt>
                <c:pt idx="3082">
                  <c:v>07-05-2012</c:v>
                </c:pt>
                <c:pt idx="3083">
                  <c:v>08-05-2012</c:v>
                </c:pt>
                <c:pt idx="3084">
                  <c:v>09-05-2012</c:v>
                </c:pt>
                <c:pt idx="3085">
                  <c:v>10-05-2012</c:v>
                </c:pt>
                <c:pt idx="3086">
                  <c:v>11-05-2012</c:v>
                </c:pt>
                <c:pt idx="3087">
                  <c:v>14-05-2012</c:v>
                </c:pt>
                <c:pt idx="3088">
                  <c:v>15-05-2012</c:v>
                </c:pt>
                <c:pt idx="3089">
                  <c:v>16-05-2012</c:v>
                </c:pt>
                <c:pt idx="3090">
                  <c:v>17-05-2012</c:v>
                </c:pt>
                <c:pt idx="3091">
                  <c:v>18-05-2012</c:v>
                </c:pt>
                <c:pt idx="3092">
                  <c:v>21-05-2012</c:v>
                </c:pt>
                <c:pt idx="3093">
                  <c:v>22-05-2012</c:v>
                </c:pt>
                <c:pt idx="3094">
                  <c:v>23-05-2012</c:v>
                </c:pt>
                <c:pt idx="3095">
                  <c:v>24-05-2012</c:v>
                </c:pt>
                <c:pt idx="3096">
                  <c:v>25-05-2012</c:v>
                </c:pt>
                <c:pt idx="3097">
                  <c:v>28-05-2012</c:v>
                </c:pt>
                <c:pt idx="3098">
                  <c:v>29-05-2012</c:v>
                </c:pt>
                <c:pt idx="3099">
                  <c:v>30-05-2012</c:v>
                </c:pt>
                <c:pt idx="3100">
                  <c:v>31-05-2012</c:v>
                </c:pt>
                <c:pt idx="3101">
                  <c:v>01-06-2012</c:v>
                </c:pt>
                <c:pt idx="3102">
                  <c:v>04-06-2012</c:v>
                </c:pt>
                <c:pt idx="3103">
                  <c:v>05-06-2012</c:v>
                </c:pt>
                <c:pt idx="3104">
                  <c:v>06-06-2012</c:v>
                </c:pt>
                <c:pt idx="3105">
                  <c:v>07-06-2012</c:v>
                </c:pt>
                <c:pt idx="3106">
                  <c:v>08-06-2012</c:v>
                </c:pt>
                <c:pt idx="3107">
                  <c:v>11-06-2012</c:v>
                </c:pt>
                <c:pt idx="3108">
                  <c:v>12-06-2012</c:v>
                </c:pt>
                <c:pt idx="3109">
                  <c:v>13-06-2012</c:v>
                </c:pt>
                <c:pt idx="3110">
                  <c:v>14-06-2012</c:v>
                </c:pt>
                <c:pt idx="3111">
                  <c:v>15-06-2012</c:v>
                </c:pt>
                <c:pt idx="3112">
                  <c:v>18-06-2012</c:v>
                </c:pt>
                <c:pt idx="3113">
                  <c:v>19-06-2012</c:v>
                </c:pt>
                <c:pt idx="3114">
                  <c:v>20-06-2012</c:v>
                </c:pt>
                <c:pt idx="3115">
                  <c:v>21-06-2012</c:v>
                </c:pt>
                <c:pt idx="3116">
                  <c:v>22-06-2012</c:v>
                </c:pt>
                <c:pt idx="3117">
                  <c:v>25-06-2012</c:v>
                </c:pt>
                <c:pt idx="3118">
                  <c:v>26-06-2012</c:v>
                </c:pt>
                <c:pt idx="3119">
                  <c:v>27-06-2012</c:v>
                </c:pt>
                <c:pt idx="3120">
                  <c:v>28-06-2012</c:v>
                </c:pt>
                <c:pt idx="3121">
                  <c:v>29-06-2012</c:v>
                </c:pt>
                <c:pt idx="3122">
                  <c:v>02-07-2012</c:v>
                </c:pt>
                <c:pt idx="3123">
                  <c:v>03-07-2012</c:v>
                </c:pt>
                <c:pt idx="3124">
                  <c:v>04-07-2012</c:v>
                </c:pt>
                <c:pt idx="3125">
                  <c:v>05-07-2012</c:v>
                </c:pt>
                <c:pt idx="3126">
                  <c:v>06-07-2012</c:v>
                </c:pt>
                <c:pt idx="3127">
                  <c:v>09-07-2012</c:v>
                </c:pt>
                <c:pt idx="3128">
                  <c:v>10-07-2012</c:v>
                </c:pt>
                <c:pt idx="3129">
                  <c:v>11-07-2012</c:v>
                </c:pt>
                <c:pt idx="3130">
                  <c:v>12-07-2012</c:v>
                </c:pt>
                <c:pt idx="3131">
                  <c:v>13-07-2012</c:v>
                </c:pt>
                <c:pt idx="3132">
                  <c:v>16-07-2012</c:v>
                </c:pt>
                <c:pt idx="3133">
                  <c:v>17-07-2012</c:v>
                </c:pt>
                <c:pt idx="3134">
                  <c:v>18-07-2012</c:v>
                </c:pt>
                <c:pt idx="3135">
                  <c:v>19-07-2012</c:v>
                </c:pt>
                <c:pt idx="3136">
                  <c:v>20-07-2012</c:v>
                </c:pt>
                <c:pt idx="3137">
                  <c:v>23-07-2012</c:v>
                </c:pt>
                <c:pt idx="3138">
                  <c:v>24-07-2012</c:v>
                </c:pt>
                <c:pt idx="3139">
                  <c:v>25-07-2012</c:v>
                </c:pt>
                <c:pt idx="3140">
                  <c:v>26-07-2012</c:v>
                </c:pt>
                <c:pt idx="3141">
                  <c:v>27-07-2012</c:v>
                </c:pt>
                <c:pt idx="3142">
                  <c:v>30-07-2012</c:v>
                </c:pt>
                <c:pt idx="3143">
                  <c:v>31-07-2012</c:v>
                </c:pt>
                <c:pt idx="3144">
                  <c:v>01-08-2012</c:v>
                </c:pt>
                <c:pt idx="3145">
                  <c:v>02-08-2012</c:v>
                </c:pt>
                <c:pt idx="3146">
                  <c:v>03-08-2012</c:v>
                </c:pt>
                <c:pt idx="3147">
                  <c:v>06-08-2012</c:v>
                </c:pt>
                <c:pt idx="3148">
                  <c:v>07-08-2012</c:v>
                </c:pt>
                <c:pt idx="3149">
                  <c:v>08-08-2012</c:v>
                </c:pt>
                <c:pt idx="3150">
                  <c:v>09-08-2012</c:v>
                </c:pt>
                <c:pt idx="3151">
                  <c:v>10-08-2012</c:v>
                </c:pt>
                <c:pt idx="3152">
                  <c:v>13-08-2012</c:v>
                </c:pt>
                <c:pt idx="3153">
                  <c:v>14-08-2012</c:v>
                </c:pt>
                <c:pt idx="3154">
                  <c:v>16-08-2012</c:v>
                </c:pt>
                <c:pt idx="3155">
                  <c:v>17-08-2012</c:v>
                </c:pt>
                <c:pt idx="3156">
                  <c:v>21-08-2012</c:v>
                </c:pt>
                <c:pt idx="3157">
                  <c:v>22-08-2012</c:v>
                </c:pt>
                <c:pt idx="3158">
                  <c:v>23-08-2012</c:v>
                </c:pt>
                <c:pt idx="3159">
                  <c:v>24-08-2012</c:v>
                </c:pt>
                <c:pt idx="3160">
                  <c:v>27-08-2012</c:v>
                </c:pt>
                <c:pt idx="3161">
                  <c:v>28-08-2012</c:v>
                </c:pt>
                <c:pt idx="3162">
                  <c:v>29-08-2012</c:v>
                </c:pt>
                <c:pt idx="3163">
                  <c:v>30-08-2012</c:v>
                </c:pt>
                <c:pt idx="3164">
                  <c:v>31-08-2012</c:v>
                </c:pt>
                <c:pt idx="3165">
                  <c:v>03-09-2012</c:v>
                </c:pt>
                <c:pt idx="3166">
                  <c:v>04-09-2012</c:v>
                </c:pt>
                <c:pt idx="3167">
                  <c:v>05-09-2012</c:v>
                </c:pt>
                <c:pt idx="3168">
                  <c:v>06-09-2012</c:v>
                </c:pt>
                <c:pt idx="3169">
                  <c:v>07-09-2012</c:v>
                </c:pt>
                <c:pt idx="3170">
                  <c:v>08-09-2012</c:v>
                </c:pt>
                <c:pt idx="3171">
                  <c:v>10-09-2012</c:v>
                </c:pt>
                <c:pt idx="3172">
                  <c:v>11-09-2012</c:v>
                </c:pt>
                <c:pt idx="3173">
                  <c:v>12-09-2012</c:v>
                </c:pt>
                <c:pt idx="3174">
                  <c:v>13-09-2012</c:v>
                </c:pt>
                <c:pt idx="3175">
                  <c:v>14-09-2012</c:v>
                </c:pt>
                <c:pt idx="3176">
                  <c:v>17-09-2012</c:v>
                </c:pt>
                <c:pt idx="3177">
                  <c:v>18-09-2012</c:v>
                </c:pt>
                <c:pt idx="3178">
                  <c:v>20-09-2012</c:v>
                </c:pt>
                <c:pt idx="3179">
                  <c:v>21-09-2012</c:v>
                </c:pt>
                <c:pt idx="3180">
                  <c:v>24-09-2012</c:v>
                </c:pt>
                <c:pt idx="3181">
                  <c:v>25-09-2012</c:v>
                </c:pt>
                <c:pt idx="3182">
                  <c:v>26-09-2012</c:v>
                </c:pt>
                <c:pt idx="3183">
                  <c:v>27-09-2012</c:v>
                </c:pt>
                <c:pt idx="3184">
                  <c:v>28-09-2012</c:v>
                </c:pt>
                <c:pt idx="3185">
                  <c:v>01-10-2012</c:v>
                </c:pt>
                <c:pt idx="3186">
                  <c:v>03-10-2012</c:v>
                </c:pt>
                <c:pt idx="3187">
                  <c:v>04-10-2012</c:v>
                </c:pt>
                <c:pt idx="3188">
                  <c:v>05-10-2012</c:v>
                </c:pt>
                <c:pt idx="3189">
                  <c:v>08-10-2012</c:v>
                </c:pt>
                <c:pt idx="3190">
                  <c:v>09-10-2012</c:v>
                </c:pt>
                <c:pt idx="3191">
                  <c:v>10-10-2012</c:v>
                </c:pt>
                <c:pt idx="3192">
                  <c:v>11-10-2012</c:v>
                </c:pt>
                <c:pt idx="3193">
                  <c:v>12-10-2012</c:v>
                </c:pt>
                <c:pt idx="3194">
                  <c:v>15-10-2012</c:v>
                </c:pt>
                <c:pt idx="3195">
                  <c:v>16-10-2012</c:v>
                </c:pt>
                <c:pt idx="3196">
                  <c:v>17-10-2012</c:v>
                </c:pt>
                <c:pt idx="3197">
                  <c:v>18-10-2012</c:v>
                </c:pt>
                <c:pt idx="3198">
                  <c:v>19-10-2012</c:v>
                </c:pt>
                <c:pt idx="3199">
                  <c:v>22-10-2012</c:v>
                </c:pt>
                <c:pt idx="3200">
                  <c:v>23-10-2012</c:v>
                </c:pt>
                <c:pt idx="3201">
                  <c:v>25-10-2012</c:v>
                </c:pt>
                <c:pt idx="3202">
                  <c:v>26-10-2012</c:v>
                </c:pt>
                <c:pt idx="3203">
                  <c:v>29-10-2012</c:v>
                </c:pt>
                <c:pt idx="3204">
                  <c:v>30-10-2012</c:v>
                </c:pt>
                <c:pt idx="3205">
                  <c:v>31-10-2012</c:v>
                </c:pt>
                <c:pt idx="3206">
                  <c:v>01-11-2012</c:v>
                </c:pt>
                <c:pt idx="3207">
                  <c:v>02-11-2012</c:v>
                </c:pt>
                <c:pt idx="3208">
                  <c:v>05-11-2012</c:v>
                </c:pt>
                <c:pt idx="3209">
                  <c:v>06-11-2012</c:v>
                </c:pt>
                <c:pt idx="3210">
                  <c:v>07-11-2012</c:v>
                </c:pt>
                <c:pt idx="3211">
                  <c:v>08-11-2012</c:v>
                </c:pt>
                <c:pt idx="3212">
                  <c:v>09-11-2012</c:v>
                </c:pt>
                <c:pt idx="3213">
                  <c:v>12-11-2012</c:v>
                </c:pt>
                <c:pt idx="3214">
                  <c:v>13-11-2012</c:v>
                </c:pt>
                <c:pt idx="3215">
                  <c:v>15-11-2012</c:v>
                </c:pt>
                <c:pt idx="3216">
                  <c:v>16-11-2012</c:v>
                </c:pt>
                <c:pt idx="3217">
                  <c:v>19-11-2012</c:v>
                </c:pt>
                <c:pt idx="3218">
                  <c:v>20-11-2012</c:v>
                </c:pt>
                <c:pt idx="3219">
                  <c:v>21-11-2012</c:v>
                </c:pt>
                <c:pt idx="3220">
                  <c:v>22-11-2012</c:v>
                </c:pt>
                <c:pt idx="3221">
                  <c:v>23-11-2012</c:v>
                </c:pt>
                <c:pt idx="3222">
                  <c:v>26-11-2012</c:v>
                </c:pt>
                <c:pt idx="3223">
                  <c:v>27-11-2012</c:v>
                </c:pt>
                <c:pt idx="3224">
                  <c:v>29-11-2012</c:v>
                </c:pt>
                <c:pt idx="3225">
                  <c:v>30-11-2012</c:v>
                </c:pt>
                <c:pt idx="3226">
                  <c:v>03-12-2012</c:v>
                </c:pt>
                <c:pt idx="3227">
                  <c:v>04-12-2012</c:v>
                </c:pt>
                <c:pt idx="3228">
                  <c:v>05-12-2012</c:v>
                </c:pt>
                <c:pt idx="3229">
                  <c:v>06-12-2012</c:v>
                </c:pt>
                <c:pt idx="3230">
                  <c:v>07-12-2012</c:v>
                </c:pt>
                <c:pt idx="3231">
                  <c:v>10-12-2012</c:v>
                </c:pt>
                <c:pt idx="3232">
                  <c:v>11-12-2012</c:v>
                </c:pt>
                <c:pt idx="3233">
                  <c:v>12-12-2012</c:v>
                </c:pt>
                <c:pt idx="3234">
                  <c:v>13-12-2012</c:v>
                </c:pt>
                <c:pt idx="3235">
                  <c:v>14-12-2012</c:v>
                </c:pt>
                <c:pt idx="3236">
                  <c:v>17-12-2012</c:v>
                </c:pt>
                <c:pt idx="3237">
                  <c:v>18-12-2012</c:v>
                </c:pt>
                <c:pt idx="3238">
                  <c:v>19-12-2012</c:v>
                </c:pt>
                <c:pt idx="3239">
                  <c:v>20-12-2012</c:v>
                </c:pt>
                <c:pt idx="3240">
                  <c:v>21-12-2012</c:v>
                </c:pt>
                <c:pt idx="3241">
                  <c:v>24-12-2012</c:v>
                </c:pt>
                <c:pt idx="3242">
                  <c:v>26-12-2012</c:v>
                </c:pt>
                <c:pt idx="3243">
                  <c:v>27-12-2012</c:v>
                </c:pt>
                <c:pt idx="3244">
                  <c:v>28-12-2012</c:v>
                </c:pt>
                <c:pt idx="3245">
                  <c:v>31-12-2012</c:v>
                </c:pt>
                <c:pt idx="3246">
                  <c:v>01-01-2013</c:v>
                </c:pt>
                <c:pt idx="3247">
                  <c:v>02-01-2013</c:v>
                </c:pt>
                <c:pt idx="3248">
                  <c:v>03-01-2013</c:v>
                </c:pt>
                <c:pt idx="3249">
                  <c:v>04-01-2013</c:v>
                </c:pt>
                <c:pt idx="3250">
                  <c:v>07-01-2013</c:v>
                </c:pt>
                <c:pt idx="3251">
                  <c:v>08-01-2013</c:v>
                </c:pt>
                <c:pt idx="3252">
                  <c:v>09-01-2013</c:v>
                </c:pt>
                <c:pt idx="3253">
                  <c:v>10-01-2013</c:v>
                </c:pt>
                <c:pt idx="3254">
                  <c:v>11-01-2013</c:v>
                </c:pt>
                <c:pt idx="3255">
                  <c:v>14-01-2013</c:v>
                </c:pt>
                <c:pt idx="3256">
                  <c:v>15-01-2013</c:v>
                </c:pt>
                <c:pt idx="3257">
                  <c:v>16-01-2013</c:v>
                </c:pt>
                <c:pt idx="3258">
                  <c:v>17-01-2013</c:v>
                </c:pt>
                <c:pt idx="3259">
                  <c:v>18-01-2013</c:v>
                </c:pt>
                <c:pt idx="3260">
                  <c:v>21-01-2013</c:v>
                </c:pt>
                <c:pt idx="3261">
                  <c:v>22-01-2013</c:v>
                </c:pt>
                <c:pt idx="3262">
                  <c:v>23-01-2013</c:v>
                </c:pt>
                <c:pt idx="3263">
                  <c:v>24-01-2013</c:v>
                </c:pt>
                <c:pt idx="3264">
                  <c:v>25-01-2013</c:v>
                </c:pt>
                <c:pt idx="3265">
                  <c:v>28-01-2013</c:v>
                </c:pt>
                <c:pt idx="3266">
                  <c:v>29-01-2013</c:v>
                </c:pt>
                <c:pt idx="3267">
                  <c:v>30-01-2013</c:v>
                </c:pt>
                <c:pt idx="3268">
                  <c:v>31-01-2013</c:v>
                </c:pt>
                <c:pt idx="3269">
                  <c:v>01-02-2013</c:v>
                </c:pt>
                <c:pt idx="3270">
                  <c:v>04-02-2013</c:v>
                </c:pt>
                <c:pt idx="3271">
                  <c:v>05-02-2013</c:v>
                </c:pt>
                <c:pt idx="3272">
                  <c:v>06-02-2013</c:v>
                </c:pt>
                <c:pt idx="3273">
                  <c:v>07-02-2013</c:v>
                </c:pt>
                <c:pt idx="3274">
                  <c:v>08-02-2013</c:v>
                </c:pt>
                <c:pt idx="3275">
                  <c:v>11-02-2013</c:v>
                </c:pt>
                <c:pt idx="3276">
                  <c:v>12-02-2013</c:v>
                </c:pt>
                <c:pt idx="3277">
                  <c:v>13-02-2013</c:v>
                </c:pt>
                <c:pt idx="3278">
                  <c:v>14-02-2013</c:v>
                </c:pt>
                <c:pt idx="3279">
                  <c:v>15-02-2013</c:v>
                </c:pt>
                <c:pt idx="3280">
                  <c:v>18-02-2013</c:v>
                </c:pt>
                <c:pt idx="3281">
                  <c:v>19-02-2013</c:v>
                </c:pt>
                <c:pt idx="3282">
                  <c:v>20-02-2013</c:v>
                </c:pt>
                <c:pt idx="3283">
                  <c:v>21-02-2013</c:v>
                </c:pt>
                <c:pt idx="3284">
                  <c:v>22-02-2013</c:v>
                </c:pt>
                <c:pt idx="3285">
                  <c:v>25-02-2013</c:v>
                </c:pt>
                <c:pt idx="3286">
                  <c:v>26-02-2013</c:v>
                </c:pt>
                <c:pt idx="3287">
                  <c:v>27-02-2013</c:v>
                </c:pt>
                <c:pt idx="3288">
                  <c:v>28-02-2013</c:v>
                </c:pt>
                <c:pt idx="3289">
                  <c:v>01-03-2013</c:v>
                </c:pt>
                <c:pt idx="3290">
                  <c:v>04-03-2013</c:v>
                </c:pt>
                <c:pt idx="3291">
                  <c:v>05-03-2013</c:v>
                </c:pt>
                <c:pt idx="3292">
                  <c:v>06-03-2013</c:v>
                </c:pt>
                <c:pt idx="3293">
                  <c:v>07-03-2013</c:v>
                </c:pt>
                <c:pt idx="3294">
                  <c:v>08-03-2013</c:v>
                </c:pt>
                <c:pt idx="3295">
                  <c:v>11-03-2013</c:v>
                </c:pt>
                <c:pt idx="3296">
                  <c:v>12-03-2013</c:v>
                </c:pt>
                <c:pt idx="3297">
                  <c:v>13-03-2013</c:v>
                </c:pt>
                <c:pt idx="3298">
                  <c:v>14-03-2013</c:v>
                </c:pt>
                <c:pt idx="3299">
                  <c:v>15-03-2013</c:v>
                </c:pt>
                <c:pt idx="3300">
                  <c:v>18-03-2013</c:v>
                </c:pt>
                <c:pt idx="3301">
                  <c:v>19-03-2013</c:v>
                </c:pt>
                <c:pt idx="3302">
                  <c:v>20-03-2013</c:v>
                </c:pt>
                <c:pt idx="3303">
                  <c:v>21-03-2013</c:v>
                </c:pt>
                <c:pt idx="3304">
                  <c:v>22-03-2013</c:v>
                </c:pt>
                <c:pt idx="3305">
                  <c:v>25-03-2013</c:v>
                </c:pt>
                <c:pt idx="3306">
                  <c:v>26-03-2013</c:v>
                </c:pt>
                <c:pt idx="3307">
                  <c:v>28-03-2013</c:v>
                </c:pt>
                <c:pt idx="3308">
                  <c:v>01-04-2013</c:v>
                </c:pt>
                <c:pt idx="3309">
                  <c:v>02-04-2013</c:v>
                </c:pt>
                <c:pt idx="3310">
                  <c:v>03-04-2013</c:v>
                </c:pt>
                <c:pt idx="3311">
                  <c:v>04-04-2013</c:v>
                </c:pt>
                <c:pt idx="3312">
                  <c:v>05-04-2013</c:v>
                </c:pt>
                <c:pt idx="3313">
                  <c:v>08-04-2013</c:v>
                </c:pt>
                <c:pt idx="3314">
                  <c:v>09-04-2013</c:v>
                </c:pt>
                <c:pt idx="3315">
                  <c:v>10-04-2013</c:v>
                </c:pt>
                <c:pt idx="3316">
                  <c:v>11-04-2013</c:v>
                </c:pt>
                <c:pt idx="3317">
                  <c:v>12-04-2013</c:v>
                </c:pt>
                <c:pt idx="3318">
                  <c:v>15-04-2013</c:v>
                </c:pt>
                <c:pt idx="3319">
                  <c:v>16-04-2013</c:v>
                </c:pt>
                <c:pt idx="3320">
                  <c:v>17-04-2013</c:v>
                </c:pt>
                <c:pt idx="3321">
                  <c:v>18-04-2013</c:v>
                </c:pt>
                <c:pt idx="3322">
                  <c:v>22-04-2013</c:v>
                </c:pt>
                <c:pt idx="3323">
                  <c:v>23-04-2013</c:v>
                </c:pt>
                <c:pt idx="3324">
                  <c:v>25-04-2013</c:v>
                </c:pt>
                <c:pt idx="3325">
                  <c:v>26-04-2013</c:v>
                </c:pt>
                <c:pt idx="3326">
                  <c:v>29-04-2013</c:v>
                </c:pt>
                <c:pt idx="3327">
                  <c:v>30-04-2013</c:v>
                </c:pt>
                <c:pt idx="3328">
                  <c:v>02-05-2013</c:v>
                </c:pt>
                <c:pt idx="3329">
                  <c:v>03-05-2013</c:v>
                </c:pt>
                <c:pt idx="3330">
                  <c:v>06-05-2013</c:v>
                </c:pt>
                <c:pt idx="3331">
                  <c:v>07-05-2013</c:v>
                </c:pt>
                <c:pt idx="3332">
                  <c:v>08-05-2013</c:v>
                </c:pt>
                <c:pt idx="3333">
                  <c:v>09-05-2013</c:v>
                </c:pt>
                <c:pt idx="3334">
                  <c:v>10-05-2013</c:v>
                </c:pt>
                <c:pt idx="3335">
                  <c:v>11-05-2013</c:v>
                </c:pt>
                <c:pt idx="3336">
                  <c:v>13-05-2013</c:v>
                </c:pt>
                <c:pt idx="3337">
                  <c:v>14-05-2013</c:v>
                </c:pt>
                <c:pt idx="3338">
                  <c:v>15-05-2013</c:v>
                </c:pt>
                <c:pt idx="3339">
                  <c:v>16-05-2013</c:v>
                </c:pt>
                <c:pt idx="3340">
                  <c:v>17-05-2013</c:v>
                </c:pt>
                <c:pt idx="3341">
                  <c:v>20-05-2013</c:v>
                </c:pt>
                <c:pt idx="3342">
                  <c:v>21-05-2013</c:v>
                </c:pt>
                <c:pt idx="3343">
                  <c:v>22-05-2013</c:v>
                </c:pt>
                <c:pt idx="3344">
                  <c:v>23-05-2013</c:v>
                </c:pt>
                <c:pt idx="3345">
                  <c:v>24-05-2013</c:v>
                </c:pt>
                <c:pt idx="3346">
                  <c:v>27-05-2013</c:v>
                </c:pt>
                <c:pt idx="3347">
                  <c:v>28-05-2013</c:v>
                </c:pt>
                <c:pt idx="3348">
                  <c:v>29-05-2013</c:v>
                </c:pt>
                <c:pt idx="3349">
                  <c:v>30-05-2013</c:v>
                </c:pt>
                <c:pt idx="3350">
                  <c:v>31-05-2013</c:v>
                </c:pt>
                <c:pt idx="3351">
                  <c:v>03-06-2013</c:v>
                </c:pt>
                <c:pt idx="3352">
                  <c:v>04-06-2013</c:v>
                </c:pt>
                <c:pt idx="3353">
                  <c:v>05-06-2013</c:v>
                </c:pt>
                <c:pt idx="3354">
                  <c:v>06-06-2013</c:v>
                </c:pt>
                <c:pt idx="3355">
                  <c:v>07-06-2013</c:v>
                </c:pt>
                <c:pt idx="3356">
                  <c:v>10-06-2013</c:v>
                </c:pt>
                <c:pt idx="3357">
                  <c:v>11-06-2013</c:v>
                </c:pt>
                <c:pt idx="3358">
                  <c:v>12-06-2013</c:v>
                </c:pt>
                <c:pt idx="3359">
                  <c:v>13-06-2013</c:v>
                </c:pt>
                <c:pt idx="3360">
                  <c:v>14-06-2013</c:v>
                </c:pt>
                <c:pt idx="3361">
                  <c:v>17-06-2013</c:v>
                </c:pt>
                <c:pt idx="3362">
                  <c:v>18-06-2013</c:v>
                </c:pt>
                <c:pt idx="3363">
                  <c:v>19-06-2013</c:v>
                </c:pt>
                <c:pt idx="3364">
                  <c:v>20-06-2013</c:v>
                </c:pt>
                <c:pt idx="3365">
                  <c:v>21-06-2013</c:v>
                </c:pt>
                <c:pt idx="3366">
                  <c:v>24-06-2013</c:v>
                </c:pt>
                <c:pt idx="3367">
                  <c:v>25-06-2013</c:v>
                </c:pt>
                <c:pt idx="3368">
                  <c:v>26-06-2013</c:v>
                </c:pt>
                <c:pt idx="3369">
                  <c:v>27-06-2013</c:v>
                </c:pt>
                <c:pt idx="3370">
                  <c:v>28-06-2013</c:v>
                </c:pt>
                <c:pt idx="3371">
                  <c:v>01-07-2013</c:v>
                </c:pt>
                <c:pt idx="3372">
                  <c:v>02-07-2013</c:v>
                </c:pt>
                <c:pt idx="3373">
                  <c:v>03-07-2013</c:v>
                </c:pt>
                <c:pt idx="3374">
                  <c:v>04-07-2013</c:v>
                </c:pt>
                <c:pt idx="3375">
                  <c:v>05-07-2013</c:v>
                </c:pt>
                <c:pt idx="3376">
                  <c:v>08-07-2013</c:v>
                </c:pt>
                <c:pt idx="3377">
                  <c:v>09-07-2013</c:v>
                </c:pt>
                <c:pt idx="3378">
                  <c:v>10-07-2013</c:v>
                </c:pt>
                <c:pt idx="3379">
                  <c:v>11-07-2013</c:v>
                </c:pt>
                <c:pt idx="3380">
                  <c:v>12-07-2013</c:v>
                </c:pt>
                <c:pt idx="3381">
                  <c:v>15-07-2013</c:v>
                </c:pt>
                <c:pt idx="3382">
                  <c:v>16-07-2013</c:v>
                </c:pt>
                <c:pt idx="3383">
                  <c:v>17-07-2013</c:v>
                </c:pt>
                <c:pt idx="3384">
                  <c:v>18-07-2013</c:v>
                </c:pt>
                <c:pt idx="3385">
                  <c:v>19-07-2013</c:v>
                </c:pt>
                <c:pt idx="3386">
                  <c:v>22-07-2013</c:v>
                </c:pt>
                <c:pt idx="3387">
                  <c:v>23-07-2013</c:v>
                </c:pt>
                <c:pt idx="3388">
                  <c:v>24-07-2013</c:v>
                </c:pt>
                <c:pt idx="3389">
                  <c:v>25-07-2013</c:v>
                </c:pt>
                <c:pt idx="3390">
                  <c:v>26-07-2013</c:v>
                </c:pt>
                <c:pt idx="3391">
                  <c:v>29-07-2013</c:v>
                </c:pt>
                <c:pt idx="3392">
                  <c:v>30-07-2013</c:v>
                </c:pt>
                <c:pt idx="3393">
                  <c:v>31-07-2013</c:v>
                </c:pt>
                <c:pt idx="3394">
                  <c:v>01-08-2013</c:v>
                </c:pt>
                <c:pt idx="3395">
                  <c:v>02-08-2013</c:v>
                </c:pt>
                <c:pt idx="3396">
                  <c:v>05-08-2013</c:v>
                </c:pt>
                <c:pt idx="3397">
                  <c:v>06-08-2013</c:v>
                </c:pt>
                <c:pt idx="3398">
                  <c:v>07-08-2013</c:v>
                </c:pt>
                <c:pt idx="3399">
                  <c:v>08-08-2013</c:v>
                </c:pt>
                <c:pt idx="3400">
                  <c:v>12-08-2013</c:v>
                </c:pt>
                <c:pt idx="3401">
                  <c:v>13-08-2013</c:v>
                </c:pt>
                <c:pt idx="3402">
                  <c:v>14-08-2013</c:v>
                </c:pt>
                <c:pt idx="3403">
                  <c:v>16-08-2013</c:v>
                </c:pt>
                <c:pt idx="3404">
                  <c:v>19-08-2013</c:v>
                </c:pt>
                <c:pt idx="3405">
                  <c:v>20-08-2013</c:v>
                </c:pt>
                <c:pt idx="3406">
                  <c:v>21-08-2013</c:v>
                </c:pt>
                <c:pt idx="3407">
                  <c:v>22-08-2013</c:v>
                </c:pt>
                <c:pt idx="3408">
                  <c:v>23-08-2013</c:v>
                </c:pt>
                <c:pt idx="3409">
                  <c:v>26-08-2013</c:v>
                </c:pt>
                <c:pt idx="3410">
                  <c:v>27-08-2013</c:v>
                </c:pt>
                <c:pt idx="3411">
                  <c:v>28-08-2013</c:v>
                </c:pt>
                <c:pt idx="3412">
                  <c:v>29-08-2013</c:v>
                </c:pt>
                <c:pt idx="3413">
                  <c:v>30-08-2013</c:v>
                </c:pt>
                <c:pt idx="3414">
                  <c:v>02-09-2013</c:v>
                </c:pt>
                <c:pt idx="3415">
                  <c:v>03-09-2013</c:v>
                </c:pt>
                <c:pt idx="3416">
                  <c:v>04-09-2013</c:v>
                </c:pt>
                <c:pt idx="3417">
                  <c:v>05-09-2013</c:v>
                </c:pt>
                <c:pt idx="3418">
                  <c:v>06-09-2013</c:v>
                </c:pt>
                <c:pt idx="3419">
                  <c:v>10-09-2013</c:v>
                </c:pt>
                <c:pt idx="3420">
                  <c:v>11-09-2013</c:v>
                </c:pt>
                <c:pt idx="3421">
                  <c:v>12-09-2013</c:v>
                </c:pt>
                <c:pt idx="3422">
                  <c:v>13-09-2013</c:v>
                </c:pt>
                <c:pt idx="3423">
                  <c:v>16-09-2013</c:v>
                </c:pt>
                <c:pt idx="3424">
                  <c:v>17-09-2013</c:v>
                </c:pt>
                <c:pt idx="3425">
                  <c:v>18-09-2013</c:v>
                </c:pt>
                <c:pt idx="3426">
                  <c:v>19-09-2013</c:v>
                </c:pt>
                <c:pt idx="3427">
                  <c:v>20-09-2013</c:v>
                </c:pt>
                <c:pt idx="3428">
                  <c:v>23-09-2013</c:v>
                </c:pt>
                <c:pt idx="3429">
                  <c:v>24-09-2013</c:v>
                </c:pt>
                <c:pt idx="3430">
                  <c:v>25-09-2013</c:v>
                </c:pt>
                <c:pt idx="3431">
                  <c:v>26-09-2013</c:v>
                </c:pt>
                <c:pt idx="3432">
                  <c:v>27-09-2013</c:v>
                </c:pt>
                <c:pt idx="3433">
                  <c:v>30-09-2013</c:v>
                </c:pt>
                <c:pt idx="3434">
                  <c:v>01-10-2013</c:v>
                </c:pt>
                <c:pt idx="3435">
                  <c:v>03-10-2013</c:v>
                </c:pt>
                <c:pt idx="3436">
                  <c:v>04-10-2013</c:v>
                </c:pt>
                <c:pt idx="3437">
                  <c:v>07-10-2013</c:v>
                </c:pt>
                <c:pt idx="3438">
                  <c:v>08-10-2013</c:v>
                </c:pt>
                <c:pt idx="3439">
                  <c:v>09-10-2013</c:v>
                </c:pt>
                <c:pt idx="3440">
                  <c:v>10-10-2013</c:v>
                </c:pt>
                <c:pt idx="3441">
                  <c:v>11-10-2013</c:v>
                </c:pt>
                <c:pt idx="3442">
                  <c:v>14-10-2013</c:v>
                </c:pt>
                <c:pt idx="3443">
                  <c:v>15-10-2013</c:v>
                </c:pt>
                <c:pt idx="3444">
                  <c:v>17-10-2013</c:v>
                </c:pt>
                <c:pt idx="3445">
                  <c:v>18-10-2013</c:v>
                </c:pt>
                <c:pt idx="3446">
                  <c:v>21-10-2013</c:v>
                </c:pt>
                <c:pt idx="3447">
                  <c:v>22-10-2013</c:v>
                </c:pt>
                <c:pt idx="3448">
                  <c:v>23-10-2013</c:v>
                </c:pt>
                <c:pt idx="3449">
                  <c:v>24-10-2013</c:v>
                </c:pt>
                <c:pt idx="3450">
                  <c:v>25-10-2013</c:v>
                </c:pt>
                <c:pt idx="3451">
                  <c:v>28-10-2013</c:v>
                </c:pt>
                <c:pt idx="3452">
                  <c:v>29-10-2013</c:v>
                </c:pt>
                <c:pt idx="3453">
                  <c:v>30-10-2013</c:v>
                </c:pt>
                <c:pt idx="3454">
                  <c:v>31-10-2013</c:v>
                </c:pt>
                <c:pt idx="3455">
                  <c:v>01-11-2013</c:v>
                </c:pt>
                <c:pt idx="3456">
                  <c:v>03-11-2013</c:v>
                </c:pt>
                <c:pt idx="3457">
                  <c:v>05-11-2013</c:v>
                </c:pt>
                <c:pt idx="3458">
                  <c:v>06-11-2013</c:v>
                </c:pt>
                <c:pt idx="3459">
                  <c:v>07-11-2013</c:v>
                </c:pt>
                <c:pt idx="3460">
                  <c:v>08-11-2013</c:v>
                </c:pt>
                <c:pt idx="3461">
                  <c:v>11-11-2013</c:v>
                </c:pt>
                <c:pt idx="3462">
                  <c:v>12-11-2013</c:v>
                </c:pt>
                <c:pt idx="3463">
                  <c:v>13-11-2013</c:v>
                </c:pt>
                <c:pt idx="3464">
                  <c:v>14-11-2013</c:v>
                </c:pt>
                <c:pt idx="3465">
                  <c:v>18-11-2013</c:v>
                </c:pt>
                <c:pt idx="3466">
                  <c:v>19-11-2013</c:v>
                </c:pt>
                <c:pt idx="3467">
                  <c:v>20-11-2013</c:v>
                </c:pt>
                <c:pt idx="3468">
                  <c:v>21-11-2013</c:v>
                </c:pt>
                <c:pt idx="3469">
                  <c:v>22-11-2013</c:v>
                </c:pt>
                <c:pt idx="3470">
                  <c:v>25-11-2013</c:v>
                </c:pt>
                <c:pt idx="3471">
                  <c:v>26-11-2013</c:v>
                </c:pt>
                <c:pt idx="3472">
                  <c:v>27-11-2013</c:v>
                </c:pt>
                <c:pt idx="3473">
                  <c:v>28-11-2013</c:v>
                </c:pt>
                <c:pt idx="3474">
                  <c:v>29-11-2013</c:v>
                </c:pt>
                <c:pt idx="3475">
                  <c:v>02-12-2013</c:v>
                </c:pt>
                <c:pt idx="3476">
                  <c:v>03-12-2013</c:v>
                </c:pt>
                <c:pt idx="3477">
                  <c:v>04-12-2013</c:v>
                </c:pt>
                <c:pt idx="3478">
                  <c:v>05-12-2013</c:v>
                </c:pt>
                <c:pt idx="3479">
                  <c:v>06-12-2013</c:v>
                </c:pt>
                <c:pt idx="3480">
                  <c:v>09-12-2013</c:v>
                </c:pt>
                <c:pt idx="3481">
                  <c:v>10-12-2013</c:v>
                </c:pt>
                <c:pt idx="3482">
                  <c:v>11-12-2013</c:v>
                </c:pt>
                <c:pt idx="3483">
                  <c:v>12-12-2013</c:v>
                </c:pt>
                <c:pt idx="3484">
                  <c:v>13-12-2013</c:v>
                </c:pt>
                <c:pt idx="3485">
                  <c:v>16-12-2013</c:v>
                </c:pt>
                <c:pt idx="3486">
                  <c:v>17-12-2013</c:v>
                </c:pt>
                <c:pt idx="3487">
                  <c:v>18-12-2013</c:v>
                </c:pt>
                <c:pt idx="3488">
                  <c:v>19-12-2013</c:v>
                </c:pt>
                <c:pt idx="3489">
                  <c:v>20-12-2013</c:v>
                </c:pt>
                <c:pt idx="3490">
                  <c:v>23-12-2013</c:v>
                </c:pt>
                <c:pt idx="3491">
                  <c:v>24-12-2013</c:v>
                </c:pt>
                <c:pt idx="3492">
                  <c:v>26-12-2013</c:v>
                </c:pt>
                <c:pt idx="3493">
                  <c:v>27-12-2013</c:v>
                </c:pt>
                <c:pt idx="3494">
                  <c:v>30-12-2013</c:v>
                </c:pt>
                <c:pt idx="3495">
                  <c:v>31-12-2013</c:v>
                </c:pt>
                <c:pt idx="3496">
                  <c:v>01-01-2014</c:v>
                </c:pt>
                <c:pt idx="3497">
                  <c:v>02-01-2014</c:v>
                </c:pt>
                <c:pt idx="3498">
                  <c:v>03-01-2014</c:v>
                </c:pt>
                <c:pt idx="3499">
                  <c:v>06-01-2014</c:v>
                </c:pt>
                <c:pt idx="3500">
                  <c:v>07-01-2014</c:v>
                </c:pt>
                <c:pt idx="3501">
                  <c:v>08-01-2014</c:v>
                </c:pt>
                <c:pt idx="3502">
                  <c:v>09-01-2014</c:v>
                </c:pt>
                <c:pt idx="3503">
                  <c:v>10-01-2014</c:v>
                </c:pt>
                <c:pt idx="3504">
                  <c:v>13-01-2014</c:v>
                </c:pt>
                <c:pt idx="3505">
                  <c:v>14-01-2014</c:v>
                </c:pt>
                <c:pt idx="3506">
                  <c:v>15-01-2014</c:v>
                </c:pt>
                <c:pt idx="3507">
                  <c:v>16-01-2014</c:v>
                </c:pt>
                <c:pt idx="3508">
                  <c:v>17-01-2014</c:v>
                </c:pt>
                <c:pt idx="3509">
                  <c:v>20-01-2014</c:v>
                </c:pt>
                <c:pt idx="3510">
                  <c:v>21-01-2014</c:v>
                </c:pt>
                <c:pt idx="3511">
                  <c:v>22-01-2014</c:v>
                </c:pt>
                <c:pt idx="3512">
                  <c:v>23-01-2014</c:v>
                </c:pt>
                <c:pt idx="3513">
                  <c:v>24-01-2014</c:v>
                </c:pt>
                <c:pt idx="3514">
                  <c:v>27-01-2014</c:v>
                </c:pt>
                <c:pt idx="3515">
                  <c:v>28-01-2014</c:v>
                </c:pt>
                <c:pt idx="3516">
                  <c:v>29-01-2014</c:v>
                </c:pt>
                <c:pt idx="3517">
                  <c:v>30-01-2014</c:v>
                </c:pt>
                <c:pt idx="3518">
                  <c:v>31-01-2014</c:v>
                </c:pt>
                <c:pt idx="3519">
                  <c:v>03-02-2014</c:v>
                </c:pt>
                <c:pt idx="3520">
                  <c:v>04-02-2014</c:v>
                </c:pt>
                <c:pt idx="3521">
                  <c:v>05-02-2014</c:v>
                </c:pt>
                <c:pt idx="3522">
                  <c:v>06-02-2014</c:v>
                </c:pt>
                <c:pt idx="3523">
                  <c:v>07-02-2014</c:v>
                </c:pt>
                <c:pt idx="3524">
                  <c:v>10-02-2014</c:v>
                </c:pt>
                <c:pt idx="3525">
                  <c:v>11-02-2014</c:v>
                </c:pt>
                <c:pt idx="3526">
                  <c:v>12-02-2014</c:v>
                </c:pt>
                <c:pt idx="3527">
                  <c:v>13-02-2014</c:v>
                </c:pt>
                <c:pt idx="3528">
                  <c:v>14-02-2014</c:v>
                </c:pt>
                <c:pt idx="3529">
                  <c:v>17-02-2014</c:v>
                </c:pt>
                <c:pt idx="3530">
                  <c:v>18-02-2014</c:v>
                </c:pt>
                <c:pt idx="3531">
                  <c:v>19-02-2014</c:v>
                </c:pt>
                <c:pt idx="3532">
                  <c:v>20-02-2014</c:v>
                </c:pt>
                <c:pt idx="3533">
                  <c:v>21-02-2014</c:v>
                </c:pt>
                <c:pt idx="3534">
                  <c:v>24-02-2014</c:v>
                </c:pt>
                <c:pt idx="3535">
                  <c:v>25-02-2014</c:v>
                </c:pt>
                <c:pt idx="3536">
                  <c:v>26-02-2014</c:v>
                </c:pt>
                <c:pt idx="3537">
                  <c:v>28-02-2014</c:v>
                </c:pt>
                <c:pt idx="3538">
                  <c:v>03-03-2014</c:v>
                </c:pt>
                <c:pt idx="3539">
                  <c:v>04-03-2014</c:v>
                </c:pt>
                <c:pt idx="3540">
                  <c:v>05-03-2014</c:v>
                </c:pt>
                <c:pt idx="3541">
                  <c:v>06-03-2014</c:v>
                </c:pt>
                <c:pt idx="3542">
                  <c:v>07-03-2014</c:v>
                </c:pt>
                <c:pt idx="3543">
                  <c:v>10-03-2014</c:v>
                </c:pt>
                <c:pt idx="3544">
                  <c:v>11-03-2014</c:v>
                </c:pt>
                <c:pt idx="3545">
                  <c:v>12-03-2014</c:v>
                </c:pt>
                <c:pt idx="3546">
                  <c:v>13-03-2014</c:v>
                </c:pt>
                <c:pt idx="3547">
                  <c:v>14-03-2014</c:v>
                </c:pt>
                <c:pt idx="3548">
                  <c:v>18-03-2014</c:v>
                </c:pt>
                <c:pt idx="3549">
                  <c:v>19-03-2014</c:v>
                </c:pt>
                <c:pt idx="3550">
                  <c:v>20-03-2014</c:v>
                </c:pt>
                <c:pt idx="3551">
                  <c:v>21-03-2014</c:v>
                </c:pt>
                <c:pt idx="3552">
                  <c:v>22-03-2014</c:v>
                </c:pt>
                <c:pt idx="3553">
                  <c:v>24-03-2014</c:v>
                </c:pt>
                <c:pt idx="3554">
                  <c:v>25-03-2014</c:v>
                </c:pt>
                <c:pt idx="3555">
                  <c:v>26-03-2014</c:v>
                </c:pt>
                <c:pt idx="3556">
                  <c:v>27-03-2014</c:v>
                </c:pt>
                <c:pt idx="3557">
                  <c:v>28-03-2014</c:v>
                </c:pt>
                <c:pt idx="3558">
                  <c:v>31-03-2014</c:v>
                </c:pt>
                <c:pt idx="3559">
                  <c:v>01-04-2014</c:v>
                </c:pt>
                <c:pt idx="3560">
                  <c:v>02-04-2014</c:v>
                </c:pt>
                <c:pt idx="3561">
                  <c:v>03-04-2014</c:v>
                </c:pt>
                <c:pt idx="3562">
                  <c:v>04-04-2014</c:v>
                </c:pt>
                <c:pt idx="3563">
                  <c:v>07-04-2014</c:v>
                </c:pt>
                <c:pt idx="3564">
                  <c:v>09-04-2014</c:v>
                </c:pt>
                <c:pt idx="3565">
                  <c:v>10-04-2014</c:v>
                </c:pt>
                <c:pt idx="3566">
                  <c:v>11-04-2014</c:v>
                </c:pt>
                <c:pt idx="3567">
                  <c:v>15-04-2014</c:v>
                </c:pt>
                <c:pt idx="3568">
                  <c:v>16-04-2014</c:v>
                </c:pt>
                <c:pt idx="3569">
                  <c:v>17-04-2014</c:v>
                </c:pt>
                <c:pt idx="3570">
                  <c:v>21-04-2014</c:v>
                </c:pt>
                <c:pt idx="3571">
                  <c:v>22-04-2014</c:v>
                </c:pt>
                <c:pt idx="3572">
                  <c:v>23-04-2014</c:v>
                </c:pt>
                <c:pt idx="3573">
                  <c:v>25-04-2014</c:v>
                </c:pt>
                <c:pt idx="3574">
                  <c:v>28-04-2014</c:v>
                </c:pt>
                <c:pt idx="3575">
                  <c:v>29-04-2014</c:v>
                </c:pt>
                <c:pt idx="3576">
                  <c:v>30-04-2014</c:v>
                </c:pt>
                <c:pt idx="3577">
                  <c:v>02-05-2014</c:v>
                </c:pt>
                <c:pt idx="3578">
                  <c:v>05-05-2014</c:v>
                </c:pt>
                <c:pt idx="3579">
                  <c:v>06-05-2014</c:v>
                </c:pt>
                <c:pt idx="3580">
                  <c:v>07-05-2014</c:v>
                </c:pt>
                <c:pt idx="3581">
                  <c:v>08-05-2014</c:v>
                </c:pt>
                <c:pt idx="3582">
                  <c:v>09-05-2014</c:v>
                </c:pt>
                <c:pt idx="3583">
                  <c:v>12-05-2014</c:v>
                </c:pt>
                <c:pt idx="3584">
                  <c:v>13-05-2014</c:v>
                </c:pt>
                <c:pt idx="3585">
                  <c:v>14-05-2014</c:v>
                </c:pt>
                <c:pt idx="3586">
                  <c:v>15-05-2014</c:v>
                </c:pt>
                <c:pt idx="3587">
                  <c:v>16-05-2014</c:v>
                </c:pt>
                <c:pt idx="3588">
                  <c:v>19-05-2014</c:v>
                </c:pt>
                <c:pt idx="3589">
                  <c:v>20-05-2014</c:v>
                </c:pt>
                <c:pt idx="3590">
                  <c:v>21-05-2014</c:v>
                </c:pt>
                <c:pt idx="3591">
                  <c:v>22-05-2014</c:v>
                </c:pt>
                <c:pt idx="3592">
                  <c:v>23-05-2014</c:v>
                </c:pt>
                <c:pt idx="3593">
                  <c:v>26-05-2014</c:v>
                </c:pt>
                <c:pt idx="3594">
                  <c:v>27-05-2014</c:v>
                </c:pt>
                <c:pt idx="3595">
                  <c:v>28-05-2014</c:v>
                </c:pt>
                <c:pt idx="3596">
                  <c:v>29-05-2014</c:v>
                </c:pt>
                <c:pt idx="3597">
                  <c:v>30-05-2014</c:v>
                </c:pt>
                <c:pt idx="3598">
                  <c:v>02-06-2014</c:v>
                </c:pt>
                <c:pt idx="3599">
                  <c:v>03-06-2014</c:v>
                </c:pt>
                <c:pt idx="3600">
                  <c:v>04-06-2014</c:v>
                </c:pt>
                <c:pt idx="3601">
                  <c:v>05-06-2014</c:v>
                </c:pt>
                <c:pt idx="3602">
                  <c:v>06-06-2014</c:v>
                </c:pt>
                <c:pt idx="3603">
                  <c:v>09-06-2014</c:v>
                </c:pt>
                <c:pt idx="3604">
                  <c:v>10-06-2014</c:v>
                </c:pt>
                <c:pt idx="3605">
                  <c:v>11-06-2014</c:v>
                </c:pt>
                <c:pt idx="3606">
                  <c:v>12-06-2014</c:v>
                </c:pt>
                <c:pt idx="3607">
                  <c:v>13-06-2014</c:v>
                </c:pt>
                <c:pt idx="3608">
                  <c:v>16-06-2014</c:v>
                </c:pt>
                <c:pt idx="3609">
                  <c:v>17-06-2014</c:v>
                </c:pt>
                <c:pt idx="3610">
                  <c:v>18-06-2014</c:v>
                </c:pt>
                <c:pt idx="3611">
                  <c:v>19-06-2014</c:v>
                </c:pt>
                <c:pt idx="3612">
                  <c:v>20-06-2014</c:v>
                </c:pt>
                <c:pt idx="3613">
                  <c:v>23-06-2014</c:v>
                </c:pt>
                <c:pt idx="3614">
                  <c:v>24-06-2014</c:v>
                </c:pt>
                <c:pt idx="3615">
                  <c:v>25-06-2014</c:v>
                </c:pt>
                <c:pt idx="3616">
                  <c:v>26-06-2014</c:v>
                </c:pt>
                <c:pt idx="3617">
                  <c:v>27-06-2014</c:v>
                </c:pt>
                <c:pt idx="3618">
                  <c:v>30-06-2014</c:v>
                </c:pt>
                <c:pt idx="3619">
                  <c:v>01-07-2014</c:v>
                </c:pt>
                <c:pt idx="3620">
                  <c:v>02-07-2014</c:v>
                </c:pt>
                <c:pt idx="3621">
                  <c:v>03-07-2014</c:v>
                </c:pt>
                <c:pt idx="3622">
                  <c:v>04-07-2014</c:v>
                </c:pt>
                <c:pt idx="3623">
                  <c:v>07-07-2014</c:v>
                </c:pt>
                <c:pt idx="3624">
                  <c:v>08-07-2014</c:v>
                </c:pt>
                <c:pt idx="3625">
                  <c:v>09-07-2014</c:v>
                </c:pt>
                <c:pt idx="3626">
                  <c:v>10-07-2014</c:v>
                </c:pt>
                <c:pt idx="3627">
                  <c:v>11-07-2014</c:v>
                </c:pt>
                <c:pt idx="3628">
                  <c:v>14-07-2014</c:v>
                </c:pt>
                <c:pt idx="3629">
                  <c:v>15-07-2014</c:v>
                </c:pt>
                <c:pt idx="3630">
                  <c:v>16-07-2014</c:v>
                </c:pt>
                <c:pt idx="3631">
                  <c:v>17-07-2014</c:v>
                </c:pt>
                <c:pt idx="3632">
                  <c:v>18-07-2014</c:v>
                </c:pt>
                <c:pt idx="3633">
                  <c:v>21-07-2014</c:v>
                </c:pt>
                <c:pt idx="3634">
                  <c:v>22-07-2014</c:v>
                </c:pt>
                <c:pt idx="3635">
                  <c:v>23-07-2014</c:v>
                </c:pt>
                <c:pt idx="3636">
                  <c:v>24-07-2014</c:v>
                </c:pt>
                <c:pt idx="3637">
                  <c:v>25-07-2014</c:v>
                </c:pt>
                <c:pt idx="3638">
                  <c:v>28-07-2014</c:v>
                </c:pt>
                <c:pt idx="3639">
                  <c:v>30-07-2014</c:v>
                </c:pt>
                <c:pt idx="3640">
                  <c:v>31-07-2014</c:v>
                </c:pt>
                <c:pt idx="3641">
                  <c:v>01-08-2014</c:v>
                </c:pt>
                <c:pt idx="3642">
                  <c:v>04-08-2014</c:v>
                </c:pt>
                <c:pt idx="3643">
                  <c:v>05-08-2014</c:v>
                </c:pt>
                <c:pt idx="3644">
                  <c:v>06-08-2014</c:v>
                </c:pt>
                <c:pt idx="3645">
                  <c:v>07-08-2014</c:v>
                </c:pt>
                <c:pt idx="3646">
                  <c:v>08-08-2014</c:v>
                </c:pt>
                <c:pt idx="3647">
                  <c:v>11-08-2014</c:v>
                </c:pt>
                <c:pt idx="3648">
                  <c:v>12-08-2014</c:v>
                </c:pt>
                <c:pt idx="3649">
                  <c:v>13-08-2014</c:v>
                </c:pt>
                <c:pt idx="3650">
                  <c:v>14-08-2014</c:v>
                </c:pt>
                <c:pt idx="3651">
                  <c:v>18-08-2014</c:v>
                </c:pt>
                <c:pt idx="3652">
                  <c:v>19-08-2014</c:v>
                </c:pt>
                <c:pt idx="3653">
                  <c:v>20-08-2014</c:v>
                </c:pt>
                <c:pt idx="3654">
                  <c:v>21-08-2014</c:v>
                </c:pt>
                <c:pt idx="3655">
                  <c:v>22-08-2014</c:v>
                </c:pt>
                <c:pt idx="3656">
                  <c:v>25-08-2014</c:v>
                </c:pt>
                <c:pt idx="3657">
                  <c:v>26-08-2014</c:v>
                </c:pt>
                <c:pt idx="3658">
                  <c:v>27-08-2014</c:v>
                </c:pt>
                <c:pt idx="3659">
                  <c:v>28-08-2014</c:v>
                </c:pt>
                <c:pt idx="3660">
                  <c:v>01-09-2014</c:v>
                </c:pt>
                <c:pt idx="3661">
                  <c:v>02-09-2014</c:v>
                </c:pt>
                <c:pt idx="3662">
                  <c:v>03-09-2014</c:v>
                </c:pt>
                <c:pt idx="3663">
                  <c:v>04-09-2014</c:v>
                </c:pt>
                <c:pt idx="3664">
                  <c:v>05-09-2014</c:v>
                </c:pt>
                <c:pt idx="3665">
                  <c:v>08-09-2014</c:v>
                </c:pt>
                <c:pt idx="3666">
                  <c:v>09-09-2014</c:v>
                </c:pt>
                <c:pt idx="3667">
                  <c:v>10-09-2014</c:v>
                </c:pt>
                <c:pt idx="3668">
                  <c:v>11-09-2014</c:v>
                </c:pt>
                <c:pt idx="3669">
                  <c:v>12-09-2014</c:v>
                </c:pt>
                <c:pt idx="3670">
                  <c:v>15-09-2014</c:v>
                </c:pt>
                <c:pt idx="3671">
                  <c:v>16-09-2014</c:v>
                </c:pt>
                <c:pt idx="3672">
                  <c:v>17-09-2014</c:v>
                </c:pt>
                <c:pt idx="3673">
                  <c:v>18-09-2014</c:v>
                </c:pt>
                <c:pt idx="3674">
                  <c:v>19-09-2014</c:v>
                </c:pt>
                <c:pt idx="3675">
                  <c:v>22-09-2014</c:v>
                </c:pt>
                <c:pt idx="3676">
                  <c:v>23-09-2014</c:v>
                </c:pt>
                <c:pt idx="3677">
                  <c:v>24-09-2014</c:v>
                </c:pt>
                <c:pt idx="3678">
                  <c:v>25-09-2014</c:v>
                </c:pt>
                <c:pt idx="3679">
                  <c:v>26-09-2014</c:v>
                </c:pt>
                <c:pt idx="3680">
                  <c:v>29-09-2014</c:v>
                </c:pt>
                <c:pt idx="3681">
                  <c:v>30-09-2014</c:v>
                </c:pt>
                <c:pt idx="3682">
                  <c:v>01-10-2014</c:v>
                </c:pt>
                <c:pt idx="3683">
                  <c:v>07-10-2014</c:v>
                </c:pt>
                <c:pt idx="3684">
                  <c:v>08-10-2014</c:v>
                </c:pt>
                <c:pt idx="3685">
                  <c:v>09-10-2014</c:v>
                </c:pt>
                <c:pt idx="3686">
                  <c:v>10-10-2014</c:v>
                </c:pt>
                <c:pt idx="3687">
                  <c:v>13-10-2014</c:v>
                </c:pt>
                <c:pt idx="3688">
                  <c:v>14-10-2014</c:v>
                </c:pt>
                <c:pt idx="3689">
                  <c:v>16-10-2014</c:v>
                </c:pt>
                <c:pt idx="3690">
                  <c:v>17-10-2014</c:v>
                </c:pt>
                <c:pt idx="3691">
                  <c:v>20-10-2014</c:v>
                </c:pt>
                <c:pt idx="3692">
                  <c:v>21-10-2014</c:v>
                </c:pt>
                <c:pt idx="3693">
                  <c:v>22-10-2014</c:v>
                </c:pt>
                <c:pt idx="3694">
                  <c:v>23-10-2014</c:v>
                </c:pt>
                <c:pt idx="3695">
                  <c:v>27-10-2014</c:v>
                </c:pt>
                <c:pt idx="3696">
                  <c:v>28-10-2014</c:v>
                </c:pt>
                <c:pt idx="3697">
                  <c:v>29-10-2014</c:v>
                </c:pt>
                <c:pt idx="3698">
                  <c:v>30-10-2014</c:v>
                </c:pt>
                <c:pt idx="3699">
                  <c:v>31-10-2014</c:v>
                </c:pt>
                <c:pt idx="3700">
                  <c:v>03-11-2014</c:v>
                </c:pt>
                <c:pt idx="3701">
                  <c:v>05-11-2014</c:v>
                </c:pt>
                <c:pt idx="3702">
                  <c:v>07-11-2014</c:v>
                </c:pt>
                <c:pt idx="3703">
                  <c:v>10-11-2014</c:v>
                </c:pt>
                <c:pt idx="3704">
                  <c:v>11-11-2014</c:v>
                </c:pt>
                <c:pt idx="3705">
                  <c:v>12-11-2014</c:v>
                </c:pt>
                <c:pt idx="3706">
                  <c:v>13-11-2014</c:v>
                </c:pt>
                <c:pt idx="3707">
                  <c:v>14-11-2014</c:v>
                </c:pt>
                <c:pt idx="3708">
                  <c:v>17-11-2014</c:v>
                </c:pt>
                <c:pt idx="3709">
                  <c:v>18-11-2014</c:v>
                </c:pt>
                <c:pt idx="3710">
                  <c:v>19-11-2014</c:v>
                </c:pt>
                <c:pt idx="3711">
                  <c:v>20-11-2014</c:v>
                </c:pt>
                <c:pt idx="3712">
                  <c:v>21-11-2014</c:v>
                </c:pt>
                <c:pt idx="3713">
                  <c:v>24-11-2014</c:v>
                </c:pt>
                <c:pt idx="3714">
                  <c:v>25-11-2014</c:v>
                </c:pt>
                <c:pt idx="3715">
                  <c:v>26-11-2014</c:v>
                </c:pt>
                <c:pt idx="3716">
                  <c:v>27-11-2014</c:v>
                </c:pt>
                <c:pt idx="3717">
                  <c:v>28-11-2014</c:v>
                </c:pt>
                <c:pt idx="3718">
                  <c:v>01-12-2014</c:v>
                </c:pt>
                <c:pt idx="3719">
                  <c:v>02-12-2014</c:v>
                </c:pt>
                <c:pt idx="3720">
                  <c:v>03-12-2014</c:v>
                </c:pt>
                <c:pt idx="3721">
                  <c:v>04-12-2014</c:v>
                </c:pt>
                <c:pt idx="3722">
                  <c:v>05-12-2014</c:v>
                </c:pt>
                <c:pt idx="3723">
                  <c:v>08-12-2014</c:v>
                </c:pt>
                <c:pt idx="3724">
                  <c:v>09-12-2014</c:v>
                </c:pt>
                <c:pt idx="3725">
                  <c:v>10-12-2014</c:v>
                </c:pt>
                <c:pt idx="3726">
                  <c:v>11-12-2014</c:v>
                </c:pt>
                <c:pt idx="3727">
                  <c:v>12-12-2014</c:v>
                </c:pt>
                <c:pt idx="3728">
                  <c:v>15-12-2014</c:v>
                </c:pt>
                <c:pt idx="3729">
                  <c:v>16-12-2014</c:v>
                </c:pt>
                <c:pt idx="3730">
                  <c:v>17-12-2014</c:v>
                </c:pt>
                <c:pt idx="3731">
                  <c:v>18-12-2014</c:v>
                </c:pt>
                <c:pt idx="3732">
                  <c:v>19-12-2014</c:v>
                </c:pt>
                <c:pt idx="3733">
                  <c:v>22-12-2014</c:v>
                </c:pt>
                <c:pt idx="3734">
                  <c:v>23-12-2014</c:v>
                </c:pt>
                <c:pt idx="3735">
                  <c:v>24-12-2014</c:v>
                </c:pt>
                <c:pt idx="3736">
                  <c:v>26-12-2014</c:v>
                </c:pt>
                <c:pt idx="3737">
                  <c:v>29-12-2014</c:v>
                </c:pt>
                <c:pt idx="3738">
                  <c:v>30-12-2014</c:v>
                </c:pt>
                <c:pt idx="3739">
                  <c:v>31-12-2014</c:v>
                </c:pt>
                <c:pt idx="3740">
                  <c:v>01-01-2015</c:v>
                </c:pt>
                <c:pt idx="3741">
                  <c:v>02-01-2015</c:v>
                </c:pt>
                <c:pt idx="3742">
                  <c:v>05-01-2015</c:v>
                </c:pt>
                <c:pt idx="3743">
                  <c:v>06-01-2015</c:v>
                </c:pt>
                <c:pt idx="3744">
                  <c:v>07-01-2015</c:v>
                </c:pt>
                <c:pt idx="3745">
                  <c:v>08-01-2015</c:v>
                </c:pt>
                <c:pt idx="3746">
                  <c:v>09-01-2015</c:v>
                </c:pt>
                <c:pt idx="3747">
                  <c:v>12-01-2015</c:v>
                </c:pt>
                <c:pt idx="3748">
                  <c:v>13-01-2015</c:v>
                </c:pt>
                <c:pt idx="3749">
                  <c:v>14-01-2015</c:v>
                </c:pt>
                <c:pt idx="3750">
                  <c:v>15-01-2015</c:v>
                </c:pt>
                <c:pt idx="3751">
                  <c:v>16-01-2015</c:v>
                </c:pt>
                <c:pt idx="3752">
                  <c:v>19-01-2015</c:v>
                </c:pt>
                <c:pt idx="3753">
                  <c:v>20-01-2015</c:v>
                </c:pt>
                <c:pt idx="3754">
                  <c:v>21-01-2015</c:v>
                </c:pt>
                <c:pt idx="3755">
                  <c:v>22-01-2015</c:v>
                </c:pt>
                <c:pt idx="3756">
                  <c:v>23-01-2015</c:v>
                </c:pt>
                <c:pt idx="3757">
                  <c:v>27-01-2015</c:v>
                </c:pt>
                <c:pt idx="3758">
                  <c:v>28-01-2015</c:v>
                </c:pt>
                <c:pt idx="3759">
                  <c:v>29-01-2015</c:v>
                </c:pt>
                <c:pt idx="3760">
                  <c:v>30-01-2015</c:v>
                </c:pt>
                <c:pt idx="3761">
                  <c:v>02-02-2015</c:v>
                </c:pt>
                <c:pt idx="3762">
                  <c:v>03-02-2015</c:v>
                </c:pt>
                <c:pt idx="3763">
                  <c:v>04-02-2015</c:v>
                </c:pt>
                <c:pt idx="3764">
                  <c:v>05-02-2015</c:v>
                </c:pt>
                <c:pt idx="3765">
                  <c:v>06-02-2015</c:v>
                </c:pt>
                <c:pt idx="3766">
                  <c:v>09-02-2015</c:v>
                </c:pt>
                <c:pt idx="3767">
                  <c:v>10-02-2015</c:v>
                </c:pt>
                <c:pt idx="3768">
                  <c:v>11-02-2015</c:v>
                </c:pt>
                <c:pt idx="3769">
                  <c:v>12-02-2015</c:v>
                </c:pt>
                <c:pt idx="3770">
                  <c:v>13-02-2015</c:v>
                </c:pt>
                <c:pt idx="3771">
                  <c:v>16-02-2015</c:v>
                </c:pt>
                <c:pt idx="3772">
                  <c:v>18-02-2015</c:v>
                </c:pt>
                <c:pt idx="3773">
                  <c:v>19-02-2015</c:v>
                </c:pt>
                <c:pt idx="3774">
                  <c:v>20-02-2015</c:v>
                </c:pt>
                <c:pt idx="3775">
                  <c:v>23-02-2015</c:v>
                </c:pt>
                <c:pt idx="3776">
                  <c:v>24-02-2015</c:v>
                </c:pt>
                <c:pt idx="3777">
                  <c:v>25-02-2015</c:v>
                </c:pt>
                <c:pt idx="3778">
                  <c:v>26-02-2015</c:v>
                </c:pt>
                <c:pt idx="3779">
                  <c:v>27-02-2015</c:v>
                </c:pt>
                <c:pt idx="3780">
                  <c:v>28-02-2015</c:v>
                </c:pt>
                <c:pt idx="3781">
                  <c:v>02-03-2015</c:v>
                </c:pt>
                <c:pt idx="3782">
                  <c:v>03-03-2015</c:v>
                </c:pt>
                <c:pt idx="3783">
                  <c:v>04-03-2015</c:v>
                </c:pt>
                <c:pt idx="3784">
                  <c:v>05-03-2015</c:v>
                </c:pt>
                <c:pt idx="3785">
                  <c:v>09-03-2015</c:v>
                </c:pt>
                <c:pt idx="3786">
                  <c:v>10-03-2015</c:v>
                </c:pt>
                <c:pt idx="3787">
                  <c:v>11-03-2015</c:v>
                </c:pt>
                <c:pt idx="3788">
                  <c:v>12-03-2015</c:v>
                </c:pt>
                <c:pt idx="3789">
                  <c:v>13-03-2015</c:v>
                </c:pt>
                <c:pt idx="3790">
                  <c:v>16-03-2015</c:v>
                </c:pt>
                <c:pt idx="3791">
                  <c:v>17-03-2015</c:v>
                </c:pt>
                <c:pt idx="3792">
                  <c:v>18-03-2015</c:v>
                </c:pt>
                <c:pt idx="3793">
                  <c:v>19-03-2015</c:v>
                </c:pt>
                <c:pt idx="3794">
                  <c:v>20-03-2015</c:v>
                </c:pt>
                <c:pt idx="3795">
                  <c:v>23-03-2015</c:v>
                </c:pt>
                <c:pt idx="3796">
                  <c:v>24-03-2015</c:v>
                </c:pt>
                <c:pt idx="3797">
                  <c:v>25-03-2015</c:v>
                </c:pt>
                <c:pt idx="3798">
                  <c:v>26-03-2015</c:v>
                </c:pt>
                <c:pt idx="3799">
                  <c:v>27-03-2015</c:v>
                </c:pt>
                <c:pt idx="3800">
                  <c:v>30-03-2015</c:v>
                </c:pt>
                <c:pt idx="3801">
                  <c:v>31-03-2015</c:v>
                </c:pt>
                <c:pt idx="3802">
                  <c:v>01-04-2015</c:v>
                </c:pt>
                <c:pt idx="3803">
                  <c:v>06-04-2015</c:v>
                </c:pt>
                <c:pt idx="3804">
                  <c:v>07-04-2015</c:v>
                </c:pt>
                <c:pt idx="3805">
                  <c:v>08-04-2015</c:v>
                </c:pt>
                <c:pt idx="3806">
                  <c:v>09-04-2015</c:v>
                </c:pt>
                <c:pt idx="3807">
                  <c:v>10-04-2015</c:v>
                </c:pt>
                <c:pt idx="3808">
                  <c:v>13-04-2015</c:v>
                </c:pt>
                <c:pt idx="3809">
                  <c:v>15-04-2015</c:v>
                </c:pt>
                <c:pt idx="3810">
                  <c:v>16-04-2015</c:v>
                </c:pt>
                <c:pt idx="3811">
                  <c:v>17-04-2015</c:v>
                </c:pt>
                <c:pt idx="3812">
                  <c:v>20-04-2015</c:v>
                </c:pt>
                <c:pt idx="3813">
                  <c:v>21-04-2015</c:v>
                </c:pt>
                <c:pt idx="3814">
                  <c:v>22-04-2015</c:v>
                </c:pt>
                <c:pt idx="3815">
                  <c:v>23-04-2015</c:v>
                </c:pt>
                <c:pt idx="3816">
                  <c:v>24-04-2015</c:v>
                </c:pt>
                <c:pt idx="3817">
                  <c:v>27-04-2015</c:v>
                </c:pt>
                <c:pt idx="3818">
                  <c:v>28-04-2015</c:v>
                </c:pt>
                <c:pt idx="3819">
                  <c:v>29-04-2015</c:v>
                </c:pt>
                <c:pt idx="3820">
                  <c:v>30-04-2015</c:v>
                </c:pt>
                <c:pt idx="3821">
                  <c:v>04-05-2015</c:v>
                </c:pt>
                <c:pt idx="3822">
                  <c:v>05-05-2015</c:v>
                </c:pt>
                <c:pt idx="3823">
                  <c:v>06-05-2015</c:v>
                </c:pt>
                <c:pt idx="3824">
                  <c:v>07-05-2015</c:v>
                </c:pt>
                <c:pt idx="3825">
                  <c:v>08-05-2015</c:v>
                </c:pt>
                <c:pt idx="3826">
                  <c:v>11-05-2015</c:v>
                </c:pt>
                <c:pt idx="3827">
                  <c:v>12-05-2015</c:v>
                </c:pt>
                <c:pt idx="3828">
                  <c:v>13-05-2015</c:v>
                </c:pt>
                <c:pt idx="3829">
                  <c:v>14-05-2015</c:v>
                </c:pt>
                <c:pt idx="3830">
                  <c:v>15-05-2015</c:v>
                </c:pt>
                <c:pt idx="3831">
                  <c:v>18-05-2015</c:v>
                </c:pt>
                <c:pt idx="3832">
                  <c:v>19-05-2015</c:v>
                </c:pt>
                <c:pt idx="3833">
                  <c:v>20-05-2015</c:v>
                </c:pt>
                <c:pt idx="3834">
                  <c:v>21-05-2015</c:v>
                </c:pt>
                <c:pt idx="3835">
                  <c:v>22-05-2015</c:v>
                </c:pt>
                <c:pt idx="3836">
                  <c:v>25-05-2015</c:v>
                </c:pt>
                <c:pt idx="3837">
                  <c:v>26-05-2015</c:v>
                </c:pt>
                <c:pt idx="3838">
                  <c:v>27-05-2015</c:v>
                </c:pt>
                <c:pt idx="3839">
                  <c:v>28-05-2015</c:v>
                </c:pt>
                <c:pt idx="3840">
                  <c:v>29-05-2015</c:v>
                </c:pt>
                <c:pt idx="3841">
                  <c:v>01-06-2015</c:v>
                </c:pt>
                <c:pt idx="3842">
                  <c:v>02-06-2015</c:v>
                </c:pt>
                <c:pt idx="3843">
                  <c:v>03-06-2015</c:v>
                </c:pt>
                <c:pt idx="3844">
                  <c:v>04-06-2015</c:v>
                </c:pt>
                <c:pt idx="3845">
                  <c:v>05-06-2015</c:v>
                </c:pt>
                <c:pt idx="3846">
                  <c:v>08-06-2015</c:v>
                </c:pt>
                <c:pt idx="3847">
                  <c:v>09-06-2015</c:v>
                </c:pt>
                <c:pt idx="3848">
                  <c:v>10-06-2015</c:v>
                </c:pt>
                <c:pt idx="3849">
                  <c:v>11-06-2015</c:v>
                </c:pt>
                <c:pt idx="3850">
                  <c:v>12-06-2015</c:v>
                </c:pt>
                <c:pt idx="3851">
                  <c:v>15-06-2015</c:v>
                </c:pt>
                <c:pt idx="3852">
                  <c:v>16-06-2015</c:v>
                </c:pt>
                <c:pt idx="3853">
                  <c:v>17-06-2015</c:v>
                </c:pt>
                <c:pt idx="3854">
                  <c:v>18-06-2015</c:v>
                </c:pt>
                <c:pt idx="3855">
                  <c:v>19-06-2015</c:v>
                </c:pt>
                <c:pt idx="3856">
                  <c:v>22-06-2015</c:v>
                </c:pt>
                <c:pt idx="3857">
                  <c:v>23-06-2015</c:v>
                </c:pt>
                <c:pt idx="3858">
                  <c:v>24-06-2015</c:v>
                </c:pt>
                <c:pt idx="3859">
                  <c:v>25-06-2015</c:v>
                </c:pt>
                <c:pt idx="3860">
                  <c:v>26-06-2015</c:v>
                </c:pt>
                <c:pt idx="3861">
                  <c:v>29-06-2015</c:v>
                </c:pt>
                <c:pt idx="3862">
                  <c:v>30-06-2015</c:v>
                </c:pt>
                <c:pt idx="3863">
                  <c:v>01-07-2015</c:v>
                </c:pt>
                <c:pt idx="3864">
                  <c:v>02-07-2015</c:v>
                </c:pt>
                <c:pt idx="3865">
                  <c:v>03-07-2015</c:v>
                </c:pt>
                <c:pt idx="3866">
                  <c:v>06-07-2015</c:v>
                </c:pt>
                <c:pt idx="3867">
                  <c:v>07-07-2015</c:v>
                </c:pt>
                <c:pt idx="3868">
                  <c:v>08-07-2015</c:v>
                </c:pt>
                <c:pt idx="3869">
                  <c:v>09-07-2015</c:v>
                </c:pt>
                <c:pt idx="3870">
                  <c:v>10-07-2015</c:v>
                </c:pt>
                <c:pt idx="3871">
                  <c:v>13-07-2015</c:v>
                </c:pt>
                <c:pt idx="3872">
                  <c:v>14-07-2015</c:v>
                </c:pt>
                <c:pt idx="3873">
                  <c:v>15-07-2015</c:v>
                </c:pt>
                <c:pt idx="3874">
                  <c:v>16-07-2015</c:v>
                </c:pt>
                <c:pt idx="3875">
                  <c:v>17-07-2015</c:v>
                </c:pt>
                <c:pt idx="3876">
                  <c:v>20-07-2015</c:v>
                </c:pt>
                <c:pt idx="3877">
                  <c:v>21-07-2015</c:v>
                </c:pt>
                <c:pt idx="3878">
                  <c:v>22-07-2015</c:v>
                </c:pt>
                <c:pt idx="3879">
                  <c:v>23-07-2015</c:v>
                </c:pt>
                <c:pt idx="3880">
                  <c:v>24-07-2015</c:v>
                </c:pt>
                <c:pt idx="3881">
                  <c:v>27-07-2015</c:v>
                </c:pt>
                <c:pt idx="3882">
                  <c:v>28-07-2015</c:v>
                </c:pt>
                <c:pt idx="3883">
                  <c:v>29-07-2015</c:v>
                </c:pt>
                <c:pt idx="3884">
                  <c:v>30-07-2015</c:v>
                </c:pt>
                <c:pt idx="3885">
                  <c:v>31-07-2015</c:v>
                </c:pt>
                <c:pt idx="3886">
                  <c:v>03-08-2015</c:v>
                </c:pt>
                <c:pt idx="3887">
                  <c:v>04-08-2015</c:v>
                </c:pt>
                <c:pt idx="3888">
                  <c:v>05-08-2015</c:v>
                </c:pt>
                <c:pt idx="3889">
                  <c:v>06-08-2015</c:v>
                </c:pt>
                <c:pt idx="3890">
                  <c:v>07-08-2015</c:v>
                </c:pt>
                <c:pt idx="3891">
                  <c:v>10-08-2015</c:v>
                </c:pt>
                <c:pt idx="3892">
                  <c:v>11-08-2015</c:v>
                </c:pt>
                <c:pt idx="3893">
                  <c:v>12-08-2015</c:v>
                </c:pt>
                <c:pt idx="3894">
                  <c:v>13-08-2015</c:v>
                </c:pt>
                <c:pt idx="3895">
                  <c:v>14-08-2015</c:v>
                </c:pt>
                <c:pt idx="3896">
                  <c:v>17-08-2015</c:v>
                </c:pt>
                <c:pt idx="3897">
                  <c:v>18-08-2015</c:v>
                </c:pt>
                <c:pt idx="3898">
                  <c:v>19-08-2015</c:v>
                </c:pt>
                <c:pt idx="3899">
                  <c:v>20-08-2015</c:v>
                </c:pt>
                <c:pt idx="3900">
                  <c:v>21-08-2015</c:v>
                </c:pt>
                <c:pt idx="3901">
                  <c:v>24-08-2015</c:v>
                </c:pt>
                <c:pt idx="3902">
                  <c:v>25-08-2015</c:v>
                </c:pt>
                <c:pt idx="3903">
                  <c:v>26-08-2015</c:v>
                </c:pt>
                <c:pt idx="3904">
                  <c:v>27-08-2015</c:v>
                </c:pt>
                <c:pt idx="3905">
                  <c:v>28-08-2015</c:v>
                </c:pt>
                <c:pt idx="3906">
                  <c:v>31-08-2015</c:v>
                </c:pt>
                <c:pt idx="3907">
                  <c:v>01-09-2015</c:v>
                </c:pt>
                <c:pt idx="3908">
                  <c:v>02-09-2015</c:v>
                </c:pt>
                <c:pt idx="3909">
                  <c:v>03-09-2015</c:v>
                </c:pt>
                <c:pt idx="3910">
                  <c:v>04-09-2015</c:v>
                </c:pt>
                <c:pt idx="3911">
                  <c:v>07-09-2015</c:v>
                </c:pt>
                <c:pt idx="3912">
                  <c:v>08-09-2015</c:v>
                </c:pt>
                <c:pt idx="3913">
                  <c:v>09-09-2015</c:v>
                </c:pt>
                <c:pt idx="3914">
                  <c:v>10-09-2015</c:v>
                </c:pt>
                <c:pt idx="3915">
                  <c:v>11-09-2015</c:v>
                </c:pt>
                <c:pt idx="3916">
                  <c:v>14-09-2015</c:v>
                </c:pt>
                <c:pt idx="3917">
                  <c:v>15-09-2015</c:v>
                </c:pt>
                <c:pt idx="3918">
                  <c:v>16-09-2015</c:v>
                </c:pt>
                <c:pt idx="3919">
                  <c:v>18-09-2015</c:v>
                </c:pt>
                <c:pt idx="3920">
                  <c:v>21-09-2015</c:v>
                </c:pt>
                <c:pt idx="3921">
                  <c:v>22-09-2015</c:v>
                </c:pt>
                <c:pt idx="3922">
                  <c:v>23-09-2015</c:v>
                </c:pt>
                <c:pt idx="3923">
                  <c:v>24-09-2015</c:v>
                </c:pt>
                <c:pt idx="3924">
                  <c:v>28-09-2015</c:v>
                </c:pt>
                <c:pt idx="3925">
                  <c:v>29-09-2015</c:v>
                </c:pt>
                <c:pt idx="3926">
                  <c:v>30-09-2015</c:v>
                </c:pt>
                <c:pt idx="3927">
                  <c:v>01-10-2015</c:v>
                </c:pt>
                <c:pt idx="3928">
                  <c:v>05-10-2015</c:v>
                </c:pt>
                <c:pt idx="3929">
                  <c:v>06-10-2015</c:v>
                </c:pt>
                <c:pt idx="3930">
                  <c:v>07-10-2015</c:v>
                </c:pt>
                <c:pt idx="3931">
                  <c:v>08-10-2015</c:v>
                </c:pt>
                <c:pt idx="3932">
                  <c:v>09-10-2015</c:v>
                </c:pt>
                <c:pt idx="3933">
                  <c:v>12-10-2015</c:v>
                </c:pt>
                <c:pt idx="3934">
                  <c:v>13-10-2015</c:v>
                </c:pt>
                <c:pt idx="3935">
                  <c:v>14-10-2015</c:v>
                </c:pt>
                <c:pt idx="3936">
                  <c:v>15-10-2015</c:v>
                </c:pt>
                <c:pt idx="3937">
                  <c:v>16-10-2015</c:v>
                </c:pt>
                <c:pt idx="3938">
                  <c:v>19-10-2015</c:v>
                </c:pt>
                <c:pt idx="3939">
                  <c:v>20-10-2015</c:v>
                </c:pt>
                <c:pt idx="3940">
                  <c:v>21-10-2015</c:v>
                </c:pt>
                <c:pt idx="3941">
                  <c:v>23-10-2015</c:v>
                </c:pt>
                <c:pt idx="3942">
                  <c:v>26-10-2015</c:v>
                </c:pt>
                <c:pt idx="3943">
                  <c:v>27-10-2015</c:v>
                </c:pt>
                <c:pt idx="3944">
                  <c:v>28-10-2015</c:v>
                </c:pt>
                <c:pt idx="3945">
                  <c:v>29-10-2015</c:v>
                </c:pt>
                <c:pt idx="3946">
                  <c:v>30-10-2015</c:v>
                </c:pt>
                <c:pt idx="3947">
                  <c:v>02-11-2015</c:v>
                </c:pt>
                <c:pt idx="3948">
                  <c:v>03-11-2015</c:v>
                </c:pt>
                <c:pt idx="3949">
                  <c:v>04-11-2015</c:v>
                </c:pt>
                <c:pt idx="3950">
                  <c:v>05-11-2015</c:v>
                </c:pt>
                <c:pt idx="3951">
                  <c:v>06-11-2015</c:v>
                </c:pt>
                <c:pt idx="3952">
                  <c:v>09-11-2015</c:v>
                </c:pt>
                <c:pt idx="3953">
                  <c:v>10-11-2015</c:v>
                </c:pt>
                <c:pt idx="3954">
                  <c:v>11-11-2015</c:v>
                </c:pt>
                <c:pt idx="3955">
                  <c:v>13-11-2015</c:v>
                </c:pt>
                <c:pt idx="3956">
                  <c:v>16-11-2015</c:v>
                </c:pt>
                <c:pt idx="3957">
                  <c:v>17-11-2015</c:v>
                </c:pt>
                <c:pt idx="3958">
                  <c:v>18-11-2015</c:v>
                </c:pt>
                <c:pt idx="3959">
                  <c:v>19-11-2015</c:v>
                </c:pt>
                <c:pt idx="3960">
                  <c:v>20-11-2015</c:v>
                </c:pt>
                <c:pt idx="3961">
                  <c:v>23-11-2015</c:v>
                </c:pt>
                <c:pt idx="3962">
                  <c:v>24-11-2015</c:v>
                </c:pt>
                <c:pt idx="3963">
                  <c:v>26-11-2015</c:v>
                </c:pt>
                <c:pt idx="3964">
                  <c:v>27-11-2015</c:v>
                </c:pt>
                <c:pt idx="3965">
                  <c:v>30-11-2015</c:v>
                </c:pt>
                <c:pt idx="3966">
                  <c:v>01-12-2015</c:v>
                </c:pt>
                <c:pt idx="3967">
                  <c:v>02-12-2015</c:v>
                </c:pt>
                <c:pt idx="3968">
                  <c:v>03-12-2015</c:v>
                </c:pt>
                <c:pt idx="3969">
                  <c:v>04-12-2015</c:v>
                </c:pt>
                <c:pt idx="3970">
                  <c:v>07-12-2015</c:v>
                </c:pt>
                <c:pt idx="3971">
                  <c:v>08-12-2015</c:v>
                </c:pt>
                <c:pt idx="3972">
                  <c:v>09-12-2015</c:v>
                </c:pt>
                <c:pt idx="3973">
                  <c:v>10-12-2015</c:v>
                </c:pt>
                <c:pt idx="3974">
                  <c:v>11-12-2015</c:v>
                </c:pt>
                <c:pt idx="3975">
                  <c:v>14-12-2015</c:v>
                </c:pt>
                <c:pt idx="3976">
                  <c:v>15-12-2015</c:v>
                </c:pt>
                <c:pt idx="3977">
                  <c:v>16-12-2015</c:v>
                </c:pt>
                <c:pt idx="3978">
                  <c:v>17-12-2015</c:v>
                </c:pt>
                <c:pt idx="3979">
                  <c:v>18-12-2015</c:v>
                </c:pt>
                <c:pt idx="3980">
                  <c:v>21-12-2015</c:v>
                </c:pt>
                <c:pt idx="3981">
                  <c:v>22-12-2015</c:v>
                </c:pt>
                <c:pt idx="3982">
                  <c:v>23-12-2015</c:v>
                </c:pt>
                <c:pt idx="3983">
                  <c:v>24-12-2015</c:v>
                </c:pt>
                <c:pt idx="3984">
                  <c:v>28-12-2015</c:v>
                </c:pt>
                <c:pt idx="3985">
                  <c:v>29-12-2015</c:v>
                </c:pt>
                <c:pt idx="3986">
                  <c:v>30-12-2015</c:v>
                </c:pt>
                <c:pt idx="3987">
                  <c:v>31-12-2015</c:v>
                </c:pt>
                <c:pt idx="3988">
                  <c:v>01-01-2016</c:v>
                </c:pt>
                <c:pt idx="3989">
                  <c:v>04-01-2016</c:v>
                </c:pt>
                <c:pt idx="3990">
                  <c:v>05-01-2016</c:v>
                </c:pt>
                <c:pt idx="3991">
                  <c:v>06-01-2016</c:v>
                </c:pt>
                <c:pt idx="3992">
                  <c:v>07-01-2016</c:v>
                </c:pt>
                <c:pt idx="3993">
                  <c:v>08-01-2016</c:v>
                </c:pt>
                <c:pt idx="3994">
                  <c:v>11-01-2016</c:v>
                </c:pt>
                <c:pt idx="3995">
                  <c:v>12-01-2016</c:v>
                </c:pt>
                <c:pt idx="3996">
                  <c:v>13-01-2016</c:v>
                </c:pt>
                <c:pt idx="3997">
                  <c:v>14-01-2016</c:v>
                </c:pt>
                <c:pt idx="3998">
                  <c:v>15-01-2016</c:v>
                </c:pt>
                <c:pt idx="3999">
                  <c:v>18-01-2016</c:v>
                </c:pt>
                <c:pt idx="4000">
                  <c:v>19-01-2016</c:v>
                </c:pt>
                <c:pt idx="4001">
                  <c:v>20-01-2016</c:v>
                </c:pt>
                <c:pt idx="4002">
                  <c:v>21-01-2016</c:v>
                </c:pt>
                <c:pt idx="4003">
                  <c:v>22-01-2016</c:v>
                </c:pt>
                <c:pt idx="4004">
                  <c:v>25-01-2016</c:v>
                </c:pt>
                <c:pt idx="4005">
                  <c:v>27-01-2016</c:v>
                </c:pt>
                <c:pt idx="4006">
                  <c:v>28-01-2016</c:v>
                </c:pt>
                <c:pt idx="4007">
                  <c:v>29-01-2016</c:v>
                </c:pt>
                <c:pt idx="4008">
                  <c:v>01-02-2016</c:v>
                </c:pt>
                <c:pt idx="4009">
                  <c:v>02-02-2016</c:v>
                </c:pt>
                <c:pt idx="4010">
                  <c:v>03-02-2016</c:v>
                </c:pt>
                <c:pt idx="4011">
                  <c:v>04-02-2016</c:v>
                </c:pt>
                <c:pt idx="4012">
                  <c:v>05-02-2016</c:v>
                </c:pt>
                <c:pt idx="4013">
                  <c:v>08-02-2016</c:v>
                </c:pt>
                <c:pt idx="4014">
                  <c:v>09-02-2016</c:v>
                </c:pt>
                <c:pt idx="4015">
                  <c:v>10-02-2016</c:v>
                </c:pt>
                <c:pt idx="4016">
                  <c:v>11-02-2016</c:v>
                </c:pt>
                <c:pt idx="4017">
                  <c:v>12-02-2016</c:v>
                </c:pt>
                <c:pt idx="4018">
                  <c:v>15-02-2016</c:v>
                </c:pt>
                <c:pt idx="4019">
                  <c:v>16-02-2016</c:v>
                </c:pt>
                <c:pt idx="4020">
                  <c:v>17-02-2016</c:v>
                </c:pt>
                <c:pt idx="4021">
                  <c:v>18-02-2016</c:v>
                </c:pt>
                <c:pt idx="4022">
                  <c:v>19-02-2016</c:v>
                </c:pt>
                <c:pt idx="4023">
                  <c:v>22-02-2016</c:v>
                </c:pt>
                <c:pt idx="4024">
                  <c:v>23-02-2016</c:v>
                </c:pt>
                <c:pt idx="4025">
                  <c:v>24-02-2016</c:v>
                </c:pt>
                <c:pt idx="4026">
                  <c:v>25-02-2016</c:v>
                </c:pt>
                <c:pt idx="4027">
                  <c:v>26-02-2016</c:v>
                </c:pt>
                <c:pt idx="4028">
                  <c:v>29-02-2016</c:v>
                </c:pt>
                <c:pt idx="4029">
                  <c:v>01-03-2016</c:v>
                </c:pt>
                <c:pt idx="4030">
                  <c:v>02-03-2016</c:v>
                </c:pt>
                <c:pt idx="4031">
                  <c:v>03-03-2016</c:v>
                </c:pt>
                <c:pt idx="4032">
                  <c:v>04-03-2016</c:v>
                </c:pt>
                <c:pt idx="4033">
                  <c:v>08-03-2016</c:v>
                </c:pt>
                <c:pt idx="4034">
                  <c:v>09-03-2016</c:v>
                </c:pt>
                <c:pt idx="4035">
                  <c:v>10-03-2016</c:v>
                </c:pt>
                <c:pt idx="4036">
                  <c:v>11-03-2016</c:v>
                </c:pt>
                <c:pt idx="4037">
                  <c:v>14-03-2016</c:v>
                </c:pt>
                <c:pt idx="4038">
                  <c:v>15-03-2016</c:v>
                </c:pt>
                <c:pt idx="4039">
                  <c:v>16-03-2016</c:v>
                </c:pt>
                <c:pt idx="4040">
                  <c:v>17-03-2016</c:v>
                </c:pt>
                <c:pt idx="4041">
                  <c:v>18-03-2016</c:v>
                </c:pt>
                <c:pt idx="4042">
                  <c:v>21-03-2016</c:v>
                </c:pt>
                <c:pt idx="4043">
                  <c:v>22-03-2016</c:v>
                </c:pt>
                <c:pt idx="4044">
                  <c:v>23-03-2016</c:v>
                </c:pt>
                <c:pt idx="4045">
                  <c:v>28-03-2016</c:v>
                </c:pt>
                <c:pt idx="4046">
                  <c:v>29-03-2016</c:v>
                </c:pt>
                <c:pt idx="4047">
                  <c:v>30-03-2016</c:v>
                </c:pt>
                <c:pt idx="4048">
                  <c:v>31-03-2016</c:v>
                </c:pt>
                <c:pt idx="4049">
                  <c:v>01-04-2016</c:v>
                </c:pt>
                <c:pt idx="4050">
                  <c:v>04-04-2016</c:v>
                </c:pt>
                <c:pt idx="4051">
                  <c:v>05-04-2016</c:v>
                </c:pt>
                <c:pt idx="4052">
                  <c:v>06-04-2016</c:v>
                </c:pt>
                <c:pt idx="4053">
                  <c:v>07-04-2016</c:v>
                </c:pt>
                <c:pt idx="4054">
                  <c:v>08-04-2016</c:v>
                </c:pt>
                <c:pt idx="4055">
                  <c:v>11-04-2016</c:v>
                </c:pt>
                <c:pt idx="4056">
                  <c:v>12-04-2016</c:v>
                </c:pt>
                <c:pt idx="4057">
                  <c:v>13-04-2016</c:v>
                </c:pt>
                <c:pt idx="4058">
                  <c:v>18-04-2016</c:v>
                </c:pt>
                <c:pt idx="4059">
                  <c:v>20-04-2016</c:v>
                </c:pt>
                <c:pt idx="4060">
                  <c:v>21-04-2016</c:v>
                </c:pt>
                <c:pt idx="4061">
                  <c:v>22-04-2016</c:v>
                </c:pt>
                <c:pt idx="4062">
                  <c:v>25-04-2016</c:v>
                </c:pt>
                <c:pt idx="4063">
                  <c:v>26-04-2016</c:v>
                </c:pt>
                <c:pt idx="4064">
                  <c:v>27-04-2016</c:v>
                </c:pt>
                <c:pt idx="4065">
                  <c:v>28-04-2016</c:v>
                </c:pt>
                <c:pt idx="4066">
                  <c:v>29-04-2016</c:v>
                </c:pt>
                <c:pt idx="4067">
                  <c:v>02-05-2016</c:v>
                </c:pt>
                <c:pt idx="4068">
                  <c:v>03-05-2016</c:v>
                </c:pt>
                <c:pt idx="4069">
                  <c:v>04-05-2016</c:v>
                </c:pt>
                <c:pt idx="4070">
                  <c:v>05-05-2016</c:v>
                </c:pt>
                <c:pt idx="4071">
                  <c:v>06-05-2016</c:v>
                </c:pt>
                <c:pt idx="4072">
                  <c:v>09-05-2016</c:v>
                </c:pt>
                <c:pt idx="4073">
                  <c:v>10-05-2016</c:v>
                </c:pt>
                <c:pt idx="4074">
                  <c:v>11-05-2016</c:v>
                </c:pt>
                <c:pt idx="4075">
                  <c:v>12-05-2016</c:v>
                </c:pt>
                <c:pt idx="4076">
                  <c:v>13-05-2016</c:v>
                </c:pt>
                <c:pt idx="4077">
                  <c:v>16-05-2016</c:v>
                </c:pt>
                <c:pt idx="4078">
                  <c:v>17-05-2016</c:v>
                </c:pt>
                <c:pt idx="4079">
                  <c:v>18-05-2016</c:v>
                </c:pt>
                <c:pt idx="4080">
                  <c:v>19-05-2016</c:v>
                </c:pt>
                <c:pt idx="4081">
                  <c:v>20-05-2016</c:v>
                </c:pt>
                <c:pt idx="4082">
                  <c:v>23-05-2016</c:v>
                </c:pt>
                <c:pt idx="4083">
                  <c:v>24-05-2016</c:v>
                </c:pt>
                <c:pt idx="4084">
                  <c:v>25-05-2016</c:v>
                </c:pt>
                <c:pt idx="4085">
                  <c:v>26-05-2016</c:v>
                </c:pt>
                <c:pt idx="4086">
                  <c:v>27-05-2016</c:v>
                </c:pt>
                <c:pt idx="4087">
                  <c:v>30-05-2016</c:v>
                </c:pt>
                <c:pt idx="4088">
                  <c:v>31-05-2016</c:v>
                </c:pt>
                <c:pt idx="4089">
                  <c:v>01-06-2016</c:v>
                </c:pt>
                <c:pt idx="4090">
                  <c:v>02-06-2016</c:v>
                </c:pt>
                <c:pt idx="4091">
                  <c:v>03-06-2016</c:v>
                </c:pt>
                <c:pt idx="4092">
                  <c:v>06-06-2016</c:v>
                </c:pt>
                <c:pt idx="4093">
                  <c:v>07-06-2016</c:v>
                </c:pt>
                <c:pt idx="4094">
                  <c:v>08-06-2016</c:v>
                </c:pt>
                <c:pt idx="4095">
                  <c:v>09-06-2016</c:v>
                </c:pt>
                <c:pt idx="4096">
                  <c:v>10-06-2016</c:v>
                </c:pt>
                <c:pt idx="4097">
                  <c:v>13-06-2016</c:v>
                </c:pt>
                <c:pt idx="4098">
                  <c:v>14-06-2016</c:v>
                </c:pt>
                <c:pt idx="4099">
                  <c:v>15-06-2016</c:v>
                </c:pt>
                <c:pt idx="4100">
                  <c:v>16-06-2016</c:v>
                </c:pt>
                <c:pt idx="4101">
                  <c:v>17-06-2016</c:v>
                </c:pt>
                <c:pt idx="4102">
                  <c:v>20-06-2016</c:v>
                </c:pt>
                <c:pt idx="4103">
                  <c:v>21-06-2016</c:v>
                </c:pt>
                <c:pt idx="4104">
                  <c:v>22-06-2016</c:v>
                </c:pt>
                <c:pt idx="4105">
                  <c:v>23-06-2016</c:v>
                </c:pt>
                <c:pt idx="4106">
                  <c:v>24-06-2016</c:v>
                </c:pt>
                <c:pt idx="4107">
                  <c:v>27-06-2016</c:v>
                </c:pt>
                <c:pt idx="4108">
                  <c:v>28-06-2016</c:v>
                </c:pt>
                <c:pt idx="4109">
                  <c:v>29-06-2016</c:v>
                </c:pt>
                <c:pt idx="4110">
                  <c:v>30-06-2016</c:v>
                </c:pt>
                <c:pt idx="4111">
                  <c:v>01-07-2016</c:v>
                </c:pt>
                <c:pt idx="4112">
                  <c:v>04-07-2016</c:v>
                </c:pt>
                <c:pt idx="4113">
                  <c:v>05-07-2016</c:v>
                </c:pt>
                <c:pt idx="4114">
                  <c:v>07-07-2016</c:v>
                </c:pt>
                <c:pt idx="4115">
                  <c:v>08-07-2016</c:v>
                </c:pt>
                <c:pt idx="4116">
                  <c:v>11-07-2016</c:v>
                </c:pt>
                <c:pt idx="4117">
                  <c:v>12-07-2016</c:v>
                </c:pt>
                <c:pt idx="4118">
                  <c:v>13-07-2016</c:v>
                </c:pt>
                <c:pt idx="4119">
                  <c:v>14-07-2016</c:v>
                </c:pt>
                <c:pt idx="4120">
                  <c:v>15-07-2016</c:v>
                </c:pt>
                <c:pt idx="4121">
                  <c:v>18-07-2016</c:v>
                </c:pt>
                <c:pt idx="4122">
                  <c:v>19-07-2016</c:v>
                </c:pt>
                <c:pt idx="4123">
                  <c:v>20-07-2016</c:v>
                </c:pt>
                <c:pt idx="4124">
                  <c:v>21-07-2016</c:v>
                </c:pt>
                <c:pt idx="4125">
                  <c:v>22-07-2016</c:v>
                </c:pt>
                <c:pt idx="4126">
                  <c:v>25-07-2016</c:v>
                </c:pt>
                <c:pt idx="4127">
                  <c:v>26-07-2016</c:v>
                </c:pt>
                <c:pt idx="4128">
                  <c:v>27-07-2016</c:v>
                </c:pt>
                <c:pt idx="4129">
                  <c:v>28-07-2016</c:v>
                </c:pt>
                <c:pt idx="4130">
                  <c:v>29-07-2016</c:v>
                </c:pt>
                <c:pt idx="4131">
                  <c:v>01-08-2016</c:v>
                </c:pt>
                <c:pt idx="4132">
                  <c:v>02-08-2016</c:v>
                </c:pt>
                <c:pt idx="4133">
                  <c:v>03-08-2016</c:v>
                </c:pt>
                <c:pt idx="4134">
                  <c:v>04-08-2016</c:v>
                </c:pt>
                <c:pt idx="4135">
                  <c:v>05-08-2016</c:v>
                </c:pt>
                <c:pt idx="4136">
                  <c:v>08-08-2016</c:v>
                </c:pt>
                <c:pt idx="4137">
                  <c:v>09-08-2016</c:v>
                </c:pt>
                <c:pt idx="4138">
                  <c:v>10-08-2016</c:v>
                </c:pt>
                <c:pt idx="4139">
                  <c:v>11-08-2016</c:v>
                </c:pt>
                <c:pt idx="4140">
                  <c:v>12-08-2016</c:v>
                </c:pt>
                <c:pt idx="4141">
                  <c:v>16-08-2016</c:v>
                </c:pt>
                <c:pt idx="4142">
                  <c:v>17-08-2016</c:v>
                </c:pt>
                <c:pt idx="4143">
                  <c:v>18-08-2016</c:v>
                </c:pt>
                <c:pt idx="4144">
                  <c:v>19-08-2016</c:v>
                </c:pt>
                <c:pt idx="4145">
                  <c:v>22-08-2016</c:v>
                </c:pt>
                <c:pt idx="4146">
                  <c:v>23-08-2016</c:v>
                </c:pt>
                <c:pt idx="4147">
                  <c:v>24-08-2016</c:v>
                </c:pt>
                <c:pt idx="4148">
                  <c:v>25-08-2016</c:v>
                </c:pt>
                <c:pt idx="4149">
                  <c:v>26-08-2016</c:v>
                </c:pt>
                <c:pt idx="4150">
                  <c:v>29-08-2016</c:v>
                </c:pt>
                <c:pt idx="4151">
                  <c:v>30-08-2016</c:v>
                </c:pt>
                <c:pt idx="4152">
                  <c:v>31-08-2016</c:v>
                </c:pt>
                <c:pt idx="4153">
                  <c:v>01-09-2016</c:v>
                </c:pt>
                <c:pt idx="4154">
                  <c:v>02-09-2016</c:v>
                </c:pt>
                <c:pt idx="4155">
                  <c:v>06-09-2016</c:v>
                </c:pt>
                <c:pt idx="4156">
                  <c:v>07-09-2016</c:v>
                </c:pt>
                <c:pt idx="4157">
                  <c:v>08-09-2016</c:v>
                </c:pt>
                <c:pt idx="4158">
                  <c:v>09-09-2016</c:v>
                </c:pt>
                <c:pt idx="4159">
                  <c:v>12-09-2016</c:v>
                </c:pt>
                <c:pt idx="4160">
                  <c:v>14-09-2016</c:v>
                </c:pt>
                <c:pt idx="4161">
                  <c:v>15-09-2016</c:v>
                </c:pt>
                <c:pt idx="4162">
                  <c:v>16-09-2016</c:v>
                </c:pt>
                <c:pt idx="4163">
                  <c:v>19-09-2016</c:v>
                </c:pt>
                <c:pt idx="4164">
                  <c:v>20-09-2016</c:v>
                </c:pt>
                <c:pt idx="4165">
                  <c:v>21-09-2016</c:v>
                </c:pt>
                <c:pt idx="4166">
                  <c:v>22-09-2016</c:v>
                </c:pt>
                <c:pt idx="4167">
                  <c:v>23-09-2016</c:v>
                </c:pt>
                <c:pt idx="4168">
                  <c:v>26-09-2016</c:v>
                </c:pt>
                <c:pt idx="4169">
                  <c:v>27-09-2016</c:v>
                </c:pt>
                <c:pt idx="4170">
                  <c:v>28-09-2016</c:v>
                </c:pt>
                <c:pt idx="4171">
                  <c:v>29-09-2016</c:v>
                </c:pt>
                <c:pt idx="4172">
                  <c:v>30-09-2016</c:v>
                </c:pt>
                <c:pt idx="4173">
                  <c:v>03-10-2016</c:v>
                </c:pt>
                <c:pt idx="4174">
                  <c:v>04-10-2016</c:v>
                </c:pt>
                <c:pt idx="4175">
                  <c:v>05-10-2016</c:v>
                </c:pt>
                <c:pt idx="4176">
                  <c:v>06-10-2016</c:v>
                </c:pt>
                <c:pt idx="4177">
                  <c:v>07-10-2016</c:v>
                </c:pt>
                <c:pt idx="4178">
                  <c:v>10-10-2016</c:v>
                </c:pt>
                <c:pt idx="4179">
                  <c:v>13-10-2016</c:v>
                </c:pt>
                <c:pt idx="4180">
                  <c:v>14-10-2016</c:v>
                </c:pt>
                <c:pt idx="4181">
                  <c:v>17-10-2016</c:v>
                </c:pt>
                <c:pt idx="4182">
                  <c:v>18-10-2016</c:v>
                </c:pt>
                <c:pt idx="4183">
                  <c:v>19-10-2016</c:v>
                </c:pt>
                <c:pt idx="4184">
                  <c:v>20-10-2016</c:v>
                </c:pt>
                <c:pt idx="4185">
                  <c:v>21-10-2016</c:v>
                </c:pt>
                <c:pt idx="4186">
                  <c:v>24-10-2016</c:v>
                </c:pt>
                <c:pt idx="4187">
                  <c:v>25-10-2016</c:v>
                </c:pt>
                <c:pt idx="4188">
                  <c:v>26-10-2016</c:v>
                </c:pt>
                <c:pt idx="4189">
                  <c:v>27-10-2016</c:v>
                </c:pt>
                <c:pt idx="4190">
                  <c:v>28-10-2016</c:v>
                </c:pt>
                <c:pt idx="4191">
                  <c:v>30-10-2016</c:v>
                </c:pt>
                <c:pt idx="4192">
                  <c:v>01-11-2016</c:v>
                </c:pt>
                <c:pt idx="4193">
                  <c:v>02-11-2016</c:v>
                </c:pt>
                <c:pt idx="4194">
                  <c:v>03-11-2016</c:v>
                </c:pt>
                <c:pt idx="4195">
                  <c:v>04-11-2016</c:v>
                </c:pt>
                <c:pt idx="4196">
                  <c:v>07-11-2016</c:v>
                </c:pt>
                <c:pt idx="4197">
                  <c:v>08-11-2016</c:v>
                </c:pt>
                <c:pt idx="4198">
                  <c:v>09-11-2016</c:v>
                </c:pt>
                <c:pt idx="4199">
                  <c:v>10-11-2016</c:v>
                </c:pt>
                <c:pt idx="4200">
                  <c:v>11-11-2016</c:v>
                </c:pt>
                <c:pt idx="4201">
                  <c:v>15-11-2016</c:v>
                </c:pt>
                <c:pt idx="4202">
                  <c:v>16-11-2016</c:v>
                </c:pt>
                <c:pt idx="4203">
                  <c:v>17-11-2016</c:v>
                </c:pt>
                <c:pt idx="4204">
                  <c:v>18-11-2016</c:v>
                </c:pt>
                <c:pt idx="4205">
                  <c:v>21-11-2016</c:v>
                </c:pt>
                <c:pt idx="4206">
                  <c:v>22-11-2016</c:v>
                </c:pt>
                <c:pt idx="4207">
                  <c:v>23-11-2016</c:v>
                </c:pt>
                <c:pt idx="4208">
                  <c:v>24-11-2016</c:v>
                </c:pt>
                <c:pt idx="4209">
                  <c:v>25-11-2016</c:v>
                </c:pt>
                <c:pt idx="4210">
                  <c:v>28-11-2016</c:v>
                </c:pt>
                <c:pt idx="4211">
                  <c:v>29-11-2016</c:v>
                </c:pt>
                <c:pt idx="4212">
                  <c:v>30-11-2016</c:v>
                </c:pt>
                <c:pt idx="4213">
                  <c:v>01-12-2016</c:v>
                </c:pt>
                <c:pt idx="4214">
                  <c:v>02-12-2016</c:v>
                </c:pt>
                <c:pt idx="4215">
                  <c:v>05-12-2016</c:v>
                </c:pt>
                <c:pt idx="4216">
                  <c:v>06-12-2016</c:v>
                </c:pt>
                <c:pt idx="4217">
                  <c:v>07-12-2016</c:v>
                </c:pt>
                <c:pt idx="4218">
                  <c:v>08-12-2016</c:v>
                </c:pt>
                <c:pt idx="4219">
                  <c:v>09-12-2016</c:v>
                </c:pt>
                <c:pt idx="4220">
                  <c:v>12-12-2016</c:v>
                </c:pt>
                <c:pt idx="4221">
                  <c:v>13-12-2016</c:v>
                </c:pt>
                <c:pt idx="4222">
                  <c:v>14-12-2016</c:v>
                </c:pt>
                <c:pt idx="4223">
                  <c:v>15-12-2016</c:v>
                </c:pt>
                <c:pt idx="4224">
                  <c:v>16-12-2016</c:v>
                </c:pt>
                <c:pt idx="4225">
                  <c:v>19-12-2016</c:v>
                </c:pt>
                <c:pt idx="4226">
                  <c:v>20-12-2016</c:v>
                </c:pt>
                <c:pt idx="4227">
                  <c:v>21-12-2016</c:v>
                </c:pt>
                <c:pt idx="4228">
                  <c:v>22-12-2016</c:v>
                </c:pt>
                <c:pt idx="4229">
                  <c:v>23-12-2016</c:v>
                </c:pt>
                <c:pt idx="4230">
                  <c:v>26-12-2016</c:v>
                </c:pt>
                <c:pt idx="4231">
                  <c:v>27-12-2016</c:v>
                </c:pt>
                <c:pt idx="4232">
                  <c:v>28-12-2016</c:v>
                </c:pt>
                <c:pt idx="4233">
                  <c:v>29-12-2016</c:v>
                </c:pt>
                <c:pt idx="4234">
                  <c:v>30-12-2016</c:v>
                </c:pt>
                <c:pt idx="4235">
                  <c:v>02-01-2017</c:v>
                </c:pt>
                <c:pt idx="4236">
                  <c:v>03-01-2017</c:v>
                </c:pt>
                <c:pt idx="4237">
                  <c:v>04-01-2017</c:v>
                </c:pt>
                <c:pt idx="4238">
                  <c:v>05-01-2017</c:v>
                </c:pt>
                <c:pt idx="4239">
                  <c:v>06-01-2017</c:v>
                </c:pt>
                <c:pt idx="4240">
                  <c:v>09-01-2017</c:v>
                </c:pt>
                <c:pt idx="4241">
                  <c:v>10-01-2017</c:v>
                </c:pt>
                <c:pt idx="4242">
                  <c:v>11-01-2017</c:v>
                </c:pt>
                <c:pt idx="4243">
                  <c:v>12-01-2017</c:v>
                </c:pt>
                <c:pt idx="4244">
                  <c:v>13-01-2017</c:v>
                </c:pt>
                <c:pt idx="4245">
                  <c:v>16-01-2017</c:v>
                </c:pt>
                <c:pt idx="4246">
                  <c:v>17-01-2017</c:v>
                </c:pt>
                <c:pt idx="4247">
                  <c:v>18-01-2017</c:v>
                </c:pt>
                <c:pt idx="4248">
                  <c:v>19-01-2017</c:v>
                </c:pt>
                <c:pt idx="4249">
                  <c:v>20-01-2017</c:v>
                </c:pt>
                <c:pt idx="4250">
                  <c:v>23-01-2017</c:v>
                </c:pt>
                <c:pt idx="4251">
                  <c:v>24-01-2017</c:v>
                </c:pt>
                <c:pt idx="4252">
                  <c:v>25-01-2017</c:v>
                </c:pt>
                <c:pt idx="4253">
                  <c:v>27-01-2017</c:v>
                </c:pt>
                <c:pt idx="4254">
                  <c:v>30-01-2017</c:v>
                </c:pt>
                <c:pt idx="4255">
                  <c:v>31-01-2017</c:v>
                </c:pt>
                <c:pt idx="4256">
                  <c:v>01-02-2017</c:v>
                </c:pt>
                <c:pt idx="4257">
                  <c:v>02-02-2017</c:v>
                </c:pt>
                <c:pt idx="4258">
                  <c:v>03-02-2017</c:v>
                </c:pt>
                <c:pt idx="4259">
                  <c:v>06-02-2017</c:v>
                </c:pt>
                <c:pt idx="4260">
                  <c:v>07-02-2017</c:v>
                </c:pt>
                <c:pt idx="4261">
                  <c:v>08-02-2017</c:v>
                </c:pt>
                <c:pt idx="4262">
                  <c:v>09-02-2017</c:v>
                </c:pt>
                <c:pt idx="4263">
                  <c:v>10-02-2017</c:v>
                </c:pt>
                <c:pt idx="4264">
                  <c:v>13-02-2017</c:v>
                </c:pt>
                <c:pt idx="4265">
                  <c:v>14-02-2017</c:v>
                </c:pt>
                <c:pt idx="4266">
                  <c:v>15-02-2017</c:v>
                </c:pt>
                <c:pt idx="4267">
                  <c:v>16-02-2017</c:v>
                </c:pt>
                <c:pt idx="4268">
                  <c:v>17-02-2017</c:v>
                </c:pt>
                <c:pt idx="4269">
                  <c:v>20-02-2017</c:v>
                </c:pt>
                <c:pt idx="4270">
                  <c:v>21-02-2017</c:v>
                </c:pt>
                <c:pt idx="4271">
                  <c:v>22-02-2017</c:v>
                </c:pt>
                <c:pt idx="4272">
                  <c:v>23-02-2017</c:v>
                </c:pt>
                <c:pt idx="4273">
                  <c:v>27-02-2017</c:v>
                </c:pt>
                <c:pt idx="4274">
                  <c:v>28-02-2017</c:v>
                </c:pt>
                <c:pt idx="4275">
                  <c:v>01-03-2017</c:v>
                </c:pt>
                <c:pt idx="4276">
                  <c:v>02-03-2017</c:v>
                </c:pt>
                <c:pt idx="4277">
                  <c:v>03-03-2017</c:v>
                </c:pt>
                <c:pt idx="4278">
                  <c:v>06-03-2017</c:v>
                </c:pt>
                <c:pt idx="4279">
                  <c:v>07-03-2017</c:v>
                </c:pt>
                <c:pt idx="4280">
                  <c:v>08-03-2017</c:v>
                </c:pt>
                <c:pt idx="4281">
                  <c:v>09-03-2017</c:v>
                </c:pt>
                <c:pt idx="4282">
                  <c:v>10-03-2017</c:v>
                </c:pt>
                <c:pt idx="4283">
                  <c:v>14-03-2017</c:v>
                </c:pt>
                <c:pt idx="4284">
                  <c:v>15-03-2017</c:v>
                </c:pt>
                <c:pt idx="4285">
                  <c:v>16-03-2017</c:v>
                </c:pt>
                <c:pt idx="4286">
                  <c:v>17-03-2017</c:v>
                </c:pt>
                <c:pt idx="4287">
                  <c:v>20-03-2017</c:v>
                </c:pt>
                <c:pt idx="4288">
                  <c:v>21-03-2017</c:v>
                </c:pt>
                <c:pt idx="4289">
                  <c:v>22-03-2017</c:v>
                </c:pt>
                <c:pt idx="4290">
                  <c:v>23-03-2017</c:v>
                </c:pt>
                <c:pt idx="4291">
                  <c:v>24-03-2017</c:v>
                </c:pt>
                <c:pt idx="4292">
                  <c:v>27-03-2017</c:v>
                </c:pt>
                <c:pt idx="4293">
                  <c:v>28-03-2017</c:v>
                </c:pt>
                <c:pt idx="4294">
                  <c:v>29-03-2017</c:v>
                </c:pt>
                <c:pt idx="4295">
                  <c:v>30-03-2017</c:v>
                </c:pt>
                <c:pt idx="4296">
                  <c:v>31-03-2017</c:v>
                </c:pt>
                <c:pt idx="4297">
                  <c:v>03-04-2017</c:v>
                </c:pt>
                <c:pt idx="4298">
                  <c:v>05-04-2017</c:v>
                </c:pt>
                <c:pt idx="4299">
                  <c:v>06-04-2017</c:v>
                </c:pt>
                <c:pt idx="4300">
                  <c:v>07-04-2017</c:v>
                </c:pt>
                <c:pt idx="4301">
                  <c:v>10-04-2017</c:v>
                </c:pt>
                <c:pt idx="4302">
                  <c:v>11-04-2017</c:v>
                </c:pt>
                <c:pt idx="4303">
                  <c:v>12-04-2017</c:v>
                </c:pt>
                <c:pt idx="4304">
                  <c:v>13-04-2017</c:v>
                </c:pt>
                <c:pt idx="4305">
                  <c:v>17-04-2017</c:v>
                </c:pt>
                <c:pt idx="4306">
                  <c:v>18-04-2017</c:v>
                </c:pt>
                <c:pt idx="4307">
                  <c:v>19-04-2017</c:v>
                </c:pt>
                <c:pt idx="4308">
                  <c:v>20-04-2017</c:v>
                </c:pt>
                <c:pt idx="4309">
                  <c:v>21-04-2017</c:v>
                </c:pt>
                <c:pt idx="4310">
                  <c:v>24-04-2017</c:v>
                </c:pt>
                <c:pt idx="4311">
                  <c:v>25-04-2017</c:v>
                </c:pt>
                <c:pt idx="4312">
                  <c:v>26-04-2017</c:v>
                </c:pt>
                <c:pt idx="4313">
                  <c:v>27-04-2017</c:v>
                </c:pt>
                <c:pt idx="4314">
                  <c:v>28-04-2017</c:v>
                </c:pt>
                <c:pt idx="4315">
                  <c:v>02-05-2017</c:v>
                </c:pt>
                <c:pt idx="4316">
                  <c:v>03-05-2017</c:v>
                </c:pt>
                <c:pt idx="4317">
                  <c:v>04-05-2017</c:v>
                </c:pt>
                <c:pt idx="4318">
                  <c:v>05-05-2017</c:v>
                </c:pt>
                <c:pt idx="4319">
                  <c:v>08-05-2017</c:v>
                </c:pt>
                <c:pt idx="4320">
                  <c:v>09-05-2017</c:v>
                </c:pt>
                <c:pt idx="4321">
                  <c:v>10-05-2017</c:v>
                </c:pt>
                <c:pt idx="4322">
                  <c:v>11-05-2017</c:v>
                </c:pt>
                <c:pt idx="4323">
                  <c:v>12-05-2017</c:v>
                </c:pt>
                <c:pt idx="4324">
                  <c:v>15-05-2017</c:v>
                </c:pt>
                <c:pt idx="4325">
                  <c:v>16-05-2017</c:v>
                </c:pt>
                <c:pt idx="4326">
                  <c:v>17-05-2017</c:v>
                </c:pt>
                <c:pt idx="4327">
                  <c:v>18-05-2017</c:v>
                </c:pt>
                <c:pt idx="4328">
                  <c:v>19-05-2017</c:v>
                </c:pt>
                <c:pt idx="4329">
                  <c:v>22-05-2017</c:v>
                </c:pt>
                <c:pt idx="4330">
                  <c:v>23-05-2017</c:v>
                </c:pt>
                <c:pt idx="4331">
                  <c:v>24-05-2017</c:v>
                </c:pt>
                <c:pt idx="4332">
                  <c:v>25-05-2017</c:v>
                </c:pt>
                <c:pt idx="4333">
                  <c:v>26-05-2017</c:v>
                </c:pt>
                <c:pt idx="4334">
                  <c:v>29-05-2017</c:v>
                </c:pt>
                <c:pt idx="4335">
                  <c:v>30-05-2017</c:v>
                </c:pt>
                <c:pt idx="4336">
                  <c:v>31-05-2017</c:v>
                </c:pt>
                <c:pt idx="4337">
                  <c:v>01-06-2017</c:v>
                </c:pt>
                <c:pt idx="4338">
                  <c:v>02-06-2017</c:v>
                </c:pt>
                <c:pt idx="4339">
                  <c:v>05-06-2017</c:v>
                </c:pt>
                <c:pt idx="4340">
                  <c:v>06-06-2017</c:v>
                </c:pt>
                <c:pt idx="4341">
                  <c:v>07-06-2017</c:v>
                </c:pt>
                <c:pt idx="4342">
                  <c:v>08-06-2017</c:v>
                </c:pt>
                <c:pt idx="4343">
                  <c:v>09-06-2017</c:v>
                </c:pt>
                <c:pt idx="4344">
                  <c:v>12-06-2017</c:v>
                </c:pt>
                <c:pt idx="4345">
                  <c:v>13-06-2017</c:v>
                </c:pt>
                <c:pt idx="4346">
                  <c:v>14-06-2017</c:v>
                </c:pt>
                <c:pt idx="4347">
                  <c:v>15-06-2017</c:v>
                </c:pt>
                <c:pt idx="4348">
                  <c:v>16-06-2017</c:v>
                </c:pt>
                <c:pt idx="4349">
                  <c:v>19-06-2017</c:v>
                </c:pt>
                <c:pt idx="4350">
                  <c:v>20-06-2017</c:v>
                </c:pt>
                <c:pt idx="4351">
                  <c:v>21-06-2017</c:v>
                </c:pt>
                <c:pt idx="4352">
                  <c:v>22-06-2017</c:v>
                </c:pt>
                <c:pt idx="4353">
                  <c:v>23-06-2017</c:v>
                </c:pt>
                <c:pt idx="4354">
                  <c:v>27-06-2017</c:v>
                </c:pt>
                <c:pt idx="4355">
                  <c:v>28-06-2017</c:v>
                </c:pt>
                <c:pt idx="4356">
                  <c:v>29-06-2017</c:v>
                </c:pt>
                <c:pt idx="4357">
                  <c:v>30-06-2017</c:v>
                </c:pt>
                <c:pt idx="4358">
                  <c:v>03-07-2017</c:v>
                </c:pt>
                <c:pt idx="4359">
                  <c:v>04-07-2017</c:v>
                </c:pt>
                <c:pt idx="4360">
                  <c:v>05-07-2017</c:v>
                </c:pt>
                <c:pt idx="4361">
                  <c:v>06-07-2017</c:v>
                </c:pt>
                <c:pt idx="4362">
                  <c:v>07-07-2017</c:v>
                </c:pt>
                <c:pt idx="4363">
                  <c:v>10-07-2017</c:v>
                </c:pt>
                <c:pt idx="4364">
                  <c:v>11-07-2017</c:v>
                </c:pt>
                <c:pt idx="4365">
                  <c:v>12-07-2017</c:v>
                </c:pt>
                <c:pt idx="4366">
                  <c:v>13-07-2017</c:v>
                </c:pt>
                <c:pt idx="4367">
                  <c:v>14-07-2017</c:v>
                </c:pt>
                <c:pt idx="4368">
                  <c:v>17-07-2017</c:v>
                </c:pt>
                <c:pt idx="4369">
                  <c:v>18-07-2017</c:v>
                </c:pt>
                <c:pt idx="4370">
                  <c:v>19-07-2017</c:v>
                </c:pt>
                <c:pt idx="4371">
                  <c:v>20-07-2017</c:v>
                </c:pt>
                <c:pt idx="4372">
                  <c:v>21-07-2017</c:v>
                </c:pt>
                <c:pt idx="4373">
                  <c:v>24-07-2017</c:v>
                </c:pt>
                <c:pt idx="4374">
                  <c:v>25-07-2017</c:v>
                </c:pt>
                <c:pt idx="4375">
                  <c:v>26-07-2017</c:v>
                </c:pt>
                <c:pt idx="4376">
                  <c:v>27-07-2017</c:v>
                </c:pt>
                <c:pt idx="4377">
                  <c:v>28-07-2017</c:v>
                </c:pt>
                <c:pt idx="4378">
                  <c:v>31-07-2017</c:v>
                </c:pt>
                <c:pt idx="4379">
                  <c:v>01-08-2017</c:v>
                </c:pt>
                <c:pt idx="4380">
                  <c:v>02-08-2017</c:v>
                </c:pt>
                <c:pt idx="4381">
                  <c:v>03-08-2017</c:v>
                </c:pt>
                <c:pt idx="4382">
                  <c:v>04-08-2017</c:v>
                </c:pt>
                <c:pt idx="4383">
                  <c:v>07-08-2017</c:v>
                </c:pt>
                <c:pt idx="4384">
                  <c:v>08-08-2017</c:v>
                </c:pt>
                <c:pt idx="4385">
                  <c:v>09-08-2017</c:v>
                </c:pt>
                <c:pt idx="4386">
                  <c:v>10-08-2017</c:v>
                </c:pt>
                <c:pt idx="4387">
                  <c:v>11-08-2017</c:v>
                </c:pt>
                <c:pt idx="4388">
                  <c:v>14-08-2017</c:v>
                </c:pt>
                <c:pt idx="4389">
                  <c:v>16-08-2017</c:v>
                </c:pt>
                <c:pt idx="4390">
                  <c:v>17-08-2017</c:v>
                </c:pt>
                <c:pt idx="4391">
                  <c:v>18-08-2017</c:v>
                </c:pt>
                <c:pt idx="4392">
                  <c:v>21-08-2017</c:v>
                </c:pt>
                <c:pt idx="4393">
                  <c:v>22-08-2017</c:v>
                </c:pt>
                <c:pt idx="4394">
                  <c:v>23-08-2017</c:v>
                </c:pt>
                <c:pt idx="4395">
                  <c:v>24-08-2017</c:v>
                </c:pt>
                <c:pt idx="4396">
                  <c:v>28-08-2017</c:v>
                </c:pt>
                <c:pt idx="4397">
                  <c:v>29-08-2017</c:v>
                </c:pt>
                <c:pt idx="4398">
                  <c:v>30-08-2017</c:v>
                </c:pt>
                <c:pt idx="4399">
                  <c:v>31-08-2017</c:v>
                </c:pt>
                <c:pt idx="4400">
                  <c:v>01-09-2017</c:v>
                </c:pt>
                <c:pt idx="4401">
                  <c:v>04-09-2017</c:v>
                </c:pt>
                <c:pt idx="4402">
                  <c:v>05-09-2017</c:v>
                </c:pt>
                <c:pt idx="4403">
                  <c:v>06-09-2017</c:v>
                </c:pt>
                <c:pt idx="4404">
                  <c:v>07-09-2017</c:v>
                </c:pt>
                <c:pt idx="4405">
                  <c:v>08-09-2017</c:v>
                </c:pt>
                <c:pt idx="4406">
                  <c:v>11-09-2017</c:v>
                </c:pt>
                <c:pt idx="4407">
                  <c:v>12-09-2017</c:v>
                </c:pt>
                <c:pt idx="4408">
                  <c:v>13-09-2017</c:v>
                </c:pt>
                <c:pt idx="4409">
                  <c:v>14-09-2017</c:v>
                </c:pt>
                <c:pt idx="4410">
                  <c:v>15-09-2017</c:v>
                </c:pt>
                <c:pt idx="4411">
                  <c:v>18-09-2017</c:v>
                </c:pt>
                <c:pt idx="4412">
                  <c:v>19-09-2017</c:v>
                </c:pt>
                <c:pt idx="4413">
                  <c:v>20-09-2017</c:v>
                </c:pt>
                <c:pt idx="4414">
                  <c:v>21-09-2017</c:v>
                </c:pt>
                <c:pt idx="4415">
                  <c:v>22-09-2017</c:v>
                </c:pt>
                <c:pt idx="4416">
                  <c:v>25-09-2017</c:v>
                </c:pt>
                <c:pt idx="4417">
                  <c:v>26-09-2017</c:v>
                </c:pt>
                <c:pt idx="4418">
                  <c:v>27-09-2017</c:v>
                </c:pt>
                <c:pt idx="4419">
                  <c:v>28-09-2017</c:v>
                </c:pt>
                <c:pt idx="4420">
                  <c:v>29-09-2017</c:v>
                </c:pt>
                <c:pt idx="4421">
                  <c:v>03-10-2017</c:v>
                </c:pt>
                <c:pt idx="4422">
                  <c:v>04-10-2017</c:v>
                </c:pt>
                <c:pt idx="4423">
                  <c:v>05-10-2017</c:v>
                </c:pt>
                <c:pt idx="4424">
                  <c:v>06-10-2017</c:v>
                </c:pt>
                <c:pt idx="4425">
                  <c:v>09-10-2017</c:v>
                </c:pt>
                <c:pt idx="4426">
                  <c:v>10-10-2017</c:v>
                </c:pt>
                <c:pt idx="4427">
                  <c:v>11-10-2017</c:v>
                </c:pt>
                <c:pt idx="4428">
                  <c:v>12-10-2017</c:v>
                </c:pt>
                <c:pt idx="4429">
                  <c:v>13-10-2017</c:v>
                </c:pt>
                <c:pt idx="4430">
                  <c:v>16-10-2017</c:v>
                </c:pt>
                <c:pt idx="4431">
                  <c:v>17-10-2017</c:v>
                </c:pt>
                <c:pt idx="4432">
                  <c:v>18-10-2017</c:v>
                </c:pt>
                <c:pt idx="4433">
                  <c:v>19-10-2017</c:v>
                </c:pt>
                <c:pt idx="4434">
                  <c:v>23-10-2017</c:v>
                </c:pt>
                <c:pt idx="4435">
                  <c:v>24-10-2017</c:v>
                </c:pt>
                <c:pt idx="4436">
                  <c:v>25-10-2017</c:v>
                </c:pt>
                <c:pt idx="4437">
                  <c:v>26-10-2017</c:v>
                </c:pt>
                <c:pt idx="4438">
                  <c:v>27-10-2017</c:v>
                </c:pt>
                <c:pt idx="4439">
                  <c:v>30-10-2017</c:v>
                </c:pt>
                <c:pt idx="4440">
                  <c:v>31-10-2017</c:v>
                </c:pt>
                <c:pt idx="4441">
                  <c:v>01-11-2017</c:v>
                </c:pt>
                <c:pt idx="4442">
                  <c:v>02-11-2017</c:v>
                </c:pt>
                <c:pt idx="4443">
                  <c:v>03-11-2017</c:v>
                </c:pt>
                <c:pt idx="4444">
                  <c:v>06-11-2017</c:v>
                </c:pt>
                <c:pt idx="4445">
                  <c:v>07-11-2017</c:v>
                </c:pt>
                <c:pt idx="4446">
                  <c:v>08-11-2017</c:v>
                </c:pt>
                <c:pt idx="4447">
                  <c:v>09-11-2017</c:v>
                </c:pt>
                <c:pt idx="4448">
                  <c:v>10-11-2017</c:v>
                </c:pt>
                <c:pt idx="4449">
                  <c:v>13-11-2017</c:v>
                </c:pt>
                <c:pt idx="4450">
                  <c:v>14-11-2017</c:v>
                </c:pt>
                <c:pt idx="4451">
                  <c:v>15-11-2017</c:v>
                </c:pt>
                <c:pt idx="4452">
                  <c:v>16-11-2017</c:v>
                </c:pt>
                <c:pt idx="4453">
                  <c:v>17-11-2017</c:v>
                </c:pt>
                <c:pt idx="4454">
                  <c:v>20-11-2017</c:v>
                </c:pt>
                <c:pt idx="4455">
                  <c:v>21-11-2017</c:v>
                </c:pt>
                <c:pt idx="4456">
                  <c:v>22-11-2017</c:v>
                </c:pt>
                <c:pt idx="4457">
                  <c:v>23-11-2017</c:v>
                </c:pt>
                <c:pt idx="4458">
                  <c:v>24-11-2017</c:v>
                </c:pt>
                <c:pt idx="4459">
                  <c:v>27-11-2017</c:v>
                </c:pt>
                <c:pt idx="4460">
                  <c:v>28-11-2017</c:v>
                </c:pt>
                <c:pt idx="4461">
                  <c:v>29-11-2017</c:v>
                </c:pt>
                <c:pt idx="4462">
                  <c:v>30-11-2017</c:v>
                </c:pt>
                <c:pt idx="4463">
                  <c:v>01-12-2017</c:v>
                </c:pt>
                <c:pt idx="4464">
                  <c:v>04-12-2017</c:v>
                </c:pt>
                <c:pt idx="4465">
                  <c:v>05-12-2017</c:v>
                </c:pt>
                <c:pt idx="4466">
                  <c:v>06-12-2017</c:v>
                </c:pt>
                <c:pt idx="4467">
                  <c:v>07-12-2017</c:v>
                </c:pt>
                <c:pt idx="4468">
                  <c:v>08-12-2017</c:v>
                </c:pt>
                <c:pt idx="4469">
                  <c:v>11-12-2017</c:v>
                </c:pt>
                <c:pt idx="4470">
                  <c:v>12-12-2017</c:v>
                </c:pt>
                <c:pt idx="4471">
                  <c:v>13-12-2017</c:v>
                </c:pt>
                <c:pt idx="4472">
                  <c:v>14-12-2017</c:v>
                </c:pt>
                <c:pt idx="4473">
                  <c:v>15-12-2017</c:v>
                </c:pt>
                <c:pt idx="4474">
                  <c:v>18-12-2017</c:v>
                </c:pt>
                <c:pt idx="4475">
                  <c:v>19-12-2017</c:v>
                </c:pt>
                <c:pt idx="4476">
                  <c:v>20-12-2017</c:v>
                </c:pt>
                <c:pt idx="4477">
                  <c:v>21-12-2017</c:v>
                </c:pt>
                <c:pt idx="4478">
                  <c:v>22-12-2017</c:v>
                </c:pt>
                <c:pt idx="4479">
                  <c:v>26-12-2017</c:v>
                </c:pt>
                <c:pt idx="4480">
                  <c:v>27-12-2017</c:v>
                </c:pt>
                <c:pt idx="4481">
                  <c:v>28-12-2017</c:v>
                </c:pt>
                <c:pt idx="4482">
                  <c:v>29-12-2017</c:v>
                </c:pt>
                <c:pt idx="4483">
                  <c:v>01-01-2018</c:v>
                </c:pt>
                <c:pt idx="4484">
                  <c:v>02-01-2018</c:v>
                </c:pt>
                <c:pt idx="4485">
                  <c:v>03-01-2018</c:v>
                </c:pt>
                <c:pt idx="4486">
                  <c:v>04-01-2018</c:v>
                </c:pt>
                <c:pt idx="4487">
                  <c:v>05-01-2018</c:v>
                </c:pt>
                <c:pt idx="4488">
                  <c:v>08-01-2018</c:v>
                </c:pt>
                <c:pt idx="4489">
                  <c:v>09-01-2018</c:v>
                </c:pt>
                <c:pt idx="4490">
                  <c:v>10-01-2018</c:v>
                </c:pt>
                <c:pt idx="4491">
                  <c:v>11-01-2018</c:v>
                </c:pt>
                <c:pt idx="4492">
                  <c:v>12-01-2018</c:v>
                </c:pt>
                <c:pt idx="4493">
                  <c:v>15-01-2018</c:v>
                </c:pt>
                <c:pt idx="4494">
                  <c:v>16-01-2018</c:v>
                </c:pt>
                <c:pt idx="4495">
                  <c:v>17-01-2018</c:v>
                </c:pt>
                <c:pt idx="4496">
                  <c:v>18-01-2018</c:v>
                </c:pt>
                <c:pt idx="4497">
                  <c:v>19-01-2018</c:v>
                </c:pt>
                <c:pt idx="4498">
                  <c:v>22-01-2018</c:v>
                </c:pt>
                <c:pt idx="4499">
                  <c:v>23-01-2018</c:v>
                </c:pt>
                <c:pt idx="4500">
                  <c:v>24-01-2018</c:v>
                </c:pt>
                <c:pt idx="4501">
                  <c:v>25-01-2018</c:v>
                </c:pt>
                <c:pt idx="4502">
                  <c:v>29-01-2018</c:v>
                </c:pt>
                <c:pt idx="4503">
                  <c:v>30-01-2018</c:v>
                </c:pt>
                <c:pt idx="4504">
                  <c:v>31-01-2018</c:v>
                </c:pt>
                <c:pt idx="4505">
                  <c:v>01-02-2018</c:v>
                </c:pt>
                <c:pt idx="4506">
                  <c:v>02-02-2018</c:v>
                </c:pt>
                <c:pt idx="4507">
                  <c:v>05-02-2018</c:v>
                </c:pt>
                <c:pt idx="4508">
                  <c:v>06-02-2018</c:v>
                </c:pt>
                <c:pt idx="4509">
                  <c:v>07-02-2018</c:v>
                </c:pt>
                <c:pt idx="4510">
                  <c:v>08-02-2018</c:v>
                </c:pt>
                <c:pt idx="4511">
                  <c:v>09-02-2018</c:v>
                </c:pt>
                <c:pt idx="4512">
                  <c:v>12-02-2018</c:v>
                </c:pt>
                <c:pt idx="4513">
                  <c:v>14-02-2018</c:v>
                </c:pt>
                <c:pt idx="4514">
                  <c:v>15-02-2018</c:v>
                </c:pt>
                <c:pt idx="4515">
                  <c:v>16-02-2018</c:v>
                </c:pt>
                <c:pt idx="4516">
                  <c:v>19-02-2018</c:v>
                </c:pt>
                <c:pt idx="4517">
                  <c:v>20-02-2018</c:v>
                </c:pt>
                <c:pt idx="4518">
                  <c:v>21-02-2018</c:v>
                </c:pt>
                <c:pt idx="4519">
                  <c:v>22-02-2018</c:v>
                </c:pt>
                <c:pt idx="4520">
                  <c:v>23-02-2018</c:v>
                </c:pt>
                <c:pt idx="4521">
                  <c:v>26-02-2018</c:v>
                </c:pt>
                <c:pt idx="4522">
                  <c:v>27-02-2018</c:v>
                </c:pt>
                <c:pt idx="4523">
                  <c:v>28-02-2018</c:v>
                </c:pt>
                <c:pt idx="4524">
                  <c:v>01-03-2018</c:v>
                </c:pt>
                <c:pt idx="4525">
                  <c:v>05-03-2018</c:v>
                </c:pt>
                <c:pt idx="4526">
                  <c:v>06-03-2018</c:v>
                </c:pt>
                <c:pt idx="4527">
                  <c:v>07-03-2018</c:v>
                </c:pt>
                <c:pt idx="4528">
                  <c:v>08-03-2018</c:v>
                </c:pt>
                <c:pt idx="4529">
                  <c:v>09-03-2018</c:v>
                </c:pt>
                <c:pt idx="4530">
                  <c:v>12-03-2018</c:v>
                </c:pt>
                <c:pt idx="4531">
                  <c:v>13-03-2018</c:v>
                </c:pt>
                <c:pt idx="4532">
                  <c:v>14-03-2018</c:v>
                </c:pt>
                <c:pt idx="4533">
                  <c:v>15-03-2018</c:v>
                </c:pt>
                <c:pt idx="4534">
                  <c:v>16-03-2018</c:v>
                </c:pt>
                <c:pt idx="4535">
                  <c:v>19-03-2018</c:v>
                </c:pt>
                <c:pt idx="4536">
                  <c:v>20-03-2018</c:v>
                </c:pt>
                <c:pt idx="4537">
                  <c:v>21-03-2018</c:v>
                </c:pt>
                <c:pt idx="4538">
                  <c:v>22-03-2018</c:v>
                </c:pt>
                <c:pt idx="4539">
                  <c:v>23-03-2018</c:v>
                </c:pt>
                <c:pt idx="4540">
                  <c:v>26-03-2018</c:v>
                </c:pt>
                <c:pt idx="4541">
                  <c:v>27-03-2018</c:v>
                </c:pt>
                <c:pt idx="4542">
                  <c:v>28-03-2018</c:v>
                </c:pt>
                <c:pt idx="4543">
                  <c:v>02-04-2018</c:v>
                </c:pt>
                <c:pt idx="4544">
                  <c:v>03-04-2018</c:v>
                </c:pt>
                <c:pt idx="4545">
                  <c:v>04-04-2018</c:v>
                </c:pt>
                <c:pt idx="4546">
                  <c:v>05-04-2018</c:v>
                </c:pt>
                <c:pt idx="4547">
                  <c:v>06-04-2018</c:v>
                </c:pt>
                <c:pt idx="4548">
                  <c:v>09-04-2018</c:v>
                </c:pt>
                <c:pt idx="4549">
                  <c:v>10-04-2018</c:v>
                </c:pt>
                <c:pt idx="4550">
                  <c:v>11-04-2018</c:v>
                </c:pt>
                <c:pt idx="4551">
                  <c:v>12-04-2018</c:v>
                </c:pt>
                <c:pt idx="4552">
                  <c:v>13-04-2018</c:v>
                </c:pt>
                <c:pt idx="4553">
                  <c:v>16-04-2018</c:v>
                </c:pt>
                <c:pt idx="4554">
                  <c:v>17-04-2018</c:v>
                </c:pt>
                <c:pt idx="4555">
                  <c:v>18-04-2018</c:v>
                </c:pt>
                <c:pt idx="4556">
                  <c:v>19-04-2018</c:v>
                </c:pt>
                <c:pt idx="4557">
                  <c:v>20-04-2018</c:v>
                </c:pt>
                <c:pt idx="4558">
                  <c:v>23-04-2018</c:v>
                </c:pt>
                <c:pt idx="4559">
                  <c:v>24-04-2018</c:v>
                </c:pt>
                <c:pt idx="4560">
                  <c:v>25-04-2018</c:v>
                </c:pt>
                <c:pt idx="4561">
                  <c:v>26-04-2018</c:v>
                </c:pt>
                <c:pt idx="4562">
                  <c:v>27-04-2018</c:v>
                </c:pt>
                <c:pt idx="4563">
                  <c:v>30-04-2018</c:v>
                </c:pt>
                <c:pt idx="4564">
                  <c:v>02-05-2018</c:v>
                </c:pt>
                <c:pt idx="4565">
                  <c:v>03-05-2018</c:v>
                </c:pt>
                <c:pt idx="4566">
                  <c:v>04-05-2018</c:v>
                </c:pt>
                <c:pt idx="4567">
                  <c:v>07-05-2018</c:v>
                </c:pt>
                <c:pt idx="4568">
                  <c:v>08-05-2018</c:v>
                </c:pt>
                <c:pt idx="4569">
                  <c:v>09-05-2018</c:v>
                </c:pt>
                <c:pt idx="4570">
                  <c:v>10-05-2018</c:v>
                </c:pt>
                <c:pt idx="4571">
                  <c:v>11-05-2018</c:v>
                </c:pt>
                <c:pt idx="4572">
                  <c:v>14-05-2018</c:v>
                </c:pt>
                <c:pt idx="4573">
                  <c:v>15-05-2018</c:v>
                </c:pt>
                <c:pt idx="4574">
                  <c:v>16-05-2018</c:v>
                </c:pt>
                <c:pt idx="4575">
                  <c:v>17-05-2018</c:v>
                </c:pt>
                <c:pt idx="4576">
                  <c:v>18-05-2018</c:v>
                </c:pt>
                <c:pt idx="4577">
                  <c:v>21-05-2018</c:v>
                </c:pt>
                <c:pt idx="4578">
                  <c:v>22-05-2018</c:v>
                </c:pt>
                <c:pt idx="4579">
                  <c:v>23-05-2018</c:v>
                </c:pt>
                <c:pt idx="4580">
                  <c:v>24-05-2018</c:v>
                </c:pt>
                <c:pt idx="4581">
                  <c:v>25-05-2018</c:v>
                </c:pt>
                <c:pt idx="4582">
                  <c:v>28-05-2018</c:v>
                </c:pt>
                <c:pt idx="4583">
                  <c:v>29-05-2018</c:v>
                </c:pt>
                <c:pt idx="4584">
                  <c:v>30-05-2018</c:v>
                </c:pt>
                <c:pt idx="4585">
                  <c:v>31-05-2018</c:v>
                </c:pt>
                <c:pt idx="4586">
                  <c:v>01-06-2018</c:v>
                </c:pt>
                <c:pt idx="4587">
                  <c:v>04-06-2018</c:v>
                </c:pt>
                <c:pt idx="4588">
                  <c:v>05-06-2018</c:v>
                </c:pt>
                <c:pt idx="4589">
                  <c:v>06-06-2018</c:v>
                </c:pt>
                <c:pt idx="4590">
                  <c:v>07-06-2018</c:v>
                </c:pt>
                <c:pt idx="4591">
                  <c:v>08-06-2018</c:v>
                </c:pt>
                <c:pt idx="4592">
                  <c:v>11-06-2018</c:v>
                </c:pt>
                <c:pt idx="4593">
                  <c:v>12-06-2018</c:v>
                </c:pt>
                <c:pt idx="4594">
                  <c:v>13-06-2018</c:v>
                </c:pt>
                <c:pt idx="4595">
                  <c:v>14-06-2018</c:v>
                </c:pt>
                <c:pt idx="4596">
                  <c:v>15-06-2018</c:v>
                </c:pt>
                <c:pt idx="4597">
                  <c:v>18-06-2018</c:v>
                </c:pt>
                <c:pt idx="4598">
                  <c:v>19-06-2018</c:v>
                </c:pt>
                <c:pt idx="4599">
                  <c:v>20-06-2018</c:v>
                </c:pt>
                <c:pt idx="4600">
                  <c:v>21-06-2018</c:v>
                </c:pt>
                <c:pt idx="4601">
                  <c:v>22-06-2018</c:v>
                </c:pt>
                <c:pt idx="4602">
                  <c:v>25-06-2018</c:v>
                </c:pt>
                <c:pt idx="4603">
                  <c:v>26-06-2018</c:v>
                </c:pt>
                <c:pt idx="4604">
                  <c:v>27-06-2018</c:v>
                </c:pt>
                <c:pt idx="4605">
                  <c:v>28-06-2018</c:v>
                </c:pt>
                <c:pt idx="4606">
                  <c:v>29-06-2018</c:v>
                </c:pt>
                <c:pt idx="4607">
                  <c:v>02-07-2018</c:v>
                </c:pt>
                <c:pt idx="4608">
                  <c:v>03-07-2018</c:v>
                </c:pt>
                <c:pt idx="4609">
                  <c:v>04-07-2018</c:v>
                </c:pt>
                <c:pt idx="4610">
                  <c:v>05-07-2018</c:v>
                </c:pt>
                <c:pt idx="4611">
                  <c:v>06-07-2018</c:v>
                </c:pt>
                <c:pt idx="4612">
                  <c:v>09-07-2018</c:v>
                </c:pt>
                <c:pt idx="4613">
                  <c:v>10-07-2018</c:v>
                </c:pt>
                <c:pt idx="4614">
                  <c:v>11-07-2018</c:v>
                </c:pt>
                <c:pt idx="4615">
                  <c:v>12-07-2018</c:v>
                </c:pt>
                <c:pt idx="4616">
                  <c:v>13-07-2018</c:v>
                </c:pt>
                <c:pt idx="4617">
                  <c:v>16-07-2018</c:v>
                </c:pt>
                <c:pt idx="4618">
                  <c:v>17-07-2018</c:v>
                </c:pt>
                <c:pt idx="4619">
                  <c:v>18-07-2018</c:v>
                </c:pt>
                <c:pt idx="4620">
                  <c:v>19-07-2018</c:v>
                </c:pt>
                <c:pt idx="4621">
                  <c:v>20-07-2018</c:v>
                </c:pt>
                <c:pt idx="4622">
                  <c:v>23-07-2018</c:v>
                </c:pt>
                <c:pt idx="4623">
                  <c:v>24-07-2018</c:v>
                </c:pt>
                <c:pt idx="4624">
                  <c:v>25-07-2018</c:v>
                </c:pt>
                <c:pt idx="4625">
                  <c:v>26-07-2018</c:v>
                </c:pt>
                <c:pt idx="4626">
                  <c:v>27-07-2018</c:v>
                </c:pt>
                <c:pt idx="4627">
                  <c:v>30-07-2018</c:v>
                </c:pt>
                <c:pt idx="4628">
                  <c:v>31-07-2018</c:v>
                </c:pt>
                <c:pt idx="4629">
                  <c:v>01-08-2018</c:v>
                </c:pt>
                <c:pt idx="4630">
                  <c:v>02-08-2018</c:v>
                </c:pt>
                <c:pt idx="4631">
                  <c:v>03-08-2018</c:v>
                </c:pt>
                <c:pt idx="4632">
                  <c:v>06-08-2018</c:v>
                </c:pt>
                <c:pt idx="4633">
                  <c:v>07-08-2018</c:v>
                </c:pt>
                <c:pt idx="4634">
                  <c:v>08-08-2018</c:v>
                </c:pt>
                <c:pt idx="4635">
                  <c:v>09-08-2018</c:v>
                </c:pt>
                <c:pt idx="4636">
                  <c:v>10-08-2018</c:v>
                </c:pt>
                <c:pt idx="4637">
                  <c:v>13-08-2018</c:v>
                </c:pt>
                <c:pt idx="4638">
                  <c:v>14-08-2018</c:v>
                </c:pt>
                <c:pt idx="4639">
                  <c:v>16-08-2018</c:v>
                </c:pt>
                <c:pt idx="4640">
                  <c:v>17-08-2018</c:v>
                </c:pt>
                <c:pt idx="4641">
                  <c:v>20-08-2018</c:v>
                </c:pt>
                <c:pt idx="4642">
                  <c:v>21-08-2018</c:v>
                </c:pt>
                <c:pt idx="4643">
                  <c:v>23-08-2018</c:v>
                </c:pt>
                <c:pt idx="4644">
                  <c:v>24-08-2018</c:v>
                </c:pt>
                <c:pt idx="4645">
                  <c:v>27-08-2018</c:v>
                </c:pt>
                <c:pt idx="4646">
                  <c:v>28-08-2018</c:v>
                </c:pt>
                <c:pt idx="4647">
                  <c:v>29-08-2018</c:v>
                </c:pt>
                <c:pt idx="4648">
                  <c:v>30-08-2018</c:v>
                </c:pt>
                <c:pt idx="4649">
                  <c:v>31-08-2018</c:v>
                </c:pt>
                <c:pt idx="4650">
                  <c:v>03-09-2018</c:v>
                </c:pt>
                <c:pt idx="4651">
                  <c:v>04-09-2018</c:v>
                </c:pt>
                <c:pt idx="4652">
                  <c:v>05-09-2018</c:v>
                </c:pt>
                <c:pt idx="4653">
                  <c:v>06-09-2018</c:v>
                </c:pt>
                <c:pt idx="4654">
                  <c:v>07-09-2018</c:v>
                </c:pt>
                <c:pt idx="4655">
                  <c:v>10-09-2018</c:v>
                </c:pt>
                <c:pt idx="4656">
                  <c:v>11-09-2018</c:v>
                </c:pt>
                <c:pt idx="4657">
                  <c:v>12-09-2018</c:v>
                </c:pt>
                <c:pt idx="4658">
                  <c:v>14-09-2018</c:v>
                </c:pt>
                <c:pt idx="4659">
                  <c:v>17-09-2018</c:v>
                </c:pt>
                <c:pt idx="4660">
                  <c:v>18-09-2018</c:v>
                </c:pt>
                <c:pt idx="4661">
                  <c:v>19-09-2018</c:v>
                </c:pt>
                <c:pt idx="4662">
                  <c:v>21-09-2018</c:v>
                </c:pt>
                <c:pt idx="4663">
                  <c:v>24-09-2018</c:v>
                </c:pt>
                <c:pt idx="4664">
                  <c:v>25-09-2018</c:v>
                </c:pt>
                <c:pt idx="4665">
                  <c:v>26-09-2018</c:v>
                </c:pt>
                <c:pt idx="4666">
                  <c:v>27-09-2018</c:v>
                </c:pt>
                <c:pt idx="4667">
                  <c:v>28-09-2018</c:v>
                </c:pt>
                <c:pt idx="4668">
                  <c:v>01-10-2018</c:v>
                </c:pt>
                <c:pt idx="4669">
                  <c:v>03-10-2018</c:v>
                </c:pt>
                <c:pt idx="4670">
                  <c:v>04-10-2018</c:v>
                </c:pt>
                <c:pt idx="4671">
                  <c:v>05-10-2018</c:v>
                </c:pt>
                <c:pt idx="4672">
                  <c:v>08-10-2018</c:v>
                </c:pt>
                <c:pt idx="4673">
                  <c:v>09-10-2018</c:v>
                </c:pt>
                <c:pt idx="4674">
                  <c:v>10-10-2018</c:v>
                </c:pt>
                <c:pt idx="4675">
                  <c:v>11-10-2018</c:v>
                </c:pt>
                <c:pt idx="4676">
                  <c:v>12-10-2018</c:v>
                </c:pt>
                <c:pt idx="4677">
                  <c:v>15-10-2018</c:v>
                </c:pt>
                <c:pt idx="4678">
                  <c:v>16-10-2018</c:v>
                </c:pt>
                <c:pt idx="4679">
                  <c:v>17-10-2018</c:v>
                </c:pt>
                <c:pt idx="4680">
                  <c:v>19-10-2018</c:v>
                </c:pt>
                <c:pt idx="4681">
                  <c:v>22-10-2018</c:v>
                </c:pt>
                <c:pt idx="4682">
                  <c:v>23-10-2018</c:v>
                </c:pt>
                <c:pt idx="4683">
                  <c:v>24-10-2018</c:v>
                </c:pt>
                <c:pt idx="4684">
                  <c:v>25-10-2018</c:v>
                </c:pt>
                <c:pt idx="4685">
                  <c:v>26-10-2018</c:v>
                </c:pt>
                <c:pt idx="4686">
                  <c:v>29-10-2018</c:v>
                </c:pt>
                <c:pt idx="4687">
                  <c:v>30-10-2018</c:v>
                </c:pt>
                <c:pt idx="4688">
                  <c:v>31-10-2018</c:v>
                </c:pt>
                <c:pt idx="4689">
                  <c:v>01-11-2018</c:v>
                </c:pt>
                <c:pt idx="4690">
                  <c:v>02-11-2018</c:v>
                </c:pt>
                <c:pt idx="4691">
                  <c:v>05-11-2018</c:v>
                </c:pt>
                <c:pt idx="4692">
                  <c:v>06-11-2018</c:v>
                </c:pt>
                <c:pt idx="4693">
                  <c:v>07-11-2018</c:v>
                </c:pt>
                <c:pt idx="4694">
                  <c:v>09-11-2018</c:v>
                </c:pt>
                <c:pt idx="4695">
                  <c:v>12-11-2018</c:v>
                </c:pt>
                <c:pt idx="4696">
                  <c:v>13-11-2018</c:v>
                </c:pt>
                <c:pt idx="4697">
                  <c:v>14-11-2018</c:v>
                </c:pt>
                <c:pt idx="4698">
                  <c:v>15-11-2018</c:v>
                </c:pt>
                <c:pt idx="4699">
                  <c:v>16-11-2018</c:v>
                </c:pt>
                <c:pt idx="4700">
                  <c:v>19-11-2018</c:v>
                </c:pt>
                <c:pt idx="4701">
                  <c:v>20-11-2018</c:v>
                </c:pt>
                <c:pt idx="4702">
                  <c:v>21-11-2018</c:v>
                </c:pt>
                <c:pt idx="4703">
                  <c:v>22-11-2018</c:v>
                </c:pt>
                <c:pt idx="4704">
                  <c:v>26-11-2018</c:v>
                </c:pt>
                <c:pt idx="4705">
                  <c:v>27-11-2018</c:v>
                </c:pt>
                <c:pt idx="4706">
                  <c:v>28-11-2018</c:v>
                </c:pt>
                <c:pt idx="4707">
                  <c:v>29-11-2018</c:v>
                </c:pt>
                <c:pt idx="4708">
                  <c:v>30-11-2018</c:v>
                </c:pt>
                <c:pt idx="4709">
                  <c:v>03-12-2018</c:v>
                </c:pt>
                <c:pt idx="4710">
                  <c:v>04-12-2018</c:v>
                </c:pt>
                <c:pt idx="4711">
                  <c:v>05-12-2018</c:v>
                </c:pt>
                <c:pt idx="4712">
                  <c:v>06-12-2018</c:v>
                </c:pt>
                <c:pt idx="4713">
                  <c:v>07-12-2018</c:v>
                </c:pt>
                <c:pt idx="4714">
                  <c:v>10-12-2018</c:v>
                </c:pt>
                <c:pt idx="4715">
                  <c:v>11-12-2018</c:v>
                </c:pt>
                <c:pt idx="4716">
                  <c:v>12-12-2018</c:v>
                </c:pt>
                <c:pt idx="4717">
                  <c:v>13-12-2018</c:v>
                </c:pt>
                <c:pt idx="4718">
                  <c:v>14-12-2018</c:v>
                </c:pt>
                <c:pt idx="4719">
                  <c:v>17-12-2018</c:v>
                </c:pt>
                <c:pt idx="4720">
                  <c:v>18-12-2018</c:v>
                </c:pt>
                <c:pt idx="4721">
                  <c:v>19-12-2018</c:v>
                </c:pt>
                <c:pt idx="4722">
                  <c:v>20-12-2018</c:v>
                </c:pt>
                <c:pt idx="4723">
                  <c:v>21-12-2018</c:v>
                </c:pt>
                <c:pt idx="4724">
                  <c:v>24-12-2018</c:v>
                </c:pt>
                <c:pt idx="4725">
                  <c:v>26-12-2018</c:v>
                </c:pt>
                <c:pt idx="4726">
                  <c:v>27-12-2018</c:v>
                </c:pt>
                <c:pt idx="4727">
                  <c:v>28-12-2018</c:v>
                </c:pt>
                <c:pt idx="4728">
                  <c:v>31-12-2018</c:v>
                </c:pt>
                <c:pt idx="4729">
                  <c:v>01-01-2019</c:v>
                </c:pt>
                <c:pt idx="4730">
                  <c:v>02-01-2019</c:v>
                </c:pt>
                <c:pt idx="4731">
                  <c:v>03-01-2019</c:v>
                </c:pt>
                <c:pt idx="4732">
                  <c:v>04-01-2019</c:v>
                </c:pt>
                <c:pt idx="4733">
                  <c:v>07-01-2019</c:v>
                </c:pt>
                <c:pt idx="4734">
                  <c:v>08-01-2019</c:v>
                </c:pt>
                <c:pt idx="4735">
                  <c:v>09-01-2019</c:v>
                </c:pt>
                <c:pt idx="4736">
                  <c:v>10-01-2019</c:v>
                </c:pt>
                <c:pt idx="4737">
                  <c:v>11-01-2019</c:v>
                </c:pt>
                <c:pt idx="4738">
                  <c:v>14-01-2019</c:v>
                </c:pt>
                <c:pt idx="4739">
                  <c:v>15-01-2019</c:v>
                </c:pt>
                <c:pt idx="4740">
                  <c:v>16-01-2019</c:v>
                </c:pt>
                <c:pt idx="4741">
                  <c:v>17-01-2019</c:v>
                </c:pt>
                <c:pt idx="4742">
                  <c:v>18-01-2019</c:v>
                </c:pt>
                <c:pt idx="4743">
                  <c:v>21-01-2019</c:v>
                </c:pt>
                <c:pt idx="4744">
                  <c:v>22-01-2019</c:v>
                </c:pt>
                <c:pt idx="4745">
                  <c:v>23-01-2019</c:v>
                </c:pt>
                <c:pt idx="4746">
                  <c:v>24-01-2019</c:v>
                </c:pt>
                <c:pt idx="4747">
                  <c:v>25-01-2019</c:v>
                </c:pt>
                <c:pt idx="4748">
                  <c:v>28-01-2019</c:v>
                </c:pt>
                <c:pt idx="4749">
                  <c:v>29-01-2019</c:v>
                </c:pt>
                <c:pt idx="4750">
                  <c:v>30-01-2019</c:v>
                </c:pt>
                <c:pt idx="4751">
                  <c:v>31-01-2019</c:v>
                </c:pt>
                <c:pt idx="4752">
                  <c:v>01-02-2019</c:v>
                </c:pt>
                <c:pt idx="4753">
                  <c:v>04-02-2019</c:v>
                </c:pt>
                <c:pt idx="4754">
                  <c:v>05-02-2019</c:v>
                </c:pt>
                <c:pt idx="4755">
                  <c:v>06-02-2019</c:v>
                </c:pt>
                <c:pt idx="4756">
                  <c:v>07-02-2019</c:v>
                </c:pt>
                <c:pt idx="4757">
                  <c:v>08-02-2019</c:v>
                </c:pt>
                <c:pt idx="4758">
                  <c:v>11-02-2019</c:v>
                </c:pt>
                <c:pt idx="4759">
                  <c:v>12-02-2019</c:v>
                </c:pt>
                <c:pt idx="4760">
                  <c:v>13-02-2019</c:v>
                </c:pt>
                <c:pt idx="4761">
                  <c:v>14-02-2019</c:v>
                </c:pt>
                <c:pt idx="4762">
                  <c:v>15-02-2019</c:v>
                </c:pt>
                <c:pt idx="4763">
                  <c:v>18-02-2019</c:v>
                </c:pt>
                <c:pt idx="4764">
                  <c:v>19-02-2019</c:v>
                </c:pt>
                <c:pt idx="4765">
                  <c:v>20-02-2019</c:v>
                </c:pt>
                <c:pt idx="4766">
                  <c:v>21-02-2019</c:v>
                </c:pt>
                <c:pt idx="4767">
                  <c:v>22-02-2019</c:v>
                </c:pt>
                <c:pt idx="4768">
                  <c:v>25-02-2019</c:v>
                </c:pt>
                <c:pt idx="4769">
                  <c:v>26-02-2019</c:v>
                </c:pt>
                <c:pt idx="4770">
                  <c:v>27-02-2019</c:v>
                </c:pt>
                <c:pt idx="4771">
                  <c:v>28-02-2019</c:v>
                </c:pt>
                <c:pt idx="4772">
                  <c:v>01-03-2019</c:v>
                </c:pt>
                <c:pt idx="4773">
                  <c:v>05-03-2019</c:v>
                </c:pt>
                <c:pt idx="4774">
                  <c:v>06-03-2019</c:v>
                </c:pt>
                <c:pt idx="4775">
                  <c:v>07-03-2019</c:v>
                </c:pt>
                <c:pt idx="4776">
                  <c:v>08-03-2019</c:v>
                </c:pt>
                <c:pt idx="4777">
                  <c:v>11-03-2019</c:v>
                </c:pt>
                <c:pt idx="4778">
                  <c:v>12-03-2019</c:v>
                </c:pt>
                <c:pt idx="4779">
                  <c:v>13-03-2019</c:v>
                </c:pt>
                <c:pt idx="4780">
                  <c:v>14-03-2019</c:v>
                </c:pt>
                <c:pt idx="4781">
                  <c:v>15-03-2019</c:v>
                </c:pt>
                <c:pt idx="4782">
                  <c:v>18-03-2019</c:v>
                </c:pt>
                <c:pt idx="4783">
                  <c:v>19-03-2019</c:v>
                </c:pt>
                <c:pt idx="4784">
                  <c:v>20-03-2019</c:v>
                </c:pt>
                <c:pt idx="4785">
                  <c:v>22-03-2019</c:v>
                </c:pt>
                <c:pt idx="4786">
                  <c:v>25-03-2019</c:v>
                </c:pt>
                <c:pt idx="4787">
                  <c:v>26-03-2019</c:v>
                </c:pt>
                <c:pt idx="4788">
                  <c:v>27-03-2019</c:v>
                </c:pt>
                <c:pt idx="4789">
                  <c:v>28-03-2019</c:v>
                </c:pt>
                <c:pt idx="4790">
                  <c:v>29-03-2019</c:v>
                </c:pt>
                <c:pt idx="4791">
                  <c:v>01-04-2019</c:v>
                </c:pt>
                <c:pt idx="4792">
                  <c:v>02-04-2019</c:v>
                </c:pt>
                <c:pt idx="4793">
                  <c:v>03-04-2019</c:v>
                </c:pt>
                <c:pt idx="4794">
                  <c:v>04-04-2019</c:v>
                </c:pt>
                <c:pt idx="4795">
                  <c:v>05-04-2019</c:v>
                </c:pt>
                <c:pt idx="4796">
                  <c:v>08-04-2019</c:v>
                </c:pt>
                <c:pt idx="4797">
                  <c:v>09-04-2019</c:v>
                </c:pt>
                <c:pt idx="4798">
                  <c:v>10-04-2019</c:v>
                </c:pt>
                <c:pt idx="4799">
                  <c:v>11-04-2019</c:v>
                </c:pt>
                <c:pt idx="4800">
                  <c:v>12-04-2019</c:v>
                </c:pt>
                <c:pt idx="4801">
                  <c:v>15-04-2019</c:v>
                </c:pt>
                <c:pt idx="4802">
                  <c:v>16-04-2019</c:v>
                </c:pt>
                <c:pt idx="4803">
                  <c:v>18-04-2019</c:v>
                </c:pt>
                <c:pt idx="4804">
                  <c:v>22-04-2019</c:v>
                </c:pt>
                <c:pt idx="4805">
                  <c:v>23-04-2019</c:v>
                </c:pt>
                <c:pt idx="4806">
                  <c:v>24-04-2019</c:v>
                </c:pt>
                <c:pt idx="4807">
                  <c:v>25-04-2019</c:v>
                </c:pt>
                <c:pt idx="4808">
                  <c:v>26-04-2019</c:v>
                </c:pt>
                <c:pt idx="4809">
                  <c:v>30-04-2019</c:v>
                </c:pt>
                <c:pt idx="4810">
                  <c:v>02-05-2019</c:v>
                </c:pt>
                <c:pt idx="4811">
                  <c:v>03-05-2019</c:v>
                </c:pt>
                <c:pt idx="4812">
                  <c:v>06-05-2019</c:v>
                </c:pt>
                <c:pt idx="4813">
                  <c:v>07-05-2019</c:v>
                </c:pt>
                <c:pt idx="4814">
                  <c:v>08-05-2019</c:v>
                </c:pt>
                <c:pt idx="4815">
                  <c:v>09-05-2019</c:v>
                </c:pt>
                <c:pt idx="4816">
                  <c:v>10-05-2019</c:v>
                </c:pt>
                <c:pt idx="4817">
                  <c:v>13-05-2019</c:v>
                </c:pt>
                <c:pt idx="4818">
                  <c:v>14-05-2019</c:v>
                </c:pt>
                <c:pt idx="4819">
                  <c:v>15-05-2019</c:v>
                </c:pt>
                <c:pt idx="4820">
                  <c:v>16-05-2019</c:v>
                </c:pt>
                <c:pt idx="4821">
                  <c:v>17-05-2019</c:v>
                </c:pt>
                <c:pt idx="4822">
                  <c:v>20-05-2019</c:v>
                </c:pt>
                <c:pt idx="4823">
                  <c:v>21-05-2019</c:v>
                </c:pt>
                <c:pt idx="4824">
                  <c:v>22-05-2019</c:v>
                </c:pt>
                <c:pt idx="4825">
                  <c:v>23-05-2019</c:v>
                </c:pt>
                <c:pt idx="4826">
                  <c:v>24-05-2019</c:v>
                </c:pt>
                <c:pt idx="4827">
                  <c:v>27-05-2019</c:v>
                </c:pt>
                <c:pt idx="4828">
                  <c:v>28-05-2019</c:v>
                </c:pt>
                <c:pt idx="4829">
                  <c:v>29-05-2019</c:v>
                </c:pt>
                <c:pt idx="4830">
                  <c:v>30-05-2019</c:v>
                </c:pt>
                <c:pt idx="4831">
                  <c:v>31-05-2019</c:v>
                </c:pt>
                <c:pt idx="4832">
                  <c:v>03-06-2019</c:v>
                </c:pt>
                <c:pt idx="4833">
                  <c:v>04-06-2019</c:v>
                </c:pt>
                <c:pt idx="4834">
                  <c:v>06-06-2019</c:v>
                </c:pt>
                <c:pt idx="4835">
                  <c:v>07-06-2019</c:v>
                </c:pt>
                <c:pt idx="4836">
                  <c:v>10-06-2019</c:v>
                </c:pt>
                <c:pt idx="4837">
                  <c:v>11-06-2019</c:v>
                </c:pt>
                <c:pt idx="4838">
                  <c:v>12-06-2019</c:v>
                </c:pt>
                <c:pt idx="4839">
                  <c:v>13-06-2019</c:v>
                </c:pt>
                <c:pt idx="4840">
                  <c:v>14-06-2019</c:v>
                </c:pt>
                <c:pt idx="4841">
                  <c:v>17-06-2019</c:v>
                </c:pt>
                <c:pt idx="4842">
                  <c:v>18-06-2019</c:v>
                </c:pt>
                <c:pt idx="4843">
                  <c:v>19-06-2019</c:v>
                </c:pt>
                <c:pt idx="4844">
                  <c:v>20-06-2019</c:v>
                </c:pt>
                <c:pt idx="4845">
                  <c:v>21-06-2019</c:v>
                </c:pt>
                <c:pt idx="4846">
                  <c:v>24-06-2019</c:v>
                </c:pt>
                <c:pt idx="4847">
                  <c:v>25-06-2019</c:v>
                </c:pt>
                <c:pt idx="4848">
                  <c:v>26-06-2019</c:v>
                </c:pt>
                <c:pt idx="4849">
                  <c:v>27-06-2019</c:v>
                </c:pt>
                <c:pt idx="4850">
                  <c:v>28-06-2019</c:v>
                </c:pt>
                <c:pt idx="4851">
                  <c:v>01-07-2019</c:v>
                </c:pt>
                <c:pt idx="4852">
                  <c:v>02-07-2019</c:v>
                </c:pt>
                <c:pt idx="4853">
                  <c:v>03-07-2019</c:v>
                </c:pt>
                <c:pt idx="4854">
                  <c:v>04-07-2019</c:v>
                </c:pt>
                <c:pt idx="4855">
                  <c:v>05-07-2019</c:v>
                </c:pt>
                <c:pt idx="4856">
                  <c:v>08-07-2019</c:v>
                </c:pt>
                <c:pt idx="4857">
                  <c:v>09-07-2019</c:v>
                </c:pt>
                <c:pt idx="4858">
                  <c:v>10-07-2019</c:v>
                </c:pt>
                <c:pt idx="4859">
                  <c:v>11-07-2019</c:v>
                </c:pt>
                <c:pt idx="4860">
                  <c:v>12-07-2019</c:v>
                </c:pt>
                <c:pt idx="4861">
                  <c:v>15-07-2019</c:v>
                </c:pt>
                <c:pt idx="4862">
                  <c:v>16-07-2019</c:v>
                </c:pt>
                <c:pt idx="4863">
                  <c:v>17-07-2019</c:v>
                </c:pt>
                <c:pt idx="4864">
                  <c:v>18-07-2019</c:v>
                </c:pt>
                <c:pt idx="4865">
                  <c:v>19-07-2019</c:v>
                </c:pt>
                <c:pt idx="4866">
                  <c:v>22-07-2019</c:v>
                </c:pt>
                <c:pt idx="4867">
                  <c:v>23-07-2019</c:v>
                </c:pt>
                <c:pt idx="4868">
                  <c:v>24-07-2019</c:v>
                </c:pt>
                <c:pt idx="4869">
                  <c:v>25-07-2019</c:v>
                </c:pt>
                <c:pt idx="4870">
                  <c:v>26-07-2019</c:v>
                </c:pt>
                <c:pt idx="4871">
                  <c:v>29-07-2019</c:v>
                </c:pt>
                <c:pt idx="4872">
                  <c:v>30-07-2019</c:v>
                </c:pt>
                <c:pt idx="4873">
                  <c:v>31-07-2019</c:v>
                </c:pt>
                <c:pt idx="4874">
                  <c:v>01-08-2019</c:v>
                </c:pt>
                <c:pt idx="4875">
                  <c:v>02-08-2019</c:v>
                </c:pt>
                <c:pt idx="4876">
                  <c:v>05-08-2019</c:v>
                </c:pt>
                <c:pt idx="4877">
                  <c:v>06-08-2019</c:v>
                </c:pt>
                <c:pt idx="4878">
                  <c:v>07-08-2019</c:v>
                </c:pt>
                <c:pt idx="4879">
                  <c:v>08-08-2019</c:v>
                </c:pt>
                <c:pt idx="4880">
                  <c:v>09-08-2019</c:v>
                </c:pt>
                <c:pt idx="4881">
                  <c:v>13-08-2019</c:v>
                </c:pt>
                <c:pt idx="4882">
                  <c:v>14-08-2019</c:v>
                </c:pt>
                <c:pt idx="4883">
                  <c:v>16-08-2019</c:v>
                </c:pt>
                <c:pt idx="4884">
                  <c:v>19-08-2019</c:v>
                </c:pt>
                <c:pt idx="4885">
                  <c:v>20-08-2019</c:v>
                </c:pt>
                <c:pt idx="4886">
                  <c:v>21-08-2019</c:v>
                </c:pt>
                <c:pt idx="4887">
                  <c:v>22-08-2019</c:v>
                </c:pt>
                <c:pt idx="4888">
                  <c:v>23-08-2019</c:v>
                </c:pt>
                <c:pt idx="4889">
                  <c:v>26-08-2019</c:v>
                </c:pt>
                <c:pt idx="4890">
                  <c:v>27-08-2019</c:v>
                </c:pt>
                <c:pt idx="4891">
                  <c:v>28-08-2019</c:v>
                </c:pt>
                <c:pt idx="4892">
                  <c:v>29-08-2019</c:v>
                </c:pt>
                <c:pt idx="4893">
                  <c:v>30-08-2019</c:v>
                </c:pt>
                <c:pt idx="4894">
                  <c:v>03-09-2019</c:v>
                </c:pt>
                <c:pt idx="4895">
                  <c:v>04-09-2019</c:v>
                </c:pt>
                <c:pt idx="4896">
                  <c:v>05-09-2019</c:v>
                </c:pt>
                <c:pt idx="4897">
                  <c:v>06-09-2019</c:v>
                </c:pt>
                <c:pt idx="4898">
                  <c:v>09-09-2019</c:v>
                </c:pt>
                <c:pt idx="4899">
                  <c:v>11-09-2019</c:v>
                </c:pt>
                <c:pt idx="4900">
                  <c:v>12-09-2019</c:v>
                </c:pt>
                <c:pt idx="4901">
                  <c:v>13-09-2019</c:v>
                </c:pt>
                <c:pt idx="4902">
                  <c:v>16-09-2019</c:v>
                </c:pt>
                <c:pt idx="4903">
                  <c:v>17-09-2019</c:v>
                </c:pt>
                <c:pt idx="4904">
                  <c:v>18-09-2019</c:v>
                </c:pt>
                <c:pt idx="4905">
                  <c:v>19-09-2019</c:v>
                </c:pt>
                <c:pt idx="4906">
                  <c:v>20-09-2019</c:v>
                </c:pt>
                <c:pt idx="4907">
                  <c:v>23-09-2019</c:v>
                </c:pt>
                <c:pt idx="4908">
                  <c:v>24-09-2019</c:v>
                </c:pt>
                <c:pt idx="4909">
                  <c:v>25-09-2019</c:v>
                </c:pt>
                <c:pt idx="4910">
                  <c:v>26-09-2019</c:v>
                </c:pt>
                <c:pt idx="4911">
                  <c:v>27-09-2019</c:v>
                </c:pt>
                <c:pt idx="4912">
                  <c:v>30-09-2019</c:v>
                </c:pt>
                <c:pt idx="4913">
                  <c:v>01-10-2019</c:v>
                </c:pt>
                <c:pt idx="4914">
                  <c:v>03-10-2019</c:v>
                </c:pt>
                <c:pt idx="4915">
                  <c:v>04-10-2019</c:v>
                </c:pt>
                <c:pt idx="4916">
                  <c:v>07-10-2019</c:v>
                </c:pt>
                <c:pt idx="4917">
                  <c:v>09-10-2019</c:v>
                </c:pt>
                <c:pt idx="4918">
                  <c:v>10-10-2019</c:v>
                </c:pt>
                <c:pt idx="4919">
                  <c:v>11-10-2019</c:v>
                </c:pt>
                <c:pt idx="4920">
                  <c:v>14-10-2019</c:v>
                </c:pt>
                <c:pt idx="4921">
                  <c:v>15-10-2019</c:v>
                </c:pt>
                <c:pt idx="4922">
                  <c:v>16-10-2019</c:v>
                </c:pt>
                <c:pt idx="4923">
                  <c:v>17-10-2019</c:v>
                </c:pt>
                <c:pt idx="4924">
                  <c:v>18-10-2019</c:v>
                </c:pt>
                <c:pt idx="4925">
                  <c:v>22-10-2019</c:v>
                </c:pt>
                <c:pt idx="4926">
                  <c:v>23-10-2019</c:v>
                </c:pt>
                <c:pt idx="4927">
                  <c:v>24-10-2019</c:v>
                </c:pt>
                <c:pt idx="4928">
                  <c:v>25-10-2019</c:v>
                </c:pt>
                <c:pt idx="4929">
                  <c:v>27-10-2019</c:v>
                </c:pt>
                <c:pt idx="4930">
                  <c:v>29-10-2019</c:v>
                </c:pt>
                <c:pt idx="4931">
                  <c:v>30-10-2019</c:v>
                </c:pt>
                <c:pt idx="4932">
                  <c:v>31-10-2019</c:v>
                </c:pt>
                <c:pt idx="4933">
                  <c:v>01-11-2019</c:v>
                </c:pt>
                <c:pt idx="4934">
                  <c:v>04-11-2019</c:v>
                </c:pt>
                <c:pt idx="4935">
                  <c:v>05-11-2019</c:v>
                </c:pt>
                <c:pt idx="4936">
                  <c:v>06-11-2019</c:v>
                </c:pt>
                <c:pt idx="4937">
                  <c:v>07-11-2019</c:v>
                </c:pt>
                <c:pt idx="4938">
                  <c:v>08-11-2019</c:v>
                </c:pt>
                <c:pt idx="4939">
                  <c:v>11-11-2019</c:v>
                </c:pt>
                <c:pt idx="4940">
                  <c:v>13-11-2019</c:v>
                </c:pt>
                <c:pt idx="4941">
                  <c:v>14-11-2019</c:v>
                </c:pt>
                <c:pt idx="4942">
                  <c:v>15-11-2019</c:v>
                </c:pt>
                <c:pt idx="4943">
                  <c:v>18-11-2019</c:v>
                </c:pt>
                <c:pt idx="4944">
                  <c:v>19-11-2019</c:v>
                </c:pt>
                <c:pt idx="4945">
                  <c:v>20-11-2019</c:v>
                </c:pt>
                <c:pt idx="4946">
                  <c:v>21-11-2019</c:v>
                </c:pt>
                <c:pt idx="4947">
                  <c:v>22-11-2019</c:v>
                </c:pt>
                <c:pt idx="4948">
                  <c:v>25-11-2019</c:v>
                </c:pt>
                <c:pt idx="4949">
                  <c:v>26-11-2019</c:v>
                </c:pt>
                <c:pt idx="4950">
                  <c:v>27-11-2019</c:v>
                </c:pt>
                <c:pt idx="4951">
                  <c:v>28-11-2019</c:v>
                </c:pt>
                <c:pt idx="4952">
                  <c:v>29-11-2019</c:v>
                </c:pt>
                <c:pt idx="4953">
                  <c:v>02-12-2019</c:v>
                </c:pt>
                <c:pt idx="4954">
                  <c:v>03-12-2019</c:v>
                </c:pt>
                <c:pt idx="4955">
                  <c:v>04-12-2019</c:v>
                </c:pt>
                <c:pt idx="4956">
                  <c:v>05-12-2019</c:v>
                </c:pt>
                <c:pt idx="4957">
                  <c:v>06-12-2019</c:v>
                </c:pt>
                <c:pt idx="4958">
                  <c:v>09-12-2019</c:v>
                </c:pt>
                <c:pt idx="4959">
                  <c:v>10-12-2019</c:v>
                </c:pt>
                <c:pt idx="4960">
                  <c:v>11-12-2019</c:v>
                </c:pt>
                <c:pt idx="4961">
                  <c:v>12-12-2019</c:v>
                </c:pt>
                <c:pt idx="4962">
                  <c:v>13-12-2019</c:v>
                </c:pt>
                <c:pt idx="4963">
                  <c:v>16-12-2019</c:v>
                </c:pt>
                <c:pt idx="4964">
                  <c:v>17-12-2019</c:v>
                </c:pt>
                <c:pt idx="4965">
                  <c:v>18-12-2019</c:v>
                </c:pt>
                <c:pt idx="4966">
                  <c:v>19-12-2019</c:v>
                </c:pt>
                <c:pt idx="4967">
                  <c:v>20-12-2019</c:v>
                </c:pt>
                <c:pt idx="4968">
                  <c:v>23-12-2019</c:v>
                </c:pt>
                <c:pt idx="4969">
                  <c:v>24-12-2019</c:v>
                </c:pt>
                <c:pt idx="4970">
                  <c:v>26-12-2019</c:v>
                </c:pt>
                <c:pt idx="4971">
                  <c:v>27-12-2019</c:v>
                </c:pt>
                <c:pt idx="4972">
                  <c:v>30-12-2019</c:v>
                </c:pt>
                <c:pt idx="4973">
                  <c:v>31-12-2019</c:v>
                </c:pt>
                <c:pt idx="4974">
                  <c:v>01-01-2020</c:v>
                </c:pt>
                <c:pt idx="4975">
                  <c:v>02-01-2020</c:v>
                </c:pt>
                <c:pt idx="4976">
                  <c:v>03-01-2020</c:v>
                </c:pt>
                <c:pt idx="4977">
                  <c:v>06-01-2020</c:v>
                </c:pt>
                <c:pt idx="4978">
                  <c:v>07-01-2020</c:v>
                </c:pt>
                <c:pt idx="4979">
                  <c:v>08-01-2020</c:v>
                </c:pt>
                <c:pt idx="4980">
                  <c:v>09-01-2020</c:v>
                </c:pt>
                <c:pt idx="4981">
                  <c:v>10-01-2020</c:v>
                </c:pt>
                <c:pt idx="4982">
                  <c:v>13-01-2020</c:v>
                </c:pt>
                <c:pt idx="4983">
                  <c:v>14-01-2020</c:v>
                </c:pt>
                <c:pt idx="4984">
                  <c:v>15-01-2020</c:v>
                </c:pt>
                <c:pt idx="4985">
                  <c:v>16-01-2020</c:v>
                </c:pt>
                <c:pt idx="4986">
                  <c:v>17-01-2020</c:v>
                </c:pt>
                <c:pt idx="4987">
                  <c:v>20-01-2020</c:v>
                </c:pt>
                <c:pt idx="4988">
                  <c:v>21-01-2020</c:v>
                </c:pt>
                <c:pt idx="4989">
                  <c:v>22-01-2020</c:v>
                </c:pt>
                <c:pt idx="4990">
                  <c:v>23-01-2020</c:v>
                </c:pt>
                <c:pt idx="4991">
                  <c:v>24-01-2020</c:v>
                </c:pt>
                <c:pt idx="4992">
                  <c:v>27-01-2020</c:v>
                </c:pt>
                <c:pt idx="4993">
                  <c:v>28-01-2020</c:v>
                </c:pt>
                <c:pt idx="4994">
                  <c:v>29-01-2020</c:v>
                </c:pt>
                <c:pt idx="4995">
                  <c:v>30-01-2020</c:v>
                </c:pt>
                <c:pt idx="4996">
                  <c:v>31-01-2020</c:v>
                </c:pt>
                <c:pt idx="4997">
                  <c:v>01-02-2020</c:v>
                </c:pt>
                <c:pt idx="4998">
                  <c:v>03-02-2020</c:v>
                </c:pt>
                <c:pt idx="4999">
                  <c:v>04-02-2020</c:v>
                </c:pt>
                <c:pt idx="5000">
                  <c:v>05-02-2020</c:v>
                </c:pt>
                <c:pt idx="5001">
                  <c:v>06-02-2020</c:v>
                </c:pt>
                <c:pt idx="5002">
                  <c:v>07-02-2020</c:v>
                </c:pt>
                <c:pt idx="5003">
                  <c:v>10-02-2020</c:v>
                </c:pt>
                <c:pt idx="5004">
                  <c:v>11-02-2020</c:v>
                </c:pt>
                <c:pt idx="5005">
                  <c:v>12-02-2020</c:v>
                </c:pt>
                <c:pt idx="5006">
                  <c:v>13-02-2020</c:v>
                </c:pt>
                <c:pt idx="5007">
                  <c:v>14-02-2020</c:v>
                </c:pt>
                <c:pt idx="5008">
                  <c:v>17-02-2020</c:v>
                </c:pt>
                <c:pt idx="5009">
                  <c:v>18-02-2020</c:v>
                </c:pt>
                <c:pt idx="5010">
                  <c:v>19-02-2020</c:v>
                </c:pt>
                <c:pt idx="5011">
                  <c:v>20-02-2020</c:v>
                </c:pt>
                <c:pt idx="5012">
                  <c:v>24-02-2020</c:v>
                </c:pt>
                <c:pt idx="5013">
                  <c:v>25-02-2020</c:v>
                </c:pt>
                <c:pt idx="5014">
                  <c:v>26-02-2020</c:v>
                </c:pt>
                <c:pt idx="5015">
                  <c:v>27-02-2020</c:v>
                </c:pt>
                <c:pt idx="5016">
                  <c:v>28-02-2020</c:v>
                </c:pt>
                <c:pt idx="5017">
                  <c:v>02-03-2020</c:v>
                </c:pt>
                <c:pt idx="5018">
                  <c:v>03-03-2020</c:v>
                </c:pt>
                <c:pt idx="5019">
                  <c:v>04-03-2020</c:v>
                </c:pt>
                <c:pt idx="5020">
                  <c:v>05-03-2020</c:v>
                </c:pt>
                <c:pt idx="5021">
                  <c:v>06-03-2020</c:v>
                </c:pt>
                <c:pt idx="5022">
                  <c:v>09-03-2020</c:v>
                </c:pt>
                <c:pt idx="5023">
                  <c:v>11-03-2020</c:v>
                </c:pt>
                <c:pt idx="5024">
                  <c:v>12-03-2020</c:v>
                </c:pt>
                <c:pt idx="5025">
                  <c:v>13-03-2020</c:v>
                </c:pt>
                <c:pt idx="5026">
                  <c:v>16-03-2020</c:v>
                </c:pt>
                <c:pt idx="5027">
                  <c:v>17-03-2020</c:v>
                </c:pt>
                <c:pt idx="5028">
                  <c:v>18-03-2020</c:v>
                </c:pt>
                <c:pt idx="5029">
                  <c:v>19-03-2020</c:v>
                </c:pt>
                <c:pt idx="5030">
                  <c:v>20-03-2020</c:v>
                </c:pt>
                <c:pt idx="5031">
                  <c:v>23-03-2020</c:v>
                </c:pt>
                <c:pt idx="5032">
                  <c:v>24-03-2020</c:v>
                </c:pt>
                <c:pt idx="5033">
                  <c:v>25-03-2020</c:v>
                </c:pt>
                <c:pt idx="5034">
                  <c:v>26-03-2020</c:v>
                </c:pt>
                <c:pt idx="5035">
                  <c:v>27-03-2020</c:v>
                </c:pt>
                <c:pt idx="5036">
                  <c:v>30-03-2020</c:v>
                </c:pt>
                <c:pt idx="5037">
                  <c:v>31-03-2020</c:v>
                </c:pt>
                <c:pt idx="5038">
                  <c:v>01-04-2020</c:v>
                </c:pt>
                <c:pt idx="5039">
                  <c:v>03-04-2020</c:v>
                </c:pt>
                <c:pt idx="5040">
                  <c:v>07-04-2020</c:v>
                </c:pt>
                <c:pt idx="5041">
                  <c:v>08-04-2020</c:v>
                </c:pt>
                <c:pt idx="5042">
                  <c:v>09-04-2020</c:v>
                </c:pt>
                <c:pt idx="5043">
                  <c:v>13-04-2020</c:v>
                </c:pt>
                <c:pt idx="5044">
                  <c:v>15-04-2020</c:v>
                </c:pt>
                <c:pt idx="5045">
                  <c:v>16-04-2020</c:v>
                </c:pt>
                <c:pt idx="5046">
                  <c:v>17-04-2020</c:v>
                </c:pt>
                <c:pt idx="5047">
                  <c:v>20-04-2020</c:v>
                </c:pt>
                <c:pt idx="5048">
                  <c:v>21-04-2020</c:v>
                </c:pt>
                <c:pt idx="5049">
                  <c:v>22-04-2020</c:v>
                </c:pt>
                <c:pt idx="5050">
                  <c:v>23-04-2020</c:v>
                </c:pt>
                <c:pt idx="5051">
                  <c:v>24-04-2020</c:v>
                </c:pt>
                <c:pt idx="5052">
                  <c:v>27-04-2020</c:v>
                </c:pt>
                <c:pt idx="5053">
                  <c:v>28-04-2020</c:v>
                </c:pt>
                <c:pt idx="5054">
                  <c:v>29-04-2020</c:v>
                </c:pt>
                <c:pt idx="5055">
                  <c:v>30-04-2020</c:v>
                </c:pt>
                <c:pt idx="5056">
                  <c:v>04-05-2020</c:v>
                </c:pt>
                <c:pt idx="5057">
                  <c:v>05-05-2020</c:v>
                </c:pt>
                <c:pt idx="5058">
                  <c:v>06-05-2020</c:v>
                </c:pt>
                <c:pt idx="5059">
                  <c:v>07-05-2020</c:v>
                </c:pt>
                <c:pt idx="5060">
                  <c:v>08-05-2020</c:v>
                </c:pt>
                <c:pt idx="5061">
                  <c:v>11-05-2020</c:v>
                </c:pt>
                <c:pt idx="5062">
                  <c:v>12-05-2020</c:v>
                </c:pt>
                <c:pt idx="5063">
                  <c:v>13-05-2020</c:v>
                </c:pt>
                <c:pt idx="5064">
                  <c:v>14-05-2020</c:v>
                </c:pt>
                <c:pt idx="5065">
                  <c:v>15-05-2020</c:v>
                </c:pt>
                <c:pt idx="5066">
                  <c:v>18-05-2020</c:v>
                </c:pt>
                <c:pt idx="5067">
                  <c:v>19-05-2020</c:v>
                </c:pt>
                <c:pt idx="5068">
                  <c:v>20-05-2020</c:v>
                </c:pt>
                <c:pt idx="5069">
                  <c:v>21-05-2020</c:v>
                </c:pt>
                <c:pt idx="5070">
                  <c:v>22-05-2020</c:v>
                </c:pt>
                <c:pt idx="5071">
                  <c:v>26-05-2020</c:v>
                </c:pt>
                <c:pt idx="5072">
                  <c:v>27-05-2020</c:v>
                </c:pt>
                <c:pt idx="5073">
                  <c:v>28-05-2020</c:v>
                </c:pt>
                <c:pt idx="5074">
                  <c:v>29-05-2020</c:v>
                </c:pt>
                <c:pt idx="5075">
                  <c:v>01-06-2020</c:v>
                </c:pt>
                <c:pt idx="5076">
                  <c:v>02-06-2020</c:v>
                </c:pt>
                <c:pt idx="5077">
                  <c:v>03-06-2020</c:v>
                </c:pt>
                <c:pt idx="5078">
                  <c:v>04-06-2020</c:v>
                </c:pt>
                <c:pt idx="5079">
                  <c:v>05-06-2020</c:v>
                </c:pt>
                <c:pt idx="5080">
                  <c:v>08-06-2020</c:v>
                </c:pt>
                <c:pt idx="5081">
                  <c:v>09-06-2020</c:v>
                </c:pt>
                <c:pt idx="5082">
                  <c:v>10-06-2020</c:v>
                </c:pt>
                <c:pt idx="5083">
                  <c:v>11-06-2020</c:v>
                </c:pt>
                <c:pt idx="5084">
                  <c:v>12-06-2020</c:v>
                </c:pt>
                <c:pt idx="5085">
                  <c:v>15-06-2020</c:v>
                </c:pt>
                <c:pt idx="5086">
                  <c:v>16-06-2020</c:v>
                </c:pt>
                <c:pt idx="5087">
                  <c:v>17-06-2020</c:v>
                </c:pt>
                <c:pt idx="5088">
                  <c:v>18-06-2020</c:v>
                </c:pt>
                <c:pt idx="5089">
                  <c:v>19-06-2020</c:v>
                </c:pt>
                <c:pt idx="5090">
                  <c:v>22-06-2020</c:v>
                </c:pt>
                <c:pt idx="5091">
                  <c:v>23-06-2020</c:v>
                </c:pt>
                <c:pt idx="5092">
                  <c:v>24-06-2020</c:v>
                </c:pt>
                <c:pt idx="5093">
                  <c:v>25-06-2020</c:v>
                </c:pt>
                <c:pt idx="5094">
                  <c:v>26-06-2020</c:v>
                </c:pt>
                <c:pt idx="5095">
                  <c:v>29-06-2020</c:v>
                </c:pt>
                <c:pt idx="5096">
                  <c:v>30-06-2020</c:v>
                </c:pt>
                <c:pt idx="5097">
                  <c:v>01-07-2020</c:v>
                </c:pt>
                <c:pt idx="5098">
                  <c:v>02-07-2020</c:v>
                </c:pt>
                <c:pt idx="5099">
                  <c:v>03-07-2020</c:v>
                </c:pt>
                <c:pt idx="5100">
                  <c:v>06-07-2020</c:v>
                </c:pt>
                <c:pt idx="5101">
                  <c:v>07-07-2020</c:v>
                </c:pt>
                <c:pt idx="5102">
                  <c:v>08-07-2020</c:v>
                </c:pt>
                <c:pt idx="5103">
                  <c:v>09-07-2020</c:v>
                </c:pt>
                <c:pt idx="5104">
                  <c:v>10-07-2020</c:v>
                </c:pt>
                <c:pt idx="5105">
                  <c:v>13-07-2020</c:v>
                </c:pt>
                <c:pt idx="5106">
                  <c:v>14-07-2020</c:v>
                </c:pt>
                <c:pt idx="5107">
                  <c:v>15-07-2020</c:v>
                </c:pt>
                <c:pt idx="5108">
                  <c:v>16-07-2020</c:v>
                </c:pt>
                <c:pt idx="5109">
                  <c:v>17-07-2020</c:v>
                </c:pt>
                <c:pt idx="5110">
                  <c:v>20-07-2020</c:v>
                </c:pt>
                <c:pt idx="5111">
                  <c:v>21-07-2020</c:v>
                </c:pt>
                <c:pt idx="5112">
                  <c:v>22-07-2020</c:v>
                </c:pt>
                <c:pt idx="5113">
                  <c:v>23-07-2020</c:v>
                </c:pt>
                <c:pt idx="5114">
                  <c:v>24-07-2020</c:v>
                </c:pt>
                <c:pt idx="5115">
                  <c:v>27-07-2020</c:v>
                </c:pt>
                <c:pt idx="5116">
                  <c:v>28-07-2020</c:v>
                </c:pt>
                <c:pt idx="5117">
                  <c:v>29-07-2020</c:v>
                </c:pt>
                <c:pt idx="5118">
                  <c:v>30-07-2020</c:v>
                </c:pt>
                <c:pt idx="5119">
                  <c:v>31-07-2020</c:v>
                </c:pt>
                <c:pt idx="5120">
                  <c:v>03-08-2020</c:v>
                </c:pt>
                <c:pt idx="5121">
                  <c:v>04-08-2020</c:v>
                </c:pt>
                <c:pt idx="5122">
                  <c:v>05-08-2020</c:v>
                </c:pt>
                <c:pt idx="5123">
                  <c:v>06-08-2020</c:v>
                </c:pt>
                <c:pt idx="5124">
                  <c:v>07-08-2020</c:v>
                </c:pt>
                <c:pt idx="5125">
                  <c:v>10-08-2020</c:v>
                </c:pt>
                <c:pt idx="5126">
                  <c:v>11-08-2020</c:v>
                </c:pt>
                <c:pt idx="5127">
                  <c:v>12-08-2020</c:v>
                </c:pt>
                <c:pt idx="5128">
                  <c:v>13-08-2020</c:v>
                </c:pt>
                <c:pt idx="5129">
                  <c:v>14-08-2020</c:v>
                </c:pt>
                <c:pt idx="5130">
                  <c:v>17-08-2020</c:v>
                </c:pt>
                <c:pt idx="5131">
                  <c:v>18-08-2020</c:v>
                </c:pt>
                <c:pt idx="5132">
                  <c:v>19-08-2020</c:v>
                </c:pt>
                <c:pt idx="5133">
                  <c:v>20-08-2020</c:v>
                </c:pt>
                <c:pt idx="5134">
                  <c:v>21-08-2020</c:v>
                </c:pt>
                <c:pt idx="5135">
                  <c:v>24-08-2020</c:v>
                </c:pt>
                <c:pt idx="5136">
                  <c:v>25-08-2020</c:v>
                </c:pt>
                <c:pt idx="5137">
                  <c:v>26-08-2020</c:v>
                </c:pt>
                <c:pt idx="5138">
                  <c:v>27-08-2020</c:v>
                </c:pt>
                <c:pt idx="5139">
                  <c:v>28-08-2020</c:v>
                </c:pt>
                <c:pt idx="5140">
                  <c:v>31-08-2020</c:v>
                </c:pt>
                <c:pt idx="5141">
                  <c:v>01-09-2020</c:v>
                </c:pt>
                <c:pt idx="5142">
                  <c:v>02-09-2020</c:v>
                </c:pt>
                <c:pt idx="5143">
                  <c:v>03-09-2020</c:v>
                </c:pt>
                <c:pt idx="5144">
                  <c:v>04-09-2020</c:v>
                </c:pt>
                <c:pt idx="5145">
                  <c:v>07-09-2020</c:v>
                </c:pt>
                <c:pt idx="5146">
                  <c:v>08-09-2020</c:v>
                </c:pt>
                <c:pt idx="5147">
                  <c:v>09-09-2020</c:v>
                </c:pt>
                <c:pt idx="5148">
                  <c:v>10-09-2020</c:v>
                </c:pt>
                <c:pt idx="5149">
                  <c:v>11-09-2020</c:v>
                </c:pt>
                <c:pt idx="5150">
                  <c:v>14-09-2020</c:v>
                </c:pt>
                <c:pt idx="5151">
                  <c:v>15-09-2020</c:v>
                </c:pt>
                <c:pt idx="5152">
                  <c:v>16-09-2020</c:v>
                </c:pt>
                <c:pt idx="5153">
                  <c:v>17-09-2020</c:v>
                </c:pt>
                <c:pt idx="5154">
                  <c:v>18-09-2020</c:v>
                </c:pt>
                <c:pt idx="5155">
                  <c:v>21-09-2020</c:v>
                </c:pt>
                <c:pt idx="5156">
                  <c:v>22-09-2020</c:v>
                </c:pt>
                <c:pt idx="5157">
                  <c:v>23-09-2020</c:v>
                </c:pt>
                <c:pt idx="5158">
                  <c:v>24-09-2020</c:v>
                </c:pt>
                <c:pt idx="5159">
                  <c:v>25-09-2020</c:v>
                </c:pt>
                <c:pt idx="5160">
                  <c:v>28-09-2020</c:v>
                </c:pt>
                <c:pt idx="5161">
                  <c:v>29-09-2020</c:v>
                </c:pt>
                <c:pt idx="5162">
                  <c:v>30-09-2020</c:v>
                </c:pt>
                <c:pt idx="5163">
                  <c:v>01-10-2020</c:v>
                </c:pt>
                <c:pt idx="5164">
                  <c:v>05-10-2020</c:v>
                </c:pt>
                <c:pt idx="5165">
                  <c:v>06-10-2020</c:v>
                </c:pt>
                <c:pt idx="5166">
                  <c:v>07-10-2020</c:v>
                </c:pt>
                <c:pt idx="5167">
                  <c:v>08-10-2020</c:v>
                </c:pt>
                <c:pt idx="5168">
                  <c:v>09-10-2020</c:v>
                </c:pt>
                <c:pt idx="5169">
                  <c:v>12-10-2020</c:v>
                </c:pt>
                <c:pt idx="5170">
                  <c:v>13-10-2020</c:v>
                </c:pt>
                <c:pt idx="5171">
                  <c:v>14-10-2020</c:v>
                </c:pt>
                <c:pt idx="5172">
                  <c:v>15-10-2020</c:v>
                </c:pt>
                <c:pt idx="5173">
                  <c:v>16-10-2020</c:v>
                </c:pt>
                <c:pt idx="5174">
                  <c:v>19-10-2020</c:v>
                </c:pt>
                <c:pt idx="5175">
                  <c:v>20-10-2020</c:v>
                </c:pt>
                <c:pt idx="5176">
                  <c:v>21-10-2020</c:v>
                </c:pt>
                <c:pt idx="5177">
                  <c:v>22-10-2020</c:v>
                </c:pt>
                <c:pt idx="5178">
                  <c:v>23-10-2020</c:v>
                </c:pt>
                <c:pt idx="5179">
                  <c:v>26-10-2020</c:v>
                </c:pt>
                <c:pt idx="5180">
                  <c:v>27-10-2020</c:v>
                </c:pt>
                <c:pt idx="5181">
                  <c:v>28-10-2020</c:v>
                </c:pt>
                <c:pt idx="5182">
                  <c:v>29-10-2020</c:v>
                </c:pt>
                <c:pt idx="5183">
                  <c:v>30-10-2020</c:v>
                </c:pt>
                <c:pt idx="5184">
                  <c:v>02-11-2020</c:v>
                </c:pt>
                <c:pt idx="5185">
                  <c:v>03-11-2020</c:v>
                </c:pt>
                <c:pt idx="5186">
                  <c:v>04-11-2020</c:v>
                </c:pt>
                <c:pt idx="5187">
                  <c:v>05-11-2020</c:v>
                </c:pt>
                <c:pt idx="5188">
                  <c:v>06-11-2020</c:v>
                </c:pt>
                <c:pt idx="5189">
                  <c:v>09-11-2020</c:v>
                </c:pt>
                <c:pt idx="5190">
                  <c:v>10-11-2020</c:v>
                </c:pt>
                <c:pt idx="5191">
                  <c:v>11-11-2020</c:v>
                </c:pt>
                <c:pt idx="5192">
                  <c:v>12-11-2020</c:v>
                </c:pt>
                <c:pt idx="5193">
                  <c:v>13-11-2020</c:v>
                </c:pt>
                <c:pt idx="5194">
                  <c:v>14-11-2020</c:v>
                </c:pt>
                <c:pt idx="5195">
                  <c:v>17-11-2020</c:v>
                </c:pt>
                <c:pt idx="5196">
                  <c:v>18-11-2020</c:v>
                </c:pt>
                <c:pt idx="5197">
                  <c:v>19-11-2020</c:v>
                </c:pt>
                <c:pt idx="5198">
                  <c:v>20-11-2020</c:v>
                </c:pt>
                <c:pt idx="5199">
                  <c:v>23-11-2020</c:v>
                </c:pt>
                <c:pt idx="5200">
                  <c:v>24-11-2020</c:v>
                </c:pt>
                <c:pt idx="5201">
                  <c:v>25-11-2020</c:v>
                </c:pt>
                <c:pt idx="5202">
                  <c:v>26-11-2020</c:v>
                </c:pt>
                <c:pt idx="5203">
                  <c:v>27-11-2020</c:v>
                </c:pt>
                <c:pt idx="5204">
                  <c:v>01-12-2020</c:v>
                </c:pt>
                <c:pt idx="5205">
                  <c:v>02-12-2020</c:v>
                </c:pt>
                <c:pt idx="5206">
                  <c:v>03-12-2020</c:v>
                </c:pt>
                <c:pt idx="5207">
                  <c:v>04-12-2020</c:v>
                </c:pt>
                <c:pt idx="5208">
                  <c:v>07-12-2020</c:v>
                </c:pt>
                <c:pt idx="5209">
                  <c:v>08-12-2020</c:v>
                </c:pt>
                <c:pt idx="5210">
                  <c:v>09-12-2020</c:v>
                </c:pt>
                <c:pt idx="5211">
                  <c:v>10-12-2020</c:v>
                </c:pt>
                <c:pt idx="5212">
                  <c:v>11-12-2020</c:v>
                </c:pt>
                <c:pt idx="5213">
                  <c:v>14-12-2020</c:v>
                </c:pt>
                <c:pt idx="5214">
                  <c:v>15-12-2020</c:v>
                </c:pt>
                <c:pt idx="5215">
                  <c:v>16-12-2020</c:v>
                </c:pt>
                <c:pt idx="5216">
                  <c:v>17-12-2020</c:v>
                </c:pt>
                <c:pt idx="5217">
                  <c:v>18-12-2020</c:v>
                </c:pt>
                <c:pt idx="5218">
                  <c:v>21-12-2020</c:v>
                </c:pt>
                <c:pt idx="5219">
                  <c:v>22-12-2020</c:v>
                </c:pt>
                <c:pt idx="5220">
                  <c:v>23-12-2020</c:v>
                </c:pt>
                <c:pt idx="5221">
                  <c:v>24-12-2020</c:v>
                </c:pt>
                <c:pt idx="5222">
                  <c:v>28-12-2020</c:v>
                </c:pt>
                <c:pt idx="5223">
                  <c:v>29-12-2020</c:v>
                </c:pt>
                <c:pt idx="5224">
                  <c:v>30-12-2020</c:v>
                </c:pt>
                <c:pt idx="5225">
                  <c:v>31-12-2020</c:v>
                </c:pt>
                <c:pt idx="5226">
                  <c:v>01-01-2021</c:v>
                </c:pt>
                <c:pt idx="5227">
                  <c:v>04-01-2021</c:v>
                </c:pt>
                <c:pt idx="5228">
                  <c:v>05-01-2021</c:v>
                </c:pt>
                <c:pt idx="5229">
                  <c:v>06-01-2021</c:v>
                </c:pt>
                <c:pt idx="5230">
                  <c:v>07-01-2021</c:v>
                </c:pt>
                <c:pt idx="5231">
                  <c:v>08-01-2021</c:v>
                </c:pt>
                <c:pt idx="5232">
                  <c:v>11-01-2021</c:v>
                </c:pt>
                <c:pt idx="5233">
                  <c:v>12-01-2021</c:v>
                </c:pt>
                <c:pt idx="5234">
                  <c:v>13-01-2021</c:v>
                </c:pt>
                <c:pt idx="5235">
                  <c:v>14-01-2021</c:v>
                </c:pt>
                <c:pt idx="5236">
                  <c:v>15-01-2021</c:v>
                </c:pt>
                <c:pt idx="5237">
                  <c:v>18-01-2021</c:v>
                </c:pt>
                <c:pt idx="5238">
                  <c:v>19-01-2021</c:v>
                </c:pt>
                <c:pt idx="5239">
                  <c:v>20-01-2021</c:v>
                </c:pt>
                <c:pt idx="5240">
                  <c:v>21-01-2021</c:v>
                </c:pt>
                <c:pt idx="5241">
                  <c:v>22-01-2021</c:v>
                </c:pt>
                <c:pt idx="5242">
                  <c:v>25-01-2021</c:v>
                </c:pt>
                <c:pt idx="5243">
                  <c:v>27-01-2021</c:v>
                </c:pt>
                <c:pt idx="5244">
                  <c:v>28-01-2021</c:v>
                </c:pt>
                <c:pt idx="5245">
                  <c:v>29-01-2021</c:v>
                </c:pt>
                <c:pt idx="5246">
                  <c:v>01-02-2021</c:v>
                </c:pt>
                <c:pt idx="5247">
                  <c:v>02-02-2021</c:v>
                </c:pt>
                <c:pt idx="5248">
                  <c:v>03-02-2021</c:v>
                </c:pt>
                <c:pt idx="5249">
                  <c:v>04-02-2021</c:v>
                </c:pt>
                <c:pt idx="5250">
                  <c:v>05-02-2021</c:v>
                </c:pt>
                <c:pt idx="5251">
                  <c:v>08-02-2021</c:v>
                </c:pt>
                <c:pt idx="5252">
                  <c:v>09-02-2021</c:v>
                </c:pt>
                <c:pt idx="5253">
                  <c:v>10-02-2021</c:v>
                </c:pt>
                <c:pt idx="5254">
                  <c:v>11-02-2021</c:v>
                </c:pt>
                <c:pt idx="5255">
                  <c:v>12-02-2021</c:v>
                </c:pt>
                <c:pt idx="5256">
                  <c:v>15-02-2021</c:v>
                </c:pt>
                <c:pt idx="5257">
                  <c:v>16-02-2021</c:v>
                </c:pt>
                <c:pt idx="5258">
                  <c:v>17-02-2021</c:v>
                </c:pt>
                <c:pt idx="5259">
                  <c:v>18-02-2021</c:v>
                </c:pt>
                <c:pt idx="5260">
                  <c:v>19-02-2021</c:v>
                </c:pt>
                <c:pt idx="5261">
                  <c:v>22-02-2021</c:v>
                </c:pt>
                <c:pt idx="5262">
                  <c:v>23-02-2021</c:v>
                </c:pt>
                <c:pt idx="5263">
                  <c:v>24-02-2021</c:v>
                </c:pt>
                <c:pt idx="5264">
                  <c:v>25-02-2021</c:v>
                </c:pt>
                <c:pt idx="5265">
                  <c:v>26-02-2021</c:v>
                </c:pt>
                <c:pt idx="5266">
                  <c:v>01-03-2021</c:v>
                </c:pt>
                <c:pt idx="5267">
                  <c:v>02-03-2021</c:v>
                </c:pt>
                <c:pt idx="5268">
                  <c:v>03-03-2021</c:v>
                </c:pt>
                <c:pt idx="5269">
                  <c:v>04-03-2021</c:v>
                </c:pt>
                <c:pt idx="5270">
                  <c:v>05-03-2021</c:v>
                </c:pt>
                <c:pt idx="5271">
                  <c:v>08-03-2021</c:v>
                </c:pt>
                <c:pt idx="5272">
                  <c:v>09-03-2021</c:v>
                </c:pt>
                <c:pt idx="5273">
                  <c:v>10-03-2021</c:v>
                </c:pt>
                <c:pt idx="5274">
                  <c:v>12-03-2021</c:v>
                </c:pt>
                <c:pt idx="5275">
                  <c:v>15-03-2021</c:v>
                </c:pt>
                <c:pt idx="5276">
                  <c:v>16-03-2021</c:v>
                </c:pt>
                <c:pt idx="5277">
                  <c:v>17-03-2021</c:v>
                </c:pt>
                <c:pt idx="5278">
                  <c:v>18-03-2021</c:v>
                </c:pt>
                <c:pt idx="5279">
                  <c:v>19-03-2021</c:v>
                </c:pt>
                <c:pt idx="5280">
                  <c:v>22-03-2021</c:v>
                </c:pt>
                <c:pt idx="5281">
                  <c:v>23-03-2021</c:v>
                </c:pt>
                <c:pt idx="5282">
                  <c:v>24-03-2021</c:v>
                </c:pt>
                <c:pt idx="5283">
                  <c:v>25-03-2021</c:v>
                </c:pt>
                <c:pt idx="5284">
                  <c:v>26-03-2021</c:v>
                </c:pt>
                <c:pt idx="5285">
                  <c:v>30-03-2021</c:v>
                </c:pt>
                <c:pt idx="5286">
                  <c:v>31-03-2021</c:v>
                </c:pt>
                <c:pt idx="5287">
                  <c:v>01-04-2021</c:v>
                </c:pt>
                <c:pt idx="5288">
                  <c:v>05-04-2021</c:v>
                </c:pt>
                <c:pt idx="5289">
                  <c:v>06-04-2021</c:v>
                </c:pt>
                <c:pt idx="5290">
                  <c:v>07-04-2021</c:v>
                </c:pt>
                <c:pt idx="5291">
                  <c:v>08-04-2021</c:v>
                </c:pt>
                <c:pt idx="5292">
                  <c:v>09-04-2021</c:v>
                </c:pt>
                <c:pt idx="5293">
                  <c:v>12-04-2021</c:v>
                </c:pt>
                <c:pt idx="5294">
                  <c:v>13-04-2021</c:v>
                </c:pt>
                <c:pt idx="5295">
                  <c:v>15-04-2021</c:v>
                </c:pt>
                <c:pt idx="5296">
                  <c:v>16-04-2021</c:v>
                </c:pt>
                <c:pt idx="5297">
                  <c:v>19-04-2021</c:v>
                </c:pt>
                <c:pt idx="5298">
                  <c:v>20-04-2021</c:v>
                </c:pt>
                <c:pt idx="5299">
                  <c:v>22-04-2021</c:v>
                </c:pt>
                <c:pt idx="5300">
                  <c:v>23-04-2021</c:v>
                </c:pt>
                <c:pt idx="5301">
                  <c:v>26-04-2021</c:v>
                </c:pt>
                <c:pt idx="5302">
                  <c:v>27-04-2021</c:v>
                </c:pt>
                <c:pt idx="5303">
                  <c:v>28-04-2021</c:v>
                </c:pt>
                <c:pt idx="5304">
                  <c:v>29-04-2021</c:v>
                </c:pt>
                <c:pt idx="5305">
                  <c:v>30-04-2021</c:v>
                </c:pt>
              </c:strCache>
            </c:strRef>
          </c:cat>
          <c:val>
            <c:numRef>
              <c:f>CONSUMERPIVOT!$C$3:$C$5309</c:f>
              <c:numCache>
                <c:formatCode>General</c:formatCode>
                <c:ptCount val="5306"/>
                <c:pt idx="0">
                  <c:v>2307.5500000000002</c:v>
                </c:pt>
                <c:pt idx="1">
                  <c:v>2281.0500000000002</c:v>
                </c:pt>
                <c:pt idx="2">
                  <c:v>2199.9</c:v>
                </c:pt>
                <c:pt idx="3">
                  <c:v>2288.1999999999998</c:v>
                </c:pt>
                <c:pt idx="4">
                  <c:v>2412.9499999999998</c:v>
                </c:pt>
                <c:pt idx="5">
                  <c:v>2431.25</c:v>
                </c:pt>
                <c:pt idx="6">
                  <c:v>2485.8000000000002</c:v>
                </c:pt>
                <c:pt idx="7">
                  <c:v>2647.8</c:v>
                </c:pt>
                <c:pt idx="8">
                  <c:v>2786.65</c:v>
                </c:pt>
                <c:pt idx="9">
                  <c:v>2702.1</c:v>
                </c:pt>
                <c:pt idx="10">
                  <c:v>2598.25</c:v>
                </c:pt>
                <c:pt idx="11">
                  <c:v>2561.4499999999998</c:v>
                </c:pt>
                <c:pt idx="12">
                  <c:v>2528.9499999999998</c:v>
                </c:pt>
                <c:pt idx="13">
                  <c:v>2524.4</c:v>
                </c:pt>
                <c:pt idx="14">
                  <c:v>2548.1</c:v>
                </c:pt>
                <c:pt idx="15">
                  <c:v>2578.5</c:v>
                </c:pt>
                <c:pt idx="16">
                  <c:v>2552.0500000000002</c:v>
                </c:pt>
                <c:pt idx="17">
                  <c:v>2559.65</c:v>
                </c:pt>
                <c:pt idx="18">
                  <c:v>2523.75</c:v>
                </c:pt>
                <c:pt idx="19">
                  <c:v>2440</c:v>
                </c:pt>
                <c:pt idx="20">
                  <c:v>2326.6999999999998</c:v>
                </c:pt>
                <c:pt idx="21">
                  <c:v>2406.9499999999998</c:v>
                </c:pt>
                <c:pt idx="22">
                  <c:v>2437.9</c:v>
                </c:pt>
                <c:pt idx="23">
                  <c:v>2346.75</c:v>
                </c:pt>
                <c:pt idx="24">
                  <c:v>2308.9499999999998</c:v>
                </c:pt>
                <c:pt idx="25">
                  <c:v>2306.9499999999998</c:v>
                </c:pt>
                <c:pt idx="26">
                  <c:v>2418.1</c:v>
                </c:pt>
                <c:pt idx="27">
                  <c:v>2331.1</c:v>
                </c:pt>
                <c:pt idx="28">
                  <c:v>2376.5</c:v>
                </c:pt>
                <c:pt idx="29">
                  <c:v>2300.3000000000002</c:v>
                </c:pt>
                <c:pt idx="30">
                  <c:v>2302</c:v>
                </c:pt>
                <c:pt idx="31">
                  <c:v>2311.0500000000002</c:v>
                </c:pt>
                <c:pt idx="32">
                  <c:v>2327.0500000000002</c:v>
                </c:pt>
                <c:pt idx="33">
                  <c:v>2513</c:v>
                </c:pt>
                <c:pt idx="34">
                  <c:v>2714.05</c:v>
                </c:pt>
                <c:pt idx="35">
                  <c:v>2931.2</c:v>
                </c:pt>
                <c:pt idx="36">
                  <c:v>2875.9</c:v>
                </c:pt>
                <c:pt idx="37">
                  <c:v>3086.75</c:v>
                </c:pt>
                <c:pt idx="38">
                  <c:v>3141.25</c:v>
                </c:pt>
                <c:pt idx="39">
                  <c:v>3055.55</c:v>
                </c:pt>
                <c:pt idx="40">
                  <c:v>2864.2</c:v>
                </c:pt>
                <c:pt idx="41">
                  <c:v>2990.7</c:v>
                </c:pt>
                <c:pt idx="42">
                  <c:v>2817.8</c:v>
                </c:pt>
                <c:pt idx="43">
                  <c:v>2593.6</c:v>
                </c:pt>
                <c:pt idx="44">
                  <c:v>2473.1999999999998</c:v>
                </c:pt>
                <c:pt idx="45">
                  <c:v>2482.5</c:v>
                </c:pt>
                <c:pt idx="46">
                  <c:v>2492.3000000000002</c:v>
                </c:pt>
                <c:pt idx="47">
                  <c:v>2402.1</c:v>
                </c:pt>
                <c:pt idx="48">
                  <c:v>2362.6999999999998</c:v>
                </c:pt>
                <c:pt idx="49">
                  <c:v>2519.1999999999998</c:v>
                </c:pt>
                <c:pt idx="50">
                  <c:v>2668.15</c:v>
                </c:pt>
                <c:pt idx="51">
                  <c:v>2881.6</c:v>
                </c:pt>
                <c:pt idx="52">
                  <c:v>2916.25</c:v>
                </c:pt>
                <c:pt idx="53">
                  <c:v>2828.6</c:v>
                </c:pt>
                <c:pt idx="54">
                  <c:v>2714</c:v>
                </c:pt>
                <c:pt idx="55">
                  <c:v>2640.75</c:v>
                </c:pt>
                <c:pt idx="56">
                  <c:v>2613.35</c:v>
                </c:pt>
                <c:pt idx="57">
                  <c:v>2505.1999999999998</c:v>
                </c:pt>
                <c:pt idx="58">
                  <c:v>2508.25</c:v>
                </c:pt>
                <c:pt idx="59">
                  <c:v>2480.15</c:v>
                </c:pt>
                <c:pt idx="60">
                  <c:v>2517.4</c:v>
                </c:pt>
                <c:pt idx="61">
                  <c:v>2412.4</c:v>
                </c:pt>
                <c:pt idx="62">
                  <c:v>2605.4</c:v>
                </c:pt>
                <c:pt idx="63">
                  <c:v>2397.8000000000002</c:v>
                </c:pt>
                <c:pt idx="64">
                  <c:v>2540.4499999999998</c:v>
                </c:pt>
                <c:pt idx="65">
                  <c:v>2548.5</c:v>
                </c:pt>
                <c:pt idx="66">
                  <c:v>2736.35</c:v>
                </c:pt>
                <c:pt idx="67">
                  <c:v>2744.6</c:v>
                </c:pt>
                <c:pt idx="68">
                  <c:v>2703.5</c:v>
                </c:pt>
                <c:pt idx="69">
                  <c:v>2631.55</c:v>
                </c:pt>
                <c:pt idx="70">
                  <c:v>2577.8000000000002</c:v>
                </c:pt>
                <c:pt idx="71">
                  <c:v>2480.9</c:v>
                </c:pt>
                <c:pt idx="72">
                  <c:v>2466.1999999999998</c:v>
                </c:pt>
                <c:pt idx="73">
                  <c:v>2503.65</c:v>
                </c:pt>
                <c:pt idx="74">
                  <c:v>2529.1</c:v>
                </c:pt>
                <c:pt idx="75">
                  <c:v>2545</c:v>
                </c:pt>
                <c:pt idx="76">
                  <c:v>2428.6999999999998</c:v>
                </c:pt>
                <c:pt idx="77">
                  <c:v>2498.15</c:v>
                </c:pt>
                <c:pt idx="78">
                  <c:v>2475.15</c:v>
                </c:pt>
                <c:pt idx="79">
                  <c:v>2398</c:v>
                </c:pt>
                <c:pt idx="80">
                  <c:v>2186.8000000000002</c:v>
                </c:pt>
                <c:pt idx="81">
                  <c:v>2185.9499999999998</c:v>
                </c:pt>
                <c:pt idx="82">
                  <c:v>2409.9499999999998</c:v>
                </c:pt>
                <c:pt idx="83">
                  <c:v>2536.5</c:v>
                </c:pt>
                <c:pt idx="84">
                  <c:v>2392.9499999999998</c:v>
                </c:pt>
                <c:pt idx="85">
                  <c:v>2456.0500000000002</c:v>
                </c:pt>
                <c:pt idx="86">
                  <c:v>2415.9</c:v>
                </c:pt>
                <c:pt idx="87">
                  <c:v>2290.9499999999998</c:v>
                </c:pt>
                <c:pt idx="88">
                  <c:v>2278.15</c:v>
                </c:pt>
                <c:pt idx="89">
                  <c:v>2323.4</c:v>
                </c:pt>
                <c:pt idx="90">
                  <c:v>2328.6</c:v>
                </c:pt>
                <c:pt idx="91">
                  <c:v>2317.1999999999998</c:v>
                </c:pt>
                <c:pt idx="92">
                  <c:v>2354.8000000000002</c:v>
                </c:pt>
                <c:pt idx="93">
                  <c:v>2246.6</c:v>
                </c:pt>
                <c:pt idx="94">
                  <c:v>2220.85</c:v>
                </c:pt>
                <c:pt idx="95">
                  <c:v>2203.5500000000002</c:v>
                </c:pt>
                <c:pt idx="96">
                  <c:v>2221.15</c:v>
                </c:pt>
                <c:pt idx="97">
                  <c:v>2236.25</c:v>
                </c:pt>
                <c:pt idx="98">
                  <c:v>2503</c:v>
                </c:pt>
                <c:pt idx="99">
                  <c:v>2572.3000000000002</c:v>
                </c:pt>
                <c:pt idx="100">
                  <c:v>2548.65</c:v>
                </c:pt>
                <c:pt idx="101">
                  <c:v>2578.8000000000002</c:v>
                </c:pt>
                <c:pt idx="102">
                  <c:v>2490.35</c:v>
                </c:pt>
                <c:pt idx="103">
                  <c:v>2554.85</c:v>
                </c:pt>
                <c:pt idx="104">
                  <c:v>2564.9</c:v>
                </c:pt>
                <c:pt idx="105">
                  <c:v>2592.1999999999998</c:v>
                </c:pt>
                <c:pt idx="106">
                  <c:v>2575.1</c:v>
                </c:pt>
                <c:pt idx="107">
                  <c:v>2611.3000000000002</c:v>
                </c:pt>
                <c:pt idx="108">
                  <c:v>2605.0500000000002</c:v>
                </c:pt>
                <c:pt idx="109">
                  <c:v>2536.5500000000002</c:v>
                </c:pt>
                <c:pt idx="110">
                  <c:v>2499.3000000000002</c:v>
                </c:pt>
                <c:pt idx="111">
                  <c:v>2533.4</c:v>
                </c:pt>
                <c:pt idx="112">
                  <c:v>2484.6</c:v>
                </c:pt>
                <c:pt idx="113">
                  <c:v>2492.1999999999998</c:v>
                </c:pt>
                <c:pt idx="114">
                  <c:v>2533.65</c:v>
                </c:pt>
                <c:pt idx="115">
                  <c:v>2511.4</c:v>
                </c:pt>
                <c:pt idx="116">
                  <c:v>2573.1999999999998</c:v>
                </c:pt>
                <c:pt idx="117">
                  <c:v>2655.65</c:v>
                </c:pt>
                <c:pt idx="118">
                  <c:v>2806.95</c:v>
                </c:pt>
                <c:pt idx="119">
                  <c:v>2759.85</c:v>
                </c:pt>
                <c:pt idx="120">
                  <c:v>2823.65</c:v>
                </c:pt>
                <c:pt idx="121">
                  <c:v>2881.75</c:v>
                </c:pt>
                <c:pt idx="122">
                  <c:v>2889.5</c:v>
                </c:pt>
                <c:pt idx="123">
                  <c:v>2837.7</c:v>
                </c:pt>
                <c:pt idx="124">
                  <c:v>2704.45</c:v>
                </c:pt>
                <c:pt idx="125">
                  <c:v>2771.7</c:v>
                </c:pt>
                <c:pt idx="126">
                  <c:v>286.7</c:v>
                </c:pt>
                <c:pt idx="127">
                  <c:v>279.8</c:v>
                </c:pt>
                <c:pt idx="128">
                  <c:v>276.89999999999998</c:v>
                </c:pt>
                <c:pt idx="129">
                  <c:v>279</c:v>
                </c:pt>
                <c:pt idx="130">
                  <c:v>278.10000000000002</c:v>
                </c:pt>
                <c:pt idx="131">
                  <c:v>282.55</c:v>
                </c:pt>
                <c:pt idx="132">
                  <c:v>292.89999999999998</c:v>
                </c:pt>
                <c:pt idx="133">
                  <c:v>295.2</c:v>
                </c:pt>
                <c:pt idx="134">
                  <c:v>278.39999999999998</c:v>
                </c:pt>
                <c:pt idx="135">
                  <c:v>275.95</c:v>
                </c:pt>
                <c:pt idx="136">
                  <c:v>267.55</c:v>
                </c:pt>
                <c:pt idx="137">
                  <c:v>261.8</c:v>
                </c:pt>
                <c:pt idx="138">
                  <c:v>256.5</c:v>
                </c:pt>
                <c:pt idx="139">
                  <c:v>240.4</c:v>
                </c:pt>
                <c:pt idx="140">
                  <c:v>239.5</c:v>
                </c:pt>
                <c:pt idx="141">
                  <c:v>240.75</c:v>
                </c:pt>
                <c:pt idx="142">
                  <c:v>240.55</c:v>
                </c:pt>
                <c:pt idx="143">
                  <c:v>236.4</c:v>
                </c:pt>
                <c:pt idx="144">
                  <c:v>240.75</c:v>
                </c:pt>
                <c:pt idx="145">
                  <c:v>240.75</c:v>
                </c:pt>
                <c:pt idx="146">
                  <c:v>240.7</c:v>
                </c:pt>
                <c:pt idx="147">
                  <c:v>238.2</c:v>
                </c:pt>
                <c:pt idx="148">
                  <c:v>255.8</c:v>
                </c:pt>
                <c:pt idx="149">
                  <c:v>256</c:v>
                </c:pt>
                <c:pt idx="150">
                  <c:v>250.15</c:v>
                </c:pt>
                <c:pt idx="151">
                  <c:v>239.85</c:v>
                </c:pt>
                <c:pt idx="152">
                  <c:v>240.7</c:v>
                </c:pt>
                <c:pt idx="153">
                  <c:v>232.8</c:v>
                </c:pt>
                <c:pt idx="154">
                  <c:v>235.8</c:v>
                </c:pt>
                <c:pt idx="155">
                  <c:v>243.7</c:v>
                </c:pt>
                <c:pt idx="156">
                  <c:v>243.25</c:v>
                </c:pt>
                <c:pt idx="157">
                  <c:v>244.7</c:v>
                </c:pt>
                <c:pt idx="158">
                  <c:v>245.25</c:v>
                </c:pt>
                <c:pt idx="159">
                  <c:v>242.55</c:v>
                </c:pt>
                <c:pt idx="160">
                  <c:v>248.6</c:v>
                </c:pt>
                <c:pt idx="161">
                  <c:v>244.1</c:v>
                </c:pt>
                <c:pt idx="162">
                  <c:v>241.35</c:v>
                </c:pt>
                <c:pt idx="163">
                  <c:v>241.25</c:v>
                </c:pt>
                <c:pt idx="164">
                  <c:v>238.8</c:v>
                </c:pt>
                <c:pt idx="165">
                  <c:v>238.95</c:v>
                </c:pt>
                <c:pt idx="166">
                  <c:v>238.95</c:v>
                </c:pt>
                <c:pt idx="167">
                  <c:v>246.2</c:v>
                </c:pt>
                <c:pt idx="168">
                  <c:v>244.35</c:v>
                </c:pt>
                <c:pt idx="169">
                  <c:v>251.85</c:v>
                </c:pt>
                <c:pt idx="170">
                  <c:v>252.1</c:v>
                </c:pt>
                <c:pt idx="171">
                  <c:v>249.35</c:v>
                </c:pt>
                <c:pt idx="172">
                  <c:v>251.25</c:v>
                </c:pt>
                <c:pt idx="173">
                  <c:v>252.75</c:v>
                </c:pt>
                <c:pt idx="174">
                  <c:v>249.35</c:v>
                </c:pt>
                <c:pt idx="175">
                  <c:v>240.9</c:v>
                </c:pt>
                <c:pt idx="176">
                  <c:v>240.75</c:v>
                </c:pt>
                <c:pt idx="177">
                  <c:v>237.6</c:v>
                </c:pt>
                <c:pt idx="178">
                  <c:v>231.65</c:v>
                </c:pt>
                <c:pt idx="179">
                  <c:v>229.75</c:v>
                </c:pt>
                <c:pt idx="180">
                  <c:v>232.25</c:v>
                </c:pt>
                <c:pt idx="181">
                  <c:v>222.65</c:v>
                </c:pt>
                <c:pt idx="182">
                  <c:v>212</c:v>
                </c:pt>
                <c:pt idx="183">
                  <c:v>210.95</c:v>
                </c:pt>
                <c:pt idx="184">
                  <c:v>213.25</c:v>
                </c:pt>
                <c:pt idx="185">
                  <c:v>200.4</c:v>
                </c:pt>
                <c:pt idx="186">
                  <c:v>208.55</c:v>
                </c:pt>
                <c:pt idx="187">
                  <c:v>211.75</c:v>
                </c:pt>
                <c:pt idx="188">
                  <c:v>214.05</c:v>
                </c:pt>
                <c:pt idx="189">
                  <c:v>214.9</c:v>
                </c:pt>
                <c:pt idx="190">
                  <c:v>213.85</c:v>
                </c:pt>
                <c:pt idx="191">
                  <c:v>206</c:v>
                </c:pt>
                <c:pt idx="192">
                  <c:v>191.3</c:v>
                </c:pt>
                <c:pt idx="193">
                  <c:v>189.7</c:v>
                </c:pt>
                <c:pt idx="194">
                  <c:v>192.5</c:v>
                </c:pt>
                <c:pt idx="195">
                  <c:v>185</c:v>
                </c:pt>
                <c:pt idx="196">
                  <c:v>172.9</c:v>
                </c:pt>
                <c:pt idx="197">
                  <c:v>172.35</c:v>
                </c:pt>
                <c:pt idx="198">
                  <c:v>172.1</c:v>
                </c:pt>
                <c:pt idx="199">
                  <c:v>177.35</c:v>
                </c:pt>
                <c:pt idx="200">
                  <c:v>174.7</c:v>
                </c:pt>
                <c:pt idx="201">
                  <c:v>170.4</c:v>
                </c:pt>
                <c:pt idx="202">
                  <c:v>168.8</c:v>
                </c:pt>
                <c:pt idx="203">
                  <c:v>173.65</c:v>
                </c:pt>
                <c:pt idx="204">
                  <c:v>174.05</c:v>
                </c:pt>
                <c:pt idx="205">
                  <c:v>169</c:v>
                </c:pt>
                <c:pt idx="206">
                  <c:v>173.55</c:v>
                </c:pt>
                <c:pt idx="207">
                  <c:v>177.9</c:v>
                </c:pt>
                <c:pt idx="208">
                  <c:v>181.35</c:v>
                </c:pt>
                <c:pt idx="209">
                  <c:v>182.05</c:v>
                </c:pt>
                <c:pt idx="210">
                  <c:v>184.35</c:v>
                </c:pt>
                <c:pt idx="211">
                  <c:v>176.65</c:v>
                </c:pt>
                <c:pt idx="212">
                  <c:v>179.45</c:v>
                </c:pt>
                <c:pt idx="213">
                  <c:v>186.5</c:v>
                </c:pt>
                <c:pt idx="214">
                  <c:v>191.1</c:v>
                </c:pt>
                <c:pt idx="215">
                  <c:v>186.4</c:v>
                </c:pt>
                <c:pt idx="216">
                  <c:v>184.75</c:v>
                </c:pt>
                <c:pt idx="217">
                  <c:v>186.45</c:v>
                </c:pt>
                <c:pt idx="218">
                  <c:v>188.55</c:v>
                </c:pt>
                <c:pt idx="219">
                  <c:v>182.5</c:v>
                </c:pt>
                <c:pt idx="220">
                  <c:v>183.55</c:v>
                </c:pt>
                <c:pt idx="221">
                  <c:v>185.1</c:v>
                </c:pt>
                <c:pt idx="222">
                  <c:v>183.9</c:v>
                </c:pt>
                <c:pt idx="223">
                  <c:v>182.15</c:v>
                </c:pt>
                <c:pt idx="224">
                  <c:v>174.25</c:v>
                </c:pt>
                <c:pt idx="225">
                  <c:v>172.55</c:v>
                </c:pt>
                <c:pt idx="226">
                  <c:v>175.4</c:v>
                </c:pt>
                <c:pt idx="227">
                  <c:v>184.05</c:v>
                </c:pt>
                <c:pt idx="228">
                  <c:v>185.35</c:v>
                </c:pt>
                <c:pt idx="229">
                  <c:v>193.5</c:v>
                </c:pt>
                <c:pt idx="230">
                  <c:v>194.35</c:v>
                </c:pt>
                <c:pt idx="231">
                  <c:v>187.8</c:v>
                </c:pt>
                <c:pt idx="232">
                  <c:v>186.1</c:v>
                </c:pt>
                <c:pt idx="233">
                  <c:v>194.8</c:v>
                </c:pt>
                <c:pt idx="234">
                  <c:v>192.35</c:v>
                </c:pt>
                <c:pt idx="235">
                  <c:v>191.4</c:v>
                </c:pt>
                <c:pt idx="236">
                  <c:v>192</c:v>
                </c:pt>
                <c:pt idx="237">
                  <c:v>189.15</c:v>
                </c:pt>
                <c:pt idx="238">
                  <c:v>191.9</c:v>
                </c:pt>
                <c:pt idx="239">
                  <c:v>193.15</c:v>
                </c:pt>
                <c:pt idx="240">
                  <c:v>193.35</c:v>
                </c:pt>
                <c:pt idx="241">
                  <c:v>198.15</c:v>
                </c:pt>
                <c:pt idx="242">
                  <c:v>202.8</c:v>
                </c:pt>
                <c:pt idx="243">
                  <c:v>195.55</c:v>
                </c:pt>
                <c:pt idx="244">
                  <c:v>199.15</c:v>
                </c:pt>
                <c:pt idx="245">
                  <c:v>200.35</c:v>
                </c:pt>
                <c:pt idx="246">
                  <c:v>203</c:v>
                </c:pt>
                <c:pt idx="247">
                  <c:v>210.05</c:v>
                </c:pt>
                <c:pt idx="248">
                  <c:v>206.45</c:v>
                </c:pt>
                <c:pt idx="249">
                  <c:v>206.55</c:v>
                </c:pt>
                <c:pt idx="250">
                  <c:v>199.6</c:v>
                </c:pt>
                <c:pt idx="251">
                  <c:v>198.6</c:v>
                </c:pt>
                <c:pt idx="252">
                  <c:v>201.65</c:v>
                </c:pt>
                <c:pt idx="253">
                  <c:v>210.75</c:v>
                </c:pt>
                <c:pt idx="254">
                  <c:v>207.45</c:v>
                </c:pt>
                <c:pt idx="255">
                  <c:v>210</c:v>
                </c:pt>
                <c:pt idx="256">
                  <c:v>216.5</c:v>
                </c:pt>
                <c:pt idx="257">
                  <c:v>206.7</c:v>
                </c:pt>
                <c:pt idx="258">
                  <c:v>204.55</c:v>
                </c:pt>
                <c:pt idx="259">
                  <c:v>201.15</c:v>
                </c:pt>
                <c:pt idx="260">
                  <c:v>194</c:v>
                </c:pt>
                <c:pt idx="261">
                  <c:v>199.9</c:v>
                </c:pt>
                <c:pt idx="262">
                  <c:v>204.15</c:v>
                </c:pt>
                <c:pt idx="263">
                  <c:v>199.8</c:v>
                </c:pt>
                <c:pt idx="264">
                  <c:v>200.25</c:v>
                </c:pt>
                <c:pt idx="265">
                  <c:v>201</c:v>
                </c:pt>
                <c:pt idx="266">
                  <c:v>201.2</c:v>
                </c:pt>
                <c:pt idx="267">
                  <c:v>203.1</c:v>
                </c:pt>
                <c:pt idx="268">
                  <c:v>205.85</c:v>
                </c:pt>
                <c:pt idx="269">
                  <c:v>203.6</c:v>
                </c:pt>
                <c:pt idx="270">
                  <c:v>211.2</c:v>
                </c:pt>
                <c:pt idx="271">
                  <c:v>206.9</c:v>
                </c:pt>
                <c:pt idx="272">
                  <c:v>203.75</c:v>
                </c:pt>
                <c:pt idx="273">
                  <c:v>200</c:v>
                </c:pt>
                <c:pt idx="274">
                  <c:v>200.05</c:v>
                </c:pt>
                <c:pt idx="275">
                  <c:v>201.5</c:v>
                </c:pt>
                <c:pt idx="276">
                  <c:v>202.85</c:v>
                </c:pt>
                <c:pt idx="277">
                  <c:v>209.5</c:v>
                </c:pt>
                <c:pt idx="278">
                  <c:v>213.25</c:v>
                </c:pt>
                <c:pt idx="279">
                  <c:v>215.75</c:v>
                </c:pt>
                <c:pt idx="280">
                  <c:v>208.5</c:v>
                </c:pt>
                <c:pt idx="281">
                  <c:v>207.5</c:v>
                </c:pt>
                <c:pt idx="282">
                  <c:v>220.55</c:v>
                </c:pt>
                <c:pt idx="283">
                  <c:v>216.15</c:v>
                </c:pt>
                <c:pt idx="284">
                  <c:v>216.2</c:v>
                </c:pt>
                <c:pt idx="285">
                  <c:v>218.65</c:v>
                </c:pt>
                <c:pt idx="286">
                  <c:v>222.4</c:v>
                </c:pt>
                <c:pt idx="287">
                  <c:v>217.9</c:v>
                </c:pt>
                <c:pt idx="288">
                  <c:v>217</c:v>
                </c:pt>
                <c:pt idx="289">
                  <c:v>208</c:v>
                </c:pt>
                <c:pt idx="290">
                  <c:v>206.15</c:v>
                </c:pt>
                <c:pt idx="291">
                  <c:v>229.7</c:v>
                </c:pt>
                <c:pt idx="292">
                  <c:v>231.1</c:v>
                </c:pt>
                <c:pt idx="293">
                  <c:v>230.8</c:v>
                </c:pt>
                <c:pt idx="294">
                  <c:v>225.2</c:v>
                </c:pt>
                <c:pt idx="295">
                  <c:v>225.45</c:v>
                </c:pt>
                <c:pt idx="296">
                  <c:v>227.95</c:v>
                </c:pt>
                <c:pt idx="297">
                  <c:v>224.3</c:v>
                </c:pt>
                <c:pt idx="298">
                  <c:v>215.75</c:v>
                </c:pt>
                <c:pt idx="299">
                  <c:v>211.35</c:v>
                </c:pt>
                <c:pt idx="300">
                  <c:v>216.9</c:v>
                </c:pt>
                <c:pt idx="301">
                  <c:v>221.3</c:v>
                </c:pt>
                <c:pt idx="302">
                  <c:v>219.5</c:v>
                </c:pt>
                <c:pt idx="303">
                  <c:v>218</c:v>
                </c:pt>
                <c:pt idx="304">
                  <c:v>214.8</c:v>
                </c:pt>
                <c:pt idx="305">
                  <c:v>223.55</c:v>
                </c:pt>
                <c:pt idx="306">
                  <c:v>219.2</c:v>
                </c:pt>
                <c:pt idx="307">
                  <c:v>215.2</c:v>
                </c:pt>
                <c:pt idx="308">
                  <c:v>211.1</c:v>
                </c:pt>
                <c:pt idx="309">
                  <c:v>210.05</c:v>
                </c:pt>
                <c:pt idx="310">
                  <c:v>220.6</c:v>
                </c:pt>
                <c:pt idx="311">
                  <c:v>226.45</c:v>
                </c:pt>
                <c:pt idx="312">
                  <c:v>219.25</c:v>
                </c:pt>
                <c:pt idx="313">
                  <c:v>222.2</c:v>
                </c:pt>
                <c:pt idx="314">
                  <c:v>222.25</c:v>
                </c:pt>
                <c:pt idx="315">
                  <c:v>218.35</c:v>
                </c:pt>
                <c:pt idx="316">
                  <c:v>219.05</c:v>
                </c:pt>
                <c:pt idx="317">
                  <c:v>214.25</c:v>
                </c:pt>
                <c:pt idx="318">
                  <c:v>215.9</c:v>
                </c:pt>
                <c:pt idx="319">
                  <c:v>213.7</c:v>
                </c:pt>
                <c:pt idx="320">
                  <c:v>210.15</c:v>
                </c:pt>
                <c:pt idx="321">
                  <c:v>206.35</c:v>
                </c:pt>
                <c:pt idx="322">
                  <c:v>211.05</c:v>
                </c:pt>
                <c:pt idx="323">
                  <c:v>209.75</c:v>
                </c:pt>
                <c:pt idx="324">
                  <c:v>213.95</c:v>
                </c:pt>
                <c:pt idx="325">
                  <c:v>219.05</c:v>
                </c:pt>
                <c:pt idx="326">
                  <c:v>220.3</c:v>
                </c:pt>
                <c:pt idx="327">
                  <c:v>215.05</c:v>
                </c:pt>
                <c:pt idx="328">
                  <c:v>213.55</c:v>
                </c:pt>
                <c:pt idx="329">
                  <c:v>209</c:v>
                </c:pt>
                <c:pt idx="330">
                  <c:v>211.25</c:v>
                </c:pt>
                <c:pt idx="331">
                  <c:v>210.4</c:v>
                </c:pt>
                <c:pt idx="332">
                  <c:v>210.1</c:v>
                </c:pt>
                <c:pt idx="333">
                  <c:v>211.25</c:v>
                </c:pt>
                <c:pt idx="334">
                  <c:v>210.3</c:v>
                </c:pt>
                <c:pt idx="335">
                  <c:v>210.8</c:v>
                </c:pt>
                <c:pt idx="336">
                  <c:v>213.15</c:v>
                </c:pt>
                <c:pt idx="337">
                  <c:v>215.45</c:v>
                </c:pt>
                <c:pt idx="338">
                  <c:v>210.2</c:v>
                </c:pt>
                <c:pt idx="339">
                  <c:v>210.2</c:v>
                </c:pt>
                <c:pt idx="340">
                  <c:v>211.25</c:v>
                </c:pt>
                <c:pt idx="341">
                  <c:v>210.3</c:v>
                </c:pt>
                <c:pt idx="342">
                  <c:v>212.35</c:v>
                </c:pt>
                <c:pt idx="343">
                  <c:v>211.65</c:v>
                </c:pt>
                <c:pt idx="344">
                  <c:v>207.25</c:v>
                </c:pt>
                <c:pt idx="345">
                  <c:v>201.45</c:v>
                </c:pt>
                <c:pt idx="346">
                  <c:v>202.05</c:v>
                </c:pt>
                <c:pt idx="347">
                  <c:v>201.6</c:v>
                </c:pt>
                <c:pt idx="348">
                  <c:v>201.85</c:v>
                </c:pt>
                <c:pt idx="349">
                  <c:v>200.25</c:v>
                </c:pt>
                <c:pt idx="350">
                  <c:v>200.15</c:v>
                </c:pt>
                <c:pt idx="351">
                  <c:v>200.25</c:v>
                </c:pt>
                <c:pt idx="352">
                  <c:v>200.85</c:v>
                </c:pt>
                <c:pt idx="353">
                  <c:v>197.95</c:v>
                </c:pt>
                <c:pt idx="354">
                  <c:v>193.15</c:v>
                </c:pt>
                <c:pt idx="355">
                  <c:v>187.45</c:v>
                </c:pt>
                <c:pt idx="356">
                  <c:v>183.05</c:v>
                </c:pt>
                <c:pt idx="357">
                  <c:v>184.2</c:v>
                </c:pt>
                <c:pt idx="358">
                  <c:v>186.05</c:v>
                </c:pt>
                <c:pt idx="359">
                  <c:v>186.4</c:v>
                </c:pt>
                <c:pt idx="360">
                  <c:v>190.8</c:v>
                </c:pt>
                <c:pt idx="361">
                  <c:v>192.7</c:v>
                </c:pt>
                <c:pt idx="362">
                  <c:v>193.2</c:v>
                </c:pt>
                <c:pt idx="363">
                  <c:v>193.45</c:v>
                </c:pt>
                <c:pt idx="364">
                  <c:v>198.2</c:v>
                </c:pt>
                <c:pt idx="365">
                  <c:v>197.7</c:v>
                </c:pt>
                <c:pt idx="366">
                  <c:v>200.85</c:v>
                </c:pt>
                <c:pt idx="367">
                  <c:v>206.65</c:v>
                </c:pt>
                <c:pt idx="368">
                  <c:v>205.2</c:v>
                </c:pt>
                <c:pt idx="369">
                  <c:v>204.15</c:v>
                </c:pt>
                <c:pt idx="370">
                  <c:v>200.3</c:v>
                </c:pt>
                <c:pt idx="371">
                  <c:v>197.95</c:v>
                </c:pt>
                <c:pt idx="372">
                  <c:v>197.45</c:v>
                </c:pt>
                <c:pt idx="373">
                  <c:v>196.85</c:v>
                </c:pt>
                <c:pt idx="374">
                  <c:v>205.4</c:v>
                </c:pt>
                <c:pt idx="375">
                  <c:v>198.5</c:v>
                </c:pt>
                <c:pt idx="376">
                  <c:v>202.95</c:v>
                </c:pt>
                <c:pt idx="377">
                  <c:v>197.25</c:v>
                </c:pt>
                <c:pt idx="378">
                  <c:v>197.25</c:v>
                </c:pt>
                <c:pt idx="379">
                  <c:v>197.65</c:v>
                </c:pt>
                <c:pt idx="380">
                  <c:v>198.3</c:v>
                </c:pt>
                <c:pt idx="381">
                  <c:v>200.65</c:v>
                </c:pt>
                <c:pt idx="382">
                  <c:v>204.25</c:v>
                </c:pt>
                <c:pt idx="383">
                  <c:v>213.95</c:v>
                </c:pt>
                <c:pt idx="384">
                  <c:v>223.6</c:v>
                </c:pt>
                <c:pt idx="385">
                  <c:v>224.6</c:v>
                </c:pt>
                <c:pt idx="386">
                  <c:v>224.75</c:v>
                </c:pt>
                <c:pt idx="387">
                  <c:v>218.95</c:v>
                </c:pt>
                <c:pt idx="388">
                  <c:v>212.95</c:v>
                </c:pt>
                <c:pt idx="389">
                  <c:v>216.1</c:v>
                </c:pt>
                <c:pt idx="390">
                  <c:v>215.3</c:v>
                </c:pt>
                <c:pt idx="391">
                  <c:v>217.45</c:v>
                </c:pt>
                <c:pt idx="392">
                  <c:v>223.45</c:v>
                </c:pt>
                <c:pt idx="393">
                  <c:v>218.75</c:v>
                </c:pt>
                <c:pt idx="394">
                  <c:v>217.55</c:v>
                </c:pt>
                <c:pt idx="395">
                  <c:v>217.65</c:v>
                </c:pt>
                <c:pt idx="396">
                  <c:v>220.8</c:v>
                </c:pt>
                <c:pt idx="397">
                  <c:v>211.65</c:v>
                </c:pt>
                <c:pt idx="398">
                  <c:v>210.85</c:v>
                </c:pt>
                <c:pt idx="399">
                  <c:v>213.5</c:v>
                </c:pt>
                <c:pt idx="400">
                  <c:v>214</c:v>
                </c:pt>
                <c:pt idx="401">
                  <c:v>211.2</c:v>
                </c:pt>
                <c:pt idx="402">
                  <c:v>212.7</c:v>
                </c:pt>
                <c:pt idx="403">
                  <c:v>217.25</c:v>
                </c:pt>
                <c:pt idx="404">
                  <c:v>214.9</c:v>
                </c:pt>
                <c:pt idx="405">
                  <c:v>212.6</c:v>
                </c:pt>
                <c:pt idx="406">
                  <c:v>216.1</c:v>
                </c:pt>
                <c:pt idx="407">
                  <c:v>221.85</c:v>
                </c:pt>
                <c:pt idx="408">
                  <c:v>218.5</c:v>
                </c:pt>
                <c:pt idx="409">
                  <c:v>219.25</c:v>
                </c:pt>
                <c:pt idx="410">
                  <c:v>223.7</c:v>
                </c:pt>
                <c:pt idx="411">
                  <c:v>221.95</c:v>
                </c:pt>
                <c:pt idx="412">
                  <c:v>218.75</c:v>
                </c:pt>
                <c:pt idx="413">
                  <c:v>221.1</c:v>
                </c:pt>
                <c:pt idx="414">
                  <c:v>219.15</c:v>
                </c:pt>
                <c:pt idx="415">
                  <c:v>219.45</c:v>
                </c:pt>
                <c:pt idx="416">
                  <c:v>218.45</c:v>
                </c:pt>
                <c:pt idx="417">
                  <c:v>218.75</c:v>
                </c:pt>
                <c:pt idx="418">
                  <c:v>219.7</c:v>
                </c:pt>
                <c:pt idx="419">
                  <c:v>219.9</c:v>
                </c:pt>
                <c:pt idx="420">
                  <c:v>215.15</c:v>
                </c:pt>
                <c:pt idx="421">
                  <c:v>219.45</c:v>
                </c:pt>
                <c:pt idx="422">
                  <c:v>219.65</c:v>
                </c:pt>
                <c:pt idx="423">
                  <c:v>218.4</c:v>
                </c:pt>
                <c:pt idx="424">
                  <c:v>210.45</c:v>
                </c:pt>
                <c:pt idx="425">
                  <c:v>205.2</c:v>
                </c:pt>
                <c:pt idx="426">
                  <c:v>205.1</c:v>
                </c:pt>
                <c:pt idx="427">
                  <c:v>200.5</c:v>
                </c:pt>
                <c:pt idx="428">
                  <c:v>188.1</c:v>
                </c:pt>
                <c:pt idx="429">
                  <c:v>203.8</c:v>
                </c:pt>
                <c:pt idx="430">
                  <c:v>211.7</c:v>
                </c:pt>
                <c:pt idx="431">
                  <c:v>210.25</c:v>
                </c:pt>
                <c:pt idx="432">
                  <c:v>194.15</c:v>
                </c:pt>
                <c:pt idx="433">
                  <c:v>194.35</c:v>
                </c:pt>
                <c:pt idx="434">
                  <c:v>191.1</c:v>
                </c:pt>
                <c:pt idx="435">
                  <c:v>192.05</c:v>
                </c:pt>
                <c:pt idx="436">
                  <c:v>199.05</c:v>
                </c:pt>
                <c:pt idx="437">
                  <c:v>207.05</c:v>
                </c:pt>
                <c:pt idx="438">
                  <c:v>210.1</c:v>
                </c:pt>
                <c:pt idx="439">
                  <c:v>212.1</c:v>
                </c:pt>
                <c:pt idx="440">
                  <c:v>212.6</c:v>
                </c:pt>
                <c:pt idx="441">
                  <c:v>212.05</c:v>
                </c:pt>
                <c:pt idx="442">
                  <c:v>208.3</c:v>
                </c:pt>
                <c:pt idx="443">
                  <c:v>211.15</c:v>
                </c:pt>
                <c:pt idx="444">
                  <c:v>229.75</c:v>
                </c:pt>
                <c:pt idx="445">
                  <c:v>226.65</c:v>
                </c:pt>
                <c:pt idx="446">
                  <c:v>225.25</c:v>
                </c:pt>
                <c:pt idx="447">
                  <c:v>223.95</c:v>
                </c:pt>
                <c:pt idx="448">
                  <c:v>227.35</c:v>
                </c:pt>
                <c:pt idx="449">
                  <c:v>226.75</c:v>
                </c:pt>
                <c:pt idx="450">
                  <c:v>220.5</c:v>
                </c:pt>
                <c:pt idx="451">
                  <c:v>218.15</c:v>
                </c:pt>
                <c:pt idx="452">
                  <c:v>214.25</c:v>
                </c:pt>
                <c:pt idx="453">
                  <c:v>220.65</c:v>
                </c:pt>
                <c:pt idx="454">
                  <c:v>215.55</c:v>
                </c:pt>
                <c:pt idx="455">
                  <c:v>211.85</c:v>
                </c:pt>
                <c:pt idx="456">
                  <c:v>211.55</c:v>
                </c:pt>
                <c:pt idx="457">
                  <c:v>210</c:v>
                </c:pt>
                <c:pt idx="458">
                  <c:v>214.8</c:v>
                </c:pt>
                <c:pt idx="459">
                  <c:v>215.2</c:v>
                </c:pt>
                <c:pt idx="460">
                  <c:v>219.15</c:v>
                </c:pt>
                <c:pt idx="461">
                  <c:v>214.65</c:v>
                </c:pt>
                <c:pt idx="462">
                  <c:v>217.4</c:v>
                </c:pt>
                <c:pt idx="463">
                  <c:v>215.15</c:v>
                </c:pt>
                <c:pt idx="464">
                  <c:v>216.7</c:v>
                </c:pt>
                <c:pt idx="465">
                  <c:v>216.35</c:v>
                </c:pt>
                <c:pt idx="466">
                  <c:v>215.4</c:v>
                </c:pt>
                <c:pt idx="467">
                  <c:v>214.05</c:v>
                </c:pt>
                <c:pt idx="468">
                  <c:v>215.5</c:v>
                </c:pt>
                <c:pt idx="469">
                  <c:v>216.45</c:v>
                </c:pt>
                <c:pt idx="470">
                  <c:v>220.45</c:v>
                </c:pt>
                <c:pt idx="471">
                  <c:v>214.5</c:v>
                </c:pt>
                <c:pt idx="472">
                  <c:v>215</c:v>
                </c:pt>
                <c:pt idx="473">
                  <c:v>214.75</c:v>
                </c:pt>
                <c:pt idx="474">
                  <c:v>214.55</c:v>
                </c:pt>
                <c:pt idx="475">
                  <c:v>214.25</c:v>
                </c:pt>
                <c:pt idx="476">
                  <c:v>211.95</c:v>
                </c:pt>
                <c:pt idx="477">
                  <c:v>212.45</c:v>
                </c:pt>
                <c:pt idx="478">
                  <c:v>210.2</c:v>
                </c:pt>
                <c:pt idx="479">
                  <c:v>209.7</c:v>
                </c:pt>
                <c:pt idx="480">
                  <c:v>213.35</c:v>
                </c:pt>
                <c:pt idx="481">
                  <c:v>217.85</c:v>
                </c:pt>
                <c:pt idx="482">
                  <c:v>215.65</c:v>
                </c:pt>
                <c:pt idx="483">
                  <c:v>214.65</c:v>
                </c:pt>
                <c:pt idx="484">
                  <c:v>214.75</c:v>
                </c:pt>
                <c:pt idx="485">
                  <c:v>216.95</c:v>
                </c:pt>
                <c:pt idx="486">
                  <c:v>215.05</c:v>
                </c:pt>
                <c:pt idx="487">
                  <c:v>216.95</c:v>
                </c:pt>
                <c:pt idx="488">
                  <c:v>216.9</c:v>
                </c:pt>
                <c:pt idx="489">
                  <c:v>217.25</c:v>
                </c:pt>
                <c:pt idx="490">
                  <c:v>216.3</c:v>
                </c:pt>
                <c:pt idx="491">
                  <c:v>217.2</c:v>
                </c:pt>
                <c:pt idx="492">
                  <c:v>218.1</c:v>
                </c:pt>
                <c:pt idx="493">
                  <c:v>216.25</c:v>
                </c:pt>
                <c:pt idx="494">
                  <c:v>215</c:v>
                </c:pt>
                <c:pt idx="495">
                  <c:v>217.8</c:v>
                </c:pt>
                <c:pt idx="496">
                  <c:v>218.7</c:v>
                </c:pt>
                <c:pt idx="497">
                  <c:v>222.95</c:v>
                </c:pt>
                <c:pt idx="498">
                  <c:v>220.75</c:v>
                </c:pt>
                <c:pt idx="499">
                  <c:v>222.45</c:v>
                </c:pt>
                <c:pt idx="500">
                  <c:v>220.15</c:v>
                </c:pt>
                <c:pt idx="501">
                  <c:v>222.95</c:v>
                </c:pt>
                <c:pt idx="502">
                  <c:v>217.65</c:v>
                </c:pt>
                <c:pt idx="503">
                  <c:v>220.15</c:v>
                </c:pt>
                <c:pt idx="504">
                  <c:v>215.15</c:v>
                </c:pt>
                <c:pt idx="505">
                  <c:v>214.75</c:v>
                </c:pt>
                <c:pt idx="506">
                  <c:v>215.1</c:v>
                </c:pt>
                <c:pt idx="507">
                  <c:v>214.9</c:v>
                </c:pt>
                <c:pt idx="508">
                  <c:v>211.45</c:v>
                </c:pt>
                <c:pt idx="509">
                  <c:v>210.1</c:v>
                </c:pt>
                <c:pt idx="510">
                  <c:v>211.45</c:v>
                </c:pt>
                <c:pt idx="511">
                  <c:v>213.6</c:v>
                </c:pt>
                <c:pt idx="512">
                  <c:v>212.7</c:v>
                </c:pt>
                <c:pt idx="513">
                  <c:v>211.25</c:v>
                </c:pt>
                <c:pt idx="514">
                  <c:v>215.6</c:v>
                </c:pt>
                <c:pt idx="515">
                  <c:v>220.05</c:v>
                </c:pt>
                <c:pt idx="516">
                  <c:v>220.3</c:v>
                </c:pt>
                <c:pt idx="517">
                  <c:v>219.15</c:v>
                </c:pt>
                <c:pt idx="518">
                  <c:v>221.6</c:v>
                </c:pt>
                <c:pt idx="519">
                  <c:v>221.3</c:v>
                </c:pt>
                <c:pt idx="520">
                  <c:v>220.5</c:v>
                </c:pt>
                <c:pt idx="521">
                  <c:v>219.2</c:v>
                </c:pt>
                <c:pt idx="522">
                  <c:v>218.75</c:v>
                </c:pt>
                <c:pt idx="523">
                  <c:v>217.15</c:v>
                </c:pt>
                <c:pt idx="524">
                  <c:v>222.05</c:v>
                </c:pt>
                <c:pt idx="525">
                  <c:v>224.25</c:v>
                </c:pt>
                <c:pt idx="526">
                  <c:v>230.35</c:v>
                </c:pt>
                <c:pt idx="527">
                  <c:v>239.1</c:v>
                </c:pt>
                <c:pt idx="528">
                  <c:v>231.45</c:v>
                </c:pt>
                <c:pt idx="529">
                  <c:v>233.4</c:v>
                </c:pt>
                <c:pt idx="530">
                  <c:v>231.05</c:v>
                </c:pt>
                <c:pt idx="531">
                  <c:v>234.6</c:v>
                </c:pt>
                <c:pt idx="532">
                  <c:v>242.9</c:v>
                </c:pt>
                <c:pt idx="533">
                  <c:v>240.9</c:v>
                </c:pt>
                <c:pt idx="534">
                  <c:v>240.1</c:v>
                </c:pt>
                <c:pt idx="535">
                  <c:v>240.75</c:v>
                </c:pt>
                <c:pt idx="536">
                  <c:v>240.8</c:v>
                </c:pt>
                <c:pt idx="537">
                  <c:v>238.85</c:v>
                </c:pt>
                <c:pt idx="538">
                  <c:v>240.9</c:v>
                </c:pt>
                <c:pt idx="539">
                  <c:v>246.5</c:v>
                </c:pt>
                <c:pt idx="540">
                  <c:v>248.5</c:v>
                </c:pt>
                <c:pt idx="541">
                  <c:v>262.7</c:v>
                </c:pt>
                <c:pt idx="542">
                  <c:v>249.65</c:v>
                </c:pt>
                <c:pt idx="543">
                  <c:v>247.7</c:v>
                </c:pt>
                <c:pt idx="544">
                  <c:v>246.1</c:v>
                </c:pt>
                <c:pt idx="545">
                  <c:v>251.2</c:v>
                </c:pt>
                <c:pt idx="546">
                  <c:v>246.5</c:v>
                </c:pt>
                <c:pt idx="547">
                  <c:v>239.4</c:v>
                </c:pt>
                <c:pt idx="548">
                  <c:v>232.2</c:v>
                </c:pt>
                <c:pt idx="549">
                  <c:v>238.5</c:v>
                </c:pt>
                <c:pt idx="550">
                  <c:v>238.75</c:v>
                </c:pt>
                <c:pt idx="551">
                  <c:v>237.4</c:v>
                </c:pt>
                <c:pt idx="552">
                  <c:v>238.4</c:v>
                </c:pt>
                <c:pt idx="553">
                  <c:v>232.85</c:v>
                </c:pt>
                <c:pt idx="554">
                  <c:v>236.3</c:v>
                </c:pt>
                <c:pt idx="555">
                  <c:v>232.85</c:v>
                </c:pt>
                <c:pt idx="556">
                  <c:v>231.15</c:v>
                </c:pt>
                <c:pt idx="557">
                  <c:v>229.85</c:v>
                </c:pt>
                <c:pt idx="558">
                  <c:v>227.6</c:v>
                </c:pt>
                <c:pt idx="559">
                  <c:v>225.15</c:v>
                </c:pt>
                <c:pt idx="560">
                  <c:v>227.25</c:v>
                </c:pt>
                <c:pt idx="561">
                  <c:v>222.45</c:v>
                </c:pt>
                <c:pt idx="562">
                  <c:v>218.05</c:v>
                </c:pt>
                <c:pt idx="563">
                  <c:v>227.7</c:v>
                </c:pt>
                <c:pt idx="564">
                  <c:v>227.6</c:v>
                </c:pt>
                <c:pt idx="565">
                  <c:v>225.75</c:v>
                </c:pt>
                <c:pt idx="566">
                  <c:v>225.05</c:v>
                </c:pt>
                <c:pt idx="567">
                  <c:v>224.7</c:v>
                </c:pt>
                <c:pt idx="568">
                  <c:v>223.1</c:v>
                </c:pt>
                <c:pt idx="569">
                  <c:v>223.75</c:v>
                </c:pt>
                <c:pt idx="570">
                  <c:v>223.7</c:v>
                </c:pt>
                <c:pt idx="571">
                  <c:v>211.4</c:v>
                </c:pt>
                <c:pt idx="572">
                  <c:v>207.8</c:v>
                </c:pt>
                <c:pt idx="573">
                  <c:v>205.4</c:v>
                </c:pt>
                <c:pt idx="574">
                  <c:v>203.1</c:v>
                </c:pt>
                <c:pt idx="575">
                  <c:v>208.45</c:v>
                </c:pt>
                <c:pt idx="576">
                  <c:v>210.35</c:v>
                </c:pt>
                <c:pt idx="577">
                  <c:v>209.35</c:v>
                </c:pt>
                <c:pt idx="578">
                  <c:v>208.6</c:v>
                </c:pt>
                <c:pt idx="579">
                  <c:v>207.2</c:v>
                </c:pt>
                <c:pt idx="580">
                  <c:v>203.1</c:v>
                </c:pt>
                <c:pt idx="581">
                  <c:v>202.5</c:v>
                </c:pt>
                <c:pt idx="582">
                  <c:v>203.2</c:v>
                </c:pt>
                <c:pt idx="583">
                  <c:v>203.35</c:v>
                </c:pt>
                <c:pt idx="584">
                  <c:v>203.8</c:v>
                </c:pt>
                <c:pt idx="585">
                  <c:v>209.2</c:v>
                </c:pt>
                <c:pt idx="586">
                  <c:v>210.25</c:v>
                </c:pt>
                <c:pt idx="587">
                  <c:v>213.05</c:v>
                </c:pt>
                <c:pt idx="588">
                  <c:v>210.05</c:v>
                </c:pt>
                <c:pt idx="589">
                  <c:v>210.25</c:v>
                </c:pt>
                <c:pt idx="590">
                  <c:v>206.45</c:v>
                </c:pt>
                <c:pt idx="591">
                  <c:v>206.4</c:v>
                </c:pt>
                <c:pt idx="592">
                  <c:v>203</c:v>
                </c:pt>
                <c:pt idx="593">
                  <c:v>202.65</c:v>
                </c:pt>
                <c:pt idx="594">
                  <c:v>199.2</c:v>
                </c:pt>
                <c:pt idx="595">
                  <c:v>197.9</c:v>
                </c:pt>
                <c:pt idx="596">
                  <c:v>196.25</c:v>
                </c:pt>
                <c:pt idx="597">
                  <c:v>189.7</c:v>
                </c:pt>
                <c:pt idx="598">
                  <c:v>199.5</c:v>
                </c:pt>
                <c:pt idx="599">
                  <c:v>201.85</c:v>
                </c:pt>
                <c:pt idx="600">
                  <c:v>199.55</c:v>
                </c:pt>
                <c:pt idx="601">
                  <c:v>193</c:v>
                </c:pt>
                <c:pt idx="602">
                  <c:v>187.95</c:v>
                </c:pt>
                <c:pt idx="603">
                  <c:v>185.3</c:v>
                </c:pt>
                <c:pt idx="604">
                  <c:v>189.15</c:v>
                </c:pt>
                <c:pt idx="605">
                  <c:v>197.75</c:v>
                </c:pt>
                <c:pt idx="606">
                  <c:v>200.2</c:v>
                </c:pt>
                <c:pt idx="607">
                  <c:v>202.45</c:v>
                </c:pt>
                <c:pt idx="608">
                  <c:v>199.6</c:v>
                </c:pt>
                <c:pt idx="609">
                  <c:v>197.35</c:v>
                </c:pt>
                <c:pt idx="610">
                  <c:v>202.8</c:v>
                </c:pt>
                <c:pt idx="611">
                  <c:v>203.45</c:v>
                </c:pt>
                <c:pt idx="612">
                  <c:v>195.8</c:v>
                </c:pt>
                <c:pt idx="613">
                  <c:v>195.85</c:v>
                </c:pt>
                <c:pt idx="614">
                  <c:v>194.8</c:v>
                </c:pt>
                <c:pt idx="615">
                  <c:v>192.65</c:v>
                </c:pt>
                <c:pt idx="616">
                  <c:v>189.8</c:v>
                </c:pt>
                <c:pt idx="617">
                  <c:v>193.4</c:v>
                </c:pt>
                <c:pt idx="618">
                  <c:v>192.65</c:v>
                </c:pt>
                <c:pt idx="619">
                  <c:v>189.1</c:v>
                </c:pt>
                <c:pt idx="620">
                  <c:v>190.8</c:v>
                </c:pt>
                <c:pt idx="621">
                  <c:v>192.25</c:v>
                </c:pt>
                <c:pt idx="622">
                  <c:v>189.9</c:v>
                </c:pt>
                <c:pt idx="623">
                  <c:v>193.05</c:v>
                </c:pt>
                <c:pt idx="624">
                  <c:v>194.4</c:v>
                </c:pt>
                <c:pt idx="625">
                  <c:v>192.1</c:v>
                </c:pt>
                <c:pt idx="626">
                  <c:v>194.05</c:v>
                </c:pt>
                <c:pt idx="627">
                  <c:v>192.55</c:v>
                </c:pt>
                <c:pt idx="628">
                  <c:v>192.85</c:v>
                </c:pt>
                <c:pt idx="629">
                  <c:v>194.25</c:v>
                </c:pt>
                <c:pt idx="630">
                  <c:v>194.75</c:v>
                </c:pt>
                <c:pt idx="631">
                  <c:v>192.6</c:v>
                </c:pt>
                <c:pt idx="632">
                  <c:v>193.85</c:v>
                </c:pt>
                <c:pt idx="633">
                  <c:v>194.5</c:v>
                </c:pt>
                <c:pt idx="634">
                  <c:v>192.05</c:v>
                </c:pt>
                <c:pt idx="635">
                  <c:v>187.95</c:v>
                </c:pt>
                <c:pt idx="636">
                  <c:v>185.7</c:v>
                </c:pt>
                <c:pt idx="637">
                  <c:v>186.75</c:v>
                </c:pt>
                <c:pt idx="638">
                  <c:v>187.15</c:v>
                </c:pt>
                <c:pt idx="639">
                  <c:v>185.05</c:v>
                </c:pt>
                <c:pt idx="640">
                  <c:v>184.65</c:v>
                </c:pt>
                <c:pt idx="641">
                  <c:v>183.15</c:v>
                </c:pt>
                <c:pt idx="642">
                  <c:v>182.3</c:v>
                </c:pt>
                <c:pt idx="643">
                  <c:v>174.8</c:v>
                </c:pt>
                <c:pt idx="644">
                  <c:v>175.3</c:v>
                </c:pt>
                <c:pt idx="645">
                  <c:v>173.45</c:v>
                </c:pt>
                <c:pt idx="646">
                  <c:v>170.8</c:v>
                </c:pt>
                <c:pt idx="647">
                  <c:v>168</c:v>
                </c:pt>
                <c:pt idx="648">
                  <c:v>171.2</c:v>
                </c:pt>
                <c:pt idx="649">
                  <c:v>172.8</c:v>
                </c:pt>
                <c:pt idx="650">
                  <c:v>173.3</c:v>
                </c:pt>
                <c:pt idx="651">
                  <c:v>170</c:v>
                </c:pt>
                <c:pt idx="652">
                  <c:v>168.15</c:v>
                </c:pt>
                <c:pt idx="653">
                  <c:v>166.25</c:v>
                </c:pt>
                <c:pt idx="654">
                  <c:v>167.75</c:v>
                </c:pt>
                <c:pt idx="655">
                  <c:v>173.35</c:v>
                </c:pt>
                <c:pt idx="656">
                  <c:v>174.5</c:v>
                </c:pt>
                <c:pt idx="657">
                  <c:v>182.2</c:v>
                </c:pt>
                <c:pt idx="658">
                  <c:v>179.9</c:v>
                </c:pt>
                <c:pt idx="659">
                  <c:v>179.9</c:v>
                </c:pt>
                <c:pt idx="660">
                  <c:v>179.85</c:v>
                </c:pt>
                <c:pt idx="661">
                  <c:v>177.95</c:v>
                </c:pt>
                <c:pt idx="662">
                  <c:v>179.4</c:v>
                </c:pt>
                <c:pt idx="663">
                  <c:v>181.15</c:v>
                </c:pt>
                <c:pt idx="664">
                  <c:v>181.55</c:v>
                </c:pt>
                <c:pt idx="665">
                  <c:v>179.55</c:v>
                </c:pt>
                <c:pt idx="666">
                  <c:v>178.45</c:v>
                </c:pt>
                <c:pt idx="667">
                  <c:v>186.65</c:v>
                </c:pt>
                <c:pt idx="668">
                  <c:v>189.3</c:v>
                </c:pt>
                <c:pt idx="669">
                  <c:v>187.8</c:v>
                </c:pt>
                <c:pt idx="670">
                  <c:v>188.3</c:v>
                </c:pt>
                <c:pt idx="671">
                  <c:v>187.7</c:v>
                </c:pt>
                <c:pt idx="672">
                  <c:v>180.05</c:v>
                </c:pt>
                <c:pt idx="673">
                  <c:v>180.6</c:v>
                </c:pt>
                <c:pt idx="674">
                  <c:v>186.15</c:v>
                </c:pt>
                <c:pt idx="675">
                  <c:v>183</c:v>
                </c:pt>
                <c:pt idx="676">
                  <c:v>180.1</c:v>
                </c:pt>
                <c:pt idx="677">
                  <c:v>179.85</c:v>
                </c:pt>
                <c:pt idx="678">
                  <c:v>180.45</c:v>
                </c:pt>
                <c:pt idx="679">
                  <c:v>180.2</c:v>
                </c:pt>
                <c:pt idx="680">
                  <c:v>178.8</c:v>
                </c:pt>
                <c:pt idx="681">
                  <c:v>175.3</c:v>
                </c:pt>
                <c:pt idx="682">
                  <c:v>174.7</c:v>
                </c:pt>
                <c:pt idx="683">
                  <c:v>176.4</c:v>
                </c:pt>
                <c:pt idx="684">
                  <c:v>176.2</c:v>
                </c:pt>
                <c:pt idx="685">
                  <c:v>174.9</c:v>
                </c:pt>
                <c:pt idx="686">
                  <c:v>176.2</c:v>
                </c:pt>
                <c:pt idx="687">
                  <c:v>172.55</c:v>
                </c:pt>
                <c:pt idx="688">
                  <c:v>168.8</c:v>
                </c:pt>
                <c:pt idx="689">
                  <c:v>166.6</c:v>
                </c:pt>
                <c:pt idx="690">
                  <c:v>169.5</c:v>
                </c:pt>
                <c:pt idx="691">
                  <c:v>169.1</c:v>
                </c:pt>
                <c:pt idx="692">
                  <c:v>170</c:v>
                </c:pt>
                <c:pt idx="693">
                  <c:v>169.4</c:v>
                </c:pt>
                <c:pt idx="694">
                  <c:v>170.25</c:v>
                </c:pt>
                <c:pt idx="695">
                  <c:v>170.75</c:v>
                </c:pt>
                <c:pt idx="696">
                  <c:v>172.15</c:v>
                </c:pt>
                <c:pt idx="697">
                  <c:v>175</c:v>
                </c:pt>
                <c:pt idx="698">
                  <c:v>175.75</c:v>
                </c:pt>
                <c:pt idx="699">
                  <c:v>176.65</c:v>
                </c:pt>
                <c:pt idx="700">
                  <c:v>176.65</c:v>
                </c:pt>
                <c:pt idx="701">
                  <c:v>175.6</c:v>
                </c:pt>
                <c:pt idx="702">
                  <c:v>171.05</c:v>
                </c:pt>
                <c:pt idx="703">
                  <c:v>167.7</c:v>
                </c:pt>
                <c:pt idx="704">
                  <c:v>160.6</c:v>
                </c:pt>
                <c:pt idx="705">
                  <c:v>152.9</c:v>
                </c:pt>
                <c:pt idx="706">
                  <c:v>157.44999999999999</c:v>
                </c:pt>
                <c:pt idx="707">
                  <c:v>163.25</c:v>
                </c:pt>
                <c:pt idx="708">
                  <c:v>160.15</c:v>
                </c:pt>
                <c:pt idx="709">
                  <c:v>159.5</c:v>
                </c:pt>
                <c:pt idx="710">
                  <c:v>161.4</c:v>
                </c:pt>
                <c:pt idx="711">
                  <c:v>160.05000000000001</c:v>
                </c:pt>
                <c:pt idx="712">
                  <c:v>160.44999999999999</c:v>
                </c:pt>
                <c:pt idx="713">
                  <c:v>158.85</c:v>
                </c:pt>
                <c:pt idx="714">
                  <c:v>159.9</c:v>
                </c:pt>
                <c:pt idx="715">
                  <c:v>160.15</c:v>
                </c:pt>
                <c:pt idx="716">
                  <c:v>159.65</c:v>
                </c:pt>
                <c:pt idx="717">
                  <c:v>158.1</c:v>
                </c:pt>
                <c:pt idx="718">
                  <c:v>159.25</c:v>
                </c:pt>
                <c:pt idx="719">
                  <c:v>164.5</c:v>
                </c:pt>
                <c:pt idx="720">
                  <c:v>163.44999999999999</c:v>
                </c:pt>
                <c:pt idx="721">
                  <c:v>163.75</c:v>
                </c:pt>
                <c:pt idx="722">
                  <c:v>163.80000000000001</c:v>
                </c:pt>
                <c:pt idx="723">
                  <c:v>163.65</c:v>
                </c:pt>
                <c:pt idx="724">
                  <c:v>167.5</c:v>
                </c:pt>
                <c:pt idx="725">
                  <c:v>168.55</c:v>
                </c:pt>
                <c:pt idx="726">
                  <c:v>172.6</c:v>
                </c:pt>
                <c:pt idx="727">
                  <c:v>171.65</c:v>
                </c:pt>
                <c:pt idx="728">
                  <c:v>173.4</c:v>
                </c:pt>
                <c:pt idx="729">
                  <c:v>172</c:v>
                </c:pt>
                <c:pt idx="730">
                  <c:v>171.9</c:v>
                </c:pt>
                <c:pt idx="731">
                  <c:v>173.05</c:v>
                </c:pt>
                <c:pt idx="732">
                  <c:v>177.7</c:v>
                </c:pt>
                <c:pt idx="733">
                  <c:v>175.05</c:v>
                </c:pt>
                <c:pt idx="734">
                  <c:v>179.05</c:v>
                </c:pt>
                <c:pt idx="735">
                  <c:v>179.95</c:v>
                </c:pt>
                <c:pt idx="736">
                  <c:v>180</c:v>
                </c:pt>
                <c:pt idx="737">
                  <c:v>180.15</c:v>
                </c:pt>
                <c:pt idx="738">
                  <c:v>180.05</c:v>
                </c:pt>
                <c:pt idx="739">
                  <c:v>180.1</c:v>
                </c:pt>
                <c:pt idx="740">
                  <c:v>180.4</c:v>
                </c:pt>
                <c:pt idx="741">
                  <c:v>181.8</c:v>
                </c:pt>
                <c:pt idx="742">
                  <c:v>183.2</c:v>
                </c:pt>
                <c:pt idx="743">
                  <c:v>180.05</c:v>
                </c:pt>
                <c:pt idx="744">
                  <c:v>183.1</c:v>
                </c:pt>
                <c:pt idx="745">
                  <c:v>184.35</c:v>
                </c:pt>
                <c:pt idx="746">
                  <c:v>182.6</c:v>
                </c:pt>
                <c:pt idx="747">
                  <c:v>182</c:v>
                </c:pt>
                <c:pt idx="748">
                  <c:v>181.7</c:v>
                </c:pt>
                <c:pt idx="749">
                  <c:v>181.8</c:v>
                </c:pt>
                <c:pt idx="750">
                  <c:v>179.65</c:v>
                </c:pt>
                <c:pt idx="751">
                  <c:v>179.95</c:v>
                </c:pt>
                <c:pt idx="752">
                  <c:v>179.4</c:v>
                </c:pt>
                <c:pt idx="753">
                  <c:v>177.7</c:v>
                </c:pt>
                <c:pt idx="754">
                  <c:v>177.8</c:v>
                </c:pt>
                <c:pt idx="755">
                  <c:v>180.1</c:v>
                </c:pt>
                <c:pt idx="756">
                  <c:v>180.3</c:v>
                </c:pt>
                <c:pt idx="757">
                  <c:v>180.5</c:v>
                </c:pt>
                <c:pt idx="758">
                  <c:v>180.5</c:v>
                </c:pt>
                <c:pt idx="759">
                  <c:v>179.7</c:v>
                </c:pt>
                <c:pt idx="760">
                  <c:v>179.35</c:v>
                </c:pt>
                <c:pt idx="761">
                  <c:v>178.4</c:v>
                </c:pt>
                <c:pt idx="762">
                  <c:v>177.65</c:v>
                </c:pt>
                <c:pt idx="763">
                  <c:v>178.55</c:v>
                </c:pt>
                <c:pt idx="764">
                  <c:v>179.4</c:v>
                </c:pt>
                <c:pt idx="765">
                  <c:v>179.9</c:v>
                </c:pt>
                <c:pt idx="766">
                  <c:v>179.75</c:v>
                </c:pt>
                <c:pt idx="767">
                  <c:v>178.95</c:v>
                </c:pt>
                <c:pt idx="768">
                  <c:v>176.55</c:v>
                </c:pt>
                <c:pt idx="769">
                  <c:v>172.35</c:v>
                </c:pt>
                <c:pt idx="770">
                  <c:v>170.8</c:v>
                </c:pt>
                <c:pt idx="771">
                  <c:v>171.15</c:v>
                </c:pt>
                <c:pt idx="772">
                  <c:v>168.45</c:v>
                </c:pt>
                <c:pt idx="773">
                  <c:v>165.55</c:v>
                </c:pt>
                <c:pt idx="774">
                  <c:v>163.15</c:v>
                </c:pt>
                <c:pt idx="775">
                  <c:v>167.85</c:v>
                </c:pt>
                <c:pt idx="776">
                  <c:v>167.05</c:v>
                </c:pt>
                <c:pt idx="777">
                  <c:v>167.3</c:v>
                </c:pt>
                <c:pt idx="778">
                  <c:v>169.45</c:v>
                </c:pt>
                <c:pt idx="779">
                  <c:v>167.65</c:v>
                </c:pt>
                <c:pt idx="780">
                  <c:v>163</c:v>
                </c:pt>
                <c:pt idx="781">
                  <c:v>165.05</c:v>
                </c:pt>
                <c:pt idx="782">
                  <c:v>167.6</c:v>
                </c:pt>
                <c:pt idx="783">
                  <c:v>169.75</c:v>
                </c:pt>
                <c:pt idx="784">
                  <c:v>171.9</c:v>
                </c:pt>
                <c:pt idx="785">
                  <c:v>171.45</c:v>
                </c:pt>
                <c:pt idx="786">
                  <c:v>172.45</c:v>
                </c:pt>
                <c:pt idx="787">
                  <c:v>170.25</c:v>
                </c:pt>
                <c:pt idx="788">
                  <c:v>169.6</c:v>
                </c:pt>
                <c:pt idx="789">
                  <c:v>169.8</c:v>
                </c:pt>
                <c:pt idx="790">
                  <c:v>169.35</c:v>
                </c:pt>
                <c:pt idx="791">
                  <c:v>168.25</c:v>
                </c:pt>
                <c:pt idx="792">
                  <c:v>168.45</c:v>
                </c:pt>
                <c:pt idx="793">
                  <c:v>166.25</c:v>
                </c:pt>
                <c:pt idx="794">
                  <c:v>166.2</c:v>
                </c:pt>
                <c:pt idx="795">
                  <c:v>164.25</c:v>
                </c:pt>
                <c:pt idx="796">
                  <c:v>161.35</c:v>
                </c:pt>
                <c:pt idx="797">
                  <c:v>160.5</c:v>
                </c:pt>
                <c:pt idx="798">
                  <c:v>158.4</c:v>
                </c:pt>
                <c:pt idx="799">
                  <c:v>159.30000000000001</c:v>
                </c:pt>
                <c:pt idx="800">
                  <c:v>155.69999999999999</c:v>
                </c:pt>
                <c:pt idx="801">
                  <c:v>157.5</c:v>
                </c:pt>
                <c:pt idx="802">
                  <c:v>160.55000000000001</c:v>
                </c:pt>
                <c:pt idx="803">
                  <c:v>162.05000000000001</c:v>
                </c:pt>
                <c:pt idx="804">
                  <c:v>162.9</c:v>
                </c:pt>
                <c:pt idx="805">
                  <c:v>155.4</c:v>
                </c:pt>
                <c:pt idx="806">
                  <c:v>155.9</c:v>
                </c:pt>
                <c:pt idx="807">
                  <c:v>156.94999999999999</c:v>
                </c:pt>
                <c:pt idx="808">
                  <c:v>153.4</c:v>
                </c:pt>
                <c:pt idx="809">
                  <c:v>152.5</c:v>
                </c:pt>
                <c:pt idx="810">
                  <c:v>148.35</c:v>
                </c:pt>
                <c:pt idx="811">
                  <c:v>149.15</c:v>
                </c:pt>
                <c:pt idx="812">
                  <c:v>154.75</c:v>
                </c:pt>
                <c:pt idx="813">
                  <c:v>154.85</c:v>
                </c:pt>
                <c:pt idx="814">
                  <c:v>150.75</c:v>
                </c:pt>
                <c:pt idx="815">
                  <c:v>152.5</c:v>
                </c:pt>
                <c:pt idx="816">
                  <c:v>147.9</c:v>
                </c:pt>
                <c:pt idx="817">
                  <c:v>144</c:v>
                </c:pt>
                <c:pt idx="818">
                  <c:v>144.15</c:v>
                </c:pt>
                <c:pt idx="819">
                  <c:v>142.4</c:v>
                </c:pt>
                <c:pt idx="820">
                  <c:v>141.4</c:v>
                </c:pt>
                <c:pt idx="821">
                  <c:v>147.69999999999999</c:v>
                </c:pt>
                <c:pt idx="822">
                  <c:v>142.44999999999999</c:v>
                </c:pt>
                <c:pt idx="823">
                  <c:v>144.5</c:v>
                </c:pt>
                <c:pt idx="824">
                  <c:v>143.94999999999999</c:v>
                </c:pt>
                <c:pt idx="825">
                  <c:v>140.69999999999999</c:v>
                </c:pt>
                <c:pt idx="826">
                  <c:v>135.69999999999999</c:v>
                </c:pt>
                <c:pt idx="827">
                  <c:v>135.9</c:v>
                </c:pt>
                <c:pt idx="828">
                  <c:v>139.44999999999999</c:v>
                </c:pt>
                <c:pt idx="829">
                  <c:v>140.35</c:v>
                </c:pt>
                <c:pt idx="830">
                  <c:v>144.05000000000001</c:v>
                </c:pt>
                <c:pt idx="831">
                  <c:v>138.1</c:v>
                </c:pt>
                <c:pt idx="832">
                  <c:v>137.6</c:v>
                </c:pt>
                <c:pt idx="833">
                  <c:v>137.35</c:v>
                </c:pt>
                <c:pt idx="834">
                  <c:v>138.1</c:v>
                </c:pt>
                <c:pt idx="835">
                  <c:v>138.4</c:v>
                </c:pt>
                <c:pt idx="836">
                  <c:v>137.9</c:v>
                </c:pt>
                <c:pt idx="837">
                  <c:v>137.69999999999999</c:v>
                </c:pt>
                <c:pt idx="838">
                  <c:v>140.6</c:v>
                </c:pt>
                <c:pt idx="839">
                  <c:v>146.85</c:v>
                </c:pt>
                <c:pt idx="840">
                  <c:v>145.25</c:v>
                </c:pt>
                <c:pt idx="841">
                  <c:v>146.25</c:v>
                </c:pt>
                <c:pt idx="842">
                  <c:v>148.19999999999999</c:v>
                </c:pt>
                <c:pt idx="843">
                  <c:v>148.19999999999999</c:v>
                </c:pt>
                <c:pt idx="844">
                  <c:v>148.05000000000001</c:v>
                </c:pt>
                <c:pt idx="845">
                  <c:v>146.94999999999999</c:v>
                </c:pt>
                <c:pt idx="846">
                  <c:v>150.6</c:v>
                </c:pt>
                <c:pt idx="847">
                  <c:v>153.30000000000001</c:v>
                </c:pt>
                <c:pt idx="848">
                  <c:v>153.19999999999999</c:v>
                </c:pt>
                <c:pt idx="849">
                  <c:v>155.94999999999999</c:v>
                </c:pt>
                <c:pt idx="850">
                  <c:v>157.9</c:v>
                </c:pt>
                <c:pt idx="851">
                  <c:v>157.4</c:v>
                </c:pt>
                <c:pt idx="852">
                  <c:v>158.44999999999999</c:v>
                </c:pt>
                <c:pt idx="853">
                  <c:v>156.6</c:v>
                </c:pt>
                <c:pt idx="854">
                  <c:v>157.1</c:v>
                </c:pt>
                <c:pt idx="855">
                  <c:v>160.69999999999999</c:v>
                </c:pt>
                <c:pt idx="856">
                  <c:v>162.30000000000001</c:v>
                </c:pt>
                <c:pt idx="857">
                  <c:v>169.7</c:v>
                </c:pt>
                <c:pt idx="858">
                  <c:v>169</c:v>
                </c:pt>
                <c:pt idx="859">
                  <c:v>169.9</c:v>
                </c:pt>
                <c:pt idx="860">
                  <c:v>170.45</c:v>
                </c:pt>
                <c:pt idx="861">
                  <c:v>170.3</c:v>
                </c:pt>
                <c:pt idx="862">
                  <c:v>166.45</c:v>
                </c:pt>
                <c:pt idx="863">
                  <c:v>169.9</c:v>
                </c:pt>
                <c:pt idx="864">
                  <c:v>170</c:v>
                </c:pt>
                <c:pt idx="865">
                  <c:v>170</c:v>
                </c:pt>
                <c:pt idx="866">
                  <c:v>171.1</c:v>
                </c:pt>
                <c:pt idx="867">
                  <c:v>170.4</c:v>
                </c:pt>
                <c:pt idx="868">
                  <c:v>173.2</c:v>
                </c:pt>
                <c:pt idx="869">
                  <c:v>176</c:v>
                </c:pt>
                <c:pt idx="870">
                  <c:v>178.3</c:v>
                </c:pt>
                <c:pt idx="871">
                  <c:v>175</c:v>
                </c:pt>
                <c:pt idx="872">
                  <c:v>177.9</c:v>
                </c:pt>
                <c:pt idx="873">
                  <c:v>177.85</c:v>
                </c:pt>
                <c:pt idx="874">
                  <c:v>177.3</c:v>
                </c:pt>
                <c:pt idx="875">
                  <c:v>179</c:v>
                </c:pt>
                <c:pt idx="876">
                  <c:v>171.6</c:v>
                </c:pt>
                <c:pt idx="877">
                  <c:v>168.3</c:v>
                </c:pt>
                <c:pt idx="878">
                  <c:v>168.9</c:v>
                </c:pt>
                <c:pt idx="879">
                  <c:v>170</c:v>
                </c:pt>
                <c:pt idx="880">
                  <c:v>169.8</c:v>
                </c:pt>
                <c:pt idx="881">
                  <c:v>171.15</c:v>
                </c:pt>
                <c:pt idx="882">
                  <c:v>168.05</c:v>
                </c:pt>
                <c:pt idx="883">
                  <c:v>166.2</c:v>
                </c:pt>
                <c:pt idx="884">
                  <c:v>163.44999999999999</c:v>
                </c:pt>
                <c:pt idx="885">
                  <c:v>158</c:v>
                </c:pt>
                <c:pt idx="886">
                  <c:v>152.4</c:v>
                </c:pt>
                <c:pt idx="887">
                  <c:v>146.80000000000001</c:v>
                </c:pt>
                <c:pt idx="888">
                  <c:v>151.4</c:v>
                </c:pt>
                <c:pt idx="889">
                  <c:v>158.9</c:v>
                </c:pt>
                <c:pt idx="890">
                  <c:v>164.2</c:v>
                </c:pt>
                <c:pt idx="891">
                  <c:v>169.6</c:v>
                </c:pt>
                <c:pt idx="892">
                  <c:v>167</c:v>
                </c:pt>
                <c:pt idx="893">
                  <c:v>169.95</c:v>
                </c:pt>
                <c:pt idx="894">
                  <c:v>168.45</c:v>
                </c:pt>
                <c:pt idx="895">
                  <c:v>170.55</c:v>
                </c:pt>
                <c:pt idx="896">
                  <c:v>168.45</c:v>
                </c:pt>
                <c:pt idx="897">
                  <c:v>166.95</c:v>
                </c:pt>
                <c:pt idx="898">
                  <c:v>163</c:v>
                </c:pt>
                <c:pt idx="899">
                  <c:v>160.55000000000001</c:v>
                </c:pt>
                <c:pt idx="900">
                  <c:v>165.8</c:v>
                </c:pt>
                <c:pt idx="901">
                  <c:v>168.15</c:v>
                </c:pt>
                <c:pt idx="902">
                  <c:v>171.05</c:v>
                </c:pt>
                <c:pt idx="903">
                  <c:v>172.05</c:v>
                </c:pt>
                <c:pt idx="904">
                  <c:v>175.7</c:v>
                </c:pt>
                <c:pt idx="905">
                  <c:v>177.65</c:v>
                </c:pt>
                <c:pt idx="906">
                  <c:v>181.9</c:v>
                </c:pt>
                <c:pt idx="907">
                  <c:v>188.05</c:v>
                </c:pt>
                <c:pt idx="908">
                  <c:v>193.15</c:v>
                </c:pt>
                <c:pt idx="909">
                  <c:v>189.55</c:v>
                </c:pt>
                <c:pt idx="910">
                  <c:v>186.6</c:v>
                </c:pt>
                <c:pt idx="911">
                  <c:v>180.9</c:v>
                </c:pt>
                <c:pt idx="912">
                  <c:v>188.5</c:v>
                </c:pt>
                <c:pt idx="913">
                  <c:v>190.5</c:v>
                </c:pt>
                <c:pt idx="914">
                  <c:v>187</c:v>
                </c:pt>
                <c:pt idx="915">
                  <c:v>185.6</c:v>
                </c:pt>
                <c:pt idx="916">
                  <c:v>189.4</c:v>
                </c:pt>
                <c:pt idx="917">
                  <c:v>192.5</c:v>
                </c:pt>
                <c:pt idx="918">
                  <c:v>186.25</c:v>
                </c:pt>
                <c:pt idx="919">
                  <c:v>187.2</c:v>
                </c:pt>
                <c:pt idx="920">
                  <c:v>194</c:v>
                </c:pt>
                <c:pt idx="921">
                  <c:v>194.95</c:v>
                </c:pt>
                <c:pt idx="922">
                  <c:v>190.65</c:v>
                </c:pt>
                <c:pt idx="923">
                  <c:v>193.45</c:v>
                </c:pt>
                <c:pt idx="924">
                  <c:v>188.95</c:v>
                </c:pt>
                <c:pt idx="925">
                  <c:v>184.75</c:v>
                </c:pt>
                <c:pt idx="926">
                  <c:v>183.95</c:v>
                </c:pt>
                <c:pt idx="927">
                  <c:v>187.35</c:v>
                </c:pt>
                <c:pt idx="928">
                  <c:v>184.95</c:v>
                </c:pt>
                <c:pt idx="929">
                  <c:v>178.4</c:v>
                </c:pt>
                <c:pt idx="930">
                  <c:v>180.8</c:v>
                </c:pt>
                <c:pt idx="931">
                  <c:v>174.3</c:v>
                </c:pt>
                <c:pt idx="932">
                  <c:v>180.55</c:v>
                </c:pt>
                <c:pt idx="933">
                  <c:v>184.9</c:v>
                </c:pt>
                <c:pt idx="934">
                  <c:v>179.45</c:v>
                </c:pt>
                <c:pt idx="935">
                  <c:v>182.2</c:v>
                </c:pt>
                <c:pt idx="936">
                  <c:v>179.75</c:v>
                </c:pt>
                <c:pt idx="937">
                  <c:v>183.75</c:v>
                </c:pt>
                <c:pt idx="938">
                  <c:v>184.35</c:v>
                </c:pt>
                <c:pt idx="939">
                  <c:v>190.9</c:v>
                </c:pt>
                <c:pt idx="940">
                  <c:v>191.55</c:v>
                </c:pt>
                <c:pt idx="941">
                  <c:v>189.95</c:v>
                </c:pt>
                <c:pt idx="942">
                  <c:v>186.25</c:v>
                </c:pt>
                <c:pt idx="943">
                  <c:v>188.75</c:v>
                </c:pt>
                <c:pt idx="944">
                  <c:v>189.05</c:v>
                </c:pt>
                <c:pt idx="945">
                  <c:v>189.25</c:v>
                </c:pt>
                <c:pt idx="946">
                  <c:v>187.45</c:v>
                </c:pt>
                <c:pt idx="947">
                  <c:v>189.85</c:v>
                </c:pt>
                <c:pt idx="948">
                  <c:v>191.25</c:v>
                </c:pt>
                <c:pt idx="949">
                  <c:v>195.25</c:v>
                </c:pt>
                <c:pt idx="950">
                  <c:v>194.9</c:v>
                </c:pt>
                <c:pt idx="951">
                  <c:v>188.75</c:v>
                </c:pt>
                <c:pt idx="952">
                  <c:v>185.9</c:v>
                </c:pt>
                <c:pt idx="953">
                  <c:v>182.65</c:v>
                </c:pt>
                <c:pt idx="954">
                  <c:v>187.3</c:v>
                </c:pt>
                <c:pt idx="955">
                  <c:v>187.9</c:v>
                </c:pt>
                <c:pt idx="956">
                  <c:v>180.55</c:v>
                </c:pt>
                <c:pt idx="957">
                  <c:v>175.15</c:v>
                </c:pt>
                <c:pt idx="958">
                  <c:v>176.75</c:v>
                </c:pt>
                <c:pt idx="959">
                  <c:v>175</c:v>
                </c:pt>
                <c:pt idx="960">
                  <c:v>174.35</c:v>
                </c:pt>
                <c:pt idx="961">
                  <c:v>182.2</c:v>
                </c:pt>
                <c:pt idx="962">
                  <c:v>185.75</c:v>
                </c:pt>
                <c:pt idx="963">
                  <c:v>182.55</c:v>
                </c:pt>
                <c:pt idx="964">
                  <c:v>182.95</c:v>
                </c:pt>
                <c:pt idx="965">
                  <c:v>180.85</c:v>
                </c:pt>
                <c:pt idx="966">
                  <c:v>182.85</c:v>
                </c:pt>
                <c:pt idx="967">
                  <c:v>182.3</c:v>
                </c:pt>
                <c:pt idx="968">
                  <c:v>181.7</c:v>
                </c:pt>
                <c:pt idx="969">
                  <c:v>181.3</c:v>
                </c:pt>
                <c:pt idx="970">
                  <c:v>181.35</c:v>
                </c:pt>
                <c:pt idx="971">
                  <c:v>183.1</c:v>
                </c:pt>
                <c:pt idx="972">
                  <c:v>182.15</c:v>
                </c:pt>
                <c:pt idx="973">
                  <c:v>183.2</c:v>
                </c:pt>
                <c:pt idx="974">
                  <c:v>179.25</c:v>
                </c:pt>
                <c:pt idx="975">
                  <c:v>176.95</c:v>
                </c:pt>
                <c:pt idx="976">
                  <c:v>179.8</c:v>
                </c:pt>
                <c:pt idx="977">
                  <c:v>177.55</c:v>
                </c:pt>
                <c:pt idx="978">
                  <c:v>179.45</c:v>
                </c:pt>
                <c:pt idx="979">
                  <c:v>179.25</c:v>
                </c:pt>
                <c:pt idx="980">
                  <c:v>178.25</c:v>
                </c:pt>
                <c:pt idx="981">
                  <c:v>179.15</c:v>
                </c:pt>
                <c:pt idx="982">
                  <c:v>178.35</c:v>
                </c:pt>
                <c:pt idx="983">
                  <c:v>178.85</c:v>
                </c:pt>
                <c:pt idx="984">
                  <c:v>180.95</c:v>
                </c:pt>
                <c:pt idx="985">
                  <c:v>187</c:v>
                </c:pt>
                <c:pt idx="986">
                  <c:v>187.9</c:v>
                </c:pt>
                <c:pt idx="987">
                  <c:v>187.35</c:v>
                </c:pt>
                <c:pt idx="988">
                  <c:v>188.25</c:v>
                </c:pt>
                <c:pt idx="989">
                  <c:v>186.85</c:v>
                </c:pt>
                <c:pt idx="990">
                  <c:v>186.95</c:v>
                </c:pt>
                <c:pt idx="991">
                  <c:v>192.4</c:v>
                </c:pt>
                <c:pt idx="992">
                  <c:v>199.9</c:v>
                </c:pt>
                <c:pt idx="993">
                  <c:v>199.95</c:v>
                </c:pt>
                <c:pt idx="994">
                  <c:v>198.75</c:v>
                </c:pt>
                <c:pt idx="995">
                  <c:v>200.5</c:v>
                </c:pt>
                <c:pt idx="996">
                  <c:v>199.75</c:v>
                </c:pt>
                <c:pt idx="997">
                  <c:v>199.85</c:v>
                </c:pt>
                <c:pt idx="998">
                  <c:v>200.6</c:v>
                </c:pt>
                <c:pt idx="999">
                  <c:v>202.7</c:v>
                </c:pt>
                <c:pt idx="1000">
                  <c:v>206.15</c:v>
                </c:pt>
                <c:pt idx="1001">
                  <c:v>206.45</c:v>
                </c:pt>
                <c:pt idx="1002">
                  <c:v>204.45</c:v>
                </c:pt>
                <c:pt idx="1003">
                  <c:v>212.75</c:v>
                </c:pt>
                <c:pt idx="1004">
                  <c:v>215.45</c:v>
                </c:pt>
                <c:pt idx="1005">
                  <c:v>214.4</c:v>
                </c:pt>
                <c:pt idx="1006">
                  <c:v>213.65</c:v>
                </c:pt>
                <c:pt idx="1007">
                  <c:v>209.95</c:v>
                </c:pt>
                <c:pt idx="1008">
                  <c:v>210.45</c:v>
                </c:pt>
                <c:pt idx="1009">
                  <c:v>211.95</c:v>
                </c:pt>
                <c:pt idx="1010">
                  <c:v>207.75</c:v>
                </c:pt>
                <c:pt idx="1011">
                  <c:v>208.85</c:v>
                </c:pt>
                <c:pt idx="1012">
                  <c:v>207.25</c:v>
                </c:pt>
                <c:pt idx="1013">
                  <c:v>207.95</c:v>
                </c:pt>
                <c:pt idx="1014">
                  <c:v>205.65</c:v>
                </c:pt>
                <c:pt idx="1015">
                  <c:v>206.3</c:v>
                </c:pt>
                <c:pt idx="1016">
                  <c:v>204</c:v>
                </c:pt>
                <c:pt idx="1017">
                  <c:v>200.35</c:v>
                </c:pt>
                <c:pt idx="1018">
                  <c:v>193.35</c:v>
                </c:pt>
                <c:pt idx="1019">
                  <c:v>195.2</c:v>
                </c:pt>
                <c:pt idx="1020">
                  <c:v>201.45</c:v>
                </c:pt>
                <c:pt idx="1021">
                  <c:v>193.15</c:v>
                </c:pt>
                <c:pt idx="1022">
                  <c:v>187.9</c:v>
                </c:pt>
                <c:pt idx="1023">
                  <c:v>187.9</c:v>
                </c:pt>
                <c:pt idx="1024">
                  <c:v>190.2</c:v>
                </c:pt>
                <c:pt idx="1025">
                  <c:v>193.2</c:v>
                </c:pt>
                <c:pt idx="1026">
                  <c:v>193.65</c:v>
                </c:pt>
                <c:pt idx="1027">
                  <c:v>189.5</c:v>
                </c:pt>
                <c:pt idx="1028">
                  <c:v>193</c:v>
                </c:pt>
                <c:pt idx="1029">
                  <c:v>194.45</c:v>
                </c:pt>
                <c:pt idx="1030">
                  <c:v>195.5</c:v>
                </c:pt>
                <c:pt idx="1031">
                  <c:v>197.15</c:v>
                </c:pt>
                <c:pt idx="1032">
                  <c:v>203.1</c:v>
                </c:pt>
                <c:pt idx="1033">
                  <c:v>199.6</c:v>
                </c:pt>
                <c:pt idx="1034">
                  <c:v>192.8</c:v>
                </c:pt>
                <c:pt idx="1035">
                  <c:v>187.75</c:v>
                </c:pt>
                <c:pt idx="1036">
                  <c:v>182.25</c:v>
                </c:pt>
                <c:pt idx="1037">
                  <c:v>179.1</c:v>
                </c:pt>
                <c:pt idx="1038">
                  <c:v>174.55</c:v>
                </c:pt>
                <c:pt idx="1039">
                  <c:v>175.7</c:v>
                </c:pt>
                <c:pt idx="1040">
                  <c:v>174.6</c:v>
                </c:pt>
                <c:pt idx="1041">
                  <c:v>173.05</c:v>
                </c:pt>
                <c:pt idx="1042">
                  <c:v>173.95</c:v>
                </c:pt>
                <c:pt idx="1043">
                  <c:v>174</c:v>
                </c:pt>
                <c:pt idx="1044">
                  <c:v>165.05</c:v>
                </c:pt>
                <c:pt idx="1045">
                  <c:v>158.15</c:v>
                </c:pt>
                <c:pt idx="1046">
                  <c:v>158.44999999999999</c:v>
                </c:pt>
                <c:pt idx="1047">
                  <c:v>156.69999999999999</c:v>
                </c:pt>
                <c:pt idx="1048">
                  <c:v>154.75</c:v>
                </c:pt>
                <c:pt idx="1049">
                  <c:v>149.75</c:v>
                </c:pt>
                <c:pt idx="1050">
                  <c:v>154.55000000000001</c:v>
                </c:pt>
                <c:pt idx="1051">
                  <c:v>156.44999999999999</c:v>
                </c:pt>
                <c:pt idx="1052">
                  <c:v>153.94999999999999</c:v>
                </c:pt>
                <c:pt idx="1053">
                  <c:v>150.30000000000001</c:v>
                </c:pt>
                <c:pt idx="1054">
                  <c:v>144.05000000000001</c:v>
                </c:pt>
                <c:pt idx="1055">
                  <c:v>145.15</c:v>
                </c:pt>
                <c:pt idx="1056">
                  <c:v>148.19999999999999</c:v>
                </c:pt>
                <c:pt idx="1057">
                  <c:v>149.80000000000001</c:v>
                </c:pt>
                <c:pt idx="1058">
                  <c:v>150.80000000000001</c:v>
                </c:pt>
                <c:pt idx="1059">
                  <c:v>148.19999999999999</c:v>
                </c:pt>
                <c:pt idx="1060">
                  <c:v>144.44999999999999</c:v>
                </c:pt>
                <c:pt idx="1061">
                  <c:v>148.25</c:v>
                </c:pt>
                <c:pt idx="1062">
                  <c:v>149.6</c:v>
                </c:pt>
                <c:pt idx="1063">
                  <c:v>150.55000000000001</c:v>
                </c:pt>
                <c:pt idx="1064">
                  <c:v>154.4</c:v>
                </c:pt>
                <c:pt idx="1065">
                  <c:v>154.80000000000001</c:v>
                </c:pt>
                <c:pt idx="1066">
                  <c:v>156.25</c:v>
                </c:pt>
                <c:pt idx="1067">
                  <c:v>157.5</c:v>
                </c:pt>
                <c:pt idx="1068">
                  <c:v>154.85</c:v>
                </c:pt>
                <c:pt idx="1069">
                  <c:v>147</c:v>
                </c:pt>
                <c:pt idx="1070">
                  <c:v>148.19999999999999</c:v>
                </c:pt>
                <c:pt idx="1071">
                  <c:v>149.9</c:v>
                </c:pt>
                <c:pt idx="1072">
                  <c:v>152.5</c:v>
                </c:pt>
                <c:pt idx="1073">
                  <c:v>150.55000000000001</c:v>
                </c:pt>
                <c:pt idx="1074">
                  <c:v>151.65</c:v>
                </c:pt>
                <c:pt idx="1075">
                  <c:v>151.94999999999999</c:v>
                </c:pt>
                <c:pt idx="1076">
                  <c:v>152</c:v>
                </c:pt>
                <c:pt idx="1077">
                  <c:v>151.25</c:v>
                </c:pt>
                <c:pt idx="1078">
                  <c:v>153.69999999999999</c:v>
                </c:pt>
                <c:pt idx="1079">
                  <c:v>152.4</c:v>
                </c:pt>
                <c:pt idx="1080">
                  <c:v>151.6</c:v>
                </c:pt>
                <c:pt idx="1081">
                  <c:v>146.6</c:v>
                </c:pt>
                <c:pt idx="1082">
                  <c:v>144.75</c:v>
                </c:pt>
                <c:pt idx="1083">
                  <c:v>144</c:v>
                </c:pt>
                <c:pt idx="1084">
                  <c:v>141.30000000000001</c:v>
                </c:pt>
                <c:pt idx="1085">
                  <c:v>142.65</c:v>
                </c:pt>
                <c:pt idx="1086">
                  <c:v>142.55000000000001</c:v>
                </c:pt>
                <c:pt idx="1087">
                  <c:v>143</c:v>
                </c:pt>
                <c:pt idx="1088">
                  <c:v>145.69999999999999</c:v>
                </c:pt>
                <c:pt idx="1089">
                  <c:v>145</c:v>
                </c:pt>
                <c:pt idx="1090">
                  <c:v>142.4</c:v>
                </c:pt>
                <c:pt idx="1091">
                  <c:v>140.80000000000001</c:v>
                </c:pt>
                <c:pt idx="1092">
                  <c:v>142.15</c:v>
                </c:pt>
                <c:pt idx="1093">
                  <c:v>141.94999999999999</c:v>
                </c:pt>
                <c:pt idx="1094">
                  <c:v>141.55000000000001</c:v>
                </c:pt>
                <c:pt idx="1095">
                  <c:v>120.2</c:v>
                </c:pt>
                <c:pt idx="1096">
                  <c:v>129.6</c:v>
                </c:pt>
                <c:pt idx="1097">
                  <c:v>134.25</c:v>
                </c:pt>
                <c:pt idx="1098">
                  <c:v>136.85</c:v>
                </c:pt>
                <c:pt idx="1099">
                  <c:v>137.85</c:v>
                </c:pt>
                <c:pt idx="1100">
                  <c:v>138.4</c:v>
                </c:pt>
                <c:pt idx="1101">
                  <c:v>141.65</c:v>
                </c:pt>
                <c:pt idx="1102">
                  <c:v>139.6</c:v>
                </c:pt>
                <c:pt idx="1103">
                  <c:v>140.35</c:v>
                </c:pt>
                <c:pt idx="1104">
                  <c:v>136.85</c:v>
                </c:pt>
                <c:pt idx="1105">
                  <c:v>136.94999999999999</c:v>
                </c:pt>
                <c:pt idx="1106">
                  <c:v>137.19999999999999</c:v>
                </c:pt>
                <c:pt idx="1107">
                  <c:v>137.25</c:v>
                </c:pt>
                <c:pt idx="1108">
                  <c:v>135.55000000000001</c:v>
                </c:pt>
                <c:pt idx="1109">
                  <c:v>138.65</c:v>
                </c:pt>
                <c:pt idx="1110">
                  <c:v>136.85</c:v>
                </c:pt>
                <c:pt idx="1111">
                  <c:v>134.94999999999999</c:v>
                </c:pt>
                <c:pt idx="1112">
                  <c:v>133.65</c:v>
                </c:pt>
                <c:pt idx="1113">
                  <c:v>129.85</c:v>
                </c:pt>
                <c:pt idx="1114">
                  <c:v>128.94999999999999</c:v>
                </c:pt>
                <c:pt idx="1115">
                  <c:v>127.85</c:v>
                </c:pt>
                <c:pt idx="1116">
                  <c:v>128.80000000000001</c:v>
                </c:pt>
                <c:pt idx="1117">
                  <c:v>128</c:v>
                </c:pt>
                <c:pt idx="1118">
                  <c:v>128.6</c:v>
                </c:pt>
                <c:pt idx="1119">
                  <c:v>126.8</c:v>
                </c:pt>
                <c:pt idx="1120">
                  <c:v>128.15</c:v>
                </c:pt>
                <c:pt idx="1121">
                  <c:v>128.4</c:v>
                </c:pt>
                <c:pt idx="1122">
                  <c:v>128.1</c:v>
                </c:pt>
                <c:pt idx="1123">
                  <c:v>130.35</c:v>
                </c:pt>
                <c:pt idx="1124">
                  <c:v>128.1</c:v>
                </c:pt>
                <c:pt idx="1125">
                  <c:v>127.55</c:v>
                </c:pt>
                <c:pt idx="1126">
                  <c:v>129.75</c:v>
                </c:pt>
                <c:pt idx="1127">
                  <c:v>127.3</c:v>
                </c:pt>
                <c:pt idx="1128">
                  <c:v>127.4</c:v>
                </c:pt>
                <c:pt idx="1129">
                  <c:v>127</c:v>
                </c:pt>
                <c:pt idx="1130">
                  <c:v>127.3</c:v>
                </c:pt>
                <c:pt idx="1131">
                  <c:v>127.6</c:v>
                </c:pt>
                <c:pt idx="1132">
                  <c:v>128.80000000000001</c:v>
                </c:pt>
                <c:pt idx="1133">
                  <c:v>124.3</c:v>
                </c:pt>
                <c:pt idx="1134">
                  <c:v>122.4</c:v>
                </c:pt>
                <c:pt idx="1135">
                  <c:v>124.2</c:v>
                </c:pt>
                <c:pt idx="1136">
                  <c:v>123.75</c:v>
                </c:pt>
                <c:pt idx="1137">
                  <c:v>122.25</c:v>
                </c:pt>
                <c:pt idx="1138">
                  <c:v>123.6</c:v>
                </c:pt>
                <c:pt idx="1139">
                  <c:v>123.55</c:v>
                </c:pt>
                <c:pt idx="1140">
                  <c:v>122.55</c:v>
                </c:pt>
                <c:pt idx="1141">
                  <c:v>121.8</c:v>
                </c:pt>
                <c:pt idx="1142">
                  <c:v>122</c:v>
                </c:pt>
                <c:pt idx="1143">
                  <c:v>120.3</c:v>
                </c:pt>
                <c:pt idx="1144">
                  <c:v>120.35</c:v>
                </c:pt>
                <c:pt idx="1145">
                  <c:v>120.25</c:v>
                </c:pt>
                <c:pt idx="1146">
                  <c:v>121.1</c:v>
                </c:pt>
                <c:pt idx="1147">
                  <c:v>121.8</c:v>
                </c:pt>
                <c:pt idx="1148">
                  <c:v>118.65</c:v>
                </c:pt>
                <c:pt idx="1149">
                  <c:v>116.3</c:v>
                </c:pt>
                <c:pt idx="1150">
                  <c:v>119.1</c:v>
                </c:pt>
                <c:pt idx="1151">
                  <c:v>118.8</c:v>
                </c:pt>
                <c:pt idx="1152">
                  <c:v>113</c:v>
                </c:pt>
                <c:pt idx="1153">
                  <c:v>116.8</c:v>
                </c:pt>
                <c:pt idx="1154">
                  <c:v>116.1</c:v>
                </c:pt>
                <c:pt idx="1155">
                  <c:v>116.4</c:v>
                </c:pt>
                <c:pt idx="1156">
                  <c:v>115</c:v>
                </c:pt>
                <c:pt idx="1157">
                  <c:v>114.65</c:v>
                </c:pt>
                <c:pt idx="1158">
                  <c:v>114.15</c:v>
                </c:pt>
                <c:pt idx="1159">
                  <c:v>110.5</c:v>
                </c:pt>
                <c:pt idx="1160">
                  <c:v>106.6</c:v>
                </c:pt>
                <c:pt idx="1161">
                  <c:v>108.35</c:v>
                </c:pt>
                <c:pt idx="1162">
                  <c:v>106.15</c:v>
                </c:pt>
                <c:pt idx="1163">
                  <c:v>107.85</c:v>
                </c:pt>
                <c:pt idx="1164">
                  <c:v>106.95</c:v>
                </c:pt>
                <c:pt idx="1165">
                  <c:v>110.45</c:v>
                </c:pt>
                <c:pt idx="1166">
                  <c:v>109.9</c:v>
                </c:pt>
                <c:pt idx="1167">
                  <c:v>111.1</c:v>
                </c:pt>
                <c:pt idx="1168">
                  <c:v>112.1</c:v>
                </c:pt>
                <c:pt idx="1169">
                  <c:v>111.25</c:v>
                </c:pt>
                <c:pt idx="1170">
                  <c:v>112</c:v>
                </c:pt>
                <c:pt idx="1171">
                  <c:v>112</c:v>
                </c:pt>
                <c:pt idx="1172">
                  <c:v>112.5</c:v>
                </c:pt>
                <c:pt idx="1173">
                  <c:v>112.15</c:v>
                </c:pt>
                <c:pt idx="1174">
                  <c:v>110.75</c:v>
                </c:pt>
                <c:pt idx="1175">
                  <c:v>111.85</c:v>
                </c:pt>
                <c:pt idx="1176">
                  <c:v>114.75</c:v>
                </c:pt>
                <c:pt idx="1177">
                  <c:v>116.05</c:v>
                </c:pt>
                <c:pt idx="1178">
                  <c:v>118.85</c:v>
                </c:pt>
                <c:pt idx="1179">
                  <c:v>121</c:v>
                </c:pt>
                <c:pt idx="1180">
                  <c:v>121.8</c:v>
                </c:pt>
                <c:pt idx="1181">
                  <c:v>120</c:v>
                </c:pt>
                <c:pt idx="1182">
                  <c:v>123.65</c:v>
                </c:pt>
                <c:pt idx="1183">
                  <c:v>123.8</c:v>
                </c:pt>
                <c:pt idx="1184">
                  <c:v>125.7</c:v>
                </c:pt>
                <c:pt idx="1185">
                  <c:v>125.25</c:v>
                </c:pt>
                <c:pt idx="1186">
                  <c:v>123.8</c:v>
                </c:pt>
                <c:pt idx="1187">
                  <c:v>123.3</c:v>
                </c:pt>
                <c:pt idx="1188">
                  <c:v>120.4</c:v>
                </c:pt>
                <c:pt idx="1189">
                  <c:v>120.4</c:v>
                </c:pt>
                <c:pt idx="1190">
                  <c:v>120.25</c:v>
                </c:pt>
                <c:pt idx="1191">
                  <c:v>120.15</c:v>
                </c:pt>
                <c:pt idx="1192">
                  <c:v>124.2</c:v>
                </c:pt>
                <c:pt idx="1193">
                  <c:v>125.4</c:v>
                </c:pt>
                <c:pt idx="1194">
                  <c:v>126.6</c:v>
                </c:pt>
                <c:pt idx="1195">
                  <c:v>127.05</c:v>
                </c:pt>
                <c:pt idx="1196">
                  <c:v>125.2</c:v>
                </c:pt>
                <c:pt idx="1197">
                  <c:v>127.15</c:v>
                </c:pt>
                <c:pt idx="1198">
                  <c:v>128.5</c:v>
                </c:pt>
                <c:pt idx="1199">
                  <c:v>128.80000000000001</c:v>
                </c:pt>
                <c:pt idx="1200">
                  <c:v>128.15</c:v>
                </c:pt>
                <c:pt idx="1201">
                  <c:v>128.44999999999999</c:v>
                </c:pt>
                <c:pt idx="1202">
                  <c:v>126.8</c:v>
                </c:pt>
                <c:pt idx="1203">
                  <c:v>128.05000000000001</c:v>
                </c:pt>
                <c:pt idx="1204">
                  <c:v>126.65</c:v>
                </c:pt>
                <c:pt idx="1205">
                  <c:v>126.2</c:v>
                </c:pt>
                <c:pt idx="1206">
                  <c:v>126.05</c:v>
                </c:pt>
                <c:pt idx="1207">
                  <c:v>124.5</c:v>
                </c:pt>
                <c:pt idx="1208">
                  <c:v>124.6</c:v>
                </c:pt>
                <c:pt idx="1209">
                  <c:v>123.4</c:v>
                </c:pt>
                <c:pt idx="1210">
                  <c:v>122.35</c:v>
                </c:pt>
                <c:pt idx="1211">
                  <c:v>120.35</c:v>
                </c:pt>
                <c:pt idx="1212">
                  <c:v>125.1</c:v>
                </c:pt>
                <c:pt idx="1213">
                  <c:v>124.8</c:v>
                </c:pt>
                <c:pt idx="1214">
                  <c:v>125.2</c:v>
                </c:pt>
                <c:pt idx="1215">
                  <c:v>127.9</c:v>
                </c:pt>
                <c:pt idx="1216">
                  <c:v>128.5</c:v>
                </c:pt>
                <c:pt idx="1217">
                  <c:v>128.80000000000001</c:v>
                </c:pt>
                <c:pt idx="1218">
                  <c:v>132.75</c:v>
                </c:pt>
                <c:pt idx="1219">
                  <c:v>136.1</c:v>
                </c:pt>
                <c:pt idx="1220">
                  <c:v>137</c:v>
                </c:pt>
                <c:pt idx="1221">
                  <c:v>135.80000000000001</c:v>
                </c:pt>
                <c:pt idx="1222">
                  <c:v>134.44999999999999</c:v>
                </c:pt>
                <c:pt idx="1223">
                  <c:v>134.15</c:v>
                </c:pt>
                <c:pt idx="1224">
                  <c:v>135.85</c:v>
                </c:pt>
                <c:pt idx="1225">
                  <c:v>135.35</c:v>
                </c:pt>
                <c:pt idx="1226">
                  <c:v>134.5</c:v>
                </c:pt>
                <c:pt idx="1227">
                  <c:v>132.94999999999999</c:v>
                </c:pt>
                <c:pt idx="1228">
                  <c:v>132.05000000000001</c:v>
                </c:pt>
                <c:pt idx="1229">
                  <c:v>130.19999999999999</c:v>
                </c:pt>
                <c:pt idx="1230">
                  <c:v>133.1</c:v>
                </c:pt>
                <c:pt idx="1231">
                  <c:v>135.94999999999999</c:v>
                </c:pt>
                <c:pt idx="1232">
                  <c:v>140.44999999999999</c:v>
                </c:pt>
                <c:pt idx="1233">
                  <c:v>144.6</c:v>
                </c:pt>
                <c:pt idx="1234">
                  <c:v>142.85</c:v>
                </c:pt>
                <c:pt idx="1235">
                  <c:v>144.44999999999999</c:v>
                </c:pt>
                <c:pt idx="1236">
                  <c:v>144.65</c:v>
                </c:pt>
                <c:pt idx="1237">
                  <c:v>150.80000000000001</c:v>
                </c:pt>
                <c:pt idx="1238">
                  <c:v>154.15</c:v>
                </c:pt>
                <c:pt idx="1239">
                  <c:v>151.85</c:v>
                </c:pt>
                <c:pt idx="1240">
                  <c:v>145.94999999999999</c:v>
                </c:pt>
                <c:pt idx="1241">
                  <c:v>145</c:v>
                </c:pt>
                <c:pt idx="1242">
                  <c:v>143.94999999999999</c:v>
                </c:pt>
                <c:pt idx="1243">
                  <c:v>144.65</c:v>
                </c:pt>
                <c:pt idx="1244">
                  <c:v>148.4</c:v>
                </c:pt>
                <c:pt idx="1245">
                  <c:v>149.69999999999999</c:v>
                </c:pt>
                <c:pt idx="1246">
                  <c:v>148.80000000000001</c:v>
                </c:pt>
                <c:pt idx="1247">
                  <c:v>148.19999999999999</c:v>
                </c:pt>
                <c:pt idx="1248">
                  <c:v>144.69999999999999</c:v>
                </c:pt>
                <c:pt idx="1249">
                  <c:v>143.55000000000001</c:v>
                </c:pt>
                <c:pt idx="1250">
                  <c:v>145</c:v>
                </c:pt>
                <c:pt idx="1251">
                  <c:v>144.25</c:v>
                </c:pt>
                <c:pt idx="1252">
                  <c:v>144.94999999999999</c:v>
                </c:pt>
                <c:pt idx="1253">
                  <c:v>144.05000000000001</c:v>
                </c:pt>
                <c:pt idx="1254">
                  <c:v>144.80000000000001</c:v>
                </c:pt>
                <c:pt idx="1255">
                  <c:v>143.85</c:v>
                </c:pt>
                <c:pt idx="1256">
                  <c:v>143.4</c:v>
                </c:pt>
                <c:pt idx="1257">
                  <c:v>144.5</c:v>
                </c:pt>
                <c:pt idx="1258">
                  <c:v>146.30000000000001</c:v>
                </c:pt>
                <c:pt idx="1259">
                  <c:v>144.55000000000001</c:v>
                </c:pt>
                <c:pt idx="1260">
                  <c:v>141.85</c:v>
                </c:pt>
                <c:pt idx="1261">
                  <c:v>141.05000000000001</c:v>
                </c:pt>
                <c:pt idx="1262">
                  <c:v>142.75</c:v>
                </c:pt>
                <c:pt idx="1263">
                  <c:v>141.15</c:v>
                </c:pt>
                <c:pt idx="1264">
                  <c:v>139.4</c:v>
                </c:pt>
                <c:pt idx="1265">
                  <c:v>140.05000000000001</c:v>
                </c:pt>
                <c:pt idx="1266">
                  <c:v>140.15</c:v>
                </c:pt>
                <c:pt idx="1267">
                  <c:v>140.25</c:v>
                </c:pt>
                <c:pt idx="1268">
                  <c:v>142.6</c:v>
                </c:pt>
                <c:pt idx="1269">
                  <c:v>142.05000000000001</c:v>
                </c:pt>
                <c:pt idx="1270">
                  <c:v>142.15</c:v>
                </c:pt>
                <c:pt idx="1271">
                  <c:v>147.55000000000001</c:v>
                </c:pt>
                <c:pt idx="1272">
                  <c:v>149.5</c:v>
                </c:pt>
                <c:pt idx="1273">
                  <c:v>151.6</c:v>
                </c:pt>
                <c:pt idx="1274">
                  <c:v>153.15</c:v>
                </c:pt>
                <c:pt idx="1275">
                  <c:v>159.80000000000001</c:v>
                </c:pt>
                <c:pt idx="1276">
                  <c:v>168.4</c:v>
                </c:pt>
                <c:pt idx="1277">
                  <c:v>164.65</c:v>
                </c:pt>
                <c:pt idx="1278">
                  <c:v>165.6</c:v>
                </c:pt>
                <c:pt idx="1279">
                  <c:v>165.9</c:v>
                </c:pt>
                <c:pt idx="1280">
                  <c:v>162.1</c:v>
                </c:pt>
                <c:pt idx="1281">
                  <c:v>160</c:v>
                </c:pt>
                <c:pt idx="1282">
                  <c:v>160.44999999999999</c:v>
                </c:pt>
                <c:pt idx="1283">
                  <c:v>154</c:v>
                </c:pt>
                <c:pt idx="1284">
                  <c:v>155.44999999999999</c:v>
                </c:pt>
                <c:pt idx="1285">
                  <c:v>151.80000000000001</c:v>
                </c:pt>
                <c:pt idx="1286">
                  <c:v>152.15</c:v>
                </c:pt>
                <c:pt idx="1287">
                  <c:v>143.9</c:v>
                </c:pt>
                <c:pt idx="1288">
                  <c:v>144.94999999999999</c:v>
                </c:pt>
                <c:pt idx="1289">
                  <c:v>144.75</c:v>
                </c:pt>
                <c:pt idx="1290">
                  <c:v>142.65</c:v>
                </c:pt>
                <c:pt idx="1291">
                  <c:v>145.44999999999999</c:v>
                </c:pt>
                <c:pt idx="1292">
                  <c:v>143.9</c:v>
                </c:pt>
                <c:pt idx="1293">
                  <c:v>142.75</c:v>
                </c:pt>
                <c:pt idx="1294">
                  <c:v>140.55000000000001</c:v>
                </c:pt>
                <c:pt idx="1295">
                  <c:v>144.05000000000001</c:v>
                </c:pt>
                <c:pt idx="1296">
                  <c:v>146.19999999999999</c:v>
                </c:pt>
                <c:pt idx="1297">
                  <c:v>146.85</c:v>
                </c:pt>
                <c:pt idx="1298">
                  <c:v>150.30000000000001</c:v>
                </c:pt>
                <c:pt idx="1299">
                  <c:v>149.80000000000001</c:v>
                </c:pt>
                <c:pt idx="1300">
                  <c:v>144.94999999999999</c:v>
                </c:pt>
                <c:pt idx="1301">
                  <c:v>146.05000000000001</c:v>
                </c:pt>
                <c:pt idx="1302">
                  <c:v>144.15</c:v>
                </c:pt>
                <c:pt idx="1303">
                  <c:v>144.15</c:v>
                </c:pt>
                <c:pt idx="1304">
                  <c:v>143.65</c:v>
                </c:pt>
                <c:pt idx="1305">
                  <c:v>138.30000000000001</c:v>
                </c:pt>
                <c:pt idx="1306">
                  <c:v>135.80000000000001</c:v>
                </c:pt>
                <c:pt idx="1307">
                  <c:v>135.4</c:v>
                </c:pt>
                <c:pt idx="1308">
                  <c:v>133.80000000000001</c:v>
                </c:pt>
                <c:pt idx="1309">
                  <c:v>133.65</c:v>
                </c:pt>
                <c:pt idx="1310">
                  <c:v>130.25</c:v>
                </c:pt>
                <c:pt idx="1311">
                  <c:v>130.80000000000001</c:v>
                </c:pt>
                <c:pt idx="1312">
                  <c:v>133.65</c:v>
                </c:pt>
                <c:pt idx="1313">
                  <c:v>134.69999999999999</c:v>
                </c:pt>
                <c:pt idx="1314">
                  <c:v>134.85</c:v>
                </c:pt>
                <c:pt idx="1315">
                  <c:v>131.25</c:v>
                </c:pt>
                <c:pt idx="1316">
                  <c:v>131.25</c:v>
                </c:pt>
                <c:pt idx="1317">
                  <c:v>131.94999999999999</c:v>
                </c:pt>
                <c:pt idx="1318">
                  <c:v>132.19999999999999</c:v>
                </c:pt>
                <c:pt idx="1319">
                  <c:v>131.5</c:v>
                </c:pt>
                <c:pt idx="1320">
                  <c:v>129.75</c:v>
                </c:pt>
                <c:pt idx="1321">
                  <c:v>132.75</c:v>
                </c:pt>
                <c:pt idx="1322">
                  <c:v>132.05000000000001</c:v>
                </c:pt>
                <c:pt idx="1323">
                  <c:v>132.05000000000001</c:v>
                </c:pt>
                <c:pt idx="1324">
                  <c:v>130</c:v>
                </c:pt>
                <c:pt idx="1325">
                  <c:v>132.44999999999999</c:v>
                </c:pt>
                <c:pt idx="1326">
                  <c:v>134.94999999999999</c:v>
                </c:pt>
                <c:pt idx="1327">
                  <c:v>132.25</c:v>
                </c:pt>
                <c:pt idx="1328">
                  <c:v>130.1</c:v>
                </c:pt>
                <c:pt idx="1329">
                  <c:v>126.9</c:v>
                </c:pt>
                <c:pt idx="1330">
                  <c:v>131.19999999999999</c:v>
                </c:pt>
                <c:pt idx="1331">
                  <c:v>131.19999999999999</c:v>
                </c:pt>
                <c:pt idx="1332">
                  <c:v>132.19999999999999</c:v>
                </c:pt>
                <c:pt idx="1333">
                  <c:v>133.75</c:v>
                </c:pt>
                <c:pt idx="1334">
                  <c:v>137.75</c:v>
                </c:pt>
                <c:pt idx="1335">
                  <c:v>143.35</c:v>
                </c:pt>
                <c:pt idx="1336">
                  <c:v>144.5</c:v>
                </c:pt>
                <c:pt idx="1337">
                  <c:v>137.55000000000001</c:v>
                </c:pt>
                <c:pt idx="1338">
                  <c:v>133.25</c:v>
                </c:pt>
                <c:pt idx="1339">
                  <c:v>132.44999999999999</c:v>
                </c:pt>
                <c:pt idx="1340">
                  <c:v>135.5</c:v>
                </c:pt>
                <c:pt idx="1341">
                  <c:v>134.94999999999999</c:v>
                </c:pt>
                <c:pt idx="1342">
                  <c:v>134.1</c:v>
                </c:pt>
                <c:pt idx="1343">
                  <c:v>132.19999999999999</c:v>
                </c:pt>
                <c:pt idx="1344">
                  <c:v>132.69999999999999</c:v>
                </c:pt>
                <c:pt idx="1345">
                  <c:v>131.65</c:v>
                </c:pt>
                <c:pt idx="1346">
                  <c:v>130.55000000000001</c:v>
                </c:pt>
                <c:pt idx="1347">
                  <c:v>131.6</c:v>
                </c:pt>
                <c:pt idx="1348">
                  <c:v>132.65</c:v>
                </c:pt>
                <c:pt idx="1349">
                  <c:v>131.69999999999999</c:v>
                </c:pt>
                <c:pt idx="1350">
                  <c:v>130.5</c:v>
                </c:pt>
                <c:pt idx="1351">
                  <c:v>130.25</c:v>
                </c:pt>
                <c:pt idx="1352">
                  <c:v>130.05000000000001</c:v>
                </c:pt>
                <c:pt idx="1353">
                  <c:v>127.85</c:v>
                </c:pt>
                <c:pt idx="1354">
                  <c:v>129.30000000000001</c:v>
                </c:pt>
                <c:pt idx="1355">
                  <c:v>129.44999999999999</c:v>
                </c:pt>
                <c:pt idx="1356">
                  <c:v>132.05000000000001</c:v>
                </c:pt>
                <c:pt idx="1357">
                  <c:v>138.19999999999999</c:v>
                </c:pt>
                <c:pt idx="1358">
                  <c:v>144.44999999999999</c:v>
                </c:pt>
                <c:pt idx="1359">
                  <c:v>143.25</c:v>
                </c:pt>
                <c:pt idx="1360">
                  <c:v>149</c:v>
                </c:pt>
                <c:pt idx="1361">
                  <c:v>147.35</c:v>
                </c:pt>
                <c:pt idx="1362">
                  <c:v>146.80000000000001</c:v>
                </c:pt>
                <c:pt idx="1363">
                  <c:v>150.6</c:v>
                </c:pt>
                <c:pt idx="1364">
                  <c:v>147.6</c:v>
                </c:pt>
                <c:pt idx="1365">
                  <c:v>143.5</c:v>
                </c:pt>
                <c:pt idx="1366">
                  <c:v>142.44999999999999</c:v>
                </c:pt>
                <c:pt idx="1367">
                  <c:v>147.80000000000001</c:v>
                </c:pt>
                <c:pt idx="1368">
                  <c:v>145.9</c:v>
                </c:pt>
                <c:pt idx="1369">
                  <c:v>149.69999999999999</c:v>
                </c:pt>
                <c:pt idx="1370">
                  <c:v>148</c:v>
                </c:pt>
                <c:pt idx="1371">
                  <c:v>149.1</c:v>
                </c:pt>
                <c:pt idx="1372">
                  <c:v>149.19999999999999</c:v>
                </c:pt>
                <c:pt idx="1373">
                  <c:v>149.35</c:v>
                </c:pt>
                <c:pt idx="1374">
                  <c:v>148.4</c:v>
                </c:pt>
                <c:pt idx="1375">
                  <c:v>152.65</c:v>
                </c:pt>
                <c:pt idx="1376">
                  <c:v>154.4</c:v>
                </c:pt>
                <c:pt idx="1377">
                  <c:v>155.35</c:v>
                </c:pt>
                <c:pt idx="1378">
                  <c:v>163.19999999999999</c:v>
                </c:pt>
                <c:pt idx="1379">
                  <c:v>162.44999999999999</c:v>
                </c:pt>
                <c:pt idx="1380">
                  <c:v>162.80000000000001</c:v>
                </c:pt>
                <c:pt idx="1381">
                  <c:v>162.75</c:v>
                </c:pt>
                <c:pt idx="1382">
                  <c:v>164.05</c:v>
                </c:pt>
                <c:pt idx="1383">
                  <c:v>164.85</c:v>
                </c:pt>
                <c:pt idx="1384">
                  <c:v>164.3</c:v>
                </c:pt>
                <c:pt idx="1385">
                  <c:v>162.80000000000001</c:v>
                </c:pt>
                <c:pt idx="1386">
                  <c:v>163.15</c:v>
                </c:pt>
                <c:pt idx="1387">
                  <c:v>158.35</c:v>
                </c:pt>
                <c:pt idx="1388">
                  <c:v>158.65</c:v>
                </c:pt>
                <c:pt idx="1389">
                  <c:v>158.19999999999999</c:v>
                </c:pt>
                <c:pt idx="1390">
                  <c:v>158.75</c:v>
                </c:pt>
                <c:pt idx="1391">
                  <c:v>156.69999999999999</c:v>
                </c:pt>
                <c:pt idx="1392">
                  <c:v>155.65</c:v>
                </c:pt>
                <c:pt idx="1393">
                  <c:v>156.30000000000001</c:v>
                </c:pt>
                <c:pt idx="1394">
                  <c:v>159.94999999999999</c:v>
                </c:pt>
                <c:pt idx="1395">
                  <c:v>159.9</c:v>
                </c:pt>
                <c:pt idx="1396">
                  <c:v>160.25</c:v>
                </c:pt>
                <c:pt idx="1397">
                  <c:v>158.44999999999999</c:v>
                </c:pt>
                <c:pt idx="1398">
                  <c:v>161.69999999999999</c:v>
                </c:pt>
                <c:pt idx="1399">
                  <c:v>165.5</c:v>
                </c:pt>
                <c:pt idx="1400">
                  <c:v>164.05</c:v>
                </c:pt>
                <c:pt idx="1401">
                  <c:v>164.35</c:v>
                </c:pt>
                <c:pt idx="1402">
                  <c:v>166.65</c:v>
                </c:pt>
                <c:pt idx="1403">
                  <c:v>174.1</c:v>
                </c:pt>
                <c:pt idx="1404">
                  <c:v>171.2</c:v>
                </c:pt>
                <c:pt idx="1405">
                  <c:v>167.85</c:v>
                </c:pt>
                <c:pt idx="1406">
                  <c:v>167.5</c:v>
                </c:pt>
                <c:pt idx="1407">
                  <c:v>165.3</c:v>
                </c:pt>
                <c:pt idx="1408">
                  <c:v>161.9</c:v>
                </c:pt>
                <c:pt idx="1409">
                  <c:v>160.55000000000001</c:v>
                </c:pt>
                <c:pt idx="1410">
                  <c:v>161.85</c:v>
                </c:pt>
                <c:pt idx="1411">
                  <c:v>169.75</c:v>
                </c:pt>
                <c:pt idx="1412">
                  <c:v>168.6</c:v>
                </c:pt>
                <c:pt idx="1413">
                  <c:v>171.55</c:v>
                </c:pt>
                <c:pt idx="1414">
                  <c:v>172.85</c:v>
                </c:pt>
                <c:pt idx="1415">
                  <c:v>168.7</c:v>
                </c:pt>
                <c:pt idx="1416">
                  <c:v>167.7</c:v>
                </c:pt>
                <c:pt idx="1417">
                  <c:v>166.9</c:v>
                </c:pt>
                <c:pt idx="1418">
                  <c:v>164.9</c:v>
                </c:pt>
                <c:pt idx="1419">
                  <c:v>162</c:v>
                </c:pt>
                <c:pt idx="1420">
                  <c:v>161.94999999999999</c:v>
                </c:pt>
                <c:pt idx="1421">
                  <c:v>163.6</c:v>
                </c:pt>
                <c:pt idx="1422">
                  <c:v>162.35</c:v>
                </c:pt>
                <c:pt idx="1423">
                  <c:v>166.6</c:v>
                </c:pt>
                <c:pt idx="1424">
                  <c:v>165.5</c:v>
                </c:pt>
                <c:pt idx="1425">
                  <c:v>167.9</c:v>
                </c:pt>
                <c:pt idx="1426">
                  <c:v>169.1</c:v>
                </c:pt>
                <c:pt idx="1427">
                  <c:v>166.5</c:v>
                </c:pt>
                <c:pt idx="1428">
                  <c:v>165.7</c:v>
                </c:pt>
                <c:pt idx="1429">
                  <c:v>166.55</c:v>
                </c:pt>
                <c:pt idx="1430">
                  <c:v>165.6</c:v>
                </c:pt>
                <c:pt idx="1431">
                  <c:v>169.25</c:v>
                </c:pt>
                <c:pt idx="1432">
                  <c:v>169.25</c:v>
                </c:pt>
                <c:pt idx="1433">
                  <c:v>171.65</c:v>
                </c:pt>
                <c:pt idx="1434">
                  <c:v>176.15</c:v>
                </c:pt>
                <c:pt idx="1435">
                  <c:v>177.6</c:v>
                </c:pt>
                <c:pt idx="1436">
                  <c:v>177.15</c:v>
                </c:pt>
                <c:pt idx="1437">
                  <c:v>174.65</c:v>
                </c:pt>
                <c:pt idx="1438">
                  <c:v>171</c:v>
                </c:pt>
                <c:pt idx="1439">
                  <c:v>164.8</c:v>
                </c:pt>
                <c:pt idx="1440">
                  <c:v>169.85</c:v>
                </c:pt>
                <c:pt idx="1441">
                  <c:v>176.15</c:v>
                </c:pt>
                <c:pt idx="1442">
                  <c:v>180.85</c:v>
                </c:pt>
                <c:pt idx="1443">
                  <c:v>184.55</c:v>
                </c:pt>
                <c:pt idx="1444">
                  <c:v>185.3</c:v>
                </c:pt>
                <c:pt idx="1445">
                  <c:v>181.15</c:v>
                </c:pt>
                <c:pt idx="1446">
                  <c:v>185.9</c:v>
                </c:pt>
                <c:pt idx="1447">
                  <c:v>184.05</c:v>
                </c:pt>
                <c:pt idx="1448">
                  <c:v>180.65</c:v>
                </c:pt>
                <c:pt idx="1449">
                  <c:v>175.05</c:v>
                </c:pt>
                <c:pt idx="1450">
                  <c:v>180.1</c:v>
                </c:pt>
                <c:pt idx="1451">
                  <c:v>180.2</c:v>
                </c:pt>
                <c:pt idx="1452">
                  <c:v>178.7</c:v>
                </c:pt>
                <c:pt idx="1453">
                  <c:v>175.15</c:v>
                </c:pt>
                <c:pt idx="1454">
                  <c:v>173.2</c:v>
                </c:pt>
                <c:pt idx="1455">
                  <c:v>175.65</c:v>
                </c:pt>
                <c:pt idx="1456">
                  <c:v>175.75</c:v>
                </c:pt>
                <c:pt idx="1457">
                  <c:v>168.7</c:v>
                </c:pt>
                <c:pt idx="1458">
                  <c:v>168.65</c:v>
                </c:pt>
                <c:pt idx="1459">
                  <c:v>171.3</c:v>
                </c:pt>
                <c:pt idx="1460">
                  <c:v>167.2</c:v>
                </c:pt>
                <c:pt idx="1461">
                  <c:v>167.45</c:v>
                </c:pt>
                <c:pt idx="1462">
                  <c:v>165.35</c:v>
                </c:pt>
                <c:pt idx="1463">
                  <c:v>162.30000000000001</c:v>
                </c:pt>
                <c:pt idx="1464">
                  <c:v>157.65</c:v>
                </c:pt>
                <c:pt idx="1465">
                  <c:v>161.44999999999999</c:v>
                </c:pt>
                <c:pt idx="1466">
                  <c:v>162.4</c:v>
                </c:pt>
                <c:pt idx="1467">
                  <c:v>164.95</c:v>
                </c:pt>
                <c:pt idx="1468">
                  <c:v>167.15</c:v>
                </c:pt>
                <c:pt idx="1469">
                  <c:v>169.65</c:v>
                </c:pt>
                <c:pt idx="1470">
                  <c:v>172.45</c:v>
                </c:pt>
                <c:pt idx="1471">
                  <c:v>168.6</c:v>
                </c:pt>
                <c:pt idx="1472">
                  <c:v>172.2</c:v>
                </c:pt>
                <c:pt idx="1473">
                  <c:v>170.75</c:v>
                </c:pt>
                <c:pt idx="1474">
                  <c:v>168.9</c:v>
                </c:pt>
                <c:pt idx="1475">
                  <c:v>169.65</c:v>
                </c:pt>
                <c:pt idx="1476">
                  <c:v>172.65</c:v>
                </c:pt>
                <c:pt idx="1477">
                  <c:v>170.4</c:v>
                </c:pt>
                <c:pt idx="1478">
                  <c:v>169.45</c:v>
                </c:pt>
                <c:pt idx="1479">
                  <c:v>172.3</c:v>
                </c:pt>
                <c:pt idx="1480">
                  <c:v>176.95</c:v>
                </c:pt>
                <c:pt idx="1481">
                  <c:v>186.7</c:v>
                </c:pt>
                <c:pt idx="1482">
                  <c:v>185.65</c:v>
                </c:pt>
                <c:pt idx="1483">
                  <c:v>191.7</c:v>
                </c:pt>
                <c:pt idx="1484">
                  <c:v>187.65</c:v>
                </c:pt>
                <c:pt idx="1485">
                  <c:v>182.1</c:v>
                </c:pt>
                <c:pt idx="1486">
                  <c:v>185.95</c:v>
                </c:pt>
                <c:pt idx="1487">
                  <c:v>185.6</c:v>
                </c:pt>
                <c:pt idx="1488">
                  <c:v>187.6</c:v>
                </c:pt>
                <c:pt idx="1489">
                  <c:v>185.65</c:v>
                </c:pt>
                <c:pt idx="1490">
                  <c:v>187.95</c:v>
                </c:pt>
                <c:pt idx="1491">
                  <c:v>188</c:v>
                </c:pt>
                <c:pt idx="1492">
                  <c:v>188.95</c:v>
                </c:pt>
                <c:pt idx="1493">
                  <c:v>186.3</c:v>
                </c:pt>
                <c:pt idx="1494">
                  <c:v>188.5</c:v>
                </c:pt>
                <c:pt idx="1495">
                  <c:v>187.6</c:v>
                </c:pt>
                <c:pt idx="1496">
                  <c:v>187.1</c:v>
                </c:pt>
                <c:pt idx="1497">
                  <c:v>188.35</c:v>
                </c:pt>
                <c:pt idx="1498">
                  <c:v>195.4</c:v>
                </c:pt>
                <c:pt idx="1499">
                  <c:v>194.55</c:v>
                </c:pt>
                <c:pt idx="1500">
                  <c:v>195.6</c:v>
                </c:pt>
                <c:pt idx="1501">
                  <c:v>195.1</c:v>
                </c:pt>
                <c:pt idx="1502">
                  <c:v>193.1</c:v>
                </c:pt>
                <c:pt idx="1503">
                  <c:v>188.95</c:v>
                </c:pt>
                <c:pt idx="1504">
                  <c:v>192.35</c:v>
                </c:pt>
                <c:pt idx="1505">
                  <c:v>193.4</c:v>
                </c:pt>
                <c:pt idx="1506">
                  <c:v>195.1</c:v>
                </c:pt>
                <c:pt idx="1507">
                  <c:v>197.2</c:v>
                </c:pt>
                <c:pt idx="1508">
                  <c:v>195.1</c:v>
                </c:pt>
                <c:pt idx="1509">
                  <c:v>196.25</c:v>
                </c:pt>
                <c:pt idx="1510">
                  <c:v>195.05</c:v>
                </c:pt>
                <c:pt idx="1511">
                  <c:v>194.8</c:v>
                </c:pt>
                <c:pt idx="1512">
                  <c:v>193.5</c:v>
                </c:pt>
                <c:pt idx="1513">
                  <c:v>193.25</c:v>
                </c:pt>
                <c:pt idx="1514">
                  <c:v>189.05</c:v>
                </c:pt>
                <c:pt idx="1515">
                  <c:v>187.7</c:v>
                </c:pt>
                <c:pt idx="1516">
                  <c:v>186.65</c:v>
                </c:pt>
                <c:pt idx="1517">
                  <c:v>186.6</c:v>
                </c:pt>
                <c:pt idx="1518">
                  <c:v>186.05</c:v>
                </c:pt>
                <c:pt idx="1519">
                  <c:v>184.6</c:v>
                </c:pt>
                <c:pt idx="1520">
                  <c:v>187.65</c:v>
                </c:pt>
                <c:pt idx="1521">
                  <c:v>186.4</c:v>
                </c:pt>
                <c:pt idx="1522">
                  <c:v>188</c:v>
                </c:pt>
                <c:pt idx="1523">
                  <c:v>188.3</c:v>
                </c:pt>
                <c:pt idx="1524">
                  <c:v>196.2</c:v>
                </c:pt>
                <c:pt idx="1525">
                  <c:v>195.1</c:v>
                </c:pt>
                <c:pt idx="1526">
                  <c:v>192.15</c:v>
                </c:pt>
                <c:pt idx="1527">
                  <c:v>195.25</c:v>
                </c:pt>
                <c:pt idx="1528">
                  <c:v>191.6</c:v>
                </c:pt>
                <c:pt idx="1529">
                  <c:v>193.55</c:v>
                </c:pt>
                <c:pt idx="1530">
                  <c:v>190.3</c:v>
                </c:pt>
                <c:pt idx="1531">
                  <c:v>194.65</c:v>
                </c:pt>
                <c:pt idx="1532">
                  <c:v>197.8</c:v>
                </c:pt>
                <c:pt idx="1533">
                  <c:v>197.2</c:v>
                </c:pt>
                <c:pt idx="1534">
                  <c:v>208.05</c:v>
                </c:pt>
                <c:pt idx="1535">
                  <c:v>209.5</c:v>
                </c:pt>
                <c:pt idx="1536">
                  <c:v>224.45</c:v>
                </c:pt>
                <c:pt idx="1537">
                  <c:v>235.9</c:v>
                </c:pt>
                <c:pt idx="1538">
                  <c:v>238.45</c:v>
                </c:pt>
                <c:pt idx="1539">
                  <c:v>230.7</c:v>
                </c:pt>
                <c:pt idx="1540">
                  <c:v>238.5</c:v>
                </c:pt>
                <c:pt idx="1541">
                  <c:v>237</c:v>
                </c:pt>
                <c:pt idx="1542">
                  <c:v>241.5</c:v>
                </c:pt>
                <c:pt idx="1543">
                  <c:v>247.05</c:v>
                </c:pt>
                <c:pt idx="1544">
                  <c:v>242.2</c:v>
                </c:pt>
                <c:pt idx="1545">
                  <c:v>238.65</c:v>
                </c:pt>
                <c:pt idx="1546">
                  <c:v>243.7</c:v>
                </c:pt>
                <c:pt idx="1547">
                  <c:v>245.45</c:v>
                </c:pt>
                <c:pt idx="1548">
                  <c:v>244.2</c:v>
                </c:pt>
                <c:pt idx="1549">
                  <c:v>244.25</c:v>
                </c:pt>
                <c:pt idx="1550">
                  <c:v>243.45</c:v>
                </c:pt>
                <c:pt idx="1551">
                  <c:v>252.3</c:v>
                </c:pt>
                <c:pt idx="1552">
                  <c:v>242.75</c:v>
                </c:pt>
                <c:pt idx="1553">
                  <c:v>244.55</c:v>
                </c:pt>
                <c:pt idx="1554">
                  <c:v>252</c:v>
                </c:pt>
                <c:pt idx="1555">
                  <c:v>252.9</c:v>
                </c:pt>
                <c:pt idx="1556">
                  <c:v>257.89999999999998</c:v>
                </c:pt>
                <c:pt idx="1557">
                  <c:v>258.45</c:v>
                </c:pt>
                <c:pt idx="1558">
                  <c:v>254.05</c:v>
                </c:pt>
                <c:pt idx="1559">
                  <c:v>252.65</c:v>
                </c:pt>
                <c:pt idx="1560">
                  <c:v>252.1</c:v>
                </c:pt>
                <c:pt idx="1561">
                  <c:v>255.3</c:v>
                </c:pt>
                <c:pt idx="1562">
                  <c:v>255.25</c:v>
                </c:pt>
                <c:pt idx="1563">
                  <c:v>255.65</c:v>
                </c:pt>
                <c:pt idx="1564">
                  <c:v>268.55</c:v>
                </c:pt>
                <c:pt idx="1565">
                  <c:v>267.8</c:v>
                </c:pt>
                <c:pt idx="1566">
                  <c:v>266.5</c:v>
                </c:pt>
                <c:pt idx="1567">
                  <c:v>273.2</c:v>
                </c:pt>
                <c:pt idx="1568">
                  <c:v>272</c:v>
                </c:pt>
                <c:pt idx="1569">
                  <c:v>279.3</c:v>
                </c:pt>
                <c:pt idx="1570">
                  <c:v>281.60000000000002</c:v>
                </c:pt>
                <c:pt idx="1571">
                  <c:v>288.89999999999998</c:v>
                </c:pt>
                <c:pt idx="1572">
                  <c:v>281.5</c:v>
                </c:pt>
                <c:pt idx="1573">
                  <c:v>280</c:v>
                </c:pt>
                <c:pt idx="1574">
                  <c:v>273.55</c:v>
                </c:pt>
                <c:pt idx="1575">
                  <c:v>271.60000000000002</c:v>
                </c:pt>
                <c:pt idx="1576">
                  <c:v>275.2</c:v>
                </c:pt>
                <c:pt idx="1577">
                  <c:v>279.7</c:v>
                </c:pt>
                <c:pt idx="1578">
                  <c:v>277.05</c:v>
                </c:pt>
                <c:pt idx="1579">
                  <c:v>276.55</c:v>
                </c:pt>
                <c:pt idx="1580">
                  <c:v>284.8</c:v>
                </c:pt>
                <c:pt idx="1581">
                  <c:v>285.85000000000002</c:v>
                </c:pt>
                <c:pt idx="1582">
                  <c:v>278.25</c:v>
                </c:pt>
                <c:pt idx="1583">
                  <c:v>289.64999999999998</c:v>
                </c:pt>
                <c:pt idx="1584">
                  <c:v>288.2</c:v>
                </c:pt>
                <c:pt idx="1585">
                  <c:v>290.55</c:v>
                </c:pt>
                <c:pt idx="1586">
                  <c:v>289.5</c:v>
                </c:pt>
                <c:pt idx="1587">
                  <c:v>292.35000000000002</c:v>
                </c:pt>
                <c:pt idx="1588">
                  <c:v>293.75</c:v>
                </c:pt>
                <c:pt idx="1589">
                  <c:v>292.95</c:v>
                </c:pt>
                <c:pt idx="1590">
                  <c:v>284.89999999999998</c:v>
                </c:pt>
                <c:pt idx="1591">
                  <c:v>283</c:v>
                </c:pt>
                <c:pt idx="1592">
                  <c:v>279.25</c:v>
                </c:pt>
                <c:pt idx="1593">
                  <c:v>279.85000000000002</c:v>
                </c:pt>
                <c:pt idx="1594">
                  <c:v>278.3</c:v>
                </c:pt>
                <c:pt idx="1595">
                  <c:v>273.5</c:v>
                </c:pt>
                <c:pt idx="1596">
                  <c:v>262.2</c:v>
                </c:pt>
                <c:pt idx="1597">
                  <c:v>270.64999999999998</c:v>
                </c:pt>
                <c:pt idx="1598">
                  <c:v>275.45</c:v>
                </c:pt>
                <c:pt idx="1599">
                  <c:v>258.25</c:v>
                </c:pt>
                <c:pt idx="1600">
                  <c:v>243.05</c:v>
                </c:pt>
                <c:pt idx="1601">
                  <c:v>238.05</c:v>
                </c:pt>
                <c:pt idx="1602">
                  <c:v>238.15</c:v>
                </c:pt>
                <c:pt idx="1603">
                  <c:v>226.9</c:v>
                </c:pt>
                <c:pt idx="1604">
                  <c:v>236.8</c:v>
                </c:pt>
                <c:pt idx="1605">
                  <c:v>243.55</c:v>
                </c:pt>
                <c:pt idx="1606">
                  <c:v>241.45</c:v>
                </c:pt>
                <c:pt idx="1607">
                  <c:v>241.6</c:v>
                </c:pt>
                <c:pt idx="1608">
                  <c:v>233.45</c:v>
                </c:pt>
                <c:pt idx="1609">
                  <c:v>225</c:v>
                </c:pt>
                <c:pt idx="1610">
                  <c:v>242</c:v>
                </c:pt>
                <c:pt idx="1611">
                  <c:v>235.65</c:v>
                </c:pt>
                <c:pt idx="1612">
                  <c:v>224.6</c:v>
                </c:pt>
                <c:pt idx="1613">
                  <c:v>220.45</c:v>
                </c:pt>
                <c:pt idx="1614">
                  <c:v>204.45</c:v>
                </c:pt>
                <c:pt idx="1615">
                  <c:v>206.15</c:v>
                </c:pt>
                <c:pt idx="1616">
                  <c:v>196.7</c:v>
                </c:pt>
                <c:pt idx="1617">
                  <c:v>188.3</c:v>
                </c:pt>
                <c:pt idx="1618">
                  <c:v>186.35</c:v>
                </c:pt>
                <c:pt idx="1619">
                  <c:v>201.85</c:v>
                </c:pt>
                <c:pt idx="1620">
                  <c:v>215.65</c:v>
                </c:pt>
                <c:pt idx="1621">
                  <c:v>222.75</c:v>
                </c:pt>
                <c:pt idx="1622">
                  <c:v>216.6</c:v>
                </c:pt>
                <c:pt idx="1623">
                  <c:v>218.45</c:v>
                </c:pt>
                <c:pt idx="1624">
                  <c:v>218.65</c:v>
                </c:pt>
                <c:pt idx="1625">
                  <c:v>221.85</c:v>
                </c:pt>
                <c:pt idx="1626">
                  <c:v>221.1</c:v>
                </c:pt>
                <c:pt idx="1627">
                  <c:v>213.3</c:v>
                </c:pt>
                <c:pt idx="1628">
                  <c:v>220</c:v>
                </c:pt>
                <c:pt idx="1629">
                  <c:v>216.15</c:v>
                </c:pt>
                <c:pt idx="1630">
                  <c:v>209.55</c:v>
                </c:pt>
                <c:pt idx="1631">
                  <c:v>229.05</c:v>
                </c:pt>
                <c:pt idx="1632">
                  <c:v>236.55</c:v>
                </c:pt>
                <c:pt idx="1633">
                  <c:v>233</c:v>
                </c:pt>
                <c:pt idx="1634">
                  <c:v>242.25</c:v>
                </c:pt>
                <c:pt idx="1635">
                  <c:v>242.7</c:v>
                </c:pt>
                <c:pt idx="1636">
                  <c:v>237.7</c:v>
                </c:pt>
                <c:pt idx="1637">
                  <c:v>240.05</c:v>
                </c:pt>
                <c:pt idx="1638">
                  <c:v>235.4</c:v>
                </c:pt>
                <c:pt idx="1639">
                  <c:v>237.95</c:v>
                </c:pt>
                <c:pt idx="1640">
                  <c:v>243.8</c:v>
                </c:pt>
                <c:pt idx="1641">
                  <c:v>241.3</c:v>
                </c:pt>
                <c:pt idx="1642">
                  <c:v>230.5</c:v>
                </c:pt>
                <c:pt idx="1643">
                  <c:v>230.75</c:v>
                </c:pt>
                <c:pt idx="1644">
                  <c:v>223.7</c:v>
                </c:pt>
                <c:pt idx="1645">
                  <c:v>231.3</c:v>
                </c:pt>
                <c:pt idx="1646">
                  <c:v>223.55</c:v>
                </c:pt>
                <c:pt idx="1647">
                  <c:v>228.15</c:v>
                </c:pt>
                <c:pt idx="1648">
                  <c:v>234.35</c:v>
                </c:pt>
                <c:pt idx="1649">
                  <c:v>240.8</c:v>
                </c:pt>
                <c:pt idx="1650">
                  <c:v>246.3</c:v>
                </c:pt>
                <c:pt idx="1651">
                  <c:v>242.7</c:v>
                </c:pt>
                <c:pt idx="1652">
                  <c:v>232.7</c:v>
                </c:pt>
                <c:pt idx="1653">
                  <c:v>228.8</c:v>
                </c:pt>
                <c:pt idx="1654">
                  <c:v>228.15</c:v>
                </c:pt>
                <c:pt idx="1655">
                  <c:v>224.7</c:v>
                </c:pt>
                <c:pt idx="1656">
                  <c:v>220.5</c:v>
                </c:pt>
                <c:pt idx="1657">
                  <c:v>219.45</c:v>
                </c:pt>
                <c:pt idx="1658">
                  <c:v>223.05</c:v>
                </c:pt>
                <c:pt idx="1659">
                  <c:v>224.05</c:v>
                </c:pt>
                <c:pt idx="1660">
                  <c:v>223.45</c:v>
                </c:pt>
                <c:pt idx="1661">
                  <c:v>223.2</c:v>
                </c:pt>
                <c:pt idx="1662">
                  <c:v>227.15</c:v>
                </c:pt>
                <c:pt idx="1663">
                  <c:v>230.5</c:v>
                </c:pt>
                <c:pt idx="1664">
                  <c:v>234.9</c:v>
                </c:pt>
                <c:pt idx="1665">
                  <c:v>237.95</c:v>
                </c:pt>
                <c:pt idx="1666">
                  <c:v>236.35</c:v>
                </c:pt>
                <c:pt idx="1667">
                  <c:v>232.6</c:v>
                </c:pt>
                <c:pt idx="1668">
                  <c:v>229.85</c:v>
                </c:pt>
                <c:pt idx="1669">
                  <c:v>231.8</c:v>
                </c:pt>
                <c:pt idx="1670">
                  <c:v>236.6</c:v>
                </c:pt>
                <c:pt idx="1671">
                  <c:v>240.3</c:v>
                </c:pt>
                <c:pt idx="1672">
                  <c:v>234.9</c:v>
                </c:pt>
                <c:pt idx="1673">
                  <c:v>236.5</c:v>
                </c:pt>
                <c:pt idx="1674">
                  <c:v>234.45</c:v>
                </c:pt>
                <c:pt idx="1675">
                  <c:v>238.85</c:v>
                </c:pt>
                <c:pt idx="1676">
                  <c:v>243.5</c:v>
                </c:pt>
                <c:pt idx="1677">
                  <c:v>242.55</c:v>
                </c:pt>
                <c:pt idx="1678">
                  <c:v>238.95</c:v>
                </c:pt>
                <c:pt idx="1679">
                  <c:v>238.95</c:v>
                </c:pt>
                <c:pt idx="1680">
                  <c:v>240.9</c:v>
                </c:pt>
                <c:pt idx="1681">
                  <c:v>230.25</c:v>
                </c:pt>
                <c:pt idx="1682">
                  <c:v>229.25</c:v>
                </c:pt>
                <c:pt idx="1683">
                  <c:v>235.65</c:v>
                </c:pt>
                <c:pt idx="1684">
                  <c:v>238.95</c:v>
                </c:pt>
                <c:pt idx="1685">
                  <c:v>243.8</c:v>
                </c:pt>
                <c:pt idx="1686">
                  <c:v>250.35</c:v>
                </c:pt>
                <c:pt idx="1687">
                  <c:v>247.05</c:v>
                </c:pt>
                <c:pt idx="1688">
                  <c:v>250.15</c:v>
                </c:pt>
                <c:pt idx="1689">
                  <c:v>259.10000000000002</c:v>
                </c:pt>
                <c:pt idx="1690">
                  <c:v>258.10000000000002</c:v>
                </c:pt>
                <c:pt idx="1691">
                  <c:v>253.35</c:v>
                </c:pt>
                <c:pt idx="1692">
                  <c:v>258.55</c:v>
                </c:pt>
                <c:pt idx="1693">
                  <c:v>257.7</c:v>
                </c:pt>
                <c:pt idx="1694">
                  <c:v>254.75</c:v>
                </c:pt>
                <c:pt idx="1695">
                  <c:v>257.14999999999998</c:v>
                </c:pt>
                <c:pt idx="1696">
                  <c:v>249.45</c:v>
                </c:pt>
                <c:pt idx="1697">
                  <c:v>247.3</c:v>
                </c:pt>
                <c:pt idx="1698">
                  <c:v>249.95</c:v>
                </c:pt>
                <c:pt idx="1699">
                  <c:v>245.4</c:v>
                </c:pt>
                <c:pt idx="1700">
                  <c:v>243.35</c:v>
                </c:pt>
                <c:pt idx="1701">
                  <c:v>238.75</c:v>
                </c:pt>
                <c:pt idx="1702">
                  <c:v>234.95</c:v>
                </c:pt>
                <c:pt idx="1703">
                  <c:v>232.3</c:v>
                </c:pt>
                <c:pt idx="1704">
                  <c:v>236.15</c:v>
                </c:pt>
                <c:pt idx="1705">
                  <c:v>237.15</c:v>
                </c:pt>
                <c:pt idx="1706">
                  <c:v>232.15</c:v>
                </c:pt>
                <c:pt idx="1707">
                  <c:v>233</c:v>
                </c:pt>
                <c:pt idx="1708">
                  <c:v>231.75</c:v>
                </c:pt>
                <c:pt idx="1709">
                  <c:v>231.75</c:v>
                </c:pt>
                <c:pt idx="1710">
                  <c:v>231.9</c:v>
                </c:pt>
                <c:pt idx="1711">
                  <c:v>229.3</c:v>
                </c:pt>
                <c:pt idx="1712">
                  <c:v>225</c:v>
                </c:pt>
                <c:pt idx="1713">
                  <c:v>226.1</c:v>
                </c:pt>
                <c:pt idx="1714">
                  <c:v>228.85</c:v>
                </c:pt>
                <c:pt idx="1715">
                  <c:v>233.65</c:v>
                </c:pt>
                <c:pt idx="1716">
                  <c:v>237.55</c:v>
                </c:pt>
                <c:pt idx="1717">
                  <c:v>237.5</c:v>
                </c:pt>
                <c:pt idx="1718">
                  <c:v>236.15</c:v>
                </c:pt>
                <c:pt idx="1719">
                  <c:v>246.95</c:v>
                </c:pt>
                <c:pt idx="1720">
                  <c:v>248</c:v>
                </c:pt>
                <c:pt idx="1721">
                  <c:v>247.05</c:v>
                </c:pt>
                <c:pt idx="1722">
                  <c:v>250.45</c:v>
                </c:pt>
                <c:pt idx="1723">
                  <c:v>253.3</c:v>
                </c:pt>
                <c:pt idx="1724">
                  <c:v>252.65</c:v>
                </c:pt>
                <c:pt idx="1725">
                  <c:v>248.85</c:v>
                </c:pt>
                <c:pt idx="1726">
                  <c:v>244</c:v>
                </c:pt>
                <c:pt idx="1727">
                  <c:v>243.2</c:v>
                </c:pt>
                <c:pt idx="1728">
                  <c:v>239.65</c:v>
                </c:pt>
                <c:pt idx="1729">
                  <c:v>243.2</c:v>
                </c:pt>
                <c:pt idx="1730">
                  <c:v>248.3</c:v>
                </c:pt>
                <c:pt idx="1731">
                  <c:v>245</c:v>
                </c:pt>
                <c:pt idx="1732">
                  <c:v>240.65</c:v>
                </c:pt>
                <c:pt idx="1733">
                  <c:v>242.8</c:v>
                </c:pt>
                <c:pt idx="1734">
                  <c:v>239.45</c:v>
                </c:pt>
                <c:pt idx="1735">
                  <c:v>236.55</c:v>
                </c:pt>
                <c:pt idx="1736">
                  <c:v>236.05</c:v>
                </c:pt>
                <c:pt idx="1737">
                  <c:v>235.2</c:v>
                </c:pt>
                <c:pt idx="1738">
                  <c:v>240.5</c:v>
                </c:pt>
                <c:pt idx="1739">
                  <c:v>239.25</c:v>
                </c:pt>
                <c:pt idx="1740">
                  <c:v>238.55</c:v>
                </c:pt>
                <c:pt idx="1741">
                  <c:v>238.75</c:v>
                </c:pt>
                <c:pt idx="1742">
                  <c:v>240.4</c:v>
                </c:pt>
                <c:pt idx="1743">
                  <c:v>233.9</c:v>
                </c:pt>
                <c:pt idx="1744">
                  <c:v>229.2</c:v>
                </c:pt>
                <c:pt idx="1745">
                  <c:v>223.3</c:v>
                </c:pt>
                <c:pt idx="1746">
                  <c:v>219.05</c:v>
                </c:pt>
                <c:pt idx="1747">
                  <c:v>227.5</c:v>
                </c:pt>
                <c:pt idx="1748">
                  <c:v>230.75</c:v>
                </c:pt>
                <c:pt idx="1749">
                  <c:v>230.6</c:v>
                </c:pt>
                <c:pt idx="1750">
                  <c:v>225.05</c:v>
                </c:pt>
                <c:pt idx="1751">
                  <c:v>218.15</c:v>
                </c:pt>
                <c:pt idx="1752">
                  <c:v>219.7</c:v>
                </c:pt>
                <c:pt idx="1753">
                  <c:v>219.35</c:v>
                </c:pt>
                <c:pt idx="1754">
                  <c:v>220.85</c:v>
                </c:pt>
                <c:pt idx="1755">
                  <c:v>219.55</c:v>
                </c:pt>
                <c:pt idx="1756">
                  <c:v>220.4</c:v>
                </c:pt>
                <c:pt idx="1757">
                  <c:v>216.4</c:v>
                </c:pt>
                <c:pt idx="1758">
                  <c:v>216.4</c:v>
                </c:pt>
                <c:pt idx="1759">
                  <c:v>212</c:v>
                </c:pt>
                <c:pt idx="1760">
                  <c:v>210.6</c:v>
                </c:pt>
                <c:pt idx="1761">
                  <c:v>213.35</c:v>
                </c:pt>
                <c:pt idx="1762">
                  <c:v>210.1</c:v>
                </c:pt>
                <c:pt idx="1763">
                  <c:v>209.85</c:v>
                </c:pt>
                <c:pt idx="1764">
                  <c:v>208.5</c:v>
                </c:pt>
                <c:pt idx="1765">
                  <c:v>217.85</c:v>
                </c:pt>
                <c:pt idx="1766">
                  <c:v>219.7</c:v>
                </c:pt>
                <c:pt idx="1767">
                  <c:v>221.65</c:v>
                </c:pt>
                <c:pt idx="1768">
                  <c:v>220</c:v>
                </c:pt>
                <c:pt idx="1769">
                  <c:v>220.6</c:v>
                </c:pt>
                <c:pt idx="1770">
                  <c:v>224</c:v>
                </c:pt>
                <c:pt idx="1771">
                  <c:v>221.75</c:v>
                </c:pt>
                <c:pt idx="1772">
                  <c:v>224.6</c:v>
                </c:pt>
                <c:pt idx="1773">
                  <c:v>222.2</c:v>
                </c:pt>
                <c:pt idx="1774">
                  <c:v>214.4</c:v>
                </c:pt>
                <c:pt idx="1775">
                  <c:v>216.25</c:v>
                </c:pt>
                <c:pt idx="1776">
                  <c:v>214.95</c:v>
                </c:pt>
                <c:pt idx="1777">
                  <c:v>208.25</c:v>
                </c:pt>
                <c:pt idx="1778">
                  <c:v>207.3</c:v>
                </c:pt>
                <c:pt idx="1779">
                  <c:v>209.05</c:v>
                </c:pt>
                <c:pt idx="1780">
                  <c:v>207.85</c:v>
                </c:pt>
                <c:pt idx="1781">
                  <c:v>209.1</c:v>
                </c:pt>
                <c:pt idx="1782">
                  <c:v>207.35</c:v>
                </c:pt>
                <c:pt idx="1783">
                  <c:v>205.6</c:v>
                </c:pt>
                <c:pt idx="1784">
                  <c:v>202.7</c:v>
                </c:pt>
                <c:pt idx="1785">
                  <c:v>203.35</c:v>
                </c:pt>
                <c:pt idx="1786">
                  <c:v>201</c:v>
                </c:pt>
                <c:pt idx="1787">
                  <c:v>200.45</c:v>
                </c:pt>
                <c:pt idx="1788">
                  <c:v>205.95</c:v>
                </c:pt>
                <c:pt idx="1789">
                  <c:v>205.2</c:v>
                </c:pt>
                <c:pt idx="1790">
                  <c:v>199.6</c:v>
                </c:pt>
                <c:pt idx="1791">
                  <c:v>195.85</c:v>
                </c:pt>
                <c:pt idx="1792">
                  <c:v>191.45</c:v>
                </c:pt>
                <c:pt idx="1793">
                  <c:v>188.15</c:v>
                </c:pt>
                <c:pt idx="1794">
                  <c:v>189.55</c:v>
                </c:pt>
                <c:pt idx="1795">
                  <c:v>185.45</c:v>
                </c:pt>
                <c:pt idx="1796">
                  <c:v>176.35</c:v>
                </c:pt>
                <c:pt idx="1797">
                  <c:v>176.05</c:v>
                </c:pt>
                <c:pt idx="1798">
                  <c:v>179.05</c:v>
                </c:pt>
                <c:pt idx="1799">
                  <c:v>174.05</c:v>
                </c:pt>
                <c:pt idx="1800">
                  <c:v>171.5</c:v>
                </c:pt>
                <c:pt idx="1801">
                  <c:v>167.3</c:v>
                </c:pt>
                <c:pt idx="1802">
                  <c:v>183.8</c:v>
                </c:pt>
                <c:pt idx="1803">
                  <c:v>183.75</c:v>
                </c:pt>
                <c:pt idx="1804">
                  <c:v>185</c:v>
                </c:pt>
                <c:pt idx="1805">
                  <c:v>181.15</c:v>
                </c:pt>
                <c:pt idx="1806">
                  <c:v>176.85</c:v>
                </c:pt>
                <c:pt idx="1807">
                  <c:v>177.05</c:v>
                </c:pt>
                <c:pt idx="1808">
                  <c:v>176.95</c:v>
                </c:pt>
                <c:pt idx="1809">
                  <c:v>180.2</c:v>
                </c:pt>
                <c:pt idx="1810">
                  <c:v>184.1</c:v>
                </c:pt>
                <c:pt idx="1811">
                  <c:v>191</c:v>
                </c:pt>
                <c:pt idx="1812">
                  <c:v>196.7</c:v>
                </c:pt>
                <c:pt idx="1813">
                  <c:v>198.55</c:v>
                </c:pt>
                <c:pt idx="1814">
                  <c:v>198.1</c:v>
                </c:pt>
                <c:pt idx="1815">
                  <c:v>197.65</c:v>
                </c:pt>
                <c:pt idx="1816">
                  <c:v>205</c:v>
                </c:pt>
                <c:pt idx="1817">
                  <c:v>205.2</c:v>
                </c:pt>
                <c:pt idx="1818">
                  <c:v>195.7</c:v>
                </c:pt>
                <c:pt idx="1819">
                  <c:v>200.2</c:v>
                </c:pt>
                <c:pt idx="1820">
                  <c:v>197.8</c:v>
                </c:pt>
                <c:pt idx="1821">
                  <c:v>200</c:v>
                </c:pt>
                <c:pt idx="1822">
                  <c:v>204.65</c:v>
                </c:pt>
                <c:pt idx="1823">
                  <c:v>208.75</c:v>
                </c:pt>
                <c:pt idx="1824">
                  <c:v>205.65</c:v>
                </c:pt>
                <c:pt idx="1825">
                  <c:v>207.85</c:v>
                </c:pt>
                <c:pt idx="1826">
                  <c:v>206.7</c:v>
                </c:pt>
                <c:pt idx="1827">
                  <c:v>213.6</c:v>
                </c:pt>
                <c:pt idx="1828">
                  <c:v>211.7</c:v>
                </c:pt>
                <c:pt idx="1829">
                  <c:v>208.15</c:v>
                </c:pt>
                <c:pt idx="1830">
                  <c:v>207.05</c:v>
                </c:pt>
                <c:pt idx="1831">
                  <c:v>205.35</c:v>
                </c:pt>
                <c:pt idx="1832">
                  <c:v>202.3</c:v>
                </c:pt>
                <c:pt idx="1833">
                  <c:v>208.15</c:v>
                </c:pt>
                <c:pt idx="1834">
                  <c:v>211.25</c:v>
                </c:pt>
                <c:pt idx="1835">
                  <c:v>215.35</c:v>
                </c:pt>
                <c:pt idx="1836">
                  <c:v>210.85</c:v>
                </c:pt>
                <c:pt idx="1837">
                  <c:v>199.3</c:v>
                </c:pt>
                <c:pt idx="1838">
                  <c:v>195.85</c:v>
                </c:pt>
                <c:pt idx="1839">
                  <c:v>195.15</c:v>
                </c:pt>
                <c:pt idx="1840">
                  <c:v>195.9</c:v>
                </c:pt>
                <c:pt idx="1841">
                  <c:v>194.55</c:v>
                </c:pt>
                <c:pt idx="1842">
                  <c:v>191.1</c:v>
                </c:pt>
                <c:pt idx="1843">
                  <c:v>190</c:v>
                </c:pt>
                <c:pt idx="1844">
                  <c:v>185.7</c:v>
                </c:pt>
                <c:pt idx="1845">
                  <c:v>192.15</c:v>
                </c:pt>
                <c:pt idx="1846">
                  <c:v>193.1</c:v>
                </c:pt>
                <c:pt idx="1847">
                  <c:v>197.65</c:v>
                </c:pt>
                <c:pt idx="1848">
                  <c:v>195.15</c:v>
                </c:pt>
                <c:pt idx="1849">
                  <c:v>193.6</c:v>
                </c:pt>
                <c:pt idx="1850">
                  <c:v>193.6</c:v>
                </c:pt>
                <c:pt idx="1851">
                  <c:v>194.7</c:v>
                </c:pt>
                <c:pt idx="1852">
                  <c:v>198.55</c:v>
                </c:pt>
                <c:pt idx="1853">
                  <c:v>201.2</c:v>
                </c:pt>
                <c:pt idx="1854">
                  <c:v>203.15</c:v>
                </c:pt>
                <c:pt idx="1855">
                  <c:v>200.5</c:v>
                </c:pt>
                <c:pt idx="1856">
                  <c:v>203.7</c:v>
                </c:pt>
                <c:pt idx="1857">
                  <c:v>198.6</c:v>
                </c:pt>
                <c:pt idx="1858">
                  <c:v>203.4</c:v>
                </c:pt>
                <c:pt idx="1859">
                  <c:v>201.55</c:v>
                </c:pt>
                <c:pt idx="1860">
                  <c:v>196.2</c:v>
                </c:pt>
                <c:pt idx="1861">
                  <c:v>195.8</c:v>
                </c:pt>
                <c:pt idx="1862">
                  <c:v>195.6</c:v>
                </c:pt>
                <c:pt idx="1863">
                  <c:v>191.55</c:v>
                </c:pt>
                <c:pt idx="1864">
                  <c:v>188.95</c:v>
                </c:pt>
                <c:pt idx="1865">
                  <c:v>187.4</c:v>
                </c:pt>
                <c:pt idx="1866">
                  <c:v>190.05</c:v>
                </c:pt>
                <c:pt idx="1867">
                  <c:v>186.8</c:v>
                </c:pt>
                <c:pt idx="1868">
                  <c:v>186.8</c:v>
                </c:pt>
                <c:pt idx="1869">
                  <c:v>187.15</c:v>
                </c:pt>
                <c:pt idx="1870">
                  <c:v>187.75</c:v>
                </c:pt>
                <c:pt idx="1871">
                  <c:v>188.95</c:v>
                </c:pt>
                <c:pt idx="1872">
                  <c:v>188.6</c:v>
                </c:pt>
                <c:pt idx="1873">
                  <c:v>189.55</c:v>
                </c:pt>
                <c:pt idx="1874">
                  <c:v>192.35</c:v>
                </c:pt>
                <c:pt idx="1875">
                  <c:v>189.2</c:v>
                </c:pt>
                <c:pt idx="1876">
                  <c:v>190.25</c:v>
                </c:pt>
                <c:pt idx="1877">
                  <c:v>190.85</c:v>
                </c:pt>
                <c:pt idx="1878">
                  <c:v>189.25</c:v>
                </c:pt>
                <c:pt idx="1879">
                  <c:v>188.6</c:v>
                </c:pt>
                <c:pt idx="1880">
                  <c:v>188.65</c:v>
                </c:pt>
                <c:pt idx="1881">
                  <c:v>194.8</c:v>
                </c:pt>
                <c:pt idx="1882">
                  <c:v>197.5</c:v>
                </c:pt>
                <c:pt idx="1883">
                  <c:v>199.05</c:v>
                </c:pt>
                <c:pt idx="1884">
                  <c:v>201.15</c:v>
                </c:pt>
                <c:pt idx="1885">
                  <c:v>195.7</c:v>
                </c:pt>
                <c:pt idx="1886">
                  <c:v>198.75</c:v>
                </c:pt>
                <c:pt idx="1887">
                  <c:v>202.5</c:v>
                </c:pt>
                <c:pt idx="1888">
                  <c:v>205.9</c:v>
                </c:pt>
                <c:pt idx="1889">
                  <c:v>202.45</c:v>
                </c:pt>
                <c:pt idx="1890">
                  <c:v>198.35</c:v>
                </c:pt>
                <c:pt idx="1891">
                  <c:v>196.85</c:v>
                </c:pt>
                <c:pt idx="1892">
                  <c:v>198.8</c:v>
                </c:pt>
                <c:pt idx="1893">
                  <c:v>197.8</c:v>
                </c:pt>
                <c:pt idx="1894">
                  <c:v>194.15</c:v>
                </c:pt>
                <c:pt idx="1895">
                  <c:v>204.85</c:v>
                </c:pt>
                <c:pt idx="1896">
                  <c:v>199.75</c:v>
                </c:pt>
                <c:pt idx="1897">
                  <c:v>201.95</c:v>
                </c:pt>
                <c:pt idx="1898">
                  <c:v>205.7</c:v>
                </c:pt>
                <c:pt idx="1899">
                  <c:v>195.9</c:v>
                </c:pt>
                <c:pt idx="1900">
                  <c:v>208.95</c:v>
                </c:pt>
                <c:pt idx="1901">
                  <c:v>206.75</c:v>
                </c:pt>
                <c:pt idx="1902">
                  <c:v>201.85</c:v>
                </c:pt>
                <c:pt idx="1903">
                  <c:v>201.6</c:v>
                </c:pt>
                <c:pt idx="1904">
                  <c:v>205.4</c:v>
                </c:pt>
                <c:pt idx="1905">
                  <c:v>200.1</c:v>
                </c:pt>
                <c:pt idx="1906">
                  <c:v>200.1</c:v>
                </c:pt>
                <c:pt idx="1907">
                  <c:v>203.25</c:v>
                </c:pt>
                <c:pt idx="1908">
                  <c:v>201</c:v>
                </c:pt>
                <c:pt idx="1909">
                  <c:v>196.1</c:v>
                </c:pt>
                <c:pt idx="1910">
                  <c:v>204.05</c:v>
                </c:pt>
                <c:pt idx="1911">
                  <c:v>200.6</c:v>
                </c:pt>
                <c:pt idx="1912">
                  <c:v>196.35</c:v>
                </c:pt>
                <c:pt idx="1913">
                  <c:v>192.5</c:v>
                </c:pt>
                <c:pt idx="1914">
                  <c:v>198.3</c:v>
                </c:pt>
                <c:pt idx="1915">
                  <c:v>193.25</c:v>
                </c:pt>
                <c:pt idx="1916">
                  <c:v>196.15</c:v>
                </c:pt>
                <c:pt idx="1917">
                  <c:v>197.9</c:v>
                </c:pt>
                <c:pt idx="1918">
                  <c:v>199.4</c:v>
                </c:pt>
                <c:pt idx="1919">
                  <c:v>200.75</c:v>
                </c:pt>
                <c:pt idx="1920">
                  <c:v>202.1</c:v>
                </c:pt>
                <c:pt idx="1921">
                  <c:v>201.95</c:v>
                </c:pt>
                <c:pt idx="1922">
                  <c:v>203.2</c:v>
                </c:pt>
                <c:pt idx="1923">
                  <c:v>208.3</c:v>
                </c:pt>
                <c:pt idx="1924">
                  <c:v>209.8</c:v>
                </c:pt>
                <c:pt idx="1925">
                  <c:v>211</c:v>
                </c:pt>
                <c:pt idx="1926">
                  <c:v>212.35</c:v>
                </c:pt>
                <c:pt idx="1927">
                  <c:v>216.35</c:v>
                </c:pt>
                <c:pt idx="1928">
                  <c:v>213.95</c:v>
                </c:pt>
                <c:pt idx="1929">
                  <c:v>213.35</c:v>
                </c:pt>
                <c:pt idx="1930">
                  <c:v>217.1</c:v>
                </c:pt>
                <c:pt idx="1931">
                  <c:v>217.55</c:v>
                </c:pt>
                <c:pt idx="1932">
                  <c:v>215</c:v>
                </c:pt>
                <c:pt idx="1933">
                  <c:v>212.05</c:v>
                </c:pt>
                <c:pt idx="1934">
                  <c:v>215.9</c:v>
                </c:pt>
                <c:pt idx="1935">
                  <c:v>214.55</c:v>
                </c:pt>
                <c:pt idx="1936">
                  <c:v>217</c:v>
                </c:pt>
                <c:pt idx="1937">
                  <c:v>214.2</c:v>
                </c:pt>
                <c:pt idx="1938">
                  <c:v>219.4</c:v>
                </c:pt>
                <c:pt idx="1939">
                  <c:v>223.5</c:v>
                </c:pt>
                <c:pt idx="1940">
                  <c:v>227.35</c:v>
                </c:pt>
                <c:pt idx="1941">
                  <c:v>225.45</c:v>
                </c:pt>
                <c:pt idx="1942">
                  <c:v>218.9</c:v>
                </c:pt>
                <c:pt idx="1943">
                  <c:v>220.6</c:v>
                </c:pt>
                <c:pt idx="1944">
                  <c:v>224.1</c:v>
                </c:pt>
                <c:pt idx="1945">
                  <c:v>220.5</c:v>
                </c:pt>
                <c:pt idx="1946">
                  <c:v>223.9</c:v>
                </c:pt>
                <c:pt idx="1947">
                  <c:v>221.9</c:v>
                </c:pt>
                <c:pt idx="1948">
                  <c:v>220.75</c:v>
                </c:pt>
                <c:pt idx="1949">
                  <c:v>224.3</c:v>
                </c:pt>
                <c:pt idx="1950">
                  <c:v>224.05</c:v>
                </c:pt>
                <c:pt idx="1951">
                  <c:v>225.85</c:v>
                </c:pt>
                <c:pt idx="1952">
                  <c:v>221.25</c:v>
                </c:pt>
                <c:pt idx="1953">
                  <c:v>219.3</c:v>
                </c:pt>
                <c:pt idx="1954">
                  <c:v>212.95</c:v>
                </c:pt>
                <c:pt idx="1955">
                  <c:v>209.4</c:v>
                </c:pt>
                <c:pt idx="1956">
                  <c:v>210.4</c:v>
                </c:pt>
                <c:pt idx="1957">
                  <c:v>205.75</c:v>
                </c:pt>
                <c:pt idx="1958">
                  <c:v>207.5</c:v>
                </c:pt>
                <c:pt idx="1959">
                  <c:v>215.75</c:v>
                </c:pt>
                <c:pt idx="1960">
                  <c:v>215.95</c:v>
                </c:pt>
                <c:pt idx="1961">
                  <c:v>220.75</c:v>
                </c:pt>
                <c:pt idx="1962">
                  <c:v>217.8</c:v>
                </c:pt>
                <c:pt idx="1963">
                  <c:v>219.6</c:v>
                </c:pt>
                <c:pt idx="1964">
                  <c:v>219.45</c:v>
                </c:pt>
                <c:pt idx="1965">
                  <c:v>207.05</c:v>
                </c:pt>
                <c:pt idx="1966">
                  <c:v>193.7</c:v>
                </c:pt>
                <c:pt idx="1967">
                  <c:v>195.8</c:v>
                </c:pt>
                <c:pt idx="1968">
                  <c:v>193.3</c:v>
                </c:pt>
                <c:pt idx="1969">
                  <c:v>195.75</c:v>
                </c:pt>
                <c:pt idx="1970">
                  <c:v>192.9</c:v>
                </c:pt>
                <c:pt idx="1971">
                  <c:v>195.25</c:v>
                </c:pt>
                <c:pt idx="1972">
                  <c:v>193.2</c:v>
                </c:pt>
                <c:pt idx="1973">
                  <c:v>199</c:v>
                </c:pt>
                <c:pt idx="1974">
                  <c:v>199.95</c:v>
                </c:pt>
                <c:pt idx="1975">
                  <c:v>200.95</c:v>
                </c:pt>
                <c:pt idx="1976">
                  <c:v>199.1</c:v>
                </c:pt>
                <c:pt idx="1977">
                  <c:v>201.35</c:v>
                </c:pt>
                <c:pt idx="1978">
                  <c:v>205.05</c:v>
                </c:pt>
                <c:pt idx="1979">
                  <c:v>205.45</c:v>
                </c:pt>
                <c:pt idx="1980">
                  <c:v>201.95</c:v>
                </c:pt>
                <c:pt idx="1981">
                  <c:v>201.9</c:v>
                </c:pt>
                <c:pt idx="1982">
                  <c:v>206.8</c:v>
                </c:pt>
                <c:pt idx="1983">
                  <c:v>210.3</c:v>
                </c:pt>
                <c:pt idx="1984">
                  <c:v>210.45</c:v>
                </c:pt>
                <c:pt idx="1985">
                  <c:v>209.2</c:v>
                </c:pt>
                <c:pt idx="1986">
                  <c:v>210.05</c:v>
                </c:pt>
                <c:pt idx="1987">
                  <c:v>206.75</c:v>
                </c:pt>
                <c:pt idx="1988">
                  <c:v>206.05</c:v>
                </c:pt>
                <c:pt idx="1989">
                  <c:v>206.55</c:v>
                </c:pt>
                <c:pt idx="1990">
                  <c:v>206</c:v>
                </c:pt>
                <c:pt idx="1991">
                  <c:v>207.65</c:v>
                </c:pt>
                <c:pt idx="1992">
                  <c:v>208.6</c:v>
                </c:pt>
                <c:pt idx="1993">
                  <c:v>205.9</c:v>
                </c:pt>
                <c:pt idx="1994">
                  <c:v>210.7</c:v>
                </c:pt>
                <c:pt idx="1995">
                  <c:v>210.25</c:v>
                </c:pt>
                <c:pt idx="1996">
                  <c:v>212</c:v>
                </c:pt>
                <c:pt idx="1997">
                  <c:v>218.7</c:v>
                </c:pt>
                <c:pt idx="1998">
                  <c:v>218.95</c:v>
                </c:pt>
                <c:pt idx="1999">
                  <c:v>212.25</c:v>
                </c:pt>
                <c:pt idx="2000">
                  <c:v>212.5</c:v>
                </c:pt>
                <c:pt idx="2001">
                  <c:v>212.9</c:v>
                </c:pt>
                <c:pt idx="2002">
                  <c:v>216.45</c:v>
                </c:pt>
                <c:pt idx="2003">
                  <c:v>215.3</c:v>
                </c:pt>
                <c:pt idx="2004">
                  <c:v>216.9</c:v>
                </c:pt>
                <c:pt idx="2005">
                  <c:v>216.35</c:v>
                </c:pt>
                <c:pt idx="2006">
                  <c:v>213.7</c:v>
                </c:pt>
                <c:pt idx="2007">
                  <c:v>218.45</c:v>
                </c:pt>
                <c:pt idx="2008">
                  <c:v>215.8</c:v>
                </c:pt>
                <c:pt idx="2009">
                  <c:v>222.85</c:v>
                </c:pt>
                <c:pt idx="2010">
                  <c:v>232.05</c:v>
                </c:pt>
                <c:pt idx="2011">
                  <c:v>237.2</c:v>
                </c:pt>
                <c:pt idx="2012">
                  <c:v>236.6</c:v>
                </c:pt>
                <c:pt idx="2013">
                  <c:v>234</c:v>
                </c:pt>
                <c:pt idx="2014">
                  <c:v>228.55</c:v>
                </c:pt>
                <c:pt idx="2015">
                  <c:v>223.7</c:v>
                </c:pt>
                <c:pt idx="2016">
                  <c:v>219.05</c:v>
                </c:pt>
                <c:pt idx="2017">
                  <c:v>216.8</c:v>
                </c:pt>
                <c:pt idx="2018">
                  <c:v>214.7</c:v>
                </c:pt>
                <c:pt idx="2019">
                  <c:v>217.55</c:v>
                </c:pt>
                <c:pt idx="2020">
                  <c:v>213.9</c:v>
                </c:pt>
                <c:pt idx="2021">
                  <c:v>199.65</c:v>
                </c:pt>
                <c:pt idx="2022">
                  <c:v>184.05</c:v>
                </c:pt>
                <c:pt idx="2023">
                  <c:v>190.6</c:v>
                </c:pt>
                <c:pt idx="2024">
                  <c:v>186.15</c:v>
                </c:pt>
                <c:pt idx="2025">
                  <c:v>200.15</c:v>
                </c:pt>
                <c:pt idx="2026">
                  <c:v>199.9</c:v>
                </c:pt>
                <c:pt idx="2027">
                  <c:v>208.85</c:v>
                </c:pt>
                <c:pt idx="2028">
                  <c:v>195.85</c:v>
                </c:pt>
                <c:pt idx="2029">
                  <c:v>208.75</c:v>
                </c:pt>
                <c:pt idx="2030">
                  <c:v>207.9</c:v>
                </c:pt>
                <c:pt idx="2031">
                  <c:v>213.25</c:v>
                </c:pt>
                <c:pt idx="2032">
                  <c:v>209</c:v>
                </c:pt>
                <c:pt idx="2033">
                  <c:v>204.15</c:v>
                </c:pt>
                <c:pt idx="2034">
                  <c:v>200</c:v>
                </c:pt>
                <c:pt idx="2035">
                  <c:v>211.25</c:v>
                </c:pt>
                <c:pt idx="2036">
                  <c:v>194.1</c:v>
                </c:pt>
                <c:pt idx="2037">
                  <c:v>193.95</c:v>
                </c:pt>
                <c:pt idx="2038">
                  <c:v>192.5</c:v>
                </c:pt>
                <c:pt idx="2039">
                  <c:v>203.1</c:v>
                </c:pt>
                <c:pt idx="2040">
                  <c:v>211.15</c:v>
                </c:pt>
                <c:pt idx="2041">
                  <c:v>217.1</c:v>
                </c:pt>
                <c:pt idx="2042">
                  <c:v>221.45</c:v>
                </c:pt>
                <c:pt idx="2043">
                  <c:v>214.15</c:v>
                </c:pt>
                <c:pt idx="2044">
                  <c:v>220.2</c:v>
                </c:pt>
                <c:pt idx="2045">
                  <c:v>216.3</c:v>
                </c:pt>
                <c:pt idx="2046">
                  <c:v>215.7</c:v>
                </c:pt>
                <c:pt idx="2047">
                  <c:v>219.85</c:v>
                </c:pt>
                <c:pt idx="2048">
                  <c:v>220.25</c:v>
                </c:pt>
                <c:pt idx="2049">
                  <c:v>220.95</c:v>
                </c:pt>
                <c:pt idx="2050">
                  <c:v>227.5</c:v>
                </c:pt>
                <c:pt idx="2051">
                  <c:v>231.85</c:v>
                </c:pt>
                <c:pt idx="2052">
                  <c:v>229</c:v>
                </c:pt>
                <c:pt idx="2053">
                  <c:v>225.7</c:v>
                </c:pt>
                <c:pt idx="2054">
                  <c:v>225.8</c:v>
                </c:pt>
                <c:pt idx="2055">
                  <c:v>223.8</c:v>
                </c:pt>
                <c:pt idx="2056">
                  <c:v>224.75</c:v>
                </c:pt>
                <c:pt idx="2057">
                  <c:v>222.25</c:v>
                </c:pt>
                <c:pt idx="2058">
                  <c:v>221.95</c:v>
                </c:pt>
                <c:pt idx="2059">
                  <c:v>226.25</c:v>
                </c:pt>
                <c:pt idx="2060">
                  <c:v>222.8</c:v>
                </c:pt>
                <c:pt idx="2061">
                  <c:v>231.55</c:v>
                </c:pt>
                <c:pt idx="2062">
                  <c:v>225.6</c:v>
                </c:pt>
                <c:pt idx="2063">
                  <c:v>234.85</c:v>
                </c:pt>
                <c:pt idx="2064">
                  <c:v>245.05</c:v>
                </c:pt>
                <c:pt idx="2065">
                  <c:v>235.1</c:v>
                </c:pt>
                <c:pt idx="2066">
                  <c:v>244.7</c:v>
                </c:pt>
                <c:pt idx="2067">
                  <c:v>242.2</c:v>
                </c:pt>
                <c:pt idx="2068">
                  <c:v>228.8</c:v>
                </c:pt>
                <c:pt idx="2069">
                  <c:v>238.4</c:v>
                </c:pt>
                <c:pt idx="2070">
                  <c:v>235.55</c:v>
                </c:pt>
                <c:pt idx="2071">
                  <c:v>243.2</c:v>
                </c:pt>
                <c:pt idx="2072">
                  <c:v>241.85</c:v>
                </c:pt>
                <c:pt idx="2073">
                  <c:v>253.2</c:v>
                </c:pt>
                <c:pt idx="2074">
                  <c:v>248.85</c:v>
                </c:pt>
                <c:pt idx="2075">
                  <c:v>244.8</c:v>
                </c:pt>
                <c:pt idx="2076">
                  <c:v>240.2</c:v>
                </c:pt>
                <c:pt idx="2077">
                  <c:v>235.5</c:v>
                </c:pt>
                <c:pt idx="2078">
                  <c:v>245.9</c:v>
                </c:pt>
                <c:pt idx="2079">
                  <c:v>241</c:v>
                </c:pt>
                <c:pt idx="2080">
                  <c:v>231.9</c:v>
                </c:pt>
                <c:pt idx="2081">
                  <c:v>236.05</c:v>
                </c:pt>
                <c:pt idx="2082">
                  <c:v>239.2</c:v>
                </c:pt>
                <c:pt idx="2083">
                  <c:v>243.95</c:v>
                </c:pt>
                <c:pt idx="2084">
                  <c:v>249</c:v>
                </c:pt>
                <c:pt idx="2085">
                  <c:v>250.3</c:v>
                </c:pt>
                <c:pt idx="2086">
                  <c:v>247.25</c:v>
                </c:pt>
                <c:pt idx="2087">
                  <c:v>251.8</c:v>
                </c:pt>
                <c:pt idx="2088">
                  <c:v>250.25</c:v>
                </c:pt>
                <c:pt idx="2089">
                  <c:v>250.45</c:v>
                </c:pt>
                <c:pt idx="2090">
                  <c:v>248.2</c:v>
                </c:pt>
                <c:pt idx="2091">
                  <c:v>248.55</c:v>
                </c:pt>
                <c:pt idx="2092">
                  <c:v>252</c:v>
                </c:pt>
                <c:pt idx="2093">
                  <c:v>250.8</c:v>
                </c:pt>
                <c:pt idx="2094">
                  <c:v>251.95</c:v>
                </c:pt>
                <c:pt idx="2095">
                  <c:v>247.05</c:v>
                </c:pt>
                <c:pt idx="2096">
                  <c:v>246.05</c:v>
                </c:pt>
                <c:pt idx="2097">
                  <c:v>242.9</c:v>
                </c:pt>
                <c:pt idx="2098">
                  <c:v>237.75</c:v>
                </c:pt>
                <c:pt idx="2099">
                  <c:v>243.95</c:v>
                </c:pt>
                <c:pt idx="2100">
                  <c:v>241.35</c:v>
                </c:pt>
                <c:pt idx="2101">
                  <c:v>235.7</c:v>
                </c:pt>
                <c:pt idx="2102">
                  <c:v>234.7</c:v>
                </c:pt>
                <c:pt idx="2103">
                  <c:v>235.2</c:v>
                </c:pt>
                <c:pt idx="2104">
                  <c:v>231.25</c:v>
                </c:pt>
                <c:pt idx="2105">
                  <c:v>232.35</c:v>
                </c:pt>
                <c:pt idx="2106">
                  <c:v>238.35</c:v>
                </c:pt>
                <c:pt idx="2107">
                  <c:v>236.85</c:v>
                </c:pt>
                <c:pt idx="2108">
                  <c:v>237.1</c:v>
                </c:pt>
                <c:pt idx="2109">
                  <c:v>234.95</c:v>
                </c:pt>
                <c:pt idx="2110">
                  <c:v>235.3</c:v>
                </c:pt>
                <c:pt idx="2111">
                  <c:v>230.3</c:v>
                </c:pt>
                <c:pt idx="2112">
                  <c:v>237.85</c:v>
                </c:pt>
                <c:pt idx="2113">
                  <c:v>237.25</c:v>
                </c:pt>
                <c:pt idx="2114">
                  <c:v>231.75</c:v>
                </c:pt>
                <c:pt idx="2115">
                  <c:v>234.35</c:v>
                </c:pt>
                <c:pt idx="2116">
                  <c:v>233</c:v>
                </c:pt>
                <c:pt idx="2117">
                  <c:v>232.1</c:v>
                </c:pt>
                <c:pt idx="2118">
                  <c:v>226.75</c:v>
                </c:pt>
                <c:pt idx="2119">
                  <c:v>231.15</c:v>
                </c:pt>
                <c:pt idx="2120">
                  <c:v>236.35</c:v>
                </c:pt>
                <c:pt idx="2121">
                  <c:v>234.2</c:v>
                </c:pt>
                <c:pt idx="2122">
                  <c:v>231.9</c:v>
                </c:pt>
                <c:pt idx="2123">
                  <c:v>225.75</c:v>
                </c:pt>
                <c:pt idx="2124">
                  <c:v>227.05</c:v>
                </c:pt>
                <c:pt idx="2125">
                  <c:v>214.85</c:v>
                </c:pt>
                <c:pt idx="2126">
                  <c:v>216.1</c:v>
                </c:pt>
                <c:pt idx="2127">
                  <c:v>212.9</c:v>
                </c:pt>
                <c:pt idx="2128">
                  <c:v>208.55</c:v>
                </c:pt>
                <c:pt idx="2129">
                  <c:v>207.15</c:v>
                </c:pt>
                <c:pt idx="2130">
                  <c:v>197.65</c:v>
                </c:pt>
                <c:pt idx="2131">
                  <c:v>200.2</c:v>
                </c:pt>
                <c:pt idx="2132">
                  <c:v>196.35</c:v>
                </c:pt>
                <c:pt idx="2133">
                  <c:v>201.5</c:v>
                </c:pt>
                <c:pt idx="2134">
                  <c:v>209.75</c:v>
                </c:pt>
                <c:pt idx="2135">
                  <c:v>209.85</c:v>
                </c:pt>
                <c:pt idx="2136">
                  <c:v>216.45</c:v>
                </c:pt>
                <c:pt idx="2137">
                  <c:v>218.5</c:v>
                </c:pt>
                <c:pt idx="2138">
                  <c:v>214.1</c:v>
                </c:pt>
                <c:pt idx="2139">
                  <c:v>220.1</c:v>
                </c:pt>
                <c:pt idx="2140">
                  <c:v>211.7</c:v>
                </c:pt>
                <c:pt idx="2141">
                  <c:v>215.15</c:v>
                </c:pt>
                <c:pt idx="2142">
                  <c:v>219.75</c:v>
                </c:pt>
                <c:pt idx="2143">
                  <c:v>219.8</c:v>
                </c:pt>
                <c:pt idx="2144">
                  <c:v>228</c:v>
                </c:pt>
                <c:pt idx="2145">
                  <c:v>232.7</c:v>
                </c:pt>
                <c:pt idx="2146">
                  <c:v>230.85</c:v>
                </c:pt>
                <c:pt idx="2147">
                  <c:v>227.7</c:v>
                </c:pt>
                <c:pt idx="2148">
                  <c:v>233.2</c:v>
                </c:pt>
                <c:pt idx="2149">
                  <c:v>230.85</c:v>
                </c:pt>
                <c:pt idx="2150">
                  <c:v>237.8</c:v>
                </c:pt>
                <c:pt idx="2151">
                  <c:v>238.65</c:v>
                </c:pt>
                <c:pt idx="2152">
                  <c:v>239.65</c:v>
                </c:pt>
                <c:pt idx="2153">
                  <c:v>234.95</c:v>
                </c:pt>
                <c:pt idx="2154">
                  <c:v>234.15</c:v>
                </c:pt>
                <c:pt idx="2155">
                  <c:v>239.95</c:v>
                </c:pt>
                <c:pt idx="2156">
                  <c:v>245.7</c:v>
                </c:pt>
                <c:pt idx="2157">
                  <c:v>242.25</c:v>
                </c:pt>
                <c:pt idx="2158">
                  <c:v>242</c:v>
                </c:pt>
                <c:pt idx="2159">
                  <c:v>241.95</c:v>
                </c:pt>
                <c:pt idx="2160">
                  <c:v>242.95</c:v>
                </c:pt>
                <c:pt idx="2161">
                  <c:v>243.7</c:v>
                </c:pt>
                <c:pt idx="2162">
                  <c:v>239.65</c:v>
                </c:pt>
                <c:pt idx="2163">
                  <c:v>241.5</c:v>
                </c:pt>
                <c:pt idx="2164">
                  <c:v>243.4</c:v>
                </c:pt>
                <c:pt idx="2165">
                  <c:v>243.1</c:v>
                </c:pt>
                <c:pt idx="2166">
                  <c:v>235.8</c:v>
                </c:pt>
                <c:pt idx="2167">
                  <c:v>244.9</c:v>
                </c:pt>
                <c:pt idx="2168">
                  <c:v>243.4</c:v>
                </c:pt>
                <c:pt idx="2169">
                  <c:v>247.35</c:v>
                </c:pt>
                <c:pt idx="2170">
                  <c:v>246.5</c:v>
                </c:pt>
                <c:pt idx="2171">
                  <c:v>239.5</c:v>
                </c:pt>
                <c:pt idx="2172">
                  <c:v>245.4</c:v>
                </c:pt>
                <c:pt idx="2173">
                  <c:v>241.95</c:v>
                </c:pt>
                <c:pt idx="2174">
                  <c:v>247</c:v>
                </c:pt>
                <c:pt idx="2175">
                  <c:v>240.65</c:v>
                </c:pt>
                <c:pt idx="2176">
                  <c:v>245.1</c:v>
                </c:pt>
                <c:pt idx="2177">
                  <c:v>252.95</c:v>
                </c:pt>
                <c:pt idx="2178">
                  <c:v>251.5</c:v>
                </c:pt>
                <c:pt idx="2179">
                  <c:v>250.65</c:v>
                </c:pt>
                <c:pt idx="2180">
                  <c:v>246.85</c:v>
                </c:pt>
                <c:pt idx="2181">
                  <c:v>248.8</c:v>
                </c:pt>
                <c:pt idx="2182">
                  <c:v>243.05</c:v>
                </c:pt>
                <c:pt idx="2183">
                  <c:v>240.5</c:v>
                </c:pt>
                <c:pt idx="2184">
                  <c:v>238.15</c:v>
                </c:pt>
                <c:pt idx="2185">
                  <c:v>240.7</c:v>
                </c:pt>
                <c:pt idx="2186">
                  <c:v>245.2</c:v>
                </c:pt>
                <c:pt idx="2187">
                  <c:v>249.7</c:v>
                </c:pt>
                <c:pt idx="2188">
                  <c:v>247.15</c:v>
                </c:pt>
                <c:pt idx="2189">
                  <c:v>249.7</c:v>
                </c:pt>
                <c:pt idx="2190">
                  <c:v>249.15</c:v>
                </c:pt>
                <c:pt idx="2191">
                  <c:v>252.5</c:v>
                </c:pt>
                <c:pt idx="2192">
                  <c:v>254.65</c:v>
                </c:pt>
                <c:pt idx="2193">
                  <c:v>252.25</c:v>
                </c:pt>
                <c:pt idx="2194">
                  <c:v>254.35</c:v>
                </c:pt>
                <c:pt idx="2195">
                  <c:v>256.7</c:v>
                </c:pt>
                <c:pt idx="2196">
                  <c:v>249.55</c:v>
                </c:pt>
                <c:pt idx="2197">
                  <c:v>249.3</c:v>
                </c:pt>
                <c:pt idx="2198">
                  <c:v>238.15</c:v>
                </c:pt>
                <c:pt idx="2199">
                  <c:v>221.85</c:v>
                </c:pt>
                <c:pt idx="2200">
                  <c:v>231</c:v>
                </c:pt>
                <c:pt idx="2201">
                  <c:v>238.8</c:v>
                </c:pt>
                <c:pt idx="2202">
                  <c:v>231.35</c:v>
                </c:pt>
                <c:pt idx="2203">
                  <c:v>247.55</c:v>
                </c:pt>
                <c:pt idx="2204">
                  <c:v>241.55</c:v>
                </c:pt>
                <c:pt idx="2205">
                  <c:v>239.3</c:v>
                </c:pt>
                <c:pt idx="2206">
                  <c:v>250.3</c:v>
                </c:pt>
                <c:pt idx="2207">
                  <c:v>252</c:v>
                </c:pt>
                <c:pt idx="2208">
                  <c:v>241.75</c:v>
                </c:pt>
                <c:pt idx="2209">
                  <c:v>226.45</c:v>
                </c:pt>
                <c:pt idx="2210">
                  <c:v>211.65</c:v>
                </c:pt>
                <c:pt idx="2211">
                  <c:v>218.2</c:v>
                </c:pt>
                <c:pt idx="2212">
                  <c:v>207.4</c:v>
                </c:pt>
                <c:pt idx="2213">
                  <c:v>221.75</c:v>
                </c:pt>
                <c:pt idx="2214">
                  <c:v>237.35</c:v>
                </c:pt>
                <c:pt idx="2215">
                  <c:v>247.25</c:v>
                </c:pt>
                <c:pt idx="2216">
                  <c:v>238.85</c:v>
                </c:pt>
                <c:pt idx="2217">
                  <c:v>244.95</c:v>
                </c:pt>
                <c:pt idx="2218">
                  <c:v>249.7</c:v>
                </c:pt>
                <c:pt idx="2219">
                  <c:v>251.5</c:v>
                </c:pt>
                <c:pt idx="2220">
                  <c:v>246.9</c:v>
                </c:pt>
                <c:pt idx="2221">
                  <c:v>234.55</c:v>
                </c:pt>
                <c:pt idx="2222">
                  <c:v>234.65</c:v>
                </c:pt>
                <c:pt idx="2223">
                  <c:v>235.55</c:v>
                </c:pt>
                <c:pt idx="2224">
                  <c:v>235.1</c:v>
                </c:pt>
                <c:pt idx="2225">
                  <c:v>234.25</c:v>
                </c:pt>
                <c:pt idx="2226">
                  <c:v>234.5</c:v>
                </c:pt>
                <c:pt idx="2227">
                  <c:v>235.05</c:v>
                </c:pt>
                <c:pt idx="2228">
                  <c:v>236</c:v>
                </c:pt>
                <c:pt idx="2229">
                  <c:v>236.25</c:v>
                </c:pt>
                <c:pt idx="2230">
                  <c:v>236.6</c:v>
                </c:pt>
                <c:pt idx="2231">
                  <c:v>236.4</c:v>
                </c:pt>
                <c:pt idx="2232">
                  <c:v>232.5</c:v>
                </c:pt>
                <c:pt idx="2233">
                  <c:v>233.15</c:v>
                </c:pt>
                <c:pt idx="2234">
                  <c:v>232.15</c:v>
                </c:pt>
                <c:pt idx="2235">
                  <c:v>236.5</c:v>
                </c:pt>
                <c:pt idx="2236">
                  <c:v>234.75</c:v>
                </c:pt>
                <c:pt idx="2237">
                  <c:v>240.4</c:v>
                </c:pt>
                <c:pt idx="2238">
                  <c:v>244.7</c:v>
                </c:pt>
                <c:pt idx="2239">
                  <c:v>241.6</c:v>
                </c:pt>
                <c:pt idx="2240">
                  <c:v>240.4</c:v>
                </c:pt>
                <c:pt idx="2241">
                  <c:v>243.95</c:v>
                </c:pt>
                <c:pt idx="2242">
                  <c:v>248.3</c:v>
                </c:pt>
                <c:pt idx="2243">
                  <c:v>252</c:v>
                </c:pt>
                <c:pt idx="2244">
                  <c:v>255.5</c:v>
                </c:pt>
                <c:pt idx="2245">
                  <c:v>265.64999999999998</c:v>
                </c:pt>
                <c:pt idx="2246">
                  <c:v>262.3</c:v>
                </c:pt>
                <c:pt idx="2247">
                  <c:v>257.75</c:v>
                </c:pt>
                <c:pt idx="2248">
                  <c:v>257.45</c:v>
                </c:pt>
                <c:pt idx="2249">
                  <c:v>252.1</c:v>
                </c:pt>
                <c:pt idx="2250">
                  <c:v>252.85</c:v>
                </c:pt>
                <c:pt idx="2251">
                  <c:v>252.3</c:v>
                </c:pt>
                <c:pt idx="2252">
                  <c:v>250.3</c:v>
                </c:pt>
                <c:pt idx="2253">
                  <c:v>250.75</c:v>
                </c:pt>
                <c:pt idx="2254">
                  <c:v>247.5</c:v>
                </c:pt>
                <c:pt idx="2255">
                  <c:v>243</c:v>
                </c:pt>
                <c:pt idx="2256">
                  <c:v>246.9</c:v>
                </c:pt>
                <c:pt idx="2257">
                  <c:v>251.15</c:v>
                </c:pt>
                <c:pt idx="2258">
                  <c:v>263.39999999999998</c:v>
                </c:pt>
                <c:pt idx="2259">
                  <c:v>263.85000000000002</c:v>
                </c:pt>
                <c:pt idx="2260">
                  <c:v>254.55</c:v>
                </c:pt>
                <c:pt idx="2261">
                  <c:v>254</c:v>
                </c:pt>
                <c:pt idx="2262">
                  <c:v>247</c:v>
                </c:pt>
                <c:pt idx="2263">
                  <c:v>250.8</c:v>
                </c:pt>
                <c:pt idx="2264">
                  <c:v>254.2</c:v>
                </c:pt>
                <c:pt idx="2265">
                  <c:v>246.05</c:v>
                </c:pt>
                <c:pt idx="2266">
                  <c:v>255.1</c:v>
                </c:pt>
                <c:pt idx="2267">
                  <c:v>253.25</c:v>
                </c:pt>
                <c:pt idx="2268">
                  <c:v>246.8</c:v>
                </c:pt>
                <c:pt idx="2269">
                  <c:v>253.35</c:v>
                </c:pt>
                <c:pt idx="2270">
                  <c:v>259.05</c:v>
                </c:pt>
                <c:pt idx="2271">
                  <c:v>257.05</c:v>
                </c:pt>
                <c:pt idx="2272">
                  <c:v>261.64999999999998</c:v>
                </c:pt>
                <c:pt idx="2273">
                  <c:v>261.89999999999998</c:v>
                </c:pt>
                <c:pt idx="2274">
                  <c:v>266.10000000000002</c:v>
                </c:pt>
                <c:pt idx="2275">
                  <c:v>267.89999999999998</c:v>
                </c:pt>
                <c:pt idx="2276">
                  <c:v>263.39999999999998</c:v>
                </c:pt>
                <c:pt idx="2277">
                  <c:v>260.60000000000002</c:v>
                </c:pt>
                <c:pt idx="2278">
                  <c:v>260.14999999999998</c:v>
                </c:pt>
                <c:pt idx="2279">
                  <c:v>258.95</c:v>
                </c:pt>
                <c:pt idx="2280">
                  <c:v>259.2</c:v>
                </c:pt>
                <c:pt idx="2281">
                  <c:v>258.7</c:v>
                </c:pt>
                <c:pt idx="2282">
                  <c:v>259.25</c:v>
                </c:pt>
                <c:pt idx="2283">
                  <c:v>256.25</c:v>
                </c:pt>
                <c:pt idx="2284">
                  <c:v>252.45</c:v>
                </c:pt>
                <c:pt idx="2285">
                  <c:v>253.45</c:v>
                </c:pt>
                <c:pt idx="2286">
                  <c:v>249.3</c:v>
                </c:pt>
                <c:pt idx="2287">
                  <c:v>249.25</c:v>
                </c:pt>
                <c:pt idx="2288">
                  <c:v>252.9</c:v>
                </c:pt>
                <c:pt idx="2289">
                  <c:v>251.55</c:v>
                </c:pt>
                <c:pt idx="2290">
                  <c:v>253.7</c:v>
                </c:pt>
                <c:pt idx="2291">
                  <c:v>253.5</c:v>
                </c:pt>
                <c:pt idx="2292">
                  <c:v>244.8</c:v>
                </c:pt>
                <c:pt idx="2293">
                  <c:v>241.65</c:v>
                </c:pt>
                <c:pt idx="2294">
                  <c:v>240.85</c:v>
                </c:pt>
                <c:pt idx="2295">
                  <c:v>230.15</c:v>
                </c:pt>
                <c:pt idx="2296">
                  <c:v>223.95</c:v>
                </c:pt>
                <c:pt idx="2297">
                  <c:v>216.25</c:v>
                </c:pt>
                <c:pt idx="2298">
                  <c:v>225.65</c:v>
                </c:pt>
                <c:pt idx="2299">
                  <c:v>229.4</c:v>
                </c:pt>
                <c:pt idx="2300">
                  <c:v>235.45</c:v>
                </c:pt>
                <c:pt idx="2301">
                  <c:v>233.4</c:v>
                </c:pt>
                <c:pt idx="2302">
                  <c:v>232.3</c:v>
                </c:pt>
                <c:pt idx="2303">
                  <c:v>230.3</c:v>
                </c:pt>
                <c:pt idx="2304">
                  <c:v>233.3</c:v>
                </c:pt>
                <c:pt idx="2305">
                  <c:v>238.6</c:v>
                </c:pt>
                <c:pt idx="2306">
                  <c:v>239.25</c:v>
                </c:pt>
                <c:pt idx="2307">
                  <c:v>234.65</c:v>
                </c:pt>
                <c:pt idx="2308">
                  <c:v>239.75</c:v>
                </c:pt>
                <c:pt idx="2309">
                  <c:v>240</c:v>
                </c:pt>
                <c:pt idx="2310">
                  <c:v>239.75</c:v>
                </c:pt>
                <c:pt idx="2311">
                  <c:v>237.5</c:v>
                </c:pt>
                <c:pt idx="2312">
                  <c:v>236.45</c:v>
                </c:pt>
                <c:pt idx="2313">
                  <c:v>231</c:v>
                </c:pt>
                <c:pt idx="2314">
                  <c:v>227.4</c:v>
                </c:pt>
                <c:pt idx="2315">
                  <c:v>241.3</c:v>
                </c:pt>
                <c:pt idx="2316">
                  <c:v>233</c:v>
                </c:pt>
                <c:pt idx="2317">
                  <c:v>230</c:v>
                </c:pt>
                <c:pt idx="2318">
                  <c:v>235.45</c:v>
                </c:pt>
                <c:pt idx="2319">
                  <c:v>239.15</c:v>
                </c:pt>
                <c:pt idx="2320">
                  <c:v>239.1</c:v>
                </c:pt>
                <c:pt idx="2321">
                  <c:v>238</c:v>
                </c:pt>
                <c:pt idx="2322">
                  <c:v>242.9</c:v>
                </c:pt>
                <c:pt idx="2323">
                  <c:v>240.6</c:v>
                </c:pt>
                <c:pt idx="2324">
                  <c:v>240.25</c:v>
                </c:pt>
                <c:pt idx="2325">
                  <c:v>238.3</c:v>
                </c:pt>
                <c:pt idx="2326">
                  <c:v>230.8</c:v>
                </c:pt>
                <c:pt idx="2327">
                  <c:v>225.3</c:v>
                </c:pt>
                <c:pt idx="2328">
                  <c:v>234.75</c:v>
                </c:pt>
                <c:pt idx="2329">
                  <c:v>239.9</c:v>
                </c:pt>
                <c:pt idx="2330">
                  <c:v>238.35</c:v>
                </c:pt>
                <c:pt idx="2331">
                  <c:v>234.6</c:v>
                </c:pt>
                <c:pt idx="2332">
                  <c:v>230.65</c:v>
                </c:pt>
                <c:pt idx="2333">
                  <c:v>233.05</c:v>
                </c:pt>
                <c:pt idx="2334">
                  <c:v>227.15</c:v>
                </c:pt>
                <c:pt idx="2335">
                  <c:v>225.1</c:v>
                </c:pt>
                <c:pt idx="2336">
                  <c:v>221.95</c:v>
                </c:pt>
                <c:pt idx="2337">
                  <c:v>224.85</c:v>
                </c:pt>
                <c:pt idx="2338">
                  <c:v>224.3</c:v>
                </c:pt>
                <c:pt idx="2339">
                  <c:v>239.6</c:v>
                </c:pt>
                <c:pt idx="2340">
                  <c:v>229.5</c:v>
                </c:pt>
                <c:pt idx="2341">
                  <c:v>233.45</c:v>
                </c:pt>
                <c:pt idx="2342">
                  <c:v>230.4</c:v>
                </c:pt>
                <c:pt idx="2343">
                  <c:v>232</c:v>
                </c:pt>
                <c:pt idx="2344">
                  <c:v>233.05</c:v>
                </c:pt>
                <c:pt idx="2345">
                  <c:v>231</c:v>
                </c:pt>
                <c:pt idx="2346">
                  <c:v>230.15</c:v>
                </c:pt>
                <c:pt idx="2347">
                  <c:v>231</c:v>
                </c:pt>
                <c:pt idx="2348">
                  <c:v>230.8</c:v>
                </c:pt>
                <c:pt idx="2349">
                  <c:v>232.65</c:v>
                </c:pt>
                <c:pt idx="2350">
                  <c:v>233.75</c:v>
                </c:pt>
                <c:pt idx="2351">
                  <c:v>239.7</c:v>
                </c:pt>
                <c:pt idx="2352">
                  <c:v>249.5</c:v>
                </c:pt>
                <c:pt idx="2353">
                  <c:v>252</c:v>
                </c:pt>
                <c:pt idx="2354">
                  <c:v>252.25</c:v>
                </c:pt>
                <c:pt idx="2355">
                  <c:v>256.75</c:v>
                </c:pt>
                <c:pt idx="2356">
                  <c:v>264.35000000000002</c:v>
                </c:pt>
                <c:pt idx="2357">
                  <c:v>259.95</c:v>
                </c:pt>
                <c:pt idx="2358">
                  <c:v>255.75</c:v>
                </c:pt>
                <c:pt idx="2359">
                  <c:v>259.14999999999998</c:v>
                </c:pt>
                <c:pt idx="2360">
                  <c:v>263.45</c:v>
                </c:pt>
                <c:pt idx="2361">
                  <c:v>261.60000000000002</c:v>
                </c:pt>
                <c:pt idx="2362">
                  <c:v>259.75</c:v>
                </c:pt>
                <c:pt idx="2363">
                  <c:v>260.75</c:v>
                </c:pt>
                <c:pt idx="2364">
                  <c:v>259.25</c:v>
                </c:pt>
                <c:pt idx="2365">
                  <c:v>260.05</c:v>
                </c:pt>
                <c:pt idx="2366">
                  <c:v>262.95</c:v>
                </c:pt>
                <c:pt idx="2367">
                  <c:v>258.95</c:v>
                </c:pt>
                <c:pt idx="2368">
                  <c:v>266.05</c:v>
                </c:pt>
                <c:pt idx="2369">
                  <c:v>266.60000000000002</c:v>
                </c:pt>
                <c:pt idx="2370">
                  <c:v>267.5</c:v>
                </c:pt>
                <c:pt idx="2371">
                  <c:v>272.85000000000002</c:v>
                </c:pt>
                <c:pt idx="2372">
                  <c:v>270.10000000000002</c:v>
                </c:pt>
                <c:pt idx="2373">
                  <c:v>273.14999999999998</c:v>
                </c:pt>
                <c:pt idx="2374">
                  <c:v>274.89999999999998</c:v>
                </c:pt>
                <c:pt idx="2375">
                  <c:v>273.45</c:v>
                </c:pt>
                <c:pt idx="2376">
                  <c:v>270.3</c:v>
                </c:pt>
                <c:pt idx="2377">
                  <c:v>265.75</c:v>
                </c:pt>
                <c:pt idx="2378">
                  <c:v>267.35000000000002</c:v>
                </c:pt>
                <c:pt idx="2379">
                  <c:v>263.85000000000002</c:v>
                </c:pt>
                <c:pt idx="2380">
                  <c:v>269.45</c:v>
                </c:pt>
                <c:pt idx="2381">
                  <c:v>270.55</c:v>
                </c:pt>
                <c:pt idx="2382">
                  <c:v>266.2</c:v>
                </c:pt>
                <c:pt idx="2383">
                  <c:v>266.75</c:v>
                </c:pt>
                <c:pt idx="2384">
                  <c:v>267</c:v>
                </c:pt>
                <c:pt idx="2385">
                  <c:v>269.7</c:v>
                </c:pt>
                <c:pt idx="2386">
                  <c:v>269.3</c:v>
                </c:pt>
                <c:pt idx="2387">
                  <c:v>276.75</c:v>
                </c:pt>
                <c:pt idx="2388">
                  <c:v>282.64999999999998</c:v>
                </c:pt>
                <c:pt idx="2389">
                  <c:v>299.64999999999998</c:v>
                </c:pt>
                <c:pt idx="2390">
                  <c:v>276.64999999999998</c:v>
                </c:pt>
                <c:pt idx="2391">
                  <c:v>268.35000000000002</c:v>
                </c:pt>
                <c:pt idx="2392">
                  <c:v>281.39999999999998</c:v>
                </c:pt>
                <c:pt idx="2393">
                  <c:v>291.5</c:v>
                </c:pt>
                <c:pt idx="2394">
                  <c:v>285.10000000000002</c:v>
                </c:pt>
                <c:pt idx="2395">
                  <c:v>294</c:v>
                </c:pt>
                <c:pt idx="2396">
                  <c:v>290.39999999999998</c:v>
                </c:pt>
                <c:pt idx="2397">
                  <c:v>278.64999999999998</c:v>
                </c:pt>
                <c:pt idx="2398">
                  <c:v>269.60000000000002</c:v>
                </c:pt>
                <c:pt idx="2399">
                  <c:v>260.64999999999998</c:v>
                </c:pt>
                <c:pt idx="2400">
                  <c:v>263.14999999999998</c:v>
                </c:pt>
                <c:pt idx="2401">
                  <c:v>256.75</c:v>
                </c:pt>
                <c:pt idx="2402">
                  <c:v>263.39999999999998</c:v>
                </c:pt>
                <c:pt idx="2403">
                  <c:v>256.89999999999998</c:v>
                </c:pt>
                <c:pt idx="2404">
                  <c:v>248.4</c:v>
                </c:pt>
                <c:pt idx="2405">
                  <c:v>258.60000000000002</c:v>
                </c:pt>
                <c:pt idx="2406">
                  <c:v>256.89999999999998</c:v>
                </c:pt>
                <c:pt idx="2407">
                  <c:v>256.60000000000002</c:v>
                </c:pt>
                <c:pt idx="2408">
                  <c:v>260.75</c:v>
                </c:pt>
                <c:pt idx="2409">
                  <c:v>268.95</c:v>
                </c:pt>
                <c:pt idx="2410">
                  <c:v>269.5</c:v>
                </c:pt>
                <c:pt idx="2411">
                  <c:v>263.10000000000002</c:v>
                </c:pt>
                <c:pt idx="2412">
                  <c:v>256.39999999999998</c:v>
                </c:pt>
                <c:pt idx="2413">
                  <c:v>260.35000000000002</c:v>
                </c:pt>
                <c:pt idx="2414">
                  <c:v>259.95</c:v>
                </c:pt>
                <c:pt idx="2415">
                  <c:v>262.45</c:v>
                </c:pt>
                <c:pt idx="2416">
                  <c:v>267.14999999999998</c:v>
                </c:pt>
                <c:pt idx="2417">
                  <c:v>267.64999999999998</c:v>
                </c:pt>
                <c:pt idx="2418">
                  <c:v>273.05</c:v>
                </c:pt>
                <c:pt idx="2419">
                  <c:v>274</c:v>
                </c:pt>
                <c:pt idx="2420">
                  <c:v>266.25</c:v>
                </c:pt>
                <c:pt idx="2421">
                  <c:v>265.45</c:v>
                </c:pt>
                <c:pt idx="2422">
                  <c:v>262.10000000000002</c:v>
                </c:pt>
                <c:pt idx="2423">
                  <c:v>256.10000000000002</c:v>
                </c:pt>
                <c:pt idx="2424">
                  <c:v>259.89999999999998</c:v>
                </c:pt>
                <c:pt idx="2425">
                  <c:v>259.60000000000002</c:v>
                </c:pt>
                <c:pt idx="2426">
                  <c:v>257</c:v>
                </c:pt>
                <c:pt idx="2427">
                  <c:v>261.2</c:v>
                </c:pt>
                <c:pt idx="2428">
                  <c:v>261.64999999999998</c:v>
                </c:pt>
                <c:pt idx="2429">
                  <c:v>264.64999999999998</c:v>
                </c:pt>
                <c:pt idx="2430">
                  <c:v>258.45</c:v>
                </c:pt>
                <c:pt idx="2431">
                  <c:v>259.95</c:v>
                </c:pt>
                <c:pt idx="2432">
                  <c:v>259.5</c:v>
                </c:pt>
                <c:pt idx="2433">
                  <c:v>263.25</c:v>
                </c:pt>
                <c:pt idx="2434">
                  <c:v>262.60000000000002</c:v>
                </c:pt>
                <c:pt idx="2435">
                  <c:v>265.39999999999998</c:v>
                </c:pt>
                <c:pt idx="2436">
                  <c:v>267.05</c:v>
                </c:pt>
                <c:pt idx="2437">
                  <c:v>281.75</c:v>
                </c:pt>
                <c:pt idx="2438">
                  <c:v>280.2</c:v>
                </c:pt>
                <c:pt idx="2439">
                  <c:v>287.45</c:v>
                </c:pt>
                <c:pt idx="2440">
                  <c:v>286.89999999999998</c:v>
                </c:pt>
                <c:pt idx="2441">
                  <c:v>290.60000000000002</c:v>
                </c:pt>
                <c:pt idx="2442">
                  <c:v>293.85000000000002</c:v>
                </c:pt>
                <c:pt idx="2443">
                  <c:v>289.2</c:v>
                </c:pt>
                <c:pt idx="2444">
                  <c:v>286.55</c:v>
                </c:pt>
                <c:pt idx="2445">
                  <c:v>285.25</c:v>
                </c:pt>
                <c:pt idx="2446">
                  <c:v>280.25</c:v>
                </c:pt>
                <c:pt idx="2447">
                  <c:v>273.64999999999998</c:v>
                </c:pt>
                <c:pt idx="2448">
                  <c:v>278.3</c:v>
                </c:pt>
                <c:pt idx="2449">
                  <c:v>280.64999999999998</c:v>
                </c:pt>
                <c:pt idx="2450">
                  <c:v>277.85000000000002</c:v>
                </c:pt>
                <c:pt idx="2451">
                  <c:v>280.39999999999998</c:v>
                </c:pt>
                <c:pt idx="2452">
                  <c:v>279.8</c:v>
                </c:pt>
                <c:pt idx="2453">
                  <c:v>283.10000000000002</c:v>
                </c:pt>
                <c:pt idx="2454">
                  <c:v>283.5</c:v>
                </c:pt>
                <c:pt idx="2455">
                  <c:v>273.10000000000002</c:v>
                </c:pt>
                <c:pt idx="2456">
                  <c:v>277.95</c:v>
                </c:pt>
                <c:pt idx="2457">
                  <c:v>279.7</c:v>
                </c:pt>
                <c:pt idx="2458">
                  <c:v>272.60000000000002</c:v>
                </c:pt>
                <c:pt idx="2459">
                  <c:v>271.39999999999998</c:v>
                </c:pt>
                <c:pt idx="2460">
                  <c:v>263.85000000000002</c:v>
                </c:pt>
                <c:pt idx="2461">
                  <c:v>265.75</c:v>
                </c:pt>
                <c:pt idx="2462">
                  <c:v>264.39999999999998</c:v>
                </c:pt>
                <c:pt idx="2463">
                  <c:v>269.8</c:v>
                </c:pt>
                <c:pt idx="2464">
                  <c:v>274.3</c:v>
                </c:pt>
                <c:pt idx="2465">
                  <c:v>276.60000000000002</c:v>
                </c:pt>
                <c:pt idx="2466">
                  <c:v>276.75</c:v>
                </c:pt>
                <c:pt idx="2467">
                  <c:v>275.5</c:v>
                </c:pt>
                <c:pt idx="2468">
                  <c:v>276.60000000000002</c:v>
                </c:pt>
                <c:pt idx="2469">
                  <c:v>280.85000000000002</c:v>
                </c:pt>
                <c:pt idx="2470">
                  <c:v>279.89999999999998</c:v>
                </c:pt>
                <c:pt idx="2471">
                  <c:v>284.25</c:v>
                </c:pt>
                <c:pt idx="2472">
                  <c:v>286.7</c:v>
                </c:pt>
                <c:pt idx="2473">
                  <c:v>284.3</c:v>
                </c:pt>
                <c:pt idx="2474">
                  <c:v>285.2</c:v>
                </c:pt>
                <c:pt idx="2475">
                  <c:v>278.64999999999998</c:v>
                </c:pt>
                <c:pt idx="2476">
                  <c:v>274.8</c:v>
                </c:pt>
                <c:pt idx="2477">
                  <c:v>270.64999999999998</c:v>
                </c:pt>
                <c:pt idx="2478">
                  <c:v>271.95</c:v>
                </c:pt>
                <c:pt idx="2479">
                  <c:v>271.75</c:v>
                </c:pt>
                <c:pt idx="2480">
                  <c:v>277</c:v>
                </c:pt>
                <c:pt idx="2481">
                  <c:v>276.7</c:v>
                </c:pt>
                <c:pt idx="2482">
                  <c:v>273.05</c:v>
                </c:pt>
                <c:pt idx="2483">
                  <c:v>272.95</c:v>
                </c:pt>
                <c:pt idx="2484">
                  <c:v>267.55</c:v>
                </c:pt>
                <c:pt idx="2485">
                  <c:v>266.35000000000002</c:v>
                </c:pt>
                <c:pt idx="2486">
                  <c:v>263.8</c:v>
                </c:pt>
                <c:pt idx="2487">
                  <c:v>268.8</c:v>
                </c:pt>
                <c:pt idx="2488">
                  <c:v>263.35000000000002</c:v>
                </c:pt>
                <c:pt idx="2489">
                  <c:v>262.10000000000002</c:v>
                </c:pt>
                <c:pt idx="2490">
                  <c:v>261.3</c:v>
                </c:pt>
                <c:pt idx="2491">
                  <c:v>264.3</c:v>
                </c:pt>
                <c:pt idx="2492">
                  <c:v>265.64999999999998</c:v>
                </c:pt>
                <c:pt idx="2493">
                  <c:v>265</c:v>
                </c:pt>
                <c:pt idx="2494">
                  <c:v>266.10000000000002</c:v>
                </c:pt>
                <c:pt idx="2495">
                  <c:v>264.8</c:v>
                </c:pt>
                <c:pt idx="2496">
                  <c:v>264.7</c:v>
                </c:pt>
                <c:pt idx="2497">
                  <c:v>263.85000000000002</c:v>
                </c:pt>
                <c:pt idx="2498">
                  <c:v>265.35000000000002</c:v>
                </c:pt>
                <c:pt idx="2499">
                  <c:v>264.8</c:v>
                </c:pt>
                <c:pt idx="2500">
                  <c:v>265.95</c:v>
                </c:pt>
                <c:pt idx="2501">
                  <c:v>266.10000000000002</c:v>
                </c:pt>
                <c:pt idx="2502">
                  <c:v>262.14999999999998</c:v>
                </c:pt>
                <c:pt idx="2503">
                  <c:v>262.5</c:v>
                </c:pt>
                <c:pt idx="2504">
                  <c:v>256.05</c:v>
                </c:pt>
                <c:pt idx="2505">
                  <c:v>256.39999999999998</c:v>
                </c:pt>
                <c:pt idx="2506">
                  <c:v>257.3</c:v>
                </c:pt>
                <c:pt idx="2507">
                  <c:v>255.45</c:v>
                </c:pt>
                <c:pt idx="2508">
                  <c:v>257.8</c:v>
                </c:pt>
                <c:pt idx="2509">
                  <c:v>256.75</c:v>
                </c:pt>
                <c:pt idx="2510">
                  <c:v>257.95</c:v>
                </c:pt>
                <c:pt idx="2511">
                  <c:v>263.95</c:v>
                </c:pt>
                <c:pt idx="2512">
                  <c:v>259.35000000000002</c:v>
                </c:pt>
                <c:pt idx="2513">
                  <c:v>255.3</c:v>
                </c:pt>
                <c:pt idx="2514">
                  <c:v>242.3</c:v>
                </c:pt>
                <c:pt idx="2515">
                  <c:v>237.25</c:v>
                </c:pt>
                <c:pt idx="2516">
                  <c:v>236.5</c:v>
                </c:pt>
                <c:pt idx="2517">
                  <c:v>236.45</c:v>
                </c:pt>
                <c:pt idx="2518">
                  <c:v>231.05</c:v>
                </c:pt>
                <c:pt idx="2519">
                  <c:v>229.05</c:v>
                </c:pt>
                <c:pt idx="2520">
                  <c:v>231</c:v>
                </c:pt>
                <c:pt idx="2521">
                  <c:v>236.5</c:v>
                </c:pt>
                <c:pt idx="2522">
                  <c:v>232.6</c:v>
                </c:pt>
                <c:pt idx="2523">
                  <c:v>230.1</c:v>
                </c:pt>
                <c:pt idx="2524">
                  <c:v>233.4</c:v>
                </c:pt>
                <c:pt idx="2525">
                  <c:v>229.75</c:v>
                </c:pt>
                <c:pt idx="2526">
                  <c:v>237.15</c:v>
                </c:pt>
                <c:pt idx="2527">
                  <c:v>240.55</c:v>
                </c:pt>
                <c:pt idx="2528">
                  <c:v>242.5</c:v>
                </c:pt>
                <c:pt idx="2529">
                  <c:v>241</c:v>
                </c:pt>
                <c:pt idx="2530">
                  <c:v>246.15</c:v>
                </c:pt>
                <c:pt idx="2531">
                  <c:v>244.9</c:v>
                </c:pt>
                <c:pt idx="2532">
                  <c:v>242.15</c:v>
                </c:pt>
                <c:pt idx="2533">
                  <c:v>235.2</c:v>
                </c:pt>
                <c:pt idx="2534">
                  <c:v>236.2</c:v>
                </c:pt>
                <c:pt idx="2535">
                  <c:v>234.45</c:v>
                </c:pt>
                <c:pt idx="2536">
                  <c:v>239.1</c:v>
                </c:pt>
                <c:pt idx="2537">
                  <c:v>243.45</c:v>
                </c:pt>
                <c:pt idx="2538">
                  <c:v>243</c:v>
                </c:pt>
                <c:pt idx="2539">
                  <c:v>238.75</c:v>
                </c:pt>
                <c:pt idx="2540">
                  <c:v>236.05</c:v>
                </c:pt>
                <c:pt idx="2541">
                  <c:v>239.75</c:v>
                </c:pt>
                <c:pt idx="2542">
                  <c:v>228.8</c:v>
                </c:pt>
                <c:pt idx="2543">
                  <c:v>219.4</c:v>
                </c:pt>
                <c:pt idx="2544">
                  <c:v>225.55</c:v>
                </c:pt>
                <c:pt idx="2545">
                  <c:v>226.7</c:v>
                </c:pt>
                <c:pt idx="2546">
                  <c:v>223.9</c:v>
                </c:pt>
                <c:pt idx="2547">
                  <c:v>224.85</c:v>
                </c:pt>
                <c:pt idx="2548">
                  <c:v>228.95</c:v>
                </c:pt>
                <c:pt idx="2549">
                  <c:v>228.25</c:v>
                </c:pt>
                <c:pt idx="2550">
                  <c:v>228.5</c:v>
                </c:pt>
                <c:pt idx="2551">
                  <c:v>232</c:v>
                </c:pt>
                <c:pt idx="2552">
                  <c:v>238.5</c:v>
                </c:pt>
                <c:pt idx="2553">
                  <c:v>239.7</c:v>
                </c:pt>
                <c:pt idx="2554">
                  <c:v>241.85</c:v>
                </c:pt>
                <c:pt idx="2555">
                  <c:v>239.55</c:v>
                </c:pt>
                <c:pt idx="2556">
                  <c:v>230.4</c:v>
                </c:pt>
                <c:pt idx="2557">
                  <c:v>229.1</c:v>
                </c:pt>
                <c:pt idx="2558">
                  <c:v>229.9</c:v>
                </c:pt>
                <c:pt idx="2559">
                  <c:v>225</c:v>
                </c:pt>
                <c:pt idx="2560">
                  <c:v>222.7</c:v>
                </c:pt>
                <c:pt idx="2561">
                  <c:v>221.35</c:v>
                </c:pt>
                <c:pt idx="2562">
                  <c:v>224.5</c:v>
                </c:pt>
                <c:pt idx="2563">
                  <c:v>223.55</c:v>
                </c:pt>
                <c:pt idx="2564">
                  <c:v>225.45</c:v>
                </c:pt>
                <c:pt idx="2565">
                  <c:v>227</c:v>
                </c:pt>
                <c:pt idx="2566">
                  <c:v>224.75</c:v>
                </c:pt>
                <c:pt idx="2567">
                  <c:v>227.8</c:v>
                </c:pt>
                <c:pt idx="2568">
                  <c:v>232.85</c:v>
                </c:pt>
                <c:pt idx="2569">
                  <c:v>237.35</c:v>
                </c:pt>
                <c:pt idx="2570">
                  <c:v>239.1</c:v>
                </c:pt>
                <c:pt idx="2571">
                  <c:v>241.5</c:v>
                </c:pt>
                <c:pt idx="2572">
                  <c:v>242.65</c:v>
                </c:pt>
                <c:pt idx="2573">
                  <c:v>241.95</c:v>
                </c:pt>
                <c:pt idx="2574">
                  <c:v>235.6</c:v>
                </c:pt>
                <c:pt idx="2575">
                  <c:v>239.8</c:v>
                </c:pt>
                <c:pt idx="2576">
                  <c:v>233.75</c:v>
                </c:pt>
                <c:pt idx="2577">
                  <c:v>232.35</c:v>
                </c:pt>
                <c:pt idx="2578">
                  <c:v>228.75</c:v>
                </c:pt>
                <c:pt idx="2579">
                  <c:v>232.15</c:v>
                </c:pt>
                <c:pt idx="2580">
                  <c:v>234.6</c:v>
                </c:pt>
                <c:pt idx="2581">
                  <c:v>236.95</c:v>
                </c:pt>
                <c:pt idx="2582">
                  <c:v>236.85</c:v>
                </c:pt>
                <c:pt idx="2583">
                  <c:v>238.5</c:v>
                </c:pt>
                <c:pt idx="2584">
                  <c:v>238.2</c:v>
                </c:pt>
                <c:pt idx="2585">
                  <c:v>233.9</c:v>
                </c:pt>
                <c:pt idx="2586">
                  <c:v>240.05</c:v>
                </c:pt>
                <c:pt idx="2587">
                  <c:v>240.05</c:v>
                </c:pt>
                <c:pt idx="2588">
                  <c:v>233.35</c:v>
                </c:pt>
                <c:pt idx="2589">
                  <c:v>236.95</c:v>
                </c:pt>
                <c:pt idx="2590">
                  <c:v>230.7</c:v>
                </c:pt>
                <c:pt idx="2591">
                  <c:v>231.7</c:v>
                </c:pt>
                <c:pt idx="2592">
                  <c:v>230.55</c:v>
                </c:pt>
                <c:pt idx="2593">
                  <c:v>231.55</c:v>
                </c:pt>
                <c:pt idx="2594">
                  <c:v>233</c:v>
                </c:pt>
                <c:pt idx="2595">
                  <c:v>236.35</c:v>
                </c:pt>
                <c:pt idx="2596">
                  <c:v>237.2</c:v>
                </c:pt>
                <c:pt idx="2597">
                  <c:v>233.8</c:v>
                </c:pt>
                <c:pt idx="2598">
                  <c:v>237.75</c:v>
                </c:pt>
                <c:pt idx="2599">
                  <c:v>247.05</c:v>
                </c:pt>
                <c:pt idx="2600">
                  <c:v>251.7</c:v>
                </c:pt>
                <c:pt idx="2601">
                  <c:v>251.05</c:v>
                </c:pt>
                <c:pt idx="2602">
                  <c:v>251.4</c:v>
                </c:pt>
                <c:pt idx="2603">
                  <c:v>249.55</c:v>
                </c:pt>
                <c:pt idx="2604">
                  <c:v>252</c:v>
                </c:pt>
                <c:pt idx="2605">
                  <c:v>252.75</c:v>
                </c:pt>
                <c:pt idx="2606">
                  <c:v>255.45</c:v>
                </c:pt>
                <c:pt idx="2607">
                  <c:v>260.14999999999998</c:v>
                </c:pt>
                <c:pt idx="2608">
                  <c:v>255.9</c:v>
                </c:pt>
                <c:pt idx="2609">
                  <c:v>253</c:v>
                </c:pt>
                <c:pt idx="2610">
                  <c:v>257.75</c:v>
                </c:pt>
                <c:pt idx="2611">
                  <c:v>258.75</c:v>
                </c:pt>
                <c:pt idx="2612">
                  <c:v>261.75</c:v>
                </c:pt>
                <c:pt idx="2613">
                  <c:v>266.2</c:v>
                </c:pt>
                <c:pt idx="2614">
                  <c:v>270.89999999999998</c:v>
                </c:pt>
                <c:pt idx="2615">
                  <c:v>266.25</c:v>
                </c:pt>
                <c:pt idx="2616">
                  <c:v>266.75</c:v>
                </c:pt>
                <c:pt idx="2617">
                  <c:v>262.64999999999998</c:v>
                </c:pt>
                <c:pt idx="2618">
                  <c:v>267.55</c:v>
                </c:pt>
                <c:pt idx="2619">
                  <c:v>272.5</c:v>
                </c:pt>
                <c:pt idx="2620">
                  <c:v>268.39999999999998</c:v>
                </c:pt>
                <c:pt idx="2621">
                  <c:v>266.14999999999998</c:v>
                </c:pt>
                <c:pt idx="2622">
                  <c:v>267.35000000000002</c:v>
                </c:pt>
                <c:pt idx="2623">
                  <c:v>267.60000000000002</c:v>
                </c:pt>
                <c:pt idx="2624">
                  <c:v>266.45</c:v>
                </c:pt>
                <c:pt idx="2625">
                  <c:v>262.39999999999998</c:v>
                </c:pt>
                <c:pt idx="2626">
                  <c:v>262.14999999999998</c:v>
                </c:pt>
                <c:pt idx="2627">
                  <c:v>259.8</c:v>
                </c:pt>
                <c:pt idx="2628">
                  <c:v>257.60000000000002</c:v>
                </c:pt>
                <c:pt idx="2629">
                  <c:v>263.35000000000002</c:v>
                </c:pt>
                <c:pt idx="2630">
                  <c:v>266.14999999999998</c:v>
                </c:pt>
                <c:pt idx="2631">
                  <c:v>264.60000000000002</c:v>
                </c:pt>
                <c:pt idx="2632">
                  <c:v>262.64999999999998</c:v>
                </c:pt>
                <c:pt idx="2633">
                  <c:v>261.75</c:v>
                </c:pt>
                <c:pt idx="2634">
                  <c:v>262.3</c:v>
                </c:pt>
                <c:pt idx="2635">
                  <c:v>261.95</c:v>
                </c:pt>
                <c:pt idx="2636">
                  <c:v>261.95</c:v>
                </c:pt>
                <c:pt idx="2637">
                  <c:v>260.39999999999998</c:v>
                </c:pt>
                <c:pt idx="2638">
                  <c:v>252.35</c:v>
                </c:pt>
                <c:pt idx="2639">
                  <c:v>256.5</c:v>
                </c:pt>
                <c:pt idx="2640">
                  <c:v>251.45</c:v>
                </c:pt>
                <c:pt idx="2641">
                  <c:v>253.45</c:v>
                </c:pt>
                <c:pt idx="2642">
                  <c:v>253.35</c:v>
                </c:pt>
                <c:pt idx="2643">
                  <c:v>256.64999999999998</c:v>
                </c:pt>
                <c:pt idx="2644">
                  <c:v>255.3</c:v>
                </c:pt>
                <c:pt idx="2645">
                  <c:v>255.05</c:v>
                </c:pt>
                <c:pt idx="2646">
                  <c:v>256.05</c:v>
                </c:pt>
                <c:pt idx="2647">
                  <c:v>260.2</c:v>
                </c:pt>
                <c:pt idx="2648">
                  <c:v>261.25</c:v>
                </c:pt>
                <c:pt idx="2649">
                  <c:v>266</c:v>
                </c:pt>
                <c:pt idx="2650">
                  <c:v>265.8</c:v>
                </c:pt>
                <c:pt idx="2651">
                  <c:v>269.89999999999998</c:v>
                </c:pt>
                <c:pt idx="2652">
                  <c:v>265.64999999999998</c:v>
                </c:pt>
                <c:pt idx="2653">
                  <c:v>269.25</c:v>
                </c:pt>
                <c:pt idx="2654">
                  <c:v>274.05</c:v>
                </c:pt>
                <c:pt idx="2655">
                  <c:v>268.89999999999998</c:v>
                </c:pt>
                <c:pt idx="2656">
                  <c:v>268.85000000000002</c:v>
                </c:pt>
                <c:pt idx="2657">
                  <c:v>269.64999999999998</c:v>
                </c:pt>
                <c:pt idx="2658">
                  <c:v>268</c:v>
                </c:pt>
                <c:pt idx="2659">
                  <c:v>265.64999999999998</c:v>
                </c:pt>
                <c:pt idx="2660">
                  <c:v>263.95</c:v>
                </c:pt>
                <c:pt idx="2661">
                  <c:v>263.64999999999998</c:v>
                </c:pt>
                <c:pt idx="2662">
                  <c:v>264.5</c:v>
                </c:pt>
                <c:pt idx="2663">
                  <c:v>266.55</c:v>
                </c:pt>
                <c:pt idx="2664">
                  <c:v>269.89999999999998</c:v>
                </c:pt>
                <c:pt idx="2665">
                  <c:v>272.89999999999998</c:v>
                </c:pt>
                <c:pt idx="2666">
                  <c:v>271.64999999999998</c:v>
                </c:pt>
                <c:pt idx="2667">
                  <c:v>270.64999999999998</c:v>
                </c:pt>
                <c:pt idx="2668">
                  <c:v>274.25</c:v>
                </c:pt>
                <c:pt idx="2669">
                  <c:v>279.05</c:v>
                </c:pt>
                <c:pt idx="2670">
                  <c:v>279.14999999999998</c:v>
                </c:pt>
                <c:pt idx="2671">
                  <c:v>278.14999999999998</c:v>
                </c:pt>
                <c:pt idx="2672">
                  <c:v>278.05</c:v>
                </c:pt>
                <c:pt idx="2673">
                  <c:v>278.10000000000002</c:v>
                </c:pt>
                <c:pt idx="2674">
                  <c:v>281.8</c:v>
                </c:pt>
                <c:pt idx="2675">
                  <c:v>293.2</c:v>
                </c:pt>
                <c:pt idx="2676">
                  <c:v>294.95</c:v>
                </c:pt>
                <c:pt idx="2677">
                  <c:v>298</c:v>
                </c:pt>
                <c:pt idx="2678">
                  <c:v>303.3</c:v>
                </c:pt>
                <c:pt idx="2679">
                  <c:v>314.95</c:v>
                </c:pt>
                <c:pt idx="2680">
                  <c:v>308.85000000000002</c:v>
                </c:pt>
                <c:pt idx="2681">
                  <c:v>306.2</c:v>
                </c:pt>
                <c:pt idx="2682">
                  <c:v>306</c:v>
                </c:pt>
                <c:pt idx="2683">
                  <c:v>309.05</c:v>
                </c:pt>
                <c:pt idx="2684">
                  <c:v>309.7</c:v>
                </c:pt>
                <c:pt idx="2685">
                  <c:v>308.55</c:v>
                </c:pt>
                <c:pt idx="2686">
                  <c:v>304</c:v>
                </c:pt>
                <c:pt idx="2687">
                  <c:v>301.14999999999998</c:v>
                </c:pt>
                <c:pt idx="2688">
                  <c:v>296.35000000000002</c:v>
                </c:pt>
                <c:pt idx="2689">
                  <c:v>295.8</c:v>
                </c:pt>
                <c:pt idx="2690">
                  <c:v>294.85000000000002</c:v>
                </c:pt>
                <c:pt idx="2691">
                  <c:v>291.8</c:v>
                </c:pt>
                <c:pt idx="2692">
                  <c:v>303.35000000000002</c:v>
                </c:pt>
                <c:pt idx="2693">
                  <c:v>299.14999999999998</c:v>
                </c:pt>
                <c:pt idx="2694">
                  <c:v>298.60000000000002</c:v>
                </c:pt>
                <c:pt idx="2695">
                  <c:v>296.95</c:v>
                </c:pt>
                <c:pt idx="2696">
                  <c:v>297</c:v>
                </c:pt>
                <c:pt idx="2697">
                  <c:v>293.39999999999998</c:v>
                </c:pt>
                <c:pt idx="2698">
                  <c:v>306.45</c:v>
                </c:pt>
                <c:pt idx="2699">
                  <c:v>301.25</c:v>
                </c:pt>
                <c:pt idx="2700">
                  <c:v>306.3</c:v>
                </c:pt>
                <c:pt idx="2701">
                  <c:v>298.25</c:v>
                </c:pt>
                <c:pt idx="2702">
                  <c:v>293</c:v>
                </c:pt>
                <c:pt idx="2703">
                  <c:v>291.3</c:v>
                </c:pt>
                <c:pt idx="2704">
                  <c:v>294.7</c:v>
                </c:pt>
                <c:pt idx="2705">
                  <c:v>294.55</c:v>
                </c:pt>
                <c:pt idx="2706">
                  <c:v>294.60000000000002</c:v>
                </c:pt>
                <c:pt idx="2707">
                  <c:v>296</c:v>
                </c:pt>
                <c:pt idx="2708">
                  <c:v>299.2</c:v>
                </c:pt>
                <c:pt idx="2709">
                  <c:v>302.85000000000002</c:v>
                </c:pt>
                <c:pt idx="2710">
                  <c:v>306.64999999999998</c:v>
                </c:pt>
                <c:pt idx="2711">
                  <c:v>319</c:v>
                </c:pt>
                <c:pt idx="2712">
                  <c:v>314.75</c:v>
                </c:pt>
                <c:pt idx="2713">
                  <c:v>309.2</c:v>
                </c:pt>
                <c:pt idx="2714">
                  <c:v>301.8</c:v>
                </c:pt>
                <c:pt idx="2715">
                  <c:v>303.7</c:v>
                </c:pt>
                <c:pt idx="2716">
                  <c:v>298.45</c:v>
                </c:pt>
                <c:pt idx="2717">
                  <c:v>299.55</c:v>
                </c:pt>
                <c:pt idx="2718">
                  <c:v>299</c:v>
                </c:pt>
                <c:pt idx="2719">
                  <c:v>299.64999999999998</c:v>
                </c:pt>
                <c:pt idx="2720">
                  <c:v>300.3</c:v>
                </c:pt>
                <c:pt idx="2721">
                  <c:v>299.8</c:v>
                </c:pt>
                <c:pt idx="2722">
                  <c:v>297.2</c:v>
                </c:pt>
                <c:pt idx="2723">
                  <c:v>293.10000000000002</c:v>
                </c:pt>
                <c:pt idx="2724">
                  <c:v>297.8</c:v>
                </c:pt>
                <c:pt idx="2725">
                  <c:v>298.25</c:v>
                </c:pt>
                <c:pt idx="2726">
                  <c:v>297.60000000000002</c:v>
                </c:pt>
                <c:pt idx="2727">
                  <c:v>296.95</c:v>
                </c:pt>
                <c:pt idx="2728">
                  <c:v>299.25</c:v>
                </c:pt>
                <c:pt idx="2729">
                  <c:v>300.3</c:v>
                </c:pt>
                <c:pt idx="2730">
                  <c:v>295.75</c:v>
                </c:pt>
                <c:pt idx="2731">
                  <c:v>296.39999999999998</c:v>
                </c:pt>
                <c:pt idx="2732">
                  <c:v>289.10000000000002</c:v>
                </c:pt>
                <c:pt idx="2733">
                  <c:v>296</c:v>
                </c:pt>
                <c:pt idx="2734">
                  <c:v>301</c:v>
                </c:pt>
                <c:pt idx="2735">
                  <c:v>298.25</c:v>
                </c:pt>
                <c:pt idx="2736">
                  <c:v>298.75</c:v>
                </c:pt>
                <c:pt idx="2737">
                  <c:v>294</c:v>
                </c:pt>
                <c:pt idx="2738">
                  <c:v>295.14999999999998</c:v>
                </c:pt>
                <c:pt idx="2739">
                  <c:v>293.75</c:v>
                </c:pt>
                <c:pt idx="2740">
                  <c:v>293.5</c:v>
                </c:pt>
                <c:pt idx="2741">
                  <c:v>291.10000000000002</c:v>
                </c:pt>
                <c:pt idx="2742">
                  <c:v>295</c:v>
                </c:pt>
                <c:pt idx="2743">
                  <c:v>296.25</c:v>
                </c:pt>
                <c:pt idx="2744">
                  <c:v>294.39999999999998</c:v>
                </c:pt>
                <c:pt idx="2745">
                  <c:v>304.7</c:v>
                </c:pt>
                <c:pt idx="2746">
                  <c:v>309.3</c:v>
                </c:pt>
                <c:pt idx="2747">
                  <c:v>312.89999999999998</c:v>
                </c:pt>
                <c:pt idx="2748">
                  <c:v>313.14999999999998</c:v>
                </c:pt>
                <c:pt idx="2749">
                  <c:v>320.89999999999998</c:v>
                </c:pt>
                <c:pt idx="2750">
                  <c:v>325.7</c:v>
                </c:pt>
                <c:pt idx="2751">
                  <c:v>320.75</c:v>
                </c:pt>
                <c:pt idx="2752">
                  <c:v>313.05</c:v>
                </c:pt>
                <c:pt idx="2753">
                  <c:v>309</c:v>
                </c:pt>
                <c:pt idx="2754">
                  <c:v>307.95</c:v>
                </c:pt>
                <c:pt idx="2755">
                  <c:v>304.89999999999998</c:v>
                </c:pt>
                <c:pt idx="2756">
                  <c:v>302.2</c:v>
                </c:pt>
                <c:pt idx="2757">
                  <c:v>302.55</c:v>
                </c:pt>
                <c:pt idx="2758">
                  <c:v>301.64999999999998</c:v>
                </c:pt>
                <c:pt idx="2759">
                  <c:v>301.85000000000002</c:v>
                </c:pt>
                <c:pt idx="2760">
                  <c:v>299.64999999999998</c:v>
                </c:pt>
                <c:pt idx="2761">
                  <c:v>299.89999999999998</c:v>
                </c:pt>
                <c:pt idx="2762">
                  <c:v>298.2</c:v>
                </c:pt>
                <c:pt idx="2763">
                  <c:v>297.95</c:v>
                </c:pt>
                <c:pt idx="2764">
                  <c:v>281.89999999999998</c:v>
                </c:pt>
                <c:pt idx="2765">
                  <c:v>270.7</c:v>
                </c:pt>
                <c:pt idx="2766">
                  <c:v>271.95</c:v>
                </c:pt>
                <c:pt idx="2767">
                  <c:v>271.14999999999998</c:v>
                </c:pt>
                <c:pt idx="2768">
                  <c:v>269.64999999999998</c:v>
                </c:pt>
                <c:pt idx="2769">
                  <c:v>274.60000000000002</c:v>
                </c:pt>
                <c:pt idx="2770">
                  <c:v>278.95</c:v>
                </c:pt>
                <c:pt idx="2771">
                  <c:v>272.95</c:v>
                </c:pt>
                <c:pt idx="2772">
                  <c:v>274.35000000000002</c:v>
                </c:pt>
                <c:pt idx="2773">
                  <c:v>273.35000000000002</c:v>
                </c:pt>
                <c:pt idx="2774">
                  <c:v>276.39999999999998</c:v>
                </c:pt>
                <c:pt idx="2775">
                  <c:v>272.64999999999998</c:v>
                </c:pt>
                <c:pt idx="2776">
                  <c:v>269.14999999999998</c:v>
                </c:pt>
                <c:pt idx="2777">
                  <c:v>273.14999999999998</c:v>
                </c:pt>
                <c:pt idx="2778">
                  <c:v>273.14999999999998</c:v>
                </c:pt>
                <c:pt idx="2779">
                  <c:v>275.89999999999998</c:v>
                </c:pt>
                <c:pt idx="2780">
                  <c:v>273.95</c:v>
                </c:pt>
                <c:pt idx="2781">
                  <c:v>279.39999999999998</c:v>
                </c:pt>
                <c:pt idx="2782">
                  <c:v>280.3</c:v>
                </c:pt>
                <c:pt idx="2783">
                  <c:v>280.3</c:v>
                </c:pt>
                <c:pt idx="2784">
                  <c:v>280.10000000000002</c:v>
                </c:pt>
                <c:pt idx="2785">
                  <c:v>280.10000000000002</c:v>
                </c:pt>
                <c:pt idx="2786">
                  <c:v>280.3</c:v>
                </c:pt>
                <c:pt idx="2787">
                  <c:v>282</c:v>
                </c:pt>
                <c:pt idx="2788">
                  <c:v>287.45</c:v>
                </c:pt>
                <c:pt idx="2789">
                  <c:v>290.8</c:v>
                </c:pt>
                <c:pt idx="2790">
                  <c:v>287.89999999999998</c:v>
                </c:pt>
                <c:pt idx="2791">
                  <c:v>281.35000000000002</c:v>
                </c:pt>
                <c:pt idx="2792">
                  <c:v>281.75</c:v>
                </c:pt>
                <c:pt idx="2793">
                  <c:v>279.7</c:v>
                </c:pt>
                <c:pt idx="2794">
                  <c:v>276.64999999999998</c:v>
                </c:pt>
                <c:pt idx="2795">
                  <c:v>277.35000000000002</c:v>
                </c:pt>
                <c:pt idx="2796">
                  <c:v>278.10000000000002</c:v>
                </c:pt>
                <c:pt idx="2797">
                  <c:v>274.75</c:v>
                </c:pt>
                <c:pt idx="2798">
                  <c:v>271.35000000000002</c:v>
                </c:pt>
                <c:pt idx="2799">
                  <c:v>270.7</c:v>
                </c:pt>
                <c:pt idx="2800">
                  <c:v>269</c:v>
                </c:pt>
                <c:pt idx="2801">
                  <c:v>266.14999999999998</c:v>
                </c:pt>
                <c:pt idx="2802">
                  <c:v>267.7</c:v>
                </c:pt>
                <c:pt idx="2803">
                  <c:v>269.64999999999998</c:v>
                </c:pt>
                <c:pt idx="2804">
                  <c:v>269.10000000000002</c:v>
                </c:pt>
                <c:pt idx="2805">
                  <c:v>271.3</c:v>
                </c:pt>
                <c:pt idx="2806">
                  <c:v>276.7</c:v>
                </c:pt>
                <c:pt idx="2807">
                  <c:v>277.7</c:v>
                </c:pt>
                <c:pt idx="2808">
                  <c:v>278.05</c:v>
                </c:pt>
                <c:pt idx="2809">
                  <c:v>287.10000000000002</c:v>
                </c:pt>
                <c:pt idx="2810">
                  <c:v>283.95</c:v>
                </c:pt>
                <c:pt idx="2811">
                  <c:v>279.64999999999998</c:v>
                </c:pt>
                <c:pt idx="2812">
                  <c:v>275.35000000000002</c:v>
                </c:pt>
                <c:pt idx="2813">
                  <c:v>277.2</c:v>
                </c:pt>
                <c:pt idx="2814">
                  <c:v>276</c:v>
                </c:pt>
                <c:pt idx="2815">
                  <c:v>277.05</c:v>
                </c:pt>
                <c:pt idx="2816">
                  <c:v>273.64999999999998</c:v>
                </c:pt>
                <c:pt idx="2817">
                  <c:v>281.60000000000002</c:v>
                </c:pt>
                <c:pt idx="2818">
                  <c:v>275.05</c:v>
                </c:pt>
                <c:pt idx="2819">
                  <c:v>281.14999999999998</c:v>
                </c:pt>
                <c:pt idx="2820">
                  <c:v>277.05</c:v>
                </c:pt>
                <c:pt idx="2821">
                  <c:v>284.10000000000002</c:v>
                </c:pt>
                <c:pt idx="2822">
                  <c:v>288.75</c:v>
                </c:pt>
                <c:pt idx="2823">
                  <c:v>288.64999999999998</c:v>
                </c:pt>
                <c:pt idx="2824">
                  <c:v>283.60000000000002</c:v>
                </c:pt>
                <c:pt idx="2825">
                  <c:v>283.5</c:v>
                </c:pt>
                <c:pt idx="2826">
                  <c:v>279.3</c:v>
                </c:pt>
                <c:pt idx="2827">
                  <c:v>285.2</c:v>
                </c:pt>
                <c:pt idx="2828">
                  <c:v>281.05</c:v>
                </c:pt>
                <c:pt idx="2829">
                  <c:v>272.64999999999998</c:v>
                </c:pt>
                <c:pt idx="2830">
                  <c:v>275.10000000000002</c:v>
                </c:pt>
                <c:pt idx="2831">
                  <c:v>267.55</c:v>
                </c:pt>
                <c:pt idx="2832">
                  <c:v>275.89999999999998</c:v>
                </c:pt>
                <c:pt idx="2833">
                  <c:v>284.75</c:v>
                </c:pt>
                <c:pt idx="2834">
                  <c:v>297.25</c:v>
                </c:pt>
                <c:pt idx="2835">
                  <c:v>300.2</c:v>
                </c:pt>
                <c:pt idx="2836">
                  <c:v>301.39999999999998</c:v>
                </c:pt>
                <c:pt idx="2837">
                  <c:v>306.64999999999998</c:v>
                </c:pt>
                <c:pt idx="2838">
                  <c:v>304.35000000000002</c:v>
                </c:pt>
                <c:pt idx="2839">
                  <c:v>308.95</c:v>
                </c:pt>
                <c:pt idx="2840">
                  <c:v>309.05</c:v>
                </c:pt>
                <c:pt idx="2841">
                  <c:v>309.60000000000002</c:v>
                </c:pt>
                <c:pt idx="2842">
                  <c:v>310.2</c:v>
                </c:pt>
                <c:pt idx="2843">
                  <c:v>304</c:v>
                </c:pt>
                <c:pt idx="2844">
                  <c:v>302.25</c:v>
                </c:pt>
                <c:pt idx="2845">
                  <c:v>300</c:v>
                </c:pt>
                <c:pt idx="2846">
                  <c:v>308.60000000000002</c:v>
                </c:pt>
                <c:pt idx="2847">
                  <c:v>301.95</c:v>
                </c:pt>
                <c:pt idx="2848">
                  <c:v>302.8</c:v>
                </c:pt>
                <c:pt idx="2849">
                  <c:v>304.55</c:v>
                </c:pt>
                <c:pt idx="2850">
                  <c:v>310.45</c:v>
                </c:pt>
                <c:pt idx="2851">
                  <c:v>320.75</c:v>
                </c:pt>
                <c:pt idx="2852">
                  <c:v>318.55</c:v>
                </c:pt>
                <c:pt idx="2853">
                  <c:v>314.95</c:v>
                </c:pt>
                <c:pt idx="2854">
                  <c:v>308.75</c:v>
                </c:pt>
                <c:pt idx="2855">
                  <c:v>313.39999999999998</c:v>
                </c:pt>
                <c:pt idx="2856">
                  <c:v>312.55</c:v>
                </c:pt>
                <c:pt idx="2857">
                  <c:v>311.45</c:v>
                </c:pt>
                <c:pt idx="2858">
                  <c:v>313.95</c:v>
                </c:pt>
                <c:pt idx="2859">
                  <c:v>315.35000000000002</c:v>
                </c:pt>
                <c:pt idx="2860">
                  <c:v>316.75</c:v>
                </c:pt>
                <c:pt idx="2861">
                  <c:v>320.89999999999998</c:v>
                </c:pt>
                <c:pt idx="2862">
                  <c:v>320.89999999999998</c:v>
                </c:pt>
                <c:pt idx="2863">
                  <c:v>322.55</c:v>
                </c:pt>
                <c:pt idx="2864">
                  <c:v>322.35000000000002</c:v>
                </c:pt>
                <c:pt idx="2865">
                  <c:v>310.75</c:v>
                </c:pt>
                <c:pt idx="2866">
                  <c:v>317.60000000000002</c:v>
                </c:pt>
                <c:pt idx="2867">
                  <c:v>324.35000000000002</c:v>
                </c:pt>
                <c:pt idx="2868">
                  <c:v>323.45</c:v>
                </c:pt>
                <c:pt idx="2869">
                  <c:v>323.60000000000002</c:v>
                </c:pt>
                <c:pt idx="2870">
                  <c:v>332.8</c:v>
                </c:pt>
                <c:pt idx="2871">
                  <c:v>343.65</c:v>
                </c:pt>
                <c:pt idx="2872">
                  <c:v>336.75</c:v>
                </c:pt>
                <c:pt idx="2873">
                  <c:v>336.45</c:v>
                </c:pt>
                <c:pt idx="2874">
                  <c:v>332.8</c:v>
                </c:pt>
                <c:pt idx="2875">
                  <c:v>329.75</c:v>
                </c:pt>
                <c:pt idx="2876">
                  <c:v>335.75</c:v>
                </c:pt>
                <c:pt idx="2877">
                  <c:v>333.45</c:v>
                </c:pt>
                <c:pt idx="2878">
                  <c:v>332</c:v>
                </c:pt>
                <c:pt idx="2879">
                  <c:v>332.95</c:v>
                </c:pt>
                <c:pt idx="2880">
                  <c:v>331.35</c:v>
                </c:pt>
                <c:pt idx="2881">
                  <c:v>332.3</c:v>
                </c:pt>
                <c:pt idx="2882">
                  <c:v>329.75</c:v>
                </c:pt>
                <c:pt idx="2883">
                  <c:v>333.1</c:v>
                </c:pt>
                <c:pt idx="2884">
                  <c:v>330.85</c:v>
                </c:pt>
                <c:pt idx="2885">
                  <c:v>331.85</c:v>
                </c:pt>
                <c:pt idx="2886">
                  <c:v>333.75</c:v>
                </c:pt>
                <c:pt idx="2887">
                  <c:v>333.7</c:v>
                </c:pt>
                <c:pt idx="2888">
                  <c:v>331.2</c:v>
                </c:pt>
                <c:pt idx="2889">
                  <c:v>327.45</c:v>
                </c:pt>
                <c:pt idx="2890">
                  <c:v>326</c:v>
                </c:pt>
                <c:pt idx="2891">
                  <c:v>322.85000000000002</c:v>
                </c:pt>
                <c:pt idx="2892">
                  <c:v>324</c:v>
                </c:pt>
                <c:pt idx="2893">
                  <c:v>322.95</c:v>
                </c:pt>
                <c:pt idx="2894">
                  <c:v>323.75</c:v>
                </c:pt>
                <c:pt idx="2895">
                  <c:v>322</c:v>
                </c:pt>
                <c:pt idx="2896">
                  <c:v>319.2</c:v>
                </c:pt>
                <c:pt idx="2897">
                  <c:v>318.85000000000002</c:v>
                </c:pt>
                <c:pt idx="2898">
                  <c:v>319.7</c:v>
                </c:pt>
                <c:pt idx="2899">
                  <c:v>319.45</c:v>
                </c:pt>
                <c:pt idx="2900">
                  <c:v>316.3</c:v>
                </c:pt>
                <c:pt idx="2901">
                  <c:v>315.55</c:v>
                </c:pt>
                <c:pt idx="2902">
                  <c:v>315.05</c:v>
                </c:pt>
                <c:pt idx="2903">
                  <c:v>310.45</c:v>
                </c:pt>
                <c:pt idx="2904">
                  <c:v>316.39999999999998</c:v>
                </c:pt>
                <c:pt idx="2905">
                  <c:v>316.8</c:v>
                </c:pt>
                <c:pt idx="2906">
                  <c:v>315.7</c:v>
                </c:pt>
                <c:pt idx="2907">
                  <c:v>313.14999999999998</c:v>
                </c:pt>
                <c:pt idx="2908">
                  <c:v>318.14999999999998</c:v>
                </c:pt>
                <c:pt idx="2909">
                  <c:v>319.7</c:v>
                </c:pt>
                <c:pt idx="2910">
                  <c:v>320.3</c:v>
                </c:pt>
                <c:pt idx="2911">
                  <c:v>319.64999999999998</c:v>
                </c:pt>
                <c:pt idx="2912">
                  <c:v>320</c:v>
                </c:pt>
                <c:pt idx="2913">
                  <c:v>320.39999999999998</c:v>
                </c:pt>
                <c:pt idx="2914">
                  <c:v>320</c:v>
                </c:pt>
                <c:pt idx="2915">
                  <c:v>319.85000000000002</c:v>
                </c:pt>
                <c:pt idx="2916">
                  <c:v>320</c:v>
                </c:pt>
                <c:pt idx="2917">
                  <c:v>320.5</c:v>
                </c:pt>
                <c:pt idx="2918">
                  <c:v>324.75</c:v>
                </c:pt>
                <c:pt idx="2919">
                  <c:v>333.15</c:v>
                </c:pt>
                <c:pt idx="2920">
                  <c:v>346</c:v>
                </c:pt>
                <c:pt idx="2921">
                  <c:v>341.35</c:v>
                </c:pt>
                <c:pt idx="2922">
                  <c:v>352.6</c:v>
                </c:pt>
                <c:pt idx="2923">
                  <c:v>349.25</c:v>
                </c:pt>
                <c:pt idx="2924">
                  <c:v>339.35</c:v>
                </c:pt>
                <c:pt idx="2925">
                  <c:v>337.85</c:v>
                </c:pt>
                <c:pt idx="2926">
                  <c:v>343</c:v>
                </c:pt>
                <c:pt idx="2927">
                  <c:v>338.75</c:v>
                </c:pt>
                <c:pt idx="2928">
                  <c:v>331.9</c:v>
                </c:pt>
                <c:pt idx="2929">
                  <c:v>331.15</c:v>
                </c:pt>
                <c:pt idx="2930">
                  <c:v>328.9</c:v>
                </c:pt>
                <c:pt idx="2931">
                  <c:v>338.8</c:v>
                </c:pt>
                <c:pt idx="2932">
                  <c:v>334.75</c:v>
                </c:pt>
                <c:pt idx="2933">
                  <c:v>343.8</c:v>
                </c:pt>
                <c:pt idx="2934">
                  <c:v>340.6</c:v>
                </c:pt>
                <c:pt idx="2935">
                  <c:v>334.15</c:v>
                </c:pt>
                <c:pt idx="2936">
                  <c:v>326.25</c:v>
                </c:pt>
                <c:pt idx="2937">
                  <c:v>321.89999999999998</c:v>
                </c:pt>
                <c:pt idx="2938">
                  <c:v>329.35</c:v>
                </c:pt>
                <c:pt idx="2939">
                  <c:v>331.15</c:v>
                </c:pt>
                <c:pt idx="2940">
                  <c:v>325.8</c:v>
                </c:pt>
                <c:pt idx="2941">
                  <c:v>329.35</c:v>
                </c:pt>
                <c:pt idx="2942">
                  <c:v>326.75</c:v>
                </c:pt>
                <c:pt idx="2943">
                  <c:v>331.45</c:v>
                </c:pt>
                <c:pt idx="2944">
                  <c:v>333.9</c:v>
                </c:pt>
                <c:pt idx="2945">
                  <c:v>329.45</c:v>
                </c:pt>
                <c:pt idx="2946">
                  <c:v>331.45</c:v>
                </c:pt>
                <c:pt idx="2947">
                  <c:v>330.45</c:v>
                </c:pt>
                <c:pt idx="2948">
                  <c:v>326.10000000000002</c:v>
                </c:pt>
                <c:pt idx="2949">
                  <c:v>336.9</c:v>
                </c:pt>
                <c:pt idx="2950">
                  <c:v>341.05</c:v>
                </c:pt>
                <c:pt idx="2951">
                  <c:v>343</c:v>
                </c:pt>
                <c:pt idx="2952">
                  <c:v>351.05</c:v>
                </c:pt>
                <c:pt idx="2953">
                  <c:v>375.8</c:v>
                </c:pt>
                <c:pt idx="2954">
                  <c:v>388.1</c:v>
                </c:pt>
                <c:pt idx="2955">
                  <c:v>390.05</c:v>
                </c:pt>
                <c:pt idx="2956">
                  <c:v>382.25</c:v>
                </c:pt>
                <c:pt idx="2957">
                  <c:v>379.65</c:v>
                </c:pt>
                <c:pt idx="2958">
                  <c:v>380.7</c:v>
                </c:pt>
                <c:pt idx="2959">
                  <c:v>392.9</c:v>
                </c:pt>
                <c:pt idx="2960">
                  <c:v>395.65</c:v>
                </c:pt>
                <c:pt idx="2961">
                  <c:v>399.55</c:v>
                </c:pt>
                <c:pt idx="2962">
                  <c:v>391.35</c:v>
                </c:pt>
                <c:pt idx="2963">
                  <c:v>391.9</c:v>
                </c:pt>
                <c:pt idx="2964">
                  <c:v>390.7</c:v>
                </c:pt>
                <c:pt idx="2965">
                  <c:v>389.85</c:v>
                </c:pt>
                <c:pt idx="2966">
                  <c:v>390.2</c:v>
                </c:pt>
                <c:pt idx="2967">
                  <c:v>384.9</c:v>
                </c:pt>
                <c:pt idx="2968">
                  <c:v>383.65</c:v>
                </c:pt>
                <c:pt idx="2969">
                  <c:v>385</c:v>
                </c:pt>
                <c:pt idx="2970">
                  <c:v>375.8</c:v>
                </c:pt>
                <c:pt idx="2971">
                  <c:v>381.9</c:v>
                </c:pt>
                <c:pt idx="2972">
                  <c:v>388.2</c:v>
                </c:pt>
                <c:pt idx="2973">
                  <c:v>397.15</c:v>
                </c:pt>
                <c:pt idx="2974">
                  <c:v>390.6</c:v>
                </c:pt>
                <c:pt idx="2975">
                  <c:v>394.9</c:v>
                </c:pt>
                <c:pt idx="2976">
                  <c:v>395</c:v>
                </c:pt>
                <c:pt idx="2977">
                  <c:v>396.75</c:v>
                </c:pt>
                <c:pt idx="2978">
                  <c:v>392.95</c:v>
                </c:pt>
                <c:pt idx="2979">
                  <c:v>385.7</c:v>
                </c:pt>
                <c:pt idx="2980">
                  <c:v>383.3</c:v>
                </c:pt>
                <c:pt idx="2981">
                  <c:v>386.05</c:v>
                </c:pt>
                <c:pt idx="2982">
                  <c:v>384.45</c:v>
                </c:pt>
                <c:pt idx="2983">
                  <c:v>395.2</c:v>
                </c:pt>
                <c:pt idx="2984">
                  <c:v>392.8</c:v>
                </c:pt>
                <c:pt idx="2985">
                  <c:v>396.2</c:v>
                </c:pt>
                <c:pt idx="2986">
                  <c:v>396.7</c:v>
                </c:pt>
                <c:pt idx="2987">
                  <c:v>401.5</c:v>
                </c:pt>
                <c:pt idx="2988">
                  <c:v>408.4</c:v>
                </c:pt>
                <c:pt idx="2989">
                  <c:v>411.7</c:v>
                </c:pt>
                <c:pt idx="2990">
                  <c:v>419.2</c:v>
                </c:pt>
                <c:pt idx="2991">
                  <c:v>416.75</c:v>
                </c:pt>
                <c:pt idx="2992">
                  <c:v>411.65</c:v>
                </c:pt>
                <c:pt idx="2993">
                  <c:v>414.3</c:v>
                </c:pt>
                <c:pt idx="2994">
                  <c:v>407.4</c:v>
                </c:pt>
                <c:pt idx="2995">
                  <c:v>402.4</c:v>
                </c:pt>
                <c:pt idx="2996">
                  <c:v>407.95</c:v>
                </c:pt>
                <c:pt idx="2997">
                  <c:v>395.45</c:v>
                </c:pt>
                <c:pt idx="2998">
                  <c:v>393.35</c:v>
                </c:pt>
                <c:pt idx="2999">
                  <c:v>396.8</c:v>
                </c:pt>
                <c:pt idx="3000">
                  <c:v>395.65</c:v>
                </c:pt>
                <c:pt idx="3001">
                  <c:v>393.45</c:v>
                </c:pt>
                <c:pt idx="3002">
                  <c:v>395.45</c:v>
                </c:pt>
                <c:pt idx="3003">
                  <c:v>392.5</c:v>
                </c:pt>
                <c:pt idx="3004">
                  <c:v>394.05</c:v>
                </c:pt>
                <c:pt idx="3005">
                  <c:v>391.65</c:v>
                </c:pt>
                <c:pt idx="3006">
                  <c:v>386.35</c:v>
                </c:pt>
                <c:pt idx="3007">
                  <c:v>397.6</c:v>
                </c:pt>
                <c:pt idx="3008">
                  <c:v>392.25</c:v>
                </c:pt>
                <c:pt idx="3009">
                  <c:v>391.4</c:v>
                </c:pt>
                <c:pt idx="3010">
                  <c:v>391.15</c:v>
                </c:pt>
                <c:pt idx="3011">
                  <c:v>395.65</c:v>
                </c:pt>
                <c:pt idx="3012">
                  <c:v>393.1</c:v>
                </c:pt>
                <c:pt idx="3013">
                  <c:v>393.55</c:v>
                </c:pt>
                <c:pt idx="3014">
                  <c:v>389.95</c:v>
                </c:pt>
                <c:pt idx="3015">
                  <c:v>382.35</c:v>
                </c:pt>
                <c:pt idx="3016">
                  <c:v>378.95</c:v>
                </c:pt>
                <c:pt idx="3017">
                  <c:v>384.75</c:v>
                </c:pt>
                <c:pt idx="3018">
                  <c:v>390.7</c:v>
                </c:pt>
                <c:pt idx="3019">
                  <c:v>401.4</c:v>
                </c:pt>
                <c:pt idx="3020">
                  <c:v>387.05</c:v>
                </c:pt>
                <c:pt idx="3021">
                  <c:v>382.15</c:v>
                </c:pt>
                <c:pt idx="3022">
                  <c:v>388.55</c:v>
                </c:pt>
                <c:pt idx="3023">
                  <c:v>393.35</c:v>
                </c:pt>
                <c:pt idx="3024">
                  <c:v>387.4</c:v>
                </c:pt>
                <c:pt idx="3025">
                  <c:v>391.75</c:v>
                </c:pt>
                <c:pt idx="3026">
                  <c:v>391.85</c:v>
                </c:pt>
                <c:pt idx="3027">
                  <c:v>388.5</c:v>
                </c:pt>
                <c:pt idx="3028">
                  <c:v>384.05</c:v>
                </c:pt>
                <c:pt idx="3029">
                  <c:v>385.1</c:v>
                </c:pt>
                <c:pt idx="3030">
                  <c:v>381.95</c:v>
                </c:pt>
                <c:pt idx="3031">
                  <c:v>378.5</c:v>
                </c:pt>
                <c:pt idx="3032">
                  <c:v>388.2</c:v>
                </c:pt>
                <c:pt idx="3033">
                  <c:v>385.9</c:v>
                </c:pt>
                <c:pt idx="3034">
                  <c:v>380.05</c:v>
                </c:pt>
                <c:pt idx="3035">
                  <c:v>381.25</c:v>
                </c:pt>
                <c:pt idx="3036">
                  <c:v>380.2</c:v>
                </c:pt>
                <c:pt idx="3037">
                  <c:v>380.35</c:v>
                </c:pt>
                <c:pt idx="3038">
                  <c:v>382.85</c:v>
                </c:pt>
                <c:pt idx="3039">
                  <c:v>381.35</c:v>
                </c:pt>
                <c:pt idx="3040">
                  <c:v>382.55</c:v>
                </c:pt>
                <c:pt idx="3041">
                  <c:v>380.2</c:v>
                </c:pt>
                <c:pt idx="3042">
                  <c:v>385</c:v>
                </c:pt>
                <c:pt idx="3043">
                  <c:v>382.25</c:v>
                </c:pt>
                <c:pt idx="3044">
                  <c:v>380.55</c:v>
                </c:pt>
                <c:pt idx="3045">
                  <c:v>381.8</c:v>
                </c:pt>
                <c:pt idx="3046">
                  <c:v>381.55</c:v>
                </c:pt>
                <c:pt idx="3047">
                  <c:v>388.1</c:v>
                </c:pt>
                <c:pt idx="3048">
                  <c:v>390.2</c:v>
                </c:pt>
                <c:pt idx="3049">
                  <c:v>393.85</c:v>
                </c:pt>
                <c:pt idx="3050">
                  <c:v>395.4</c:v>
                </c:pt>
                <c:pt idx="3051">
                  <c:v>403.2</c:v>
                </c:pt>
                <c:pt idx="3052">
                  <c:v>395.85</c:v>
                </c:pt>
                <c:pt idx="3053">
                  <c:v>403.1</c:v>
                </c:pt>
                <c:pt idx="3054">
                  <c:v>403.35</c:v>
                </c:pt>
                <c:pt idx="3055">
                  <c:v>416.05</c:v>
                </c:pt>
                <c:pt idx="3056">
                  <c:v>412.5</c:v>
                </c:pt>
                <c:pt idx="3057">
                  <c:v>408.35</c:v>
                </c:pt>
                <c:pt idx="3058">
                  <c:v>410.05</c:v>
                </c:pt>
                <c:pt idx="3059">
                  <c:v>405.65</c:v>
                </c:pt>
                <c:pt idx="3060">
                  <c:v>403.75</c:v>
                </c:pt>
                <c:pt idx="3061">
                  <c:v>399.2</c:v>
                </c:pt>
                <c:pt idx="3062">
                  <c:v>404.5</c:v>
                </c:pt>
                <c:pt idx="3063">
                  <c:v>414.95</c:v>
                </c:pt>
                <c:pt idx="3064">
                  <c:v>416.6</c:v>
                </c:pt>
                <c:pt idx="3065">
                  <c:v>421.2</c:v>
                </c:pt>
                <c:pt idx="3066">
                  <c:v>425.15</c:v>
                </c:pt>
                <c:pt idx="3067">
                  <c:v>421.25</c:v>
                </c:pt>
                <c:pt idx="3068">
                  <c:v>422.2</c:v>
                </c:pt>
                <c:pt idx="3069">
                  <c:v>422.85</c:v>
                </c:pt>
                <c:pt idx="3070">
                  <c:v>425.5</c:v>
                </c:pt>
                <c:pt idx="3071">
                  <c:v>423</c:v>
                </c:pt>
                <c:pt idx="3072">
                  <c:v>417.1</c:v>
                </c:pt>
                <c:pt idx="3073">
                  <c:v>420.5</c:v>
                </c:pt>
                <c:pt idx="3074">
                  <c:v>419.1</c:v>
                </c:pt>
                <c:pt idx="3075">
                  <c:v>414.7</c:v>
                </c:pt>
                <c:pt idx="3076">
                  <c:v>415.4</c:v>
                </c:pt>
                <c:pt idx="3077">
                  <c:v>417.6</c:v>
                </c:pt>
                <c:pt idx="3078">
                  <c:v>417.6</c:v>
                </c:pt>
                <c:pt idx="3079">
                  <c:v>425</c:v>
                </c:pt>
                <c:pt idx="3080">
                  <c:v>434.75</c:v>
                </c:pt>
                <c:pt idx="3081">
                  <c:v>434.9</c:v>
                </c:pt>
                <c:pt idx="3082">
                  <c:v>429.95</c:v>
                </c:pt>
                <c:pt idx="3083">
                  <c:v>430.85</c:v>
                </c:pt>
                <c:pt idx="3084">
                  <c:v>432.55</c:v>
                </c:pt>
                <c:pt idx="3085">
                  <c:v>433.25</c:v>
                </c:pt>
                <c:pt idx="3086">
                  <c:v>432.05</c:v>
                </c:pt>
                <c:pt idx="3087">
                  <c:v>433.85</c:v>
                </c:pt>
                <c:pt idx="3088">
                  <c:v>432.45</c:v>
                </c:pt>
                <c:pt idx="3089">
                  <c:v>427.75</c:v>
                </c:pt>
                <c:pt idx="3090">
                  <c:v>429.95</c:v>
                </c:pt>
                <c:pt idx="3091">
                  <c:v>432.05</c:v>
                </c:pt>
                <c:pt idx="3092">
                  <c:v>426.2</c:v>
                </c:pt>
                <c:pt idx="3093">
                  <c:v>423.85</c:v>
                </c:pt>
                <c:pt idx="3094">
                  <c:v>427</c:v>
                </c:pt>
                <c:pt idx="3095">
                  <c:v>424.7</c:v>
                </c:pt>
                <c:pt idx="3096">
                  <c:v>420.85</c:v>
                </c:pt>
                <c:pt idx="3097">
                  <c:v>417.45</c:v>
                </c:pt>
                <c:pt idx="3098">
                  <c:v>416.25</c:v>
                </c:pt>
                <c:pt idx="3099">
                  <c:v>422.45</c:v>
                </c:pt>
                <c:pt idx="3100">
                  <c:v>428</c:v>
                </c:pt>
                <c:pt idx="3101">
                  <c:v>419.5</c:v>
                </c:pt>
                <c:pt idx="3102">
                  <c:v>412.4</c:v>
                </c:pt>
                <c:pt idx="3103">
                  <c:v>407.3</c:v>
                </c:pt>
                <c:pt idx="3104">
                  <c:v>420.05</c:v>
                </c:pt>
                <c:pt idx="3105">
                  <c:v>423.75</c:v>
                </c:pt>
                <c:pt idx="3106">
                  <c:v>429.3</c:v>
                </c:pt>
                <c:pt idx="3107">
                  <c:v>436.15</c:v>
                </c:pt>
                <c:pt idx="3108">
                  <c:v>432.55</c:v>
                </c:pt>
                <c:pt idx="3109">
                  <c:v>447.55</c:v>
                </c:pt>
                <c:pt idx="3110">
                  <c:v>440.8</c:v>
                </c:pt>
                <c:pt idx="3111">
                  <c:v>449.45</c:v>
                </c:pt>
                <c:pt idx="3112">
                  <c:v>446.45</c:v>
                </c:pt>
                <c:pt idx="3113">
                  <c:v>449.2</c:v>
                </c:pt>
                <c:pt idx="3114">
                  <c:v>455.6</c:v>
                </c:pt>
                <c:pt idx="3115">
                  <c:v>460.15</c:v>
                </c:pt>
                <c:pt idx="3116">
                  <c:v>460.3</c:v>
                </c:pt>
                <c:pt idx="3117">
                  <c:v>460.05</c:v>
                </c:pt>
                <c:pt idx="3118">
                  <c:v>450.7</c:v>
                </c:pt>
                <c:pt idx="3119">
                  <c:v>452.45</c:v>
                </c:pt>
                <c:pt idx="3120">
                  <c:v>451.65</c:v>
                </c:pt>
                <c:pt idx="3121">
                  <c:v>454.5</c:v>
                </c:pt>
                <c:pt idx="3122">
                  <c:v>446.6</c:v>
                </c:pt>
                <c:pt idx="3123">
                  <c:v>441.35</c:v>
                </c:pt>
                <c:pt idx="3124">
                  <c:v>437.95</c:v>
                </c:pt>
                <c:pt idx="3125">
                  <c:v>440.85</c:v>
                </c:pt>
                <c:pt idx="3126">
                  <c:v>446.05</c:v>
                </c:pt>
                <c:pt idx="3127">
                  <c:v>443.95</c:v>
                </c:pt>
                <c:pt idx="3128">
                  <c:v>446.4</c:v>
                </c:pt>
                <c:pt idx="3129">
                  <c:v>441.4</c:v>
                </c:pt>
                <c:pt idx="3130">
                  <c:v>442.95</c:v>
                </c:pt>
                <c:pt idx="3131">
                  <c:v>441.1</c:v>
                </c:pt>
                <c:pt idx="3132">
                  <c:v>441.15</c:v>
                </c:pt>
                <c:pt idx="3133">
                  <c:v>444.15</c:v>
                </c:pt>
                <c:pt idx="3134">
                  <c:v>446.3</c:v>
                </c:pt>
                <c:pt idx="3135">
                  <c:v>446.65</c:v>
                </c:pt>
                <c:pt idx="3136">
                  <c:v>446.05</c:v>
                </c:pt>
                <c:pt idx="3137">
                  <c:v>442.95</c:v>
                </c:pt>
                <c:pt idx="3138">
                  <c:v>476.2</c:v>
                </c:pt>
                <c:pt idx="3139">
                  <c:v>464.45</c:v>
                </c:pt>
                <c:pt idx="3140">
                  <c:v>461.85</c:v>
                </c:pt>
                <c:pt idx="3141">
                  <c:v>464.6</c:v>
                </c:pt>
                <c:pt idx="3142">
                  <c:v>465.75</c:v>
                </c:pt>
                <c:pt idx="3143">
                  <c:v>467.35</c:v>
                </c:pt>
                <c:pt idx="3144">
                  <c:v>470.15</c:v>
                </c:pt>
                <c:pt idx="3145">
                  <c:v>468.45</c:v>
                </c:pt>
                <c:pt idx="3146">
                  <c:v>466.6</c:v>
                </c:pt>
                <c:pt idx="3147">
                  <c:v>467.35</c:v>
                </c:pt>
                <c:pt idx="3148">
                  <c:v>469.9</c:v>
                </c:pt>
                <c:pt idx="3149">
                  <c:v>477.15</c:v>
                </c:pt>
                <c:pt idx="3150">
                  <c:v>488.25</c:v>
                </c:pt>
                <c:pt idx="3151">
                  <c:v>497.7</c:v>
                </c:pt>
                <c:pt idx="3152">
                  <c:v>490.3</c:v>
                </c:pt>
                <c:pt idx="3153">
                  <c:v>495.9</c:v>
                </c:pt>
                <c:pt idx="3154">
                  <c:v>494.75</c:v>
                </c:pt>
                <c:pt idx="3155">
                  <c:v>503.4</c:v>
                </c:pt>
                <c:pt idx="3156">
                  <c:v>513.6</c:v>
                </c:pt>
                <c:pt idx="3157">
                  <c:v>512.85</c:v>
                </c:pt>
                <c:pt idx="3158">
                  <c:v>520.4</c:v>
                </c:pt>
                <c:pt idx="3159">
                  <c:v>517.95000000000005</c:v>
                </c:pt>
                <c:pt idx="3160">
                  <c:v>521.04999999999995</c:v>
                </c:pt>
                <c:pt idx="3161">
                  <c:v>524.1</c:v>
                </c:pt>
                <c:pt idx="3162">
                  <c:v>522.54999999999995</c:v>
                </c:pt>
                <c:pt idx="3163">
                  <c:v>528.70000000000005</c:v>
                </c:pt>
                <c:pt idx="3164">
                  <c:v>515.1</c:v>
                </c:pt>
                <c:pt idx="3165">
                  <c:v>515.1</c:v>
                </c:pt>
                <c:pt idx="3166">
                  <c:v>521.04999999999995</c:v>
                </c:pt>
                <c:pt idx="3167">
                  <c:v>531.20000000000005</c:v>
                </c:pt>
                <c:pt idx="3168">
                  <c:v>526.45000000000005</c:v>
                </c:pt>
                <c:pt idx="3169">
                  <c:v>538.95000000000005</c:v>
                </c:pt>
                <c:pt idx="3170">
                  <c:v>540.95000000000005</c:v>
                </c:pt>
                <c:pt idx="3171">
                  <c:v>535.15</c:v>
                </c:pt>
                <c:pt idx="3172">
                  <c:v>531.85</c:v>
                </c:pt>
                <c:pt idx="3173">
                  <c:v>541</c:v>
                </c:pt>
                <c:pt idx="3174">
                  <c:v>547.04999999999995</c:v>
                </c:pt>
                <c:pt idx="3175">
                  <c:v>548.04999999999995</c:v>
                </c:pt>
                <c:pt idx="3176">
                  <c:v>531.85</c:v>
                </c:pt>
                <c:pt idx="3177">
                  <c:v>532.4</c:v>
                </c:pt>
                <c:pt idx="3178">
                  <c:v>527.5</c:v>
                </c:pt>
                <c:pt idx="3179">
                  <c:v>529.70000000000005</c:v>
                </c:pt>
                <c:pt idx="3180">
                  <c:v>518.04999999999995</c:v>
                </c:pt>
                <c:pt idx="3181">
                  <c:v>528.4</c:v>
                </c:pt>
                <c:pt idx="3182">
                  <c:v>526.85</c:v>
                </c:pt>
                <c:pt idx="3183">
                  <c:v>537.75</c:v>
                </c:pt>
                <c:pt idx="3184">
                  <c:v>545.85</c:v>
                </c:pt>
                <c:pt idx="3185">
                  <c:v>542.85</c:v>
                </c:pt>
                <c:pt idx="3186">
                  <c:v>555.5</c:v>
                </c:pt>
                <c:pt idx="3187">
                  <c:v>555.5</c:v>
                </c:pt>
                <c:pt idx="3188">
                  <c:v>565.4</c:v>
                </c:pt>
                <c:pt idx="3189">
                  <c:v>560.04999999999995</c:v>
                </c:pt>
                <c:pt idx="3190">
                  <c:v>568.85</c:v>
                </c:pt>
                <c:pt idx="3191">
                  <c:v>563.9</c:v>
                </c:pt>
                <c:pt idx="3192">
                  <c:v>571.35</c:v>
                </c:pt>
                <c:pt idx="3193">
                  <c:v>575.04999999999995</c:v>
                </c:pt>
                <c:pt idx="3194">
                  <c:v>578.54999999999995</c:v>
                </c:pt>
                <c:pt idx="3195">
                  <c:v>574.25</c:v>
                </c:pt>
                <c:pt idx="3196">
                  <c:v>573.04999999999995</c:v>
                </c:pt>
                <c:pt idx="3197">
                  <c:v>575.6</c:v>
                </c:pt>
                <c:pt idx="3198">
                  <c:v>566.54999999999995</c:v>
                </c:pt>
                <c:pt idx="3199">
                  <c:v>569.45000000000005</c:v>
                </c:pt>
                <c:pt idx="3200">
                  <c:v>570.35</c:v>
                </c:pt>
                <c:pt idx="3201">
                  <c:v>563.95000000000005</c:v>
                </c:pt>
                <c:pt idx="3202">
                  <c:v>552.20000000000005</c:v>
                </c:pt>
                <c:pt idx="3203">
                  <c:v>546.04999999999995</c:v>
                </c:pt>
                <c:pt idx="3204">
                  <c:v>550.6</c:v>
                </c:pt>
                <c:pt idx="3205">
                  <c:v>546.6</c:v>
                </c:pt>
                <c:pt idx="3206">
                  <c:v>537.45000000000005</c:v>
                </c:pt>
                <c:pt idx="3207">
                  <c:v>533</c:v>
                </c:pt>
                <c:pt idx="3208">
                  <c:v>533</c:v>
                </c:pt>
                <c:pt idx="3209">
                  <c:v>532.85</c:v>
                </c:pt>
                <c:pt idx="3210">
                  <c:v>534.54999999999995</c:v>
                </c:pt>
                <c:pt idx="3211">
                  <c:v>533.35</c:v>
                </c:pt>
                <c:pt idx="3212">
                  <c:v>529.15</c:v>
                </c:pt>
                <c:pt idx="3213">
                  <c:v>529.79999999999995</c:v>
                </c:pt>
                <c:pt idx="3214">
                  <c:v>529</c:v>
                </c:pt>
                <c:pt idx="3215">
                  <c:v>533.79999999999995</c:v>
                </c:pt>
                <c:pt idx="3216">
                  <c:v>521</c:v>
                </c:pt>
                <c:pt idx="3217">
                  <c:v>516.65</c:v>
                </c:pt>
                <c:pt idx="3218">
                  <c:v>520.20000000000005</c:v>
                </c:pt>
                <c:pt idx="3219">
                  <c:v>524.6</c:v>
                </c:pt>
                <c:pt idx="3220">
                  <c:v>524.35</c:v>
                </c:pt>
                <c:pt idx="3221">
                  <c:v>530.20000000000005</c:v>
                </c:pt>
                <c:pt idx="3222">
                  <c:v>537.4</c:v>
                </c:pt>
                <c:pt idx="3223">
                  <c:v>541.65</c:v>
                </c:pt>
                <c:pt idx="3224">
                  <c:v>548.15</c:v>
                </c:pt>
                <c:pt idx="3225">
                  <c:v>538.1</c:v>
                </c:pt>
                <c:pt idx="3226">
                  <c:v>536.5</c:v>
                </c:pt>
                <c:pt idx="3227">
                  <c:v>533.70000000000005</c:v>
                </c:pt>
                <c:pt idx="3228">
                  <c:v>531.75</c:v>
                </c:pt>
                <c:pt idx="3229">
                  <c:v>535.25</c:v>
                </c:pt>
                <c:pt idx="3230">
                  <c:v>530.65</c:v>
                </c:pt>
                <c:pt idx="3231">
                  <c:v>534.85</c:v>
                </c:pt>
                <c:pt idx="3232">
                  <c:v>544.9</c:v>
                </c:pt>
                <c:pt idx="3233">
                  <c:v>529.75</c:v>
                </c:pt>
                <c:pt idx="3234">
                  <c:v>519.75</c:v>
                </c:pt>
                <c:pt idx="3235">
                  <c:v>516.65</c:v>
                </c:pt>
                <c:pt idx="3236">
                  <c:v>522.75</c:v>
                </c:pt>
                <c:pt idx="3237">
                  <c:v>524.75</c:v>
                </c:pt>
                <c:pt idx="3238">
                  <c:v>522.95000000000005</c:v>
                </c:pt>
                <c:pt idx="3239">
                  <c:v>532.70000000000005</c:v>
                </c:pt>
                <c:pt idx="3240">
                  <c:v>527.15</c:v>
                </c:pt>
                <c:pt idx="3241">
                  <c:v>531.70000000000005</c:v>
                </c:pt>
                <c:pt idx="3242">
                  <c:v>523.4</c:v>
                </c:pt>
                <c:pt idx="3243">
                  <c:v>518.20000000000005</c:v>
                </c:pt>
                <c:pt idx="3244">
                  <c:v>522.1</c:v>
                </c:pt>
                <c:pt idx="3245">
                  <c:v>524.85</c:v>
                </c:pt>
                <c:pt idx="3246">
                  <c:v>530.6</c:v>
                </c:pt>
                <c:pt idx="3247">
                  <c:v>530.5</c:v>
                </c:pt>
                <c:pt idx="3248">
                  <c:v>532.35</c:v>
                </c:pt>
                <c:pt idx="3249">
                  <c:v>534.70000000000005</c:v>
                </c:pt>
                <c:pt idx="3250">
                  <c:v>525.4</c:v>
                </c:pt>
                <c:pt idx="3251">
                  <c:v>525.5</c:v>
                </c:pt>
                <c:pt idx="3252">
                  <c:v>519.29999999999995</c:v>
                </c:pt>
                <c:pt idx="3253">
                  <c:v>516.6</c:v>
                </c:pt>
                <c:pt idx="3254">
                  <c:v>498.1</c:v>
                </c:pt>
                <c:pt idx="3255">
                  <c:v>505.3</c:v>
                </c:pt>
                <c:pt idx="3256">
                  <c:v>503.7</c:v>
                </c:pt>
                <c:pt idx="3257">
                  <c:v>500.15</c:v>
                </c:pt>
                <c:pt idx="3258">
                  <c:v>500.55</c:v>
                </c:pt>
                <c:pt idx="3259">
                  <c:v>490.4</c:v>
                </c:pt>
                <c:pt idx="3260">
                  <c:v>497.25</c:v>
                </c:pt>
                <c:pt idx="3261">
                  <c:v>480.9</c:v>
                </c:pt>
                <c:pt idx="3262">
                  <c:v>460.05</c:v>
                </c:pt>
                <c:pt idx="3263">
                  <c:v>468.8</c:v>
                </c:pt>
                <c:pt idx="3264">
                  <c:v>476.5</c:v>
                </c:pt>
                <c:pt idx="3265">
                  <c:v>470.35</c:v>
                </c:pt>
                <c:pt idx="3266">
                  <c:v>468.55</c:v>
                </c:pt>
                <c:pt idx="3267">
                  <c:v>477.45</c:v>
                </c:pt>
                <c:pt idx="3268">
                  <c:v>473.95</c:v>
                </c:pt>
                <c:pt idx="3269">
                  <c:v>464.85</c:v>
                </c:pt>
                <c:pt idx="3270">
                  <c:v>467.1</c:v>
                </c:pt>
                <c:pt idx="3271">
                  <c:v>461.5</c:v>
                </c:pt>
                <c:pt idx="3272">
                  <c:v>454.25</c:v>
                </c:pt>
                <c:pt idx="3273">
                  <c:v>456</c:v>
                </c:pt>
                <c:pt idx="3274">
                  <c:v>452.7</c:v>
                </c:pt>
                <c:pt idx="3275">
                  <c:v>460.55</c:v>
                </c:pt>
                <c:pt idx="3276">
                  <c:v>460</c:v>
                </c:pt>
                <c:pt idx="3277">
                  <c:v>455.75</c:v>
                </c:pt>
                <c:pt idx="3278">
                  <c:v>464.55</c:v>
                </c:pt>
                <c:pt idx="3279">
                  <c:v>462.1</c:v>
                </c:pt>
                <c:pt idx="3280">
                  <c:v>470.2</c:v>
                </c:pt>
                <c:pt idx="3281">
                  <c:v>476.6</c:v>
                </c:pt>
                <c:pt idx="3282">
                  <c:v>477.15</c:v>
                </c:pt>
                <c:pt idx="3283">
                  <c:v>468.25</c:v>
                </c:pt>
                <c:pt idx="3284">
                  <c:v>455.4</c:v>
                </c:pt>
                <c:pt idx="3285">
                  <c:v>451.7</c:v>
                </c:pt>
                <c:pt idx="3286">
                  <c:v>452.1</c:v>
                </c:pt>
                <c:pt idx="3287">
                  <c:v>453.25</c:v>
                </c:pt>
                <c:pt idx="3288">
                  <c:v>443.05</c:v>
                </c:pt>
                <c:pt idx="3289">
                  <c:v>452.8</c:v>
                </c:pt>
                <c:pt idx="3290">
                  <c:v>440.95</c:v>
                </c:pt>
                <c:pt idx="3291">
                  <c:v>449.9</c:v>
                </c:pt>
                <c:pt idx="3292">
                  <c:v>440.5</c:v>
                </c:pt>
                <c:pt idx="3293">
                  <c:v>433.2</c:v>
                </c:pt>
                <c:pt idx="3294">
                  <c:v>437.8</c:v>
                </c:pt>
                <c:pt idx="3295">
                  <c:v>439.05</c:v>
                </c:pt>
                <c:pt idx="3296">
                  <c:v>444.45</c:v>
                </c:pt>
                <c:pt idx="3297">
                  <c:v>446.75</c:v>
                </c:pt>
                <c:pt idx="3298">
                  <c:v>456.05</c:v>
                </c:pt>
                <c:pt idx="3299">
                  <c:v>458.6</c:v>
                </c:pt>
                <c:pt idx="3300">
                  <c:v>463.45</c:v>
                </c:pt>
                <c:pt idx="3301">
                  <c:v>453.5</c:v>
                </c:pt>
                <c:pt idx="3302">
                  <c:v>468.65</c:v>
                </c:pt>
                <c:pt idx="3303">
                  <c:v>460.8</c:v>
                </c:pt>
                <c:pt idx="3304">
                  <c:v>459.1</c:v>
                </c:pt>
                <c:pt idx="3305">
                  <c:v>461.3</c:v>
                </c:pt>
                <c:pt idx="3306">
                  <c:v>472.7</c:v>
                </c:pt>
                <c:pt idx="3307">
                  <c:v>466.95</c:v>
                </c:pt>
                <c:pt idx="3308">
                  <c:v>471.35</c:v>
                </c:pt>
                <c:pt idx="3309">
                  <c:v>470.9</c:v>
                </c:pt>
                <c:pt idx="3310">
                  <c:v>462.8</c:v>
                </c:pt>
                <c:pt idx="3311">
                  <c:v>470.05</c:v>
                </c:pt>
                <c:pt idx="3312">
                  <c:v>471.7</c:v>
                </c:pt>
                <c:pt idx="3313">
                  <c:v>477.95</c:v>
                </c:pt>
                <c:pt idx="3314">
                  <c:v>472.15</c:v>
                </c:pt>
                <c:pt idx="3315">
                  <c:v>467.95</c:v>
                </c:pt>
                <c:pt idx="3316">
                  <c:v>471.65</c:v>
                </c:pt>
                <c:pt idx="3317">
                  <c:v>479.05</c:v>
                </c:pt>
                <c:pt idx="3318">
                  <c:v>475</c:v>
                </c:pt>
                <c:pt idx="3319">
                  <c:v>485.8</c:v>
                </c:pt>
                <c:pt idx="3320">
                  <c:v>483.05</c:v>
                </c:pt>
                <c:pt idx="3321">
                  <c:v>483.2</c:v>
                </c:pt>
                <c:pt idx="3322">
                  <c:v>482.9</c:v>
                </c:pt>
                <c:pt idx="3323">
                  <c:v>479.35</c:v>
                </c:pt>
                <c:pt idx="3324">
                  <c:v>478.65</c:v>
                </c:pt>
                <c:pt idx="3325">
                  <c:v>465.05</c:v>
                </c:pt>
                <c:pt idx="3326">
                  <c:v>497.35</c:v>
                </c:pt>
                <c:pt idx="3327">
                  <c:v>583.79999999999995</c:v>
                </c:pt>
                <c:pt idx="3328">
                  <c:v>571.85</c:v>
                </c:pt>
                <c:pt idx="3329">
                  <c:v>572.4</c:v>
                </c:pt>
                <c:pt idx="3330">
                  <c:v>573.15</c:v>
                </c:pt>
                <c:pt idx="3331">
                  <c:v>579.35</c:v>
                </c:pt>
                <c:pt idx="3332">
                  <c:v>587</c:v>
                </c:pt>
                <c:pt idx="3333">
                  <c:v>584.85</c:v>
                </c:pt>
                <c:pt idx="3334">
                  <c:v>585</c:v>
                </c:pt>
                <c:pt idx="3335">
                  <c:v>586.1</c:v>
                </c:pt>
                <c:pt idx="3336">
                  <c:v>582.20000000000005</c:v>
                </c:pt>
                <c:pt idx="3337">
                  <c:v>583.85</c:v>
                </c:pt>
                <c:pt idx="3338">
                  <c:v>585.5</c:v>
                </c:pt>
                <c:pt idx="3339">
                  <c:v>582.75</c:v>
                </c:pt>
                <c:pt idx="3340">
                  <c:v>586</c:v>
                </c:pt>
                <c:pt idx="3341">
                  <c:v>586.4</c:v>
                </c:pt>
                <c:pt idx="3342">
                  <c:v>585.79999999999995</c:v>
                </c:pt>
                <c:pt idx="3343">
                  <c:v>585.1</c:v>
                </c:pt>
                <c:pt idx="3344">
                  <c:v>585.25</c:v>
                </c:pt>
                <c:pt idx="3345">
                  <c:v>586.15</c:v>
                </c:pt>
                <c:pt idx="3346">
                  <c:v>591.6</c:v>
                </c:pt>
                <c:pt idx="3347">
                  <c:v>591.35</c:v>
                </c:pt>
                <c:pt idx="3348">
                  <c:v>594.15</c:v>
                </c:pt>
                <c:pt idx="3349">
                  <c:v>595.54999999999995</c:v>
                </c:pt>
                <c:pt idx="3350">
                  <c:v>592.5</c:v>
                </c:pt>
                <c:pt idx="3351">
                  <c:v>592.1</c:v>
                </c:pt>
                <c:pt idx="3352">
                  <c:v>590.70000000000005</c:v>
                </c:pt>
                <c:pt idx="3353">
                  <c:v>590.29999999999995</c:v>
                </c:pt>
                <c:pt idx="3354">
                  <c:v>590.85</c:v>
                </c:pt>
                <c:pt idx="3355">
                  <c:v>591.15</c:v>
                </c:pt>
                <c:pt idx="3356">
                  <c:v>592.70000000000005</c:v>
                </c:pt>
                <c:pt idx="3357">
                  <c:v>593.5</c:v>
                </c:pt>
                <c:pt idx="3358">
                  <c:v>593.65</c:v>
                </c:pt>
                <c:pt idx="3359">
                  <c:v>594.70000000000005</c:v>
                </c:pt>
                <c:pt idx="3360">
                  <c:v>593.6</c:v>
                </c:pt>
                <c:pt idx="3361">
                  <c:v>595.9</c:v>
                </c:pt>
                <c:pt idx="3362">
                  <c:v>595.65</c:v>
                </c:pt>
                <c:pt idx="3363">
                  <c:v>594.75</c:v>
                </c:pt>
                <c:pt idx="3364">
                  <c:v>593.29999999999995</c:v>
                </c:pt>
                <c:pt idx="3365">
                  <c:v>590.65</c:v>
                </c:pt>
                <c:pt idx="3366">
                  <c:v>583.95000000000005</c:v>
                </c:pt>
                <c:pt idx="3367">
                  <c:v>587.75</c:v>
                </c:pt>
                <c:pt idx="3368">
                  <c:v>588.35</c:v>
                </c:pt>
                <c:pt idx="3369">
                  <c:v>588.95000000000005</c:v>
                </c:pt>
                <c:pt idx="3370">
                  <c:v>585.15</c:v>
                </c:pt>
                <c:pt idx="3371">
                  <c:v>587.4</c:v>
                </c:pt>
                <c:pt idx="3372">
                  <c:v>587.85</c:v>
                </c:pt>
                <c:pt idx="3373">
                  <c:v>587.85</c:v>
                </c:pt>
                <c:pt idx="3374">
                  <c:v>601.4</c:v>
                </c:pt>
                <c:pt idx="3375">
                  <c:v>609.35</c:v>
                </c:pt>
                <c:pt idx="3376">
                  <c:v>609.70000000000005</c:v>
                </c:pt>
                <c:pt idx="3377">
                  <c:v>604.95000000000005</c:v>
                </c:pt>
                <c:pt idx="3378">
                  <c:v>594.95000000000005</c:v>
                </c:pt>
                <c:pt idx="3379">
                  <c:v>601.04999999999995</c:v>
                </c:pt>
                <c:pt idx="3380">
                  <c:v>601.6</c:v>
                </c:pt>
                <c:pt idx="3381">
                  <c:v>614.20000000000005</c:v>
                </c:pt>
                <c:pt idx="3382">
                  <c:v>623.1</c:v>
                </c:pt>
                <c:pt idx="3383">
                  <c:v>685.05</c:v>
                </c:pt>
                <c:pt idx="3384">
                  <c:v>688.05</c:v>
                </c:pt>
                <c:pt idx="3385">
                  <c:v>686.1</c:v>
                </c:pt>
                <c:pt idx="3386">
                  <c:v>697.15</c:v>
                </c:pt>
                <c:pt idx="3387">
                  <c:v>718.8</c:v>
                </c:pt>
                <c:pt idx="3388">
                  <c:v>709.45</c:v>
                </c:pt>
                <c:pt idx="3389">
                  <c:v>687.95</c:v>
                </c:pt>
                <c:pt idx="3390">
                  <c:v>663.7</c:v>
                </c:pt>
                <c:pt idx="3391">
                  <c:v>638.54999999999995</c:v>
                </c:pt>
                <c:pt idx="3392">
                  <c:v>627</c:v>
                </c:pt>
                <c:pt idx="3393">
                  <c:v>612.54999999999995</c:v>
                </c:pt>
                <c:pt idx="3394">
                  <c:v>635.20000000000005</c:v>
                </c:pt>
                <c:pt idx="3395">
                  <c:v>615.95000000000005</c:v>
                </c:pt>
                <c:pt idx="3396">
                  <c:v>618.79999999999995</c:v>
                </c:pt>
                <c:pt idx="3397">
                  <c:v>608.35</c:v>
                </c:pt>
                <c:pt idx="3398">
                  <c:v>603.20000000000005</c:v>
                </c:pt>
                <c:pt idx="3399">
                  <c:v>600</c:v>
                </c:pt>
                <c:pt idx="3400">
                  <c:v>615.65</c:v>
                </c:pt>
                <c:pt idx="3401">
                  <c:v>621.6</c:v>
                </c:pt>
                <c:pt idx="3402">
                  <c:v>616.6</c:v>
                </c:pt>
                <c:pt idx="3403">
                  <c:v>599</c:v>
                </c:pt>
                <c:pt idx="3404">
                  <c:v>589.29999999999995</c:v>
                </c:pt>
                <c:pt idx="3405">
                  <c:v>590.6</c:v>
                </c:pt>
                <c:pt idx="3406">
                  <c:v>589.4</c:v>
                </c:pt>
                <c:pt idx="3407">
                  <c:v>592.65</c:v>
                </c:pt>
                <c:pt idx="3408">
                  <c:v>601.35</c:v>
                </c:pt>
                <c:pt idx="3409">
                  <c:v>608.5</c:v>
                </c:pt>
                <c:pt idx="3410">
                  <c:v>595.54999999999995</c:v>
                </c:pt>
                <c:pt idx="3411">
                  <c:v>594.54999999999995</c:v>
                </c:pt>
                <c:pt idx="3412">
                  <c:v>607</c:v>
                </c:pt>
                <c:pt idx="3413">
                  <c:v>631.45000000000005</c:v>
                </c:pt>
                <c:pt idx="3414">
                  <c:v>641.29999999999995</c:v>
                </c:pt>
                <c:pt idx="3415">
                  <c:v>613.35</c:v>
                </c:pt>
                <c:pt idx="3416">
                  <c:v>616.5</c:v>
                </c:pt>
                <c:pt idx="3417">
                  <c:v>628</c:v>
                </c:pt>
                <c:pt idx="3418">
                  <c:v>617.6</c:v>
                </c:pt>
                <c:pt idx="3419">
                  <c:v>653.5</c:v>
                </c:pt>
                <c:pt idx="3420">
                  <c:v>643.6</c:v>
                </c:pt>
                <c:pt idx="3421">
                  <c:v>626.29999999999995</c:v>
                </c:pt>
                <c:pt idx="3422">
                  <c:v>621.75</c:v>
                </c:pt>
                <c:pt idx="3423">
                  <c:v>620.1</c:v>
                </c:pt>
                <c:pt idx="3424">
                  <c:v>628.65</c:v>
                </c:pt>
                <c:pt idx="3425">
                  <c:v>642.20000000000005</c:v>
                </c:pt>
                <c:pt idx="3426">
                  <c:v>677.6</c:v>
                </c:pt>
                <c:pt idx="3427">
                  <c:v>651.04999999999995</c:v>
                </c:pt>
                <c:pt idx="3428">
                  <c:v>642.6</c:v>
                </c:pt>
                <c:pt idx="3429">
                  <c:v>643.1</c:v>
                </c:pt>
                <c:pt idx="3430">
                  <c:v>633.6</c:v>
                </c:pt>
                <c:pt idx="3431">
                  <c:v>628.9</c:v>
                </c:pt>
                <c:pt idx="3432">
                  <c:v>621</c:v>
                </c:pt>
                <c:pt idx="3433">
                  <c:v>627.45000000000005</c:v>
                </c:pt>
                <c:pt idx="3434">
                  <c:v>619.20000000000005</c:v>
                </c:pt>
                <c:pt idx="3435">
                  <c:v>609.65</c:v>
                </c:pt>
                <c:pt idx="3436">
                  <c:v>606.75</c:v>
                </c:pt>
                <c:pt idx="3437">
                  <c:v>611.1</c:v>
                </c:pt>
                <c:pt idx="3438">
                  <c:v>609.65</c:v>
                </c:pt>
                <c:pt idx="3439">
                  <c:v>610.20000000000005</c:v>
                </c:pt>
                <c:pt idx="3440">
                  <c:v>601.35</c:v>
                </c:pt>
                <c:pt idx="3441">
                  <c:v>603.9</c:v>
                </c:pt>
                <c:pt idx="3442">
                  <c:v>596.4</c:v>
                </c:pt>
                <c:pt idx="3443">
                  <c:v>602.70000000000005</c:v>
                </c:pt>
                <c:pt idx="3444">
                  <c:v>605</c:v>
                </c:pt>
                <c:pt idx="3445">
                  <c:v>606.1</c:v>
                </c:pt>
                <c:pt idx="3446">
                  <c:v>609</c:v>
                </c:pt>
                <c:pt idx="3447">
                  <c:v>608.95000000000005</c:v>
                </c:pt>
                <c:pt idx="3448">
                  <c:v>614.65</c:v>
                </c:pt>
                <c:pt idx="3449">
                  <c:v>609.5</c:v>
                </c:pt>
                <c:pt idx="3450">
                  <c:v>593.95000000000005</c:v>
                </c:pt>
                <c:pt idx="3451">
                  <c:v>589.25</c:v>
                </c:pt>
                <c:pt idx="3452">
                  <c:v>604.65</c:v>
                </c:pt>
                <c:pt idx="3453">
                  <c:v>613.65</c:v>
                </c:pt>
                <c:pt idx="3454">
                  <c:v>609.85</c:v>
                </c:pt>
                <c:pt idx="3455">
                  <c:v>608.9</c:v>
                </c:pt>
                <c:pt idx="3456">
                  <c:v>607.85</c:v>
                </c:pt>
                <c:pt idx="3457">
                  <c:v>595.95000000000005</c:v>
                </c:pt>
                <c:pt idx="3458">
                  <c:v>588.1</c:v>
                </c:pt>
                <c:pt idx="3459">
                  <c:v>589.95000000000005</c:v>
                </c:pt>
                <c:pt idx="3460">
                  <c:v>585.15</c:v>
                </c:pt>
                <c:pt idx="3461">
                  <c:v>575.04999999999995</c:v>
                </c:pt>
                <c:pt idx="3462">
                  <c:v>574.45000000000005</c:v>
                </c:pt>
                <c:pt idx="3463">
                  <c:v>582.75</c:v>
                </c:pt>
                <c:pt idx="3464">
                  <c:v>580.25</c:v>
                </c:pt>
                <c:pt idx="3465">
                  <c:v>596.65</c:v>
                </c:pt>
                <c:pt idx="3466">
                  <c:v>592.25</c:v>
                </c:pt>
                <c:pt idx="3467">
                  <c:v>581.5</c:v>
                </c:pt>
                <c:pt idx="3468">
                  <c:v>574.20000000000005</c:v>
                </c:pt>
                <c:pt idx="3469">
                  <c:v>571.6</c:v>
                </c:pt>
                <c:pt idx="3470">
                  <c:v>581</c:v>
                </c:pt>
                <c:pt idx="3471">
                  <c:v>588.70000000000005</c:v>
                </c:pt>
                <c:pt idx="3472">
                  <c:v>583.75</c:v>
                </c:pt>
                <c:pt idx="3473">
                  <c:v>589.75</c:v>
                </c:pt>
                <c:pt idx="3474">
                  <c:v>594.75</c:v>
                </c:pt>
                <c:pt idx="3475">
                  <c:v>582.1</c:v>
                </c:pt>
                <c:pt idx="3476">
                  <c:v>579</c:v>
                </c:pt>
                <c:pt idx="3477">
                  <c:v>572</c:v>
                </c:pt>
                <c:pt idx="3478">
                  <c:v>565.35</c:v>
                </c:pt>
                <c:pt idx="3479">
                  <c:v>559.65</c:v>
                </c:pt>
                <c:pt idx="3480">
                  <c:v>559.75</c:v>
                </c:pt>
                <c:pt idx="3481">
                  <c:v>563.20000000000005</c:v>
                </c:pt>
                <c:pt idx="3482">
                  <c:v>565.45000000000005</c:v>
                </c:pt>
                <c:pt idx="3483">
                  <c:v>562.75</c:v>
                </c:pt>
                <c:pt idx="3484">
                  <c:v>560.85</c:v>
                </c:pt>
                <c:pt idx="3485">
                  <c:v>557.20000000000005</c:v>
                </c:pt>
                <c:pt idx="3486">
                  <c:v>556.85</c:v>
                </c:pt>
                <c:pt idx="3487">
                  <c:v>558.04999999999995</c:v>
                </c:pt>
                <c:pt idx="3488">
                  <c:v>554.95000000000005</c:v>
                </c:pt>
                <c:pt idx="3489">
                  <c:v>568.70000000000005</c:v>
                </c:pt>
                <c:pt idx="3490">
                  <c:v>565.20000000000005</c:v>
                </c:pt>
                <c:pt idx="3491">
                  <c:v>565.1</c:v>
                </c:pt>
                <c:pt idx="3492">
                  <c:v>563.6</c:v>
                </c:pt>
                <c:pt idx="3493">
                  <c:v>568.75</c:v>
                </c:pt>
                <c:pt idx="3494">
                  <c:v>573.35</c:v>
                </c:pt>
                <c:pt idx="3495">
                  <c:v>570.65</c:v>
                </c:pt>
                <c:pt idx="3496">
                  <c:v>572.35</c:v>
                </c:pt>
                <c:pt idx="3497">
                  <c:v>562.4</c:v>
                </c:pt>
                <c:pt idx="3498">
                  <c:v>565</c:v>
                </c:pt>
                <c:pt idx="3499">
                  <c:v>563.5</c:v>
                </c:pt>
                <c:pt idx="3500">
                  <c:v>558.95000000000005</c:v>
                </c:pt>
                <c:pt idx="3501">
                  <c:v>559.15</c:v>
                </c:pt>
                <c:pt idx="3502">
                  <c:v>554.15</c:v>
                </c:pt>
                <c:pt idx="3503">
                  <c:v>549.79999999999995</c:v>
                </c:pt>
                <c:pt idx="3504">
                  <c:v>545.70000000000005</c:v>
                </c:pt>
                <c:pt idx="3505">
                  <c:v>538.4</c:v>
                </c:pt>
                <c:pt idx="3506">
                  <c:v>545.20000000000005</c:v>
                </c:pt>
                <c:pt idx="3507">
                  <c:v>552.1</c:v>
                </c:pt>
                <c:pt idx="3508">
                  <c:v>558.9</c:v>
                </c:pt>
                <c:pt idx="3509">
                  <c:v>555.1</c:v>
                </c:pt>
                <c:pt idx="3510">
                  <c:v>559.79999999999995</c:v>
                </c:pt>
                <c:pt idx="3511">
                  <c:v>566.45000000000005</c:v>
                </c:pt>
                <c:pt idx="3512">
                  <c:v>567.1</c:v>
                </c:pt>
                <c:pt idx="3513">
                  <c:v>565.79999999999995</c:v>
                </c:pt>
                <c:pt idx="3514">
                  <c:v>575.25</c:v>
                </c:pt>
                <c:pt idx="3515">
                  <c:v>569.70000000000005</c:v>
                </c:pt>
                <c:pt idx="3516">
                  <c:v>569.6</c:v>
                </c:pt>
                <c:pt idx="3517">
                  <c:v>570.4</c:v>
                </c:pt>
                <c:pt idx="3518">
                  <c:v>570.1</c:v>
                </c:pt>
                <c:pt idx="3519">
                  <c:v>569.75</c:v>
                </c:pt>
                <c:pt idx="3520">
                  <c:v>570.25</c:v>
                </c:pt>
                <c:pt idx="3521">
                  <c:v>570</c:v>
                </c:pt>
                <c:pt idx="3522">
                  <c:v>586.54999999999995</c:v>
                </c:pt>
                <c:pt idx="3523">
                  <c:v>577.65</c:v>
                </c:pt>
                <c:pt idx="3524">
                  <c:v>564</c:v>
                </c:pt>
                <c:pt idx="3525">
                  <c:v>562.45000000000005</c:v>
                </c:pt>
                <c:pt idx="3526">
                  <c:v>569.45000000000005</c:v>
                </c:pt>
                <c:pt idx="3527">
                  <c:v>557.25</c:v>
                </c:pt>
                <c:pt idx="3528">
                  <c:v>560.25</c:v>
                </c:pt>
                <c:pt idx="3529">
                  <c:v>560.25</c:v>
                </c:pt>
                <c:pt idx="3530">
                  <c:v>562.25</c:v>
                </c:pt>
                <c:pt idx="3531">
                  <c:v>558.70000000000005</c:v>
                </c:pt>
                <c:pt idx="3532">
                  <c:v>554.04999999999995</c:v>
                </c:pt>
                <c:pt idx="3533">
                  <c:v>555.35</c:v>
                </c:pt>
                <c:pt idx="3534">
                  <c:v>554.9</c:v>
                </c:pt>
                <c:pt idx="3535">
                  <c:v>554.45000000000005</c:v>
                </c:pt>
                <c:pt idx="3536">
                  <c:v>554.75</c:v>
                </c:pt>
                <c:pt idx="3537">
                  <c:v>549.25</c:v>
                </c:pt>
                <c:pt idx="3538">
                  <c:v>543.20000000000005</c:v>
                </c:pt>
                <c:pt idx="3539">
                  <c:v>554.9</c:v>
                </c:pt>
                <c:pt idx="3540">
                  <c:v>551.20000000000005</c:v>
                </c:pt>
                <c:pt idx="3541">
                  <c:v>549.04999999999995</c:v>
                </c:pt>
                <c:pt idx="3542">
                  <c:v>550.4</c:v>
                </c:pt>
                <c:pt idx="3543">
                  <c:v>557.20000000000005</c:v>
                </c:pt>
                <c:pt idx="3544">
                  <c:v>560.35</c:v>
                </c:pt>
                <c:pt idx="3545">
                  <c:v>560.25</c:v>
                </c:pt>
                <c:pt idx="3546">
                  <c:v>561.85</c:v>
                </c:pt>
                <c:pt idx="3547">
                  <c:v>553.65</c:v>
                </c:pt>
                <c:pt idx="3548">
                  <c:v>556.04999999999995</c:v>
                </c:pt>
                <c:pt idx="3549">
                  <c:v>561.6</c:v>
                </c:pt>
                <c:pt idx="3550">
                  <c:v>572.54999999999995</c:v>
                </c:pt>
                <c:pt idx="3551">
                  <c:v>571.70000000000005</c:v>
                </c:pt>
                <c:pt idx="3552">
                  <c:v>573.9</c:v>
                </c:pt>
                <c:pt idx="3553">
                  <c:v>582.35</c:v>
                </c:pt>
                <c:pt idx="3554">
                  <c:v>592.75</c:v>
                </c:pt>
                <c:pt idx="3555">
                  <c:v>591.54999999999995</c:v>
                </c:pt>
                <c:pt idx="3556">
                  <c:v>599.79999999999995</c:v>
                </c:pt>
                <c:pt idx="3557">
                  <c:v>599.79999999999995</c:v>
                </c:pt>
                <c:pt idx="3558">
                  <c:v>605.54999999999995</c:v>
                </c:pt>
                <c:pt idx="3559">
                  <c:v>601.75</c:v>
                </c:pt>
                <c:pt idx="3560">
                  <c:v>594.6</c:v>
                </c:pt>
                <c:pt idx="3561">
                  <c:v>606.29999999999995</c:v>
                </c:pt>
                <c:pt idx="3562">
                  <c:v>605.29999999999995</c:v>
                </c:pt>
                <c:pt idx="3563">
                  <c:v>604.79999999999995</c:v>
                </c:pt>
                <c:pt idx="3564">
                  <c:v>609.1</c:v>
                </c:pt>
                <c:pt idx="3565">
                  <c:v>617.9</c:v>
                </c:pt>
                <c:pt idx="3566">
                  <c:v>609.4</c:v>
                </c:pt>
                <c:pt idx="3567">
                  <c:v>612.15</c:v>
                </c:pt>
                <c:pt idx="3568">
                  <c:v>607.54999999999995</c:v>
                </c:pt>
                <c:pt idx="3569">
                  <c:v>609.45000000000005</c:v>
                </c:pt>
                <c:pt idx="3570">
                  <c:v>599.1</c:v>
                </c:pt>
                <c:pt idx="3571">
                  <c:v>596.45000000000005</c:v>
                </c:pt>
                <c:pt idx="3572">
                  <c:v>595.5</c:v>
                </c:pt>
                <c:pt idx="3573">
                  <c:v>580.9</c:v>
                </c:pt>
                <c:pt idx="3574">
                  <c:v>581</c:v>
                </c:pt>
                <c:pt idx="3575">
                  <c:v>562.45000000000005</c:v>
                </c:pt>
                <c:pt idx="3576">
                  <c:v>567.5</c:v>
                </c:pt>
                <c:pt idx="3577">
                  <c:v>562.15</c:v>
                </c:pt>
                <c:pt idx="3578">
                  <c:v>557.15</c:v>
                </c:pt>
                <c:pt idx="3579">
                  <c:v>553.70000000000005</c:v>
                </c:pt>
                <c:pt idx="3580">
                  <c:v>553.15</c:v>
                </c:pt>
                <c:pt idx="3581">
                  <c:v>552.29999999999995</c:v>
                </c:pt>
                <c:pt idx="3582">
                  <c:v>556.29999999999995</c:v>
                </c:pt>
                <c:pt idx="3583">
                  <c:v>571.5</c:v>
                </c:pt>
                <c:pt idx="3584">
                  <c:v>577.6</c:v>
                </c:pt>
                <c:pt idx="3585">
                  <c:v>577.5</c:v>
                </c:pt>
                <c:pt idx="3586">
                  <c:v>588.95000000000005</c:v>
                </c:pt>
                <c:pt idx="3587">
                  <c:v>580.70000000000005</c:v>
                </c:pt>
                <c:pt idx="3588">
                  <c:v>555.79999999999995</c:v>
                </c:pt>
                <c:pt idx="3589">
                  <c:v>562.6</c:v>
                </c:pt>
                <c:pt idx="3590">
                  <c:v>561.35</c:v>
                </c:pt>
                <c:pt idx="3591">
                  <c:v>562.9</c:v>
                </c:pt>
                <c:pt idx="3592">
                  <c:v>561.5</c:v>
                </c:pt>
                <c:pt idx="3593">
                  <c:v>559.85</c:v>
                </c:pt>
                <c:pt idx="3594">
                  <c:v>560.15</c:v>
                </c:pt>
                <c:pt idx="3595">
                  <c:v>561.9</c:v>
                </c:pt>
                <c:pt idx="3596">
                  <c:v>556.45000000000005</c:v>
                </c:pt>
                <c:pt idx="3597">
                  <c:v>603.35</c:v>
                </c:pt>
                <c:pt idx="3598">
                  <c:v>601</c:v>
                </c:pt>
                <c:pt idx="3599">
                  <c:v>593.45000000000005</c:v>
                </c:pt>
                <c:pt idx="3600">
                  <c:v>604.95000000000005</c:v>
                </c:pt>
                <c:pt idx="3601">
                  <c:v>630.1</c:v>
                </c:pt>
                <c:pt idx="3602">
                  <c:v>639.95000000000005</c:v>
                </c:pt>
                <c:pt idx="3603">
                  <c:v>632.70000000000005</c:v>
                </c:pt>
                <c:pt idx="3604">
                  <c:v>640.25</c:v>
                </c:pt>
                <c:pt idx="3605">
                  <c:v>625.85</c:v>
                </c:pt>
                <c:pt idx="3606">
                  <c:v>630.1</c:v>
                </c:pt>
                <c:pt idx="3607">
                  <c:v>634.95000000000005</c:v>
                </c:pt>
                <c:pt idx="3608">
                  <c:v>634.75</c:v>
                </c:pt>
                <c:pt idx="3609">
                  <c:v>630.35</c:v>
                </c:pt>
                <c:pt idx="3610">
                  <c:v>618.85</c:v>
                </c:pt>
                <c:pt idx="3611">
                  <c:v>625.75</c:v>
                </c:pt>
                <c:pt idx="3612">
                  <c:v>624.29999999999995</c:v>
                </c:pt>
                <c:pt idx="3613">
                  <c:v>617.65</c:v>
                </c:pt>
                <c:pt idx="3614">
                  <c:v>616.25</c:v>
                </c:pt>
                <c:pt idx="3615">
                  <c:v>625.29999999999995</c:v>
                </c:pt>
                <c:pt idx="3616">
                  <c:v>618.65</c:v>
                </c:pt>
                <c:pt idx="3617">
                  <c:v>616.4</c:v>
                </c:pt>
                <c:pt idx="3618">
                  <c:v>620.35</c:v>
                </c:pt>
                <c:pt idx="3619">
                  <c:v>628.85</c:v>
                </c:pt>
                <c:pt idx="3620">
                  <c:v>631.15</c:v>
                </c:pt>
                <c:pt idx="3621">
                  <c:v>624.1</c:v>
                </c:pt>
                <c:pt idx="3622">
                  <c:v>625.15</c:v>
                </c:pt>
                <c:pt idx="3623">
                  <c:v>627.6</c:v>
                </c:pt>
                <c:pt idx="3624">
                  <c:v>627.35</c:v>
                </c:pt>
                <c:pt idx="3625">
                  <c:v>629.85</c:v>
                </c:pt>
                <c:pt idx="3626">
                  <c:v>631.85</c:v>
                </c:pt>
                <c:pt idx="3627">
                  <c:v>641.85</c:v>
                </c:pt>
                <c:pt idx="3628">
                  <c:v>622.95000000000005</c:v>
                </c:pt>
                <c:pt idx="3629">
                  <c:v>618.9</c:v>
                </c:pt>
                <c:pt idx="3630">
                  <c:v>621.29999999999995</c:v>
                </c:pt>
                <c:pt idx="3631">
                  <c:v>626.85</c:v>
                </c:pt>
                <c:pt idx="3632">
                  <c:v>622.5</c:v>
                </c:pt>
                <c:pt idx="3633">
                  <c:v>627.54999999999995</c:v>
                </c:pt>
                <c:pt idx="3634">
                  <c:v>633.6</c:v>
                </c:pt>
                <c:pt idx="3635">
                  <c:v>634.1</c:v>
                </c:pt>
                <c:pt idx="3636">
                  <c:v>642.9</c:v>
                </c:pt>
                <c:pt idx="3637">
                  <c:v>663.75</c:v>
                </c:pt>
                <c:pt idx="3638">
                  <c:v>686.8</c:v>
                </c:pt>
                <c:pt idx="3639">
                  <c:v>694.65</c:v>
                </c:pt>
                <c:pt idx="3640">
                  <c:v>686.6</c:v>
                </c:pt>
                <c:pt idx="3641">
                  <c:v>693.55</c:v>
                </c:pt>
                <c:pt idx="3642">
                  <c:v>699.65</c:v>
                </c:pt>
                <c:pt idx="3643">
                  <c:v>704.85</c:v>
                </c:pt>
                <c:pt idx="3644">
                  <c:v>707.85</c:v>
                </c:pt>
                <c:pt idx="3645">
                  <c:v>701.95</c:v>
                </c:pt>
                <c:pt idx="3646">
                  <c:v>702.05</c:v>
                </c:pt>
                <c:pt idx="3647">
                  <c:v>697.95</c:v>
                </c:pt>
                <c:pt idx="3648">
                  <c:v>700.9</c:v>
                </c:pt>
                <c:pt idx="3649">
                  <c:v>718.7</c:v>
                </c:pt>
                <c:pt idx="3650">
                  <c:v>714.55</c:v>
                </c:pt>
                <c:pt idx="3651">
                  <c:v>724.8</c:v>
                </c:pt>
                <c:pt idx="3652">
                  <c:v>719.55</c:v>
                </c:pt>
                <c:pt idx="3653">
                  <c:v>711.85</c:v>
                </c:pt>
                <c:pt idx="3654">
                  <c:v>710.35</c:v>
                </c:pt>
                <c:pt idx="3655">
                  <c:v>704.2</c:v>
                </c:pt>
                <c:pt idx="3656">
                  <c:v>716.7</c:v>
                </c:pt>
                <c:pt idx="3657">
                  <c:v>727.35</c:v>
                </c:pt>
                <c:pt idx="3658">
                  <c:v>734.85</c:v>
                </c:pt>
                <c:pt idx="3659">
                  <c:v>742.45</c:v>
                </c:pt>
                <c:pt idx="3660">
                  <c:v>740.4</c:v>
                </c:pt>
                <c:pt idx="3661">
                  <c:v>732.7</c:v>
                </c:pt>
                <c:pt idx="3662">
                  <c:v>732.8</c:v>
                </c:pt>
                <c:pt idx="3663">
                  <c:v>737.1</c:v>
                </c:pt>
                <c:pt idx="3664">
                  <c:v>733.75</c:v>
                </c:pt>
                <c:pt idx="3665">
                  <c:v>745.8</c:v>
                </c:pt>
                <c:pt idx="3666">
                  <c:v>751.9</c:v>
                </c:pt>
                <c:pt idx="3667">
                  <c:v>749.1</c:v>
                </c:pt>
                <c:pt idx="3668">
                  <c:v>755.6</c:v>
                </c:pt>
                <c:pt idx="3669">
                  <c:v>757.5</c:v>
                </c:pt>
                <c:pt idx="3670">
                  <c:v>754.85</c:v>
                </c:pt>
                <c:pt idx="3671">
                  <c:v>756</c:v>
                </c:pt>
                <c:pt idx="3672">
                  <c:v>754.65</c:v>
                </c:pt>
                <c:pt idx="3673">
                  <c:v>749.65</c:v>
                </c:pt>
                <c:pt idx="3674">
                  <c:v>737.25</c:v>
                </c:pt>
                <c:pt idx="3675">
                  <c:v>741.7</c:v>
                </c:pt>
                <c:pt idx="3676">
                  <c:v>742.05</c:v>
                </c:pt>
                <c:pt idx="3677">
                  <c:v>764.1</c:v>
                </c:pt>
                <c:pt idx="3678">
                  <c:v>759.35</c:v>
                </c:pt>
                <c:pt idx="3679">
                  <c:v>751.45</c:v>
                </c:pt>
                <c:pt idx="3680">
                  <c:v>746.5</c:v>
                </c:pt>
                <c:pt idx="3681">
                  <c:v>746</c:v>
                </c:pt>
                <c:pt idx="3682">
                  <c:v>736.15</c:v>
                </c:pt>
                <c:pt idx="3683">
                  <c:v>735.8</c:v>
                </c:pt>
                <c:pt idx="3684">
                  <c:v>734.75</c:v>
                </c:pt>
                <c:pt idx="3685">
                  <c:v>739.1</c:v>
                </c:pt>
                <c:pt idx="3686">
                  <c:v>720.35</c:v>
                </c:pt>
                <c:pt idx="3687">
                  <c:v>720.4</c:v>
                </c:pt>
                <c:pt idx="3688">
                  <c:v>731.25</c:v>
                </c:pt>
                <c:pt idx="3689">
                  <c:v>730.6</c:v>
                </c:pt>
                <c:pt idx="3690">
                  <c:v>726.3</c:v>
                </c:pt>
                <c:pt idx="3691">
                  <c:v>736.55</c:v>
                </c:pt>
                <c:pt idx="3692">
                  <c:v>749.75</c:v>
                </c:pt>
                <c:pt idx="3693">
                  <c:v>757.4</c:v>
                </c:pt>
                <c:pt idx="3694">
                  <c:v>758.95</c:v>
                </c:pt>
                <c:pt idx="3695">
                  <c:v>720.45</c:v>
                </c:pt>
                <c:pt idx="3696">
                  <c:v>717.05</c:v>
                </c:pt>
                <c:pt idx="3697">
                  <c:v>723.95</c:v>
                </c:pt>
                <c:pt idx="3698">
                  <c:v>731.6</c:v>
                </c:pt>
                <c:pt idx="3699">
                  <c:v>738.35</c:v>
                </c:pt>
                <c:pt idx="3700">
                  <c:v>739.85</c:v>
                </c:pt>
                <c:pt idx="3701">
                  <c:v>747.75</c:v>
                </c:pt>
                <c:pt idx="3702">
                  <c:v>761.5</c:v>
                </c:pt>
                <c:pt idx="3703">
                  <c:v>771</c:v>
                </c:pt>
                <c:pt idx="3704">
                  <c:v>772.3</c:v>
                </c:pt>
                <c:pt idx="3705">
                  <c:v>770</c:v>
                </c:pt>
                <c:pt idx="3706">
                  <c:v>764.35</c:v>
                </c:pt>
                <c:pt idx="3707">
                  <c:v>756.15</c:v>
                </c:pt>
                <c:pt idx="3708">
                  <c:v>757.2</c:v>
                </c:pt>
                <c:pt idx="3709">
                  <c:v>751.85</c:v>
                </c:pt>
                <c:pt idx="3710">
                  <c:v>760.2</c:v>
                </c:pt>
                <c:pt idx="3711">
                  <c:v>761.25</c:v>
                </c:pt>
                <c:pt idx="3712">
                  <c:v>753</c:v>
                </c:pt>
                <c:pt idx="3713">
                  <c:v>750.1</c:v>
                </c:pt>
                <c:pt idx="3714">
                  <c:v>765.7</c:v>
                </c:pt>
                <c:pt idx="3715">
                  <c:v>769.75</c:v>
                </c:pt>
                <c:pt idx="3716">
                  <c:v>790.05</c:v>
                </c:pt>
                <c:pt idx="3717">
                  <c:v>786.1</c:v>
                </c:pt>
                <c:pt idx="3718">
                  <c:v>808.65</c:v>
                </c:pt>
                <c:pt idx="3719">
                  <c:v>805.8</c:v>
                </c:pt>
                <c:pt idx="3720">
                  <c:v>819</c:v>
                </c:pt>
                <c:pt idx="3721">
                  <c:v>824.65</c:v>
                </c:pt>
                <c:pt idx="3722">
                  <c:v>820.65</c:v>
                </c:pt>
                <c:pt idx="3723">
                  <c:v>820</c:v>
                </c:pt>
                <c:pt idx="3724">
                  <c:v>812.95</c:v>
                </c:pt>
                <c:pt idx="3725">
                  <c:v>797.8</c:v>
                </c:pt>
                <c:pt idx="3726">
                  <c:v>796.05</c:v>
                </c:pt>
                <c:pt idx="3727">
                  <c:v>797.75</c:v>
                </c:pt>
                <c:pt idx="3728">
                  <c:v>790.1</c:v>
                </c:pt>
                <c:pt idx="3729">
                  <c:v>766.65</c:v>
                </c:pt>
                <c:pt idx="3730">
                  <c:v>766.35</c:v>
                </c:pt>
                <c:pt idx="3731">
                  <c:v>765.95</c:v>
                </c:pt>
                <c:pt idx="3732">
                  <c:v>755.15</c:v>
                </c:pt>
                <c:pt idx="3733">
                  <c:v>767.85</c:v>
                </c:pt>
                <c:pt idx="3734">
                  <c:v>766.1</c:v>
                </c:pt>
                <c:pt idx="3735">
                  <c:v>757</c:v>
                </c:pt>
                <c:pt idx="3736">
                  <c:v>750.35</c:v>
                </c:pt>
                <c:pt idx="3737">
                  <c:v>758.85</c:v>
                </c:pt>
                <c:pt idx="3738">
                  <c:v>759.5</c:v>
                </c:pt>
                <c:pt idx="3739">
                  <c:v>760.1</c:v>
                </c:pt>
                <c:pt idx="3740">
                  <c:v>758.45</c:v>
                </c:pt>
                <c:pt idx="3741">
                  <c:v>755.95</c:v>
                </c:pt>
                <c:pt idx="3742">
                  <c:v>760.3</c:v>
                </c:pt>
                <c:pt idx="3743">
                  <c:v>774.7</c:v>
                </c:pt>
                <c:pt idx="3744">
                  <c:v>801.9</c:v>
                </c:pt>
                <c:pt idx="3745">
                  <c:v>817.05</c:v>
                </c:pt>
                <c:pt idx="3746">
                  <c:v>864.6</c:v>
                </c:pt>
                <c:pt idx="3747">
                  <c:v>896.6</c:v>
                </c:pt>
                <c:pt idx="3748">
                  <c:v>884.55</c:v>
                </c:pt>
                <c:pt idx="3749">
                  <c:v>924.05</c:v>
                </c:pt>
                <c:pt idx="3750">
                  <c:v>921.55</c:v>
                </c:pt>
                <c:pt idx="3751">
                  <c:v>941.05</c:v>
                </c:pt>
                <c:pt idx="3752">
                  <c:v>892.55</c:v>
                </c:pt>
                <c:pt idx="3753">
                  <c:v>895.45</c:v>
                </c:pt>
                <c:pt idx="3754">
                  <c:v>941.95</c:v>
                </c:pt>
                <c:pt idx="3755">
                  <c:v>944.65</c:v>
                </c:pt>
                <c:pt idx="3756">
                  <c:v>965.3</c:v>
                </c:pt>
                <c:pt idx="3757">
                  <c:v>941.95</c:v>
                </c:pt>
                <c:pt idx="3758">
                  <c:v>933.85</c:v>
                </c:pt>
                <c:pt idx="3759">
                  <c:v>941.6</c:v>
                </c:pt>
                <c:pt idx="3760">
                  <c:v>932.55</c:v>
                </c:pt>
                <c:pt idx="3761">
                  <c:v>908</c:v>
                </c:pt>
                <c:pt idx="3762">
                  <c:v>910.85</c:v>
                </c:pt>
                <c:pt idx="3763">
                  <c:v>899.9</c:v>
                </c:pt>
                <c:pt idx="3764">
                  <c:v>909.05</c:v>
                </c:pt>
                <c:pt idx="3765">
                  <c:v>905.75</c:v>
                </c:pt>
                <c:pt idx="3766">
                  <c:v>900.15</c:v>
                </c:pt>
                <c:pt idx="3767">
                  <c:v>887.75</c:v>
                </c:pt>
                <c:pt idx="3768">
                  <c:v>900.3</c:v>
                </c:pt>
                <c:pt idx="3769">
                  <c:v>887.8</c:v>
                </c:pt>
                <c:pt idx="3770">
                  <c:v>892.8</c:v>
                </c:pt>
                <c:pt idx="3771">
                  <c:v>907</c:v>
                </c:pt>
                <c:pt idx="3772">
                  <c:v>912.9</c:v>
                </c:pt>
                <c:pt idx="3773">
                  <c:v>908.15</c:v>
                </c:pt>
                <c:pt idx="3774">
                  <c:v>900.25</c:v>
                </c:pt>
                <c:pt idx="3775">
                  <c:v>886.15</c:v>
                </c:pt>
                <c:pt idx="3776">
                  <c:v>913.7</c:v>
                </c:pt>
                <c:pt idx="3777">
                  <c:v>901.9</c:v>
                </c:pt>
                <c:pt idx="3778">
                  <c:v>886.4</c:v>
                </c:pt>
                <c:pt idx="3779">
                  <c:v>887.15</c:v>
                </c:pt>
                <c:pt idx="3780">
                  <c:v>910.1</c:v>
                </c:pt>
                <c:pt idx="3781">
                  <c:v>935.65</c:v>
                </c:pt>
                <c:pt idx="3782">
                  <c:v>929.7</c:v>
                </c:pt>
                <c:pt idx="3783">
                  <c:v>916.1</c:v>
                </c:pt>
                <c:pt idx="3784">
                  <c:v>939.7</c:v>
                </c:pt>
                <c:pt idx="3785">
                  <c:v>976</c:v>
                </c:pt>
                <c:pt idx="3786">
                  <c:v>957.15</c:v>
                </c:pt>
                <c:pt idx="3787">
                  <c:v>968.9</c:v>
                </c:pt>
                <c:pt idx="3788">
                  <c:v>960.55</c:v>
                </c:pt>
                <c:pt idx="3789">
                  <c:v>941.7</c:v>
                </c:pt>
                <c:pt idx="3790">
                  <c:v>931.75</c:v>
                </c:pt>
                <c:pt idx="3791">
                  <c:v>931.8</c:v>
                </c:pt>
                <c:pt idx="3792">
                  <c:v>922.1</c:v>
                </c:pt>
                <c:pt idx="3793">
                  <c:v>922.65</c:v>
                </c:pt>
                <c:pt idx="3794">
                  <c:v>895.75</c:v>
                </c:pt>
                <c:pt idx="3795">
                  <c:v>902.4</c:v>
                </c:pt>
                <c:pt idx="3796">
                  <c:v>887.2</c:v>
                </c:pt>
                <c:pt idx="3797">
                  <c:v>886.4</c:v>
                </c:pt>
                <c:pt idx="3798">
                  <c:v>865.9</c:v>
                </c:pt>
                <c:pt idx="3799">
                  <c:v>851.3</c:v>
                </c:pt>
                <c:pt idx="3800">
                  <c:v>862.05</c:v>
                </c:pt>
                <c:pt idx="3801">
                  <c:v>873.55</c:v>
                </c:pt>
                <c:pt idx="3802">
                  <c:v>883.5</c:v>
                </c:pt>
                <c:pt idx="3803">
                  <c:v>907.95</c:v>
                </c:pt>
                <c:pt idx="3804">
                  <c:v>913.45</c:v>
                </c:pt>
                <c:pt idx="3805">
                  <c:v>912.55</c:v>
                </c:pt>
                <c:pt idx="3806">
                  <c:v>926.45</c:v>
                </c:pt>
                <c:pt idx="3807">
                  <c:v>933.8</c:v>
                </c:pt>
                <c:pt idx="3808">
                  <c:v>949.15</c:v>
                </c:pt>
                <c:pt idx="3809">
                  <c:v>934.7</c:v>
                </c:pt>
                <c:pt idx="3810">
                  <c:v>933.1</c:v>
                </c:pt>
                <c:pt idx="3811">
                  <c:v>937.65</c:v>
                </c:pt>
                <c:pt idx="3812">
                  <c:v>913.45</c:v>
                </c:pt>
                <c:pt idx="3813">
                  <c:v>873.1</c:v>
                </c:pt>
                <c:pt idx="3814">
                  <c:v>907.15</c:v>
                </c:pt>
                <c:pt idx="3815">
                  <c:v>902.65</c:v>
                </c:pt>
                <c:pt idx="3816">
                  <c:v>889.5</c:v>
                </c:pt>
                <c:pt idx="3817">
                  <c:v>866.65</c:v>
                </c:pt>
                <c:pt idx="3818">
                  <c:v>860.6</c:v>
                </c:pt>
                <c:pt idx="3819">
                  <c:v>857.7</c:v>
                </c:pt>
                <c:pt idx="3820">
                  <c:v>850.35</c:v>
                </c:pt>
                <c:pt idx="3821">
                  <c:v>861.75</c:v>
                </c:pt>
                <c:pt idx="3822">
                  <c:v>879.05</c:v>
                </c:pt>
                <c:pt idx="3823">
                  <c:v>858.2</c:v>
                </c:pt>
                <c:pt idx="3824">
                  <c:v>866.25</c:v>
                </c:pt>
                <c:pt idx="3825">
                  <c:v>895.2</c:v>
                </c:pt>
                <c:pt idx="3826">
                  <c:v>864.7</c:v>
                </c:pt>
                <c:pt idx="3827">
                  <c:v>843.95</c:v>
                </c:pt>
                <c:pt idx="3828">
                  <c:v>841.05</c:v>
                </c:pt>
                <c:pt idx="3829">
                  <c:v>846.45</c:v>
                </c:pt>
                <c:pt idx="3830">
                  <c:v>844.8</c:v>
                </c:pt>
                <c:pt idx="3831">
                  <c:v>852.7</c:v>
                </c:pt>
                <c:pt idx="3832">
                  <c:v>844.75</c:v>
                </c:pt>
                <c:pt idx="3833">
                  <c:v>855.6</c:v>
                </c:pt>
                <c:pt idx="3834">
                  <c:v>864.35</c:v>
                </c:pt>
                <c:pt idx="3835">
                  <c:v>863.75</c:v>
                </c:pt>
                <c:pt idx="3836">
                  <c:v>852.45</c:v>
                </c:pt>
                <c:pt idx="3837">
                  <c:v>855.35</c:v>
                </c:pt>
                <c:pt idx="3838">
                  <c:v>857.7</c:v>
                </c:pt>
                <c:pt idx="3839">
                  <c:v>846.2</c:v>
                </c:pt>
                <c:pt idx="3840">
                  <c:v>859.55</c:v>
                </c:pt>
                <c:pt idx="3841">
                  <c:v>880.8</c:v>
                </c:pt>
                <c:pt idx="3842">
                  <c:v>852.75</c:v>
                </c:pt>
                <c:pt idx="3843">
                  <c:v>831.45</c:v>
                </c:pt>
                <c:pt idx="3844">
                  <c:v>822.65</c:v>
                </c:pt>
                <c:pt idx="3845">
                  <c:v>829.1</c:v>
                </c:pt>
                <c:pt idx="3846">
                  <c:v>812.25</c:v>
                </c:pt>
                <c:pt idx="3847">
                  <c:v>819.75</c:v>
                </c:pt>
                <c:pt idx="3848">
                  <c:v>820.45</c:v>
                </c:pt>
                <c:pt idx="3849">
                  <c:v>816.7</c:v>
                </c:pt>
                <c:pt idx="3850">
                  <c:v>814.5</c:v>
                </c:pt>
                <c:pt idx="3851">
                  <c:v>821.75</c:v>
                </c:pt>
                <c:pt idx="3852">
                  <c:v>834.95</c:v>
                </c:pt>
                <c:pt idx="3853">
                  <c:v>862.05</c:v>
                </c:pt>
                <c:pt idx="3854">
                  <c:v>862.6</c:v>
                </c:pt>
                <c:pt idx="3855">
                  <c:v>857.7</c:v>
                </c:pt>
                <c:pt idx="3856">
                  <c:v>873.45</c:v>
                </c:pt>
                <c:pt idx="3857">
                  <c:v>875.7</c:v>
                </c:pt>
                <c:pt idx="3858">
                  <c:v>896.55</c:v>
                </c:pt>
                <c:pt idx="3859">
                  <c:v>883.25</c:v>
                </c:pt>
                <c:pt idx="3860">
                  <c:v>887.95</c:v>
                </c:pt>
                <c:pt idx="3861">
                  <c:v>900.4</c:v>
                </c:pt>
                <c:pt idx="3862">
                  <c:v>916.7</c:v>
                </c:pt>
                <c:pt idx="3863">
                  <c:v>918.3</c:v>
                </c:pt>
                <c:pt idx="3864">
                  <c:v>923.45</c:v>
                </c:pt>
                <c:pt idx="3865">
                  <c:v>924.5</c:v>
                </c:pt>
                <c:pt idx="3866">
                  <c:v>927.45</c:v>
                </c:pt>
                <c:pt idx="3867">
                  <c:v>924.35</c:v>
                </c:pt>
                <c:pt idx="3868">
                  <c:v>927.65</c:v>
                </c:pt>
                <c:pt idx="3869">
                  <c:v>921.55</c:v>
                </c:pt>
                <c:pt idx="3870">
                  <c:v>900.25</c:v>
                </c:pt>
                <c:pt idx="3871">
                  <c:v>910.7</c:v>
                </c:pt>
                <c:pt idx="3872">
                  <c:v>927.3</c:v>
                </c:pt>
                <c:pt idx="3873">
                  <c:v>929</c:v>
                </c:pt>
                <c:pt idx="3874">
                  <c:v>936.85</c:v>
                </c:pt>
                <c:pt idx="3875">
                  <c:v>924.3</c:v>
                </c:pt>
                <c:pt idx="3876">
                  <c:v>913.1</c:v>
                </c:pt>
                <c:pt idx="3877">
                  <c:v>891.3</c:v>
                </c:pt>
                <c:pt idx="3878">
                  <c:v>920.5</c:v>
                </c:pt>
                <c:pt idx="3879">
                  <c:v>904.25</c:v>
                </c:pt>
                <c:pt idx="3880">
                  <c:v>906.8</c:v>
                </c:pt>
                <c:pt idx="3881">
                  <c:v>900.1</c:v>
                </c:pt>
                <c:pt idx="3882">
                  <c:v>904.75</c:v>
                </c:pt>
                <c:pt idx="3883">
                  <c:v>899.2</c:v>
                </c:pt>
                <c:pt idx="3884">
                  <c:v>920.7</c:v>
                </c:pt>
                <c:pt idx="3885">
                  <c:v>921.65</c:v>
                </c:pt>
                <c:pt idx="3886">
                  <c:v>909.7</c:v>
                </c:pt>
                <c:pt idx="3887">
                  <c:v>908.1</c:v>
                </c:pt>
                <c:pt idx="3888">
                  <c:v>908.6</c:v>
                </c:pt>
                <c:pt idx="3889">
                  <c:v>907.75</c:v>
                </c:pt>
                <c:pt idx="3890">
                  <c:v>904.85</c:v>
                </c:pt>
                <c:pt idx="3891">
                  <c:v>906.15</c:v>
                </c:pt>
                <c:pt idx="3892">
                  <c:v>888.2</c:v>
                </c:pt>
                <c:pt idx="3893">
                  <c:v>866.35</c:v>
                </c:pt>
                <c:pt idx="3894">
                  <c:v>866.55</c:v>
                </c:pt>
                <c:pt idx="3895">
                  <c:v>870.55</c:v>
                </c:pt>
                <c:pt idx="3896">
                  <c:v>872.65</c:v>
                </c:pt>
                <c:pt idx="3897">
                  <c:v>872.85</c:v>
                </c:pt>
                <c:pt idx="3898">
                  <c:v>876.2</c:v>
                </c:pt>
                <c:pt idx="3899">
                  <c:v>872.05</c:v>
                </c:pt>
                <c:pt idx="3900">
                  <c:v>884.15</c:v>
                </c:pt>
                <c:pt idx="3901">
                  <c:v>851.15</c:v>
                </c:pt>
                <c:pt idx="3902">
                  <c:v>865.95</c:v>
                </c:pt>
                <c:pt idx="3903">
                  <c:v>855</c:v>
                </c:pt>
                <c:pt idx="3904">
                  <c:v>857.8</c:v>
                </c:pt>
                <c:pt idx="3905">
                  <c:v>854.5</c:v>
                </c:pt>
                <c:pt idx="3906">
                  <c:v>860.9</c:v>
                </c:pt>
                <c:pt idx="3907">
                  <c:v>853.75</c:v>
                </c:pt>
                <c:pt idx="3908">
                  <c:v>830.6</c:v>
                </c:pt>
                <c:pt idx="3909">
                  <c:v>833.75</c:v>
                </c:pt>
                <c:pt idx="3910">
                  <c:v>830</c:v>
                </c:pt>
                <c:pt idx="3911">
                  <c:v>819.85</c:v>
                </c:pt>
                <c:pt idx="3912">
                  <c:v>801.1</c:v>
                </c:pt>
                <c:pt idx="3913">
                  <c:v>803.05</c:v>
                </c:pt>
                <c:pt idx="3914">
                  <c:v>790.15</c:v>
                </c:pt>
                <c:pt idx="3915">
                  <c:v>795.25</c:v>
                </c:pt>
                <c:pt idx="3916">
                  <c:v>794.75</c:v>
                </c:pt>
                <c:pt idx="3917">
                  <c:v>804.65</c:v>
                </c:pt>
                <c:pt idx="3918">
                  <c:v>806.85</c:v>
                </c:pt>
                <c:pt idx="3919">
                  <c:v>797.85</c:v>
                </c:pt>
                <c:pt idx="3920">
                  <c:v>790.7</c:v>
                </c:pt>
                <c:pt idx="3921">
                  <c:v>785.9</c:v>
                </c:pt>
                <c:pt idx="3922">
                  <c:v>785</c:v>
                </c:pt>
                <c:pt idx="3923">
                  <c:v>781.7</c:v>
                </c:pt>
                <c:pt idx="3924">
                  <c:v>790.65</c:v>
                </c:pt>
                <c:pt idx="3925">
                  <c:v>784.35</c:v>
                </c:pt>
                <c:pt idx="3926">
                  <c:v>814.75</c:v>
                </c:pt>
                <c:pt idx="3927">
                  <c:v>816.4</c:v>
                </c:pt>
                <c:pt idx="3928">
                  <c:v>809.8</c:v>
                </c:pt>
                <c:pt idx="3929">
                  <c:v>829.3</c:v>
                </c:pt>
                <c:pt idx="3930">
                  <c:v>823.55</c:v>
                </c:pt>
                <c:pt idx="3931">
                  <c:v>821.9</c:v>
                </c:pt>
                <c:pt idx="3932">
                  <c:v>818</c:v>
                </c:pt>
                <c:pt idx="3933">
                  <c:v>814.85</c:v>
                </c:pt>
                <c:pt idx="3934">
                  <c:v>812.9</c:v>
                </c:pt>
                <c:pt idx="3935">
                  <c:v>797.2</c:v>
                </c:pt>
                <c:pt idx="3936">
                  <c:v>791.55</c:v>
                </c:pt>
                <c:pt idx="3937">
                  <c:v>784.65</c:v>
                </c:pt>
                <c:pt idx="3938">
                  <c:v>793.9</c:v>
                </c:pt>
                <c:pt idx="3939">
                  <c:v>787.1</c:v>
                </c:pt>
                <c:pt idx="3940">
                  <c:v>790.35</c:v>
                </c:pt>
                <c:pt idx="3941">
                  <c:v>800.2</c:v>
                </c:pt>
                <c:pt idx="3942">
                  <c:v>808.6</c:v>
                </c:pt>
                <c:pt idx="3943">
                  <c:v>812.15</c:v>
                </c:pt>
                <c:pt idx="3944">
                  <c:v>818.5</c:v>
                </c:pt>
                <c:pt idx="3945">
                  <c:v>801.45</c:v>
                </c:pt>
                <c:pt idx="3946">
                  <c:v>800.65</c:v>
                </c:pt>
                <c:pt idx="3947">
                  <c:v>802.75</c:v>
                </c:pt>
                <c:pt idx="3948">
                  <c:v>804.45</c:v>
                </c:pt>
                <c:pt idx="3949">
                  <c:v>801</c:v>
                </c:pt>
                <c:pt idx="3950">
                  <c:v>802.65</c:v>
                </c:pt>
                <c:pt idx="3951">
                  <c:v>799.05</c:v>
                </c:pt>
                <c:pt idx="3952">
                  <c:v>802.6</c:v>
                </c:pt>
                <c:pt idx="3953">
                  <c:v>803.55</c:v>
                </c:pt>
                <c:pt idx="3954">
                  <c:v>807.95</c:v>
                </c:pt>
                <c:pt idx="3955">
                  <c:v>796.7</c:v>
                </c:pt>
                <c:pt idx="3956">
                  <c:v>784.1</c:v>
                </c:pt>
                <c:pt idx="3957">
                  <c:v>798.3</c:v>
                </c:pt>
                <c:pt idx="3958">
                  <c:v>793.5</c:v>
                </c:pt>
                <c:pt idx="3959">
                  <c:v>794.6</c:v>
                </c:pt>
                <c:pt idx="3960">
                  <c:v>798.15</c:v>
                </c:pt>
                <c:pt idx="3961">
                  <c:v>791.2</c:v>
                </c:pt>
                <c:pt idx="3962">
                  <c:v>811.95</c:v>
                </c:pt>
                <c:pt idx="3963">
                  <c:v>812.45</c:v>
                </c:pt>
                <c:pt idx="3964">
                  <c:v>816.2</c:v>
                </c:pt>
                <c:pt idx="3965">
                  <c:v>808.45</c:v>
                </c:pt>
                <c:pt idx="3966">
                  <c:v>833.4</c:v>
                </c:pt>
                <c:pt idx="3967">
                  <c:v>829.9</c:v>
                </c:pt>
                <c:pt idx="3968">
                  <c:v>816.6</c:v>
                </c:pt>
                <c:pt idx="3969">
                  <c:v>814.95</c:v>
                </c:pt>
                <c:pt idx="3970">
                  <c:v>833.5</c:v>
                </c:pt>
                <c:pt idx="3971">
                  <c:v>825.75</c:v>
                </c:pt>
                <c:pt idx="3972">
                  <c:v>820.15</c:v>
                </c:pt>
                <c:pt idx="3973">
                  <c:v>815.9</c:v>
                </c:pt>
                <c:pt idx="3974">
                  <c:v>822.1</c:v>
                </c:pt>
                <c:pt idx="3975">
                  <c:v>839</c:v>
                </c:pt>
                <c:pt idx="3976">
                  <c:v>858.6</c:v>
                </c:pt>
                <c:pt idx="3977">
                  <c:v>855.4</c:v>
                </c:pt>
                <c:pt idx="3978">
                  <c:v>864.25</c:v>
                </c:pt>
                <c:pt idx="3979">
                  <c:v>857.05</c:v>
                </c:pt>
                <c:pt idx="3980">
                  <c:v>851.6</c:v>
                </c:pt>
                <c:pt idx="3981">
                  <c:v>851.45</c:v>
                </c:pt>
                <c:pt idx="3982">
                  <c:v>863.25</c:v>
                </c:pt>
                <c:pt idx="3983">
                  <c:v>864.25</c:v>
                </c:pt>
                <c:pt idx="3984">
                  <c:v>865.85</c:v>
                </c:pt>
                <c:pt idx="3985">
                  <c:v>857.9</c:v>
                </c:pt>
                <c:pt idx="3986">
                  <c:v>857.45</c:v>
                </c:pt>
                <c:pt idx="3987">
                  <c:v>862.75</c:v>
                </c:pt>
                <c:pt idx="3988">
                  <c:v>856.55</c:v>
                </c:pt>
                <c:pt idx="3989">
                  <c:v>859</c:v>
                </c:pt>
                <c:pt idx="3990">
                  <c:v>847.95</c:v>
                </c:pt>
                <c:pt idx="3991">
                  <c:v>843.05</c:v>
                </c:pt>
                <c:pt idx="3992">
                  <c:v>820.25</c:v>
                </c:pt>
                <c:pt idx="3993">
                  <c:v>809.85</c:v>
                </c:pt>
                <c:pt idx="3994">
                  <c:v>811.75</c:v>
                </c:pt>
                <c:pt idx="3995">
                  <c:v>819.7</c:v>
                </c:pt>
                <c:pt idx="3996">
                  <c:v>832.75</c:v>
                </c:pt>
                <c:pt idx="3997">
                  <c:v>827.25</c:v>
                </c:pt>
                <c:pt idx="3998">
                  <c:v>804.25</c:v>
                </c:pt>
                <c:pt idx="3999">
                  <c:v>809.95</c:v>
                </c:pt>
                <c:pt idx="4000">
                  <c:v>810.45</c:v>
                </c:pt>
                <c:pt idx="4001">
                  <c:v>795.05</c:v>
                </c:pt>
                <c:pt idx="4002">
                  <c:v>775.6</c:v>
                </c:pt>
                <c:pt idx="4003">
                  <c:v>771.5</c:v>
                </c:pt>
                <c:pt idx="4004">
                  <c:v>783.3</c:v>
                </c:pt>
                <c:pt idx="4005">
                  <c:v>767.9</c:v>
                </c:pt>
                <c:pt idx="4006">
                  <c:v>791.75</c:v>
                </c:pt>
                <c:pt idx="4007">
                  <c:v>816.9</c:v>
                </c:pt>
                <c:pt idx="4008">
                  <c:v>800.95</c:v>
                </c:pt>
                <c:pt idx="4009">
                  <c:v>800.1</c:v>
                </c:pt>
                <c:pt idx="4010">
                  <c:v>821.6</c:v>
                </c:pt>
                <c:pt idx="4011">
                  <c:v>834.8</c:v>
                </c:pt>
                <c:pt idx="4012">
                  <c:v>844.95</c:v>
                </c:pt>
                <c:pt idx="4013">
                  <c:v>828.9</c:v>
                </c:pt>
                <c:pt idx="4014">
                  <c:v>826.35</c:v>
                </c:pt>
                <c:pt idx="4015">
                  <c:v>824.55</c:v>
                </c:pt>
                <c:pt idx="4016">
                  <c:v>802.6</c:v>
                </c:pt>
                <c:pt idx="4017">
                  <c:v>812.6</c:v>
                </c:pt>
                <c:pt idx="4018">
                  <c:v>804.7</c:v>
                </c:pt>
                <c:pt idx="4019">
                  <c:v>803.2</c:v>
                </c:pt>
                <c:pt idx="4020">
                  <c:v>812.55</c:v>
                </c:pt>
                <c:pt idx="4021">
                  <c:v>827.4</c:v>
                </c:pt>
                <c:pt idx="4022">
                  <c:v>827.6</c:v>
                </c:pt>
                <c:pt idx="4023">
                  <c:v>861.65</c:v>
                </c:pt>
                <c:pt idx="4024">
                  <c:v>836.85</c:v>
                </c:pt>
                <c:pt idx="4025">
                  <c:v>836.75</c:v>
                </c:pt>
                <c:pt idx="4026">
                  <c:v>842.8</c:v>
                </c:pt>
                <c:pt idx="4027">
                  <c:v>849.9</c:v>
                </c:pt>
                <c:pt idx="4028">
                  <c:v>830.4</c:v>
                </c:pt>
                <c:pt idx="4029">
                  <c:v>824.15</c:v>
                </c:pt>
                <c:pt idx="4030">
                  <c:v>849.25</c:v>
                </c:pt>
                <c:pt idx="4031">
                  <c:v>848.9</c:v>
                </c:pt>
                <c:pt idx="4032">
                  <c:v>848.75</c:v>
                </c:pt>
                <c:pt idx="4033">
                  <c:v>826.25</c:v>
                </c:pt>
                <c:pt idx="4034">
                  <c:v>839.65</c:v>
                </c:pt>
                <c:pt idx="4035">
                  <c:v>837.55</c:v>
                </c:pt>
                <c:pt idx="4036">
                  <c:v>851.6</c:v>
                </c:pt>
                <c:pt idx="4037">
                  <c:v>857.15</c:v>
                </c:pt>
                <c:pt idx="4038">
                  <c:v>840.8</c:v>
                </c:pt>
                <c:pt idx="4039">
                  <c:v>844.15</c:v>
                </c:pt>
                <c:pt idx="4040">
                  <c:v>849.65</c:v>
                </c:pt>
                <c:pt idx="4041">
                  <c:v>848.35</c:v>
                </c:pt>
                <c:pt idx="4042">
                  <c:v>879.65</c:v>
                </c:pt>
                <c:pt idx="4043">
                  <c:v>870.15</c:v>
                </c:pt>
                <c:pt idx="4044">
                  <c:v>873.6</c:v>
                </c:pt>
                <c:pt idx="4045">
                  <c:v>863.65</c:v>
                </c:pt>
                <c:pt idx="4046">
                  <c:v>861.15</c:v>
                </c:pt>
                <c:pt idx="4047">
                  <c:v>861.65</c:v>
                </c:pt>
                <c:pt idx="4048">
                  <c:v>869.5</c:v>
                </c:pt>
                <c:pt idx="4049">
                  <c:v>867.8</c:v>
                </c:pt>
                <c:pt idx="4050">
                  <c:v>872.2</c:v>
                </c:pt>
                <c:pt idx="4051">
                  <c:v>868.5</c:v>
                </c:pt>
                <c:pt idx="4052">
                  <c:v>871.7</c:v>
                </c:pt>
                <c:pt idx="4053">
                  <c:v>860</c:v>
                </c:pt>
                <c:pt idx="4054">
                  <c:v>850.4</c:v>
                </c:pt>
                <c:pt idx="4055">
                  <c:v>864.3</c:v>
                </c:pt>
                <c:pt idx="4056">
                  <c:v>872.5</c:v>
                </c:pt>
                <c:pt idx="4057">
                  <c:v>897.7</c:v>
                </c:pt>
                <c:pt idx="4058">
                  <c:v>899.15</c:v>
                </c:pt>
                <c:pt idx="4059">
                  <c:v>904.1</c:v>
                </c:pt>
                <c:pt idx="4060">
                  <c:v>904.05</c:v>
                </c:pt>
                <c:pt idx="4061">
                  <c:v>884.2</c:v>
                </c:pt>
                <c:pt idx="4062">
                  <c:v>884.15</c:v>
                </c:pt>
                <c:pt idx="4063">
                  <c:v>885.75</c:v>
                </c:pt>
                <c:pt idx="4064">
                  <c:v>892.2</c:v>
                </c:pt>
                <c:pt idx="4065">
                  <c:v>876.25</c:v>
                </c:pt>
                <c:pt idx="4066">
                  <c:v>867.9</c:v>
                </c:pt>
                <c:pt idx="4067">
                  <c:v>863.95</c:v>
                </c:pt>
                <c:pt idx="4068">
                  <c:v>851</c:v>
                </c:pt>
                <c:pt idx="4069">
                  <c:v>853.4</c:v>
                </c:pt>
                <c:pt idx="4070">
                  <c:v>850.15</c:v>
                </c:pt>
                <c:pt idx="4071">
                  <c:v>853.4</c:v>
                </c:pt>
                <c:pt idx="4072">
                  <c:v>845.5</c:v>
                </c:pt>
                <c:pt idx="4073">
                  <c:v>862.45</c:v>
                </c:pt>
                <c:pt idx="4074">
                  <c:v>862.55</c:v>
                </c:pt>
                <c:pt idx="4075">
                  <c:v>853</c:v>
                </c:pt>
                <c:pt idx="4076">
                  <c:v>831.8</c:v>
                </c:pt>
                <c:pt idx="4077">
                  <c:v>846.25</c:v>
                </c:pt>
                <c:pt idx="4078">
                  <c:v>834.05</c:v>
                </c:pt>
                <c:pt idx="4079">
                  <c:v>825.5</c:v>
                </c:pt>
                <c:pt idx="4080">
                  <c:v>815.1</c:v>
                </c:pt>
                <c:pt idx="4081">
                  <c:v>812.4</c:v>
                </c:pt>
                <c:pt idx="4082">
                  <c:v>819.6</c:v>
                </c:pt>
                <c:pt idx="4083">
                  <c:v>823.1</c:v>
                </c:pt>
                <c:pt idx="4084">
                  <c:v>840.1</c:v>
                </c:pt>
                <c:pt idx="4085">
                  <c:v>850.35</c:v>
                </c:pt>
                <c:pt idx="4086">
                  <c:v>861.2</c:v>
                </c:pt>
                <c:pt idx="4087">
                  <c:v>854.35</c:v>
                </c:pt>
                <c:pt idx="4088">
                  <c:v>848.2</c:v>
                </c:pt>
                <c:pt idx="4089">
                  <c:v>855.15</c:v>
                </c:pt>
                <c:pt idx="4090">
                  <c:v>868.2</c:v>
                </c:pt>
                <c:pt idx="4091">
                  <c:v>884.85</c:v>
                </c:pt>
                <c:pt idx="4092">
                  <c:v>879.35</c:v>
                </c:pt>
                <c:pt idx="4093">
                  <c:v>897.05</c:v>
                </c:pt>
                <c:pt idx="4094">
                  <c:v>897.2</c:v>
                </c:pt>
                <c:pt idx="4095">
                  <c:v>876.45</c:v>
                </c:pt>
                <c:pt idx="4096">
                  <c:v>874.65</c:v>
                </c:pt>
                <c:pt idx="4097">
                  <c:v>874.2</c:v>
                </c:pt>
                <c:pt idx="4098">
                  <c:v>865.7</c:v>
                </c:pt>
                <c:pt idx="4099">
                  <c:v>874.65</c:v>
                </c:pt>
                <c:pt idx="4100">
                  <c:v>879.45</c:v>
                </c:pt>
                <c:pt idx="4101">
                  <c:v>881.35</c:v>
                </c:pt>
                <c:pt idx="4102">
                  <c:v>879.4</c:v>
                </c:pt>
                <c:pt idx="4103">
                  <c:v>870.25</c:v>
                </c:pt>
                <c:pt idx="4104">
                  <c:v>859.25</c:v>
                </c:pt>
                <c:pt idx="4105">
                  <c:v>869.35</c:v>
                </c:pt>
                <c:pt idx="4106">
                  <c:v>859.1</c:v>
                </c:pt>
                <c:pt idx="4107">
                  <c:v>858.85</c:v>
                </c:pt>
                <c:pt idx="4108">
                  <c:v>887.75</c:v>
                </c:pt>
                <c:pt idx="4109">
                  <c:v>883.8</c:v>
                </c:pt>
                <c:pt idx="4110">
                  <c:v>898.55</c:v>
                </c:pt>
                <c:pt idx="4111">
                  <c:v>897.6</c:v>
                </c:pt>
                <c:pt idx="4112">
                  <c:v>893.05</c:v>
                </c:pt>
                <c:pt idx="4113">
                  <c:v>890.2</c:v>
                </c:pt>
                <c:pt idx="4114">
                  <c:v>918.3</c:v>
                </c:pt>
                <c:pt idx="4115">
                  <c:v>920.7</c:v>
                </c:pt>
                <c:pt idx="4116">
                  <c:v>929.4</c:v>
                </c:pt>
                <c:pt idx="4117">
                  <c:v>925.3</c:v>
                </c:pt>
                <c:pt idx="4118">
                  <c:v>927.45</c:v>
                </c:pt>
                <c:pt idx="4119">
                  <c:v>932.95</c:v>
                </c:pt>
                <c:pt idx="4120">
                  <c:v>941.5</c:v>
                </c:pt>
                <c:pt idx="4121">
                  <c:v>921.95</c:v>
                </c:pt>
                <c:pt idx="4122">
                  <c:v>895.15</c:v>
                </c:pt>
                <c:pt idx="4123">
                  <c:v>906.9</c:v>
                </c:pt>
                <c:pt idx="4124">
                  <c:v>910.05</c:v>
                </c:pt>
                <c:pt idx="4125">
                  <c:v>903.2</c:v>
                </c:pt>
                <c:pt idx="4126">
                  <c:v>906.95</c:v>
                </c:pt>
                <c:pt idx="4127">
                  <c:v>902.7</c:v>
                </c:pt>
                <c:pt idx="4128">
                  <c:v>903.85</c:v>
                </c:pt>
                <c:pt idx="4129">
                  <c:v>909.4</c:v>
                </c:pt>
                <c:pt idx="4130">
                  <c:v>922.55</c:v>
                </c:pt>
                <c:pt idx="4131">
                  <c:v>925</c:v>
                </c:pt>
                <c:pt idx="4132">
                  <c:v>927.4</c:v>
                </c:pt>
                <c:pt idx="4133">
                  <c:v>913.8</c:v>
                </c:pt>
                <c:pt idx="4134">
                  <c:v>918.05</c:v>
                </c:pt>
                <c:pt idx="4135">
                  <c:v>925.5</c:v>
                </c:pt>
                <c:pt idx="4136">
                  <c:v>929.5</c:v>
                </c:pt>
                <c:pt idx="4137">
                  <c:v>934.25</c:v>
                </c:pt>
                <c:pt idx="4138">
                  <c:v>924.95</c:v>
                </c:pt>
                <c:pt idx="4139">
                  <c:v>935.65</c:v>
                </c:pt>
                <c:pt idx="4140">
                  <c:v>935</c:v>
                </c:pt>
                <c:pt idx="4141">
                  <c:v>926.2</c:v>
                </c:pt>
                <c:pt idx="4142">
                  <c:v>913.2</c:v>
                </c:pt>
                <c:pt idx="4143">
                  <c:v>906.9</c:v>
                </c:pt>
                <c:pt idx="4144">
                  <c:v>910.65</c:v>
                </c:pt>
                <c:pt idx="4145">
                  <c:v>930.05</c:v>
                </c:pt>
                <c:pt idx="4146">
                  <c:v>921.7</c:v>
                </c:pt>
                <c:pt idx="4147">
                  <c:v>919.4</c:v>
                </c:pt>
                <c:pt idx="4148">
                  <c:v>910.8</c:v>
                </c:pt>
                <c:pt idx="4149">
                  <c:v>904.5</c:v>
                </c:pt>
                <c:pt idx="4150">
                  <c:v>905.2</c:v>
                </c:pt>
                <c:pt idx="4151">
                  <c:v>924.8</c:v>
                </c:pt>
                <c:pt idx="4152">
                  <c:v>917.05</c:v>
                </c:pt>
                <c:pt idx="4153">
                  <c:v>925.8</c:v>
                </c:pt>
                <c:pt idx="4154">
                  <c:v>920.75</c:v>
                </c:pt>
                <c:pt idx="4155">
                  <c:v>937.85</c:v>
                </c:pt>
                <c:pt idx="4156">
                  <c:v>933</c:v>
                </c:pt>
                <c:pt idx="4157">
                  <c:v>951.55</c:v>
                </c:pt>
                <c:pt idx="4158">
                  <c:v>929.95</c:v>
                </c:pt>
                <c:pt idx="4159">
                  <c:v>918.45</c:v>
                </c:pt>
                <c:pt idx="4160">
                  <c:v>908.45</c:v>
                </c:pt>
                <c:pt idx="4161">
                  <c:v>914</c:v>
                </c:pt>
                <c:pt idx="4162">
                  <c:v>911.7</c:v>
                </c:pt>
                <c:pt idx="4163">
                  <c:v>911.95</c:v>
                </c:pt>
                <c:pt idx="4164">
                  <c:v>902.9</c:v>
                </c:pt>
                <c:pt idx="4165">
                  <c:v>913.05</c:v>
                </c:pt>
                <c:pt idx="4166">
                  <c:v>910.15</c:v>
                </c:pt>
                <c:pt idx="4167">
                  <c:v>910.55</c:v>
                </c:pt>
                <c:pt idx="4168">
                  <c:v>892.6</c:v>
                </c:pt>
                <c:pt idx="4169">
                  <c:v>897.3</c:v>
                </c:pt>
                <c:pt idx="4170">
                  <c:v>887.15</c:v>
                </c:pt>
                <c:pt idx="4171">
                  <c:v>878.3</c:v>
                </c:pt>
                <c:pt idx="4172">
                  <c:v>867.85</c:v>
                </c:pt>
                <c:pt idx="4173">
                  <c:v>868.75</c:v>
                </c:pt>
                <c:pt idx="4174">
                  <c:v>860.4</c:v>
                </c:pt>
                <c:pt idx="4175">
                  <c:v>870.95</c:v>
                </c:pt>
                <c:pt idx="4176">
                  <c:v>884.45</c:v>
                </c:pt>
                <c:pt idx="4177">
                  <c:v>877.25</c:v>
                </c:pt>
                <c:pt idx="4178">
                  <c:v>876.15</c:v>
                </c:pt>
                <c:pt idx="4179">
                  <c:v>862.05</c:v>
                </c:pt>
                <c:pt idx="4180">
                  <c:v>842.25</c:v>
                </c:pt>
                <c:pt idx="4181">
                  <c:v>849.25</c:v>
                </c:pt>
                <c:pt idx="4182">
                  <c:v>855.6</c:v>
                </c:pt>
                <c:pt idx="4183">
                  <c:v>846</c:v>
                </c:pt>
                <c:pt idx="4184">
                  <c:v>840.3</c:v>
                </c:pt>
                <c:pt idx="4185">
                  <c:v>851.2</c:v>
                </c:pt>
                <c:pt idx="4186">
                  <c:v>848.35</c:v>
                </c:pt>
                <c:pt idx="4187">
                  <c:v>832.35</c:v>
                </c:pt>
                <c:pt idx="4188">
                  <c:v>842.85</c:v>
                </c:pt>
                <c:pt idx="4189">
                  <c:v>840.3</c:v>
                </c:pt>
                <c:pt idx="4190">
                  <c:v>836.5</c:v>
                </c:pt>
                <c:pt idx="4191">
                  <c:v>839.15</c:v>
                </c:pt>
                <c:pt idx="4192">
                  <c:v>835.25</c:v>
                </c:pt>
                <c:pt idx="4193">
                  <c:v>841.1</c:v>
                </c:pt>
                <c:pt idx="4194">
                  <c:v>839.4</c:v>
                </c:pt>
                <c:pt idx="4195">
                  <c:v>848</c:v>
                </c:pt>
                <c:pt idx="4196">
                  <c:v>837.65</c:v>
                </c:pt>
                <c:pt idx="4197">
                  <c:v>844.6</c:v>
                </c:pt>
                <c:pt idx="4198">
                  <c:v>828.3</c:v>
                </c:pt>
                <c:pt idx="4199">
                  <c:v>818.55</c:v>
                </c:pt>
                <c:pt idx="4200">
                  <c:v>801.75</c:v>
                </c:pt>
                <c:pt idx="4201">
                  <c:v>805.45</c:v>
                </c:pt>
                <c:pt idx="4202">
                  <c:v>808.75</c:v>
                </c:pt>
                <c:pt idx="4203">
                  <c:v>811.65</c:v>
                </c:pt>
                <c:pt idx="4204">
                  <c:v>802.85</c:v>
                </c:pt>
                <c:pt idx="4205">
                  <c:v>797.75</c:v>
                </c:pt>
                <c:pt idx="4206">
                  <c:v>819.9</c:v>
                </c:pt>
                <c:pt idx="4207">
                  <c:v>831.7</c:v>
                </c:pt>
                <c:pt idx="4208">
                  <c:v>825.3</c:v>
                </c:pt>
                <c:pt idx="4209">
                  <c:v>833.6</c:v>
                </c:pt>
                <c:pt idx="4210">
                  <c:v>837.85</c:v>
                </c:pt>
                <c:pt idx="4211">
                  <c:v>832.7</c:v>
                </c:pt>
                <c:pt idx="4212">
                  <c:v>844</c:v>
                </c:pt>
                <c:pt idx="4213">
                  <c:v>848.1</c:v>
                </c:pt>
                <c:pt idx="4214">
                  <c:v>831.45</c:v>
                </c:pt>
                <c:pt idx="4215">
                  <c:v>844.9</c:v>
                </c:pt>
                <c:pt idx="4216">
                  <c:v>836</c:v>
                </c:pt>
                <c:pt idx="4217">
                  <c:v>833.7</c:v>
                </c:pt>
                <c:pt idx="4218">
                  <c:v>843</c:v>
                </c:pt>
                <c:pt idx="4219">
                  <c:v>845.05</c:v>
                </c:pt>
                <c:pt idx="4220">
                  <c:v>832.6</c:v>
                </c:pt>
                <c:pt idx="4221">
                  <c:v>831.15</c:v>
                </c:pt>
                <c:pt idx="4222">
                  <c:v>821.8</c:v>
                </c:pt>
                <c:pt idx="4223">
                  <c:v>816.05</c:v>
                </c:pt>
                <c:pt idx="4224">
                  <c:v>816.95</c:v>
                </c:pt>
                <c:pt idx="4225">
                  <c:v>809.75</c:v>
                </c:pt>
                <c:pt idx="4226">
                  <c:v>801.4</c:v>
                </c:pt>
                <c:pt idx="4227">
                  <c:v>796.8</c:v>
                </c:pt>
                <c:pt idx="4228">
                  <c:v>787.05</c:v>
                </c:pt>
                <c:pt idx="4229">
                  <c:v>789.5</c:v>
                </c:pt>
                <c:pt idx="4230">
                  <c:v>801.8</c:v>
                </c:pt>
                <c:pt idx="4231">
                  <c:v>806.75</c:v>
                </c:pt>
                <c:pt idx="4232">
                  <c:v>810.3</c:v>
                </c:pt>
                <c:pt idx="4233">
                  <c:v>818.5</c:v>
                </c:pt>
                <c:pt idx="4234">
                  <c:v>826.35</c:v>
                </c:pt>
                <c:pt idx="4235">
                  <c:v>825.35</c:v>
                </c:pt>
                <c:pt idx="4236">
                  <c:v>829.85</c:v>
                </c:pt>
                <c:pt idx="4237">
                  <c:v>821.6</c:v>
                </c:pt>
                <c:pt idx="4238">
                  <c:v>833.15</c:v>
                </c:pt>
                <c:pt idx="4239">
                  <c:v>833.75</c:v>
                </c:pt>
                <c:pt idx="4240">
                  <c:v>831.05</c:v>
                </c:pt>
                <c:pt idx="4241">
                  <c:v>830.55</c:v>
                </c:pt>
                <c:pt idx="4242">
                  <c:v>841.5</c:v>
                </c:pt>
                <c:pt idx="4243">
                  <c:v>825.9</c:v>
                </c:pt>
                <c:pt idx="4244">
                  <c:v>827.95</c:v>
                </c:pt>
                <c:pt idx="4245">
                  <c:v>827.5</c:v>
                </c:pt>
                <c:pt idx="4246">
                  <c:v>840.65</c:v>
                </c:pt>
                <c:pt idx="4247">
                  <c:v>864.95</c:v>
                </c:pt>
                <c:pt idx="4248">
                  <c:v>860.3</c:v>
                </c:pt>
                <c:pt idx="4249">
                  <c:v>860.45</c:v>
                </c:pt>
                <c:pt idx="4250">
                  <c:v>862.4</c:v>
                </c:pt>
                <c:pt idx="4251">
                  <c:v>860.35</c:v>
                </c:pt>
                <c:pt idx="4252">
                  <c:v>869.2</c:v>
                </c:pt>
                <c:pt idx="4253">
                  <c:v>855.95</c:v>
                </c:pt>
                <c:pt idx="4254">
                  <c:v>853.55</c:v>
                </c:pt>
                <c:pt idx="4255">
                  <c:v>855.4</c:v>
                </c:pt>
                <c:pt idx="4256">
                  <c:v>854.05</c:v>
                </c:pt>
                <c:pt idx="4257">
                  <c:v>845.3</c:v>
                </c:pt>
                <c:pt idx="4258">
                  <c:v>849.75</c:v>
                </c:pt>
                <c:pt idx="4259">
                  <c:v>860.55</c:v>
                </c:pt>
                <c:pt idx="4260">
                  <c:v>855.25</c:v>
                </c:pt>
                <c:pt idx="4261">
                  <c:v>852.95</c:v>
                </c:pt>
                <c:pt idx="4262">
                  <c:v>850.75</c:v>
                </c:pt>
                <c:pt idx="4263">
                  <c:v>850.9</c:v>
                </c:pt>
                <c:pt idx="4264">
                  <c:v>862.3</c:v>
                </c:pt>
                <c:pt idx="4265">
                  <c:v>848.15</c:v>
                </c:pt>
                <c:pt idx="4266">
                  <c:v>850.05</c:v>
                </c:pt>
                <c:pt idx="4267">
                  <c:v>846.1</c:v>
                </c:pt>
                <c:pt idx="4268">
                  <c:v>841.25</c:v>
                </c:pt>
                <c:pt idx="4269">
                  <c:v>854.45</c:v>
                </c:pt>
                <c:pt idx="4270">
                  <c:v>862.75</c:v>
                </c:pt>
                <c:pt idx="4271">
                  <c:v>864.15</c:v>
                </c:pt>
                <c:pt idx="4272">
                  <c:v>858.25</c:v>
                </c:pt>
                <c:pt idx="4273">
                  <c:v>866.45</c:v>
                </c:pt>
                <c:pt idx="4274">
                  <c:v>865.9</c:v>
                </c:pt>
                <c:pt idx="4275">
                  <c:v>875.5</c:v>
                </c:pt>
                <c:pt idx="4276">
                  <c:v>877.5</c:v>
                </c:pt>
                <c:pt idx="4277">
                  <c:v>877.15</c:v>
                </c:pt>
                <c:pt idx="4278">
                  <c:v>873.1</c:v>
                </c:pt>
                <c:pt idx="4279">
                  <c:v>872.05</c:v>
                </c:pt>
                <c:pt idx="4280">
                  <c:v>871.3</c:v>
                </c:pt>
                <c:pt idx="4281">
                  <c:v>870.3</c:v>
                </c:pt>
                <c:pt idx="4282">
                  <c:v>875.2</c:v>
                </c:pt>
                <c:pt idx="4283">
                  <c:v>913.75</c:v>
                </c:pt>
                <c:pt idx="4284">
                  <c:v>900.5</c:v>
                </c:pt>
                <c:pt idx="4285">
                  <c:v>906.2</c:v>
                </c:pt>
                <c:pt idx="4286">
                  <c:v>902.55</c:v>
                </c:pt>
                <c:pt idx="4287">
                  <c:v>898.45</c:v>
                </c:pt>
                <c:pt idx="4288">
                  <c:v>903.45</c:v>
                </c:pt>
                <c:pt idx="4289">
                  <c:v>904.95</c:v>
                </c:pt>
                <c:pt idx="4290">
                  <c:v>902</c:v>
                </c:pt>
                <c:pt idx="4291">
                  <c:v>900.2</c:v>
                </c:pt>
                <c:pt idx="4292">
                  <c:v>898.8</c:v>
                </c:pt>
                <c:pt idx="4293">
                  <c:v>903.1</c:v>
                </c:pt>
                <c:pt idx="4294">
                  <c:v>912.55</c:v>
                </c:pt>
                <c:pt idx="4295">
                  <c:v>919.2</c:v>
                </c:pt>
                <c:pt idx="4296">
                  <c:v>911.75</c:v>
                </c:pt>
                <c:pt idx="4297">
                  <c:v>920.65</c:v>
                </c:pt>
                <c:pt idx="4298">
                  <c:v>935.35</c:v>
                </c:pt>
                <c:pt idx="4299">
                  <c:v>934.65</c:v>
                </c:pt>
                <c:pt idx="4300">
                  <c:v>924.5</c:v>
                </c:pt>
                <c:pt idx="4301">
                  <c:v>925.95</c:v>
                </c:pt>
                <c:pt idx="4302">
                  <c:v>923.7</c:v>
                </c:pt>
                <c:pt idx="4303">
                  <c:v>923.75</c:v>
                </c:pt>
                <c:pt idx="4304">
                  <c:v>923.85</c:v>
                </c:pt>
                <c:pt idx="4305">
                  <c:v>914.05</c:v>
                </c:pt>
                <c:pt idx="4306">
                  <c:v>912.75</c:v>
                </c:pt>
                <c:pt idx="4307">
                  <c:v>908.55</c:v>
                </c:pt>
                <c:pt idx="4308">
                  <c:v>915.7</c:v>
                </c:pt>
                <c:pt idx="4309">
                  <c:v>906.4</c:v>
                </c:pt>
                <c:pt idx="4310">
                  <c:v>904.55</c:v>
                </c:pt>
                <c:pt idx="4311">
                  <c:v>924</c:v>
                </c:pt>
                <c:pt idx="4312">
                  <c:v>941.35</c:v>
                </c:pt>
                <c:pt idx="4313">
                  <c:v>947.3</c:v>
                </c:pt>
                <c:pt idx="4314">
                  <c:v>934.95</c:v>
                </c:pt>
                <c:pt idx="4315">
                  <c:v>928.1</c:v>
                </c:pt>
                <c:pt idx="4316">
                  <c:v>934</c:v>
                </c:pt>
                <c:pt idx="4317">
                  <c:v>956.7</c:v>
                </c:pt>
                <c:pt idx="4318">
                  <c:v>953.9</c:v>
                </c:pt>
                <c:pt idx="4319">
                  <c:v>954.85</c:v>
                </c:pt>
                <c:pt idx="4320">
                  <c:v>952.05</c:v>
                </c:pt>
                <c:pt idx="4321">
                  <c:v>996.35</c:v>
                </c:pt>
                <c:pt idx="4322">
                  <c:v>978.75</c:v>
                </c:pt>
                <c:pt idx="4323">
                  <c:v>980.2</c:v>
                </c:pt>
                <c:pt idx="4324">
                  <c:v>983.25</c:v>
                </c:pt>
                <c:pt idx="4325">
                  <c:v>1000.4</c:v>
                </c:pt>
                <c:pt idx="4326">
                  <c:v>1009.4</c:v>
                </c:pt>
                <c:pt idx="4327">
                  <c:v>990.25</c:v>
                </c:pt>
                <c:pt idx="4328">
                  <c:v>1008</c:v>
                </c:pt>
                <c:pt idx="4329">
                  <c:v>1018.6</c:v>
                </c:pt>
                <c:pt idx="4330">
                  <c:v>1024.8</c:v>
                </c:pt>
                <c:pt idx="4331">
                  <c:v>1038.05</c:v>
                </c:pt>
                <c:pt idx="4332">
                  <c:v>1043.45</c:v>
                </c:pt>
                <c:pt idx="4333">
                  <c:v>1040.95</c:v>
                </c:pt>
                <c:pt idx="4334">
                  <c:v>1072.25</c:v>
                </c:pt>
                <c:pt idx="4335">
                  <c:v>1072.5999999999999</c:v>
                </c:pt>
                <c:pt idx="4336">
                  <c:v>1067</c:v>
                </c:pt>
                <c:pt idx="4337">
                  <c:v>1095.3499999999999</c:v>
                </c:pt>
                <c:pt idx="4338">
                  <c:v>1086.4000000000001</c:v>
                </c:pt>
                <c:pt idx="4339">
                  <c:v>1097.75</c:v>
                </c:pt>
                <c:pt idx="4340">
                  <c:v>1091.55</c:v>
                </c:pt>
                <c:pt idx="4341">
                  <c:v>1106.3499999999999</c:v>
                </c:pt>
                <c:pt idx="4342">
                  <c:v>1093.5</c:v>
                </c:pt>
                <c:pt idx="4343">
                  <c:v>1095.3499999999999</c:v>
                </c:pt>
                <c:pt idx="4344">
                  <c:v>1099.6500000000001</c:v>
                </c:pt>
                <c:pt idx="4345">
                  <c:v>1102.75</c:v>
                </c:pt>
                <c:pt idx="4346">
                  <c:v>1113.7</c:v>
                </c:pt>
                <c:pt idx="4347">
                  <c:v>1104</c:v>
                </c:pt>
                <c:pt idx="4348">
                  <c:v>1091.8</c:v>
                </c:pt>
                <c:pt idx="4349">
                  <c:v>1095.6500000000001</c:v>
                </c:pt>
                <c:pt idx="4350">
                  <c:v>1093.05</c:v>
                </c:pt>
                <c:pt idx="4351">
                  <c:v>1123.45</c:v>
                </c:pt>
                <c:pt idx="4352">
                  <c:v>1094.05</c:v>
                </c:pt>
                <c:pt idx="4353">
                  <c:v>1097.9000000000001</c:v>
                </c:pt>
                <c:pt idx="4354">
                  <c:v>1092.0999999999999</c:v>
                </c:pt>
                <c:pt idx="4355">
                  <c:v>1090</c:v>
                </c:pt>
                <c:pt idx="4356">
                  <c:v>1088.0999999999999</c:v>
                </c:pt>
                <c:pt idx="4357">
                  <c:v>1079.5999999999999</c:v>
                </c:pt>
                <c:pt idx="4358">
                  <c:v>1097.75</c:v>
                </c:pt>
                <c:pt idx="4359">
                  <c:v>1088.0999999999999</c:v>
                </c:pt>
                <c:pt idx="4360">
                  <c:v>1096.7</c:v>
                </c:pt>
                <c:pt idx="4361">
                  <c:v>1092.5</c:v>
                </c:pt>
                <c:pt idx="4362">
                  <c:v>1097.7</c:v>
                </c:pt>
                <c:pt idx="4363">
                  <c:v>1096.25</c:v>
                </c:pt>
                <c:pt idx="4364">
                  <c:v>1106.45</c:v>
                </c:pt>
                <c:pt idx="4365">
                  <c:v>1131.6500000000001</c:v>
                </c:pt>
                <c:pt idx="4366">
                  <c:v>1134.7</c:v>
                </c:pt>
                <c:pt idx="4367">
                  <c:v>1139.3</c:v>
                </c:pt>
                <c:pt idx="4368">
                  <c:v>1152.95</c:v>
                </c:pt>
                <c:pt idx="4369">
                  <c:v>1157.8499999999999</c:v>
                </c:pt>
                <c:pt idx="4370">
                  <c:v>1154.3499999999999</c:v>
                </c:pt>
                <c:pt idx="4371">
                  <c:v>1152.9000000000001</c:v>
                </c:pt>
                <c:pt idx="4372">
                  <c:v>1158.6500000000001</c:v>
                </c:pt>
                <c:pt idx="4373">
                  <c:v>1159.3499999999999</c:v>
                </c:pt>
                <c:pt idx="4374">
                  <c:v>1149.5999999999999</c:v>
                </c:pt>
                <c:pt idx="4375">
                  <c:v>1164.55</c:v>
                </c:pt>
                <c:pt idx="4376">
                  <c:v>1171.9000000000001</c:v>
                </c:pt>
                <c:pt idx="4377">
                  <c:v>1153.8499999999999</c:v>
                </c:pt>
                <c:pt idx="4378">
                  <c:v>1155.75</c:v>
                </c:pt>
                <c:pt idx="4379">
                  <c:v>1173.95</c:v>
                </c:pt>
                <c:pt idx="4380">
                  <c:v>1168.75</c:v>
                </c:pt>
                <c:pt idx="4381">
                  <c:v>1169.9000000000001</c:v>
                </c:pt>
                <c:pt idx="4382">
                  <c:v>1192.0999999999999</c:v>
                </c:pt>
                <c:pt idx="4383">
                  <c:v>1186.3</c:v>
                </c:pt>
                <c:pt idx="4384">
                  <c:v>1191</c:v>
                </c:pt>
                <c:pt idx="4385">
                  <c:v>1185.3499999999999</c:v>
                </c:pt>
                <c:pt idx="4386">
                  <c:v>1170.7</c:v>
                </c:pt>
                <c:pt idx="4387">
                  <c:v>1152.8</c:v>
                </c:pt>
                <c:pt idx="4388">
                  <c:v>1155.7</c:v>
                </c:pt>
                <c:pt idx="4389">
                  <c:v>1186.3499999999999</c:v>
                </c:pt>
                <c:pt idx="4390">
                  <c:v>1177.3</c:v>
                </c:pt>
                <c:pt idx="4391">
                  <c:v>1202.2</c:v>
                </c:pt>
                <c:pt idx="4392">
                  <c:v>1191.45</c:v>
                </c:pt>
                <c:pt idx="4393">
                  <c:v>1199.5999999999999</c:v>
                </c:pt>
                <c:pt idx="4394">
                  <c:v>1188.1500000000001</c:v>
                </c:pt>
                <c:pt idx="4395">
                  <c:v>1179.7</c:v>
                </c:pt>
                <c:pt idx="4396">
                  <c:v>1199.7</c:v>
                </c:pt>
                <c:pt idx="4397">
                  <c:v>1190.45</c:v>
                </c:pt>
                <c:pt idx="4398">
                  <c:v>1204.3</c:v>
                </c:pt>
                <c:pt idx="4399">
                  <c:v>1219.75</c:v>
                </c:pt>
                <c:pt idx="4400">
                  <c:v>1216.1500000000001</c:v>
                </c:pt>
                <c:pt idx="4401">
                  <c:v>1197.1500000000001</c:v>
                </c:pt>
                <c:pt idx="4402">
                  <c:v>1205.2</c:v>
                </c:pt>
                <c:pt idx="4403">
                  <c:v>1206.4000000000001</c:v>
                </c:pt>
                <c:pt idx="4404">
                  <c:v>1208.75</c:v>
                </c:pt>
                <c:pt idx="4405">
                  <c:v>1207.55</c:v>
                </c:pt>
                <c:pt idx="4406">
                  <c:v>1219.9000000000001</c:v>
                </c:pt>
                <c:pt idx="4407">
                  <c:v>1249.8</c:v>
                </c:pt>
                <c:pt idx="4408">
                  <c:v>1250.95</c:v>
                </c:pt>
                <c:pt idx="4409">
                  <c:v>1247.8499999999999</c:v>
                </c:pt>
                <c:pt idx="4410">
                  <c:v>1246</c:v>
                </c:pt>
                <c:pt idx="4411">
                  <c:v>1280.05</c:v>
                </c:pt>
                <c:pt idx="4412">
                  <c:v>1279.3</c:v>
                </c:pt>
                <c:pt idx="4413">
                  <c:v>1259.3499999999999</c:v>
                </c:pt>
                <c:pt idx="4414">
                  <c:v>1256.7</c:v>
                </c:pt>
                <c:pt idx="4415">
                  <c:v>1239.2</c:v>
                </c:pt>
                <c:pt idx="4416">
                  <c:v>1247.1500000000001</c:v>
                </c:pt>
                <c:pt idx="4417">
                  <c:v>1217.3499999999999</c:v>
                </c:pt>
                <c:pt idx="4418">
                  <c:v>1205.9000000000001</c:v>
                </c:pt>
                <c:pt idx="4419">
                  <c:v>1202.8</c:v>
                </c:pt>
                <c:pt idx="4420">
                  <c:v>1173.9000000000001</c:v>
                </c:pt>
                <c:pt idx="4421">
                  <c:v>1186.3499999999999</c:v>
                </c:pt>
                <c:pt idx="4422">
                  <c:v>1197.5</c:v>
                </c:pt>
                <c:pt idx="4423">
                  <c:v>1187.6500000000001</c:v>
                </c:pt>
                <c:pt idx="4424">
                  <c:v>1207.3</c:v>
                </c:pt>
                <c:pt idx="4425">
                  <c:v>1220.25</c:v>
                </c:pt>
                <c:pt idx="4426">
                  <c:v>1209.2</c:v>
                </c:pt>
                <c:pt idx="4427">
                  <c:v>1218.05</c:v>
                </c:pt>
                <c:pt idx="4428">
                  <c:v>1241</c:v>
                </c:pt>
                <c:pt idx="4429">
                  <c:v>1248.5999999999999</c:v>
                </c:pt>
                <c:pt idx="4430">
                  <c:v>1281.3</c:v>
                </c:pt>
                <c:pt idx="4431">
                  <c:v>1282.1500000000001</c:v>
                </c:pt>
                <c:pt idx="4432">
                  <c:v>1263.95</c:v>
                </c:pt>
                <c:pt idx="4433">
                  <c:v>1257.7</c:v>
                </c:pt>
                <c:pt idx="4434">
                  <c:v>1249.95</c:v>
                </c:pt>
                <c:pt idx="4435">
                  <c:v>1270.05</c:v>
                </c:pt>
                <c:pt idx="4436">
                  <c:v>1272.45</c:v>
                </c:pt>
                <c:pt idx="4437">
                  <c:v>1273.7</c:v>
                </c:pt>
                <c:pt idx="4438">
                  <c:v>1260.1500000000001</c:v>
                </c:pt>
                <c:pt idx="4439">
                  <c:v>1234.2</c:v>
                </c:pt>
                <c:pt idx="4440">
                  <c:v>1237.45</c:v>
                </c:pt>
                <c:pt idx="4441">
                  <c:v>1258</c:v>
                </c:pt>
                <c:pt idx="4442">
                  <c:v>1241.5</c:v>
                </c:pt>
                <c:pt idx="4443">
                  <c:v>1239.5</c:v>
                </c:pt>
                <c:pt idx="4444">
                  <c:v>1240.5999999999999</c:v>
                </c:pt>
                <c:pt idx="4445">
                  <c:v>1234.2</c:v>
                </c:pt>
                <c:pt idx="4446">
                  <c:v>1235.3</c:v>
                </c:pt>
                <c:pt idx="4447">
                  <c:v>1252.9000000000001</c:v>
                </c:pt>
                <c:pt idx="4448">
                  <c:v>1290.6500000000001</c:v>
                </c:pt>
                <c:pt idx="4449">
                  <c:v>1279.5</c:v>
                </c:pt>
                <c:pt idx="4450">
                  <c:v>1283.9000000000001</c:v>
                </c:pt>
                <c:pt idx="4451">
                  <c:v>1265</c:v>
                </c:pt>
                <c:pt idx="4452">
                  <c:v>1276.5</c:v>
                </c:pt>
                <c:pt idx="4453">
                  <c:v>1278.1500000000001</c:v>
                </c:pt>
                <c:pt idx="4454">
                  <c:v>1274.5</c:v>
                </c:pt>
                <c:pt idx="4455">
                  <c:v>1277.3499999999999</c:v>
                </c:pt>
                <c:pt idx="4456">
                  <c:v>1270.45</c:v>
                </c:pt>
                <c:pt idx="4457">
                  <c:v>1267.5</c:v>
                </c:pt>
                <c:pt idx="4458">
                  <c:v>1265.95</c:v>
                </c:pt>
                <c:pt idx="4459">
                  <c:v>1260.3</c:v>
                </c:pt>
                <c:pt idx="4460">
                  <c:v>1267.8499999999999</c:v>
                </c:pt>
                <c:pt idx="4461">
                  <c:v>1276.1500000000001</c:v>
                </c:pt>
                <c:pt idx="4462">
                  <c:v>1272.45</c:v>
                </c:pt>
                <c:pt idx="4463">
                  <c:v>1250.5</c:v>
                </c:pt>
                <c:pt idx="4464">
                  <c:v>1268.5999999999999</c:v>
                </c:pt>
                <c:pt idx="4465">
                  <c:v>1261</c:v>
                </c:pt>
                <c:pt idx="4466">
                  <c:v>1275.5999999999999</c:v>
                </c:pt>
                <c:pt idx="4467">
                  <c:v>1291.95</c:v>
                </c:pt>
                <c:pt idx="4468">
                  <c:v>1326.65</c:v>
                </c:pt>
                <c:pt idx="4469">
                  <c:v>1324.05</c:v>
                </c:pt>
                <c:pt idx="4470">
                  <c:v>1314.65</c:v>
                </c:pt>
                <c:pt idx="4471">
                  <c:v>1315.05</c:v>
                </c:pt>
                <c:pt idx="4472">
                  <c:v>1321.6</c:v>
                </c:pt>
                <c:pt idx="4473">
                  <c:v>1324.55</c:v>
                </c:pt>
                <c:pt idx="4474">
                  <c:v>1331.75</c:v>
                </c:pt>
                <c:pt idx="4475">
                  <c:v>1349.7</c:v>
                </c:pt>
                <c:pt idx="4476">
                  <c:v>1362.65</c:v>
                </c:pt>
                <c:pt idx="4477">
                  <c:v>1348.45</c:v>
                </c:pt>
                <c:pt idx="4478">
                  <c:v>1356.5</c:v>
                </c:pt>
                <c:pt idx="4479">
                  <c:v>1348.1</c:v>
                </c:pt>
                <c:pt idx="4480">
                  <c:v>1352.45</c:v>
                </c:pt>
                <c:pt idx="4481">
                  <c:v>1354.5</c:v>
                </c:pt>
                <c:pt idx="4482">
                  <c:v>1367.85</c:v>
                </c:pt>
                <c:pt idx="4483">
                  <c:v>1344.5</c:v>
                </c:pt>
                <c:pt idx="4484">
                  <c:v>1338.6</c:v>
                </c:pt>
                <c:pt idx="4485">
                  <c:v>1350.35</c:v>
                </c:pt>
                <c:pt idx="4486">
                  <c:v>1352.25</c:v>
                </c:pt>
                <c:pt idx="4487">
                  <c:v>1356.55</c:v>
                </c:pt>
                <c:pt idx="4488">
                  <c:v>1368.4</c:v>
                </c:pt>
                <c:pt idx="4489">
                  <c:v>1361.3</c:v>
                </c:pt>
                <c:pt idx="4490">
                  <c:v>1365.8</c:v>
                </c:pt>
                <c:pt idx="4491">
                  <c:v>1378.65</c:v>
                </c:pt>
                <c:pt idx="4492">
                  <c:v>1374</c:v>
                </c:pt>
                <c:pt idx="4493">
                  <c:v>1367.2</c:v>
                </c:pt>
                <c:pt idx="4494">
                  <c:v>1382</c:v>
                </c:pt>
                <c:pt idx="4495">
                  <c:v>1371.2</c:v>
                </c:pt>
                <c:pt idx="4496">
                  <c:v>1356.95</c:v>
                </c:pt>
                <c:pt idx="4497">
                  <c:v>1362.45</c:v>
                </c:pt>
                <c:pt idx="4498">
                  <c:v>1355.1</c:v>
                </c:pt>
                <c:pt idx="4499">
                  <c:v>1368.35</c:v>
                </c:pt>
                <c:pt idx="4500">
                  <c:v>1365.9</c:v>
                </c:pt>
                <c:pt idx="4501">
                  <c:v>1372.75</c:v>
                </c:pt>
                <c:pt idx="4502">
                  <c:v>1397.3</c:v>
                </c:pt>
                <c:pt idx="4503">
                  <c:v>1400.25</c:v>
                </c:pt>
                <c:pt idx="4504">
                  <c:v>1369.35</c:v>
                </c:pt>
                <c:pt idx="4505">
                  <c:v>1371.25</c:v>
                </c:pt>
                <c:pt idx="4506">
                  <c:v>1372.2</c:v>
                </c:pt>
                <c:pt idx="4507">
                  <c:v>1355.75</c:v>
                </c:pt>
                <c:pt idx="4508">
                  <c:v>1325.35</c:v>
                </c:pt>
                <c:pt idx="4509">
                  <c:v>1312.65</c:v>
                </c:pt>
                <c:pt idx="4510">
                  <c:v>1329.55</c:v>
                </c:pt>
                <c:pt idx="4511">
                  <c:v>1333.05</c:v>
                </c:pt>
                <c:pt idx="4512">
                  <c:v>1344.45</c:v>
                </c:pt>
                <c:pt idx="4513">
                  <c:v>1349.4</c:v>
                </c:pt>
                <c:pt idx="4514">
                  <c:v>1358.15</c:v>
                </c:pt>
                <c:pt idx="4515">
                  <c:v>1352.1</c:v>
                </c:pt>
                <c:pt idx="4516">
                  <c:v>1335.9</c:v>
                </c:pt>
                <c:pt idx="4517">
                  <c:v>1331.8</c:v>
                </c:pt>
                <c:pt idx="4518">
                  <c:v>1330.6</c:v>
                </c:pt>
                <c:pt idx="4519">
                  <c:v>1326.45</c:v>
                </c:pt>
                <c:pt idx="4520">
                  <c:v>1323.15</c:v>
                </c:pt>
                <c:pt idx="4521">
                  <c:v>1333.3</c:v>
                </c:pt>
                <c:pt idx="4522">
                  <c:v>1346.35</c:v>
                </c:pt>
                <c:pt idx="4523">
                  <c:v>1317.75</c:v>
                </c:pt>
                <c:pt idx="4524">
                  <c:v>1324.25</c:v>
                </c:pt>
                <c:pt idx="4525">
                  <c:v>1299.75</c:v>
                </c:pt>
                <c:pt idx="4526">
                  <c:v>1293.2</c:v>
                </c:pt>
                <c:pt idx="4527">
                  <c:v>1293.8499999999999</c:v>
                </c:pt>
                <c:pt idx="4528">
                  <c:v>1293.1500000000001</c:v>
                </c:pt>
                <c:pt idx="4529">
                  <c:v>1300.75</c:v>
                </c:pt>
                <c:pt idx="4530">
                  <c:v>1324.2</c:v>
                </c:pt>
                <c:pt idx="4531">
                  <c:v>1320.55</c:v>
                </c:pt>
                <c:pt idx="4532">
                  <c:v>1316.9</c:v>
                </c:pt>
                <c:pt idx="4533">
                  <c:v>1299.95</c:v>
                </c:pt>
                <c:pt idx="4534">
                  <c:v>1299.1500000000001</c:v>
                </c:pt>
                <c:pt idx="4535">
                  <c:v>1309.4000000000001</c:v>
                </c:pt>
                <c:pt idx="4536">
                  <c:v>1313.25</c:v>
                </c:pt>
                <c:pt idx="4537">
                  <c:v>1315.6</c:v>
                </c:pt>
                <c:pt idx="4538">
                  <c:v>1311.85</c:v>
                </c:pt>
                <c:pt idx="4539">
                  <c:v>1301.6500000000001</c:v>
                </c:pt>
                <c:pt idx="4540">
                  <c:v>1324.3</c:v>
                </c:pt>
                <c:pt idx="4541">
                  <c:v>1332.8</c:v>
                </c:pt>
                <c:pt idx="4542">
                  <c:v>1333.35</c:v>
                </c:pt>
                <c:pt idx="4543">
                  <c:v>1351.3</c:v>
                </c:pt>
                <c:pt idx="4544">
                  <c:v>1348.4</c:v>
                </c:pt>
                <c:pt idx="4545">
                  <c:v>1357.45</c:v>
                </c:pt>
                <c:pt idx="4546">
                  <c:v>1382.2</c:v>
                </c:pt>
                <c:pt idx="4547">
                  <c:v>1374.8</c:v>
                </c:pt>
                <c:pt idx="4548">
                  <c:v>1391.6</c:v>
                </c:pt>
                <c:pt idx="4549">
                  <c:v>1391.5</c:v>
                </c:pt>
                <c:pt idx="4550">
                  <c:v>1409.15</c:v>
                </c:pt>
                <c:pt idx="4551">
                  <c:v>1412.75</c:v>
                </c:pt>
                <c:pt idx="4552">
                  <c:v>1410.55</c:v>
                </c:pt>
                <c:pt idx="4553">
                  <c:v>1419.5</c:v>
                </c:pt>
                <c:pt idx="4554">
                  <c:v>1445.55</c:v>
                </c:pt>
                <c:pt idx="4555">
                  <c:v>1450.5</c:v>
                </c:pt>
                <c:pt idx="4556">
                  <c:v>1454.2</c:v>
                </c:pt>
                <c:pt idx="4557">
                  <c:v>1467.8</c:v>
                </c:pt>
                <c:pt idx="4558">
                  <c:v>1452.75</c:v>
                </c:pt>
                <c:pt idx="4559">
                  <c:v>1459.65</c:v>
                </c:pt>
                <c:pt idx="4560">
                  <c:v>1459.2</c:v>
                </c:pt>
                <c:pt idx="4561">
                  <c:v>1491.25</c:v>
                </c:pt>
                <c:pt idx="4562">
                  <c:v>1473.95</c:v>
                </c:pt>
                <c:pt idx="4563">
                  <c:v>1508.9</c:v>
                </c:pt>
                <c:pt idx="4564">
                  <c:v>1471.95</c:v>
                </c:pt>
                <c:pt idx="4565">
                  <c:v>1452.2</c:v>
                </c:pt>
                <c:pt idx="4566">
                  <c:v>1464.2</c:v>
                </c:pt>
                <c:pt idx="4567">
                  <c:v>1497.9</c:v>
                </c:pt>
                <c:pt idx="4568">
                  <c:v>1496.05</c:v>
                </c:pt>
                <c:pt idx="4569">
                  <c:v>1496</c:v>
                </c:pt>
                <c:pt idx="4570">
                  <c:v>1486.5</c:v>
                </c:pt>
                <c:pt idx="4571">
                  <c:v>1504.1</c:v>
                </c:pt>
                <c:pt idx="4572">
                  <c:v>1503.55</c:v>
                </c:pt>
                <c:pt idx="4573">
                  <c:v>1515.5</c:v>
                </c:pt>
                <c:pt idx="4574">
                  <c:v>1574.1</c:v>
                </c:pt>
                <c:pt idx="4575">
                  <c:v>1569.8</c:v>
                </c:pt>
                <c:pt idx="4576">
                  <c:v>1605.8</c:v>
                </c:pt>
                <c:pt idx="4577">
                  <c:v>1578.65</c:v>
                </c:pt>
                <c:pt idx="4578">
                  <c:v>1574.3</c:v>
                </c:pt>
                <c:pt idx="4579">
                  <c:v>1568.1</c:v>
                </c:pt>
                <c:pt idx="4580">
                  <c:v>1561.1</c:v>
                </c:pt>
                <c:pt idx="4581">
                  <c:v>1575.75</c:v>
                </c:pt>
                <c:pt idx="4582">
                  <c:v>1582.85</c:v>
                </c:pt>
                <c:pt idx="4583">
                  <c:v>1572.7</c:v>
                </c:pt>
                <c:pt idx="4584">
                  <c:v>1585.8</c:v>
                </c:pt>
                <c:pt idx="4585">
                  <c:v>1611.45</c:v>
                </c:pt>
                <c:pt idx="4586">
                  <c:v>1588.85</c:v>
                </c:pt>
                <c:pt idx="4587">
                  <c:v>1563.2</c:v>
                </c:pt>
                <c:pt idx="4588">
                  <c:v>1562.8</c:v>
                </c:pt>
                <c:pt idx="4589">
                  <c:v>1571.15</c:v>
                </c:pt>
                <c:pt idx="4590">
                  <c:v>1603.05</c:v>
                </c:pt>
                <c:pt idx="4591">
                  <c:v>1595.6</c:v>
                </c:pt>
                <c:pt idx="4592">
                  <c:v>1601.4</c:v>
                </c:pt>
                <c:pt idx="4593">
                  <c:v>1638.45</c:v>
                </c:pt>
                <c:pt idx="4594">
                  <c:v>1621.2</c:v>
                </c:pt>
                <c:pt idx="4595">
                  <c:v>1609.6</c:v>
                </c:pt>
                <c:pt idx="4596">
                  <c:v>1621.3</c:v>
                </c:pt>
                <c:pt idx="4597">
                  <c:v>1608.55</c:v>
                </c:pt>
                <c:pt idx="4598">
                  <c:v>1601</c:v>
                </c:pt>
                <c:pt idx="4599">
                  <c:v>1602.4</c:v>
                </c:pt>
                <c:pt idx="4600">
                  <c:v>1593.45</c:v>
                </c:pt>
                <c:pt idx="4601">
                  <c:v>1608.1</c:v>
                </c:pt>
                <c:pt idx="4602">
                  <c:v>1615.15</c:v>
                </c:pt>
                <c:pt idx="4603">
                  <c:v>1621.75</c:v>
                </c:pt>
                <c:pt idx="4604">
                  <c:v>1609.3</c:v>
                </c:pt>
                <c:pt idx="4605">
                  <c:v>1602.75</c:v>
                </c:pt>
                <c:pt idx="4606">
                  <c:v>1641.15</c:v>
                </c:pt>
                <c:pt idx="4607">
                  <c:v>1643.45</c:v>
                </c:pt>
                <c:pt idx="4608">
                  <c:v>1643.5</c:v>
                </c:pt>
                <c:pt idx="4609">
                  <c:v>1676</c:v>
                </c:pt>
                <c:pt idx="4610">
                  <c:v>1688</c:v>
                </c:pt>
                <c:pt idx="4611">
                  <c:v>1678.3</c:v>
                </c:pt>
                <c:pt idx="4612">
                  <c:v>1691.9</c:v>
                </c:pt>
                <c:pt idx="4613">
                  <c:v>1687</c:v>
                </c:pt>
                <c:pt idx="4614">
                  <c:v>1718.15</c:v>
                </c:pt>
                <c:pt idx="4615">
                  <c:v>1742.35</c:v>
                </c:pt>
                <c:pt idx="4616">
                  <c:v>1742.65</c:v>
                </c:pt>
                <c:pt idx="4617">
                  <c:v>1751.25</c:v>
                </c:pt>
                <c:pt idx="4618">
                  <c:v>1681.7</c:v>
                </c:pt>
                <c:pt idx="4619">
                  <c:v>1643.75</c:v>
                </c:pt>
                <c:pt idx="4620">
                  <c:v>1647.45</c:v>
                </c:pt>
                <c:pt idx="4621">
                  <c:v>1655.85</c:v>
                </c:pt>
                <c:pt idx="4622">
                  <c:v>1689.65</c:v>
                </c:pt>
                <c:pt idx="4623">
                  <c:v>1667.9</c:v>
                </c:pt>
                <c:pt idx="4624">
                  <c:v>1652.95</c:v>
                </c:pt>
                <c:pt idx="4625">
                  <c:v>1669.95</c:v>
                </c:pt>
                <c:pt idx="4626">
                  <c:v>1659</c:v>
                </c:pt>
                <c:pt idx="4627">
                  <c:v>1688.7</c:v>
                </c:pt>
                <c:pt idx="4628">
                  <c:v>1731.65</c:v>
                </c:pt>
                <c:pt idx="4629">
                  <c:v>1734.3</c:v>
                </c:pt>
                <c:pt idx="4630">
                  <c:v>1748.5</c:v>
                </c:pt>
                <c:pt idx="4631">
                  <c:v>1763</c:v>
                </c:pt>
                <c:pt idx="4632">
                  <c:v>1730.3</c:v>
                </c:pt>
                <c:pt idx="4633">
                  <c:v>1730.05</c:v>
                </c:pt>
                <c:pt idx="4634">
                  <c:v>1757.15</c:v>
                </c:pt>
                <c:pt idx="4635">
                  <c:v>1754.2</c:v>
                </c:pt>
                <c:pt idx="4636">
                  <c:v>1752.7</c:v>
                </c:pt>
                <c:pt idx="4637">
                  <c:v>1728.85</c:v>
                </c:pt>
                <c:pt idx="4638">
                  <c:v>1744.25</c:v>
                </c:pt>
                <c:pt idx="4639">
                  <c:v>1737.4</c:v>
                </c:pt>
                <c:pt idx="4640">
                  <c:v>1784.75</c:v>
                </c:pt>
                <c:pt idx="4641">
                  <c:v>1777</c:v>
                </c:pt>
                <c:pt idx="4642">
                  <c:v>1752.5</c:v>
                </c:pt>
                <c:pt idx="4643">
                  <c:v>1772.8</c:v>
                </c:pt>
                <c:pt idx="4644">
                  <c:v>1780.95</c:v>
                </c:pt>
                <c:pt idx="4645">
                  <c:v>1792.3</c:v>
                </c:pt>
                <c:pt idx="4646">
                  <c:v>1771.2</c:v>
                </c:pt>
                <c:pt idx="4647">
                  <c:v>1755.85</c:v>
                </c:pt>
                <c:pt idx="4648">
                  <c:v>1772.85</c:v>
                </c:pt>
                <c:pt idx="4649">
                  <c:v>1780.1</c:v>
                </c:pt>
                <c:pt idx="4650">
                  <c:v>1699.1</c:v>
                </c:pt>
                <c:pt idx="4651">
                  <c:v>1651.2</c:v>
                </c:pt>
                <c:pt idx="4652">
                  <c:v>1611.7</c:v>
                </c:pt>
                <c:pt idx="4653">
                  <c:v>1608.6</c:v>
                </c:pt>
                <c:pt idx="4654">
                  <c:v>1638.75</c:v>
                </c:pt>
                <c:pt idx="4655">
                  <c:v>1610.3</c:v>
                </c:pt>
                <c:pt idx="4656">
                  <c:v>1590.65</c:v>
                </c:pt>
                <c:pt idx="4657">
                  <c:v>1626.85</c:v>
                </c:pt>
                <c:pt idx="4658">
                  <c:v>1629.3</c:v>
                </c:pt>
                <c:pt idx="4659">
                  <c:v>1605.45</c:v>
                </c:pt>
                <c:pt idx="4660">
                  <c:v>1664.95</c:v>
                </c:pt>
                <c:pt idx="4661">
                  <c:v>1647.1</c:v>
                </c:pt>
                <c:pt idx="4662">
                  <c:v>1621.3</c:v>
                </c:pt>
                <c:pt idx="4663">
                  <c:v>1590.45</c:v>
                </c:pt>
                <c:pt idx="4664">
                  <c:v>1630.85</c:v>
                </c:pt>
                <c:pt idx="4665">
                  <c:v>1610.75</c:v>
                </c:pt>
                <c:pt idx="4666">
                  <c:v>1620.1</c:v>
                </c:pt>
                <c:pt idx="4667">
                  <c:v>1608.4</c:v>
                </c:pt>
                <c:pt idx="4668">
                  <c:v>1642.3</c:v>
                </c:pt>
                <c:pt idx="4669">
                  <c:v>1618.85</c:v>
                </c:pt>
                <c:pt idx="4670">
                  <c:v>1573.95</c:v>
                </c:pt>
                <c:pt idx="4671">
                  <c:v>1558.55</c:v>
                </c:pt>
                <c:pt idx="4672">
                  <c:v>1559.35</c:v>
                </c:pt>
                <c:pt idx="4673">
                  <c:v>1512.45</c:v>
                </c:pt>
                <c:pt idx="4674">
                  <c:v>1527.65</c:v>
                </c:pt>
                <c:pt idx="4675">
                  <c:v>1526.1</c:v>
                </c:pt>
                <c:pt idx="4676">
                  <c:v>1569.6</c:v>
                </c:pt>
                <c:pt idx="4677">
                  <c:v>1526.3</c:v>
                </c:pt>
                <c:pt idx="4678">
                  <c:v>1546.2</c:v>
                </c:pt>
                <c:pt idx="4679">
                  <c:v>1562</c:v>
                </c:pt>
                <c:pt idx="4680">
                  <c:v>1578.4</c:v>
                </c:pt>
                <c:pt idx="4681">
                  <c:v>1584.9</c:v>
                </c:pt>
                <c:pt idx="4682">
                  <c:v>1552.05</c:v>
                </c:pt>
                <c:pt idx="4683">
                  <c:v>1585.95</c:v>
                </c:pt>
                <c:pt idx="4684">
                  <c:v>1571.55</c:v>
                </c:pt>
                <c:pt idx="4685">
                  <c:v>1558.25</c:v>
                </c:pt>
                <c:pt idx="4686">
                  <c:v>1552.9</c:v>
                </c:pt>
                <c:pt idx="4687">
                  <c:v>1593.05</c:v>
                </c:pt>
                <c:pt idx="4688">
                  <c:v>1621.7</c:v>
                </c:pt>
                <c:pt idx="4689">
                  <c:v>1607.65</c:v>
                </c:pt>
                <c:pt idx="4690">
                  <c:v>1638.45</c:v>
                </c:pt>
                <c:pt idx="4691">
                  <c:v>1640.05</c:v>
                </c:pt>
                <c:pt idx="4692">
                  <c:v>1631.95</c:v>
                </c:pt>
                <c:pt idx="4693">
                  <c:v>1643.85</c:v>
                </c:pt>
                <c:pt idx="4694">
                  <c:v>1672.6</c:v>
                </c:pt>
                <c:pt idx="4695">
                  <c:v>1654.3</c:v>
                </c:pt>
                <c:pt idx="4696">
                  <c:v>1671.1</c:v>
                </c:pt>
                <c:pt idx="4697">
                  <c:v>1715.5</c:v>
                </c:pt>
                <c:pt idx="4698">
                  <c:v>1706.05</c:v>
                </c:pt>
                <c:pt idx="4699">
                  <c:v>1689.1</c:v>
                </c:pt>
                <c:pt idx="4700">
                  <c:v>1701.4</c:v>
                </c:pt>
                <c:pt idx="4701">
                  <c:v>1694</c:v>
                </c:pt>
                <c:pt idx="4702">
                  <c:v>1689.95</c:v>
                </c:pt>
                <c:pt idx="4703">
                  <c:v>1675.1</c:v>
                </c:pt>
                <c:pt idx="4704">
                  <c:v>1744</c:v>
                </c:pt>
                <c:pt idx="4705">
                  <c:v>1733.3</c:v>
                </c:pt>
                <c:pt idx="4706">
                  <c:v>1732.2</c:v>
                </c:pt>
                <c:pt idx="4707">
                  <c:v>1768.5</c:v>
                </c:pt>
                <c:pt idx="4708">
                  <c:v>1754</c:v>
                </c:pt>
                <c:pt idx="4709">
                  <c:v>1825.6</c:v>
                </c:pt>
                <c:pt idx="4710">
                  <c:v>1807.65</c:v>
                </c:pt>
                <c:pt idx="4711">
                  <c:v>1848.1</c:v>
                </c:pt>
                <c:pt idx="4712">
                  <c:v>1801.5</c:v>
                </c:pt>
                <c:pt idx="4713">
                  <c:v>1824.3</c:v>
                </c:pt>
                <c:pt idx="4714">
                  <c:v>1795.8</c:v>
                </c:pt>
                <c:pt idx="4715">
                  <c:v>1794.9</c:v>
                </c:pt>
                <c:pt idx="4716">
                  <c:v>1839.1</c:v>
                </c:pt>
                <c:pt idx="4717">
                  <c:v>1855.55</c:v>
                </c:pt>
                <c:pt idx="4718">
                  <c:v>1860.55</c:v>
                </c:pt>
                <c:pt idx="4719">
                  <c:v>1850.7</c:v>
                </c:pt>
                <c:pt idx="4720">
                  <c:v>1840.75</c:v>
                </c:pt>
                <c:pt idx="4721">
                  <c:v>1844.8</c:v>
                </c:pt>
                <c:pt idx="4722">
                  <c:v>1834.25</c:v>
                </c:pt>
                <c:pt idx="4723">
                  <c:v>1803.5</c:v>
                </c:pt>
                <c:pt idx="4724">
                  <c:v>1784.65</c:v>
                </c:pt>
                <c:pt idx="4725">
                  <c:v>1791.6</c:v>
                </c:pt>
                <c:pt idx="4726">
                  <c:v>1814.9</c:v>
                </c:pt>
                <c:pt idx="4727">
                  <c:v>1822.05</c:v>
                </c:pt>
                <c:pt idx="4728">
                  <c:v>1819.65</c:v>
                </c:pt>
                <c:pt idx="4729">
                  <c:v>1801.1</c:v>
                </c:pt>
                <c:pt idx="4730">
                  <c:v>1784.6</c:v>
                </c:pt>
                <c:pt idx="4731">
                  <c:v>1788.4</c:v>
                </c:pt>
                <c:pt idx="4732">
                  <c:v>1781.7</c:v>
                </c:pt>
                <c:pt idx="4733">
                  <c:v>1784.95</c:v>
                </c:pt>
                <c:pt idx="4734">
                  <c:v>1770.85</c:v>
                </c:pt>
                <c:pt idx="4735">
                  <c:v>1785</c:v>
                </c:pt>
                <c:pt idx="4736">
                  <c:v>1786.2</c:v>
                </c:pt>
                <c:pt idx="4737">
                  <c:v>1769.4</c:v>
                </c:pt>
                <c:pt idx="4738">
                  <c:v>1763.9</c:v>
                </c:pt>
                <c:pt idx="4739">
                  <c:v>1789.85</c:v>
                </c:pt>
                <c:pt idx="4740">
                  <c:v>1772.55</c:v>
                </c:pt>
                <c:pt idx="4741">
                  <c:v>1751.5</c:v>
                </c:pt>
                <c:pt idx="4742">
                  <c:v>1744.1</c:v>
                </c:pt>
                <c:pt idx="4743">
                  <c:v>1746.9</c:v>
                </c:pt>
                <c:pt idx="4744">
                  <c:v>1750.2</c:v>
                </c:pt>
                <c:pt idx="4745">
                  <c:v>1767.2</c:v>
                </c:pt>
                <c:pt idx="4746">
                  <c:v>1759.5</c:v>
                </c:pt>
                <c:pt idx="4747">
                  <c:v>1756.8</c:v>
                </c:pt>
                <c:pt idx="4748">
                  <c:v>1743</c:v>
                </c:pt>
                <c:pt idx="4749">
                  <c:v>1756.7</c:v>
                </c:pt>
                <c:pt idx="4750">
                  <c:v>1733.35</c:v>
                </c:pt>
                <c:pt idx="4751">
                  <c:v>1763.25</c:v>
                </c:pt>
                <c:pt idx="4752">
                  <c:v>1799.3</c:v>
                </c:pt>
                <c:pt idx="4753">
                  <c:v>1802.6</c:v>
                </c:pt>
                <c:pt idx="4754">
                  <c:v>1821.45</c:v>
                </c:pt>
                <c:pt idx="4755">
                  <c:v>1829.95</c:v>
                </c:pt>
                <c:pt idx="4756">
                  <c:v>1839.05</c:v>
                </c:pt>
                <c:pt idx="4757">
                  <c:v>1817.3</c:v>
                </c:pt>
                <c:pt idx="4758">
                  <c:v>1804.8</c:v>
                </c:pt>
                <c:pt idx="4759">
                  <c:v>1794.5</c:v>
                </c:pt>
                <c:pt idx="4760">
                  <c:v>1798.95</c:v>
                </c:pt>
                <c:pt idx="4761">
                  <c:v>1785.05</c:v>
                </c:pt>
                <c:pt idx="4762">
                  <c:v>1772.8</c:v>
                </c:pt>
                <c:pt idx="4763">
                  <c:v>1751.9</c:v>
                </c:pt>
                <c:pt idx="4764">
                  <c:v>1737.95</c:v>
                </c:pt>
                <c:pt idx="4765">
                  <c:v>1733.5</c:v>
                </c:pt>
                <c:pt idx="4766">
                  <c:v>1754.7</c:v>
                </c:pt>
                <c:pt idx="4767">
                  <c:v>1768.55</c:v>
                </c:pt>
                <c:pt idx="4768">
                  <c:v>1770.15</c:v>
                </c:pt>
                <c:pt idx="4769">
                  <c:v>1772.25</c:v>
                </c:pt>
                <c:pt idx="4770">
                  <c:v>1736.5</c:v>
                </c:pt>
                <c:pt idx="4771">
                  <c:v>1732.65</c:v>
                </c:pt>
                <c:pt idx="4772">
                  <c:v>1734.65</c:v>
                </c:pt>
                <c:pt idx="4773">
                  <c:v>1724.6</c:v>
                </c:pt>
                <c:pt idx="4774">
                  <c:v>1699.8</c:v>
                </c:pt>
                <c:pt idx="4775">
                  <c:v>1705.4</c:v>
                </c:pt>
                <c:pt idx="4776">
                  <c:v>1701.6</c:v>
                </c:pt>
                <c:pt idx="4777">
                  <c:v>1714.95</c:v>
                </c:pt>
                <c:pt idx="4778">
                  <c:v>1734.8</c:v>
                </c:pt>
                <c:pt idx="4779">
                  <c:v>1747.6</c:v>
                </c:pt>
                <c:pt idx="4780">
                  <c:v>1737.3</c:v>
                </c:pt>
                <c:pt idx="4781">
                  <c:v>1698.4</c:v>
                </c:pt>
                <c:pt idx="4782">
                  <c:v>1697.55</c:v>
                </c:pt>
                <c:pt idx="4783">
                  <c:v>1699.65</c:v>
                </c:pt>
                <c:pt idx="4784">
                  <c:v>1687.55</c:v>
                </c:pt>
                <c:pt idx="4785">
                  <c:v>1678.05</c:v>
                </c:pt>
                <c:pt idx="4786">
                  <c:v>1673.85</c:v>
                </c:pt>
                <c:pt idx="4787">
                  <c:v>1683.8</c:v>
                </c:pt>
                <c:pt idx="4788">
                  <c:v>1680.8</c:v>
                </c:pt>
                <c:pt idx="4789">
                  <c:v>1683.9</c:v>
                </c:pt>
                <c:pt idx="4790">
                  <c:v>1706.8</c:v>
                </c:pt>
                <c:pt idx="4791">
                  <c:v>1690</c:v>
                </c:pt>
                <c:pt idx="4792">
                  <c:v>1687.15</c:v>
                </c:pt>
                <c:pt idx="4793">
                  <c:v>1670.8</c:v>
                </c:pt>
                <c:pt idx="4794">
                  <c:v>1666.55</c:v>
                </c:pt>
                <c:pt idx="4795">
                  <c:v>1659.1</c:v>
                </c:pt>
                <c:pt idx="4796">
                  <c:v>1664.9</c:v>
                </c:pt>
                <c:pt idx="4797">
                  <c:v>1680.5</c:v>
                </c:pt>
                <c:pt idx="4798">
                  <c:v>1694.15</c:v>
                </c:pt>
                <c:pt idx="4799">
                  <c:v>1710.4</c:v>
                </c:pt>
                <c:pt idx="4800">
                  <c:v>1721.65</c:v>
                </c:pt>
                <c:pt idx="4801">
                  <c:v>1722.05</c:v>
                </c:pt>
                <c:pt idx="4802">
                  <c:v>1738.55</c:v>
                </c:pt>
                <c:pt idx="4803">
                  <c:v>1739.9</c:v>
                </c:pt>
                <c:pt idx="4804">
                  <c:v>1739.85</c:v>
                </c:pt>
                <c:pt idx="4805">
                  <c:v>1744.2</c:v>
                </c:pt>
                <c:pt idx="4806">
                  <c:v>1752.6</c:v>
                </c:pt>
                <c:pt idx="4807">
                  <c:v>1734.2</c:v>
                </c:pt>
                <c:pt idx="4808">
                  <c:v>1747.35</c:v>
                </c:pt>
                <c:pt idx="4809">
                  <c:v>1757.7</c:v>
                </c:pt>
                <c:pt idx="4810">
                  <c:v>1723.55</c:v>
                </c:pt>
                <c:pt idx="4811">
                  <c:v>1693.55</c:v>
                </c:pt>
                <c:pt idx="4812">
                  <c:v>1668.9</c:v>
                </c:pt>
                <c:pt idx="4813">
                  <c:v>1697.5</c:v>
                </c:pt>
                <c:pt idx="4814">
                  <c:v>1688.7</c:v>
                </c:pt>
                <c:pt idx="4815">
                  <c:v>1703.75</c:v>
                </c:pt>
                <c:pt idx="4816">
                  <c:v>1687.45</c:v>
                </c:pt>
                <c:pt idx="4817">
                  <c:v>1702</c:v>
                </c:pt>
                <c:pt idx="4818">
                  <c:v>1698.5</c:v>
                </c:pt>
                <c:pt idx="4819">
                  <c:v>1671.05</c:v>
                </c:pt>
                <c:pt idx="4820">
                  <c:v>1688.2</c:v>
                </c:pt>
                <c:pt idx="4821">
                  <c:v>1736.8</c:v>
                </c:pt>
                <c:pt idx="4822">
                  <c:v>1772.5</c:v>
                </c:pt>
                <c:pt idx="4823">
                  <c:v>1785.25</c:v>
                </c:pt>
                <c:pt idx="4824">
                  <c:v>1768.3</c:v>
                </c:pt>
                <c:pt idx="4825">
                  <c:v>1753.85</c:v>
                </c:pt>
                <c:pt idx="4826">
                  <c:v>1749.6</c:v>
                </c:pt>
                <c:pt idx="4827">
                  <c:v>1771.95</c:v>
                </c:pt>
                <c:pt idx="4828">
                  <c:v>1776.9</c:v>
                </c:pt>
                <c:pt idx="4829">
                  <c:v>1780.85</c:v>
                </c:pt>
                <c:pt idx="4830">
                  <c:v>1784.25</c:v>
                </c:pt>
                <c:pt idx="4831">
                  <c:v>1788.5</c:v>
                </c:pt>
                <c:pt idx="4832">
                  <c:v>1839.7</c:v>
                </c:pt>
                <c:pt idx="4833">
                  <c:v>1815.6</c:v>
                </c:pt>
                <c:pt idx="4834">
                  <c:v>1837.75</c:v>
                </c:pt>
                <c:pt idx="4835">
                  <c:v>1830.75</c:v>
                </c:pt>
                <c:pt idx="4836">
                  <c:v>1852.5</c:v>
                </c:pt>
                <c:pt idx="4837">
                  <c:v>1839.8</c:v>
                </c:pt>
                <c:pt idx="4838">
                  <c:v>1847.1</c:v>
                </c:pt>
                <c:pt idx="4839">
                  <c:v>1845.5</c:v>
                </c:pt>
                <c:pt idx="4840">
                  <c:v>1822.95</c:v>
                </c:pt>
                <c:pt idx="4841">
                  <c:v>1818.05</c:v>
                </c:pt>
                <c:pt idx="4842">
                  <c:v>1809.6</c:v>
                </c:pt>
                <c:pt idx="4843">
                  <c:v>1811.7</c:v>
                </c:pt>
                <c:pt idx="4844">
                  <c:v>1805.05</c:v>
                </c:pt>
                <c:pt idx="4845">
                  <c:v>1766.65</c:v>
                </c:pt>
                <c:pt idx="4846">
                  <c:v>1764.45</c:v>
                </c:pt>
                <c:pt idx="4847">
                  <c:v>1756.45</c:v>
                </c:pt>
                <c:pt idx="4848">
                  <c:v>1761</c:v>
                </c:pt>
                <c:pt idx="4849">
                  <c:v>1774.4</c:v>
                </c:pt>
                <c:pt idx="4850">
                  <c:v>1787.6</c:v>
                </c:pt>
                <c:pt idx="4851">
                  <c:v>1780.2</c:v>
                </c:pt>
                <c:pt idx="4852">
                  <c:v>1789.2</c:v>
                </c:pt>
                <c:pt idx="4853">
                  <c:v>1784.7</c:v>
                </c:pt>
                <c:pt idx="4854">
                  <c:v>1793.6</c:v>
                </c:pt>
                <c:pt idx="4855">
                  <c:v>1791.4</c:v>
                </c:pt>
                <c:pt idx="4856">
                  <c:v>1753.55</c:v>
                </c:pt>
                <c:pt idx="4857">
                  <c:v>1740.25</c:v>
                </c:pt>
                <c:pt idx="4858">
                  <c:v>1718.6</c:v>
                </c:pt>
                <c:pt idx="4859">
                  <c:v>1730.9</c:v>
                </c:pt>
                <c:pt idx="4860">
                  <c:v>1713.2</c:v>
                </c:pt>
                <c:pt idx="4861">
                  <c:v>1716.95</c:v>
                </c:pt>
                <c:pt idx="4862">
                  <c:v>1741.3</c:v>
                </c:pt>
                <c:pt idx="4863">
                  <c:v>1760.7</c:v>
                </c:pt>
                <c:pt idx="4864">
                  <c:v>1739.15</c:v>
                </c:pt>
                <c:pt idx="4865">
                  <c:v>1720.4</c:v>
                </c:pt>
                <c:pt idx="4866">
                  <c:v>1680.7</c:v>
                </c:pt>
                <c:pt idx="4867">
                  <c:v>1693.35</c:v>
                </c:pt>
                <c:pt idx="4868">
                  <c:v>1728.65</c:v>
                </c:pt>
                <c:pt idx="4869">
                  <c:v>1736.65</c:v>
                </c:pt>
                <c:pt idx="4870">
                  <c:v>1730.65</c:v>
                </c:pt>
                <c:pt idx="4871">
                  <c:v>1713.3</c:v>
                </c:pt>
                <c:pt idx="4872">
                  <c:v>1719.9</c:v>
                </c:pt>
                <c:pt idx="4873">
                  <c:v>1726.65</c:v>
                </c:pt>
                <c:pt idx="4874">
                  <c:v>1731.3</c:v>
                </c:pt>
                <c:pt idx="4875">
                  <c:v>1737.45</c:v>
                </c:pt>
                <c:pt idx="4876">
                  <c:v>1741.2</c:v>
                </c:pt>
                <c:pt idx="4877">
                  <c:v>1744.1</c:v>
                </c:pt>
                <c:pt idx="4878">
                  <c:v>1777.25</c:v>
                </c:pt>
                <c:pt idx="4879">
                  <c:v>1803.1</c:v>
                </c:pt>
                <c:pt idx="4880">
                  <c:v>1841.35</c:v>
                </c:pt>
                <c:pt idx="4881">
                  <c:v>1824.75</c:v>
                </c:pt>
                <c:pt idx="4882">
                  <c:v>1839.05</c:v>
                </c:pt>
                <c:pt idx="4883">
                  <c:v>1828.65</c:v>
                </c:pt>
                <c:pt idx="4884">
                  <c:v>1820.9</c:v>
                </c:pt>
                <c:pt idx="4885">
                  <c:v>1843.4</c:v>
                </c:pt>
                <c:pt idx="4886">
                  <c:v>1850</c:v>
                </c:pt>
                <c:pt idx="4887">
                  <c:v>1872.1</c:v>
                </c:pt>
                <c:pt idx="4888">
                  <c:v>1860</c:v>
                </c:pt>
                <c:pt idx="4889">
                  <c:v>1876.55</c:v>
                </c:pt>
                <c:pt idx="4890">
                  <c:v>1861.4</c:v>
                </c:pt>
                <c:pt idx="4891">
                  <c:v>1828.1</c:v>
                </c:pt>
                <c:pt idx="4892">
                  <c:v>1832.95</c:v>
                </c:pt>
                <c:pt idx="4893">
                  <c:v>1881.9</c:v>
                </c:pt>
                <c:pt idx="4894">
                  <c:v>1841.85</c:v>
                </c:pt>
                <c:pt idx="4895">
                  <c:v>1846.6</c:v>
                </c:pt>
                <c:pt idx="4896">
                  <c:v>1829.75</c:v>
                </c:pt>
                <c:pt idx="4897">
                  <c:v>1819.15</c:v>
                </c:pt>
                <c:pt idx="4898">
                  <c:v>1834.05</c:v>
                </c:pt>
                <c:pt idx="4899">
                  <c:v>1824.3</c:v>
                </c:pt>
                <c:pt idx="4900">
                  <c:v>1805.4</c:v>
                </c:pt>
                <c:pt idx="4901">
                  <c:v>1805.55</c:v>
                </c:pt>
                <c:pt idx="4902">
                  <c:v>1816.3</c:v>
                </c:pt>
                <c:pt idx="4903">
                  <c:v>1831.2</c:v>
                </c:pt>
                <c:pt idx="4904">
                  <c:v>1829.2</c:v>
                </c:pt>
                <c:pt idx="4905">
                  <c:v>1812.75</c:v>
                </c:pt>
                <c:pt idx="4906">
                  <c:v>1969.75</c:v>
                </c:pt>
                <c:pt idx="4907">
                  <c:v>2039.75</c:v>
                </c:pt>
                <c:pt idx="4908">
                  <c:v>2050.4499999999998</c:v>
                </c:pt>
                <c:pt idx="4909">
                  <c:v>2051.5</c:v>
                </c:pt>
                <c:pt idx="4910">
                  <c:v>2034.4</c:v>
                </c:pt>
                <c:pt idx="4911">
                  <c:v>2010.9</c:v>
                </c:pt>
                <c:pt idx="4912">
                  <c:v>1981.95</c:v>
                </c:pt>
                <c:pt idx="4913">
                  <c:v>1990.3</c:v>
                </c:pt>
                <c:pt idx="4914">
                  <c:v>1962.05</c:v>
                </c:pt>
                <c:pt idx="4915">
                  <c:v>1944.2</c:v>
                </c:pt>
                <c:pt idx="4916">
                  <c:v>1940.05</c:v>
                </c:pt>
                <c:pt idx="4917">
                  <c:v>1948</c:v>
                </c:pt>
                <c:pt idx="4918">
                  <c:v>1968.75</c:v>
                </c:pt>
                <c:pt idx="4919">
                  <c:v>2004.65</c:v>
                </c:pt>
                <c:pt idx="4920">
                  <c:v>2014.25</c:v>
                </c:pt>
                <c:pt idx="4921">
                  <c:v>2064.4</c:v>
                </c:pt>
                <c:pt idx="4922">
                  <c:v>2071</c:v>
                </c:pt>
                <c:pt idx="4923">
                  <c:v>2103.85</c:v>
                </c:pt>
                <c:pt idx="4924">
                  <c:v>2106.85</c:v>
                </c:pt>
                <c:pt idx="4925">
                  <c:v>2127.35</c:v>
                </c:pt>
                <c:pt idx="4926">
                  <c:v>2133.25</c:v>
                </c:pt>
                <c:pt idx="4927">
                  <c:v>2133.35</c:v>
                </c:pt>
                <c:pt idx="4928">
                  <c:v>2145.1</c:v>
                </c:pt>
                <c:pt idx="4929">
                  <c:v>2139.75</c:v>
                </c:pt>
                <c:pt idx="4930">
                  <c:v>2160.1999999999998</c:v>
                </c:pt>
                <c:pt idx="4931">
                  <c:v>2169.4</c:v>
                </c:pt>
                <c:pt idx="4932">
                  <c:v>2175.35</c:v>
                </c:pt>
                <c:pt idx="4933">
                  <c:v>2179.35</c:v>
                </c:pt>
                <c:pt idx="4934">
                  <c:v>2158.15</c:v>
                </c:pt>
                <c:pt idx="4935">
                  <c:v>2172.15</c:v>
                </c:pt>
                <c:pt idx="4936">
                  <c:v>2179.4499999999998</c:v>
                </c:pt>
                <c:pt idx="4937">
                  <c:v>2138.25</c:v>
                </c:pt>
                <c:pt idx="4938">
                  <c:v>2086.4</c:v>
                </c:pt>
                <c:pt idx="4939">
                  <c:v>2081.35</c:v>
                </c:pt>
                <c:pt idx="4940">
                  <c:v>2091</c:v>
                </c:pt>
                <c:pt idx="4941">
                  <c:v>2069.0500000000002</c:v>
                </c:pt>
                <c:pt idx="4942">
                  <c:v>2057.6999999999998</c:v>
                </c:pt>
                <c:pt idx="4943">
                  <c:v>2056.1999999999998</c:v>
                </c:pt>
                <c:pt idx="4944">
                  <c:v>2037.75</c:v>
                </c:pt>
                <c:pt idx="4945">
                  <c:v>2026.5</c:v>
                </c:pt>
                <c:pt idx="4946">
                  <c:v>2048.65</c:v>
                </c:pt>
                <c:pt idx="4947">
                  <c:v>2028.35</c:v>
                </c:pt>
                <c:pt idx="4948">
                  <c:v>2062.4</c:v>
                </c:pt>
                <c:pt idx="4949">
                  <c:v>2058.35</c:v>
                </c:pt>
                <c:pt idx="4950">
                  <c:v>2093.25</c:v>
                </c:pt>
                <c:pt idx="4951">
                  <c:v>2087.15</c:v>
                </c:pt>
                <c:pt idx="4952">
                  <c:v>2035.3</c:v>
                </c:pt>
                <c:pt idx="4953">
                  <c:v>2043.2</c:v>
                </c:pt>
                <c:pt idx="4954">
                  <c:v>2028.45</c:v>
                </c:pt>
                <c:pt idx="4955">
                  <c:v>2048</c:v>
                </c:pt>
                <c:pt idx="4956">
                  <c:v>2037.45</c:v>
                </c:pt>
                <c:pt idx="4957">
                  <c:v>2026.05</c:v>
                </c:pt>
                <c:pt idx="4958">
                  <c:v>2008.15</c:v>
                </c:pt>
                <c:pt idx="4959">
                  <c:v>2025.35</c:v>
                </c:pt>
                <c:pt idx="4960">
                  <c:v>2010.45</c:v>
                </c:pt>
                <c:pt idx="4961">
                  <c:v>2007.35</c:v>
                </c:pt>
                <c:pt idx="4962">
                  <c:v>2006.2</c:v>
                </c:pt>
                <c:pt idx="4963">
                  <c:v>1974.75</c:v>
                </c:pt>
                <c:pt idx="4964">
                  <c:v>1961.35</c:v>
                </c:pt>
                <c:pt idx="4965">
                  <c:v>1928.55</c:v>
                </c:pt>
                <c:pt idx="4966">
                  <c:v>1951.1</c:v>
                </c:pt>
                <c:pt idx="4967">
                  <c:v>1943.1</c:v>
                </c:pt>
                <c:pt idx="4968">
                  <c:v>1950.4</c:v>
                </c:pt>
                <c:pt idx="4969">
                  <c:v>1946.4</c:v>
                </c:pt>
                <c:pt idx="4970">
                  <c:v>1944.95</c:v>
                </c:pt>
                <c:pt idx="4971">
                  <c:v>1949.9</c:v>
                </c:pt>
                <c:pt idx="4972">
                  <c:v>1937.25</c:v>
                </c:pt>
                <c:pt idx="4973">
                  <c:v>1923</c:v>
                </c:pt>
                <c:pt idx="4974">
                  <c:v>1936.55</c:v>
                </c:pt>
                <c:pt idx="4975">
                  <c:v>1938.05</c:v>
                </c:pt>
                <c:pt idx="4976">
                  <c:v>1927.45</c:v>
                </c:pt>
                <c:pt idx="4977">
                  <c:v>1915.45</c:v>
                </c:pt>
                <c:pt idx="4978">
                  <c:v>1920.7</c:v>
                </c:pt>
                <c:pt idx="4979">
                  <c:v>1929.35</c:v>
                </c:pt>
                <c:pt idx="4980">
                  <c:v>1935.05</c:v>
                </c:pt>
                <c:pt idx="4981">
                  <c:v>1954</c:v>
                </c:pt>
                <c:pt idx="4982">
                  <c:v>1994.85</c:v>
                </c:pt>
                <c:pt idx="4983">
                  <c:v>2008.8</c:v>
                </c:pt>
                <c:pt idx="4984">
                  <c:v>2021.65</c:v>
                </c:pt>
                <c:pt idx="4985">
                  <c:v>2049.25</c:v>
                </c:pt>
                <c:pt idx="4986">
                  <c:v>2060.3000000000002</c:v>
                </c:pt>
                <c:pt idx="4987">
                  <c:v>2062.85</c:v>
                </c:pt>
                <c:pt idx="4988">
                  <c:v>2055.4</c:v>
                </c:pt>
                <c:pt idx="4989">
                  <c:v>2051.6999999999998</c:v>
                </c:pt>
                <c:pt idx="4990">
                  <c:v>2056.9</c:v>
                </c:pt>
                <c:pt idx="4991">
                  <c:v>2073.6999999999998</c:v>
                </c:pt>
                <c:pt idx="4992">
                  <c:v>2061.35</c:v>
                </c:pt>
                <c:pt idx="4993">
                  <c:v>2060.6</c:v>
                </c:pt>
                <c:pt idx="4994">
                  <c:v>2074.1999999999998</c:v>
                </c:pt>
                <c:pt idx="4995">
                  <c:v>2058.1</c:v>
                </c:pt>
                <c:pt idx="4996">
                  <c:v>2034.25</c:v>
                </c:pt>
                <c:pt idx="4997">
                  <c:v>2074.9</c:v>
                </c:pt>
                <c:pt idx="4998">
                  <c:v>2178.9499999999998</c:v>
                </c:pt>
                <c:pt idx="4999">
                  <c:v>2155.6</c:v>
                </c:pt>
                <c:pt idx="5000">
                  <c:v>2160.3000000000002</c:v>
                </c:pt>
                <c:pt idx="5001">
                  <c:v>2156.4</c:v>
                </c:pt>
                <c:pt idx="5002">
                  <c:v>2159.9499999999998</c:v>
                </c:pt>
                <c:pt idx="5003">
                  <c:v>2159.3000000000002</c:v>
                </c:pt>
                <c:pt idx="5004">
                  <c:v>2152.65</c:v>
                </c:pt>
                <c:pt idx="5005">
                  <c:v>2260.35</c:v>
                </c:pt>
                <c:pt idx="5006">
                  <c:v>2283.4</c:v>
                </c:pt>
                <c:pt idx="5007">
                  <c:v>2255.0500000000002</c:v>
                </c:pt>
                <c:pt idx="5008">
                  <c:v>2252.6</c:v>
                </c:pt>
                <c:pt idx="5009">
                  <c:v>2234.4</c:v>
                </c:pt>
                <c:pt idx="5010">
                  <c:v>2292.15</c:v>
                </c:pt>
                <c:pt idx="5011">
                  <c:v>2248.25</c:v>
                </c:pt>
                <c:pt idx="5012">
                  <c:v>2215.15</c:v>
                </c:pt>
                <c:pt idx="5013">
                  <c:v>2233.6</c:v>
                </c:pt>
                <c:pt idx="5014">
                  <c:v>2236.1999999999998</c:v>
                </c:pt>
                <c:pt idx="5015">
                  <c:v>2254.9499999999998</c:v>
                </c:pt>
                <c:pt idx="5016">
                  <c:v>2174.75</c:v>
                </c:pt>
                <c:pt idx="5017">
                  <c:v>2159.4499999999998</c:v>
                </c:pt>
                <c:pt idx="5018">
                  <c:v>2166.65</c:v>
                </c:pt>
                <c:pt idx="5019">
                  <c:v>2175.85</c:v>
                </c:pt>
                <c:pt idx="5020">
                  <c:v>2218</c:v>
                </c:pt>
                <c:pt idx="5021">
                  <c:v>2188.9</c:v>
                </c:pt>
                <c:pt idx="5022">
                  <c:v>2121.5</c:v>
                </c:pt>
                <c:pt idx="5023">
                  <c:v>2155</c:v>
                </c:pt>
                <c:pt idx="5024">
                  <c:v>2055.9499999999998</c:v>
                </c:pt>
                <c:pt idx="5025">
                  <c:v>2033.2</c:v>
                </c:pt>
                <c:pt idx="5026">
                  <c:v>1941.9</c:v>
                </c:pt>
                <c:pt idx="5027">
                  <c:v>2004.05</c:v>
                </c:pt>
                <c:pt idx="5028">
                  <c:v>1923.8</c:v>
                </c:pt>
                <c:pt idx="5029">
                  <c:v>1838.3</c:v>
                </c:pt>
                <c:pt idx="5030">
                  <c:v>2051.6999999999998</c:v>
                </c:pt>
                <c:pt idx="5031">
                  <c:v>1869.7</c:v>
                </c:pt>
                <c:pt idx="5032">
                  <c:v>2027.85</c:v>
                </c:pt>
                <c:pt idx="5033">
                  <c:v>2088.15</c:v>
                </c:pt>
                <c:pt idx="5034">
                  <c:v>2194.9</c:v>
                </c:pt>
                <c:pt idx="5035">
                  <c:v>2140.5500000000002</c:v>
                </c:pt>
                <c:pt idx="5036">
                  <c:v>2184.35</c:v>
                </c:pt>
                <c:pt idx="5037">
                  <c:v>2298.5</c:v>
                </c:pt>
                <c:pt idx="5038">
                  <c:v>2179.65</c:v>
                </c:pt>
                <c:pt idx="5039">
                  <c:v>2154.1</c:v>
                </c:pt>
                <c:pt idx="5040">
                  <c:v>2444.9</c:v>
                </c:pt>
                <c:pt idx="5041">
                  <c:v>2460.85</c:v>
                </c:pt>
                <c:pt idx="5042">
                  <c:v>2372.25</c:v>
                </c:pt>
                <c:pt idx="5043">
                  <c:v>2346.4499999999998</c:v>
                </c:pt>
                <c:pt idx="5044">
                  <c:v>2487.5500000000002</c:v>
                </c:pt>
                <c:pt idx="5045">
                  <c:v>2436.1</c:v>
                </c:pt>
                <c:pt idx="5046">
                  <c:v>2385</c:v>
                </c:pt>
                <c:pt idx="5047">
                  <c:v>2336.5500000000002</c:v>
                </c:pt>
                <c:pt idx="5048">
                  <c:v>2317.4</c:v>
                </c:pt>
                <c:pt idx="5049">
                  <c:v>2386.15</c:v>
                </c:pt>
                <c:pt idx="5050">
                  <c:v>2317.5</c:v>
                </c:pt>
                <c:pt idx="5051">
                  <c:v>2283.1</c:v>
                </c:pt>
                <c:pt idx="5052">
                  <c:v>2320.4499999999998</c:v>
                </c:pt>
                <c:pt idx="5053">
                  <c:v>2289.9499999999998</c:v>
                </c:pt>
                <c:pt idx="5054">
                  <c:v>2231.75</c:v>
                </c:pt>
                <c:pt idx="5055">
                  <c:v>2195</c:v>
                </c:pt>
                <c:pt idx="5056">
                  <c:v>2082.65</c:v>
                </c:pt>
                <c:pt idx="5057">
                  <c:v>2041.5</c:v>
                </c:pt>
                <c:pt idx="5058">
                  <c:v>2010.2</c:v>
                </c:pt>
                <c:pt idx="5059">
                  <c:v>1992.05</c:v>
                </c:pt>
                <c:pt idx="5060">
                  <c:v>2089.4499999999998</c:v>
                </c:pt>
                <c:pt idx="5061">
                  <c:v>2048</c:v>
                </c:pt>
                <c:pt idx="5062">
                  <c:v>2011.55</c:v>
                </c:pt>
                <c:pt idx="5063">
                  <c:v>1995.75</c:v>
                </c:pt>
                <c:pt idx="5064">
                  <c:v>2006.05</c:v>
                </c:pt>
                <c:pt idx="5065">
                  <c:v>2032.1</c:v>
                </c:pt>
                <c:pt idx="5066">
                  <c:v>2005.25</c:v>
                </c:pt>
                <c:pt idx="5067">
                  <c:v>1975.55</c:v>
                </c:pt>
                <c:pt idx="5068">
                  <c:v>1990.85</c:v>
                </c:pt>
                <c:pt idx="5069">
                  <c:v>1970.9</c:v>
                </c:pt>
                <c:pt idx="5070">
                  <c:v>1987.9</c:v>
                </c:pt>
                <c:pt idx="5071">
                  <c:v>1977.8</c:v>
                </c:pt>
                <c:pt idx="5072">
                  <c:v>1998.1</c:v>
                </c:pt>
                <c:pt idx="5073">
                  <c:v>2009.95</c:v>
                </c:pt>
                <c:pt idx="5074">
                  <c:v>2057.35</c:v>
                </c:pt>
                <c:pt idx="5075">
                  <c:v>2108.5500000000002</c:v>
                </c:pt>
                <c:pt idx="5076">
                  <c:v>2107.4</c:v>
                </c:pt>
                <c:pt idx="5077">
                  <c:v>2120.5</c:v>
                </c:pt>
                <c:pt idx="5078">
                  <c:v>2120.6</c:v>
                </c:pt>
                <c:pt idx="5079">
                  <c:v>2087.6</c:v>
                </c:pt>
                <c:pt idx="5080">
                  <c:v>2111.6999999999998</c:v>
                </c:pt>
                <c:pt idx="5081">
                  <c:v>2106.5</c:v>
                </c:pt>
                <c:pt idx="5082">
                  <c:v>2119.6</c:v>
                </c:pt>
                <c:pt idx="5083">
                  <c:v>2106.9</c:v>
                </c:pt>
                <c:pt idx="5084">
                  <c:v>2107.25</c:v>
                </c:pt>
                <c:pt idx="5085">
                  <c:v>2084.3000000000002</c:v>
                </c:pt>
                <c:pt idx="5086">
                  <c:v>2076.35</c:v>
                </c:pt>
                <c:pt idx="5087">
                  <c:v>2078.25</c:v>
                </c:pt>
                <c:pt idx="5088">
                  <c:v>2065.35</c:v>
                </c:pt>
                <c:pt idx="5089">
                  <c:v>2092.75</c:v>
                </c:pt>
                <c:pt idx="5090">
                  <c:v>2100.8000000000002</c:v>
                </c:pt>
                <c:pt idx="5091">
                  <c:v>2155.9499999999998</c:v>
                </c:pt>
                <c:pt idx="5092">
                  <c:v>2130.3000000000002</c:v>
                </c:pt>
                <c:pt idx="5093">
                  <c:v>2173.15</c:v>
                </c:pt>
                <c:pt idx="5094">
                  <c:v>2154.1999999999998</c:v>
                </c:pt>
                <c:pt idx="5095">
                  <c:v>2182.9499999999998</c:v>
                </c:pt>
                <c:pt idx="5096">
                  <c:v>2180</c:v>
                </c:pt>
                <c:pt idx="5097">
                  <c:v>2170.4</c:v>
                </c:pt>
                <c:pt idx="5098">
                  <c:v>2151.75</c:v>
                </c:pt>
                <c:pt idx="5099">
                  <c:v>2173.6999999999998</c:v>
                </c:pt>
                <c:pt idx="5100">
                  <c:v>2161.6</c:v>
                </c:pt>
                <c:pt idx="5101">
                  <c:v>2154.15</c:v>
                </c:pt>
                <c:pt idx="5102">
                  <c:v>2186.0500000000002</c:v>
                </c:pt>
                <c:pt idx="5103">
                  <c:v>2175.85</c:v>
                </c:pt>
                <c:pt idx="5104">
                  <c:v>2223.8000000000002</c:v>
                </c:pt>
                <c:pt idx="5105">
                  <c:v>2265.25</c:v>
                </c:pt>
                <c:pt idx="5106">
                  <c:v>2234.75</c:v>
                </c:pt>
                <c:pt idx="5107">
                  <c:v>2275.15</c:v>
                </c:pt>
                <c:pt idx="5108">
                  <c:v>2287.85</c:v>
                </c:pt>
                <c:pt idx="5109">
                  <c:v>2334.5500000000002</c:v>
                </c:pt>
                <c:pt idx="5110">
                  <c:v>2330.9499999999998</c:v>
                </c:pt>
                <c:pt idx="5111">
                  <c:v>2318</c:v>
                </c:pt>
                <c:pt idx="5112">
                  <c:v>2248.5</c:v>
                </c:pt>
                <c:pt idx="5113">
                  <c:v>2211.35</c:v>
                </c:pt>
                <c:pt idx="5114">
                  <c:v>2209.3000000000002</c:v>
                </c:pt>
                <c:pt idx="5115">
                  <c:v>2221.5</c:v>
                </c:pt>
                <c:pt idx="5116">
                  <c:v>2242.5500000000002</c:v>
                </c:pt>
                <c:pt idx="5117">
                  <c:v>2231.3000000000002</c:v>
                </c:pt>
                <c:pt idx="5118">
                  <c:v>2195.6</c:v>
                </c:pt>
                <c:pt idx="5119">
                  <c:v>2209.9</c:v>
                </c:pt>
                <c:pt idx="5120">
                  <c:v>2204.5</c:v>
                </c:pt>
                <c:pt idx="5121">
                  <c:v>2197.8000000000002</c:v>
                </c:pt>
                <c:pt idx="5122">
                  <c:v>2194.5500000000002</c:v>
                </c:pt>
                <c:pt idx="5123">
                  <c:v>2220.4499999999998</c:v>
                </c:pt>
                <c:pt idx="5124">
                  <c:v>2210.5500000000002</c:v>
                </c:pt>
                <c:pt idx="5125">
                  <c:v>2206.75</c:v>
                </c:pt>
                <c:pt idx="5126">
                  <c:v>2210.65</c:v>
                </c:pt>
                <c:pt idx="5127">
                  <c:v>2195.1</c:v>
                </c:pt>
                <c:pt idx="5128">
                  <c:v>2198.65</c:v>
                </c:pt>
                <c:pt idx="5129">
                  <c:v>2173.9</c:v>
                </c:pt>
                <c:pt idx="5130">
                  <c:v>2196.0500000000002</c:v>
                </c:pt>
                <c:pt idx="5131">
                  <c:v>2214.35</c:v>
                </c:pt>
                <c:pt idx="5132">
                  <c:v>2193.6</c:v>
                </c:pt>
                <c:pt idx="5133">
                  <c:v>2185.6999999999998</c:v>
                </c:pt>
                <c:pt idx="5134">
                  <c:v>2202.0500000000002</c:v>
                </c:pt>
                <c:pt idx="5135">
                  <c:v>2194.4</c:v>
                </c:pt>
                <c:pt idx="5136">
                  <c:v>2179.1</c:v>
                </c:pt>
                <c:pt idx="5137">
                  <c:v>2182.8000000000002</c:v>
                </c:pt>
                <c:pt idx="5138">
                  <c:v>2171.25</c:v>
                </c:pt>
                <c:pt idx="5139">
                  <c:v>2151.9499999999998</c:v>
                </c:pt>
                <c:pt idx="5140">
                  <c:v>2117.35</c:v>
                </c:pt>
                <c:pt idx="5141">
                  <c:v>2161.65</c:v>
                </c:pt>
                <c:pt idx="5142">
                  <c:v>2141.65</c:v>
                </c:pt>
                <c:pt idx="5143">
                  <c:v>2139.15</c:v>
                </c:pt>
                <c:pt idx="5144">
                  <c:v>2124.65</c:v>
                </c:pt>
                <c:pt idx="5145">
                  <c:v>2162.6</c:v>
                </c:pt>
                <c:pt idx="5146">
                  <c:v>2142.25</c:v>
                </c:pt>
                <c:pt idx="5147">
                  <c:v>2132.25</c:v>
                </c:pt>
                <c:pt idx="5148">
                  <c:v>2133.9</c:v>
                </c:pt>
                <c:pt idx="5149">
                  <c:v>2159.25</c:v>
                </c:pt>
                <c:pt idx="5150">
                  <c:v>2123.5</c:v>
                </c:pt>
                <c:pt idx="5151">
                  <c:v>2124.4499999999998</c:v>
                </c:pt>
                <c:pt idx="5152">
                  <c:v>2143.5</c:v>
                </c:pt>
                <c:pt idx="5153">
                  <c:v>2128.1999999999998</c:v>
                </c:pt>
                <c:pt idx="5154">
                  <c:v>2098.6999999999998</c:v>
                </c:pt>
                <c:pt idx="5155">
                  <c:v>2037.8</c:v>
                </c:pt>
                <c:pt idx="5156">
                  <c:v>2026.8</c:v>
                </c:pt>
                <c:pt idx="5157">
                  <c:v>2052.5500000000002</c:v>
                </c:pt>
                <c:pt idx="5158">
                  <c:v>2060.9</c:v>
                </c:pt>
                <c:pt idx="5159">
                  <c:v>2079.0500000000002</c:v>
                </c:pt>
                <c:pt idx="5160">
                  <c:v>2063.3000000000002</c:v>
                </c:pt>
                <c:pt idx="5161">
                  <c:v>2033.2</c:v>
                </c:pt>
                <c:pt idx="5162">
                  <c:v>2068.25</c:v>
                </c:pt>
                <c:pt idx="5163">
                  <c:v>2095</c:v>
                </c:pt>
                <c:pt idx="5164">
                  <c:v>2111.0500000000002</c:v>
                </c:pt>
                <c:pt idx="5165">
                  <c:v>2115.9</c:v>
                </c:pt>
                <c:pt idx="5166">
                  <c:v>2139.35</c:v>
                </c:pt>
                <c:pt idx="5167">
                  <c:v>2160.8000000000002</c:v>
                </c:pt>
                <c:pt idx="5168">
                  <c:v>2139.65</c:v>
                </c:pt>
                <c:pt idx="5169">
                  <c:v>2138.4</c:v>
                </c:pt>
                <c:pt idx="5170">
                  <c:v>2138.1999999999998</c:v>
                </c:pt>
                <c:pt idx="5171">
                  <c:v>2158.15</c:v>
                </c:pt>
                <c:pt idx="5172">
                  <c:v>2152.5500000000002</c:v>
                </c:pt>
                <c:pt idx="5173">
                  <c:v>2150.5500000000002</c:v>
                </c:pt>
                <c:pt idx="5174">
                  <c:v>2177.8000000000002</c:v>
                </c:pt>
                <c:pt idx="5175">
                  <c:v>2173.1</c:v>
                </c:pt>
                <c:pt idx="5176">
                  <c:v>2163.15</c:v>
                </c:pt>
                <c:pt idx="5177">
                  <c:v>2179.35</c:v>
                </c:pt>
                <c:pt idx="5178">
                  <c:v>2143.85</c:v>
                </c:pt>
                <c:pt idx="5179">
                  <c:v>2166.75</c:v>
                </c:pt>
                <c:pt idx="5180">
                  <c:v>2176.6999999999998</c:v>
                </c:pt>
                <c:pt idx="5181">
                  <c:v>2164.35</c:v>
                </c:pt>
                <c:pt idx="5182">
                  <c:v>2122.1</c:v>
                </c:pt>
                <c:pt idx="5183">
                  <c:v>2071.3000000000002</c:v>
                </c:pt>
                <c:pt idx="5184">
                  <c:v>2072</c:v>
                </c:pt>
                <c:pt idx="5185">
                  <c:v>2055.6999999999998</c:v>
                </c:pt>
                <c:pt idx="5186">
                  <c:v>2060.0500000000002</c:v>
                </c:pt>
                <c:pt idx="5187">
                  <c:v>2102.35</c:v>
                </c:pt>
                <c:pt idx="5188">
                  <c:v>2094.15</c:v>
                </c:pt>
                <c:pt idx="5189">
                  <c:v>2132.5500000000002</c:v>
                </c:pt>
                <c:pt idx="5190">
                  <c:v>2136.6</c:v>
                </c:pt>
                <c:pt idx="5191">
                  <c:v>2131.15</c:v>
                </c:pt>
                <c:pt idx="5192">
                  <c:v>2192.1</c:v>
                </c:pt>
                <c:pt idx="5193">
                  <c:v>2185.35</c:v>
                </c:pt>
                <c:pt idx="5194">
                  <c:v>2187.6999999999998</c:v>
                </c:pt>
                <c:pt idx="5195">
                  <c:v>2177.6</c:v>
                </c:pt>
                <c:pt idx="5196">
                  <c:v>2132.1</c:v>
                </c:pt>
                <c:pt idx="5197">
                  <c:v>2130.75</c:v>
                </c:pt>
                <c:pt idx="5198">
                  <c:v>2120.25</c:v>
                </c:pt>
                <c:pt idx="5199">
                  <c:v>2129.4</c:v>
                </c:pt>
                <c:pt idx="5200">
                  <c:v>2157.35</c:v>
                </c:pt>
                <c:pt idx="5201">
                  <c:v>2135.85</c:v>
                </c:pt>
                <c:pt idx="5202">
                  <c:v>2154.1999999999998</c:v>
                </c:pt>
                <c:pt idx="5203">
                  <c:v>2138.1999999999998</c:v>
                </c:pt>
                <c:pt idx="5204">
                  <c:v>2133.0500000000002</c:v>
                </c:pt>
                <c:pt idx="5205">
                  <c:v>2139.3000000000002</c:v>
                </c:pt>
                <c:pt idx="5206">
                  <c:v>2127.75</c:v>
                </c:pt>
                <c:pt idx="5207">
                  <c:v>2184.1999999999998</c:v>
                </c:pt>
                <c:pt idx="5208">
                  <c:v>2256.15</c:v>
                </c:pt>
                <c:pt idx="5209">
                  <c:v>2260</c:v>
                </c:pt>
                <c:pt idx="5210">
                  <c:v>2292.1999999999998</c:v>
                </c:pt>
                <c:pt idx="5211">
                  <c:v>2350.4499999999998</c:v>
                </c:pt>
                <c:pt idx="5212">
                  <c:v>2374.75</c:v>
                </c:pt>
                <c:pt idx="5213">
                  <c:v>2370.75</c:v>
                </c:pt>
                <c:pt idx="5214">
                  <c:v>2320.0500000000002</c:v>
                </c:pt>
                <c:pt idx="5215">
                  <c:v>2343.9499999999998</c:v>
                </c:pt>
                <c:pt idx="5216">
                  <c:v>2315.3000000000002</c:v>
                </c:pt>
                <c:pt idx="5217">
                  <c:v>2333.4499999999998</c:v>
                </c:pt>
                <c:pt idx="5218">
                  <c:v>2305.9499999999998</c:v>
                </c:pt>
                <c:pt idx="5219">
                  <c:v>2311</c:v>
                </c:pt>
                <c:pt idx="5220">
                  <c:v>2370.35</c:v>
                </c:pt>
                <c:pt idx="5221">
                  <c:v>2402.25</c:v>
                </c:pt>
                <c:pt idx="5222">
                  <c:v>2388.9</c:v>
                </c:pt>
                <c:pt idx="5223">
                  <c:v>2384.3000000000002</c:v>
                </c:pt>
                <c:pt idx="5224">
                  <c:v>2406.6</c:v>
                </c:pt>
                <c:pt idx="5225">
                  <c:v>2395.4</c:v>
                </c:pt>
                <c:pt idx="5226">
                  <c:v>2387.5500000000002</c:v>
                </c:pt>
                <c:pt idx="5227">
                  <c:v>2426.5</c:v>
                </c:pt>
                <c:pt idx="5228">
                  <c:v>2450.5500000000002</c:v>
                </c:pt>
                <c:pt idx="5229">
                  <c:v>2417.3000000000002</c:v>
                </c:pt>
                <c:pt idx="5230">
                  <c:v>2368.85</c:v>
                </c:pt>
                <c:pt idx="5231">
                  <c:v>2391.1999999999998</c:v>
                </c:pt>
                <c:pt idx="5232">
                  <c:v>2429.1</c:v>
                </c:pt>
                <c:pt idx="5233">
                  <c:v>2375.9</c:v>
                </c:pt>
                <c:pt idx="5234">
                  <c:v>2372.35</c:v>
                </c:pt>
                <c:pt idx="5235">
                  <c:v>2398.5500000000002</c:v>
                </c:pt>
                <c:pt idx="5236">
                  <c:v>2351.15</c:v>
                </c:pt>
                <c:pt idx="5237">
                  <c:v>2332.6</c:v>
                </c:pt>
                <c:pt idx="5238">
                  <c:v>2363.15</c:v>
                </c:pt>
                <c:pt idx="5239">
                  <c:v>2355.9499999999998</c:v>
                </c:pt>
                <c:pt idx="5240">
                  <c:v>2367.65</c:v>
                </c:pt>
                <c:pt idx="5241">
                  <c:v>2409.35</c:v>
                </c:pt>
                <c:pt idx="5242">
                  <c:v>2399.6</c:v>
                </c:pt>
                <c:pt idx="5243">
                  <c:v>2391.3000000000002</c:v>
                </c:pt>
                <c:pt idx="5244">
                  <c:v>2300.4</c:v>
                </c:pt>
                <c:pt idx="5245">
                  <c:v>2263.9</c:v>
                </c:pt>
                <c:pt idx="5246">
                  <c:v>2248.6</c:v>
                </c:pt>
                <c:pt idx="5247">
                  <c:v>2230.4499999999998</c:v>
                </c:pt>
                <c:pt idx="5248">
                  <c:v>2232.85</c:v>
                </c:pt>
                <c:pt idx="5249">
                  <c:v>2245.6</c:v>
                </c:pt>
                <c:pt idx="5250">
                  <c:v>2269.5500000000002</c:v>
                </c:pt>
                <c:pt idx="5251">
                  <c:v>2236.65</c:v>
                </c:pt>
                <c:pt idx="5252">
                  <c:v>2216.25</c:v>
                </c:pt>
                <c:pt idx="5253">
                  <c:v>2235.5</c:v>
                </c:pt>
                <c:pt idx="5254">
                  <c:v>2263</c:v>
                </c:pt>
                <c:pt idx="5255">
                  <c:v>2241.5500000000002</c:v>
                </c:pt>
                <c:pt idx="5256">
                  <c:v>2215.1999999999998</c:v>
                </c:pt>
                <c:pt idx="5257">
                  <c:v>2196.1</c:v>
                </c:pt>
                <c:pt idx="5258">
                  <c:v>2163.9</c:v>
                </c:pt>
                <c:pt idx="5259">
                  <c:v>2146.85</c:v>
                </c:pt>
                <c:pt idx="5260">
                  <c:v>2181.1</c:v>
                </c:pt>
                <c:pt idx="5261">
                  <c:v>2167.6</c:v>
                </c:pt>
                <c:pt idx="5262">
                  <c:v>2179.25</c:v>
                </c:pt>
                <c:pt idx="5263">
                  <c:v>2178.85</c:v>
                </c:pt>
                <c:pt idx="5264">
                  <c:v>2163.3000000000002</c:v>
                </c:pt>
                <c:pt idx="5265">
                  <c:v>2132.0500000000002</c:v>
                </c:pt>
                <c:pt idx="5266">
                  <c:v>2143.4</c:v>
                </c:pt>
                <c:pt idx="5267">
                  <c:v>2177.9499999999998</c:v>
                </c:pt>
                <c:pt idx="5268">
                  <c:v>2193.5</c:v>
                </c:pt>
                <c:pt idx="5269">
                  <c:v>2196.9</c:v>
                </c:pt>
                <c:pt idx="5270">
                  <c:v>2201.1</c:v>
                </c:pt>
                <c:pt idx="5271">
                  <c:v>2174.5500000000002</c:v>
                </c:pt>
                <c:pt idx="5272">
                  <c:v>2198.5</c:v>
                </c:pt>
                <c:pt idx="5273">
                  <c:v>2227.85</c:v>
                </c:pt>
                <c:pt idx="5274">
                  <c:v>2204.75</c:v>
                </c:pt>
                <c:pt idx="5275">
                  <c:v>2210.85</c:v>
                </c:pt>
                <c:pt idx="5276">
                  <c:v>2244.0500000000002</c:v>
                </c:pt>
                <c:pt idx="5277">
                  <c:v>2226.3000000000002</c:v>
                </c:pt>
                <c:pt idx="5278">
                  <c:v>2215.1999999999998</c:v>
                </c:pt>
                <c:pt idx="5279">
                  <c:v>2312.0500000000002</c:v>
                </c:pt>
                <c:pt idx="5280">
                  <c:v>2353.1999999999998</c:v>
                </c:pt>
                <c:pt idx="5281">
                  <c:v>2337.3000000000002</c:v>
                </c:pt>
                <c:pt idx="5282">
                  <c:v>2318.6</c:v>
                </c:pt>
                <c:pt idx="5283">
                  <c:v>2237.0500000000002</c:v>
                </c:pt>
                <c:pt idx="5284">
                  <c:v>2317.9</c:v>
                </c:pt>
                <c:pt idx="5285">
                  <c:v>2398.75</c:v>
                </c:pt>
                <c:pt idx="5286">
                  <c:v>2431.5</c:v>
                </c:pt>
                <c:pt idx="5287">
                  <c:v>2399.1</c:v>
                </c:pt>
                <c:pt idx="5288">
                  <c:v>2373.1999999999998</c:v>
                </c:pt>
                <c:pt idx="5289">
                  <c:v>2408.3000000000002</c:v>
                </c:pt>
                <c:pt idx="5290">
                  <c:v>2405.25</c:v>
                </c:pt>
                <c:pt idx="5291">
                  <c:v>2409.9</c:v>
                </c:pt>
                <c:pt idx="5292">
                  <c:v>2476</c:v>
                </c:pt>
                <c:pt idx="5293">
                  <c:v>2462</c:v>
                </c:pt>
                <c:pt idx="5294">
                  <c:v>2454.4</c:v>
                </c:pt>
                <c:pt idx="5295">
                  <c:v>2460.65</c:v>
                </c:pt>
                <c:pt idx="5296">
                  <c:v>2458.9</c:v>
                </c:pt>
                <c:pt idx="5297">
                  <c:v>2436.65</c:v>
                </c:pt>
                <c:pt idx="5298">
                  <c:v>2397.4499999999998</c:v>
                </c:pt>
                <c:pt idx="5299">
                  <c:v>2349.4</c:v>
                </c:pt>
                <c:pt idx="5300">
                  <c:v>2307.75</c:v>
                </c:pt>
                <c:pt idx="5301">
                  <c:v>2360.65</c:v>
                </c:pt>
                <c:pt idx="5302">
                  <c:v>2379.85</c:v>
                </c:pt>
                <c:pt idx="5303">
                  <c:v>2406.5500000000002</c:v>
                </c:pt>
                <c:pt idx="5304">
                  <c:v>2407.6</c:v>
                </c:pt>
                <c:pt idx="5305">
                  <c:v>2353.75</c:v>
                </c:pt>
              </c:numCache>
            </c:numRef>
          </c:val>
          <c:smooth val="0"/>
          <c:extLst>
            <c:ext xmlns:c16="http://schemas.microsoft.com/office/drawing/2014/chart" uri="{C3380CC4-5D6E-409C-BE32-E72D297353CC}">
              <c16:uniqueId val="{00000001-DECE-45E5-9BD4-524E1216398A}"/>
            </c:ext>
          </c:extLst>
        </c:ser>
        <c:ser>
          <c:idx val="2"/>
          <c:order val="2"/>
          <c:tx>
            <c:strRef>
              <c:f>CONSUMERPIVOT!$D$1:$D$2</c:f>
              <c:strCache>
                <c:ptCount val="1"/>
                <c:pt idx="0">
                  <c:v>ITC</c:v>
                </c:pt>
              </c:strCache>
            </c:strRef>
          </c:tx>
          <c:spPr>
            <a:ln w="28575" cap="rnd">
              <a:solidFill>
                <a:srgbClr val="92D050"/>
              </a:solidFill>
              <a:round/>
            </a:ln>
            <a:effectLst/>
          </c:spPr>
          <c:marker>
            <c:symbol val="none"/>
          </c:marker>
          <c:cat>
            <c:strRef>
              <c:f>CONSUMERPIVOT!$A$3:$A$5309</c:f>
              <c:strCache>
                <c:ptCount val="5306"/>
                <c:pt idx="0">
                  <c:v>03-01-2000</c:v>
                </c:pt>
                <c:pt idx="1">
                  <c:v>04-01-2000</c:v>
                </c:pt>
                <c:pt idx="2">
                  <c:v>05-01-2000</c:v>
                </c:pt>
                <c:pt idx="3">
                  <c:v>06-01-2000</c:v>
                </c:pt>
                <c:pt idx="4">
                  <c:v>07-01-2000</c:v>
                </c:pt>
                <c:pt idx="5">
                  <c:v>10-01-2000</c:v>
                </c:pt>
                <c:pt idx="6">
                  <c:v>11-01-2000</c:v>
                </c:pt>
                <c:pt idx="7">
                  <c:v>12-01-2000</c:v>
                </c:pt>
                <c:pt idx="8">
                  <c:v>13-01-2000</c:v>
                </c:pt>
                <c:pt idx="9">
                  <c:v>14-01-2000</c:v>
                </c:pt>
                <c:pt idx="10">
                  <c:v>17-01-2000</c:v>
                </c:pt>
                <c:pt idx="11">
                  <c:v>18-01-2000</c:v>
                </c:pt>
                <c:pt idx="12">
                  <c:v>19-01-2000</c:v>
                </c:pt>
                <c:pt idx="13">
                  <c:v>20-01-2000</c:v>
                </c:pt>
                <c:pt idx="14">
                  <c:v>21-01-2000</c:v>
                </c:pt>
                <c:pt idx="15">
                  <c:v>24-01-2000</c:v>
                </c:pt>
                <c:pt idx="16">
                  <c:v>25-01-2000</c:v>
                </c:pt>
                <c:pt idx="17">
                  <c:v>27-01-2000</c:v>
                </c:pt>
                <c:pt idx="18">
                  <c:v>28-01-2000</c:v>
                </c:pt>
                <c:pt idx="19">
                  <c:v>31-01-2000</c:v>
                </c:pt>
                <c:pt idx="20">
                  <c:v>01-02-2000</c:v>
                </c:pt>
                <c:pt idx="21">
                  <c:v>02-02-2000</c:v>
                </c:pt>
                <c:pt idx="22">
                  <c:v>03-02-2000</c:v>
                </c:pt>
                <c:pt idx="23">
                  <c:v>04-02-2000</c:v>
                </c:pt>
                <c:pt idx="24">
                  <c:v>07-02-2000</c:v>
                </c:pt>
                <c:pt idx="25">
                  <c:v>08-02-2000</c:v>
                </c:pt>
                <c:pt idx="26">
                  <c:v>09-02-2000</c:v>
                </c:pt>
                <c:pt idx="27">
                  <c:v>10-02-2000</c:v>
                </c:pt>
                <c:pt idx="28">
                  <c:v>11-02-2000</c:v>
                </c:pt>
                <c:pt idx="29">
                  <c:v>14-02-2000</c:v>
                </c:pt>
                <c:pt idx="30">
                  <c:v>15-02-2000</c:v>
                </c:pt>
                <c:pt idx="31">
                  <c:v>16-02-2000</c:v>
                </c:pt>
                <c:pt idx="32">
                  <c:v>17-02-2000</c:v>
                </c:pt>
                <c:pt idx="33">
                  <c:v>18-02-2000</c:v>
                </c:pt>
                <c:pt idx="34">
                  <c:v>21-02-2000</c:v>
                </c:pt>
                <c:pt idx="35">
                  <c:v>22-02-2000</c:v>
                </c:pt>
                <c:pt idx="36">
                  <c:v>23-02-2000</c:v>
                </c:pt>
                <c:pt idx="37">
                  <c:v>24-02-2000</c:v>
                </c:pt>
                <c:pt idx="38">
                  <c:v>25-02-2000</c:v>
                </c:pt>
                <c:pt idx="39">
                  <c:v>28-02-2000</c:v>
                </c:pt>
                <c:pt idx="40">
                  <c:v>29-02-2000</c:v>
                </c:pt>
                <c:pt idx="41">
                  <c:v>01-03-2000</c:v>
                </c:pt>
                <c:pt idx="42">
                  <c:v>02-03-2000</c:v>
                </c:pt>
                <c:pt idx="43">
                  <c:v>03-03-2000</c:v>
                </c:pt>
                <c:pt idx="44">
                  <c:v>06-03-2000</c:v>
                </c:pt>
                <c:pt idx="45">
                  <c:v>07-03-2000</c:v>
                </c:pt>
                <c:pt idx="46">
                  <c:v>08-03-2000</c:v>
                </c:pt>
                <c:pt idx="47">
                  <c:v>09-03-2000</c:v>
                </c:pt>
                <c:pt idx="48">
                  <c:v>10-03-2000</c:v>
                </c:pt>
                <c:pt idx="49">
                  <c:v>13-03-2000</c:v>
                </c:pt>
                <c:pt idx="50">
                  <c:v>14-03-2000</c:v>
                </c:pt>
                <c:pt idx="51">
                  <c:v>15-03-2000</c:v>
                </c:pt>
                <c:pt idx="52">
                  <c:v>16-03-2000</c:v>
                </c:pt>
                <c:pt idx="53">
                  <c:v>21-03-2000</c:v>
                </c:pt>
                <c:pt idx="54">
                  <c:v>22-03-2000</c:v>
                </c:pt>
                <c:pt idx="55">
                  <c:v>23-03-2000</c:v>
                </c:pt>
                <c:pt idx="56">
                  <c:v>24-03-2000</c:v>
                </c:pt>
                <c:pt idx="57">
                  <c:v>27-03-2000</c:v>
                </c:pt>
                <c:pt idx="58">
                  <c:v>28-03-2000</c:v>
                </c:pt>
                <c:pt idx="59">
                  <c:v>29-03-2000</c:v>
                </c:pt>
                <c:pt idx="60">
                  <c:v>30-03-2000</c:v>
                </c:pt>
                <c:pt idx="61">
                  <c:v>31-03-2000</c:v>
                </c:pt>
                <c:pt idx="62">
                  <c:v>03-04-2000</c:v>
                </c:pt>
                <c:pt idx="63">
                  <c:v>04-04-2000</c:v>
                </c:pt>
                <c:pt idx="64">
                  <c:v>05-04-2000</c:v>
                </c:pt>
                <c:pt idx="65">
                  <c:v>06-04-2000</c:v>
                </c:pt>
                <c:pt idx="66">
                  <c:v>07-04-2000</c:v>
                </c:pt>
                <c:pt idx="67">
                  <c:v>10-04-2000</c:v>
                </c:pt>
                <c:pt idx="68">
                  <c:v>11-04-2000</c:v>
                </c:pt>
                <c:pt idx="69">
                  <c:v>12-04-2000</c:v>
                </c:pt>
                <c:pt idx="70">
                  <c:v>13-04-2000</c:v>
                </c:pt>
                <c:pt idx="71">
                  <c:v>17-04-2000</c:v>
                </c:pt>
                <c:pt idx="72">
                  <c:v>18-04-2000</c:v>
                </c:pt>
                <c:pt idx="73">
                  <c:v>19-04-2000</c:v>
                </c:pt>
                <c:pt idx="74">
                  <c:v>20-04-2000</c:v>
                </c:pt>
                <c:pt idx="75">
                  <c:v>24-04-2000</c:v>
                </c:pt>
                <c:pt idx="76">
                  <c:v>25-04-2000</c:v>
                </c:pt>
                <c:pt idx="77">
                  <c:v>26-04-2000</c:v>
                </c:pt>
                <c:pt idx="78">
                  <c:v>27-04-2000</c:v>
                </c:pt>
                <c:pt idx="79">
                  <c:v>28-04-2000</c:v>
                </c:pt>
                <c:pt idx="80">
                  <c:v>02-05-2000</c:v>
                </c:pt>
                <c:pt idx="81">
                  <c:v>03-05-2000</c:v>
                </c:pt>
                <c:pt idx="82">
                  <c:v>04-05-2000</c:v>
                </c:pt>
                <c:pt idx="83">
                  <c:v>05-05-2000</c:v>
                </c:pt>
                <c:pt idx="84">
                  <c:v>08-05-2000</c:v>
                </c:pt>
                <c:pt idx="85">
                  <c:v>09-05-2000</c:v>
                </c:pt>
                <c:pt idx="86">
                  <c:v>10-05-2000</c:v>
                </c:pt>
                <c:pt idx="87">
                  <c:v>11-05-2000</c:v>
                </c:pt>
                <c:pt idx="88">
                  <c:v>12-05-2000</c:v>
                </c:pt>
                <c:pt idx="89">
                  <c:v>15-05-2000</c:v>
                </c:pt>
                <c:pt idx="90">
                  <c:v>16-05-2000</c:v>
                </c:pt>
                <c:pt idx="91">
                  <c:v>17-05-2000</c:v>
                </c:pt>
                <c:pt idx="92">
                  <c:v>18-05-2000</c:v>
                </c:pt>
                <c:pt idx="93">
                  <c:v>19-05-2000</c:v>
                </c:pt>
                <c:pt idx="94">
                  <c:v>22-05-2000</c:v>
                </c:pt>
                <c:pt idx="95">
                  <c:v>23-05-2000</c:v>
                </c:pt>
                <c:pt idx="96">
                  <c:v>24-05-2000</c:v>
                </c:pt>
                <c:pt idx="97">
                  <c:v>25-05-2000</c:v>
                </c:pt>
                <c:pt idx="98">
                  <c:v>26-05-2000</c:v>
                </c:pt>
                <c:pt idx="99">
                  <c:v>29-05-2000</c:v>
                </c:pt>
                <c:pt idx="100">
                  <c:v>30-05-2000</c:v>
                </c:pt>
                <c:pt idx="101">
                  <c:v>31-05-2000</c:v>
                </c:pt>
                <c:pt idx="102">
                  <c:v>01-06-2000</c:v>
                </c:pt>
                <c:pt idx="103">
                  <c:v>02-06-2000</c:v>
                </c:pt>
                <c:pt idx="104">
                  <c:v>05-06-2000</c:v>
                </c:pt>
                <c:pt idx="105">
                  <c:v>06-06-2000</c:v>
                </c:pt>
                <c:pt idx="106">
                  <c:v>07-06-2000</c:v>
                </c:pt>
                <c:pt idx="107">
                  <c:v>08-06-2000</c:v>
                </c:pt>
                <c:pt idx="108">
                  <c:v>09-06-2000</c:v>
                </c:pt>
                <c:pt idx="109">
                  <c:v>12-06-2000</c:v>
                </c:pt>
                <c:pt idx="110">
                  <c:v>13-06-2000</c:v>
                </c:pt>
                <c:pt idx="111">
                  <c:v>14-06-2000</c:v>
                </c:pt>
                <c:pt idx="112">
                  <c:v>15-06-2000</c:v>
                </c:pt>
                <c:pt idx="113">
                  <c:v>16-06-2000</c:v>
                </c:pt>
                <c:pt idx="114">
                  <c:v>19-06-2000</c:v>
                </c:pt>
                <c:pt idx="115">
                  <c:v>20-06-2000</c:v>
                </c:pt>
                <c:pt idx="116">
                  <c:v>21-06-2000</c:v>
                </c:pt>
                <c:pt idx="117">
                  <c:v>22-06-2000</c:v>
                </c:pt>
                <c:pt idx="118">
                  <c:v>23-06-2000</c:v>
                </c:pt>
                <c:pt idx="119">
                  <c:v>26-06-2000</c:v>
                </c:pt>
                <c:pt idx="120">
                  <c:v>27-06-2000</c:v>
                </c:pt>
                <c:pt idx="121">
                  <c:v>28-06-2000</c:v>
                </c:pt>
                <c:pt idx="122">
                  <c:v>29-06-2000</c:v>
                </c:pt>
                <c:pt idx="123">
                  <c:v>30-06-2000</c:v>
                </c:pt>
                <c:pt idx="124">
                  <c:v>03-07-2000</c:v>
                </c:pt>
                <c:pt idx="125">
                  <c:v>04-07-2000</c:v>
                </c:pt>
                <c:pt idx="126">
                  <c:v>05-07-2000</c:v>
                </c:pt>
                <c:pt idx="127">
                  <c:v>06-07-2000</c:v>
                </c:pt>
                <c:pt idx="128">
                  <c:v>07-07-2000</c:v>
                </c:pt>
                <c:pt idx="129">
                  <c:v>10-07-2000</c:v>
                </c:pt>
                <c:pt idx="130">
                  <c:v>11-07-2000</c:v>
                </c:pt>
                <c:pt idx="131">
                  <c:v>12-07-2000</c:v>
                </c:pt>
                <c:pt idx="132">
                  <c:v>13-07-2000</c:v>
                </c:pt>
                <c:pt idx="133">
                  <c:v>14-07-2000</c:v>
                </c:pt>
                <c:pt idx="134">
                  <c:v>17-07-2000</c:v>
                </c:pt>
                <c:pt idx="135">
                  <c:v>18-07-2000</c:v>
                </c:pt>
                <c:pt idx="136">
                  <c:v>19-07-2000</c:v>
                </c:pt>
                <c:pt idx="137">
                  <c:v>20-07-2000</c:v>
                </c:pt>
                <c:pt idx="138">
                  <c:v>21-07-2000</c:v>
                </c:pt>
                <c:pt idx="139">
                  <c:v>24-07-2000</c:v>
                </c:pt>
                <c:pt idx="140">
                  <c:v>25-07-2000</c:v>
                </c:pt>
                <c:pt idx="141">
                  <c:v>26-07-2000</c:v>
                </c:pt>
                <c:pt idx="142">
                  <c:v>27-07-2000</c:v>
                </c:pt>
                <c:pt idx="143">
                  <c:v>28-07-2000</c:v>
                </c:pt>
                <c:pt idx="144">
                  <c:v>31-07-2000</c:v>
                </c:pt>
                <c:pt idx="145">
                  <c:v>01-08-2000</c:v>
                </c:pt>
                <c:pt idx="146">
                  <c:v>02-08-2000</c:v>
                </c:pt>
                <c:pt idx="147">
                  <c:v>03-08-2000</c:v>
                </c:pt>
                <c:pt idx="148">
                  <c:v>04-08-2000</c:v>
                </c:pt>
                <c:pt idx="149">
                  <c:v>07-08-2000</c:v>
                </c:pt>
                <c:pt idx="150">
                  <c:v>08-08-2000</c:v>
                </c:pt>
                <c:pt idx="151">
                  <c:v>09-08-2000</c:v>
                </c:pt>
                <c:pt idx="152">
                  <c:v>10-08-2000</c:v>
                </c:pt>
                <c:pt idx="153">
                  <c:v>11-08-2000</c:v>
                </c:pt>
                <c:pt idx="154">
                  <c:v>14-08-2000</c:v>
                </c:pt>
                <c:pt idx="155">
                  <c:v>16-08-2000</c:v>
                </c:pt>
                <c:pt idx="156">
                  <c:v>17-08-2000</c:v>
                </c:pt>
                <c:pt idx="157">
                  <c:v>18-08-2000</c:v>
                </c:pt>
                <c:pt idx="158">
                  <c:v>21-08-2000</c:v>
                </c:pt>
                <c:pt idx="159">
                  <c:v>22-08-2000</c:v>
                </c:pt>
                <c:pt idx="160">
                  <c:v>23-08-2000</c:v>
                </c:pt>
                <c:pt idx="161">
                  <c:v>24-08-2000</c:v>
                </c:pt>
                <c:pt idx="162">
                  <c:v>25-08-2000</c:v>
                </c:pt>
                <c:pt idx="163">
                  <c:v>28-08-2000</c:v>
                </c:pt>
                <c:pt idx="164">
                  <c:v>29-08-2000</c:v>
                </c:pt>
                <c:pt idx="165">
                  <c:v>30-08-2000</c:v>
                </c:pt>
                <c:pt idx="166">
                  <c:v>31-08-2000</c:v>
                </c:pt>
                <c:pt idx="167">
                  <c:v>04-09-2000</c:v>
                </c:pt>
                <c:pt idx="168">
                  <c:v>05-09-2000</c:v>
                </c:pt>
                <c:pt idx="169">
                  <c:v>06-09-2000</c:v>
                </c:pt>
                <c:pt idx="170">
                  <c:v>07-09-2000</c:v>
                </c:pt>
                <c:pt idx="171">
                  <c:v>08-09-2000</c:v>
                </c:pt>
                <c:pt idx="172">
                  <c:v>11-09-2000</c:v>
                </c:pt>
                <c:pt idx="173">
                  <c:v>12-09-2000</c:v>
                </c:pt>
                <c:pt idx="174">
                  <c:v>13-09-2000</c:v>
                </c:pt>
                <c:pt idx="175">
                  <c:v>14-09-2000</c:v>
                </c:pt>
                <c:pt idx="176">
                  <c:v>15-09-2000</c:v>
                </c:pt>
                <c:pt idx="177">
                  <c:v>18-09-2000</c:v>
                </c:pt>
                <c:pt idx="178">
                  <c:v>19-09-2000</c:v>
                </c:pt>
                <c:pt idx="179">
                  <c:v>20-09-2000</c:v>
                </c:pt>
                <c:pt idx="180">
                  <c:v>21-09-2000</c:v>
                </c:pt>
                <c:pt idx="181">
                  <c:v>22-09-2000</c:v>
                </c:pt>
                <c:pt idx="182">
                  <c:v>25-09-2000</c:v>
                </c:pt>
                <c:pt idx="183">
                  <c:v>26-09-2000</c:v>
                </c:pt>
                <c:pt idx="184">
                  <c:v>27-09-2000</c:v>
                </c:pt>
                <c:pt idx="185">
                  <c:v>28-09-2000</c:v>
                </c:pt>
                <c:pt idx="186">
                  <c:v>29-09-2000</c:v>
                </c:pt>
                <c:pt idx="187">
                  <c:v>03-10-2000</c:v>
                </c:pt>
                <c:pt idx="188">
                  <c:v>04-10-2000</c:v>
                </c:pt>
                <c:pt idx="189">
                  <c:v>05-10-2000</c:v>
                </c:pt>
                <c:pt idx="190">
                  <c:v>06-10-2000</c:v>
                </c:pt>
                <c:pt idx="191">
                  <c:v>09-10-2000</c:v>
                </c:pt>
                <c:pt idx="192">
                  <c:v>10-10-2000</c:v>
                </c:pt>
                <c:pt idx="193">
                  <c:v>11-10-2000</c:v>
                </c:pt>
                <c:pt idx="194">
                  <c:v>12-10-2000</c:v>
                </c:pt>
                <c:pt idx="195">
                  <c:v>13-10-2000</c:v>
                </c:pt>
                <c:pt idx="196">
                  <c:v>16-10-2000</c:v>
                </c:pt>
                <c:pt idx="197">
                  <c:v>17-10-2000</c:v>
                </c:pt>
                <c:pt idx="198">
                  <c:v>18-10-2000</c:v>
                </c:pt>
                <c:pt idx="199">
                  <c:v>19-10-2000</c:v>
                </c:pt>
                <c:pt idx="200">
                  <c:v>20-10-2000</c:v>
                </c:pt>
                <c:pt idx="201">
                  <c:v>23-10-2000</c:v>
                </c:pt>
                <c:pt idx="202">
                  <c:v>24-10-2000</c:v>
                </c:pt>
                <c:pt idx="203">
                  <c:v>25-10-2000</c:v>
                </c:pt>
                <c:pt idx="204">
                  <c:v>26-10-2000</c:v>
                </c:pt>
                <c:pt idx="205">
                  <c:v>27-10-2000</c:v>
                </c:pt>
                <c:pt idx="206">
                  <c:v>30-10-2000</c:v>
                </c:pt>
                <c:pt idx="207">
                  <c:v>31-10-2000</c:v>
                </c:pt>
                <c:pt idx="208">
                  <c:v>01-11-2000</c:v>
                </c:pt>
                <c:pt idx="209">
                  <c:v>02-11-2000</c:v>
                </c:pt>
                <c:pt idx="210">
                  <c:v>03-11-2000</c:v>
                </c:pt>
                <c:pt idx="211">
                  <c:v>06-11-2000</c:v>
                </c:pt>
                <c:pt idx="212">
                  <c:v>07-11-2000</c:v>
                </c:pt>
                <c:pt idx="213">
                  <c:v>08-11-2000</c:v>
                </c:pt>
                <c:pt idx="214">
                  <c:v>09-11-2000</c:v>
                </c:pt>
                <c:pt idx="215">
                  <c:v>10-11-2000</c:v>
                </c:pt>
                <c:pt idx="216">
                  <c:v>13-11-2000</c:v>
                </c:pt>
                <c:pt idx="217">
                  <c:v>14-11-2000</c:v>
                </c:pt>
                <c:pt idx="218">
                  <c:v>15-11-2000</c:v>
                </c:pt>
                <c:pt idx="219">
                  <c:v>16-11-2000</c:v>
                </c:pt>
                <c:pt idx="220">
                  <c:v>17-11-2000</c:v>
                </c:pt>
                <c:pt idx="221">
                  <c:v>20-11-2000</c:v>
                </c:pt>
                <c:pt idx="222">
                  <c:v>21-11-2000</c:v>
                </c:pt>
                <c:pt idx="223">
                  <c:v>22-11-2000</c:v>
                </c:pt>
                <c:pt idx="224">
                  <c:v>23-11-2000</c:v>
                </c:pt>
                <c:pt idx="225">
                  <c:v>24-11-2000</c:v>
                </c:pt>
                <c:pt idx="226">
                  <c:v>27-11-2000</c:v>
                </c:pt>
                <c:pt idx="227">
                  <c:v>28-11-2000</c:v>
                </c:pt>
                <c:pt idx="228">
                  <c:v>29-11-2000</c:v>
                </c:pt>
                <c:pt idx="229">
                  <c:v>30-11-2000</c:v>
                </c:pt>
                <c:pt idx="230">
                  <c:v>01-12-2000</c:v>
                </c:pt>
                <c:pt idx="231">
                  <c:v>04-12-2000</c:v>
                </c:pt>
                <c:pt idx="232">
                  <c:v>05-12-2000</c:v>
                </c:pt>
                <c:pt idx="233">
                  <c:v>06-12-2000</c:v>
                </c:pt>
                <c:pt idx="234">
                  <c:v>07-12-2000</c:v>
                </c:pt>
                <c:pt idx="235">
                  <c:v>08-12-2000</c:v>
                </c:pt>
                <c:pt idx="236">
                  <c:v>11-12-2000</c:v>
                </c:pt>
                <c:pt idx="237">
                  <c:v>12-12-2000</c:v>
                </c:pt>
                <c:pt idx="238">
                  <c:v>13-12-2000</c:v>
                </c:pt>
                <c:pt idx="239">
                  <c:v>14-12-2000</c:v>
                </c:pt>
                <c:pt idx="240">
                  <c:v>15-12-2000</c:v>
                </c:pt>
                <c:pt idx="241">
                  <c:v>18-12-2000</c:v>
                </c:pt>
                <c:pt idx="242">
                  <c:v>19-12-2000</c:v>
                </c:pt>
                <c:pt idx="243">
                  <c:v>20-12-2000</c:v>
                </c:pt>
                <c:pt idx="244">
                  <c:v>21-12-2000</c:v>
                </c:pt>
                <c:pt idx="245">
                  <c:v>22-12-2000</c:v>
                </c:pt>
                <c:pt idx="246">
                  <c:v>26-12-2000</c:v>
                </c:pt>
                <c:pt idx="247">
                  <c:v>27-12-2000</c:v>
                </c:pt>
                <c:pt idx="248">
                  <c:v>28-12-2000</c:v>
                </c:pt>
                <c:pt idx="249">
                  <c:v>29-12-2000</c:v>
                </c:pt>
                <c:pt idx="250">
                  <c:v>01-01-2001</c:v>
                </c:pt>
                <c:pt idx="251">
                  <c:v>02-01-2001</c:v>
                </c:pt>
                <c:pt idx="252">
                  <c:v>03-01-2001</c:v>
                </c:pt>
                <c:pt idx="253">
                  <c:v>04-01-2001</c:v>
                </c:pt>
                <c:pt idx="254">
                  <c:v>05-01-2001</c:v>
                </c:pt>
                <c:pt idx="255">
                  <c:v>08-01-2001</c:v>
                </c:pt>
                <c:pt idx="256">
                  <c:v>09-01-2001</c:v>
                </c:pt>
                <c:pt idx="257">
                  <c:v>10-01-2001</c:v>
                </c:pt>
                <c:pt idx="258">
                  <c:v>11-01-2001</c:v>
                </c:pt>
                <c:pt idx="259">
                  <c:v>12-01-2001</c:v>
                </c:pt>
                <c:pt idx="260">
                  <c:v>15-01-2001</c:v>
                </c:pt>
                <c:pt idx="261">
                  <c:v>16-01-2001</c:v>
                </c:pt>
                <c:pt idx="262">
                  <c:v>17-01-2001</c:v>
                </c:pt>
                <c:pt idx="263">
                  <c:v>18-01-2001</c:v>
                </c:pt>
                <c:pt idx="264">
                  <c:v>19-01-2001</c:v>
                </c:pt>
                <c:pt idx="265">
                  <c:v>22-01-2001</c:v>
                </c:pt>
                <c:pt idx="266">
                  <c:v>23-01-2001</c:v>
                </c:pt>
                <c:pt idx="267">
                  <c:v>24-01-2001</c:v>
                </c:pt>
                <c:pt idx="268">
                  <c:v>25-01-2001</c:v>
                </c:pt>
                <c:pt idx="269">
                  <c:v>29-01-2001</c:v>
                </c:pt>
                <c:pt idx="270">
                  <c:v>30-01-2001</c:v>
                </c:pt>
                <c:pt idx="271">
                  <c:v>31-01-2001</c:v>
                </c:pt>
                <c:pt idx="272">
                  <c:v>01-02-2001</c:v>
                </c:pt>
                <c:pt idx="273">
                  <c:v>02-02-2001</c:v>
                </c:pt>
                <c:pt idx="274">
                  <c:v>05-02-2001</c:v>
                </c:pt>
                <c:pt idx="275">
                  <c:v>06-02-2001</c:v>
                </c:pt>
                <c:pt idx="276">
                  <c:v>07-02-2001</c:v>
                </c:pt>
                <c:pt idx="277">
                  <c:v>08-02-2001</c:v>
                </c:pt>
                <c:pt idx="278">
                  <c:v>09-02-2001</c:v>
                </c:pt>
                <c:pt idx="279">
                  <c:v>12-02-2001</c:v>
                </c:pt>
                <c:pt idx="280">
                  <c:v>13-02-2001</c:v>
                </c:pt>
                <c:pt idx="281">
                  <c:v>14-02-2001</c:v>
                </c:pt>
                <c:pt idx="282">
                  <c:v>15-02-2001</c:v>
                </c:pt>
                <c:pt idx="283">
                  <c:v>16-02-2001</c:v>
                </c:pt>
                <c:pt idx="284">
                  <c:v>19-02-2001</c:v>
                </c:pt>
                <c:pt idx="285">
                  <c:v>20-02-2001</c:v>
                </c:pt>
                <c:pt idx="286">
                  <c:v>21-02-2001</c:v>
                </c:pt>
                <c:pt idx="287">
                  <c:v>22-02-2001</c:v>
                </c:pt>
                <c:pt idx="288">
                  <c:v>23-02-2001</c:v>
                </c:pt>
                <c:pt idx="289">
                  <c:v>26-02-2001</c:v>
                </c:pt>
                <c:pt idx="290">
                  <c:v>27-02-2001</c:v>
                </c:pt>
                <c:pt idx="291">
                  <c:v>28-02-2001</c:v>
                </c:pt>
                <c:pt idx="292">
                  <c:v>01-03-2001</c:v>
                </c:pt>
                <c:pt idx="293">
                  <c:v>02-03-2001</c:v>
                </c:pt>
                <c:pt idx="294">
                  <c:v>05-03-2001</c:v>
                </c:pt>
                <c:pt idx="295">
                  <c:v>07-03-2001</c:v>
                </c:pt>
                <c:pt idx="296">
                  <c:v>08-03-2001</c:v>
                </c:pt>
                <c:pt idx="297">
                  <c:v>09-03-2001</c:v>
                </c:pt>
                <c:pt idx="298">
                  <c:v>12-03-2001</c:v>
                </c:pt>
                <c:pt idx="299">
                  <c:v>13-03-2001</c:v>
                </c:pt>
                <c:pt idx="300">
                  <c:v>14-03-2001</c:v>
                </c:pt>
                <c:pt idx="301">
                  <c:v>15-03-2001</c:v>
                </c:pt>
                <c:pt idx="302">
                  <c:v>16-03-2001</c:v>
                </c:pt>
                <c:pt idx="303">
                  <c:v>19-03-2001</c:v>
                </c:pt>
                <c:pt idx="304">
                  <c:v>20-03-2001</c:v>
                </c:pt>
                <c:pt idx="305">
                  <c:v>21-03-2001</c:v>
                </c:pt>
                <c:pt idx="306">
                  <c:v>22-03-2001</c:v>
                </c:pt>
                <c:pt idx="307">
                  <c:v>23-03-2001</c:v>
                </c:pt>
                <c:pt idx="308">
                  <c:v>26-03-2001</c:v>
                </c:pt>
                <c:pt idx="309">
                  <c:v>27-03-2001</c:v>
                </c:pt>
                <c:pt idx="310">
                  <c:v>28-03-2001</c:v>
                </c:pt>
                <c:pt idx="311">
                  <c:v>29-03-2001</c:v>
                </c:pt>
                <c:pt idx="312">
                  <c:v>30-03-2001</c:v>
                </c:pt>
                <c:pt idx="313">
                  <c:v>02-04-2001</c:v>
                </c:pt>
                <c:pt idx="314">
                  <c:v>03-04-2001</c:v>
                </c:pt>
                <c:pt idx="315">
                  <c:v>04-04-2001</c:v>
                </c:pt>
                <c:pt idx="316">
                  <c:v>06-04-2001</c:v>
                </c:pt>
                <c:pt idx="317">
                  <c:v>09-04-2001</c:v>
                </c:pt>
                <c:pt idx="318">
                  <c:v>10-04-2001</c:v>
                </c:pt>
                <c:pt idx="319">
                  <c:v>11-04-2001</c:v>
                </c:pt>
                <c:pt idx="320">
                  <c:v>12-04-2001</c:v>
                </c:pt>
                <c:pt idx="321">
                  <c:v>16-04-2001</c:v>
                </c:pt>
                <c:pt idx="322">
                  <c:v>17-04-2001</c:v>
                </c:pt>
                <c:pt idx="323">
                  <c:v>18-04-2001</c:v>
                </c:pt>
                <c:pt idx="324">
                  <c:v>19-04-2001</c:v>
                </c:pt>
                <c:pt idx="325">
                  <c:v>20-04-2001</c:v>
                </c:pt>
                <c:pt idx="326">
                  <c:v>23-04-2001</c:v>
                </c:pt>
                <c:pt idx="327">
                  <c:v>24-04-2001</c:v>
                </c:pt>
                <c:pt idx="328">
                  <c:v>25-04-2001</c:v>
                </c:pt>
                <c:pt idx="329">
                  <c:v>26-04-2001</c:v>
                </c:pt>
                <c:pt idx="330">
                  <c:v>27-04-2001</c:v>
                </c:pt>
                <c:pt idx="331">
                  <c:v>30-04-2001</c:v>
                </c:pt>
                <c:pt idx="332">
                  <c:v>02-05-2001</c:v>
                </c:pt>
                <c:pt idx="333">
                  <c:v>03-05-2001</c:v>
                </c:pt>
                <c:pt idx="334">
                  <c:v>04-05-2001</c:v>
                </c:pt>
                <c:pt idx="335">
                  <c:v>07-05-2001</c:v>
                </c:pt>
                <c:pt idx="336">
                  <c:v>08-05-2001</c:v>
                </c:pt>
                <c:pt idx="337">
                  <c:v>09-05-2001</c:v>
                </c:pt>
                <c:pt idx="338">
                  <c:v>10-05-2001</c:v>
                </c:pt>
                <c:pt idx="339">
                  <c:v>11-05-2001</c:v>
                </c:pt>
                <c:pt idx="340">
                  <c:v>14-05-2001</c:v>
                </c:pt>
                <c:pt idx="341">
                  <c:v>15-05-2001</c:v>
                </c:pt>
                <c:pt idx="342">
                  <c:v>16-05-2001</c:v>
                </c:pt>
                <c:pt idx="343">
                  <c:v>17-05-2001</c:v>
                </c:pt>
                <c:pt idx="344">
                  <c:v>18-05-2001</c:v>
                </c:pt>
                <c:pt idx="345">
                  <c:v>21-05-2001</c:v>
                </c:pt>
                <c:pt idx="346">
                  <c:v>22-05-2001</c:v>
                </c:pt>
                <c:pt idx="347">
                  <c:v>23-05-2001</c:v>
                </c:pt>
                <c:pt idx="348">
                  <c:v>24-05-2001</c:v>
                </c:pt>
                <c:pt idx="349">
                  <c:v>25-05-2001</c:v>
                </c:pt>
                <c:pt idx="350">
                  <c:v>28-05-2001</c:v>
                </c:pt>
                <c:pt idx="351">
                  <c:v>29-05-2001</c:v>
                </c:pt>
                <c:pt idx="352">
                  <c:v>30-05-2001</c:v>
                </c:pt>
                <c:pt idx="353">
                  <c:v>31-05-2001</c:v>
                </c:pt>
                <c:pt idx="354">
                  <c:v>01-06-2001</c:v>
                </c:pt>
                <c:pt idx="355">
                  <c:v>04-06-2001</c:v>
                </c:pt>
                <c:pt idx="356">
                  <c:v>05-06-2001</c:v>
                </c:pt>
                <c:pt idx="357">
                  <c:v>06-06-2001</c:v>
                </c:pt>
                <c:pt idx="358">
                  <c:v>07-06-2001</c:v>
                </c:pt>
                <c:pt idx="359">
                  <c:v>08-06-2001</c:v>
                </c:pt>
                <c:pt idx="360">
                  <c:v>11-06-2001</c:v>
                </c:pt>
                <c:pt idx="361">
                  <c:v>12-06-2001</c:v>
                </c:pt>
                <c:pt idx="362">
                  <c:v>13-06-2001</c:v>
                </c:pt>
                <c:pt idx="363">
                  <c:v>14-06-2001</c:v>
                </c:pt>
                <c:pt idx="364">
                  <c:v>15-06-2001</c:v>
                </c:pt>
                <c:pt idx="365">
                  <c:v>18-06-2001</c:v>
                </c:pt>
                <c:pt idx="366">
                  <c:v>19-06-2001</c:v>
                </c:pt>
                <c:pt idx="367">
                  <c:v>20-06-2001</c:v>
                </c:pt>
                <c:pt idx="368">
                  <c:v>21-06-2001</c:v>
                </c:pt>
                <c:pt idx="369">
                  <c:v>22-06-2001</c:v>
                </c:pt>
                <c:pt idx="370">
                  <c:v>25-06-2001</c:v>
                </c:pt>
                <c:pt idx="371">
                  <c:v>26-06-2001</c:v>
                </c:pt>
                <c:pt idx="372">
                  <c:v>27-06-2001</c:v>
                </c:pt>
                <c:pt idx="373">
                  <c:v>28-06-2001</c:v>
                </c:pt>
                <c:pt idx="374">
                  <c:v>29-06-2001</c:v>
                </c:pt>
                <c:pt idx="375">
                  <c:v>02-07-2001</c:v>
                </c:pt>
                <c:pt idx="376">
                  <c:v>03-07-2001</c:v>
                </c:pt>
                <c:pt idx="377">
                  <c:v>04-07-2001</c:v>
                </c:pt>
                <c:pt idx="378">
                  <c:v>05-07-2001</c:v>
                </c:pt>
                <c:pt idx="379">
                  <c:v>06-07-2001</c:v>
                </c:pt>
                <c:pt idx="380">
                  <c:v>09-07-2001</c:v>
                </c:pt>
                <c:pt idx="381">
                  <c:v>10-07-2001</c:v>
                </c:pt>
                <c:pt idx="382">
                  <c:v>11-07-2001</c:v>
                </c:pt>
                <c:pt idx="383">
                  <c:v>12-07-2001</c:v>
                </c:pt>
                <c:pt idx="384">
                  <c:v>13-07-2001</c:v>
                </c:pt>
                <c:pt idx="385">
                  <c:v>16-07-2001</c:v>
                </c:pt>
                <c:pt idx="386">
                  <c:v>17-07-2001</c:v>
                </c:pt>
                <c:pt idx="387">
                  <c:v>18-07-2001</c:v>
                </c:pt>
                <c:pt idx="388">
                  <c:v>19-07-2001</c:v>
                </c:pt>
                <c:pt idx="389">
                  <c:v>20-07-2001</c:v>
                </c:pt>
                <c:pt idx="390">
                  <c:v>23-07-2001</c:v>
                </c:pt>
                <c:pt idx="391">
                  <c:v>24-07-2001</c:v>
                </c:pt>
                <c:pt idx="392">
                  <c:v>25-07-2001</c:v>
                </c:pt>
                <c:pt idx="393">
                  <c:v>26-07-2001</c:v>
                </c:pt>
                <c:pt idx="394">
                  <c:v>27-07-2001</c:v>
                </c:pt>
                <c:pt idx="395">
                  <c:v>30-07-2001</c:v>
                </c:pt>
                <c:pt idx="396">
                  <c:v>31-07-2001</c:v>
                </c:pt>
                <c:pt idx="397">
                  <c:v>01-08-2001</c:v>
                </c:pt>
                <c:pt idx="398">
                  <c:v>02-08-2001</c:v>
                </c:pt>
                <c:pt idx="399">
                  <c:v>03-08-2001</c:v>
                </c:pt>
                <c:pt idx="400">
                  <c:v>06-08-2001</c:v>
                </c:pt>
                <c:pt idx="401">
                  <c:v>07-08-2001</c:v>
                </c:pt>
                <c:pt idx="402">
                  <c:v>08-08-2001</c:v>
                </c:pt>
                <c:pt idx="403">
                  <c:v>09-08-2001</c:v>
                </c:pt>
                <c:pt idx="404">
                  <c:v>10-08-2001</c:v>
                </c:pt>
                <c:pt idx="405">
                  <c:v>13-08-2001</c:v>
                </c:pt>
                <c:pt idx="406">
                  <c:v>14-08-2001</c:v>
                </c:pt>
                <c:pt idx="407">
                  <c:v>16-08-2001</c:v>
                </c:pt>
                <c:pt idx="408">
                  <c:v>17-08-2001</c:v>
                </c:pt>
                <c:pt idx="409">
                  <c:v>20-08-2001</c:v>
                </c:pt>
                <c:pt idx="410">
                  <c:v>21-08-2001</c:v>
                </c:pt>
                <c:pt idx="411">
                  <c:v>23-08-2001</c:v>
                </c:pt>
                <c:pt idx="412">
                  <c:v>24-08-2001</c:v>
                </c:pt>
                <c:pt idx="413">
                  <c:v>27-08-2001</c:v>
                </c:pt>
                <c:pt idx="414">
                  <c:v>28-08-2001</c:v>
                </c:pt>
                <c:pt idx="415">
                  <c:v>29-08-2001</c:v>
                </c:pt>
                <c:pt idx="416">
                  <c:v>30-08-2001</c:v>
                </c:pt>
                <c:pt idx="417">
                  <c:v>31-08-2001</c:v>
                </c:pt>
                <c:pt idx="418">
                  <c:v>03-09-2001</c:v>
                </c:pt>
                <c:pt idx="419">
                  <c:v>04-09-2001</c:v>
                </c:pt>
                <c:pt idx="420">
                  <c:v>05-09-2001</c:v>
                </c:pt>
                <c:pt idx="421">
                  <c:v>06-09-2001</c:v>
                </c:pt>
                <c:pt idx="422">
                  <c:v>07-09-2001</c:v>
                </c:pt>
                <c:pt idx="423">
                  <c:v>10-09-2001</c:v>
                </c:pt>
                <c:pt idx="424">
                  <c:v>11-09-2001</c:v>
                </c:pt>
                <c:pt idx="425">
                  <c:v>12-09-2001</c:v>
                </c:pt>
                <c:pt idx="426">
                  <c:v>13-09-2001</c:v>
                </c:pt>
                <c:pt idx="427">
                  <c:v>14-09-2001</c:v>
                </c:pt>
                <c:pt idx="428">
                  <c:v>17-09-2001</c:v>
                </c:pt>
                <c:pt idx="429">
                  <c:v>18-09-2001</c:v>
                </c:pt>
                <c:pt idx="430">
                  <c:v>19-09-2001</c:v>
                </c:pt>
                <c:pt idx="431">
                  <c:v>20-09-2001</c:v>
                </c:pt>
                <c:pt idx="432">
                  <c:v>21-09-2001</c:v>
                </c:pt>
                <c:pt idx="433">
                  <c:v>24-09-2001</c:v>
                </c:pt>
                <c:pt idx="434">
                  <c:v>25-09-2001</c:v>
                </c:pt>
                <c:pt idx="435">
                  <c:v>26-09-2001</c:v>
                </c:pt>
                <c:pt idx="436">
                  <c:v>27-09-2001</c:v>
                </c:pt>
                <c:pt idx="437">
                  <c:v>28-09-2001</c:v>
                </c:pt>
                <c:pt idx="438">
                  <c:v>01-10-2001</c:v>
                </c:pt>
                <c:pt idx="439">
                  <c:v>03-10-2001</c:v>
                </c:pt>
                <c:pt idx="440">
                  <c:v>04-10-2001</c:v>
                </c:pt>
                <c:pt idx="441">
                  <c:v>05-10-2001</c:v>
                </c:pt>
                <c:pt idx="442">
                  <c:v>08-10-2001</c:v>
                </c:pt>
                <c:pt idx="443">
                  <c:v>09-10-2001</c:v>
                </c:pt>
                <c:pt idx="444">
                  <c:v>10-10-2001</c:v>
                </c:pt>
                <c:pt idx="445">
                  <c:v>11-10-2001</c:v>
                </c:pt>
                <c:pt idx="446">
                  <c:v>12-10-2001</c:v>
                </c:pt>
                <c:pt idx="447">
                  <c:v>15-10-2001</c:v>
                </c:pt>
                <c:pt idx="448">
                  <c:v>16-10-2001</c:v>
                </c:pt>
                <c:pt idx="449">
                  <c:v>17-10-2001</c:v>
                </c:pt>
                <c:pt idx="450">
                  <c:v>18-10-2001</c:v>
                </c:pt>
                <c:pt idx="451">
                  <c:v>19-10-2001</c:v>
                </c:pt>
                <c:pt idx="452">
                  <c:v>22-10-2001</c:v>
                </c:pt>
                <c:pt idx="453">
                  <c:v>23-10-2001</c:v>
                </c:pt>
                <c:pt idx="454">
                  <c:v>24-10-2001</c:v>
                </c:pt>
                <c:pt idx="455">
                  <c:v>25-10-2001</c:v>
                </c:pt>
                <c:pt idx="456">
                  <c:v>29-10-2001</c:v>
                </c:pt>
                <c:pt idx="457">
                  <c:v>30-10-2001</c:v>
                </c:pt>
                <c:pt idx="458">
                  <c:v>31-10-2001</c:v>
                </c:pt>
                <c:pt idx="459">
                  <c:v>01-11-2001</c:v>
                </c:pt>
                <c:pt idx="460">
                  <c:v>02-11-2001</c:v>
                </c:pt>
                <c:pt idx="461">
                  <c:v>05-11-2001</c:v>
                </c:pt>
                <c:pt idx="462">
                  <c:v>06-11-2001</c:v>
                </c:pt>
                <c:pt idx="463">
                  <c:v>07-11-2001</c:v>
                </c:pt>
                <c:pt idx="464">
                  <c:v>08-11-2001</c:v>
                </c:pt>
                <c:pt idx="465">
                  <c:v>09-11-2001</c:v>
                </c:pt>
                <c:pt idx="466">
                  <c:v>12-11-2001</c:v>
                </c:pt>
                <c:pt idx="467">
                  <c:v>13-11-2001</c:v>
                </c:pt>
                <c:pt idx="468">
                  <c:v>14-11-2001</c:v>
                </c:pt>
                <c:pt idx="469">
                  <c:v>15-11-2001</c:v>
                </c:pt>
                <c:pt idx="470">
                  <c:v>19-11-2001</c:v>
                </c:pt>
                <c:pt idx="471">
                  <c:v>20-11-2001</c:v>
                </c:pt>
                <c:pt idx="472">
                  <c:v>21-11-2001</c:v>
                </c:pt>
                <c:pt idx="473">
                  <c:v>22-11-2001</c:v>
                </c:pt>
                <c:pt idx="474">
                  <c:v>23-11-2001</c:v>
                </c:pt>
                <c:pt idx="475">
                  <c:v>26-11-2001</c:v>
                </c:pt>
                <c:pt idx="476">
                  <c:v>27-11-2001</c:v>
                </c:pt>
                <c:pt idx="477">
                  <c:v>28-11-2001</c:v>
                </c:pt>
                <c:pt idx="478">
                  <c:v>29-11-2001</c:v>
                </c:pt>
                <c:pt idx="479">
                  <c:v>03-12-2001</c:v>
                </c:pt>
                <c:pt idx="480">
                  <c:v>04-12-2001</c:v>
                </c:pt>
                <c:pt idx="481">
                  <c:v>05-12-2001</c:v>
                </c:pt>
                <c:pt idx="482">
                  <c:v>06-12-2001</c:v>
                </c:pt>
                <c:pt idx="483">
                  <c:v>07-12-2001</c:v>
                </c:pt>
                <c:pt idx="484">
                  <c:v>10-12-2001</c:v>
                </c:pt>
                <c:pt idx="485">
                  <c:v>11-12-2001</c:v>
                </c:pt>
                <c:pt idx="486">
                  <c:v>12-12-2001</c:v>
                </c:pt>
                <c:pt idx="487">
                  <c:v>13-12-2001</c:v>
                </c:pt>
                <c:pt idx="488">
                  <c:v>14-12-2001</c:v>
                </c:pt>
                <c:pt idx="489">
                  <c:v>18-12-2001</c:v>
                </c:pt>
                <c:pt idx="490">
                  <c:v>19-12-2001</c:v>
                </c:pt>
                <c:pt idx="491">
                  <c:v>20-12-2001</c:v>
                </c:pt>
                <c:pt idx="492">
                  <c:v>21-12-2001</c:v>
                </c:pt>
                <c:pt idx="493">
                  <c:v>24-12-2001</c:v>
                </c:pt>
                <c:pt idx="494">
                  <c:v>26-12-2001</c:v>
                </c:pt>
                <c:pt idx="495">
                  <c:v>27-12-2001</c:v>
                </c:pt>
                <c:pt idx="496">
                  <c:v>28-12-2001</c:v>
                </c:pt>
                <c:pt idx="497">
                  <c:v>31-12-2001</c:v>
                </c:pt>
                <c:pt idx="498">
                  <c:v>01-01-2002</c:v>
                </c:pt>
                <c:pt idx="499">
                  <c:v>02-01-2002</c:v>
                </c:pt>
                <c:pt idx="500">
                  <c:v>03-01-2002</c:v>
                </c:pt>
                <c:pt idx="501">
                  <c:v>04-01-2002</c:v>
                </c:pt>
                <c:pt idx="502">
                  <c:v>07-01-2002</c:v>
                </c:pt>
                <c:pt idx="503">
                  <c:v>08-01-2002</c:v>
                </c:pt>
                <c:pt idx="504">
                  <c:v>09-01-2002</c:v>
                </c:pt>
                <c:pt idx="505">
                  <c:v>10-01-2002</c:v>
                </c:pt>
                <c:pt idx="506">
                  <c:v>11-01-2002</c:v>
                </c:pt>
                <c:pt idx="507">
                  <c:v>14-01-2002</c:v>
                </c:pt>
                <c:pt idx="508">
                  <c:v>15-01-2002</c:v>
                </c:pt>
                <c:pt idx="509">
                  <c:v>16-01-2002</c:v>
                </c:pt>
                <c:pt idx="510">
                  <c:v>17-01-2002</c:v>
                </c:pt>
                <c:pt idx="511">
                  <c:v>18-01-2002</c:v>
                </c:pt>
                <c:pt idx="512">
                  <c:v>21-01-2002</c:v>
                </c:pt>
                <c:pt idx="513">
                  <c:v>22-01-2002</c:v>
                </c:pt>
                <c:pt idx="514">
                  <c:v>23-01-2002</c:v>
                </c:pt>
                <c:pt idx="515">
                  <c:v>24-01-2002</c:v>
                </c:pt>
                <c:pt idx="516">
                  <c:v>25-01-2002</c:v>
                </c:pt>
                <c:pt idx="517">
                  <c:v>28-01-2002</c:v>
                </c:pt>
                <c:pt idx="518">
                  <c:v>29-01-2002</c:v>
                </c:pt>
                <c:pt idx="519">
                  <c:v>30-01-2002</c:v>
                </c:pt>
                <c:pt idx="520">
                  <c:v>31-01-2002</c:v>
                </c:pt>
                <c:pt idx="521">
                  <c:v>01-02-2002</c:v>
                </c:pt>
                <c:pt idx="522">
                  <c:v>04-02-2002</c:v>
                </c:pt>
                <c:pt idx="523">
                  <c:v>05-02-2002</c:v>
                </c:pt>
                <c:pt idx="524">
                  <c:v>06-02-2002</c:v>
                </c:pt>
                <c:pt idx="525">
                  <c:v>07-02-2002</c:v>
                </c:pt>
                <c:pt idx="526">
                  <c:v>08-02-2002</c:v>
                </c:pt>
                <c:pt idx="527">
                  <c:v>11-02-2002</c:v>
                </c:pt>
                <c:pt idx="528">
                  <c:v>12-02-2002</c:v>
                </c:pt>
                <c:pt idx="529">
                  <c:v>13-02-2002</c:v>
                </c:pt>
                <c:pt idx="530">
                  <c:v>14-02-2002</c:v>
                </c:pt>
                <c:pt idx="531">
                  <c:v>15-02-2002</c:v>
                </c:pt>
                <c:pt idx="532">
                  <c:v>18-02-2002</c:v>
                </c:pt>
                <c:pt idx="533">
                  <c:v>19-02-2002</c:v>
                </c:pt>
                <c:pt idx="534">
                  <c:v>20-02-2002</c:v>
                </c:pt>
                <c:pt idx="535">
                  <c:v>21-02-2002</c:v>
                </c:pt>
                <c:pt idx="536">
                  <c:v>22-02-2002</c:v>
                </c:pt>
                <c:pt idx="537">
                  <c:v>25-02-2002</c:v>
                </c:pt>
                <c:pt idx="538">
                  <c:v>26-02-2002</c:v>
                </c:pt>
                <c:pt idx="539">
                  <c:v>27-02-2002</c:v>
                </c:pt>
                <c:pt idx="540">
                  <c:v>28-02-2002</c:v>
                </c:pt>
                <c:pt idx="541">
                  <c:v>01-03-2002</c:v>
                </c:pt>
                <c:pt idx="542">
                  <c:v>04-03-2002</c:v>
                </c:pt>
                <c:pt idx="543">
                  <c:v>05-03-2002</c:v>
                </c:pt>
                <c:pt idx="544">
                  <c:v>06-03-2002</c:v>
                </c:pt>
                <c:pt idx="545">
                  <c:v>07-03-2002</c:v>
                </c:pt>
                <c:pt idx="546">
                  <c:v>08-03-2002</c:v>
                </c:pt>
                <c:pt idx="547">
                  <c:v>11-03-2002</c:v>
                </c:pt>
                <c:pt idx="548">
                  <c:v>12-03-2002</c:v>
                </c:pt>
                <c:pt idx="549">
                  <c:v>13-03-2002</c:v>
                </c:pt>
                <c:pt idx="550">
                  <c:v>14-03-2002</c:v>
                </c:pt>
                <c:pt idx="551">
                  <c:v>15-03-2002</c:v>
                </c:pt>
                <c:pt idx="552">
                  <c:v>18-03-2002</c:v>
                </c:pt>
                <c:pt idx="553">
                  <c:v>19-03-2002</c:v>
                </c:pt>
                <c:pt idx="554">
                  <c:v>20-03-2002</c:v>
                </c:pt>
                <c:pt idx="555">
                  <c:v>21-03-2002</c:v>
                </c:pt>
                <c:pt idx="556">
                  <c:v>22-03-2002</c:v>
                </c:pt>
                <c:pt idx="557">
                  <c:v>26-03-2002</c:v>
                </c:pt>
                <c:pt idx="558">
                  <c:v>27-03-2002</c:v>
                </c:pt>
                <c:pt idx="559">
                  <c:v>28-03-2002</c:v>
                </c:pt>
                <c:pt idx="560">
                  <c:v>01-04-2002</c:v>
                </c:pt>
                <c:pt idx="561">
                  <c:v>02-04-2002</c:v>
                </c:pt>
                <c:pt idx="562">
                  <c:v>03-04-2002</c:v>
                </c:pt>
                <c:pt idx="563">
                  <c:v>04-04-2002</c:v>
                </c:pt>
                <c:pt idx="564">
                  <c:v>05-04-2002</c:v>
                </c:pt>
                <c:pt idx="565">
                  <c:v>08-04-2002</c:v>
                </c:pt>
                <c:pt idx="566">
                  <c:v>09-04-2002</c:v>
                </c:pt>
                <c:pt idx="567">
                  <c:v>10-04-2002</c:v>
                </c:pt>
                <c:pt idx="568">
                  <c:v>11-04-2002</c:v>
                </c:pt>
                <c:pt idx="569">
                  <c:v>12-04-2002</c:v>
                </c:pt>
                <c:pt idx="570">
                  <c:v>15-04-2002</c:v>
                </c:pt>
                <c:pt idx="571">
                  <c:v>16-04-2002</c:v>
                </c:pt>
                <c:pt idx="572">
                  <c:v>17-04-2002</c:v>
                </c:pt>
                <c:pt idx="573">
                  <c:v>18-04-2002</c:v>
                </c:pt>
                <c:pt idx="574">
                  <c:v>19-04-2002</c:v>
                </c:pt>
                <c:pt idx="575">
                  <c:v>22-04-2002</c:v>
                </c:pt>
                <c:pt idx="576">
                  <c:v>23-04-2002</c:v>
                </c:pt>
                <c:pt idx="577">
                  <c:v>24-04-2002</c:v>
                </c:pt>
                <c:pt idx="578">
                  <c:v>25-04-2002</c:v>
                </c:pt>
                <c:pt idx="579">
                  <c:v>26-04-2002</c:v>
                </c:pt>
                <c:pt idx="580">
                  <c:v>29-04-2002</c:v>
                </c:pt>
                <c:pt idx="581">
                  <c:v>30-04-2002</c:v>
                </c:pt>
                <c:pt idx="582">
                  <c:v>02-05-2002</c:v>
                </c:pt>
                <c:pt idx="583">
                  <c:v>03-05-2002</c:v>
                </c:pt>
                <c:pt idx="584">
                  <c:v>06-05-2002</c:v>
                </c:pt>
                <c:pt idx="585">
                  <c:v>07-05-2002</c:v>
                </c:pt>
                <c:pt idx="586">
                  <c:v>08-05-2002</c:v>
                </c:pt>
                <c:pt idx="587">
                  <c:v>09-05-2002</c:v>
                </c:pt>
                <c:pt idx="588">
                  <c:v>10-05-2002</c:v>
                </c:pt>
                <c:pt idx="589">
                  <c:v>13-05-2002</c:v>
                </c:pt>
                <c:pt idx="590">
                  <c:v>14-05-2002</c:v>
                </c:pt>
                <c:pt idx="591">
                  <c:v>15-05-2002</c:v>
                </c:pt>
                <c:pt idx="592">
                  <c:v>16-05-2002</c:v>
                </c:pt>
                <c:pt idx="593">
                  <c:v>17-05-2002</c:v>
                </c:pt>
                <c:pt idx="594">
                  <c:v>20-05-2002</c:v>
                </c:pt>
                <c:pt idx="595">
                  <c:v>21-05-2002</c:v>
                </c:pt>
                <c:pt idx="596">
                  <c:v>22-05-2002</c:v>
                </c:pt>
                <c:pt idx="597">
                  <c:v>23-05-2002</c:v>
                </c:pt>
                <c:pt idx="598">
                  <c:v>24-05-2002</c:v>
                </c:pt>
                <c:pt idx="599">
                  <c:v>27-05-2002</c:v>
                </c:pt>
                <c:pt idx="600">
                  <c:v>28-05-2002</c:v>
                </c:pt>
                <c:pt idx="601">
                  <c:v>29-05-2002</c:v>
                </c:pt>
                <c:pt idx="602">
                  <c:v>30-05-2002</c:v>
                </c:pt>
                <c:pt idx="603">
                  <c:v>31-05-2002</c:v>
                </c:pt>
                <c:pt idx="604">
                  <c:v>03-06-2002</c:v>
                </c:pt>
                <c:pt idx="605">
                  <c:v>04-06-2002</c:v>
                </c:pt>
                <c:pt idx="606">
                  <c:v>05-06-2002</c:v>
                </c:pt>
                <c:pt idx="607">
                  <c:v>06-06-2002</c:v>
                </c:pt>
                <c:pt idx="608">
                  <c:v>07-06-2002</c:v>
                </c:pt>
                <c:pt idx="609">
                  <c:v>10-06-2002</c:v>
                </c:pt>
                <c:pt idx="610">
                  <c:v>11-06-2002</c:v>
                </c:pt>
                <c:pt idx="611">
                  <c:v>12-06-2002</c:v>
                </c:pt>
                <c:pt idx="612">
                  <c:v>13-06-2002</c:v>
                </c:pt>
                <c:pt idx="613">
                  <c:v>14-06-2002</c:v>
                </c:pt>
                <c:pt idx="614">
                  <c:v>17-06-2002</c:v>
                </c:pt>
                <c:pt idx="615">
                  <c:v>18-06-2002</c:v>
                </c:pt>
                <c:pt idx="616">
                  <c:v>19-06-2002</c:v>
                </c:pt>
                <c:pt idx="617">
                  <c:v>20-06-2002</c:v>
                </c:pt>
                <c:pt idx="618">
                  <c:v>21-06-2002</c:v>
                </c:pt>
                <c:pt idx="619">
                  <c:v>24-06-2002</c:v>
                </c:pt>
                <c:pt idx="620">
                  <c:v>25-06-2002</c:v>
                </c:pt>
                <c:pt idx="621">
                  <c:v>26-06-2002</c:v>
                </c:pt>
                <c:pt idx="622">
                  <c:v>27-06-2002</c:v>
                </c:pt>
                <c:pt idx="623">
                  <c:v>28-06-2002</c:v>
                </c:pt>
                <c:pt idx="624">
                  <c:v>01-07-2002</c:v>
                </c:pt>
                <c:pt idx="625">
                  <c:v>02-07-2002</c:v>
                </c:pt>
                <c:pt idx="626">
                  <c:v>03-07-2002</c:v>
                </c:pt>
                <c:pt idx="627">
                  <c:v>04-07-2002</c:v>
                </c:pt>
                <c:pt idx="628">
                  <c:v>05-07-2002</c:v>
                </c:pt>
                <c:pt idx="629">
                  <c:v>08-07-2002</c:v>
                </c:pt>
                <c:pt idx="630">
                  <c:v>09-07-2002</c:v>
                </c:pt>
                <c:pt idx="631">
                  <c:v>10-07-2002</c:v>
                </c:pt>
                <c:pt idx="632">
                  <c:v>11-07-2002</c:v>
                </c:pt>
                <c:pt idx="633">
                  <c:v>12-07-2002</c:v>
                </c:pt>
                <c:pt idx="634">
                  <c:v>15-07-2002</c:v>
                </c:pt>
                <c:pt idx="635">
                  <c:v>16-07-2002</c:v>
                </c:pt>
                <c:pt idx="636">
                  <c:v>17-07-2002</c:v>
                </c:pt>
                <c:pt idx="637">
                  <c:v>18-07-2002</c:v>
                </c:pt>
                <c:pt idx="638">
                  <c:v>19-07-2002</c:v>
                </c:pt>
                <c:pt idx="639">
                  <c:v>22-07-2002</c:v>
                </c:pt>
                <c:pt idx="640">
                  <c:v>23-07-2002</c:v>
                </c:pt>
                <c:pt idx="641">
                  <c:v>24-07-2002</c:v>
                </c:pt>
                <c:pt idx="642">
                  <c:v>25-07-2002</c:v>
                </c:pt>
                <c:pt idx="643">
                  <c:v>26-07-2002</c:v>
                </c:pt>
                <c:pt idx="644">
                  <c:v>29-07-2002</c:v>
                </c:pt>
                <c:pt idx="645">
                  <c:v>30-07-2002</c:v>
                </c:pt>
                <c:pt idx="646">
                  <c:v>31-07-2002</c:v>
                </c:pt>
                <c:pt idx="647">
                  <c:v>01-08-2002</c:v>
                </c:pt>
                <c:pt idx="648">
                  <c:v>02-08-2002</c:v>
                </c:pt>
                <c:pt idx="649">
                  <c:v>05-08-2002</c:v>
                </c:pt>
                <c:pt idx="650">
                  <c:v>06-08-2002</c:v>
                </c:pt>
                <c:pt idx="651">
                  <c:v>07-08-2002</c:v>
                </c:pt>
                <c:pt idx="652">
                  <c:v>08-08-2002</c:v>
                </c:pt>
                <c:pt idx="653">
                  <c:v>09-08-2002</c:v>
                </c:pt>
                <c:pt idx="654">
                  <c:v>12-08-2002</c:v>
                </c:pt>
                <c:pt idx="655">
                  <c:v>13-08-2002</c:v>
                </c:pt>
                <c:pt idx="656">
                  <c:v>14-08-2002</c:v>
                </c:pt>
                <c:pt idx="657">
                  <c:v>16-08-2002</c:v>
                </c:pt>
                <c:pt idx="658">
                  <c:v>19-08-2002</c:v>
                </c:pt>
                <c:pt idx="659">
                  <c:v>20-08-2002</c:v>
                </c:pt>
                <c:pt idx="660">
                  <c:v>21-08-2002</c:v>
                </c:pt>
                <c:pt idx="661">
                  <c:v>22-08-2002</c:v>
                </c:pt>
                <c:pt idx="662">
                  <c:v>23-08-2002</c:v>
                </c:pt>
                <c:pt idx="663">
                  <c:v>26-08-2002</c:v>
                </c:pt>
                <c:pt idx="664">
                  <c:v>27-08-2002</c:v>
                </c:pt>
                <c:pt idx="665">
                  <c:v>28-08-2002</c:v>
                </c:pt>
                <c:pt idx="666">
                  <c:v>29-08-2002</c:v>
                </c:pt>
                <c:pt idx="667">
                  <c:v>30-08-2002</c:v>
                </c:pt>
                <c:pt idx="668">
                  <c:v>02-09-2002</c:v>
                </c:pt>
                <c:pt idx="669">
                  <c:v>03-09-2002</c:v>
                </c:pt>
                <c:pt idx="670">
                  <c:v>04-09-2002</c:v>
                </c:pt>
                <c:pt idx="671">
                  <c:v>05-09-2002</c:v>
                </c:pt>
                <c:pt idx="672">
                  <c:v>06-09-2002</c:v>
                </c:pt>
                <c:pt idx="673">
                  <c:v>09-09-2002</c:v>
                </c:pt>
                <c:pt idx="674">
                  <c:v>11-09-2002</c:v>
                </c:pt>
                <c:pt idx="675">
                  <c:v>12-09-2002</c:v>
                </c:pt>
                <c:pt idx="676">
                  <c:v>13-09-2002</c:v>
                </c:pt>
                <c:pt idx="677">
                  <c:v>16-09-2002</c:v>
                </c:pt>
                <c:pt idx="678">
                  <c:v>17-09-2002</c:v>
                </c:pt>
                <c:pt idx="679">
                  <c:v>18-09-2002</c:v>
                </c:pt>
                <c:pt idx="680">
                  <c:v>19-09-2002</c:v>
                </c:pt>
                <c:pt idx="681">
                  <c:v>20-09-2002</c:v>
                </c:pt>
                <c:pt idx="682">
                  <c:v>23-09-2002</c:v>
                </c:pt>
                <c:pt idx="683">
                  <c:v>24-09-2002</c:v>
                </c:pt>
                <c:pt idx="684">
                  <c:v>25-09-2002</c:v>
                </c:pt>
                <c:pt idx="685">
                  <c:v>26-09-2002</c:v>
                </c:pt>
                <c:pt idx="686">
                  <c:v>27-09-2002</c:v>
                </c:pt>
                <c:pt idx="687">
                  <c:v>30-09-2002</c:v>
                </c:pt>
                <c:pt idx="688">
                  <c:v>01-10-2002</c:v>
                </c:pt>
                <c:pt idx="689">
                  <c:v>03-10-2002</c:v>
                </c:pt>
                <c:pt idx="690">
                  <c:v>04-10-2002</c:v>
                </c:pt>
                <c:pt idx="691">
                  <c:v>07-10-2002</c:v>
                </c:pt>
                <c:pt idx="692">
                  <c:v>08-10-2002</c:v>
                </c:pt>
                <c:pt idx="693">
                  <c:v>09-10-2002</c:v>
                </c:pt>
                <c:pt idx="694">
                  <c:v>10-10-2002</c:v>
                </c:pt>
                <c:pt idx="695">
                  <c:v>11-10-2002</c:v>
                </c:pt>
                <c:pt idx="696">
                  <c:v>14-10-2002</c:v>
                </c:pt>
                <c:pt idx="697">
                  <c:v>16-10-2002</c:v>
                </c:pt>
                <c:pt idx="698">
                  <c:v>17-10-2002</c:v>
                </c:pt>
                <c:pt idx="699">
                  <c:v>18-10-2002</c:v>
                </c:pt>
                <c:pt idx="700">
                  <c:v>21-10-2002</c:v>
                </c:pt>
                <c:pt idx="701">
                  <c:v>22-10-2002</c:v>
                </c:pt>
                <c:pt idx="702">
                  <c:v>23-10-2002</c:v>
                </c:pt>
                <c:pt idx="703">
                  <c:v>24-10-2002</c:v>
                </c:pt>
                <c:pt idx="704">
                  <c:v>25-10-2002</c:v>
                </c:pt>
                <c:pt idx="705">
                  <c:v>28-10-2002</c:v>
                </c:pt>
                <c:pt idx="706">
                  <c:v>29-10-2002</c:v>
                </c:pt>
                <c:pt idx="707">
                  <c:v>30-10-2002</c:v>
                </c:pt>
                <c:pt idx="708">
                  <c:v>31-10-2002</c:v>
                </c:pt>
                <c:pt idx="709">
                  <c:v>01-11-2002</c:v>
                </c:pt>
                <c:pt idx="710">
                  <c:v>04-11-2002</c:v>
                </c:pt>
                <c:pt idx="711">
                  <c:v>05-11-2002</c:v>
                </c:pt>
                <c:pt idx="712">
                  <c:v>07-11-2002</c:v>
                </c:pt>
                <c:pt idx="713">
                  <c:v>08-11-2002</c:v>
                </c:pt>
                <c:pt idx="714">
                  <c:v>11-11-2002</c:v>
                </c:pt>
                <c:pt idx="715">
                  <c:v>12-11-2002</c:v>
                </c:pt>
                <c:pt idx="716">
                  <c:v>13-11-2002</c:v>
                </c:pt>
                <c:pt idx="717">
                  <c:v>14-11-2002</c:v>
                </c:pt>
                <c:pt idx="718">
                  <c:v>15-11-2002</c:v>
                </c:pt>
                <c:pt idx="719">
                  <c:v>18-11-2002</c:v>
                </c:pt>
                <c:pt idx="720">
                  <c:v>20-11-2002</c:v>
                </c:pt>
                <c:pt idx="721">
                  <c:v>21-11-2002</c:v>
                </c:pt>
                <c:pt idx="722">
                  <c:v>22-11-2002</c:v>
                </c:pt>
                <c:pt idx="723">
                  <c:v>25-11-2002</c:v>
                </c:pt>
                <c:pt idx="724">
                  <c:v>26-11-2002</c:v>
                </c:pt>
                <c:pt idx="725">
                  <c:v>27-11-2002</c:v>
                </c:pt>
                <c:pt idx="726">
                  <c:v>28-11-2002</c:v>
                </c:pt>
                <c:pt idx="727">
                  <c:v>29-11-2002</c:v>
                </c:pt>
                <c:pt idx="728">
                  <c:v>02-12-2002</c:v>
                </c:pt>
                <c:pt idx="729">
                  <c:v>03-12-2002</c:v>
                </c:pt>
                <c:pt idx="730">
                  <c:v>04-12-2002</c:v>
                </c:pt>
                <c:pt idx="731">
                  <c:v>05-12-2002</c:v>
                </c:pt>
                <c:pt idx="732">
                  <c:v>06-12-2002</c:v>
                </c:pt>
                <c:pt idx="733">
                  <c:v>09-12-2002</c:v>
                </c:pt>
                <c:pt idx="734">
                  <c:v>10-12-2002</c:v>
                </c:pt>
                <c:pt idx="735">
                  <c:v>11-12-2002</c:v>
                </c:pt>
                <c:pt idx="736">
                  <c:v>12-12-2002</c:v>
                </c:pt>
                <c:pt idx="737">
                  <c:v>13-12-2002</c:v>
                </c:pt>
                <c:pt idx="738">
                  <c:v>16-12-2002</c:v>
                </c:pt>
                <c:pt idx="739">
                  <c:v>17-12-2002</c:v>
                </c:pt>
                <c:pt idx="740">
                  <c:v>18-12-2002</c:v>
                </c:pt>
                <c:pt idx="741">
                  <c:v>19-12-2002</c:v>
                </c:pt>
                <c:pt idx="742">
                  <c:v>20-12-2002</c:v>
                </c:pt>
                <c:pt idx="743">
                  <c:v>23-12-2002</c:v>
                </c:pt>
                <c:pt idx="744">
                  <c:v>24-12-2002</c:v>
                </c:pt>
                <c:pt idx="745">
                  <c:v>26-12-2002</c:v>
                </c:pt>
                <c:pt idx="746">
                  <c:v>27-12-2002</c:v>
                </c:pt>
                <c:pt idx="747">
                  <c:v>30-12-2002</c:v>
                </c:pt>
                <c:pt idx="748">
                  <c:v>31-12-2002</c:v>
                </c:pt>
                <c:pt idx="749">
                  <c:v>01-01-2003</c:v>
                </c:pt>
                <c:pt idx="750">
                  <c:v>02-01-2003</c:v>
                </c:pt>
                <c:pt idx="751">
                  <c:v>03-01-2003</c:v>
                </c:pt>
                <c:pt idx="752">
                  <c:v>06-01-2003</c:v>
                </c:pt>
                <c:pt idx="753">
                  <c:v>07-01-2003</c:v>
                </c:pt>
                <c:pt idx="754">
                  <c:v>08-01-2003</c:v>
                </c:pt>
                <c:pt idx="755">
                  <c:v>09-01-2003</c:v>
                </c:pt>
                <c:pt idx="756">
                  <c:v>10-01-2003</c:v>
                </c:pt>
                <c:pt idx="757">
                  <c:v>13-01-2003</c:v>
                </c:pt>
                <c:pt idx="758">
                  <c:v>14-01-2003</c:v>
                </c:pt>
                <c:pt idx="759">
                  <c:v>15-01-2003</c:v>
                </c:pt>
                <c:pt idx="760">
                  <c:v>16-01-2003</c:v>
                </c:pt>
                <c:pt idx="761">
                  <c:v>17-01-2003</c:v>
                </c:pt>
                <c:pt idx="762">
                  <c:v>20-01-2003</c:v>
                </c:pt>
                <c:pt idx="763">
                  <c:v>21-01-2003</c:v>
                </c:pt>
                <c:pt idx="764">
                  <c:v>22-01-2003</c:v>
                </c:pt>
                <c:pt idx="765">
                  <c:v>23-01-2003</c:v>
                </c:pt>
                <c:pt idx="766">
                  <c:v>24-01-2003</c:v>
                </c:pt>
                <c:pt idx="767">
                  <c:v>27-01-2003</c:v>
                </c:pt>
                <c:pt idx="768">
                  <c:v>28-01-2003</c:v>
                </c:pt>
                <c:pt idx="769">
                  <c:v>29-01-2003</c:v>
                </c:pt>
                <c:pt idx="770">
                  <c:v>30-01-2003</c:v>
                </c:pt>
                <c:pt idx="771">
                  <c:v>31-01-2003</c:v>
                </c:pt>
                <c:pt idx="772">
                  <c:v>03-02-2003</c:v>
                </c:pt>
                <c:pt idx="773">
                  <c:v>04-02-2003</c:v>
                </c:pt>
                <c:pt idx="774">
                  <c:v>05-02-2003</c:v>
                </c:pt>
                <c:pt idx="775">
                  <c:v>06-02-2003</c:v>
                </c:pt>
                <c:pt idx="776">
                  <c:v>07-02-2003</c:v>
                </c:pt>
                <c:pt idx="777">
                  <c:v>10-02-2003</c:v>
                </c:pt>
                <c:pt idx="778">
                  <c:v>11-02-2003</c:v>
                </c:pt>
                <c:pt idx="779">
                  <c:v>12-02-2003</c:v>
                </c:pt>
                <c:pt idx="780">
                  <c:v>14-02-2003</c:v>
                </c:pt>
                <c:pt idx="781">
                  <c:v>17-02-2003</c:v>
                </c:pt>
                <c:pt idx="782">
                  <c:v>18-02-2003</c:v>
                </c:pt>
                <c:pt idx="783">
                  <c:v>19-02-2003</c:v>
                </c:pt>
                <c:pt idx="784">
                  <c:v>20-02-2003</c:v>
                </c:pt>
                <c:pt idx="785">
                  <c:v>21-02-2003</c:v>
                </c:pt>
                <c:pt idx="786">
                  <c:v>24-02-2003</c:v>
                </c:pt>
                <c:pt idx="787">
                  <c:v>25-02-2003</c:v>
                </c:pt>
                <c:pt idx="788">
                  <c:v>26-02-2003</c:v>
                </c:pt>
                <c:pt idx="789">
                  <c:v>27-02-2003</c:v>
                </c:pt>
                <c:pt idx="790">
                  <c:v>28-02-2003</c:v>
                </c:pt>
                <c:pt idx="791">
                  <c:v>03-03-2003</c:v>
                </c:pt>
                <c:pt idx="792">
                  <c:v>04-03-2003</c:v>
                </c:pt>
                <c:pt idx="793">
                  <c:v>05-03-2003</c:v>
                </c:pt>
                <c:pt idx="794">
                  <c:v>06-03-2003</c:v>
                </c:pt>
                <c:pt idx="795">
                  <c:v>07-03-2003</c:v>
                </c:pt>
                <c:pt idx="796">
                  <c:v>10-03-2003</c:v>
                </c:pt>
                <c:pt idx="797">
                  <c:v>11-03-2003</c:v>
                </c:pt>
                <c:pt idx="798">
                  <c:v>12-03-2003</c:v>
                </c:pt>
                <c:pt idx="799">
                  <c:v>13-03-2003</c:v>
                </c:pt>
                <c:pt idx="800">
                  <c:v>17-03-2003</c:v>
                </c:pt>
                <c:pt idx="801">
                  <c:v>19-03-2003</c:v>
                </c:pt>
                <c:pt idx="802">
                  <c:v>20-03-2003</c:v>
                </c:pt>
                <c:pt idx="803">
                  <c:v>21-03-2003</c:v>
                </c:pt>
                <c:pt idx="804">
                  <c:v>22-03-2003</c:v>
                </c:pt>
                <c:pt idx="805">
                  <c:v>24-03-2003</c:v>
                </c:pt>
                <c:pt idx="806">
                  <c:v>25-03-2003</c:v>
                </c:pt>
                <c:pt idx="807">
                  <c:v>26-03-2003</c:v>
                </c:pt>
                <c:pt idx="808">
                  <c:v>27-03-2003</c:v>
                </c:pt>
                <c:pt idx="809">
                  <c:v>28-03-2003</c:v>
                </c:pt>
                <c:pt idx="810">
                  <c:v>31-03-2003</c:v>
                </c:pt>
                <c:pt idx="811">
                  <c:v>01-04-2003</c:v>
                </c:pt>
                <c:pt idx="812">
                  <c:v>02-04-2003</c:v>
                </c:pt>
                <c:pt idx="813">
                  <c:v>03-04-2003</c:v>
                </c:pt>
                <c:pt idx="814">
                  <c:v>04-04-2003</c:v>
                </c:pt>
                <c:pt idx="815">
                  <c:v>07-04-2003</c:v>
                </c:pt>
                <c:pt idx="816">
                  <c:v>08-04-2003</c:v>
                </c:pt>
                <c:pt idx="817">
                  <c:v>09-04-2003</c:v>
                </c:pt>
                <c:pt idx="818">
                  <c:v>10-04-2003</c:v>
                </c:pt>
                <c:pt idx="819">
                  <c:v>11-04-2003</c:v>
                </c:pt>
                <c:pt idx="820">
                  <c:v>15-04-2003</c:v>
                </c:pt>
                <c:pt idx="821">
                  <c:v>16-04-2003</c:v>
                </c:pt>
                <c:pt idx="822">
                  <c:v>17-04-2003</c:v>
                </c:pt>
                <c:pt idx="823">
                  <c:v>21-04-2003</c:v>
                </c:pt>
                <c:pt idx="824">
                  <c:v>22-04-2003</c:v>
                </c:pt>
                <c:pt idx="825">
                  <c:v>23-04-2003</c:v>
                </c:pt>
                <c:pt idx="826">
                  <c:v>24-04-2003</c:v>
                </c:pt>
                <c:pt idx="827">
                  <c:v>25-04-2003</c:v>
                </c:pt>
                <c:pt idx="828">
                  <c:v>28-04-2003</c:v>
                </c:pt>
                <c:pt idx="829">
                  <c:v>29-04-2003</c:v>
                </c:pt>
                <c:pt idx="830">
                  <c:v>30-04-2003</c:v>
                </c:pt>
                <c:pt idx="831">
                  <c:v>02-05-2003</c:v>
                </c:pt>
                <c:pt idx="832">
                  <c:v>05-05-2003</c:v>
                </c:pt>
                <c:pt idx="833">
                  <c:v>06-05-2003</c:v>
                </c:pt>
                <c:pt idx="834">
                  <c:v>07-05-2003</c:v>
                </c:pt>
                <c:pt idx="835">
                  <c:v>08-05-2003</c:v>
                </c:pt>
                <c:pt idx="836">
                  <c:v>09-05-2003</c:v>
                </c:pt>
                <c:pt idx="837">
                  <c:v>12-05-2003</c:v>
                </c:pt>
                <c:pt idx="838">
                  <c:v>13-05-2003</c:v>
                </c:pt>
                <c:pt idx="839">
                  <c:v>14-05-2003</c:v>
                </c:pt>
                <c:pt idx="840">
                  <c:v>15-05-2003</c:v>
                </c:pt>
                <c:pt idx="841">
                  <c:v>16-05-2003</c:v>
                </c:pt>
                <c:pt idx="842">
                  <c:v>19-05-2003</c:v>
                </c:pt>
                <c:pt idx="843">
                  <c:v>20-05-2003</c:v>
                </c:pt>
                <c:pt idx="844">
                  <c:v>21-05-2003</c:v>
                </c:pt>
                <c:pt idx="845">
                  <c:v>22-05-2003</c:v>
                </c:pt>
                <c:pt idx="846">
                  <c:v>23-05-2003</c:v>
                </c:pt>
                <c:pt idx="847">
                  <c:v>26-05-2003</c:v>
                </c:pt>
                <c:pt idx="848">
                  <c:v>27-05-2003</c:v>
                </c:pt>
                <c:pt idx="849">
                  <c:v>28-05-2003</c:v>
                </c:pt>
                <c:pt idx="850">
                  <c:v>29-05-2003</c:v>
                </c:pt>
                <c:pt idx="851">
                  <c:v>30-05-2003</c:v>
                </c:pt>
                <c:pt idx="852">
                  <c:v>02-06-2003</c:v>
                </c:pt>
                <c:pt idx="853">
                  <c:v>03-06-2003</c:v>
                </c:pt>
                <c:pt idx="854">
                  <c:v>04-06-2003</c:v>
                </c:pt>
                <c:pt idx="855">
                  <c:v>05-06-2003</c:v>
                </c:pt>
                <c:pt idx="856">
                  <c:v>06-06-2003</c:v>
                </c:pt>
                <c:pt idx="857">
                  <c:v>09-06-2003</c:v>
                </c:pt>
                <c:pt idx="858">
                  <c:v>10-06-2003</c:v>
                </c:pt>
                <c:pt idx="859">
                  <c:v>11-06-2003</c:v>
                </c:pt>
                <c:pt idx="860">
                  <c:v>12-06-2003</c:v>
                </c:pt>
                <c:pt idx="861">
                  <c:v>13-06-2003</c:v>
                </c:pt>
                <c:pt idx="862">
                  <c:v>16-06-2003</c:v>
                </c:pt>
                <c:pt idx="863">
                  <c:v>17-06-2003</c:v>
                </c:pt>
                <c:pt idx="864">
                  <c:v>18-06-2003</c:v>
                </c:pt>
                <c:pt idx="865">
                  <c:v>19-06-2003</c:v>
                </c:pt>
                <c:pt idx="866">
                  <c:v>20-06-2003</c:v>
                </c:pt>
                <c:pt idx="867">
                  <c:v>23-06-2003</c:v>
                </c:pt>
                <c:pt idx="868">
                  <c:v>24-06-2003</c:v>
                </c:pt>
                <c:pt idx="869">
                  <c:v>25-06-2003</c:v>
                </c:pt>
                <c:pt idx="870">
                  <c:v>26-06-2003</c:v>
                </c:pt>
                <c:pt idx="871">
                  <c:v>27-06-2003</c:v>
                </c:pt>
                <c:pt idx="872">
                  <c:v>30-06-2003</c:v>
                </c:pt>
                <c:pt idx="873">
                  <c:v>01-07-2003</c:v>
                </c:pt>
                <c:pt idx="874">
                  <c:v>02-07-2003</c:v>
                </c:pt>
                <c:pt idx="875">
                  <c:v>03-07-2003</c:v>
                </c:pt>
                <c:pt idx="876">
                  <c:v>04-07-2003</c:v>
                </c:pt>
                <c:pt idx="877">
                  <c:v>07-07-2003</c:v>
                </c:pt>
                <c:pt idx="878">
                  <c:v>08-07-2003</c:v>
                </c:pt>
                <c:pt idx="879">
                  <c:v>09-07-2003</c:v>
                </c:pt>
                <c:pt idx="880">
                  <c:v>10-07-2003</c:v>
                </c:pt>
                <c:pt idx="881">
                  <c:v>11-07-2003</c:v>
                </c:pt>
                <c:pt idx="882">
                  <c:v>14-07-2003</c:v>
                </c:pt>
                <c:pt idx="883">
                  <c:v>15-07-2003</c:v>
                </c:pt>
                <c:pt idx="884">
                  <c:v>16-07-2003</c:v>
                </c:pt>
                <c:pt idx="885">
                  <c:v>17-07-2003</c:v>
                </c:pt>
                <c:pt idx="886">
                  <c:v>18-07-2003</c:v>
                </c:pt>
                <c:pt idx="887">
                  <c:v>21-07-2003</c:v>
                </c:pt>
                <c:pt idx="888">
                  <c:v>22-07-2003</c:v>
                </c:pt>
                <c:pt idx="889">
                  <c:v>23-07-2003</c:v>
                </c:pt>
                <c:pt idx="890">
                  <c:v>24-07-2003</c:v>
                </c:pt>
                <c:pt idx="891">
                  <c:v>25-07-2003</c:v>
                </c:pt>
                <c:pt idx="892">
                  <c:v>28-07-2003</c:v>
                </c:pt>
                <c:pt idx="893">
                  <c:v>29-07-2003</c:v>
                </c:pt>
                <c:pt idx="894">
                  <c:v>30-07-2003</c:v>
                </c:pt>
                <c:pt idx="895">
                  <c:v>31-07-2003</c:v>
                </c:pt>
                <c:pt idx="896">
                  <c:v>01-08-2003</c:v>
                </c:pt>
                <c:pt idx="897">
                  <c:v>04-08-2003</c:v>
                </c:pt>
                <c:pt idx="898">
                  <c:v>05-08-2003</c:v>
                </c:pt>
                <c:pt idx="899">
                  <c:v>06-08-2003</c:v>
                </c:pt>
                <c:pt idx="900">
                  <c:v>07-08-2003</c:v>
                </c:pt>
                <c:pt idx="901">
                  <c:v>08-08-2003</c:v>
                </c:pt>
                <c:pt idx="902">
                  <c:v>11-08-2003</c:v>
                </c:pt>
                <c:pt idx="903">
                  <c:v>12-08-2003</c:v>
                </c:pt>
                <c:pt idx="904">
                  <c:v>13-08-2003</c:v>
                </c:pt>
                <c:pt idx="905">
                  <c:v>14-08-2003</c:v>
                </c:pt>
                <c:pt idx="906">
                  <c:v>18-08-2003</c:v>
                </c:pt>
                <c:pt idx="907">
                  <c:v>19-08-2003</c:v>
                </c:pt>
                <c:pt idx="908">
                  <c:v>20-08-2003</c:v>
                </c:pt>
                <c:pt idx="909">
                  <c:v>21-08-2003</c:v>
                </c:pt>
                <c:pt idx="910">
                  <c:v>22-08-2003</c:v>
                </c:pt>
                <c:pt idx="911">
                  <c:v>25-08-2003</c:v>
                </c:pt>
                <c:pt idx="912">
                  <c:v>26-08-2003</c:v>
                </c:pt>
                <c:pt idx="913">
                  <c:v>27-08-2003</c:v>
                </c:pt>
                <c:pt idx="914">
                  <c:v>28-08-2003</c:v>
                </c:pt>
                <c:pt idx="915">
                  <c:v>29-08-2003</c:v>
                </c:pt>
                <c:pt idx="916">
                  <c:v>01-09-2003</c:v>
                </c:pt>
                <c:pt idx="917">
                  <c:v>02-09-2003</c:v>
                </c:pt>
                <c:pt idx="918">
                  <c:v>03-09-2003</c:v>
                </c:pt>
                <c:pt idx="919">
                  <c:v>04-09-2003</c:v>
                </c:pt>
                <c:pt idx="920">
                  <c:v>05-09-2003</c:v>
                </c:pt>
                <c:pt idx="921">
                  <c:v>08-09-2003</c:v>
                </c:pt>
                <c:pt idx="922">
                  <c:v>09-09-2003</c:v>
                </c:pt>
                <c:pt idx="923">
                  <c:v>10-09-2003</c:v>
                </c:pt>
                <c:pt idx="924">
                  <c:v>11-09-2003</c:v>
                </c:pt>
                <c:pt idx="925">
                  <c:v>12-09-2003</c:v>
                </c:pt>
                <c:pt idx="926">
                  <c:v>15-09-2003</c:v>
                </c:pt>
                <c:pt idx="927">
                  <c:v>16-09-2003</c:v>
                </c:pt>
                <c:pt idx="928">
                  <c:v>17-09-2003</c:v>
                </c:pt>
                <c:pt idx="929">
                  <c:v>18-09-2003</c:v>
                </c:pt>
                <c:pt idx="930">
                  <c:v>19-09-2003</c:v>
                </c:pt>
                <c:pt idx="931">
                  <c:v>22-09-2003</c:v>
                </c:pt>
                <c:pt idx="932">
                  <c:v>23-09-2003</c:v>
                </c:pt>
                <c:pt idx="933">
                  <c:v>24-09-2003</c:v>
                </c:pt>
                <c:pt idx="934">
                  <c:v>25-09-2003</c:v>
                </c:pt>
                <c:pt idx="935">
                  <c:v>26-09-2003</c:v>
                </c:pt>
                <c:pt idx="936">
                  <c:v>29-09-2003</c:v>
                </c:pt>
                <c:pt idx="937">
                  <c:v>30-09-2003</c:v>
                </c:pt>
                <c:pt idx="938">
                  <c:v>01-10-2003</c:v>
                </c:pt>
                <c:pt idx="939">
                  <c:v>03-10-2003</c:v>
                </c:pt>
                <c:pt idx="940">
                  <c:v>06-10-2003</c:v>
                </c:pt>
                <c:pt idx="941">
                  <c:v>07-10-2003</c:v>
                </c:pt>
                <c:pt idx="942">
                  <c:v>08-10-2003</c:v>
                </c:pt>
                <c:pt idx="943">
                  <c:v>09-10-2003</c:v>
                </c:pt>
                <c:pt idx="944">
                  <c:v>10-10-2003</c:v>
                </c:pt>
                <c:pt idx="945">
                  <c:v>13-10-2003</c:v>
                </c:pt>
                <c:pt idx="946">
                  <c:v>14-10-2003</c:v>
                </c:pt>
                <c:pt idx="947">
                  <c:v>15-10-2003</c:v>
                </c:pt>
                <c:pt idx="948">
                  <c:v>16-10-2003</c:v>
                </c:pt>
                <c:pt idx="949">
                  <c:v>17-10-2003</c:v>
                </c:pt>
                <c:pt idx="950">
                  <c:v>20-10-2003</c:v>
                </c:pt>
                <c:pt idx="951">
                  <c:v>21-10-2003</c:v>
                </c:pt>
                <c:pt idx="952">
                  <c:v>22-10-2003</c:v>
                </c:pt>
                <c:pt idx="953">
                  <c:v>23-10-2003</c:v>
                </c:pt>
                <c:pt idx="954">
                  <c:v>24-10-2003</c:v>
                </c:pt>
                <c:pt idx="955">
                  <c:v>25-10-2003</c:v>
                </c:pt>
                <c:pt idx="956">
                  <c:v>27-10-2003</c:v>
                </c:pt>
                <c:pt idx="957">
                  <c:v>28-10-2003</c:v>
                </c:pt>
                <c:pt idx="958">
                  <c:v>29-10-2003</c:v>
                </c:pt>
                <c:pt idx="959">
                  <c:v>30-10-2003</c:v>
                </c:pt>
                <c:pt idx="960">
                  <c:v>31-10-2003</c:v>
                </c:pt>
                <c:pt idx="961">
                  <c:v>03-11-2003</c:v>
                </c:pt>
                <c:pt idx="962">
                  <c:v>04-11-2003</c:v>
                </c:pt>
                <c:pt idx="963">
                  <c:v>05-11-2003</c:v>
                </c:pt>
                <c:pt idx="964">
                  <c:v>06-11-2003</c:v>
                </c:pt>
                <c:pt idx="965">
                  <c:v>07-11-2003</c:v>
                </c:pt>
                <c:pt idx="966">
                  <c:v>10-11-2003</c:v>
                </c:pt>
                <c:pt idx="967">
                  <c:v>11-11-2003</c:v>
                </c:pt>
                <c:pt idx="968">
                  <c:v>12-11-2003</c:v>
                </c:pt>
                <c:pt idx="969">
                  <c:v>13-11-2003</c:v>
                </c:pt>
                <c:pt idx="970">
                  <c:v>14-11-2003</c:v>
                </c:pt>
                <c:pt idx="971">
                  <c:v>15-11-2003</c:v>
                </c:pt>
                <c:pt idx="972">
                  <c:v>17-11-2003</c:v>
                </c:pt>
                <c:pt idx="973">
                  <c:v>18-11-2003</c:v>
                </c:pt>
                <c:pt idx="974">
                  <c:v>19-11-2003</c:v>
                </c:pt>
                <c:pt idx="975">
                  <c:v>20-11-2003</c:v>
                </c:pt>
                <c:pt idx="976">
                  <c:v>21-11-2003</c:v>
                </c:pt>
                <c:pt idx="977">
                  <c:v>24-11-2003</c:v>
                </c:pt>
                <c:pt idx="978">
                  <c:v>25-11-2003</c:v>
                </c:pt>
                <c:pt idx="979">
                  <c:v>27-11-2003</c:v>
                </c:pt>
                <c:pt idx="980">
                  <c:v>28-11-2003</c:v>
                </c:pt>
                <c:pt idx="981">
                  <c:v>01-12-2003</c:v>
                </c:pt>
                <c:pt idx="982">
                  <c:v>02-12-2003</c:v>
                </c:pt>
                <c:pt idx="983">
                  <c:v>03-12-2003</c:v>
                </c:pt>
                <c:pt idx="984">
                  <c:v>04-12-2003</c:v>
                </c:pt>
                <c:pt idx="985">
                  <c:v>05-12-2003</c:v>
                </c:pt>
                <c:pt idx="986">
                  <c:v>08-12-2003</c:v>
                </c:pt>
                <c:pt idx="987">
                  <c:v>09-12-2003</c:v>
                </c:pt>
                <c:pt idx="988">
                  <c:v>10-12-2003</c:v>
                </c:pt>
                <c:pt idx="989">
                  <c:v>11-12-2003</c:v>
                </c:pt>
                <c:pt idx="990">
                  <c:v>12-12-2003</c:v>
                </c:pt>
                <c:pt idx="991">
                  <c:v>15-12-2003</c:v>
                </c:pt>
                <c:pt idx="992">
                  <c:v>16-12-2003</c:v>
                </c:pt>
                <c:pt idx="993">
                  <c:v>17-12-2003</c:v>
                </c:pt>
                <c:pt idx="994">
                  <c:v>18-12-2003</c:v>
                </c:pt>
                <c:pt idx="995">
                  <c:v>19-12-2003</c:v>
                </c:pt>
                <c:pt idx="996">
                  <c:v>22-12-2003</c:v>
                </c:pt>
                <c:pt idx="997">
                  <c:v>23-12-2003</c:v>
                </c:pt>
                <c:pt idx="998">
                  <c:v>24-12-2003</c:v>
                </c:pt>
                <c:pt idx="999">
                  <c:v>26-12-2003</c:v>
                </c:pt>
                <c:pt idx="1000">
                  <c:v>29-12-2003</c:v>
                </c:pt>
                <c:pt idx="1001">
                  <c:v>30-12-2003</c:v>
                </c:pt>
                <c:pt idx="1002">
                  <c:v>31-12-2003</c:v>
                </c:pt>
                <c:pt idx="1003">
                  <c:v>01-01-2004</c:v>
                </c:pt>
                <c:pt idx="1004">
                  <c:v>02-01-2004</c:v>
                </c:pt>
                <c:pt idx="1005">
                  <c:v>05-01-2004</c:v>
                </c:pt>
                <c:pt idx="1006">
                  <c:v>06-01-2004</c:v>
                </c:pt>
                <c:pt idx="1007">
                  <c:v>07-01-2004</c:v>
                </c:pt>
                <c:pt idx="1008">
                  <c:v>08-01-2004</c:v>
                </c:pt>
                <c:pt idx="1009">
                  <c:v>09-01-2004</c:v>
                </c:pt>
                <c:pt idx="1010">
                  <c:v>12-01-2004</c:v>
                </c:pt>
                <c:pt idx="1011">
                  <c:v>13-01-2004</c:v>
                </c:pt>
                <c:pt idx="1012">
                  <c:v>14-01-2004</c:v>
                </c:pt>
                <c:pt idx="1013">
                  <c:v>15-01-2004</c:v>
                </c:pt>
                <c:pt idx="1014">
                  <c:v>16-01-2004</c:v>
                </c:pt>
                <c:pt idx="1015">
                  <c:v>19-01-2004</c:v>
                </c:pt>
                <c:pt idx="1016">
                  <c:v>20-01-2004</c:v>
                </c:pt>
                <c:pt idx="1017">
                  <c:v>21-01-2004</c:v>
                </c:pt>
                <c:pt idx="1018">
                  <c:v>22-01-2004</c:v>
                </c:pt>
                <c:pt idx="1019">
                  <c:v>23-01-2004</c:v>
                </c:pt>
                <c:pt idx="1020">
                  <c:v>27-01-2004</c:v>
                </c:pt>
                <c:pt idx="1021">
                  <c:v>28-01-2004</c:v>
                </c:pt>
                <c:pt idx="1022">
                  <c:v>29-01-2004</c:v>
                </c:pt>
                <c:pt idx="1023">
                  <c:v>30-01-2004</c:v>
                </c:pt>
                <c:pt idx="1024">
                  <c:v>03-02-2004</c:v>
                </c:pt>
                <c:pt idx="1025">
                  <c:v>04-02-2004</c:v>
                </c:pt>
                <c:pt idx="1026">
                  <c:v>05-02-2004</c:v>
                </c:pt>
                <c:pt idx="1027">
                  <c:v>06-02-2004</c:v>
                </c:pt>
                <c:pt idx="1028">
                  <c:v>09-02-2004</c:v>
                </c:pt>
                <c:pt idx="1029">
                  <c:v>10-02-2004</c:v>
                </c:pt>
                <c:pt idx="1030">
                  <c:v>11-02-2004</c:v>
                </c:pt>
                <c:pt idx="1031">
                  <c:v>12-02-2004</c:v>
                </c:pt>
                <c:pt idx="1032">
                  <c:v>13-02-2004</c:v>
                </c:pt>
                <c:pt idx="1033">
                  <c:v>16-02-2004</c:v>
                </c:pt>
                <c:pt idx="1034">
                  <c:v>17-02-2004</c:v>
                </c:pt>
                <c:pt idx="1035">
                  <c:v>18-02-2004</c:v>
                </c:pt>
                <c:pt idx="1036">
                  <c:v>19-02-2004</c:v>
                </c:pt>
                <c:pt idx="1037">
                  <c:v>20-02-2004</c:v>
                </c:pt>
                <c:pt idx="1038">
                  <c:v>23-02-2004</c:v>
                </c:pt>
                <c:pt idx="1039">
                  <c:v>24-02-2004</c:v>
                </c:pt>
                <c:pt idx="1040">
                  <c:v>25-02-2004</c:v>
                </c:pt>
                <c:pt idx="1041">
                  <c:v>26-02-2004</c:v>
                </c:pt>
                <c:pt idx="1042">
                  <c:v>27-02-2004</c:v>
                </c:pt>
                <c:pt idx="1043">
                  <c:v>01-03-2004</c:v>
                </c:pt>
                <c:pt idx="1044">
                  <c:v>03-03-2004</c:v>
                </c:pt>
                <c:pt idx="1045">
                  <c:v>04-03-2004</c:v>
                </c:pt>
                <c:pt idx="1046">
                  <c:v>05-03-2004</c:v>
                </c:pt>
                <c:pt idx="1047">
                  <c:v>08-03-2004</c:v>
                </c:pt>
                <c:pt idx="1048">
                  <c:v>09-03-2004</c:v>
                </c:pt>
                <c:pt idx="1049">
                  <c:v>10-03-2004</c:v>
                </c:pt>
                <c:pt idx="1050">
                  <c:v>11-03-2004</c:v>
                </c:pt>
                <c:pt idx="1051">
                  <c:v>12-03-2004</c:v>
                </c:pt>
                <c:pt idx="1052">
                  <c:v>15-03-2004</c:v>
                </c:pt>
                <c:pt idx="1053">
                  <c:v>16-03-2004</c:v>
                </c:pt>
                <c:pt idx="1054">
                  <c:v>17-03-2004</c:v>
                </c:pt>
                <c:pt idx="1055">
                  <c:v>18-03-2004</c:v>
                </c:pt>
                <c:pt idx="1056">
                  <c:v>19-03-2004</c:v>
                </c:pt>
                <c:pt idx="1057">
                  <c:v>22-03-2004</c:v>
                </c:pt>
                <c:pt idx="1058">
                  <c:v>23-03-2004</c:v>
                </c:pt>
                <c:pt idx="1059">
                  <c:v>24-03-2004</c:v>
                </c:pt>
                <c:pt idx="1060">
                  <c:v>25-03-2004</c:v>
                </c:pt>
                <c:pt idx="1061">
                  <c:v>26-03-2004</c:v>
                </c:pt>
                <c:pt idx="1062">
                  <c:v>29-03-2004</c:v>
                </c:pt>
                <c:pt idx="1063">
                  <c:v>30-03-2004</c:v>
                </c:pt>
                <c:pt idx="1064">
                  <c:v>31-03-2004</c:v>
                </c:pt>
                <c:pt idx="1065">
                  <c:v>01-04-2004</c:v>
                </c:pt>
                <c:pt idx="1066">
                  <c:v>02-04-2004</c:v>
                </c:pt>
                <c:pt idx="1067">
                  <c:v>05-04-2004</c:v>
                </c:pt>
                <c:pt idx="1068">
                  <c:v>06-04-2004</c:v>
                </c:pt>
                <c:pt idx="1069">
                  <c:v>07-04-2004</c:v>
                </c:pt>
                <c:pt idx="1070">
                  <c:v>08-04-2004</c:v>
                </c:pt>
                <c:pt idx="1071">
                  <c:v>12-04-2004</c:v>
                </c:pt>
                <c:pt idx="1072">
                  <c:v>13-04-2004</c:v>
                </c:pt>
                <c:pt idx="1073">
                  <c:v>15-04-2004</c:v>
                </c:pt>
                <c:pt idx="1074">
                  <c:v>16-04-2004</c:v>
                </c:pt>
                <c:pt idx="1075">
                  <c:v>17-04-2004</c:v>
                </c:pt>
                <c:pt idx="1076">
                  <c:v>19-04-2004</c:v>
                </c:pt>
                <c:pt idx="1077">
                  <c:v>20-04-2004</c:v>
                </c:pt>
                <c:pt idx="1078">
                  <c:v>21-04-2004</c:v>
                </c:pt>
                <c:pt idx="1079">
                  <c:v>22-04-2004</c:v>
                </c:pt>
                <c:pt idx="1080">
                  <c:v>23-04-2004</c:v>
                </c:pt>
                <c:pt idx="1081">
                  <c:v>27-04-2004</c:v>
                </c:pt>
                <c:pt idx="1082">
                  <c:v>28-04-2004</c:v>
                </c:pt>
                <c:pt idx="1083">
                  <c:v>29-04-2004</c:v>
                </c:pt>
                <c:pt idx="1084">
                  <c:v>30-04-2004</c:v>
                </c:pt>
                <c:pt idx="1085">
                  <c:v>03-05-2004</c:v>
                </c:pt>
                <c:pt idx="1086">
                  <c:v>04-05-2004</c:v>
                </c:pt>
                <c:pt idx="1087">
                  <c:v>05-05-2004</c:v>
                </c:pt>
                <c:pt idx="1088">
                  <c:v>06-05-2004</c:v>
                </c:pt>
                <c:pt idx="1089">
                  <c:v>07-05-2004</c:v>
                </c:pt>
                <c:pt idx="1090">
                  <c:v>10-05-2004</c:v>
                </c:pt>
                <c:pt idx="1091">
                  <c:v>11-05-2004</c:v>
                </c:pt>
                <c:pt idx="1092">
                  <c:v>12-05-2004</c:v>
                </c:pt>
                <c:pt idx="1093">
                  <c:v>13-05-2004</c:v>
                </c:pt>
                <c:pt idx="1094">
                  <c:v>14-05-2004</c:v>
                </c:pt>
                <c:pt idx="1095">
                  <c:v>17-05-2004</c:v>
                </c:pt>
                <c:pt idx="1096">
                  <c:v>18-05-2004</c:v>
                </c:pt>
                <c:pt idx="1097">
                  <c:v>19-05-2004</c:v>
                </c:pt>
                <c:pt idx="1098">
                  <c:v>20-05-2004</c:v>
                </c:pt>
                <c:pt idx="1099">
                  <c:v>21-05-2004</c:v>
                </c:pt>
                <c:pt idx="1100">
                  <c:v>24-05-2004</c:v>
                </c:pt>
                <c:pt idx="1101">
                  <c:v>25-05-2004</c:v>
                </c:pt>
                <c:pt idx="1102">
                  <c:v>26-05-2004</c:v>
                </c:pt>
                <c:pt idx="1103">
                  <c:v>27-05-2004</c:v>
                </c:pt>
                <c:pt idx="1104">
                  <c:v>28-05-2004</c:v>
                </c:pt>
                <c:pt idx="1105">
                  <c:v>31-05-2004</c:v>
                </c:pt>
                <c:pt idx="1106">
                  <c:v>01-06-2004</c:v>
                </c:pt>
                <c:pt idx="1107">
                  <c:v>02-06-2004</c:v>
                </c:pt>
                <c:pt idx="1108">
                  <c:v>03-06-2004</c:v>
                </c:pt>
                <c:pt idx="1109">
                  <c:v>04-06-2004</c:v>
                </c:pt>
                <c:pt idx="1110">
                  <c:v>07-06-2004</c:v>
                </c:pt>
                <c:pt idx="1111">
                  <c:v>08-06-2004</c:v>
                </c:pt>
                <c:pt idx="1112">
                  <c:v>09-06-2004</c:v>
                </c:pt>
                <c:pt idx="1113">
                  <c:v>10-06-2004</c:v>
                </c:pt>
                <c:pt idx="1114">
                  <c:v>11-06-2004</c:v>
                </c:pt>
                <c:pt idx="1115">
                  <c:v>14-06-2004</c:v>
                </c:pt>
                <c:pt idx="1116">
                  <c:v>15-06-2004</c:v>
                </c:pt>
                <c:pt idx="1117">
                  <c:v>16-06-2004</c:v>
                </c:pt>
                <c:pt idx="1118">
                  <c:v>17-06-2004</c:v>
                </c:pt>
                <c:pt idx="1119">
                  <c:v>18-06-2004</c:v>
                </c:pt>
                <c:pt idx="1120">
                  <c:v>21-06-2004</c:v>
                </c:pt>
                <c:pt idx="1121">
                  <c:v>22-06-2004</c:v>
                </c:pt>
                <c:pt idx="1122">
                  <c:v>23-06-2004</c:v>
                </c:pt>
                <c:pt idx="1123">
                  <c:v>24-06-2004</c:v>
                </c:pt>
                <c:pt idx="1124">
                  <c:v>25-06-2004</c:v>
                </c:pt>
                <c:pt idx="1125">
                  <c:v>28-06-2004</c:v>
                </c:pt>
                <c:pt idx="1126">
                  <c:v>29-06-2004</c:v>
                </c:pt>
                <c:pt idx="1127">
                  <c:v>30-06-2004</c:v>
                </c:pt>
                <c:pt idx="1128">
                  <c:v>01-07-2004</c:v>
                </c:pt>
                <c:pt idx="1129">
                  <c:v>02-07-2004</c:v>
                </c:pt>
                <c:pt idx="1130">
                  <c:v>05-07-2004</c:v>
                </c:pt>
                <c:pt idx="1131">
                  <c:v>06-07-2004</c:v>
                </c:pt>
                <c:pt idx="1132">
                  <c:v>07-07-2004</c:v>
                </c:pt>
                <c:pt idx="1133">
                  <c:v>08-07-2004</c:v>
                </c:pt>
                <c:pt idx="1134">
                  <c:v>09-07-2004</c:v>
                </c:pt>
                <c:pt idx="1135">
                  <c:v>12-07-2004</c:v>
                </c:pt>
                <c:pt idx="1136">
                  <c:v>13-07-2004</c:v>
                </c:pt>
                <c:pt idx="1137">
                  <c:v>14-07-2004</c:v>
                </c:pt>
                <c:pt idx="1138">
                  <c:v>15-07-2004</c:v>
                </c:pt>
                <c:pt idx="1139">
                  <c:v>16-07-2004</c:v>
                </c:pt>
                <c:pt idx="1140">
                  <c:v>19-07-2004</c:v>
                </c:pt>
                <c:pt idx="1141">
                  <c:v>20-07-2004</c:v>
                </c:pt>
                <c:pt idx="1142">
                  <c:v>21-07-2004</c:v>
                </c:pt>
                <c:pt idx="1143">
                  <c:v>22-07-2004</c:v>
                </c:pt>
                <c:pt idx="1144">
                  <c:v>23-07-2004</c:v>
                </c:pt>
                <c:pt idx="1145">
                  <c:v>26-07-2004</c:v>
                </c:pt>
                <c:pt idx="1146">
                  <c:v>27-07-2004</c:v>
                </c:pt>
                <c:pt idx="1147">
                  <c:v>28-07-2004</c:v>
                </c:pt>
                <c:pt idx="1148">
                  <c:v>29-07-2004</c:v>
                </c:pt>
                <c:pt idx="1149">
                  <c:v>30-07-2004</c:v>
                </c:pt>
                <c:pt idx="1150">
                  <c:v>02-08-2004</c:v>
                </c:pt>
                <c:pt idx="1151">
                  <c:v>03-08-2004</c:v>
                </c:pt>
                <c:pt idx="1152">
                  <c:v>04-08-2004</c:v>
                </c:pt>
                <c:pt idx="1153">
                  <c:v>05-08-2004</c:v>
                </c:pt>
                <c:pt idx="1154">
                  <c:v>06-08-2004</c:v>
                </c:pt>
                <c:pt idx="1155">
                  <c:v>09-08-2004</c:v>
                </c:pt>
                <c:pt idx="1156">
                  <c:v>10-08-2004</c:v>
                </c:pt>
                <c:pt idx="1157">
                  <c:v>11-08-2004</c:v>
                </c:pt>
                <c:pt idx="1158">
                  <c:v>12-08-2004</c:v>
                </c:pt>
                <c:pt idx="1159">
                  <c:v>13-08-2004</c:v>
                </c:pt>
                <c:pt idx="1160">
                  <c:v>16-08-2004</c:v>
                </c:pt>
                <c:pt idx="1161">
                  <c:v>17-08-2004</c:v>
                </c:pt>
                <c:pt idx="1162">
                  <c:v>18-08-2004</c:v>
                </c:pt>
                <c:pt idx="1163">
                  <c:v>19-08-2004</c:v>
                </c:pt>
                <c:pt idx="1164">
                  <c:v>20-08-2004</c:v>
                </c:pt>
                <c:pt idx="1165">
                  <c:v>23-08-2004</c:v>
                </c:pt>
                <c:pt idx="1166">
                  <c:v>24-08-2004</c:v>
                </c:pt>
                <c:pt idx="1167">
                  <c:v>25-08-2004</c:v>
                </c:pt>
                <c:pt idx="1168">
                  <c:v>26-08-2004</c:v>
                </c:pt>
                <c:pt idx="1169">
                  <c:v>27-08-2004</c:v>
                </c:pt>
                <c:pt idx="1170">
                  <c:v>30-08-2004</c:v>
                </c:pt>
                <c:pt idx="1171">
                  <c:v>31-08-2004</c:v>
                </c:pt>
                <c:pt idx="1172">
                  <c:v>01-09-2004</c:v>
                </c:pt>
                <c:pt idx="1173">
                  <c:v>02-09-2004</c:v>
                </c:pt>
                <c:pt idx="1174">
                  <c:v>03-09-2004</c:v>
                </c:pt>
                <c:pt idx="1175">
                  <c:v>06-09-2004</c:v>
                </c:pt>
                <c:pt idx="1176">
                  <c:v>07-09-2004</c:v>
                </c:pt>
                <c:pt idx="1177">
                  <c:v>08-09-2004</c:v>
                </c:pt>
                <c:pt idx="1178">
                  <c:v>09-09-2004</c:v>
                </c:pt>
                <c:pt idx="1179">
                  <c:v>10-09-2004</c:v>
                </c:pt>
                <c:pt idx="1180">
                  <c:v>13-09-2004</c:v>
                </c:pt>
                <c:pt idx="1181">
                  <c:v>14-09-2004</c:v>
                </c:pt>
                <c:pt idx="1182">
                  <c:v>15-09-2004</c:v>
                </c:pt>
                <c:pt idx="1183">
                  <c:v>16-09-2004</c:v>
                </c:pt>
                <c:pt idx="1184">
                  <c:v>17-09-2004</c:v>
                </c:pt>
                <c:pt idx="1185">
                  <c:v>20-09-2004</c:v>
                </c:pt>
                <c:pt idx="1186">
                  <c:v>21-09-2004</c:v>
                </c:pt>
                <c:pt idx="1187">
                  <c:v>22-09-2004</c:v>
                </c:pt>
                <c:pt idx="1188">
                  <c:v>23-09-2004</c:v>
                </c:pt>
                <c:pt idx="1189">
                  <c:v>24-09-2004</c:v>
                </c:pt>
                <c:pt idx="1190">
                  <c:v>27-09-2004</c:v>
                </c:pt>
                <c:pt idx="1191">
                  <c:v>28-09-2004</c:v>
                </c:pt>
                <c:pt idx="1192">
                  <c:v>29-09-2004</c:v>
                </c:pt>
                <c:pt idx="1193">
                  <c:v>30-09-2004</c:v>
                </c:pt>
                <c:pt idx="1194">
                  <c:v>01-10-2004</c:v>
                </c:pt>
                <c:pt idx="1195">
                  <c:v>04-10-2004</c:v>
                </c:pt>
                <c:pt idx="1196">
                  <c:v>05-10-2004</c:v>
                </c:pt>
                <c:pt idx="1197">
                  <c:v>06-10-2004</c:v>
                </c:pt>
                <c:pt idx="1198">
                  <c:v>07-10-2004</c:v>
                </c:pt>
                <c:pt idx="1199">
                  <c:v>08-10-2004</c:v>
                </c:pt>
                <c:pt idx="1200">
                  <c:v>09-10-2004</c:v>
                </c:pt>
                <c:pt idx="1201">
                  <c:v>11-10-2004</c:v>
                </c:pt>
                <c:pt idx="1202">
                  <c:v>12-10-2004</c:v>
                </c:pt>
                <c:pt idx="1203">
                  <c:v>14-10-2004</c:v>
                </c:pt>
                <c:pt idx="1204">
                  <c:v>15-10-2004</c:v>
                </c:pt>
                <c:pt idx="1205">
                  <c:v>18-10-2004</c:v>
                </c:pt>
                <c:pt idx="1206">
                  <c:v>19-10-2004</c:v>
                </c:pt>
                <c:pt idx="1207">
                  <c:v>20-10-2004</c:v>
                </c:pt>
                <c:pt idx="1208">
                  <c:v>21-10-2004</c:v>
                </c:pt>
                <c:pt idx="1209">
                  <c:v>25-10-2004</c:v>
                </c:pt>
                <c:pt idx="1210">
                  <c:v>26-10-2004</c:v>
                </c:pt>
                <c:pt idx="1211">
                  <c:v>27-10-2004</c:v>
                </c:pt>
                <c:pt idx="1212">
                  <c:v>28-10-2004</c:v>
                </c:pt>
                <c:pt idx="1213">
                  <c:v>29-10-2004</c:v>
                </c:pt>
                <c:pt idx="1214">
                  <c:v>01-11-2004</c:v>
                </c:pt>
                <c:pt idx="1215">
                  <c:v>02-11-2004</c:v>
                </c:pt>
                <c:pt idx="1216">
                  <c:v>03-11-2004</c:v>
                </c:pt>
                <c:pt idx="1217">
                  <c:v>04-11-2004</c:v>
                </c:pt>
                <c:pt idx="1218">
                  <c:v>05-11-2004</c:v>
                </c:pt>
                <c:pt idx="1219">
                  <c:v>08-11-2004</c:v>
                </c:pt>
                <c:pt idx="1220">
                  <c:v>09-11-2004</c:v>
                </c:pt>
                <c:pt idx="1221">
                  <c:v>10-11-2004</c:v>
                </c:pt>
                <c:pt idx="1222">
                  <c:v>11-11-2004</c:v>
                </c:pt>
                <c:pt idx="1223">
                  <c:v>12-11-2004</c:v>
                </c:pt>
                <c:pt idx="1224">
                  <c:v>16-11-2004</c:v>
                </c:pt>
                <c:pt idx="1225">
                  <c:v>17-11-2004</c:v>
                </c:pt>
                <c:pt idx="1226">
                  <c:v>18-11-2004</c:v>
                </c:pt>
                <c:pt idx="1227">
                  <c:v>19-11-2004</c:v>
                </c:pt>
                <c:pt idx="1228">
                  <c:v>22-11-2004</c:v>
                </c:pt>
                <c:pt idx="1229">
                  <c:v>23-11-2004</c:v>
                </c:pt>
                <c:pt idx="1230">
                  <c:v>24-11-2004</c:v>
                </c:pt>
                <c:pt idx="1231">
                  <c:v>25-11-2004</c:v>
                </c:pt>
                <c:pt idx="1232">
                  <c:v>29-11-2004</c:v>
                </c:pt>
                <c:pt idx="1233">
                  <c:v>30-11-2004</c:v>
                </c:pt>
                <c:pt idx="1234">
                  <c:v>01-12-2004</c:v>
                </c:pt>
                <c:pt idx="1235">
                  <c:v>02-12-2004</c:v>
                </c:pt>
                <c:pt idx="1236">
                  <c:v>03-12-2004</c:v>
                </c:pt>
                <c:pt idx="1237">
                  <c:v>06-12-2004</c:v>
                </c:pt>
                <c:pt idx="1238">
                  <c:v>07-12-2004</c:v>
                </c:pt>
                <c:pt idx="1239">
                  <c:v>08-12-2004</c:v>
                </c:pt>
                <c:pt idx="1240">
                  <c:v>09-12-2004</c:v>
                </c:pt>
                <c:pt idx="1241">
                  <c:v>10-12-2004</c:v>
                </c:pt>
                <c:pt idx="1242">
                  <c:v>13-12-2004</c:v>
                </c:pt>
                <c:pt idx="1243">
                  <c:v>14-12-2004</c:v>
                </c:pt>
                <c:pt idx="1244">
                  <c:v>15-12-2004</c:v>
                </c:pt>
                <c:pt idx="1245">
                  <c:v>16-12-2004</c:v>
                </c:pt>
                <c:pt idx="1246">
                  <c:v>17-12-2004</c:v>
                </c:pt>
                <c:pt idx="1247">
                  <c:v>20-12-2004</c:v>
                </c:pt>
                <c:pt idx="1248">
                  <c:v>21-12-2004</c:v>
                </c:pt>
                <c:pt idx="1249">
                  <c:v>22-12-2004</c:v>
                </c:pt>
                <c:pt idx="1250">
                  <c:v>23-12-2004</c:v>
                </c:pt>
                <c:pt idx="1251">
                  <c:v>24-12-2004</c:v>
                </c:pt>
                <c:pt idx="1252">
                  <c:v>27-12-2004</c:v>
                </c:pt>
                <c:pt idx="1253">
                  <c:v>28-12-2004</c:v>
                </c:pt>
                <c:pt idx="1254">
                  <c:v>29-12-2004</c:v>
                </c:pt>
                <c:pt idx="1255">
                  <c:v>30-12-2004</c:v>
                </c:pt>
                <c:pt idx="1256">
                  <c:v>31-12-2004</c:v>
                </c:pt>
                <c:pt idx="1257">
                  <c:v>03-01-2005</c:v>
                </c:pt>
                <c:pt idx="1258">
                  <c:v>04-01-2005</c:v>
                </c:pt>
                <c:pt idx="1259">
                  <c:v>05-01-2005</c:v>
                </c:pt>
                <c:pt idx="1260">
                  <c:v>06-01-2005</c:v>
                </c:pt>
                <c:pt idx="1261">
                  <c:v>07-01-2005</c:v>
                </c:pt>
                <c:pt idx="1262">
                  <c:v>10-01-2005</c:v>
                </c:pt>
                <c:pt idx="1263">
                  <c:v>11-01-2005</c:v>
                </c:pt>
                <c:pt idx="1264">
                  <c:v>12-01-2005</c:v>
                </c:pt>
                <c:pt idx="1265">
                  <c:v>13-01-2005</c:v>
                </c:pt>
                <c:pt idx="1266">
                  <c:v>14-01-2005</c:v>
                </c:pt>
                <c:pt idx="1267">
                  <c:v>17-01-2005</c:v>
                </c:pt>
                <c:pt idx="1268">
                  <c:v>18-01-2005</c:v>
                </c:pt>
                <c:pt idx="1269">
                  <c:v>19-01-2005</c:v>
                </c:pt>
                <c:pt idx="1270">
                  <c:v>20-01-2005</c:v>
                </c:pt>
                <c:pt idx="1271">
                  <c:v>24-01-2005</c:v>
                </c:pt>
                <c:pt idx="1272">
                  <c:v>25-01-2005</c:v>
                </c:pt>
                <c:pt idx="1273">
                  <c:v>27-01-2005</c:v>
                </c:pt>
                <c:pt idx="1274">
                  <c:v>28-01-2005</c:v>
                </c:pt>
                <c:pt idx="1275">
                  <c:v>31-01-2005</c:v>
                </c:pt>
                <c:pt idx="1276">
                  <c:v>01-02-2005</c:v>
                </c:pt>
                <c:pt idx="1277">
                  <c:v>02-02-2005</c:v>
                </c:pt>
                <c:pt idx="1278">
                  <c:v>03-02-2005</c:v>
                </c:pt>
                <c:pt idx="1279">
                  <c:v>04-02-2005</c:v>
                </c:pt>
                <c:pt idx="1280">
                  <c:v>07-02-2005</c:v>
                </c:pt>
                <c:pt idx="1281">
                  <c:v>08-02-2005</c:v>
                </c:pt>
                <c:pt idx="1282">
                  <c:v>09-02-2005</c:v>
                </c:pt>
                <c:pt idx="1283">
                  <c:v>10-02-2005</c:v>
                </c:pt>
                <c:pt idx="1284">
                  <c:v>11-02-2005</c:v>
                </c:pt>
                <c:pt idx="1285">
                  <c:v>14-02-2005</c:v>
                </c:pt>
                <c:pt idx="1286">
                  <c:v>15-02-2005</c:v>
                </c:pt>
                <c:pt idx="1287">
                  <c:v>16-02-2005</c:v>
                </c:pt>
                <c:pt idx="1288">
                  <c:v>17-02-2005</c:v>
                </c:pt>
                <c:pt idx="1289">
                  <c:v>18-02-2005</c:v>
                </c:pt>
                <c:pt idx="1290">
                  <c:v>21-02-2005</c:v>
                </c:pt>
                <c:pt idx="1291">
                  <c:v>22-02-2005</c:v>
                </c:pt>
                <c:pt idx="1292">
                  <c:v>23-02-2005</c:v>
                </c:pt>
                <c:pt idx="1293">
                  <c:v>24-02-2005</c:v>
                </c:pt>
                <c:pt idx="1294">
                  <c:v>25-02-2005</c:v>
                </c:pt>
                <c:pt idx="1295">
                  <c:v>28-02-2005</c:v>
                </c:pt>
                <c:pt idx="1296">
                  <c:v>01-03-2005</c:v>
                </c:pt>
                <c:pt idx="1297">
                  <c:v>02-03-2005</c:v>
                </c:pt>
                <c:pt idx="1298">
                  <c:v>03-03-2005</c:v>
                </c:pt>
                <c:pt idx="1299">
                  <c:v>04-03-2005</c:v>
                </c:pt>
                <c:pt idx="1300">
                  <c:v>07-03-2005</c:v>
                </c:pt>
                <c:pt idx="1301">
                  <c:v>08-03-2005</c:v>
                </c:pt>
                <c:pt idx="1302">
                  <c:v>09-03-2005</c:v>
                </c:pt>
                <c:pt idx="1303">
                  <c:v>10-03-2005</c:v>
                </c:pt>
                <c:pt idx="1304">
                  <c:v>11-03-2005</c:v>
                </c:pt>
                <c:pt idx="1305">
                  <c:v>14-03-2005</c:v>
                </c:pt>
                <c:pt idx="1306">
                  <c:v>15-03-2005</c:v>
                </c:pt>
                <c:pt idx="1307">
                  <c:v>16-03-2005</c:v>
                </c:pt>
                <c:pt idx="1308">
                  <c:v>17-03-2005</c:v>
                </c:pt>
                <c:pt idx="1309">
                  <c:v>18-03-2005</c:v>
                </c:pt>
                <c:pt idx="1310">
                  <c:v>21-03-2005</c:v>
                </c:pt>
                <c:pt idx="1311">
                  <c:v>22-03-2005</c:v>
                </c:pt>
                <c:pt idx="1312">
                  <c:v>23-03-2005</c:v>
                </c:pt>
                <c:pt idx="1313">
                  <c:v>24-03-2005</c:v>
                </c:pt>
                <c:pt idx="1314">
                  <c:v>28-03-2005</c:v>
                </c:pt>
                <c:pt idx="1315">
                  <c:v>29-03-2005</c:v>
                </c:pt>
                <c:pt idx="1316">
                  <c:v>30-03-2005</c:v>
                </c:pt>
                <c:pt idx="1317">
                  <c:v>31-03-2005</c:v>
                </c:pt>
                <c:pt idx="1318">
                  <c:v>01-04-2005</c:v>
                </c:pt>
                <c:pt idx="1319">
                  <c:v>04-04-2005</c:v>
                </c:pt>
                <c:pt idx="1320">
                  <c:v>05-04-2005</c:v>
                </c:pt>
                <c:pt idx="1321">
                  <c:v>06-04-2005</c:v>
                </c:pt>
                <c:pt idx="1322">
                  <c:v>07-04-2005</c:v>
                </c:pt>
                <c:pt idx="1323">
                  <c:v>08-04-2005</c:v>
                </c:pt>
                <c:pt idx="1324">
                  <c:v>11-04-2005</c:v>
                </c:pt>
                <c:pt idx="1325">
                  <c:v>12-04-2005</c:v>
                </c:pt>
                <c:pt idx="1326">
                  <c:v>13-04-2005</c:v>
                </c:pt>
                <c:pt idx="1327">
                  <c:v>15-04-2005</c:v>
                </c:pt>
                <c:pt idx="1328">
                  <c:v>18-04-2005</c:v>
                </c:pt>
                <c:pt idx="1329">
                  <c:v>19-04-2005</c:v>
                </c:pt>
                <c:pt idx="1330">
                  <c:v>20-04-2005</c:v>
                </c:pt>
                <c:pt idx="1331">
                  <c:v>21-04-2005</c:v>
                </c:pt>
                <c:pt idx="1332">
                  <c:v>22-04-2005</c:v>
                </c:pt>
                <c:pt idx="1333">
                  <c:v>25-04-2005</c:v>
                </c:pt>
                <c:pt idx="1334">
                  <c:v>26-04-2005</c:v>
                </c:pt>
                <c:pt idx="1335">
                  <c:v>27-04-2005</c:v>
                </c:pt>
                <c:pt idx="1336">
                  <c:v>28-04-2005</c:v>
                </c:pt>
                <c:pt idx="1337">
                  <c:v>29-04-2005</c:v>
                </c:pt>
                <c:pt idx="1338">
                  <c:v>02-05-2005</c:v>
                </c:pt>
                <c:pt idx="1339">
                  <c:v>03-05-2005</c:v>
                </c:pt>
                <c:pt idx="1340">
                  <c:v>04-05-2005</c:v>
                </c:pt>
                <c:pt idx="1341">
                  <c:v>05-05-2005</c:v>
                </c:pt>
                <c:pt idx="1342">
                  <c:v>06-05-2005</c:v>
                </c:pt>
                <c:pt idx="1343">
                  <c:v>09-05-2005</c:v>
                </c:pt>
                <c:pt idx="1344">
                  <c:v>10-05-2005</c:v>
                </c:pt>
                <c:pt idx="1345">
                  <c:v>11-05-2005</c:v>
                </c:pt>
                <c:pt idx="1346">
                  <c:v>12-05-2005</c:v>
                </c:pt>
                <c:pt idx="1347">
                  <c:v>13-05-2005</c:v>
                </c:pt>
                <c:pt idx="1348">
                  <c:v>16-05-2005</c:v>
                </c:pt>
                <c:pt idx="1349">
                  <c:v>17-05-2005</c:v>
                </c:pt>
                <c:pt idx="1350">
                  <c:v>18-05-2005</c:v>
                </c:pt>
                <c:pt idx="1351">
                  <c:v>19-05-2005</c:v>
                </c:pt>
                <c:pt idx="1352">
                  <c:v>20-05-2005</c:v>
                </c:pt>
                <c:pt idx="1353">
                  <c:v>23-05-2005</c:v>
                </c:pt>
                <c:pt idx="1354">
                  <c:v>24-05-2005</c:v>
                </c:pt>
                <c:pt idx="1355">
                  <c:v>25-05-2005</c:v>
                </c:pt>
                <c:pt idx="1356">
                  <c:v>26-05-2005</c:v>
                </c:pt>
                <c:pt idx="1357">
                  <c:v>27-05-2005</c:v>
                </c:pt>
                <c:pt idx="1358">
                  <c:v>30-05-2005</c:v>
                </c:pt>
                <c:pt idx="1359">
                  <c:v>31-05-2005</c:v>
                </c:pt>
                <c:pt idx="1360">
                  <c:v>01-06-2005</c:v>
                </c:pt>
                <c:pt idx="1361">
                  <c:v>02-06-2005</c:v>
                </c:pt>
                <c:pt idx="1362">
                  <c:v>03-06-2005</c:v>
                </c:pt>
                <c:pt idx="1363">
                  <c:v>04-06-2005</c:v>
                </c:pt>
                <c:pt idx="1364">
                  <c:v>06-06-2005</c:v>
                </c:pt>
                <c:pt idx="1365">
                  <c:v>07-06-2005</c:v>
                </c:pt>
                <c:pt idx="1366">
                  <c:v>08-06-2005</c:v>
                </c:pt>
                <c:pt idx="1367">
                  <c:v>09-06-2005</c:v>
                </c:pt>
                <c:pt idx="1368">
                  <c:v>10-06-2005</c:v>
                </c:pt>
                <c:pt idx="1369">
                  <c:v>13-06-2005</c:v>
                </c:pt>
                <c:pt idx="1370">
                  <c:v>14-06-2005</c:v>
                </c:pt>
                <c:pt idx="1371">
                  <c:v>15-06-2005</c:v>
                </c:pt>
                <c:pt idx="1372">
                  <c:v>16-06-2005</c:v>
                </c:pt>
                <c:pt idx="1373">
                  <c:v>17-06-2005</c:v>
                </c:pt>
                <c:pt idx="1374">
                  <c:v>20-06-2005</c:v>
                </c:pt>
                <c:pt idx="1375">
                  <c:v>21-06-2005</c:v>
                </c:pt>
                <c:pt idx="1376">
                  <c:v>22-06-2005</c:v>
                </c:pt>
                <c:pt idx="1377">
                  <c:v>23-06-2005</c:v>
                </c:pt>
                <c:pt idx="1378">
                  <c:v>24-06-2005</c:v>
                </c:pt>
                <c:pt idx="1379">
                  <c:v>27-06-2005</c:v>
                </c:pt>
                <c:pt idx="1380">
                  <c:v>28-06-2005</c:v>
                </c:pt>
                <c:pt idx="1381">
                  <c:v>29-06-2005</c:v>
                </c:pt>
                <c:pt idx="1382">
                  <c:v>30-06-2005</c:v>
                </c:pt>
                <c:pt idx="1383">
                  <c:v>01-07-2005</c:v>
                </c:pt>
                <c:pt idx="1384">
                  <c:v>04-07-2005</c:v>
                </c:pt>
                <c:pt idx="1385">
                  <c:v>05-07-2005</c:v>
                </c:pt>
                <c:pt idx="1386">
                  <c:v>06-07-2005</c:v>
                </c:pt>
                <c:pt idx="1387">
                  <c:v>07-07-2005</c:v>
                </c:pt>
                <c:pt idx="1388">
                  <c:v>08-07-2005</c:v>
                </c:pt>
                <c:pt idx="1389">
                  <c:v>11-07-2005</c:v>
                </c:pt>
                <c:pt idx="1390">
                  <c:v>12-07-2005</c:v>
                </c:pt>
                <c:pt idx="1391">
                  <c:v>13-07-2005</c:v>
                </c:pt>
                <c:pt idx="1392">
                  <c:v>14-07-2005</c:v>
                </c:pt>
                <c:pt idx="1393">
                  <c:v>15-07-2005</c:v>
                </c:pt>
                <c:pt idx="1394">
                  <c:v>18-07-2005</c:v>
                </c:pt>
                <c:pt idx="1395">
                  <c:v>19-07-2005</c:v>
                </c:pt>
                <c:pt idx="1396">
                  <c:v>20-07-2005</c:v>
                </c:pt>
                <c:pt idx="1397">
                  <c:v>21-07-2005</c:v>
                </c:pt>
                <c:pt idx="1398">
                  <c:v>22-07-2005</c:v>
                </c:pt>
                <c:pt idx="1399">
                  <c:v>25-07-2005</c:v>
                </c:pt>
                <c:pt idx="1400">
                  <c:v>26-07-2005</c:v>
                </c:pt>
                <c:pt idx="1401">
                  <c:v>27-07-2005</c:v>
                </c:pt>
                <c:pt idx="1402">
                  <c:v>29-07-2005</c:v>
                </c:pt>
                <c:pt idx="1403">
                  <c:v>01-08-2005</c:v>
                </c:pt>
                <c:pt idx="1404">
                  <c:v>02-08-2005</c:v>
                </c:pt>
                <c:pt idx="1405">
                  <c:v>03-08-2005</c:v>
                </c:pt>
                <c:pt idx="1406">
                  <c:v>04-08-2005</c:v>
                </c:pt>
                <c:pt idx="1407">
                  <c:v>05-08-2005</c:v>
                </c:pt>
                <c:pt idx="1408">
                  <c:v>08-08-2005</c:v>
                </c:pt>
                <c:pt idx="1409">
                  <c:v>09-08-2005</c:v>
                </c:pt>
                <c:pt idx="1410">
                  <c:v>10-08-2005</c:v>
                </c:pt>
                <c:pt idx="1411">
                  <c:v>11-08-2005</c:v>
                </c:pt>
                <c:pt idx="1412">
                  <c:v>12-08-2005</c:v>
                </c:pt>
                <c:pt idx="1413">
                  <c:v>16-08-2005</c:v>
                </c:pt>
                <c:pt idx="1414">
                  <c:v>17-08-2005</c:v>
                </c:pt>
                <c:pt idx="1415">
                  <c:v>18-08-2005</c:v>
                </c:pt>
                <c:pt idx="1416">
                  <c:v>19-08-2005</c:v>
                </c:pt>
                <c:pt idx="1417">
                  <c:v>22-08-2005</c:v>
                </c:pt>
                <c:pt idx="1418">
                  <c:v>23-08-2005</c:v>
                </c:pt>
                <c:pt idx="1419">
                  <c:v>24-08-2005</c:v>
                </c:pt>
                <c:pt idx="1420">
                  <c:v>25-08-2005</c:v>
                </c:pt>
                <c:pt idx="1421">
                  <c:v>26-08-2005</c:v>
                </c:pt>
                <c:pt idx="1422">
                  <c:v>29-08-2005</c:v>
                </c:pt>
                <c:pt idx="1423">
                  <c:v>30-08-2005</c:v>
                </c:pt>
                <c:pt idx="1424">
                  <c:v>31-08-2005</c:v>
                </c:pt>
                <c:pt idx="1425">
                  <c:v>01-09-2005</c:v>
                </c:pt>
                <c:pt idx="1426">
                  <c:v>02-09-2005</c:v>
                </c:pt>
                <c:pt idx="1427">
                  <c:v>05-09-2005</c:v>
                </c:pt>
                <c:pt idx="1428">
                  <c:v>06-09-2005</c:v>
                </c:pt>
                <c:pt idx="1429">
                  <c:v>08-09-2005</c:v>
                </c:pt>
                <c:pt idx="1430">
                  <c:v>09-09-2005</c:v>
                </c:pt>
                <c:pt idx="1431">
                  <c:v>12-09-2005</c:v>
                </c:pt>
                <c:pt idx="1432">
                  <c:v>13-09-2005</c:v>
                </c:pt>
                <c:pt idx="1433">
                  <c:v>14-09-2005</c:v>
                </c:pt>
                <c:pt idx="1434">
                  <c:v>15-09-2005</c:v>
                </c:pt>
                <c:pt idx="1435">
                  <c:v>16-09-2005</c:v>
                </c:pt>
                <c:pt idx="1436">
                  <c:v>19-09-2005</c:v>
                </c:pt>
                <c:pt idx="1437">
                  <c:v>20-09-2005</c:v>
                </c:pt>
                <c:pt idx="1438">
                  <c:v>21-09-2005</c:v>
                </c:pt>
                <c:pt idx="1439">
                  <c:v>22-09-2005</c:v>
                </c:pt>
                <c:pt idx="1440">
                  <c:v>23-09-2005</c:v>
                </c:pt>
                <c:pt idx="1441">
                  <c:v>26-09-2005</c:v>
                </c:pt>
                <c:pt idx="1442">
                  <c:v>27-09-2005</c:v>
                </c:pt>
                <c:pt idx="1443">
                  <c:v>28-09-2005</c:v>
                </c:pt>
                <c:pt idx="1444">
                  <c:v>29-09-2005</c:v>
                </c:pt>
                <c:pt idx="1445">
                  <c:v>30-09-2005</c:v>
                </c:pt>
                <c:pt idx="1446">
                  <c:v>03-10-2005</c:v>
                </c:pt>
                <c:pt idx="1447">
                  <c:v>04-10-2005</c:v>
                </c:pt>
                <c:pt idx="1448">
                  <c:v>05-10-2005</c:v>
                </c:pt>
                <c:pt idx="1449">
                  <c:v>06-10-2005</c:v>
                </c:pt>
                <c:pt idx="1450">
                  <c:v>07-10-2005</c:v>
                </c:pt>
                <c:pt idx="1451">
                  <c:v>10-10-2005</c:v>
                </c:pt>
                <c:pt idx="1452">
                  <c:v>11-10-2005</c:v>
                </c:pt>
                <c:pt idx="1453">
                  <c:v>13-10-2005</c:v>
                </c:pt>
                <c:pt idx="1454">
                  <c:v>14-10-2005</c:v>
                </c:pt>
                <c:pt idx="1455">
                  <c:v>17-10-2005</c:v>
                </c:pt>
                <c:pt idx="1456">
                  <c:v>18-10-2005</c:v>
                </c:pt>
                <c:pt idx="1457">
                  <c:v>19-10-2005</c:v>
                </c:pt>
                <c:pt idx="1458">
                  <c:v>20-10-2005</c:v>
                </c:pt>
                <c:pt idx="1459">
                  <c:v>21-10-2005</c:v>
                </c:pt>
                <c:pt idx="1460">
                  <c:v>24-10-2005</c:v>
                </c:pt>
                <c:pt idx="1461">
                  <c:v>25-10-2005</c:v>
                </c:pt>
                <c:pt idx="1462">
                  <c:v>26-10-2005</c:v>
                </c:pt>
                <c:pt idx="1463">
                  <c:v>27-10-2005</c:v>
                </c:pt>
                <c:pt idx="1464">
                  <c:v>28-10-2005</c:v>
                </c:pt>
                <c:pt idx="1465">
                  <c:v>31-10-2005</c:v>
                </c:pt>
                <c:pt idx="1466">
                  <c:v>01-11-2005</c:v>
                </c:pt>
                <c:pt idx="1467">
                  <c:v>02-11-2005</c:v>
                </c:pt>
                <c:pt idx="1468">
                  <c:v>07-11-2005</c:v>
                </c:pt>
                <c:pt idx="1469">
                  <c:v>08-11-2005</c:v>
                </c:pt>
                <c:pt idx="1470">
                  <c:v>09-11-2005</c:v>
                </c:pt>
                <c:pt idx="1471">
                  <c:v>10-11-2005</c:v>
                </c:pt>
                <c:pt idx="1472">
                  <c:v>11-11-2005</c:v>
                </c:pt>
                <c:pt idx="1473">
                  <c:v>14-11-2005</c:v>
                </c:pt>
                <c:pt idx="1474">
                  <c:v>16-11-2005</c:v>
                </c:pt>
                <c:pt idx="1475">
                  <c:v>17-11-2005</c:v>
                </c:pt>
                <c:pt idx="1476">
                  <c:v>18-11-2005</c:v>
                </c:pt>
                <c:pt idx="1477">
                  <c:v>21-11-2005</c:v>
                </c:pt>
                <c:pt idx="1478">
                  <c:v>22-11-2005</c:v>
                </c:pt>
                <c:pt idx="1479">
                  <c:v>23-11-2005</c:v>
                </c:pt>
                <c:pt idx="1480">
                  <c:v>24-11-2005</c:v>
                </c:pt>
                <c:pt idx="1481">
                  <c:v>25-11-2005</c:v>
                </c:pt>
                <c:pt idx="1482">
                  <c:v>26-11-2005</c:v>
                </c:pt>
                <c:pt idx="1483">
                  <c:v>28-11-2005</c:v>
                </c:pt>
                <c:pt idx="1484">
                  <c:v>29-11-2005</c:v>
                </c:pt>
                <c:pt idx="1485">
                  <c:v>30-11-2005</c:v>
                </c:pt>
                <c:pt idx="1486">
                  <c:v>01-12-2005</c:v>
                </c:pt>
                <c:pt idx="1487">
                  <c:v>02-12-2005</c:v>
                </c:pt>
                <c:pt idx="1488">
                  <c:v>05-12-2005</c:v>
                </c:pt>
                <c:pt idx="1489">
                  <c:v>06-12-2005</c:v>
                </c:pt>
                <c:pt idx="1490">
                  <c:v>07-12-2005</c:v>
                </c:pt>
                <c:pt idx="1491">
                  <c:v>08-12-2005</c:v>
                </c:pt>
                <c:pt idx="1492">
                  <c:v>09-12-2005</c:v>
                </c:pt>
                <c:pt idx="1493">
                  <c:v>12-12-2005</c:v>
                </c:pt>
                <c:pt idx="1494">
                  <c:v>13-12-2005</c:v>
                </c:pt>
                <c:pt idx="1495">
                  <c:v>14-12-2005</c:v>
                </c:pt>
                <c:pt idx="1496">
                  <c:v>15-12-2005</c:v>
                </c:pt>
                <c:pt idx="1497">
                  <c:v>16-12-2005</c:v>
                </c:pt>
                <c:pt idx="1498">
                  <c:v>19-12-2005</c:v>
                </c:pt>
                <c:pt idx="1499">
                  <c:v>20-12-2005</c:v>
                </c:pt>
                <c:pt idx="1500">
                  <c:v>21-12-2005</c:v>
                </c:pt>
                <c:pt idx="1501">
                  <c:v>22-12-2005</c:v>
                </c:pt>
                <c:pt idx="1502">
                  <c:v>23-12-2005</c:v>
                </c:pt>
                <c:pt idx="1503">
                  <c:v>26-12-2005</c:v>
                </c:pt>
                <c:pt idx="1504">
                  <c:v>27-12-2005</c:v>
                </c:pt>
                <c:pt idx="1505">
                  <c:v>28-12-2005</c:v>
                </c:pt>
                <c:pt idx="1506">
                  <c:v>29-12-2005</c:v>
                </c:pt>
                <c:pt idx="1507">
                  <c:v>30-12-2005</c:v>
                </c:pt>
                <c:pt idx="1508">
                  <c:v>02-01-2006</c:v>
                </c:pt>
                <c:pt idx="1509">
                  <c:v>03-01-2006</c:v>
                </c:pt>
                <c:pt idx="1510">
                  <c:v>04-01-2006</c:v>
                </c:pt>
                <c:pt idx="1511">
                  <c:v>05-01-2006</c:v>
                </c:pt>
                <c:pt idx="1512">
                  <c:v>06-01-2006</c:v>
                </c:pt>
                <c:pt idx="1513">
                  <c:v>09-01-2006</c:v>
                </c:pt>
                <c:pt idx="1514">
                  <c:v>10-01-2006</c:v>
                </c:pt>
                <c:pt idx="1515">
                  <c:v>12-01-2006</c:v>
                </c:pt>
                <c:pt idx="1516">
                  <c:v>13-01-2006</c:v>
                </c:pt>
                <c:pt idx="1517">
                  <c:v>16-01-2006</c:v>
                </c:pt>
                <c:pt idx="1518">
                  <c:v>17-01-2006</c:v>
                </c:pt>
                <c:pt idx="1519">
                  <c:v>18-01-2006</c:v>
                </c:pt>
                <c:pt idx="1520">
                  <c:v>19-01-2006</c:v>
                </c:pt>
                <c:pt idx="1521">
                  <c:v>20-01-2006</c:v>
                </c:pt>
                <c:pt idx="1522">
                  <c:v>23-01-2006</c:v>
                </c:pt>
                <c:pt idx="1523">
                  <c:v>24-01-2006</c:v>
                </c:pt>
                <c:pt idx="1524">
                  <c:v>25-01-2006</c:v>
                </c:pt>
                <c:pt idx="1525">
                  <c:v>27-01-2006</c:v>
                </c:pt>
                <c:pt idx="1526">
                  <c:v>30-01-2006</c:v>
                </c:pt>
                <c:pt idx="1527">
                  <c:v>31-01-2006</c:v>
                </c:pt>
                <c:pt idx="1528">
                  <c:v>01-02-2006</c:v>
                </c:pt>
                <c:pt idx="1529">
                  <c:v>02-02-2006</c:v>
                </c:pt>
                <c:pt idx="1530">
                  <c:v>03-02-2006</c:v>
                </c:pt>
                <c:pt idx="1531">
                  <c:v>06-02-2006</c:v>
                </c:pt>
                <c:pt idx="1532">
                  <c:v>07-02-2006</c:v>
                </c:pt>
                <c:pt idx="1533">
                  <c:v>08-02-2006</c:v>
                </c:pt>
                <c:pt idx="1534">
                  <c:v>10-02-2006</c:v>
                </c:pt>
                <c:pt idx="1535">
                  <c:v>13-02-2006</c:v>
                </c:pt>
                <c:pt idx="1536">
                  <c:v>14-02-2006</c:v>
                </c:pt>
                <c:pt idx="1537">
                  <c:v>15-02-2006</c:v>
                </c:pt>
                <c:pt idx="1538">
                  <c:v>16-02-2006</c:v>
                </c:pt>
                <c:pt idx="1539">
                  <c:v>17-02-2006</c:v>
                </c:pt>
                <c:pt idx="1540">
                  <c:v>20-02-2006</c:v>
                </c:pt>
                <c:pt idx="1541">
                  <c:v>21-02-2006</c:v>
                </c:pt>
                <c:pt idx="1542">
                  <c:v>22-02-2006</c:v>
                </c:pt>
                <c:pt idx="1543">
                  <c:v>23-02-2006</c:v>
                </c:pt>
                <c:pt idx="1544">
                  <c:v>24-02-2006</c:v>
                </c:pt>
                <c:pt idx="1545">
                  <c:v>27-02-2006</c:v>
                </c:pt>
                <c:pt idx="1546">
                  <c:v>28-02-2006</c:v>
                </c:pt>
                <c:pt idx="1547">
                  <c:v>01-03-2006</c:v>
                </c:pt>
                <c:pt idx="1548">
                  <c:v>02-03-2006</c:v>
                </c:pt>
                <c:pt idx="1549">
                  <c:v>03-03-2006</c:v>
                </c:pt>
                <c:pt idx="1550">
                  <c:v>06-03-2006</c:v>
                </c:pt>
                <c:pt idx="1551">
                  <c:v>07-03-2006</c:v>
                </c:pt>
                <c:pt idx="1552">
                  <c:v>08-03-2006</c:v>
                </c:pt>
                <c:pt idx="1553">
                  <c:v>09-03-2006</c:v>
                </c:pt>
                <c:pt idx="1554">
                  <c:v>10-03-2006</c:v>
                </c:pt>
                <c:pt idx="1555">
                  <c:v>13-03-2006</c:v>
                </c:pt>
                <c:pt idx="1556">
                  <c:v>14-03-2006</c:v>
                </c:pt>
                <c:pt idx="1557">
                  <c:v>16-03-2006</c:v>
                </c:pt>
                <c:pt idx="1558">
                  <c:v>17-03-2006</c:v>
                </c:pt>
                <c:pt idx="1559">
                  <c:v>20-03-2006</c:v>
                </c:pt>
                <c:pt idx="1560">
                  <c:v>21-03-2006</c:v>
                </c:pt>
                <c:pt idx="1561">
                  <c:v>22-03-2006</c:v>
                </c:pt>
                <c:pt idx="1562">
                  <c:v>23-03-2006</c:v>
                </c:pt>
                <c:pt idx="1563">
                  <c:v>24-03-2006</c:v>
                </c:pt>
                <c:pt idx="1564">
                  <c:v>27-03-2006</c:v>
                </c:pt>
                <c:pt idx="1565">
                  <c:v>28-03-2006</c:v>
                </c:pt>
                <c:pt idx="1566">
                  <c:v>29-03-2006</c:v>
                </c:pt>
                <c:pt idx="1567">
                  <c:v>30-03-2006</c:v>
                </c:pt>
                <c:pt idx="1568">
                  <c:v>31-03-2006</c:v>
                </c:pt>
                <c:pt idx="1569">
                  <c:v>03-04-2006</c:v>
                </c:pt>
                <c:pt idx="1570">
                  <c:v>04-04-2006</c:v>
                </c:pt>
                <c:pt idx="1571">
                  <c:v>05-04-2006</c:v>
                </c:pt>
                <c:pt idx="1572">
                  <c:v>07-04-2006</c:v>
                </c:pt>
                <c:pt idx="1573">
                  <c:v>10-04-2006</c:v>
                </c:pt>
                <c:pt idx="1574">
                  <c:v>12-04-2006</c:v>
                </c:pt>
                <c:pt idx="1575">
                  <c:v>13-04-2006</c:v>
                </c:pt>
                <c:pt idx="1576">
                  <c:v>17-04-2006</c:v>
                </c:pt>
                <c:pt idx="1577">
                  <c:v>18-04-2006</c:v>
                </c:pt>
                <c:pt idx="1578">
                  <c:v>19-04-2006</c:v>
                </c:pt>
                <c:pt idx="1579">
                  <c:v>20-04-2006</c:v>
                </c:pt>
                <c:pt idx="1580">
                  <c:v>21-04-2006</c:v>
                </c:pt>
                <c:pt idx="1581">
                  <c:v>24-04-2006</c:v>
                </c:pt>
                <c:pt idx="1582">
                  <c:v>25-04-2006</c:v>
                </c:pt>
                <c:pt idx="1583">
                  <c:v>26-04-2006</c:v>
                </c:pt>
                <c:pt idx="1584">
                  <c:v>27-04-2006</c:v>
                </c:pt>
                <c:pt idx="1585">
                  <c:v>28-04-2006</c:v>
                </c:pt>
                <c:pt idx="1586">
                  <c:v>29-04-2006</c:v>
                </c:pt>
                <c:pt idx="1587">
                  <c:v>02-05-2006</c:v>
                </c:pt>
                <c:pt idx="1588">
                  <c:v>03-05-2006</c:v>
                </c:pt>
                <c:pt idx="1589">
                  <c:v>04-05-2006</c:v>
                </c:pt>
                <c:pt idx="1590">
                  <c:v>05-05-2006</c:v>
                </c:pt>
                <c:pt idx="1591">
                  <c:v>08-05-2006</c:v>
                </c:pt>
                <c:pt idx="1592">
                  <c:v>09-05-2006</c:v>
                </c:pt>
                <c:pt idx="1593">
                  <c:v>10-05-2006</c:v>
                </c:pt>
                <c:pt idx="1594">
                  <c:v>11-05-2006</c:v>
                </c:pt>
                <c:pt idx="1595">
                  <c:v>12-05-2006</c:v>
                </c:pt>
                <c:pt idx="1596">
                  <c:v>15-05-2006</c:v>
                </c:pt>
                <c:pt idx="1597">
                  <c:v>16-05-2006</c:v>
                </c:pt>
                <c:pt idx="1598">
                  <c:v>17-05-2006</c:v>
                </c:pt>
                <c:pt idx="1599">
                  <c:v>18-05-2006</c:v>
                </c:pt>
                <c:pt idx="1600">
                  <c:v>19-05-2006</c:v>
                </c:pt>
                <c:pt idx="1601">
                  <c:v>22-05-2006</c:v>
                </c:pt>
                <c:pt idx="1602">
                  <c:v>23-05-2006</c:v>
                </c:pt>
                <c:pt idx="1603">
                  <c:v>24-05-2006</c:v>
                </c:pt>
                <c:pt idx="1604">
                  <c:v>25-05-2006</c:v>
                </c:pt>
                <c:pt idx="1605">
                  <c:v>26-05-2006</c:v>
                </c:pt>
                <c:pt idx="1606">
                  <c:v>29-05-2006</c:v>
                </c:pt>
                <c:pt idx="1607">
                  <c:v>30-05-2006</c:v>
                </c:pt>
                <c:pt idx="1608">
                  <c:v>31-05-2006</c:v>
                </c:pt>
                <c:pt idx="1609">
                  <c:v>01-06-2006</c:v>
                </c:pt>
                <c:pt idx="1610">
                  <c:v>02-06-2006</c:v>
                </c:pt>
                <c:pt idx="1611">
                  <c:v>05-06-2006</c:v>
                </c:pt>
                <c:pt idx="1612">
                  <c:v>06-06-2006</c:v>
                </c:pt>
                <c:pt idx="1613">
                  <c:v>07-06-2006</c:v>
                </c:pt>
                <c:pt idx="1614">
                  <c:v>08-06-2006</c:v>
                </c:pt>
                <c:pt idx="1615">
                  <c:v>09-06-2006</c:v>
                </c:pt>
                <c:pt idx="1616">
                  <c:v>12-06-2006</c:v>
                </c:pt>
                <c:pt idx="1617">
                  <c:v>13-06-2006</c:v>
                </c:pt>
                <c:pt idx="1618">
                  <c:v>14-06-2006</c:v>
                </c:pt>
                <c:pt idx="1619">
                  <c:v>15-06-2006</c:v>
                </c:pt>
                <c:pt idx="1620">
                  <c:v>16-06-2006</c:v>
                </c:pt>
                <c:pt idx="1621">
                  <c:v>19-06-2006</c:v>
                </c:pt>
                <c:pt idx="1622">
                  <c:v>20-06-2006</c:v>
                </c:pt>
                <c:pt idx="1623">
                  <c:v>21-06-2006</c:v>
                </c:pt>
                <c:pt idx="1624">
                  <c:v>22-06-2006</c:v>
                </c:pt>
                <c:pt idx="1625">
                  <c:v>23-06-2006</c:v>
                </c:pt>
                <c:pt idx="1626">
                  <c:v>25-06-2006</c:v>
                </c:pt>
                <c:pt idx="1627">
                  <c:v>26-06-2006</c:v>
                </c:pt>
                <c:pt idx="1628">
                  <c:v>27-06-2006</c:v>
                </c:pt>
                <c:pt idx="1629">
                  <c:v>28-06-2006</c:v>
                </c:pt>
                <c:pt idx="1630">
                  <c:v>29-06-2006</c:v>
                </c:pt>
                <c:pt idx="1631">
                  <c:v>30-06-2006</c:v>
                </c:pt>
                <c:pt idx="1632">
                  <c:v>03-07-2006</c:v>
                </c:pt>
                <c:pt idx="1633">
                  <c:v>04-07-2006</c:v>
                </c:pt>
                <c:pt idx="1634">
                  <c:v>05-07-2006</c:v>
                </c:pt>
                <c:pt idx="1635">
                  <c:v>06-07-2006</c:v>
                </c:pt>
                <c:pt idx="1636">
                  <c:v>07-07-2006</c:v>
                </c:pt>
                <c:pt idx="1637">
                  <c:v>10-07-2006</c:v>
                </c:pt>
                <c:pt idx="1638">
                  <c:v>11-07-2006</c:v>
                </c:pt>
                <c:pt idx="1639">
                  <c:v>12-07-2006</c:v>
                </c:pt>
                <c:pt idx="1640">
                  <c:v>13-07-2006</c:v>
                </c:pt>
                <c:pt idx="1641">
                  <c:v>14-07-2006</c:v>
                </c:pt>
                <c:pt idx="1642">
                  <c:v>17-07-2006</c:v>
                </c:pt>
                <c:pt idx="1643">
                  <c:v>18-07-2006</c:v>
                </c:pt>
                <c:pt idx="1644">
                  <c:v>19-07-2006</c:v>
                </c:pt>
                <c:pt idx="1645">
                  <c:v>20-07-2006</c:v>
                </c:pt>
                <c:pt idx="1646">
                  <c:v>21-07-2006</c:v>
                </c:pt>
                <c:pt idx="1647">
                  <c:v>24-07-2006</c:v>
                </c:pt>
                <c:pt idx="1648">
                  <c:v>25-07-2006</c:v>
                </c:pt>
                <c:pt idx="1649">
                  <c:v>26-07-2006</c:v>
                </c:pt>
                <c:pt idx="1650">
                  <c:v>27-07-2006</c:v>
                </c:pt>
                <c:pt idx="1651">
                  <c:v>28-07-2006</c:v>
                </c:pt>
                <c:pt idx="1652">
                  <c:v>31-07-2006</c:v>
                </c:pt>
                <c:pt idx="1653">
                  <c:v>01-08-2006</c:v>
                </c:pt>
                <c:pt idx="1654">
                  <c:v>02-08-2006</c:v>
                </c:pt>
                <c:pt idx="1655">
                  <c:v>03-08-2006</c:v>
                </c:pt>
                <c:pt idx="1656">
                  <c:v>04-08-2006</c:v>
                </c:pt>
                <c:pt idx="1657">
                  <c:v>07-08-2006</c:v>
                </c:pt>
                <c:pt idx="1658">
                  <c:v>08-08-2006</c:v>
                </c:pt>
                <c:pt idx="1659">
                  <c:v>09-08-2006</c:v>
                </c:pt>
                <c:pt idx="1660">
                  <c:v>10-08-2006</c:v>
                </c:pt>
                <c:pt idx="1661">
                  <c:v>11-08-2006</c:v>
                </c:pt>
                <c:pt idx="1662">
                  <c:v>14-08-2006</c:v>
                </c:pt>
                <c:pt idx="1663">
                  <c:v>16-08-2006</c:v>
                </c:pt>
                <c:pt idx="1664">
                  <c:v>17-08-2006</c:v>
                </c:pt>
                <c:pt idx="1665">
                  <c:v>18-08-2006</c:v>
                </c:pt>
                <c:pt idx="1666">
                  <c:v>21-08-2006</c:v>
                </c:pt>
                <c:pt idx="1667">
                  <c:v>22-08-2006</c:v>
                </c:pt>
                <c:pt idx="1668">
                  <c:v>23-08-2006</c:v>
                </c:pt>
                <c:pt idx="1669">
                  <c:v>24-08-2006</c:v>
                </c:pt>
                <c:pt idx="1670">
                  <c:v>25-08-2006</c:v>
                </c:pt>
                <c:pt idx="1671">
                  <c:v>28-08-2006</c:v>
                </c:pt>
                <c:pt idx="1672">
                  <c:v>29-08-2006</c:v>
                </c:pt>
                <c:pt idx="1673">
                  <c:v>30-08-2006</c:v>
                </c:pt>
                <c:pt idx="1674">
                  <c:v>31-08-2006</c:v>
                </c:pt>
                <c:pt idx="1675">
                  <c:v>01-09-2006</c:v>
                </c:pt>
                <c:pt idx="1676">
                  <c:v>04-09-2006</c:v>
                </c:pt>
                <c:pt idx="1677">
                  <c:v>05-09-2006</c:v>
                </c:pt>
                <c:pt idx="1678">
                  <c:v>06-09-2006</c:v>
                </c:pt>
                <c:pt idx="1679">
                  <c:v>07-09-2006</c:v>
                </c:pt>
                <c:pt idx="1680">
                  <c:v>08-09-2006</c:v>
                </c:pt>
                <c:pt idx="1681">
                  <c:v>11-09-2006</c:v>
                </c:pt>
                <c:pt idx="1682">
                  <c:v>12-09-2006</c:v>
                </c:pt>
                <c:pt idx="1683">
                  <c:v>13-09-2006</c:v>
                </c:pt>
                <c:pt idx="1684">
                  <c:v>14-09-2006</c:v>
                </c:pt>
                <c:pt idx="1685">
                  <c:v>15-09-2006</c:v>
                </c:pt>
                <c:pt idx="1686">
                  <c:v>18-09-2006</c:v>
                </c:pt>
                <c:pt idx="1687">
                  <c:v>19-09-2006</c:v>
                </c:pt>
                <c:pt idx="1688">
                  <c:v>20-09-2006</c:v>
                </c:pt>
                <c:pt idx="1689">
                  <c:v>21-09-2006</c:v>
                </c:pt>
                <c:pt idx="1690">
                  <c:v>22-09-2006</c:v>
                </c:pt>
                <c:pt idx="1691">
                  <c:v>25-09-2006</c:v>
                </c:pt>
                <c:pt idx="1692">
                  <c:v>26-09-2006</c:v>
                </c:pt>
                <c:pt idx="1693">
                  <c:v>27-09-2006</c:v>
                </c:pt>
                <c:pt idx="1694">
                  <c:v>28-09-2006</c:v>
                </c:pt>
                <c:pt idx="1695">
                  <c:v>29-09-2006</c:v>
                </c:pt>
                <c:pt idx="1696">
                  <c:v>03-10-2006</c:v>
                </c:pt>
                <c:pt idx="1697">
                  <c:v>04-10-2006</c:v>
                </c:pt>
                <c:pt idx="1698">
                  <c:v>05-10-2006</c:v>
                </c:pt>
                <c:pt idx="1699">
                  <c:v>06-10-2006</c:v>
                </c:pt>
                <c:pt idx="1700">
                  <c:v>09-10-2006</c:v>
                </c:pt>
                <c:pt idx="1701">
                  <c:v>10-10-2006</c:v>
                </c:pt>
                <c:pt idx="1702">
                  <c:v>11-10-2006</c:v>
                </c:pt>
                <c:pt idx="1703">
                  <c:v>12-10-2006</c:v>
                </c:pt>
                <c:pt idx="1704">
                  <c:v>13-10-2006</c:v>
                </c:pt>
                <c:pt idx="1705">
                  <c:v>16-10-2006</c:v>
                </c:pt>
                <c:pt idx="1706">
                  <c:v>17-10-2006</c:v>
                </c:pt>
                <c:pt idx="1707">
                  <c:v>18-10-2006</c:v>
                </c:pt>
                <c:pt idx="1708">
                  <c:v>19-10-2006</c:v>
                </c:pt>
                <c:pt idx="1709">
                  <c:v>20-10-2006</c:v>
                </c:pt>
                <c:pt idx="1710">
                  <c:v>21-10-2006</c:v>
                </c:pt>
                <c:pt idx="1711">
                  <c:v>23-10-2006</c:v>
                </c:pt>
                <c:pt idx="1712">
                  <c:v>26-10-2006</c:v>
                </c:pt>
                <c:pt idx="1713">
                  <c:v>27-10-2006</c:v>
                </c:pt>
                <c:pt idx="1714">
                  <c:v>30-10-2006</c:v>
                </c:pt>
                <c:pt idx="1715">
                  <c:v>31-10-2006</c:v>
                </c:pt>
                <c:pt idx="1716">
                  <c:v>01-11-2006</c:v>
                </c:pt>
                <c:pt idx="1717">
                  <c:v>02-11-2006</c:v>
                </c:pt>
                <c:pt idx="1718">
                  <c:v>03-11-2006</c:v>
                </c:pt>
                <c:pt idx="1719">
                  <c:v>06-11-2006</c:v>
                </c:pt>
                <c:pt idx="1720">
                  <c:v>07-11-2006</c:v>
                </c:pt>
                <c:pt idx="1721">
                  <c:v>08-11-2006</c:v>
                </c:pt>
                <c:pt idx="1722">
                  <c:v>09-11-2006</c:v>
                </c:pt>
                <c:pt idx="1723">
                  <c:v>10-11-2006</c:v>
                </c:pt>
                <c:pt idx="1724">
                  <c:v>13-11-2006</c:v>
                </c:pt>
                <c:pt idx="1725">
                  <c:v>14-11-2006</c:v>
                </c:pt>
                <c:pt idx="1726">
                  <c:v>15-11-2006</c:v>
                </c:pt>
                <c:pt idx="1727">
                  <c:v>16-11-2006</c:v>
                </c:pt>
                <c:pt idx="1728">
                  <c:v>17-11-2006</c:v>
                </c:pt>
                <c:pt idx="1729">
                  <c:v>20-11-2006</c:v>
                </c:pt>
                <c:pt idx="1730">
                  <c:v>21-11-2006</c:v>
                </c:pt>
                <c:pt idx="1731">
                  <c:v>22-11-2006</c:v>
                </c:pt>
                <c:pt idx="1732">
                  <c:v>23-11-2006</c:v>
                </c:pt>
                <c:pt idx="1733">
                  <c:v>24-11-2006</c:v>
                </c:pt>
                <c:pt idx="1734">
                  <c:v>27-11-2006</c:v>
                </c:pt>
                <c:pt idx="1735">
                  <c:v>28-11-2006</c:v>
                </c:pt>
                <c:pt idx="1736">
                  <c:v>29-11-2006</c:v>
                </c:pt>
                <c:pt idx="1737">
                  <c:v>30-11-2006</c:v>
                </c:pt>
                <c:pt idx="1738">
                  <c:v>01-12-2006</c:v>
                </c:pt>
                <c:pt idx="1739">
                  <c:v>04-12-2006</c:v>
                </c:pt>
                <c:pt idx="1740">
                  <c:v>05-12-2006</c:v>
                </c:pt>
                <c:pt idx="1741">
                  <c:v>06-12-2006</c:v>
                </c:pt>
                <c:pt idx="1742">
                  <c:v>07-12-2006</c:v>
                </c:pt>
                <c:pt idx="1743">
                  <c:v>08-12-2006</c:v>
                </c:pt>
                <c:pt idx="1744">
                  <c:v>11-12-2006</c:v>
                </c:pt>
                <c:pt idx="1745">
                  <c:v>12-12-2006</c:v>
                </c:pt>
                <c:pt idx="1746">
                  <c:v>13-12-2006</c:v>
                </c:pt>
                <c:pt idx="1747">
                  <c:v>14-12-2006</c:v>
                </c:pt>
                <c:pt idx="1748">
                  <c:v>15-12-2006</c:v>
                </c:pt>
                <c:pt idx="1749">
                  <c:v>18-12-2006</c:v>
                </c:pt>
                <c:pt idx="1750">
                  <c:v>19-12-2006</c:v>
                </c:pt>
                <c:pt idx="1751">
                  <c:v>20-12-2006</c:v>
                </c:pt>
                <c:pt idx="1752">
                  <c:v>21-12-2006</c:v>
                </c:pt>
                <c:pt idx="1753">
                  <c:v>22-12-2006</c:v>
                </c:pt>
                <c:pt idx="1754">
                  <c:v>26-12-2006</c:v>
                </c:pt>
                <c:pt idx="1755">
                  <c:v>27-12-2006</c:v>
                </c:pt>
                <c:pt idx="1756">
                  <c:v>28-12-2006</c:v>
                </c:pt>
                <c:pt idx="1757">
                  <c:v>29-12-2006</c:v>
                </c:pt>
                <c:pt idx="1758">
                  <c:v>02-01-2007</c:v>
                </c:pt>
                <c:pt idx="1759">
                  <c:v>03-01-2007</c:v>
                </c:pt>
                <c:pt idx="1760">
                  <c:v>04-01-2007</c:v>
                </c:pt>
                <c:pt idx="1761">
                  <c:v>05-01-2007</c:v>
                </c:pt>
                <c:pt idx="1762">
                  <c:v>08-01-2007</c:v>
                </c:pt>
                <c:pt idx="1763">
                  <c:v>09-01-2007</c:v>
                </c:pt>
                <c:pt idx="1764">
                  <c:v>10-01-2007</c:v>
                </c:pt>
                <c:pt idx="1765">
                  <c:v>11-01-2007</c:v>
                </c:pt>
                <c:pt idx="1766">
                  <c:v>12-01-2007</c:v>
                </c:pt>
                <c:pt idx="1767">
                  <c:v>15-01-2007</c:v>
                </c:pt>
                <c:pt idx="1768">
                  <c:v>16-01-2007</c:v>
                </c:pt>
                <c:pt idx="1769">
                  <c:v>17-01-2007</c:v>
                </c:pt>
                <c:pt idx="1770">
                  <c:v>18-01-2007</c:v>
                </c:pt>
                <c:pt idx="1771">
                  <c:v>19-01-2007</c:v>
                </c:pt>
                <c:pt idx="1772">
                  <c:v>22-01-2007</c:v>
                </c:pt>
                <c:pt idx="1773">
                  <c:v>23-01-2007</c:v>
                </c:pt>
                <c:pt idx="1774">
                  <c:v>24-01-2007</c:v>
                </c:pt>
                <c:pt idx="1775">
                  <c:v>25-01-2007</c:v>
                </c:pt>
                <c:pt idx="1776">
                  <c:v>29-01-2007</c:v>
                </c:pt>
                <c:pt idx="1777">
                  <c:v>31-01-2007</c:v>
                </c:pt>
                <c:pt idx="1778">
                  <c:v>01-02-2007</c:v>
                </c:pt>
                <c:pt idx="1779">
                  <c:v>02-02-2007</c:v>
                </c:pt>
                <c:pt idx="1780">
                  <c:v>05-02-2007</c:v>
                </c:pt>
                <c:pt idx="1781">
                  <c:v>06-02-2007</c:v>
                </c:pt>
                <c:pt idx="1782">
                  <c:v>07-02-2007</c:v>
                </c:pt>
                <c:pt idx="1783">
                  <c:v>08-02-2007</c:v>
                </c:pt>
                <c:pt idx="1784">
                  <c:v>09-02-2007</c:v>
                </c:pt>
                <c:pt idx="1785">
                  <c:v>12-02-2007</c:v>
                </c:pt>
                <c:pt idx="1786">
                  <c:v>13-02-2007</c:v>
                </c:pt>
                <c:pt idx="1787">
                  <c:v>14-02-2007</c:v>
                </c:pt>
                <c:pt idx="1788">
                  <c:v>15-02-2007</c:v>
                </c:pt>
                <c:pt idx="1789">
                  <c:v>19-02-2007</c:v>
                </c:pt>
                <c:pt idx="1790">
                  <c:v>20-02-2007</c:v>
                </c:pt>
                <c:pt idx="1791">
                  <c:v>21-02-2007</c:v>
                </c:pt>
                <c:pt idx="1792">
                  <c:v>22-02-2007</c:v>
                </c:pt>
                <c:pt idx="1793">
                  <c:v>23-02-2007</c:v>
                </c:pt>
                <c:pt idx="1794">
                  <c:v>26-02-2007</c:v>
                </c:pt>
                <c:pt idx="1795">
                  <c:v>27-02-2007</c:v>
                </c:pt>
                <c:pt idx="1796">
                  <c:v>28-02-2007</c:v>
                </c:pt>
                <c:pt idx="1797">
                  <c:v>01-03-2007</c:v>
                </c:pt>
                <c:pt idx="1798">
                  <c:v>02-03-2007</c:v>
                </c:pt>
                <c:pt idx="1799">
                  <c:v>05-03-2007</c:v>
                </c:pt>
                <c:pt idx="1800">
                  <c:v>06-03-2007</c:v>
                </c:pt>
                <c:pt idx="1801">
                  <c:v>07-03-2007</c:v>
                </c:pt>
                <c:pt idx="1802">
                  <c:v>08-03-2007</c:v>
                </c:pt>
                <c:pt idx="1803">
                  <c:v>09-03-2007</c:v>
                </c:pt>
                <c:pt idx="1804">
                  <c:v>12-03-2007</c:v>
                </c:pt>
                <c:pt idx="1805">
                  <c:v>13-03-2007</c:v>
                </c:pt>
                <c:pt idx="1806">
                  <c:v>14-03-2007</c:v>
                </c:pt>
                <c:pt idx="1807">
                  <c:v>15-03-2007</c:v>
                </c:pt>
                <c:pt idx="1808">
                  <c:v>16-03-2007</c:v>
                </c:pt>
                <c:pt idx="1809">
                  <c:v>19-03-2007</c:v>
                </c:pt>
                <c:pt idx="1810">
                  <c:v>20-03-2007</c:v>
                </c:pt>
                <c:pt idx="1811">
                  <c:v>21-03-2007</c:v>
                </c:pt>
                <c:pt idx="1812">
                  <c:v>22-03-2007</c:v>
                </c:pt>
                <c:pt idx="1813">
                  <c:v>23-03-2007</c:v>
                </c:pt>
                <c:pt idx="1814">
                  <c:v>26-03-2007</c:v>
                </c:pt>
                <c:pt idx="1815">
                  <c:v>28-03-2007</c:v>
                </c:pt>
                <c:pt idx="1816">
                  <c:v>29-03-2007</c:v>
                </c:pt>
                <c:pt idx="1817">
                  <c:v>30-03-2007</c:v>
                </c:pt>
                <c:pt idx="1818">
                  <c:v>02-04-2007</c:v>
                </c:pt>
                <c:pt idx="1819">
                  <c:v>03-04-2007</c:v>
                </c:pt>
                <c:pt idx="1820">
                  <c:v>04-04-2007</c:v>
                </c:pt>
                <c:pt idx="1821">
                  <c:v>05-04-2007</c:v>
                </c:pt>
                <c:pt idx="1822">
                  <c:v>09-04-2007</c:v>
                </c:pt>
                <c:pt idx="1823">
                  <c:v>10-04-2007</c:v>
                </c:pt>
                <c:pt idx="1824">
                  <c:v>11-04-2007</c:v>
                </c:pt>
                <c:pt idx="1825">
                  <c:v>12-04-2007</c:v>
                </c:pt>
                <c:pt idx="1826">
                  <c:v>13-04-2007</c:v>
                </c:pt>
                <c:pt idx="1827">
                  <c:v>16-04-2007</c:v>
                </c:pt>
                <c:pt idx="1828">
                  <c:v>17-04-2007</c:v>
                </c:pt>
                <c:pt idx="1829">
                  <c:v>18-04-2007</c:v>
                </c:pt>
                <c:pt idx="1830">
                  <c:v>19-04-2007</c:v>
                </c:pt>
                <c:pt idx="1831">
                  <c:v>20-04-2007</c:v>
                </c:pt>
                <c:pt idx="1832">
                  <c:v>23-04-2007</c:v>
                </c:pt>
                <c:pt idx="1833">
                  <c:v>24-04-2007</c:v>
                </c:pt>
                <c:pt idx="1834">
                  <c:v>25-04-2007</c:v>
                </c:pt>
                <c:pt idx="1835">
                  <c:v>26-04-2007</c:v>
                </c:pt>
                <c:pt idx="1836">
                  <c:v>27-04-2007</c:v>
                </c:pt>
                <c:pt idx="1837">
                  <c:v>30-04-2007</c:v>
                </c:pt>
                <c:pt idx="1838">
                  <c:v>03-05-2007</c:v>
                </c:pt>
                <c:pt idx="1839">
                  <c:v>04-05-2007</c:v>
                </c:pt>
                <c:pt idx="1840">
                  <c:v>07-05-2007</c:v>
                </c:pt>
                <c:pt idx="1841">
                  <c:v>08-05-2007</c:v>
                </c:pt>
                <c:pt idx="1842">
                  <c:v>09-05-2007</c:v>
                </c:pt>
                <c:pt idx="1843">
                  <c:v>10-05-2007</c:v>
                </c:pt>
                <c:pt idx="1844">
                  <c:v>11-05-2007</c:v>
                </c:pt>
                <c:pt idx="1845">
                  <c:v>14-05-2007</c:v>
                </c:pt>
                <c:pt idx="1846">
                  <c:v>15-05-2007</c:v>
                </c:pt>
                <c:pt idx="1847">
                  <c:v>16-05-2007</c:v>
                </c:pt>
                <c:pt idx="1848">
                  <c:v>17-05-2007</c:v>
                </c:pt>
                <c:pt idx="1849">
                  <c:v>18-05-2007</c:v>
                </c:pt>
                <c:pt idx="1850">
                  <c:v>21-05-2007</c:v>
                </c:pt>
                <c:pt idx="1851">
                  <c:v>22-05-2007</c:v>
                </c:pt>
                <c:pt idx="1852">
                  <c:v>23-05-2007</c:v>
                </c:pt>
                <c:pt idx="1853">
                  <c:v>24-05-2007</c:v>
                </c:pt>
                <c:pt idx="1854">
                  <c:v>25-05-2007</c:v>
                </c:pt>
                <c:pt idx="1855">
                  <c:v>28-05-2007</c:v>
                </c:pt>
                <c:pt idx="1856">
                  <c:v>29-05-2007</c:v>
                </c:pt>
                <c:pt idx="1857">
                  <c:v>30-05-2007</c:v>
                </c:pt>
                <c:pt idx="1858">
                  <c:v>31-05-2007</c:v>
                </c:pt>
                <c:pt idx="1859">
                  <c:v>01-06-2007</c:v>
                </c:pt>
                <c:pt idx="1860">
                  <c:v>04-06-2007</c:v>
                </c:pt>
                <c:pt idx="1861">
                  <c:v>05-06-2007</c:v>
                </c:pt>
                <c:pt idx="1862">
                  <c:v>06-06-2007</c:v>
                </c:pt>
                <c:pt idx="1863">
                  <c:v>07-06-2007</c:v>
                </c:pt>
                <c:pt idx="1864">
                  <c:v>08-06-2007</c:v>
                </c:pt>
                <c:pt idx="1865">
                  <c:v>11-06-2007</c:v>
                </c:pt>
                <c:pt idx="1866">
                  <c:v>12-06-2007</c:v>
                </c:pt>
                <c:pt idx="1867">
                  <c:v>13-06-2007</c:v>
                </c:pt>
                <c:pt idx="1868">
                  <c:v>14-06-2007</c:v>
                </c:pt>
                <c:pt idx="1869">
                  <c:v>15-06-2007</c:v>
                </c:pt>
                <c:pt idx="1870">
                  <c:v>18-06-2007</c:v>
                </c:pt>
                <c:pt idx="1871">
                  <c:v>19-06-2007</c:v>
                </c:pt>
                <c:pt idx="1872">
                  <c:v>20-06-2007</c:v>
                </c:pt>
                <c:pt idx="1873">
                  <c:v>21-06-2007</c:v>
                </c:pt>
                <c:pt idx="1874">
                  <c:v>22-06-2007</c:v>
                </c:pt>
                <c:pt idx="1875">
                  <c:v>25-06-2007</c:v>
                </c:pt>
                <c:pt idx="1876">
                  <c:v>26-06-2007</c:v>
                </c:pt>
                <c:pt idx="1877">
                  <c:v>27-06-2007</c:v>
                </c:pt>
                <c:pt idx="1878">
                  <c:v>28-06-2007</c:v>
                </c:pt>
                <c:pt idx="1879">
                  <c:v>29-06-2007</c:v>
                </c:pt>
                <c:pt idx="1880">
                  <c:v>02-07-2007</c:v>
                </c:pt>
                <c:pt idx="1881">
                  <c:v>03-07-2007</c:v>
                </c:pt>
                <c:pt idx="1882">
                  <c:v>04-07-2007</c:v>
                </c:pt>
                <c:pt idx="1883">
                  <c:v>05-07-2007</c:v>
                </c:pt>
                <c:pt idx="1884">
                  <c:v>06-07-2007</c:v>
                </c:pt>
                <c:pt idx="1885">
                  <c:v>09-07-2007</c:v>
                </c:pt>
                <c:pt idx="1886">
                  <c:v>10-07-2007</c:v>
                </c:pt>
                <c:pt idx="1887">
                  <c:v>11-07-2007</c:v>
                </c:pt>
                <c:pt idx="1888">
                  <c:v>12-07-2007</c:v>
                </c:pt>
                <c:pt idx="1889">
                  <c:v>13-07-2007</c:v>
                </c:pt>
                <c:pt idx="1890">
                  <c:v>16-07-2007</c:v>
                </c:pt>
                <c:pt idx="1891">
                  <c:v>17-07-2007</c:v>
                </c:pt>
                <c:pt idx="1892">
                  <c:v>18-07-2007</c:v>
                </c:pt>
                <c:pt idx="1893">
                  <c:v>19-07-2007</c:v>
                </c:pt>
                <c:pt idx="1894">
                  <c:v>20-07-2007</c:v>
                </c:pt>
                <c:pt idx="1895">
                  <c:v>23-07-2007</c:v>
                </c:pt>
                <c:pt idx="1896">
                  <c:v>24-07-2007</c:v>
                </c:pt>
                <c:pt idx="1897">
                  <c:v>25-07-2007</c:v>
                </c:pt>
                <c:pt idx="1898">
                  <c:v>26-07-2007</c:v>
                </c:pt>
                <c:pt idx="1899">
                  <c:v>27-07-2007</c:v>
                </c:pt>
                <c:pt idx="1900">
                  <c:v>30-07-2007</c:v>
                </c:pt>
                <c:pt idx="1901">
                  <c:v>31-07-2007</c:v>
                </c:pt>
                <c:pt idx="1902">
                  <c:v>01-08-2007</c:v>
                </c:pt>
                <c:pt idx="1903">
                  <c:v>02-08-2007</c:v>
                </c:pt>
                <c:pt idx="1904">
                  <c:v>03-08-2007</c:v>
                </c:pt>
                <c:pt idx="1905">
                  <c:v>06-08-2007</c:v>
                </c:pt>
                <c:pt idx="1906">
                  <c:v>07-08-2007</c:v>
                </c:pt>
                <c:pt idx="1907">
                  <c:v>08-08-2007</c:v>
                </c:pt>
                <c:pt idx="1908">
                  <c:v>09-08-2007</c:v>
                </c:pt>
                <c:pt idx="1909">
                  <c:v>10-08-2007</c:v>
                </c:pt>
                <c:pt idx="1910">
                  <c:v>13-08-2007</c:v>
                </c:pt>
                <c:pt idx="1911">
                  <c:v>14-08-2007</c:v>
                </c:pt>
                <c:pt idx="1912">
                  <c:v>16-08-2007</c:v>
                </c:pt>
                <c:pt idx="1913">
                  <c:v>17-08-2007</c:v>
                </c:pt>
                <c:pt idx="1914">
                  <c:v>20-08-2007</c:v>
                </c:pt>
                <c:pt idx="1915">
                  <c:v>21-08-2007</c:v>
                </c:pt>
                <c:pt idx="1916">
                  <c:v>22-08-2007</c:v>
                </c:pt>
                <c:pt idx="1917">
                  <c:v>23-08-2007</c:v>
                </c:pt>
                <c:pt idx="1918">
                  <c:v>24-08-2007</c:v>
                </c:pt>
                <c:pt idx="1919">
                  <c:v>27-08-2007</c:v>
                </c:pt>
                <c:pt idx="1920">
                  <c:v>28-08-2007</c:v>
                </c:pt>
                <c:pt idx="1921">
                  <c:v>29-08-2007</c:v>
                </c:pt>
                <c:pt idx="1922">
                  <c:v>30-08-2007</c:v>
                </c:pt>
                <c:pt idx="1923">
                  <c:v>31-08-2007</c:v>
                </c:pt>
                <c:pt idx="1924">
                  <c:v>03-09-2007</c:v>
                </c:pt>
                <c:pt idx="1925">
                  <c:v>04-09-2007</c:v>
                </c:pt>
                <c:pt idx="1926">
                  <c:v>05-09-2007</c:v>
                </c:pt>
                <c:pt idx="1927">
                  <c:v>06-09-2007</c:v>
                </c:pt>
                <c:pt idx="1928">
                  <c:v>07-09-2007</c:v>
                </c:pt>
                <c:pt idx="1929">
                  <c:v>10-09-2007</c:v>
                </c:pt>
                <c:pt idx="1930">
                  <c:v>11-09-2007</c:v>
                </c:pt>
                <c:pt idx="1931">
                  <c:v>12-09-2007</c:v>
                </c:pt>
                <c:pt idx="1932">
                  <c:v>13-09-2007</c:v>
                </c:pt>
                <c:pt idx="1933">
                  <c:v>14-09-2007</c:v>
                </c:pt>
                <c:pt idx="1934">
                  <c:v>17-09-2007</c:v>
                </c:pt>
                <c:pt idx="1935">
                  <c:v>18-09-2007</c:v>
                </c:pt>
                <c:pt idx="1936">
                  <c:v>19-09-2007</c:v>
                </c:pt>
                <c:pt idx="1937">
                  <c:v>20-09-2007</c:v>
                </c:pt>
                <c:pt idx="1938">
                  <c:v>21-09-2007</c:v>
                </c:pt>
                <c:pt idx="1939">
                  <c:v>24-09-2007</c:v>
                </c:pt>
                <c:pt idx="1940">
                  <c:v>25-09-2007</c:v>
                </c:pt>
                <c:pt idx="1941">
                  <c:v>26-09-2007</c:v>
                </c:pt>
                <c:pt idx="1942">
                  <c:v>27-09-2007</c:v>
                </c:pt>
                <c:pt idx="1943">
                  <c:v>28-09-2007</c:v>
                </c:pt>
                <c:pt idx="1944">
                  <c:v>01-10-2007</c:v>
                </c:pt>
                <c:pt idx="1945">
                  <c:v>03-10-2007</c:v>
                </c:pt>
                <c:pt idx="1946">
                  <c:v>04-10-2007</c:v>
                </c:pt>
                <c:pt idx="1947">
                  <c:v>05-10-2007</c:v>
                </c:pt>
                <c:pt idx="1948">
                  <c:v>08-10-2007</c:v>
                </c:pt>
                <c:pt idx="1949">
                  <c:v>09-10-2007</c:v>
                </c:pt>
                <c:pt idx="1950">
                  <c:v>10-10-2007</c:v>
                </c:pt>
                <c:pt idx="1951">
                  <c:v>11-10-2007</c:v>
                </c:pt>
                <c:pt idx="1952">
                  <c:v>12-10-2007</c:v>
                </c:pt>
                <c:pt idx="1953">
                  <c:v>15-10-2007</c:v>
                </c:pt>
                <c:pt idx="1954">
                  <c:v>16-10-2007</c:v>
                </c:pt>
                <c:pt idx="1955">
                  <c:v>17-10-2007</c:v>
                </c:pt>
                <c:pt idx="1956">
                  <c:v>18-10-2007</c:v>
                </c:pt>
                <c:pt idx="1957">
                  <c:v>19-10-2007</c:v>
                </c:pt>
                <c:pt idx="1958">
                  <c:v>22-10-2007</c:v>
                </c:pt>
                <c:pt idx="1959">
                  <c:v>23-10-2007</c:v>
                </c:pt>
                <c:pt idx="1960">
                  <c:v>24-10-2007</c:v>
                </c:pt>
                <c:pt idx="1961">
                  <c:v>25-10-2007</c:v>
                </c:pt>
                <c:pt idx="1962">
                  <c:v>26-10-2007</c:v>
                </c:pt>
                <c:pt idx="1963">
                  <c:v>29-10-2007</c:v>
                </c:pt>
                <c:pt idx="1964">
                  <c:v>30-10-2007</c:v>
                </c:pt>
                <c:pt idx="1965">
                  <c:v>31-10-2007</c:v>
                </c:pt>
                <c:pt idx="1966">
                  <c:v>01-11-2007</c:v>
                </c:pt>
                <c:pt idx="1967">
                  <c:v>02-11-2007</c:v>
                </c:pt>
                <c:pt idx="1968">
                  <c:v>05-11-2007</c:v>
                </c:pt>
                <c:pt idx="1969">
                  <c:v>06-11-2007</c:v>
                </c:pt>
                <c:pt idx="1970">
                  <c:v>07-11-2007</c:v>
                </c:pt>
                <c:pt idx="1971">
                  <c:v>08-11-2007</c:v>
                </c:pt>
                <c:pt idx="1972">
                  <c:v>09-11-2007</c:v>
                </c:pt>
                <c:pt idx="1973">
                  <c:v>12-11-2007</c:v>
                </c:pt>
                <c:pt idx="1974">
                  <c:v>13-11-2007</c:v>
                </c:pt>
                <c:pt idx="1975">
                  <c:v>14-11-2007</c:v>
                </c:pt>
                <c:pt idx="1976">
                  <c:v>15-11-2007</c:v>
                </c:pt>
                <c:pt idx="1977">
                  <c:v>16-11-2007</c:v>
                </c:pt>
                <c:pt idx="1978">
                  <c:v>19-11-2007</c:v>
                </c:pt>
                <c:pt idx="1979">
                  <c:v>20-11-2007</c:v>
                </c:pt>
                <c:pt idx="1980">
                  <c:v>21-11-2007</c:v>
                </c:pt>
                <c:pt idx="1981">
                  <c:v>22-11-2007</c:v>
                </c:pt>
                <c:pt idx="1982">
                  <c:v>23-11-2007</c:v>
                </c:pt>
                <c:pt idx="1983">
                  <c:v>26-11-2007</c:v>
                </c:pt>
                <c:pt idx="1984">
                  <c:v>27-11-2007</c:v>
                </c:pt>
                <c:pt idx="1985">
                  <c:v>28-11-2007</c:v>
                </c:pt>
                <c:pt idx="1986">
                  <c:v>29-11-2007</c:v>
                </c:pt>
                <c:pt idx="1987">
                  <c:v>30-11-2007</c:v>
                </c:pt>
                <c:pt idx="1988">
                  <c:v>03-12-2007</c:v>
                </c:pt>
                <c:pt idx="1989">
                  <c:v>04-12-2007</c:v>
                </c:pt>
                <c:pt idx="1990">
                  <c:v>05-12-2007</c:v>
                </c:pt>
                <c:pt idx="1991">
                  <c:v>06-12-2007</c:v>
                </c:pt>
                <c:pt idx="1992">
                  <c:v>07-12-2007</c:v>
                </c:pt>
                <c:pt idx="1993">
                  <c:v>10-12-2007</c:v>
                </c:pt>
                <c:pt idx="1994">
                  <c:v>11-12-2007</c:v>
                </c:pt>
                <c:pt idx="1995">
                  <c:v>12-12-2007</c:v>
                </c:pt>
                <c:pt idx="1996">
                  <c:v>13-12-2007</c:v>
                </c:pt>
                <c:pt idx="1997">
                  <c:v>14-12-2007</c:v>
                </c:pt>
                <c:pt idx="1998">
                  <c:v>17-12-2007</c:v>
                </c:pt>
                <c:pt idx="1999">
                  <c:v>18-12-2007</c:v>
                </c:pt>
                <c:pt idx="2000">
                  <c:v>19-12-2007</c:v>
                </c:pt>
                <c:pt idx="2001">
                  <c:v>20-12-2007</c:v>
                </c:pt>
                <c:pt idx="2002">
                  <c:v>24-12-2007</c:v>
                </c:pt>
                <c:pt idx="2003">
                  <c:v>26-12-2007</c:v>
                </c:pt>
                <c:pt idx="2004">
                  <c:v>27-12-2007</c:v>
                </c:pt>
                <c:pt idx="2005">
                  <c:v>28-12-2007</c:v>
                </c:pt>
                <c:pt idx="2006">
                  <c:v>31-12-2007</c:v>
                </c:pt>
                <c:pt idx="2007">
                  <c:v>01-01-2008</c:v>
                </c:pt>
                <c:pt idx="2008">
                  <c:v>02-01-2008</c:v>
                </c:pt>
                <c:pt idx="2009">
                  <c:v>03-01-2008</c:v>
                </c:pt>
                <c:pt idx="2010">
                  <c:v>04-01-2008</c:v>
                </c:pt>
                <c:pt idx="2011">
                  <c:v>07-01-2008</c:v>
                </c:pt>
                <c:pt idx="2012">
                  <c:v>08-01-2008</c:v>
                </c:pt>
                <c:pt idx="2013">
                  <c:v>09-01-2008</c:v>
                </c:pt>
                <c:pt idx="2014">
                  <c:v>10-01-2008</c:v>
                </c:pt>
                <c:pt idx="2015">
                  <c:v>11-01-2008</c:v>
                </c:pt>
                <c:pt idx="2016">
                  <c:v>14-01-2008</c:v>
                </c:pt>
                <c:pt idx="2017">
                  <c:v>15-01-2008</c:v>
                </c:pt>
                <c:pt idx="2018">
                  <c:v>16-01-2008</c:v>
                </c:pt>
                <c:pt idx="2019">
                  <c:v>17-01-2008</c:v>
                </c:pt>
                <c:pt idx="2020">
                  <c:v>18-01-2008</c:v>
                </c:pt>
                <c:pt idx="2021">
                  <c:v>21-01-2008</c:v>
                </c:pt>
                <c:pt idx="2022">
                  <c:v>22-01-2008</c:v>
                </c:pt>
                <c:pt idx="2023">
                  <c:v>23-01-2008</c:v>
                </c:pt>
                <c:pt idx="2024">
                  <c:v>24-01-2008</c:v>
                </c:pt>
                <c:pt idx="2025">
                  <c:v>25-01-2008</c:v>
                </c:pt>
                <c:pt idx="2026">
                  <c:v>28-01-2008</c:v>
                </c:pt>
                <c:pt idx="2027">
                  <c:v>29-01-2008</c:v>
                </c:pt>
                <c:pt idx="2028">
                  <c:v>30-01-2008</c:v>
                </c:pt>
                <c:pt idx="2029">
                  <c:v>31-01-2008</c:v>
                </c:pt>
                <c:pt idx="2030">
                  <c:v>01-02-2008</c:v>
                </c:pt>
                <c:pt idx="2031">
                  <c:v>04-02-2008</c:v>
                </c:pt>
                <c:pt idx="2032">
                  <c:v>05-02-2008</c:v>
                </c:pt>
                <c:pt idx="2033">
                  <c:v>06-02-2008</c:v>
                </c:pt>
                <c:pt idx="2034">
                  <c:v>07-02-2008</c:v>
                </c:pt>
                <c:pt idx="2035">
                  <c:v>08-02-2008</c:v>
                </c:pt>
                <c:pt idx="2036">
                  <c:v>11-02-2008</c:v>
                </c:pt>
                <c:pt idx="2037">
                  <c:v>12-02-2008</c:v>
                </c:pt>
                <c:pt idx="2038">
                  <c:v>13-02-2008</c:v>
                </c:pt>
                <c:pt idx="2039">
                  <c:v>14-02-2008</c:v>
                </c:pt>
                <c:pt idx="2040">
                  <c:v>15-02-2008</c:v>
                </c:pt>
                <c:pt idx="2041">
                  <c:v>18-02-2008</c:v>
                </c:pt>
                <c:pt idx="2042">
                  <c:v>19-02-2008</c:v>
                </c:pt>
                <c:pt idx="2043">
                  <c:v>20-02-2008</c:v>
                </c:pt>
                <c:pt idx="2044">
                  <c:v>21-02-2008</c:v>
                </c:pt>
                <c:pt idx="2045">
                  <c:v>22-02-2008</c:v>
                </c:pt>
                <c:pt idx="2046">
                  <c:v>25-02-2008</c:v>
                </c:pt>
                <c:pt idx="2047">
                  <c:v>26-02-2008</c:v>
                </c:pt>
                <c:pt idx="2048">
                  <c:v>27-02-2008</c:v>
                </c:pt>
                <c:pt idx="2049">
                  <c:v>28-02-2008</c:v>
                </c:pt>
                <c:pt idx="2050">
                  <c:v>29-02-2008</c:v>
                </c:pt>
                <c:pt idx="2051">
                  <c:v>03-03-2008</c:v>
                </c:pt>
                <c:pt idx="2052">
                  <c:v>04-03-2008</c:v>
                </c:pt>
                <c:pt idx="2053">
                  <c:v>05-03-2008</c:v>
                </c:pt>
                <c:pt idx="2054">
                  <c:v>07-03-2008</c:v>
                </c:pt>
                <c:pt idx="2055">
                  <c:v>10-03-2008</c:v>
                </c:pt>
                <c:pt idx="2056">
                  <c:v>11-03-2008</c:v>
                </c:pt>
                <c:pt idx="2057">
                  <c:v>12-03-2008</c:v>
                </c:pt>
                <c:pt idx="2058">
                  <c:v>13-03-2008</c:v>
                </c:pt>
                <c:pt idx="2059">
                  <c:v>14-03-2008</c:v>
                </c:pt>
                <c:pt idx="2060">
                  <c:v>17-03-2008</c:v>
                </c:pt>
                <c:pt idx="2061">
                  <c:v>18-03-2008</c:v>
                </c:pt>
                <c:pt idx="2062">
                  <c:v>19-03-2008</c:v>
                </c:pt>
                <c:pt idx="2063">
                  <c:v>24-03-2008</c:v>
                </c:pt>
                <c:pt idx="2064">
                  <c:v>25-03-2008</c:v>
                </c:pt>
                <c:pt idx="2065">
                  <c:v>26-03-2008</c:v>
                </c:pt>
                <c:pt idx="2066">
                  <c:v>27-03-2008</c:v>
                </c:pt>
                <c:pt idx="2067">
                  <c:v>28-03-2008</c:v>
                </c:pt>
                <c:pt idx="2068">
                  <c:v>31-03-2008</c:v>
                </c:pt>
                <c:pt idx="2069">
                  <c:v>01-04-2008</c:v>
                </c:pt>
                <c:pt idx="2070">
                  <c:v>02-04-2008</c:v>
                </c:pt>
                <c:pt idx="2071">
                  <c:v>03-04-2008</c:v>
                </c:pt>
                <c:pt idx="2072">
                  <c:v>04-04-2008</c:v>
                </c:pt>
                <c:pt idx="2073">
                  <c:v>07-04-2008</c:v>
                </c:pt>
                <c:pt idx="2074">
                  <c:v>08-04-2008</c:v>
                </c:pt>
                <c:pt idx="2075">
                  <c:v>09-04-2008</c:v>
                </c:pt>
                <c:pt idx="2076">
                  <c:v>10-04-2008</c:v>
                </c:pt>
                <c:pt idx="2077">
                  <c:v>11-04-2008</c:v>
                </c:pt>
                <c:pt idx="2078">
                  <c:v>15-04-2008</c:v>
                </c:pt>
                <c:pt idx="2079">
                  <c:v>16-04-2008</c:v>
                </c:pt>
                <c:pt idx="2080">
                  <c:v>17-04-2008</c:v>
                </c:pt>
                <c:pt idx="2081">
                  <c:v>21-04-2008</c:v>
                </c:pt>
                <c:pt idx="2082">
                  <c:v>22-04-2008</c:v>
                </c:pt>
                <c:pt idx="2083">
                  <c:v>23-04-2008</c:v>
                </c:pt>
                <c:pt idx="2084">
                  <c:v>24-04-2008</c:v>
                </c:pt>
                <c:pt idx="2085">
                  <c:v>25-04-2008</c:v>
                </c:pt>
                <c:pt idx="2086">
                  <c:v>28-04-2008</c:v>
                </c:pt>
                <c:pt idx="2087">
                  <c:v>29-04-2008</c:v>
                </c:pt>
                <c:pt idx="2088">
                  <c:v>30-04-2008</c:v>
                </c:pt>
                <c:pt idx="2089">
                  <c:v>02-05-2008</c:v>
                </c:pt>
                <c:pt idx="2090">
                  <c:v>05-05-2008</c:v>
                </c:pt>
                <c:pt idx="2091">
                  <c:v>06-05-2008</c:v>
                </c:pt>
                <c:pt idx="2092">
                  <c:v>07-05-2008</c:v>
                </c:pt>
                <c:pt idx="2093">
                  <c:v>08-05-2008</c:v>
                </c:pt>
                <c:pt idx="2094">
                  <c:v>09-05-2008</c:v>
                </c:pt>
                <c:pt idx="2095">
                  <c:v>12-05-2008</c:v>
                </c:pt>
                <c:pt idx="2096">
                  <c:v>13-05-2008</c:v>
                </c:pt>
                <c:pt idx="2097">
                  <c:v>14-05-2008</c:v>
                </c:pt>
                <c:pt idx="2098">
                  <c:v>15-05-2008</c:v>
                </c:pt>
                <c:pt idx="2099">
                  <c:v>16-05-2008</c:v>
                </c:pt>
                <c:pt idx="2100">
                  <c:v>20-05-2008</c:v>
                </c:pt>
                <c:pt idx="2101">
                  <c:v>21-05-2008</c:v>
                </c:pt>
                <c:pt idx="2102">
                  <c:v>22-05-2008</c:v>
                </c:pt>
                <c:pt idx="2103">
                  <c:v>23-05-2008</c:v>
                </c:pt>
                <c:pt idx="2104">
                  <c:v>26-05-2008</c:v>
                </c:pt>
                <c:pt idx="2105">
                  <c:v>27-05-2008</c:v>
                </c:pt>
                <c:pt idx="2106">
                  <c:v>28-05-2008</c:v>
                </c:pt>
                <c:pt idx="2107">
                  <c:v>29-05-2008</c:v>
                </c:pt>
                <c:pt idx="2108">
                  <c:v>30-05-2008</c:v>
                </c:pt>
                <c:pt idx="2109">
                  <c:v>02-06-2008</c:v>
                </c:pt>
                <c:pt idx="2110">
                  <c:v>03-06-2008</c:v>
                </c:pt>
                <c:pt idx="2111">
                  <c:v>04-06-2008</c:v>
                </c:pt>
                <c:pt idx="2112">
                  <c:v>05-06-2008</c:v>
                </c:pt>
                <c:pt idx="2113">
                  <c:v>06-06-2008</c:v>
                </c:pt>
                <c:pt idx="2114">
                  <c:v>09-06-2008</c:v>
                </c:pt>
                <c:pt idx="2115">
                  <c:v>10-06-2008</c:v>
                </c:pt>
                <c:pt idx="2116">
                  <c:v>11-06-2008</c:v>
                </c:pt>
                <c:pt idx="2117">
                  <c:v>12-06-2008</c:v>
                </c:pt>
                <c:pt idx="2118">
                  <c:v>13-06-2008</c:v>
                </c:pt>
                <c:pt idx="2119">
                  <c:v>16-06-2008</c:v>
                </c:pt>
                <c:pt idx="2120">
                  <c:v>17-06-2008</c:v>
                </c:pt>
                <c:pt idx="2121">
                  <c:v>18-06-2008</c:v>
                </c:pt>
                <c:pt idx="2122">
                  <c:v>19-06-2008</c:v>
                </c:pt>
                <c:pt idx="2123">
                  <c:v>20-06-2008</c:v>
                </c:pt>
                <c:pt idx="2124">
                  <c:v>23-06-2008</c:v>
                </c:pt>
                <c:pt idx="2125">
                  <c:v>24-06-2008</c:v>
                </c:pt>
                <c:pt idx="2126">
                  <c:v>25-06-2008</c:v>
                </c:pt>
                <c:pt idx="2127">
                  <c:v>26-06-2008</c:v>
                </c:pt>
                <c:pt idx="2128">
                  <c:v>27-06-2008</c:v>
                </c:pt>
                <c:pt idx="2129">
                  <c:v>30-06-2008</c:v>
                </c:pt>
                <c:pt idx="2130">
                  <c:v>01-07-2008</c:v>
                </c:pt>
                <c:pt idx="2131">
                  <c:v>02-07-2008</c:v>
                </c:pt>
                <c:pt idx="2132">
                  <c:v>03-07-2008</c:v>
                </c:pt>
                <c:pt idx="2133">
                  <c:v>04-07-2008</c:v>
                </c:pt>
                <c:pt idx="2134">
                  <c:v>07-07-2008</c:v>
                </c:pt>
                <c:pt idx="2135">
                  <c:v>08-07-2008</c:v>
                </c:pt>
                <c:pt idx="2136">
                  <c:v>09-07-2008</c:v>
                </c:pt>
                <c:pt idx="2137">
                  <c:v>10-07-2008</c:v>
                </c:pt>
                <c:pt idx="2138">
                  <c:v>11-07-2008</c:v>
                </c:pt>
                <c:pt idx="2139">
                  <c:v>14-07-2008</c:v>
                </c:pt>
                <c:pt idx="2140">
                  <c:v>15-07-2008</c:v>
                </c:pt>
                <c:pt idx="2141">
                  <c:v>16-07-2008</c:v>
                </c:pt>
                <c:pt idx="2142">
                  <c:v>17-07-2008</c:v>
                </c:pt>
                <c:pt idx="2143">
                  <c:v>18-07-2008</c:v>
                </c:pt>
                <c:pt idx="2144">
                  <c:v>21-07-2008</c:v>
                </c:pt>
                <c:pt idx="2145">
                  <c:v>22-07-2008</c:v>
                </c:pt>
                <c:pt idx="2146">
                  <c:v>23-07-2008</c:v>
                </c:pt>
                <c:pt idx="2147">
                  <c:v>24-07-2008</c:v>
                </c:pt>
                <c:pt idx="2148">
                  <c:v>25-07-2008</c:v>
                </c:pt>
                <c:pt idx="2149">
                  <c:v>28-07-2008</c:v>
                </c:pt>
                <c:pt idx="2150">
                  <c:v>29-07-2008</c:v>
                </c:pt>
                <c:pt idx="2151">
                  <c:v>30-07-2008</c:v>
                </c:pt>
                <c:pt idx="2152">
                  <c:v>31-07-2008</c:v>
                </c:pt>
                <c:pt idx="2153">
                  <c:v>01-08-2008</c:v>
                </c:pt>
                <c:pt idx="2154">
                  <c:v>04-08-2008</c:v>
                </c:pt>
                <c:pt idx="2155">
                  <c:v>05-08-2008</c:v>
                </c:pt>
                <c:pt idx="2156">
                  <c:v>06-08-2008</c:v>
                </c:pt>
                <c:pt idx="2157">
                  <c:v>07-08-2008</c:v>
                </c:pt>
                <c:pt idx="2158">
                  <c:v>08-08-2008</c:v>
                </c:pt>
                <c:pt idx="2159">
                  <c:v>11-08-2008</c:v>
                </c:pt>
                <c:pt idx="2160">
                  <c:v>12-08-2008</c:v>
                </c:pt>
                <c:pt idx="2161">
                  <c:v>13-08-2008</c:v>
                </c:pt>
                <c:pt idx="2162">
                  <c:v>14-08-2008</c:v>
                </c:pt>
                <c:pt idx="2163">
                  <c:v>18-08-2008</c:v>
                </c:pt>
                <c:pt idx="2164">
                  <c:v>19-08-2008</c:v>
                </c:pt>
                <c:pt idx="2165">
                  <c:v>20-08-2008</c:v>
                </c:pt>
                <c:pt idx="2166">
                  <c:v>21-08-2008</c:v>
                </c:pt>
                <c:pt idx="2167">
                  <c:v>22-08-2008</c:v>
                </c:pt>
                <c:pt idx="2168">
                  <c:v>25-08-2008</c:v>
                </c:pt>
                <c:pt idx="2169">
                  <c:v>26-08-2008</c:v>
                </c:pt>
                <c:pt idx="2170">
                  <c:v>27-08-2008</c:v>
                </c:pt>
                <c:pt idx="2171">
                  <c:v>28-08-2008</c:v>
                </c:pt>
                <c:pt idx="2172">
                  <c:v>29-08-2008</c:v>
                </c:pt>
                <c:pt idx="2173">
                  <c:v>01-09-2008</c:v>
                </c:pt>
                <c:pt idx="2174">
                  <c:v>02-09-2008</c:v>
                </c:pt>
                <c:pt idx="2175">
                  <c:v>04-09-2008</c:v>
                </c:pt>
                <c:pt idx="2176">
                  <c:v>05-09-2008</c:v>
                </c:pt>
                <c:pt idx="2177">
                  <c:v>08-09-2008</c:v>
                </c:pt>
                <c:pt idx="2178">
                  <c:v>09-09-2008</c:v>
                </c:pt>
                <c:pt idx="2179">
                  <c:v>10-09-2008</c:v>
                </c:pt>
                <c:pt idx="2180">
                  <c:v>11-09-2008</c:v>
                </c:pt>
                <c:pt idx="2181">
                  <c:v>12-09-2008</c:v>
                </c:pt>
                <c:pt idx="2182">
                  <c:v>15-09-2008</c:v>
                </c:pt>
                <c:pt idx="2183">
                  <c:v>16-09-2008</c:v>
                </c:pt>
                <c:pt idx="2184">
                  <c:v>17-09-2008</c:v>
                </c:pt>
                <c:pt idx="2185">
                  <c:v>18-09-2008</c:v>
                </c:pt>
                <c:pt idx="2186">
                  <c:v>19-09-2008</c:v>
                </c:pt>
                <c:pt idx="2187">
                  <c:v>22-09-2008</c:v>
                </c:pt>
                <c:pt idx="2188">
                  <c:v>23-09-2008</c:v>
                </c:pt>
                <c:pt idx="2189">
                  <c:v>24-09-2008</c:v>
                </c:pt>
                <c:pt idx="2190">
                  <c:v>25-09-2008</c:v>
                </c:pt>
                <c:pt idx="2191">
                  <c:v>26-09-2008</c:v>
                </c:pt>
                <c:pt idx="2192">
                  <c:v>29-09-2008</c:v>
                </c:pt>
                <c:pt idx="2193">
                  <c:v>30-09-2008</c:v>
                </c:pt>
                <c:pt idx="2194">
                  <c:v>01-10-2008</c:v>
                </c:pt>
                <c:pt idx="2195">
                  <c:v>03-10-2008</c:v>
                </c:pt>
                <c:pt idx="2196">
                  <c:v>06-10-2008</c:v>
                </c:pt>
                <c:pt idx="2197">
                  <c:v>07-10-2008</c:v>
                </c:pt>
                <c:pt idx="2198">
                  <c:v>08-10-2008</c:v>
                </c:pt>
                <c:pt idx="2199">
                  <c:v>10-10-2008</c:v>
                </c:pt>
                <c:pt idx="2200">
                  <c:v>13-10-2008</c:v>
                </c:pt>
                <c:pt idx="2201">
                  <c:v>14-10-2008</c:v>
                </c:pt>
                <c:pt idx="2202">
                  <c:v>15-10-2008</c:v>
                </c:pt>
                <c:pt idx="2203">
                  <c:v>16-10-2008</c:v>
                </c:pt>
                <c:pt idx="2204">
                  <c:v>17-10-2008</c:v>
                </c:pt>
                <c:pt idx="2205">
                  <c:v>20-10-2008</c:v>
                </c:pt>
                <c:pt idx="2206">
                  <c:v>21-10-2008</c:v>
                </c:pt>
                <c:pt idx="2207">
                  <c:v>22-10-2008</c:v>
                </c:pt>
                <c:pt idx="2208">
                  <c:v>23-10-2008</c:v>
                </c:pt>
                <c:pt idx="2209">
                  <c:v>24-10-2008</c:v>
                </c:pt>
                <c:pt idx="2210">
                  <c:v>27-10-2008</c:v>
                </c:pt>
                <c:pt idx="2211">
                  <c:v>28-10-2008</c:v>
                </c:pt>
                <c:pt idx="2212">
                  <c:v>29-10-2008</c:v>
                </c:pt>
                <c:pt idx="2213">
                  <c:v>31-10-2008</c:v>
                </c:pt>
                <c:pt idx="2214">
                  <c:v>03-11-2008</c:v>
                </c:pt>
                <c:pt idx="2215">
                  <c:v>04-11-2008</c:v>
                </c:pt>
                <c:pt idx="2216">
                  <c:v>05-11-2008</c:v>
                </c:pt>
                <c:pt idx="2217">
                  <c:v>06-11-2008</c:v>
                </c:pt>
                <c:pt idx="2218">
                  <c:v>07-11-2008</c:v>
                </c:pt>
                <c:pt idx="2219">
                  <c:v>10-11-2008</c:v>
                </c:pt>
                <c:pt idx="2220">
                  <c:v>11-11-2008</c:v>
                </c:pt>
                <c:pt idx="2221">
                  <c:v>12-11-2008</c:v>
                </c:pt>
                <c:pt idx="2222">
                  <c:v>14-11-2008</c:v>
                </c:pt>
                <c:pt idx="2223">
                  <c:v>17-11-2008</c:v>
                </c:pt>
                <c:pt idx="2224">
                  <c:v>18-11-2008</c:v>
                </c:pt>
                <c:pt idx="2225">
                  <c:v>19-11-2008</c:v>
                </c:pt>
                <c:pt idx="2226">
                  <c:v>20-11-2008</c:v>
                </c:pt>
                <c:pt idx="2227">
                  <c:v>21-11-2008</c:v>
                </c:pt>
                <c:pt idx="2228">
                  <c:v>24-11-2008</c:v>
                </c:pt>
                <c:pt idx="2229">
                  <c:v>25-11-2008</c:v>
                </c:pt>
                <c:pt idx="2230">
                  <c:v>26-11-2008</c:v>
                </c:pt>
                <c:pt idx="2231">
                  <c:v>28-11-2008</c:v>
                </c:pt>
                <c:pt idx="2232">
                  <c:v>01-12-2008</c:v>
                </c:pt>
                <c:pt idx="2233">
                  <c:v>02-12-2008</c:v>
                </c:pt>
                <c:pt idx="2234">
                  <c:v>03-12-2008</c:v>
                </c:pt>
                <c:pt idx="2235">
                  <c:v>04-12-2008</c:v>
                </c:pt>
                <c:pt idx="2236">
                  <c:v>05-12-2008</c:v>
                </c:pt>
                <c:pt idx="2237">
                  <c:v>08-12-2008</c:v>
                </c:pt>
                <c:pt idx="2238">
                  <c:v>10-12-2008</c:v>
                </c:pt>
                <c:pt idx="2239">
                  <c:v>11-12-2008</c:v>
                </c:pt>
                <c:pt idx="2240">
                  <c:v>12-12-2008</c:v>
                </c:pt>
                <c:pt idx="2241">
                  <c:v>15-12-2008</c:v>
                </c:pt>
                <c:pt idx="2242">
                  <c:v>16-12-2008</c:v>
                </c:pt>
                <c:pt idx="2243">
                  <c:v>17-12-2008</c:v>
                </c:pt>
                <c:pt idx="2244">
                  <c:v>18-12-2008</c:v>
                </c:pt>
                <c:pt idx="2245">
                  <c:v>19-12-2008</c:v>
                </c:pt>
                <c:pt idx="2246">
                  <c:v>22-12-2008</c:v>
                </c:pt>
                <c:pt idx="2247">
                  <c:v>23-12-2008</c:v>
                </c:pt>
                <c:pt idx="2248">
                  <c:v>24-12-2008</c:v>
                </c:pt>
                <c:pt idx="2249">
                  <c:v>26-12-2008</c:v>
                </c:pt>
                <c:pt idx="2250">
                  <c:v>29-12-2008</c:v>
                </c:pt>
                <c:pt idx="2251">
                  <c:v>30-12-2008</c:v>
                </c:pt>
                <c:pt idx="2252">
                  <c:v>31-12-2008</c:v>
                </c:pt>
                <c:pt idx="2253">
                  <c:v>01-01-2009</c:v>
                </c:pt>
                <c:pt idx="2254">
                  <c:v>02-01-2009</c:v>
                </c:pt>
                <c:pt idx="2255">
                  <c:v>05-01-2009</c:v>
                </c:pt>
                <c:pt idx="2256">
                  <c:v>06-01-2009</c:v>
                </c:pt>
                <c:pt idx="2257">
                  <c:v>07-01-2009</c:v>
                </c:pt>
                <c:pt idx="2258">
                  <c:v>09-01-2009</c:v>
                </c:pt>
                <c:pt idx="2259">
                  <c:v>12-01-2009</c:v>
                </c:pt>
                <c:pt idx="2260">
                  <c:v>13-01-2009</c:v>
                </c:pt>
                <c:pt idx="2261">
                  <c:v>14-01-2009</c:v>
                </c:pt>
                <c:pt idx="2262">
                  <c:v>15-01-2009</c:v>
                </c:pt>
                <c:pt idx="2263">
                  <c:v>16-01-2009</c:v>
                </c:pt>
                <c:pt idx="2264">
                  <c:v>19-01-2009</c:v>
                </c:pt>
                <c:pt idx="2265">
                  <c:v>20-01-2009</c:v>
                </c:pt>
                <c:pt idx="2266">
                  <c:v>21-01-2009</c:v>
                </c:pt>
                <c:pt idx="2267">
                  <c:v>22-01-2009</c:v>
                </c:pt>
                <c:pt idx="2268">
                  <c:v>23-01-2009</c:v>
                </c:pt>
                <c:pt idx="2269">
                  <c:v>27-01-2009</c:v>
                </c:pt>
                <c:pt idx="2270">
                  <c:v>28-01-2009</c:v>
                </c:pt>
                <c:pt idx="2271">
                  <c:v>29-01-2009</c:v>
                </c:pt>
                <c:pt idx="2272">
                  <c:v>30-01-2009</c:v>
                </c:pt>
                <c:pt idx="2273">
                  <c:v>02-02-2009</c:v>
                </c:pt>
                <c:pt idx="2274">
                  <c:v>03-02-2009</c:v>
                </c:pt>
                <c:pt idx="2275">
                  <c:v>04-02-2009</c:v>
                </c:pt>
                <c:pt idx="2276">
                  <c:v>05-02-2009</c:v>
                </c:pt>
                <c:pt idx="2277">
                  <c:v>06-02-2009</c:v>
                </c:pt>
                <c:pt idx="2278">
                  <c:v>09-02-2009</c:v>
                </c:pt>
                <c:pt idx="2279">
                  <c:v>10-02-2009</c:v>
                </c:pt>
                <c:pt idx="2280">
                  <c:v>11-02-2009</c:v>
                </c:pt>
                <c:pt idx="2281">
                  <c:v>12-02-2009</c:v>
                </c:pt>
                <c:pt idx="2282">
                  <c:v>13-02-2009</c:v>
                </c:pt>
                <c:pt idx="2283">
                  <c:v>16-02-2009</c:v>
                </c:pt>
                <c:pt idx="2284">
                  <c:v>17-02-2009</c:v>
                </c:pt>
                <c:pt idx="2285">
                  <c:v>18-02-2009</c:v>
                </c:pt>
                <c:pt idx="2286">
                  <c:v>19-02-2009</c:v>
                </c:pt>
                <c:pt idx="2287">
                  <c:v>20-02-2009</c:v>
                </c:pt>
                <c:pt idx="2288">
                  <c:v>24-02-2009</c:v>
                </c:pt>
                <c:pt idx="2289">
                  <c:v>25-02-2009</c:v>
                </c:pt>
                <c:pt idx="2290">
                  <c:v>26-02-2009</c:v>
                </c:pt>
                <c:pt idx="2291">
                  <c:v>27-02-2009</c:v>
                </c:pt>
                <c:pt idx="2292">
                  <c:v>02-03-2009</c:v>
                </c:pt>
                <c:pt idx="2293">
                  <c:v>03-03-2009</c:v>
                </c:pt>
                <c:pt idx="2294">
                  <c:v>04-03-2009</c:v>
                </c:pt>
                <c:pt idx="2295">
                  <c:v>05-03-2009</c:v>
                </c:pt>
                <c:pt idx="2296">
                  <c:v>06-03-2009</c:v>
                </c:pt>
                <c:pt idx="2297">
                  <c:v>09-03-2009</c:v>
                </c:pt>
                <c:pt idx="2298">
                  <c:v>12-03-2009</c:v>
                </c:pt>
                <c:pt idx="2299">
                  <c:v>13-03-2009</c:v>
                </c:pt>
                <c:pt idx="2300">
                  <c:v>16-03-2009</c:v>
                </c:pt>
                <c:pt idx="2301">
                  <c:v>17-03-2009</c:v>
                </c:pt>
                <c:pt idx="2302">
                  <c:v>18-03-2009</c:v>
                </c:pt>
                <c:pt idx="2303">
                  <c:v>19-03-2009</c:v>
                </c:pt>
                <c:pt idx="2304">
                  <c:v>20-03-2009</c:v>
                </c:pt>
                <c:pt idx="2305">
                  <c:v>23-03-2009</c:v>
                </c:pt>
                <c:pt idx="2306">
                  <c:v>24-03-2009</c:v>
                </c:pt>
                <c:pt idx="2307">
                  <c:v>25-03-2009</c:v>
                </c:pt>
                <c:pt idx="2308">
                  <c:v>26-03-2009</c:v>
                </c:pt>
                <c:pt idx="2309">
                  <c:v>27-03-2009</c:v>
                </c:pt>
                <c:pt idx="2310">
                  <c:v>30-03-2009</c:v>
                </c:pt>
                <c:pt idx="2311">
                  <c:v>31-03-2009</c:v>
                </c:pt>
                <c:pt idx="2312">
                  <c:v>01-04-2009</c:v>
                </c:pt>
                <c:pt idx="2313">
                  <c:v>02-04-2009</c:v>
                </c:pt>
                <c:pt idx="2314">
                  <c:v>06-04-2009</c:v>
                </c:pt>
                <c:pt idx="2315">
                  <c:v>08-04-2009</c:v>
                </c:pt>
                <c:pt idx="2316">
                  <c:v>09-04-2009</c:v>
                </c:pt>
                <c:pt idx="2317">
                  <c:v>13-04-2009</c:v>
                </c:pt>
                <c:pt idx="2318">
                  <c:v>15-04-2009</c:v>
                </c:pt>
                <c:pt idx="2319">
                  <c:v>16-04-2009</c:v>
                </c:pt>
                <c:pt idx="2320">
                  <c:v>17-04-2009</c:v>
                </c:pt>
                <c:pt idx="2321">
                  <c:v>20-04-2009</c:v>
                </c:pt>
                <c:pt idx="2322">
                  <c:v>21-04-2009</c:v>
                </c:pt>
                <c:pt idx="2323">
                  <c:v>22-04-2009</c:v>
                </c:pt>
                <c:pt idx="2324">
                  <c:v>23-04-2009</c:v>
                </c:pt>
                <c:pt idx="2325">
                  <c:v>24-04-2009</c:v>
                </c:pt>
                <c:pt idx="2326">
                  <c:v>27-04-2009</c:v>
                </c:pt>
                <c:pt idx="2327">
                  <c:v>28-04-2009</c:v>
                </c:pt>
                <c:pt idx="2328">
                  <c:v>29-04-2009</c:v>
                </c:pt>
                <c:pt idx="2329">
                  <c:v>04-05-2009</c:v>
                </c:pt>
                <c:pt idx="2330">
                  <c:v>05-05-2009</c:v>
                </c:pt>
                <c:pt idx="2331">
                  <c:v>06-05-2009</c:v>
                </c:pt>
                <c:pt idx="2332">
                  <c:v>07-05-2009</c:v>
                </c:pt>
                <c:pt idx="2333">
                  <c:v>08-05-2009</c:v>
                </c:pt>
                <c:pt idx="2334">
                  <c:v>11-05-2009</c:v>
                </c:pt>
                <c:pt idx="2335">
                  <c:v>12-05-2009</c:v>
                </c:pt>
                <c:pt idx="2336">
                  <c:v>13-05-2009</c:v>
                </c:pt>
                <c:pt idx="2337">
                  <c:v>14-05-2009</c:v>
                </c:pt>
                <c:pt idx="2338">
                  <c:v>15-05-2009</c:v>
                </c:pt>
                <c:pt idx="2339">
                  <c:v>18-05-2009</c:v>
                </c:pt>
                <c:pt idx="2340">
                  <c:v>19-05-2009</c:v>
                </c:pt>
                <c:pt idx="2341">
                  <c:v>20-05-2009</c:v>
                </c:pt>
                <c:pt idx="2342">
                  <c:v>21-05-2009</c:v>
                </c:pt>
                <c:pt idx="2343">
                  <c:v>22-05-2009</c:v>
                </c:pt>
                <c:pt idx="2344">
                  <c:v>25-05-2009</c:v>
                </c:pt>
                <c:pt idx="2345">
                  <c:v>26-05-2009</c:v>
                </c:pt>
                <c:pt idx="2346">
                  <c:v>27-05-2009</c:v>
                </c:pt>
                <c:pt idx="2347">
                  <c:v>28-05-2009</c:v>
                </c:pt>
                <c:pt idx="2348">
                  <c:v>29-05-2009</c:v>
                </c:pt>
                <c:pt idx="2349">
                  <c:v>01-06-2009</c:v>
                </c:pt>
                <c:pt idx="2350">
                  <c:v>02-06-2009</c:v>
                </c:pt>
                <c:pt idx="2351">
                  <c:v>03-06-2009</c:v>
                </c:pt>
                <c:pt idx="2352">
                  <c:v>04-06-2009</c:v>
                </c:pt>
                <c:pt idx="2353">
                  <c:v>05-06-2009</c:v>
                </c:pt>
                <c:pt idx="2354">
                  <c:v>08-06-2009</c:v>
                </c:pt>
                <c:pt idx="2355">
                  <c:v>09-06-2009</c:v>
                </c:pt>
                <c:pt idx="2356">
                  <c:v>10-06-2009</c:v>
                </c:pt>
                <c:pt idx="2357">
                  <c:v>11-06-2009</c:v>
                </c:pt>
                <c:pt idx="2358">
                  <c:v>12-06-2009</c:v>
                </c:pt>
                <c:pt idx="2359">
                  <c:v>15-06-2009</c:v>
                </c:pt>
                <c:pt idx="2360">
                  <c:v>16-06-2009</c:v>
                </c:pt>
                <c:pt idx="2361">
                  <c:v>17-06-2009</c:v>
                </c:pt>
                <c:pt idx="2362">
                  <c:v>18-06-2009</c:v>
                </c:pt>
                <c:pt idx="2363">
                  <c:v>19-06-2009</c:v>
                </c:pt>
                <c:pt idx="2364">
                  <c:v>22-06-2009</c:v>
                </c:pt>
                <c:pt idx="2365">
                  <c:v>23-06-2009</c:v>
                </c:pt>
                <c:pt idx="2366">
                  <c:v>24-06-2009</c:v>
                </c:pt>
                <c:pt idx="2367">
                  <c:v>25-06-2009</c:v>
                </c:pt>
                <c:pt idx="2368">
                  <c:v>26-06-2009</c:v>
                </c:pt>
                <c:pt idx="2369">
                  <c:v>29-06-2009</c:v>
                </c:pt>
                <c:pt idx="2370">
                  <c:v>30-06-2009</c:v>
                </c:pt>
                <c:pt idx="2371">
                  <c:v>01-07-2009</c:v>
                </c:pt>
                <c:pt idx="2372">
                  <c:v>02-07-2009</c:v>
                </c:pt>
                <c:pt idx="2373">
                  <c:v>03-07-2009</c:v>
                </c:pt>
                <c:pt idx="2374">
                  <c:v>06-07-2009</c:v>
                </c:pt>
                <c:pt idx="2375">
                  <c:v>07-07-2009</c:v>
                </c:pt>
                <c:pt idx="2376">
                  <c:v>08-07-2009</c:v>
                </c:pt>
                <c:pt idx="2377">
                  <c:v>09-07-2009</c:v>
                </c:pt>
                <c:pt idx="2378">
                  <c:v>10-07-2009</c:v>
                </c:pt>
                <c:pt idx="2379">
                  <c:v>13-07-2009</c:v>
                </c:pt>
                <c:pt idx="2380">
                  <c:v>14-07-2009</c:v>
                </c:pt>
                <c:pt idx="2381">
                  <c:v>15-07-2009</c:v>
                </c:pt>
                <c:pt idx="2382">
                  <c:v>16-07-2009</c:v>
                </c:pt>
                <c:pt idx="2383">
                  <c:v>17-07-2009</c:v>
                </c:pt>
                <c:pt idx="2384">
                  <c:v>20-07-2009</c:v>
                </c:pt>
                <c:pt idx="2385">
                  <c:v>21-07-2009</c:v>
                </c:pt>
                <c:pt idx="2386">
                  <c:v>22-07-2009</c:v>
                </c:pt>
                <c:pt idx="2387">
                  <c:v>23-07-2009</c:v>
                </c:pt>
                <c:pt idx="2388">
                  <c:v>24-07-2009</c:v>
                </c:pt>
                <c:pt idx="2389">
                  <c:v>27-07-2009</c:v>
                </c:pt>
                <c:pt idx="2390">
                  <c:v>28-07-2009</c:v>
                </c:pt>
                <c:pt idx="2391">
                  <c:v>29-07-2009</c:v>
                </c:pt>
                <c:pt idx="2392">
                  <c:v>30-07-2009</c:v>
                </c:pt>
                <c:pt idx="2393">
                  <c:v>31-07-2009</c:v>
                </c:pt>
                <c:pt idx="2394">
                  <c:v>03-08-2009</c:v>
                </c:pt>
                <c:pt idx="2395">
                  <c:v>04-08-2009</c:v>
                </c:pt>
                <c:pt idx="2396">
                  <c:v>05-08-2009</c:v>
                </c:pt>
                <c:pt idx="2397">
                  <c:v>06-08-2009</c:v>
                </c:pt>
                <c:pt idx="2398">
                  <c:v>07-08-2009</c:v>
                </c:pt>
                <c:pt idx="2399">
                  <c:v>10-08-2009</c:v>
                </c:pt>
                <c:pt idx="2400">
                  <c:v>11-08-2009</c:v>
                </c:pt>
                <c:pt idx="2401">
                  <c:v>12-08-2009</c:v>
                </c:pt>
                <c:pt idx="2402">
                  <c:v>13-08-2009</c:v>
                </c:pt>
                <c:pt idx="2403">
                  <c:v>14-08-2009</c:v>
                </c:pt>
                <c:pt idx="2404">
                  <c:v>17-08-2009</c:v>
                </c:pt>
                <c:pt idx="2405">
                  <c:v>18-08-2009</c:v>
                </c:pt>
                <c:pt idx="2406">
                  <c:v>19-08-2009</c:v>
                </c:pt>
                <c:pt idx="2407">
                  <c:v>20-08-2009</c:v>
                </c:pt>
                <c:pt idx="2408">
                  <c:v>21-08-2009</c:v>
                </c:pt>
                <c:pt idx="2409">
                  <c:v>24-08-2009</c:v>
                </c:pt>
                <c:pt idx="2410">
                  <c:v>25-08-2009</c:v>
                </c:pt>
                <c:pt idx="2411">
                  <c:v>26-08-2009</c:v>
                </c:pt>
                <c:pt idx="2412">
                  <c:v>27-08-2009</c:v>
                </c:pt>
                <c:pt idx="2413">
                  <c:v>28-08-2009</c:v>
                </c:pt>
                <c:pt idx="2414">
                  <c:v>31-08-2009</c:v>
                </c:pt>
                <c:pt idx="2415">
                  <c:v>01-09-2009</c:v>
                </c:pt>
                <c:pt idx="2416">
                  <c:v>02-09-2009</c:v>
                </c:pt>
                <c:pt idx="2417">
                  <c:v>03-09-2009</c:v>
                </c:pt>
                <c:pt idx="2418">
                  <c:v>04-09-2009</c:v>
                </c:pt>
                <c:pt idx="2419">
                  <c:v>07-09-2009</c:v>
                </c:pt>
                <c:pt idx="2420">
                  <c:v>08-09-2009</c:v>
                </c:pt>
                <c:pt idx="2421">
                  <c:v>09-09-2009</c:v>
                </c:pt>
                <c:pt idx="2422">
                  <c:v>10-09-2009</c:v>
                </c:pt>
                <c:pt idx="2423">
                  <c:v>11-09-2009</c:v>
                </c:pt>
                <c:pt idx="2424">
                  <c:v>14-09-2009</c:v>
                </c:pt>
                <c:pt idx="2425">
                  <c:v>15-09-2009</c:v>
                </c:pt>
                <c:pt idx="2426">
                  <c:v>16-09-2009</c:v>
                </c:pt>
                <c:pt idx="2427">
                  <c:v>17-09-2009</c:v>
                </c:pt>
                <c:pt idx="2428">
                  <c:v>18-09-2009</c:v>
                </c:pt>
                <c:pt idx="2429">
                  <c:v>22-09-2009</c:v>
                </c:pt>
                <c:pt idx="2430">
                  <c:v>23-09-2009</c:v>
                </c:pt>
                <c:pt idx="2431">
                  <c:v>24-09-2009</c:v>
                </c:pt>
                <c:pt idx="2432">
                  <c:v>25-09-2009</c:v>
                </c:pt>
                <c:pt idx="2433">
                  <c:v>29-09-2009</c:v>
                </c:pt>
                <c:pt idx="2434">
                  <c:v>30-09-2009</c:v>
                </c:pt>
                <c:pt idx="2435">
                  <c:v>01-10-2009</c:v>
                </c:pt>
                <c:pt idx="2436">
                  <c:v>05-10-2009</c:v>
                </c:pt>
                <c:pt idx="2437">
                  <c:v>06-10-2009</c:v>
                </c:pt>
                <c:pt idx="2438">
                  <c:v>07-10-2009</c:v>
                </c:pt>
                <c:pt idx="2439">
                  <c:v>08-10-2009</c:v>
                </c:pt>
                <c:pt idx="2440">
                  <c:v>09-10-2009</c:v>
                </c:pt>
                <c:pt idx="2441">
                  <c:v>12-10-2009</c:v>
                </c:pt>
                <c:pt idx="2442">
                  <c:v>14-10-2009</c:v>
                </c:pt>
                <c:pt idx="2443">
                  <c:v>15-10-2009</c:v>
                </c:pt>
                <c:pt idx="2444">
                  <c:v>16-10-2009</c:v>
                </c:pt>
                <c:pt idx="2445">
                  <c:v>17-10-2009</c:v>
                </c:pt>
                <c:pt idx="2446">
                  <c:v>20-10-2009</c:v>
                </c:pt>
                <c:pt idx="2447">
                  <c:v>21-10-2009</c:v>
                </c:pt>
                <c:pt idx="2448">
                  <c:v>22-10-2009</c:v>
                </c:pt>
                <c:pt idx="2449">
                  <c:v>23-10-2009</c:v>
                </c:pt>
                <c:pt idx="2450">
                  <c:v>26-10-2009</c:v>
                </c:pt>
                <c:pt idx="2451">
                  <c:v>27-10-2009</c:v>
                </c:pt>
                <c:pt idx="2452">
                  <c:v>28-10-2009</c:v>
                </c:pt>
                <c:pt idx="2453">
                  <c:v>29-10-2009</c:v>
                </c:pt>
                <c:pt idx="2454">
                  <c:v>30-10-2009</c:v>
                </c:pt>
                <c:pt idx="2455">
                  <c:v>03-11-2009</c:v>
                </c:pt>
                <c:pt idx="2456">
                  <c:v>04-11-2009</c:v>
                </c:pt>
                <c:pt idx="2457">
                  <c:v>05-11-2009</c:v>
                </c:pt>
                <c:pt idx="2458">
                  <c:v>06-11-2009</c:v>
                </c:pt>
                <c:pt idx="2459">
                  <c:v>09-11-2009</c:v>
                </c:pt>
                <c:pt idx="2460">
                  <c:v>10-11-2009</c:v>
                </c:pt>
                <c:pt idx="2461">
                  <c:v>11-11-2009</c:v>
                </c:pt>
                <c:pt idx="2462">
                  <c:v>12-11-2009</c:v>
                </c:pt>
                <c:pt idx="2463">
                  <c:v>13-11-2009</c:v>
                </c:pt>
                <c:pt idx="2464">
                  <c:v>16-11-2009</c:v>
                </c:pt>
                <c:pt idx="2465">
                  <c:v>17-11-2009</c:v>
                </c:pt>
                <c:pt idx="2466">
                  <c:v>18-11-2009</c:v>
                </c:pt>
                <c:pt idx="2467">
                  <c:v>19-11-2009</c:v>
                </c:pt>
                <c:pt idx="2468">
                  <c:v>20-11-2009</c:v>
                </c:pt>
                <c:pt idx="2469">
                  <c:v>23-11-2009</c:v>
                </c:pt>
                <c:pt idx="2470">
                  <c:v>24-11-2009</c:v>
                </c:pt>
                <c:pt idx="2471">
                  <c:v>25-11-2009</c:v>
                </c:pt>
                <c:pt idx="2472">
                  <c:v>26-11-2009</c:v>
                </c:pt>
                <c:pt idx="2473">
                  <c:v>27-11-2009</c:v>
                </c:pt>
                <c:pt idx="2474">
                  <c:v>30-11-2009</c:v>
                </c:pt>
                <c:pt idx="2475">
                  <c:v>01-12-2009</c:v>
                </c:pt>
                <c:pt idx="2476">
                  <c:v>02-12-2009</c:v>
                </c:pt>
                <c:pt idx="2477">
                  <c:v>03-12-2009</c:v>
                </c:pt>
                <c:pt idx="2478">
                  <c:v>04-12-2009</c:v>
                </c:pt>
                <c:pt idx="2479">
                  <c:v>07-12-2009</c:v>
                </c:pt>
                <c:pt idx="2480">
                  <c:v>08-12-2009</c:v>
                </c:pt>
                <c:pt idx="2481">
                  <c:v>09-12-2009</c:v>
                </c:pt>
                <c:pt idx="2482">
                  <c:v>10-12-2009</c:v>
                </c:pt>
                <c:pt idx="2483">
                  <c:v>11-12-2009</c:v>
                </c:pt>
                <c:pt idx="2484">
                  <c:v>14-12-2009</c:v>
                </c:pt>
                <c:pt idx="2485">
                  <c:v>15-12-2009</c:v>
                </c:pt>
                <c:pt idx="2486">
                  <c:v>16-12-2009</c:v>
                </c:pt>
                <c:pt idx="2487">
                  <c:v>17-12-2009</c:v>
                </c:pt>
                <c:pt idx="2488">
                  <c:v>18-12-2009</c:v>
                </c:pt>
                <c:pt idx="2489">
                  <c:v>21-12-2009</c:v>
                </c:pt>
                <c:pt idx="2490">
                  <c:v>22-12-2009</c:v>
                </c:pt>
                <c:pt idx="2491">
                  <c:v>23-12-2009</c:v>
                </c:pt>
                <c:pt idx="2492">
                  <c:v>24-12-2009</c:v>
                </c:pt>
                <c:pt idx="2493">
                  <c:v>29-12-2009</c:v>
                </c:pt>
                <c:pt idx="2494">
                  <c:v>30-12-2009</c:v>
                </c:pt>
                <c:pt idx="2495">
                  <c:v>31-12-2009</c:v>
                </c:pt>
                <c:pt idx="2496">
                  <c:v>04-01-2010</c:v>
                </c:pt>
                <c:pt idx="2497">
                  <c:v>05-01-2010</c:v>
                </c:pt>
                <c:pt idx="2498">
                  <c:v>06-01-2010</c:v>
                </c:pt>
                <c:pt idx="2499">
                  <c:v>07-01-2010</c:v>
                </c:pt>
                <c:pt idx="2500">
                  <c:v>08-01-2010</c:v>
                </c:pt>
                <c:pt idx="2501">
                  <c:v>11-01-2010</c:v>
                </c:pt>
                <c:pt idx="2502">
                  <c:v>12-01-2010</c:v>
                </c:pt>
                <c:pt idx="2503">
                  <c:v>13-01-2010</c:v>
                </c:pt>
                <c:pt idx="2504">
                  <c:v>14-01-2010</c:v>
                </c:pt>
                <c:pt idx="2505">
                  <c:v>15-01-2010</c:v>
                </c:pt>
                <c:pt idx="2506">
                  <c:v>18-01-2010</c:v>
                </c:pt>
                <c:pt idx="2507">
                  <c:v>19-01-2010</c:v>
                </c:pt>
                <c:pt idx="2508">
                  <c:v>20-01-2010</c:v>
                </c:pt>
                <c:pt idx="2509">
                  <c:v>21-01-2010</c:v>
                </c:pt>
                <c:pt idx="2510">
                  <c:v>22-01-2010</c:v>
                </c:pt>
                <c:pt idx="2511">
                  <c:v>25-01-2010</c:v>
                </c:pt>
                <c:pt idx="2512">
                  <c:v>27-01-2010</c:v>
                </c:pt>
                <c:pt idx="2513">
                  <c:v>28-01-2010</c:v>
                </c:pt>
                <c:pt idx="2514">
                  <c:v>29-01-2010</c:v>
                </c:pt>
                <c:pt idx="2515">
                  <c:v>01-02-2010</c:v>
                </c:pt>
                <c:pt idx="2516">
                  <c:v>02-02-2010</c:v>
                </c:pt>
                <c:pt idx="2517">
                  <c:v>03-02-2010</c:v>
                </c:pt>
                <c:pt idx="2518">
                  <c:v>04-02-2010</c:v>
                </c:pt>
                <c:pt idx="2519">
                  <c:v>05-02-2010</c:v>
                </c:pt>
                <c:pt idx="2520">
                  <c:v>06-02-2010</c:v>
                </c:pt>
                <c:pt idx="2521">
                  <c:v>08-02-2010</c:v>
                </c:pt>
                <c:pt idx="2522">
                  <c:v>09-02-2010</c:v>
                </c:pt>
                <c:pt idx="2523">
                  <c:v>10-02-2010</c:v>
                </c:pt>
                <c:pt idx="2524">
                  <c:v>11-02-2010</c:v>
                </c:pt>
                <c:pt idx="2525">
                  <c:v>15-02-2010</c:v>
                </c:pt>
                <c:pt idx="2526">
                  <c:v>16-02-2010</c:v>
                </c:pt>
                <c:pt idx="2527">
                  <c:v>17-02-2010</c:v>
                </c:pt>
                <c:pt idx="2528">
                  <c:v>18-02-2010</c:v>
                </c:pt>
                <c:pt idx="2529">
                  <c:v>19-02-2010</c:v>
                </c:pt>
                <c:pt idx="2530">
                  <c:v>22-02-2010</c:v>
                </c:pt>
                <c:pt idx="2531">
                  <c:v>23-02-2010</c:v>
                </c:pt>
                <c:pt idx="2532">
                  <c:v>24-02-2010</c:v>
                </c:pt>
                <c:pt idx="2533">
                  <c:v>25-02-2010</c:v>
                </c:pt>
                <c:pt idx="2534">
                  <c:v>26-02-2010</c:v>
                </c:pt>
                <c:pt idx="2535">
                  <c:v>02-03-2010</c:v>
                </c:pt>
                <c:pt idx="2536">
                  <c:v>03-03-2010</c:v>
                </c:pt>
                <c:pt idx="2537">
                  <c:v>04-03-2010</c:v>
                </c:pt>
                <c:pt idx="2538">
                  <c:v>05-03-2010</c:v>
                </c:pt>
                <c:pt idx="2539">
                  <c:v>08-03-2010</c:v>
                </c:pt>
                <c:pt idx="2540">
                  <c:v>09-03-2010</c:v>
                </c:pt>
                <c:pt idx="2541">
                  <c:v>10-03-2010</c:v>
                </c:pt>
                <c:pt idx="2542">
                  <c:v>11-03-2010</c:v>
                </c:pt>
                <c:pt idx="2543">
                  <c:v>12-03-2010</c:v>
                </c:pt>
                <c:pt idx="2544">
                  <c:v>15-03-2010</c:v>
                </c:pt>
                <c:pt idx="2545">
                  <c:v>16-03-2010</c:v>
                </c:pt>
                <c:pt idx="2546">
                  <c:v>17-03-2010</c:v>
                </c:pt>
                <c:pt idx="2547">
                  <c:v>18-03-2010</c:v>
                </c:pt>
                <c:pt idx="2548">
                  <c:v>19-03-2010</c:v>
                </c:pt>
                <c:pt idx="2549">
                  <c:v>22-03-2010</c:v>
                </c:pt>
                <c:pt idx="2550">
                  <c:v>23-03-2010</c:v>
                </c:pt>
                <c:pt idx="2551">
                  <c:v>25-03-2010</c:v>
                </c:pt>
                <c:pt idx="2552">
                  <c:v>26-03-2010</c:v>
                </c:pt>
                <c:pt idx="2553">
                  <c:v>29-03-2010</c:v>
                </c:pt>
                <c:pt idx="2554">
                  <c:v>30-03-2010</c:v>
                </c:pt>
                <c:pt idx="2555">
                  <c:v>31-03-2010</c:v>
                </c:pt>
                <c:pt idx="2556">
                  <c:v>01-04-2010</c:v>
                </c:pt>
                <c:pt idx="2557">
                  <c:v>05-04-2010</c:v>
                </c:pt>
                <c:pt idx="2558">
                  <c:v>06-04-2010</c:v>
                </c:pt>
                <c:pt idx="2559">
                  <c:v>07-04-2010</c:v>
                </c:pt>
                <c:pt idx="2560">
                  <c:v>08-04-2010</c:v>
                </c:pt>
                <c:pt idx="2561">
                  <c:v>09-04-2010</c:v>
                </c:pt>
                <c:pt idx="2562">
                  <c:v>12-04-2010</c:v>
                </c:pt>
                <c:pt idx="2563">
                  <c:v>13-04-2010</c:v>
                </c:pt>
                <c:pt idx="2564">
                  <c:v>15-04-2010</c:v>
                </c:pt>
                <c:pt idx="2565">
                  <c:v>16-04-2010</c:v>
                </c:pt>
                <c:pt idx="2566">
                  <c:v>19-04-2010</c:v>
                </c:pt>
                <c:pt idx="2567">
                  <c:v>20-04-2010</c:v>
                </c:pt>
                <c:pt idx="2568">
                  <c:v>21-04-2010</c:v>
                </c:pt>
                <c:pt idx="2569">
                  <c:v>22-04-2010</c:v>
                </c:pt>
                <c:pt idx="2570">
                  <c:v>23-04-2010</c:v>
                </c:pt>
                <c:pt idx="2571">
                  <c:v>26-04-2010</c:v>
                </c:pt>
                <c:pt idx="2572">
                  <c:v>27-04-2010</c:v>
                </c:pt>
                <c:pt idx="2573">
                  <c:v>28-04-2010</c:v>
                </c:pt>
                <c:pt idx="2574">
                  <c:v>29-04-2010</c:v>
                </c:pt>
                <c:pt idx="2575">
                  <c:v>30-04-2010</c:v>
                </c:pt>
                <c:pt idx="2576">
                  <c:v>03-05-2010</c:v>
                </c:pt>
                <c:pt idx="2577">
                  <c:v>04-05-2010</c:v>
                </c:pt>
                <c:pt idx="2578">
                  <c:v>05-05-2010</c:v>
                </c:pt>
                <c:pt idx="2579">
                  <c:v>06-05-2010</c:v>
                </c:pt>
                <c:pt idx="2580">
                  <c:v>07-05-2010</c:v>
                </c:pt>
                <c:pt idx="2581">
                  <c:v>10-05-2010</c:v>
                </c:pt>
                <c:pt idx="2582">
                  <c:v>11-05-2010</c:v>
                </c:pt>
                <c:pt idx="2583">
                  <c:v>12-05-2010</c:v>
                </c:pt>
                <c:pt idx="2584">
                  <c:v>13-05-2010</c:v>
                </c:pt>
                <c:pt idx="2585">
                  <c:v>14-05-2010</c:v>
                </c:pt>
                <c:pt idx="2586">
                  <c:v>17-05-2010</c:v>
                </c:pt>
                <c:pt idx="2587">
                  <c:v>18-05-2010</c:v>
                </c:pt>
                <c:pt idx="2588">
                  <c:v>19-05-2010</c:v>
                </c:pt>
                <c:pt idx="2589">
                  <c:v>20-05-2010</c:v>
                </c:pt>
                <c:pt idx="2590">
                  <c:v>21-05-2010</c:v>
                </c:pt>
                <c:pt idx="2591">
                  <c:v>24-05-2010</c:v>
                </c:pt>
                <c:pt idx="2592">
                  <c:v>25-05-2010</c:v>
                </c:pt>
                <c:pt idx="2593">
                  <c:v>26-05-2010</c:v>
                </c:pt>
                <c:pt idx="2594">
                  <c:v>27-05-2010</c:v>
                </c:pt>
                <c:pt idx="2595">
                  <c:v>28-05-2010</c:v>
                </c:pt>
                <c:pt idx="2596">
                  <c:v>31-05-2010</c:v>
                </c:pt>
                <c:pt idx="2597">
                  <c:v>01-06-2010</c:v>
                </c:pt>
                <c:pt idx="2598">
                  <c:v>02-06-2010</c:v>
                </c:pt>
                <c:pt idx="2599">
                  <c:v>03-06-2010</c:v>
                </c:pt>
                <c:pt idx="2600">
                  <c:v>04-06-2010</c:v>
                </c:pt>
                <c:pt idx="2601">
                  <c:v>07-06-2010</c:v>
                </c:pt>
                <c:pt idx="2602">
                  <c:v>08-06-2010</c:v>
                </c:pt>
                <c:pt idx="2603">
                  <c:v>09-06-2010</c:v>
                </c:pt>
                <c:pt idx="2604">
                  <c:v>10-06-2010</c:v>
                </c:pt>
                <c:pt idx="2605">
                  <c:v>11-06-2010</c:v>
                </c:pt>
                <c:pt idx="2606">
                  <c:v>14-06-2010</c:v>
                </c:pt>
                <c:pt idx="2607">
                  <c:v>15-06-2010</c:v>
                </c:pt>
                <c:pt idx="2608">
                  <c:v>16-06-2010</c:v>
                </c:pt>
                <c:pt idx="2609">
                  <c:v>17-06-2010</c:v>
                </c:pt>
                <c:pt idx="2610">
                  <c:v>18-06-2010</c:v>
                </c:pt>
                <c:pt idx="2611">
                  <c:v>21-06-2010</c:v>
                </c:pt>
                <c:pt idx="2612">
                  <c:v>22-06-2010</c:v>
                </c:pt>
                <c:pt idx="2613">
                  <c:v>23-06-2010</c:v>
                </c:pt>
                <c:pt idx="2614">
                  <c:v>24-06-2010</c:v>
                </c:pt>
                <c:pt idx="2615">
                  <c:v>25-06-2010</c:v>
                </c:pt>
                <c:pt idx="2616">
                  <c:v>28-06-2010</c:v>
                </c:pt>
                <c:pt idx="2617">
                  <c:v>29-06-2010</c:v>
                </c:pt>
                <c:pt idx="2618">
                  <c:v>30-06-2010</c:v>
                </c:pt>
                <c:pt idx="2619">
                  <c:v>01-07-2010</c:v>
                </c:pt>
                <c:pt idx="2620">
                  <c:v>02-07-2010</c:v>
                </c:pt>
                <c:pt idx="2621">
                  <c:v>05-07-2010</c:v>
                </c:pt>
                <c:pt idx="2622">
                  <c:v>06-07-2010</c:v>
                </c:pt>
                <c:pt idx="2623">
                  <c:v>07-07-2010</c:v>
                </c:pt>
                <c:pt idx="2624">
                  <c:v>08-07-2010</c:v>
                </c:pt>
                <c:pt idx="2625">
                  <c:v>09-07-2010</c:v>
                </c:pt>
                <c:pt idx="2626">
                  <c:v>12-07-2010</c:v>
                </c:pt>
                <c:pt idx="2627">
                  <c:v>13-07-2010</c:v>
                </c:pt>
                <c:pt idx="2628">
                  <c:v>14-07-2010</c:v>
                </c:pt>
                <c:pt idx="2629">
                  <c:v>15-07-2010</c:v>
                </c:pt>
                <c:pt idx="2630">
                  <c:v>16-07-2010</c:v>
                </c:pt>
                <c:pt idx="2631">
                  <c:v>19-07-2010</c:v>
                </c:pt>
                <c:pt idx="2632">
                  <c:v>20-07-2010</c:v>
                </c:pt>
                <c:pt idx="2633">
                  <c:v>21-07-2010</c:v>
                </c:pt>
                <c:pt idx="2634">
                  <c:v>22-07-2010</c:v>
                </c:pt>
                <c:pt idx="2635">
                  <c:v>23-07-2010</c:v>
                </c:pt>
                <c:pt idx="2636">
                  <c:v>26-07-2010</c:v>
                </c:pt>
                <c:pt idx="2637">
                  <c:v>27-07-2010</c:v>
                </c:pt>
                <c:pt idx="2638">
                  <c:v>28-07-2010</c:v>
                </c:pt>
                <c:pt idx="2639">
                  <c:v>29-07-2010</c:v>
                </c:pt>
                <c:pt idx="2640">
                  <c:v>30-07-2010</c:v>
                </c:pt>
                <c:pt idx="2641">
                  <c:v>02-08-2010</c:v>
                </c:pt>
                <c:pt idx="2642">
                  <c:v>03-08-2010</c:v>
                </c:pt>
                <c:pt idx="2643">
                  <c:v>04-08-2010</c:v>
                </c:pt>
                <c:pt idx="2644">
                  <c:v>05-08-2010</c:v>
                </c:pt>
                <c:pt idx="2645">
                  <c:v>06-08-2010</c:v>
                </c:pt>
                <c:pt idx="2646">
                  <c:v>09-08-2010</c:v>
                </c:pt>
                <c:pt idx="2647">
                  <c:v>10-08-2010</c:v>
                </c:pt>
                <c:pt idx="2648">
                  <c:v>11-08-2010</c:v>
                </c:pt>
                <c:pt idx="2649">
                  <c:v>12-08-2010</c:v>
                </c:pt>
                <c:pt idx="2650">
                  <c:v>13-08-2010</c:v>
                </c:pt>
                <c:pt idx="2651">
                  <c:v>16-08-2010</c:v>
                </c:pt>
                <c:pt idx="2652">
                  <c:v>17-08-2010</c:v>
                </c:pt>
                <c:pt idx="2653">
                  <c:v>18-08-2010</c:v>
                </c:pt>
                <c:pt idx="2654">
                  <c:v>19-08-2010</c:v>
                </c:pt>
                <c:pt idx="2655">
                  <c:v>20-08-2010</c:v>
                </c:pt>
                <c:pt idx="2656">
                  <c:v>23-08-2010</c:v>
                </c:pt>
                <c:pt idx="2657">
                  <c:v>24-08-2010</c:v>
                </c:pt>
                <c:pt idx="2658">
                  <c:v>25-08-2010</c:v>
                </c:pt>
                <c:pt idx="2659">
                  <c:v>26-08-2010</c:v>
                </c:pt>
                <c:pt idx="2660">
                  <c:v>27-08-2010</c:v>
                </c:pt>
                <c:pt idx="2661">
                  <c:v>30-08-2010</c:v>
                </c:pt>
                <c:pt idx="2662">
                  <c:v>31-08-2010</c:v>
                </c:pt>
                <c:pt idx="2663">
                  <c:v>01-09-2010</c:v>
                </c:pt>
                <c:pt idx="2664">
                  <c:v>02-09-2010</c:v>
                </c:pt>
                <c:pt idx="2665">
                  <c:v>03-09-2010</c:v>
                </c:pt>
                <c:pt idx="2666">
                  <c:v>06-09-2010</c:v>
                </c:pt>
                <c:pt idx="2667">
                  <c:v>07-09-2010</c:v>
                </c:pt>
                <c:pt idx="2668">
                  <c:v>08-09-2010</c:v>
                </c:pt>
                <c:pt idx="2669">
                  <c:v>09-09-2010</c:v>
                </c:pt>
                <c:pt idx="2670">
                  <c:v>13-09-2010</c:v>
                </c:pt>
                <c:pt idx="2671">
                  <c:v>14-09-2010</c:v>
                </c:pt>
                <c:pt idx="2672">
                  <c:v>15-09-2010</c:v>
                </c:pt>
                <c:pt idx="2673">
                  <c:v>16-09-2010</c:v>
                </c:pt>
                <c:pt idx="2674">
                  <c:v>17-09-2010</c:v>
                </c:pt>
                <c:pt idx="2675">
                  <c:v>20-09-2010</c:v>
                </c:pt>
                <c:pt idx="2676">
                  <c:v>21-09-2010</c:v>
                </c:pt>
                <c:pt idx="2677">
                  <c:v>22-09-2010</c:v>
                </c:pt>
                <c:pt idx="2678">
                  <c:v>23-09-2010</c:v>
                </c:pt>
                <c:pt idx="2679">
                  <c:v>24-09-2010</c:v>
                </c:pt>
                <c:pt idx="2680">
                  <c:v>27-09-2010</c:v>
                </c:pt>
                <c:pt idx="2681">
                  <c:v>28-09-2010</c:v>
                </c:pt>
                <c:pt idx="2682">
                  <c:v>29-09-2010</c:v>
                </c:pt>
                <c:pt idx="2683">
                  <c:v>30-09-2010</c:v>
                </c:pt>
                <c:pt idx="2684">
                  <c:v>01-10-2010</c:v>
                </c:pt>
                <c:pt idx="2685">
                  <c:v>04-10-2010</c:v>
                </c:pt>
                <c:pt idx="2686">
                  <c:v>05-10-2010</c:v>
                </c:pt>
                <c:pt idx="2687">
                  <c:v>06-10-2010</c:v>
                </c:pt>
                <c:pt idx="2688">
                  <c:v>07-10-2010</c:v>
                </c:pt>
                <c:pt idx="2689">
                  <c:v>08-10-2010</c:v>
                </c:pt>
                <c:pt idx="2690">
                  <c:v>11-10-2010</c:v>
                </c:pt>
                <c:pt idx="2691">
                  <c:v>12-10-2010</c:v>
                </c:pt>
                <c:pt idx="2692">
                  <c:v>13-10-2010</c:v>
                </c:pt>
                <c:pt idx="2693">
                  <c:v>14-10-2010</c:v>
                </c:pt>
                <c:pt idx="2694">
                  <c:v>15-10-2010</c:v>
                </c:pt>
                <c:pt idx="2695">
                  <c:v>18-10-2010</c:v>
                </c:pt>
                <c:pt idx="2696">
                  <c:v>19-10-2010</c:v>
                </c:pt>
                <c:pt idx="2697">
                  <c:v>20-10-2010</c:v>
                </c:pt>
                <c:pt idx="2698">
                  <c:v>21-10-2010</c:v>
                </c:pt>
                <c:pt idx="2699">
                  <c:v>22-10-2010</c:v>
                </c:pt>
                <c:pt idx="2700">
                  <c:v>25-10-2010</c:v>
                </c:pt>
                <c:pt idx="2701">
                  <c:v>26-10-2010</c:v>
                </c:pt>
                <c:pt idx="2702">
                  <c:v>27-10-2010</c:v>
                </c:pt>
                <c:pt idx="2703">
                  <c:v>28-10-2010</c:v>
                </c:pt>
                <c:pt idx="2704">
                  <c:v>29-10-2010</c:v>
                </c:pt>
                <c:pt idx="2705">
                  <c:v>01-11-2010</c:v>
                </c:pt>
                <c:pt idx="2706">
                  <c:v>02-11-2010</c:v>
                </c:pt>
                <c:pt idx="2707">
                  <c:v>03-11-2010</c:v>
                </c:pt>
                <c:pt idx="2708">
                  <c:v>04-11-2010</c:v>
                </c:pt>
                <c:pt idx="2709">
                  <c:v>05-11-2010</c:v>
                </c:pt>
                <c:pt idx="2710">
                  <c:v>08-11-2010</c:v>
                </c:pt>
                <c:pt idx="2711">
                  <c:v>09-11-2010</c:v>
                </c:pt>
                <c:pt idx="2712">
                  <c:v>10-11-2010</c:v>
                </c:pt>
                <c:pt idx="2713">
                  <c:v>11-11-2010</c:v>
                </c:pt>
                <c:pt idx="2714">
                  <c:v>12-11-2010</c:v>
                </c:pt>
                <c:pt idx="2715">
                  <c:v>15-11-2010</c:v>
                </c:pt>
                <c:pt idx="2716">
                  <c:v>16-11-2010</c:v>
                </c:pt>
                <c:pt idx="2717">
                  <c:v>18-11-2010</c:v>
                </c:pt>
                <c:pt idx="2718">
                  <c:v>19-11-2010</c:v>
                </c:pt>
                <c:pt idx="2719">
                  <c:v>22-11-2010</c:v>
                </c:pt>
                <c:pt idx="2720">
                  <c:v>23-11-2010</c:v>
                </c:pt>
                <c:pt idx="2721">
                  <c:v>24-11-2010</c:v>
                </c:pt>
                <c:pt idx="2722">
                  <c:v>25-11-2010</c:v>
                </c:pt>
                <c:pt idx="2723">
                  <c:v>26-11-2010</c:v>
                </c:pt>
                <c:pt idx="2724">
                  <c:v>29-11-2010</c:v>
                </c:pt>
                <c:pt idx="2725">
                  <c:v>30-11-2010</c:v>
                </c:pt>
                <c:pt idx="2726">
                  <c:v>01-12-2010</c:v>
                </c:pt>
                <c:pt idx="2727">
                  <c:v>02-12-2010</c:v>
                </c:pt>
                <c:pt idx="2728">
                  <c:v>03-12-2010</c:v>
                </c:pt>
                <c:pt idx="2729">
                  <c:v>06-12-2010</c:v>
                </c:pt>
                <c:pt idx="2730">
                  <c:v>07-12-2010</c:v>
                </c:pt>
                <c:pt idx="2731">
                  <c:v>08-12-2010</c:v>
                </c:pt>
                <c:pt idx="2732">
                  <c:v>09-12-2010</c:v>
                </c:pt>
                <c:pt idx="2733">
                  <c:v>10-12-2010</c:v>
                </c:pt>
                <c:pt idx="2734">
                  <c:v>13-12-2010</c:v>
                </c:pt>
                <c:pt idx="2735">
                  <c:v>14-12-2010</c:v>
                </c:pt>
                <c:pt idx="2736">
                  <c:v>15-12-2010</c:v>
                </c:pt>
                <c:pt idx="2737">
                  <c:v>16-12-2010</c:v>
                </c:pt>
                <c:pt idx="2738">
                  <c:v>20-12-2010</c:v>
                </c:pt>
                <c:pt idx="2739">
                  <c:v>21-12-2010</c:v>
                </c:pt>
                <c:pt idx="2740">
                  <c:v>22-12-2010</c:v>
                </c:pt>
                <c:pt idx="2741">
                  <c:v>23-12-2010</c:v>
                </c:pt>
                <c:pt idx="2742">
                  <c:v>24-12-2010</c:v>
                </c:pt>
                <c:pt idx="2743">
                  <c:v>27-12-2010</c:v>
                </c:pt>
                <c:pt idx="2744">
                  <c:v>28-12-2010</c:v>
                </c:pt>
                <c:pt idx="2745">
                  <c:v>29-12-2010</c:v>
                </c:pt>
                <c:pt idx="2746">
                  <c:v>30-12-2010</c:v>
                </c:pt>
                <c:pt idx="2747">
                  <c:v>31-12-2010</c:v>
                </c:pt>
                <c:pt idx="2748">
                  <c:v>03-01-2011</c:v>
                </c:pt>
                <c:pt idx="2749">
                  <c:v>04-01-2011</c:v>
                </c:pt>
                <c:pt idx="2750">
                  <c:v>05-01-2011</c:v>
                </c:pt>
                <c:pt idx="2751">
                  <c:v>06-01-2011</c:v>
                </c:pt>
                <c:pt idx="2752">
                  <c:v>07-01-2011</c:v>
                </c:pt>
                <c:pt idx="2753">
                  <c:v>10-01-2011</c:v>
                </c:pt>
                <c:pt idx="2754">
                  <c:v>11-01-2011</c:v>
                </c:pt>
                <c:pt idx="2755">
                  <c:v>12-01-2011</c:v>
                </c:pt>
                <c:pt idx="2756">
                  <c:v>13-01-2011</c:v>
                </c:pt>
                <c:pt idx="2757">
                  <c:v>14-01-2011</c:v>
                </c:pt>
                <c:pt idx="2758">
                  <c:v>17-01-2011</c:v>
                </c:pt>
                <c:pt idx="2759">
                  <c:v>18-01-2011</c:v>
                </c:pt>
                <c:pt idx="2760">
                  <c:v>19-01-2011</c:v>
                </c:pt>
                <c:pt idx="2761">
                  <c:v>20-01-2011</c:v>
                </c:pt>
                <c:pt idx="2762">
                  <c:v>21-01-2011</c:v>
                </c:pt>
                <c:pt idx="2763">
                  <c:v>24-01-2011</c:v>
                </c:pt>
                <c:pt idx="2764">
                  <c:v>25-01-2011</c:v>
                </c:pt>
                <c:pt idx="2765">
                  <c:v>27-01-2011</c:v>
                </c:pt>
                <c:pt idx="2766">
                  <c:v>28-01-2011</c:v>
                </c:pt>
                <c:pt idx="2767">
                  <c:v>31-01-2011</c:v>
                </c:pt>
                <c:pt idx="2768">
                  <c:v>01-02-2011</c:v>
                </c:pt>
                <c:pt idx="2769">
                  <c:v>02-02-2011</c:v>
                </c:pt>
                <c:pt idx="2770">
                  <c:v>03-02-2011</c:v>
                </c:pt>
                <c:pt idx="2771">
                  <c:v>04-02-2011</c:v>
                </c:pt>
                <c:pt idx="2772">
                  <c:v>07-02-2011</c:v>
                </c:pt>
                <c:pt idx="2773">
                  <c:v>08-02-2011</c:v>
                </c:pt>
                <c:pt idx="2774">
                  <c:v>09-02-2011</c:v>
                </c:pt>
                <c:pt idx="2775">
                  <c:v>10-02-2011</c:v>
                </c:pt>
                <c:pt idx="2776">
                  <c:v>11-02-2011</c:v>
                </c:pt>
                <c:pt idx="2777">
                  <c:v>14-02-2011</c:v>
                </c:pt>
                <c:pt idx="2778">
                  <c:v>15-02-2011</c:v>
                </c:pt>
                <c:pt idx="2779">
                  <c:v>16-02-2011</c:v>
                </c:pt>
                <c:pt idx="2780">
                  <c:v>17-02-2011</c:v>
                </c:pt>
                <c:pt idx="2781">
                  <c:v>18-02-2011</c:v>
                </c:pt>
                <c:pt idx="2782">
                  <c:v>21-02-2011</c:v>
                </c:pt>
                <c:pt idx="2783">
                  <c:v>22-02-2011</c:v>
                </c:pt>
                <c:pt idx="2784">
                  <c:v>23-02-2011</c:v>
                </c:pt>
                <c:pt idx="2785">
                  <c:v>24-02-2011</c:v>
                </c:pt>
                <c:pt idx="2786">
                  <c:v>25-02-2011</c:v>
                </c:pt>
                <c:pt idx="2787">
                  <c:v>28-02-2011</c:v>
                </c:pt>
                <c:pt idx="2788">
                  <c:v>01-03-2011</c:v>
                </c:pt>
                <c:pt idx="2789">
                  <c:v>03-03-2011</c:v>
                </c:pt>
                <c:pt idx="2790">
                  <c:v>04-03-2011</c:v>
                </c:pt>
                <c:pt idx="2791">
                  <c:v>07-03-2011</c:v>
                </c:pt>
                <c:pt idx="2792">
                  <c:v>08-03-2011</c:v>
                </c:pt>
                <c:pt idx="2793">
                  <c:v>09-03-2011</c:v>
                </c:pt>
                <c:pt idx="2794">
                  <c:v>10-03-2011</c:v>
                </c:pt>
                <c:pt idx="2795">
                  <c:v>11-03-2011</c:v>
                </c:pt>
                <c:pt idx="2796">
                  <c:v>14-03-2011</c:v>
                </c:pt>
                <c:pt idx="2797">
                  <c:v>15-03-2011</c:v>
                </c:pt>
                <c:pt idx="2798">
                  <c:v>16-03-2011</c:v>
                </c:pt>
                <c:pt idx="2799">
                  <c:v>17-03-2011</c:v>
                </c:pt>
                <c:pt idx="2800">
                  <c:v>18-03-2011</c:v>
                </c:pt>
                <c:pt idx="2801">
                  <c:v>21-03-2011</c:v>
                </c:pt>
                <c:pt idx="2802">
                  <c:v>22-03-2011</c:v>
                </c:pt>
                <c:pt idx="2803">
                  <c:v>23-03-2011</c:v>
                </c:pt>
                <c:pt idx="2804">
                  <c:v>24-03-2011</c:v>
                </c:pt>
                <c:pt idx="2805">
                  <c:v>25-03-2011</c:v>
                </c:pt>
                <c:pt idx="2806">
                  <c:v>28-03-2011</c:v>
                </c:pt>
                <c:pt idx="2807">
                  <c:v>29-03-2011</c:v>
                </c:pt>
                <c:pt idx="2808">
                  <c:v>30-03-2011</c:v>
                </c:pt>
                <c:pt idx="2809">
                  <c:v>31-03-2011</c:v>
                </c:pt>
                <c:pt idx="2810">
                  <c:v>01-04-2011</c:v>
                </c:pt>
                <c:pt idx="2811">
                  <c:v>04-04-2011</c:v>
                </c:pt>
                <c:pt idx="2812">
                  <c:v>05-04-2011</c:v>
                </c:pt>
                <c:pt idx="2813">
                  <c:v>06-04-2011</c:v>
                </c:pt>
                <c:pt idx="2814">
                  <c:v>07-04-2011</c:v>
                </c:pt>
                <c:pt idx="2815">
                  <c:v>08-04-2011</c:v>
                </c:pt>
                <c:pt idx="2816">
                  <c:v>11-04-2011</c:v>
                </c:pt>
                <c:pt idx="2817">
                  <c:v>13-04-2011</c:v>
                </c:pt>
                <c:pt idx="2818">
                  <c:v>15-04-2011</c:v>
                </c:pt>
                <c:pt idx="2819">
                  <c:v>18-04-2011</c:v>
                </c:pt>
                <c:pt idx="2820">
                  <c:v>19-04-2011</c:v>
                </c:pt>
                <c:pt idx="2821">
                  <c:v>20-04-2011</c:v>
                </c:pt>
                <c:pt idx="2822">
                  <c:v>21-04-2011</c:v>
                </c:pt>
                <c:pt idx="2823">
                  <c:v>25-04-2011</c:v>
                </c:pt>
                <c:pt idx="2824">
                  <c:v>26-04-2011</c:v>
                </c:pt>
                <c:pt idx="2825">
                  <c:v>27-04-2011</c:v>
                </c:pt>
                <c:pt idx="2826">
                  <c:v>28-04-2011</c:v>
                </c:pt>
                <c:pt idx="2827">
                  <c:v>29-04-2011</c:v>
                </c:pt>
                <c:pt idx="2828">
                  <c:v>02-05-2011</c:v>
                </c:pt>
                <c:pt idx="2829">
                  <c:v>03-05-2011</c:v>
                </c:pt>
                <c:pt idx="2830">
                  <c:v>04-05-2011</c:v>
                </c:pt>
                <c:pt idx="2831">
                  <c:v>05-05-2011</c:v>
                </c:pt>
                <c:pt idx="2832">
                  <c:v>06-05-2011</c:v>
                </c:pt>
                <c:pt idx="2833">
                  <c:v>09-05-2011</c:v>
                </c:pt>
                <c:pt idx="2834">
                  <c:v>10-05-2011</c:v>
                </c:pt>
                <c:pt idx="2835">
                  <c:v>11-05-2011</c:v>
                </c:pt>
                <c:pt idx="2836">
                  <c:v>12-05-2011</c:v>
                </c:pt>
                <c:pt idx="2837">
                  <c:v>13-05-2011</c:v>
                </c:pt>
                <c:pt idx="2838">
                  <c:v>16-05-2011</c:v>
                </c:pt>
                <c:pt idx="2839">
                  <c:v>17-05-2011</c:v>
                </c:pt>
                <c:pt idx="2840">
                  <c:v>18-05-2011</c:v>
                </c:pt>
                <c:pt idx="2841">
                  <c:v>19-05-2011</c:v>
                </c:pt>
                <c:pt idx="2842">
                  <c:v>20-05-2011</c:v>
                </c:pt>
                <c:pt idx="2843">
                  <c:v>23-05-2011</c:v>
                </c:pt>
                <c:pt idx="2844">
                  <c:v>24-05-2011</c:v>
                </c:pt>
                <c:pt idx="2845">
                  <c:v>25-05-2011</c:v>
                </c:pt>
                <c:pt idx="2846">
                  <c:v>26-05-2011</c:v>
                </c:pt>
                <c:pt idx="2847">
                  <c:v>27-05-2011</c:v>
                </c:pt>
                <c:pt idx="2848">
                  <c:v>30-05-2011</c:v>
                </c:pt>
                <c:pt idx="2849">
                  <c:v>31-05-2011</c:v>
                </c:pt>
                <c:pt idx="2850">
                  <c:v>01-06-2011</c:v>
                </c:pt>
                <c:pt idx="2851">
                  <c:v>02-06-2011</c:v>
                </c:pt>
                <c:pt idx="2852">
                  <c:v>03-06-2011</c:v>
                </c:pt>
                <c:pt idx="2853">
                  <c:v>06-06-2011</c:v>
                </c:pt>
                <c:pt idx="2854">
                  <c:v>07-06-2011</c:v>
                </c:pt>
                <c:pt idx="2855">
                  <c:v>08-06-2011</c:v>
                </c:pt>
                <c:pt idx="2856">
                  <c:v>09-06-2011</c:v>
                </c:pt>
                <c:pt idx="2857">
                  <c:v>10-06-2011</c:v>
                </c:pt>
                <c:pt idx="2858">
                  <c:v>13-06-2011</c:v>
                </c:pt>
                <c:pt idx="2859">
                  <c:v>14-06-2011</c:v>
                </c:pt>
                <c:pt idx="2860">
                  <c:v>15-06-2011</c:v>
                </c:pt>
                <c:pt idx="2861">
                  <c:v>16-06-2011</c:v>
                </c:pt>
                <c:pt idx="2862">
                  <c:v>17-06-2011</c:v>
                </c:pt>
                <c:pt idx="2863">
                  <c:v>20-06-2011</c:v>
                </c:pt>
                <c:pt idx="2864">
                  <c:v>21-06-2011</c:v>
                </c:pt>
                <c:pt idx="2865">
                  <c:v>22-06-2011</c:v>
                </c:pt>
                <c:pt idx="2866">
                  <c:v>23-06-2011</c:v>
                </c:pt>
                <c:pt idx="2867">
                  <c:v>24-06-2011</c:v>
                </c:pt>
                <c:pt idx="2868">
                  <c:v>27-06-2011</c:v>
                </c:pt>
                <c:pt idx="2869">
                  <c:v>28-06-2011</c:v>
                </c:pt>
                <c:pt idx="2870">
                  <c:v>29-06-2011</c:v>
                </c:pt>
                <c:pt idx="2871">
                  <c:v>30-06-2011</c:v>
                </c:pt>
                <c:pt idx="2872">
                  <c:v>01-07-2011</c:v>
                </c:pt>
                <c:pt idx="2873">
                  <c:v>04-07-2011</c:v>
                </c:pt>
                <c:pt idx="2874">
                  <c:v>05-07-2011</c:v>
                </c:pt>
                <c:pt idx="2875">
                  <c:v>06-07-2011</c:v>
                </c:pt>
                <c:pt idx="2876">
                  <c:v>07-07-2011</c:v>
                </c:pt>
                <c:pt idx="2877">
                  <c:v>08-07-2011</c:v>
                </c:pt>
                <c:pt idx="2878">
                  <c:v>11-07-2011</c:v>
                </c:pt>
                <c:pt idx="2879">
                  <c:v>12-07-2011</c:v>
                </c:pt>
                <c:pt idx="2880">
                  <c:v>13-07-2011</c:v>
                </c:pt>
                <c:pt idx="2881">
                  <c:v>14-07-2011</c:v>
                </c:pt>
                <c:pt idx="2882">
                  <c:v>15-07-2011</c:v>
                </c:pt>
                <c:pt idx="2883">
                  <c:v>18-07-2011</c:v>
                </c:pt>
                <c:pt idx="2884">
                  <c:v>19-07-2011</c:v>
                </c:pt>
                <c:pt idx="2885">
                  <c:v>20-07-2011</c:v>
                </c:pt>
                <c:pt idx="2886">
                  <c:v>21-07-2011</c:v>
                </c:pt>
                <c:pt idx="2887">
                  <c:v>22-07-2011</c:v>
                </c:pt>
                <c:pt idx="2888">
                  <c:v>25-07-2011</c:v>
                </c:pt>
                <c:pt idx="2889">
                  <c:v>26-07-2011</c:v>
                </c:pt>
                <c:pt idx="2890">
                  <c:v>27-07-2011</c:v>
                </c:pt>
                <c:pt idx="2891">
                  <c:v>28-07-2011</c:v>
                </c:pt>
                <c:pt idx="2892">
                  <c:v>29-07-2011</c:v>
                </c:pt>
                <c:pt idx="2893">
                  <c:v>01-08-2011</c:v>
                </c:pt>
                <c:pt idx="2894">
                  <c:v>02-08-2011</c:v>
                </c:pt>
                <c:pt idx="2895">
                  <c:v>03-08-2011</c:v>
                </c:pt>
                <c:pt idx="2896">
                  <c:v>04-08-2011</c:v>
                </c:pt>
                <c:pt idx="2897">
                  <c:v>05-08-2011</c:v>
                </c:pt>
                <c:pt idx="2898">
                  <c:v>08-08-2011</c:v>
                </c:pt>
                <c:pt idx="2899">
                  <c:v>09-08-2011</c:v>
                </c:pt>
                <c:pt idx="2900">
                  <c:v>10-08-2011</c:v>
                </c:pt>
                <c:pt idx="2901">
                  <c:v>11-08-2011</c:v>
                </c:pt>
                <c:pt idx="2902">
                  <c:v>12-08-2011</c:v>
                </c:pt>
                <c:pt idx="2903">
                  <c:v>16-08-2011</c:v>
                </c:pt>
                <c:pt idx="2904">
                  <c:v>17-08-2011</c:v>
                </c:pt>
                <c:pt idx="2905">
                  <c:v>18-08-2011</c:v>
                </c:pt>
                <c:pt idx="2906">
                  <c:v>19-08-2011</c:v>
                </c:pt>
                <c:pt idx="2907">
                  <c:v>22-08-2011</c:v>
                </c:pt>
                <c:pt idx="2908">
                  <c:v>23-08-2011</c:v>
                </c:pt>
                <c:pt idx="2909">
                  <c:v>24-08-2011</c:v>
                </c:pt>
                <c:pt idx="2910">
                  <c:v>25-08-2011</c:v>
                </c:pt>
                <c:pt idx="2911">
                  <c:v>26-08-2011</c:v>
                </c:pt>
                <c:pt idx="2912">
                  <c:v>29-08-2011</c:v>
                </c:pt>
                <c:pt idx="2913">
                  <c:v>30-08-2011</c:v>
                </c:pt>
                <c:pt idx="2914">
                  <c:v>02-09-2011</c:v>
                </c:pt>
                <c:pt idx="2915">
                  <c:v>05-09-2011</c:v>
                </c:pt>
                <c:pt idx="2916">
                  <c:v>06-09-2011</c:v>
                </c:pt>
                <c:pt idx="2917">
                  <c:v>07-09-2011</c:v>
                </c:pt>
                <c:pt idx="2918">
                  <c:v>08-09-2011</c:v>
                </c:pt>
                <c:pt idx="2919">
                  <c:v>09-09-2011</c:v>
                </c:pt>
                <c:pt idx="2920">
                  <c:v>12-09-2011</c:v>
                </c:pt>
                <c:pt idx="2921">
                  <c:v>13-09-2011</c:v>
                </c:pt>
                <c:pt idx="2922">
                  <c:v>14-09-2011</c:v>
                </c:pt>
                <c:pt idx="2923">
                  <c:v>15-09-2011</c:v>
                </c:pt>
                <c:pt idx="2924">
                  <c:v>16-09-2011</c:v>
                </c:pt>
                <c:pt idx="2925">
                  <c:v>19-09-2011</c:v>
                </c:pt>
                <c:pt idx="2926">
                  <c:v>20-09-2011</c:v>
                </c:pt>
                <c:pt idx="2927">
                  <c:v>21-09-2011</c:v>
                </c:pt>
                <c:pt idx="2928">
                  <c:v>22-09-2011</c:v>
                </c:pt>
                <c:pt idx="2929">
                  <c:v>23-09-2011</c:v>
                </c:pt>
                <c:pt idx="2930">
                  <c:v>26-09-2011</c:v>
                </c:pt>
                <c:pt idx="2931">
                  <c:v>27-09-2011</c:v>
                </c:pt>
                <c:pt idx="2932">
                  <c:v>28-09-2011</c:v>
                </c:pt>
                <c:pt idx="2933">
                  <c:v>29-09-2011</c:v>
                </c:pt>
                <c:pt idx="2934">
                  <c:v>30-09-2011</c:v>
                </c:pt>
                <c:pt idx="2935">
                  <c:v>03-10-2011</c:v>
                </c:pt>
                <c:pt idx="2936">
                  <c:v>04-10-2011</c:v>
                </c:pt>
                <c:pt idx="2937">
                  <c:v>05-10-2011</c:v>
                </c:pt>
                <c:pt idx="2938">
                  <c:v>07-10-2011</c:v>
                </c:pt>
                <c:pt idx="2939">
                  <c:v>10-10-2011</c:v>
                </c:pt>
                <c:pt idx="2940">
                  <c:v>11-10-2011</c:v>
                </c:pt>
                <c:pt idx="2941">
                  <c:v>12-10-2011</c:v>
                </c:pt>
                <c:pt idx="2942">
                  <c:v>13-10-2011</c:v>
                </c:pt>
                <c:pt idx="2943">
                  <c:v>14-10-2011</c:v>
                </c:pt>
                <c:pt idx="2944">
                  <c:v>17-10-2011</c:v>
                </c:pt>
                <c:pt idx="2945">
                  <c:v>18-10-2011</c:v>
                </c:pt>
                <c:pt idx="2946">
                  <c:v>19-10-2011</c:v>
                </c:pt>
                <c:pt idx="2947">
                  <c:v>20-10-2011</c:v>
                </c:pt>
                <c:pt idx="2948">
                  <c:v>21-10-2011</c:v>
                </c:pt>
                <c:pt idx="2949">
                  <c:v>24-10-2011</c:v>
                </c:pt>
                <c:pt idx="2950">
                  <c:v>25-10-2011</c:v>
                </c:pt>
                <c:pt idx="2951">
                  <c:v>26-10-2011</c:v>
                </c:pt>
                <c:pt idx="2952">
                  <c:v>28-10-2011</c:v>
                </c:pt>
                <c:pt idx="2953">
                  <c:v>31-10-2011</c:v>
                </c:pt>
                <c:pt idx="2954">
                  <c:v>01-11-2011</c:v>
                </c:pt>
                <c:pt idx="2955">
                  <c:v>02-11-2011</c:v>
                </c:pt>
                <c:pt idx="2956">
                  <c:v>03-11-2011</c:v>
                </c:pt>
                <c:pt idx="2957">
                  <c:v>04-11-2011</c:v>
                </c:pt>
                <c:pt idx="2958">
                  <c:v>08-11-2011</c:v>
                </c:pt>
                <c:pt idx="2959">
                  <c:v>09-11-2011</c:v>
                </c:pt>
                <c:pt idx="2960">
                  <c:v>11-11-2011</c:v>
                </c:pt>
                <c:pt idx="2961">
                  <c:v>14-11-2011</c:v>
                </c:pt>
                <c:pt idx="2962">
                  <c:v>15-11-2011</c:v>
                </c:pt>
                <c:pt idx="2963">
                  <c:v>16-11-2011</c:v>
                </c:pt>
                <c:pt idx="2964">
                  <c:v>17-11-2011</c:v>
                </c:pt>
                <c:pt idx="2965">
                  <c:v>18-11-2011</c:v>
                </c:pt>
                <c:pt idx="2966">
                  <c:v>21-11-2011</c:v>
                </c:pt>
                <c:pt idx="2967">
                  <c:v>22-11-2011</c:v>
                </c:pt>
                <c:pt idx="2968">
                  <c:v>23-11-2011</c:v>
                </c:pt>
                <c:pt idx="2969">
                  <c:v>24-11-2011</c:v>
                </c:pt>
                <c:pt idx="2970">
                  <c:v>25-11-2011</c:v>
                </c:pt>
                <c:pt idx="2971">
                  <c:v>28-11-2011</c:v>
                </c:pt>
                <c:pt idx="2972">
                  <c:v>29-11-2011</c:v>
                </c:pt>
                <c:pt idx="2973">
                  <c:v>30-11-2011</c:v>
                </c:pt>
                <c:pt idx="2974">
                  <c:v>01-12-2011</c:v>
                </c:pt>
                <c:pt idx="2975">
                  <c:v>02-12-2011</c:v>
                </c:pt>
                <c:pt idx="2976">
                  <c:v>05-12-2011</c:v>
                </c:pt>
                <c:pt idx="2977">
                  <c:v>07-12-2011</c:v>
                </c:pt>
                <c:pt idx="2978">
                  <c:v>08-12-2011</c:v>
                </c:pt>
                <c:pt idx="2979">
                  <c:v>09-12-2011</c:v>
                </c:pt>
                <c:pt idx="2980">
                  <c:v>12-12-2011</c:v>
                </c:pt>
                <c:pt idx="2981">
                  <c:v>13-12-2011</c:v>
                </c:pt>
                <c:pt idx="2982">
                  <c:v>14-12-2011</c:v>
                </c:pt>
                <c:pt idx="2983">
                  <c:v>15-12-2011</c:v>
                </c:pt>
                <c:pt idx="2984">
                  <c:v>16-12-2011</c:v>
                </c:pt>
                <c:pt idx="2985">
                  <c:v>19-12-2011</c:v>
                </c:pt>
                <c:pt idx="2986">
                  <c:v>20-12-2011</c:v>
                </c:pt>
                <c:pt idx="2987">
                  <c:v>21-12-2011</c:v>
                </c:pt>
                <c:pt idx="2988">
                  <c:v>22-12-2011</c:v>
                </c:pt>
                <c:pt idx="2989">
                  <c:v>23-12-2011</c:v>
                </c:pt>
                <c:pt idx="2990">
                  <c:v>26-12-2011</c:v>
                </c:pt>
                <c:pt idx="2991">
                  <c:v>27-12-2011</c:v>
                </c:pt>
                <c:pt idx="2992">
                  <c:v>28-12-2011</c:v>
                </c:pt>
                <c:pt idx="2993">
                  <c:v>29-12-2011</c:v>
                </c:pt>
                <c:pt idx="2994">
                  <c:v>30-12-2011</c:v>
                </c:pt>
                <c:pt idx="2995">
                  <c:v>02-01-2012</c:v>
                </c:pt>
                <c:pt idx="2996">
                  <c:v>03-01-2012</c:v>
                </c:pt>
                <c:pt idx="2997">
                  <c:v>04-01-2012</c:v>
                </c:pt>
                <c:pt idx="2998">
                  <c:v>05-01-2012</c:v>
                </c:pt>
                <c:pt idx="2999">
                  <c:v>06-01-2012</c:v>
                </c:pt>
                <c:pt idx="3000">
                  <c:v>07-01-2012</c:v>
                </c:pt>
                <c:pt idx="3001">
                  <c:v>09-01-2012</c:v>
                </c:pt>
                <c:pt idx="3002">
                  <c:v>10-01-2012</c:v>
                </c:pt>
                <c:pt idx="3003">
                  <c:v>11-01-2012</c:v>
                </c:pt>
                <c:pt idx="3004">
                  <c:v>12-01-2012</c:v>
                </c:pt>
                <c:pt idx="3005">
                  <c:v>13-01-2012</c:v>
                </c:pt>
                <c:pt idx="3006">
                  <c:v>16-01-2012</c:v>
                </c:pt>
                <c:pt idx="3007">
                  <c:v>17-01-2012</c:v>
                </c:pt>
                <c:pt idx="3008">
                  <c:v>18-01-2012</c:v>
                </c:pt>
                <c:pt idx="3009">
                  <c:v>19-01-2012</c:v>
                </c:pt>
                <c:pt idx="3010">
                  <c:v>20-01-2012</c:v>
                </c:pt>
                <c:pt idx="3011">
                  <c:v>23-01-2012</c:v>
                </c:pt>
                <c:pt idx="3012">
                  <c:v>24-01-2012</c:v>
                </c:pt>
                <c:pt idx="3013">
                  <c:v>25-01-2012</c:v>
                </c:pt>
                <c:pt idx="3014">
                  <c:v>27-01-2012</c:v>
                </c:pt>
                <c:pt idx="3015">
                  <c:v>30-01-2012</c:v>
                </c:pt>
                <c:pt idx="3016">
                  <c:v>31-01-2012</c:v>
                </c:pt>
                <c:pt idx="3017">
                  <c:v>01-02-2012</c:v>
                </c:pt>
                <c:pt idx="3018">
                  <c:v>02-02-2012</c:v>
                </c:pt>
                <c:pt idx="3019">
                  <c:v>03-02-2012</c:v>
                </c:pt>
                <c:pt idx="3020">
                  <c:v>06-02-2012</c:v>
                </c:pt>
                <c:pt idx="3021">
                  <c:v>07-02-2012</c:v>
                </c:pt>
                <c:pt idx="3022">
                  <c:v>08-02-2012</c:v>
                </c:pt>
                <c:pt idx="3023">
                  <c:v>09-02-2012</c:v>
                </c:pt>
                <c:pt idx="3024">
                  <c:v>10-02-2012</c:v>
                </c:pt>
                <c:pt idx="3025">
                  <c:v>13-02-2012</c:v>
                </c:pt>
                <c:pt idx="3026">
                  <c:v>14-02-2012</c:v>
                </c:pt>
                <c:pt idx="3027">
                  <c:v>15-02-2012</c:v>
                </c:pt>
                <c:pt idx="3028">
                  <c:v>16-02-2012</c:v>
                </c:pt>
                <c:pt idx="3029">
                  <c:v>17-02-2012</c:v>
                </c:pt>
                <c:pt idx="3030">
                  <c:v>21-02-2012</c:v>
                </c:pt>
                <c:pt idx="3031">
                  <c:v>22-02-2012</c:v>
                </c:pt>
                <c:pt idx="3032">
                  <c:v>23-02-2012</c:v>
                </c:pt>
                <c:pt idx="3033">
                  <c:v>24-02-2012</c:v>
                </c:pt>
                <c:pt idx="3034">
                  <c:v>27-02-2012</c:v>
                </c:pt>
                <c:pt idx="3035">
                  <c:v>28-02-2012</c:v>
                </c:pt>
                <c:pt idx="3036">
                  <c:v>29-02-2012</c:v>
                </c:pt>
                <c:pt idx="3037">
                  <c:v>01-03-2012</c:v>
                </c:pt>
                <c:pt idx="3038">
                  <c:v>02-03-2012</c:v>
                </c:pt>
                <c:pt idx="3039">
                  <c:v>03-03-2012</c:v>
                </c:pt>
                <c:pt idx="3040">
                  <c:v>05-03-2012</c:v>
                </c:pt>
                <c:pt idx="3041">
                  <c:v>06-03-2012</c:v>
                </c:pt>
                <c:pt idx="3042">
                  <c:v>07-03-2012</c:v>
                </c:pt>
                <c:pt idx="3043">
                  <c:v>09-03-2012</c:v>
                </c:pt>
                <c:pt idx="3044">
                  <c:v>12-03-2012</c:v>
                </c:pt>
                <c:pt idx="3045">
                  <c:v>13-03-2012</c:v>
                </c:pt>
                <c:pt idx="3046">
                  <c:v>14-03-2012</c:v>
                </c:pt>
                <c:pt idx="3047">
                  <c:v>15-03-2012</c:v>
                </c:pt>
                <c:pt idx="3048">
                  <c:v>16-03-2012</c:v>
                </c:pt>
                <c:pt idx="3049">
                  <c:v>19-03-2012</c:v>
                </c:pt>
                <c:pt idx="3050">
                  <c:v>20-03-2012</c:v>
                </c:pt>
                <c:pt idx="3051">
                  <c:v>21-03-2012</c:v>
                </c:pt>
                <c:pt idx="3052">
                  <c:v>22-03-2012</c:v>
                </c:pt>
                <c:pt idx="3053">
                  <c:v>23-03-2012</c:v>
                </c:pt>
                <c:pt idx="3054">
                  <c:v>26-03-2012</c:v>
                </c:pt>
                <c:pt idx="3055">
                  <c:v>27-03-2012</c:v>
                </c:pt>
                <c:pt idx="3056">
                  <c:v>28-03-2012</c:v>
                </c:pt>
                <c:pt idx="3057">
                  <c:v>29-03-2012</c:v>
                </c:pt>
                <c:pt idx="3058">
                  <c:v>30-03-2012</c:v>
                </c:pt>
                <c:pt idx="3059">
                  <c:v>02-04-2012</c:v>
                </c:pt>
                <c:pt idx="3060">
                  <c:v>03-04-2012</c:v>
                </c:pt>
                <c:pt idx="3061">
                  <c:v>04-04-2012</c:v>
                </c:pt>
                <c:pt idx="3062">
                  <c:v>09-04-2012</c:v>
                </c:pt>
                <c:pt idx="3063">
                  <c:v>10-04-2012</c:v>
                </c:pt>
                <c:pt idx="3064">
                  <c:v>11-04-2012</c:v>
                </c:pt>
                <c:pt idx="3065">
                  <c:v>12-04-2012</c:v>
                </c:pt>
                <c:pt idx="3066">
                  <c:v>13-04-2012</c:v>
                </c:pt>
                <c:pt idx="3067">
                  <c:v>16-04-2012</c:v>
                </c:pt>
                <c:pt idx="3068">
                  <c:v>17-04-2012</c:v>
                </c:pt>
                <c:pt idx="3069">
                  <c:v>18-04-2012</c:v>
                </c:pt>
                <c:pt idx="3070">
                  <c:v>19-04-2012</c:v>
                </c:pt>
                <c:pt idx="3071">
                  <c:v>20-04-2012</c:v>
                </c:pt>
                <c:pt idx="3072">
                  <c:v>23-04-2012</c:v>
                </c:pt>
                <c:pt idx="3073">
                  <c:v>24-04-2012</c:v>
                </c:pt>
                <c:pt idx="3074">
                  <c:v>25-04-2012</c:v>
                </c:pt>
                <c:pt idx="3075">
                  <c:v>26-04-2012</c:v>
                </c:pt>
                <c:pt idx="3076">
                  <c:v>27-04-2012</c:v>
                </c:pt>
                <c:pt idx="3077">
                  <c:v>28-04-2012</c:v>
                </c:pt>
                <c:pt idx="3078">
                  <c:v>30-04-2012</c:v>
                </c:pt>
                <c:pt idx="3079">
                  <c:v>02-05-2012</c:v>
                </c:pt>
                <c:pt idx="3080">
                  <c:v>03-05-2012</c:v>
                </c:pt>
                <c:pt idx="3081">
                  <c:v>04-05-2012</c:v>
                </c:pt>
                <c:pt idx="3082">
                  <c:v>07-05-2012</c:v>
                </c:pt>
                <c:pt idx="3083">
                  <c:v>08-05-2012</c:v>
                </c:pt>
                <c:pt idx="3084">
                  <c:v>09-05-2012</c:v>
                </c:pt>
                <c:pt idx="3085">
                  <c:v>10-05-2012</c:v>
                </c:pt>
                <c:pt idx="3086">
                  <c:v>11-05-2012</c:v>
                </c:pt>
                <c:pt idx="3087">
                  <c:v>14-05-2012</c:v>
                </c:pt>
                <c:pt idx="3088">
                  <c:v>15-05-2012</c:v>
                </c:pt>
                <c:pt idx="3089">
                  <c:v>16-05-2012</c:v>
                </c:pt>
                <c:pt idx="3090">
                  <c:v>17-05-2012</c:v>
                </c:pt>
                <c:pt idx="3091">
                  <c:v>18-05-2012</c:v>
                </c:pt>
                <c:pt idx="3092">
                  <c:v>21-05-2012</c:v>
                </c:pt>
                <c:pt idx="3093">
                  <c:v>22-05-2012</c:v>
                </c:pt>
                <c:pt idx="3094">
                  <c:v>23-05-2012</c:v>
                </c:pt>
                <c:pt idx="3095">
                  <c:v>24-05-2012</c:v>
                </c:pt>
                <c:pt idx="3096">
                  <c:v>25-05-2012</c:v>
                </c:pt>
                <c:pt idx="3097">
                  <c:v>28-05-2012</c:v>
                </c:pt>
                <c:pt idx="3098">
                  <c:v>29-05-2012</c:v>
                </c:pt>
                <c:pt idx="3099">
                  <c:v>30-05-2012</c:v>
                </c:pt>
                <c:pt idx="3100">
                  <c:v>31-05-2012</c:v>
                </c:pt>
                <c:pt idx="3101">
                  <c:v>01-06-2012</c:v>
                </c:pt>
                <c:pt idx="3102">
                  <c:v>04-06-2012</c:v>
                </c:pt>
                <c:pt idx="3103">
                  <c:v>05-06-2012</c:v>
                </c:pt>
                <c:pt idx="3104">
                  <c:v>06-06-2012</c:v>
                </c:pt>
                <c:pt idx="3105">
                  <c:v>07-06-2012</c:v>
                </c:pt>
                <c:pt idx="3106">
                  <c:v>08-06-2012</c:v>
                </c:pt>
                <c:pt idx="3107">
                  <c:v>11-06-2012</c:v>
                </c:pt>
                <c:pt idx="3108">
                  <c:v>12-06-2012</c:v>
                </c:pt>
                <c:pt idx="3109">
                  <c:v>13-06-2012</c:v>
                </c:pt>
                <c:pt idx="3110">
                  <c:v>14-06-2012</c:v>
                </c:pt>
                <c:pt idx="3111">
                  <c:v>15-06-2012</c:v>
                </c:pt>
                <c:pt idx="3112">
                  <c:v>18-06-2012</c:v>
                </c:pt>
                <c:pt idx="3113">
                  <c:v>19-06-2012</c:v>
                </c:pt>
                <c:pt idx="3114">
                  <c:v>20-06-2012</c:v>
                </c:pt>
                <c:pt idx="3115">
                  <c:v>21-06-2012</c:v>
                </c:pt>
                <c:pt idx="3116">
                  <c:v>22-06-2012</c:v>
                </c:pt>
                <c:pt idx="3117">
                  <c:v>25-06-2012</c:v>
                </c:pt>
                <c:pt idx="3118">
                  <c:v>26-06-2012</c:v>
                </c:pt>
                <c:pt idx="3119">
                  <c:v>27-06-2012</c:v>
                </c:pt>
                <c:pt idx="3120">
                  <c:v>28-06-2012</c:v>
                </c:pt>
                <c:pt idx="3121">
                  <c:v>29-06-2012</c:v>
                </c:pt>
                <c:pt idx="3122">
                  <c:v>02-07-2012</c:v>
                </c:pt>
                <c:pt idx="3123">
                  <c:v>03-07-2012</c:v>
                </c:pt>
                <c:pt idx="3124">
                  <c:v>04-07-2012</c:v>
                </c:pt>
                <c:pt idx="3125">
                  <c:v>05-07-2012</c:v>
                </c:pt>
                <c:pt idx="3126">
                  <c:v>06-07-2012</c:v>
                </c:pt>
                <c:pt idx="3127">
                  <c:v>09-07-2012</c:v>
                </c:pt>
                <c:pt idx="3128">
                  <c:v>10-07-2012</c:v>
                </c:pt>
                <c:pt idx="3129">
                  <c:v>11-07-2012</c:v>
                </c:pt>
                <c:pt idx="3130">
                  <c:v>12-07-2012</c:v>
                </c:pt>
                <c:pt idx="3131">
                  <c:v>13-07-2012</c:v>
                </c:pt>
                <c:pt idx="3132">
                  <c:v>16-07-2012</c:v>
                </c:pt>
                <c:pt idx="3133">
                  <c:v>17-07-2012</c:v>
                </c:pt>
                <c:pt idx="3134">
                  <c:v>18-07-2012</c:v>
                </c:pt>
                <c:pt idx="3135">
                  <c:v>19-07-2012</c:v>
                </c:pt>
                <c:pt idx="3136">
                  <c:v>20-07-2012</c:v>
                </c:pt>
                <c:pt idx="3137">
                  <c:v>23-07-2012</c:v>
                </c:pt>
                <c:pt idx="3138">
                  <c:v>24-07-2012</c:v>
                </c:pt>
                <c:pt idx="3139">
                  <c:v>25-07-2012</c:v>
                </c:pt>
                <c:pt idx="3140">
                  <c:v>26-07-2012</c:v>
                </c:pt>
                <c:pt idx="3141">
                  <c:v>27-07-2012</c:v>
                </c:pt>
                <c:pt idx="3142">
                  <c:v>30-07-2012</c:v>
                </c:pt>
                <c:pt idx="3143">
                  <c:v>31-07-2012</c:v>
                </c:pt>
                <c:pt idx="3144">
                  <c:v>01-08-2012</c:v>
                </c:pt>
                <c:pt idx="3145">
                  <c:v>02-08-2012</c:v>
                </c:pt>
                <c:pt idx="3146">
                  <c:v>03-08-2012</c:v>
                </c:pt>
                <c:pt idx="3147">
                  <c:v>06-08-2012</c:v>
                </c:pt>
                <c:pt idx="3148">
                  <c:v>07-08-2012</c:v>
                </c:pt>
                <c:pt idx="3149">
                  <c:v>08-08-2012</c:v>
                </c:pt>
                <c:pt idx="3150">
                  <c:v>09-08-2012</c:v>
                </c:pt>
                <c:pt idx="3151">
                  <c:v>10-08-2012</c:v>
                </c:pt>
                <c:pt idx="3152">
                  <c:v>13-08-2012</c:v>
                </c:pt>
                <c:pt idx="3153">
                  <c:v>14-08-2012</c:v>
                </c:pt>
                <c:pt idx="3154">
                  <c:v>16-08-2012</c:v>
                </c:pt>
                <c:pt idx="3155">
                  <c:v>17-08-2012</c:v>
                </c:pt>
                <c:pt idx="3156">
                  <c:v>21-08-2012</c:v>
                </c:pt>
                <c:pt idx="3157">
                  <c:v>22-08-2012</c:v>
                </c:pt>
                <c:pt idx="3158">
                  <c:v>23-08-2012</c:v>
                </c:pt>
                <c:pt idx="3159">
                  <c:v>24-08-2012</c:v>
                </c:pt>
                <c:pt idx="3160">
                  <c:v>27-08-2012</c:v>
                </c:pt>
                <c:pt idx="3161">
                  <c:v>28-08-2012</c:v>
                </c:pt>
                <c:pt idx="3162">
                  <c:v>29-08-2012</c:v>
                </c:pt>
                <c:pt idx="3163">
                  <c:v>30-08-2012</c:v>
                </c:pt>
                <c:pt idx="3164">
                  <c:v>31-08-2012</c:v>
                </c:pt>
                <c:pt idx="3165">
                  <c:v>03-09-2012</c:v>
                </c:pt>
                <c:pt idx="3166">
                  <c:v>04-09-2012</c:v>
                </c:pt>
                <c:pt idx="3167">
                  <c:v>05-09-2012</c:v>
                </c:pt>
                <c:pt idx="3168">
                  <c:v>06-09-2012</c:v>
                </c:pt>
                <c:pt idx="3169">
                  <c:v>07-09-2012</c:v>
                </c:pt>
                <c:pt idx="3170">
                  <c:v>08-09-2012</c:v>
                </c:pt>
                <c:pt idx="3171">
                  <c:v>10-09-2012</c:v>
                </c:pt>
                <c:pt idx="3172">
                  <c:v>11-09-2012</c:v>
                </c:pt>
                <c:pt idx="3173">
                  <c:v>12-09-2012</c:v>
                </c:pt>
                <c:pt idx="3174">
                  <c:v>13-09-2012</c:v>
                </c:pt>
                <c:pt idx="3175">
                  <c:v>14-09-2012</c:v>
                </c:pt>
                <c:pt idx="3176">
                  <c:v>17-09-2012</c:v>
                </c:pt>
                <c:pt idx="3177">
                  <c:v>18-09-2012</c:v>
                </c:pt>
                <c:pt idx="3178">
                  <c:v>20-09-2012</c:v>
                </c:pt>
                <c:pt idx="3179">
                  <c:v>21-09-2012</c:v>
                </c:pt>
                <c:pt idx="3180">
                  <c:v>24-09-2012</c:v>
                </c:pt>
                <c:pt idx="3181">
                  <c:v>25-09-2012</c:v>
                </c:pt>
                <c:pt idx="3182">
                  <c:v>26-09-2012</c:v>
                </c:pt>
                <c:pt idx="3183">
                  <c:v>27-09-2012</c:v>
                </c:pt>
                <c:pt idx="3184">
                  <c:v>28-09-2012</c:v>
                </c:pt>
                <c:pt idx="3185">
                  <c:v>01-10-2012</c:v>
                </c:pt>
                <c:pt idx="3186">
                  <c:v>03-10-2012</c:v>
                </c:pt>
                <c:pt idx="3187">
                  <c:v>04-10-2012</c:v>
                </c:pt>
                <c:pt idx="3188">
                  <c:v>05-10-2012</c:v>
                </c:pt>
                <c:pt idx="3189">
                  <c:v>08-10-2012</c:v>
                </c:pt>
                <c:pt idx="3190">
                  <c:v>09-10-2012</c:v>
                </c:pt>
                <c:pt idx="3191">
                  <c:v>10-10-2012</c:v>
                </c:pt>
                <c:pt idx="3192">
                  <c:v>11-10-2012</c:v>
                </c:pt>
                <c:pt idx="3193">
                  <c:v>12-10-2012</c:v>
                </c:pt>
                <c:pt idx="3194">
                  <c:v>15-10-2012</c:v>
                </c:pt>
                <c:pt idx="3195">
                  <c:v>16-10-2012</c:v>
                </c:pt>
                <c:pt idx="3196">
                  <c:v>17-10-2012</c:v>
                </c:pt>
                <c:pt idx="3197">
                  <c:v>18-10-2012</c:v>
                </c:pt>
                <c:pt idx="3198">
                  <c:v>19-10-2012</c:v>
                </c:pt>
                <c:pt idx="3199">
                  <c:v>22-10-2012</c:v>
                </c:pt>
                <c:pt idx="3200">
                  <c:v>23-10-2012</c:v>
                </c:pt>
                <c:pt idx="3201">
                  <c:v>25-10-2012</c:v>
                </c:pt>
                <c:pt idx="3202">
                  <c:v>26-10-2012</c:v>
                </c:pt>
                <c:pt idx="3203">
                  <c:v>29-10-2012</c:v>
                </c:pt>
                <c:pt idx="3204">
                  <c:v>30-10-2012</c:v>
                </c:pt>
                <c:pt idx="3205">
                  <c:v>31-10-2012</c:v>
                </c:pt>
                <c:pt idx="3206">
                  <c:v>01-11-2012</c:v>
                </c:pt>
                <c:pt idx="3207">
                  <c:v>02-11-2012</c:v>
                </c:pt>
                <c:pt idx="3208">
                  <c:v>05-11-2012</c:v>
                </c:pt>
                <c:pt idx="3209">
                  <c:v>06-11-2012</c:v>
                </c:pt>
                <c:pt idx="3210">
                  <c:v>07-11-2012</c:v>
                </c:pt>
                <c:pt idx="3211">
                  <c:v>08-11-2012</c:v>
                </c:pt>
                <c:pt idx="3212">
                  <c:v>09-11-2012</c:v>
                </c:pt>
                <c:pt idx="3213">
                  <c:v>12-11-2012</c:v>
                </c:pt>
                <c:pt idx="3214">
                  <c:v>13-11-2012</c:v>
                </c:pt>
                <c:pt idx="3215">
                  <c:v>15-11-2012</c:v>
                </c:pt>
                <c:pt idx="3216">
                  <c:v>16-11-2012</c:v>
                </c:pt>
                <c:pt idx="3217">
                  <c:v>19-11-2012</c:v>
                </c:pt>
                <c:pt idx="3218">
                  <c:v>20-11-2012</c:v>
                </c:pt>
                <c:pt idx="3219">
                  <c:v>21-11-2012</c:v>
                </c:pt>
                <c:pt idx="3220">
                  <c:v>22-11-2012</c:v>
                </c:pt>
                <c:pt idx="3221">
                  <c:v>23-11-2012</c:v>
                </c:pt>
                <c:pt idx="3222">
                  <c:v>26-11-2012</c:v>
                </c:pt>
                <c:pt idx="3223">
                  <c:v>27-11-2012</c:v>
                </c:pt>
                <c:pt idx="3224">
                  <c:v>29-11-2012</c:v>
                </c:pt>
                <c:pt idx="3225">
                  <c:v>30-11-2012</c:v>
                </c:pt>
                <c:pt idx="3226">
                  <c:v>03-12-2012</c:v>
                </c:pt>
                <c:pt idx="3227">
                  <c:v>04-12-2012</c:v>
                </c:pt>
                <c:pt idx="3228">
                  <c:v>05-12-2012</c:v>
                </c:pt>
                <c:pt idx="3229">
                  <c:v>06-12-2012</c:v>
                </c:pt>
                <c:pt idx="3230">
                  <c:v>07-12-2012</c:v>
                </c:pt>
                <c:pt idx="3231">
                  <c:v>10-12-2012</c:v>
                </c:pt>
                <c:pt idx="3232">
                  <c:v>11-12-2012</c:v>
                </c:pt>
                <c:pt idx="3233">
                  <c:v>12-12-2012</c:v>
                </c:pt>
                <c:pt idx="3234">
                  <c:v>13-12-2012</c:v>
                </c:pt>
                <c:pt idx="3235">
                  <c:v>14-12-2012</c:v>
                </c:pt>
                <c:pt idx="3236">
                  <c:v>17-12-2012</c:v>
                </c:pt>
                <c:pt idx="3237">
                  <c:v>18-12-2012</c:v>
                </c:pt>
                <c:pt idx="3238">
                  <c:v>19-12-2012</c:v>
                </c:pt>
                <c:pt idx="3239">
                  <c:v>20-12-2012</c:v>
                </c:pt>
                <c:pt idx="3240">
                  <c:v>21-12-2012</c:v>
                </c:pt>
                <c:pt idx="3241">
                  <c:v>24-12-2012</c:v>
                </c:pt>
                <c:pt idx="3242">
                  <c:v>26-12-2012</c:v>
                </c:pt>
                <c:pt idx="3243">
                  <c:v>27-12-2012</c:v>
                </c:pt>
                <c:pt idx="3244">
                  <c:v>28-12-2012</c:v>
                </c:pt>
                <c:pt idx="3245">
                  <c:v>31-12-2012</c:v>
                </c:pt>
                <c:pt idx="3246">
                  <c:v>01-01-2013</c:v>
                </c:pt>
                <c:pt idx="3247">
                  <c:v>02-01-2013</c:v>
                </c:pt>
                <c:pt idx="3248">
                  <c:v>03-01-2013</c:v>
                </c:pt>
                <c:pt idx="3249">
                  <c:v>04-01-2013</c:v>
                </c:pt>
                <c:pt idx="3250">
                  <c:v>07-01-2013</c:v>
                </c:pt>
                <c:pt idx="3251">
                  <c:v>08-01-2013</c:v>
                </c:pt>
                <c:pt idx="3252">
                  <c:v>09-01-2013</c:v>
                </c:pt>
                <c:pt idx="3253">
                  <c:v>10-01-2013</c:v>
                </c:pt>
                <c:pt idx="3254">
                  <c:v>11-01-2013</c:v>
                </c:pt>
                <c:pt idx="3255">
                  <c:v>14-01-2013</c:v>
                </c:pt>
                <c:pt idx="3256">
                  <c:v>15-01-2013</c:v>
                </c:pt>
                <c:pt idx="3257">
                  <c:v>16-01-2013</c:v>
                </c:pt>
                <c:pt idx="3258">
                  <c:v>17-01-2013</c:v>
                </c:pt>
                <c:pt idx="3259">
                  <c:v>18-01-2013</c:v>
                </c:pt>
                <c:pt idx="3260">
                  <c:v>21-01-2013</c:v>
                </c:pt>
                <c:pt idx="3261">
                  <c:v>22-01-2013</c:v>
                </c:pt>
                <c:pt idx="3262">
                  <c:v>23-01-2013</c:v>
                </c:pt>
                <c:pt idx="3263">
                  <c:v>24-01-2013</c:v>
                </c:pt>
                <c:pt idx="3264">
                  <c:v>25-01-2013</c:v>
                </c:pt>
                <c:pt idx="3265">
                  <c:v>28-01-2013</c:v>
                </c:pt>
                <c:pt idx="3266">
                  <c:v>29-01-2013</c:v>
                </c:pt>
                <c:pt idx="3267">
                  <c:v>30-01-2013</c:v>
                </c:pt>
                <c:pt idx="3268">
                  <c:v>31-01-2013</c:v>
                </c:pt>
                <c:pt idx="3269">
                  <c:v>01-02-2013</c:v>
                </c:pt>
                <c:pt idx="3270">
                  <c:v>04-02-2013</c:v>
                </c:pt>
                <c:pt idx="3271">
                  <c:v>05-02-2013</c:v>
                </c:pt>
                <c:pt idx="3272">
                  <c:v>06-02-2013</c:v>
                </c:pt>
                <c:pt idx="3273">
                  <c:v>07-02-2013</c:v>
                </c:pt>
                <c:pt idx="3274">
                  <c:v>08-02-2013</c:v>
                </c:pt>
                <c:pt idx="3275">
                  <c:v>11-02-2013</c:v>
                </c:pt>
                <c:pt idx="3276">
                  <c:v>12-02-2013</c:v>
                </c:pt>
                <c:pt idx="3277">
                  <c:v>13-02-2013</c:v>
                </c:pt>
                <c:pt idx="3278">
                  <c:v>14-02-2013</c:v>
                </c:pt>
                <c:pt idx="3279">
                  <c:v>15-02-2013</c:v>
                </c:pt>
                <c:pt idx="3280">
                  <c:v>18-02-2013</c:v>
                </c:pt>
                <c:pt idx="3281">
                  <c:v>19-02-2013</c:v>
                </c:pt>
                <c:pt idx="3282">
                  <c:v>20-02-2013</c:v>
                </c:pt>
                <c:pt idx="3283">
                  <c:v>21-02-2013</c:v>
                </c:pt>
                <c:pt idx="3284">
                  <c:v>22-02-2013</c:v>
                </c:pt>
                <c:pt idx="3285">
                  <c:v>25-02-2013</c:v>
                </c:pt>
                <c:pt idx="3286">
                  <c:v>26-02-2013</c:v>
                </c:pt>
                <c:pt idx="3287">
                  <c:v>27-02-2013</c:v>
                </c:pt>
                <c:pt idx="3288">
                  <c:v>28-02-2013</c:v>
                </c:pt>
                <c:pt idx="3289">
                  <c:v>01-03-2013</c:v>
                </c:pt>
                <c:pt idx="3290">
                  <c:v>04-03-2013</c:v>
                </c:pt>
                <c:pt idx="3291">
                  <c:v>05-03-2013</c:v>
                </c:pt>
                <c:pt idx="3292">
                  <c:v>06-03-2013</c:v>
                </c:pt>
                <c:pt idx="3293">
                  <c:v>07-03-2013</c:v>
                </c:pt>
                <c:pt idx="3294">
                  <c:v>08-03-2013</c:v>
                </c:pt>
                <c:pt idx="3295">
                  <c:v>11-03-2013</c:v>
                </c:pt>
                <c:pt idx="3296">
                  <c:v>12-03-2013</c:v>
                </c:pt>
                <c:pt idx="3297">
                  <c:v>13-03-2013</c:v>
                </c:pt>
                <c:pt idx="3298">
                  <c:v>14-03-2013</c:v>
                </c:pt>
                <c:pt idx="3299">
                  <c:v>15-03-2013</c:v>
                </c:pt>
                <c:pt idx="3300">
                  <c:v>18-03-2013</c:v>
                </c:pt>
                <c:pt idx="3301">
                  <c:v>19-03-2013</c:v>
                </c:pt>
                <c:pt idx="3302">
                  <c:v>20-03-2013</c:v>
                </c:pt>
                <c:pt idx="3303">
                  <c:v>21-03-2013</c:v>
                </c:pt>
                <c:pt idx="3304">
                  <c:v>22-03-2013</c:v>
                </c:pt>
                <c:pt idx="3305">
                  <c:v>25-03-2013</c:v>
                </c:pt>
                <c:pt idx="3306">
                  <c:v>26-03-2013</c:v>
                </c:pt>
                <c:pt idx="3307">
                  <c:v>28-03-2013</c:v>
                </c:pt>
                <c:pt idx="3308">
                  <c:v>01-04-2013</c:v>
                </c:pt>
                <c:pt idx="3309">
                  <c:v>02-04-2013</c:v>
                </c:pt>
                <c:pt idx="3310">
                  <c:v>03-04-2013</c:v>
                </c:pt>
                <c:pt idx="3311">
                  <c:v>04-04-2013</c:v>
                </c:pt>
                <c:pt idx="3312">
                  <c:v>05-04-2013</c:v>
                </c:pt>
                <c:pt idx="3313">
                  <c:v>08-04-2013</c:v>
                </c:pt>
                <c:pt idx="3314">
                  <c:v>09-04-2013</c:v>
                </c:pt>
                <c:pt idx="3315">
                  <c:v>10-04-2013</c:v>
                </c:pt>
                <c:pt idx="3316">
                  <c:v>11-04-2013</c:v>
                </c:pt>
                <c:pt idx="3317">
                  <c:v>12-04-2013</c:v>
                </c:pt>
                <c:pt idx="3318">
                  <c:v>15-04-2013</c:v>
                </c:pt>
                <c:pt idx="3319">
                  <c:v>16-04-2013</c:v>
                </c:pt>
                <c:pt idx="3320">
                  <c:v>17-04-2013</c:v>
                </c:pt>
                <c:pt idx="3321">
                  <c:v>18-04-2013</c:v>
                </c:pt>
                <c:pt idx="3322">
                  <c:v>22-04-2013</c:v>
                </c:pt>
                <c:pt idx="3323">
                  <c:v>23-04-2013</c:v>
                </c:pt>
                <c:pt idx="3324">
                  <c:v>25-04-2013</c:v>
                </c:pt>
                <c:pt idx="3325">
                  <c:v>26-04-2013</c:v>
                </c:pt>
                <c:pt idx="3326">
                  <c:v>29-04-2013</c:v>
                </c:pt>
                <c:pt idx="3327">
                  <c:v>30-04-2013</c:v>
                </c:pt>
                <c:pt idx="3328">
                  <c:v>02-05-2013</c:v>
                </c:pt>
                <c:pt idx="3329">
                  <c:v>03-05-2013</c:v>
                </c:pt>
                <c:pt idx="3330">
                  <c:v>06-05-2013</c:v>
                </c:pt>
                <c:pt idx="3331">
                  <c:v>07-05-2013</c:v>
                </c:pt>
                <c:pt idx="3332">
                  <c:v>08-05-2013</c:v>
                </c:pt>
                <c:pt idx="3333">
                  <c:v>09-05-2013</c:v>
                </c:pt>
                <c:pt idx="3334">
                  <c:v>10-05-2013</c:v>
                </c:pt>
                <c:pt idx="3335">
                  <c:v>11-05-2013</c:v>
                </c:pt>
                <c:pt idx="3336">
                  <c:v>13-05-2013</c:v>
                </c:pt>
                <c:pt idx="3337">
                  <c:v>14-05-2013</c:v>
                </c:pt>
                <c:pt idx="3338">
                  <c:v>15-05-2013</c:v>
                </c:pt>
                <c:pt idx="3339">
                  <c:v>16-05-2013</c:v>
                </c:pt>
                <c:pt idx="3340">
                  <c:v>17-05-2013</c:v>
                </c:pt>
                <c:pt idx="3341">
                  <c:v>20-05-2013</c:v>
                </c:pt>
                <c:pt idx="3342">
                  <c:v>21-05-2013</c:v>
                </c:pt>
                <c:pt idx="3343">
                  <c:v>22-05-2013</c:v>
                </c:pt>
                <c:pt idx="3344">
                  <c:v>23-05-2013</c:v>
                </c:pt>
                <c:pt idx="3345">
                  <c:v>24-05-2013</c:v>
                </c:pt>
                <c:pt idx="3346">
                  <c:v>27-05-2013</c:v>
                </c:pt>
                <c:pt idx="3347">
                  <c:v>28-05-2013</c:v>
                </c:pt>
                <c:pt idx="3348">
                  <c:v>29-05-2013</c:v>
                </c:pt>
                <c:pt idx="3349">
                  <c:v>30-05-2013</c:v>
                </c:pt>
                <c:pt idx="3350">
                  <c:v>31-05-2013</c:v>
                </c:pt>
                <c:pt idx="3351">
                  <c:v>03-06-2013</c:v>
                </c:pt>
                <c:pt idx="3352">
                  <c:v>04-06-2013</c:v>
                </c:pt>
                <c:pt idx="3353">
                  <c:v>05-06-2013</c:v>
                </c:pt>
                <c:pt idx="3354">
                  <c:v>06-06-2013</c:v>
                </c:pt>
                <c:pt idx="3355">
                  <c:v>07-06-2013</c:v>
                </c:pt>
                <c:pt idx="3356">
                  <c:v>10-06-2013</c:v>
                </c:pt>
                <c:pt idx="3357">
                  <c:v>11-06-2013</c:v>
                </c:pt>
                <c:pt idx="3358">
                  <c:v>12-06-2013</c:v>
                </c:pt>
                <c:pt idx="3359">
                  <c:v>13-06-2013</c:v>
                </c:pt>
                <c:pt idx="3360">
                  <c:v>14-06-2013</c:v>
                </c:pt>
                <c:pt idx="3361">
                  <c:v>17-06-2013</c:v>
                </c:pt>
                <c:pt idx="3362">
                  <c:v>18-06-2013</c:v>
                </c:pt>
                <c:pt idx="3363">
                  <c:v>19-06-2013</c:v>
                </c:pt>
                <c:pt idx="3364">
                  <c:v>20-06-2013</c:v>
                </c:pt>
                <c:pt idx="3365">
                  <c:v>21-06-2013</c:v>
                </c:pt>
                <c:pt idx="3366">
                  <c:v>24-06-2013</c:v>
                </c:pt>
                <c:pt idx="3367">
                  <c:v>25-06-2013</c:v>
                </c:pt>
                <c:pt idx="3368">
                  <c:v>26-06-2013</c:v>
                </c:pt>
                <c:pt idx="3369">
                  <c:v>27-06-2013</c:v>
                </c:pt>
                <c:pt idx="3370">
                  <c:v>28-06-2013</c:v>
                </c:pt>
                <c:pt idx="3371">
                  <c:v>01-07-2013</c:v>
                </c:pt>
                <c:pt idx="3372">
                  <c:v>02-07-2013</c:v>
                </c:pt>
                <c:pt idx="3373">
                  <c:v>03-07-2013</c:v>
                </c:pt>
                <c:pt idx="3374">
                  <c:v>04-07-2013</c:v>
                </c:pt>
                <c:pt idx="3375">
                  <c:v>05-07-2013</c:v>
                </c:pt>
                <c:pt idx="3376">
                  <c:v>08-07-2013</c:v>
                </c:pt>
                <c:pt idx="3377">
                  <c:v>09-07-2013</c:v>
                </c:pt>
                <c:pt idx="3378">
                  <c:v>10-07-2013</c:v>
                </c:pt>
                <c:pt idx="3379">
                  <c:v>11-07-2013</c:v>
                </c:pt>
                <c:pt idx="3380">
                  <c:v>12-07-2013</c:v>
                </c:pt>
                <c:pt idx="3381">
                  <c:v>15-07-2013</c:v>
                </c:pt>
                <c:pt idx="3382">
                  <c:v>16-07-2013</c:v>
                </c:pt>
                <c:pt idx="3383">
                  <c:v>17-07-2013</c:v>
                </c:pt>
                <c:pt idx="3384">
                  <c:v>18-07-2013</c:v>
                </c:pt>
                <c:pt idx="3385">
                  <c:v>19-07-2013</c:v>
                </c:pt>
                <c:pt idx="3386">
                  <c:v>22-07-2013</c:v>
                </c:pt>
                <c:pt idx="3387">
                  <c:v>23-07-2013</c:v>
                </c:pt>
                <c:pt idx="3388">
                  <c:v>24-07-2013</c:v>
                </c:pt>
                <c:pt idx="3389">
                  <c:v>25-07-2013</c:v>
                </c:pt>
                <c:pt idx="3390">
                  <c:v>26-07-2013</c:v>
                </c:pt>
                <c:pt idx="3391">
                  <c:v>29-07-2013</c:v>
                </c:pt>
                <c:pt idx="3392">
                  <c:v>30-07-2013</c:v>
                </c:pt>
                <c:pt idx="3393">
                  <c:v>31-07-2013</c:v>
                </c:pt>
                <c:pt idx="3394">
                  <c:v>01-08-2013</c:v>
                </c:pt>
                <c:pt idx="3395">
                  <c:v>02-08-2013</c:v>
                </c:pt>
                <c:pt idx="3396">
                  <c:v>05-08-2013</c:v>
                </c:pt>
                <c:pt idx="3397">
                  <c:v>06-08-2013</c:v>
                </c:pt>
                <c:pt idx="3398">
                  <c:v>07-08-2013</c:v>
                </c:pt>
                <c:pt idx="3399">
                  <c:v>08-08-2013</c:v>
                </c:pt>
                <c:pt idx="3400">
                  <c:v>12-08-2013</c:v>
                </c:pt>
                <c:pt idx="3401">
                  <c:v>13-08-2013</c:v>
                </c:pt>
                <c:pt idx="3402">
                  <c:v>14-08-2013</c:v>
                </c:pt>
                <c:pt idx="3403">
                  <c:v>16-08-2013</c:v>
                </c:pt>
                <c:pt idx="3404">
                  <c:v>19-08-2013</c:v>
                </c:pt>
                <c:pt idx="3405">
                  <c:v>20-08-2013</c:v>
                </c:pt>
                <c:pt idx="3406">
                  <c:v>21-08-2013</c:v>
                </c:pt>
                <c:pt idx="3407">
                  <c:v>22-08-2013</c:v>
                </c:pt>
                <c:pt idx="3408">
                  <c:v>23-08-2013</c:v>
                </c:pt>
                <c:pt idx="3409">
                  <c:v>26-08-2013</c:v>
                </c:pt>
                <c:pt idx="3410">
                  <c:v>27-08-2013</c:v>
                </c:pt>
                <c:pt idx="3411">
                  <c:v>28-08-2013</c:v>
                </c:pt>
                <c:pt idx="3412">
                  <c:v>29-08-2013</c:v>
                </c:pt>
                <c:pt idx="3413">
                  <c:v>30-08-2013</c:v>
                </c:pt>
                <c:pt idx="3414">
                  <c:v>02-09-2013</c:v>
                </c:pt>
                <c:pt idx="3415">
                  <c:v>03-09-2013</c:v>
                </c:pt>
                <c:pt idx="3416">
                  <c:v>04-09-2013</c:v>
                </c:pt>
                <c:pt idx="3417">
                  <c:v>05-09-2013</c:v>
                </c:pt>
                <c:pt idx="3418">
                  <c:v>06-09-2013</c:v>
                </c:pt>
                <c:pt idx="3419">
                  <c:v>10-09-2013</c:v>
                </c:pt>
                <c:pt idx="3420">
                  <c:v>11-09-2013</c:v>
                </c:pt>
                <c:pt idx="3421">
                  <c:v>12-09-2013</c:v>
                </c:pt>
                <c:pt idx="3422">
                  <c:v>13-09-2013</c:v>
                </c:pt>
                <c:pt idx="3423">
                  <c:v>16-09-2013</c:v>
                </c:pt>
                <c:pt idx="3424">
                  <c:v>17-09-2013</c:v>
                </c:pt>
                <c:pt idx="3425">
                  <c:v>18-09-2013</c:v>
                </c:pt>
                <c:pt idx="3426">
                  <c:v>19-09-2013</c:v>
                </c:pt>
                <c:pt idx="3427">
                  <c:v>20-09-2013</c:v>
                </c:pt>
                <c:pt idx="3428">
                  <c:v>23-09-2013</c:v>
                </c:pt>
                <c:pt idx="3429">
                  <c:v>24-09-2013</c:v>
                </c:pt>
                <c:pt idx="3430">
                  <c:v>25-09-2013</c:v>
                </c:pt>
                <c:pt idx="3431">
                  <c:v>26-09-2013</c:v>
                </c:pt>
                <c:pt idx="3432">
                  <c:v>27-09-2013</c:v>
                </c:pt>
                <c:pt idx="3433">
                  <c:v>30-09-2013</c:v>
                </c:pt>
                <c:pt idx="3434">
                  <c:v>01-10-2013</c:v>
                </c:pt>
                <c:pt idx="3435">
                  <c:v>03-10-2013</c:v>
                </c:pt>
                <c:pt idx="3436">
                  <c:v>04-10-2013</c:v>
                </c:pt>
                <c:pt idx="3437">
                  <c:v>07-10-2013</c:v>
                </c:pt>
                <c:pt idx="3438">
                  <c:v>08-10-2013</c:v>
                </c:pt>
                <c:pt idx="3439">
                  <c:v>09-10-2013</c:v>
                </c:pt>
                <c:pt idx="3440">
                  <c:v>10-10-2013</c:v>
                </c:pt>
                <c:pt idx="3441">
                  <c:v>11-10-2013</c:v>
                </c:pt>
                <c:pt idx="3442">
                  <c:v>14-10-2013</c:v>
                </c:pt>
                <c:pt idx="3443">
                  <c:v>15-10-2013</c:v>
                </c:pt>
                <c:pt idx="3444">
                  <c:v>17-10-2013</c:v>
                </c:pt>
                <c:pt idx="3445">
                  <c:v>18-10-2013</c:v>
                </c:pt>
                <c:pt idx="3446">
                  <c:v>21-10-2013</c:v>
                </c:pt>
                <c:pt idx="3447">
                  <c:v>22-10-2013</c:v>
                </c:pt>
                <c:pt idx="3448">
                  <c:v>23-10-2013</c:v>
                </c:pt>
                <c:pt idx="3449">
                  <c:v>24-10-2013</c:v>
                </c:pt>
                <c:pt idx="3450">
                  <c:v>25-10-2013</c:v>
                </c:pt>
                <c:pt idx="3451">
                  <c:v>28-10-2013</c:v>
                </c:pt>
                <c:pt idx="3452">
                  <c:v>29-10-2013</c:v>
                </c:pt>
                <c:pt idx="3453">
                  <c:v>30-10-2013</c:v>
                </c:pt>
                <c:pt idx="3454">
                  <c:v>31-10-2013</c:v>
                </c:pt>
                <c:pt idx="3455">
                  <c:v>01-11-2013</c:v>
                </c:pt>
                <c:pt idx="3456">
                  <c:v>03-11-2013</c:v>
                </c:pt>
                <c:pt idx="3457">
                  <c:v>05-11-2013</c:v>
                </c:pt>
                <c:pt idx="3458">
                  <c:v>06-11-2013</c:v>
                </c:pt>
                <c:pt idx="3459">
                  <c:v>07-11-2013</c:v>
                </c:pt>
                <c:pt idx="3460">
                  <c:v>08-11-2013</c:v>
                </c:pt>
                <c:pt idx="3461">
                  <c:v>11-11-2013</c:v>
                </c:pt>
                <c:pt idx="3462">
                  <c:v>12-11-2013</c:v>
                </c:pt>
                <c:pt idx="3463">
                  <c:v>13-11-2013</c:v>
                </c:pt>
                <c:pt idx="3464">
                  <c:v>14-11-2013</c:v>
                </c:pt>
                <c:pt idx="3465">
                  <c:v>18-11-2013</c:v>
                </c:pt>
                <c:pt idx="3466">
                  <c:v>19-11-2013</c:v>
                </c:pt>
                <c:pt idx="3467">
                  <c:v>20-11-2013</c:v>
                </c:pt>
                <c:pt idx="3468">
                  <c:v>21-11-2013</c:v>
                </c:pt>
                <c:pt idx="3469">
                  <c:v>22-11-2013</c:v>
                </c:pt>
                <c:pt idx="3470">
                  <c:v>25-11-2013</c:v>
                </c:pt>
                <c:pt idx="3471">
                  <c:v>26-11-2013</c:v>
                </c:pt>
                <c:pt idx="3472">
                  <c:v>27-11-2013</c:v>
                </c:pt>
                <c:pt idx="3473">
                  <c:v>28-11-2013</c:v>
                </c:pt>
                <c:pt idx="3474">
                  <c:v>29-11-2013</c:v>
                </c:pt>
                <c:pt idx="3475">
                  <c:v>02-12-2013</c:v>
                </c:pt>
                <c:pt idx="3476">
                  <c:v>03-12-2013</c:v>
                </c:pt>
                <c:pt idx="3477">
                  <c:v>04-12-2013</c:v>
                </c:pt>
                <c:pt idx="3478">
                  <c:v>05-12-2013</c:v>
                </c:pt>
                <c:pt idx="3479">
                  <c:v>06-12-2013</c:v>
                </c:pt>
                <c:pt idx="3480">
                  <c:v>09-12-2013</c:v>
                </c:pt>
                <c:pt idx="3481">
                  <c:v>10-12-2013</c:v>
                </c:pt>
                <c:pt idx="3482">
                  <c:v>11-12-2013</c:v>
                </c:pt>
                <c:pt idx="3483">
                  <c:v>12-12-2013</c:v>
                </c:pt>
                <c:pt idx="3484">
                  <c:v>13-12-2013</c:v>
                </c:pt>
                <c:pt idx="3485">
                  <c:v>16-12-2013</c:v>
                </c:pt>
                <c:pt idx="3486">
                  <c:v>17-12-2013</c:v>
                </c:pt>
                <c:pt idx="3487">
                  <c:v>18-12-2013</c:v>
                </c:pt>
                <c:pt idx="3488">
                  <c:v>19-12-2013</c:v>
                </c:pt>
                <c:pt idx="3489">
                  <c:v>20-12-2013</c:v>
                </c:pt>
                <c:pt idx="3490">
                  <c:v>23-12-2013</c:v>
                </c:pt>
                <c:pt idx="3491">
                  <c:v>24-12-2013</c:v>
                </c:pt>
                <c:pt idx="3492">
                  <c:v>26-12-2013</c:v>
                </c:pt>
                <c:pt idx="3493">
                  <c:v>27-12-2013</c:v>
                </c:pt>
                <c:pt idx="3494">
                  <c:v>30-12-2013</c:v>
                </c:pt>
                <c:pt idx="3495">
                  <c:v>31-12-2013</c:v>
                </c:pt>
                <c:pt idx="3496">
                  <c:v>01-01-2014</c:v>
                </c:pt>
                <c:pt idx="3497">
                  <c:v>02-01-2014</c:v>
                </c:pt>
                <c:pt idx="3498">
                  <c:v>03-01-2014</c:v>
                </c:pt>
                <c:pt idx="3499">
                  <c:v>06-01-2014</c:v>
                </c:pt>
                <c:pt idx="3500">
                  <c:v>07-01-2014</c:v>
                </c:pt>
                <c:pt idx="3501">
                  <c:v>08-01-2014</c:v>
                </c:pt>
                <c:pt idx="3502">
                  <c:v>09-01-2014</c:v>
                </c:pt>
                <c:pt idx="3503">
                  <c:v>10-01-2014</c:v>
                </c:pt>
                <c:pt idx="3504">
                  <c:v>13-01-2014</c:v>
                </c:pt>
                <c:pt idx="3505">
                  <c:v>14-01-2014</c:v>
                </c:pt>
                <c:pt idx="3506">
                  <c:v>15-01-2014</c:v>
                </c:pt>
                <c:pt idx="3507">
                  <c:v>16-01-2014</c:v>
                </c:pt>
                <c:pt idx="3508">
                  <c:v>17-01-2014</c:v>
                </c:pt>
                <c:pt idx="3509">
                  <c:v>20-01-2014</c:v>
                </c:pt>
                <c:pt idx="3510">
                  <c:v>21-01-2014</c:v>
                </c:pt>
                <c:pt idx="3511">
                  <c:v>22-01-2014</c:v>
                </c:pt>
                <c:pt idx="3512">
                  <c:v>23-01-2014</c:v>
                </c:pt>
                <c:pt idx="3513">
                  <c:v>24-01-2014</c:v>
                </c:pt>
                <c:pt idx="3514">
                  <c:v>27-01-2014</c:v>
                </c:pt>
                <c:pt idx="3515">
                  <c:v>28-01-2014</c:v>
                </c:pt>
                <c:pt idx="3516">
                  <c:v>29-01-2014</c:v>
                </c:pt>
                <c:pt idx="3517">
                  <c:v>30-01-2014</c:v>
                </c:pt>
                <c:pt idx="3518">
                  <c:v>31-01-2014</c:v>
                </c:pt>
                <c:pt idx="3519">
                  <c:v>03-02-2014</c:v>
                </c:pt>
                <c:pt idx="3520">
                  <c:v>04-02-2014</c:v>
                </c:pt>
                <c:pt idx="3521">
                  <c:v>05-02-2014</c:v>
                </c:pt>
                <c:pt idx="3522">
                  <c:v>06-02-2014</c:v>
                </c:pt>
                <c:pt idx="3523">
                  <c:v>07-02-2014</c:v>
                </c:pt>
                <c:pt idx="3524">
                  <c:v>10-02-2014</c:v>
                </c:pt>
                <c:pt idx="3525">
                  <c:v>11-02-2014</c:v>
                </c:pt>
                <c:pt idx="3526">
                  <c:v>12-02-2014</c:v>
                </c:pt>
                <c:pt idx="3527">
                  <c:v>13-02-2014</c:v>
                </c:pt>
                <c:pt idx="3528">
                  <c:v>14-02-2014</c:v>
                </c:pt>
                <c:pt idx="3529">
                  <c:v>17-02-2014</c:v>
                </c:pt>
                <c:pt idx="3530">
                  <c:v>18-02-2014</c:v>
                </c:pt>
                <c:pt idx="3531">
                  <c:v>19-02-2014</c:v>
                </c:pt>
                <c:pt idx="3532">
                  <c:v>20-02-2014</c:v>
                </c:pt>
                <c:pt idx="3533">
                  <c:v>21-02-2014</c:v>
                </c:pt>
                <c:pt idx="3534">
                  <c:v>24-02-2014</c:v>
                </c:pt>
                <c:pt idx="3535">
                  <c:v>25-02-2014</c:v>
                </c:pt>
                <c:pt idx="3536">
                  <c:v>26-02-2014</c:v>
                </c:pt>
                <c:pt idx="3537">
                  <c:v>28-02-2014</c:v>
                </c:pt>
                <c:pt idx="3538">
                  <c:v>03-03-2014</c:v>
                </c:pt>
                <c:pt idx="3539">
                  <c:v>04-03-2014</c:v>
                </c:pt>
                <c:pt idx="3540">
                  <c:v>05-03-2014</c:v>
                </c:pt>
                <c:pt idx="3541">
                  <c:v>06-03-2014</c:v>
                </c:pt>
                <c:pt idx="3542">
                  <c:v>07-03-2014</c:v>
                </c:pt>
                <c:pt idx="3543">
                  <c:v>10-03-2014</c:v>
                </c:pt>
                <c:pt idx="3544">
                  <c:v>11-03-2014</c:v>
                </c:pt>
                <c:pt idx="3545">
                  <c:v>12-03-2014</c:v>
                </c:pt>
                <c:pt idx="3546">
                  <c:v>13-03-2014</c:v>
                </c:pt>
                <c:pt idx="3547">
                  <c:v>14-03-2014</c:v>
                </c:pt>
                <c:pt idx="3548">
                  <c:v>18-03-2014</c:v>
                </c:pt>
                <c:pt idx="3549">
                  <c:v>19-03-2014</c:v>
                </c:pt>
                <c:pt idx="3550">
                  <c:v>20-03-2014</c:v>
                </c:pt>
                <c:pt idx="3551">
                  <c:v>21-03-2014</c:v>
                </c:pt>
                <c:pt idx="3552">
                  <c:v>22-03-2014</c:v>
                </c:pt>
                <c:pt idx="3553">
                  <c:v>24-03-2014</c:v>
                </c:pt>
                <c:pt idx="3554">
                  <c:v>25-03-2014</c:v>
                </c:pt>
                <c:pt idx="3555">
                  <c:v>26-03-2014</c:v>
                </c:pt>
                <c:pt idx="3556">
                  <c:v>27-03-2014</c:v>
                </c:pt>
                <c:pt idx="3557">
                  <c:v>28-03-2014</c:v>
                </c:pt>
                <c:pt idx="3558">
                  <c:v>31-03-2014</c:v>
                </c:pt>
                <c:pt idx="3559">
                  <c:v>01-04-2014</c:v>
                </c:pt>
                <c:pt idx="3560">
                  <c:v>02-04-2014</c:v>
                </c:pt>
                <c:pt idx="3561">
                  <c:v>03-04-2014</c:v>
                </c:pt>
                <c:pt idx="3562">
                  <c:v>04-04-2014</c:v>
                </c:pt>
                <c:pt idx="3563">
                  <c:v>07-04-2014</c:v>
                </c:pt>
                <c:pt idx="3564">
                  <c:v>09-04-2014</c:v>
                </c:pt>
                <c:pt idx="3565">
                  <c:v>10-04-2014</c:v>
                </c:pt>
                <c:pt idx="3566">
                  <c:v>11-04-2014</c:v>
                </c:pt>
                <c:pt idx="3567">
                  <c:v>15-04-2014</c:v>
                </c:pt>
                <c:pt idx="3568">
                  <c:v>16-04-2014</c:v>
                </c:pt>
                <c:pt idx="3569">
                  <c:v>17-04-2014</c:v>
                </c:pt>
                <c:pt idx="3570">
                  <c:v>21-04-2014</c:v>
                </c:pt>
                <c:pt idx="3571">
                  <c:v>22-04-2014</c:v>
                </c:pt>
                <c:pt idx="3572">
                  <c:v>23-04-2014</c:v>
                </c:pt>
                <c:pt idx="3573">
                  <c:v>25-04-2014</c:v>
                </c:pt>
                <c:pt idx="3574">
                  <c:v>28-04-2014</c:v>
                </c:pt>
                <c:pt idx="3575">
                  <c:v>29-04-2014</c:v>
                </c:pt>
                <c:pt idx="3576">
                  <c:v>30-04-2014</c:v>
                </c:pt>
                <c:pt idx="3577">
                  <c:v>02-05-2014</c:v>
                </c:pt>
                <c:pt idx="3578">
                  <c:v>05-05-2014</c:v>
                </c:pt>
                <c:pt idx="3579">
                  <c:v>06-05-2014</c:v>
                </c:pt>
                <c:pt idx="3580">
                  <c:v>07-05-2014</c:v>
                </c:pt>
                <c:pt idx="3581">
                  <c:v>08-05-2014</c:v>
                </c:pt>
                <c:pt idx="3582">
                  <c:v>09-05-2014</c:v>
                </c:pt>
                <c:pt idx="3583">
                  <c:v>12-05-2014</c:v>
                </c:pt>
                <c:pt idx="3584">
                  <c:v>13-05-2014</c:v>
                </c:pt>
                <c:pt idx="3585">
                  <c:v>14-05-2014</c:v>
                </c:pt>
                <c:pt idx="3586">
                  <c:v>15-05-2014</c:v>
                </c:pt>
                <c:pt idx="3587">
                  <c:v>16-05-2014</c:v>
                </c:pt>
                <c:pt idx="3588">
                  <c:v>19-05-2014</c:v>
                </c:pt>
                <c:pt idx="3589">
                  <c:v>20-05-2014</c:v>
                </c:pt>
                <c:pt idx="3590">
                  <c:v>21-05-2014</c:v>
                </c:pt>
                <c:pt idx="3591">
                  <c:v>22-05-2014</c:v>
                </c:pt>
                <c:pt idx="3592">
                  <c:v>23-05-2014</c:v>
                </c:pt>
                <c:pt idx="3593">
                  <c:v>26-05-2014</c:v>
                </c:pt>
                <c:pt idx="3594">
                  <c:v>27-05-2014</c:v>
                </c:pt>
                <c:pt idx="3595">
                  <c:v>28-05-2014</c:v>
                </c:pt>
                <c:pt idx="3596">
                  <c:v>29-05-2014</c:v>
                </c:pt>
                <c:pt idx="3597">
                  <c:v>30-05-2014</c:v>
                </c:pt>
                <c:pt idx="3598">
                  <c:v>02-06-2014</c:v>
                </c:pt>
                <c:pt idx="3599">
                  <c:v>03-06-2014</c:v>
                </c:pt>
                <c:pt idx="3600">
                  <c:v>04-06-2014</c:v>
                </c:pt>
                <c:pt idx="3601">
                  <c:v>05-06-2014</c:v>
                </c:pt>
                <c:pt idx="3602">
                  <c:v>06-06-2014</c:v>
                </c:pt>
                <c:pt idx="3603">
                  <c:v>09-06-2014</c:v>
                </c:pt>
                <c:pt idx="3604">
                  <c:v>10-06-2014</c:v>
                </c:pt>
                <c:pt idx="3605">
                  <c:v>11-06-2014</c:v>
                </c:pt>
                <c:pt idx="3606">
                  <c:v>12-06-2014</c:v>
                </c:pt>
                <c:pt idx="3607">
                  <c:v>13-06-2014</c:v>
                </c:pt>
                <c:pt idx="3608">
                  <c:v>16-06-2014</c:v>
                </c:pt>
                <c:pt idx="3609">
                  <c:v>17-06-2014</c:v>
                </c:pt>
                <c:pt idx="3610">
                  <c:v>18-06-2014</c:v>
                </c:pt>
                <c:pt idx="3611">
                  <c:v>19-06-2014</c:v>
                </c:pt>
                <c:pt idx="3612">
                  <c:v>20-06-2014</c:v>
                </c:pt>
                <c:pt idx="3613">
                  <c:v>23-06-2014</c:v>
                </c:pt>
                <c:pt idx="3614">
                  <c:v>24-06-2014</c:v>
                </c:pt>
                <c:pt idx="3615">
                  <c:v>25-06-2014</c:v>
                </c:pt>
                <c:pt idx="3616">
                  <c:v>26-06-2014</c:v>
                </c:pt>
                <c:pt idx="3617">
                  <c:v>27-06-2014</c:v>
                </c:pt>
                <c:pt idx="3618">
                  <c:v>30-06-2014</c:v>
                </c:pt>
                <c:pt idx="3619">
                  <c:v>01-07-2014</c:v>
                </c:pt>
                <c:pt idx="3620">
                  <c:v>02-07-2014</c:v>
                </c:pt>
                <c:pt idx="3621">
                  <c:v>03-07-2014</c:v>
                </c:pt>
                <c:pt idx="3622">
                  <c:v>04-07-2014</c:v>
                </c:pt>
                <c:pt idx="3623">
                  <c:v>07-07-2014</c:v>
                </c:pt>
                <c:pt idx="3624">
                  <c:v>08-07-2014</c:v>
                </c:pt>
                <c:pt idx="3625">
                  <c:v>09-07-2014</c:v>
                </c:pt>
                <c:pt idx="3626">
                  <c:v>10-07-2014</c:v>
                </c:pt>
                <c:pt idx="3627">
                  <c:v>11-07-2014</c:v>
                </c:pt>
                <c:pt idx="3628">
                  <c:v>14-07-2014</c:v>
                </c:pt>
                <c:pt idx="3629">
                  <c:v>15-07-2014</c:v>
                </c:pt>
                <c:pt idx="3630">
                  <c:v>16-07-2014</c:v>
                </c:pt>
                <c:pt idx="3631">
                  <c:v>17-07-2014</c:v>
                </c:pt>
                <c:pt idx="3632">
                  <c:v>18-07-2014</c:v>
                </c:pt>
                <c:pt idx="3633">
                  <c:v>21-07-2014</c:v>
                </c:pt>
                <c:pt idx="3634">
                  <c:v>22-07-2014</c:v>
                </c:pt>
                <c:pt idx="3635">
                  <c:v>23-07-2014</c:v>
                </c:pt>
                <c:pt idx="3636">
                  <c:v>24-07-2014</c:v>
                </c:pt>
                <c:pt idx="3637">
                  <c:v>25-07-2014</c:v>
                </c:pt>
                <c:pt idx="3638">
                  <c:v>28-07-2014</c:v>
                </c:pt>
                <c:pt idx="3639">
                  <c:v>30-07-2014</c:v>
                </c:pt>
                <c:pt idx="3640">
                  <c:v>31-07-2014</c:v>
                </c:pt>
                <c:pt idx="3641">
                  <c:v>01-08-2014</c:v>
                </c:pt>
                <c:pt idx="3642">
                  <c:v>04-08-2014</c:v>
                </c:pt>
                <c:pt idx="3643">
                  <c:v>05-08-2014</c:v>
                </c:pt>
                <c:pt idx="3644">
                  <c:v>06-08-2014</c:v>
                </c:pt>
                <c:pt idx="3645">
                  <c:v>07-08-2014</c:v>
                </c:pt>
                <c:pt idx="3646">
                  <c:v>08-08-2014</c:v>
                </c:pt>
                <c:pt idx="3647">
                  <c:v>11-08-2014</c:v>
                </c:pt>
                <c:pt idx="3648">
                  <c:v>12-08-2014</c:v>
                </c:pt>
                <c:pt idx="3649">
                  <c:v>13-08-2014</c:v>
                </c:pt>
                <c:pt idx="3650">
                  <c:v>14-08-2014</c:v>
                </c:pt>
                <c:pt idx="3651">
                  <c:v>18-08-2014</c:v>
                </c:pt>
                <c:pt idx="3652">
                  <c:v>19-08-2014</c:v>
                </c:pt>
                <c:pt idx="3653">
                  <c:v>20-08-2014</c:v>
                </c:pt>
                <c:pt idx="3654">
                  <c:v>21-08-2014</c:v>
                </c:pt>
                <c:pt idx="3655">
                  <c:v>22-08-2014</c:v>
                </c:pt>
                <c:pt idx="3656">
                  <c:v>25-08-2014</c:v>
                </c:pt>
                <c:pt idx="3657">
                  <c:v>26-08-2014</c:v>
                </c:pt>
                <c:pt idx="3658">
                  <c:v>27-08-2014</c:v>
                </c:pt>
                <c:pt idx="3659">
                  <c:v>28-08-2014</c:v>
                </c:pt>
                <c:pt idx="3660">
                  <c:v>01-09-2014</c:v>
                </c:pt>
                <c:pt idx="3661">
                  <c:v>02-09-2014</c:v>
                </c:pt>
                <c:pt idx="3662">
                  <c:v>03-09-2014</c:v>
                </c:pt>
                <c:pt idx="3663">
                  <c:v>04-09-2014</c:v>
                </c:pt>
                <c:pt idx="3664">
                  <c:v>05-09-2014</c:v>
                </c:pt>
                <c:pt idx="3665">
                  <c:v>08-09-2014</c:v>
                </c:pt>
                <c:pt idx="3666">
                  <c:v>09-09-2014</c:v>
                </c:pt>
                <c:pt idx="3667">
                  <c:v>10-09-2014</c:v>
                </c:pt>
                <c:pt idx="3668">
                  <c:v>11-09-2014</c:v>
                </c:pt>
                <c:pt idx="3669">
                  <c:v>12-09-2014</c:v>
                </c:pt>
                <c:pt idx="3670">
                  <c:v>15-09-2014</c:v>
                </c:pt>
                <c:pt idx="3671">
                  <c:v>16-09-2014</c:v>
                </c:pt>
                <c:pt idx="3672">
                  <c:v>17-09-2014</c:v>
                </c:pt>
                <c:pt idx="3673">
                  <c:v>18-09-2014</c:v>
                </c:pt>
                <c:pt idx="3674">
                  <c:v>19-09-2014</c:v>
                </c:pt>
                <c:pt idx="3675">
                  <c:v>22-09-2014</c:v>
                </c:pt>
                <c:pt idx="3676">
                  <c:v>23-09-2014</c:v>
                </c:pt>
                <c:pt idx="3677">
                  <c:v>24-09-2014</c:v>
                </c:pt>
                <c:pt idx="3678">
                  <c:v>25-09-2014</c:v>
                </c:pt>
                <c:pt idx="3679">
                  <c:v>26-09-2014</c:v>
                </c:pt>
                <c:pt idx="3680">
                  <c:v>29-09-2014</c:v>
                </c:pt>
                <c:pt idx="3681">
                  <c:v>30-09-2014</c:v>
                </c:pt>
                <c:pt idx="3682">
                  <c:v>01-10-2014</c:v>
                </c:pt>
                <c:pt idx="3683">
                  <c:v>07-10-2014</c:v>
                </c:pt>
                <c:pt idx="3684">
                  <c:v>08-10-2014</c:v>
                </c:pt>
                <c:pt idx="3685">
                  <c:v>09-10-2014</c:v>
                </c:pt>
                <c:pt idx="3686">
                  <c:v>10-10-2014</c:v>
                </c:pt>
                <c:pt idx="3687">
                  <c:v>13-10-2014</c:v>
                </c:pt>
                <c:pt idx="3688">
                  <c:v>14-10-2014</c:v>
                </c:pt>
                <c:pt idx="3689">
                  <c:v>16-10-2014</c:v>
                </c:pt>
                <c:pt idx="3690">
                  <c:v>17-10-2014</c:v>
                </c:pt>
                <c:pt idx="3691">
                  <c:v>20-10-2014</c:v>
                </c:pt>
                <c:pt idx="3692">
                  <c:v>21-10-2014</c:v>
                </c:pt>
                <c:pt idx="3693">
                  <c:v>22-10-2014</c:v>
                </c:pt>
                <c:pt idx="3694">
                  <c:v>23-10-2014</c:v>
                </c:pt>
                <c:pt idx="3695">
                  <c:v>27-10-2014</c:v>
                </c:pt>
                <c:pt idx="3696">
                  <c:v>28-10-2014</c:v>
                </c:pt>
                <c:pt idx="3697">
                  <c:v>29-10-2014</c:v>
                </c:pt>
                <c:pt idx="3698">
                  <c:v>30-10-2014</c:v>
                </c:pt>
                <c:pt idx="3699">
                  <c:v>31-10-2014</c:v>
                </c:pt>
                <c:pt idx="3700">
                  <c:v>03-11-2014</c:v>
                </c:pt>
                <c:pt idx="3701">
                  <c:v>05-11-2014</c:v>
                </c:pt>
                <c:pt idx="3702">
                  <c:v>07-11-2014</c:v>
                </c:pt>
                <c:pt idx="3703">
                  <c:v>10-11-2014</c:v>
                </c:pt>
                <c:pt idx="3704">
                  <c:v>11-11-2014</c:v>
                </c:pt>
                <c:pt idx="3705">
                  <c:v>12-11-2014</c:v>
                </c:pt>
                <c:pt idx="3706">
                  <c:v>13-11-2014</c:v>
                </c:pt>
                <c:pt idx="3707">
                  <c:v>14-11-2014</c:v>
                </c:pt>
                <c:pt idx="3708">
                  <c:v>17-11-2014</c:v>
                </c:pt>
                <c:pt idx="3709">
                  <c:v>18-11-2014</c:v>
                </c:pt>
                <c:pt idx="3710">
                  <c:v>19-11-2014</c:v>
                </c:pt>
                <c:pt idx="3711">
                  <c:v>20-11-2014</c:v>
                </c:pt>
                <c:pt idx="3712">
                  <c:v>21-11-2014</c:v>
                </c:pt>
                <c:pt idx="3713">
                  <c:v>24-11-2014</c:v>
                </c:pt>
                <c:pt idx="3714">
                  <c:v>25-11-2014</c:v>
                </c:pt>
                <c:pt idx="3715">
                  <c:v>26-11-2014</c:v>
                </c:pt>
                <c:pt idx="3716">
                  <c:v>27-11-2014</c:v>
                </c:pt>
                <c:pt idx="3717">
                  <c:v>28-11-2014</c:v>
                </c:pt>
                <c:pt idx="3718">
                  <c:v>01-12-2014</c:v>
                </c:pt>
                <c:pt idx="3719">
                  <c:v>02-12-2014</c:v>
                </c:pt>
                <c:pt idx="3720">
                  <c:v>03-12-2014</c:v>
                </c:pt>
                <c:pt idx="3721">
                  <c:v>04-12-2014</c:v>
                </c:pt>
                <c:pt idx="3722">
                  <c:v>05-12-2014</c:v>
                </c:pt>
                <c:pt idx="3723">
                  <c:v>08-12-2014</c:v>
                </c:pt>
                <c:pt idx="3724">
                  <c:v>09-12-2014</c:v>
                </c:pt>
                <c:pt idx="3725">
                  <c:v>10-12-2014</c:v>
                </c:pt>
                <c:pt idx="3726">
                  <c:v>11-12-2014</c:v>
                </c:pt>
                <c:pt idx="3727">
                  <c:v>12-12-2014</c:v>
                </c:pt>
                <c:pt idx="3728">
                  <c:v>15-12-2014</c:v>
                </c:pt>
                <c:pt idx="3729">
                  <c:v>16-12-2014</c:v>
                </c:pt>
                <c:pt idx="3730">
                  <c:v>17-12-2014</c:v>
                </c:pt>
                <c:pt idx="3731">
                  <c:v>18-12-2014</c:v>
                </c:pt>
                <c:pt idx="3732">
                  <c:v>19-12-2014</c:v>
                </c:pt>
                <c:pt idx="3733">
                  <c:v>22-12-2014</c:v>
                </c:pt>
                <c:pt idx="3734">
                  <c:v>23-12-2014</c:v>
                </c:pt>
                <c:pt idx="3735">
                  <c:v>24-12-2014</c:v>
                </c:pt>
                <c:pt idx="3736">
                  <c:v>26-12-2014</c:v>
                </c:pt>
                <c:pt idx="3737">
                  <c:v>29-12-2014</c:v>
                </c:pt>
                <c:pt idx="3738">
                  <c:v>30-12-2014</c:v>
                </c:pt>
                <c:pt idx="3739">
                  <c:v>31-12-2014</c:v>
                </c:pt>
                <c:pt idx="3740">
                  <c:v>01-01-2015</c:v>
                </c:pt>
                <c:pt idx="3741">
                  <c:v>02-01-2015</c:v>
                </c:pt>
                <c:pt idx="3742">
                  <c:v>05-01-2015</c:v>
                </c:pt>
                <c:pt idx="3743">
                  <c:v>06-01-2015</c:v>
                </c:pt>
                <c:pt idx="3744">
                  <c:v>07-01-2015</c:v>
                </c:pt>
                <c:pt idx="3745">
                  <c:v>08-01-2015</c:v>
                </c:pt>
                <c:pt idx="3746">
                  <c:v>09-01-2015</c:v>
                </c:pt>
                <c:pt idx="3747">
                  <c:v>12-01-2015</c:v>
                </c:pt>
                <c:pt idx="3748">
                  <c:v>13-01-2015</c:v>
                </c:pt>
                <c:pt idx="3749">
                  <c:v>14-01-2015</c:v>
                </c:pt>
                <c:pt idx="3750">
                  <c:v>15-01-2015</c:v>
                </c:pt>
                <c:pt idx="3751">
                  <c:v>16-01-2015</c:v>
                </c:pt>
                <c:pt idx="3752">
                  <c:v>19-01-2015</c:v>
                </c:pt>
                <c:pt idx="3753">
                  <c:v>20-01-2015</c:v>
                </c:pt>
                <c:pt idx="3754">
                  <c:v>21-01-2015</c:v>
                </c:pt>
                <c:pt idx="3755">
                  <c:v>22-01-2015</c:v>
                </c:pt>
                <c:pt idx="3756">
                  <c:v>23-01-2015</c:v>
                </c:pt>
                <c:pt idx="3757">
                  <c:v>27-01-2015</c:v>
                </c:pt>
                <c:pt idx="3758">
                  <c:v>28-01-2015</c:v>
                </c:pt>
                <c:pt idx="3759">
                  <c:v>29-01-2015</c:v>
                </c:pt>
                <c:pt idx="3760">
                  <c:v>30-01-2015</c:v>
                </c:pt>
                <c:pt idx="3761">
                  <c:v>02-02-2015</c:v>
                </c:pt>
                <c:pt idx="3762">
                  <c:v>03-02-2015</c:v>
                </c:pt>
                <c:pt idx="3763">
                  <c:v>04-02-2015</c:v>
                </c:pt>
                <c:pt idx="3764">
                  <c:v>05-02-2015</c:v>
                </c:pt>
                <c:pt idx="3765">
                  <c:v>06-02-2015</c:v>
                </c:pt>
                <c:pt idx="3766">
                  <c:v>09-02-2015</c:v>
                </c:pt>
                <c:pt idx="3767">
                  <c:v>10-02-2015</c:v>
                </c:pt>
                <c:pt idx="3768">
                  <c:v>11-02-2015</c:v>
                </c:pt>
                <c:pt idx="3769">
                  <c:v>12-02-2015</c:v>
                </c:pt>
                <c:pt idx="3770">
                  <c:v>13-02-2015</c:v>
                </c:pt>
                <c:pt idx="3771">
                  <c:v>16-02-2015</c:v>
                </c:pt>
                <c:pt idx="3772">
                  <c:v>18-02-2015</c:v>
                </c:pt>
                <c:pt idx="3773">
                  <c:v>19-02-2015</c:v>
                </c:pt>
                <c:pt idx="3774">
                  <c:v>20-02-2015</c:v>
                </c:pt>
                <c:pt idx="3775">
                  <c:v>23-02-2015</c:v>
                </c:pt>
                <c:pt idx="3776">
                  <c:v>24-02-2015</c:v>
                </c:pt>
                <c:pt idx="3777">
                  <c:v>25-02-2015</c:v>
                </c:pt>
                <c:pt idx="3778">
                  <c:v>26-02-2015</c:v>
                </c:pt>
                <c:pt idx="3779">
                  <c:v>27-02-2015</c:v>
                </c:pt>
                <c:pt idx="3780">
                  <c:v>28-02-2015</c:v>
                </c:pt>
                <c:pt idx="3781">
                  <c:v>02-03-2015</c:v>
                </c:pt>
                <c:pt idx="3782">
                  <c:v>03-03-2015</c:v>
                </c:pt>
                <c:pt idx="3783">
                  <c:v>04-03-2015</c:v>
                </c:pt>
                <c:pt idx="3784">
                  <c:v>05-03-2015</c:v>
                </c:pt>
                <c:pt idx="3785">
                  <c:v>09-03-2015</c:v>
                </c:pt>
                <c:pt idx="3786">
                  <c:v>10-03-2015</c:v>
                </c:pt>
                <c:pt idx="3787">
                  <c:v>11-03-2015</c:v>
                </c:pt>
                <c:pt idx="3788">
                  <c:v>12-03-2015</c:v>
                </c:pt>
                <c:pt idx="3789">
                  <c:v>13-03-2015</c:v>
                </c:pt>
                <c:pt idx="3790">
                  <c:v>16-03-2015</c:v>
                </c:pt>
                <c:pt idx="3791">
                  <c:v>17-03-2015</c:v>
                </c:pt>
                <c:pt idx="3792">
                  <c:v>18-03-2015</c:v>
                </c:pt>
                <c:pt idx="3793">
                  <c:v>19-03-2015</c:v>
                </c:pt>
                <c:pt idx="3794">
                  <c:v>20-03-2015</c:v>
                </c:pt>
                <c:pt idx="3795">
                  <c:v>23-03-2015</c:v>
                </c:pt>
                <c:pt idx="3796">
                  <c:v>24-03-2015</c:v>
                </c:pt>
                <c:pt idx="3797">
                  <c:v>25-03-2015</c:v>
                </c:pt>
                <c:pt idx="3798">
                  <c:v>26-03-2015</c:v>
                </c:pt>
                <c:pt idx="3799">
                  <c:v>27-03-2015</c:v>
                </c:pt>
                <c:pt idx="3800">
                  <c:v>30-03-2015</c:v>
                </c:pt>
                <c:pt idx="3801">
                  <c:v>31-03-2015</c:v>
                </c:pt>
                <c:pt idx="3802">
                  <c:v>01-04-2015</c:v>
                </c:pt>
                <c:pt idx="3803">
                  <c:v>06-04-2015</c:v>
                </c:pt>
                <c:pt idx="3804">
                  <c:v>07-04-2015</c:v>
                </c:pt>
                <c:pt idx="3805">
                  <c:v>08-04-2015</c:v>
                </c:pt>
                <c:pt idx="3806">
                  <c:v>09-04-2015</c:v>
                </c:pt>
                <c:pt idx="3807">
                  <c:v>10-04-2015</c:v>
                </c:pt>
                <c:pt idx="3808">
                  <c:v>13-04-2015</c:v>
                </c:pt>
                <c:pt idx="3809">
                  <c:v>15-04-2015</c:v>
                </c:pt>
                <c:pt idx="3810">
                  <c:v>16-04-2015</c:v>
                </c:pt>
                <c:pt idx="3811">
                  <c:v>17-04-2015</c:v>
                </c:pt>
                <c:pt idx="3812">
                  <c:v>20-04-2015</c:v>
                </c:pt>
                <c:pt idx="3813">
                  <c:v>21-04-2015</c:v>
                </c:pt>
                <c:pt idx="3814">
                  <c:v>22-04-2015</c:v>
                </c:pt>
                <c:pt idx="3815">
                  <c:v>23-04-2015</c:v>
                </c:pt>
                <c:pt idx="3816">
                  <c:v>24-04-2015</c:v>
                </c:pt>
                <c:pt idx="3817">
                  <c:v>27-04-2015</c:v>
                </c:pt>
                <c:pt idx="3818">
                  <c:v>28-04-2015</c:v>
                </c:pt>
                <c:pt idx="3819">
                  <c:v>29-04-2015</c:v>
                </c:pt>
                <c:pt idx="3820">
                  <c:v>30-04-2015</c:v>
                </c:pt>
                <c:pt idx="3821">
                  <c:v>04-05-2015</c:v>
                </c:pt>
                <c:pt idx="3822">
                  <c:v>05-05-2015</c:v>
                </c:pt>
                <c:pt idx="3823">
                  <c:v>06-05-2015</c:v>
                </c:pt>
                <c:pt idx="3824">
                  <c:v>07-05-2015</c:v>
                </c:pt>
                <c:pt idx="3825">
                  <c:v>08-05-2015</c:v>
                </c:pt>
                <c:pt idx="3826">
                  <c:v>11-05-2015</c:v>
                </c:pt>
                <c:pt idx="3827">
                  <c:v>12-05-2015</c:v>
                </c:pt>
                <c:pt idx="3828">
                  <c:v>13-05-2015</c:v>
                </c:pt>
                <c:pt idx="3829">
                  <c:v>14-05-2015</c:v>
                </c:pt>
                <c:pt idx="3830">
                  <c:v>15-05-2015</c:v>
                </c:pt>
                <c:pt idx="3831">
                  <c:v>18-05-2015</c:v>
                </c:pt>
                <c:pt idx="3832">
                  <c:v>19-05-2015</c:v>
                </c:pt>
                <c:pt idx="3833">
                  <c:v>20-05-2015</c:v>
                </c:pt>
                <c:pt idx="3834">
                  <c:v>21-05-2015</c:v>
                </c:pt>
                <c:pt idx="3835">
                  <c:v>22-05-2015</c:v>
                </c:pt>
                <c:pt idx="3836">
                  <c:v>25-05-2015</c:v>
                </c:pt>
                <c:pt idx="3837">
                  <c:v>26-05-2015</c:v>
                </c:pt>
                <c:pt idx="3838">
                  <c:v>27-05-2015</c:v>
                </c:pt>
                <c:pt idx="3839">
                  <c:v>28-05-2015</c:v>
                </c:pt>
                <c:pt idx="3840">
                  <c:v>29-05-2015</c:v>
                </c:pt>
                <c:pt idx="3841">
                  <c:v>01-06-2015</c:v>
                </c:pt>
                <c:pt idx="3842">
                  <c:v>02-06-2015</c:v>
                </c:pt>
                <c:pt idx="3843">
                  <c:v>03-06-2015</c:v>
                </c:pt>
                <c:pt idx="3844">
                  <c:v>04-06-2015</c:v>
                </c:pt>
                <c:pt idx="3845">
                  <c:v>05-06-2015</c:v>
                </c:pt>
                <c:pt idx="3846">
                  <c:v>08-06-2015</c:v>
                </c:pt>
                <c:pt idx="3847">
                  <c:v>09-06-2015</c:v>
                </c:pt>
                <c:pt idx="3848">
                  <c:v>10-06-2015</c:v>
                </c:pt>
                <c:pt idx="3849">
                  <c:v>11-06-2015</c:v>
                </c:pt>
                <c:pt idx="3850">
                  <c:v>12-06-2015</c:v>
                </c:pt>
                <c:pt idx="3851">
                  <c:v>15-06-2015</c:v>
                </c:pt>
                <c:pt idx="3852">
                  <c:v>16-06-2015</c:v>
                </c:pt>
                <c:pt idx="3853">
                  <c:v>17-06-2015</c:v>
                </c:pt>
                <c:pt idx="3854">
                  <c:v>18-06-2015</c:v>
                </c:pt>
                <c:pt idx="3855">
                  <c:v>19-06-2015</c:v>
                </c:pt>
                <c:pt idx="3856">
                  <c:v>22-06-2015</c:v>
                </c:pt>
                <c:pt idx="3857">
                  <c:v>23-06-2015</c:v>
                </c:pt>
                <c:pt idx="3858">
                  <c:v>24-06-2015</c:v>
                </c:pt>
                <c:pt idx="3859">
                  <c:v>25-06-2015</c:v>
                </c:pt>
                <c:pt idx="3860">
                  <c:v>26-06-2015</c:v>
                </c:pt>
                <c:pt idx="3861">
                  <c:v>29-06-2015</c:v>
                </c:pt>
                <c:pt idx="3862">
                  <c:v>30-06-2015</c:v>
                </c:pt>
                <c:pt idx="3863">
                  <c:v>01-07-2015</c:v>
                </c:pt>
                <c:pt idx="3864">
                  <c:v>02-07-2015</c:v>
                </c:pt>
                <c:pt idx="3865">
                  <c:v>03-07-2015</c:v>
                </c:pt>
                <c:pt idx="3866">
                  <c:v>06-07-2015</c:v>
                </c:pt>
                <c:pt idx="3867">
                  <c:v>07-07-2015</c:v>
                </c:pt>
                <c:pt idx="3868">
                  <c:v>08-07-2015</c:v>
                </c:pt>
                <c:pt idx="3869">
                  <c:v>09-07-2015</c:v>
                </c:pt>
                <c:pt idx="3870">
                  <c:v>10-07-2015</c:v>
                </c:pt>
                <c:pt idx="3871">
                  <c:v>13-07-2015</c:v>
                </c:pt>
                <c:pt idx="3872">
                  <c:v>14-07-2015</c:v>
                </c:pt>
                <c:pt idx="3873">
                  <c:v>15-07-2015</c:v>
                </c:pt>
                <c:pt idx="3874">
                  <c:v>16-07-2015</c:v>
                </c:pt>
                <c:pt idx="3875">
                  <c:v>17-07-2015</c:v>
                </c:pt>
                <c:pt idx="3876">
                  <c:v>20-07-2015</c:v>
                </c:pt>
                <c:pt idx="3877">
                  <c:v>21-07-2015</c:v>
                </c:pt>
                <c:pt idx="3878">
                  <c:v>22-07-2015</c:v>
                </c:pt>
                <c:pt idx="3879">
                  <c:v>23-07-2015</c:v>
                </c:pt>
                <c:pt idx="3880">
                  <c:v>24-07-2015</c:v>
                </c:pt>
                <c:pt idx="3881">
                  <c:v>27-07-2015</c:v>
                </c:pt>
                <c:pt idx="3882">
                  <c:v>28-07-2015</c:v>
                </c:pt>
                <c:pt idx="3883">
                  <c:v>29-07-2015</c:v>
                </c:pt>
                <c:pt idx="3884">
                  <c:v>30-07-2015</c:v>
                </c:pt>
                <c:pt idx="3885">
                  <c:v>31-07-2015</c:v>
                </c:pt>
                <c:pt idx="3886">
                  <c:v>03-08-2015</c:v>
                </c:pt>
                <c:pt idx="3887">
                  <c:v>04-08-2015</c:v>
                </c:pt>
                <c:pt idx="3888">
                  <c:v>05-08-2015</c:v>
                </c:pt>
                <c:pt idx="3889">
                  <c:v>06-08-2015</c:v>
                </c:pt>
                <c:pt idx="3890">
                  <c:v>07-08-2015</c:v>
                </c:pt>
                <c:pt idx="3891">
                  <c:v>10-08-2015</c:v>
                </c:pt>
                <c:pt idx="3892">
                  <c:v>11-08-2015</c:v>
                </c:pt>
                <c:pt idx="3893">
                  <c:v>12-08-2015</c:v>
                </c:pt>
                <c:pt idx="3894">
                  <c:v>13-08-2015</c:v>
                </c:pt>
                <c:pt idx="3895">
                  <c:v>14-08-2015</c:v>
                </c:pt>
                <c:pt idx="3896">
                  <c:v>17-08-2015</c:v>
                </c:pt>
                <c:pt idx="3897">
                  <c:v>18-08-2015</c:v>
                </c:pt>
                <c:pt idx="3898">
                  <c:v>19-08-2015</c:v>
                </c:pt>
                <c:pt idx="3899">
                  <c:v>20-08-2015</c:v>
                </c:pt>
                <c:pt idx="3900">
                  <c:v>21-08-2015</c:v>
                </c:pt>
                <c:pt idx="3901">
                  <c:v>24-08-2015</c:v>
                </c:pt>
                <c:pt idx="3902">
                  <c:v>25-08-2015</c:v>
                </c:pt>
                <c:pt idx="3903">
                  <c:v>26-08-2015</c:v>
                </c:pt>
                <c:pt idx="3904">
                  <c:v>27-08-2015</c:v>
                </c:pt>
                <c:pt idx="3905">
                  <c:v>28-08-2015</c:v>
                </c:pt>
                <c:pt idx="3906">
                  <c:v>31-08-2015</c:v>
                </c:pt>
                <c:pt idx="3907">
                  <c:v>01-09-2015</c:v>
                </c:pt>
                <c:pt idx="3908">
                  <c:v>02-09-2015</c:v>
                </c:pt>
                <c:pt idx="3909">
                  <c:v>03-09-2015</c:v>
                </c:pt>
                <c:pt idx="3910">
                  <c:v>04-09-2015</c:v>
                </c:pt>
                <c:pt idx="3911">
                  <c:v>07-09-2015</c:v>
                </c:pt>
                <c:pt idx="3912">
                  <c:v>08-09-2015</c:v>
                </c:pt>
                <c:pt idx="3913">
                  <c:v>09-09-2015</c:v>
                </c:pt>
                <c:pt idx="3914">
                  <c:v>10-09-2015</c:v>
                </c:pt>
                <c:pt idx="3915">
                  <c:v>11-09-2015</c:v>
                </c:pt>
                <c:pt idx="3916">
                  <c:v>14-09-2015</c:v>
                </c:pt>
                <c:pt idx="3917">
                  <c:v>15-09-2015</c:v>
                </c:pt>
                <c:pt idx="3918">
                  <c:v>16-09-2015</c:v>
                </c:pt>
                <c:pt idx="3919">
                  <c:v>18-09-2015</c:v>
                </c:pt>
                <c:pt idx="3920">
                  <c:v>21-09-2015</c:v>
                </c:pt>
                <c:pt idx="3921">
                  <c:v>22-09-2015</c:v>
                </c:pt>
                <c:pt idx="3922">
                  <c:v>23-09-2015</c:v>
                </c:pt>
                <c:pt idx="3923">
                  <c:v>24-09-2015</c:v>
                </c:pt>
                <c:pt idx="3924">
                  <c:v>28-09-2015</c:v>
                </c:pt>
                <c:pt idx="3925">
                  <c:v>29-09-2015</c:v>
                </c:pt>
                <c:pt idx="3926">
                  <c:v>30-09-2015</c:v>
                </c:pt>
                <c:pt idx="3927">
                  <c:v>01-10-2015</c:v>
                </c:pt>
                <c:pt idx="3928">
                  <c:v>05-10-2015</c:v>
                </c:pt>
                <c:pt idx="3929">
                  <c:v>06-10-2015</c:v>
                </c:pt>
                <c:pt idx="3930">
                  <c:v>07-10-2015</c:v>
                </c:pt>
                <c:pt idx="3931">
                  <c:v>08-10-2015</c:v>
                </c:pt>
                <c:pt idx="3932">
                  <c:v>09-10-2015</c:v>
                </c:pt>
                <c:pt idx="3933">
                  <c:v>12-10-2015</c:v>
                </c:pt>
                <c:pt idx="3934">
                  <c:v>13-10-2015</c:v>
                </c:pt>
                <c:pt idx="3935">
                  <c:v>14-10-2015</c:v>
                </c:pt>
                <c:pt idx="3936">
                  <c:v>15-10-2015</c:v>
                </c:pt>
                <c:pt idx="3937">
                  <c:v>16-10-2015</c:v>
                </c:pt>
                <c:pt idx="3938">
                  <c:v>19-10-2015</c:v>
                </c:pt>
                <c:pt idx="3939">
                  <c:v>20-10-2015</c:v>
                </c:pt>
                <c:pt idx="3940">
                  <c:v>21-10-2015</c:v>
                </c:pt>
                <c:pt idx="3941">
                  <c:v>23-10-2015</c:v>
                </c:pt>
                <c:pt idx="3942">
                  <c:v>26-10-2015</c:v>
                </c:pt>
                <c:pt idx="3943">
                  <c:v>27-10-2015</c:v>
                </c:pt>
                <c:pt idx="3944">
                  <c:v>28-10-2015</c:v>
                </c:pt>
                <c:pt idx="3945">
                  <c:v>29-10-2015</c:v>
                </c:pt>
                <c:pt idx="3946">
                  <c:v>30-10-2015</c:v>
                </c:pt>
                <c:pt idx="3947">
                  <c:v>02-11-2015</c:v>
                </c:pt>
                <c:pt idx="3948">
                  <c:v>03-11-2015</c:v>
                </c:pt>
                <c:pt idx="3949">
                  <c:v>04-11-2015</c:v>
                </c:pt>
                <c:pt idx="3950">
                  <c:v>05-11-2015</c:v>
                </c:pt>
                <c:pt idx="3951">
                  <c:v>06-11-2015</c:v>
                </c:pt>
                <c:pt idx="3952">
                  <c:v>09-11-2015</c:v>
                </c:pt>
                <c:pt idx="3953">
                  <c:v>10-11-2015</c:v>
                </c:pt>
                <c:pt idx="3954">
                  <c:v>11-11-2015</c:v>
                </c:pt>
                <c:pt idx="3955">
                  <c:v>13-11-2015</c:v>
                </c:pt>
                <c:pt idx="3956">
                  <c:v>16-11-2015</c:v>
                </c:pt>
                <c:pt idx="3957">
                  <c:v>17-11-2015</c:v>
                </c:pt>
                <c:pt idx="3958">
                  <c:v>18-11-2015</c:v>
                </c:pt>
                <c:pt idx="3959">
                  <c:v>19-11-2015</c:v>
                </c:pt>
                <c:pt idx="3960">
                  <c:v>20-11-2015</c:v>
                </c:pt>
                <c:pt idx="3961">
                  <c:v>23-11-2015</c:v>
                </c:pt>
                <c:pt idx="3962">
                  <c:v>24-11-2015</c:v>
                </c:pt>
                <c:pt idx="3963">
                  <c:v>26-11-2015</c:v>
                </c:pt>
                <c:pt idx="3964">
                  <c:v>27-11-2015</c:v>
                </c:pt>
                <c:pt idx="3965">
                  <c:v>30-11-2015</c:v>
                </c:pt>
                <c:pt idx="3966">
                  <c:v>01-12-2015</c:v>
                </c:pt>
                <c:pt idx="3967">
                  <c:v>02-12-2015</c:v>
                </c:pt>
                <c:pt idx="3968">
                  <c:v>03-12-2015</c:v>
                </c:pt>
                <c:pt idx="3969">
                  <c:v>04-12-2015</c:v>
                </c:pt>
                <c:pt idx="3970">
                  <c:v>07-12-2015</c:v>
                </c:pt>
                <c:pt idx="3971">
                  <c:v>08-12-2015</c:v>
                </c:pt>
                <c:pt idx="3972">
                  <c:v>09-12-2015</c:v>
                </c:pt>
                <c:pt idx="3973">
                  <c:v>10-12-2015</c:v>
                </c:pt>
                <c:pt idx="3974">
                  <c:v>11-12-2015</c:v>
                </c:pt>
                <c:pt idx="3975">
                  <c:v>14-12-2015</c:v>
                </c:pt>
                <c:pt idx="3976">
                  <c:v>15-12-2015</c:v>
                </c:pt>
                <c:pt idx="3977">
                  <c:v>16-12-2015</c:v>
                </c:pt>
                <c:pt idx="3978">
                  <c:v>17-12-2015</c:v>
                </c:pt>
                <c:pt idx="3979">
                  <c:v>18-12-2015</c:v>
                </c:pt>
                <c:pt idx="3980">
                  <c:v>21-12-2015</c:v>
                </c:pt>
                <c:pt idx="3981">
                  <c:v>22-12-2015</c:v>
                </c:pt>
                <c:pt idx="3982">
                  <c:v>23-12-2015</c:v>
                </c:pt>
                <c:pt idx="3983">
                  <c:v>24-12-2015</c:v>
                </c:pt>
                <c:pt idx="3984">
                  <c:v>28-12-2015</c:v>
                </c:pt>
                <c:pt idx="3985">
                  <c:v>29-12-2015</c:v>
                </c:pt>
                <c:pt idx="3986">
                  <c:v>30-12-2015</c:v>
                </c:pt>
                <c:pt idx="3987">
                  <c:v>31-12-2015</c:v>
                </c:pt>
                <c:pt idx="3988">
                  <c:v>01-01-2016</c:v>
                </c:pt>
                <c:pt idx="3989">
                  <c:v>04-01-2016</c:v>
                </c:pt>
                <c:pt idx="3990">
                  <c:v>05-01-2016</c:v>
                </c:pt>
                <c:pt idx="3991">
                  <c:v>06-01-2016</c:v>
                </c:pt>
                <c:pt idx="3992">
                  <c:v>07-01-2016</c:v>
                </c:pt>
                <c:pt idx="3993">
                  <c:v>08-01-2016</c:v>
                </c:pt>
                <c:pt idx="3994">
                  <c:v>11-01-2016</c:v>
                </c:pt>
                <c:pt idx="3995">
                  <c:v>12-01-2016</c:v>
                </c:pt>
                <c:pt idx="3996">
                  <c:v>13-01-2016</c:v>
                </c:pt>
                <c:pt idx="3997">
                  <c:v>14-01-2016</c:v>
                </c:pt>
                <c:pt idx="3998">
                  <c:v>15-01-2016</c:v>
                </c:pt>
                <c:pt idx="3999">
                  <c:v>18-01-2016</c:v>
                </c:pt>
                <c:pt idx="4000">
                  <c:v>19-01-2016</c:v>
                </c:pt>
                <c:pt idx="4001">
                  <c:v>20-01-2016</c:v>
                </c:pt>
                <c:pt idx="4002">
                  <c:v>21-01-2016</c:v>
                </c:pt>
                <c:pt idx="4003">
                  <c:v>22-01-2016</c:v>
                </c:pt>
                <c:pt idx="4004">
                  <c:v>25-01-2016</c:v>
                </c:pt>
                <c:pt idx="4005">
                  <c:v>27-01-2016</c:v>
                </c:pt>
                <c:pt idx="4006">
                  <c:v>28-01-2016</c:v>
                </c:pt>
                <c:pt idx="4007">
                  <c:v>29-01-2016</c:v>
                </c:pt>
                <c:pt idx="4008">
                  <c:v>01-02-2016</c:v>
                </c:pt>
                <c:pt idx="4009">
                  <c:v>02-02-2016</c:v>
                </c:pt>
                <c:pt idx="4010">
                  <c:v>03-02-2016</c:v>
                </c:pt>
                <c:pt idx="4011">
                  <c:v>04-02-2016</c:v>
                </c:pt>
                <c:pt idx="4012">
                  <c:v>05-02-2016</c:v>
                </c:pt>
                <c:pt idx="4013">
                  <c:v>08-02-2016</c:v>
                </c:pt>
                <c:pt idx="4014">
                  <c:v>09-02-2016</c:v>
                </c:pt>
                <c:pt idx="4015">
                  <c:v>10-02-2016</c:v>
                </c:pt>
                <c:pt idx="4016">
                  <c:v>11-02-2016</c:v>
                </c:pt>
                <c:pt idx="4017">
                  <c:v>12-02-2016</c:v>
                </c:pt>
                <c:pt idx="4018">
                  <c:v>15-02-2016</c:v>
                </c:pt>
                <c:pt idx="4019">
                  <c:v>16-02-2016</c:v>
                </c:pt>
                <c:pt idx="4020">
                  <c:v>17-02-2016</c:v>
                </c:pt>
                <c:pt idx="4021">
                  <c:v>18-02-2016</c:v>
                </c:pt>
                <c:pt idx="4022">
                  <c:v>19-02-2016</c:v>
                </c:pt>
                <c:pt idx="4023">
                  <c:v>22-02-2016</c:v>
                </c:pt>
                <c:pt idx="4024">
                  <c:v>23-02-2016</c:v>
                </c:pt>
                <c:pt idx="4025">
                  <c:v>24-02-2016</c:v>
                </c:pt>
                <c:pt idx="4026">
                  <c:v>25-02-2016</c:v>
                </c:pt>
                <c:pt idx="4027">
                  <c:v>26-02-2016</c:v>
                </c:pt>
                <c:pt idx="4028">
                  <c:v>29-02-2016</c:v>
                </c:pt>
                <c:pt idx="4029">
                  <c:v>01-03-2016</c:v>
                </c:pt>
                <c:pt idx="4030">
                  <c:v>02-03-2016</c:v>
                </c:pt>
                <c:pt idx="4031">
                  <c:v>03-03-2016</c:v>
                </c:pt>
                <c:pt idx="4032">
                  <c:v>04-03-2016</c:v>
                </c:pt>
                <c:pt idx="4033">
                  <c:v>08-03-2016</c:v>
                </c:pt>
                <c:pt idx="4034">
                  <c:v>09-03-2016</c:v>
                </c:pt>
                <c:pt idx="4035">
                  <c:v>10-03-2016</c:v>
                </c:pt>
                <c:pt idx="4036">
                  <c:v>11-03-2016</c:v>
                </c:pt>
                <c:pt idx="4037">
                  <c:v>14-03-2016</c:v>
                </c:pt>
                <c:pt idx="4038">
                  <c:v>15-03-2016</c:v>
                </c:pt>
                <c:pt idx="4039">
                  <c:v>16-03-2016</c:v>
                </c:pt>
                <c:pt idx="4040">
                  <c:v>17-03-2016</c:v>
                </c:pt>
                <c:pt idx="4041">
                  <c:v>18-03-2016</c:v>
                </c:pt>
                <c:pt idx="4042">
                  <c:v>21-03-2016</c:v>
                </c:pt>
                <c:pt idx="4043">
                  <c:v>22-03-2016</c:v>
                </c:pt>
                <c:pt idx="4044">
                  <c:v>23-03-2016</c:v>
                </c:pt>
                <c:pt idx="4045">
                  <c:v>28-03-2016</c:v>
                </c:pt>
                <c:pt idx="4046">
                  <c:v>29-03-2016</c:v>
                </c:pt>
                <c:pt idx="4047">
                  <c:v>30-03-2016</c:v>
                </c:pt>
                <c:pt idx="4048">
                  <c:v>31-03-2016</c:v>
                </c:pt>
                <c:pt idx="4049">
                  <c:v>01-04-2016</c:v>
                </c:pt>
                <c:pt idx="4050">
                  <c:v>04-04-2016</c:v>
                </c:pt>
                <c:pt idx="4051">
                  <c:v>05-04-2016</c:v>
                </c:pt>
                <c:pt idx="4052">
                  <c:v>06-04-2016</c:v>
                </c:pt>
                <c:pt idx="4053">
                  <c:v>07-04-2016</c:v>
                </c:pt>
                <c:pt idx="4054">
                  <c:v>08-04-2016</c:v>
                </c:pt>
                <c:pt idx="4055">
                  <c:v>11-04-2016</c:v>
                </c:pt>
                <c:pt idx="4056">
                  <c:v>12-04-2016</c:v>
                </c:pt>
                <c:pt idx="4057">
                  <c:v>13-04-2016</c:v>
                </c:pt>
                <c:pt idx="4058">
                  <c:v>18-04-2016</c:v>
                </c:pt>
                <c:pt idx="4059">
                  <c:v>20-04-2016</c:v>
                </c:pt>
                <c:pt idx="4060">
                  <c:v>21-04-2016</c:v>
                </c:pt>
                <c:pt idx="4061">
                  <c:v>22-04-2016</c:v>
                </c:pt>
                <c:pt idx="4062">
                  <c:v>25-04-2016</c:v>
                </c:pt>
                <c:pt idx="4063">
                  <c:v>26-04-2016</c:v>
                </c:pt>
                <c:pt idx="4064">
                  <c:v>27-04-2016</c:v>
                </c:pt>
                <c:pt idx="4065">
                  <c:v>28-04-2016</c:v>
                </c:pt>
                <c:pt idx="4066">
                  <c:v>29-04-2016</c:v>
                </c:pt>
                <c:pt idx="4067">
                  <c:v>02-05-2016</c:v>
                </c:pt>
                <c:pt idx="4068">
                  <c:v>03-05-2016</c:v>
                </c:pt>
                <c:pt idx="4069">
                  <c:v>04-05-2016</c:v>
                </c:pt>
                <c:pt idx="4070">
                  <c:v>05-05-2016</c:v>
                </c:pt>
                <c:pt idx="4071">
                  <c:v>06-05-2016</c:v>
                </c:pt>
                <c:pt idx="4072">
                  <c:v>09-05-2016</c:v>
                </c:pt>
                <c:pt idx="4073">
                  <c:v>10-05-2016</c:v>
                </c:pt>
                <c:pt idx="4074">
                  <c:v>11-05-2016</c:v>
                </c:pt>
                <c:pt idx="4075">
                  <c:v>12-05-2016</c:v>
                </c:pt>
                <c:pt idx="4076">
                  <c:v>13-05-2016</c:v>
                </c:pt>
                <c:pt idx="4077">
                  <c:v>16-05-2016</c:v>
                </c:pt>
                <c:pt idx="4078">
                  <c:v>17-05-2016</c:v>
                </c:pt>
                <c:pt idx="4079">
                  <c:v>18-05-2016</c:v>
                </c:pt>
                <c:pt idx="4080">
                  <c:v>19-05-2016</c:v>
                </c:pt>
                <c:pt idx="4081">
                  <c:v>20-05-2016</c:v>
                </c:pt>
                <c:pt idx="4082">
                  <c:v>23-05-2016</c:v>
                </c:pt>
                <c:pt idx="4083">
                  <c:v>24-05-2016</c:v>
                </c:pt>
                <c:pt idx="4084">
                  <c:v>25-05-2016</c:v>
                </c:pt>
                <c:pt idx="4085">
                  <c:v>26-05-2016</c:v>
                </c:pt>
                <c:pt idx="4086">
                  <c:v>27-05-2016</c:v>
                </c:pt>
                <c:pt idx="4087">
                  <c:v>30-05-2016</c:v>
                </c:pt>
                <c:pt idx="4088">
                  <c:v>31-05-2016</c:v>
                </c:pt>
                <c:pt idx="4089">
                  <c:v>01-06-2016</c:v>
                </c:pt>
                <c:pt idx="4090">
                  <c:v>02-06-2016</c:v>
                </c:pt>
                <c:pt idx="4091">
                  <c:v>03-06-2016</c:v>
                </c:pt>
                <c:pt idx="4092">
                  <c:v>06-06-2016</c:v>
                </c:pt>
                <c:pt idx="4093">
                  <c:v>07-06-2016</c:v>
                </c:pt>
                <c:pt idx="4094">
                  <c:v>08-06-2016</c:v>
                </c:pt>
                <c:pt idx="4095">
                  <c:v>09-06-2016</c:v>
                </c:pt>
                <c:pt idx="4096">
                  <c:v>10-06-2016</c:v>
                </c:pt>
                <c:pt idx="4097">
                  <c:v>13-06-2016</c:v>
                </c:pt>
                <c:pt idx="4098">
                  <c:v>14-06-2016</c:v>
                </c:pt>
                <c:pt idx="4099">
                  <c:v>15-06-2016</c:v>
                </c:pt>
                <c:pt idx="4100">
                  <c:v>16-06-2016</c:v>
                </c:pt>
                <c:pt idx="4101">
                  <c:v>17-06-2016</c:v>
                </c:pt>
                <c:pt idx="4102">
                  <c:v>20-06-2016</c:v>
                </c:pt>
                <c:pt idx="4103">
                  <c:v>21-06-2016</c:v>
                </c:pt>
                <c:pt idx="4104">
                  <c:v>22-06-2016</c:v>
                </c:pt>
                <c:pt idx="4105">
                  <c:v>23-06-2016</c:v>
                </c:pt>
                <c:pt idx="4106">
                  <c:v>24-06-2016</c:v>
                </c:pt>
                <c:pt idx="4107">
                  <c:v>27-06-2016</c:v>
                </c:pt>
                <c:pt idx="4108">
                  <c:v>28-06-2016</c:v>
                </c:pt>
                <c:pt idx="4109">
                  <c:v>29-06-2016</c:v>
                </c:pt>
                <c:pt idx="4110">
                  <c:v>30-06-2016</c:v>
                </c:pt>
                <c:pt idx="4111">
                  <c:v>01-07-2016</c:v>
                </c:pt>
                <c:pt idx="4112">
                  <c:v>04-07-2016</c:v>
                </c:pt>
                <c:pt idx="4113">
                  <c:v>05-07-2016</c:v>
                </c:pt>
                <c:pt idx="4114">
                  <c:v>07-07-2016</c:v>
                </c:pt>
                <c:pt idx="4115">
                  <c:v>08-07-2016</c:v>
                </c:pt>
                <c:pt idx="4116">
                  <c:v>11-07-2016</c:v>
                </c:pt>
                <c:pt idx="4117">
                  <c:v>12-07-2016</c:v>
                </c:pt>
                <c:pt idx="4118">
                  <c:v>13-07-2016</c:v>
                </c:pt>
                <c:pt idx="4119">
                  <c:v>14-07-2016</c:v>
                </c:pt>
                <c:pt idx="4120">
                  <c:v>15-07-2016</c:v>
                </c:pt>
                <c:pt idx="4121">
                  <c:v>18-07-2016</c:v>
                </c:pt>
                <c:pt idx="4122">
                  <c:v>19-07-2016</c:v>
                </c:pt>
                <c:pt idx="4123">
                  <c:v>20-07-2016</c:v>
                </c:pt>
                <c:pt idx="4124">
                  <c:v>21-07-2016</c:v>
                </c:pt>
                <c:pt idx="4125">
                  <c:v>22-07-2016</c:v>
                </c:pt>
                <c:pt idx="4126">
                  <c:v>25-07-2016</c:v>
                </c:pt>
                <c:pt idx="4127">
                  <c:v>26-07-2016</c:v>
                </c:pt>
                <c:pt idx="4128">
                  <c:v>27-07-2016</c:v>
                </c:pt>
                <c:pt idx="4129">
                  <c:v>28-07-2016</c:v>
                </c:pt>
                <c:pt idx="4130">
                  <c:v>29-07-2016</c:v>
                </c:pt>
                <c:pt idx="4131">
                  <c:v>01-08-2016</c:v>
                </c:pt>
                <c:pt idx="4132">
                  <c:v>02-08-2016</c:v>
                </c:pt>
                <c:pt idx="4133">
                  <c:v>03-08-2016</c:v>
                </c:pt>
                <c:pt idx="4134">
                  <c:v>04-08-2016</c:v>
                </c:pt>
                <c:pt idx="4135">
                  <c:v>05-08-2016</c:v>
                </c:pt>
                <c:pt idx="4136">
                  <c:v>08-08-2016</c:v>
                </c:pt>
                <c:pt idx="4137">
                  <c:v>09-08-2016</c:v>
                </c:pt>
                <c:pt idx="4138">
                  <c:v>10-08-2016</c:v>
                </c:pt>
                <c:pt idx="4139">
                  <c:v>11-08-2016</c:v>
                </c:pt>
                <c:pt idx="4140">
                  <c:v>12-08-2016</c:v>
                </c:pt>
                <c:pt idx="4141">
                  <c:v>16-08-2016</c:v>
                </c:pt>
                <c:pt idx="4142">
                  <c:v>17-08-2016</c:v>
                </c:pt>
                <c:pt idx="4143">
                  <c:v>18-08-2016</c:v>
                </c:pt>
                <c:pt idx="4144">
                  <c:v>19-08-2016</c:v>
                </c:pt>
                <c:pt idx="4145">
                  <c:v>22-08-2016</c:v>
                </c:pt>
                <c:pt idx="4146">
                  <c:v>23-08-2016</c:v>
                </c:pt>
                <c:pt idx="4147">
                  <c:v>24-08-2016</c:v>
                </c:pt>
                <c:pt idx="4148">
                  <c:v>25-08-2016</c:v>
                </c:pt>
                <c:pt idx="4149">
                  <c:v>26-08-2016</c:v>
                </c:pt>
                <c:pt idx="4150">
                  <c:v>29-08-2016</c:v>
                </c:pt>
                <c:pt idx="4151">
                  <c:v>30-08-2016</c:v>
                </c:pt>
                <c:pt idx="4152">
                  <c:v>31-08-2016</c:v>
                </c:pt>
                <c:pt idx="4153">
                  <c:v>01-09-2016</c:v>
                </c:pt>
                <c:pt idx="4154">
                  <c:v>02-09-2016</c:v>
                </c:pt>
                <c:pt idx="4155">
                  <c:v>06-09-2016</c:v>
                </c:pt>
                <c:pt idx="4156">
                  <c:v>07-09-2016</c:v>
                </c:pt>
                <c:pt idx="4157">
                  <c:v>08-09-2016</c:v>
                </c:pt>
                <c:pt idx="4158">
                  <c:v>09-09-2016</c:v>
                </c:pt>
                <c:pt idx="4159">
                  <c:v>12-09-2016</c:v>
                </c:pt>
                <c:pt idx="4160">
                  <c:v>14-09-2016</c:v>
                </c:pt>
                <c:pt idx="4161">
                  <c:v>15-09-2016</c:v>
                </c:pt>
                <c:pt idx="4162">
                  <c:v>16-09-2016</c:v>
                </c:pt>
                <c:pt idx="4163">
                  <c:v>19-09-2016</c:v>
                </c:pt>
                <c:pt idx="4164">
                  <c:v>20-09-2016</c:v>
                </c:pt>
                <c:pt idx="4165">
                  <c:v>21-09-2016</c:v>
                </c:pt>
                <c:pt idx="4166">
                  <c:v>22-09-2016</c:v>
                </c:pt>
                <c:pt idx="4167">
                  <c:v>23-09-2016</c:v>
                </c:pt>
                <c:pt idx="4168">
                  <c:v>26-09-2016</c:v>
                </c:pt>
                <c:pt idx="4169">
                  <c:v>27-09-2016</c:v>
                </c:pt>
                <c:pt idx="4170">
                  <c:v>28-09-2016</c:v>
                </c:pt>
                <c:pt idx="4171">
                  <c:v>29-09-2016</c:v>
                </c:pt>
                <c:pt idx="4172">
                  <c:v>30-09-2016</c:v>
                </c:pt>
                <c:pt idx="4173">
                  <c:v>03-10-2016</c:v>
                </c:pt>
                <c:pt idx="4174">
                  <c:v>04-10-2016</c:v>
                </c:pt>
                <c:pt idx="4175">
                  <c:v>05-10-2016</c:v>
                </c:pt>
                <c:pt idx="4176">
                  <c:v>06-10-2016</c:v>
                </c:pt>
                <c:pt idx="4177">
                  <c:v>07-10-2016</c:v>
                </c:pt>
                <c:pt idx="4178">
                  <c:v>10-10-2016</c:v>
                </c:pt>
                <c:pt idx="4179">
                  <c:v>13-10-2016</c:v>
                </c:pt>
                <c:pt idx="4180">
                  <c:v>14-10-2016</c:v>
                </c:pt>
                <c:pt idx="4181">
                  <c:v>17-10-2016</c:v>
                </c:pt>
                <c:pt idx="4182">
                  <c:v>18-10-2016</c:v>
                </c:pt>
                <c:pt idx="4183">
                  <c:v>19-10-2016</c:v>
                </c:pt>
                <c:pt idx="4184">
                  <c:v>20-10-2016</c:v>
                </c:pt>
                <c:pt idx="4185">
                  <c:v>21-10-2016</c:v>
                </c:pt>
                <c:pt idx="4186">
                  <c:v>24-10-2016</c:v>
                </c:pt>
                <c:pt idx="4187">
                  <c:v>25-10-2016</c:v>
                </c:pt>
                <c:pt idx="4188">
                  <c:v>26-10-2016</c:v>
                </c:pt>
                <c:pt idx="4189">
                  <c:v>27-10-2016</c:v>
                </c:pt>
                <c:pt idx="4190">
                  <c:v>28-10-2016</c:v>
                </c:pt>
                <c:pt idx="4191">
                  <c:v>30-10-2016</c:v>
                </c:pt>
                <c:pt idx="4192">
                  <c:v>01-11-2016</c:v>
                </c:pt>
                <c:pt idx="4193">
                  <c:v>02-11-2016</c:v>
                </c:pt>
                <c:pt idx="4194">
                  <c:v>03-11-2016</c:v>
                </c:pt>
                <c:pt idx="4195">
                  <c:v>04-11-2016</c:v>
                </c:pt>
                <c:pt idx="4196">
                  <c:v>07-11-2016</c:v>
                </c:pt>
                <c:pt idx="4197">
                  <c:v>08-11-2016</c:v>
                </c:pt>
                <c:pt idx="4198">
                  <c:v>09-11-2016</c:v>
                </c:pt>
                <c:pt idx="4199">
                  <c:v>10-11-2016</c:v>
                </c:pt>
                <c:pt idx="4200">
                  <c:v>11-11-2016</c:v>
                </c:pt>
                <c:pt idx="4201">
                  <c:v>15-11-2016</c:v>
                </c:pt>
                <c:pt idx="4202">
                  <c:v>16-11-2016</c:v>
                </c:pt>
                <c:pt idx="4203">
                  <c:v>17-11-2016</c:v>
                </c:pt>
                <c:pt idx="4204">
                  <c:v>18-11-2016</c:v>
                </c:pt>
                <c:pt idx="4205">
                  <c:v>21-11-2016</c:v>
                </c:pt>
                <c:pt idx="4206">
                  <c:v>22-11-2016</c:v>
                </c:pt>
                <c:pt idx="4207">
                  <c:v>23-11-2016</c:v>
                </c:pt>
                <c:pt idx="4208">
                  <c:v>24-11-2016</c:v>
                </c:pt>
                <c:pt idx="4209">
                  <c:v>25-11-2016</c:v>
                </c:pt>
                <c:pt idx="4210">
                  <c:v>28-11-2016</c:v>
                </c:pt>
                <c:pt idx="4211">
                  <c:v>29-11-2016</c:v>
                </c:pt>
                <c:pt idx="4212">
                  <c:v>30-11-2016</c:v>
                </c:pt>
                <c:pt idx="4213">
                  <c:v>01-12-2016</c:v>
                </c:pt>
                <c:pt idx="4214">
                  <c:v>02-12-2016</c:v>
                </c:pt>
                <c:pt idx="4215">
                  <c:v>05-12-2016</c:v>
                </c:pt>
                <c:pt idx="4216">
                  <c:v>06-12-2016</c:v>
                </c:pt>
                <c:pt idx="4217">
                  <c:v>07-12-2016</c:v>
                </c:pt>
                <c:pt idx="4218">
                  <c:v>08-12-2016</c:v>
                </c:pt>
                <c:pt idx="4219">
                  <c:v>09-12-2016</c:v>
                </c:pt>
                <c:pt idx="4220">
                  <c:v>12-12-2016</c:v>
                </c:pt>
                <c:pt idx="4221">
                  <c:v>13-12-2016</c:v>
                </c:pt>
                <c:pt idx="4222">
                  <c:v>14-12-2016</c:v>
                </c:pt>
                <c:pt idx="4223">
                  <c:v>15-12-2016</c:v>
                </c:pt>
                <c:pt idx="4224">
                  <c:v>16-12-2016</c:v>
                </c:pt>
                <c:pt idx="4225">
                  <c:v>19-12-2016</c:v>
                </c:pt>
                <c:pt idx="4226">
                  <c:v>20-12-2016</c:v>
                </c:pt>
                <c:pt idx="4227">
                  <c:v>21-12-2016</c:v>
                </c:pt>
                <c:pt idx="4228">
                  <c:v>22-12-2016</c:v>
                </c:pt>
                <c:pt idx="4229">
                  <c:v>23-12-2016</c:v>
                </c:pt>
                <c:pt idx="4230">
                  <c:v>26-12-2016</c:v>
                </c:pt>
                <c:pt idx="4231">
                  <c:v>27-12-2016</c:v>
                </c:pt>
                <c:pt idx="4232">
                  <c:v>28-12-2016</c:v>
                </c:pt>
                <c:pt idx="4233">
                  <c:v>29-12-2016</c:v>
                </c:pt>
                <c:pt idx="4234">
                  <c:v>30-12-2016</c:v>
                </c:pt>
                <c:pt idx="4235">
                  <c:v>02-01-2017</c:v>
                </c:pt>
                <c:pt idx="4236">
                  <c:v>03-01-2017</c:v>
                </c:pt>
                <c:pt idx="4237">
                  <c:v>04-01-2017</c:v>
                </c:pt>
                <c:pt idx="4238">
                  <c:v>05-01-2017</c:v>
                </c:pt>
                <c:pt idx="4239">
                  <c:v>06-01-2017</c:v>
                </c:pt>
                <c:pt idx="4240">
                  <c:v>09-01-2017</c:v>
                </c:pt>
                <c:pt idx="4241">
                  <c:v>10-01-2017</c:v>
                </c:pt>
                <c:pt idx="4242">
                  <c:v>11-01-2017</c:v>
                </c:pt>
                <c:pt idx="4243">
                  <c:v>12-01-2017</c:v>
                </c:pt>
                <c:pt idx="4244">
                  <c:v>13-01-2017</c:v>
                </c:pt>
                <c:pt idx="4245">
                  <c:v>16-01-2017</c:v>
                </c:pt>
                <c:pt idx="4246">
                  <c:v>17-01-2017</c:v>
                </c:pt>
                <c:pt idx="4247">
                  <c:v>18-01-2017</c:v>
                </c:pt>
                <c:pt idx="4248">
                  <c:v>19-01-2017</c:v>
                </c:pt>
                <c:pt idx="4249">
                  <c:v>20-01-2017</c:v>
                </c:pt>
                <c:pt idx="4250">
                  <c:v>23-01-2017</c:v>
                </c:pt>
                <c:pt idx="4251">
                  <c:v>24-01-2017</c:v>
                </c:pt>
                <c:pt idx="4252">
                  <c:v>25-01-2017</c:v>
                </c:pt>
                <c:pt idx="4253">
                  <c:v>27-01-2017</c:v>
                </c:pt>
                <c:pt idx="4254">
                  <c:v>30-01-2017</c:v>
                </c:pt>
                <c:pt idx="4255">
                  <c:v>31-01-2017</c:v>
                </c:pt>
                <c:pt idx="4256">
                  <c:v>01-02-2017</c:v>
                </c:pt>
                <c:pt idx="4257">
                  <c:v>02-02-2017</c:v>
                </c:pt>
                <c:pt idx="4258">
                  <c:v>03-02-2017</c:v>
                </c:pt>
                <c:pt idx="4259">
                  <c:v>06-02-2017</c:v>
                </c:pt>
                <c:pt idx="4260">
                  <c:v>07-02-2017</c:v>
                </c:pt>
                <c:pt idx="4261">
                  <c:v>08-02-2017</c:v>
                </c:pt>
                <c:pt idx="4262">
                  <c:v>09-02-2017</c:v>
                </c:pt>
                <c:pt idx="4263">
                  <c:v>10-02-2017</c:v>
                </c:pt>
                <c:pt idx="4264">
                  <c:v>13-02-2017</c:v>
                </c:pt>
                <c:pt idx="4265">
                  <c:v>14-02-2017</c:v>
                </c:pt>
                <c:pt idx="4266">
                  <c:v>15-02-2017</c:v>
                </c:pt>
                <c:pt idx="4267">
                  <c:v>16-02-2017</c:v>
                </c:pt>
                <c:pt idx="4268">
                  <c:v>17-02-2017</c:v>
                </c:pt>
                <c:pt idx="4269">
                  <c:v>20-02-2017</c:v>
                </c:pt>
                <c:pt idx="4270">
                  <c:v>21-02-2017</c:v>
                </c:pt>
                <c:pt idx="4271">
                  <c:v>22-02-2017</c:v>
                </c:pt>
                <c:pt idx="4272">
                  <c:v>23-02-2017</c:v>
                </c:pt>
                <c:pt idx="4273">
                  <c:v>27-02-2017</c:v>
                </c:pt>
                <c:pt idx="4274">
                  <c:v>28-02-2017</c:v>
                </c:pt>
                <c:pt idx="4275">
                  <c:v>01-03-2017</c:v>
                </c:pt>
                <c:pt idx="4276">
                  <c:v>02-03-2017</c:v>
                </c:pt>
                <c:pt idx="4277">
                  <c:v>03-03-2017</c:v>
                </c:pt>
                <c:pt idx="4278">
                  <c:v>06-03-2017</c:v>
                </c:pt>
                <c:pt idx="4279">
                  <c:v>07-03-2017</c:v>
                </c:pt>
                <c:pt idx="4280">
                  <c:v>08-03-2017</c:v>
                </c:pt>
                <c:pt idx="4281">
                  <c:v>09-03-2017</c:v>
                </c:pt>
                <c:pt idx="4282">
                  <c:v>10-03-2017</c:v>
                </c:pt>
                <c:pt idx="4283">
                  <c:v>14-03-2017</c:v>
                </c:pt>
                <c:pt idx="4284">
                  <c:v>15-03-2017</c:v>
                </c:pt>
                <c:pt idx="4285">
                  <c:v>16-03-2017</c:v>
                </c:pt>
                <c:pt idx="4286">
                  <c:v>17-03-2017</c:v>
                </c:pt>
                <c:pt idx="4287">
                  <c:v>20-03-2017</c:v>
                </c:pt>
                <c:pt idx="4288">
                  <c:v>21-03-2017</c:v>
                </c:pt>
                <c:pt idx="4289">
                  <c:v>22-03-2017</c:v>
                </c:pt>
                <c:pt idx="4290">
                  <c:v>23-03-2017</c:v>
                </c:pt>
                <c:pt idx="4291">
                  <c:v>24-03-2017</c:v>
                </c:pt>
                <c:pt idx="4292">
                  <c:v>27-03-2017</c:v>
                </c:pt>
                <c:pt idx="4293">
                  <c:v>28-03-2017</c:v>
                </c:pt>
                <c:pt idx="4294">
                  <c:v>29-03-2017</c:v>
                </c:pt>
                <c:pt idx="4295">
                  <c:v>30-03-2017</c:v>
                </c:pt>
                <c:pt idx="4296">
                  <c:v>31-03-2017</c:v>
                </c:pt>
                <c:pt idx="4297">
                  <c:v>03-04-2017</c:v>
                </c:pt>
                <c:pt idx="4298">
                  <c:v>05-04-2017</c:v>
                </c:pt>
                <c:pt idx="4299">
                  <c:v>06-04-2017</c:v>
                </c:pt>
                <c:pt idx="4300">
                  <c:v>07-04-2017</c:v>
                </c:pt>
                <c:pt idx="4301">
                  <c:v>10-04-2017</c:v>
                </c:pt>
                <c:pt idx="4302">
                  <c:v>11-04-2017</c:v>
                </c:pt>
                <c:pt idx="4303">
                  <c:v>12-04-2017</c:v>
                </c:pt>
                <c:pt idx="4304">
                  <c:v>13-04-2017</c:v>
                </c:pt>
                <c:pt idx="4305">
                  <c:v>17-04-2017</c:v>
                </c:pt>
                <c:pt idx="4306">
                  <c:v>18-04-2017</c:v>
                </c:pt>
                <c:pt idx="4307">
                  <c:v>19-04-2017</c:v>
                </c:pt>
                <c:pt idx="4308">
                  <c:v>20-04-2017</c:v>
                </c:pt>
                <c:pt idx="4309">
                  <c:v>21-04-2017</c:v>
                </c:pt>
                <c:pt idx="4310">
                  <c:v>24-04-2017</c:v>
                </c:pt>
                <c:pt idx="4311">
                  <c:v>25-04-2017</c:v>
                </c:pt>
                <c:pt idx="4312">
                  <c:v>26-04-2017</c:v>
                </c:pt>
                <c:pt idx="4313">
                  <c:v>27-04-2017</c:v>
                </c:pt>
                <c:pt idx="4314">
                  <c:v>28-04-2017</c:v>
                </c:pt>
                <c:pt idx="4315">
                  <c:v>02-05-2017</c:v>
                </c:pt>
                <c:pt idx="4316">
                  <c:v>03-05-2017</c:v>
                </c:pt>
                <c:pt idx="4317">
                  <c:v>04-05-2017</c:v>
                </c:pt>
                <c:pt idx="4318">
                  <c:v>05-05-2017</c:v>
                </c:pt>
                <c:pt idx="4319">
                  <c:v>08-05-2017</c:v>
                </c:pt>
                <c:pt idx="4320">
                  <c:v>09-05-2017</c:v>
                </c:pt>
                <c:pt idx="4321">
                  <c:v>10-05-2017</c:v>
                </c:pt>
                <c:pt idx="4322">
                  <c:v>11-05-2017</c:v>
                </c:pt>
                <c:pt idx="4323">
                  <c:v>12-05-2017</c:v>
                </c:pt>
                <c:pt idx="4324">
                  <c:v>15-05-2017</c:v>
                </c:pt>
                <c:pt idx="4325">
                  <c:v>16-05-2017</c:v>
                </c:pt>
                <c:pt idx="4326">
                  <c:v>17-05-2017</c:v>
                </c:pt>
                <c:pt idx="4327">
                  <c:v>18-05-2017</c:v>
                </c:pt>
                <c:pt idx="4328">
                  <c:v>19-05-2017</c:v>
                </c:pt>
                <c:pt idx="4329">
                  <c:v>22-05-2017</c:v>
                </c:pt>
                <c:pt idx="4330">
                  <c:v>23-05-2017</c:v>
                </c:pt>
                <c:pt idx="4331">
                  <c:v>24-05-2017</c:v>
                </c:pt>
                <c:pt idx="4332">
                  <c:v>25-05-2017</c:v>
                </c:pt>
                <c:pt idx="4333">
                  <c:v>26-05-2017</c:v>
                </c:pt>
                <c:pt idx="4334">
                  <c:v>29-05-2017</c:v>
                </c:pt>
                <c:pt idx="4335">
                  <c:v>30-05-2017</c:v>
                </c:pt>
                <c:pt idx="4336">
                  <c:v>31-05-2017</c:v>
                </c:pt>
                <c:pt idx="4337">
                  <c:v>01-06-2017</c:v>
                </c:pt>
                <c:pt idx="4338">
                  <c:v>02-06-2017</c:v>
                </c:pt>
                <c:pt idx="4339">
                  <c:v>05-06-2017</c:v>
                </c:pt>
                <c:pt idx="4340">
                  <c:v>06-06-2017</c:v>
                </c:pt>
                <c:pt idx="4341">
                  <c:v>07-06-2017</c:v>
                </c:pt>
                <c:pt idx="4342">
                  <c:v>08-06-2017</c:v>
                </c:pt>
                <c:pt idx="4343">
                  <c:v>09-06-2017</c:v>
                </c:pt>
                <c:pt idx="4344">
                  <c:v>12-06-2017</c:v>
                </c:pt>
                <c:pt idx="4345">
                  <c:v>13-06-2017</c:v>
                </c:pt>
                <c:pt idx="4346">
                  <c:v>14-06-2017</c:v>
                </c:pt>
                <c:pt idx="4347">
                  <c:v>15-06-2017</c:v>
                </c:pt>
                <c:pt idx="4348">
                  <c:v>16-06-2017</c:v>
                </c:pt>
                <c:pt idx="4349">
                  <c:v>19-06-2017</c:v>
                </c:pt>
                <c:pt idx="4350">
                  <c:v>20-06-2017</c:v>
                </c:pt>
                <c:pt idx="4351">
                  <c:v>21-06-2017</c:v>
                </c:pt>
                <c:pt idx="4352">
                  <c:v>22-06-2017</c:v>
                </c:pt>
                <c:pt idx="4353">
                  <c:v>23-06-2017</c:v>
                </c:pt>
                <c:pt idx="4354">
                  <c:v>27-06-2017</c:v>
                </c:pt>
                <c:pt idx="4355">
                  <c:v>28-06-2017</c:v>
                </c:pt>
                <c:pt idx="4356">
                  <c:v>29-06-2017</c:v>
                </c:pt>
                <c:pt idx="4357">
                  <c:v>30-06-2017</c:v>
                </c:pt>
                <c:pt idx="4358">
                  <c:v>03-07-2017</c:v>
                </c:pt>
                <c:pt idx="4359">
                  <c:v>04-07-2017</c:v>
                </c:pt>
                <c:pt idx="4360">
                  <c:v>05-07-2017</c:v>
                </c:pt>
                <c:pt idx="4361">
                  <c:v>06-07-2017</c:v>
                </c:pt>
                <c:pt idx="4362">
                  <c:v>07-07-2017</c:v>
                </c:pt>
                <c:pt idx="4363">
                  <c:v>10-07-2017</c:v>
                </c:pt>
                <c:pt idx="4364">
                  <c:v>11-07-2017</c:v>
                </c:pt>
                <c:pt idx="4365">
                  <c:v>12-07-2017</c:v>
                </c:pt>
                <c:pt idx="4366">
                  <c:v>13-07-2017</c:v>
                </c:pt>
                <c:pt idx="4367">
                  <c:v>14-07-2017</c:v>
                </c:pt>
                <c:pt idx="4368">
                  <c:v>17-07-2017</c:v>
                </c:pt>
                <c:pt idx="4369">
                  <c:v>18-07-2017</c:v>
                </c:pt>
                <c:pt idx="4370">
                  <c:v>19-07-2017</c:v>
                </c:pt>
                <c:pt idx="4371">
                  <c:v>20-07-2017</c:v>
                </c:pt>
                <c:pt idx="4372">
                  <c:v>21-07-2017</c:v>
                </c:pt>
                <c:pt idx="4373">
                  <c:v>24-07-2017</c:v>
                </c:pt>
                <c:pt idx="4374">
                  <c:v>25-07-2017</c:v>
                </c:pt>
                <c:pt idx="4375">
                  <c:v>26-07-2017</c:v>
                </c:pt>
                <c:pt idx="4376">
                  <c:v>27-07-2017</c:v>
                </c:pt>
                <c:pt idx="4377">
                  <c:v>28-07-2017</c:v>
                </c:pt>
                <c:pt idx="4378">
                  <c:v>31-07-2017</c:v>
                </c:pt>
                <c:pt idx="4379">
                  <c:v>01-08-2017</c:v>
                </c:pt>
                <c:pt idx="4380">
                  <c:v>02-08-2017</c:v>
                </c:pt>
                <c:pt idx="4381">
                  <c:v>03-08-2017</c:v>
                </c:pt>
                <c:pt idx="4382">
                  <c:v>04-08-2017</c:v>
                </c:pt>
                <c:pt idx="4383">
                  <c:v>07-08-2017</c:v>
                </c:pt>
                <c:pt idx="4384">
                  <c:v>08-08-2017</c:v>
                </c:pt>
                <c:pt idx="4385">
                  <c:v>09-08-2017</c:v>
                </c:pt>
                <c:pt idx="4386">
                  <c:v>10-08-2017</c:v>
                </c:pt>
                <c:pt idx="4387">
                  <c:v>11-08-2017</c:v>
                </c:pt>
                <c:pt idx="4388">
                  <c:v>14-08-2017</c:v>
                </c:pt>
                <c:pt idx="4389">
                  <c:v>16-08-2017</c:v>
                </c:pt>
                <c:pt idx="4390">
                  <c:v>17-08-2017</c:v>
                </c:pt>
                <c:pt idx="4391">
                  <c:v>18-08-2017</c:v>
                </c:pt>
                <c:pt idx="4392">
                  <c:v>21-08-2017</c:v>
                </c:pt>
                <c:pt idx="4393">
                  <c:v>22-08-2017</c:v>
                </c:pt>
                <c:pt idx="4394">
                  <c:v>23-08-2017</c:v>
                </c:pt>
                <c:pt idx="4395">
                  <c:v>24-08-2017</c:v>
                </c:pt>
                <c:pt idx="4396">
                  <c:v>28-08-2017</c:v>
                </c:pt>
                <c:pt idx="4397">
                  <c:v>29-08-2017</c:v>
                </c:pt>
                <c:pt idx="4398">
                  <c:v>30-08-2017</c:v>
                </c:pt>
                <c:pt idx="4399">
                  <c:v>31-08-2017</c:v>
                </c:pt>
                <c:pt idx="4400">
                  <c:v>01-09-2017</c:v>
                </c:pt>
                <c:pt idx="4401">
                  <c:v>04-09-2017</c:v>
                </c:pt>
                <c:pt idx="4402">
                  <c:v>05-09-2017</c:v>
                </c:pt>
                <c:pt idx="4403">
                  <c:v>06-09-2017</c:v>
                </c:pt>
                <c:pt idx="4404">
                  <c:v>07-09-2017</c:v>
                </c:pt>
                <c:pt idx="4405">
                  <c:v>08-09-2017</c:v>
                </c:pt>
                <c:pt idx="4406">
                  <c:v>11-09-2017</c:v>
                </c:pt>
                <c:pt idx="4407">
                  <c:v>12-09-2017</c:v>
                </c:pt>
                <c:pt idx="4408">
                  <c:v>13-09-2017</c:v>
                </c:pt>
                <c:pt idx="4409">
                  <c:v>14-09-2017</c:v>
                </c:pt>
                <c:pt idx="4410">
                  <c:v>15-09-2017</c:v>
                </c:pt>
                <c:pt idx="4411">
                  <c:v>18-09-2017</c:v>
                </c:pt>
                <c:pt idx="4412">
                  <c:v>19-09-2017</c:v>
                </c:pt>
                <c:pt idx="4413">
                  <c:v>20-09-2017</c:v>
                </c:pt>
                <c:pt idx="4414">
                  <c:v>21-09-2017</c:v>
                </c:pt>
                <c:pt idx="4415">
                  <c:v>22-09-2017</c:v>
                </c:pt>
                <c:pt idx="4416">
                  <c:v>25-09-2017</c:v>
                </c:pt>
                <c:pt idx="4417">
                  <c:v>26-09-2017</c:v>
                </c:pt>
                <c:pt idx="4418">
                  <c:v>27-09-2017</c:v>
                </c:pt>
                <c:pt idx="4419">
                  <c:v>28-09-2017</c:v>
                </c:pt>
                <c:pt idx="4420">
                  <c:v>29-09-2017</c:v>
                </c:pt>
                <c:pt idx="4421">
                  <c:v>03-10-2017</c:v>
                </c:pt>
                <c:pt idx="4422">
                  <c:v>04-10-2017</c:v>
                </c:pt>
                <c:pt idx="4423">
                  <c:v>05-10-2017</c:v>
                </c:pt>
                <c:pt idx="4424">
                  <c:v>06-10-2017</c:v>
                </c:pt>
                <c:pt idx="4425">
                  <c:v>09-10-2017</c:v>
                </c:pt>
                <c:pt idx="4426">
                  <c:v>10-10-2017</c:v>
                </c:pt>
                <c:pt idx="4427">
                  <c:v>11-10-2017</c:v>
                </c:pt>
                <c:pt idx="4428">
                  <c:v>12-10-2017</c:v>
                </c:pt>
                <c:pt idx="4429">
                  <c:v>13-10-2017</c:v>
                </c:pt>
                <c:pt idx="4430">
                  <c:v>16-10-2017</c:v>
                </c:pt>
                <c:pt idx="4431">
                  <c:v>17-10-2017</c:v>
                </c:pt>
                <c:pt idx="4432">
                  <c:v>18-10-2017</c:v>
                </c:pt>
                <c:pt idx="4433">
                  <c:v>19-10-2017</c:v>
                </c:pt>
                <c:pt idx="4434">
                  <c:v>23-10-2017</c:v>
                </c:pt>
                <c:pt idx="4435">
                  <c:v>24-10-2017</c:v>
                </c:pt>
                <c:pt idx="4436">
                  <c:v>25-10-2017</c:v>
                </c:pt>
                <c:pt idx="4437">
                  <c:v>26-10-2017</c:v>
                </c:pt>
                <c:pt idx="4438">
                  <c:v>27-10-2017</c:v>
                </c:pt>
                <c:pt idx="4439">
                  <c:v>30-10-2017</c:v>
                </c:pt>
                <c:pt idx="4440">
                  <c:v>31-10-2017</c:v>
                </c:pt>
                <c:pt idx="4441">
                  <c:v>01-11-2017</c:v>
                </c:pt>
                <c:pt idx="4442">
                  <c:v>02-11-2017</c:v>
                </c:pt>
                <c:pt idx="4443">
                  <c:v>03-11-2017</c:v>
                </c:pt>
                <c:pt idx="4444">
                  <c:v>06-11-2017</c:v>
                </c:pt>
                <c:pt idx="4445">
                  <c:v>07-11-2017</c:v>
                </c:pt>
                <c:pt idx="4446">
                  <c:v>08-11-2017</c:v>
                </c:pt>
                <c:pt idx="4447">
                  <c:v>09-11-2017</c:v>
                </c:pt>
                <c:pt idx="4448">
                  <c:v>10-11-2017</c:v>
                </c:pt>
                <c:pt idx="4449">
                  <c:v>13-11-2017</c:v>
                </c:pt>
                <c:pt idx="4450">
                  <c:v>14-11-2017</c:v>
                </c:pt>
                <c:pt idx="4451">
                  <c:v>15-11-2017</c:v>
                </c:pt>
                <c:pt idx="4452">
                  <c:v>16-11-2017</c:v>
                </c:pt>
                <c:pt idx="4453">
                  <c:v>17-11-2017</c:v>
                </c:pt>
                <c:pt idx="4454">
                  <c:v>20-11-2017</c:v>
                </c:pt>
                <c:pt idx="4455">
                  <c:v>21-11-2017</c:v>
                </c:pt>
                <c:pt idx="4456">
                  <c:v>22-11-2017</c:v>
                </c:pt>
                <c:pt idx="4457">
                  <c:v>23-11-2017</c:v>
                </c:pt>
                <c:pt idx="4458">
                  <c:v>24-11-2017</c:v>
                </c:pt>
                <c:pt idx="4459">
                  <c:v>27-11-2017</c:v>
                </c:pt>
                <c:pt idx="4460">
                  <c:v>28-11-2017</c:v>
                </c:pt>
                <c:pt idx="4461">
                  <c:v>29-11-2017</c:v>
                </c:pt>
                <c:pt idx="4462">
                  <c:v>30-11-2017</c:v>
                </c:pt>
                <c:pt idx="4463">
                  <c:v>01-12-2017</c:v>
                </c:pt>
                <c:pt idx="4464">
                  <c:v>04-12-2017</c:v>
                </c:pt>
                <c:pt idx="4465">
                  <c:v>05-12-2017</c:v>
                </c:pt>
                <c:pt idx="4466">
                  <c:v>06-12-2017</c:v>
                </c:pt>
                <c:pt idx="4467">
                  <c:v>07-12-2017</c:v>
                </c:pt>
                <c:pt idx="4468">
                  <c:v>08-12-2017</c:v>
                </c:pt>
                <c:pt idx="4469">
                  <c:v>11-12-2017</c:v>
                </c:pt>
                <c:pt idx="4470">
                  <c:v>12-12-2017</c:v>
                </c:pt>
                <c:pt idx="4471">
                  <c:v>13-12-2017</c:v>
                </c:pt>
                <c:pt idx="4472">
                  <c:v>14-12-2017</c:v>
                </c:pt>
                <c:pt idx="4473">
                  <c:v>15-12-2017</c:v>
                </c:pt>
                <c:pt idx="4474">
                  <c:v>18-12-2017</c:v>
                </c:pt>
                <c:pt idx="4475">
                  <c:v>19-12-2017</c:v>
                </c:pt>
                <c:pt idx="4476">
                  <c:v>20-12-2017</c:v>
                </c:pt>
                <c:pt idx="4477">
                  <c:v>21-12-2017</c:v>
                </c:pt>
                <c:pt idx="4478">
                  <c:v>22-12-2017</c:v>
                </c:pt>
                <c:pt idx="4479">
                  <c:v>26-12-2017</c:v>
                </c:pt>
                <c:pt idx="4480">
                  <c:v>27-12-2017</c:v>
                </c:pt>
                <c:pt idx="4481">
                  <c:v>28-12-2017</c:v>
                </c:pt>
                <c:pt idx="4482">
                  <c:v>29-12-2017</c:v>
                </c:pt>
                <c:pt idx="4483">
                  <c:v>01-01-2018</c:v>
                </c:pt>
                <c:pt idx="4484">
                  <c:v>02-01-2018</c:v>
                </c:pt>
                <c:pt idx="4485">
                  <c:v>03-01-2018</c:v>
                </c:pt>
                <c:pt idx="4486">
                  <c:v>04-01-2018</c:v>
                </c:pt>
                <c:pt idx="4487">
                  <c:v>05-01-2018</c:v>
                </c:pt>
                <c:pt idx="4488">
                  <c:v>08-01-2018</c:v>
                </c:pt>
                <c:pt idx="4489">
                  <c:v>09-01-2018</c:v>
                </c:pt>
                <c:pt idx="4490">
                  <c:v>10-01-2018</c:v>
                </c:pt>
                <c:pt idx="4491">
                  <c:v>11-01-2018</c:v>
                </c:pt>
                <c:pt idx="4492">
                  <c:v>12-01-2018</c:v>
                </c:pt>
                <c:pt idx="4493">
                  <c:v>15-01-2018</c:v>
                </c:pt>
                <c:pt idx="4494">
                  <c:v>16-01-2018</c:v>
                </c:pt>
                <c:pt idx="4495">
                  <c:v>17-01-2018</c:v>
                </c:pt>
                <c:pt idx="4496">
                  <c:v>18-01-2018</c:v>
                </c:pt>
                <c:pt idx="4497">
                  <c:v>19-01-2018</c:v>
                </c:pt>
                <c:pt idx="4498">
                  <c:v>22-01-2018</c:v>
                </c:pt>
                <c:pt idx="4499">
                  <c:v>23-01-2018</c:v>
                </c:pt>
                <c:pt idx="4500">
                  <c:v>24-01-2018</c:v>
                </c:pt>
                <c:pt idx="4501">
                  <c:v>25-01-2018</c:v>
                </c:pt>
                <c:pt idx="4502">
                  <c:v>29-01-2018</c:v>
                </c:pt>
                <c:pt idx="4503">
                  <c:v>30-01-2018</c:v>
                </c:pt>
                <c:pt idx="4504">
                  <c:v>31-01-2018</c:v>
                </c:pt>
                <c:pt idx="4505">
                  <c:v>01-02-2018</c:v>
                </c:pt>
                <c:pt idx="4506">
                  <c:v>02-02-2018</c:v>
                </c:pt>
                <c:pt idx="4507">
                  <c:v>05-02-2018</c:v>
                </c:pt>
                <c:pt idx="4508">
                  <c:v>06-02-2018</c:v>
                </c:pt>
                <c:pt idx="4509">
                  <c:v>07-02-2018</c:v>
                </c:pt>
                <c:pt idx="4510">
                  <c:v>08-02-2018</c:v>
                </c:pt>
                <c:pt idx="4511">
                  <c:v>09-02-2018</c:v>
                </c:pt>
                <c:pt idx="4512">
                  <c:v>12-02-2018</c:v>
                </c:pt>
                <c:pt idx="4513">
                  <c:v>14-02-2018</c:v>
                </c:pt>
                <c:pt idx="4514">
                  <c:v>15-02-2018</c:v>
                </c:pt>
                <c:pt idx="4515">
                  <c:v>16-02-2018</c:v>
                </c:pt>
                <c:pt idx="4516">
                  <c:v>19-02-2018</c:v>
                </c:pt>
                <c:pt idx="4517">
                  <c:v>20-02-2018</c:v>
                </c:pt>
                <c:pt idx="4518">
                  <c:v>21-02-2018</c:v>
                </c:pt>
                <c:pt idx="4519">
                  <c:v>22-02-2018</c:v>
                </c:pt>
                <c:pt idx="4520">
                  <c:v>23-02-2018</c:v>
                </c:pt>
                <c:pt idx="4521">
                  <c:v>26-02-2018</c:v>
                </c:pt>
                <c:pt idx="4522">
                  <c:v>27-02-2018</c:v>
                </c:pt>
                <c:pt idx="4523">
                  <c:v>28-02-2018</c:v>
                </c:pt>
                <c:pt idx="4524">
                  <c:v>01-03-2018</c:v>
                </c:pt>
                <c:pt idx="4525">
                  <c:v>05-03-2018</c:v>
                </c:pt>
                <c:pt idx="4526">
                  <c:v>06-03-2018</c:v>
                </c:pt>
                <c:pt idx="4527">
                  <c:v>07-03-2018</c:v>
                </c:pt>
                <c:pt idx="4528">
                  <c:v>08-03-2018</c:v>
                </c:pt>
                <c:pt idx="4529">
                  <c:v>09-03-2018</c:v>
                </c:pt>
                <c:pt idx="4530">
                  <c:v>12-03-2018</c:v>
                </c:pt>
                <c:pt idx="4531">
                  <c:v>13-03-2018</c:v>
                </c:pt>
                <c:pt idx="4532">
                  <c:v>14-03-2018</c:v>
                </c:pt>
                <c:pt idx="4533">
                  <c:v>15-03-2018</c:v>
                </c:pt>
                <c:pt idx="4534">
                  <c:v>16-03-2018</c:v>
                </c:pt>
                <c:pt idx="4535">
                  <c:v>19-03-2018</c:v>
                </c:pt>
                <c:pt idx="4536">
                  <c:v>20-03-2018</c:v>
                </c:pt>
                <c:pt idx="4537">
                  <c:v>21-03-2018</c:v>
                </c:pt>
                <c:pt idx="4538">
                  <c:v>22-03-2018</c:v>
                </c:pt>
                <c:pt idx="4539">
                  <c:v>23-03-2018</c:v>
                </c:pt>
                <c:pt idx="4540">
                  <c:v>26-03-2018</c:v>
                </c:pt>
                <c:pt idx="4541">
                  <c:v>27-03-2018</c:v>
                </c:pt>
                <c:pt idx="4542">
                  <c:v>28-03-2018</c:v>
                </c:pt>
                <c:pt idx="4543">
                  <c:v>02-04-2018</c:v>
                </c:pt>
                <c:pt idx="4544">
                  <c:v>03-04-2018</c:v>
                </c:pt>
                <c:pt idx="4545">
                  <c:v>04-04-2018</c:v>
                </c:pt>
                <c:pt idx="4546">
                  <c:v>05-04-2018</c:v>
                </c:pt>
                <c:pt idx="4547">
                  <c:v>06-04-2018</c:v>
                </c:pt>
                <c:pt idx="4548">
                  <c:v>09-04-2018</c:v>
                </c:pt>
                <c:pt idx="4549">
                  <c:v>10-04-2018</c:v>
                </c:pt>
                <c:pt idx="4550">
                  <c:v>11-04-2018</c:v>
                </c:pt>
                <c:pt idx="4551">
                  <c:v>12-04-2018</c:v>
                </c:pt>
                <c:pt idx="4552">
                  <c:v>13-04-2018</c:v>
                </c:pt>
                <c:pt idx="4553">
                  <c:v>16-04-2018</c:v>
                </c:pt>
                <c:pt idx="4554">
                  <c:v>17-04-2018</c:v>
                </c:pt>
                <c:pt idx="4555">
                  <c:v>18-04-2018</c:v>
                </c:pt>
                <c:pt idx="4556">
                  <c:v>19-04-2018</c:v>
                </c:pt>
                <c:pt idx="4557">
                  <c:v>20-04-2018</c:v>
                </c:pt>
                <c:pt idx="4558">
                  <c:v>23-04-2018</c:v>
                </c:pt>
                <c:pt idx="4559">
                  <c:v>24-04-2018</c:v>
                </c:pt>
                <c:pt idx="4560">
                  <c:v>25-04-2018</c:v>
                </c:pt>
                <c:pt idx="4561">
                  <c:v>26-04-2018</c:v>
                </c:pt>
                <c:pt idx="4562">
                  <c:v>27-04-2018</c:v>
                </c:pt>
                <c:pt idx="4563">
                  <c:v>30-04-2018</c:v>
                </c:pt>
                <c:pt idx="4564">
                  <c:v>02-05-2018</c:v>
                </c:pt>
                <c:pt idx="4565">
                  <c:v>03-05-2018</c:v>
                </c:pt>
                <c:pt idx="4566">
                  <c:v>04-05-2018</c:v>
                </c:pt>
                <c:pt idx="4567">
                  <c:v>07-05-2018</c:v>
                </c:pt>
                <c:pt idx="4568">
                  <c:v>08-05-2018</c:v>
                </c:pt>
                <c:pt idx="4569">
                  <c:v>09-05-2018</c:v>
                </c:pt>
                <c:pt idx="4570">
                  <c:v>10-05-2018</c:v>
                </c:pt>
                <c:pt idx="4571">
                  <c:v>11-05-2018</c:v>
                </c:pt>
                <c:pt idx="4572">
                  <c:v>14-05-2018</c:v>
                </c:pt>
                <c:pt idx="4573">
                  <c:v>15-05-2018</c:v>
                </c:pt>
                <c:pt idx="4574">
                  <c:v>16-05-2018</c:v>
                </c:pt>
                <c:pt idx="4575">
                  <c:v>17-05-2018</c:v>
                </c:pt>
                <c:pt idx="4576">
                  <c:v>18-05-2018</c:v>
                </c:pt>
                <c:pt idx="4577">
                  <c:v>21-05-2018</c:v>
                </c:pt>
                <c:pt idx="4578">
                  <c:v>22-05-2018</c:v>
                </c:pt>
                <c:pt idx="4579">
                  <c:v>23-05-2018</c:v>
                </c:pt>
                <c:pt idx="4580">
                  <c:v>24-05-2018</c:v>
                </c:pt>
                <c:pt idx="4581">
                  <c:v>25-05-2018</c:v>
                </c:pt>
                <c:pt idx="4582">
                  <c:v>28-05-2018</c:v>
                </c:pt>
                <c:pt idx="4583">
                  <c:v>29-05-2018</c:v>
                </c:pt>
                <c:pt idx="4584">
                  <c:v>30-05-2018</c:v>
                </c:pt>
                <c:pt idx="4585">
                  <c:v>31-05-2018</c:v>
                </c:pt>
                <c:pt idx="4586">
                  <c:v>01-06-2018</c:v>
                </c:pt>
                <c:pt idx="4587">
                  <c:v>04-06-2018</c:v>
                </c:pt>
                <c:pt idx="4588">
                  <c:v>05-06-2018</c:v>
                </c:pt>
                <c:pt idx="4589">
                  <c:v>06-06-2018</c:v>
                </c:pt>
                <c:pt idx="4590">
                  <c:v>07-06-2018</c:v>
                </c:pt>
                <c:pt idx="4591">
                  <c:v>08-06-2018</c:v>
                </c:pt>
                <c:pt idx="4592">
                  <c:v>11-06-2018</c:v>
                </c:pt>
                <c:pt idx="4593">
                  <c:v>12-06-2018</c:v>
                </c:pt>
                <c:pt idx="4594">
                  <c:v>13-06-2018</c:v>
                </c:pt>
                <c:pt idx="4595">
                  <c:v>14-06-2018</c:v>
                </c:pt>
                <c:pt idx="4596">
                  <c:v>15-06-2018</c:v>
                </c:pt>
                <c:pt idx="4597">
                  <c:v>18-06-2018</c:v>
                </c:pt>
                <c:pt idx="4598">
                  <c:v>19-06-2018</c:v>
                </c:pt>
                <c:pt idx="4599">
                  <c:v>20-06-2018</c:v>
                </c:pt>
                <c:pt idx="4600">
                  <c:v>21-06-2018</c:v>
                </c:pt>
                <c:pt idx="4601">
                  <c:v>22-06-2018</c:v>
                </c:pt>
                <c:pt idx="4602">
                  <c:v>25-06-2018</c:v>
                </c:pt>
                <c:pt idx="4603">
                  <c:v>26-06-2018</c:v>
                </c:pt>
                <c:pt idx="4604">
                  <c:v>27-06-2018</c:v>
                </c:pt>
                <c:pt idx="4605">
                  <c:v>28-06-2018</c:v>
                </c:pt>
                <c:pt idx="4606">
                  <c:v>29-06-2018</c:v>
                </c:pt>
                <c:pt idx="4607">
                  <c:v>02-07-2018</c:v>
                </c:pt>
                <c:pt idx="4608">
                  <c:v>03-07-2018</c:v>
                </c:pt>
                <c:pt idx="4609">
                  <c:v>04-07-2018</c:v>
                </c:pt>
                <c:pt idx="4610">
                  <c:v>05-07-2018</c:v>
                </c:pt>
                <c:pt idx="4611">
                  <c:v>06-07-2018</c:v>
                </c:pt>
                <c:pt idx="4612">
                  <c:v>09-07-2018</c:v>
                </c:pt>
                <c:pt idx="4613">
                  <c:v>10-07-2018</c:v>
                </c:pt>
                <c:pt idx="4614">
                  <c:v>11-07-2018</c:v>
                </c:pt>
                <c:pt idx="4615">
                  <c:v>12-07-2018</c:v>
                </c:pt>
                <c:pt idx="4616">
                  <c:v>13-07-2018</c:v>
                </c:pt>
                <c:pt idx="4617">
                  <c:v>16-07-2018</c:v>
                </c:pt>
                <c:pt idx="4618">
                  <c:v>17-07-2018</c:v>
                </c:pt>
                <c:pt idx="4619">
                  <c:v>18-07-2018</c:v>
                </c:pt>
                <c:pt idx="4620">
                  <c:v>19-07-2018</c:v>
                </c:pt>
                <c:pt idx="4621">
                  <c:v>20-07-2018</c:v>
                </c:pt>
                <c:pt idx="4622">
                  <c:v>23-07-2018</c:v>
                </c:pt>
                <c:pt idx="4623">
                  <c:v>24-07-2018</c:v>
                </c:pt>
                <c:pt idx="4624">
                  <c:v>25-07-2018</c:v>
                </c:pt>
                <c:pt idx="4625">
                  <c:v>26-07-2018</c:v>
                </c:pt>
                <c:pt idx="4626">
                  <c:v>27-07-2018</c:v>
                </c:pt>
                <c:pt idx="4627">
                  <c:v>30-07-2018</c:v>
                </c:pt>
                <c:pt idx="4628">
                  <c:v>31-07-2018</c:v>
                </c:pt>
                <c:pt idx="4629">
                  <c:v>01-08-2018</c:v>
                </c:pt>
                <c:pt idx="4630">
                  <c:v>02-08-2018</c:v>
                </c:pt>
                <c:pt idx="4631">
                  <c:v>03-08-2018</c:v>
                </c:pt>
                <c:pt idx="4632">
                  <c:v>06-08-2018</c:v>
                </c:pt>
                <c:pt idx="4633">
                  <c:v>07-08-2018</c:v>
                </c:pt>
                <c:pt idx="4634">
                  <c:v>08-08-2018</c:v>
                </c:pt>
                <c:pt idx="4635">
                  <c:v>09-08-2018</c:v>
                </c:pt>
                <c:pt idx="4636">
                  <c:v>10-08-2018</c:v>
                </c:pt>
                <c:pt idx="4637">
                  <c:v>13-08-2018</c:v>
                </c:pt>
                <c:pt idx="4638">
                  <c:v>14-08-2018</c:v>
                </c:pt>
                <c:pt idx="4639">
                  <c:v>16-08-2018</c:v>
                </c:pt>
                <c:pt idx="4640">
                  <c:v>17-08-2018</c:v>
                </c:pt>
                <c:pt idx="4641">
                  <c:v>20-08-2018</c:v>
                </c:pt>
                <c:pt idx="4642">
                  <c:v>21-08-2018</c:v>
                </c:pt>
                <c:pt idx="4643">
                  <c:v>23-08-2018</c:v>
                </c:pt>
                <c:pt idx="4644">
                  <c:v>24-08-2018</c:v>
                </c:pt>
                <c:pt idx="4645">
                  <c:v>27-08-2018</c:v>
                </c:pt>
                <c:pt idx="4646">
                  <c:v>28-08-2018</c:v>
                </c:pt>
                <c:pt idx="4647">
                  <c:v>29-08-2018</c:v>
                </c:pt>
                <c:pt idx="4648">
                  <c:v>30-08-2018</c:v>
                </c:pt>
                <c:pt idx="4649">
                  <c:v>31-08-2018</c:v>
                </c:pt>
                <c:pt idx="4650">
                  <c:v>03-09-2018</c:v>
                </c:pt>
                <c:pt idx="4651">
                  <c:v>04-09-2018</c:v>
                </c:pt>
                <c:pt idx="4652">
                  <c:v>05-09-2018</c:v>
                </c:pt>
                <c:pt idx="4653">
                  <c:v>06-09-2018</c:v>
                </c:pt>
                <c:pt idx="4654">
                  <c:v>07-09-2018</c:v>
                </c:pt>
                <c:pt idx="4655">
                  <c:v>10-09-2018</c:v>
                </c:pt>
                <c:pt idx="4656">
                  <c:v>11-09-2018</c:v>
                </c:pt>
                <c:pt idx="4657">
                  <c:v>12-09-2018</c:v>
                </c:pt>
                <c:pt idx="4658">
                  <c:v>14-09-2018</c:v>
                </c:pt>
                <c:pt idx="4659">
                  <c:v>17-09-2018</c:v>
                </c:pt>
                <c:pt idx="4660">
                  <c:v>18-09-2018</c:v>
                </c:pt>
                <c:pt idx="4661">
                  <c:v>19-09-2018</c:v>
                </c:pt>
                <c:pt idx="4662">
                  <c:v>21-09-2018</c:v>
                </c:pt>
                <c:pt idx="4663">
                  <c:v>24-09-2018</c:v>
                </c:pt>
                <c:pt idx="4664">
                  <c:v>25-09-2018</c:v>
                </c:pt>
                <c:pt idx="4665">
                  <c:v>26-09-2018</c:v>
                </c:pt>
                <c:pt idx="4666">
                  <c:v>27-09-2018</c:v>
                </c:pt>
                <c:pt idx="4667">
                  <c:v>28-09-2018</c:v>
                </c:pt>
                <c:pt idx="4668">
                  <c:v>01-10-2018</c:v>
                </c:pt>
                <c:pt idx="4669">
                  <c:v>03-10-2018</c:v>
                </c:pt>
                <c:pt idx="4670">
                  <c:v>04-10-2018</c:v>
                </c:pt>
                <c:pt idx="4671">
                  <c:v>05-10-2018</c:v>
                </c:pt>
                <c:pt idx="4672">
                  <c:v>08-10-2018</c:v>
                </c:pt>
                <c:pt idx="4673">
                  <c:v>09-10-2018</c:v>
                </c:pt>
                <c:pt idx="4674">
                  <c:v>10-10-2018</c:v>
                </c:pt>
                <c:pt idx="4675">
                  <c:v>11-10-2018</c:v>
                </c:pt>
                <c:pt idx="4676">
                  <c:v>12-10-2018</c:v>
                </c:pt>
                <c:pt idx="4677">
                  <c:v>15-10-2018</c:v>
                </c:pt>
                <c:pt idx="4678">
                  <c:v>16-10-2018</c:v>
                </c:pt>
                <c:pt idx="4679">
                  <c:v>17-10-2018</c:v>
                </c:pt>
                <c:pt idx="4680">
                  <c:v>19-10-2018</c:v>
                </c:pt>
                <c:pt idx="4681">
                  <c:v>22-10-2018</c:v>
                </c:pt>
                <c:pt idx="4682">
                  <c:v>23-10-2018</c:v>
                </c:pt>
                <c:pt idx="4683">
                  <c:v>24-10-2018</c:v>
                </c:pt>
                <c:pt idx="4684">
                  <c:v>25-10-2018</c:v>
                </c:pt>
                <c:pt idx="4685">
                  <c:v>26-10-2018</c:v>
                </c:pt>
                <c:pt idx="4686">
                  <c:v>29-10-2018</c:v>
                </c:pt>
                <c:pt idx="4687">
                  <c:v>30-10-2018</c:v>
                </c:pt>
                <c:pt idx="4688">
                  <c:v>31-10-2018</c:v>
                </c:pt>
                <c:pt idx="4689">
                  <c:v>01-11-2018</c:v>
                </c:pt>
                <c:pt idx="4690">
                  <c:v>02-11-2018</c:v>
                </c:pt>
                <c:pt idx="4691">
                  <c:v>05-11-2018</c:v>
                </c:pt>
                <c:pt idx="4692">
                  <c:v>06-11-2018</c:v>
                </c:pt>
                <c:pt idx="4693">
                  <c:v>07-11-2018</c:v>
                </c:pt>
                <c:pt idx="4694">
                  <c:v>09-11-2018</c:v>
                </c:pt>
                <c:pt idx="4695">
                  <c:v>12-11-2018</c:v>
                </c:pt>
                <c:pt idx="4696">
                  <c:v>13-11-2018</c:v>
                </c:pt>
                <c:pt idx="4697">
                  <c:v>14-11-2018</c:v>
                </c:pt>
                <c:pt idx="4698">
                  <c:v>15-11-2018</c:v>
                </c:pt>
                <c:pt idx="4699">
                  <c:v>16-11-2018</c:v>
                </c:pt>
                <c:pt idx="4700">
                  <c:v>19-11-2018</c:v>
                </c:pt>
                <c:pt idx="4701">
                  <c:v>20-11-2018</c:v>
                </c:pt>
                <c:pt idx="4702">
                  <c:v>21-11-2018</c:v>
                </c:pt>
                <c:pt idx="4703">
                  <c:v>22-11-2018</c:v>
                </c:pt>
                <c:pt idx="4704">
                  <c:v>26-11-2018</c:v>
                </c:pt>
                <c:pt idx="4705">
                  <c:v>27-11-2018</c:v>
                </c:pt>
                <c:pt idx="4706">
                  <c:v>28-11-2018</c:v>
                </c:pt>
                <c:pt idx="4707">
                  <c:v>29-11-2018</c:v>
                </c:pt>
                <c:pt idx="4708">
                  <c:v>30-11-2018</c:v>
                </c:pt>
                <c:pt idx="4709">
                  <c:v>03-12-2018</c:v>
                </c:pt>
                <c:pt idx="4710">
                  <c:v>04-12-2018</c:v>
                </c:pt>
                <c:pt idx="4711">
                  <c:v>05-12-2018</c:v>
                </c:pt>
                <c:pt idx="4712">
                  <c:v>06-12-2018</c:v>
                </c:pt>
                <c:pt idx="4713">
                  <c:v>07-12-2018</c:v>
                </c:pt>
                <c:pt idx="4714">
                  <c:v>10-12-2018</c:v>
                </c:pt>
                <c:pt idx="4715">
                  <c:v>11-12-2018</c:v>
                </c:pt>
                <c:pt idx="4716">
                  <c:v>12-12-2018</c:v>
                </c:pt>
                <c:pt idx="4717">
                  <c:v>13-12-2018</c:v>
                </c:pt>
                <c:pt idx="4718">
                  <c:v>14-12-2018</c:v>
                </c:pt>
                <c:pt idx="4719">
                  <c:v>17-12-2018</c:v>
                </c:pt>
                <c:pt idx="4720">
                  <c:v>18-12-2018</c:v>
                </c:pt>
                <c:pt idx="4721">
                  <c:v>19-12-2018</c:v>
                </c:pt>
                <c:pt idx="4722">
                  <c:v>20-12-2018</c:v>
                </c:pt>
                <c:pt idx="4723">
                  <c:v>21-12-2018</c:v>
                </c:pt>
                <c:pt idx="4724">
                  <c:v>24-12-2018</c:v>
                </c:pt>
                <c:pt idx="4725">
                  <c:v>26-12-2018</c:v>
                </c:pt>
                <c:pt idx="4726">
                  <c:v>27-12-2018</c:v>
                </c:pt>
                <c:pt idx="4727">
                  <c:v>28-12-2018</c:v>
                </c:pt>
                <c:pt idx="4728">
                  <c:v>31-12-2018</c:v>
                </c:pt>
                <c:pt idx="4729">
                  <c:v>01-01-2019</c:v>
                </c:pt>
                <c:pt idx="4730">
                  <c:v>02-01-2019</c:v>
                </c:pt>
                <c:pt idx="4731">
                  <c:v>03-01-2019</c:v>
                </c:pt>
                <c:pt idx="4732">
                  <c:v>04-01-2019</c:v>
                </c:pt>
                <c:pt idx="4733">
                  <c:v>07-01-2019</c:v>
                </c:pt>
                <c:pt idx="4734">
                  <c:v>08-01-2019</c:v>
                </c:pt>
                <c:pt idx="4735">
                  <c:v>09-01-2019</c:v>
                </c:pt>
                <c:pt idx="4736">
                  <c:v>10-01-2019</c:v>
                </c:pt>
                <c:pt idx="4737">
                  <c:v>11-01-2019</c:v>
                </c:pt>
                <c:pt idx="4738">
                  <c:v>14-01-2019</c:v>
                </c:pt>
                <c:pt idx="4739">
                  <c:v>15-01-2019</c:v>
                </c:pt>
                <c:pt idx="4740">
                  <c:v>16-01-2019</c:v>
                </c:pt>
                <c:pt idx="4741">
                  <c:v>17-01-2019</c:v>
                </c:pt>
                <c:pt idx="4742">
                  <c:v>18-01-2019</c:v>
                </c:pt>
                <c:pt idx="4743">
                  <c:v>21-01-2019</c:v>
                </c:pt>
                <c:pt idx="4744">
                  <c:v>22-01-2019</c:v>
                </c:pt>
                <c:pt idx="4745">
                  <c:v>23-01-2019</c:v>
                </c:pt>
                <c:pt idx="4746">
                  <c:v>24-01-2019</c:v>
                </c:pt>
                <c:pt idx="4747">
                  <c:v>25-01-2019</c:v>
                </c:pt>
                <c:pt idx="4748">
                  <c:v>28-01-2019</c:v>
                </c:pt>
                <c:pt idx="4749">
                  <c:v>29-01-2019</c:v>
                </c:pt>
                <c:pt idx="4750">
                  <c:v>30-01-2019</c:v>
                </c:pt>
                <c:pt idx="4751">
                  <c:v>31-01-2019</c:v>
                </c:pt>
                <c:pt idx="4752">
                  <c:v>01-02-2019</c:v>
                </c:pt>
                <c:pt idx="4753">
                  <c:v>04-02-2019</c:v>
                </c:pt>
                <c:pt idx="4754">
                  <c:v>05-02-2019</c:v>
                </c:pt>
                <c:pt idx="4755">
                  <c:v>06-02-2019</c:v>
                </c:pt>
                <c:pt idx="4756">
                  <c:v>07-02-2019</c:v>
                </c:pt>
                <c:pt idx="4757">
                  <c:v>08-02-2019</c:v>
                </c:pt>
                <c:pt idx="4758">
                  <c:v>11-02-2019</c:v>
                </c:pt>
                <c:pt idx="4759">
                  <c:v>12-02-2019</c:v>
                </c:pt>
                <c:pt idx="4760">
                  <c:v>13-02-2019</c:v>
                </c:pt>
                <c:pt idx="4761">
                  <c:v>14-02-2019</c:v>
                </c:pt>
                <c:pt idx="4762">
                  <c:v>15-02-2019</c:v>
                </c:pt>
                <c:pt idx="4763">
                  <c:v>18-02-2019</c:v>
                </c:pt>
                <c:pt idx="4764">
                  <c:v>19-02-2019</c:v>
                </c:pt>
                <c:pt idx="4765">
                  <c:v>20-02-2019</c:v>
                </c:pt>
                <c:pt idx="4766">
                  <c:v>21-02-2019</c:v>
                </c:pt>
                <c:pt idx="4767">
                  <c:v>22-02-2019</c:v>
                </c:pt>
                <c:pt idx="4768">
                  <c:v>25-02-2019</c:v>
                </c:pt>
                <c:pt idx="4769">
                  <c:v>26-02-2019</c:v>
                </c:pt>
                <c:pt idx="4770">
                  <c:v>27-02-2019</c:v>
                </c:pt>
                <c:pt idx="4771">
                  <c:v>28-02-2019</c:v>
                </c:pt>
                <c:pt idx="4772">
                  <c:v>01-03-2019</c:v>
                </c:pt>
                <c:pt idx="4773">
                  <c:v>05-03-2019</c:v>
                </c:pt>
                <c:pt idx="4774">
                  <c:v>06-03-2019</c:v>
                </c:pt>
                <c:pt idx="4775">
                  <c:v>07-03-2019</c:v>
                </c:pt>
                <c:pt idx="4776">
                  <c:v>08-03-2019</c:v>
                </c:pt>
                <c:pt idx="4777">
                  <c:v>11-03-2019</c:v>
                </c:pt>
                <c:pt idx="4778">
                  <c:v>12-03-2019</c:v>
                </c:pt>
                <c:pt idx="4779">
                  <c:v>13-03-2019</c:v>
                </c:pt>
                <c:pt idx="4780">
                  <c:v>14-03-2019</c:v>
                </c:pt>
                <c:pt idx="4781">
                  <c:v>15-03-2019</c:v>
                </c:pt>
                <c:pt idx="4782">
                  <c:v>18-03-2019</c:v>
                </c:pt>
                <c:pt idx="4783">
                  <c:v>19-03-2019</c:v>
                </c:pt>
                <c:pt idx="4784">
                  <c:v>20-03-2019</c:v>
                </c:pt>
                <c:pt idx="4785">
                  <c:v>22-03-2019</c:v>
                </c:pt>
                <c:pt idx="4786">
                  <c:v>25-03-2019</c:v>
                </c:pt>
                <c:pt idx="4787">
                  <c:v>26-03-2019</c:v>
                </c:pt>
                <c:pt idx="4788">
                  <c:v>27-03-2019</c:v>
                </c:pt>
                <c:pt idx="4789">
                  <c:v>28-03-2019</c:v>
                </c:pt>
                <c:pt idx="4790">
                  <c:v>29-03-2019</c:v>
                </c:pt>
                <c:pt idx="4791">
                  <c:v>01-04-2019</c:v>
                </c:pt>
                <c:pt idx="4792">
                  <c:v>02-04-2019</c:v>
                </c:pt>
                <c:pt idx="4793">
                  <c:v>03-04-2019</c:v>
                </c:pt>
                <c:pt idx="4794">
                  <c:v>04-04-2019</c:v>
                </c:pt>
                <c:pt idx="4795">
                  <c:v>05-04-2019</c:v>
                </c:pt>
                <c:pt idx="4796">
                  <c:v>08-04-2019</c:v>
                </c:pt>
                <c:pt idx="4797">
                  <c:v>09-04-2019</c:v>
                </c:pt>
                <c:pt idx="4798">
                  <c:v>10-04-2019</c:v>
                </c:pt>
                <c:pt idx="4799">
                  <c:v>11-04-2019</c:v>
                </c:pt>
                <c:pt idx="4800">
                  <c:v>12-04-2019</c:v>
                </c:pt>
                <c:pt idx="4801">
                  <c:v>15-04-2019</c:v>
                </c:pt>
                <c:pt idx="4802">
                  <c:v>16-04-2019</c:v>
                </c:pt>
                <c:pt idx="4803">
                  <c:v>18-04-2019</c:v>
                </c:pt>
                <c:pt idx="4804">
                  <c:v>22-04-2019</c:v>
                </c:pt>
                <c:pt idx="4805">
                  <c:v>23-04-2019</c:v>
                </c:pt>
                <c:pt idx="4806">
                  <c:v>24-04-2019</c:v>
                </c:pt>
                <c:pt idx="4807">
                  <c:v>25-04-2019</c:v>
                </c:pt>
                <c:pt idx="4808">
                  <c:v>26-04-2019</c:v>
                </c:pt>
                <c:pt idx="4809">
                  <c:v>30-04-2019</c:v>
                </c:pt>
                <c:pt idx="4810">
                  <c:v>02-05-2019</c:v>
                </c:pt>
                <c:pt idx="4811">
                  <c:v>03-05-2019</c:v>
                </c:pt>
                <c:pt idx="4812">
                  <c:v>06-05-2019</c:v>
                </c:pt>
                <c:pt idx="4813">
                  <c:v>07-05-2019</c:v>
                </c:pt>
                <c:pt idx="4814">
                  <c:v>08-05-2019</c:v>
                </c:pt>
                <c:pt idx="4815">
                  <c:v>09-05-2019</c:v>
                </c:pt>
                <c:pt idx="4816">
                  <c:v>10-05-2019</c:v>
                </c:pt>
                <c:pt idx="4817">
                  <c:v>13-05-2019</c:v>
                </c:pt>
                <c:pt idx="4818">
                  <c:v>14-05-2019</c:v>
                </c:pt>
                <c:pt idx="4819">
                  <c:v>15-05-2019</c:v>
                </c:pt>
                <c:pt idx="4820">
                  <c:v>16-05-2019</c:v>
                </c:pt>
                <c:pt idx="4821">
                  <c:v>17-05-2019</c:v>
                </c:pt>
                <c:pt idx="4822">
                  <c:v>20-05-2019</c:v>
                </c:pt>
                <c:pt idx="4823">
                  <c:v>21-05-2019</c:v>
                </c:pt>
                <c:pt idx="4824">
                  <c:v>22-05-2019</c:v>
                </c:pt>
                <c:pt idx="4825">
                  <c:v>23-05-2019</c:v>
                </c:pt>
                <c:pt idx="4826">
                  <c:v>24-05-2019</c:v>
                </c:pt>
                <c:pt idx="4827">
                  <c:v>27-05-2019</c:v>
                </c:pt>
                <c:pt idx="4828">
                  <c:v>28-05-2019</c:v>
                </c:pt>
                <c:pt idx="4829">
                  <c:v>29-05-2019</c:v>
                </c:pt>
                <c:pt idx="4830">
                  <c:v>30-05-2019</c:v>
                </c:pt>
                <c:pt idx="4831">
                  <c:v>31-05-2019</c:v>
                </c:pt>
                <c:pt idx="4832">
                  <c:v>03-06-2019</c:v>
                </c:pt>
                <c:pt idx="4833">
                  <c:v>04-06-2019</c:v>
                </c:pt>
                <c:pt idx="4834">
                  <c:v>06-06-2019</c:v>
                </c:pt>
                <c:pt idx="4835">
                  <c:v>07-06-2019</c:v>
                </c:pt>
                <c:pt idx="4836">
                  <c:v>10-06-2019</c:v>
                </c:pt>
                <c:pt idx="4837">
                  <c:v>11-06-2019</c:v>
                </c:pt>
                <c:pt idx="4838">
                  <c:v>12-06-2019</c:v>
                </c:pt>
                <c:pt idx="4839">
                  <c:v>13-06-2019</c:v>
                </c:pt>
                <c:pt idx="4840">
                  <c:v>14-06-2019</c:v>
                </c:pt>
                <c:pt idx="4841">
                  <c:v>17-06-2019</c:v>
                </c:pt>
                <c:pt idx="4842">
                  <c:v>18-06-2019</c:v>
                </c:pt>
                <c:pt idx="4843">
                  <c:v>19-06-2019</c:v>
                </c:pt>
                <c:pt idx="4844">
                  <c:v>20-06-2019</c:v>
                </c:pt>
                <c:pt idx="4845">
                  <c:v>21-06-2019</c:v>
                </c:pt>
                <c:pt idx="4846">
                  <c:v>24-06-2019</c:v>
                </c:pt>
                <c:pt idx="4847">
                  <c:v>25-06-2019</c:v>
                </c:pt>
                <c:pt idx="4848">
                  <c:v>26-06-2019</c:v>
                </c:pt>
                <c:pt idx="4849">
                  <c:v>27-06-2019</c:v>
                </c:pt>
                <c:pt idx="4850">
                  <c:v>28-06-2019</c:v>
                </c:pt>
                <c:pt idx="4851">
                  <c:v>01-07-2019</c:v>
                </c:pt>
                <c:pt idx="4852">
                  <c:v>02-07-2019</c:v>
                </c:pt>
                <c:pt idx="4853">
                  <c:v>03-07-2019</c:v>
                </c:pt>
                <c:pt idx="4854">
                  <c:v>04-07-2019</c:v>
                </c:pt>
                <c:pt idx="4855">
                  <c:v>05-07-2019</c:v>
                </c:pt>
                <c:pt idx="4856">
                  <c:v>08-07-2019</c:v>
                </c:pt>
                <c:pt idx="4857">
                  <c:v>09-07-2019</c:v>
                </c:pt>
                <c:pt idx="4858">
                  <c:v>10-07-2019</c:v>
                </c:pt>
                <c:pt idx="4859">
                  <c:v>11-07-2019</c:v>
                </c:pt>
                <c:pt idx="4860">
                  <c:v>12-07-2019</c:v>
                </c:pt>
                <c:pt idx="4861">
                  <c:v>15-07-2019</c:v>
                </c:pt>
                <c:pt idx="4862">
                  <c:v>16-07-2019</c:v>
                </c:pt>
                <c:pt idx="4863">
                  <c:v>17-07-2019</c:v>
                </c:pt>
                <c:pt idx="4864">
                  <c:v>18-07-2019</c:v>
                </c:pt>
                <c:pt idx="4865">
                  <c:v>19-07-2019</c:v>
                </c:pt>
                <c:pt idx="4866">
                  <c:v>22-07-2019</c:v>
                </c:pt>
                <c:pt idx="4867">
                  <c:v>23-07-2019</c:v>
                </c:pt>
                <c:pt idx="4868">
                  <c:v>24-07-2019</c:v>
                </c:pt>
                <c:pt idx="4869">
                  <c:v>25-07-2019</c:v>
                </c:pt>
                <c:pt idx="4870">
                  <c:v>26-07-2019</c:v>
                </c:pt>
                <c:pt idx="4871">
                  <c:v>29-07-2019</c:v>
                </c:pt>
                <c:pt idx="4872">
                  <c:v>30-07-2019</c:v>
                </c:pt>
                <c:pt idx="4873">
                  <c:v>31-07-2019</c:v>
                </c:pt>
                <c:pt idx="4874">
                  <c:v>01-08-2019</c:v>
                </c:pt>
                <c:pt idx="4875">
                  <c:v>02-08-2019</c:v>
                </c:pt>
                <c:pt idx="4876">
                  <c:v>05-08-2019</c:v>
                </c:pt>
                <c:pt idx="4877">
                  <c:v>06-08-2019</c:v>
                </c:pt>
                <c:pt idx="4878">
                  <c:v>07-08-2019</c:v>
                </c:pt>
                <c:pt idx="4879">
                  <c:v>08-08-2019</c:v>
                </c:pt>
                <c:pt idx="4880">
                  <c:v>09-08-2019</c:v>
                </c:pt>
                <c:pt idx="4881">
                  <c:v>13-08-2019</c:v>
                </c:pt>
                <c:pt idx="4882">
                  <c:v>14-08-2019</c:v>
                </c:pt>
                <c:pt idx="4883">
                  <c:v>16-08-2019</c:v>
                </c:pt>
                <c:pt idx="4884">
                  <c:v>19-08-2019</c:v>
                </c:pt>
                <c:pt idx="4885">
                  <c:v>20-08-2019</c:v>
                </c:pt>
                <c:pt idx="4886">
                  <c:v>21-08-2019</c:v>
                </c:pt>
                <c:pt idx="4887">
                  <c:v>22-08-2019</c:v>
                </c:pt>
                <c:pt idx="4888">
                  <c:v>23-08-2019</c:v>
                </c:pt>
                <c:pt idx="4889">
                  <c:v>26-08-2019</c:v>
                </c:pt>
                <c:pt idx="4890">
                  <c:v>27-08-2019</c:v>
                </c:pt>
                <c:pt idx="4891">
                  <c:v>28-08-2019</c:v>
                </c:pt>
                <c:pt idx="4892">
                  <c:v>29-08-2019</c:v>
                </c:pt>
                <c:pt idx="4893">
                  <c:v>30-08-2019</c:v>
                </c:pt>
                <c:pt idx="4894">
                  <c:v>03-09-2019</c:v>
                </c:pt>
                <c:pt idx="4895">
                  <c:v>04-09-2019</c:v>
                </c:pt>
                <c:pt idx="4896">
                  <c:v>05-09-2019</c:v>
                </c:pt>
                <c:pt idx="4897">
                  <c:v>06-09-2019</c:v>
                </c:pt>
                <c:pt idx="4898">
                  <c:v>09-09-2019</c:v>
                </c:pt>
                <c:pt idx="4899">
                  <c:v>11-09-2019</c:v>
                </c:pt>
                <c:pt idx="4900">
                  <c:v>12-09-2019</c:v>
                </c:pt>
                <c:pt idx="4901">
                  <c:v>13-09-2019</c:v>
                </c:pt>
                <c:pt idx="4902">
                  <c:v>16-09-2019</c:v>
                </c:pt>
                <c:pt idx="4903">
                  <c:v>17-09-2019</c:v>
                </c:pt>
                <c:pt idx="4904">
                  <c:v>18-09-2019</c:v>
                </c:pt>
                <c:pt idx="4905">
                  <c:v>19-09-2019</c:v>
                </c:pt>
                <c:pt idx="4906">
                  <c:v>20-09-2019</c:v>
                </c:pt>
                <c:pt idx="4907">
                  <c:v>23-09-2019</c:v>
                </c:pt>
                <c:pt idx="4908">
                  <c:v>24-09-2019</c:v>
                </c:pt>
                <c:pt idx="4909">
                  <c:v>25-09-2019</c:v>
                </c:pt>
                <c:pt idx="4910">
                  <c:v>26-09-2019</c:v>
                </c:pt>
                <c:pt idx="4911">
                  <c:v>27-09-2019</c:v>
                </c:pt>
                <c:pt idx="4912">
                  <c:v>30-09-2019</c:v>
                </c:pt>
                <c:pt idx="4913">
                  <c:v>01-10-2019</c:v>
                </c:pt>
                <c:pt idx="4914">
                  <c:v>03-10-2019</c:v>
                </c:pt>
                <c:pt idx="4915">
                  <c:v>04-10-2019</c:v>
                </c:pt>
                <c:pt idx="4916">
                  <c:v>07-10-2019</c:v>
                </c:pt>
                <c:pt idx="4917">
                  <c:v>09-10-2019</c:v>
                </c:pt>
                <c:pt idx="4918">
                  <c:v>10-10-2019</c:v>
                </c:pt>
                <c:pt idx="4919">
                  <c:v>11-10-2019</c:v>
                </c:pt>
                <c:pt idx="4920">
                  <c:v>14-10-2019</c:v>
                </c:pt>
                <c:pt idx="4921">
                  <c:v>15-10-2019</c:v>
                </c:pt>
                <c:pt idx="4922">
                  <c:v>16-10-2019</c:v>
                </c:pt>
                <c:pt idx="4923">
                  <c:v>17-10-2019</c:v>
                </c:pt>
                <c:pt idx="4924">
                  <c:v>18-10-2019</c:v>
                </c:pt>
                <c:pt idx="4925">
                  <c:v>22-10-2019</c:v>
                </c:pt>
                <c:pt idx="4926">
                  <c:v>23-10-2019</c:v>
                </c:pt>
                <c:pt idx="4927">
                  <c:v>24-10-2019</c:v>
                </c:pt>
                <c:pt idx="4928">
                  <c:v>25-10-2019</c:v>
                </c:pt>
                <c:pt idx="4929">
                  <c:v>27-10-2019</c:v>
                </c:pt>
                <c:pt idx="4930">
                  <c:v>29-10-2019</c:v>
                </c:pt>
                <c:pt idx="4931">
                  <c:v>30-10-2019</c:v>
                </c:pt>
                <c:pt idx="4932">
                  <c:v>31-10-2019</c:v>
                </c:pt>
                <c:pt idx="4933">
                  <c:v>01-11-2019</c:v>
                </c:pt>
                <c:pt idx="4934">
                  <c:v>04-11-2019</c:v>
                </c:pt>
                <c:pt idx="4935">
                  <c:v>05-11-2019</c:v>
                </c:pt>
                <c:pt idx="4936">
                  <c:v>06-11-2019</c:v>
                </c:pt>
                <c:pt idx="4937">
                  <c:v>07-11-2019</c:v>
                </c:pt>
                <c:pt idx="4938">
                  <c:v>08-11-2019</c:v>
                </c:pt>
                <c:pt idx="4939">
                  <c:v>11-11-2019</c:v>
                </c:pt>
                <c:pt idx="4940">
                  <c:v>13-11-2019</c:v>
                </c:pt>
                <c:pt idx="4941">
                  <c:v>14-11-2019</c:v>
                </c:pt>
                <c:pt idx="4942">
                  <c:v>15-11-2019</c:v>
                </c:pt>
                <c:pt idx="4943">
                  <c:v>18-11-2019</c:v>
                </c:pt>
                <c:pt idx="4944">
                  <c:v>19-11-2019</c:v>
                </c:pt>
                <c:pt idx="4945">
                  <c:v>20-11-2019</c:v>
                </c:pt>
                <c:pt idx="4946">
                  <c:v>21-11-2019</c:v>
                </c:pt>
                <c:pt idx="4947">
                  <c:v>22-11-2019</c:v>
                </c:pt>
                <c:pt idx="4948">
                  <c:v>25-11-2019</c:v>
                </c:pt>
                <c:pt idx="4949">
                  <c:v>26-11-2019</c:v>
                </c:pt>
                <c:pt idx="4950">
                  <c:v>27-11-2019</c:v>
                </c:pt>
                <c:pt idx="4951">
                  <c:v>28-11-2019</c:v>
                </c:pt>
                <c:pt idx="4952">
                  <c:v>29-11-2019</c:v>
                </c:pt>
                <c:pt idx="4953">
                  <c:v>02-12-2019</c:v>
                </c:pt>
                <c:pt idx="4954">
                  <c:v>03-12-2019</c:v>
                </c:pt>
                <c:pt idx="4955">
                  <c:v>04-12-2019</c:v>
                </c:pt>
                <c:pt idx="4956">
                  <c:v>05-12-2019</c:v>
                </c:pt>
                <c:pt idx="4957">
                  <c:v>06-12-2019</c:v>
                </c:pt>
                <c:pt idx="4958">
                  <c:v>09-12-2019</c:v>
                </c:pt>
                <c:pt idx="4959">
                  <c:v>10-12-2019</c:v>
                </c:pt>
                <c:pt idx="4960">
                  <c:v>11-12-2019</c:v>
                </c:pt>
                <c:pt idx="4961">
                  <c:v>12-12-2019</c:v>
                </c:pt>
                <c:pt idx="4962">
                  <c:v>13-12-2019</c:v>
                </c:pt>
                <c:pt idx="4963">
                  <c:v>16-12-2019</c:v>
                </c:pt>
                <c:pt idx="4964">
                  <c:v>17-12-2019</c:v>
                </c:pt>
                <c:pt idx="4965">
                  <c:v>18-12-2019</c:v>
                </c:pt>
                <c:pt idx="4966">
                  <c:v>19-12-2019</c:v>
                </c:pt>
                <c:pt idx="4967">
                  <c:v>20-12-2019</c:v>
                </c:pt>
                <c:pt idx="4968">
                  <c:v>23-12-2019</c:v>
                </c:pt>
                <c:pt idx="4969">
                  <c:v>24-12-2019</c:v>
                </c:pt>
                <c:pt idx="4970">
                  <c:v>26-12-2019</c:v>
                </c:pt>
                <c:pt idx="4971">
                  <c:v>27-12-2019</c:v>
                </c:pt>
                <c:pt idx="4972">
                  <c:v>30-12-2019</c:v>
                </c:pt>
                <c:pt idx="4973">
                  <c:v>31-12-2019</c:v>
                </c:pt>
                <c:pt idx="4974">
                  <c:v>01-01-2020</c:v>
                </c:pt>
                <c:pt idx="4975">
                  <c:v>02-01-2020</c:v>
                </c:pt>
                <c:pt idx="4976">
                  <c:v>03-01-2020</c:v>
                </c:pt>
                <c:pt idx="4977">
                  <c:v>06-01-2020</c:v>
                </c:pt>
                <c:pt idx="4978">
                  <c:v>07-01-2020</c:v>
                </c:pt>
                <c:pt idx="4979">
                  <c:v>08-01-2020</c:v>
                </c:pt>
                <c:pt idx="4980">
                  <c:v>09-01-2020</c:v>
                </c:pt>
                <c:pt idx="4981">
                  <c:v>10-01-2020</c:v>
                </c:pt>
                <c:pt idx="4982">
                  <c:v>13-01-2020</c:v>
                </c:pt>
                <c:pt idx="4983">
                  <c:v>14-01-2020</c:v>
                </c:pt>
                <c:pt idx="4984">
                  <c:v>15-01-2020</c:v>
                </c:pt>
                <c:pt idx="4985">
                  <c:v>16-01-2020</c:v>
                </c:pt>
                <c:pt idx="4986">
                  <c:v>17-01-2020</c:v>
                </c:pt>
                <c:pt idx="4987">
                  <c:v>20-01-2020</c:v>
                </c:pt>
                <c:pt idx="4988">
                  <c:v>21-01-2020</c:v>
                </c:pt>
                <c:pt idx="4989">
                  <c:v>22-01-2020</c:v>
                </c:pt>
                <c:pt idx="4990">
                  <c:v>23-01-2020</c:v>
                </c:pt>
                <c:pt idx="4991">
                  <c:v>24-01-2020</c:v>
                </c:pt>
                <c:pt idx="4992">
                  <c:v>27-01-2020</c:v>
                </c:pt>
                <c:pt idx="4993">
                  <c:v>28-01-2020</c:v>
                </c:pt>
                <c:pt idx="4994">
                  <c:v>29-01-2020</c:v>
                </c:pt>
                <c:pt idx="4995">
                  <c:v>30-01-2020</c:v>
                </c:pt>
                <c:pt idx="4996">
                  <c:v>31-01-2020</c:v>
                </c:pt>
                <c:pt idx="4997">
                  <c:v>01-02-2020</c:v>
                </c:pt>
                <c:pt idx="4998">
                  <c:v>03-02-2020</c:v>
                </c:pt>
                <c:pt idx="4999">
                  <c:v>04-02-2020</c:v>
                </c:pt>
                <c:pt idx="5000">
                  <c:v>05-02-2020</c:v>
                </c:pt>
                <c:pt idx="5001">
                  <c:v>06-02-2020</c:v>
                </c:pt>
                <c:pt idx="5002">
                  <c:v>07-02-2020</c:v>
                </c:pt>
                <c:pt idx="5003">
                  <c:v>10-02-2020</c:v>
                </c:pt>
                <c:pt idx="5004">
                  <c:v>11-02-2020</c:v>
                </c:pt>
                <c:pt idx="5005">
                  <c:v>12-02-2020</c:v>
                </c:pt>
                <c:pt idx="5006">
                  <c:v>13-02-2020</c:v>
                </c:pt>
                <c:pt idx="5007">
                  <c:v>14-02-2020</c:v>
                </c:pt>
                <c:pt idx="5008">
                  <c:v>17-02-2020</c:v>
                </c:pt>
                <c:pt idx="5009">
                  <c:v>18-02-2020</c:v>
                </c:pt>
                <c:pt idx="5010">
                  <c:v>19-02-2020</c:v>
                </c:pt>
                <c:pt idx="5011">
                  <c:v>20-02-2020</c:v>
                </c:pt>
                <c:pt idx="5012">
                  <c:v>24-02-2020</c:v>
                </c:pt>
                <c:pt idx="5013">
                  <c:v>25-02-2020</c:v>
                </c:pt>
                <c:pt idx="5014">
                  <c:v>26-02-2020</c:v>
                </c:pt>
                <c:pt idx="5015">
                  <c:v>27-02-2020</c:v>
                </c:pt>
                <c:pt idx="5016">
                  <c:v>28-02-2020</c:v>
                </c:pt>
                <c:pt idx="5017">
                  <c:v>02-03-2020</c:v>
                </c:pt>
                <c:pt idx="5018">
                  <c:v>03-03-2020</c:v>
                </c:pt>
                <c:pt idx="5019">
                  <c:v>04-03-2020</c:v>
                </c:pt>
                <c:pt idx="5020">
                  <c:v>05-03-2020</c:v>
                </c:pt>
                <c:pt idx="5021">
                  <c:v>06-03-2020</c:v>
                </c:pt>
                <c:pt idx="5022">
                  <c:v>09-03-2020</c:v>
                </c:pt>
                <c:pt idx="5023">
                  <c:v>11-03-2020</c:v>
                </c:pt>
                <c:pt idx="5024">
                  <c:v>12-03-2020</c:v>
                </c:pt>
                <c:pt idx="5025">
                  <c:v>13-03-2020</c:v>
                </c:pt>
                <c:pt idx="5026">
                  <c:v>16-03-2020</c:v>
                </c:pt>
                <c:pt idx="5027">
                  <c:v>17-03-2020</c:v>
                </c:pt>
                <c:pt idx="5028">
                  <c:v>18-03-2020</c:v>
                </c:pt>
                <c:pt idx="5029">
                  <c:v>19-03-2020</c:v>
                </c:pt>
                <c:pt idx="5030">
                  <c:v>20-03-2020</c:v>
                </c:pt>
                <c:pt idx="5031">
                  <c:v>23-03-2020</c:v>
                </c:pt>
                <c:pt idx="5032">
                  <c:v>24-03-2020</c:v>
                </c:pt>
                <c:pt idx="5033">
                  <c:v>25-03-2020</c:v>
                </c:pt>
                <c:pt idx="5034">
                  <c:v>26-03-2020</c:v>
                </c:pt>
                <c:pt idx="5035">
                  <c:v>27-03-2020</c:v>
                </c:pt>
                <c:pt idx="5036">
                  <c:v>30-03-2020</c:v>
                </c:pt>
                <c:pt idx="5037">
                  <c:v>31-03-2020</c:v>
                </c:pt>
                <c:pt idx="5038">
                  <c:v>01-04-2020</c:v>
                </c:pt>
                <c:pt idx="5039">
                  <c:v>03-04-2020</c:v>
                </c:pt>
                <c:pt idx="5040">
                  <c:v>07-04-2020</c:v>
                </c:pt>
                <c:pt idx="5041">
                  <c:v>08-04-2020</c:v>
                </c:pt>
                <c:pt idx="5042">
                  <c:v>09-04-2020</c:v>
                </c:pt>
                <c:pt idx="5043">
                  <c:v>13-04-2020</c:v>
                </c:pt>
                <c:pt idx="5044">
                  <c:v>15-04-2020</c:v>
                </c:pt>
                <c:pt idx="5045">
                  <c:v>16-04-2020</c:v>
                </c:pt>
                <c:pt idx="5046">
                  <c:v>17-04-2020</c:v>
                </c:pt>
                <c:pt idx="5047">
                  <c:v>20-04-2020</c:v>
                </c:pt>
                <c:pt idx="5048">
                  <c:v>21-04-2020</c:v>
                </c:pt>
                <c:pt idx="5049">
                  <c:v>22-04-2020</c:v>
                </c:pt>
                <c:pt idx="5050">
                  <c:v>23-04-2020</c:v>
                </c:pt>
                <c:pt idx="5051">
                  <c:v>24-04-2020</c:v>
                </c:pt>
                <c:pt idx="5052">
                  <c:v>27-04-2020</c:v>
                </c:pt>
                <c:pt idx="5053">
                  <c:v>28-04-2020</c:v>
                </c:pt>
                <c:pt idx="5054">
                  <c:v>29-04-2020</c:v>
                </c:pt>
                <c:pt idx="5055">
                  <c:v>30-04-2020</c:v>
                </c:pt>
                <c:pt idx="5056">
                  <c:v>04-05-2020</c:v>
                </c:pt>
                <c:pt idx="5057">
                  <c:v>05-05-2020</c:v>
                </c:pt>
                <c:pt idx="5058">
                  <c:v>06-05-2020</c:v>
                </c:pt>
                <c:pt idx="5059">
                  <c:v>07-05-2020</c:v>
                </c:pt>
                <c:pt idx="5060">
                  <c:v>08-05-2020</c:v>
                </c:pt>
                <c:pt idx="5061">
                  <c:v>11-05-2020</c:v>
                </c:pt>
                <c:pt idx="5062">
                  <c:v>12-05-2020</c:v>
                </c:pt>
                <c:pt idx="5063">
                  <c:v>13-05-2020</c:v>
                </c:pt>
                <c:pt idx="5064">
                  <c:v>14-05-2020</c:v>
                </c:pt>
                <c:pt idx="5065">
                  <c:v>15-05-2020</c:v>
                </c:pt>
                <c:pt idx="5066">
                  <c:v>18-05-2020</c:v>
                </c:pt>
                <c:pt idx="5067">
                  <c:v>19-05-2020</c:v>
                </c:pt>
                <c:pt idx="5068">
                  <c:v>20-05-2020</c:v>
                </c:pt>
                <c:pt idx="5069">
                  <c:v>21-05-2020</c:v>
                </c:pt>
                <c:pt idx="5070">
                  <c:v>22-05-2020</c:v>
                </c:pt>
                <c:pt idx="5071">
                  <c:v>26-05-2020</c:v>
                </c:pt>
                <c:pt idx="5072">
                  <c:v>27-05-2020</c:v>
                </c:pt>
                <c:pt idx="5073">
                  <c:v>28-05-2020</c:v>
                </c:pt>
                <c:pt idx="5074">
                  <c:v>29-05-2020</c:v>
                </c:pt>
                <c:pt idx="5075">
                  <c:v>01-06-2020</c:v>
                </c:pt>
                <c:pt idx="5076">
                  <c:v>02-06-2020</c:v>
                </c:pt>
                <c:pt idx="5077">
                  <c:v>03-06-2020</c:v>
                </c:pt>
                <c:pt idx="5078">
                  <c:v>04-06-2020</c:v>
                </c:pt>
                <c:pt idx="5079">
                  <c:v>05-06-2020</c:v>
                </c:pt>
                <c:pt idx="5080">
                  <c:v>08-06-2020</c:v>
                </c:pt>
                <c:pt idx="5081">
                  <c:v>09-06-2020</c:v>
                </c:pt>
                <c:pt idx="5082">
                  <c:v>10-06-2020</c:v>
                </c:pt>
                <c:pt idx="5083">
                  <c:v>11-06-2020</c:v>
                </c:pt>
                <c:pt idx="5084">
                  <c:v>12-06-2020</c:v>
                </c:pt>
                <c:pt idx="5085">
                  <c:v>15-06-2020</c:v>
                </c:pt>
                <c:pt idx="5086">
                  <c:v>16-06-2020</c:v>
                </c:pt>
                <c:pt idx="5087">
                  <c:v>17-06-2020</c:v>
                </c:pt>
                <c:pt idx="5088">
                  <c:v>18-06-2020</c:v>
                </c:pt>
                <c:pt idx="5089">
                  <c:v>19-06-2020</c:v>
                </c:pt>
                <c:pt idx="5090">
                  <c:v>22-06-2020</c:v>
                </c:pt>
                <c:pt idx="5091">
                  <c:v>23-06-2020</c:v>
                </c:pt>
                <c:pt idx="5092">
                  <c:v>24-06-2020</c:v>
                </c:pt>
                <c:pt idx="5093">
                  <c:v>25-06-2020</c:v>
                </c:pt>
                <c:pt idx="5094">
                  <c:v>26-06-2020</c:v>
                </c:pt>
                <c:pt idx="5095">
                  <c:v>29-06-2020</c:v>
                </c:pt>
                <c:pt idx="5096">
                  <c:v>30-06-2020</c:v>
                </c:pt>
                <c:pt idx="5097">
                  <c:v>01-07-2020</c:v>
                </c:pt>
                <c:pt idx="5098">
                  <c:v>02-07-2020</c:v>
                </c:pt>
                <c:pt idx="5099">
                  <c:v>03-07-2020</c:v>
                </c:pt>
                <c:pt idx="5100">
                  <c:v>06-07-2020</c:v>
                </c:pt>
                <c:pt idx="5101">
                  <c:v>07-07-2020</c:v>
                </c:pt>
                <c:pt idx="5102">
                  <c:v>08-07-2020</c:v>
                </c:pt>
                <c:pt idx="5103">
                  <c:v>09-07-2020</c:v>
                </c:pt>
                <c:pt idx="5104">
                  <c:v>10-07-2020</c:v>
                </c:pt>
                <c:pt idx="5105">
                  <c:v>13-07-2020</c:v>
                </c:pt>
                <c:pt idx="5106">
                  <c:v>14-07-2020</c:v>
                </c:pt>
                <c:pt idx="5107">
                  <c:v>15-07-2020</c:v>
                </c:pt>
                <c:pt idx="5108">
                  <c:v>16-07-2020</c:v>
                </c:pt>
                <c:pt idx="5109">
                  <c:v>17-07-2020</c:v>
                </c:pt>
                <c:pt idx="5110">
                  <c:v>20-07-2020</c:v>
                </c:pt>
                <c:pt idx="5111">
                  <c:v>21-07-2020</c:v>
                </c:pt>
                <c:pt idx="5112">
                  <c:v>22-07-2020</c:v>
                </c:pt>
                <c:pt idx="5113">
                  <c:v>23-07-2020</c:v>
                </c:pt>
                <c:pt idx="5114">
                  <c:v>24-07-2020</c:v>
                </c:pt>
                <c:pt idx="5115">
                  <c:v>27-07-2020</c:v>
                </c:pt>
                <c:pt idx="5116">
                  <c:v>28-07-2020</c:v>
                </c:pt>
                <c:pt idx="5117">
                  <c:v>29-07-2020</c:v>
                </c:pt>
                <c:pt idx="5118">
                  <c:v>30-07-2020</c:v>
                </c:pt>
                <c:pt idx="5119">
                  <c:v>31-07-2020</c:v>
                </c:pt>
                <c:pt idx="5120">
                  <c:v>03-08-2020</c:v>
                </c:pt>
                <c:pt idx="5121">
                  <c:v>04-08-2020</c:v>
                </c:pt>
                <c:pt idx="5122">
                  <c:v>05-08-2020</c:v>
                </c:pt>
                <c:pt idx="5123">
                  <c:v>06-08-2020</c:v>
                </c:pt>
                <c:pt idx="5124">
                  <c:v>07-08-2020</c:v>
                </c:pt>
                <c:pt idx="5125">
                  <c:v>10-08-2020</c:v>
                </c:pt>
                <c:pt idx="5126">
                  <c:v>11-08-2020</c:v>
                </c:pt>
                <c:pt idx="5127">
                  <c:v>12-08-2020</c:v>
                </c:pt>
                <c:pt idx="5128">
                  <c:v>13-08-2020</c:v>
                </c:pt>
                <c:pt idx="5129">
                  <c:v>14-08-2020</c:v>
                </c:pt>
                <c:pt idx="5130">
                  <c:v>17-08-2020</c:v>
                </c:pt>
                <c:pt idx="5131">
                  <c:v>18-08-2020</c:v>
                </c:pt>
                <c:pt idx="5132">
                  <c:v>19-08-2020</c:v>
                </c:pt>
                <c:pt idx="5133">
                  <c:v>20-08-2020</c:v>
                </c:pt>
                <c:pt idx="5134">
                  <c:v>21-08-2020</c:v>
                </c:pt>
                <c:pt idx="5135">
                  <c:v>24-08-2020</c:v>
                </c:pt>
                <c:pt idx="5136">
                  <c:v>25-08-2020</c:v>
                </c:pt>
                <c:pt idx="5137">
                  <c:v>26-08-2020</c:v>
                </c:pt>
                <c:pt idx="5138">
                  <c:v>27-08-2020</c:v>
                </c:pt>
                <c:pt idx="5139">
                  <c:v>28-08-2020</c:v>
                </c:pt>
                <c:pt idx="5140">
                  <c:v>31-08-2020</c:v>
                </c:pt>
                <c:pt idx="5141">
                  <c:v>01-09-2020</c:v>
                </c:pt>
                <c:pt idx="5142">
                  <c:v>02-09-2020</c:v>
                </c:pt>
                <c:pt idx="5143">
                  <c:v>03-09-2020</c:v>
                </c:pt>
                <c:pt idx="5144">
                  <c:v>04-09-2020</c:v>
                </c:pt>
                <c:pt idx="5145">
                  <c:v>07-09-2020</c:v>
                </c:pt>
                <c:pt idx="5146">
                  <c:v>08-09-2020</c:v>
                </c:pt>
                <c:pt idx="5147">
                  <c:v>09-09-2020</c:v>
                </c:pt>
                <c:pt idx="5148">
                  <c:v>10-09-2020</c:v>
                </c:pt>
                <c:pt idx="5149">
                  <c:v>11-09-2020</c:v>
                </c:pt>
                <c:pt idx="5150">
                  <c:v>14-09-2020</c:v>
                </c:pt>
                <c:pt idx="5151">
                  <c:v>15-09-2020</c:v>
                </c:pt>
                <c:pt idx="5152">
                  <c:v>16-09-2020</c:v>
                </c:pt>
                <c:pt idx="5153">
                  <c:v>17-09-2020</c:v>
                </c:pt>
                <c:pt idx="5154">
                  <c:v>18-09-2020</c:v>
                </c:pt>
                <c:pt idx="5155">
                  <c:v>21-09-2020</c:v>
                </c:pt>
                <c:pt idx="5156">
                  <c:v>22-09-2020</c:v>
                </c:pt>
                <c:pt idx="5157">
                  <c:v>23-09-2020</c:v>
                </c:pt>
                <c:pt idx="5158">
                  <c:v>24-09-2020</c:v>
                </c:pt>
                <c:pt idx="5159">
                  <c:v>25-09-2020</c:v>
                </c:pt>
                <c:pt idx="5160">
                  <c:v>28-09-2020</c:v>
                </c:pt>
                <c:pt idx="5161">
                  <c:v>29-09-2020</c:v>
                </c:pt>
                <c:pt idx="5162">
                  <c:v>30-09-2020</c:v>
                </c:pt>
                <c:pt idx="5163">
                  <c:v>01-10-2020</c:v>
                </c:pt>
                <c:pt idx="5164">
                  <c:v>05-10-2020</c:v>
                </c:pt>
                <c:pt idx="5165">
                  <c:v>06-10-2020</c:v>
                </c:pt>
                <c:pt idx="5166">
                  <c:v>07-10-2020</c:v>
                </c:pt>
                <c:pt idx="5167">
                  <c:v>08-10-2020</c:v>
                </c:pt>
                <c:pt idx="5168">
                  <c:v>09-10-2020</c:v>
                </c:pt>
                <c:pt idx="5169">
                  <c:v>12-10-2020</c:v>
                </c:pt>
                <c:pt idx="5170">
                  <c:v>13-10-2020</c:v>
                </c:pt>
                <c:pt idx="5171">
                  <c:v>14-10-2020</c:v>
                </c:pt>
                <c:pt idx="5172">
                  <c:v>15-10-2020</c:v>
                </c:pt>
                <c:pt idx="5173">
                  <c:v>16-10-2020</c:v>
                </c:pt>
                <c:pt idx="5174">
                  <c:v>19-10-2020</c:v>
                </c:pt>
                <c:pt idx="5175">
                  <c:v>20-10-2020</c:v>
                </c:pt>
                <c:pt idx="5176">
                  <c:v>21-10-2020</c:v>
                </c:pt>
                <c:pt idx="5177">
                  <c:v>22-10-2020</c:v>
                </c:pt>
                <c:pt idx="5178">
                  <c:v>23-10-2020</c:v>
                </c:pt>
                <c:pt idx="5179">
                  <c:v>26-10-2020</c:v>
                </c:pt>
                <c:pt idx="5180">
                  <c:v>27-10-2020</c:v>
                </c:pt>
                <c:pt idx="5181">
                  <c:v>28-10-2020</c:v>
                </c:pt>
                <c:pt idx="5182">
                  <c:v>29-10-2020</c:v>
                </c:pt>
                <c:pt idx="5183">
                  <c:v>30-10-2020</c:v>
                </c:pt>
                <c:pt idx="5184">
                  <c:v>02-11-2020</c:v>
                </c:pt>
                <c:pt idx="5185">
                  <c:v>03-11-2020</c:v>
                </c:pt>
                <c:pt idx="5186">
                  <c:v>04-11-2020</c:v>
                </c:pt>
                <c:pt idx="5187">
                  <c:v>05-11-2020</c:v>
                </c:pt>
                <c:pt idx="5188">
                  <c:v>06-11-2020</c:v>
                </c:pt>
                <c:pt idx="5189">
                  <c:v>09-11-2020</c:v>
                </c:pt>
                <c:pt idx="5190">
                  <c:v>10-11-2020</c:v>
                </c:pt>
                <c:pt idx="5191">
                  <c:v>11-11-2020</c:v>
                </c:pt>
                <c:pt idx="5192">
                  <c:v>12-11-2020</c:v>
                </c:pt>
                <c:pt idx="5193">
                  <c:v>13-11-2020</c:v>
                </c:pt>
                <c:pt idx="5194">
                  <c:v>14-11-2020</c:v>
                </c:pt>
                <c:pt idx="5195">
                  <c:v>17-11-2020</c:v>
                </c:pt>
                <c:pt idx="5196">
                  <c:v>18-11-2020</c:v>
                </c:pt>
                <c:pt idx="5197">
                  <c:v>19-11-2020</c:v>
                </c:pt>
                <c:pt idx="5198">
                  <c:v>20-11-2020</c:v>
                </c:pt>
                <c:pt idx="5199">
                  <c:v>23-11-2020</c:v>
                </c:pt>
                <c:pt idx="5200">
                  <c:v>24-11-2020</c:v>
                </c:pt>
                <c:pt idx="5201">
                  <c:v>25-11-2020</c:v>
                </c:pt>
                <c:pt idx="5202">
                  <c:v>26-11-2020</c:v>
                </c:pt>
                <c:pt idx="5203">
                  <c:v>27-11-2020</c:v>
                </c:pt>
                <c:pt idx="5204">
                  <c:v>01-12-2020</c:v>
                </c:pt>
                <c:pt idx="5205">
                  <c:v>02-12-2020</c:v>
                </c:pt>
                <c:pt idx="5206">
                  <c:v>03-12-2020</c:v>
                </c:pt>
                <c:pt idx="5207">
                  <c:v>04-12-2020</c:v>
                </c:pt>
                <c:pt idx="5208">
                  <c:v>07-12-2020</c:v>
                </c:pt>
                <c:pt idx="5209">
                  <c:v>08-12-2020</c:v>
                </c:pt>
                <c:pt idx="5210">
                  <c:v>09-12-2020</c:v>
                </c:pt>
                <c:pt idx="5211">
                  <c:v>10-12-2020</c:v>
                </c:pt>
                <c:pt idx="5212">
                  <c:v>11-12-2020</c:v>
                </c:pt>
                <c:pt idx="5213">
                  <c:v>14-12-2020</c:v>
                </c:pt>
                <c:pt idx="5214">
                  <c:v>15-12-2020</c:v>
                </c:pt>
                <c:pt idx="5215">
                  <c:v>16-12-2020</c:v>
                </c:pt>
                <c:pt idx="5216">
                  <c:v>17-12-2020</c:v>
                </c:pt>
                <c:pt idx="5217">
                  <c:v>18-12-2020</c:v>
                </c:pt>
                <c:pt idx="5218">
                  <c:v>21-12-2020</c:v>
                </c:pt>
                <c:pt idx="5219">
                  <c:v>22-12-2020</c:v>
                </c:pt>
                <c:pt idx="5220">
                  <c:v>23-12-2020</c:v>
                </c:pt>
                <c:pt idx="5221">
                  <c:v>24-12-2020</c:v>
                </c:pt>
                <c:pt idx="5222">
                  <c:v>28-12-2020</c:v>
                </c:pt>
                <c:pt idx="5223">
                  <c:v>29-12-2020</c:v>
                </c:pt>
                <c:pt idx="5224">
                  <c:v>30-12-2020</c:v>
                </c:pt>
                <c:pt idx="5225">
                  <c:v>31-12-2020</c:v>
                </c:pt>
                <c:pt idx="5226">
                  <c:v>01-01-2021</c:v>
                </c:pt>
                <c:pt idx="5227">
                  <c:v>04-01-2021</c:v>
                </c:pt>
                <c:pt idx="5228">
                  <c:v>05-01-2021</c:v>
                </c:pt>
                <c:pt idx="5229">
                  <c:v>06-01-2021</c:v>
                </c:pt>
                <c:pt idx="5230">
                  <c:v>07-01-2021</c:v>
                </c:pt>
                <c:pt idx="5231">
                  <c:v>08-01-2021</c:v>
                </c:pt>
                <c:pt idx="5232">
                  <c:v>11-01-2021</c:v>
                </c:pt>
                <c:pt idx="5233">
                  <c:v>12-01-2021</c:v>
                </c:pt>
                <c:pt idx="5234">
                  <c:v>13-01-2021</c:v>
                </c:pt>
                <c:pt idx="5235">
                  <c:v>14-01-2021</c:v>
                </c:pt>
                <c:pt idx="5236">
                  <c:v>15-01-2021</c:v>
                </c:pt>
                <c:pt idx="5237">
                  <c:v>18-01-2021</c:v>
                </c:pt>
                <c:pt idx="5238">
                  <c:v>19-01-2021</c:v>
                </c:pt>
                <c:pt idx="5239">
                  <c:v>20-01-2021</c:v>
                </c:pt>
                <c:pt idx="5240">
                  <c:v>21-01-2021</c:v>
                </c:pt>
                <c:pt idx="5241">
                  <c:v>22-01-2021</c:v>
                </c:pt>
                <c:pt idx="5242">
                  <c:v>25-01-2021</c:v>
                </c:pt>
                <c:pt idx="5243">
                  <c:v>27-01-2021</c:v>
                </c:pt>
                <c:pt idx="5244">
                  <c:v>28-01-2021</c:v>
                </c:pt>
                <c:pt idx="5245">
                  <c:v>29-01-2021</c:v>
                </c:pt>
                <c:pt idx="5246">
                  <c:v>01-02-2021</c:v>
                </c:pt>
                <c:pt idx="5247">
                  <c:v>02-02-2021</c:v>
                </c:pt>
                <c:pt idx="5248">
                  <c:v>03-02-2021</c:v>
                </c:pt>
                <c:pt idx="5249">
                  <c:v>04-02-2021</c:v>
                </c:pt>
                <c:pt idx="5250">
                  <c:v>05-02-2021</c:v>
                </c:pt>
                <c:pt idx="5251">
                  <c:v>08-02-2021</c:v>
                </c:pt>
                <c:pt idx="5252">
                  <c:v>09-02-2021</c:v>
                </c:pt>
                <c:pt idx="5253">
                  <c:v>10-02-2021</c:v>
                </c:pt>
                <c:pt idx="5254">
                  <c:v>11-02-2021</c:v>
                </c:pt>
                <c:pt idx="5255">
                  <c:v>12-02-2021</c:v>
                </c:pt>
                <c:pt idx="5256">
                  <c:v>15-02-2021</c:v>
                </c:pt>
                <c:pt idx="5257">
                  <c:v>16-02-2021</c:v>
                </c:pt>
                <c:pt idx="5258">
                  <c:v>17-02-2021</c:v>
                </c:pt>
                <c:pt idx="5259">
                  <c:v>18-02-2021</c:v>
                </c:pt>
                <c:pt idx="5260">
                  <c:v>19-02-2021</c:v>
                </c:pt>
                <c:pt idx="5261">
                  <c:v>22-02-2021</c:v>
                </c:pt>
                <c:pt idx="5262">
                  <c:v>23-02-2021</c:v>
                </c:pt>
                <c:pt idx="5263">
                  <c:v>24-02-2021</c:v>
                </c:pt>
                <c:pt idx="5264">
                  <c:v>25-02-2021</c:v>
                </c:pt>
                <c:pt idx="5265">
                  <c:v>26-02-2021</c:v>
                </c:pt>
                <c:pt idx="5266">
                  <c:v>01-03-2021</c:v>
                </c:pt>
                <c:pt idx="5267">
                  <c:v>02-03-2021</c:v>
                </c:pt>
                <c:pt idx="5268">
                  <c:v>03-03-2021</c:v>
                </c:pt>
                <c:pt idx="5269">
                  <c:v>04-03-2021</c:v>
                </c:pt>
                <c:pt idx="5270">
                  <c:v>05-03-2021</c:v>
                </c:pt>
                <c:pt idx="5271">
                  <c:v>08-03-2021</c:v>
                </c:pt>
                <c:pt idx="5272">
                  <c:v>09-03-2021</c:v>
                </c:pt>
                <c:pt idx="5273">
                  <c:v>10-03-2021</c:v>
                </c:pt>
                <c:pt idx="5274">
                  <c:v>12-03-2021</c:v>
                </c:pt>
                <c:pt idx="5275">
                  <c:v>15-03-2021</c:v>
                </c:pt>
                <c:pt idx="5276">
                  <c:v>16-03-2021</c:v>
                </c:pt>
                <c:pt idx="5277">
                  <c:v>17-03-2021</c:v>
                </c:pt>
                <c:pt idx="5278">
                  <c:v>18-03-2021</c:v>
                </c:pt>
                <c:pt idx="5279">
                  <c:v>19-03-2021</c:v>
                </c:pt>
                <c:pt idx="5280">
                  <c:v>22-03-2021</c:v>
                </c:pt>
                <c:pt idx="5281">
                  <c:v>23-03-2021</c:v>
                </c:pt>
                <c:pt idx="5282">
                  <c:v>24-03-2021</c:v>
                </c:pt>
                <c:pt idx="5283">
                  <c:v>25-03-2021</c:v>
                </c:pt>
                <c:pt idx="5284">
                  <c:v>26-03-2021</c:v>
                </c:pt>
                <c:pt idx="5285">
                  <c:v>30-03-2021</c:v>
                </c:pt>
                <c:pt idx="5286">
                  <c:v>31-03-2021</c:v>
                </c:pt>
                <c:pt idx="5287">
                  <c:v>01-04-2021</c:v>
                </c:pt>
                <c:pt idx="5288">
                  <c:v>05-04-2021</c:v>
                </c:pt>
                <c:pt idx="5289">
                  <c:v>06-04-2021</c:v>
                </c:pt>
                <c:pt idx="5290">
                  <c:v>07-04-2021</c:v>
                </c:pt>
                <c:pt idx="5291">
                  <c:v>08-04-2021</c:v>
                </c:pt>
                <c:pt idx="5292">
                  <c:v>09-04-2021</c:v>
                </c:pt>
                <c:pt idx="5293">
                  <c:v>12-04-2021</c:v>
                </c:pt>
                <c:pt idx="5294">
                  <c:v>13-04-2021</c:v>
                </c:pt>
                <c:pt idx="5295">
                  <c:v>15-04-2021</c:v>
                </c:pt>
                <c:pt idx="5296">
                  <c:v>16-04-2021</c:v>
                </c:pt>
                <c:pt idx="5297">
                  <c:v>19-04-2021</c:v>
                </c:pt>
                <c:pt idx="5298">
                  <c:v>20-04-2021</c:v>
                </c:pt>
                <c:pt idx="5299">
                  <c:v>22-04-2021</c:v>
                </c:pt>
                <c:pt idx="5300">
                  <c:v>23-04-2021</c:v>
                </c:pt>
                <c:pt idx="5301">
                  <c:v>26-04-2021</c:v>
                </c:pt>
                <c:pt idx="5302">
                  <c:v>27-04-2021</c:v>
                </c:pt>
                <c:pt idx="5303">
                  <c:v>28-04-2021</c:v>
                </c:pt>
                <c:pt idx="5304">
                  <c:v>29-04-2021</c:v>
                </c:pt>
                <c:pt idx="5305">
                  <c:v>30-04-2021</c:v>
                </c:pt>
              </c:strCache>
            </c:strRef>
          </c:cat>
          <c:val>
            <c:numRef>
              <c:f>CONSUMERPIVOT!$D$3:$D$5309</c:f>
              <c:numCache>
                <c:formatCode>General</c:formatCode>
                <c:ptCount val="5306"/>
                <c:pt idx="0">
                  <c:v>708.5</c:v>
                </c:pt>
                <c:pt idx="1">
                  <c:v>712.35</c:v>
                </c:pt>
                <c:pt idx="2">
                  <c:v>726.2</c:v>
                </c:pt>
                <c:pt idx="3">
                  <c:v>784.3</c:v>
                </c:pt>
                <c:pt idx="4">
                  <c:v>847.05</c:v>
                </c:pt>
                <c:pt idx="5">
                  <c:v>914.85</c:v>
                </c:pt>
                <c:pt idx="6">
                  <c:v>883.7</c:v>
                </c:pt>
                <c:pt idx="7">
                  <c:v>888.35</c:v>
                </c:pt>
                <c:pt idx="8">
                  <c:v>879.75</c:v>
                </c:pt>
                <c:pt idx="9">
                  <c:v>887.55</c:v>
                </c:pt>
                <c:pt idx="10">
                  <c:v>817.35</c:v>
                </c:pt>
                <c:pt idx="11">
                  <c:v>821.35</c:v>
                </c:pt>
                <c:pt idx="12">
                  <c:v>826.1</c:v>
                </c:pt>
                <c:pt idx="13">
                  <c:v>786.1</c:v>
                </c:pt>
                <c:pt idx="14">
                  <c:v>831.55</c:v>
                </c:pt>
                <c:pt idx="15">
                  <c:v>792.45</c:v>
                </c:pt>
                <c:pt idx="16">
                  <c:v>729.55</c:v>
                </c:pt>
                <c:pt idx="17">
                  <c:v>778.85</c:v>
                </c:pt>
                <c:pt idx="18">
                  <c:v>719.2</c:v>
                </c:pt>
                <c:pt idx="19">
                  <c:v>692.2</c:v>
                </c:pt>
                <c:pt idx="20">
                  <c:v>701.55</c:v>
                </c:pt>
                <c:pt idx="21">
                  <c:v>714.05</c:v>
                </c:pt>
                <c:pt idx="22">
                  <c:v>709.1</c:v>
                </c:pt>
                <c:pt idx="23">
                  <c:v>695.5</c:v>
                </c:pt>
                <c:pt idx="24">
                  <c:v>747.3</c:v>
                </c:pt>
                <c:pt idx="25">
                  <c:v>763.25</c:v>
                </c:pt>
                <c:pt idx="26">
                  <c:v>824.35</c:v>
                </c:pt>
                <c:pt idx="27">
                  <c:v>890.3</c:v>
                </c:pt>
                <c:pt idx="28">
                  <c:v>961.55</c:v>
                </c:pt>
                <c:pt idx="29">
                  <c:v>932.55</c:v>
                </c:pt>
                <c:pt idx="30">
                  <c:v>1006.5</c:v>
                </c:pt>
                <c:pt idx="31">
                  <c:v>997.2</c:v>
                </c:pt>
                <c:pt idx="32">
                  <c:v>1030.0999999999999</c:v>
                </c:pt>
                <c:pt idx="33">
                  <c:v>956.8</c:v>
                </c:pt>
                <c:pt idx="34">
                  <c:v>979.9</c:v>
                </c:pt>
                <c:pt idx="35">
                  <c:v>941.3</c:v>
                </c:pt>
                <c:pt idx="36">
                  <c:v>866.05</c:v>
                </c:pt>
                <c:pt idx="37">
                  <c:v>842.7</c:v>
                </c:pt>
                <c:pt idx="38">
                  <c:v>810.15</c:v>
                </c:pt>
                <c:pt idx="39">
                  <c:v>803.5</c:v>
                </c:pt>
                <c:pt idx="40">
                  <c:v>746.85</c:v>
                </c:pt>
                <c:pt idx="41">
                  <c:v>753.75</c:v>
                </c:pt>
                <c:pt idx="42">
                  <c:v>724.6</c:v>
                </c:pt>
                <c:pt idx="43">
                  <c:v>675.35</c:v>
                </c:pt>
                <c:pt idx="44">
                  <c:v>729.4</c:v>
                </c:pt>
                <c:pt idx="45">
                  <c:v>780.6</c:v>
                </c:pt>
                <c:pt idx="46">
                  <c:v>807.55</c:v>
                </c:pt>
                <c:pt idx="47">
                  <c:v>828.7</c:v>
                </c:pt>
                <c:pt idx="48">
                  <c:v>837.4</c:v>
                </c:pt>
                <c:pt idx="49">
                  <c:v>829.05</c:v>
                </c:pt>
                <c:pt idx="50">
                  <c:v>859</c:v>
                </c:pt>
                <c:pt idx="51">
                  <c:v>851.7</c:v>
                </c:pt>
                <c:pt idx="52">
                  <c:v>785.65</c:v>
                </c:pt>
                <c:pt idx="53">
                  <c:v>725.15</c:v>
                </c:pt>
                <c:pt idx="54">
                  <c:v>740.45</c:v>
                </c:pt>
                <c:pt idx="55">
                  <c:v>704.75</c:v>
                </c:pt>
                <c:pt idx="56">
                  <c:v>721.4</c:v>
                </c:pt>
                <c:pt idx="57">
                  <c:v>720.5</c:v>
                </c:pt>
                <c:pt idx="58">
                  <c:v>701.95</c:v>
                </c:pt>
                <c:pt idx="59">
                  <c:v>723.15</c:v>
                </c:pt>
                <c:pt idx="60">
                  <c:v>720.15</c:v>
                </c:pt>
                <c:pt idx="61">
                  <c:v>741.45</c:v>
                </c:pt>
                <c:pt idx="62">
                  <c:v>797</c:v>
                </c:pt>
                <c:pt idx="63">
                  <c:v>733.25</c:v>
                </c:pt>
                <c:pt idx="64">
                  <c:v>698.75</c:v>
                </c:pt>
                <c:pt idx="65">
                  <c:v>682.8</c:v>
                </c:pt>
                <c:pt idx="66">
                  <c:v>730.95</c:v>
                </c:pt>
                <c:pt idx="67">
                  <c:v>736</c:v>
                </c:pt>
                <c:pt idx="68">
                  <c:v>717</c:v>
                </c:pt>
                <c:pt idx="69">
                  <c:v>721.85</c:v>
                </c:pt>
                <c:pt idx="70">
                  <c:v>685.65</c:v>
                </c:pt>
                <c:pt idx="71">
                  <c:v>630.79999999999995</c:v>
                </c:pt>
                <c:pt idx="72">
                  <c:v>580.70000000000005</c:v>
                </c:pt>
                <c:pt idx="73">
                  <c:v>582.20000000000005</c:v>
                </c:pt>
                <c:pt idx="74">
                  <c:v>575.70000000000005</c:v>
                </c:pt>
                <c:pt idx="75">
                  <c:v>530.95000000000005</c:v>
                </c:pt>
                <c:pt idx="76">
                  <c:v>513.6</c:v>
                </c:pt>
                <c:pt idx="77">
                  <c:v>554.70000000000005</c:v>
                </c:pt>
                <c:pt idx="78">
                  <c:v>574.95000000000005</c:v>
                </c:pt>
                <c:pt idx="79">
                  <c:v>569.20000000000005</c:v>
                </c:pt>
                <c:pt idx="80">
                  <c:v>527.95000000000005</c:v>
                </c:pt>
                <c:pt idx="81">
                  <c:v>525.70000000000005</c:v>
                </c:pt>
                <c:pt idx="82">
                  <c:v>549.15</c:v>
                </c:pt>
                <c:pt idx="83">
                  <c:v>564.4</c:v>
                </c:pt>
                <c:pt idx="84">
                  <c:v>520.35</c:v>
                </c:pt>
                <c:pt idx="85">
                  <c:v>529.1</c:v>
                </c:pt>
                <c:pt idx="86">
                  <c:v>533</c:v>
                </c:pt>
                <c:pt idx="87">
                  <c:v>533.25</c:v>
                </c:pt>
                <c:pt idx="88">
                  <c:v>559.45000000000005</c:v>
                </c:pt>
                <c:pt idx="89">
                  <c:v>580.45000000000005</c:v>
                </c:pt>
                <c:pt idx="90">
                  <c:v>625.79999999999995</c:v>
                </c:pt>
                <c:pt idx="91">
                  <c:v>618.54999999999995</c:v>
                </c:pt>
                <c:pt idx="92">
                  <c:v>604.70000000000005</c:v>
                </c:pt>
                <c:pt idx="93">
                  <c:v>619.04999999999995</c:v>
                </c:pt>
                <c:pt idx="94">
                  <c:v>628.45000000000005</c:v>
                </c:pt>
                <c:pt idx="95">
                  <c:v>643.1</c:v>
                </c:pt>
                <c:pt idx="96">
                  <c:v>624.95000000000005</c:v>
                </c:pt>
                <c:pt idx="97">
                  <c:v>654.54999999999995</c:v>
                </c:pt>
                <c:pt idx="98">
                  <c:v>671.8</c:v>
                </c:pt>
                <c:pt idx="99">
                  <c:v>670.5</c:v>
                </c:pt>
                <c:pt idx="100">
                  <c:v>739.15</c:v>
                </c:pt>
                <c:pt idx="101">
                  <c:v>725.6</c:v>
                </c:pt>
                <c:pt idx="102">
                  <c:v>695.65</c:v>
                </c:pt>
                <c:pt idx="103">
                  <c:v>696.5</c:v>
                </c:pt>
                <c:pt idx="104">
                  <c:v>665.1</c:v>
                </c:pt>
                <c:pt idx="105">
                  <c:v>667.95</c:v>
                </c:pt>
                <c:pt idx="106">
                  <c:v>688.25</c:v>
                </c:pt>
                <c:pt idx="107">
                  <c:v>707.6</c:v>
                </c:pt>
                <c:pt idx="108">
                  <c:v>699.5</c:v>
                </c:pt>
                <c:pt idx="109">
                  <c:v>688.25</c:v>
                </c:pt>
                <c:pt idx="110">
                  <c:v>689.85</c:v>
                </c:pt>
                <c:pt idx="111">
                  <c:v>697.8</c:v>
                </c:pt>
                <c:pt idx="112">
                  <c:v>716.9</c:v>
                </c:pt>
                <c:pt idx="113">
                  <c:v>723.7</c:v>
                </c:pt>
                <c:pt idx="114">
                  <c:v>737.25</c:v>
                </c:pt>
                <c:pt idx="115">
                  <c:v>751.4</c:v>
                </c:pt>
                <c:pt idx="116">
                  <c:v>724.95</c:v>
                </c:pt>
                <c:pt idx="117">
                  <c:v>736</c:v>
                </c:pt>
                <c:pt idx="118">
                  <c:v>739.4</c:v>
                </c:pt>
                <c:pt idx="119">
                  <c:v>724.95</c:v>
                </c:pt>
                <c:pt idx="120">
                  <c:v>720.75</c:v>
                </c:pt>
                <c:pt idx="121">
                  <c:v>754.4</c:v>
                </c:pt>
                <c:pt idx="122">
                  <c:v>798.85</c:v>
                </c:pt>
                <c:pt idx="123">
                  <c:v>791.8</c:v>
                </c:pt>
                <c:pt idx="124">
                  <c:v>817.15</c:v>
                </c:pt>
                <c:pt idx="125">
                  <c:v>809.65</c:v>
                </c:pt>
                <c:pt idx="126">
                  <c:v>798.4</c:v>
                </c:pt>
                <c:pt idx="127">
                  <c:v>809.4</c:v>
                </c:pt>
                <c:pt idx="128">
                  <c:v>832.95</c:v>
                </c:pt>
                <c:pt idx="129">
                  <c:v>837.95</c:v>
                </c:pt>
                <c:pt idx="130">
                  <c:v>863.25</c:v>
                </c:pt>
                <c:pt idx="131">
                  <c:v>845.5</c:v>
                </c:pt>
                <c:pt idx="132">
                  <c:v>833.3</c:v>
                </c:pt>
                <c:pt idx="133">
                  <c:v>824.85</c:v>
                </c:pt>
                <c:pt idx="134">
                  <c:v>781.7</c:v>
                </c:pt>
                <c:pt idx="135">
                  <c:v>805.95</c:v>
                </c:pt>
                <c:pt idx="136">
                  <c:v>784.7</c:v>
                </c:pt>
                <c:pt idx="137">
                  <c:v>769.45</c:v>
                </c:pt>
                <c:pt idx="138">
                  <c:v>753.75</c:v>
                </c:pt>
                <c:pt idx="139">
                  <c:v>739.15</c:v>
                </c:pt>
                <c:pt idx="140">
                  <c:v>755.7</c:v>
                </c:pt>
                <c:pt idx="141">
                  <c:v>732.15</c:v>
                </c:pt>
                <c:pt idx="142">
                  <c:v>736.65</c:v>
                </c:pt>
                <c:pt idx="143">
                  <c:v>748.05</c:v>
                </c:pt>
                <c:pt idx="144">
                  <c:v>741.95</c:v>
                </c:pt>
                <c:pt idx="145">
                  <c:v>751.7</c:v>
                </c:pt>
                <c:pt idx="146">
                  <c:v>759.25</c:v>
                </c:pt>
                <c:pt idx="147">
                  <c:v>749.55</c:v>
                </c:pt>
                <c:pt idx="148">
                  <c:v>761.05</c:v>
                </c:pt>
                <c:pt idx="149">
                  <c:v>775.15</c:v>
                </c:pt>
                <c:pt idx="150">
                  <c:v>778.2</c:v>
                </c:pt>
                <c:pt idx="151">
                  <c:v>768.4</c:v>
                </c:pt>
                <c:pt idx="152">
                  <c:v>767.35</c:v>
                </c:pt>
                <c:pt idx="153">
                  <c:v>761.25</c:v>
                </c:pt>
                <c:pt idx="154">
                  <c:v>801.85</c:v>
                </c:pt>
                <c:pt idx="155">
                  <c:v>818.8</c:v>
                </c:pt>
                <c:pt idx="156">
                  <c:v>799.85</c:v>
                </c:pt>
                <c:pt idx="157">
                  <c:v>793.55</c:v>
                </c:pt>
                <c:pt idx="158">
                  <c:v>780.9</c:v>
                </c:pt>
                <c:pt idx="159">
                  <c:v>766.25</c:v>
                </c:pt>
                <c:pt idx="160">
                  <c:v>776.65</c:v>
                </c:pt>
                <c:pt idx="161">
                  <c:v>769.5</c:v>
                </c:pt>
                <c:pt idx="162">
                  <c:v>760.3</c:v>
                </c:pt>
                <c:pt idx="163">
                  <c:v>763.95</c:v>
                </c:pt>
                <c:pt idx="164">
                  <c:v>767</c:v>
                </c:pt>
                <c:pt idx="165">
                  <c:v>759.25</c:v>
                </c:pt>
                <c:pt idx="166">
                  <c:v>775.95</c:v>
                </c:pt>
                <c:pt idx="167">
                  <c:v>771.45</c:v>
                </c:pt>
                <c:pt idx="168">
                  <c:v>772.35</c:v>
                </c:pt>
                <c:pt idx="169">
                  <c:v>764.5</c:v>
                </c:pt>
                <c:pt idx="170">
                  <c:v>764</c:v>
                </c:pt>
                <c:pt idx="171">
                  <c:v>762.7</c:v>
                </c:pt>
                <c:pt idx="172">
                  <c:v>761.1</c:v>
                </c:pt>
                <c:pt idx="173">
                  <c:v>830.15</c:v>
                </c:pt>
                <c:pt idx="174">
                  <c:v>840.3</c:v>
                </c:pt>
                <c:pt idx="175">
                  <c:v>823.55</c:v>
                </c:pt>
                <c:pt idx="176">
                  <c:v>805.2</c:v>
                </c:pt>
                <c:pt idx="177">
                  <c:v>779.4</c:v>
                </c:pt>
                <c:pt idx="178">
                  <c:v>753.95</c:v>
                </c:pt>
                <c:pt idx="179">
                  <c:v>769.3</c:v>
                </c:pt>
                <c:pt idx="180">
                  <c:v>772.3</c:v>
                </c:pt>
                <c:pt idx="181">
                  <c:v>724.5</c:v>
                </c:pt>
                <c:pt idx="182">
                  <c:v>730.9</c:v>
                </c:pt>
                <c:pt idx="183">
                  <c:v>731</c:v>
                </c:pt>
                <c:pt idx="184">
                  <c:v>733.3</c:v>
                </c:pt>
                <c:pt idx="185">
                  <c:v>709.7</c:v>
                </c:pt>
                <c:pt idx="186">
                  <c:v>713.2</c:v>
                </c:pt>
                <c:pt idx="187">
                  <c:v>713.35</c:v>
                </c:pt>
                <c:pt idx="188">
                  <c:v>723.95</c:v>
                </c:pt>
                <c:pt idx="189">
                  <c:v>723.7</c:v>
                </c:pt>
                <c:pt idx="190">
                  <c:v>739.75</c:v>
                </c:pt>
                <c:pt idx="191">
                  <c:v>727</c:v>
                </c:pt>
                <c:pt idx="192">
                  <c:v>720.1</c:v>
                </c:pt>
                <c:pt idx="193">
                  <c:v>720.55</c:v>
                </c:pt>
                <c:pt idx="194">
                  <c:v>745.8</c:v>
                </c:pt>
                <c:pt idx="195">
                  <c:v>764.7</c:v>
                </c:pt>
                <c:pt idx="196">
                  <c:v>790.1</c:v>
                </c:pt>
                <c:pt idx="197">
                  <c:v>753.15</c:v>
                </c:pt>
                <c:pt idx="198">
                  <c:v>740.2</c:v>
                </c:pt>
                <c:pt idx="199">
                  <c:v>747.85</c:v>
                </c:pt>
                <c:pt idx="200">
                  <c:v>748.2</c:v>
                </c:pt>
                <c:pt idx="201">
                  <c:v>746.6</c:v>
                </c:pt>
                <c:pt idx="202">
                  <c:v>759.2</c:v>
                </c:pt>
                <c:pt idx="203">
                  <c:v>764.9</c:v>
                </c:pt>
                <c:pt idx="204">
                  <c:v>767.6</c:v>
                </c:pt>
                <c:pt idx="205">
                  <c:v>756.4</c:v>
                </c:pt>
                <c:pt idx="206">
                  <c:v>750.85</c:v>
                </c:pt>
                <c:pt idx="207">
                  <c:v>759.8</c:v>
                </c:pt>
                <c:pt idx="208">
                  <c:v>779.75</c:v>
                </c:pt>
                <c:pt idx="209">
                  <c:v>821.5</c:v>
                </c:pt>
                <c:pt idx="210">
                  <c:v>808.7</c:v>
                </c:pt>
                <c:pt idx="211">
                  <c:v>805.1</c:v>
                </c:pt>
                <c:pt idx="212">
                  <c:v>809.4</c:v>
                </c:pt>
                <c:pt idx="213">
                  <c:v>788.85</c:v>
                </c:pt>
                <c:pt idx="214">
                  <c:v>776.5</c:v>
                </c:pt>
                <c:pt idx="215">
                  <c:v>760.4</c:v>
                </c:pt>
                <c:pt idx="216">
                  <c:v>754.2</c:v>
                </c:pt>
                <c:pt idx="217">
                  <c:v>765.5</c:v>
                </c:pt>
                <c:pt idx="218">
                  <c:v>769.2</c:v>
                </c:pt>
                <c:pt idx="219">
                  <c:v>757.3</c:v>
                </c:pt>
                <c:pt idx="220">
                  <c:v>770.6</c:v>
                </c:pt>
                <c:pt idx="221">
                  <c:v>769</c:v>
                </c:pt>
                <c:pt idx="222">
                  <c:v>778.9</c:v>
                </c:pt>
                <c:pt idx="223">
                  <c:v>783.75</c:v>
                </c:pt>
                <c:pt idx="224">
                  <c:v>779.6</c:v>
                </c:pt>
                <c:pt idx="225">
                  <c:v>783.05</c:v>
                </c:pt>
                <c:pt idx="226">
                  <c:v>787.7</c:v>
                </c:pt>
                <c:pt idx="227">
                  <c:v>801.35</c:v>
                </c:pt>
                <c:pt idx="228">
                  <c:v>817.15</c:v>
                </c:pt>
                <c:pt idx="229">
                  <c:v>817.25</c:v>
                </c:pt>
                <c:pt idx="230">
                  <c:v>836.85</c:v>
                </c:pt>
                <c:pt idx="231">
                  <c:v>846.15</c:v>
                </c:pt>
                <c:pt idx="232">
                  <c:v>868</c:v>
                </c:pt>
                <c:pt idx="233">
                  <c:v>860.75</c:v>
                </c:pt>
                <c:pt idx="234">
                  <c:v>862.55</c:v>
                </c:pt>
                <c:pt idx="235">
                  <c:v>857.8</c:v>
                </c:pt>
                <c:pt idx="236">
                  <c:v>872.7</c:v>
                </c:pt>
                <c:pt idx="237">
                  <c:v>903.4</c:v>
                </c:pt>
                <c:pt idx="238">
                  <c:v>918.1</c:v>
                </c:pt>
                <c:pt idx="239">
                  <c:v>910.3</c:v>
                </c:pt>
                <c:pt idx="240">
                  <c:v>924.5</c:v>
                </c:pt>
                <c:pt idx="241">
                  <c:v>922.55</c:v>
                </c:pt>
                <c:pt idx="242">
                  <c:v>916</c:v>
                </c:pt>
                <c:pt idx="243">
                  <c:v>896.65</c:v>
                </c:pt>
                <c:pt idx="244">
                  <c:v>905.9</c:v>
                </c:pt>
                <c:pt idx="245">
                  <c:v>895.75</c:v>
                </c:pt>
                <c:pt idx="246">
                  <c:v>868.4</c:v>
                </c:pt>
                <c:pt idx="247">
                  <c:v>870.7</c:v>
                </c:pt>
                <c:pt idx="248">
                  <c:v>892.1</c:v>
                </c:pt>
                <c:pt idx="249">
                  <c:v>896.1</c:v>
                </c:pt>
                <c:pt idx="250">
                  <c:v>893.85</c:v>
                </c:pt>
                <c:pt idx="251">
                  <c:v>907.15</c:v>
                </c:pt>
                <c:pt idx="252">
                  <c:v>944.4</c:v>
                </c:pt>
                <c:pt idx="253">
                  <c:v>925.5</c:v>
                </c:pt>
                <c:pt idx="254">
                  <c:v>936.4</c:v>
                </c:pt>
                <c:pt idx="255">
                  <c:v>910.3</c:v>
                </c:pt>
                <c:pt idx="256">
                  <c:v>917.8</c:v>
                </c:pt>
                <c:pt idx="257">
                  <c:v>909</c:v>
                </c:pt>
                <c:pt idx="258">
                  <c:v>898.95</c:v>
                </c:pt>
                <c:pt idx="259">
                  <c:v>872.1</c:v>
                </c:pt>
                <c:pt idx="260">
                  <c:v>866.95</c:v>
                </c:pt>
                <c:pt idx="261">
                  <c:v>865.15</c:v>
                </c:pt>
                <c:pt idx="262">
                  <c:v>873.35</c:v>
                </c:pt>
                <c:pt idx="263">
                  <c:v>897.65</c:v>
                </c:pt>
                <c:pt idx="264">
                  <c:v>915.6</c:v>
                </c:pt>
                <c:pt idx="265">
                  <c:v>912.85</c:v>
                </c:pt>
                <c:pt idx="266">
                  <c:v>911.55</c:v>
                </c:pt>
                <c:pt idx="267">
                  <c:v>909.8</c:v>
                </c:pt>
                <c:pt idx="268">
                  <c:v>902.55</c:v>
                </c:pt>
                <c:pt idx="269">
                  <c:v>883.2</c:v>
                </c:pt>
                <c:pt idx="270">
                  <c:v>904.45</c:v>
                </c:pt>
                <c:pt idx="271">
                  <c:v>910.95</c:v>
                </c:pt>
                <c:pt idx="272">
                  <c:v>893.6</c:v>
                </c:pt>
                <c:pt idx="273">
                  <c:v>900.1</c:v>
                </c:pt>
                <c:pt idx="274">
                  <c:v>892.3</c:v>
                </c:pt>
                <c:pt idx="275">
                  <c:v>877.65</c:v>
                </c:pt>
                <c:pt idx="276">
                  <c:v>788.5</c:v>
                </c:pt>
                <c:pt idx="277">
                  <c:v>817.55</c:v>
                </c:pt>
                <c:pt idx="278">
                  <c:v>812.05</c:v>
                </c:pt>
                <c:pt idx="279">
                  <c:v>811.8</c:v>
                </c:pt>
                <c:pt idx="280">
                  <c:v>801</c:v>
                </c:pt>
                <c:pt idx="281">
                  <c:v>806.65</c:v>
                </c:pt>
                <c:pt idx="282">
                  <c:v>820.6</c:v>
                </c:pt>
                <c:pt idx="283">
                  <c:v>812.05</c:v>
                </c:pt>
                <c:pt idx="284">
                  <c:v>794.4</c:v>
                </c:pt>
                <c:pt idx="285">
                  <c:v>778.95</c:v>
                </c:pt>
                <c:pt idx="286">
                  <c:v>790.1</c:v>
                </c:pt>
                <c:pt idx="287">
                  <c:v>819.6</c:v>
                </c:pt>
                <c:pt idx="288">
                  <c:v>808.55</c:v>
                </c:pt>
                <c:pt idx="289">
                  <c:v>811.4</c:v>
                </c:pt>
                <c:pt idx="290">
                  <c:v>828.35</c:v>
                </c:pt>
                <c:pt idx="291">
                  <c:v>776.2</c:v>
                </c:pt>
                <c:pt idx="292">
                  <c:v>758.85</c:v>
                </c:pt>
                <c:pt idx="293">
                  <c:v>754.15</c:v>
                </c:pt>
                <c:pt idx="294">
                  <c:v>736.3</c:v>
                </c:pt>
                <c:pt idx="295">
                  <c:v>745.15</c:v>
                </c:pt>
                <c:pt idx="296">
                  <c:v>796.3</c:v>
                </c:pt>
                <c:pt idx="297">
                  <c:v>791.45</c:v>
                </c:pt>
                <c:pt idx="298">
                  <c:v>764.55</c:v>
                </c:pt>
                <c:pt idx="299">
                  <c:v>702.95</c:v>
                </c:pt>
                <c:pt idx="300">
                  <c:v>752.95</c:v>
                </c:pt>
                <c:pt idx="301">
                  <c:v>773.65</c:v>
                </c:pt>
                <c:pt idx="302">
                  <c:v>780.4</c:v>
                </c:pt>
                <c:pt idx="303">
                  <c:v>784.35</c:v>
                </c:pt>
                <c:pt idx="304">
                  <c:v>784.3</c:v>
                </c:pt>
                <c:pt idx="305">
                  <c:v>799.25</c:v>
                </c:pt>
                <c:pt idx="306">
                  <c:v>809.15</c:v>
                </c:pt>
                <c:pt idx="307">
                  <c:v>809.35</c:v>
                </c:pt>
                <c:pt idx="308">
                  <c:v>815.15</c:v>
                </c:pt>
                <c:pt idx="309">
                  <c:v>815.85</c:v>
                </c:pt>
                <c:pt idx="310">
                  <c:v>839.2</c:v>
                </c:pt>
                <c:pt idx="311">
                  <c:v>811.9</c:v>
                </c:pt>
                <c:pt idx="312">
                  <c:v>814</c:v>
                </c:pt>
                <c:pt idx="313">
                  <c:v>814.9</c:v>
                </c:pt>
                <c:pt idx="314">
                  <c:v>817.75</c:v>
                </c:pt>
                <c:pt idx="315">
                  <c:v>841.4</c:v>
                </c:pt>
                <c:pt idx="316">
                  <c:v>838.5</c:v>
                </c:pt>
                <c:pt idx="317">
                  <c:v>845.4</c:v>
                </c:pt>
                <c:pt idx="318">
                  <c:v>853.7</c:v>
                </c:pt>
                <c:pt idx="319">
                  <c:v>835</c:v>
                </c:pt>
                <c:pt idx="320">
                  <c:v>811.9</c:v>
                </c:pt>
                <c:pt idx="321">
                  <c:v>823.6</c:v>
                </c:pt>
                <c:pt idx="322">
                  <c:v>820.8</c:v>
                </c:pt>
                <c:pt idx="323">
                  <c:v>832.45</c:v>
                </c:pt>
                <c:pt idx="324">
                  <c:v>845.6</c:v>
                </c:pt>
                <c:pt idx="325">
                  <c:v>867.05</c:v>
                </c:pt>
                <c:pt idx="326">
                  <c:v>878.3</c:v>
                </c:pt>
                <c:pt idx="327">
                  <c:v>874.9</c:v>
                </c:pt>
                <c:pt idx="328">
                  <c:v>870.1</c:v>
                </c:pt>
                <c:pt idx="329">
                  <c:v>851.55</c:v>
                </c:pt>
                <c:pt idx="330">
                  <c:v>838.15</c:v>
                </c:pt>
                <c:pt idx="331">
                  <c:v>839.2</c:v>
                </c:pt>
                <c:pt idx="332">
                  <c:v>837.15</c:v>
                </c:pt>
                <c:pt idx="333">
                  <c:v>835.95</c:v>
                </c:pt>
                <c:pt idx="334">
                  <c:v>830.8</c:v>
                </c:pt>
                <c:pt idx="335">
                  <c:v>835.45</c:v>
                </c:pt>
                <c:pt idx="336">
                  <c:v>826.25</c:v>
                </c:pt>
                <c:pt idx="337">
                  <c:v>833.75</c:v>
                </c:pt>
                <c:pt idx="338">
                  <c:v>830.25</c:v>
                </c:pt>
                <c:pt idx="339">
                  <c:v>807.45</c:v>
                </c:pt>
                <c:pt idx="340">
                  <c:v>773.9</c:v>
                </c:pt>
                <c:pt idx="341">
                  <c:v>770.85</c:v>
                </c:pt>
                <c:pt idx="342">
                  <c:v>770.25</c:v>
                </c:pt>
                <c:pt idx="343">
                  <c:v>769.7</c:v>
                </c:pt>
                <c:pt idx="344">
                  <c:v>786.05</c:v>
                </c:pt>
                <c:pt idx="345">
                  <c:v>777.45</c:v>
                </c:pt>
                <c:pt idx="346">
                  <c:v>771.2</c:v>
                </c:pt>
                <c:pt idx="347">
                  <c:v>775.35</c:v>
                </c:pt>
                <c:pt idx="348">
                  <c:v>769.7</c:v>
                </c:pt>
                <c:pt idx="349">
                  <c:v>768.65</c:v>
                </c:pt>
                <c:pt idx="350">
                  <c:v>773.3</c:v>
                </c:pt>
                <c:pt idx="351">
                  <c:v>777.2</c:v>
                </c:pt>
                <c:pt idx="352">
                  <c:v>779.95</c:v>
                </c:pt>
                <c:pt idx="353">
                  <c:v>796.05</c:v>
                </c:pt>
                <c:pt idx="354">
                  <c:v>772</c:v>
                </c:pt>
                <c:pt idx="355">
                  <c:v>760</c:v>
                </c:pt>
                <c:pt idx="356">
                  <c:v>741.7</c:v>
                </c:pt>
                <c:pt idx="357">
                  <c:v>749.8</c:v>
                </c:pt>
                <c:pt idx="358">
                  <c:v>739.65</c:v>
                </c:pt>
                <c:pt idx="359">
                  <c:v>732.45</c:v>
                </c:pt>
                <c:pt idx="360">
                  <c:v>750.65</c:v>
                </c:pt>
                <c:pt idx="361">
                  <c:v>750.3</c:v>
                </c:pt>
                <c:pt idx="362">
                  <c:v>751.1</c:v>
                </c:pt>
                <c:pt idx="363">
                  <c:v>745.8</c:v>
                </c:pt>
                <c:pt idx="364">
                  <c:v>722.85</c:v>
                </c:pt>
                <c:pt idx="365">
                  <c:v>747.35</c:v>
                </c:pt>
                <c:pt idx="366">
                  <c:v>789.4</c:v>
                </c:pt>
                <c:pt idx="367">
                  <c:v>777.5</c:v>
                </c:pt>
                <c:pt idx="368">
                  <c:v>783.55</c:v>
                </c:pt>
                <c:pt idx="369">
                  <c:v>784.85</c:v>
                </c:pt>
                <c:pt idx="370">
                  <c:v>764.1</c:v>
                </c:pt>
                <c:pt idx="371">
                  <c:v>798.3</c:v>
                </c:pt>
                <c:pt idx="372">
                  <c:v>783.3</c:v>
                </c:pt>
                <c:pt idx="373">
                  <c:v>772.2</c:v>
                </c:pt>
                <c:pt idx="374">
                  <c:v>754.3</c:v>
                </c:pt>
                <c:pt idx="375">
                  <c:v>758.8</c:v>
                </c:pt>
                <c:pt idx="376">
                  <c:v>747.65</c:v>
                </c:pt>
                <c:pt idx="377">
                  <c:v>770.4</c:v>
                </c:pt>
                <c:pt idx="378">
                  <c:v>756.75</c:v>
                </c:pt>
                <c:pt idx="379">
                  <c:v>757.8</c:v>
                </c:pt>
                <c:pt idx="380">
                  <c:v>747.2</c:v>
                </c:pt>
                <c:pt idx="381">
                  <c:v>754.3</c:v>
                </c:pt>
                <c:pt idx="382">
                  <c:v>755.25</c:v>
                </c:pt>
                <c:pt idx="383">
                  <c:v>756.5</c:v>
                </c:pt>
                <c:pt idx="384">
                  <c:v>781.75</c:v>
                </c:pt>
                <c:pt idx="385">
                  <c:v>788.65</c:v>
                </c:pt>
                <c:pt idx="386">
                  <c:v>781.7</c:v>
                </c:pt>
                <c:pt idx="387">
                  <c:v>780.65</c:v>
                </c:pt>
                <c:pt idx="388">
                  <c:v>787.8</c:v>
                </c:pt>
                <c:pt idx="389">
                  <c:v>790.25</c:v>
                </c:pt>
                <c:pt idx="390">
                  <c:v>791.05</c:v>
                </c:pt>
                <c:pt idx="391">
                  <c:v>790.5</c:v>
                </c:pt>
                <c:pt idx="392">
                  <c:v>788.75</c:v>
                </c:pt>
                <c:pt idx="393">
                  <c:v>778.9</c:v>
                </c:pt>
                <c:pt idx="394">
                  <c:v>754.3</c:v>
                </c:pt>
                <c:pt idx="395">
                  <c:v>772.95</c:v>
                </c:pt>
                <c:pt idx="396">
                  <c:v>792.7</c:v>
                </c:pt>
                <c:pt idx="397">
                  <c:v>786.9</c:v>
                </c:pt>
                <c:pt idx="398">
                  <c:v>767.3</c:v>
                </c:pt>
                <c:pt idx="399">
                  <c:v>759.75</c:v>
                </c:pt>
                <c:pt idx="400">
                  <c:v>759.85</c:v>
                </c:pt>
                <c:pt idx="401">
                  <c:v>755.65</c:v>
                </c:pt>
                <c:pt idx="402">
                  <c:v>745</c:v>
                </c:pt>
                <c:pt idx="403">
                  <c:v>756.05</c:v>
                </c:pt>
                <c:pt idx="404">
                  <c:v>738.7</c:v>
                </c:pt>
                <c:pt idx="405">
                  <c:v>737.4</c:v>
                </c:pt>
                <c:pt idx="406">
                  <c:v>751.7</c:v>
                </c:pt>
                <c:pt idx="407">
                  <c:v>733.05</c:v>
                </c:pt>
                <c:pt idx="408">
                  <c:v>714.75</c:v>
                </c:pt>
                <c:pt idx="409">
                  <c:v>729.3</c:v>
                </c:pt>
                <c:pt idx="410">
                  <c:v>729.5</c:v>
                </c:pt>
                <c:pt idx="411">
                  <c:v>756.65</c:v>
                </c:pt>
                <c:pt idx="412">
                  <c:v>740.2</c:v>
                </c:pt>
                <c:pt idx="413">
                  <c:v>730.7</c:v>
                </c:pt>
                <c:pt idx="414">
                  <c:v>728.5</c:v>
                </c:pt>
                <c:pt idx="415">
                  <c:v>725.7</c:v>
                </c:pt>
                <c:pt idx="416">
                  <c:v>721.25</c:v>
                </c:pt>
                <c:pt idx="417">
                  <c:v>720.2</c:v>
                </c:pt>
                <c:pt idx="418">
                  <c:v>720.9</c:v>
                </c:pt>
                <c:pt idx="419">
                  <c:v>720.45</c:v>
                </c:pt>
                <c:pt idx="420">
                  <c:v>751.45</c:v>
                </c:pt>
                <c:pt idx="421">
                  <c:v>677.2</c:v>
                </c:pt>
                <c:pt idx="422">
                  <c:v>665.85</c:v>
                </c:pt>
                <c:pt idx="423">
                  <c:v>655.15</c:v>
                </c:pt>
                <c:pt idx="424">
                  <c:v>670.5</c:v>
                </c:pt>
                <c:pt idx="425">
                  <c:v>671.35</c:v>
                </c:pt>
                <c:pt idx="426">
                  <c:v>661</c:v>
                </c:pt>
                <c:pt idx="427">
                  <c:v>645.70000000000005</c:v>
                </c:pt>
                <c:pt idx="428">
                  <c:v>622.15</c:v>
                </c:pt>
                <c:pt idx="429">
                  <c:v>641.75</c:v>
                </c:pt>
                <c:pt idx="430">
                  <c:v>636.5</c:v>
                </c:pt>
                <c:pt idx="431">
                  <c:v>640.79999999999995</c:v>
                </c:pt>
                <c:pt idx="432">
                  <c:v>605.65</c:v>
                </c:pt>
                <c:pt idx="433">
                  <c:v>612.15</c:v>
                </c:pt>
                <c:pt idx="434">
                  <c:v>590.75</c:v>
                </c:pt>
                <c:pt idx="435">
                  <c:v>585.29999999999995</c:v>
                </c:pt>
                <c:pt idx="436">
                  <c:v>597.79999999999995</c:v>
                </c:pt>
                <c:pt idx="437">
                  <c:v>579.75</c:v>
                </c:pt>
                <c:pt idx="438">
                  <c:v>595.70000000000005</c:v>
                </c:pt>
                <c:pt idx="439">
                  <c:v>609.54999999999995</c:v>
                </c:pt>
                <c:pt idx="440">
                  <c:v>603</c:v>
                </c:pt>
                <c:pt idx="441">
                  <c:v>603.6</c:v>
                </c:pt>
                <c:pt idx="442">
                  <c:v>593</c:v>
                </c:pt>
                <c:pt idx="443">
                  <c:v>607.1</c:v>
                </c:pt>
                <c:pt idx="444">
                  <c:v>652.15</c:v>
                </c:pt>
                <c:pt idx="445">
                  <c:v>651</c:v>
                </c:pt>
                <c:pt idx="446">
                  <c:v>642.70000000000005</c:v>
                </c:pt>
                <c:pt idx="447">
                  <c:v>648.95000000000005</c:v>
                </c:pt>
                <c:pt idx="448">
                  <c:v>649.79999999999995</c:v>
                </c:pt>
                <c:pt idx="449">
                  <c:v>686.85</c:v>
                </c:pt>
                <c:pt idx="450">
                  <c:v>678.8</c:v>
                </c:pt>
                <c:pt idx="451">
                  <c:v>692.55</c:v>
                </c:pt>
                <c:pt idx="452">
                  <c:v>655.55</c:v>
                </c:pt>
                <c:pt idx="453">
                  <c:v>667.4</c:v>
                </c:pt>
                <c:pt idx="454">
                  <c:v>675.15</c:v>
                </c:pt>
                <c:pt idx="455">
                  <c:v>676.45</c:v>
                </c:pt>
                <c:pt idx="456">
                  <c:v>671.95</c:v>
                </c:pt>
                <c:pt idx="457">
                  <c:v>670.35</c:v>
                </c:pt>
                <c:pt idx="458">
                  <c:v>686</c:v>
                </c:pt>
                <c:pt idx="459">
                  <c:v>739.6</c:v>
                </c:pt>
                <c:pt idx="460">
                  <c:v>679.95</c:v>
                </c:pt>
                <c:pt idx="461">
                  <c:v>646.54999999999995</c:v>
                </c:pt>
                <c:pt idx="462">
                  <c:v>659.6</c:v>
                </c:pt>
                <c:pt idx="463">
                  <c:v>643.15</c:v>
                </c:pt>
                <c:pt idx="464">
                  <c:v>657.9</c:v>
                </c:pt>
                <c:pt idx="465">
                  <c:v>649.54999999999995</c:v>
                </c:pt>
                <c:pt idx="466">
                  <c:v>660.95</c:v>
                </c:pt>
                <c:pt idx="467">
                  <c:v>658.9</c:v>
                </c:pt>
                <c:pt idx="468">
                  <c:v>661.1</c:v>
                </c:pt>
                <c:pt idx="469">
                  <c:v>683.15</c:v>
                </c:pt>
                <c:pt idx="470">
                  <c:v>696.75</c:v>
                </c:pt>
                <c:pt idx="471">
                  <c:v>689.5</c:v>
                </c:pt>
                <c:pt idx="472">
                  <c:v>703.4</c:v>
                </c:pt>
                <c:pt idx="473">
                  <c:v>711.55</c:v>
                </c:pt>
                <c:pt idx="474">
                  <c:v>701.95</c:v>
                </c:pt>
                <c:pt idx="475">
                  <c:v>699.55</c:v>
                </c:pt>
                <c:pt idx="476">
                  <c:v>682.95</c:v>
                </c:pt>
                <c:pt idx="477">
                  <c:v>666.95</c:v>
                </c:pt>
                <c:pt idx="478">
                  <c:v>667.3</c:v>
                </c:pt>
                <c:pt idx="479">
                  <c:v>680.15</c:v>
                </c:pt>
                <c:pt idx="480">
                  <c:v>701.6</c:v>
                </c:pt>
                <c:pt idx="481">
                  <c:v>711.55</c:v>
                </c:pt>
                <c:pt idx="482">
                  <c:v>720.2</c:v>
                </c:pt>
                <c:pt idx="483">
                  <c:v>708.2</c:v>
                </c:pt>
                <c:pt idx="484">
                  <c:v>713.6</c:v>
                </c:pt>
                <c:pt idx="485">
                  <c:v>703.8</c:v>
                </c:pt>
                <c:pt idx="486">
                  <c:v>685.15</c:v>
                </c:pt>
                <c:pt idx="487">
                  <c:v>690.7</c:v>
                </c:pt>
                <c:pt idx="488">
                  <c:v>686.3</c:v>
                </c:pt>
                <c:pt idx="489">
                  <c:v>678.15</c:v>
                </c:pt>
                <c:pt idx="490">
                  <c:v>670.55</c:v>
                </c:pt>
                <c:pt idx="491">
                  <c:v>678.55</c:v>
                </c:pt>
                <c:pt idx="492">
                  <c:v>664.9</c:v>
                </c:pt>
                <c:pt idx="493">
                  <c:v>668.85</c:v>
                </c:pt>
                <c:pt idx="494">
                  <c:v>670.25</c:v>
                </c:pt>
                <c:pt idx="495">
                  <c:v>666.05</c:v>
                </c:pt>
                <c:pt idx="496">
                  <c:v>660.8</c:v>
                </c:pt>
                <c:pt idx="497">
                  <c:v>677.6</c:v>
                </c:pt>
                <c:pt idx="498">
                  <c:v>684.05</c:v>
                </c:pt>
                <c:pt idx="499">
                  <c:v>707.4</c:v>
                </c:pt>
                <c:pt idx="500">
                  <c:v>707.75</c:v>
                </c:pt>
                <c:pt idx="501">
                  <c:v>706.9</c:v>
                </c:pt>
                <c:pt idx="502">
                  <c:v>711.65</c:v>
                </c:pt>
                <c:pt idx="503">
                  <c:v>717.35</c:v>
                </c:pt>
                <c:pt idx="504">
                  <c:v>728.95</c:v>
                </c:pt>
                <c:pt idx="505">
                  <c:v>737.85</c:v>
                </c:pt>
                <c:pt idx="506">
                  <c:v>758.1</c:v>
                </c:pt>
                <c:pt idx="507">
                  <c:v>753.25</c:v>
                </c:pt>
                <c:pt idx="508">
                  <c:v>733.7</c:v>
                </c:pt>
                <c:pt idx="509">
                  <c:v>727.45</c:v>
                </c:pt>
                <c:pt idx="510">
                  <c:v>747.15</c:v>
                </c:pt>
                <c:pt idx="511">
                  <c:v>728.95</c:v>
                </c:pt>
                <c:pt idx="512">
                  <c:v>739.85</c:v>
                </c:pt>
                <c:pt idx="513">
                  <c:v>739.9</c:v>
                </c:pt>
                <c:pt idx="514">
                  <c:v>742.4</c:v>
                </c:pt>
                <c:pt idx="515">
                  <c:v>741.4</c:v>
                </c:pt>
                <c:pt idx="516">
                  <c:v>724.1</c:v>
                </c:pt>
                <c:pt idx="517">
                  <c:v>707.75</c:v>
                </c:pt>
                <c:pt idx="518">
                  <c:v>701.9</c:v>
                </c:pt>
                <c:pt idx="519">
                  <c:v>702.75</c:v>
                </c:pt>
                <c:pt idx="520">
                  <c:v>694.35</c:v>
                </c:pt>
                <c:pt idx="521">
                  <c:v>699.5</c:v>
                </c:pt>
                <c:pt idx="522">
                  <c:v>696.9</c:v>
                </c:pt>
                <c:pt idx="523">
                  <c:v>699.45</c:v>
                </c:pt>
                <c:pt idx="524">
                  <c:v>698.75</c:v>
                </c:pt>
                <c:pt idx="525">
                  <c:v>699.85</c:v>
                </c:pt>
                <c:pt idx="526">
                  <c:v>715.25</c:v>
                </c:pt>
                <c:pt idx="527">
                  <c:v>714.35</c:v>
                </c:pt>
                <c:pt idx="528">
                  <c:v>703</c:v>
                </c:pt>
                <c:pt idx="529">
                  <c:v>701.7</c:v>
                </c:pt>
                <c:pt idx="530">
                  <c:v>709.45</c:v>
                </c:pt>
                <c:pt idx="531">
                  <c:v>726.2</c:v>
                </c:pt>
                <c:pt idx="532">
                  <c:v>746.65</c:v>
                </c:pt>
                <c:pt idx="533">
                  <c:v>749.5</c:v>
                </c:pt>
                <c:pt idx="534">
                  <c:v>728.15</c:v>
                </c:pt>
                <c:pt idx="535">
                  <c:v>737.6</c:v>
                </c:pt>
                <c:pt idx="536">
                  <c:v>748.9</c:v>
                </c:pt>
                <c:pt idx="537">
                  <c:v>726.45</c:v>
                </c:pt>
                <c:pt idx="538">
                  <c:v>724.15</c:v>
                </c:pt>
                <c:pt idx="539">
                  <c:v>730.85</c:v>
                </c:pt>
                <c:pt idx="540">
                  <c:v>743.2</c:v>
                </c:pt>
                <c:pt idx="541">
                  <c:v>758.15</c:v>
                </c:pt>
                <c:pt idx="542">
                  <c:v>731.15</c:v>
                </c:pt>
                <c:pt idx="543">
                  <c:v>714.9</c:v>
                </c:pt>
                <c:pt idx="544">
                  <c:v>711.6</c:v>
                </c:pt>
                <c:pt idx="545">
                  <c:v>722.95</c:v>
                </c:pt>
                <c:pt idx="546">
                  <c:v>713.05</c:v>
                </c:pt>
                <c:pt idx="547">
                  <c:v>715.75</c:v>
                </c:pt>
                <c:pt idx="548">
                  <c:v>719.8</c:v>
                </c:pt>
                <c:pt idx="549">
                  <c:v>719.55</c:v>
                </c:pt>
                <c:pt idx="550">
                  <c:v>716.6</c:v>
                </c:pt>
                <c:pt idx="551">
                  <c:v>711</c:v>
                </c:pt>
                <c:pt idx="552">
                  <c:v>708.25</c:v>
                </c:pt>
                <c:pt idx="553">
                  <c:v>711.1</c:v>
                </c:pt>
                <c:pt idx="554">
                  <c:v>715.9</c:v>
                </c:pt>
                <c:pt idx="555">
                  <c:v>708.9</c:v>
                </c:pt>
                <c:pt idx="556">
                  <c:v>707.45</c:v>
                </c:pt>
                <c:pt idx="557">
                  <c:v>703.25</c:v>
                </c:pt>
                <c:pt idx="558">
                  <c:v>691.85</c:v>
                </c:pt>
                <c:pt idx="559">
                  <c:v>696.7</c:v>
                </c:pt>
                <c:pt idx="560">
                  <c:v>706.3</c:v>
                </c:pt>
                <c:pt idx="561">
                  <c:v>698.65</c:v>
                </c:pt>
                <c:pt idx="562">
                  <c:v>688.65</c:v>
                </c:pt>
                <c:pt idx="563">
                  <c:v>687</c:v>
                </c:pt>
                <c:pt idx="564">
                  <c:v>672.5</c:v>
                </c:pt>
                <c:pt idx="565">
                  <c:v>647.75</c:v>
                </c:pt>
                <c:pt idx="566">
                  <c:v>626.29999999999995</c:v>
                </c:pt>
                <c:pt idx="567">
                  <c:v>626.20000000000005</c:v>
                </c:pt>
                <c:pt idx="568">
                  <c:v>632</c:v>
                </c:pt>
                <c:pt idx="569">
                  <c:v>648.04999999999995</c:v>
                </c:pt>
                <c:pt idx="570">
                  <c:v>643.95000000000005</c:v>
                </c:pt>
                <c:pt idx="571">
                  <c:v>636.75</c:v>
                </c:pt>
                <c:pt idx="572">
                  <c:v>638.4</c:v>
                </c:pt>
                <c:pt idx="573">
                  <c:v>640.85</c:v>
                </c:pt>
                <c:pt idx="574">
                  <c:v>635.25</c:v>
                </c:pt>
                <c:pt idx="575">
                  <c:v>642</c:v>
                </c:pt>
                <c:pt idx="576">
                  <c:v>636.20000000000005</c:v>
                </c:pt>
                <c:pt idx="577">
                  <c:v>638.70000000000005</c:v>
                </c:pt>
                <c:pt idx="578">
                  <c:v>612.85</c:v>
                </c:pt>
                <c:pt idx="579">
                  <c:v>618.65</c:v>
                </c:pt>
                <c:pt idx="580">
                  <c:v>607.70000000000005</c:v>
                </c:pt>
                <c:pt idx="581">
                  <c:v>629.65</c:v>
                </c:pt>
                <c:pt idx="582">
                  <c:v>626.70000000000005</c:v>
                </c:pt>
                <c:pt idx="583">
                  <c:v>628.29999999999995</c:v>
                </c:pt>
                <c:pt idx="584">
                  <c:v>630.04999999999995</c:v>
                </c:pt>
                <c:pt idx="585">
                  <c:v>638.95000000000005</c:v>
                </c:pt>
                <c:pt idx="586">
                  <c:v>643.45000000000005</c:v>
                </c:pt>
                <c:pt idx="587">
                  <c:v>645.5</c:v>
                </c:pt>
                <c:pt idx="588">
                  <c:v>642.20000000000005</c:v>
                </c:pt>
                <c:pt idx="589">
                  <c:v>636.54999999999995</c:v>
                </c:pt>
                <c:pt idx="590">
                  <c:v>633.95000000000005</c:v>
                </c:pt>
                <c:pt idx="591">
                  <c:v>632.5</c:v>
                </c:pt>
                <c:pt idx="592">
                  <c:v>632.4</c:v>
                </c:pt>
                <c:pt idx="593">
                  <c:v>632.25</c:v>
                </c:pt>
                <c:pt idx="594">
                  <c:v>632.35</c:v>
                </c:pt>
                <c:pt idx="595">
                  <c:v>610.9</c:v>
                </c:pt>
                <c:pt idx="596">
                  <c:v>617.9</c:v>
                </c:pt>
                <c:pt idx="597">
                  <c:v>580.35</c:v>
                </c:pt>
                <c:pt idx="598">
                  <c:v>612.1</c:v>
                </c:pt>
                <c:pt idx="599">
                  <c:v>611.4</c:v>
                </c:pt>
                <c:pt idx="600">
                  <c:v>591.70000000000005</c:v>
                </c:pt>
                <c:pt idx="601">
                  <c:v>593.45000000000005</c:v>
                </c:pt>
                <c:pt idx="602">
                  <c:v>607.5</c:v>
                </c:pt>
                <c:pt idx="603">
                  <c:v>609</c:v>
                </c:pt>
                <c:pt idx="604">
                  <c:v>619.75</c:v>
                </c:pt>
                <c:pt idx="605">
                  <c:v>618.95000000000005</c:v>
                </c:pt>
                <c:pt idx="606">
                  <c:v>645.65</c:v>
                </c:pt>
                <c:pt idx="607">
                  <c:v>624.6</c:v>
                </c:pt>
                <c:pt idx="608">
                  <c:v>622.45000000000005</c:v>
                </c:pt>
                <c:pt idx="609">
                  <c:v>619.75</c:v>
                </c:pt>
                <c:pt idx="610">
                  <c:v>615.35</c:v>
                </c:pt>
                <c:pt idx="611">
                  <c:v>610.85</c:v>
                </c:pt>
                <c:pt idx="612">
                  <c:v>608.85</c:v>
                </c:pt>
                <c:pt idx="613">
                  <c:v>613.5</c:v>
                </c:pt>
                <c:pt idx="614">
                  <c:v>624.25</c:v>
                </c:pt>
                <c:pt idx="615">
                  <c:v>623.4</c:v>
                </c:pt>
                <c:pt idx="616">
                  <c:v>613.6</c:v>
                </c:pt>
                <c:pt idx="617">
                  <c:v>605.35</c:v>
                </c:pt>
                <c:pt idx="618">
                  <c:v>620.70000000000005</c:v>
                </c:pt>
                <c:pt idx="619">
                  <c:v>633.70000000000005</c:v>
                </c:pt>
                <c:pt idx="620">
                  <c:v>627.45000000000005</c:v>
                </c:pt>
                <c:pt idx="621">
                  <c:v>629.1</c:v>
                </c:pt>
                <c:pt idx="622">
                  <c:v>640.5</c:v>
                </c:pt>
                <c:pt idx="623">
                  <c:v>640.85</c:v>
                </c:pt>
                <c:pt idx="624">
                  <c:v>668.35</c:v>
                </c:pt>
                <c:pt idx="625">
                  <c:v>686.4</c:v>
                </c:pt>
                <c:pt idx="626">
                  <c:v>669.35</c:v>
                </c:pt>
                <c:pt idx="627">
                  <c:v>700.7</c:v>
                </c:pt>
                <c:pt idx="628">
                  <c:v>718.6</c:v>
                </c:pt>
                <c:pt idx="629">
                  <c:v>701.1</c:v>
                </c:pt>
                <c:pt idx="630">
                  <c:v>707.35</c:v>
                </c:pt>
                <c:pt idx="631">
                  <c:v>695.2</c:v>
                </c:pt>
                <c:pt idx="632">
                  <c:v>700.45</c:v>
                </c:pt>
                <c:pt idx="633">
                  <c:v>696.25</c:v>
                </c:pt>
                <c:pt idx="634">
                  <c:v>700.65</c:v>
                </c:pt>
                <c:pt idx="635">
                  <c:v>700.4</c:v>
                </c:pt>
                <c:pt idx="636">
                  <c:v>697.45</c:v>
                </c:pt>
                <c:pt idx="637">
                  <c:v>689.9</c:v>
                </c:pt>
                <c:pt idx="638">
                  <c:v>674.1</c:v>
                </c:pt>
                <c:pt idx="639">
                  <c:v>653.70000000000005</c:v>
                </c:pt>
                <c:pt idx="640">
                  <c:v>650.20000000000005</c:v>
                </c:pt>
                <c:pt idx="641">
                  <c:v>620.75</c:v>
                </c:pt>
                <c:pt idx="642">
                  <c:v>620.20000000000005</c:v>
                </c:pt>
                <c:pt idx="643">
                  <c:v>634.75</c:v>
                </c:pt>
                <c:pt idx="644">
                  <c:v>634.1</c:v>
                </c:pt>
                <c:pt idx="645">
                  <c:v>633.65</c:v>
                </c:pt>
                <c:pt idx="646">
                  <c:v>628.9</c:v>
                </c:pt>
                <c:pt idx="647">
                  <c:v>638.29999999999995</c:v>
                </c:pt>
                <c:pt idx="648">
                  <c:v>670.8</c:v>
                </c:pt>
                <c:pt idx="649">
                  <c:v>690.45</c:v>
                </c:pt>
                <c:pt idx="650">
                  <c:v>676.85</c:v>
                </c:pt>
                <c:pt idx="651">
                  <c:v>677.6</c:v>
                </c:pt>
                <c:pt idx="652">
                  <c:v>655.6</c:v>
                </c:pt>
                <c:pt idx="653">
                  <c:v>672.2</c:v>
                </c:pt>
                <c:pt idx="654">
                  <c:v>665.7</c:v>
                </c:pt>
                <c:pt idx="655">
                  <c:v>676.95</c:v>
                </c:pt>
                <c:pt idx="656">
                  <c:v>689.6</c:v>
                </c:pt>
                <c:pt idx="657">
                  <c:v>698.9</c:v>
                </c:pt>
                <c:pt idx="658">
                  <c:v>690.6</c:v>
                </c:pt>
                <c:pt idx="659">
                  <c:v>691.5</c:v>
                </c:pt>
                <c:pt idx="660">
                  <c:v>682.75</c:v>
                </c:pt>
                <c:pt idx="661">
                  <c:v>679.45</c:v>
                </c:pt>
                <c:pt idx="662">
                  <c:v>684.4</c:v>
                </c:pt>
                <c:pt idx="663">
                  <c:v>675</c:v>
                </c:pt>
                <c:pt idx="664">
                  <c:v>675.65</c:v>
                </c:pt>
                <c:pt idx="665">
                  <c:v>681.1</c:v>
                </c:pt>
                <c:pt idx="666">
                  <c:v>702.1</c:v>
                </c:pt>
                <c:pt idx="667">
                  <c:v>699.45</c:v>
                </c:pt>
                <c:pt idx="668">
                  <c:v>687.25</c:v>
                </c:pt>
                <c:pt idx="669">
                  <c:v>679.15</c:v>
                </c:pt>
                <c:pt idx="670">
                  <c:v>678.3</c:v>
                </c:pt>
                <c:pt idx="671">
                  <c:v>684.75</c:v>
                </c:pt>
                <c:pt idx="672">
                  <c:v>662.45</c:v>
                </c:pt>
                <c:pt idx="673">
                  <c:v>656.95</c:v>
                </c:pt>
                <c:pt idx="674">
                  <c:v>662.5</c:v>
                </c:pt>
                <c:pt idx="675">
                  <c:v>683.15</c:v>
                </c:pt>
                <c:pt idx="676">
                  <c:v>684.6</c:v>
                </c:pt>
                <c:pt idx="677">
                  <c:v>668.4</c:v>
                </c:pt>
                <c:pt idx="678">
                  <c:v>667.95</c:v>
                </c:pt>
                <c:pt idx="679">
                  <c:v>664.25</c:v>
                </c:pt>
                <c:pt idx="680">
                  <c:v>657</c:v>
                </c:pt>
                <c:pt idx="681">
                  <c:v>657.45</c:v>
                </c:pt>
                <c:pt idx="682">
                  <c:v>658.45</c:v>
                </c:pt>
                <c:pt idx="683">
                  <c:v>656.05</c:v>
                </c:pt>
                <c:pt idx="684">
                  <c:v>656.05</c:v>
                </c:pt>
                <c:pt idx="685">
                  <c:v>653.65</c:v>
                </c:pt>
                <c:pt idx="686">
                  <c:v>654.5</c:v>
                </c:pt>
                <c:pt idx="687">
                  <c:v>650</c:v>
                </c:pt>
                <c:pt idx="688">
                  <c:v>649.75</c:v>
                </c:pt>
                <c:pt idx="689">
                  <c:v>647.70000000000005</c:v>
                </c:pt>
                <c:pt idx="690">
                  <c:v>635.04999999999995</c:v>
                </c:pt>
                <c:pt idx="691">
                  <c:v>642.85</c:v>
                </c:pt>
                <c:pt idx="692">
                  <c:v>642.9</c:v>
                </c:pt>
                <c:pt idx="693">
                  <c:v>649.20000000000005</c:v>
                </c:pt>
                <c:pt idx="694">
                  <c:v>642.29999999999995</c:v>
                </c:pt>
                <c:pt idx="695">
                  <c:v>640.65</c:v>
                </c:pt>
                <c:pt idx="696">
                  <c:v>646.9</c:v>
                </c:pt>
                <c:pt idx="697">
                  <c:v>649.6</c:v>
                </c:pt>
                <c:pt idx="698">
                  <c:v>650.54999999999995</c:v>
                </c:pt>
                <c:pt idx="699">
                  <c:v>648.75</c:v>
                </c:pt>
                <c:pt idx="700">
                  <c:v>641.29999999999995</c:v>
                </c:pt>
                <c:pt idx="701">
                  <c:v>645.54999999999995</c:v>
                </c:pt>
                <c:pt idx="702">
                  <c:v>647.65</c:v>
                </c:pt>
                <c:pt idx="703">
                  <c:v>636.04999999999995</c:v>
                </c:pt>
                <c:pt idx="704">
                  <c:v>639.25</c:v>
                </c:pt>
                <c:pt idx="705">
                  <c:v>630.5</c:v>
                </c:pt>
                <c:pt idx="706">
                  <c:v>620</c:v>
                </c:pt>
                <c:pt idx="707">
                  <c:v>612.65</c:v>
                </c:pt>
                <c:pt idx="708">
                  <c:v>614.15</c:v>
                </c:pt>
                <c:pt idx="709">
                  <c:v>620.20000000000005</c:v>
                </c:pt>
                <c:pt idx="710">
                  <c:v>622.79999999999995</c:v>
                </c:pt>
                <c:pt idx="711">
                  <c:v>627.45000000000005</c:v>
                </c:pt>
                <c:pt idx="712">
                  <c:v>621.5</c:v>
                </c:pt>
                <c:pt idx="713">
                  <c:v>614.70000000000005</c:v>
                </c:pt>
                <c:pt idx="714">
                  <c:v>616.6</c:v>
                </c:pt>
                <c:pt idx="715">
                  <c:v>613.1</c:v>
                </c:pt>
                <c:pt idx="716">
                  <c:v>610.45000000000005</c:v>
                </c:pt>
                <c:pt idx="717">
                  <c:v>611.20000000000005</c:v>
                </c:pt>
                <c:pt idx="718">
                  <c:v>617.54999999999995</c:v>
                </c:pt>
                <c:pt idx="719">
                  <c:v>625.75</c:v>
                </c:pt>
                <c:pt idx="720">
                  <c:v>624.65</c:v>
                </c:pt>
                <c:pt idx="721">
                  <c:v>628.70000000000005</c:v>
                </c:pt>
                <c:pt idx="722">
                  <c:v>633.85</c:v>
                </c:pt>
                <c:pt idx="723">
                  <c:v>644.04999999999995</c:v>
                </c:pt>
                <c:pt idx="724">
                  <c:v>634.9</c:v>
                </c:pt>
                <c:pt idx="725">
                  <c:v>624</c:v>
                </c:pt>
                <c:pt idx="726">
                  <c:v>642.04999999999995</c:v>
                </c:pt>
                <c:pt idx="727">
                  <c:v>634.95000000000005</c:v>
                </c:pt>
                <c:pt idx="728">
                  <c:v>650.15</c:v>
                </c:pt>
                <c:pt idx="729">
                  <c:v>650</c:v>
                </c:pt>
                <c:pt idx="730">
                  <c:v>647.65</c:v>
                </c:pt>
                <c:pt idx="731">
                  <c:v>649.6</c:v>
                </c:pt>
                <c:pt idx="732">
                  <c:v>657.8</c:v>
                </c:pt>
                <c:pt idx="733">
                  <c:v>650.25</c:v>
                </c:pt>
                <c:pt idx="734">
                  <c:v>660.55</c:v>
                </c:pt>
                <c:pt idx="735">
                  <c:v>650</c:v>
                </c:pt>
                <c:pt idx="736">
                  <c:v>656.5</c:v>
                </c:pt>
                <c:pt idx="737">
                  <c:v>673.2</c:v>
                </c:pt>
                <c:pt idx="738">
                  <c:v>677</c:v>
                </c:pt>
                <c:pt idx="739">
                  <c:v>658.85</c:v>
                </c:pt>
                <c:pt idx="740">
                  <c:v>678.05</c:v>
                </c:pt>
                <c:pt idx="741">
                  <c:v>669.55</c:v>
                </c:pt>
                <c:pt idx="742">
                  <c:v>669.1</c:v>
                </c:pt>
                <c:pt idx="743">
                  <c:v>667.5</c:v>
                </c:pt>
                <c:pt idx="744">
                  <c:v>662.25</c:v>
                </c:pt>
                <c:pt idx="745">
                  <c:v>661.75</c:v>
                </c:pt>
                <c:pt idx="746">
                  <c:v>665.65</c:v>
                </c:pt>
                <c:pt idx="747">
                  <c:v>662.65</c:v>
                </c:pt>
                <c:pt idx="748">
                  <c:v>660.9</c:v>
                </c:pt>
                <c:pt idx="749">
                  <c:v>659.3</c:v>
                </c:pt>
                <c:pt idx="750">
                  <c:v>660.7</c:v>
                </c:pt>
                <c:pt idx="751">
                  <c:v>675.9</c:v>
                </c:pt>
                <c:pt idx="752">
                  <c:v>672.2</c:v>
                </c:pt>
                <c:pt idx="753">
                  <c:v>678</c:v>
                </c:pt>
                <c:pt idx="754">
                  <c:v>681.45</c:v>
                </c:pt>
                <c:pt idx="755">
                  <c:v>677.15</c:v>
                </c:pt>
                <c:pt idx="756">
                  <c:v>682.4</c:v>
                </c:pt>
                <c:pt idx="757">
                  <c:v>682.15</c:v>
                </c:pt>
                <c:pt idx="758">
                  <c:v>670.35</c:v>
                </c:pt>
                <c:pt idx="759">
                  <c:v>681.6</c:v>
                </c:pt>
                <c:pt idx="760">
                  <c:v>681.5</c:v>
                </c:pt>
                <c:pt idx="761">
                  <c:v>678.25</c:v>
                </c:pt>
                <c:pt idx="762">
                  <c:v>678.75</c:v>
                </c:pt>
                <c:pt idx="763">
                  <c:v>659.8</c:v>
                </c:pt>
                <c:pt idx="764">
                  <c:v>654.85</c:v>
                </c:pt>
                <c:pt idx="765">
                  <c:v>654</c:v>
                </c:pt>
                <c:pt idx="766">
                  <c:v>652.85</c:v>
                </c:pt>
                <c:pt idx="767">
                  <c:v>642.4</c:v>
                </c:pt>
                <c:pt idx="768">
                  <c:v>646.04999999999995</c:v>
                </c:pt>
                <c:pt idx="769">
                  <c:v>631.5</c:v>
                </c:pt>
                <c:pt idx="770">
                  <c:v>628.6</c:v>
                </c:pt>
                <c:pt idx="771">
                  <c:v>638.75</c:v>
                </c:pt>
                <c:pt idx="772">
                  <c:v>651.54999999999995</c:v>
                </c:pt>
                <c:pt idx="773">
                  <c:v>648.45000000000005</c:v>
                </c:pt>
                <c:pt idx="774">
                  <c:v>639.65</c:v>
                </c:pt>
                <c:pt idx="775">
                  <c:v>642.29999999999995</c:v>
                </c:pt>
                <c:pt idx="776">
                  <c:v>637.6</c:v>
                </c:pt>
                <c:pt idx="777">
                  <c:v>630.6</c:v>
                </c:pt>
                <c:pt idx="778">
                  <c:v>632.29999999999995</c:v>
                </c:pt>
                <c:pt idx="779">
                  <c:v>629.70000000000005</c:v>
                </c:pt>
                <c:pt idx="780">
                  <c:v>629.45000000000005</c:v>
                </c:pt>
                <c:pt idx="781">
                  <c:v>635.6</c:v>
                </c:pt>
                <c:pt idx="782">
                  <c:v>639.85</c:v>
                </c:pt>
                <c:pt idx="783">
                  <c:v>642.75</c:v>
                </c:pt>
                <c:pt idx="784">
                  <c:v>636.04999999999995</c:v>
                </c:pt>
                <c:pt idx="785">
                  <c:v>639.95000000000005</c:v>
                </c:pt>
                <c:pt idx="786">
                  <c:v>633.54999999999995</c:v>
                </c:pt>
                <c:pt idx="787">
                  <c:v>630.85</c:v>
                </c:pt>
                <c:pt idx="788">
                  <c:v>638.75</c:v>
                </c:pt>
                <c:pt idx="789">
                  <c:v>640.70000000000005</c:v>
                </c:pt>
                <c:pt idx="790">
                  <c:v>650.79999999999995</c:v>
                </c:pt>
                <c:pt idx="791">
                  <c:v>649.1</c:v>
                </c:pt>
                <c:pt idx="792">
                  <c:v>643.4</c:v>
                </c:pt>
                <c:pt idx="793">
                  <c:v>639.85</c:v>
                </c:pt>
                <c:pt idx="794">
                  <c:v>635</c:v>
                </c:pt>
                <c:pt idx="795">
                  <c:v>641.1</c:v>
                </c:pt>
                <c:pt idx="796">
                  <c:v>640.9</c:v>
                </c:pt>
                <c:pt idx="797">
                  <c:v>642.75</c:v>
                </c:pt>
                <c:pt idx="798">
                  <c:v>640.75</c:v>
                </c:pt>
                <c:pt idx="799">
                  <c:v>634.75</c:v>
                </c:pt>
                <c:pt idx="800">
                  <c:v>624.15</c:v>
                </c:pt>
                <c:pt idx="801">
                  <c:v>627.20000000000005</c:v>
                </c:pt>
                <c:pt idx="802">
                  <c:v>626</c:v>
                </c:pt>
                <c:pt idx="803">
                  <c:v>615.35</c:v>
                </c:pt>
                <c:pt idx="804">
                  <c:v>620.5</c:v>
                </c:pt>
                <c:pt idx="805">
                  <c:v>611.4</c:v>
                </c:pt>
                <c:pt idx="806">
                  <c:v>614.4</c:v>
                </c:pt>
                <c:pt idx="807">
                  <c:v>626.9</c:v>
                </c:pt>
                <c:pt idx="808">
                  <c:v>626.95000000000005</c:v>
                </c:pt>
                <c:pt idx="809">
                  <c:v>630.95000000000005</c:v>
                </c:pt>
                <c:pt idx="810">
                  <c:v>628.25</c:v>
                </c:pt>
                <c:pt idx="811">
                  <c:v>625.9</c:v>
                </c:pt>
                <c:pt idx="812">
                  <c:v>626.04999999999995</c:v>
                </c:pt>
                <c:pt idx="813">
                  <c:v>632.25</c:v>
                </c:pt>
                <c:pt idx="814">
                  <c:v>637.25</c:v>
                </c:pt>
                <c:pt idx="815">
                  <c:v>657.65</c:v>
                </c:pt>
                <c:pt idx="816">
                  <c:v>661.45</c:v>
                </c:pt>
                <c:pt idx="817">
                  <c:v>658.25</c:v>
                </c:pt>
                <c:pt idx="818">
                  <c:v>673.5</c:v>
                </c:pt>
                <c:pt idx="819">
                  <c:v>674.8</c:v>
                </c:pt>
                <c:pt idx="820">
                  <c:v>674.25</c:v>
                </c:pt>
                <c:pt idx="821">
                  <c:v>686.2</c:v>
                </c:pt>
                <c:pt idx="822">
                  <c:v>683.4</c:v>
                </c:pt>
                <c:pt idx="823">
                  <c:v>675.15</c:v>
                </c:pt>
                <c:pt idx="824">
                  <c:v>665.35</c:v>
                </c:pt>
                <c:pt idx="825">
                  <c:v>664.8</c:v>
                </c:pt>
                <c:pt idx="826">
                  <c:v>663.1</c:v>
                </c:pt>
                <c:pt idx="827">
                  <c:v>665.15</c:v>
                </c:pt>
                <c:pt idx="828">
                  <c:v>679.75</c:v>
                </c:pt>
                <c:pt idx="829">
                  <c:v>683.5</c:v>
                </c:pt>
                <c:pt idx="830">
                  <c:v>682.95</c:v>
                </c:pt>
                <c:pt idx="831">
                  <c:v>680.5</c:v>
                </c:pt>
                <c:pt idx="832">
                  <c:v>679.6</c:v>
                </c:pt>
                <c:pt idx="833">
                  <c:v>681.25</c:v>
                </c:pt>
                <c:pt idx="834">
                  <c:v>676</c:v>
                </c:pt>
                <c:pt idx="835">
                  <c:v>661.85</c:v>
                </c:pt>
                <c:pt idx="836">
                  <c:v>663.95</c:v>
                </c:pt>
                <c:pt idx="837">
                  <c:v>676.35</c:v>
                </c:pt>
                <c:pt idx="838">
                  <c:v>670.85</c:v>
                </c:pt>
                <c:pt idx="839">
                  <c:v>668.3</c:v>
                </c:pt>
                <c:pt idx="840">
                  <c:v>672.4</c:v>
                </c:pt>
                <c:pt idx="841">
                  <c:v>699.85</c:v>
                </c:pt>
                <c:pt idx="842">
                  <c:v>703</c:v>
                </c:pt>
                <c:pt idx="843">
                  <c:v>700.9</c:v>
                </c:pt>
                <c:pt idx="844">
                  <c:v>706.4</c:v>
                </c:pt>
                <c:pt idx="845">
                  <c:v>693.85</c:v>
                </c:pt>
                <c:pt idx="846">
                  <c:v>679.9</c:v>
                </c:pt>
                <c:pt idx="847">
                  <c:v>688.15</c:v>
                </c:pt>
                <c:pt idx="848">
                  <c:v>695.7</c:v>
                </c:pt>
                <c:pt idx="849">
                  <c:v>691.55</c:v>
                </c:pt>
                <c:pt idx="850">
                  <c:v>688.5</c:v>
                </c:pt>
                <c:pt idx="851">
                  <c:v>694.15</c:v>
                </c:pt>
                <c:pt idx="852">
                  <c:v>702.75</c:v>
                </c:pt>
                <c:pt idx="853">
                  <c:v>683.65</c:v>
                </c:pt>
                <c:pt idx="854">
                  <c:v>679.75</c:v>
                </c:pt>
                <c:pt idx="855">
                  <c:v>690.45</c:v>
                </c:pt>
                <c:pt idx="856">
                  <c:v>706.25</c:v>
                </c:pt>
                <c:pt idx="857">
                  <c:v>713.55</c:v>
                </c:pt>
                <c:pt idx="858">
                  <c:v>705.85</c:v>
                </c:pt>
                <c:pt idx="859">
                  <c:v>700.65</c:v>
                </c:pt>
                <c:pt idx="860">
                  <c:v>713.6</c:v>
                </c:pt>
                <c:pt idx="861">
                  <c:v>711</c:v>
                </c:pt>
                <c:pt idx="862">
                  <c:v>706.95</c:v>
                </c:pt>
                <c:pt idx="863">
                  <c:v>714.3</c:v>
                </c:pt>
                <c:pt idx="864">
                  <c:v>729.15</c:v>
                </c:pt>
                <c:pt idx="865">
                  <c:v>734</c:v>
                </c:pt>
                <c:pt idx="866">
                  <c:v>743.75</c:v>
                </c:pt>
                <c:pt idx="867">
                  <c:v>746.85</c:v>
                </c:pt>
                <c:pt idx="868">
                  <c:v>732.5</c:v>
                </c:pt>
                <c:pt idx="869">
                  <c:v>742.9</c:v>
                </c:pt>
                <c:pt idx="870">
                  <c:v>768.1</c:v>
                </c:pt>
                <c:pt idx="871">
                  <c:v>761.3</c:v>
                </c:pt>
                <c:pt idx="872">
                  <c:v>767.4</c:v>
                </c:pt>
                <c:pt idx="873">
                  <c:v>753.65</c:v>
                </c:pt>
                <c:pt idx="874">
                  <c:v>759.65</c:v>
                </c:pt>
                <c:pt idx="875">
                  <c:v>757.15</c:v>
                </c:pt>
                <c:pt idx="876">
                  <c:v>770.85</c:v>
                </c:pt>
                <c:pt idx="877">
                  <c:v>765.9</c:v>
                </c:pt>
                <c:pt idx="878">
                  <c:v>775.1</c:v>
                </c:pt>
                <c:pt idx="879">
                  <c:v>771.6</c:v>
                </c:pt>
                <c:pt idx="880">
                  <c:v>763.85</c:v>
                </c:pt>
                <c:pt idx="881">
                  <c:v>757.35</c:v>
                </c:pt>
                <c:pt idx="882">
                  <c:v>755.7</c:v>
                </c:pt>
                <c:pt idx="883">
                  <c:v>736.95</c:v>
                </c:pt>
                <c:pt idx="884">
                  <c:v>754.65</c:v>
                </c:pt>
                <c:pt idx="885">
                  <c:v>752.9</c:v>
                </c:pt>
                <c:pt idx="886">
                  <c:v>744.9</c:v>
                </c:pt>
                <c:pt idx="887">
                  <c:v>726.7</c:v>
                </c:pt>
                <c:pt idx="888">
                  <c:v>722.5</c:v>
                </c:pt>
                <c:pt idx="889">
                  <c:v>726.1</c:v>
                </c:pt>
                <c:pt idx="890">
                  <c:v>743.2</c:v>
                </c:pt>
                <c:pt idx="891">
                  <c:v>735.6</c:v>
                </c:pt>
                <c:pt idx="892">
                  <c:v>740.4</c:v>
                </c:pt>
                <c:pt idx="893">
                  <c:v>739.05</c:v>
                </c:pt>
                <c:pt idx="894">
                  <c:v>726.1</c:v>
                </c:pt>
                <c:pt idx="895">
                  <c:v>717.5</c:v>
                </c:pt>
                <c:pt idx="896">
                  <c:v>720.25</c:v>
                </c:pt>
                <c:pt idx="897">
                  <c:v>729.3</c:v>
                </c:pt>
                <c:pt idx="898">
                  <c:v>731.75</c:v>
                </c:pt>
                <c:pt idx="899">
                  <c:v>731.9</c:v>
                </c:pt>
                <c:pt idx="900">
                  <c:v>738.35</c:v>
                </c:pt>
                <c:pt idx="901">
                  <c:v>761.7</c:v>
                </c:pt>
                <c:pt idx="902">
                  <c:v>768.35</c:v>
                </c:pt>
                <c:pt idx="903">
                  <c:v>772.05</c:v>
                </c:pt>
                <c:pt idx="904">
                  <c:v>770.7</c:v>
                </c:pt>
                <c:pt idx="905">
                  <c:v>762.8</c:v>
                </c:pt>
                <c:pt idx="906">
                  <c:v>770.6</c:v>
                </c:pt>
                <c:pt idx="907">
                  <c:v>768.35</c:v>
                </c:pt>
                <c:pt idx="908">
                  <c:v>763.8</c:v>
                </c:pt>
                <c:pt idx="909">
                  <c:v>784.55</c:v>
                </c:pt>
                <c:pt idx="910">
                  <c:v>808.3</c:v>
                </c:pt>
                <c:pt idx="911">
                  <c:v>773.85</c:v>
                </c:pt>
                <c:pt idx="912">
                  <c:v>793.35</c:v>
                </c:pt>
                <c:pt idx="913">
                  <c:v>809.5</c:v>
                </c:pt>
                <c:pt idx="914">
                  <c:v>817</c:v>
                </c:pt>
                <c:pt idx="915">
                  <c:v>832.25</c:v>
                </c:pt>
                <c:pt idx="916">
                  <c:v>855.5</c:v>
                </c:pt>
                <c:pt idx="917">
                  <c:v>849.9</c:v>
                </c:pt>
                <c:pt idx="918">
                  <c:v>833.25</c:v>
                </c:pt>
                <c:pt idx="919">
                  <c:v>810.1</c:v>
                </c:pt>
                <c:pt idx="920">
                  <c:v>836.3</c:v>
                </c:pt>
                <c:pt idx="921">
                  <c:v>851.2</c:v>
                </c:pt>
                <c:pt idx="922">
                  <c:v>826.75</c:v>
                </c:pt>
                <c:pt idx="923">
                  <c:v>840.55</c:v>
                </c:pt>
                <c:pt idx="924">
                  <c:v>819.8</c:v>
                </c:pt>
                <c:pt idx="925">
                  <c:v>804.55</c:v>
                </c:pt>
                <c:pt idx="926">
                  <c:v>793.05</c:v>
                </c:pt>
                <c:pt idx="927">
                  <c:v>797.05</c:v>
                </c:pt>
                <c:pt idx="928">
                  <c:v>783.55</c:v>
                </c:pt>
                <c:pt idx="929">
                  <c:v>774.25</c:v>
                </c:pt>
                <c:pt idx="930">
                  <c:v>794.9</c:v>
                </c:pt>
                <c:pt idx="931">
                  <c:v>780.25</c:v>
                </c:pt>
                <c:pt idx="932">
                  <c:v>790</c:v>
                </c:pt>
                <c:pt idx="933">
                  <c:v>820.3</c:v>
                </c:pt>
                <c:pt idx="934">
                  <c:v>811.55</c:v>
                </c:pt>
                <c:pt idx="935">
                  <c:v>820.7</c:v>
                </c:pt>
                <c:pt idx="936">
                  <c:v>813.85</c:v>
                </c:pt>
                <c:pt idx="937">
                  <c:v>800.9</c:v>
                </c:pt>
                <c:pt idx="938">
                  <c:v>810.5</c:v>
                </c:pt>
                <c:pt idx="939">
                  <c:v>809.75</c:v>
                </c:pt>
                <c:pt idx="940">
                  <c:v>838.95</c:v>
                </c:pt>
                <c:pt idx="941">
                  <c:v>838.3</c:v>
                </c:pt>
                <c:pt idx="942">
                  <c:v>843.25</c:v>
                </c:pt>
                <c:pt idx="943">
                  <c:v>878.75</c:v>
                </c:pt>
                <c:pt idx="944">
                  <c:v>889.15</c:v>
                </c:pt>
                <c:pt idx="945">
                  <c:v>903.95</c:v>
                </c:pt>
                <c:pt idx="946">
                  <c:v>876.95</c:v>
                </c:pt>
                <c:pt idx="947">
                  <c:v>883.25</c:v>
                </c:pt>
                <c:pt idx="948">
                  <c:v>896.15</c:v>
                </c:pt>
                <c:pt idx="949">
                  <c:v>885.8</c:v>
                </c:pt>
                <c:pt idx="950">
                  <c:v>876.25</c:v>
                </c:pt>
                <c:pt idx="951">
                  <c:v>872.6</c:v>
                </c:pt>
                <c:pt idx="952">
                  <c:v>875.95</c:v>
                </c:pt>
                <c:pt idx="953">
                  <c:v>848.15</c:v>
                </c:pt>
                <c:pt idx="954">
                  <c:v>857.9</c:v>
                </c:pt>
                <c:pt idx="955">
                  <c:v>872.25</c:v>
                </c:pt>
                <c:pt idx="956">
                  <c:v>865.3</c:v>
                </c:pt>
                <c:pt idx="957">
                  <c:v>868.6</c:v>
                </c:pt>
                <c:pt idx="958">
                  <c:v>863</c:v>
                </c:pt>
                <c:pt idx="959">
                  <c:v>860.4</c:v>
                </c:pt>
                <c:pt idx="960">
                  <c:v>866.75</c:v>
                </c:pt>
                <c:pt idx="961">
                  <c:v>886.6</c:v>
                </c:pt>
                <c:pt idx="962">
                  <c:v>900.2</c:v>
                </c:pt>
                <c:pt idx="963">
                  <c:v>888.8</c:v>
                </c:pt>
                <c:pt idx="964">
                  <c:v>877.15</c:v>
                </c:pt>
                <c:pt idx="965">
                  <c:v>863.8</c:v>
                </c:pt>
                <c:pt idx="966">
                  <c:v>862.2</c:v>
                </c:pt>
                <c:pt idx="967">
                  <c:v>865.35</c:v>
                </c:pt>
                <c:pt idx="968">
                  <c:v>850.85</c:v>
                </c:pt>
                <c:pt idx="969">
                  <c:v>853.75</c:v>
                </c:pt>
                <c:pt idx="970">
                  <c:v>855</c:v>
                </c:pt>
                <c:pt idx="971">
                  <c:v>860.05</c:v>
                </c:pt>
                <c:pt idx="972">
                  <c:v>859.5</c:v>
                </c:pt>
                <c:pt idx="973">
                  <c:v>863.8</c:v>
                </c:pt>
                <c:pt idx="974">
                  <c:v>869.55</c:v>
                </c:pt>
                <c:pt idx="975">
                  <c:v>861.1</c:v>
                </c:pt>
                <c:pt idx="976">
                  <c:v>873.25</c:v>
                </c:pt>
                <c:pt idx="977">
                  <c:v>859.8</c:v>
                </c:pt>
                <c:pt idx="978">
                  <c:v>855.35</c:v>
                </c:pt>
                <c:pt idx="979">
                  <c:v>855.25</c:v>
                </c:pt>
                <c:pt idx="980">
                  <c:v>857.45</c:v>
                </c:pt>
                <c:pt idx="981">
                  <c:v>871.85</c:v>
                </c:pt>
                <c:pt idx="982">
                  <c:v>876.8</c:v>
                </c:pt>
                <c:pt idx="983">
                  <c:v>875.25</c:v>
                </c:pt>
                <c:pt idx="984">
                  <c:v>899.85</c:v>
                </c:pt>
                <c:pt idx="985">
                  <c:v>910.7</c:v>
                </c:pt>
                <c:pt idx="986">
                  <c:v>913.05</c:v>
                </c:pt>
                <c:pt idx="987">
                  <c:v>949.6</c:v>
                </c:pt>
                <c:pt idx="988">
                  <c:v>978.15</c:v>
                </c:pt>
                <c:pt idx="989">
                  <c:v>973.15</c:v>
                </c:pt>
                <c:pt idx="990">
                  <c:v>966.85</c:v>
                </c:pt>
                <c:pt idx="991">
                  <c:v>994.75</c:v>
                </c:pt>
                <c:pt idx="992">
                  <c:v>1031.95</c:v>
                </c:pt>
                <c:pt idx="993">
                  <c:v>1012.7</c:v>
                </c:pt>
                <c:pt idx="994">
                  <c:v>987.65</c:v>
                </c:pt>
                <c:pt idx="995">
                  <c:v>988.3</c:v>
                </c:pt>
                <c:pt idx="996">
                  <c:v>986.7</c:v>
                </c:pt>
                <c:pt idx="997">
                  <c:v>975.45</c:v>
                </c:pt>
                <c:pt idx="998">
                  <c:v>976.9</c:v>
                </c:pt>
                <c:pt idx="999">
                  <c:v>975.05</c:v>
                </c:pt>
                <c:pt idx="1000">
                  <c:v>995</c:v>
                </c:pt>
                <c:pt idx="1001">
                  <c:v>983.85</c:v>
                </c:pt>
                <c:pt idx="1002">
                  <c:v>983.5</c:v>
                </c:pt>
                <c:pt idx="1003">
                  <c:v>994.8</c:v>
                </c:pt>
                <c:pt idx="1004">
                  <c:v>1022.9</c:v>
                </c:pt>
                <c:pt idx="1005">
                  <c:v>1061.05</c:v>
                </c:pt>
                <c:pt idx="1006">
                  <c:v>1033.8</c:v>
                </c:pt>
                <c:pt idx="1007">
                  <c:v>1025.0999999999999</c:v>
                </c:pt>
                <c:pt idx="1008">
                  <c:v>1076.7</c:v>
                </c:pt>
                <c:pt idx="1009">
                  <c:v>1085.7</c:v>
                </c:pt>
                <c:pt idx="1010">
                  <c:v>1113.95</c:v>
                </c:pt>
                <c:pt idx="1011">
                  <c:v>1101.0999999999999</c:v>
                </c:pt>
                <c:pt idx="1012">
                  <c:v>1133.8</c:v>
                </c:pt>
                <c:pt idx="1013">
                  <c:v>1135.5999999999999</c:v>
                </c:pt>
                <c:pt idx="1014">
                  <c:v>1121.2</c:v>
                </c:pt>
                <c:pt idx="1015">
                  <c:v>1140.05</c:v>
                </c:pt>
                <c:pt idx="1016">
                  <c:v>1121.0999999999999</c:v>
                </c:pt>
                <c:pt idx="1017">
                  <c:v>1106.05</c:v>
                </c:pt>
                <c:pt idx="1018">
                  <c:v>1079.6500000000001</c:v>
                </c:pt>
                <c:pt idx="1019">
                  <c:v>1028.8</c:v>
                </c:pt>
                <c:pt idx="1020">
                  <c:v>1053.55</c:v>
                </c:pt>
                <c:pt idx="1021">
                  <c:v>1017.6</c:v>
                </c:pt>
                <c:pt idx="1022">
                  <c:v>1028.7</c:v>
                </c:pt>
                <c:pt idx="1023">
                  <c:v>1024.9000000000001</c:v>
                </c:pt>
                <c:pt idx="1024">
                  <c:v>1010.9</c:v>
                </c:pt>
                <c:pt idx="1025">
                  <c:v>1001.5</c:v>
                </c:pt>
                <c:pt idx="1026">
                  <c:v>974.85</c:v>
                </c:pt>
                <c:pt idx="1027">
                  <c:v>990.1</c:v>
                </c:pt>
                <c:pt idx="1028">
                  <c:v>995.7</c:v>
                </c:pt>
                <c:pt idx="1029">
                  <c:v>1004.8</c:v>
                </c:pt>
                <c:pt idx="1030">
                  <c:v>1009.45</c:v>
                </c:pt>
                <c:pt idx="1031">
                  <c:v>1009.75</c:v>
                </c:pt>
                <c:pt idx="1032">
                  <c:v>1058.95</c:v>
                </c:pt>
                <c:pt idx="1033">
                  <c:v>1070.7</c:v>
                </c:pt>
                <c:pt idx="1034">
                  <c:v>1080.25</c:v>
                </c:pt>
                <c:pt idx="1035">
                  <c:v>1079.5999999999999</c:v>
                </c:pt>
                <c:pt idx="1036">
                  <c:v>1078.75</c:v>
                </c:pt>
                <c:pt idx="1037">
                  <c:v>1091.0999999999999</c:v>
                </c:pt>
                <c:pt idx="1038">
                  <c:v>1089.75</c:v>
                </c:pt>
                <c:pt idx="1039">
                  <c:v>1112.3</c:v>
                </c:pt>
                <c:pt idx="1040">
                  <c:v>1075.95</c:v>
                </c:pt>
                <c:pt idx="1041">
                  <c:v>1091.6500000000001</c:v>
                </c:pt>
                <c:pt idx="1042">
                  <c:v>1100.5</c:v>
                </c:pt>
                <c:pt idx="1043">
                  <c:v>1140.45</c:v>
                </c:pt>
                <c:pt idx="1044">
                  <c:v>1174.7</c:v>
                </c:pt>
                <c:pt idx="1045">
                  <c:v>1164.7</c:v>
                </c:pt>
                <c:pt idx="1046">
                  <c:v>1166.5999999999999</c:v>
                </c:pt>
                <c:pt idx="1047">
                  <c:v>1176.1500000000001</c:v>
                </c:pt>
                <c:pt idx="1048">
                  <c:v>1168.75</c:v>
                </c:pt>
                <c:pt idx="1049">
                  <c:v>1171.45</c:v>
                </c:pt>
                <c:pt idx="1050">
                  <c:v>1148.1500000000001</c:v>
                </c:pt>
                <c:pt idx="1051">
                  <c:v>1134.4000000000001</c:v>
                </c:pt>
                <c:pt idx="1052">
                  <c:v>1101.1500000000001</c:v>
                </c:pt>
                <c:pt idx="1053">
                  <c:v>1076.0999999999999</c:v>
                </c:pt>
                <c:pt idx="1054">
                  <c:v>1091.55</c:v>
                </c:pt>
                <c:pt idx="1055">
                  <c:v>1086.1500000000001</c:v>
                </c:pt>
                <c:pt idx="1056">
                  <c:v>1070.1500000000001</c:v>
                </c:pt>
                <c:pt idx="1057">
                  <c:v>1072.4000000000001</c:v>
                </c:pt>
                <c:pt idx="1058">
                  <c:v>1078.95</c:v>
                </c:pt>
                <c:pt idx="1059">
                  <c:v>1067.0999999999999</c:v>
                </c:pt>
                <c:pt idx="1060">
                  <c:v>1069</c:v>
                </c:pt>
                <c:pt idx="1061">
                  <c:v>1071.25</c:v>
                </c:pt>
                <c:pt idx="1062">
                  <c:v>1067.0999999999999</c:v>
                </c:pt>
                <c:pt idx="1063">
                  <c:v>1050.45</c:v>
                </c:pt>
                <c:pt idx="1064">
                  <c:v>1043.0999999999999</c:v>
                </c:pt>
                <c:pt idx="1065">
                  <c:v>1082.8</c:v>
                </c:pt>
                <c:pt idx="1066">
                  <c:v>1086.7</c:v>
                </c:pt>
                <c:pt idx="1067">
                  <c:v>1089.95</c:v>
                </c:pt>
                <c:pt idx="1068">
                  <c:v>1084.45</c:v>
                </c:pt>
                <c:pt idx="1069">
                  <c:v>1092.3</c:v>
                </c:pt>
                <c:pt idx="1070">
                  <c:v>1090</c:v>
                </c:pt>
                <c:pt idx="1071">
                  <c:v>1075.7</c:v>
                </c:pt>
                <c:pt idx="1072">
                  <c:v>1085.95</c:v>
                </c:pt>
                <c:pt idx="1073">
                  <c:v>1087.7</c:v>
                </c:pt>
                <c:pt idx="1074">
                  <c:v>1086.8</c:v>
                </c:pt>
                <c:pt idx="1075">
                  <c:v>1075.7</c:v>
                </c:pt>
                <c:pt idx="1076">
                  <c:v>1086.8</c:v>
                </c:pt>
                <c:pt idx="1077">
                  <c:v>1076.05</c:v>
                </c:pt>
                <c:pt idx="1078">
                  <c:v>1079.1500000000001</c:v>
                </c:pt>
                <c:pt idx="1079">
                  <c:v>1080.25</c:v>
                </c:pt>
                <c:pt idx="1080">
                  <c:v>1080.6500000000001</c:v>
                </c:pt>
                <c:pt idx="1081">
                  <c:v>1057.25</c:v>
                </c:pt>
                <c:pt idx="1082">
                  <c:v>1057.95</c:v>
                </c:pt>
                <c:pt idx="1083">
                  <c:v>1066.1500000000001</c:v>
                </c:pt>
                <c:pt idx="1084">
                  <c:v>1076.5999999999999</c:v>
                </c:pt>
                <c:pt idx="1085">
                  <c:v>1072.95</c:v>
                </c:pt>
                <c:pt idx="1086">
                  <c:v>1062.4000000000001</c:v>
                </c:pt>
                <c:pt idx="1087">
                  <c:v>1056.9000000000001</c:v>
                </c:pt>
                <c:pt idx="1088">
                  <c:v>1046.9000000000001</c:v>
                </c:pt>
                <c:pt idx="1089">
                  <c:v>1029.8499999999999</c:v>
                </c:pt>
                <c:pt idx="1090">
                  <c:v>999.45</c:v>
                </c:pt>
                <c:pt idx="1091">
                  <c:v>934.65</c:v>
                </c:pt>
                <c:pt idx="1092">
                  <c:v>933.2</c:v>
                </c:pt>
                <c:pt idx="1093">
                  <c:v>952.45</c:v>
                </c:pt>
                <c:pt idx="1094">
                  <c:v>916.7</c:v>
                </c:pt>
                <c:pt idx="1095">
                  <c:v>827.25</c:v>
                </c:pt>
                <c:pt idx="1096">
                  <c:v>905.85</c:v>
                </c:pt>
                <c:pt idx="1097">
                  <c:v>899</c:v>
                </c:pt>
                <c:pt idx="1098">
                  <c:v>887.8</c:v>
                </c:pt>
                <c:pt idx="1099">
                  <c:v>897.3</c:v>
                </c:pt>
                <c:pt idx="1100">
                  <c:v>919.1</c:v>
                </c:pt>
                <c:pt idx="1101">
                  <c:v>924.05</c:v>
                </c:pt>
                <c:pt idx="1102">
                  <c:v>889.85</c:v>
                </c:pt>
                <c:pt idx="1103">
                  <c:v>915.1</c:v>
                </c:pt>
                <c:pt idx="1104">
                  <c:v>880.45</c:v>
                </c:pt>
                <c:pt idx="1105">
                  <c:v>878</c:v>
                </c:pt>
                <c:pt idx="1106">
                  <c:v>902.95</c:v>
                </c:pt>
                <c:pt idx="1107">
                  <c:v>901.05</c:v>
                </c:pt>
                <c:pt idx="1108">
                  <c:v>877.25</c:v>
                </c:pt>
                <c:pt idx="1109">
                  <c:v>876.1</c:v>
                </c:pt>
                <c:pt idx="1110">
                  <c:v>889.8</c:v>
                </c:pt>
                <c:pt idx="1111">
                  <c:v>893.95</c:v>
                </c:pt>
                <c:pt idx="1112">
                  <c:v>893</c:v>
                </c:pt>
                <c:pt idx="1113">
                  <c:v>897</c:v>
                </c:pt>
                <c:pt idx="1114">
                  <c:v>889.6</c:v>
                </c:pt>
                <c:pt idx="1115">
                  <c:v>877.3</c:v>
                </c:pt>
                <c:pt idx="1116">
                  <c:v>883.5</c:v>
                </c:pt>
                <c:pt idx="1117">
                  <c:v>884.9</c:v>
                </c:pt>
                <c:pt idx="1118">
                  <c:v>891.65</c:v>
                </c:pt>
                <c:pt idx="1119">
                  <c:v>866.9</c:v>
                </c:pt>
                <c:pt idx="1120">
                  <c:v>858.35</c:v>
                </c:pt>
                <c:pt idx="1121">
                  <c:v>860.65</c:v>
                </c:pt>
                <c:pt idx="1122">
                  <c:v>847.15</c:v>
                </c:pt>
                <c:pt idx="1123">
                  <c:v>860.85</c:v>
                </c:pt>
                <c:pt idx="1124">
                  <c:v>867.1</c:v>
                </c:pt>
                <c:pt idx="1125">
                  <c:v>871.25</c:v>
                </c:pt>
                <c:pt idx="1126">
                  <c:v>876.85</c:v>
                </c:pt>
                <c:pt idx="1127">
                  <c:v>886.9</c:v>
                </c:pt>
                <c:pt idx="1128">
                  <c:v>886.75</c:v>
                </c:pt>
                <c:pt idx="1129">
                  <c:v>909.05</c:v>
                </c:pt>
                <c:pt idx="1130">
                  <c:v>915.8</c:v>
                </c:pt>
                <c:pt idx="1131">
                  <c:v>937.8</c:v>
                </c:pt>
                <c:pt idx="1132">
                  <c:v>965.4</c:v>
                </c:pt>
                <c:pt idx="1133">
                  <c:v>978.6</c:v>
                </c:pt>
                <c:pt idx="1134">
                  <c:v>1051.45</c:v>
                </c:pt>
                <c:pt idx="1135">
                  <c:v>1053.8499999999999</c:v>
                </c:pt>
                <c:pt idx="1136">
                  <c:v>1044.7</c:v>
                </c:pt>
                <c:pt idx="1137">
                  <c:v>1007.5</c:v>
                </c:pt>
                <c:pt idx="1138">
                  <c:v>994.2</c:v>
                </c:pt>
                <c:pt idx="1139">
                  <c:v>1024.5</c:v>
                </c:pt>
                <c:pt idx="1140">
                  <c:v>1016.15</c:v>
                </c:pt>
                <c:pt idx="1141">
                  <c:v>995.75</c:v>
                </c:pt>
                <c:pt idx="1142">
                  <c:v>993.3</c:v>
                </c:pt>
                <c:pt idx="1143">
                  <c:v>984.85</c:v>
                </c:pt>
                <c:pt idx="1144">
                  <c:v>1001.35</c:v>
                </c:pt>
                <c:pt idx="1145">
                  <c:v>1052.0999999999999</c:v>
                </c:pt>
                <c:pt idx="1146">
                  <c:v>1051</c:v>
                </c:pt>
                <c:pt idx="1147">
                  <c:v>1035.3499999999999</c:v>
                </c:pt>
                <c:pt idx="1148">
                  <c:v>1046.75</c:v>
                </c:pt>
                <c:pt idx="1149">
                  <c:v>1037.7</c:v>
                </c:pt>
                <c:pt idx="1150">
                  <c:v>1033.55</c:v>
                </c:pt>
                <c:pt idx="1151">
                  <c:v>1012.8</c:v>
                </c:pt>
                <c:pt idx="1152">
                  <c:v>1036.95</c:v>
                </c:pt>
                <c:pt idx="1153">
                  <c:v>1046.6500000000001</c:v>
                </c:pt>
                <c:pt idx="1154">
                  <c:v>1046.1500000000001</c:v>
                </c:pt>
                <c:pt idx="1155">
                  <c:v>1047.45</c:v>
                </c:pt>
                <c:pt idx="1156">
                  <c:v>1040.05</c:v>
                </c:pt>
                <c:pt idx="1157">
                  <c:v>1046.05</c:v>
                </c:pt>
                <c:pt idx="1158">
                  <c:v>1041.0999999999999</c:v>
                </c:pt>
                <c:pt idx="1159">
                  <c:v>1019.2</c:v>
                </c:pt>
                <c:pt idx="1160">
                  <c:v>1037.3</c:v>
                </c:pt>
                <c:pt idx="1161">
                  <c:v>1018.7</c:v>
                </c:pt>
                <c:pt idx="1162">
                  <c:v>1005.95</c:v>
                </c:pt>
                <c:pt idx="1163">
                  <c:v>1033.8499999999999</c:v>
                </c:pt>
                <c:pt idx="1164">
                  <c:v>1024.8499999999999</c:v>
                </c:pt>
                <c:pt idx="1165">
                  <c:v>1016.3</c:v>
                </c:pt>
                <c:pt idx="1166">
                  <c:v>1029.3499999999999</c:v>
                </c:pt>
                <c:pt idx="1167">
                  <c:v>1033.95</c:v>
                </c:pt>
                <c:pt idx="1168">
                  <c:v>1043.45</c:v>
                </c:pt>
                <c:pt idx="1169">
                  <c:v>1024.2</c:v>
                </c:pt>
                <c:pt idx="1170">
                  <c:v>1041</c:v>
                </c:pt>
                <c:pt idx="1171">
                  <c:v>1046.8</c:v>
                </c:pt>
                <c:pt idx="1172">
                  <c:v>1047.3499999999999</c:v>
                </c:pt>
                <c:pt idx="1173">
                  <c:v>1038.5999999999999</c:v>
                </c:pt>
                <c:pt idx="1174">
                  <c:v>1038.6500000000001</c:v>
                </c:pt>
                <c:pt idx="1175">
                  <c:v>1035.3</c:v>
                </c:pt>
                <c:pt idx="1176">
                  <c:v>1042.25</c:v>
                </c:pt>
                <c:pt idx="1177">
                  <c:v>1042.8</c:v>
                </c:pt>
                <c:pt idx="1178">
                  <c:v>1079.8499999999999</c:v>
                </c:pt>
                <c:pt idx="1179">
                  <c:v>1105.75</c:v>
                </c:pt>
                <c:pt idx="1180">
                  <c:v>1103.05</c:v>
                </c:pt>
                <c:pt idx="1181">
                  <c:v>1086.55</c:v>
                </c:pt>
                <c:pt idx="1182">
                  <c:v>1090.8</c:v>
                </c:pt>
                <c:pt idx="1183">
                  <c:v>1142.3499999999999</c:v>
                </c:pt>
                <c:pt idx="1184">
                  <c:v>1174.95</c:v>
                </c:pt>
                <c:pt idx="1185">
                  <c:v>1183.5999999999999</c:v>
                </c:pt>
                <c:pt idx="1186">
                  <c:v>1177.95</c:v>
                </c:pt>
                <c:pt idx="1187">
                  <c:v>1166.1500000000001</c:v>
                </c:pt>
                <c:pt idx="1188">
                  <c:v>1160.25</c:v>
                </c:pt>
                <c:pt idx="1189">
                  <c:v>1152.25</c:v>
                </c:pt>
                <c:pt idx="1190">
                  <c:v>1138.9000000000001</c:v>
                </c:pt>
                <c:pt idx="1191">
                  <c:v>1128.0999999999999</c:v>
                </c:pt>
                <c:pt idx="1192">
                  <c:v>1137.7</c:v>
                </c:pt>
                <c:pt idx="1193">
                  <c:v>1137.1500000000001</c:v>
                </c:pt>
                <c:pt idx="1194">
                  <c:v>1128.55</c:v>
                </c:pt>
                <c:pt idx="1195">
                  <c:v>1145.75</c:v>
                </c:pt>
                <c:pt idx="1196">
                  <c:v>1146.0999999999999</c:v>
                </c:pt>
                <c:pt idx="1197">
                  <c:v>1126.5</c:v>
                </c:pt>
                <c:pt idx="1198">
                  <c:v>1120.8499999999999</c:v>
                </c:pt>
                <c:pt idx="1199">
                  <c:v>1117.3499999999999</c:v>
                </c:pt>
                <c:pt idx="1200">
                  <c:v>1117.55</c:v>
                </c:pt>
                <c:pt idx="1201">
                  <c:v>1110.25</c:v>
                </c:pt>
                <c:pt idx="1202">
                  <c:v>1106.4000000000001</c:v>
                </c:pt>
                <c:pt idx="1203">
                  <c:v>1117.95</c:v>
                </c:pt>
                <c:pt idx="1204">
                  <c:v>1117.95</c:v>
                </c:pt>
                <c:pt idx="1205">
                  <c:v>1103.25</c:v>
                </c:pt>
                <c:pt idx="1206">
                  <c:v>1099.05</c:v>
                </c:pt>
                <c:pt idx="1207">
                  <c:v>1090.5999999999999</c:v>
                </c:pt>
                <c:pt idx="1208">
                  <c:v>1084.5</c:v>
                </c:pt>
                <c:pt idx="1209">
                  <c:v>1080</c:v>
                </c:pt>
                <c:pt idx="1210">
                  <c:v>1088.75</c:v>
                </c:pt>
                <c:pt idx="1211">
                  <c:v>1085.55</c:v>
                </c:pt>
                <c:pt idx="1212">
                  <c:v>1086.25</c:v>
                </c:pt>
                <c:pt idx="1213">
                  <c:v>1087.7</c:v>
                </c:pt>
                <c:pt idx="1214">
                  <c:v>1086.05</c:v>
                </c:pt>
                <c:pt idx="1215">
                  <c:v>1125.5</c:v>
                </c:pt>
                <c:pt idx="1216">
                  <c:v>1136.1500000000001</c:v>
                </c:pt>
                <c:pt idx="1217">
                  <c:v>1120.4000000000001</c:v>
                </c:pt>
                <c:pt idx="1218">
                  <c:v>1128.3</c:v>
                </c:pt>
                <c:pt idx="1219">
                  <c:v>1125.2</c:v>
                </c:pt>
                <c:pt idx="1220">
                  <c:v>1128.75</c:v>
                </c:pt>
                <c:pt idx="1221">
                  <c:v>1142.95</c:v>
                </c:pt>
                <c:pt idx="1222">
                  <c:v>1148.3</c:v>
                </c:pt>
                <c:pt idx="1223">
                  <c:v>1148.05</c:v>
                </c:pt>
                <c:pt idx="1224">
                  <c:v>1149.75</c:v>
                </c:pt>
                <c:pt idx="1225">
                  <c:v>1137.8499999999999</c:v>
                </c:pt>
                <c:pt idx="1226">
                  <c:v>1129.3499999999999</c:v>
                </c:pt>
                <c:pt idx="1227">
                  <c:v>1142.6500000000001</c:v>
                </c:pt>
                <c:pt idx="1228">
                  <c:v>1149.2</c:v>
                </c:pt>
                <c:pt idx="1229">
                  <c:v>1191.75</c:v>
                </c:pt>
                <c:pt idx="1230">
                  <c:v>1254.25</c:v>
                </c:pt>
                <c:pt idx="1231">
                  <c:v>1273.6500000000001</c:v>
                </c:pt>
                <c:pt idx="1232">
                  <c:v>1291.0999999999999</c:v>
                </c:pt>
                <c:pt idx="1233">
                  <c:v>1288.8</c:v>
                </c:pt>
                <c:pt idx="1234">
                  <c:v>1289.6500000000001</c:v>
                </c:pt>
                <c:pt idx="1235">
                  <c:v>1285.3499999999999</c:v>
                </c:pt>
                <c:pt idx="1236">
                  <c:v>1280.7</c:v>
                </c:pt>
                <c:pt idx="1237">
                  <c:v>1265.7</c:v>
                </c:pt>
                <c:pt idx="1238">
                  <c:v>1275.45</c:v>
                </c:pt>
                <c:pt idx="1239">
                  <c:v>1266.3499999999999</c:v>
                </c:pt>
                <c:pt idx="1240">
                  <c:v>1277.3499999999999</c:v>
                </c:pt>
                <c:pt idx="1241">
                  <c:v>1266.9000000000001</c:v>
                </c:pt>
                <c:pt idx="1242">
                  <c:v>1266.5</c:v>
                </c:pt>
                <c:pt idx="1243">
                  <c:v>1278.5</c:v>
                </c:pt>
                <c:pt idx="1244">
                  <c:v>1279.75</c:v>
                </c:pt>
                <c:pt idx="1245">
                  <c:v>1274.5999999999999</c:v>
                </c:pt>
                <c:pt idx="1246">
                  <c:v>1255.45</c:v>
                </c:pt>
                <c:pt idx="1247">
                  <c:v>1266.45</c:v>
                </c:pt>
                <c:pt idx="1248">
                  <c:v>1311.9</c:v>
                </c:pt>
                <c:pt idx="1249">
                  <c:v>1305.8</c:v>
                </c:pt>
                <c:pt idx="1250">
                  <c:v>1300</c:v>
                </c:pt>
                <c:pt idx="1251">
                  <c:v>1298.8499999999999</c:v>
                </c:pt>
                <c:pt idx="1252">
                  <c:v>1309.8</c:v>
                </c:pt>
                <c:pt idx="1253">
                  <c:v>1319.75</c:v>
                </c:pt>
                <c:pt idx="1254">
                  <c:v>1322.1</c:v>
                </c:pt>
                <c:pt idx="1255">
                  <c:v>1294.3</c:v>
                </c:pt>
                <c:pt idx="1256">
                  <c:v>1310.75</c:v>
                </c:pt>
                <c:pt idx="1257">
                  <c:v>1313.15</c:v>
                </c:pt>
                <c:pt idx="1258">
                  <c:v>1314.5</c:v>
                </c:pt>
                <c:pt idx="1259">
                  <c:v>1296.8</c:v>
                </c:pt>
                <c:pt idx="1260">
                  <c:v>1276.7</c:v>
                </c:pt>
                <c:pt idx="1261">
                  <c:v>1300.2</c:v>
                </c:pt>
                <c:pt idx="1262">
                  <c:v>1274.45</c:v>
                </c:pt>
                <c:pt idx="1263">
                  <c:v>1271.4000000000001</c:v>
                </c:pt>
                <c:pt idx="1264">
                  <c:v>1271.05</c:v>
                </c:pt>
                <c:pt idx="1265">
                  <c:v>1244.45</c:v>
                </c:pt>
                <c:pt idx="1266">
                  <c:v>1253</c:v>
                </c:pt>
                <c:pt idx="1267">
                  <c:v>1242.8</c:v>
                </c:pt>
                <c:pt idx="1268">
                  <c:v>1250.05</c:v>
                </c:pt>
                <c:pt idx="1269">
                  <c:v>1240.4000000000001</c:v>
                </c:pt>
                <c:pt idx="1270">
                  <c:v>1378.85</c:v>
                </c:pt>
                <c:pt idx="1271">
                  <c:v>1346.75</c:v>
                </c:pt>
                <c:pt idx="1272">
                  <c:v>1359.15</c:v>
                </c:pt>
                <c:pt idx="1273">
                  <c:v>1384.4</c:v>
                </c:pt>
                <c:pt idx="1274">
                  <c:v>1399.3</c:v>
                </c:pt>
                <c:pt idx="1275">
                  <c:v>1361.5</c:v>
                </c:pt>
                <c:pt idx="1276">
                  <c:v>1350.05</c:v>
                </c:pt>
                <c:pt idx="1277">
                  <c:v>1325.4</c:v>
                </c:pt>
                <c:pt idx="1278">
                  <c:v>1329.6</c:v>
                </c:pt>
                <c:pt idx="1279">
                  <c:v>1341.8</c:v>
                </c:pt>
                <c:pt idx="1280">
                  <c:v>1332.2</c:v>
                </c:pt>
                <c:pt idx="1281">
                  <c:v>1320.45</c:v>
                </c:pt>
                <c:pt idx="1282">
                  <c:v>1327.35</c:v>
                </c:pt>
                <c:pt idx="1283">
                  <c:v>1330.7</c:v>
                </c:pt>
                <c:pt idx="1284">
                  <c:v>1334</c:v>
                </c:pt>
                <c:pt idx="1285">
                  <c:v>1318.95</c:v>
                </c:pt>
                <c:pt idx="1286">
                  <c:v>1312.8</c:v>
                </c:pt>
                <c:pt idx="1287">
                  <c:v>1305.3499999999999</c:v>
                </c:pt>
                <c:pt idx="1288">
                  <c:v>1298.8499999999999</c:v>
                </c:pt>
                <c:pt idx="1289">
                  <c:v>1280.05</c:v>
                </c:pt>
                <c:pt idx="1290">
                  <c:v>1264.0999999999999</c:v>
                </c:pt>
                <c:pt idx="1291">
                  <c:v>1283.7</c:v>
                </c:pt>
                <c:pt idx="1292">
                  <c:v>1285.2</c:v>
                </c:pt>
                <c:pt idx="1293">
                  <c:v>1294.5</c:v>
                </c:pt>
                <c:pt idx="1294">
                  <c:v>1287.9000000000001</c:v>
                </c:pt>
                <c:pt idx="1295">
                  <c:v>1294.0999999999999</c:v>
                </c:pt>
                <c:pt idx="1296">
                  <c:v>1338.65</c:v>
                </c:pt>
                <c:pt idx="1297">
                  <c:v>1340.95</c:v>
                </c:pt>
                <c:pt idx="1298">
                  <c:v>1346.9</c:v>
                </c:pt>
                <c:pt idx="1299">
                  <c:v>1372.95</c:v>
                </c:pt>
                <c:pt idx="1300">
                  <c:v>1366.1</c:v>
                </c:pt>
                <c:pt idx="1301">
                  <c:v>1374</c:v>
                </c:pt>
                <c:pt idx="1302">
                  <c:v>1372.95</c:v>
                </c:pt>
                <c:pt idx="1303">
                  <c:v>1381.15</c:v>
                </c:pt>
                <c:pt idx="1304">
                  <c:v>1345.6</c:v>
                </c:pt>
                <c:pt idx="1305">
                  <c:v>1334.45</c:v>
                </c:pt>
                <c:pt idx="1306">
                  <c:v>1339.5</c:v>
                </c:pt>
                <c:pt idx="1307">
                  <c:v>1335.2</c:v>
                </c:pt>
                <c:pt idx="1308">
                  <c:v>1334.2</c:v>
                </c:pt>
                <c:pt idx="1309">
                  <c:v>1311.15</c:v>
                </c:pt>
                <c:pt idx="1310">
                  <c:v>1296.55</c:v>
                </c:pt>
                <c:pt idx="1311">
                  <c:v>1276.3499999999999</c:v>
                </c:pt>
                <c:pt idx="1312">
                  <c:v>1284</c:v>
                </c:pt>
                <c:pt idx="1313">
                  <c:v>1321.9</c:v>
                </c:pt>
                <c:pt idx="1314">
                  <c:v>1313.65</c:v>
                </c:pt>
                <c:pt idx="1315">
                  <c:v>1275.0999999999999</c:v>
                </c:pt>
                <c:pt idx="1316">
                  <c:v>1281.8</c:v>
                </c:pt>
                <c:pt idx="1317">
                  <c:v>1342.05</c:v>
                </c:pt>
                <c:pt idx="1318">
                  <c:v>1352.65</c:v>
                </c:pt>
                <c:pt idx="1319">
                  <c:v>1349.25</c:v>
                </c:pt>
                <c:pt idx="1320">
                  <c:v>1350.65</c:v>
                </c:pt>
                <c:pt idx="1321">
                  <c:v>1370.6</c:v>
                </c:pt>
                <c:pt idx="1322">
                  <c:v>1375.35</c:v>
                </c:pt>
                <c:pt idx="1323">
                  <c:v>1400.2</c:v>
                </c:pt>
                <c:pt idx="1324">
                  <c:v>1398.05</c:v>
                </c:pt>
                <c:pt idx="1325">
                  <c:v>1404.25</c:v>
                </c:pt>
                <c:pt idx="1326">
                  <c:v>1417.45</c:v>
                </c:pt>
                <c:pt idx="1327">
                  <c:v>1376.85</c:v>
                </c:pt>
                <c:pt idx="1328">
                  <c:v>1379.2</c:v>
                </c:pt>
                <c:pt idx="1329">
                  <c:v>1375.1</c:v>
                </c:pt>
                <c:pt idx="1330">
                  <c:v>1372.45</c:v>
                </c:pt>
                <c:pt idx="1331">
                  <c:v>1399.1</c:v>
                </c:pt>
                <c:pt idx="1332">
                  <c:v>1393.6</c:v>
                </c:pt>
                <c:pt idx="1333">
                  <c:v>1384.75</c:v>
                </c:pt>
                <c:pt idx="1334">
                  <c:v>1381.25</c:v>
                </c:pt>
                <c:pt idx="1335">
                  <c:v>1401.7</c:v>
                </c:pt>
                <c:pt idx="1336">
                  <c:v>1450.3</c:v>
                </c:pt>
                <c:pt idx="1337">
                  <c:v>1437.7</c:v>
                </c:pt>
                <c:pt idx="1338">
                  <c:v>1408.95</c:v>
                </c:pt>
                <c:pt idx="1339">
                  <c:v>1413.7</c:v>
                </c:pt>
                <c:pt idx="1340">
                  <c:v>1426.4</c:v>
                </c:pt>
                <c:pt idx="1341">
                  <c:v>1416.2</c:v>
                </c:pt>
                <c:pt idx="1342">
                  <c:v>1441</c:v>
                </c:pt>
                <c:pt idx="1343">
                  <c:v>1483</c:v>
                </c:pt>
                <c:pt idx="1344">
                  <c:v>1472.05</c:v>
                </c:pt>
                <c:pt idx="1345">
                  <c:v>1476.25</c:v>
                </c:pt>
                <c:pt idx="1346">
                  <c:v>1467</c:v>
                </c:pt>
                <c:pt idx="1347">
                  <c:v>1480.05</c:v>
                </c:pt>
                <c:pt idx="1348">
                  <c:v>1487.25</c:v>
                </c:pt>
                <c:pt idx="1349">
                  <c:v>1478.8</c:v>
                </c:pt>
                <c:pt idx="1350">
                  <c:v>1485.5</c:v>
                </c:pt>
                <c:pt idx="1351">
                  <c:v>1498.75</c:v>
                </c:pt>
                <c:pt idx="1352">
                  <c:v>1497.65</c:v>
                </c:pt>
                <c:pt idx="1353">
                  <c:v>1491.85</c:v>
                </c:pt>
                <c:pt idx="1354">
                  <c:v>1502.55</c:v>
                </c:pt>
                <c:pt idx="1355">
                  <c:v>1516</c:v>
                </c:pt>
                <c:pt idx="1356">
                  <c:v>1531.65</c:v>
                </c:pt>
                <c:pt idx="1357">
                  <c:v>1570.7</c:v>
                </c:pt>
                <c:pt idx="1358">
                  <c:v>1557.45</c:v>
                </c:pt>
                <c:pt idx="1359">
                  <c:v>1599.25</c:v>
                </c:pt>
                <c:pt idx="1360">
                  <c:v>1591.55</c:v>
                </c:pt>
                <c:pt idx="1361">
                  <c:v>1560.9</c:v>
                </c:pt>
                <c:pt idx="1362">
                  <c:v>1582.55</c:v>
                </c:pt>
                <c:pt idx="1363">
                  <c:v>1581.65</c:v>
                </c:pt>
                <c:pt idx="1364">
                  <c:v>1581.4</c:v>
                </c:pt>
                <c:pt idx="1365">
                  <c:v>1550.25</c:v>
                </c:pt>
                <c:pt idx="1366">
                  <c:v>1580.9</c:v>
                </c:pt>
                <c:pt idx="1367">
                  <c:v>1575.75</c:v>
                </c:pt>
                <c:pt idx="1368">
                  <c:v>1562.35</c:v>
                </c:pt>
                <c:pt idx="1369">
                  <c:v>1572.15</c:v>
                </c:pt>
                <c:pt idx="1370">
                  <c:v>1570.6</c:v>
                </c:pt>
                <c:pt idx="1371">
                  <c:v>1564.35</c:v>
                </c:pt>
                <c:pt idx="1372">
                  <c:v>1549.25</c:v>
                </c:pt>
                <c:pt idx="1373">
                  <c:v>1546.15</c:v>
                </c:pt>
                <c:pt idx="1374">
                  <c:v>1535.4</c:v>
                </c:pt>
                <c:pt idx="1375">
                  <c:v>1540.75</c:v>
                </c:pt>
                <c:pt idx="1376">
                  <c:v>1574.75</c:v>
                </c:pt>
                <c:pt idx="1377">
                  <c:v>1573.3</c:v>
                </c:pt>
                <c:pt idx="1378">
                  <c:v>1602.95</c:v>
                </c:pt>
                <c:pt idx="1379">
                  <c:v>1636.85</c:v>
                </c:pt>
                <c:pt idx="1380">
                  <c:v>1592.5</c:v>
                </c:pt>
                <c:pt idx="1381">
                  <c:v>1614.8</c:v>
                </c:pt>
                <c:pt idx="1382">
                  <c:v>1662.1</c:v>
                </c:pt>
                <c:pt idx="1383">
                  <c:v>1670.55</c:v>
                </c:pt>
                <c:pt idx="1384">
                  <c:v>1683.15</c:v>
                </c:pt>
                <c:pt idx="1385">
                  <c:v>1673.3</c:v>
                </c:pt>
                <c:pt idx="1386">
                  <c:v>1676.3</c:v>
                </c:pt>
                <c:pt idx="1387">
                  <c:v>1680.85</c:v>
                </c:pt>
                <c:pt idx="1388">
                  <c:v>1697.75</c:v>
                </c:pt>
                <c:pt idx="1389">
                  <c:v>1705.65</c:v>
                </c:pt>
                <c:pt idx="1390">
                  <c:v>1744.2</c:v>
                </c:pt>
                <c:pt idx="1391">
                  <c:v>1728.85</c:v>
                </c:pt>
                <c:pt idx="1392">
                  <c:v>1764.95</c:v>
                </c:pt>
                <c:pt idx="1393">
                  <c:v>1767.6</c:v>
                </c:pt>
                <c:pt idx="1394">
                  <c:v>1738.75</c:v>
                </c:pt>
                <c:pt idx="1395">
                  <c:v>1698.55</c:v>
                </c:pt>
                <c:pt idx="1396">
                  <c:v>1673.25</c:v>
                </c:pt>
                <c:pt idx="1397">
                  <c:v>1635.3</c:v>
                </c:pt>
                <c:pt idx="1398">
                  <c:v>1644.1</c:v>
                </c:pt>
                <c:pt idx="1399">
                  <c:v>1665.8</c:v>
                </c:pt>
                <c:pt idx="1400">
                  <c:v>1693.6</c:v>
                </c:pt>
                <c:pt idx="1401">
                  <c:v>1692.6</c:v>
                </c:pt>
                <c:pt idx="1402">
                  <c:v>1682.85</c:v>
                </c:pt>
                <c:pt idx="1403">
                  <c:v>1662.9</c:v>
                </c:pt>
                <c:pt idx="1404">
                  <c:v>1671.2</c:v>
                </c:pt>
                <c:pt idx="1405">
                  <c:v>1718.55</c:v>
                </c:pt>
                <c:pt idx="1406">
                  <c:v>1736.05</c:v>
                </c:pt>
                <c:pt idx="1407">
                  <c:v>1739.9</c:v>
                </c:pt>
                <c:pt idx="1408">
                  <c:v>1723.5</c:v>
                </c:pt>
                <c:pt idx="1409">
                  <c:v>1699.95</c:v>
                </c:pt>
                <c:pt idx="1410">
                  <c:v>1736.7</c:v>
                </c:pt>
                <c:pt idx="1411">
                  <c:v>1726.35</c:v>
                </c:pt>
                <c:pt idx="1412">
                  <c:v>1692.45</c:v>
                </c:pt>
                <c:pt idx="1413">
                  <c:v>1700.45</c:v>
                </c:pt>
                <c:pt idx="1414">
                  <c:v>1709.9</c:v>
                </c:pt>
                <c:pt idx="1415">
                  <c:v>1694.8</c:v>
                </c:pt>
                <c:pt idx="1416">
                  <c:v>1684.45</c:v>
                </c:pt>
                <c:pt idx="1417">
                  <c:v>1690.2</c:v>
                </c:pt>
                <c:pt idx="1418">
                  <c:v>1693.5</c:v>
                </c:pt>
                <c:pt idx="1419">
                  <c:v>1696.85</c:v>
                </c:pt>
                <c:pt idx="1420">
                  <c:v>1708.3</c:v>
                </c:pt>
                <c:pt idx="1421">
                  <c:v>1716.6</c:v>
                </c:pt>
                <c:pt idx="1422">
                  <c:v>1702.25</c:v>
                </c:pt>
                <c:pt idx="1423">
                  <c:v>1709.05</c:v>
                </c:pt>
                <c:pt idx="1424">
                  <c:v>1731.65</c:v>
                </c:pt>
                <c:pt idx="1425">
                  <c:v>1731.75</c:v>
                </c:pt>
                <c:pt idx="1426">
                  <c:v>1732.1</c:v>
                </c:pt>
                <c:pt idx="1427">
                  <c:v>1792.45</c:v>
                </c:pt>
                <c:pt idx="1428">
                  <c:v>1827.15</c:v>
                </c:pt>
                <c:pt idx="1429">
                  <c:v>1819.6</c:v>
                </c:pt>
                <c:pt idx="1430">
                  <c:v>1829.45</c:v>
                </c:pt>
                <c:pt idx="1431">
                  <c:v>1869.95</c:v>
                </c:pt>
                <c:pt idx="1432">
                  <c:v>1895.4</c:v>
                </c:pt>
                <c:pt idx="1433">
                  <c:v>1856.6</c:v>
                </c:pt>
                <c:pt idx="1434">
                  <c:v>1880.25</c:v>
                </c:pt>
                <c:pt idx="1435">
                  <c:v>1878.1</c:v>
                </c:pt>
                <c:pt idx="1436">
                  <c:v>1940.1</c:v>
                </c:pt>
                <c:pt idx="1437">
                  <c:v>1929.6</c:v>
                </c:pt>
                <c:pt idx="1438">
                  <c:v>140.19999999999999</c:v>
                </c:pt>
                <c:pt idx="1439">
                  <c:v>136.65</c:v>
                </c:pt>
                <c:pt idx="1440">
                  <c:v>137.55000000000001</c:v>
                </c:pt>
                <c:pt idx="1441">
                  <c:v>143.15</c:v>
                </c:pt>
                <c:pt idx="1442">
                  <c:v>141.80000000000001</c:v>
                </c:pt>
                <c:pt idx="1443">
                  <c:v>140.69999999999999</c:v>
                </c:pt>
                <c:pt idx="1444">
                  <c:v>138.4</c:v>
                </c:pt>
                <c:pt idx="1445">
                  <c:v>136.75</c:v>
                </c:pt>
                <c:pt idx="1446">
                  <c:v>136.9</c:v>
                </c:pt>
                <c:pt idx="1447">
                  <c:v>136.94999999999999</c:v>
                </c:pt>
                <c:pt idx="1448">
                  <c:v>131.5</c:v>
                </c:pt>
                <c:pt idx="1449">
                  <c:v>127.7</c:v>
                </c:pt>
                <c:pt idx="1450">
                  <c:v>126.4</c:v>
                </c:pt>
                <c:pt idx="1451">
                  <c:v>128.80000000000001</c:v>
                </c:pt>
                <c:pt idx="1452">
                  <c:v>127.65</c:v>
                </c:pt>
                <c:pt idx="1453">
                  <c:v>128.35</c:v>
                </c:pt>
                <c:pt idx="1454">
                  <c:v>125.2</c:v>
                </c:pt>
                <c:pt idx="1455">
                  <c:v>124.05</c:v>
                </c:pt>
                <c:pt idx="1456">
                  <c:v>124.55</c:v>
                </c:pt>
                <c:pt idx="1457">
                  <c:v>120.25</c:v>
                </c:pt>
                <c:pt idx="1458">
                  <c:v>116.5</c:v>
                </c:pt>
                <c:pt idx="1459">
                  <c:v>121.3</c:v>
                </c:pt>
                <c:pt idx="1460">
                  <c:v>117.15</c:v>
                </c:pt>
                <c:pt idx="1461">
                  <c:v>118.15</c:v>
                </c:pt>
                <c:pt idx="1462">
                  <c:v>116.45</c:v>
                </c:pt>
                <c:pt idx="1463">
                  <c:v>115.7</c:v>
                </c:pt>
                <c:pt idx="1464">
                  <c:v>115.45</c:v>
                </c:pt>
                <c:pt idx="1465">
                  <c:v>120.2</c:v>
                </c:pt>
                <c:pt idx="1466">
                  <c:v>121.35</c:v>
                </c:pt>
                <c:pt idx="1467">
                  <c:v>125.2</c:v>
                </c:pt>
                <c:pt idx="1468">
                  <c:v>126.15</c:v>
                </c:pt>
                <c:pt idx="1469">
                  <c:v>126.65</c:v>
                </c:pt>
                <c:pt idx="1470">
                  <c:v>128.75</c:v>
                </c:pt>
                <c:pt idx="1471">
                  <c:v>127.6</c:v>
                </c:pt>
                <c:pt idx="1472">
                  <c:v>130.1</c:v>
                </c:pt>
                <c:pt idx="1473">
                  <c:v>128.30000000000001</c:v>
                </c:pt>
                <c:pt idx="1474">
                  <c:v>130.55000000000001</c:v>
                </c:pt>
                <c:pt idx="1475">
                  <c:v>130.19999999999999</c:v>
                </c:pt>
                <c:pt idx="1476">
                  <c:v>130.80000000000001</c:v>
                </c:pt>
                <c:pt idx="1477">
                  <c:v>126.75</c:v>
                </c:pt>
                <c:pt idx="1478">
                  <c:v>125.1</c:v>
                </c:pt>
                <c:pt idx="1479">
                  <c:v>129.4</c:v>
                </c:pt>
                <c:pt idx="1480">
                  <c:v>134.94999999999999</c:v>
                </c:pt>
                <c:pt idx="1481">
                  <c:v>136.69999999999999</c:v>
                </c:pt>
                <c:pt idx="1482">
                  <c:v>136.19999999999999</c:v>
                </c:pt>
                <c:pt idx="1483">
                  <c:v>139.25</c:v>
                </c:pt>
                <c:pt idx="1484">
                  <c:v>136.9</c:v>
                </c:pt>
                <c:pt idx="1485">
                  <c:v>134.5</c:v>
                </c:pt>
                <c:pt idx="1486">
                  <c:v>135.80000000000001</c:v>
                </c:pt>
                <c:pt idx="1487">
                  <c:v>137.5</c:v>
                </c:pt>
                <c:pt idx="1488">
                  <c:v>134.19999999999999</c:v>
                </c:pt>
                <c:pt idx="1489">
                  <c:v>133.55000000000001</c:v>
                </c:pt>
                <c:pt idx="1490">
                  <c:v>135.55000000000001</c:v>
                </c:pt>
                <c:pt idx="1491">
                  <c:v>135.30000000000001</c:v>
                </c:pt>
                <c:pt idx="1492">
                  <c:v>136.85</c:v>
                </c:pt>
                <c:pt idx="1493">
                  <c:v>138.44999999999999</c:v>
                </c:pt>
                <c:pt idx="1494">
                  <c:v>141.69999999999999</c:v>
                </c:pt>
                <c:pt idx="1495">
                  <c:v>144.1</c:v>
                </c:pt>
                <c:pt idx="1496">
                  <c:v>140.35</c:v>
                </c:pt>
                <c:pt idx="1497">
                  <c:v>141.1</c:v>
                </c:pt>
                <c:pt idx="1498">
                  <c:v>144.80000000000001</c:v>
                </c:pt>
                <c:pt idx="1499">
                  <c:v>143.44999999999999</c:v>
                </c:pt>
                <c:pt idx="1500">
                  <c:v>141.65</c:v>
                </c:pt>
                <c:pt idx="1501">
                  <c:v>142.05000000000001</c:v>
                </c:pt>
                <c:pt idx="1502">
                  <c:v>139.35</c:v>
                </c:pt>
                <c:pt idx="1503">
                  <c:v>137.55000000000001</c:v>
                </c:pt>
                <c:pt idx="1504">
                  <c:v>141.19999999999999</c:v>
                </c:pt>
                <c:pt idx="1505">
                  <c:v>138.44999999999999</c:v>
                </c:pt>
                <c:pt idx="1506">
                  <c:v>139.4</c:v>
                </c:pt>
                <c:pt idx="1507">
                  <c:v>142.1</c:v>
                </c:pt>
                <c:pt idx="1508">
                  <c:v>140.1</c:v>
                </c:pt>
                <c:pt idx="1509">
                  <c:v>143.1</c:v>
                </c:pt>
                <c:pt idx="1510">
                  <c:v>146.94999999999999</c:v>
                </c:pt>
                <c:pt idx="1511">
                  <c:v>145.4</c:v>
                </c:pt>
                <c:pt idx="1512">
                  <c:v>145.44999999999999</c:v>
                </c:pt>
                <c:pt idx="1513">
                  <c:v>145.35</c:v>
                </c:pt>
                <c:pt idx="1514">
                  <c:v>142.85</c:v>
                </c:pt>
                <c:pt idx="1515">
                  <c:v>144.6</c:v>
                </c:pt>
                <c:pt idx="1516">
                  <c:v>145.5</c:v>
                </c:pt>
                <c:pt idx="1517">
                  <c:v>144.19999999999999</c:v>
                </c:pt>
                <c:pt idx="1518">
                  <c:v>142.44999999999999</c:v>
                </c:pt>
                <c:pt idx="1519">
                  <c:v>141.35</c:v>
                </c:pt>
                <c:pt idx="1520">
                  <c:v>143.1</c:v>
                </c:pt>
                <c:pt idx="1521">
                  <c:v>147.05000000000001</c:v>
                </c:pt>
                <c:pt idx="1522">
                  <c:v>151.9</c:v>
                </c:pt>
                <c:pt idx="1523">
                  <c:v>154.69999999999999</c:v>
                </c:pt>
                <c:pt idx="1524">
                  <c:v>157.75</c:v>
                </c:pt>
                <c:pt idx="1525">
                  <c:v>155.44999999999999</c:v>
                </c:pt>
                <c:pt idx="1526">
                  <c:v>155.25</c:v>
                </c:pt>
                <c:pt idx="1527">
                  <c:v>154.80000000000001</c:v>
                </c:pt>
                <c:pt idx="1528">
                  <c:v>155.05000000000001</c:v>
                </c:pt>
                <c:pt idx="1529">
                  <c:v>155.69999999999999</c:v>
                </c:pt>
                <c:pt idx="1530">
                  <c:v>152.44999999999999</c:v>
                </c:pt>
                <c:pt idx="1531">
                  <c:v>156.69999999999999</c:v>
                </c:pt>
                <c:pt idx="1532">
                  <c:v>160.9</c:v>
                </c:pt>
                <c:pt idx="1533">
                  <c:v>159.19999999999999</c:v>
                </c:pt>
                <c:pt idx="1534">
                  <c:v>163.1</c:v>
                </c:pt>
                <c:pt idx="1535">
                  <c:v>163</c:v>
                </c:pt>
                <c:pt idx="1536">
                  <c:v>163.55000000000001</c:v>
                </c:pt>
                <c:pt idx="1537">
                  <c:v>170.85</c:v>
                </c:pt>
                <c:pt idx="1538">
                  <c:v>166.3</c:v>
                </c:pt>
                <c:pt idx="1539">
                  <c:v>161.80000000000001</c:v>
                </c:pt>
                <c:pt idx="1540">
                  <c:v>162.85</c:v>
                </c:pt>
                <c:pt idx="1541">
                  <c:v>164.25</c:v>
                </c:pt>
                <c:pt idx="1542">
                  <c:v>163.6</c:v>
                </c:pt>
                <c:pt idx="1543">
                  <c:v>166</c:v>
                </c:pt>
                <c:pt idx="1544">
                  <c:v>163.5</c:v>
                </c:pt>
                <c:pt idx="1545">
                  <c:v>166.1</c:v>
                </c:pt>
                <c:pt idx="1546">
                  <c:v>172.45</c:v>
                </c:pt>
                <c:pt idx="1547">
                  <c:v>173.85</c:v>
                </c:pt>
                <c:pt idx="1548">
                  <c:v>176.7</c:v>
                </c:pt>
                <c:pt idx="1549">
                  <c:v>174.25</c:v>
                </c:pt>
                <c:pt idx="1550">
                  <c:v>178.4</c:v>
                </c:pt>
                <c:pt idx="1551">
                  <c:v>177.85</c:v>
                </c:pt>
                <c:pt idx="1552">
                  <c:v>173.85</c:v>
                </c:pt>
                <c:pt idx="1553">
                  <c:v>173.15</c:v>
                </c:pt>
                <c:pt idx="1554">
                  <c:v>178</c:v>
                </c:pt>
                <c:pt idx="1555">
                  <c:v>175.1</c:v>
                </c:pt>
                <c:pt idx="1556">
                  <c:v>175.9</c:v>
                </c:pt>
                <c:pt idx="1557">
                  <c:v>173.6</c:v>
                </c:pt>
                <c:pt idx="1558">
                  <c:v>175.55</c:v>
                </c:pt>
                <c:pt idx="1559">
                  <c:v>177.2</c:v>
                </c:pt>
                <c:pt idx="1560">
                  <c:v>178.55</c:v>
                </c:pt>
                <c:pt idx="1561">
                  <c:v>176.9</c:v>
                </c:pt>
                <c:pt idx="1562">
                  <c:v>178.9</c:v>
                </c:pt>
                <c:pt idx="1563">
                  <c:v>185.55</c:v>
                </c:pt>
                <c:pt idx="1564">
                  <c:v>192.95</c:v>
                </c:pt>
                <c:pt idx="1565">
                  <c:v>193</c:v>
                </c:pt>
                <c:pt idx="1566">
                  <c:v>193.2</c:v>
                </c:pt>
                <c:pt idx="1567">
                  <c:v>200.6</c:v>
                </c:pt>
                <c:pt idx="1568">
                  <c:v>195.15</c:v>
                </c:pt>
                <c:pt idx="1569">
                  <c:v>199.25</c:v>
                </c:pt>
                <c:pt idx="1570">
                  <c:v>204.05</c:v>
                </c:pt>
                <c:pt idx="1571">
                  <c:v>206</c:v>
                </c:pt>
                <c:pt idx="1572">
                  <c:v>199.65</c:v>
                </c:pt>
                <c:pt idx="1573">
                  <c:v>199.1</c:v>
                </c:pt>
                <c:pt idx="1574">
                  <c:v>192.2</c:v>
                </c:pt>
                <c:pt idx="1575">
                  <c:v>188.85</c:v>
                </c:pt>
                <c:pt idx="1576">
                  <c:v>192.95</c:v>
                </c:pt>
                <c:pt idx="1577">
                  <c:v>197.8</c:v>
                </c:pt>
                <c:pt idx="1578">
                  <c:v>198.35</c:v>
                </c:pt>
                <c:pt idx="1579">
                  <c:v>200.6</c:v>
                </c:pt>
                <c:pt idx="1580">
                  <c:v>200.4</c:v>
                </c:pt>
                <c:pt idx="1581">
                  <c:v>203.5</c:v>
                </c:pt>
                <c:pt idx="1582">
                  <c:v>197.3</c:v>
                </c:pt>
                <c:pt idx="1583">
                  <c:v>201.55</c:v>
                </c:pt>
                <c:pt idx="1584">
                  <c:v>202.8</c:v>
                </c:pt>
                <c:pt idx="1585">
                  <c:v>200.9</c:v>
                </c:pt>
                <c:pt idx="1586">
                  <c:v>203.75</c:v>
                </c:pt>
                <c:pt idx="1587">
                  <c:v>207.5</c:v>
                </c:pt>
                <c:pt idx="1588">
                  <c:v>208.9</c:v>
                </c:pt>
                <c:pt idx="1589">
                  <c:v>209.4</c:v>
                </c:pt>
                <c:pt idx="1590">
                  <c:v>208.45</c:v>
                </c:pt>
                <c:pt idx="1591">
                  <c:v>207.8</c:v>
                </c:pt>
                <c:pt idx="1592">
                  <c:v>206.35</c:v>
                </c:pt>
                <c:pt idx="1593">
                  <c:v>205.05</c:v>
                </c:pt>
                <c:pt idx="1594">
                  <c:v>203.75</c:v>
                </c:pt>
                <c:pt idx="1595">
                  <c:v>201.5</c:v>
                </c:pt>
                <c:pt idx="1596">
                  <c:v>191</c:v>
                </c:pt>
                <c:pt idx="1597">
                  <c:v>194.8</c:v>
                </c:pt>
                <c:pt idx="1598">
                  <c:v>204.3</c:v>
                </c:pt>
                <c:pt idx="1599">
                  <c:v>191.15</c:v>
                </c:pt>
                <c:pt idx="1600">
                  <c:v>179.9</c:v>
                </c:pt>
                <c:pt idx="1601">
                  <c:v>171.55</c:v>
                </c:pt>
                <c:pt idx="1602">
                  <c:v>178</c:v>
                </c:pt>
                <c:pt idx="1603">
                  <c:v>174.1</c:v>
                </c:pt>
                <c:pt idx="1604">
                  <c:v>181.4</c:v>
                </c:pt>
                <c:pt idx="1605">
                  <c:v>183.2</c:v>
                </c:pt>
                <c:pt idx="1606">
                  <c:v>177.95</c:v>
                </c:pt>
                <c:pt idx="1607">
                  <c:v>176.5</c:v>
                </c:pt>
                <c:pt idx="1608">
                  <c:v>165.4</c:v>
                </c:pt>
                <c:pt idx="1609">
                  <c:v>160.15</c:v>
                </c:pt>
                <c:pt idx="1610">
                  <c:v>164.4</c:v>
                </c:pt>
                <c:pt idx="1611">
                  <c:v>160.05000000000001</c:v>
                </c:pt>
                <c:pt idx="1612">
                  <c:v>152.55000000000001</c:v>
                </c:pt>
                <c:pt idx="1613">
                  <c:v>151.80000000000001</c:v>
                </c:pt>
                <c:pt idx="1614">
                  <c:v>147.65</c:v>
                </c:pt>
                <c:pt idx="1615">
                  <c:v>160.5</c:v>
                </c:pt>
                <c:pt idx="1616">
                  <c:v>154.4</c:v>
                </c:pt>
                <c:pt idx="1617">
                  <c:v>146.25</c:v>
                </c:pt>
                <c:pt idx="1618">
                  <c:v>147.35</c:v>
                </c:pt>
                <c:pt idx="1619">
                  <c:v>155.6</c:v>
                </c:pt>
                <c:pt idx="1620">
                  <c:v>163.19999999999999</c:v>
                </c:pt>
                <c:pt idx="1621">
                  <c:v>164.55</c:v>
                </c:pt>
                <c:pt idx="1622">
                  <c:v>161.65</c:v>
                </c:pt>
                <c:pt idx="1623">
                  <c:v>168.75</c:v>
                </c:pt>
                <c:pt idx="1624">
                  <c:v>170.85</c:v>
                </c:pt>
                <c:pt idx="1625">
                  <c:v>170.8</c:v>
                </c:pt>
                <c:pt idx="1626">
                  <c:v>171.75</c:v>
                </c:pt>
                <c:pt idx="1627">
                  <c:v>166.3</c:v>
                </c:pt>
                <c:pt idx="1628">
                  <c:v>175.95</c:v>
                </c:pt>
                <c:pt idx="1629">
                  <c:v>177.05</c:v>
                </c:pt>
                <c:pt idx="1630">
                  <c:v>175.8</c:v>
                </c:pt>
                <c:pt idx="1631">
                  <c:v>182.4</c:v>
                </c:pt>
                <c:pt idx="1632">
                  <c:v>185</c:v>
                </c:pt>
                <c:pt idx="1633">
                  <c:v>178.9</c:v>
                </c:pt>
                <c:pt idx="1634">
                  <c:v>184.65</c:v>
                </c:pt>
                <c:pt idx="1635">
                  <c:v>181.55</c:v>
                </c:pt>
                <c:pt idx="1636">
                  <c:v>175.1</c:v>
                </c:pt>
                <c:pt idx="1637">
                  <c:v>175.1</c:v>
                </c:pt>
                <c:pt idx="1638">
                  <c:v>176</c:v>
                </c:pt>
                <c:pt idx="1639">
                  <c:v>181.45</c:v>
                </c:pt>
                <c:pt idx="1640">
                  <c:v>181.15</c:v>
                </c:pt>
                <c:pt idx="1641">
                  <c:v>176.55</c:v>
                </c:pt>
                <c:pt idx="1642">
                  <c:v>172.1</c:v>
                </c:pt>
                <c:pt idx="1643">
                  <c:v>169.65</c:v>
                </c:pt>
                <c:pt idx="1644">
                  <c:v>167.5</c:v>
                </c:pt>
                <c:pt idx="1645">
                  <c:v>175.05</c:v>
                </c:pt>
                <c:pt idx="1646">
                  <c:v>167.3</c:v>
                </c:pt>
                <c:pt idx="1647">
                  <c:v>164.35</c:v>
                </c:pt>
                <c:pt idx="1648">
                  <c:v>164.1</c:v>
                </c:pt>
                <c:pt idx="1649">
                  <c:v>168</c:v>
                </c:pt>
                <c:pt idx="1650">
                  <c:v>166.95</c:v>
                </c:pt>
                <c:pt idx="1651">
                  <c:v>164.55</c:v>
                </c:pt>
                <c:pt idx="1652">
                  <c:v>167.4</c:v>
                </c:pt>
                <c:pt idx="1653">
                  <c:v>169.25</c:v>
                </c:pt>
                <c:pt idx="1654">
                  <c:v>173.4</c:v>
                </c:pt>
                <c:pt idx="1655">
                  <c:v>171.95</c:v>
                </c:pt>
                <c:pt idx="1656">
                  <c:v>168.2</c:v>
                </c:pt>
                <c:pt idx="1657">
                  <c:v>168.4</c:v>
                </c:pt>
                <c:pt idx="1658">
                  <c:v>172.25</c:v>
                </c:pt>
                <c:pt idx="1659">
                  <c:v>178.8</c:v>
                </c:pt>
                <c:pt idx="1660">
                  <c:v>176.3</c:v>
                </c:pt>
                <c:pt idx="1661">
                  <c:v>175.25</c:v>
                </c:pt>
                <c:pt idx="1662">
                  <c:v>178.55</c:v>
                </c:pt>
                <c:pt idx="1663">
                  <c:v>180.9</c:v>
                </c:pt>
                <c:pt idx="1664">
                  <c:v>181.1</c:v>
                </c:pt>
                <c:pt idx="1665">
                  <c:v>179.75</c:v>
                </c:pt>
                <c:pt idx="1666">
                  <c:v>180.75</c:v>
                </c:pt>
                <c:pt idx="1667">
                  <c:v>181.9</c:v>
                </c:pt>
                <c:pt idx="1668">
                  <c:v>178.8</c:v>
                </c:pt>
                <c:pt idx="1669">
                  <c:v>180.05</c:v>
                </c:pt>
                <c:pt idx="1670">
                  <c:v>180.15</c:v>
                </c:pt>
                <c:pt idx="1671">
                  <c:v>180.1</c:v>
                </c:pt>
                <c:pt idx="1672">
                  <c:v>184.65</c:v>
                </c:pt>
                <c:pt idx="1673">
                  <c:v>187.35</c:v>
                </c:pt>
                <c:pt idx="1674">
                  <c:v>191.5</c:v>
                </c:pt>
                <c:pt idx="1675">
                  <c:v>189.55</c:v>
                </c:pt>
                <c:pt idx="1676">
                  <c:v>190.15</c:v>
                </c:pt>
                <c:pt idx="1677">
                  <c:v>187.7</c:v>
                </c:pt>
                <c:pt idx="1678">
                  <c:v>189.1</c:v>
                </c:pt>
                <c:pt idx="1679">
                  <c:v>185.95</c:v>
                </c:pt>
                <c:pt idx="1680">
                  <c:v>187.95</c:v>
                </c:pt>
                <c:pt idx="1681">
                  <c:v>182.1</c:v>
                </c:pt>
                <c:pt idx="1682">
                  <c:v>181.65</c:v>
                </c:pt>
                <c:pt idx="1683">
                  <c:v>182.85</c:v>
                </c:pt>
                <c:pt idx="1684">
                  <c:v>183.1</c:v>
                </c:pt>
                <c:pt idx="1685">
                  <c:v>182.45</c:v>
                </c:pt>
                <c:pt idx="1686">
                  <c:v>187.25</c:v>
                </c:pt>
                <c:pt idx="1687">
                  <c:v>184.1</c:v>
                </c:pt>
                <c:pt idx="1688">
                  <c:v>187.3</c:v>
                </c:pt>
                <c:pt idx="1689">
                  <c:v>190.65</c:v>
                </c:pt>
                <c:pt idx="1690">
                  <c:v>188</c:v>
                </c:pt>
                <c:pt idx="1691">
                  <c:v>184.45</c:v>
                </c:pt>
                <c:pt idx="1692">
                  <c:v>183.75</c:v>
                </c:pt>
                <c:pt idx="1693">
                  <c:v>185.65</c:v>
                </c:pt>
                <c:pt idx="1694">
                  <c:v>184.3</c:v>
                </c:pt>
                <c:pt idx="1695">
                  <c:v>187.7</c:v>
                </c:pt>
                <c:pt idx="1696">
                  <c:v>187.85</c:v>
                </c:pt>
                <c:pt idx="1697">
                  <c:v>185.05</c:v>
                </c:pt>
                <c:pt idx="1698">
                  <c:v>187.2</c:v>
                </c:pt>
                <c:pt idx="1699">
                  <c:v>184.55</c:v>
                </c:pt>
                <c:pt idx="1700">
                  <c:v>184.75</c:v>
                </c:pt>
                <c:pt idx="1701">
                  <c:v>185.1</c:v>
                </c:pt>
                <c:pt idx="1702">
                  <c:v>185.5</c:v>
                </c:pt>
                <c:pt idx="1703">
                  <c:v>186.05</c:v>
                </c:pt>
                <c:pt idx="1704">
                  <c:v>188.75</c:v>
                </c:pt>
                <c:pt idx="1705">
                  <c:v>194.65</c:v>
                </c:pt>
                <c:pt idx="1706">
                  <c:v>193.75</c:v>
                </c:pt>
                <c:pt idx="1707">
                  <c:v>194.6</c:v>
                </c:pt>
                <c:pt idx="1708">
                  <c:v>190.65</c:v>
                </c:pt>
                <c:pt idx="1709">
                  <c:v>186.35</c:v>
                </c:pt>
                <c:pt idx="1710">
                  <c:v>188.65</c:v>
                </c:pt>
                <c:pt idx="1711">
                  <c:v>184.95</c:v>
                </c:pt>
                <c:pt idx="1712">
                  <c:v>184.1</c:v>
                </c:pt>
                <c:pt idx="1713">
                  <c:v>187.7</c:v>
                </c:pt>
                <c:pt idx="1714">
                  <c:v>187.45</c:v>
                </c:pt>
                <c:pt idx="1715">
                  <c:v>190</c:v>
                </c:pt>
                <c:pt idx="1716">
                  <c:v>190.8</c:v>
                </c:pt>
                <c:pt idx="1717">
                  <c:v>188.5</c:v>
                </c:pt>
                <c:pt idx="1718">
                  <c:v>187.35</c:v>
                </c:pt>
                <c:pt idx="1719">
                  <c:v>191.25</c:v>
                </c:pt>
                <c:pt idx="1720">
                  <c:v>188.9</c:v>
                </c:pt>
                <c:pt idx="1721">
                  <c:v>185.45</c:v>
                </c:pt>
                <c:pt idx="1722">
                  <c:v>187.05</c:v>
                </c:pt>
                <c:pt idx="1723">
                  <c:v>186</c:v>
                </c:pt>
                <c:pt idx="1724">
                  <c:v>185.5</c:v>
                </c:pt>
                <c:pt idx="1725">
                  <c:v>184.1</c:v>
                </c:pt>
                <c:pt idx="1726">
                  <c:v>185.75</c:v>
                </c:pt>
                <c:pt idx="1727">
                  <c:v>185.45</c:v>
                </c:pt>
                <c:pt idx="1728">
                  <c:v>181.75</c:v>
                </c:pt>
                <c:pt idx="1729">
                  <c:v>178.25</c:v>
                </c:pt>
                <c:pt idx="1730">
                  <c:v>183.85</c:v>
                </c:pt>
                <c:pt idx="1731">
                  <c:v>181.35</c:v>
                </c:pt>
                <c:pt idx="1732">
                  <c:v>179.2</c:v>
                </c:pt>
                <c:pt idx="1733">
                  <c:v>179.6</c:v>
                </c:pt>
                <c:pt idx="1734">
                  <c:v>180.9</c:v>
                </c:pt>
                <c:pt idx="1735">
                  <c:v>179.6</c:v>
                </c:pt>
                <c:pt idx="1736">
                  <c:v>184.2</c:v>
                </c:pt>
                <c:pt idx="1737">
                  <c:v>185.1</c:v>
                </c:pt>
                <c:pt idx="1738">
                  <c:v>187.75</c:v>
                </c:pt>
                <c:pt idx="1739">
                  <c:v>189.35</c:v>
                </c:pt>
                <c:pt idx="1740">
                  <c:v>190.35</c:v>
                </c:pt>
                <c:pt idx="1741">
                  <c:v>188.3</c:v>
                </c:pt>
                <c:pt idx="1742">
                  <c:v>186.8</c:v>
                </c:pt>
                <c:pt idx="1743">
                  <c:v>185.1</c:v>
                </c:pt>
                <c:pt idx="1744">
                  <c:v>179.95</c:v>
                </c:pt>
                <c:pt idx="1745">
                  <c:v>173.4</c:v>
                </c:pt>
                <c:pt idx="1746">
                  <c:v>173.45</c:v>
                </c:pt>
                <c:pt idx="1747">
                  <c:v>176.8</c:v>
                </c:pt>
                <c:pt idx="1748">
                  <c:v>174.65</c:v>
                </c:pt>
                <c:pt idx="1749">
                  <c:v>174.05</c:v>
                </c:pt>
                <c:pt idx="1750">
                  <c:v>168.4</c:v>
                </c:pt>
                <c:pt idx="1751">
                  <c:v>170.4</c:v>
                </c:pt>
                <c:pt idx="1752">
                  <c:v>170.75</c:v>
                </c:pt>
                <c:pt idx="1753">
                  <c:v>169.6</c:v>
                </c:pt>
                <c:pt idx="1754">
                  <c:v>174.55</c:v>
                </c:pt>
                <c:pt idx="1755">
                  <c:v>176.95</c:v>
                </c:pt>
                <c:pt idx="1756">
                  <c:v>177.9</c:v>
                </c:pt>
                <c:pt idx="1757">
                  <c:v>176.1</c:v>
                </c:pt>
                <c:pt idx="1758">
                  <c:v>177</c:v>
                </c:pt>
                <c:pt idx="1759">
                  <c:v>175.45</c:v>
                </c:pt>
                <c:pt idx="1760">
                  <c:v>168.95</c:v>
                </c:pt>
                <c:pt idx="1761">
                  <c:v>165.3</c:v>
                </c:pt>
                <c:pt idx="1762">
                  <c:v>162.69999999999999</c:v>
                </c:pt>
                <c:pt idx="1763">
                  <c:v>162.05000000000001</c:v>
                </c:pt>
                <c:pt idx="1764">
                  <c:v>163.15</c:v>
                </c:pt>
                <c:pt idx="1765">
                  <c:v>169.2</c:v>
                </c:pt>
                <c:pt idx="1766">
                  <c:v>171.1</c:v>
                </c:pt>
                <c:pt idx="1767">
                  <c:v>172</c:v>
                </c:pt>
                <c:pt idx="1768">
                  <c:v>171.65</c:v>
                </c:pt>
                <c:pt idx="1769">
                  <c:v>169.5</c:v>
                </c:pt>
                <c:pt idx="1770">
                  <c:v>172.2</c:v>
                </c:pt>
                <c:pt idx="1771">
                  <c:v>175.6</c:v>
                </c:pt>
                <c:pt idx="1772">
                  <c:v>178.95</c:v>
                </c:pt>
                <c:pt idx="1773">
                  <c:v>177.25</c:v>
                </c:pt>
                <c:pt idx="1774">
                  <c:v>178.25</c:v>
                </c:pt>
                <c:pt idx="1775">
                  <c:v>177.85</c:v>
                </c:pt>
                <c:pt idx="1776">
                  <c:v>171.7</c:v>
                </c:pt>
                <c:pt idx="1777">
                  <c:v>174.6</c:v>
                </c:pt>
                <c:pt idx="1778">
                  <c:v>174.85</c:v>
                </c:pt>
                <c:pt idx="1779">
                  <c:v>177.15</c:v>
                </c:pt>
                <c:pt idx="1780">
                  <c:v>177.6</c:v>
                </c:pt>
                <c:pt idx="1781">
                  <c:v>175.05</c:v>
                </c:pt>
                <c:pt idx="1782">
                  <c:v>175.7</c:v>
                </c:pt>
                <c:pt idx="1783">
                  <c:v>176.45</c:v>
                </c:pt>
                <c:pt idx="1784">
                  <c:v>176.4</c:v>
                </c:pt>
                <c:pt idx="1785">
                  <c:v>175.35</c:v>
                </c:pt>
                <c:pt idx="1786">
                  <c:v>173.2</c:v>
                </c:pt>
                <c:pt idx="1787">
                  <c:v>173.95</c:v>
                </c:pt>
                <c:pt idx="1788">
                  <c:v>174.25</c:v>
                </c:pt>
                <c:pt idx="1789">
                  <c:v>174.4</c:v>
                </c:pt>
                <c:pt idx="1790">
                  <c:v>175.85</c:v>
                </c:pt>
                <c:pt idx="1791">
                  <c:v>174.45</c:v>
                </c:pt>
                <c:pt idx="1792">
                  <c:v>174.45</c:v>
                </c:pt>
                <c:pt idx="1793">
                  <c:v>167.05</c:v>
                </c:pt>
                <c:pt idx="1794">
                  <c:v>170.3</c:v>
                </c:pt>
                <c:pt idx="1795">
                  <c:v>165.2</c:v>
                </c:pt>
                <c:pt idx="1796">
                  <c:v>171.7</c:v>
                </c:pt>
                <c:pt idx="1797">
                  <c:v>172.5</c:v>
                </c:pt>
                <c:pt idx="1798">
                  <c:v>166.7</c:v>
                </c:pt>
                <c:pt idx="1799">
                  <c:v>162.15</c:v>
                </c:pt>
                <c:pt idx="1800">
                  <c:v>162.05000000000001</c:v>
                </c:pt>
                <c:pt idx="1801">
                  <c:v>158.19999999999999</c:v>
                </c:pt>
                <c:pt idx="1802">
                  <c:v>159.94999999999999</c:v>
                </c:pt>
                <c:pt idx="1803">
                  <c:v>154.15</c:v>
                </c:pt>
                <c:pt idx="1804">
                  <c:v>148.6</c:v>
                </c:pt>
                <c:pt idx="1805">
                  <c:v>148.94999999999999</c:v>
                </c:pt>
                <c:pt idx="1806">
                  <c:v>142.9</c:v>
                </c:pt>
                <c:pt idx="1807">
                  <c:v>147.30000000000001</c:v>
                </c:pt>
                <c:pt idx="1808">
                  <c:v>145.05000000000001</c:v>
                </c:pt>
                <c:pt idx="1809">
                  <c:v>142</c:v>
                </c:pt>
                <c:pt idx="1810">
                  <c:v>140.85</c:v>
                </c:pt>
                <c:pt idx="1811">
                  <c:v>144.6</c:v>
                </c:pt>
                <c:pt idx="1812">
                  <c:v>149.35</c:v>
                </c:pt>
                <c:pt idx="1813">
                  <c:v>144.15</c:v>
                </c:pt>
                <c:pt idx="1814">
                  <c:v>142.25</c:v>
                </c:pt>
                <c:pt idx="1815">
                  <c:v>143.35</c:v>
                </c:pt>
                <c:pt idx="1816">
                  <c:v>146.94999999999999</c:v>
                </c:pt>
                <c:pt idx="1817">
                  <c:v>151.15</c:v>
                </c:pt>
                <c:pt idx="1818">
                  <c:v>146.80000000000001</c:v>
                </c:pt>
                <c:pt idx="1819">
                  <c:v>149.5</c:v>
                </c:pt>
                <c:pt idx="1820">
                  <c:v>148.35</c:v>
                </c:pt>
                <c:pt idx="1821">
                  <c:v>148.19999999999999</c:v>
                </c:pt>
                <c:pt idx="1822">
                  <c:v>155.30000000000001</c:v>
                </c:pt>
                <c:pt idx="1823">
                  <c:v>159.85</c:v>
                </c:pt>
                <c:pt idx="1824">
                  <c:v>160.5</c:v>
                </c:pt>
                <c:pt idx="1825">
                  <c:v>156.25</c:v>
                </c:pt>
                <c:pt idx="1826">
                  <c:v>153.44999999999999</c:v>
                </c:pt>
                <c:pt idx="1827">
                  <c:v>158.5</c:v>
                </c:pt>
                <c:pt idx="1828">
                  <c:v>156.05000000000001</c:v>
                </c:pt>
                <c:pt idx="1829">
                  <c:v>156.9</c:v>
                </c:pt>
                <c:pt idx="1830">
                  <c:v>159.1</c:v>
                </c:pt>
                <c:pt idx="1831">
                  <c:v>160.4</c:v>
                </c:pt>
                <c:pt idx="1832">
                  <c:v>156.30000000000001</c:v>
                </c:pt>
                <c:pt idx="1833">
                  <c:v>156.44999999999999</c:v>
                </c:pt>
                <c:pt idx="1834">
                  <c:v>161.80000000000001</c:v>
                </c:pt>
                <c:pt idx="1835">
                  <c:v>161.55000000000001</c:v>
                </c:pt>
                <c:pt idx="1836">
                  <c:v>160.65</c:v>
                </c:pt>
                <c:pt idx="1837">
                  <c:v>160.05000000000001</c:v>
                </c:pt>
                <c:pt idx="1838">
                  <c:v>161.80000000000001</c:v>
                </c:pt>
                <c:pt idx="1839">
                  <c:v>161.05000000000001</c:v>
                </c:pt>
                <c:pt idx="1840">
                  <c:v>161</c:v>
                </c:pt>
                <c:pt idx="1841">
                  <c:v>160</c:v>
                </c:pt>
                <c:pt idx="1842">
                  <c:v>160.69999999999999</c:v>
                </c:pt>
                <c:pt idx="1843">
                  <c:v>163.69999999999999</c:v>
                </c:pt>
                <c:pt idx="1844">
                  <c:v>162.15</c:v>
                </c:pt>
                <c:pt idx="1845">
                  <c:v>162.05000000000001</c:v>
                </c:pt>
                <c:pt idx="1846">
                  <c:v>162</c:v>
                </c:pt>
                <c:pt idx="1847">
                  <c:v>163.4</c:v>
                </c:pt>
                <c:pt idx="1848">
                  <c:v>165.1</c:v>
                </c:pt>
                <c:pt idx="1849">
                  <c:v>167.1</c:v>
                </c:pt>
                <c:pt idx="1850">
                  <c:v>170.85</c:v>
                </c:pt>
                <c:pt idx="1851">
                  <c:v>170.7</c:v>
                </c:pt>
                <c:pt idx="1852">
                  <c:v>166.25</c:v>
                </c:pt>
                <c:pt idx="1853">
                  <c:v>166.1</c:v>
                </c:pt>
                <c:pt idx="1854">
                  <c:v>166.8</c:v>
                </c:pt>
                <c:pt idx="1855">
                  <c:v>166.4</c:v>
                </c:pt>
                <c:pt idx="1856">
                  <c:v>165</c:v>
                </c:pt>
                <c:pt idx="1857">
                  <c:v>162.30000000000001</c:v>
                </c:pt>
                <c:pt idx="1858">
                  <c:v>163.80000000000001</c:v>
                </c:pt>
                <c:pt idx="1859">
                  <c:v>161.05000000000001</c:v>
                </c:pt>
                <c:pt idx="1860">
                  <c:v>164.9</c:v>
                </c:pt>
                <c:pt idx="1861">
                  <c:v>161.85</c:v>
                </c:pt>
                <c:pt idx="1862">
                  <c:v>157.85</c:v>
                </c:pt>
                <c:pt idx="1863">
                  <c:v>154.9</c:v>
                </c:pt>
                <c:pt idx="1864">
                  <c:v>150.6</c:v>
                </c:pt>
                <c:pt idx="1865">
                  <c:v>153.9</c:v>
                </c:pt>
                <c:pt idx="1866">
                  <c:v>153.85</c:v>
                </c:pt>
                <c:pt idx="1867">
                  <c:v>152.05000000000001</c:v>
                </c:pt>
                <c:pt idx="1868">
                  <c:v>151.6</c:v>
                </c:pt>
                <c:pt idx="1869">
                  <c:v>152.4</c:v>
                </c:pt>
                <c:pt idx="1870">
                  <c:v>153</c:v>
                </c:pt>
                <c:pt idx="1871">
                  <c:v>153.05000000000001</c:v>
                </c:pt>
                <c:pt idx="1872">
                  <c:v>155.05000000000001</c:v>
                </c:pt>
                <c:pt idx="1873">
                  <c:v>154.4</c:v>
                </c:pt>
                <c:pt idx="1874">
                  <c:v>154</c:v>
                </c:pt>
                <c:pt idx="1875">
                  <c:v>154.15</c:v>
                </c:pt>
                <c:pt idx="1876">
                  <c:v>154.15</c:v>
                </c:pt>
                <c:pt idx="1877">
                  <c:v>153.6</c:v>
                </c:pt>
                <c:pt idx="1878">
                  <c:v>155.1</c:v>
                </c:pt>
                <c:pt idx="1879">
                  <c:v>154.69999999999999</c:v>
                </c:pt>
                <c:pt idx="1880">
                  <c:v>154</c:v>
                </c:pt>
                <c:pt idx="1881">
                  <c:v>156.35</c:v>
                </c:pt>
                <c:pt idx="1882">
                  <c:v>157.94999999999999</c:v>
                </c:pt>
                <c:pt idx="1883">
                  <c:v>155.65</c:v>
                </c:pt>
                <c:pt idx="1884">
                  <c:v>155.5</c:v>
                </c:pt>
                <c:pt idx="1885">
                  <c:v>155.65</c:v>
                </c:pt>
                <c:pt idx="1886">
                  <c:v>153.69999999999999</c:v>
                </c:pt>
                <c:pt idx="1887">
                  <c:v>152.55000000000001</c:v>
                </c:pt>
                <c:pt idx="1888">
                  <c:v>152.9</c:v>
                </c:pt>
                <c:pt idx="1889">
                  <c:v>155.35</c:v>
                </c:pt>
                <c:pt idx="1890">
                  <c:v>154.25</c:v>
                </c:pt>
                <c:pt idx="1891">
                  <c:v>155.69999999999999</c:v>
                </c:pt>
                <c:pt idx="1892">
                  <c:v>154.1</c:v>
                </c:pt>
                <c:pt idx="1893">
                  <c:v>153.94999999999999</c:v>
                </c:pt>
                <c:pt idx="1894">
                  <c:v>154.4</c:v>
                </c:pt>
                <c:pt idx="1895">
                  <c:v>153.6</c:v>
                </c:pt>
                <c:pt idx="1896">
                  <c:v>152.19999999999999</c:v>
                </c:pt>
                <c:pt idx="1897">
                  <c:v>165.9</c:v>
                </c:pt>
                <c:pt idx="1898">
                  <c:v>167.7</c:v>
                </c:pt>
                <c:pt idx="1899">
                  <c:v>172.4</c:v>
                </c:pt>
                <c:pt idx="1900">
                  <c:v>167.45</c:v>
                </c:pt>
                <c:pt idx="1901">
                  <c:v>171</c:v>
                </c:pt>
                <c:pt idx="1902">
                  <c:v>167.05</c:v>
                </c:pt>
                <c:pt idx="1903">
                  <c:v>167.8</c:v>
                </c:pt>
                <c:pt idx="1904">
                  <c:v>169.75</c:v>
                </c:pt>
                <c:pt idx="1905">
                  <c:v>172.55</c:v>
                </c:pt>
                <c:pt idx="1906">
                  <c:v>166.95</c:v>
                </c:pt>
                <c:pt idx="1907">
                  <c:v>167.4</c:v>
                </c:pt>
                <c:pt idx="1908">
                  <c:v>163.95</c:v>
                </c:pt>
                <c:pt idx="1909">
                  <c:v>163.4</c:v>
                </c:pt>
                <c:pt idx="1910">
                  <c:v>164.8</c:v>
                </c:pt>
                <c:pt idx="1911">
                  <c:v>165</c:v>
                </c:pt>
                <c:pt idx="1912">
                  <c:v>157.6</c:v>
                </c:pt>
                <c:pt idx="1913">
                  <c:v>153.55000000000001</c:v>
                </c:pt>
                <c:pt idx="1914">
                  <c:v>156.30000000000001</c:v>
                </c:pt>
                <c:pt idx="1915">
                  <c:v>152.19999999999999</c:v>
                </c:pt>
                <c:pt idx="1916">
                  <c:v>158.25</c:v>
                </c:pt>
                <c:pt idx="1917">
                  <c:v>160.4</c:v>
                </c:pt>
                <c:pt idx="1918">
                  <c:v>161.65</c:v>
                </c:pt>
                <c:pt idx="1919">
                  <c:v>165.1</c:v>
                </c:pt>
                <c:pt idx="1920">
                  <c:v>167.45</c:v>
                </c:pt>
                <c:pt idx="1921">
                  <c:v>168.55</c:v>
                </c:pt>
                <c:pt idx="1922">
                  <c:v>171.6</c:v>
                </c:pt>
                <c:pt idx="1923">
                  <c:v>170.8</c:v>
                </c:pt>
                <c:pt idx="1924">
                  <c:v>173.8</c:v>
                </c:pt>
                <c:pt idx="1925">
                  <c:v>172.75</c:v>
                </c:pt>
                <c:pt idx="1926">
                  <c:v>172.05</c:v>
                </c:pt>
                <c:pt idx="1927">
                  <c:v>174.95</c:v>
                </c:pt>
                <c:pt idx="1928">
                  <c:v>177.8</c:v>
                </c:pt>
                <c:pt idx="1929">
                  <c:v>184.7</c:v>
                </c:pt>
                <c:pt idx="1930">
                  <c:v>183.85</c:v>
                </c:pt>
                <c:pt idx="1931">
                  <c:v>179.9</c:v>
                </c:pt>
                <c:pt idx="1932">
                  <c:v>179</c:v>
                </c:pt>
                <c:pt idx="1933">
                  <c:v>180.95</c:v>
                </c:pt>
                <c:pt idx="1934">
                  <c:v>180.85</c:v>
                </c:pt>
                <c:pt idx="1935">
                  <c:v>180.25</c:v>
                </c:pt>
                <c:pt idx="1936">
                  <c:v>187.35</c:v>
                </c:pt>
                <c:pt idx="1937">
                  <c:v>194.1</c:v>
                </c:pt>
                <c:pt idx="1938">
                  <c:v>190.9</c:v>
                </c:pt>
                <c:pt idx="1939">
                  <c:v>187.65</c:v>
                </c:pt>
                <c:pt idx="1940">
                  <c:v>187.15</c:v>
                </c:pt>
                <c:pt idx="1941">
                  <c:v>184.55</c:v>
                </c:pt>
                <c:pt idx="1942">
                  <c:v>185.45</c:v>
                </c:pt>
                <c:pt idx="1943">
                  <c:v>189.8</c:v>
                </c:pt>
                <c:pt idx="1944">
                  <c:v>185.9</c:v>
                </c:pt>
                <c:pt idx="1945">
                  <c:v>187.4</c:v>
                </c:pt>
                <c:pt idx="1946">
                  <c:v>185.45</c:v>
                </c:pt>
                <c:pt idx="1947">
                  <c:v>178.75</c:v>
                </c:pt>
                <c:pt idx="1948">
                  <c:v>178.15</c:v>
                </c:pt>
                <c:pt idx="1949">
                  <c:v>184.9</c:v>
                </c:pt>
                <c:pt idx="1950">
                  <c:v>184.1</c:v>
                </c:pt>
                <c:pt idx="1951">
                  <c:v>189.55</c:v>
                </c:pt>
                <c:pt idx="1952">
                  <c:v>185.4</c:v>
                </c:pt>
                <c:pt idx="1953">
                  <c:v>187.15</c:v>
                </c:pt>
                <c:pt idx="1954">
                  <c:v>186.15</c:v>
                </c:pt>
                <c:pt idx="1955">
                  <c:v>184.5</c:v>
                </c:pt>
                <c:pt idx="1956">
                  <c:v>183.25</c:v>
                </c:pt>
                <c:pt idx="1957">
                  <c:v>176.15</c:v>
                </c:pt>
                <c:pt idx="1958">
                  <c:v>177.35</c:v>
                </c:pt>
                <c:pt idx="1959">
                  <c:v>185.3</c:v>
                </c:pt>
                <c:pt idx="1960">
                  <c:v>184.3</c:v>
                </c:pt>
                <c:pt idx="1961">
                  <c:v>182.9</c:v>
                </c:pt>
                <c:pt idx="1962">
                  <c:v>180.25</c:v>
                </c:pt>
                <c:pt idx="1963">
                  <c:v>182.6</c:v>
                </c:pt>
                <c:pt idx="1964">
                  <c:v>179.55</c:v>
                </c:pt>
                <c:pt idx="1965">
                  <c:v>178.9</c:v>
                </c:pt>
                <c:pt idx="1966">
                  <c:v>171.7</c:v>
                </c:pt>
                <c:pt idx="1967">
                  <c:v>175.1</c:v>
                </c:pt>
                <c:pt idx="1968">
                  <c:v>171.2</c:v>
                </c:pt>
                <c:pt idx="1969">
                  <c:v>173.75</c:v>
                </c:pt>
                <c:pt idx="1970">
                  <c:v>170.7</c:v>
                </c:pt>
                <c:pt idx="1971">
                  <c:v>170.2</c:v>
                </c:pt>
                <c:pt idx="1972">
                  <c:v>168.8</c:v>
                </c:pt>
                <c:pt idx="1973">
                  <c:v>178.8</c:v>
                </c:pt>
                <c:pt idx="1974">
                  <c:v>177.95</c:v>
                </c:pt>
                <c:pt idx="1975">
                  <c:v>182.7</c:v>
                </c:pt>
                <c:pt idx="1976">
                  <c:v>189.45</c:v>
                </c:pt>
                <c:pt idx="1977">
                  <c:v>205.1</c:v>
                </c:pt>
                <c:pt idx="1978">
                  <c:v>198.8</c:v>
                </c:pt>
                <c:pt idx="1979">
                  <c:v>196.65</c:v>
                </c:pt>
                <c:pt idx="1980">
                  <c:v>185.4</c:v>
                </c:pt>
                <c:pt idx="1981">
                  <c:v>185.1</c:v>
                </c:pt>
                <c:pt idx="1982">
                  <c:v>184.65</c:v>
                </c:pt>
                <c:pt idx="1983">
                  <c:v>187.7</c:v>
                </c:pt>
                <c:pt idx="1984">
                  <c:v>185.95</c:v>
                </c:pt>
                <c:pt idx="1985">
                  <c:v>187.1</c:v>
                </c:pt>
                <c:pt idx="1986">
                  <c:v>185.75</c:v>
                </c:pt>
                <c:pt idx="1987">
                  <c:v>188.35</c:v>
                </c:pt>
                <c:pt idx="1988">
                  <c:v>191.65</c:v>
                </c:pt>
                <c:pt idx="1989">
                  <c:v>192.25</c:v>
                </c:pt>
                <c:pt idx="1990">
                  <c:v>192.7</c:v>
                </c:pt>
                <c:pt idx="1991">
                  <c:v>193.1</c:v>
                </c:pt>
                <c:pt idx="1992">
                  <c:v>188.15</c:v>
                </c:pt>
                <c:pt idx="1993">
                  <c:v>186.7</c:v>
                </c:pt>
                <c:pt idx="1994">
                  <c:v>187.5</c:v>
                </c:pt>
                <c:pt idx="1995">
                  <c:v>189.6</c:v>
                </c:pt>
                <c:pt idx="1996">
                  <c:v>196.35</c:v>
                </c:pt>
                <c:pt idx="1997">
                  <c:v>200.7</c:v>
                </c:pt>
                <c:pt idx="1998">
                  <c:v>193.5</c:v>
                </c:pt>
                <c:pt idx="1999">
                  <c:v>197.55</c:v>
                </c:pt>
                <c:pt idx="2000">
                  <c:v>199.7</c:v>
                </c:pt>
                <c:pt idx="2001">
                  <c:v>196.5</c:v>
                </c:pt>
                <c:pt idx="2002">
                  <c:v>198.05</c:v>
                </c:pt>
                <c:pt idx="2003">
                  <c:v>199.85</c:v>
                </c:pt>
                <c:pt idx="2004">
                  <c:v>203.55</c:v>
                </c:pt>
                <c:pt idx="2005">
                  <c:v>206.55</c:v>
                </c:pt>
                <c:pt idx="2006">
                  <c:v>209.45</c:v>
                </c:pt>
                <c:pt idx="2007">
                  <c:v>217.6</c:v>
                </c:pt>
                <c:pt idx="2008">
                  <c:v>221.1</c:v>
                </c:pt>
                <c:pt idx="2009">
                  <c:v>214.45</c:v>
                </c:pt>
                <c:pt idx="2010">
                  <c:v>219.35</c:v>
                </c:pt>
                <c:pt idx="2011">
                  <c:v>231.3</c:v>
                </c:pt>
                <c:pt idx="2012">
                  <c:v>231</c:v>
                </c:pt>
                <c:pt idx="2013">
                  <c:v>228.05</c:v>
                </c:pt>
                <c:pt idx="2014">
                  <c:v>219.8</c:v>
                </c:pt>
                <c:pt idx="2015">
                  <c:v>220.45</c:v>
                </c:pt>
                <c:pt idx="2016">
                  <c:v>224.5</c:v>
                </c:pt>
                <c:pt idx="2017">
                  <c:v>216.35</c:v>
                </c:pt>
                <c:pt idx="2018">
                  <c:v>208.95</c:v>
                </c:pt>
                <c:pt idx="2019">
                  <c:v>217.75</c:v>
                </c:pt>
                <c:pt idx="2020">
                  <c:v>212.65</c:v>
                </c:pt>
                <c:pt idx="2021">
                  <c:v>201.85</c:v>
                </c:pt>
                <c:pt idx="2022">
                  <c:v>182.9</c:v>
                </c:pt>
                <c:pt idx="2023">
                  <c:v>194.85</c:v>
                </c:pt>
                <c:pt idx="2024">
                  <c:v>187.5</c:v>
                </c:pt>
                <c:pt idx="2025">
                  <c:v>198.45</c:v>
                </c:pt>
                <c:pt idx="2026">
                  <c:v>196.25</c:v>
                </c:pt>
                <c:pt idx="2027">
                  <c:v>201.2</c:v>
                </c:pt>
                <c:pt idx="2028">
                  <c:v>199.35</c:v>
                </c:pt>
                <c:pt idx="2029">
                  <c:v>195.55</c:v>
                </c:pt>
                <c:pt idx="2030">
                  <c:v>205.15</c:v>
                </c:pt>
                <c:pt idx="2031">
                  <c:v>204.8</c:v>
                </c:pt>
                <c:pt idx="2032">
                  <c:v>205.95</c:v>
                </c:pt>
                <c:pt idx="2033">
                  <c:v>200</c:v>
                </c:pt>
                <c:pt idx="2034">
                  <c:v>192.1</c:v>
                </c:pt>
                <c:pt idx="2035">
                  <c:v>198</c:v>
                </c:pt>
                <c:pt idx="2036">
                  <c:v>185.4</c:v>
                </c:pt>
                <c:pt idx="2037">
                  <c:v>185.55</c:v>
                </c:pt>
                <c:pt idx="2038">
                  <c:v>196.25</c:v>
                </c:pt>
                <c:pt idx="2039">
                  <c:v>199.25</c:v>
                </c:pt>
                <c:pt idx="2040">
                  <c:v>202.85</c:v>
                </c:pt>
                <c:pt idx="2041">
                  <c:v>209.8</c:v>
                </c:pt>
                <c:pt idx="2042">
                  <c:v>205.4</c:v>
                </c:pt>
                <c:pt idx="2043">
                  <c:v>201.95</c:v>
                </c:pt>
                <c:pt idx="2044">
                  <c:v>201.35</c:v>
                </c:pt>
                <c:pt idx="2045">
                  <c:v>200.15</c:v>
                </c:pt>
                <c:pt idx="2046">
                  <c:v>201.85</c:v>
                </c:pt>
                <c:pt idx="2047">
                  <c:v>201.45</c:v>
                </c:pt>
                <c:pt idx="2048">
                  <c:v>202.35</c:v>
                </c:pt>
                <c:pt idx="2049">
                  <c:v>202.25</c:v>
                </c:pt>
                <c:pt idx="2050">
                  <c:v>202.75</c:v>
                </c:pt>
                <c:pt idx="2051">
                  <c:v>192.55</c:v>
                </c:pt>
                <c:pt idx="2052">
                  <c:v>184.9</c:v>
                </c:pt>
                <c:pt idx="2053">
                  <c:v>194.55</c:v>
                </c:pt>
                <c:pt idx="2054">
                  <c:v>190.75</c:v>
                </c:pt>
                <c:pt idx="2055">
                  <c:v>191</c:v>
                </c:pt>
                <c:pt idx="2056">
                  <c:v>192.25</c:v>
                </c:pt>
                <c:pt idx="2057">
                  <c:v>190.5</c:v>
                </c:pt>
                <c:pt idx="2058">
                  <c:v>185.6</c:v>
                </c:pt>
                <c:pt idx="2059">
                  <c:v>191.7</c:v>
                </c:pt>
                <c:pt idx="2060">
                  <c:v>185.75</c:v>
                </c:pt>
                <c:pt idx="2061">
                  <c:v>183.05</c:v>
                </c:pt>
                <c:pt idx="2062">
                  <c:v>187.3</c:v>
                </c:pt>
                <c:pt idx="2063">
                  <c:v>191.15</c:v>
                </c:pt>
                <c:pt idx="2064">
                  <c:v>191.55</c:v>
                </c:pt>
                <c:pt idx="2065">
                  <c:v>195.3</c:v>
                </c:pt>
                <c:pt idx="2066">
                  <c:v>200.1</c:v>
                </c:pt>
                <c:pt idx="2067">
                  <c:v>206.5</c:v>
                </c:pt>
                <c:pt idx="2068">
                  <c:v>206.25</c:v>
                </c:pt>
                <c:pt idx="2069">
                  <c:v>210.6</c:v>
                </c:pt>
                <c:pt idx="2070">
                  <c:v>208</c:v>
                </c:pt>
                <c:pt idx="2071">
                  <c:v>208.05</c:v>
                </c:pt>
                <c:pt idx="2072">
                  <c:v>200.6</c:v>
                </c:pt>
                <c:pt idx="2073">
                  <c:v>210.35</c:v>
                </c:pt>
                <c:pt idx="2074">
                  <c:v>208.55</c:v>
                </c:pt>
                <c:pt idx="2075">
                  <c:v>207.4</c:v>
                </c:pt>
                <c:pt idx="2076">
                  <c:v>206.65</c:v>
                </c:pt>
                <c:pt idx="2077">
                  <c:v>204.05</c:v>
                </c:pt>
                <c:pt idx="2078">
                  <c:v>207.9</c:v>
                </c:pt>
                <c:pt idx="2079">
                  <c:v>210</c:v>
                </c:pt>
                <c:pt idx="2080">
                  <c:v>211.45</c:v>
                </c:pt>
                <c:pt idx="2081">
                  <c:v>208.2</c:v>
                </c:pt>
                <c:pt idx="2082">
                  <c:v>213.3</c:v>
                </c:pt>
                <c:pt idx="2083">
                  <c:v>211.9</c:v>
                </c:pt>
                <c:pt idx="2084">
                  <c:v>209.95</c:v>
                </c:pt>
                <c:pt idx="2085">
                  <c:v>212.9</c:v>
                </c:pt>
                <c:pt idx="2086">
                  <c:v>211.6</c:v>
                </c:pt>
                <c:pt idx="2087">
                  <c:v>212.3</c:v>
                </c:pt>
                <c:pt idx="2088">
                  <c:v>219.9</c:v>
                </c:pt>
                <c:pt idx="2089">
                  <c:v>220.95</c:v>
                </c:pt>
                <c:pt idx="2090">
                  <c:v>220.75</c:v>
                </c:pt>
                <c:pt idx="2091">
                  <c:v>224.85</c:v>
                </c:pt>
                <c:pt idx="2092">
                  <c:v>226.65</c:v>
                </c:pt>
                <c:pt idx="2093">
                  <c:v>215</c:v>
                </c:pt>
                <c:pt idx="2094">
                  <c:v>218.55</c:v>
                </c:pt>
                <c:pt idx="2095">
                  <c:v>223.8</c:v>
                </c:pt>
                <c:pt idx="2096">
                  <c:v>225.35</c:v>
                </c:pt>
                <c:pt idx="2097">
                  <c:v>226.3</c:v>
                </c:pt>
                <c:pt idx="2098">
                  <c:v>226.2</c:v>
                </c:pt>
                <c:pt idx="2099">
                  <c:v>227.1</c:v>
                </c:pt>
                <c:pt idx="2100">
                  <c:v>225.75</c:v>
                </c:pt>
                <c:pt idx="2101">
                  <c:v>228.2</c:v>
                </c:pt>
                <c:pt idx="2102">
                  <c:v>223.4</c:v>
                </c:pt>
                <c:pt idx="2103">
                  <c:v>213.6</c:v>
                </c:pt>
                <c:pt idx="2104">
                  <c:v>205.5</c:v>
                </c:pt>
                <c:pt idx="2105">
                  <c:v>209.1</c:v>
                </c:pt>
                <c:pt idx="2106">
                  <c:v>221.95</c:v>
                </c:pt>
                <c:pt idx="2107">
                  <c:v>215.95</c:v>
                </c:pt>
                <c:pt idx="2108">
                  <c:v>217.75</c:v>
                </c:pt>
                <c:pt idx="2109">
                  <c:v>219.95</c:v>
                </c:pt>
                <c:pt idx="2110">
                  <c:v>219.9</c:v>
                </c:pt>
                <c:pt idx="2111">
                  <c:v>215.8</c:v>
                </c:pt>
                <c:pt idx="2112">
                  <c:v>222.5</c:v>
                </c:pt>
                <c:pt idx="2113">
                  <c:v>213.45</c:v>
                </c:pt>
                <c:pt idx="2114">
                  <c:v>207.35</c:v>
                </c:pt>
                <c:pt idx="2115">
                  <c:v>201.55</c:v>
                </c:pt>
                <c:pt idx="2116">
                  <c:v>199.5</c:v>
                </c:pt>
                <c:pt idx="2117">
                  <c:v>199.95</c:v>
                </c:pt>
                <c:pt idx="2118">
                  <c:v>198.15</c:v>
                </c:pt>
                <c:pt idx="2119">
                  <c:v>201.5</c:v>
                </c:pt>
                <c:pt idx="2120">
                  <c:v>203.25</c:v>
                </c:pt>
                <c:pt idx="2121">
                  <c:v>205.95</c:v>
                </c:pt>
                <c:pt idx="2122">
                  <c:v>205.8</c:v>
                </c:pt>
                <c:pt idx="2123">
                  <c:v>198.4</c:v>
                </c:pt>
                <c:pt idx="2124">
                  <c:v>195.4</c:v>
                </c:pt>
                <c:pt idx="2125">
                  <c:v>191.5</c:v>
                </c:pt>
                <c:pt idx="2126">
                  <c:v>186.45</c:v>
                </c:pt>
                <c:pt idx="2127">
                  <c:v>191.75</c:v>
                </c:pt>
                <c:pt idx="2128">
                  <c:v>183.7</c:v>
                </c:pt>
                <c:pt idx="2129">
                  <c:v>187.8</c:v>
                </c:pt>
                <c:pt idx="2130">
                  <c:v>183</c:v>
                </c:pt>
                <c:pt idx="2131">
                  <c:v>179.9</c:v>
                </c:pt>
                <c:pt idx="2132">
                  <c:v>169.3</c:v>
                </c:pt>
                <c:pt idx="2133">
                  <c:v>171.2</c:v>
                </c:pt>
                <c:pt idx="2134">
                  <c:v>177.85</c:v>
                </c:pt>
                <c:pt idx="2135">
                  <c:v>171.8</c:v>
                </c:pt>
                <c:pt idx="2136">
                  <c:v>183.85</c:v>
                </c:pt>
                <c:pt idx="2137">
                  <c:v>179.15</c:v>
                </c:pt>
                <c:pt idx="2138">
                  <c:v>174.55</c:v>
                </c:pt>
                <c:pt idx="2139">
                  <c:v>168.6</c:v>
                </c:pt>
                <c:pt idx="2140">
                  <c:v>160.44999999999999</c:v>
                </c:pt>
                <c:pt idx="2141">
                  <c:v>162.35</c:v>
                </c:pt>
                <c:pt idx="2142">
                  <c:v>167.25</c:v>
                </c:pt>
                <c:pt idx="2143">
                  <c:v>176.25</c:v>
                </c:pt>
                <c:pt idx="2144">
                  <c:v>179.2</c:v>
                </c:pt>
                <c:pt idx="2145">
                  <c:v>189.85</c:v>
                </c:pt>
                <c:pt idx="2146">
                  <c:v>191.6</c:v>
                </c:pt>
                <c:pt idx="2147">
                  <c:v>190.5</c:v>
                </c:pt>
                <c:pt idx="2148">
                  <c:v>189.15</c:v>
                </c:pt>
                <c:pt idx="2149">
                  <c:v>190.65</c:v>
                </c:pt>
                <c:pt idx="2150">
                  <c:v>189.6</c:v>
                </c:pt>
                <c:pt idx="2151">
                  <c:v>188.3</c:v>
                </c:pt>
                <c:pt idx="2152">
                  <c:v>186.8</c:v>
                </c:pt>
                <c:pt idx="2153">
                  <c:v>187.1</c:v>
                </c:pt>
                <c:pt idx="2154">
                  <c:v>187.8</c:v>
                </c:pt>
                <c:pt idx="2155">
                  <c:v>190.15</c:v>
                </c:pt>
                <c:pt idx="2156">
                  <c:v>189.9</c:v>
                </c:pt>
                <c:pt idx="2157">
                  <c:v>191.95</c:v>
                </c:pt>
                <c:pt idx="2158">
                  <c:v>190.1</c:v>
                </c:pt>
                <c:pt idx="2159">
                  <c:v>193.8</c:v>
                </c:pt>
                <c:pt idx="2160">
                  <c:v>195.7</c:v>
                </c:pt>
                <c:pt idx="2161">
                  <c:v>194.95</c:v>
                </c:pt>
                <c:pt idx="2162">
                  <c:v>191.15</c:v>
                </c:pt>
                <c:pt idx="2163">
                  <c:v>187.45</c:v>
                </c:pt>
                <c:pt idx="2164">
                  <c:v>183.5</c:v>
                </c:pt>
                <c:pt idx="2165">
                  <c:v>183</c:v>
                </c:pt>
                <c:pt idx="2166">
                  <c:v>182.25</c:v>
                </c:pt>
                <c:pt idx="2167">
                  <c:v>182.2</c:v>
                </c:pt>
                <c:pt idx="2168">
                  <c:v>183.95</c:v>
                </c:pt>
                <c:pt idx="2169">
                  <c:v>184.9</c:v>
                </c:pt>
                <c:pt idx="2170">
                  <c:v>183.95</c:v>
                </c:pt>
                <c:pt idx="2171">
                  <c:v>183.5</c:v>
                </c:pt>
                <c:pt idx="2172">
                  <c:v>188.7</c:v>
                </c:pt>
                <c:pt idx="2173">
                  <c:v>191.95</c:v>
                </c:pt>
                <c:pt idx="2174">
                  <c:v>194.4</c:v>
                </c:pt>
                <c:pt idx="2175">
                  <c:v>189.15</c:v>
                </c:pt>
                <c:pt idx="2176">
                  <c:v>189.9</c:v>
                </c:pt>
                <c:pt idx="2177">
                  <c:v>196.5</c:v>
                </c:pt>
                <c:pt idx="2178">
                  <c:v>194.6</c:v>
                </c:pt>
                <c:pt idx="2179">
                  <c:v>195.05</c:v>
                </c:pt>
                <c:pt idx="2180">
                  <c:v>191.65</c:v>
                </c:pt>
                <c:pt idx="2181">
                  <c:v>191.4</c:v>
                </c:pt>
                <c:pt idx="2182">
                  <c:v>190.15</c:v>
                </c:pt>
                <c:pt idx="2183">
                  <c:v>194.4</c:v>
                </c:pt>
                <c:pt idx="2184">
                  <c:v>184.75</c:v>
                </c:pt>
                <c:pt idx="2185">
                  <c:v>185.65</c:v>
                </c:pt>
                <c:pt idx="2186">
                  <c:v>191.05</c:v>
                </c:pt>
                <c:pt idx="2187">
                  <c:v>195</c:v>
                </c:pt>
                <c:pt idx="2188">
                  <c:v>193.75</c:v>
                </c:pt>
                <c:pt idx="2189">
                  <c:v>193</c:v>
                </c:pt>
                <c:pt idx="2190">
                  <c:v>188.05</c:v>
                </c:pt>
                <c:pt idx="2191">
                  <c:v>192.35</c:v>
                </c:pt>
                <c:pt idx="2192">
                  <c:v>191.35</c:v>
                </c:pt>
                <c:pt idx="2193">
                  <c:v>188.05</c:v>
                </c:pt>
                <c:pt idx="2194">
                  <c:v>192.4</c:v>
                </c:pt>
                <c:pt idx="2195">
                  <c:v>190.45</c:v>
                </c:pt>
                <c:pt idx="2196">
                  <c:v>180</c:v>
                </c:pt>
                <c:pt idx="2197">
                  <c:v>174.5</c:v>
                </c:pt>
                <c:pt idx="2198">
                  <c:v>165.8</c:v>
                </c:pt>
                <c:pt idx="2199">
                  <c:v>163.35</c:v>
                </c:pt>
                <c:pt idx="2200">
                  <c:v>170.05</c:v>
                </c:pt>
                <c:pt idx="2201">
                  <c:v>168.95</c:v>
                </c:pt>
                <c:pt idx="2202">
                  <c:v>160.65</c:v>
                </c:pt>
                <c:pt idx="2203">
                  <c:v>161.69999999999999</c:v>
                </c:pt>
                <c:pt idx="2204">
                  <c:v>158.9</c:v>
                </c:pt>
                <c:pt idx="2205">
                  <c:v>165.2</c:v>
                </c:pt>
                <c:pt idx="2206">
                  <c:v>169.1</c:v>
                </c:pt>
                <c:pt idx="2207">
                  <c:v>170.85</c:v>
                </c:pt>
                <c:pt idx="2208">
                  <c:v>168.65</c:v>
                </c:pt>
                <c:pt idx="2209">
                  <c:v>158.9</c:v>
                </c:pt>
                <c:pt idx="2210">
                  <c:v>149</c:v>
                </c:pt>
                <c:pt idx="2211">
                  <c:v>155.30000000000001</c:v>
                </c:pt>
                <c:pt idx="2212">
                  <c:v>153.1</c:v>
                </c:pt>
                <c:pt idx="2213">
                  <c:v>155.15</c:v>
                </c:pt>
                <c:pt idx="2214">
                  <c:v>159.80000000000001</c:v>
                </c:pt>
                <c:pt idx="2215">
                  <c:v>170.75</c:v>
                </c:pt>
                <c:pt idx="2216">
                  <c:v>169.8</c:v>
                </c:pt>
                <c:pt idx="2217">
                  <c:v>168.7</c:v>
                </c:pt>
                <c:pt idx="2218">
                  <c:v>174.65</c:v>
                </c:pt>
                <c:pt idx="2219">
                  <c:v>172.3</c:v>
                </c:pt>
                <c:pt idx="2220">
                  <c:v>172.55</c:v>
                </c:pt>
                <c:pt idx="2221">
                  <c:v>170</c:v>
                </c:pt>
                <c:pt idx="2222">
                  <c:v>169.55</c:v>
                </c:pt>
                <c:pt idx="2223">
                  <c:v>165.2</c:v>
                </c:pt>
                <c:pt idx="2224">
                  <c:v>160.69999999999999</c:v>
                </c:pt>
                <c:pt idx="2225">
                  <c:v>165.1</c:v>
                </c:pt>
                <c:pt idx="2226">
                  <c:v>164.65</c:v>
                </c:pt>
                <c:pt idx="2227">
                  <c:v>169.85</c:v>
                </c:pt>
                <c:pt idx="2228">
                  <c:v>172.15</c:v>
                </c:pt>
                <c:pt idx="2229">
                  <c:v>168.65</c:v>
                </c:pt>
                <c:pt idx="2230">
                  <c:v>172.4</c:v>
                </c:pt>
                <c:pt idx="2231">
                  <c:v>173.6</c:v>
                </c:pt>
                <c:pt idx="2232">
                  <c:v>165.25</c:v>
                </c:pt>
                <c:pt idx="2233">
                  <c:v>169.6</c:v>
                </c:pt>
                <c:pt idx="2234">
                  <c:v>168.7</c:v>
                </c:pt>
                <c:pt idx="2235">
                  <c:v>174.05</c:v>
                </c:pt>
                <c:pt idx="2236">
                  <c:v>169.35</c:v>
                </c:pt>
                <c:pt idx="2237">
                  <c:v>169.9</c:v>
                </c:pt>
                <c:pt idx="2238">
                  <c:v>170.35</c:v>
                </c:pt>
                <c:pt idx="2239">
                  <c:v>171.15</c:v>
                </c:pt>
                <c:pt idx="2240">
                  <c:v>172.4</c:v>
                </c:pt>
                <c:pt idx="2241">
                  <c:v>173.5</c:v>
                </c:pt>
                <c:pt idx="2242">
                  <c:v>176.55</c:v>
                </c:pt>
                <c:pt idx="2243">
                  <c:v>172.35</c:v>
                </c:pt>
                <c:pt idx="2244">
                  <c:v>180.05</c:v>
                </c:pt>
                <c:pt idx="2245">
                  <c:v>179.05</c:v>
                </c:pt>
                <c:pt idx="2246">
                  <c:v>179.95</c:v>
                </c:pt>
                <c:pt idx="2247">
                  <c:v>177.8</c:v>
                </c:pt>
                <c:pt idx="2248">
                  <c:v>172.35</c:v>
                </c:pt>
                <c:pt idx="2249">
                  <c:v>170.65</c:v>
                </c:pt>
                <c:pt idx="2250">
                  <c:v>171.2</c:v>
                </c:pt>
                <c:pt idx="2251">
                  <c:v>171.95</c:v>
                </c:pt>
                <c:pt idx="2252">
                  <c:v>171.7</c:v>
                </c:pt>
                <c:pt idx="2253">
                  <c:v>171.65</c:v>
                </c:pt>
                <c:pt idx="2254">
                  <c:v>174.5</c:v>
                </c:pt>
                <c:pt idx="2255">
                  <c:v>172.95</c:v>
                </c:pt>
                <c:pt idx="2256">
                  <c:v>174.4</c:v>
                </c:pt>
                <c:pt idx="2257">
                  <c:v>168.1</c:v>
                </c:pt>
                <c:pt idx="2258">
                  <c:v>169.65</c:v>
                </c:pt>
                <c:pt idx="2259">
                  <c:v>165.1</c:v>
                </c:pt>
                <c:pt idx="2260">
                  <c:v>168.7</c:v>
                </c:pt>
                <c:pt idx="2261">
                  <c:v>170.7</c:v>
                </c:pt>
                <c:pt idx="2262">
                  <c:v>168.5</c:v>
                </c:pt>
                <c:pt idx="2263">
                  <c:v>171.75</c:v>
                </c:pt>
                <c:pt idx="2264">
                  <c:v>170.65</c:v>
                </c:pt>
                <c:pt idx="2265">
                  <c:v>170.65</c:v>
                </c:pt>
                <c:pt idx="2266">
                  <c:v>171.25</c:v>
                </c:pt>
                <c:pt idx="2267">
                  <c:v>170.6</c:v>
                </c:pt>
                <c:pt idx="2268">
                  <c:v>170.4</c:v>
                </c:pt>
                <c:pt idx="2269">
                  <c:v>170.8</c:v>
                </c:pt>
                <c:pt idx="2270">
                  <c:v>175.65</c:v>
                </c:pt>
                <c:pt idx="2271">
                  <c:v>175.45</c:v>
                </c:pt>
                <c:pt idx="2272">
                  <c:v>180.1</c:v>
                </c:pt>
                <c:pt idx="2273">
                  <c:v>178.2</c:v>
                </c:pt>
                <c:pt idx="2274">
                  <c:v>180.9</c:v>
                </c:pt>
                <c:pt idx="2275">
                  <c:v>180.9</c:v>
                </c:pt>
                <c:pt idx="2276">
                  <c:v>181.3</c:v>
                </c:pt>
                <c:pt idx="2277">
                  <c:v>182.55</c:v>
                </c:pt>
                <c:pt idx="2278">
                  <c:v>183.15</c:v>
                </c:pt>
                <c:pt idx="2279">
                  <c:v>180.35</c:v>
                </c:pt>
                <c:pt idx="2280">
                  <c:v>180.2</c:v>
                </c:pt>
                <c:pt idx="2281">
                  <c:v>178.3</c:v>
                </c:pt>
                <c:pt idx="2282">
                  <c:v>179.3</c:v>
                </c:pt>
                <c:pt idx="2283">
                  <c:v>181.15</c:v>
                </c:pt>
                <c:pt idx="2284">
                  <c:v>180.55</c:v>
                </c:pt>
                <c:pt idx="2285">
                  <c:v>180.05</c:v>
                </c:pt>
                <c:pt idx="2286">
                  <c:v>181.05</c:v>
                </c:pt>
                <c:pt idx="2287">
                  <c:v>180.2</c:v>
                </c:pt>
                <c:pt idx="2288">
                  <c:v>180.6</c:v>
                </c:pt>
                <c:pt idx="2289">
                  <c:v>181.9</c:v>
                </c:pt>
                <c:pt idx="2290">
                  <c:v>184.05</c:v>
                </c:pt>
                <c:pt idx="2291">
                  <c:v>183.05</c:v>
                </c:pt>
                <c:pt idx="2292">
                  <c:v>178.95</c:v>
                </c:pt>
                <c:pt idx="2293">
                  <c:v>172.05</c:v>
                </c:pt>
                <c:pt idx="2294">
                  <c:v>173.7</c:v>
                </c:pt>
                <c:pt idx="2295">
                  <c:v>167.05</c:v>
                </c:pt>
                <c:pt idx="2296">
                  <c:v>164.55</c:v>
                </c:pt>
                <c:pt idx="2297">
                  <c:v>158.35</c:v>
                </c:pt>
                <c:pt idx="2298">
                  <c:v>161.85</c:v>
                </c:pt>
                <c:pt idx="2299">
                  <c:v>165.35</c:v>
                </c:pt>
                <c:pt idx="2300">
                  <c:v>170.1</c:v>
                </c:pt>
                <c:pt idx="2301">
                  <c:v>173.4</c:v>
                </c:pt>
                <c:pt idx="2302">
                  <c:v>169.6</c:v>
                </c:pt>
                <c:pt idx="2303">
                  <c:v>169.75</c:v>
                </c:pt>
                <c:pt idx="2304">
                  <c:v>169.2</c:v>
                </c:pt>
                <c:pt idx="2305">
                  <c:v>174.4</c:v>
                </c:pt>
                <c:pt idx="2306">
                  <c:v>174.95</c:v>
                </c:pt>
                <c:pt idx="2307">
                  <c:v>177.75</c:v>
                </c:pt>
                <c:pt idx="2308">
                  <c:v>185.1</c:v>
                </c:pt>
                <c:pt idx="2309">
                  <c:v>186.3</c:v>
                </c:pt>
                <c:pt idx="2310">
                  <c:v>178.85</c:v>
                </c:pt>
                <c:pt idx="2311">
                  <c:v>184.85</c:v>
                </c:pt>
                <c:pt idx="2312">
                  <c:v>184.35</c:v>
                </c:pt>
                <c:pt idx="2313">
                  <c:v>185.3</c:v>
                </c:pt>
                <c:pt idx="2314">
                  <c:v>179.8</c:v>
                </c:pt>
                <c:pt idx="2315">
                  <c:v>189.85</c:v>
                </c:pt>
                <c:pt idx="2316">
                  <c:v>187.15</c:v>
                </c:pt>
                <c:pt idx="2317">
                  <c:v>187</c:v>
                </c:pt>
                <c:pt idx="2318">
                  <c:v>185.15</c:v>
                </c:pt>
                <c:pt idx="2319">
                  <c:v>191.7</c:v>
                </c:pt>
                <c:pt idx="2320">
                  <c:v>188.45</c:v>
                </c:pt>
                <c:pt idx="2321">
                  <c:v>184.7</c:v>
                </c:pt>
                <c:pt idx="2322">
                  <c:v>188.65</c:v>
                </c:pt>
                <c:pt idx="2323">
                  <c:v>190.5</c:v>
                </c:pt>
                <c:pt idx="2324">
                  <c:v>190</c:v>
                </c:pt>
                <c:pt idx="2325">
                  <c:v>190.55</c:v>
                </c:pt>
                <c:pt idx="2326">
                  <c:v>193.5</c:v>
                </c:pt>
                <c:pt idx="2327">
                  <c:v>187.55</c:v>
                </c:pt>
                <c:pt idx="2328">
                  <c:v>188.9</c:v>
                </c:pt>
                <c:pt idx="2329">
                  <c:v>205.65</c:v>
                </c:pt>
                <c:pt idx="2330">
                  <c:v>197.8</c:v>
                </c:pt>
                <c:pt idx="2331">
                  <c:v>192.55</c:v>
                </c:pt>
                <c:pt idx="2332">
                  <c:v>190.45</c:v>
                </c:pt>
                <c:pt idx="2333">
                  <c:v>188.4</c:v>
                </c:pt>
                <c:pt idx="2334">
                  <c:v>187.95</c:v>
                </c:pt>
                <c:pt idx="2335">
                  <c:v>191.35</c:v>
                </c:pt>
                <c:pt idx="2336">
                  <c:v>188.05</c:v>
                </c:pt>
                <c:pt idx="2337">
                  <c:v>186.8</c:v>
                </c:pt>
                <c:pt idx="2338">
                  <c:v>186.05</c:v>
                </c:pt>
                <c:pt idx="2339">
                  <c:v>206.75</c:v>
                </c:pt>
                <c:pt idx="2340">
                  <c:v>190.45</c:v>
                </c:pt>
                <c:pt idx="2341">
                  <c:v>186.45</c:v>
                </c:pt>
                <c:pt idx="2342">
                  <c:v>182.15</c:v>
                </c:pt>
                <c:pt idx="2343">
                  <c:v>183.6</c:v>
                </c:pt>
                <c:pt idx="2344">
                  <c:v>189.8</c:v>
                </c:pt>
                <c:pt idx="2345">
                  <c:v>184.05</c:v>
                </c:pt>
                <c:pt idx="2346">
                  <c:v>184.1</c:v>
                </c:pt>
                <c:pt idx="2347">
                  <c:v>183.9</c:v>
                </c:pt>
                <c:pt idx="2348">
                  <c:v>183.65</c:v>
                </c:pt>
                <c:pt idx="2349">
                  <c:v>192.4</c:v>
                </c:pt>
                <c:pt idx="2350">
                  <c:v>192.2</c:v>
                </c:pt>
                <c:pt idx="2351">
                  <c:v>203.05</c:v>
                </c:pt>
                <c:pt idx="2352">
                  <c:v>202.6</c:v>
                </c:pt>
                <c:pt idx="2353">
                  <c:v>191.35</c:v>
                </c:pt>
                <c:pt idx="2354">
                  <c:v>183.6</c:v>
                </c:pt>
                <c:pt idx="2355">
                  <c:v>190.8</c:v>
                </c:pt>
                <c:pt idx="2356">
                  <c:v>195.3</c:v>
                </c:pt>
                <c:pt idx="2357">
                  <c:v>197.6</c:v>
                </c:pt>
                <c:pt idx="2358">
                  <c:v>196.65</c:v>
                </c:pt>
                <c:pt idx="2359">
                  <c:v>197.5</c:v>
                </c:pt>
                <c:pt idx="2360">
                  <c:v>198.7</c:v>
                </c:pt>
                <c:pt idx="2361">
                  <c:v>193.8</c:v>
                </c:pt>
                <c:pt idx="2362">
                  <c:v>193.35</c:v>
                </c:pt>
                <c:pt idx="2363">
                  <c:v>200.6</c:v>
                </c:pt>
                <c:pt idx="2364">
                  <c:v>203.2</c:v>
                </c:pt>
                <c:pt idx="2365">
                  <c:v>197.4</c:v>
                </c:pt>
                <c:pt idx="2366">
                  <c:v>198.75</c:v>
                </c:pt>
                <c:pt idx="2367">
                  <c:v>193.15</c:v>
                </c:pt>
                <c:pt idx="2368">
                  <c:v>196.7</c:v>
                </c:pt>
                <c:pt idx="2369">
                  <c:v>193.7</c:v>
                </c:pt>
                <c:pt idx="2370">
                  <c:v>190.75</c:v>
                </c:pt>
                <c:pt idx="2371">
                  <c:v>191.3</c:v>
                </c:pt>
                <c:pt idx="2372">
                  <c:v>191.7</c:v>
                </c:pt>
                <c:pt idx="2373">
                  <c:v>191.7</c:v>
                </c:pt>
                <c:pt idx="2374">
                  <c:v>197.7</c:v>
                </c:pt>
                <c:pt idx="2375">
                  <c:v>211.2</c:v>
                </c:pt>
                <c:pt idx="2376">
                  <c:v>209.45</c:v>
                </c:pt>
                <c:pt idx="2377">
                  <c:v>213.4</c:v>
                </c:pt>
                <c:pt idx="2378">
                  <c:v>210.6</c:v>
                </c:pt>
                <c:pt idx="2379">
                  <c:v>210.85</c:v>
                </c:pt>
                <c:pt idx="2380">
                  <c:v>212.4</c:v>
                </c:pt>
                <c:pt idx="2381">
                  <c:v>217.25</c:v>
                </c:pt>
                <c:pt idx="2382">
                  <c:v>217.35</c:v>
                </c:pt>
                <c:pt idx="2383">
                  <c:v>229.25</c:v>
                </c:pt>
                <c:pt idx="2384">
                  <c:v>225.45</c:v>
                </c:pt>
                <c:pt idx="2385">
                  <c:v>219.65</c:v>
                </c:pt>
                <c:pt idx="2386">
                  <c:v>218</c:v>
                </c:pt>
                <c:pt idx="2387">
                  <c:v>229.75</c:v>
                </c:pt>
                <c:pt idx="2388">
                  <c:v>232.2</c:v>
                </c:pt>
                <c:pt idx="2389">
                  <c:v>238.85</c:v>
                </c:pt>
                <c:pt idx="2390">
                  <c:v>241</c:v>
                </c:pt>
                <c:pt idx="2391">
                  <c:v>237.7</c:v>
                </c:pt>
                <c:pt idx="2392">
                  <c:v>242.7</c:v>
                </c:pt>
                <c:pt idx="2393">
                  <c:v>249.2</c:v>
                </c:pt>
                <c:pt idx="2394">
                  <c:v>248.15</c:v>
                </c:pt>
                <c:pt idx="2395">
                  <c:v>246.5</c:v>
                </c:pt>
                <c:pt idx="2396">
                  <c:v>243.75</c:v>
                </c:pt>
                <c:pt idx="2397">
                  <c:v>234.1</c:v>
                </c:pt>
                <c:pt idx="2398">
                  <c:v>229.6</c:v>
                </c:pt>
                <c:pt idx="2399">
                  <c:v>224.35</c:v>
                </c:pt>
                <c:pt idx="2400">
                  <c:v>225.7</c:v>
                </c:pt>
                <c:pt idx="2401">
                  <c:v>227.85</c:v>
                </c:pt>
                <c:pt idx="2402">
                  <c:v>239.35</c:v>
                </c:pt>
                <c:pt idx="2403">
                  <c:v>234.95</c:v>
                </c:pt>
                <c:pt idx="2404">
                  <c:v>222.55</c:v>
                </c:pt>
                <c:pt idx="2405">
                  <c:v>224.7</c:v>
                </c:pt>
                <c:pt idx="2406">
                  <c:v>222.85</c:v>
                </c:pt>
                <c:pt idx="2407">
                  <c:v>225.15</c:v>
                </c:pt>
                <c:pt idx="2408">
                  <c:v>228.95</c:v>
                </c:pt>
                <c:pt idx="2409">
                  <c:v>239.95</c:v>
                </c:pt>
                <c:pt idx="2410">
                  <c:v>240.5</c:v>
                </c:pt>
                <c:pt idx="2411">
                  <c:v>239</c:v>
                </c:pt>
                <c:pt idx="2412">
                  <c:v>239.9</c:v>
                </c:pt>
                <c:pt idx="2413">
                  <c:v>236.6</c:v>
                </c:pt>
                <c:pt idx="2414">
                  <c:v>230.95</c:v>
                </c:pt>
                <c:pt idx="2415">
                  <c:v>230.15</c:v>
                </c:pt>
                <c:pt idx="2416">
                  <c:v>228.05</c:v>
                </c:pt>
                <c:pt idx="2417">
                  <c:v>226.8</c:v>
                </c:pt>
                <c:pt idx="2418">
                  <c:v>233.25</c:v>
                </c:pt>
                <c:pt idx="2419">
                  <c:v>231.05</c:v>
                </c:pt>
                <c:pt idx="2420">
                  <c:v>228.65</c:v>
                </c:pt>
                <c:pt idx="2421">
                  <c:v>227</c:v>
                </c:pt>
                <c:pt idx="2422">
                  <c:v>229.05</c:v>
                </c:pt>
                <c:pt idx="2423">
                  <c:v>227.1</c:v>
                </c:pt>
                <c:pt idx="2424">
                  <c:v>223.9</c:v>
                </c:pt>
                <c:pt idx="2425">
                  <c:v>229.05</c:v>
                </c:pt>
                <c:pt idx="2426">
                  <c:v>231.05</c:v>
                </c:pt>
                <c:pt idx="2427">
                  <c:v>228.8</c:v>
                </c:pt>
                <c:pt idx="2428">
                  <c:v>226.9</c:v>
                </c:pt>
                <c:pt idx="2429">
                  <c:v>233.35</c:v>
                </c:pt>
                <c:pt idx="2430">
                  <c:v>230.5</c:v>
                </c:pt>
                <c:pt idx="2431">
                  <c:v>232.55</c:v>
                </c:pt>
                <c:pt idx="2432">
                  <c:v>235</c:v>
                </c:pt>
                <c:pt idx="2433">
                  <c:v>234.25</c:v>
                </c:pt>
                <c:pt idx="2434">
                  <c:v>233.05</c:v>
                </c:pt>
                <c:pt idx="2435">
                  <c:v>232.55</c:v>
                </c:pt>
                <c:pt idx="2436">
                  <c:v>238.55</c:v>
                </c:pt>
                <c:pt idx="2437">
                  <c:v>247.55</c:v>
                </c:pt>
                <c:pt idx="2438">
                  <c:v>244.95</c:v>
                </c:pt>
                <c:pt idx="2439">
                  <c:v>250.75</c:v>
                </c:pt>
                <c:pt idx="2440">
                  <c:v>249.65</c:v>
                </c:pt>
                <c:pt idx="2441">
                  <c:v>258.35000000000002</c:v>
                </c:pt>
                <c:pt idx="2442">
                  <c:v>258.7</c:v>
                </c:pt>
                <c:pt idx="2443">
                  <c:v>256.39999999999998</c:v>
                </c:pt>
                <c:pt idx="2444">
                  <c:v>252.4</c:v>
                </c:pt>
                <c:pt idx="2445">
                  <c:v>250.5</c:v>
                </c:pt>
                <c:pt idx="2446">
                  <c:v>250.45</c:v>
                </c:pt>
                <c:pt idx="2447">
                  <c:v>243.7</c:v>
                </c:pt>
                <c:pt idx="2448">
                  <c:v>247.85</c:v>
                </c:pt>
                <c:pt idx="2449">
                  <c:v>260.2</c:v>
                </c:pt>
                <c:pt idx="2450">
                  <c:v>264.7</c:v>
                </c:pt>
                <c:pt idx="2451">
                  <c:v>260.60000000000002</c:v>
                </c:pt>
                <c:pt idx="2452">
                  <c:v>259.10000000000002</c:v>
                </c:pt>
                <c:pt idx="2453">
                  <c:v>259.3</c:v>
                </c:pt>
                <c:pt idx="2454">
                  <c:v>254.8</c:v>
                </c:pt>
                <c:pt idx="2455">
                  <c:v>248.55</c:v>
                </c:pt>
                <c:pt idx="2456">
                  <c:v>254.6</c:v>
                </c:pt>
                <c:pt idx="2457">
                  <c:v>252.15</c:v>
                </c:pt>
                <c:pt idx="2458">
                  <c:v>248.85</c:v>
                </c:pt>
                <c:pt idx="2459">
                  <c:v>259.05</c:v>
                </c:pt>
                <c:pt idx="2460">
                  <c:v>257.45</c:v>
                </c:pt>
                <c:pt idx="2461">
                  <c:v>256.85000000000002</c:v>
                </c:pt>
                <c:pt idx="2462">
                  <c:v>252.95</c:v>
                </c:pt>
                <c:pt idx="2463">
                  <c:v>254.5</c:v>
                </c:pt>
                <c:pt idx="2464">
                  <c:v>255.6</c:v>
                </c:pt>
                <c:pt idx="2465">
                  <c:v>254.65</c:v>
                </c:pt>
                <c:pt idx="2466">
                  <c:v>258.75</c:v>
                </c:pt>
                <c:pt idx="2467">
                  <c:v>256.64999999999998</c:v>
                </c:pt>
                <c:pt idx="2468">
                  <c:v>259.89999999999998</c:v>
                </c:pt>
                <c:pt idx="2469">
                  <c:v>268.8</c:v>
                </c:pt>
                <c:pt idx="2470">
                  <c:v>263.8</c:v>
                </c:pt>
                <c:pt idx="2471">
                  <c:v>268.89999999999998</c:v>
                </c:pt>
                <c:pt idx="2472">
                  <c:v>261.3</c:v>
                </c:pt>
                <c:pt idx="2473">
                  <c:v>256.3</c:v>
                </c:pt>
                <c:pt idx="2474">
                  <c:v>257.10000000000002</c:v>
                </c:pt>
                <c:pt idx="2475">
                  <c:v>258.05</c:v>
                </c:pt>
                <c:pt idx="2476">
                  <c:v>257</c:v>
                </c:pt>
                <c:pt idx="2477">
                  <c:v>255.45</c:v>
                </c:pt>
                <c:pt idx="2478">
                  <c:v>256.7</c:v>
                </c:pt>
                <c:pt idx="2479">
                  <c:v>254.8</c:v>
                </c:pt>
                <c:pt idx="2480">
                  <c:v>258.60000000000002</c:v>
                </c:pt>
                <c:pt idx="2481">
                  <c:v>256.55</c:v>
                </c:pt>
                <c:pt idx="2482">
                  <c:v>254.2</c:v>
                </c:pt>
                <c:pt idx="2483">
                  <c:v>252.75</c:v>
                </c:pt>
                <c:pt idx="2484">
                  <c:v>250.7</c:v>
                </c:pt>
                <c:pt idx="2485">
                  <c:v>251.45</c:v>
                </c:pt>
                <c:pt idx="2486">
                  <c:v>249.4</c:v>
                </c:pt>
                <c:pt idx="2487">
                  <c:v>249.25</c:v>
                </c:pt>
                <c:pt idx="2488">
                  <c:v>247</c:v>
                </c:pt>
                <c:pt idx="2489">
                  <c:v>244.8</c:v>
                </c:pt>
                <c:pt idx="2490">
                  <c:v>246.25</c:v>
                </c:pt>
                <c:pt idx="2491">
                  <c:v>253.6</c:v>
                </c:pt>
                <c:pt idx="2492">
                  <c:v>255.85</c:v>
                </c:pt>
                <c:pt idx="2493">
                  <c:v>256.2</c:v>
                </c:pt>
                <c:pt idx="2494">
                  <c:v>250.7</c:v>
                </c:pt>
                <c:pt idx="2495">
                  <c:v>250.8</c:v>
                </c:pt>
                <c:pt idx="2496">
                  <c:v>253.65</c:v>
                </c:pt>
                <c:pt idx="2497">
                  <c:v>256.14999999999998</c:v>
                </c:pt>
                <c:pt idx="2498">
                  <c:v>256.75</c:v>
                </c:pt>
                <c:pt idx="2499">
                  <c:v>255.95</c:v>
                </c:pt>
                <c:pt idx="2500">
                  <c:v>256.5</c:v>
                </c:pt>
                <c:pt idx="2501">
                  <c:v>256.60000000000002</c:v>
                </c:pt>
                <c:pt idx="2502">
                  <c:v>250.05</c:v>
                </c:pt>
                <c:pt idx="2503">
                  <c:v>248.95</c:v>
                </c:pt>
                <c:pt idx="2504">
                  <c:v>248.15</c:v>
                </c:pt>
                <c:pt idx="2505">
                  <c:v>252.75</c:v>
                </c:pt>
                <c:pt idx="2506">
                  <c:v>250.55</c:v>
                </c:pt>
                <c:pt idx="2507">
                  <c:v>249.9</c:v>
                </c:pt>
                <c:pt idx="2508">
                  <c:v>247.1</c:v>
                </c:pt>
                <c:pt idx="2509">
                  <c:v>244.5</c:v>
                </c:pt>
                <c:pt idx="2510">
                  <c:v>249.1</c:v>
                </c:pt>
                <c:pt idx="2511">
                  <c:v>255.1</c:v>
                </c:pt>
                <c:pt idx="2512">
                  <c:v>255.9</c:v>
                </c:pt>
                <c:pt idx="2513">
                  <c:v>254.25</c:v>
                </c:pt>
                <c:pt idx="2514">
                  <c:v>250.15</c:v>
                </c:pt>
                <c:pt idx="2515">
                  <c:v>246.5</c:v>
                </c:pt>
                <c:pt idx="2516">
                  <c:v>244.4</c:v>
                </c:pt>
                <c:pt idx="2517">
                  <c:v>252.6</c:v>
                </c:pt>
                <c:pt idx="2518">
                  <c:v>253.35</c:v>
                </c:pt>
                <c:pt idx="2519">
                  <c:v>248.35</c:v>
                </c:pt>
                <c:pt idx="2520">
                  <c:v>248.05</c:v>
                </c:pt>
                <c:pt idx="2521">
                  <c:v>245.35</c:v>
                </c:pt>
                <c:pt idx="2522">
                  <c:v>243.9</c:v>
                </c:pt>
                <c:pt idx="2523">
                  <c:v>243.9</c:v>
                </c:pt>
                <c:pt idx="2524">
                  <c:v>247.15</c:v>
                </c:pt>
                <c:pt idx="2525">
                  <c:v>249.35</c:v>
                </c:pt>
                <c:pt idx="2526">
                  <c:v>250.15</c:v>
                </c:pt>
                <c:pt idx="2527">
                  <c:v>251.75</c:v>
                </c:pt>
                <c:pt idx="2528">
                  <c:v>248.25</c:v>
                </c:pt>
                <c:pt idx="2529">
                  <c:v>248.5</c:v>
                </c:pt>
                <c:pt idx="2530">
                  <c:v>247.6</c:v>
                </c:pt>
                <c:pt idx="2531">
                  <c:v>249.25</c:v>
                </c:pt>
                <c:pt idx="2532">
                  <c:v>247.65</c:v>
                </c:pt>
                <c:pt idx="2533">
                  <c:v>247.6</c:v>
                </c:pt>
                <c:pt idx="2534">
                  <c:v>232.25</c:v>
                </c:pt>
                <c:pt idx="2535">
                  <c:v>241.95</c:v>
                </c:pt>
                <c:pt idx="2536">
                  <c:v>243.7</c:v>
                </c:pt>
                <c:pt idx="2537">
                  <c:v>246.05</c:v>
                </c:pt>
                <c:pt idx="2538">
                  <c:v>244.75</c:v>
                </c:pt>
                <c:pt idx="2539">
                  <c:v>251.25</c:v>
                </c:pt>
                <c:pt idx="2540">
                  <c:v>251.05</c:v>
                </c:pt>
                <c:pt idx="2541">
                  <c:v>254.25</c:v>
                </c:pt>
                <c:pt idx="2542">
                  <c:v>255.65</c:v>
                </c:pt>
                <c:pt idx="2543">
                  <c:v>258.45</c:v>
                </c:pt>
                <c:pt idx="2544">
                  <c:v>259.35000000000002</c:v>
                </c:pt>
                <c:pt idx="2545">
                  <c:v>259.8</c:v>
                </c:pt>
                <c:pt idx="2546">
                  <c:v>262.85000000000002</c:v>
                </c:pt>
                <c:pt idx="2547">
                  <c:v>261.25</c:v>
                </c:pt>
                <c:pt idx="2548">
                  <c:v>261.3</c:v>
                </c:pt>
                <c:pt idx="2549">
                  <c:v>261.60000000000002</c:v>
                </c:pt>
                <c:pt idx="2550">
                  <c:v>260.95</c:v>
                </c:pt>
                <c:pt idx="2551">
                  <c:v>264.75</c:v>
                </c:pt>
                <c:pt idx="2552">
                  <c:v>264.39999999999998</c:v>
                </c:pt>
                <c:pt idx="2553">
                  <c:v>269.2</c:v>
                </c:pt>
                <c:pt idx="2554">
                  <c:v>268.85000000000002</c:v>
                </c:pt>
                <c:pt idx="2555">
                  <c:v>263.05</c:v>
                </c:pt>
                <c:pt idx="2556">
                  <c:v>264</c:v>
                </c:pt>
                <c:pt idx="2557">
                  <c:v>264.8</c:v>
                </c:pt>
                <c:pt idx="2558">
                  <c:v>266.25</c:v>
                </c:pt>
                <c:pt idx="2559">
                  <c:v>269.45</c:v>
                </c:pt>
                <c:pt idx="2560">
                  <c:v>267.75</c:v>
                </c:pt>
                <c:pt idx="2561">
                  <c:v>269.25</c:v>
                </c:pt>
                <c:pt idx="2562">
                  <c:v>271.39999999999998</c:v>
                </c:pt>
                <c:pt idx="2563">
                  <c:v>268.60000000000002</c:v>
                </c:pt>
                <c:pt idx="2564">
                  <c:v>262.75</c:v>
                </c:pt>
                <c:pt idx="2565">
                  <c:v>269.10000000000002</c:v>
                </c:pt>
                <c:pt idx="2566">
                  <c:v>264.85000000000002</c:v>
                </c:pt>
                <c:pt idx="2567">
                  <c:v>263.2</c:v>
                </c:pt>
                <c:pt idx="2568">
                  <c:v>262.45</c:v>
                </c:pt>
                <c:pt idx="2569">
                  <c:v>264.25</c:v>
                </c:pt>
                <c:pt idx="2570">
                  <c:v>266.95</c:v>
                </c:pt>
                <c:pt idx="2571">
                  <c:v>267.39999999999998</c:v>
                </c:pt>
                <c:pt idx="2572">
                  <c:v>269.55</c:v>
                </c:pt>
                <c:pt idx="2573">
                  <c:v>269.95</c:v>
                </c:pt>
                <c:pt idx="2574">
                  <c:v>267.14999999999998</c:v>
                </c:pt>
                <c:pt idx="2575">
                  <c:v>265.85000000000002</c:v>
                </c:pt>
                <c:pt idx="2576">
                  <c:v>264.95</c:v>
                </c:pt>
                <c:pt idx="2577">
                  <c:v>262.3</c:v>
                </c:pt>
                <c:pt idx="2578">
                  <c:v>262.14999999999998</c:v>
                </c:pt>
                <c:pt idx="2579">
                  <c:v>259.05</c:v>
                </c:pt>
                <c:pt idx="2580">
                  <c:v>259.14999999999998</c:v>
                </c:pt>
                <c:pt idx="2581">
                  <c:v>261.8</c:v>
                </c:pt>
                <c:pt idx="2582">
                  <c:v>259.55</c:v>
                </c:pt>
                <c:pt idx="2583">
                  <c:v>265.05</c:v>
                </c:pt>
                <c:pt idx="2584">
                  <c:v>266.5</c:v>
                </c:pt>
                <c:pt idx="2585">
                  <c:v>268.14999999999998</c:v>
                </c:pt>
                <c:pt idx="2586">
                  <c:v>266.14999999999998</c:v>
                </c:pt>
                <c:pt idx="2587">
                  <c:v>268.64999999999998</c:v>
                </c:pt>
                <c:pt idx="2588">
                  <c:v>259.2</c:v>
                </c:pt>
                <c:pt idx="2589">
                  <c:v>262.39999999999998</c:v>
                </c:pt>
                <c:pt idx="2590">
                  <c:v>271.3</c:v>
                </c:pt>
                <c:pt idx="2591">
                  <c:v>268.05</c:v>
                </c:pt>
                <c:pt idx="2592">
                  <c:v>260.5</c:v>
                </c:pt>
                <c:pt idx="2593">
                  <c:v>269.10000000000002</c:v>
                </c:pt>
                <c:pt idx="2594">
                  <c:v>275.89999999999998</c:v>
                </c:pt>
                <c:pt idx="2595">
                  <c:v>283.2</c:v>
                </c:pt>
                <c:pt idx="2596">
                  <c:v>283.2</c:v>
                </c:pt>
                <c:pt idx="2597">
                  <c:v>283</c:v>
                </c:pt>
                <c:pt idx="2598">
                  <c:v>281.3</c:v>
                </c:pt>
                <c:pt idx="2599">
                  <c:v>285.5</c:v>
                </c:pt>
                <c:pt idx="2600">
                  <c:v>290.85000000000002</c:v>
                </c:pt>
                <c:pt idx="2601">
                  <c:v>287.7</c:v>
                </c:pt>
                <c:pt idx="2602">
                  <c:v>289.7</c:v>
                </c:pt>
                <c:pt idx="2603">
                  <c:v>277.60000000000002</c:v>
                </c:pt>
                <c:pt idx="2604">
                  <c:v>280.05</c:v>
                </c:pt>
                <c:pt idx="2605">
                  <c:v>281.55</c:v>
                </c:pt>
                <c:pt idx="2606">
                  <c:v>286.10000000000002</c:v>
                </c:pt>
                <c:pt idx="2607">
                  <c:v>291.7</c:v>
                </c:pt>
                <c:pt idx="2608">
                  <c:v>290.89999999999998</c:v>
                </c:pt>
                <c:pt idx="2609">
                  <c:v>293.89999999999998</c:v>
                </c:pt>
                <c:pt idx="2610">
                  <c:v>294.89999999999998</c:v>
                </c:pt>
                <c:pt idx="2611">
                  <c:v>299.10000000000002</c:v>
                </c:pt>
                <c:pt idx="2612">
                  <c:v>301.8</c:v>
                </c:pt>
                <c:pt idx="2613">
                  <c:v>302.85000000000002</c:v>
                </c:pt>
                <c:pt idx="2614">
                  <c:v>305.75</c:v>
                </c:pt>
                <c:pt idx="2615">
                  <c:v>301.45</c:v>
                </c:pt>
                <c:pt idx="2616">
                  <c:v>297.64999999999998</c:v>
                </c:pt>
                <c:pt idx="2617">
                  <c:v>296.35000000000002</c:v>
                </c:pt>
                <c:pt idx="2618">
                  <c:v>305.45</c:v>
                </c:pt>
                <c:pt idx="2619">
                  <c:v>303</c:v>
                </c:pt>
                <c:pt idx="2620">
                  <c:v>302.55</c:v>
                </c:pt>
                <c:pt idx="2621">
                  <c:v>302.14999999999998</c:v>
                </c:pt>
                <c:pt idx="2622">
                  <c:v>302.89999999999998</c:v>
                </c:pt>
                <c:pt idx="2623">
                  <c:v>302</c:v>
                </c:pt>
                <c:pt idx="2624">
                  <c:v>303.14999999999998</c:v>
                </c:pt>
                <c:pt idx="2625">
                  <c:v>300.35000000000002</c:v>
                </c:pt>
                <c:pt idx="2626">
                  <c:v>299.95</c:v>
                </c:pt>
                <c:pt idx="2627">
                  <c:v>299.10000000000002</c:v>
                </c:pt>
                <c:pt idx="2628">
                  <c:v>298.5</c:v>
                </c:pt>
                <c:pt idx="2629">
                  <c:v>300.10000000000002</c:v>
                </c:pt>
                <c:pt idx="2630">
                  <c:v>298.35000000000002</c:v>
                </c:pt>
                <c:pt idx="2631">
                  <c:v>291.35000000000002</c:v>
                </c:pt>
                <c:pt idx="2632">
                  <c:v>291.45</c:v>
                </c:pt>
                <c:pt idx="2633">
                  <c:v>292.35000000000002</c:v>
                </c:pt>
                <c:pt idx="2634">
                  <c:v>297.7</c:v>
                </c:pt>
                <c:pt idx="2635">
                  <c:v>301.64999999999998</c:v>
                </c:pt>
                <c:pt idx="2636">
                  <c:v>302.7</c:v>
                </c:pt>
                <c:pt idx="2637">
                  <c:v>304.25</c:v>
                </c:pt>
                <c:pt idx="2638">
                  <c:v>307.35000000000002</c:v>
                </c:pt>
                <c:pt idx="2639">
                  <c:v>310.10000000000002</c:v>
                </c:pt>
                <c:pt idx="2640">
                  <c:v>308.75</c:v>
                </c:pt>
                <c:pt idx="2641">
                  <c:v>312.8</c:v>
                </c:pt>
                <c:pt idx="2642">
                  <c:v>154.4</c:v>
                </c:pt>
                <c:pt idx="2643">
                  <c:v>155.30000000000001</c:v>
                </c:pt>
                <c:pt idx="2644">
                  <c:v>155.80000000000001</c:v>
                </c:pt>
                <c:pt idx="2645">
                  <c:v>158.75</c:v>
                </c:pt>
                <c:pt idx="2646">
                  <c:v>158.94999999999999</c:v>
                </c:pt>
                <c:pt idx="2647">
                  <c:v>157.25</c:v>
                </c:pt>
                <c:pt idx="2648">
                  <c:v>154.94999999999999</c:v>
                </c:pt>
                <c:pt idx="2649">
                  <c:v>152.94999999999999</c:v>
                </c:pt>
                <c:pt idx="2650">
                  <c:v>156.25</c:v>
                </c:pt>
                <c:pt idx="2651">
                  <c:v>158.25</c:v>
                </c:pt>
                <c:pt idx="2652">
                  <c:v>159.55000000000001</c:v>
                </c:pt>
                <c:pt idx="2653">
                  <c:v>162.5</c:v>
                </c:pt>
                <c:pt idx="2654">
                  <c:v>165.3</c:v>
                </c:pt>
                <c:pt idx="2655">
                  <c:v>162.69999999999999</c:v>
                </c:pt>
                <c:pt idx="2656">
                  <c:v>159.5</c:v>
                </c:pt>
                <c:pt idx="2657">
                  <c:v>159.85</c:v>
                </c:pt>
                <c:pt idx="2658">
                  <c:v>160.5</c:v>
                </c:pt>
                <c:pt idx="2659">
                  <c:v>163.9</c:v>
                </c:pt>
                <c:pt idx="2660">
                  <c:v>161.19999999999999</c:v>
                </c:pt>
                <c:pt idx="2661">
                  <c:v>159.30000000000001</c:v>
                </c:pt>
                <c:pt idx="2662">
                  <c:v>163.15</c:v>
                </c:pt>
                <c:pt idx="2663">
                  <c:v>163.15</c:v>
                </c:pt>
                <c:pt idx="2664">
                  <c:v>165.45</c:v>
                </c:pt>
                <c:pt idx="2665">
                  <c:v>164</c:v>
                </c:pt>
                <c:pt idx="2666">
                  <c:v>165.8</c:v>
                </c:pt>
                <c:pt idx="2667">
                  <c:v>166.2</c:v>
                </c:pt>
                <c:pt idx="2668">
                  <c:v>164.3</c:v>
                </c:pt>
                <c:pt idx="2669">
                  <c:v>162.35</c:v>
                </c:pt>
                <c:pt idx="2670">
                  <c:v>163.19999999999999</c:v>
                </c:pt>
                <c:pt idx="2671">
                  <c:v>165.2</c:v>
                </c:pt>
                <c:pt idx="2672">
                  <c:v>167.65</c:v>
                </c:pt>
                <c:pt idx="2673">
                  <c:v>167.4</c:v>
                </c:pt>
                <c:pt idx="2674">
                  <c:v>168.35</c:v>
                </c:pt>
                <c:pt idx="2675">
                  <c:v>176.65</c:v>
                </c:pt>
                <c:pt idx="2676">
                  <c:v>172.65</c:v>
                </c:pt>
                <c:pt idx="2677">
                  <c:v>174.7</c:v>
                </c:pt>
                <c:pt idx="2678">
                  <c:v>176.5</c:v>
                </c:pt>
                <c:pt idx="2679">
                  <c:v>179.25</c:v>
                </c:pt>
                <c:pt idx="2680">
                  <c:v>178.4</c:v>
                </c:pt>
                <c:pt idx="2681">
                  <c:v>178.4</c:v>
                </c:pt>
                <c:pt idx="2682">
                  <c:v>173.6</c:v>
                </c:pt>
                <c:pt idx="2683">
                  <c:v>178.3</c:v>
                </c:pt>
                <c:pt idx="2684">
                  <c:v>178.65</c:v>
                </c:pt>
                <c:pt idx="2685">
                  <c:v>175.25</c:v>
                </c:pt>
                <c:pt idx="2686">
                  <c:v>173.8</c:v>
                </c:pt>
                <c:pt idx="2687">
                  <c:v>172.9</c:v>
                </c:pt>
                <c:pt idx="2688">
                  <c:v>171.9</c:v>
                </c:pt>
                <c:pt idx="2689">
                  <c:v>172.45</c:v>
                </c:pt>
                <c:pt idx="2690">
                  <c:v>172.95</c:v>
                </c:pt>
                <c:pt idx="2691">
                  <c:v>170.95</c:v>
                </c:pt>
                <c:pt idx="2692">
                  <c:v>175.1</c:v>
                </c:pt>
                <c:pt idx="2693">
                  <c:v>175.05</c:v>
                </c:pt>
                <c:pt idx="2694">
                  <c:v>171.95</c:v>
                </c:pt>
                <c:pt idx="2695">
                  <c:v>171.55</c:v>
                </c:pt>
                <c:pt idx="2696">
                  <c:v>170.5</c:v>
                </c:pt>
                <c:pt idx="2697">
                  <c:v>168</c:v>
                </c:pt>
                <c:pt idx="2698">
                  <c:v>174.35</c:v>
                </c:pt>
                <c:pt idx="2699">
                  <c:v>171.2</c:v>
                </c:pt>
                <c:pt idx="2700">
                  <c:v>169.15</c:v>
                </c:pt>
                <c:pt idx="2701">
                  <c:v>171.75</c:v>
                </c:pt>
                <c:pt idx="2702">
                  <c:v>167.85</c:v>
                </c:pt>
                <c:pt idx="2703">
                  <c:v>167.05</c:v>
                </c:pt>
                <c:pt idx="2704">
                  <c:v>171.2</c:v>
                </c:pt>
                <c:pt idx="2705">
                  <c:v>171.85</c:v>
                </c:pt>
                <c:pt idx="2706">
                  <c:v>173.4</c:v>
                </c:pt>
                <c:pt idx="2707">
                  <c:v>175.55</c:v>
                </c:pt>
                <c:pt idx="2708">
                  <c:v>177</c:v>
                </c:pt>
                <c:pt idx="2709">
                  <c:v>177.15</c:v>
                </c:pt>
                <c:pt idx="2710">
                  <c:v>175.65</c:v>
                </c:pt>
                <c:pt idx="2711">
                  <c:v>177.8</c:v>
                </c:pt>
                <c:pt idx="2712">
                  <c:v>177</c:v>
                </c:pt>
                <c:pt idx="2713">
                  <c:v>175.35</c:v>
                </c:pt>
                <c:pt idx="2714">
                  <c:v>173.85</c:v>
                </c:pt>
                <c:pt idx="2715">
                  <c:v>175.15</c:v>
                </c:pt>
                <c:pt idx="2716">
                  <c:v>169.95</c:v>
                </c:pt>
                <c:pt idx="2717">
                  <c:v>171.95</c:v>
                </c:pt>
                <c:pt idx="2718">
                  <c:v>170.95</c:v>
                </c:pt>
                <c:pt idx="2719">
                  <c:v>175.9</c:v>
                </c:pt>
                <c:pt idx="2720">
                  <c:v>172.5</c:v>
                </c:pt>
                <c:pt idx="2721">
                  <c:v>173.7</c:v>
                </c:pt>
                <c:pt idx="2722">
                  <c:v>169.7</c:v>
                </c:pt>
                <c:pt idx="2723">
                  <c:v>167.65</c:v>
                </c:pt>
                <c:pt idx="2724">
                  <c:v>168.6</c:v>
                </c:pt>
                <c:pt idx="2725">
                  <c:v>171.9</c:v>
                </c:pt>
                <c:pt idx="2726">
                  <c:v>171.4</c:v>
                </c:pt>
                <c:pt idx="2727">
                  <c:v>170.9</c:v>
                </c:pt>
                <c:pt idx="2728">
                  <c:v>171.3</c:v>
                </c:pt>
                <c:pt idx="2729">
                  <c:v>169.05</c:v>
                </c:pt>
                <c:pt idx="2730">
                  <c:v>168.2</c:v>
                </c:pt>
                <c:pt idx="2731">
                  <c:v>166.75</c:v>
                </c:pt>
                <c:pt idx="2732">
                  <c:v>167.3</c:v>
                </c:pt>
                <c:pt idx="2733">
                  <c:v>170.3</c:v>
                </c:pt>
                <c:pt idx="2734">
                  <c:v>167.15</c:v>
                </c:pt>
                <c:pt idx="2735">
                  <c:v>168.4</c:v>
                </c:pt>
                <c:pt idx="2736">
                  <c:v>167</c:v>
                </c:pt>
                <c:pt idx="2737">
                  <c:v>168.05</c:v>
                </c:pt>
                <c:pt idx="2738">
                  <c:v>166.95</c:v>
                </c:pt>
                <c:pt idx="2739">
                  <c:v>167.15</c:v>
                </c:pt>
                <c:pt idx="2740">
                  <c:v>167.4</c:v>
                </c:pt>
                <c:pt idx="2741">
                  <c:v>166.9</c:v>
                </c:pt>
                <c:pt idx="2742">
                  <c:v>169.9</c:v>
                </c:pt>
                <c:pt idx="2743">
                  <c:v>169.75</c:v>
                </c:pt>
                <c:pt idx="2744">
                  <c:v>171.2</c:v>
                </c:pt>
                <c:pt idx="2745">
                  <c:v>174.2</c:v>
                </c:pt>
                <c:pt idx="2746">
                  <c:v>174.55</c:v>
                </c:pt>
                <c:pt idx="2747">
                  <c:v>174.65</c:v>
                </c:pt>
                <c:pt idx="2748">
                  <c:v>174.8</c:v>
                </c:pt>
                <c:pt idx="2749">
                  <c:v>177.5</c:v>
                </c:pt>
                <c:pt idx="2750">
                  <c:v>179.8</c:v>
                </c:pt>
                <c:pt idx="2751">
                  <c:v>178.9</c:v>
                </c:pt>
                <c:pt idx="2752">
                  <c:v>172.5</c:v>
                </c:pt>
                <c:pt idx="2753">
                  <c:v>170.6</c:v>
                </c:pt>
                <c:pt idx="2754">
                  <c:v>170.1</c:v>
                </c:pt>
                <c:pt idx="2755">
                  <c:v>173.75</c:v>
                </c:pt>
                <c:pt idx="2756">
                  <c:v>173.15</c:v>
                </c:pt>
                <c:pt idx="2757">
                  <c:v>170.55</c:v>
                </c:pt>
                <c:pt idx="2758">
                  <c:v>171.95</c:v>
                </c:pt>
                <c:pt idx="2759">
                  <c:v>176.15</c:v>
                </c:pt>
                <c:pt idx="2760">
                  <c:v>175.45</c:v>
                </c:pt>
                <c:pt idx="2761">
                  <c:v>171.65</c:v>
                </c:pt>
                <c:pt idx="2762">
                  <c:v>168.9</c:v>
                </c:pt>
                <c:pt idx="2763">
                  <c:v>169.1</c:v>
                </c:pt>
                <c:pt idx="2764">
                  <c:v>168</c:v>
                </c:pt>
                <c:pt idx="2765">
                  <c:v>167.8</c:v>
                </c:pt>
                <c:pt idx="2766">
                  <c:v>168.15</c:v>
                </c:pt>
                <c:pt idx="2767">
                  <c:v>162.6</c:v>
                </c:pt>
                <c:pt idx="2768">
                  <c:v>159.6</c:v>
                </c:pt>
                <c:pt idx="2769">
                  <c:v>159</c:v>
                </c:pt>
                <c:pt idx="2770">
                  <c:v>159.44999999999999</c:v>
                </c:pt>
                <c:pt idx="2771">
                  <c:v>153</c:v>
                </c:pt>
                <c:pt idx="2772">
                  <c:v>157.1</c:v>
                </c:pt>
                <c:pt idx="2773">
                  <c:v>156.1</c:v>
                </c:pt>
                <c:pt idx="2774">
                  <c:v>153.9</c:v>
                </c:pt>
                <c:pt idx="2775">
                  <c:v>156.15</c:v>
                </c:pt>
                <c:pt idx="2776">
                  <c:v>155.1</c:v>
                </c:pt>
                <c:pt idx="2777">
                  <c:v>157.5</c:v>
                </c:pt>
                <c:pt idx="2778">
                  <c:v>157.1</c:v>
                </c:pt>
                <c:pt idx="2779">
                  <c:v>156.9</c:v>
                </c:pt>
                <c:pt idx="2780">
                  <c:v>158.44999999999999</c:v>
                </c:pt>
                <c:pt idx="2781">
                  <c:v>155.75</c:v>
                </c:pt>
                <c:pt idx="2782">
                  <c:v>158.19999999999999</c:v>
                </c:pt>
                <c:pt idx="2783">
                  <c:v>156.69999999999999</c:v>
                </c:pt>
                <c:pt idx="2784">
                  <c:v>155.6</c:v>
                </c:pt>
                <c:pt idx="2785">
                  <c:v>150.65</c:v>
                </c:pt>
                <c:pt idx="2786">
                  <c:v>156.30000000000001</c:v>
                </c:pt>
                <c:pt idx="2787">
                  <c:v>169</c:v>
                </c:pt>
                <c:pt idx="2788">
                  <c:v>173.6</c:v>
                </c:pt>
                <c:pt idx="2789">
                  <c:v>173.55</c:v>
                </c:pt>
                <c:pt idx="2790">
                  <c:v>172.4</c:v>
                </c:pt>
                <c:pt idx="2791">
                  <c:v>172.65</c:v>
                </c:pt>
                <c:pt idx="2792">
                  <c:v>171.95</c:v>
                </c:pt>
                <c:pt idx="2793">
                  <c:v>171.75</c:v>
                </c:pt>
                <c:pt idx="2794">
                  <c:v>171.3</c:v>
                </c:pt>
                <c:pt idx="2795">
                  <c:v>171.35</c:v>
                </c:pt>
                <c:pt idx="2796">
                  <c:v>173.45</c:v>
                </c:pt>
                <c:pt idx="2797">
                  <c:v>170.1</c:v>
                </c:pt>
                <c:pt idx="2798">
                  <c:v>171.2</c:v>
                </c:pt>
                <c:pt idx="2799">
                  <c:v>168.05</c:v>
                </c:pt>
                <c:pt idx="2800">
                  <c:v>167.95</c:v>
                </c:pt>
                <c:pt idx="2801">
                  <c:v>167.9</c:v>
                </c:pt>
                <c:pt idx="2802">
                  <c:v>170.05</c:v>
                </c:pt>
                <c:pt idx="2803">
                  <c:v>171.95</c:v>
                </c:pt>
                <c:pt idx="2804">
                  <c:v>173</c:v>
                </c:pt>
                <c:pt idx="2805">
                  <c:v>177.45</c:v>
                </c:pt>
                <c:pt idx="2806">
                  <c:v>178.7</c:v>
                </c:pt>
                <c:pt idx="2807">
                  <c:v>179.25</c:v>
                </c:pt>
                <c:pt idx="2808">
                  <c:v>177.6</c:v>
                </c:pt>
                <c:pt idx="2809">
                  <c:v>182.1</c:v>
                </c:pt>
                <c:pt idx="2810">
                  <c:v>182.5</c:v>
                </c:pt>
                <c:pt idx="2811">
                  <c:v>184.85</c:v>
                </c:pt>
                <c:pt idx="2812">
                  <c:v>184.2</c:v>
                </c:pt>
                <c:pt idx="2813">
                  <c:v>182.95</c:v>
                </c:pt>
                <c:pt idx="2814">
                  <c:v>182.55</c:v>
                </c:pt>
                <c:pt idx="2815">
                  <c:v>183.75</c:v>
                </c:pt>
                <c:pt idx="2816">
                  <c:v>185</c:v>
                </c:pt>
                <c:pt idx="2817">
                  <c:v>190.1</c:v>
                </c:pt>
                <c:pt idx="2818">
                  <c:v>191.5</c:v>
                </c:pt>
                <c:pt idx="2819">
                  <c:v>190.2</c:v>
                </c:pt>
                <c:pt idx="2820">
                  <c:v>187.5</c:v>
                </c:pt>
                <c:pt idx="2821">
                  <c:v>190.6</c:v>
                </c:pt>
                <c:pt idx="2822">
                  <c:v>190.15</c:v>
                </c:pt>
                <c:pt idx="2823">
                  <c:v>190.25</c:v>
                </c:pt>
                <c:pt idx="2824">
                  <c:v>191.65</c:v>
                </c:pt>
                <c:pt idx="2825">
                  <c:v>193.65</c:v>
                </c:pt>
                <c:pt idx="2826">
                  <c:v>191.85</c:v>
                </c:pt>
                <c:pt idx="2827">
                  <c:v>192.35</c:v>
                </c:pt>
                <c:pt idx="2828">
                  <c:v>191.15</c:v>
                </c:pt>
                <c:pt idx="2829">
                  <c:v>186.85</c:v>
                </c:pt>
                <c:pt idx="2830">
                  <c:v>186.8</c:v>
                </c:pt>
                <c:pt idx="2831">
                  <c:v>182.5</c:v>
                </c:pt>
                <c:pt idx="2832">
                  <c:v>183.6</c:v>
                </c:pt>
                <c:pt idx="2833">
                  <c:v>184.45</c:v>
                </c:pt>
                <c:pt idx="2834">
                  <c:v>185.6</c:v>
                </c:pt>
                <c:pt idx="2835">
                  <c:v>186.35</c:v>
                </c:pt>
                <c:pt idx="2836">
                  <c:v>183.8</c:v>
                </c:pt>
                <c:pt idx="2837">
                  <c:v>189</c:v>
                </c:pt>
                <c:pt idx="2838">
                  <c:v>186.1</c:v>
                </c:pt>
                <c:pt idx="2839">
                  <c:v>187.85</c:v>
                </c:pt>
                <c:pt idx="2840">
                  <c:v>188.95</c:v>
                </c:pt>
                <c:pt idx="2841">
                  <c:v>189.05</c:v>
                </c:pt>
                <c:pt idx="2842">
                  <c:v>186.55</c:v>
                </c:pt>
                <c:pt idx="2843">
                  <c:v>190.2</c:v>
                </c:pt>
                <c:pt idx="2844">
                  <c:v>186.95</c:v>
                </c:pt>
                <c:pt idx="2845">
                  <c:v>189.1</c:v>
                </c:pt>
                <c:pt idx="2846">
                  <c:v>187</c:v>
                </c:pt>
                <c:pt idx="2847">
                  <c:v>188.95</c:v>
                </c:pt>
                <c:pt idx="2848">
                  <c:v>187.6</c:v>
                </c:pt>
                <c:pt idx="2849">
                  <c:v>193.35</c:v>
                </c:pt>
                <c:pt idx="2850">
                  <c:v>193.85</c:v>
                </c:pt>
                <c:pt idx="2851">
                  <c:v>195.3</c:v>
                </c:pt>
                <c:pt idx="2852">
                  <c:v>193.45</c:v>
                </c:pt>
                <c:pt idx="2853">
                  <c:v>192.8</c:v>
                </c:pt>
                <c:pt idx="2854">
                  <c:v>193.55</c:v>
                </c:pt>
                <c:pt idx="2855">
                  <c:v>194.95</c:v>
                </c:pt>
                <c:pt idx="2856">
                  <c:v>195</c:v>
                </c:pt>
                <c:pt idx="2857">
                  <c:v>191.65</c:v>
                </c:pt>
                <c:pt idx="2858">
                  <c:v>190.9</c:v>
                </c:pt>
                <c:pt idx="2859">
                  <c:v>193.85</c:v>
                </c:pt>
                <c:pt idx="2860">
                  <c:v>194.15</c:v>
                </c:pt>
                <c:pt idx="2861">
                  <c:v>194</c:v>
                </c:pt>
                <c:pt idx="2862">
                  <c:v>191.75</c:v>
                </c:pt>
                <c:pt idx="2863">
                  <c:v>186.45</c:v>
                </c:pt>
                <c:pt idx="2864">
                  <c:v>184.85</c:v>
                </c:pt>
                <c:pt idx="2865">
                  <c:v>185.2</c:v>
                </c:pt>
                <c:pt idx="2866">
                  <c:v>191.45</c:v>
                </c:pt>
                <c:pt idx="2867">
                  <c:v>195.1</c:v>
                </c:pt>
                <c:pt idx="2868">
                  <c:v>193.6</c:v>
                </c:pt>
                <c:pt idx="2869">
                  <c:v>193.85</c:v>
                </c:pt>
                <c:pt idx="2870">
                  <c:v>199.55</c:v>
                </c:pt>
                <c:pt idx="2871">
                  <c:v>202.95</c:v>
                </c:pt>
                <c:pt idx="2872">
                  <c:v>201.55</c:v>
                </c:pt>
                <c:pt idx="2873">
                  <c:v>198.75</c:v>
                </c:pt>
                <c:pt idx="2874">
                  <c:v>195.65</c:v>
                </c:pt>
                <c:pt idx="2875">
                  <c:v>196.7</c:v>
                </c:pt>
                <c:pt idx="2876">
                  <c:v>203.4</c:v>
                </c:pt>
                <c:pt idx="2877">
                  <c:v>200.55</c:v>
                </c:pt>
                <c:pt idx="2878">
                  <c:v>202.6</c:v>
                </c:pt>
                <c:pt idx="2879">
                  <c:v>201.65</c:v>
                </c:pt>
                <c:pt idx="2880">
                  <c:v>204</c:v>
                </c:pt>
                <c:pt idx="2881">
                  <c:v>203</c:v>
                </c:pt>
                <c:pt idx="2882">
                  <c:v>201.75</c:v>
                </c:pt>
                <c:pt idx="2883">
                  <c:v>201.65</c:v>
                </c:pt>
                <c:pt idx="2884">
                  <c:v>204.1</c:v>
                </c:pt>
                <c:pt idx="2885">
                  <c:v>205.75</c:v>
                </c:pt>
                <c:pt idx="2886">
                  <c:v>207.1</c:v>
                </c:pt>
                <c:pt idx="2887">
                  <c:v>207.4</c:v>
                </c:pt>
                <c:pt idx="2888">
                  <c:v>205.4</c:v>
                </c:pt>
                <c:pt idx="2889">
                  <c:v>200.9</c:v>
                </c:pt>
                <c:pt idx="2890">
                  <c:v>200.9</c:v>
                </c:pt>
                <c:pt idx="2891">
                  <c:v>206.25</c:v>
                </c:pt>
                <c:pt idx="2892">
                  <c:v>208.35</c:v>
                </c:pt>
                <c:pt idx="2893">
                  <c:v>208.9</c:v>
                </c:pt>
                <c:pt idx="2894">
                  <c:v>204.75</c:v>
                </c:pt>
                <c:pt idx="2895">
                  <c:v>206.85</c:v>
                </c:pt>
                <c:pt idx="2896">
                  <c:v>199.95</c:v>
                </c:pt>
                <c:pt idx="2897">
                  <c:v>196.4</c:v>
                </c:pt>
                <c:pt idx="2898">
                  <c:v>195</c:v>
                </c:pt>
                <c:pt idx="2899">
                  <c:v>199.75</c:v>
                </c:pt>
                <c:pt idx="2900">
                  <c:v>197.1</c:v>
                </c:pt>
                <c:pt idx="2901">
                  <c:v>198.75</c:v>
                </c:pt>
                <c:pt idx="2902">
                  <c:v>198</c:v>
                </c:pt>
                <c:pt idx="2903">
                  <c:v>200.5</c:v>
                </c:pt>
                <c:pt idx="2904">
                  <c:v>204.25</c:v>
                </c:pt>
                <c:pt idx="2905">
                  <c:v>203.85</c:v>
                </c:pt>
                <c:pt idx="2906">
                  <c:v>199.2</c:v>
                </c:pt>
                <c:pt idx="2907">
                  <c:v>202</c:v>
                </c:pt>
                <c:pt idx="2908">
                  <c:v>203.2</c:v>
                </c:pt>
                <c:pt idx="2909">
                  <c:v>201.95</c:v>
                </c:pt>
                <c:pt idx="2910">
                  <c:v>202.35</c:v>
                </c:pt>
                <c:pt idx="2911">
                  <c:v>196.85</c:v>
                </c:pt>
                <c:pt idx="2912">
                  <c:v>201.95</c:v>
                </c:pt>
                <c:pt idx="2913">
                  <c:v>200</c:v>
                </c:pt>
                <c:pt idx="2914">
                  <c:v>203.25</c:v>
                </c:pt>
                <c:pt idx="2915">
                  <c:v>202.75</c:v>
                </c:pt>
                <c:pt idx="2916">
                  <c:v>202.8</c:v>
                </c:pt>
                <c:pt idx="2917">
                  <c:v>200.05</c:v>
                </c:pt>
                <c:pt idx="2918">
                  <c:v>199.15</c:v>
                </c:pt>
                <c:pt idx="2919">
                  <c:v>197.65</c:v>
                </c:pt>
                <c:pt idx="2920">
                  <c:v>196.2</c:v>
                </c:pt>
                <c:pt idx="2921">
                  <c:v>197.05</c:v>
                </c:pt>
                <c:pt idx="2922">
                  <c:v>199.45</c:v>
                </c:pt>
                <c:pt idx="2923">
                  <c:v>199.4</c:v>
                </c:pt>
                <c:pt idx="2924">
                  <c:v>197.95</c:v>
                </c:pt>
                <c:pt idx="2925">
                  <c:v>195.35</c:v>
                </c:pt>
                <c:pt idx="2926">
                  <c:v>198.5</c:v>
                </c:pt>
                <c:pt idx="2927">
                  <c:v>197.6</c:v>
                </c:pt>
                <c:pt idx="2928">
                  <c:v>190.95</c:v>
                </c:pt>
                <c:pt idx="2929">
                  <c:v>191.65</c:v>
                </c:pt>
                <c:pt idx="2930">
                  <c:v>188.5</c:v>
                </c:pt>
                <c:pt idx="2931">
                  <c:v>193.45</c:v>
                </c:pt>
                <c:pt idx="2932">
                  <c:v>197.1</c:v>
                </c:pt>
                <c:pt idx="2933">
                  <c:v>202.25</c:v>
                </c:pt>
                <c:pt idx="2934">
                  <c:v>198</c:v>
                </c:pt>
                <c:pt idx="2935">
                  <c:v>194.35</c:v>
                </c:pt>
                <c:pt idx="2936">
                  <c:v>191.65</c:v>
                </c:pt>
                <c:pt idx="2937">
                  <c:v>194.1</c:v>
                </c:pt>
                <c:pt idx="2938">
                  <c:v>199.15</c:v>
                </c:pt>
                <c:pt idx="2939">
                  <c:v>200.1</c:v>
                </c:pt>
                <c:pt idx="2940">
                  <c:v>199.55</c:v>
                </c:pt>
                <c:pt idx="2941">
                  <c:v>204</c:v>
                </c:pt>
                <c:pt idx="2942">
                  <c:v>201.9</c:v>
                </c:pt>
                <c:pt idx="2943">
                  <c:v>205.2</c:v>
                </c:pt>
                <c:pt idx="2944">
                  <c:v>205.75</c:v>
                </c:pt>
                <c:pt idx="2945">
                  <c:v>204.25</c:v>
                </c:pt>
                <c:pt idx="2946">
                  <c:v>207.1</c:v>
                </c:pt>
                <c:pt idx="2947">
                  <c:v>205.05</c:v>
                </c:pt>
                <c:pt idx="2948">
                  <c:v>204</c:v>
                </c:pt>
                <c:pt idx="2949">
                  <c:v>206.95</c:v>
                </c:pt>
                <c:pt idx="2950">
                  <c:v>211.05</c:v>
                </c:pt>
                <c:pt idx="2951">
                  <c:v>212.2</c:v>
                </c:pt>
                <c:pt idx="2952">
                  <c:v>215.5</c:v>
                </c:pt>
                <c:pt idx="2953">
                  <c:v>213.15</c:v>
                </c:pt>
                <c:pt idx="2954">
                  <c:v>208.3</c:v>
                </c:pt>
                <c:pt idx="2955">
                  <c:v>209.35</c:v>
                </c:pt>
                <c:pt idx="2956">
                  <c:v>210.2</c:v>
                </c:pt>
                <c:pt idx="2957">
                  <c:v>210.35</c:v>
                </c:pt>
                <c:pt idx="2958">
                  <c:v>210.8</c:v>
                </c:pt>
                <c:pt idx="2959">
                  <c:v>212</c:v>
                </c:pt>
                <c:pt idx="2960">
                  <c:v>212.65</c:v>
                </c:pt>
                <c:pt idx="2961">
                  <c:v>211.5</c:v>
                </c:pt>
                <c:pt idx="2962">
                  <c:v>210.65</c:v>
                </c:pt>
                <c:pt idx="2963">
                  <c:v>212.6</c:v>
                </c:pt>
                <c:pt idx="2964">
                  <c:v>207.75</c:v>
                </c:pt>
                <c:pt idx="2965">
                  <c:v>201.8</c:v>
                </c:pt>
                <c:pt idx="2966">
                  <c:v>199.45</c:v>
                </c:pt>
                <c:pt idx="2967">
                  <c:v>196.2</c:v>
                </c:pt>
                <c:pt idx="2968">
                  <c:v>193.3</c:v>
                </c:pt>
                <c:pt idx="2969">
                  <c:v>192.3</c:v>
                </c:pt>
                <c:pt idx="2970">
                  <c:v>192.25</c:v>
                </c:pt>
                <c:pt idx="2971">
                  <c:v>196.45</c:v>
                </c:pt>
                <c:pt idx="2972">
                  <c:v>197.9</c:v>
                </c:pt>
                <c:pt idx="2973">
                  <c:v>200.7</c:v>
                </c:pt>
                <c:pt idx="2974">
                  <c:v>203.65</c:v>
                </c:pt>
                <c:pt idx="2975">
                  <c:v>206.5</c:v>
                </c:pt>
                <c:pt idx="2976">
                  <c:v>204.15</c:v>
                </c:pt>
                <c:pt idx="2977">
                  <c:v>204.95</c:v>
                </c:pt>
                <c:pt idx="2978">
                  <c:v>199</c:v>
                </c:pt>
                <c:pt idx="2979">
                  <c:v>197.15</c:v>
                </c:pt>
                <c:pt idx="2980">
                  <c:v>196</c:v>
                </c:pt>
                <c:pt idx="2981">
                  <c:v>197.35</c:v>
                </c:pt>
                <c:pt idx="2982">
                  <c:v>199.85</c:v>
                </c:pt>
                <c:pt idx="2983">
                  <c:v>199.6</c:v>
                </c:pt>
                <c:pt idx="2984">
                  <c:v>195.8</c:v>
                </c:pt>
                <c:pt idx="2985">
                  <c:v>197.5</c:v>
                </c:pt>
                <c:pt idx="2986">
                  <c:v>199.4</c:v>
                </c:pt>
                <c:pt idx="2987">
                  <c:v>202.25</c:v>
                </c:pt>
                <c:pt idx="2988">
                  <c:v>203.75</c:v>
                </c:pt>
                <c:pt idx="2989">
                  <c:v>204</c:v>
                </c:pt>
                <c:pt idx="2990">
                  <c:v>204.95</c:v>
                </c:pt>
                <c:pt idx="2991">
                  <c:v>205.05</c:v>
                </c:pt>
                <c:pt idx="2992">
                  <c:v>202.05</c:v>
                </c:pt>
                <c:pt idx="2993">
                  <c:v>200.7</c:v>
                </c:pt>
                <c:pt idx="2994">
                  <c:v>201.3</c:v>
                </c:pt>
                <c:pt idx="2995">
                  <c:v>198.65</c:v>
                </c:pt>
                <c:pt idx="2996">
                  <c:v>200.35</c:v>
                </c:pt>
                <c:pt idx="2997">
                  <c:v>199.55</c:v>
                </c:pt>
                <c:pt idx="2998">
                  <c:v>199.8</c:v>
                </c:pt>
                <c:pt idx="2999">
                  <c:v>202.1</c:v>
                </c:pt>
                <c:pt idx="3000">
                  <c:v>201.65</c:v>
                </c:pt>
                <c:pt idx="3001">
                  <c:v>202</c:v>
                </c:pt>
                <c:pt idx="3002">
                  <c:v>205.15</c:v>
                </c:pt>
                <c:pt idx="3003">
                  <c:v>203.3</c:v>
                </c:pt>
                <c:pt idx="3004">
                  <c:v>204.95</c:v>
                </c:pt>
                <c:pt idx="3005">
                  <c:v>207.05</c:v>
                </c:pt>
                <c:pt idx="3006">
                  <c:v>209.1</c:v>
                </c:pt>
                <c:pt idx="3007">
                  <c:v>208.4</c:v>
                </c:pt>
                <c:pt idx="3008">
                  <c:v>209.8</c:v>
                </c:pt>
                <c:pt idx="3009">
                  <c:v>209.2</c:v>
                </c:pt>
                <c:pt idx="3010">
                  <c:v>201.3</c:v>
                </c:pt>
                <c:pt idx="3011">
                  <c:v>204.6</c:v>
                </c:pt>
                <c:pt idx="3012">
                  <c:v>205.95</c:v>
                </c:pt>
                <c:pt idx="3013">
                  <c:v>206.05</c:v>
                </c:pt>
                <c:pt idx="3014">
                  <c:v>201.8</c:v>
                </c:pt>
                <c:pt idx="3015">
                  <c:v>200.85</c:v>
                </c:pt>
                <c:pt idx="3016">
                  <c:v>203.95</c:v>
                </c:pt>
                <c:pt idx="3017">
                  <c:v>201.6</c:v>
                </c:pt>
                <c:pt idx="3018">
                  <c:v>199.05</c:v>
                </c:pt>
                <c:pt idx="3019">
                  <c:v>200.65</c:v>
                </c:pt>
                <c:pt idx="3020">
                  <c:v>202.4</c:v>
                </c:pt>
                <c:pt idx="3021">
                  <c:v>205.55</c:v>
                </c:pt>
                <c:pt idx="3022">
                  <c:v>204.45</c:v>
                </c:pt>
                <c:pt idx="3023">
                  <c:v>203.9</c:v>
                </c:pt>
                <c:pt idx="3024">
                  <c:v>203.8</c:v>
                </c:pt>
                <c:pt idx="3025">
                  <c:v>202.8</c:v>
                </c:pt>
                <c:pt idx="3026">
                  <c:v>202.55</c:v>
                </c:pt>
                <c:pt idx="3027">
                  <c:v>203.15</c:v>
                </c:pt>
                <c:pt idx="3028">
                  <c:v>203.95</c:v>
                </c:pt>
                <c:pt idx="3029">
                  <c:v>205.45</c:v>
                </c:pt>
                <c:pt idx="3030">
                  <c:v>207.4</c:v>
                </c:pt>
                <c:pt idx="3031">
                  <c:v>208.55</c:v>
                </c:pt>
                <c:pt idx="3032">
                  <c:v>208.6</c:v>
                </c:pt>
                <c:pt idx="3033">
                  <c:v>209.4</c:v>
                </c:pt>
                <c:pt idx="3034">
                  <c:v>212.3</c:v>
                </c:pt>
                <c:pt idx="3035">
                  <c:v>210.7</c:v>
                </c:pt>
                <c:pt idx="3036">
                  <c:v>207.65</c:v>
                </c:pt>
                <c:pt idx="3037">
                  <c:v>206.85</c:v>
                </c:pt>
                <c:pt idx="3038">
                  <c:v>205.25</c:v>
                </c:pt>
                <c:pt idx="3039">
                  <c:v>205</c:v>
                </c:pt>
                <c:pt idx="3040">
                  <c:v>207</c:v>
                </c:pt>
                <c:pt idx="3041">
                  <c:v>210.4</c:v>
                </c:pt>
                <c:pt idx="3042">
                  <c:v>209.95</c:v>
                </c:pt>
                <c:pt idx="3043">
                  <c:v>208.25</c:v>
                </c:pt>
                <c:pt idx="3044">
                  <c:v>206.8</c:v>
                </c:pt>
                <c:pt idx="3045">
                  <c:v>209.05</c:v>
                </c:pt>
                <c:pt idx="3046">
                  <c:v>212.5</c:v>
                </c:pt>
                <c:pt idx="3047">
                  <c:v>208.9</c:v>
                </c:pt>
                <c:pt idx="3048">
                  <c:v>216.15</c:v>
                </c:pt>
                <c:pt idx="3049">
                  <c:v>220.5</c:v>
                </c:pt>
                <c:pt idx="3050">
                  <c:v>223.6</c:v>
                </c:pt>
                <c:pt idx="3051">
                  <c:v>223.85</c:v>
                </c:pt>
                <c:pt idx="3052">
                  <c:v>219.7</c:v>
                </c:pt>
                <c:pt idx="3053">
                  <c:v>222.45</c:v>
                </c:pt>
                <c:pt idx="3054">
                  <c:v>222.7</c:v>
                </c:pt>
                <c:pt idx="3055">
                  <c:v>226.05</c:v>
                </c:pt>
                <c:pt idx="3056">
                  <c:v>226.8</c:v>
                </c:pt>
                <c:pt idx="3057">
                  <c:v>224.55</c:v>
                </c:pt>
                <c:pt idx="3058">
                  <c:v>226.9</c:v>
                </c:pt>
                <c:pt idx="3059">
                  <c:v>226.95</c:v>
                </c:pt>
                <c:pt idx="3060">
                  <c:v>227.1</c:v>
                </c:pt>
                <c:pt idx="3061">
                  <c:v>227.4</c:v>
                </c:pt>
                <c:pt idx="3062">
                  <c:v>224.05</c:v>
                </c:pt>
                <c:pt idx="3063">
                  <c:v>229.35</c:v>
                </c:pt>
                <c:pt idx="3064">
                  <c:v>229.75</c:v>
                </c:pt>
                <c:pt idx="3065">
                  <c:v>234.75</c:v>
                </c:pt>
                <c:pt idx="3066">
                  <c:v>236.25</c:v>
                </c:pt>
                <c:pt idx="3067">
                  <c:v>241.05</c:v>
                </c:pt>
                <c:pt idx="3068">
                  <c:v>246.2</c:v>
                </c:pt>
                <c:pt idx="3069">
                  <c:v>241.75</c:v>
                </c:pt>
                <c:pt idx="3070">
                  <c:v>244.05</c:v>
                </c:pt>
                <c:pt idx="3071">
                  <c:v>245.2</c:v>
                </c:pt>
                <c:pt idx="3072">
                  <c:v>244.75</c:v>
                </c:pt>
                <c:pt idx="3073">
                  <c:v>245.05</c:v>
                </c:pt>
                <c:pt idx="3074">
                  <c:v>245.95</c:v>
                </c:pt>
                <c:pt idx="3075">
                  <c:v>249.05</c:v>
                </c:pt>
                <c:pt idx="3076">
                  <c:v>245.8</c:v>
                </c:pt>
                <c:pt idx="3077">
                  <c:v>246.9</c:v>
                </c:pt>
                <c:pt idx="3078">
                  <c:v>245.5</c:v>
                </c:pt>
                <c:pt idx="3079">
                  <c:v>244.6</c:v>
                </c:pt>
                <c:pt idx="3080">
                  <c:v>241.7</c:v>
                </c:pt>
                <c:pt idx="3081">
                  <c:v>238.15</c:v>
                </c:pt>
                <c:pt idx="3082">
                  <c:v>236.35</c:v>
                </c:pt>
                <c:pt idx="3083">
                  <c:v>226.9</c:v>
                </c:pt>
                <c:pt idx="3084">
                  <c:v>239.9</c:v>
                </c:pt>
                <c:pt idx="3085">
                  <c:v>239.25</c:v>
                </c:pt>
                <c:pt idx="3086">
                  <c:v>234.25</c:v>
                </c:pt>
                <c:pt idx="3087">
                  <c:v>234.5</c:v>
                </c:pt>
                <c:pt idx="3088">
                  <c:v>230.85</c:v>
                </c:pt>
                <c:pt idx="3089">
                  <c:v>227.3</c:v>
                </c:pt>
                <c:pt idx="3090">
                  <c:v>234.75</c:v>
                </c:pt>
                <c:pt idx="3091">
                  <c:v>239.55</c:v>
                </c:pt>
                <c:pt idx="3092">
                  <c:v>234.85</c:v>
                </c:pt>
                <c:pt idx="3093">
                  <c:v>232.75</c:v>
                </c:pt>
                <c:pt idx="3094">
                  <c:v>231.7</c:v>
                </c:pt>
                <c:pt idx="3095">
                  <c:v>233.35</c:v>
                </c:pt>
                <c:pt idx="3096">
                  <c:v>231.85</c:v>
                </c:pt>
                <c:pt idx="3097">
                  <c:v>235.05</c:v>
                </c:pt>
                <c:pt idx="3098">
                  <c:v>230.9</c:v>
                </c:pt>
                <c:pt idx="3099">
                  <c:v>231.9</c:v>
                </c:pt>
                <c:pt idx="3100">
                  <c:v>229.35</c:v>
                </c:pt>
                <c:pt idx="3101">
                  <c:v>233.85</c:v>
                </c:pt>
                <c:pt idx="3102">
                  <c:v>230.1</c:v>
                </c:pt>
                <c:pt idx="3103">
                  <c:v>225.9</c:v>
                </c:pt>
                <c:pt idx="3104">
                  <c:v>234.55</c:v>
                </c:pt>
                <c:pt idx="3105">
                  <c:v>236.35</c:v>
                </c:pt>
                <c:pt idx="3106">
                  <c:v>239.2</c:v>
                </c:pt>
                <c:pt idx="3107">
                  <c:v>239.75</c:v>
                </c:pt>
                <c:pt idx="3108">
                  <c:v>243.05</c:v>
                </c:pt>
                <c:pt idx="3109">
                  <c:v>244.05</c:v>
                </c:pt>
                <c:pt idx="3110">
                  <c:v>244.7</c:v>
                </c:pt>
                <c:pt idx="3111">
                  <c:v>248</c:v>
                </c:pt>
                <c:pt idx="3112">
                  <c:v>243.2</c:v>
                </c:pt>
                <c:pt idx="3113">
                  <c:v>249.4</c:v>
                </c:pt>
                <c:pt idx="3114">
                  <c:v>246.05</c:v>
                </c:pt>
                <c:pt idx="3115">
                  <c:v>251.4</c:v>
                </c:pt>
                <c:pt idx="3116">
                  <c:v>250.5</c:v>
                </c:pt>
                <c:pt idx="3117">
                  <c:v>250.05</c:v>
                </c:pt>
                <c:pt idx="3118">
                  <c:v>247.05</c:v>
                </c:pt>
                <c:pt idx="3119">
                  <c:v>247.8</c:v>
                </c:pt>
                <c:pt idx="3120">
                  <c:v>251.3</c:v>
                </c:pt>
                <c:pt idx="3121">
                  <c:v>258.89999999999998</c:v>
                </c:pt>
                <c:pt idx="3122">
                  <c:v>250.05</c:v>
                </c:pt>
                <c:pt idx="3123">
                  <c:v>246.5</c:v>
                </c:pt>
                <c:pt idx="3124">
                  <c:v>246.15</c:v>
                </c:pt>
                <c:pt idx="3125">
                  <c:v>250.6</c:v>
                </c:pt>
                <c:pt idx="3126">
                  <c:v>252.75</c:v>
                </c:pt>
                <c:pt idx="3127">
                  <c:v>251.65</c:v>
                </c:pt>
                <c:pt idx="3128">
                  <c:v>258.39999999999998</c:v>
                </c:pt>
                <c:pt idx="3129">
                  <c:v>253.3</c:v>
                </c:pt>
                <c:pt idx="3130">
                  <c:v>251.7</c:v>
                </c:pt>
                <c:pt idx="3131">
                  <c:v>253.55</c:v>
                </c:pt>
                <c:pt idx="3132">
                  <c:v>252.05</c:v>
                </c:pt>
                <c:pt idx="3133">
                  <c:v>255.5</c:v>
                </c:pt>
                <c:pt idx="3134">
                  <c:v>254.95</c:v>
                </c:pt>
                <c:pt idx="3135">
                  <c:v>254.1</c:v>
                </c:pt>
                <c:pt idx="3136">
                  <c:v>252.85</c:v>
                </c:pt>
                <c:pt idx="3137">
                  <c:v>249.55</c:v>
                </c:pt>
                <c:pt idx="3138">
                  <c:v>250.3</c:v>
                </c:pt>
                <c:pt idx="3139">
                  <c:v>254.75</c:v>
                </c:pt>
                <c:pt idx="3140">
                  <c:v>249.45</c:v>
                </c:pt>
                <c:pt idx="3141">
                  <c:v>254.95</c:v>
                </c:pt>
                <c:pt idx="3142">
                  <c:v>258.2</c:v>
                </c:pt>
                <c:pt idx="3143">
                  <c:v>258.14999999999998</c:v>
                </c:pt>
                <c:pt idx="3144">
                  <c:v>259.05</c:v>
                </c:pt>
                <c:pt idx="3145">
                  <c:v>261.45</c:v>
                </c:pt>
                <c:pt idx="3146">
                  <c:v>259.35000000000002</c:v>
                </c:pt>
                <c:pt idx="3147">
                  <c:v>258.39999999999998</c:v>
                </c:pt>
                <c:pt idx="3148">
                  <c:v>261.3</c:v>
                </c:pt>
                <c:pt idx="3149">
                  <c:v>261.55</c:v>
                </c:pt>
                <c:pt idx="3150">
                  <c:v>265.60000000000002</c:v>
                </c:pt>
                <c:pt idx="3151">
                  <c:v>267.75</c:v>
                </c:pt>
                <c:pt idx="3152">
                  <c:v>266.89999999999998</c:v>
                </c:pt>
                <c:pt idx="3153">
                  <c:v>267.8</c:v>
                </c:pt>
                <c:pt idx="3154">
                  <c:v>258.35000000000002</c:v>
                </c:pt>
                <c:pt idx="3155">
                  <c:v>262.10000000000002</c:v>
                </c:pt>
                <c:pt idx="3156">
                  <c:v>260.75</c:v>
                </c:pt>
                <c:pt idx="3157">
                  <c:v>261.64999999999998</c:v>
                </c:pt>
                <c:pt idx="3158">
                  <c:v>264.25</c:v>
                </c:pt>
                <c:pt idx="3159">
                  <c:v>265.14999999999998</c:v>
                </c:pt>
                <c:pt idx="3160">
                  <c:v>265.35000000000002</c:v>
                </c:pt>
                <c:pt idx="3161">
                  <c:v>268.14999999999998</c:v>
                </c:pt>
                <c:pt idx="3162">
                  <c:v>269.35000000000002</c:v>
                </c:pt>
                <c:pt idx="3163">
                  <c:v>270.60000000000002</c:v>
                </c:pt>
                <c:pt idx="3164">
                  <c:v>267.64999999999998</c:v>
                </c:pt>
                <c:pt idx="3165">
                  <c:v>267.60000000000002</c:v>
                </c:pt>
                <c:pt idx="3166">
                  <c:v>266.5</c:v>
                </c:pt>
                <c:pt idx="3167">
                  <c:v>267.75</c:v>
                </c:pt>
                <c:pt idx="3168">
                  <c:v>260.45</c:v>
                </c:pt>
                <c:pt idx="3169">
                  <c:v>262.75</c:v>
                </c:pt>
                <c:pt idx="3170">
                  <c:v>263.35000000000002</c:v>
                </c:pt>
                <c:pt idx="3171">
                  <c:v>264.64999999999998</c:v>
                </c:pt>
                <c:pt idx="3172">
                  <c:v>267.3</c:v>
                </c:pt>
                <c:pt idx="3173">
                  <c:v>269.3</c:v>
                </c:pt>
                <c:pt idx="3174">
                  <c:v>269.64999999999998</c:v>
                </c:pt>
                <c:pt idx="3175">
                  <c:v>268.25</c:v>
                </c:pt>
                <c:pt idx="3176">
                  <c:v>253.5</c:v>
                </c:pt>
                <c:pt idx="3177">
                  <c:v>254.2</c:v>
                </c:pt>
                <c:pt idx="3178">
                  <c:v>256.45</c:v>
                </c:pt>
                <c:pt idx="3179">
                  <c:v>261.60000000000002</c:v>
                </c:pt>
                <c:pt idx="3180">
                  <c:v>255.85</c:v>
                </c:pt>
                <c:pt idx="3181">
                  <c:v>260.8</c:v>
                </c:pt>
                <c:pt idx="3182">
                  <c:v>263.8</c:v>
                </c:pt>
                <c:pt idx="3183">
                  <c:v>266.95</c:v>
                </c:pt>
                <c:pt idx="3184">
                  <c:v>272.39999999999998</c:v>
                </c:pt>
                <c:pt idx="3185">
                  <c:v>273.25</c:v>
                </c:pt>
                <c:pt idx="3186">
                  <c:v>270.25</c:v>
                </c:pt>
                <c:pt idx="3187">
                  <c:v>275.3</c:v>
                </c:pt>
                <c:pt idx="3188">
                  <c:v>275.64999999999998</c:v>
                </c:pt>
                <c:pt idx="3189">
                  <c:v>277.75</c:v>
                </c:pt>
                <c:pt idx="3190">
                  <c:v>280.05</c:v>
                </c:pt>
                <c:pt idx="3191">
                  <c:v>281</c:v>
                </c:pt>
                <c:pt idx="3192">
                  <c:v>283.5</c:v>
                </c:pt>
                <c:pt idx="3193">
                  <c:v>283.5</c:v>
                </c:pt>
                <c:pt idx="3194">
                  <c:v>286.75</c:v>
                </c:pt>
                <c:pt idx="3195">
                  <c:v>286.45</c:v>
                </c:pt>
                <c:pt idx="3196">
                  <c:v>288.25</c:v>
                </c:pt>
                <c:pt idx="3197">
                  <c:v>291.60000000000002</c:v>
                </c:pt>
                <c:pt idx="3198">
                  <c:v>297.5</c:v>
                </c:pt>
                <c:pt idx="3199">
                  <c:v>294</c:v>
                </c:pt>
                <c:pt idx="3200">
                  <c:v>290</c:v>
                </c:pt>
                <c:pt idx="3201">
                  <c:v>292.05</c:v>
                </c:pt>
                <c:pt idx="3202">
                  <c:v>285.85000000000002</c:v>
                </c:pt>
                <c:pt idx="3203">
                  <c:v>288.25</c:v>
                </c:pt>
                <c:pt idx="3204">
                  <c:v>284.10000000000002</c:v>
                </c:pt>
                <c:pt idx="3205">
                  <c:v>282.55</c:v>
                </c:pt>
                <c:pt idx="3206">
                  <c:v>279.3</c:v>
                </c:pt>
                <c:pt idx="3207">
                  <c:v>283.2</c:v>
                </c:pt>
                <c:pt idx="3208">
                  <c:v>288.64999999999998</c:v>
                </c:pt>
                <c:pt idx="3209">
                  <c:v>289.14999999999998</c:v>
                </c:pt>
                <c:pt idx="3210">
                  <c:v>289.95</c:v>
                </c:pt>
                <c:pt idx="3211">
                  <c:v>289</c:v>
                </c:pt>
                <c:pt idx="3212">
                  <c:v>288.14999999999998</c:v>
                </c:pt>
                <c:pt idx="3213">
                  <c:v>283.8</c:v>
                </c:pt>
                <c:pt idx="3214">
                  <c:v>283.89999999999998</c:v>
                </c:pt>
                <c:pt idx="3215">
                  <c:v>276.45</c:v>
                </c:pt>
                <c:pt idx="3216">
                  <c:v>274.64999999999998</c:v>
                </c:pt>
                <c:pt idx="3217">
                  <c:v>281.7</c:v>
                </c:pt>
                <c:pt idx="3218">
                  <c:v>280.55</c:v>
                </c:pt>
                <c:pt idx="3219">
                  <c:v>286.10000000000002</c:v>
                </c:pt>
                <c:pt idx="3220">
                  <c:v>289</c:v>
                </c:pt>
                <c:pt idx="3221">
                  <c:v>286.60000000000002</c:v>
                </c:pt>
                <c:pt idx="3222">
                  <c:v>287.10000000000002</c:v>
                </c:pt>
                <c:pt idx="3223">
                  <c:v>294.25</c:v>
                </c:pt>
                <c:pt idx="3224">
                  <c:v>298</c:v>
                </c:pt>
                <c:pt idx="3225">
                  <c:v>298.5</c:v>
                </c:pt>
                <c:pt idx="3226">
                  <c:v>296.14999999999998</c:v>
                </c:pt>
                <c:pt idx="3227">
                  <c:v>295.14999999999998</c:v>
                </c:pt>
                <c:pt idx="3228">
                  <c:v>297.89999999999998</c:v>
                </c:pt>
                <c:pt idx="3229">
                  <c:v>301.35000000000002</c:v>
                </c:pt>
                <c:pt idx="3230">
                  <c:v>301.5</c:v>
                </c:pt>
                <c:pt idx="3231">
                  <c:v>301.95</c:v>
                </c:pt>
                <c:pt idx="3232">
                  <c:v>303.3</c:v>
                </c:pt>
                <c:pt idx="3233">
                  <c:v>305.95</c:v>
                </c:pt>
                <c:pt idx="3234">
                  <c:v>295.25</c:v>
                </c:pt>
                <c:pt idx="3235">
                  <c:v>295.95</c:v>
                </c:pt>
                <c:pt idx="3236">
                  <c:v>293.05</c:v>
                </c:pt>
                <c:pt idx="3237">
                  <c:v>293.10000000000002</c:v>
                </c:pt>
                <c:pt idx="3238">
                  <c:v>290.10000000000002</c:v>
                </c:pt>
                <c:pt idx="3239">
                  <c:v>287.10000000000002</c:v>
                </c:pt>
                <c:pt idx="3240">
                  <c:v>287.05</c:v>
                </c:pt>
                <c:pt idx="3241">
                  <c:v>287.05</c:v>
                </c:pt>
                <c:pt idx="3242">
                  <c:v>290.5</c:v>
                </c:pt>
                <c:pt idx="3243">
                  <c:v>288.39999999999998</c:v>
                </c:pt>
                <c:pt idx="3244">
                  <c:v>289.39999999999998</c:v>
                </c:pt>
                <c:pt idx="3245">
                  <c:v>286.8</c:v>
                </c:pt>
                <c:pt idx="3246">
                  <c:v>287.25</c:v>
                </c:pt>
                <c:pt idx="3247">
                  <c:v>285.39999999999998</c:v>
                </c:pt>
                <c:pt idx="3248">
                  <c:v>283.55</c:v>
                </c:pt>
                <c:pt idx="3249">
                  <c:v>282.39999999999998</c:v>
                </c:pt>
                <c:pt idx="3250">
                  <c:v>279.05</c:v>
                </c:pt>
                <c:pt idx="3251">
                  <c:v>285.7</c:v>
                </c:pt>
                <c:pt idx="3252">
                  <c:v>279.5</c:v>
                </c:pt>
                <c:pt idx="3253">
                  <c:v>281</c:v>
                </c:pt>
                <c:pt idx="3254">
                  <c:v>273.39999999999998</c:v>
                </c:pt>
                <c:pt idx="3255">
                  <c:v>277.89999999999998</c:v>
                </c:pt>
                <c:pt idx="3256">
                  <c:v>284.10000000000002</c:v>
                </c:pt>
                <c:pt idx="3257">
                  <c:v>284</c:v>
                </c:pt>
                <c:pt idx="3258">
                  <c:v>285.3</c:v>
                </c:pt>
                <c:pt idx="3259">
                  <c:v>287.45</c:v>
                </c:pt>
                <c:pt idx="3260">
                  <c:v>291.55</c:v>
                </c:pt>
                <c:pt idx="3261">
                  <c:v>289.14999999999998</c:v>
                </c:pt>
                <c:pt idx="3262">
                  <c:v>292.75</c:v>
                </c:pt>
                <c:pt idx="3263">
                  <c:v>297.45</c:v>
                </c:pt>
                <c:pt idx="3264">
                  <c:v>299.75</c:v>
                </c:pt>
                <c:pt idx="3265">
                  <c:v>300.75</c:v>
                </c:pt>
                <c:pt idx="3266">
                  <c:v>305.14999999999998</c:v>
                </c:pt>
                <c:pt idx="3267">
                  <c:v>304.2</c:v>
                </c:pt>
                <c:pt idx="3268">
                  <c:v>307.64999999999998</c:v>
                </c:pt>
                <c:pt idx="3269">
                  <c:v>309.39999999999998</c:v>
                </c:pt>
                <c:pt idx="3270">
                  <c:v>307.25</c:v>
                </c:pt>
                <c:pt idx="3271">
                  <c:v>302.45</c:v>
                </c:pt>
                <c:pt idx="3272">
                  <c:v>304.85000000000002</c:v>
                </c:pt>
                <c:pt idx="3273">
                  <c:v>304.05</c:v>
                </c:pt>
                <c:pt idx="3274">
                  <c:v>301.75</c:v>
                </c:pt>
                <c:pt idx="3275">
                  <c:v>299.14999999999998</c:v>
                </c:pt>
                <c:pt idx="3276">
                  <c:v>300.05</c:v>
                </c:pt>
                <c:pt idx="3277">
                  <c:v>300.35000000000002</c:v>
                </c:pt>
                <c:pt idx="3278">
                  <c:v>300.75</c:v>
                </c:pt>
                <c:pt idx="3279">
                  <c:v>300.60000000000002</c:v>
                </c:pt>
                <c:pt idx="3280">
                  <c:v>300.3</c:v>
                </c:pt>
                <c:pt idx="3281">
                  <c:v>301.64999999999998</c:v>
                </c:pt>
                <c:pt idx="3282">
                  <c:v>300</c:v>
                </c:pt>
                <c:pt idx="3283">
                  <c:v>296.60000000000002</c:v>
                </c:pt>
                <c:pt idx="3284">
                  <c:v>292</c:v>
                </c:pt>
                <c:pt idx="3285">
                  <c:v>292.64999999999998</c:v>
                </c:pt>
                <c:pt idx="3286">
                  <c:v>290.85000000000002</c:v>
                </c:pt>
                <c:pt idx="3287">
                  <c:v>294.8</c:v>
                </c:pt>
                <c:pt idx="3288">
                  <c:v>294.8</c:v>
                </c:pt>
                <c:pt idx="3289">
                  <c:v>291.25</c:v>
                </c:pt>
                <c:pt idx="3290">
                  <c:v>292.5</c:v>
                </c:pt>
                <c:pt idx="3291">
                  <c:v>292.60000000000002</c:v>
                </c:pt>
                <c:pt idx="3292">
                  <c:v>287.05</c:v>
                </c:pt>
                <c:pt idx="3293">
                  <c:v>292.35000000000002</c:v>
                </c:pt>
                <c:pt idx="3294">
                  <c:v>297.7</c:v>
                </c:pt>
                <c:pt idx="3295">
                  <c:v>297.55</c:v>
                </c:pt>
                <c:pt idx="3296">
                  <c:v>298.85000000000002</c:v>
                </c:pt>
                <c:pt idx="3297">
                  <c:v>301.64999999999998</c:v>
                </c:pt>
                <c:pt idx="3298">
                  <c:v>301.89999999999998</c:v>
                </c:pt>
                <c:pt idx="3299">
                  <c:v>301.89999999999998</c:v>
                </c:pt>
                <c:pt idx="3300">
                  <c:v>304.25</c:v>
                </c:pt>
                <c:pt idx="3301">
                  <c:v>306.3</c:v>
                </c:pt>
                <c:pt idx="3302">
                  <c:v>307.2</c:v>
                </c:pt>
                <c:pt idx="3303">
                  <c:v>305</c:v>
                </c:pt>
                <c:pt idx="3304">
                  <c:v>305.60000000000002</c:v>
                </c:pt>
                <c:pt idx="3305">
                  <c:v>302.39999999999998</c:v>
                </c:pt>
                <c:pt idx="3306">
                  <c:v>306.35000000000002</c:v>
                </c:pt>
                <c:pt idx="3307">
                  <c:v>309.45</c:v>
                </c:pt>
                <c:pt idx="3308">
                  <c:v>307.2</c:v>
                </c:pt>
                <c:pt idx="3309">
                  <c:v>307.14999999999998</c:v>
                </c:pt>
                <c:pt idx="3310">
                  <c:v>307.60000000000002</c:v>
                </c:pt>
                <c:pt idx="3311">
                  <c:v>299.55</c:v>
                </c:pt>
                <c:pt idx="3312">
                  <c:v>291.3</c:v>
                </c:pt>
                <c:pt idx="3313">
                  <c:v>292.85000000000002</c:v>
                </c:pt>
                <c:pt idx="3314">
                  <c:v>287.2</c:v>
                </c:pt>
                <c:pt idx="3315">
                  <c:v>284.85000000000002</c:v>
                </c:pt>
                <c:pt idx="3316">
                  <c:v>285.3</c:v>
                </c:pt>
                <c:pt idx="3317">
                  <c:v>292.89999999999998</c:v>
                </c:pt>
                <c:pt idx="3318">
                  <c:v>299.95</c:v>
                </c:pt>
                <c:pt idx="3319">
                  <c:v>307.95</c:v>
                </c:pt>
                <c:pt idx="3320">
                  <c:v>313.10000000000002</c:v>
                </c:pt>
                <c:pt idx="3321">
                  <c:v>315.3</c:v>
                </c:pt>
                <c:pt idx="3322">
                  <c:v>317</c:v>
                </c:pt>
                <c:pt idx="3323">
                  <c:v>317.60000000000002</c:v>
                </c:pt>
                <c:pt idx="3324">
                  <c:v>319.85000000000002</c:v>
                </c:pt>
                <c:pt idx="3325">
                  <c:v>318.89999999999998</c:v>
                </c:pt>
                <c:pt idx="3326">
                  <c:v>324.64999999999998</c:v>
                </c:pt>
                <c:pt idx="3327">
                  <c:v>328.85</c:v>
                </c:pt>
                <c:pt idx="3328">
                  <c:v>333.55</c:v>
                </c:pt>
                <c:pt idx="3329">
                  <c:v>330.7</c:v>
                </c:pt>
                <c:pt idx="3330">
                  <c:v>326.2</c:v>
                </c:pt>
                <c:pt idx="3331">
                  <c:v>335.3</c:v>
                </c:pt>
                <c:pt idx="3332">
                  <c:v>342.8</c:v>
                </c:pt>
                <c:pt idx="3333">
                  <c:v>344.5</c:v>
                </c:pt>
                <c:pt idx="3334">
                  <c:v>353.15</c:v>
                </c:pt>
                <c:pt idx="3335">
                  <c:v>354.15</c:v>
                </c:pt>
                <c:pt idx="3336">
                  <c:v>335.8</c:v>
                </c:pt>
                <c:pt idx="3337">
                  <c:v>335.85</c:v>
                </c:pt>
                <c:pt idx="3338">
                  <c:v>342.45</c:v>
                </c:pt>
                <c:pt idx="3339">
                  <c:v>337</c:v>
                </c:pt>
                <c:pt idx="3340">
                  <c:v>334.9</c:v>
                </c:pt>
                <c:pt idx="3341">
                  <c:v>334.65</c:v>
                </c:pt>
                <c:pt idx="3342">
                  <c:v>331</c:v>
                </c:pt>
                <c:pt idx="3343">
                  <c:v>335.55</c:v>
                </c:pt>
                <c:pt idx="3344">
                  <c:v>332.5</c:v>
                </c:pt>
                <c:pt idx="3345">
                  <c:v>329.9</c:v>
                </c:pt>
                <c:pt idx="3346">
                  <c:v>333.9</c:v>
                </c:pt>
                <c:pt idx="3347">
                  <c:v>340</c:v>
                </c:pt>
                <c:pt idx="3348">
                  <c:v>342.65</c:v>
                </c:pt>
                <c:pt idx="3349">
                  <c:v>354.3</c:v>
                </c:pt>
                <c:pt idx="3350">
                  <c:v>339.9</c:v>
                </c:pt>
                <c:pt idx="3351">
                  <c:v>336.05</c:v>
                </c:pt>
                <c:pt idx="3352">
                  <c:v>337.3</c:v>
                </c:pt>
                <c:pt idx="3353">
                  <c:v>334</c:v>
                </c:pt>
                <c:pt idx="3354">
                  <c:v>334.9</c:v>
                </c:pt>
                <c:pt idx="3355">
                  <c:v>333.85</c:v>
                </c:pt>
                <c:pt idx="3356">
                  <c:v>337</c:v>
                </c:pt>
                <c:pt idx="3357">
                  <c:v>334.35</c:v>
                </c:pt>
                <c:pt idx="3358">
                  <c:v>331</c:v>
                </c:pt>
                <c:pt idx="3359">
                  <c:v>327</c:v>
                </c:pt>
                <c:pt idx="3360">
                  <c:v>331.75</c:v>
                </c:pt>
                <c:pt idx="3361">
                  <c:v>331.85</c:v>
                </c:pt>
                <c:pt idx="3362">
                  <c:v>330.15</c:v>
                </c:pt>
                <c:pt idx="3363">
                  <c:v>329.9</c:v>
                </c:pt>
                <c:pt idx="3364">
                  <c:v>322.7</c:v>
                </c:pt>
                <c:pt idx="3365">
                  <c:v>322.35000000000002</c:v>
                </c:pt>
                <c:pt idx="3366">
                  <c:v>314.39999999999998</c:v>
                </c:pt>
                <c:pt idx="3367">
                  <c:v>319.7</c:v>
                </c:pt>
                <c:pt idx="3368">
                  <c:v>322.95</c:v>
                </c:pt>
                <c:pt idx="3369">
                  <c:v>321.7</c:v>
                </c:pt>
                <c:pt idx="3370">
                  <c:v>324.35000000000002</c:v>
                </c:pt>
                <c:pt idx="3371">
                  <c:v>325.95</c:v>
                </c:pt>
                <c:pt idx="3372">
                  <c:v>324.85000000000002</c:v>
                </c:pt>
                <c:pt idx="3373">
                  <c:v>326.35000000000002</c:v>
                </c:pt>
                <c:pt idx="3374">
                  <c:v>338.85</c:v>
                </c:pt>
                <c:pt idx="3375">
                  <c:v>342.6</c:v>
                </c:pt>
                <c:pt idx="3376">
                  <c:v>346.7</c:v>
                </c:pt>
                <c:pt idx="3377">
                  <c:v>347.45</c:v>
                </c:pt>
                <c:pt idx="3378">
                  <c:v>345.55</c:v>
                </c:pt>
                <c:pt idx="3379">
                  <c:v>353.4</c:v>
                </c:pt>
                <c:pt idx="3380">
                  <c:v>350.6</c:v>
                </c:pt>
                <c:pt idx="3381">
                  <c:v>352.6</c:v>
                </c:pt>
                <c:pt idx="3382">
                  <c:v>360.05</c:v>
                </c:pt>
                <c:pt idx="3383">
                  <c:v>368.35</c:v>
                </c:pt>
                <c:pt idx="3384">
                  <c:v>368.65</c:v>
                </c:pt>
                <c:pt idx="3385">
                  <c:v>369.05</c:v>
                </c:pt>
                <c:pt idx="3386">
                  <c:v>368.8</c:v>
                </c:pt>
                <c:pt idx="3387">
                  <c:v>375.75</c:v>
                </c:pt>
                <c:pt idx="3388">
                  <c:v>375.8</c:v>
                </c:pt>
                <c:pt idx="3389">
                  <c:v>358.9</c:v>
                </c:pt>
                <c:pt idx="3390">
                  <c:v>368.15</c:v>
                </c:pt>
                <c:pt idx="3391">
                  <c:v>357.95</c:v>
                </c:pt>
                <c:pt idx="3392">
                  <c:v>350.6</c:v>
                </c:pt>
                <c:pt idx="3393">
                  <c:v>341.7</c:v>
                </c:pt>
                <c:pt idx="3394">
                  <c:v>339.4</c:v>
                </c:pt>
                <c:pt idx="3395">
                  <c:v>332.95</c:v>
                </c:pt>
                <c:pt idx="3396">
                  <c:v>335.4</c:v>
                </c:pt>
                <c:pt idx="3397">
                  <c:v>330.25</c:v>
                </c:pt>
                <c:pt idx="3398">
                  <c:v>322.10000000000002</c:v>
                </c:pt>
                <c:pt idx="3399">
                  <c:v>325.35000000000002</c:v>
                </c:pt>
                <c:pt idx="3400">
                  <c:v>335.65</c:v>
                </c:pt>
                <c:pt idx="3401">
                  <c:v>334.2</c:v>
                </c:pt>
                <c:pt idx="3402">
                  <c:v>334.85</c:v>
                </c:pt>
                <c:pt idx="3403">
                  <c:v>320.39999999999998</c:v>
                </c:pt>
                <c:pt idx="3404">
                  <c:v>313.89999999999998</c:v>
                </c:pt>
                <c:pt idx="3405">
                  <c:v>315.3</c:v>
                </c:pt>
                <c:pt idx="3406">
                  <c:v>300.85000000000002</c:v>
                </c:pt>
                <c:pt idx="3407">
                  <c:v>307.95</c:v>
                </c:pt>
                <c:pt idx="3408">
                  <c:v>308.5</c:v>
                </c:pt>
                <c:pt idx="3409">
                  <c:v>307.5</c:v>
                </c:pt>
                <c:pt idx="3410">
                  <c:v>297.89999999999998</c:v>
                </c:pt>
                <c:pt idx="3411">
                  <c:v>298.2</c:v>
                </c:pt>
                <c:pt idx="3412">
                  <c:v>305.55</c:v>
                </c:pt>
                <c:pt idx="3413">
                  <c:v>308.7</c:v>
                </c:pt>
                <c:pt idx="3414">
                  <c:v>320.39999999999998</c:v>
                </c:pt>
                <c:pt idx="3415">
                  <c:v>300.7</c:v>
                </c:pt>
                <c:pt idx="3416">
                  <c:v>299.85000000000002</c:v>
                </c:pt>
                <c:pt idx="3417">
                  <c:v>312.14999999999998</c:v>
                </c:pt>
                <c:pt idx="3418">
                  <c:v>316.39999999999998</c:v>
                </c:pt>
                <c:pt idx="3419">
                  <c:v>335.9</c:v>
                </c:pt>
                <c:pt idx="3420">
                  <c:v>329.95</c:v>
                </c:pt>
                <c:pt idx="3421">
                  <c:v>336.5</c:v>
                </c:pt>
                <c:pt idx="3422">
                  <c:v>331.35</c:v>
                </c:pt>
                <c:pt idx="3423">
                  <c:v>333.95</c:v>
                </c:pt>
                <c:pt idx="3424">
                  <c:v>338.7</c:v>
                </c:pt>
                <c:pt idx="3425">
                  <c:v>343.55</c:v>
                </c:pt>
                <c:pt idx="3426">
                  <c:v>355.45</c:v>
                </c:pt>
                <c:pt idx="3427">
                  <c:v>355.3</c:v>
                </c:pt>
                <c:pt idx="3428">
                  <c:v>349.85</c:v>
                </c:pt>
                <c:pt idx="3429">
                  <c:v>348.95</c:v>
                </c:pt>
                <c:pt idx="3430">
                  <c:v>344.75</c:v>
                </c:pt>
                <c:pt idx="3431">
                  <c:v>349.3</c:v>
                </c:pt>
                <c:pt idx="3432">
                  <c:v>347.9</c:v>
                </c:pt>
                <c:pt idx="3433">
                  <c:v>340.4</c:v>
                </c:pt>
                <c:pt idx="3434">
                  <c:v>343</c:v>
                </c:pt>
                <c:pt idx="3435">
                  <c:v>338.75</c:v>
                </c:pt>
                <c:pt idx="3436">
                  <c:v>339.85</c:v>
                </c:pt>
                <c:pt idx="3437">
                  <c:v>340.05</c:v>
                </c:pt>
                <c:pt idx="3438">
                  <c:v>347.65</c:v>
                </c:pt>
                <c:pt idx="3439">
                  <c:v>348.55</c:v>
                </c:pt>
                <c:pt idx="3440">
                  <c:v>347.15</c:v>
                </c:pt>
                <c:pt idx="3441">
                  <c:v>342.2</c:v>
                </c:pt>
                <c:pt idx="3442">
                  <c:v>339.8</c:v>
                </c:pt>
                <c:pt idx="3443">
                  <c:v>340</c:v>
                </c:pt>
                <c:pt idx="3444">
                  <c:v>345.5</c:v>
                </c:pt>
                <c:pt idx="3445">
                  <c:v>354.55</c:v>
                </c:pt>
                <c:pt idx="3446">
                  <c:v>344.7</c:v>
                </c:pt>
                <c:pt idx="3447">
                  <c:v>341.55</c:v>
                </c:pt>
                <c:pt idx="3448">
                  <c:v>341.6</c:v>
                </c:pt>
                <c:pt idx="3449">
                  <c:v>342.75</c:v>
                </c:pt>
                <c:pt idx="3450">
                  <c:v>340.05</c:v>
                </c:pt>
                <c:pt idx="3451">
                  <c:v>327.95</c:v>
                </c:pt>
                <c:pt idx="3452">
                  <c:v>327.9</c:v>
                </c:pt>
                <c:pt idx="3453">
                  <c:v>333.1</c:v>
                </c:pt>
                <c:pt idx="3454">
                  <c:v>335</c:v>
                </c:pt>
                <c:pt idx="3455">
                  <c:v>328.05</c:v>
                </c:pt>
                <c:pt idx="3456">
                  <c:v>330.6</c:v>
                </c:pt>
                <c:pt idx="3457">
                  <c:v>319</c:v>
                </c:pt>
                <c:pt idx="3458">
                  <c:v>318.7</c:v>
                </c:pt>
                <c:pt idx="3459">
                  <c:v>320.45</c:v>
                </c:pt>
                <c:pt idx="3460">
                  <c:v>319.55</c:v>
                </c:pt>
                <c:pt idx="3461">
                  <c:v>316.64999999999998</c:v>
                </c:pt>
                <c:pt idx="3462">
                  <c:v>319.89999999999998</c:v>
                </c:pt>
                <c:pt idx="3463">
                  <c:v>314.14999999999998</c:v>
                </c:pt>
                <c:pt idx="3464">
                  <c:v>314.45</c:v>
                </c:pt>
                <c:pt idx="3465">
                  <c:v>326.10000000000002</c:v>
                </c:pt>
                <c:pt idx="3466">
                  <c:v>323.5</c:v>
                </c:pt>
                <c:pt idx="3467">
                  <c:v>320.75</c:v>
                </c:pt>
                <c:pt idx="3468">
                  <c:v>312.95</c:v>
                </c:pt>
                <c:pt idx="3469">
                  <c:v>308.7</c:v>
                </c:pt>
                <c:pt idx="3470">
                  <c:v>316.2</c:v>
                </c:pt>
                <c:pt idx="3471">
                  <c:v>310.75</c:v>
                </c:pt>
                <c:pt idx="3472">
                  <c:v>314.14999999999998</c:v>
                </c:pt>
                <c:pt idx="3473">
                  <c:v>313.5</c:v>
                </c:pt>
                <c:pt idx="3474">
                  <c:v>320.39999999999998</c:v>
                </c:pt>
                <c:pt idx="3475">
                  <c:v>321.5</c:v>
                </c:pt>
                <c:pt idx="3476">
                  <c:v>319.2</c:v>
                </c:pt>
                <c:pt idx="3477">
                  <c:v>312.85000000000002</c:v>
                </c:pt>
                <c:pt idx="3478">
                  <c:v>308.75</c:v>
                </c:pt>
                <c:pt idx="3479">
                  <c:v>311.05</c:v>
                </c:pt>
                <c:pt idx="3480">
                  <c:v>313.05</c:v>
                </c:pt>
                <c:pt idx="3481">
                  <c:v>317.89999999999998</c:v>
                </c:pt>
                <c:pt idx="3482">
                  <c:v>320.85000000000002</c:v>
                </c:pt>
                <c:pt idx="3483">
                  <c:v>316.8</c:v>
                </c:pt>
                <c:pt idx="3484">
                  <c:v>315.3</c:v>
                </c:pt>
                <c:pt idx="3485">
                  <c:v>312.8</c:v>
                </c:pt>
                <c:pt idx="3486">
                  <c:v>315.3</c:v>
                </c:pt>
                <c:pt idx="3487">
                  <c:v>315.55</c:v>
                </c:pt>
                <c:pt idx="3488">
                  <c:v>313.64999999999998</c:v>
                </c:pt>
                <c:pt idx="3489">
                  <c:v>315.2</c:v>
                </c:pt>
                <c:pt idx="3490">
                  <c:v>319.2</c:v>
                </c:pt>
                <c:pt idx="3491">
                  <c:v>319.05</c:v>
                </c:pt>
                <c:pt idx="3492">
                  <c:v>320.25</c:v>
                </c:pt>
                <c:pt idx="3493">
                  <c:v>322.45</c:v>
                </c:pt>
                <c:pt idx="3494">
                  <c:v>322.39999999999998</c:v>
                </c:pt>
                <c:pt idx="3495">
                  <c:v>321.85000000000002</c:v>
                </c:pt>
                <c:pt idx="3496">
                  <c:v>322.39999999999998</c:v>
                </c:pt>
                <c:pt idx="3497">
                  <c:v>314.95</c:v>
                </c:pt>
                <c:pt idx="3498">
                  <c:v>314.75</c:v>
                </c:pt>
                <c:pt idx="3499">
                  <c:v>315.64999999999998</c:v>
                </c:pt>
                <c:pt idx="3500">
                  <c:v>316.7</c:v>
                </c:pt>
                <c:pt idx="3501">
                  <c:v>316.85000000000002</c:v>
                </c:pt>
                <c:pt idx="3502">
                  <c:v>315.60000000000002</c:v>
                </c:pt>
                <c:pt idx="3503">
                  <c:v>322.60000000000002</c:v>
                </c:pt>
                <c:pt idx="3504">
                  <c:v>325.45</c:v>
                </c:pt>
                <c:pt idx="3505">
                  <c:v>324.45</c:v>
                </c:pt>
                <c:pt idx="3506">
                  <c:v>328.85</c:v>
                </c:pt>
                <c:pt idx="3507">
                  <c:v>325.5</c:v>
                </c:pt>
                <c:pt idx="3508">
                  <c:v>324.85000000000002</c:v>
                </c:pt>
                <c:pt idx="3509">
                  <c:v>330.2</c:v>
                </c:pt>
                <c:pt idx="3510">
                  <c:v>329.05</c:v>
                </c:pt>
                <c:pt idx="3511">
                  <c:v>327.35000000000002</c:v>
                </c:pt>
                <c:pt idx="3512">
                  <c:v>328.95</c:v>
                </c:pt>
                <c:pt idx="3513">
                  <c:v>324.25</c:v>
                </c:pt>
                <c:pt idx="3514">
                  <c:v>324.2</c:v>
                </c:pt>
                <c:pt idx="3515">
                  <c:v>326.64999999999998</c:v>
                </c:pt>
                <c:pt idx="3516">
                  <c:v>325</c:v>
                </c:pt>
                <c:pt idx="3517">
                  <c:v>324.60000000000002</c:v>
                </c:pt>
                <c:pt idx="3518">
                  <c:v>325.10000000000002</c:v>
                </c:pt>
                <c:pt idx="3519">
                  <c:v>320.3</c:v>
                </c:pt>
                <c:pt idx="3520">
                  <c:v>324.89999999999998</c:v>
                </c:pt>
                <c:pt idx="3521">
                  <c:v>318.95</c:v>
                </c:pt>
                <c:pt idx="3522">
                  <c:v>324.55</c:v>
                </c:pt>
                <c:pt idx="3523">
                  <c:v>323.45</c:v>
                </c:pt>
                <c:pt idx="3524">
                  <c:v>325</c:v>
                </c:pt>
                <c:pt idx="3525">
                  <c:v>325.10000000000002</c:v>
                </c:pt>
                <c:pt idx="3526">
                  <c:v>320.55</c:v>
                </c:pt>
                <c:pt idx="3527">
                  <c:v>316.89999999999998</c:v>
                </c:pt>
                <c:pt idx="3528">
                  <c:v>319.8</c:v>
                </c:pt>
                <c:pt idx="3529">
                  <c:v>320.10000000000002</c:v>
                </c:pt>
                <c:pt idx="3530">
                  <c:v>316.89999999999998</c:v>
                </c:pt>
                <c:pt idx="3531">
                  <c:v>316.64999999999998</c:v>
                </c:pt>
                <c:pt idx="3532">
                  <c:v>311.85000000000002</c:v>
                </c:pt>
                <c:pt idx="3533">
                  <c:v>317.60000000000002</c:v>
                </c:pt>
                <c:pt idx="3534">
                  <c:v>320.05</c:v>
                </c:pt>
                <c:pt idx="3535">
                  <c:v>321.95</c:v>
                </c:pt>
                <c:pt idx="3536">
                  <c:v>328.75</c:v>
                </c:pt>
                <c:pt idx="3537">
                  <c:v>327.64999999999998</c:v>
                </c:pt>
                <c:pt idx="3538">
                  <c:v>329.2</c:v>
                </c:pt>
                <c:pt idx="3539">
                  <c:v>331.65</c:v>
                </c:pt>
                <c:pt idx="3540">
                  <c:v>333.3</c:v>
                </c:pt>
                <c:pt idx="3541">
                  <c:v>334.55</c:v>
                </c:pt>
                <c:pt idx="3542">
                  <c:v>338.15</c:v>
                </c:pt>
                <c:pt idx="3543">
                  <c:v>335.6</c:v>
                </c:pt>
                <c:pt idx="3544">
                  <c:v>334</c:v>
                </c:pt>
                <c:pt idx="3545">
                  <c:v>341</c:v>
                </c:pt>
                <c:pt idx="3546">
                  <c:v>343.4</c:v>
                </c:pt>
                <c:pt idx="3547">
                  <c:v>347.2</c:v>
                </c:pt>
                <c:pt idx="3548">
                  <c:v>355.9</c:v>
                </c:pt>
                <c:pt idx="3549">
                  <c:v>359.7</c:v>
                </c:pt>
                <c:pt idx="3550">
                  <c:v>355.8</c:v>
                </c:pt>
                <c:pt idx="3551">
                  <c:v>357.7</c:v>
                </c:pt>
                <c:pt idx="3552">
                  <c:v>356.6</c:v>
                </c:pt>
                <c:pt idx="3553">
                  <c:v>360.65</c:v>
                </c:pt>
                <c:pt idx="3554">
                  <c:v>362.8</c:v>
                </c:pt>
                <c:pt idx="3555">
                  <c:v>359.05</c:v>
                </c:pt>
                <c:pt idx="3556">
                  <c:v>359.9</c:v>
                </c:pt>
                <c:pt idx="3557">
                  <c:v>358.45</c:v>
                </c:pt>
                <c:pt idx="3558">
                  <c:v>352.85</c:v>
                </c:pt>
                <c:pt idx="3559">
                  <c:v>351.95</c:v>
                </c:pt>
                <c:pt idx="3560">
                  <c:v>344.35</c:v>
                </c:pt>
                <c:pt idx="3561">
                  <c:v>345.9</c:v>
                </c:pt>
                <c:pt idx="3562">
                  <c:v>344.75</c:v>
                </c:pt>
                <c:pt idx="3563">
                  <c:v>345.45</c:v>
                </c:pt>
                <c:pt idx="3564">
                  <c:v>347.95</c:v>
                </c:pt>
                <c:pt idx="3565">
                  <c:v>343.85</c:v>
                </c:pt>
                <c:pt idx="3566">
                  <c:v>343.5</c:v>
                </c:pt>
                <c:pt idx="3567">
                  <c:v>340.95</c:v>
                </c:pt>
                <c:pt idx="3568">
                  <c:v>346.05</c:v>
                </c:pt>
                <c:pt idx="3569">
                  <c:v>353.25</c:v>
                </c:pt>
                <c:pt idx="3570">
                  <c:v>353.4</c:v>
                </c:pt>
                <c:pt idx="3571">
                  <c:v>350.75</c:v>
                </c:pt>
                <c:pt idx="3572">
                  <c:v>353.2</c:v>
                </c:pt>
                <c:pt idx="3573">
                  <c:v>343.45</c:v>
                </c:pt>
                <c:pt idx="3574">
                  <c:v>342</c:v>
                </c:pt>
                <c:pt idx="3575">
                  <c:v>340.3</c:v>
                </c:pt>
                <c:pt idx="3576">
                  <c:v>340.75</c:v>
                </c:pt>
                <c:pt idx="3577">
                  <c:v>340.25</c:v>
                </c:pt>
                <c:pt idx="3578">
                  <c:v>344.7</c:v>
                </c:pt>
                <c:pt idx="3579">
                  <c:v>347.95</c:v>
                </c:pt>
                <c:pt idx="3580">
                  <c:v>346.65</c:v>
                </c:pt>
                <c:pt idx="3581">
                  <c:v>342.15</c:v>
                </c:pt>
                <c:pt idx="3582">
                  <c:v>345.55</c:v>
                </c:pt>
                <c:pt idx="3583">
                  <c:v>359.15</c:v>
                </c:pt>
                <c:pt idx="3584">
                  <c:v>360.85</c:v>
                </c:pt>
                <c:pt idx="3585">
                  <c:v>365.65</c:v>
                </c:pt>
                <c:pt idx="3586">
                  <c:v>368.15</c:v>
                </c:pt>
                <c:pt idx="3587">
                  <c:v>356.95</c:v>
                </c:pt>
                <c:pt idx="3588">
                  <c:v>338.1</c:v>
                </c:pt>
                <c:pt idx="3589">
                  <c:v>340.85</c:v>
                </c:pt>
                <c:pt idx="3590">
                  <c:v>341.65</c:v>
                </c:pt>
                <c:pt idx="3591">
                  <c:v>345.8</c:v>
                </c:pt>
                <c:pt idx="3592">
                  <c:v>343.1</c:v>
                </c:pt>
                <c:pt idx="3593">
                  <c:v>344.65</c:v>
                </c:pt>
                <c:pt idx="3594">
                  <c:v>343.8</c:v>
                </c:pt>
                <c:pt idx="3595">
                  <c:v>342.85</c:v>
                </c:pt>
                <c:pt idx="3596">
                  <c:v>342.5</c:v>
                </c:pt>
                <c:pt idx="3597">
                  <c:v>341.75</c:v>
                </c:pt>
                <c:pt idx="3598">
                  <c:v>336.65</c:v>
                </c:pt>
                <c:pt idx="3599">
                  <c:v>333.4</c:v>
                </c:pt>
                <c:pt idx="3600">
                  <c:v>330.95</c:v>
                </c:pt>
                <c:pt idx="3601">
                  <c:v>333.75</c:v>
                </c:pt>
                <c:pt idx="3602">
                  <c:v>336.7</c:v>
                </c:pt>
                <c:pt idx="3603">
                  <c:v>337.95</c:v>
                </c:pt>
                <c:pt idx="3604">
                  <c:v>337.35</c:v>
                </c:pt>
                <c:pt idx="3605">
                  <c:v>333.3</c:v>
                </c:pt>
                <c:pt idx="3606">
                  <c:v>334.1</c:v>
                </c:pt>
                <c:pt idx="3607">
                  <c:v>332.6</c:v>
                </c:pt>
                <c:pt idx="3608">
                  <c:v>336.2</c:v>
                </c:pt>
                <c:pt idx="3609">
                  <c:v>336.05</c:v>
                </c:pt>
                <c:pt idx="3610">
                  <c:v>332.95</c:v>
                </c:pt>
                <c:pt idx="3611">
                  <c:v>336.25</c:v>
                </c:pt>
                <c:pt idx="3612">
                  <c:v>335.7</c:v>
                </c:pt>
                <c:pt idx="3613">
                  <c:v>314.95</c:v>
                </c:pt>
                <c:pt idx="3614">
                  <c:v>320.5</c:v>
                </c:pt>
                <c:pt idx="3615">
                  <c:v>316.05</c:v>
                </c:pt>
                <c:pt idx="3616">
                  <c:v>316.25</c:v>
                </c:pt>
                <c:pt idx="3617">
                  <c:v>319.75</c:v>
                </c:pt>
                <c:pt idx="3618">
                  <c:v>325.05</c:v>
                </c:pt>
                <c:pt idx="3619">
                  <c:v>325.2</c:v>
                </c:pt>
                <c:pt idx="3620">
                  <c:v>329.35</c:v>
                </c:pt>
                <c:pt idx="3621">
                  <c:v>331.35</c:v>
                </c:pt>
                <c:pt idx="3622">
                  <c:v>333.4</c:v>
                </c:pt>
                <c:pt idx="3623">
                  <c:v>334.8</c:v>
                </c:pt>
                <c:pt idx="3624">
                  <c:v>335.8</c:v>
                </c:pt>
                <c:pt idx="3625">
                  <c:v>341.5</c:v>
                </c:pt>
                <c:pt idx="3626">
                  <c:v>342.15</c:v>
                </c:pt>
                <c:pt idx="3627">
                  <c:v>345.9</c:v>
                </c:pt>
                <c:pt idx="3628">
                  <c:v>344.95</c:v>
                </c:pt>
                <c:pt idx="3629">
                  <c:v>342.35</c:v>
                </c:pt>
                <c:pt idx="3630">
                  <c:v>344.2</c:v>
                </c:pt>
                <c:pt idx="3631">
                  <c:v>344.25</c:v>
                </c:pt>
                <c:pt idx="3632">
                  <c:v>344.1</c:v>
                </c:pt>
                <c:pt idx="3633">
                  <c:v>349.85</c:v>
                </c:pt>
                <c:pt idx="3634">
                  <c:v>352.9</c:v>
                </c:pt>
                <c:pt idx="3635">
                  <c:v>353.65</c:v>
                </c:pt>
                <c:pt idx="3636">
                  <c:v>356.45</c:v>
                </c:pt>
                <c:pt idx="3637">
                  <c:v>357.3</c:v>
                </c:pt>
                <c:pt idx="3638">
                  <c:v>357.2</c:v>
                </c:pt>
                <c:pt idx="3639">
                  <c:v>359.25</c:v>
                </c:pt>
                <c:pt idx="3640">
                  <c:v>356.05</c:v>
                </c:pt>
                <c:pt idx="3641">
                  <c:v>349.55</c:v>
                </c:pt>
                <c:pt idx="3642">
                  <c:v>354.5</c:v>
                </c:pt>
                <c:pt idx="3643">
                  <c:v>356</c:v>
                </c:pt>
                <c:pt idx="3644">
                  <c:v>346.05</c:v>
                </c:pt>
                <c:pt idx="3645">
                  <c:v>346.25</c:v>
                </c:pt>
                <c:pt idx="3646">
                  <c:v>348.55</c:v>
                </c:pt>
                <c:pt idx="3647">
                  <c:v>347.7</c:v>
                </c:pt>
                <c:pt idx="3648">
                  <c:v>347.05</c:v>
                </c:pt>
                <c:pt idx="3649">
                  <c:v>357.3</c:v>
                </c:pt>
                <c:pt idx="3650">
                  <c:v>356.85</c:v>
                </c:pt>
                <c:pt idx="3651">
                  <c:v>350.65</c:v>
                </c:pt>
                <c:pt idx="3652">
                  <c:v>348.6</c:v>
                </c:pt>
                <c:pt idx="3653">
                  <c:v>344.95</c:v>
                </c:pt>
                <c:pt idx="3654">
                  <c:v>346.15</c:v>
                </c:pt>
                <c:pt idx="3655">
                  <c:v>343.65</c:v>
                </c:pt>
                <c:pt idx="3656">
                  <c:v>349.3</c:v>
                </c:pt>
                <c:pt idx="3657">
                  <c:v>352.45</c:v>
                </c:pt>
                <c:pt idx="3658">
                  <c:v>352.35</c:v>
                </c:pt>
                <c:pt idx="3659">
                  <c:v>355.3</c:v>
                </c:pt>
                <c:pt idx="3660">
                  <c:v>350.55</c:v>
                </c:pt>
                <c:pt idx="3661">
                  <c:v>354.7</c:v>
                </c:pt>
                <c:pt idx="3662">
                  <c:v>348.9</c:v>
                </c:pt>
                <c:pt idx="3663">
                  <c:v>350.4</c:v>
                </c:pt>
                <c:pt idx="3664">
                  <c:v>350.8</c:v>
                </c:pt>
                <c:pt idx="3665">
                  <c:v>353.95</c:v>
                </c:pt>
                <c:pt idx="3666">
                  <c:v>358.2</c:v>
                </c:pt>
                <c:pt idx="3667">
                  <c:v>351.05</c:v>
                </c:pt>
                <c:pt idx="3668">
                  <c:v>351.2</c:v>
                </c:pt>
                <c:pt idx="3669">
                  <c:v>355.65</c:v>
                </c:pt>
                <c:pt idx="3670">
                  <c:v>351.7</c:v>
                </c:pt>
                <c:pt idx="3671">
                  <c:v>353.15</c:v>
                </c:pt>
                <c:pt idx="3672">
                  <c:v>354.75</c:v>
                </c:pt>
                <c:pt idx="3673">
                  <c:v>358.7</c:v>
                </c:pt>
                <c:pt idx="3674">
                  <c:v>359.4</c:v>
                </c:pt>
                <c:pt idx="3675">
                  <c:v>370.75</c:v>
                </c:pt>
                <c:pt idx="3676">
                  <c:v>370.8</c:v>
                </c:pt>
                <c:pt idx="3677">
                  <c:v>377.2</c:v>
                </c:pt>
                <c:pt idx="3678">
                  <c:v>376.65</c:v>
                </c:pt>
                <c:pt idx="3679">
                  <c:v>371.7</c:v>
                </c:pt>
                <c:pt idx="3680">
                  <c:v>366.1</c:v>
                </c:pt>
                <c:pt idx="3681">
                  <c:v>370.2</c:v>
                </c:pt>
                <c:pt idx="3682">
                  <c:v>364.1</c:v>
                </c:pt>
                <c:pt idx="3683">
                  <c:v>362.75</c:v>
                </c:pt>
                <c:pt idx="3684">
                  <c:v>365.7</c:v>
                </c:pt>
                <c:pt idx="3685">
                  <c:v>365.5</c:v>
                </c:pt>
                <c:pt idx="3686">
                  <c:v>353.1</c:v>
                </c:pt>
                <c:pt idx="3687">
                  <c:v>350.55</c:v>
                </c:pt>
                <c:pt idx="3688">
                  <c:v>347</c:v>
                </c:pt>
                <c:pt idx="3689">
                  <c:v>352.45</c:v>
                </c:pt>
                <c:pt idx="3690">
                  <c:v>353.95</c:v>
                </c:pt>
                <c:pt idx="3691">
                  <c:v>352</c:v>
                </c:pt>
                <c:pt idx="3692">
                  <c:v>351.35</c:v>
                </c:pt>
                <c:pt idx="3693">
                  <c:v>349</c:v>
                </c:pt>
                <c:pt idx="3694">
                  <c:v>350.4</c:v>
                </c:pt>
                <c:pt idx="3695">
                  <c:v>349.55</c:v>
                </c:pt>
                <c:pt idx="3696">
                  <c:v>350.15</c:v>
                </c:pt>
                <c:pt idx="3697">
                  <c:v>354.45</c:v>
                </c:pt>
                <c:pt idx="3698">
                  <c:v>354.9</c:v>
                </c:pt>
                <c:pt idx="3699">
                  <c:v>355.2</c:v>
                </c:pt>
                <c:pt idx="3700">
                  <c:v>355.45</c:v>
                </c:pt>
                <c:pt idx="3701">
                  <c:v>359.15</c:v>
                </c:pt>
                <c:pt idx="3702">
                  <c:v>355.65</c:v>
                </c:pt>
                <c:pt idx="3703">
                  <c:v>371.7</c:v>
                </c:pt>
                <c:pt idx="3704">
                  <c:v>364.1</c:v>
                </c:pt>
                <c:pt idx="3705">
                  <c:v>369.5</c:v>
                </c:pt>
                <c:pt idx="3706">
                  <c:v>368.35</c:v>
                </c:pt>
                <c:pt idx="3707">
                  <c:v>369.2</c:v>
                </c:pt>
                <c:pt idx="3708">
                  <c:v>370.2</c:v>
                </c:pt>
                <c:pt idx="3709">
                  <c:v>370.25</c:v>
                </c:pt>
                <c:pt idx="3710">
                  <c:v>367.85</c:v>
                </c:pt>
                <c:pt idx="3711">
                  <c:v>370.05</c:v>
                </c:pt>
                <c:pt idx="3712">
                  <c:v>376.15</c:v>
                </c:pt>
                <c:pt idx="3713">
                  <c:v>374.95</c:v>
                </c:pt>
                <c:pt idx="3714">
                  <c:v>355.4</c:v>
                </c:pt>
                <c:pt idx="3715">
                  <c:v>363.4</c:v>
                </c:pt>
                <c:pt idx="3716">
                  <c:v>360.6</c:v>
                </c:pt>
                <c:pt idx="3717">
                  <c:v>363.15</c:v>
                </c:pt>
                <c:pt idx="3718">
                  <c:v>364.6</c:v>
                </c:pt>
                <c:pt idx="3719">
                  <c:v>365.8</c:v>
                </c:pt>
                <c:pt idx="3720">
                  <c:v>363.25</c:v>
                </c:pt>
                <c:pt idx="3721">
                  <c:v>383.15</c:v>
                </c:pt>
                <c:pt idx="3722">
                  <c:v>391.35</c:v>
                </c:pt>
                <c:pt idx="3723">
                  <c:v>397.8</c:v>
                </c:pt>
                <c:pt idx="3724">
                  <c:v>394.35</c:v>
                </c:pt>
                <c:pt idx="3725">
                  <c:v>395</c:v>
                </c:pt>
                <c:pt idx="3726">
                  <c:v>396.6</c:v>
                </c:pt>
                <c:pt idx="3727">
                  <c:v>395.7</c:v>
                </c:pt>
                <c:pt idx="3728">
                  <c:v>392.55</c:v>
                </c:pt>
                <c:pt idx="3729">
                  <c:v>380.6</c:v>
                </c:pt>
                <c:pt idx="3730">
                  <c:v>371.8</c:v>
                </c:pt>
                <c:pt idx="3731">
                  <c:v>374.85</c:v>
                </c:pt>
                <c:pt idx="3732">
                  <c:v>368.8</c:v>
                </c:pt>
                <c:pt idx="3733">
                  <c:v>374.1</c:v>
                </c:pt>
                <c:pt idx="3734">
                  <c:v>374.65</c:v>
                </c:pt>
                <c:pt idx="3735">
                  <c:v>371.4</c:v>
                </c:pt>
                <c:pt idx="3736">
                  <c:v>367.95</c:v>
                </c:pt>
                <c:pt idx="3737">
                  <c:v>369.85</c:v>
                </c:pt>
                <c:pt idx="3738">
                  <c:v>368.3</c:v>
                </c:pt>
                <c:pt idx="3739">
                  <c:v>368.7</c:v>
                </c:pt>
                <c:pt idx="3740">
                  <c:v>367.15</c:v>
                </c:pt>
                <c:pt idx="3741">
                  <c:v>368.3</c:v>
                </c:pt>
                <c:pt idx="3742">
                  <c:v>369.75</c:v>
                </c:pt>
                <c:pt idx="3743">
                  <c:v>360.25</c:v>
                </c:pt>
                <c:pt idx="3744">
                  <c:v>353.55</c:v>
                </c:pt>
                <c:pt idx="3745">
                  <c:v>362.4</c:v>
                </c:pt>
                <c:pt idx="3746">
                  <c:v>356.9</c:v>
                </c:pt>
                <c:pt idx="3747">
                  <c:v>357.85</c:v>
                </c:pt>
                <c:pt idx="3748">
                  <c:v>360.1</c:v>
                </c:pt>
                <c:pt idx="3749">
                  <c:v>347.8</c:v>
                </c:pt>
                <c:pt idx="3750">
                  <c:v>357.9</c:v>
                </c:pt>
                <c:pt idx="3751">
                  <c:v>360.1</c:v>
                </c:pt>
                <c:pt idx="3752">
                  <c:v>358.8</c:v>
                </c:pt>
                <c:pt idx="3753">
                  <c:v>371.1</c:v>
                </c:pt>
                <c:pt idx="3754">
                  <c:v>352.7</c:v>
                </c:pt>
                <c:pt idx="3755">
                  <c:v>350.65</c:v>
                </c:pt>
                <c:pt idx="3756">
                  <c:v>349.45</c:v>
                </c:pt>
                <c:pt idx="3757">
                  <c:v>360.15</c:v>
                </c:pt>
                <c:pt idx="3758">
                  <c:v>362.3</c:v>
                </c:pt>
                <c:pt idx="3759">
                  <c:v>370.2</c:v>
                </c:pt>
                <c:pt idx="3760">
                  <c:v>368.55</c:v>
                </c:pt>
                <c:pt idx="3761">
                  <c:v>360.65</c:v>
                </c:pt>
                <c:pt idx="3762">
                  <c:v>366.05</c:v>
                </c:pt>
                <c:pt idx="3763">
                  <c:v>367.6</c:v>
                </c:pt>
                <c:pt idx="3764">
                  <c:v>368.9</c:v>
                </c:pt>
                <c:pt idx="3765">
                  <c:v>373.5</c:v>
                </c:pt>
                <c:pt idx="3766">
                  <c:v>367.9</c:v>
                </c:pt>
                <c:pt idx="3767">
                  <c:v>369.9</c:v>
                </c:pt>
                <c:pt idx="3768">
                  <c:v>371.15</c:v>
                </c:pt>
                <c:pt idx="3769">
                  <c:v>370.4</c:v>
                </c:pt>
                <c:pt idx="3770">
                  <c:v>378.05</c:v>
                </c:pt>
                <c:pt idx="3771">
                  <c:v>389.6</c:v>
                </c:pt>
                <c:pt idx="3772">
                  <c:v>393.25</c:v>
                </c:pt>
                <c:pt idx="3773">
                  <c:v>389.25</c:v>
                </c:pt>
                <c:pt idx="3774">
                  <c:v>396.05</c:v>
                </c:pt>
                <c:pt idx="3775">
                  <c:v>390.25</c:v>
                </c:pt>
                <c:pt idx="3776">
                  <c:v>395.7</c:v>
                </c:pt>
                <c:pt idx="3777">
                  <c:v>399.7</c:v>
                </c:pt>
                <c:pt idx="3778">
                  <c:v>395.65</c:v>
                </c:pt>
                <c:pt idx="3779">
                  <c:v>393.7</c:v>
                </c:pt>
                <c:pt idx="3780">
                  <c:v>361.35</c:v>
                </c:pt>
                <c:pt idx="3781">
                  <c:v>343.25</c:v>
                </c:pt>
                <c:pt idx="3782">
                  <c:v>341.55</c:v>
                </c:pt>
                <c:pt idx="3783">
                  <c:v>344.25</c:v>
                </c:pt>
                <c:pt idx="3784">
                  <c:v>346.25</c:v>
                </c:pt>
                <c:pt idx="3785">
                  <c:v>338.35</c:v>
                </c:pt>
                <c:pt idx="3786">
                  <c:v>338.55</c:v>
                </c:pt>
                <c:pt idx="3787">
                  <c:v>338.2</c:v>
                </c:pt>
                <c:pt idx="3788">
                  <c:v>346.65</c:v>
                </c:pt>
                <c:pt idx="3789">
                  <c:v>339.4</c:v>
                </c:pt>
                <c:pt idx="3790">
                  <c:v>335.4</c:v>
                </c:pt>
                <c:pt idx="3791">
                  <c:v>340</c:v>
                </c:pt>
                <c:pt idx="3792">
                  <c:v>336.65</c:v>
                </c:pt>
                <c:pt idx="3793">
                  <c:v>333.35</c:v>
                </c:pt>
                <c:pt idx="3794">
                  <c:v>327.45</c:v>
                </c:pt>
                <c:pt idx="3795">
                  <c:v>327.39999999999998</c:v>
                </c:pt>
                <c:pt idx="3796">
                  <c:v>326.55</c:v>
                </c:pt>
                <c:pt idx="3797">
                  <c:v>326.75</c:v>
                </c:pt>
                <c:pt idx="3798">
                  <c:v>322.39999999999998</c:v>
                </c:pt>
                <c:pt idx="3799">
                  <c:v>317.5</c:v>
                </c:pt>
                <c:pt idx="3800">
                  <c:v>327.55</c:v>
                </c:pt>
                <c:pt idx="3801">
                  <c:v>325.85000000000002</c:v>
                </c:pt>
                <c:pt idx="3802">
                  <c:v>332.45</c:v>
                </c:pt>
                <c:pt idx="3803">
                  <c:v>341</c:v>
                </c:pt>
                <c:pt idx="3804">
                  <c:v>340.6</c:v>
                </c:pt>
                <c:pt idx="3805">
                  <c:v>346.25</c:v>
                </c:pt>
                <c:pt idx="3806">
                  <c:v>347.15</c:v>
                </c:pt>
                <c:pt idx="3807">
                  <c:v>346.65</c:v>
                </c:pt>
                <c:pt idx="3808">
                  <c:v>351.5</c:v>
                </c:pt>
                <c:pt idx="3809">
                  <c:v>354.95</c:v>
                </c:pt>
                <c:pt idx="3810">
                  <c:v>350.1</c:v>
                </c:pt>
                <c:pt idx="3811">
                  <c:v>351.85</c:v>
                </c:pt>
                <c:pt idx="3812">
                  <c:v>341.9</c:v>
                </c:pt>
                <c:pt idx="3813">
                  <c:v>341.95</c:v>
                </c:pt>
                <c:pt idx="3814">
                  <c:v>343.4</c:v>
                </c:pt>
                <c:pt idx="3815">
                  <c:v>342.1</c:v>
                </c:pt>
                <c:pt idx="3816">
                  <c:v>347.95</c:v>
                </c:pt>
                <c:pt idx="3817">
                  <c:v>344.85</c:v>
                </c:pt>
                <c:pt idx="3818">
                  <c:v>337.55</c:v>
                </c:pt>
                <c:pt idx="3819">
                  <c:v>328.15</c:v>
                </c:pt>
                <c:pt idx="3820">
                  <c:v>322.35000000000002</c:v>
                </c:pt>
                <c:pt idx="3821">
                  <c:v>330.2</c:v>
                </c:pt>
                <c:pt idx="3822">
                  <c:v>326.25</c:v>
                </c:pt>
                <c:pt idx="3823">
                  <c:v>318.35000000000002</c:v>
                </c:pt>
                <c:pt idx="3824">
                  <c:v>322.55</c:v>
                </c:pt>
                <c:pt idx="3825">
                  <c:v>328</c:v>
                </c:pt>
                <c:pt idx="3826">
                  <c:v>326.45</c:v>
                </c:pt>
                <c:pt idx="3827">
                  <c:v>324.25</c:v>
                </c:pt>
                <c:pt idx="3828">
                  <c:v>327.85</c:v>
                </c:pt>
                <c:pt idx="3829">
                  <c:v>324.7</c:v>
                </c:pt>
                <c:pt idx="3830">
                  <c:v>326.39999999999998</c:v>
                </c:pt>
                <c:pt idx="3831">
                  <c:v>333</c:v>
                </c:pt>
                <c:pt idx="3832">
                  <c:v>332.55</c:v>
                </c:pt>
                <c:pt idx="3833">
                  <c:v>331.95</c:v>
                </c:pt>
                <c:pt idx="3834">
                  <c:v>327.39999999999998</c:v>
                </c:pt>
                <c:pt idx="3835">
                  <c:v>329.15</c:v>
                </c:pt>
                <c:pt idx="3836">
                  <c:v>316.8</c:v>
                </c:pt>
                <c:pt idx="3837">
                  <c:v>314</c:v>
                </c:pt>
                <c:pt idx="3838">
                  <c:v>317.7</c:v>
                </c:pt>
                <c:pt idx="3839">
                  <c:v>321.45</c:v>
                </c:pt>
                <c:pt idx="3840">
                  <c:v>327.10000000000002</c:v>
                </c:pt>
                <c:pt idx="3841">
                  <c:v>332.05</c:v>
                </c:pt>
                <c:pt idx="3842">
                  <c:v>318.64999999999998</c:v>
                </c:pt>
                <c:pt idx="3843">
                  <c:v>304.39999999999998</c:v>
                </c:pt>
                <c:pt idx="3844">
                  <c:v>301.60000000000002</c:v>
                </c:pt>
                <c:pt idx="3845">
                  <c:v>304.3</c:v>
                </c:pt>
                <c:pt idx="3846">
                  <c:v>304.35000000000002</c:v>
                </c:pt>
                <c:pt idx="3847">
                  <c:v>300.60000000000002</c:v>
                </c:pt>
                <c:pt idx="3848">
                  <c:v>301.10000000000002</c:v>
                </c:pt>
                <c:pt idx="3849">
                  <c:v>297.05</c:v>
                </c:pt>
                <c:pt idx="3850">
                  <c:v>297.55</c:v>
                </c:pt>
                <c:pt idx="3851">
                  <c:v>298.5</c:v>
                </c:pt>
                <c:pt idx="3852">
                  <c:v>298.95</c:v>
                </c:pt>
                <c:pt idx="3853">
                  <c:v>301.10000000000002</c:v>
                </c:pt>
                <c:pt idx="3854">
                  <c:v>301.89999999999998</c:v>
                </c:pt>
                <c:pt idx="3855">
                  <c:v>305</c:v>
                </c:pt>
                <c:pt idx="3856">
                  <c:v>310.39999999999998</c:v>
                </c:pt>
                <c:pt idx="3857">
                  <c:v>314.55</c:v>
                </c:pt>
                <c:pt idx="3858">
                  <c:v>313.64999999999998</c:v>
                </c:pt>
                <c:pt idx="3859">
                  <c:v>312.35000000000002</c:v>
                </c:pt>
                <c:pt idx="3860">
                  <c:v>307.95</c:v>
                </c:pt>
                <c:pt idx="3861">
                  <c:v>309.95</c:v>
                </c:pt>
                <c:pt idx="3862">
                  <c:v>315.14999999999998</c:v>
                </c:pt>
                <c:pt idx="3863">
                  <c:v>313.60000000000002</c:v>
                </c:pt>
                <c:pt idx="3864">
                  <c:v>315.05</c:v>
                </c:pt>
                <c:pt idx="3865">
                  <c:v>315.60000000000002</c:v>
                </c:pt>
                <c:pt idx="3866">
                  <c:v>318.39999999999998</c:v>
                </c:pt>
                <c:pt idx="3867">
                  <c:v>317.35000000000002</c:v>
                </c:pt>
                <c:pt idx="3868">
                  <c:v>312.95</c:v>
                </c:pt>
                <c:pt idx="3869">
                  <c:v>310.60000000000002</c:v>
                </c:pt>
                <c:pt idx="3870">
                  <c:v>309.89999999999998</c:v>
                </c:pt>
                <c:pt idx="3871">
                  <c:v>314.60000000000002</c:v>
                </c:pt>
                <c:pt idx="3872">
                  <c:v>312.3</c:v>
                </c:pt>
                <c:pt idx="3873">
                  <c:v>314</c:v>
                </c:pt>
                <c:pt idx="3874">
                  <c:v>317.95</c:v>
                </c:pt>
                <c:pt idx="3875">
                  <c:v>322.3</c:v>
                </c:pt>
                <c:pt idx="3876">
                  <c:v>320.5</c:v>
                </c:pt>
                <c:pt idx="3877">
                  <c:v>313.39999999999998</c:v>
                </c:pt>
                <c:pt idx="3878">
                  <c:v>314.5</c:v>
                </c:pt>
                <c:pt idx="3879">
                  <c:v>315.10000000000002</c:v>
                </c:pt>
                <c:pt idx="3880">
                  <c:v>314.55</c:v>
                </c:pt>
                <c:pt idx="3881">
                  <c:v>311.64999999999998</c:v>
                </c:pt>
                <c:pt idx="3882">
                  <c:v>311.2</c:v>
                </c:pt>
                <c:pt idx="3883">
                  <c:v>304</c:v>
                </c:pt>
                <c:pt idx="3884">
                  <c:v>315.95</c:v>
                </c:pt>
                <c:pt idx="3885">
                  <c:v>326</c:v>
                </c:pt>
                <c:pt idx="3886">
                  <c:v>331.55</c:v>
                </c:pt>
                <c:pt idx="3887">
                  <c:v>329.9</c:v>
                </c:pt>
                <c:pt idx="3888">
                  <c:v>331.8</c:v>
                </c:pt>
                <c:pt idx="3889">
                  <c:v>326.25</c:v>
                </c:pt>
                <c:pt idx="3890">
                  <c:v>324.45</c:v>
                </c:pt>
                <c:pt idx="3891">
                  <c:v>320.95</c:v>
                </c:pt>
                <c:pt idx="3892">
                  <c:v>320.10000000000002</c:v>
                </c:pt>
                <c:pt idx="3893">
                  <c:v>316.75</c:v>
                </c:pt>
                <c:pt idx="3894">
                  <c:v>316.35000000000002</c:v>
                </c:pt>
                <c:pt idx="3895">
                  <c:v>318.14999999999998</c:v>
                </c:pt>
                <c:pt idx="3896">
                  <c:v>316.89999999999998</c:v>
                </c:pt>
                <c:pt idx="3897">
                  <c:v>314.85000000000002</c:v>
                </c:pt>
                <c:pt idx="3898">
                  <c:v>316.89999999999998</c:v>
                </c:pt>
                <c:pt idx="3899">
                  <c:v>329.35</c:v>
                </c:pt>
                <c:pt idx="3900">
                  <c:v>330.75</c:v>
                </c:pt>
                <c:pt idx="3901">
                  <c:v>320.2</c:v>
                </c:pt>
                <c:pt idx="3902">
                  <c:v>319.89999999999998</c:v>
                </c:pt>
                <c:pt idx="3903">
                  <c:v>317.64999999999998</c:v>
                </c:pt>
                <c:pt idx="3904">
                  <c:v>325.7</c:v>
                </c:pt>
                <c:pt idx="3905">
                  <c:v>327</c:v>
                </c:pt>
                <c:pt idx="3906">
                  <c:v>325.14999999999998</c:v>
                </c:pt>
                <c:pt idx="3907">
                  <c:v>315.45</c:v>
                </c:pt>
                <c:pt idx="3908">
                  <c:v>320.10000000000002</c:v>
                </c:pt>
                <c:pt idx="3909">
                  <c:v>320</c:v>
                </c:pt>
                <c:pt idx="3910">
                  <c:v>317.10000000000002</c:v>
                </c:pt>
                <c:pt idx="3911">
                  <c:v>313.45</c:v>
                </c:pt>
                <c:pt idx="3912">
                  <c:v>312.89999999999998</c:v>
                </c:pt>
                <c:pt idx="3913">
                  <c:v>314.39999999999998</c:v>
                </c:pt>
                <c:pt idx="3914">
                  <c:v>313.35000000000002</c:v>
                </c:pt>
                <c:pt idx="3915">
                  <c:v>313.75</c:v>
                </c:pt>
                <c:pt idx="3916">
                  <c:v>313.64999999999998</c:v>
                </c:pt>
                <c:pt idx="3917">
                  <c:v>317.39999999999998</c:v>
                </c:pt>
                <c:pt idx="3918">
                  <c:v>322.14999999999998</c:v>
                </c:pt>
                <c:pt idx="3919">
                  <c:v>318</c:v>
                </c:pt>
                <c:pt idx="3920">
                  <c:v>314.25</c:v>
                </c:pt>
                <c:pt idx="3921">
                  <c:v>312.14999999999998</c:v>
                </c:pt>
                <c:pt idx="3922">
                  <c:v>316.10000000000002</c:v>
                </c:pt>
                <c:pt idx="3923">
                  <c:v>322.55</c:v>
                </c:pt>
                <c:pt idx="3924">
                  <c:v>319.25</c:v>
                </c:pt>
                <c:pt idx="3925">
                  <c:v>320.39999999999998</c:v>
                </c:pt>
                <c:pt idx="3926">
                  <c:v>328.8</c:v>
                </c:pt>
                <c:pt idx="3927">
                  <c:v>328.75</c:v>
                </c:pt>
                <c:pt idx="3928">
                  <c:v>329.5</c:v>
                </c:pt>
                <c:pt idx="3929">
                  <c:v>342.85</c:v>
                </c:pt>
                <c:pt idx="3930">
                  <c:v>347.25</c:v>
                </c:pt>
                <c:pt idx="3931">
                  <c:v>339.1</c:v>
                </c:pt>
                <c:pt idx="3932">
                  <c:v>343.45</c:v>
                </c:pt>
                <c:pt idx="3933">
                  <c:v>340.75</c:v>
                </c:pt>
                <c:pt idx="3934">
                  <c:v>344.05</c:v>
                </c:pt>
                <c:pt idx="3935">
                  <c:v>344.1</c:v>
                </c:pt>
                <c:pt idx="3936">
                  <c:v>349.4</c:v>
                </c:pt>
                <c:pt idx="3937">
                  <c:v>348.8</c:v>
                </c:pt>
                <c:pt idx="3938">
                  <c:v>351</c:v>
                </c:pt>
                <c:pt idx="3939">
                  <c:v>348.65</c:v>
                </c:pt>
                <c:pt idx="3940">
                  <c:v>348.55</c:v>
                </c:pt>
                <c:pt idx="3941">
                  <c:v>358.35</c:v>
                </c:pt>
                <c:pt idx="3942">
                  <c:v>356.5</c:v>
                </c:pt>
                <c:pt idx="3943">
                  <c:v>356</c:v>
                </c:pt>
                <c:pt idx="3944">
                  <c:v>355.2</c:v>
                </c:pt>
                <c:pt idx="3945">
                  <c:v>350</c:v>
                </c:pt>
                <c:pt idx="3946">
                  <c:v>334.65</c:v>
                </c:pt>
                <c:pt idx="3947">
                  <c:v>337.2</c:v>
                </c:pt>
                <c:pt idx="3948">
                  <c:v>334.85</c:v>
                </c:pt>
                <c:pt idx="3949">
                  <c:v>335.7</c:v>
                </c:pt>
                <c:pt idx="3950">
                  <c:v>337.15</c:v>
                </c:pt>
                <c:pt idx="3951">
                  <c:v>337.7</c:v>
                </c:pt>
                <c:pt idx="3952">
                  <c:v>343.05</c:v>
                </c:pt>
                <c:pt idx="3953">
                  <c:v>336.75</c:v>
                </c:pt>
                <c:pt idx="3954">
                  <c:v>334.25</c:v>
                </c:pt>
                <c:pt idx="3955">
                  <c:v>329.8</c:v>
                </c:pt>
                <c:pt idx="3956">
                  <c:v>338.3</c:v>
                </c:pt>
                <c:pt idx="3957">
                  <c:v>349.1</c:v>
                </c:pt>
                <c:pt idx="3958">
                  <c:v>347.85</c:v>
                </c:pt>
                <c:pt idx="3959">
                  <c:v>352.05</c:v>
                </c:pt>
                <c:pt idx="3960">
                  <c:v>344.45</c:v>
                </c:pt>
                <c:pt idx="3961">
                  <c:v>337.25</c:v>
                </c:pt>
                <c:pt idx="3962">
                  <c:v>335.9</c:v>
                </c:pt>
                <c:pt idx="3963">
                  <c:v>342.8</c:v>
                </c:pt>
                <c:pt idx="3964">
                  <c:v>344.35</c:v>
                </c:pt>
                <c:pt idx="3965">
                  <c:v>342.55</c:v>
                </c:pt>
                <c:pt idx="3966">
                  <c:v>346.25</c:v>
                </c:pt>
                <c:pt idx="3967">
                  <c:v>349.4</c:v>
                </c:pt>
                <c:pt idx="3968">
                  <c:v>343.35</c:v>
                </c:pt>
                <c:pt idx="3969">
                  <c:v>335.95</c:v>
                </c:pt>
                <c:pt idx="3970">
                  <c:v>313.55</c:v>
                </c:pt>
                <c:pt idx="3971">
                  <c:v>314.75</c:v>
                </c:pt>
                <c:pt idx="3972">
                  <c:v>317.39999999999998</c:v>
                </c:pt>
                <c:pt idx="3973">
                  <c:v>321.25</c:v>
                </c:pt>
                <c:pt idx="3974">
                  <c:v>321</c:v>
                </c:pt>
                <c:pt idx="3975">
                  <c:v>320.10000000000002</c:v>
                </c:pt>
                <c:pt idx="3976">
                  <c:v>322.95</c:v>
                </c:pt>
                <c:pt idx="3977">
                  <c:v>319.25</c:v>
                </c:pt>
                <c:pt idx="3978">
                  <c:v>320.5</c:v>
                </c:pt>
                <c:pt idx="3979">
                  <c:v>317.10000000000002</c:v>
                </c:pt>
                <c:pt idx="3980">
                  <c:v>326.55</c:v>
                </c:pt>
                <c:pt idx="3981">
                  <c:v>320.25</c:v>
                </c:pt>
                <c:pt idx="3982">
                  <c:v>321.5</c:v>
                </c:pt>
                <c:pt idx="3983">
                  <c:v>323.7</c:v>
                </c:pt>
                <c:pt idx="3984">
                  <c:v>326.2</c:v>
                </c:pt>
                <c:pt idx="3985">
                  <c:v>324.85000000000002</c:v>
                </c:pt>
                <c:pt idx="3986">
                  <c:v>326.55</c:v>
                </c:pt>
                <c:pt idx="3987">
                  <c:v>327.8</c:v>
                </c:pt>
                <c:pt idx="3988">
                  <c:v>327.5</c:v>
                </c:pt>
                <c:pt idx="3989">
                  <c:v>325.10000000000002</c:v>
                </c:pt>
                <c:pt idx="3990">
                  <c:v>324.85000000000002</c:v>
                </c:pt>
                <c:pt idx="3991">
                  <c:v>315.10000000000002</c:v>
                </c:pt>
                <c:pt idx="3992">
                  <c:v>309.60000000000002</c:v>
                </c:pt>
                <c:pt idx="3993">
                  <c:v>313.64999999999998</c:v>
                </c:pt>
                <c:pt idx="3994">
                  <c:v>316.05</c:v>
                </c:pt>
                <c:pt idx="3995">
                  <c:v>315.14999999999998</c:v>
                </c:pt>
                <c:pt idx="3996">
                  <c:v>315.75</c:v>
                </c:pt>
                <c:pt idx="3997">
                  <c:v>317.25</c:v>
                </c:pt>
                <c:pt idx="3998">
                  <c:v>313.89999999999998</c:v>
                </c:pt>
                <c:pt idx="3999">
                  <c:v>315.39999999999998</c:v>
                </c:pt>
                <c:pt idx="4000">
                  <c:v>314.05</c:v>
                </c:pt>
                <c:pt idx="4001">
                  <c:v>308.95</c:v>
                </c:pt>
                <c:pt idx="4002">
                  <c:v>306.39999999999998</c:v>
                </c:pt>
                <c:pt idx="4003">
                  <c:v>308.75</c:v>
                </c:pt>
                <c:pt idx="4004">
                  <c:v>309.39999999999998</c:v>
                </c:pt>
                <c:pt idx="4005">
                  <c:v>312.95</c:v>
                </c:pt>
                <c:pt idx="4006">
                  <c:v>318.55</c:v>
                </c:pt>
                <c:pt idx="4007">
                  <c:v>320.2</c:v>
                </c:pt>
                <c:pt idx="4008">
                  <c:v>324.75</c:v>
                </c:pt>
                <c:pt idx="4009">
                  <c:v>324.25</c:v>
                </c:pt>
                <c:pt idx="4010">
                  <c:v>321.95</c:v>
                </c:pt>
                <c:pt idx="4011">
                  <c:v>321.8</c:v>
                </c:pt>
                <c:pt idx="4012">
                  <c:v>323.95</c:v>
                </c:pt>
                <c:pt idx="4013">
                  <c:v>315.25</c:v>
                </c:pt>
                <c:pt idx="4014">
                  <c:v>312.39999999999998</c:v>
                </c:pt>
                <c:pt idx="4015">
                  <c:v>309</c:v>
                </c:pt>
                <c:pt idx="4016">
                  <c:v>298.55</c:v>
                </c:pt>
                <c:pt idx="4017">
                  <c:v>300.10000000000002</c:v>
                </c:pt>
                <c:pt idx="4018">
                  <c:v>303.7</c:v>
                </c:pt>
                <c:pt idx="4019">
                  <c:v>295.5</c:v>
                </c:pt>
                <c:pt idx="4020">
                  <c:v>299.85000000000002</c:v>
                </c:pt>
                <c:pt idx="4021">
                  <c:v>305.45</c:v>
                </c:pt>
                <c:pt idx="4022">
                  <c:v>304.55</c:v>
                </c:pt>
                <c:pt idx="4023">
                  <c:v>299.85000000000002</c:v>
                </c:pt>
                <c:pt idx="4024">
                  <c:v>293.8</c:v>
                </c:pt>
                <c:pt idx="4025">
                  <c:v>287.60000000000002</c:v>
                </c:pt>
                <c:pt idx="4026">
                  <c:v>286.2</c:v>
                </c:pt>
                <c:pt idx="4027">
                  <c:v>290.95</c:v>
                </c:pt>
                <c:pt idx="4028">
                  <c:v>295.64999999999998</c:v>
                </c:pt>
                <c:pt idx="4029">
                  <c:v>325.35000000000002</c:v>
                </c:pt>
                <c:pt idx="4030">
                  <c:v>319.55</c:v>
                </c:pt>
                <c:pt idx="4031">
                  <c:v>318.14999999999998</c:v>
                </c:pt>
                <c:pt idx="4032">
                  <c:v>315.2</c:v>
                </c:pt>
                <c:pt idx="4033">
                  <c:v>320.25</c:v>
                </c:pt>
                <c:pt idx="4034">
                  <c:v>319.89999999999998</c:v>
                </c:pt>
                <c:pt idx="4035">
                  <c:v>316.10000000000002</c:v>
                </c:pt>
                <c:pt idx="4036">
                  <c:v>321.3</c:v>
                </c:pt>
                <c:pt idx="4037">
                  <c:v>325.05</c:v>
                </c:pt>
                <c:pt idx="4038">
                  <c:v>316.5</c:v>
                </c:pt>
                <c:pt idx="4039">
                  <c:v>322.05</c:v>
                </c:pt>
                <c:pt idx="4040">
                  <c:v>323.64999999999998</c:v>
                </c:pt>
                <c:pt idx="4041">
                  <c:v>324.75</c:v>
                </c:pt>
                <c:pt idx="4042">
                  <c:v>331.45</c:v>
                </c:pt>
                <c:pt idx="4043">
                  <c:v>323.14999999999998</c:v>
                </c:pt>
                <c:pt idx="4044">
                  <c:v>324.25</c:v>
                </c:pt>
                <c:pt idx="4045">
                  <c:v>322.45</c:v>
                </c:pt>
                <c:pt idx="4046">
                  <c:v>320</c:v>
                </c:pt>
                <c:pt idx="4047">
                  <c:v>327.35000000000002</c:v>
                </c:pt>
                <c:pt idx="4048">
                  <c:v>328.25</c:v>
                </c:pt>
                <c:pt idx="4049">
                  <c:v>336.05</c:v>
                </c:pt>
                <c:pt idx="4050">
                  <c:v>330.7</c:v>
                </c:pt>
                <c:pt idx="4051">
                  <c:v>326.45</c:v>
                </c:pt>
                <c:pt idx="4052">
                  <c:v>325.89999999999998</c:v>
                </c:pt>
                <c:pt idx="4053">
                  <c:v>319.45</c:v>
                </c:pt>
                <c:pt idx="4054">
                  <c:v>321.2</c:v>
                </c:pt>
                <c:pt idx="4055">
                  <c:v>327.25</c:v>
                </c:pt>
                <c:pt idx="4056">
                  <c:v>322.39999999999998</c:v>
                </c:pt>
                <c:pt idx="4057">
                  <c:v>331.25</c:v>
                </c:pt>
                <c:pt idx="4058">
                  <c:v>335.4</c:v>
                </c:pt>
                <c:pt idx="4059">
                  <c:v>335.5</c:v>
                </c:pt>
                <c:pt idx="4060">
                  <c:v>329.95</c:v>
                </c:pt>
                <c:pt idx="4061">
                  <c:v>325.8</c:v>
                </c:pt>
                <c:pt idx="4062">
                  <c:v>320.95</c:v>
                </c:pt>
                <c:pt idx="4063">
                  <c:v>327.39999999999998</c:v>
                </c:pt>
                <c:pt idx="4064">
                  <c:v>333.55</c:v>
                </c:pt>
                <c:pt idx="4065">
                  <c:v>322.89999999999998</c:v>
                </c:pt>
                <c:pt idx="4066">
                  <c:v>324.95</c:v>
                </c:pt>
                <c:pt idx="4067">
                  <c:v>321.14999999999998</c:v>
                </c:pt>
                <c:pt idx="4068">
                  <c:v>316.05</c:v>
                </c:pt>
                <c:pt idx="4069">
                  <c:v>312.64999999999998</c:v>
                </c:pt>
                <c:pt idx="4070">
                  <c:v>317.64999999999998</c:v>
                </c:pt>
                <c:pt idx="4071">
                  <c:v>317.7</c:v>
                </c:pt>
                <c:pt idx="4072">
                  <c:v>324.8</c:v>
                </c:pt>
                <c:pt idx="4073">
                  <c:v>323.5</c:v>
                </c:pt>
                <c:pt idx="4074">
                  <c:v>318</c:v>
                </c:pt>
                <c:pt idx="4075">
                  <c:v>318.2</c:v>
                </c:pt>
                <c:pt idx="4076">
                  <c:v>319.35000000000002</c:v>
                </c:pt>
                <c:pt idx="4077">
                  <c:v>329.4</c:v>
                </c:pt>
                <c:pt idx="4078">
                  <c:v>330.5</c:v>
                </c:pt>
                <c:pt idx="4079">
                  <c:v>332.7</c:v>
                </c:pt>
                <c:pt idx="4080">
                  <c:v>324.85000000000002</c:v>
                </c:pt>
                <c:pt idx="4081">
                  <c:v>330.35</c:v>
                </c:pt>
                <c:pt idx="4082">
                  <c:v>346.85</c:v>
                </c:pt>
                <c:pt idx="4083">
                  <c:v>348.05</c:v>
                </c:pt>
                <c:pt idx="4084">
                  <c:v>356.05</c:v>
                </c:pt>
                <c:pt idx="4085">
                  <c:v>362.45</c:v>
                </c:pt>
                <c:pt idx="4086">
                  <c:v>359.3</c:v>
                </c:pt>
                <c:pt idx="4087">
                  <c:v>356.5</c:v>
                </c:pt>
                <c:pt idx="4088">
                  <c:v>351.05</c:v>
                </c:pt>
                <c:pt idx="4089">
                  <c:v>361.4</c:v>
                </c:pt>
                <c:pt idx="4090">
                  <c:v>358</c:v>
                </c:pt>
                <c:pt idx="4091">
                  <c:v>353.9</c:v>
                </c:pt>
                <c:pt idx="4092">
                  <c:v>355.6</c:v>
                </c:pt>
                <c:pt idx="4093">
                  <c:v>362.75</c:v>
                </c:pt>
                <c:pt idx="4094">
                  <c:v>362.8</c:v>
                </c:pt>
                <c:pt idx="4095">
                  <c:v>354.1</c:v>
                </c:pt>
                <c:pt idx="4096">
                  <c:v>350.7</c:v>
                </c:pt>
                <c:pt idx="4097">
                  <c:v>349.9</c:v>
                </c:pt>
                <c:pt idx="4098">
                  <c:v>353.3</c:v>
                </c:pt>
                <c:pt idx="4099">
                  <c:v>359.55</c:v>
                </c:pt>
                <c:pt idx="4100">
                  <c:v>354.9</c:v>
                </c:pt>
                <c:pt idx="4101">
                  <c:v>359.85</c:v>
                </c:pt>
                <c:pt idx="4102">
                  <c:v>358.05</c:v>
                </c:pt>
                <c:pt idx="4103">
                  <c:v>358.5</c:v>
                </c:pt>
                <c:pt idx="4104">
                  <c:v>354.7</c:v>
                </c:pt>
                <c:pt idx="4105">
                  <c:v>360.25</c:v>
                </c:pt>
                <c:pt idx="4106">
                  <c:v>354.1</c:v>
                </c:pt>
                <c:pt idx="4107">
                  <c:v>358.95</c:v>
                </c:pt>
                <c:pt idx="4108">
                  <c:v>368.5</c:v>
                </c:pt>
                <c:pt idx="4109">
                  <c:v>366.3</c:v>
                </c:pt>
                <c:pt idx="4110">
                  <c:v>368.4</c:v>
                </c:pt>
                <c:pt idx="4111">
                  <c:v>252.35</c:v>
                </c:pt>
                <c:pt idx="4112">
                  <c:v>244.9</c:v>
                </c:pt>
                <c:pt idx="4113">
                  <c:v>243.55</c:v>
                </c:pt>
                <c:pt idx="4114">
                  <c:v>247</c:v>
                </c:pt>
                <c:pt idx="4115">
                  <c:v>245.85</c:v>
                </c:pt>
                <c:pt idx="4116">
                  <c:v>249.15</c:v>
                </c:pt>
                <c:pt idx="4117">
                  <c:v>248.4</c:v>
                </c:pt>
                <c:pt idx="4118">
                  <c:v>247.1</c:v>
                </c:pt>
                <c:pt idx="4119">
                  <c:v>248.7</c:v>
                </c:pt>
                <c:pt idx="4120">
                  <c:v>248.85</c:v>
                </c:pt>
                <c:pt idx="4121">
                  <c:v>248.9</c:v>
                </c:pt>
                <c:pt idx="4122">
                  <c:v>249.05</c:v>
                </c:pt>
                <c:pt idx="4123">
                  <c:v>250.25</c:v>
                </c:pt>
                <c:pt idx="4124">
                  <c:v>250.6</c:v>
                </c:pt>
                <c:pt idx="4125">
                  <c:v>249.85</c:v>
                </c:pt>
                <c:pt idx="4126">
                  <c:v>251.75</c:v>
                </c:pt>
                <c:pt idx="4127">
                  <c:v>251.75</c:v>
                </c:pt>
                <c:pt idx="4128">
                  <c:v>247.4</c:v>
                </c:pt>
                <c:pt idx="4129">
                  <c:v>254.3</c:v>
                </c:pt>
                <c:pt idx="4130">
                  <c:v>252.45</c:v>
                </c:pt>
                <c:pt idx="4131">
                  <c:v>250.6</c:v>
                </c:pt>
                <c:pt idx="4132">
                  <c:v>260.8</c:v>
                </c:pt>
                <c:pt idx="4133">
                  <c:v>252.7</c:v>
                </c:pt>
                <c:pt idx="4134">
                  <c:v>252.1</c:v>
                </c:pt>
                <c:pt idx="4135">
                  <c:v>252.55</c:v>
                </c:pt>
                <c:pt idx="4136">
                  <c:v>249.95</c:v>
                </c:pt>
                <c:pt idx="4137">
                  <c:v>247.65</c:v>
                </c:pt>
                <c:pt idx="4138">
                  <c:v>246.5</c:v>
                </c:pt>
                <c:pt idx="4139">
                  <c:v>251.65</c:v>
                </c:pt>
                <c:pt idx="4140">
                  <c:v>254.1</c:v>
                </c:pt>
                <c:pt idx="4141">
                  <c:v>255.1</c:v>
                </c:pt>
                <c:pt idx="4142">
                  <c:v>253.7</c:v>
                </c:pt>
                <c:pt idx="4143">
                  <c:v>252.15</c:v>
                </c:pt>
                <c:pt idx="4144">
                  <c:v>250.95</c:v>
                </c:pt>
                <c:pt idx="4145">
                  <c:v>254.1</c:v>
                </c:pt>
                <c:pt idx="4146">
                  <c:v>251.4</c:v>
                </c:pt>
                <c:pt idx="4147">
                  <c:v>250.25</c:v>
                </c:pt>
                <c:pt idx="4148">
                  <c:v>253.45</c:v>
                </c:pt>
                <c:pt idx="4149">
                  <c:v>253.8</c:v>
                </c:pt>
                <c:pt idx="4150">
                  <c:v>252.8</c:v>
                </c:pt>
                <c:pt idx="4151">
                  <c:v>257.3</c:v>
                </c:pt>
                <c:pt idx="4152">
                  <c:v>260.05</c:v>
                </c:pt>
                <c:pt idx="4153">
                  <c:v>261</c:v>
                </c:pt>
                <c:pt idx="4154">
                  <c:v>262.89999999999998</c:v>
                </c:pt>
                <c:pt idx="4155">
                  <c:v>262.60000000000002</c:v>
                </c:pt>
                <c:pt idx="4156">
                  <c:v>262.8</c:v>
                </c:pt>
                <c:pt idx="4157">
                  <c:v>264.89999999999998</c:v>
                </c:pt>
                <c:pt idx="4158">
                  <c:v>258.3</c:v>
                </c:pt>
                <c:pt idx="4159">
                  <c:v>252.25</c:v>
                </c:pt>
                <c:pt idx="4160">
                  <c:v>251.85</c:v>
                </c:pt>
                <c:pt idx="4161">
                  <c:v>255.9</c:v>
                </c:pt>
                <c:pt idx="4162">
                  <c:v>260.35000000000002</c:v>
                </c:pt>
                <c:pt idx="4163">
                  <c:v>258.85000000000002</c:v>
                </c:pt>
                <c:pt idx="4164">
                  <c:v>256.95</c:v>
                </c:pt>
                <c:pt idx="4165">
                  <c:v>253.65</c:v>
                </c:pt>
                <c:pt idx="4166">
                  <c:v>255.25</c:v>
                </c:pt>
                <c:pt idx="4167">
                  <c:v>253.45</c:v>
                </c:pt>
                <c:pt idx="4168">
                  <c:v>248.05</c:v>
                </c:pt>
                <c:pt idx="4169">
                  <c:v>245.85</c:v>
                </c:pt>
                <c:pt idx="4170">
                  <c:v>246.95</c:v>
                </c:pt>
                <c:pt idx="4171">
                  <c:v>245.7</c:v>
                </c:pt>
                <c:pt idx="4172">
                  <c:v>241.35</c:v>
                </c:pt>
                <c:pt idx="4173">
                  <c:v>242.3</c:v>
                </c:pt>
                <c:pt idx="4174">
                  <c:v>241.2</c:v>
                </c:pt>
                <c:pt idx="4175">
                  <c:v>240.2</c:v>
                </c:pt>
                <c:pt idx="4176">
                  <c:v>237.4</c:v>
                </c:pt>
                <c:pt idx="4177">
                  <c:v>238.95</c:v>
                </c:pt>
                <c:pt idx="4178">
                  <c:v>240.1</c:v>
                </c:pt>
                <c:pt idx="4179">
                  <c:v>238.95</c:v>
                </c:pt>
                <c:pt idx="4180">
                  <c:v>239.9</c:v>
                </c:pt>
                <c:pt idx="4181">
                  <c:v>240.6</c:v>
                </c:pt>
                <c:pt idx="4182">
                  <c:v>245.95</c:v>
                </c:pt>
                <c:pt idx="4183">
                  <c:v>239.45</c:v>
                </c:pt>
                <c:pt idx="4184">
                  <c:v>239.35</c:v>
                </c:pt>
                <c:pt idx="4185">
                  <c:v>240.15</c:v>
                </c:pt>
                <c:pt idx="4186">
                  <c:v>241.35</c:v>
                </c:pt>
                <c:pt idx="4187">
                  <c:v>238.75</c:v>
                </c:pt>
                <c:pt idx="4188">
                  <c:v>238.75</c:v>
                </c:pt>
                <c:pt idx="4189">
                  <c:v>243.1</c:v>
                </c:pt>
                <c:pt idx="4190">
                  <c:v>243.1</c:v>
                </c:pt>
                <c:pt idx="4191">
                  <c:v>241.65</c:v>
                </c:pt>
                <c:pt idx="4192">
                  <c:v>239.95</c:v>
                </c:pt>
                <c:pt idx="4193">
                  <c:v>237.3</c:v>
                </c:pt>
                <c:pt idx="4194">
                  <c:v>240.3</c:v>
                </c:pt>
                <c:pt idx="4195">
                  <c:v>249.05</c:v>
                </c:pt>
                <c:pt idx="4196">
                  <c:v>256.5</c:v>
                </c:pt>
                <c:pt idx="4197">
                  <c:v>255.6</c:v>
                </c:pt>
                <c:pt idx="4198">
                  <c:v>248.15</c:v>
                </c:pt>
                <c:pt idx="4199">
                  <c:v>251.05</c:v>
                </c:pt>
                <c:pt idx="4200">
                  <c:v>242.95</c:v>
                </c:pt>
                <c:pt idx="4201">
                  <c:v>237.5</c:v>
                </c:pt>
                <c:pt idx="4202">
                  <c:v>230.9</c:v>
                </c:pt>
                <c:pt idx="4203">
                  <c:v>231.5</c:v>
                </c:pt>
                <c:pt idx="4204">
                  <c:v>227.85</c:v>
                </c:pt>
                <c:pt idx="4205">
                  <c:v>224.2</c:v>
                </c:pt>
                <c:pt idx="4206">
                  <c:v>226.1</c:v>
                </c:pt>
                <c:pt idx="4207">
                  <c:v>224.65</c:v>
                </c:pt>
                <c:pt idx="4208">
                  <c:v>223.5</c:v>
                </c:pt>
                <c:pt idx="4209">
                  <c:v>228.8</c:v>
                </c:pt>
                <c:pt idx="4210">
                  <c:v>233.7</c:v>
                </c:pt>
                <c:pt idx="4211">
                  <c:v>231.05</c:v>
                </c:pt>
                <c:pt idx="4212">
                  <c:v>232.5</c:v>
                </c:pt>
                <c:pt idx="4213">
                  <c:v>233.5</c:v>
                </c:pt>
                <c:pt idx="4214">
                  <c:v>228.5</c:v>
                </c:pt>
                <c:pt idx="4215">
                  <c:v>232.55</c:v>
                </c:pt>
                <c:pt idx="4216">
                  <c:v>230.2</c:v>
                </c:pt>
                <c:pt idx="4217">
                  <c:v>227.2</c:v>
                </c:pt>
                <c:pt idx="4218">
                  <c:v>233.3</c:v>
                </c:pt>
                <c:pt idx="4219">
                  <c:v>236.15</c:v>
                </c:pt>
                <c:pt idx="4220">
                  <c:v>232.3</c:v>
                </c:pt>
                <c:pt idx="4221">
                  <c:v>235.65</c:v>
                </c:pt>
                <c:pt idx="4222">
                  <c:v>233.15</c:v>
                </c:pt>
                <c:pt idx="4223">
                  <c:v>229.7</c:v>
                </c:pt>
                <c:pt idx="4224">
                  <c:v>226.35</c:v>
                </c:pt>
                <c:pt idx="4225">
                  <c:v>227</c:v>
                </c:pt>
                <c:pt idx="4226">
                  <c:v>229.95</c:v>
                </c:pt>
                <c:pt idx="4227">
                  <c:v>226.3</c:v>
                </c:pt>
                <c:pt idx="4228">
                  <c:v>227.55</c:v>
                </c:pt>
                <c:pt idx="4229">
                  <c:v>224.7</c:v>
                </c:pt>
                <c:pt idx="4230">
                  <c:v>225</c:v>
                </c:pt>
                <c:pt idx="4231">
                  <c:v>234.05</c:v>
                </c:pt>
                <c:pt idx="4232">
                  <c:v>235.45</c:v>
                </c:pt>
                <c:pt idx="4233">
                  <c:v>236</c:v>
                </c:pt>
                <c:pt idx="4234">
                  <c:v>241.65</c:v>
                </c:pt>
                <c:pt idx="4235">
                  <c:v>240.95</c:v>
                </c:pt>
                <c:pt idx="4236">
                  <c:v>243.35</c:v>
                </c:pt>
                <c:pt idx="4237">
                  <c:v>245.45</c:v>
                </c:pt>
                <c:pt idx="4238">
                  <c:v>246.75</c:v>
                </c:pt>
                <c:pt idx="4239">
                  <c:v>242.7</c:v>
                </c:pt>
                <c:pt idx="4240">
                  <c:v>245.85</c:v>
                </c:pt>
                <c:pt idx="4241">
                  <c:v>248.95</c:v>
                </c:pt>
                <c:pt idx="4242">
                  <c:v>247.55</c:v>
                </c:pt>
                <c:pt idx="4243">
                  <c:v>244.65</c:v>
                </c:pt>
                <c:pt idx="4244">
                  <c:v>249.65</c:v>
                </c:pt>
                <c:pt idx="4245">
                  <c:v>248.8</c:v>
                </c:pt>
                <c:pt idx="4246">
                  <c:v>251.95</c:v>
                </c:pt>
                <c:pt idx="4247">
                  <c:v>250.85</c:v>
                </c:pt>
                <c:pt idx="4248">
                  <c:v>254.15</c:v>
                </c:pt>
                <c:pt idx="4249">
                  <c:v>255.4</c:v>
                </c:pt>
                <c:pt idx="4250">
                  <c:v>259.64999999999998</c:v>
                </c:pt>
                <c:pt idx="4251">
                  <c:v>259.85000000000002</c:v>
                </c:pt>
                <c:pt idx="4252">
                  <c:v>265.5</c:v>
                </c:pt>
                <c:pt idx="4253">
                  <c:v>257.39999999999998</c:v>
                </c:pt>
                <c:pt idx="4254">
                  <c:v>256.10000000000002</c:v>
                </c:pt>
                <c:pt idx="4255">
                  <c:v>258.10000000000002</c:v>
                </c:pt>
                <c:pt idx="4256">
                  <c:v>269.7</c:v>
                </c:pt>
                <c:pt idx="4257">
                  <c:v>274.3</c:v>
                </c:pt>
                <c:pt idx="4258">
                  <c:v>273.05</c:v>
                </c:pt>
                <c:pt idx="4259">
                  <c:v>276.8</c:v>
                </c:pt>
                <c:pt idx="4260">
                  <c:v>277.10000000000002</c:v>
                </c:pt>
                <c:pt idx="4261">
                  <c:v>274.8</c:v>
                </c:pt>
                <c:pt idx="4262">
                  <c:v>277.64999999999998</c:v>
                </c:pt>
                <c:pt idx="4263">
                  <c:v>273.35000000000002</c:v>
                </c:pt>
                <c:pt idx="4264">
                  <c:v>270.60000000000002</c:v>
                </c:pt>
                <c:pt idx="4265">
                  <c:v>270.8</c:v>
                </c:pt>
                <c:pt idx="4266">
                  <c:v>273.39999999999998</c:v>
                </c:pt>
                <c:pt idx="4267">
                  <c:v>266.64999999999998</c:v>
                </c:pt>
                <c:pt idx="4268">
                  <c:v>268.14999999999998</c:v>
                </c:pt>
                <c:pt idx="4269">
                  <c:v>266.05</c:v>
                </c:pt>
                <c:pt idx="4270">
                  <c:v>263.14999999999998</c:v>
                </c:pt>
                <c:pt idx="4271">
                  <c:v>263.45</c:v>
                </c:pt>
                <c:pt idx="4272">
                  <c:v>265.64999999999998</c:v>
                </c:pt>
                <c:pt idx="4273">
                  <c:v>264.60000000000002</c:v>
                </c:pt>
                <c:pt idx="4274">
                  <c:v>262.2</c:v>
                </c:pt>
                <c:pt idx="4275">
                  <c:v>268.5</c:v>
                </c:pt>
                <c:pt idx="4276">
                  <c:v>264.75</c:v>
                </c:pt>
                <c:pt idx="4277">
                  <c:v>261.55</c:v>
                </c:pt>
                <c:pt idx="4278">
                  <c:v>264.10000000000002</c:v>
                </c:pt>
                <c:pt idx="4279">
                  <c:v>264.25</c:v>
                </c:pt>
                <c:pt idx="4280">
                  <c:v>264.14999999999998</c:v>
                </c:pt>
                <c:pt idx="4281">
                  <c:v>264.95</c:v>
                </c:pt>
                <c:pt idx="4282">
                  <c:v>263.45</c:v>
                </c:pt>
                <c:pt idx="4283">
                  <c:v>267.10000000000002</c:v>
                </c:pt>
                <c:pt idx="4284">
                  <c:v>268.2</c:v>
                </c:pt>
                <c:pt idx="4285">
                  <c:v>268.45</c:v>
                </c:pt>
                <c:pt idx="4286">
                  <c:v>281.25</c:v>
                </c:pt>
                <c:pt idx="4287">
                  <c:v>281.89999999999998</c:v>
                </c:pt>
                <c:pt idx="4288">
                  <c:v>287.89999999999998</c:v>
                </c:pt>
                <c:pt idx="4289">
                  <c:v>279.85000000000002</c:v>
                </c:pt>
                <c:pt idx="4290">
                  <c:v>277.60000000000002</c:v>
                </c:pt>
                <c:pt idx="4291">
                  <c:v>281</c:v>
                </c:pt>
                <c:pt idx="4292">
                  <c:v>281.60000000000002</c:v>
                </c:pt>
                <c:pt idx="4293">
                  <c:v>280.5</c:v>
                </c:pt>
                <c:pt idx="4294">
                  <c:v>283.2</c:v>
                </c:pt>
                <c:pt idx="4295">
                  <c:v>282.75</c:v>
                </c:pt>
                <c:pt idx="4296">
                  <c:v>280.3</c:v>
                </c:pt>
                <c:pt idx="4297">
                  <c:v>281.55</c:v>
                </c:pt>
                <c:pt idx="4298">
                  <c:v>278.95</c:v>
                </c:pt>
                <c:pt idx="4299">
                  <c:v>274.10000000000002</c:v>
                </c:pt>
                <c:pt idx="4300">
                  <c:v>272.64999999999998</c:v>
                </c:pt>
                <c:pt idx="4301">
                  <c:v>273.55</c:v>
                </c:pt>
                <c:pt idx="4302">
                  <c:v>282.05</c:v>
                </c:pt>
                <c:pt idx="4303">
                  <c:v>281.89999999999998</c:v>
                </c:pt>
                <c:pt idx="4304">
                  <c:v>279.14999999999998</c:v>
                </c:pt>
                <c:pt idx="4305">
                  <c:v>279.10000000000002</c:v>
                </c:pt>
                <c:pt idx="4306">
                  <c:v>279.05</c:v>
                </c:pt>
                <c:pt idx="4307">
                  <c:v>278.7</c:v>
                </c:pt>
                <c:pt idx="4308">
                  <c:v>279.5</c:v>
                </c:pt>
                <c:pt idx="4309">
                  <c:v>274.35000000000002</c:v>
                </c:pt>
                <c:pt idx="4310">
                  <c:v>276.75</c:v>
                </c:pt>
                <c:pt idx="4311">
                  <c:v>281.3</c:v>
                </c:pt>
                <c:pt idx="4312">
                  <c:v>290.89999999999998</c:v>
                </c:pt>
                <c:pt idx="4313">
                  <c:v>285.8</c:v>
                </c:pt>
                <c:pt idx="4314">
                  <c:v>278</c:v>
                </c:pt>
                <c:pt idx="4315">
                  <c:v>279.2</c:v>
                </c:pt>
                <c:pt idx="4316">
                  <c:v>277.25</c:v>
                </c:pt>
                <c:pt idx="4317">
                  <c:v>281.2</c:v>
                </c:pt>
                <c:pt idx="4318">
                  <c:v>277.14999999999998</c:v>
                </c:pt>
                <c:pt idx="4319">
                  <c:v>272.95</c:v>
                </c:pt>
                <c:pt idx="4320">
                  <c:v>271.5</c:v>
                </c:pt>
                <c:pt idx="4321">
                  <c:v>273.95</c:v>
                </c:pt>
                <c:pt idx="4322">
                  <c:v>276.64999999999998</c:v>
                </c:pt>
                <c:pt idx="4323">
                  <c:v>274.95</c:v>
                </c:pt>
                <c:pt idx="4324">
                  <c:v>277.95</c:v>
                </c:pt>
                <c:pt idx="4325">
                  <c:v>283.45</c:v>
                </c:pt>
                <c:pt idx="4326">
                  <c:v>281.64999999999998</c:v>
                </c:pt>
                <c:pt idx="4327">
                  <c:v>277.89999999999998</c:v>
                </c:pt>
                <c:pt idx="4328">
                  <c:v>286.2</c:v>
                </c:pt>
                <c:pt idx="4329">
                  <c:v>303.60000000000002</c:v>
                </c:pt>
                <c:pt idx="4330">
                  <c:v>300.14999999999998</c:v>
                </c:pt>
                <c:pt idx="4331">
                  <c:v>299.89999999999998</c:v>
                </c:pt>
                <c:pt idx="4332">
                  <c:v>300.05</c:v>
                </c:pt>
                <c:pt idx="4333">
                  <c:v>309.10000000000002</c:v>
                </c:pt>
                <c:pt idx="4334">
                  <c:v>315.85000000000002</c:v>
                </c:pt>
                <c:pt idx="4335">
                  <c:v>311.45</c:v>
                </c:pt>
                <c:pt idx="4336">
                  <c:v>311.8</c:v>
                </c:pt>
                <c:pt idx="4337">
                  <c:v>314.2</c:v>
                </c:pt>
                <c:pt idx="4338">
                  <c:v>319.2</c:v>
                </c:pt>
                <c:pt idx="4339">
                  <c:v>317.45</c:v>
                </c:pt>
                <c:pt idx="4340">
                  <c:v>311.05</c:v>
                </c:pt>
                <c:pt idx="4341">
                  <c:v>312.25</c:v>
                </c:pt>
                <c:pt idx="4342">
                  <c:v>311.60000000000002</c:v>
                </c:pt>
                <c:pt idx="4343">
                  <c:v>306</c:v>
                </c:pt>
                <c:pt idx="4344">
                  <c:v>304.39999999999998</c:v>
                </c:pt>
                <c:pt idx="4345">
                  <c:v>305.25</c:v>
                </c:pt>
                <c:pt idx="4346">
                  <c:v>299.85000000000002</c:v>
                </c:pt>
                <c:pt idx="4347">
                  <c:v>301.89999999999998</c:v>
                </c:pt>
                <c:pt idx="4348">
                  <c:v>306.8</c:v>
                </c:pt>
                <c:pt idx="4349">
                  <c:v>310.89999999999998</c:v>
                </c:pt>
                <c:pt idx="4350">
                  <c:v>308.7</c:v>
                </c:pt>
                <c:pt idx="4351">
                  <c:v>308.95</c:v>
                </c:pt>
                <c:pt idx="4352">
                  <c:v>311.3</c:v>
                </c:pt>
                <c:pt idx="4353">
                  <c:v>311</c:v>
                </c:pt>
                <c:pt idx="4354">
                  <c:v>312.35000000000002</c:v>
                </c:pt>
                <c:pt idx="4355">
                  <c:v>308.35000000000002</c:v>
                </c:pt>
                <c:pt idx="4356">
                  <c:v>311.60000000000002</c:v>
                </c:pt>
                <c:pt idx="4357">
                  <c:v>323.64999999999998</c:v>
                </c:pt>
                <c:pt idx="4358">
                  <c:v>342.5</c:v>
                </c:pt>
                <c:pt idx="4359">
                  <c:v>337.25</c:v>
                </c:pt>
                <c:pt idx="4360">
                  <c:v>331.05</c:v>
                </c:pt>
                <c:pt idx="4361">
                  <c:v>337.1</c:v>
                </c:pt>
                <c:pt idx="4362">
                  <c:v>334.3</c:v>
                </c:pt>
                <c:pt idx="4363">
                  <c:v>333.3</c:v>
                </c:pt>
                <c:pt idx="4364">
                  <c:v>330.4</c:v>
                </c:pt>
                <c:pt idx="4365">
                  <c:v>328.85</c:v>
                </c:pt>
                <c:pt idx="4366">
                  <c:v>338.75</c:v>
                </c:pt>
                <c:pt idx="4367">
                  <c:v>337.15</c:v>
                </c:pt>
                <c:pt idx="4368">
                  <c:v>325.14999999999998</c:v>
                </c:pt>
                <c:pt idx="4369">
                  <c:v>284.55</c:v>
                </c:pt>
                <c:pt idx="4370">
                  <c:v>291.45</c:v>
                </c:pt>
                <c:pt idx="4371">
                  <c:v>289.5</c:v>
                </c:pt>
                <c:pt idx="4372">
                  <c:v>288.89999999999998</c:v>
                </c:pt>
                <c:pt idx="4373">
                  <c:v>293.25</c:v>
                </c:pt>
                <c:pt idx="4374">
                  <c:v>291.39999999999998</c:v>
                </c:pt>
                <c:pt idx="4375">
                  <c:v>293.64999999999998</c:v>
                </c:pt>
                <c:pt idx="4376">
                  <c:v>288.55</c:v>
                </c:pt>
                <c:pt idx="4377">
                  <c:v>291.55</c:v>
                </c:pt>
                <c:pt idx="4378">
                  <c:v>285.25</c:v>
                </c:pt>
                <c:pt idx="4379">
                  <c:v>287.85000000000002</c:v>
                </c:pt>
                <c:pt idx="4380">
                  <c:v>285.45</c:v>
                </c:pt>
                <c:pt idx="4381">
                  <c:v>281.39999999999998</c:v>
                </c:pt>
                <c:pt idx="4382">
                  <c:v>280.75</c:v>
                </c:pt>
                <c:pt idx="4383">
                  <c:v>279.85000000000002</c:v>
                </c:pt>
                <c:pt idx="4384">
                  <c:v>274.14999999999998</c:v>
                </c:pt>
                <c:pt idx="4385">
                  <c:v>272.85000000000002</c:v>
                </c:pt>
                <c:pt idx="4386">
                  <c:v>273.10000000000002</c:v>
                </c:pt>
                <c:pt idx="4387">
                  <c:v>271.5</c:v>
                </c:pt>
                <c:pt idx="4388">
                  <c:v>271.25</c:v>
                </c:pt>
                <c:pt idx="4389">
                  <c:v>279.2</c:v>
                </c:pt>
                <c:pt idx="4390">
                  <c:v>280</c:v>
                </c:pt>
                <c:pt idx="4391">
                  <c:v>281.85000000000002</c:v>
                </c:pt>
                <c:pt idx="4392">
                  <c:v>281.60000000000002</c:v>
                </c:pt>
                <c:pt idx="4393">
                  <c:v>282.89999999999998</c:v>
                </c:pt>
                <c:pt idx="4394">
                  <c:v>282.55</c:v>
                </c:pt>
                <c:pt idx="4395">
                  <c:v>281.45</c:v>
                </c:pt>
                <c:pt idx="4396">
                  <c:v>282.45</c:v>
                </c:pt>
                <c:pt idx="4397">
                  <c:v>280.25</c:v>
                </c:pt>
                <c:pt idx="4398">
                  <c:v>282</c:v>
                </c:pt>
                <c:pt idx="4399">
                  <c:v>282.25</c:v>
                </c:pt>
                <c:pt idx="4400">
                  <c:v>283.60000000000002</c:v>
                </c:pt>
                <c:pt idx="4401">
                  <c:v>283.10000000000002</c:v>
                </c:pt>
                <c:pt idx="4402">
                  <c:v>282.85000000000002</c:v>
                </c:pt>
                <c:pt idx="4403">
                  <c:v>275.7</c:v>
                </c:pt>
                <c:pt idx="4404">
                  <c:v>270.39999999999998</c:v>
                </c:pt>
                <c:pt idx="4405">
                  <c:v>272.35000000000002</c:v>
                </c:pt>
                <c:pt idx="4406">
                  <c:v>273.60000000000002</c:v>
                </c:pt>
                <c:pt idx="4407">
                  <c:v>277.64999999999998</c:v>
                </c:pt>
                <c:pt idx="4408">
                  <c:v>271.5</c:v>
                </c:pt>
                <c:pt idx="4409">
                  <c:v>272</c:v>
                </c:pt>
                <c:pt idx="4410">
                  <c:v>269.3</c:v>
                </c:pt>
                <c:pt idx="4411">
                  <c:v>267</c:v>
                </c:pt>
                <c:pt idx="4412">
                  <c:v>267.85000000000002</c:v>
                </c:pt>
                <c:pt idx="4413">
                  <c:v>271.55</c:v>
                </c:pt>
                <c:pt idx="4414">
                  <c:v>269.55</c:v>
                </c:pt>
                <c:pt idx="4415">
                  <c:v>268.45</c:v>
                </c:pt>
                <c:pt idx="4416">
                  <c:v>262.25</c:v>
                </c:pt>
                <c:pt idx="4417">
                  <c:v>262.45</c:v>
                </c:pt>
                <c:pt idx="4418">
                  <c:v>258.5</c:v>
                </c:pt>
                <c:pt idx="4419">
                  <c:v>261.55</c:v>
                </c:pt>
                <c:pt idx="4420">
                  <c:v>258.3</c:v>
                </c:pt>
                <c:pt idx="4421">
                  <c:v>261.39999999999998</c:v>
                </c:pt>
                <c:pt idx="4422">
                  <c:v>267.39999999999998</c:v>
                </c:pt>
                <c:pt idx="4423">
                  <c:v>265.25</c:v>
                </c:pt>
                <c:pt idx="4424">
                  <c:v>266.14999999999998</c:v>
                </c:pt>
                <c:pt idx="4425">
                  <c:v>268</c:v>
                </c:pt>
                <c:pt idx="4426">
                  <c:v>266.2</c:v>
                </c:pt>
                <c:pt idx="4427">
                  <c:v>265.39999999999998</c:v>
                </c:pt>
                <c:pt idx="4428">
                  <c:v>267</c:v>
                </c:pt>
                <c:pt idx="4429">
                  <c:v>265.95</c:v>
                </c:pt>
                <c:pt idx="4430">
                  <c:v>267.5</c:v>
                </c:pt>
                <c:pt idx="4431">
                  <c:v>267.25</c:v>
                </c:pt>
                <c:pt idx="4432">
                  <c:v>270.35000000000002</c:v>
                </c:pt>
                <c:pt idx="4433">
                  <c:v>269.64999999999998</c:v>
                </c:pt>
                <c:pt idx="4434">
                  <c:v>267.05</c:v>
                </c:pt>
                <c:pt idx="4435">
                  <c:v>267</c:v>
                </c:pt>
                <c:pt idx="4436">
                  <c:v>269.25</c:v>
                </c:pt>
                <c:pt idx="4437">
                  <c:v>268.39999999999998</c:v>
                </c:pt>
                <c:pt idx="4438">
                  <c:v>269.35000000000002</c:v>
                </c:pt>
                <c:pt idx="4439">
                  <c:v>265.14999999999998</c:v>
                </c:pt>
                <c:pt idx="4440">
                  <c:v>265.7</c:v>
                </c:pt>
                <c:pt idx="4441">
                  <c:v>269.85000000000002</c:v>
                </c:pt>
                <c:pt idx="4442">
                  <c:v>265.64999999999998</c:v>
                </c:pt>
                <c:pt idx="4443">
                  <c:v>265.39999999999998</c:v>
                </c:pt>
                <c:pt idx="4444">
                  <c:v>264.89999999999998</c:v>
                </c:pt>
                <c:pt idx="4445">
                  <c:v>265.3</c:v>
                </c:pt>
                <c:pt idx="4446">
                  <c:v>265.39999999999998</c:v>
                </c:pt>
                <c:pt idx="4447">
                  <c:v>260.05</c:v>
                </c:pt>
                <c:pt idx="4448">
                  <c:v>261.7</c:v>
                </c:pt>
                <c:pt idx="4449">
                  <c:v>258.3</c:v>
                </c:pt>
                <c:pt idx="4450">
                  <c:v>256.55</c:v>
                </c:pt>
                <c:pt idx="4451">
                  <c:v>253.3</c:v>
                </c:pt>
                <c:pt idx="4452">
                  <c:v>255.1</c:v>
                </c:pt>
                <c:pt idx="4453">
                  <c:v>258</c:v>
                </c:pt>
                <c:pt idx="4454">
                  <c:v>259.2</c:v>
                </c:pt>
                <c:pt idx="4455">
                  <c:v>255.8</c:v>
                </c:pt>
                <c:pt idx="4456">
                  <c:v>258.14999999999998</c:v>
                </c:pt>
                <c:pt idx="4457">
                  <c:v>258.14999999999998</c:v>
                </c:pt>
                <c:pt idx="4458">
                  <c:v>260.75</c:v>
                </c:pt>
                <c:pt idx="4459">
                  <c:v>259.25</c:v>
                </c:pt>
                <c:pt idx="4460">
                  <c:v>257</c:v>
                </c:pt>
                <c:pt idx="4461">
                  <c:v>258.05</c:v>
                </c:pt>
                <c:pt idx="4462">
                  <c:v>256.05</c:v>
                </c:pt>
                <c:pt idx="4463">
                  <c:v>255.2</c:v>
                </c:pt>
                <c:pt idx="4464">
                  <c:v>255.1</c:v>
                </c:pt>
                <c:pt idx="4465">
                  <c:v>253.85</c:v>
                </c:pt>
                <c:pt idx="4466">
                  <c:v>251.6</c:v>
                </c:pt>
                <c:pt idx="4467">
                  <c:v>253.35</c:v>
                </c:pt>
                <c:pt idx="4468">
                  <c:v>262.2</c:v>
                </c:pt>
                <c:pt idx="4469">
                  <c:v>266.25</c:v>
                </c:pt>
                <c:pt idx="4470">
                  <c:v>261.55</c:v>
                </c:pt>
                <c:pt idx="4471">
                  <c:v>259</c:v>
                </c:pt>
                <c:pt idx="4472">
                  <c:v>264.25</c:v>
                </c:pt>
                <c:pt idx="4473">
                  <c:v>264.60000000000002</c:v>
                </c:pt>
                <c:pt idx="4474">
                  <c:v>263.2</c:v>
                </c:pt>
                <c:pt idx="4475">
                  <c:v>264.25</c:v>
                </c:pt>
                <c:pt idx="4476">
                  <c:v>263.3</c:v>
                </c:pt>
                <c:pt idx="4477">
                  <c:v>263.05</c:v>
                </c:pt>
                <c:pt idx="4478">
                  <c:v>263.10000000000002</c:v>
                </c:pt>
                <c:pt idx="4479">
                  <c:v>264.14999999999998</c:v>
                </c:pt>
                <c:pt idx="4480">
                  <c:v>262.14999999999998</c:v>
                </c:pt>
                <c:pt idx="4481">
                  <c:v>261.85000000000002</c:v>
                </c:pt>
                <c:pt idx="4482">
                  <c:v>263.25</c:v>
                </c:pt>
                <c:pt idx="4483">
                  <c:v>262.3</c:v>
                </c:pt>
                <c:pt idx="4484">
                  <c:v>260.75</c:v>
                </c:pt>
                <c:pt idx="4485">
                  <c:v>261.14999999999998</c:v>
                </c:pt>
                <c:pt idx="4486">
                  <c:v>261.55</c:v>
                </c:pt>
                <c:pt idx="4487">
                  <c:v>262.89999999999998</c:v>
                </c:pt>
                <c:pt idx="4488">
                  <c:v>265.60000000000002</c:v>
                </c:pt>
                <c:pt idx="4489">
                  <c:v>270.55</c:v>
                </c:pt>
                <c:pt idx="4490">
                  <c:v>269.39999999999998</c:v>
                </c:pt>
                <c:pt idx="4491">
                  <c:v>269.8</c:v>
                </c:pt>
                <c:pt idx="4492">
                  <c:v>267.55</c:v>
                </c:pt>
                <c:pt idx="4493">
                  <c:v>267.60000000000002</c:v>
                </c:pt>
                <c:pt idx="4494">
                  <c:v>261.7</c:v>
                </c:pt>
                <c:pt idx="4495">
                  <c:v>266.05</c:v>
                </c:pt>
                <c:pt idx="4496">
                  <c:v>273.39999999999998</c:v>
                </c:pt>
                <c:pt idx="4497">
                  <c:v>274.55</c:v>
                </c:pt>
                <c:pt idx="4498">
                  <c:v>273.64999999999998</c:v>
                </c:pt>
                <c:pt idx="4499">
                  <c:v>276.60000000000002</c:v>
                </c:pt>
                <c:pt idx="4500">
                  <c:v>281.45</c:v>
                </c:pt>
                <c:pt idx="4501">
                  <c:v>281.25</c:v>
                </c:pt>
                <c:pt idx="4502">
                  <c:v>275.64999999999998</c:v>
                </c:pt>
                <c:pt idx="4503">
                  <c:v>275.2</c:v>
                </c:pt>
                <c:pt idx="4504">
                  <c:v>271.39999999999998</c:v>
                </c:pt>
                <c:pt idx="4505">
                  <c:v>275.3</c:v>
                </c:pt>
                <c:pt idx="4506">
                  <c:v>275.35000000000002</c:v>
                </c:pt>
                <c:pt idx="4507">
                  <c:v>279.25</c:v>
                </c:pt>
                <c:pt idx="4508">
                  <c:v>273.5</c:v>
                </c:pt>
                <c:pt idx="4509">
                  <c:v>275.14999999999998</c:v>
                </c:pt>
                <c:pt idx="4510">
                  <c:v>274.10000000000002</c:v>
                </c:pt>
                <c:pt idx="4511">
                  <c:v>271.35000000000002</c:v>
                </c:pt>
                <c:pt idx="4512">
                  <c:v>269.85000000000002</c:v>
                </c:pt>
                <c:pt idx="4513">
                  <c:v>266.5</c:v>
                </c:pt>
                <c:pt idx="4514">
                  <c:v>268.10000000000002</c:v>
                </c:pt>
                <c:pt idx="4515">
                  <c:v>266.45</c:v>
                </c:pt>
                <c:pt idx="4516">
                  <c:v>264.10000000000002</c:v>
                </c:pt>
                <c:pt idx="4517">
                  <c:v>263.25</c:v>
                </c:pt>
                <c:pt idx="4518">
                  <c:v>268.2</c:v>
                </c:pt>
                <c:pt idx="4519">
                  <c:v>267.10000000000002</c:v>
                </c:pt>
                <c:pt idx="4520">
                  <c:v>269.05</c:v>
                </c:pt>
                <c:pt idx="4521">
                  <c:v>266.55</c:v>
                </c:pt>
                <c:pt idx="4522">
                  <c:v>266.39999999999998</c:v>
                </c:pt>
                <c:pt idx="4523">
                  <c:v>265.05</c:v>
                </c:pt>
                <c:pt idx="4524">
                  <c:v>264</c:v>
                </c:pt>
                <c:pt idx="4525">
                  <c:v>260.25</c:v>
                </c:pt>
                <c:pt idx="4526">
                  <c:v>256.5</c:v>
                </c:pt>
                <c:pt idx="4527">
                  <c:v>259.89999999999998</c:v>
                </c:pt>
                <c:pt idx="4528">
                  <c:v>258.85000000000002</c:v>
                </c:pt>
                <c:pt idx="4529">
                  <c:v>259.25</c:v>
                </c:pt>
                <c:pt idx="4530">
                  <c:v>270.10000000000002</c:v>
                </c:pt>
                <c:pt idx="4531">
                  <c:v>269.45</c:v>
                </c:pt>
                <c:pt idx="4532">
                  <c:v>268.05</c:v>
                </c:pt>
                <c:pt idx="4533">
                  <c:v>265.55</c:v>
                </c:pt>
                <c:pt idx="4534">
                  <c:v>260.5</c:v>
                </c:pt>
                <c:pt idx="4535">
                  <c:v>259.14999999999998</c:v>
                </c:pt>
                <c:pt idx="4536">
                  <c:v>259.2</c:v>
                </c:pt>
                <c:pt idx="4537">
                  <c:v>259.05</c:v>
                </c:pt>
                <c:pt idx="4538">
                  <c:v>258.3</c:v>
                </c:pt>
                <c:pt idx="4539">
                  <c:v>256</c:v>
                </c:pt>
                <c:pt idx="4540">
                  <c:v>258.10000000000002</c:v>
                </c:pt>
                <c:pt idx="4541">
                  <c:v>258.89999999999998</c:v>
                </c:pt>
                <c:pt idx="4542">
                  <c:v>255.5</c:v>
                </c:pt>
                <c:pt idx="4543">
                  <c:v>258.25</c:v>
                </c:pt>
                <c:pt idx="4544">
                  <c:v>258.5</c:v>
                </c:pt>
                <c:pt idx="4545">
                  <c:v>258.60000000000002</c:v>
                </c:pt>
                <c:pt idx="4546">
                  <c:v>259.64999999999998</c:v>
                </c:pt>
                <c:pt idx="4547">
                  <c:v>260.85000000000002</c:v>
                </c:pt>
                <c:pt idx="4548">
                  <c:v>265.8</c:v>
                </c:pt>
                <c:pt idx="4549">
                  <c:v>266.7</c:v>
                </c:pt>
                <c:pt idx="4550">
                  <c:v>265.14999999999998</c:v>
                </c:pt>
                <c:pt idx="4551">
                  <c:v>261.95</c:v>
                </c:pt>
                <c:pt idx="4552">
                  <c:v>260.75</c:v>
                </c:pt>
                <c:pt idx="4553">
                  <c:v>264.45</c:v>
                </c:pt>
                <c:pt idx="4554">
                  <c:v>267.60000000000002</c:v>
                </c:pt>
                <c:pt idx="4555">
                  <c:v>275.35000000000002</c:v>
                </c:pt>
                <c:pt idx="4556">
                  <c:v>277.35000000000002</c:v>
                </c:pt>
                <c:pt idx="4557">
                  <c:v>276.2</c:v>
                </c:pt>
                <c:pt idx="4558">
                  <c:v>275.5</c:v>
                </c:pt>
                <c:pt idx="4559">
                  <c:v>276</c:v>
                </c:pt>
                <c:pt idx="4560">
                  <c:v>274.10000000000002</c:v>
                </c:pt>
                <c:pt idx="4561">
                  <c:v>278.25</c:v>
                </c:pt>
                <c:pt idx="4562">
                  <c:v>279.39999999999998</c:v>
                </c:pt>
                <c:pt idx="4563">
                  <c:v>281.45</c:v>
                </c:pt>
                <c:pt idx="4564">
                  <c:v>287.25</c:v>
                </c:pt>
                <c:pt idx="4565">
                  <c:v>285</c:v>
                </c:pt>
                <c:pt idx="4566">
                  <c:v>277.14999999999998</c:v>
                </c:pt>
                <c:pt idx="4567">
                  <c:v>282.25</c:v>
                </c:pt>
                <c:pt idx="4568">
                  <c:v>282.7</c:v>
                </c:pt>
                <c:pt idx="4569">
                  <c:v>282.3</c:v>
                </c:pt>
                <c:pt idx="4570">
                  <c:v>280.14999999999998</c:v>
                </c:pt>
                <c:pt idx="4571">
                  <c:v>283.64999999999998</c:v>
                </c:pt>
                <c:pt idx="4572">
                  <c:v>284.8</c:v>
                </c:pt>
                <c:pt idx="4573">
                  <c:v>281.85000000000002</c:v>
                </c:pt>
                <c:pt idx="4574">
                  <c:v>285.85000000000002</c:v>
                </c:pt>
                <c:pt idx="4575">
                  <c:v>278.95</c:v>
                </c:pt>
                <c:pt idx="4576">
                  <c:v>282.3</c:v>
                </c:pt>
                <c:pt idx="4577">
                  <c:v>282.35000000000002</c:v>
                </c:pt>
                <c:pt idx="4578">
                  <c:v>278.75</c:v>
                </c:pt>
                <c:pt idx="4579">
                  <c:v>273.45</c:v>
                </c:pt>
                <c:pt idx="4580">
                  <c:v>274.85000000000002</c:v>
                </c:pt>
                <c:pt idx="4581">
                  <c:v>272.3</c:v>
                </c:pt>
                <c:pt idx="4582">
                  <c:v>275.3</c:v>
                </c:pt>
                <c:pt idx="4583">
                  <c:v>274.05</c:v>
                </c:pt>
                <c:pt idx="4584">
                  <c:v>271.89999999999998</c:v>
                </c:pt>
                <c:pt idx="4585">
                  <c:v>271.64999999999998</c:v>
                </c:pt>
                <c:pt idx="4586">
                  <c:v>269.95</c:v>
                </c:pt>
                <c:pt idx="4587">
                  <c:v>268.89999999999998</c:v>
                </c:pt>
                <c:pt idx="4588">
                  <c:v>267.5</c:v>
                </c:pt>
                <c:pt idx="4589">
                  <c:v>270.39999999999998</c:v>
                </c:pt>
                <c:pt idx="4590">
                  <c:v>271.05</c:v>
                </c:pt>
                <c:pt idx="4591">
                  <c:v>267.89999999999998</c:v>
                </c:pt>
                <c:pt idx="4592">
                  <c:v>269.25</c:v>
                </c:pt>
                <c:pt idx="4593">
                  <c:v>270.25</c:v>
                </c:pt>
                <c:pt idx="4594">
                  <c:v>267.85000000000002</c:v>
                </c:pt>
                <c:pt idx="4595">
                  <c:v>267.25</c:v>
                </c:pt>
                <c:pt idx="4596">
                  <c:v>264.5</c:v>
                </c:pt>
                <c:pt idx="4597">
                  <c:v>264.55</c:v>
                </c:pt>
                <c:pt idx="4598">
                  <c:v>266.05</c:v>
                </c:pt>
                <c:pt idx="4599">
                  <c:v>263.75</c:v>
                </c:pt>
                <c:pt idx="4600">
                  <c:v>260.85000000000002</c:v>
                </c:pt>
                <c:pt idx="4601">
                  <c:v>265.14999999999998</c:v>
                </c:pt>
                <c:pt idx="4602">
                  <c:v>262.60000000000002</c:v>
                </c:pt>
                <c:pt idx="4603">
                  <c:v>264.8</c:v>
                </c:pt>
                <c:pt idx="4604">
                  <c:v>262.75</c:v>
                </c:pt>
                <c:pt idx="4605">
                  <c:v>260.5</c:v>
                </c:pt>
                <c:pt idx="4606">
                  <c:v>266.2</c:v>
                </c:pt>
                <c:pt idx="4607">
                  <c:v>263.05</c:v>
                </c:pt>
                <c:pt idx="4608">
                  <c:v>265.45</c:v>
                </c:pt>
                <c:pt idx="4609">
                  <c:v>264.39999999999998</c:v>
                </c:pt>
                <c:pt idx="4610">
                  <c:v>272.5</c:v>
                </c:pt>
                <c:pt idx="4611">
                  <c:v>272.64999999999998</c:v>
                </c:pt>
                <c:pt idx="4612">
                  <c:v>274.39999999999998</c:v>
                </c:pt>
                <c:pt idx="4613">
                  <c:v>277.05</c:v>
                </c:pt>
                <c:pt idx="4614">
                  <c:v>275.75</c:v>
                </c:pt>
                <c:pt idx="4615">
                  <c:v>277.2</c:v>
                </c:pt>
                <c:pt idx="4616">
                  <c:v>270.39999999999998</c:v>
                </c:pt>
                <c:pt idx="4617">
                  <c:v>271.60000000000002</c:v>
                </c:pt>
                <c:pt idx="4618">
                  <c:v>269.85000000000002</c:v>
                </c:pt>
                <c:pt idx="4619">
                  <c:v>268.55</c:v>
                </c:pt>
                <c:pt idx="4620">
                  <c:v>273.3</c:v>
                </c:pt>
                <c:pt idx="4621">
                  <c:v>274</c:v>
                </c:pt>
                <c:pt idx="4622">
                  <c:v>284.14999999999998</c:v>
                </c:pt>
                <c:pt idx="4623">
                  <c:v>285.64999999999998</c:v>
                </c:pt>
                <c:pt idx="4624">
                  <c:v>286.14999999999998</c:v>
                </c:pt>
                <c:pt idx="4625">
                  <c:v>287.2</c:v>
                </c:pt>
                <c:pt idx="4626">
                  <c:v>302.55</c:v>
                </c:pt>
                <c:pt idx="4627">
                  <c:v>301.05</c:v>
                </c:pt>
                <c:pt idx="4628">
                  <c:v>297.7</c:v>
                </c:pt>
                <c:pt idx="4629">
                  <c:v>301.60000000000002</c:v>
                </c:pt>
                <c:pt idx="4630">
                  <c:v>299.2</c:v>
                </c:pt>
                <c:pt idx="4631">
                  <c:v>303.95</c:v>
                </c:pt>
                <c:pt idx="4632">
                  <c:v>301.8</c:v>
                </c:pt>
                <c:pt idx="4633">
                  <c:v>301.10000000000002</c:v>
                </c:pt>
                <c:pt idx="4634">
                  <c:v>300.95</c:v>
                </c:pt>
                <c:pt idx="4635">
                  <c:v>302.5</c:v>
                </c:pt>
                <c:pt idx="4636">
                  <c:v>304.8</c:v>
                </c:pt>
                <c:pt idx="4637">
                  <c:v>305.95</c:v>
                </c:pt>
                <c:pt idx="4638">
                  <c:v>307.89999999999998</c:v>
                </c:pt>
                <c:pt idx="4639">
                  <c:v>307.45</c:v>
                </c:pt>
                <c:pt idx="4640">
                  <c:v>313.75</c:v>
                </c:pt>
                <c:pt idx="4641">
                  <c:v>313.3</c:v>
                </c:pt>
                <c:pt idx="4642">
                  <c:v>312.89999999999998</c:v>
                </c:pt>
                <c:pt idx="4643">
                  <c:v>312</c:v>
                </c:pt>
                <c:pt idx="4644">
                  <c:v>310.39999999999998</c:v>
                </c:pt>
                <c:pt idx="4645">
                  <c:v>313.39999999999998</c:v>
                </c:pt>
                <c:pt idx="4646">
                  <c:v>311.64999999999998</c:v>
                </c:pt>
                <c:pt idx="4647">
                  <c:v>312.8</c:v>
                </c:pt>
                <c:pt idx="4648">
                  <c:v>319.85000000000002</c:v>
                </c:pt>
                <c:pt idx="4649">
                  <c:v>319.85000000000002</c:v>
                </c:pt>
                <c:pt idx="4650">
                  <c:v>313.2</c:v>
                </c:pt>
                <c:pt idx="4651">
                  <c:v>309.60000000000002</c:v>
                </c:pt>
                <c:pt idx="4652">
                  <c:v>310.25</c:v>
                </c:pt>
                <c:pt idx="4653">
                  <c:v>310.8</c:v>
                </c:pt>
                <c:pt idx="4654">
                  <c:v>310.45</c:v>
                </c:pt>
                <c:pt idx="4655">
                  <c:v>306.55</c:v>
                </c:pt>
                <c:pt idx="4656">
                  <c:v>297.2</c:v>
                </c:pt>
                <c:pt idx="4657">
                  <c:v>306.8</c:v>
                </c:pt>
                <c:pt idx="4658">
                  <c:v>307.14999999999998</c:v>
                </c:pt>
                <c:pt idx="4659">
                  <c:v>302</c:v>
                </c:pt>
                <c:pt idx="4660">
                  <c:v>303.25</c:v>
                </c:pt>
                <c:pt idx="4661">
                  <c:v>299.64999999999998</c:v>
                </c:pt>
                <c:pt idx="4662">
                  <c:v>303.95</c:v>
                </c:pt>
                <c:pt idx="4663">
                  <c:v>297.95</c:v>
                </c:pt>
                <c:pt idx="4664">
                  <c:v>301.14999999999998</c:v>
                </c:pt>
                <c:pt idx="4665">
                  <c:v>293.14999999999998</c:v>
                </c:pt>
                <c:pt idx="4666">
                  <c:v>293.3</c:v>
                </c:pt>
                <c:pt idx="4667">
                  <c:v>297.75</c:v>
                </c:pt>
                <c:pt idx="4668">
                  <c:v>297.10000000000002</c:v>
                </c:pt>
                <c:pt idx="4669">
                  <c:v>295.2</c:v>
                </c:pt>
                <c:pt idx="4670">
                  <c:v>287.10000000000002</c:v>
                </c:pt>
                <c:pt idx="4671">
                  <c:v>276.5</c:v>
                </c:pt>
                <c:pt idx="4672">
                  <c:v>273.2</c:v>
                </c:pt>
                <c:pt idx="4673">
                  <c:v>268.5</c:v>
                </c:pt>
                <c:pt idx="4674">
                  <c:v>270.10000000000002</c:v>
                </c:pt>
                <c:pt idx="4675">
                  <c:v>265.2</c:v>
                </c:pt>
                <c:pt idx="4676">
                  <c:v>275.2</c:v>
                </c:pt>
                <c:pt idx="4677">
                  <c:v>282.5</c:v>
                </c:pt>
                <c:pt idx="4678">
                  <c:v>282.64999999999998</c:v>
                </c:pt>
                <c:pt idx="4679">
                  <c:v>286.45</c:v>
                </c:pt>
                <c:pt idx="4680">
                  <c:v>289.45</c:v>
                </c:pt>
                <c:pt idx="4681">
                  <c:v>288.5</c:v>
                </c:pt>
                <c:pt idx="4682">
                  <c:v>286</c:v>
                </c:pt>
                <c:pt idx="4683">
                  <c:v>287.75</c:v>
                </c:pt>
                <c:pt idx="4684">
                  <c:v>287.55</c:v>
                </c:pt>
                <c:pt idx="4685">
                  <c:v>280.89999999999998</c:v>
                </c:pt>
                <c:pt idx="4686">
                  <c:v>283.5</c:v>
                </c:pt>
                <c:pt idx="4687">
                  <c:v>278.95</c:v>
                </c:pt>
                <c:pt idx="4688">
                  <c:v>280.10000000000002</c:v>
                </c:pt>
                <c:pt idx="4689">
                  <c:v>277.39999999999998</c:v>
                </c:pt>
                <c:pt idx="4690">
                  <c:v>283.25</c:v>
                </c:pt>
                <c:pt idx="4691">
                  <c:v>279.60000000000002</c:v>
                </c:pt>
                <c:pt idx="4692">
                  <c:v>277.3</c:v>
                </c:pt>
                <c:pt idx="4693">
                  <c:v>280.05</c:v>
                </c:pt>
                <c:pt idx="4694">
                  <c:v>277.25</c:v>
                </c:pt>
                <c:pt idx="4695">
                  <c:v>273.85000000000002</c:v>
                </c:pt>
                <c:pt idx="4696">
                  <c:v>276.85000000000002</c:v>
                </c:pt>
                <c:pt idx="4697">
                  <c:v>276.45</c:v>
                </c:pt>
                <c:pt idx="4698">
                  <c:v>274.5</c:v>
                </c:pt>
                <c:pt idx="4699">
                  <c:v>276.55</c:v>
                </c:pt>
                <c:pt idx="4700">
                  <c:v>284.5</c:v>
                </c:pt>
                <c:pt idx="4701">
                  <c:v>283.85000000000002</c:v>
                </c:pt>
                <c:pt idx="4702">
                  <c:v>281.75</c:v>
                </c:pt>
                <c:pt idx="4703">
                  <c:v>280.5</c:v>
                </c:pt>
                <c:pt idx="4704">
                  <c:v>285.64999999999998</c:v>
                </c:pt>
                <c:pt idx="4705">
                  <c:v>284.85000000000002</c:v>
                </c:pt>
                <c:pt idx="4706">
                  <c:v>282.2</c:v>
                </c:pt>
                <c:pt idx="4707">
                  <c:v>287.55</c:v>
                </c:pt>
                <c:pt idx="4708">
                  <c:v>285.8</c:v>
                </c:pt>
                <c:pt idx="4709">
                  <c:v>282.95</c:v>
                </c:pt>
                <c:pt idx="4710">
                  <c:v>281.85000000000002</c:v>
                </c:pt>
                <c:pt idx="4711">
                  <c:v>275.35000000000002</c:v>
                </c:pt>
                <c:pt idx="4712">
                  <c:v>273.05</c:v>
                </c:pt>
                <c:pt idx="4713">
                  <c:v>274.05</c:v>
                </c:pt>
                <c:pt idx="4714">
                  <c:v>270.45</c:v>
                </c:pt>
                <c:pt idx="4715">
                  <c:v>274.7</c:v>
                </c:pt>
                <c:pt idx="4716">
                  <c:v>276.05</c:v>
                </c:pt>
                <c:pt idx="4717">
                  <c:v>275.3</c:v>
                </c:pt>
                <c:pt idx="4718">
                  <c:v>275.75</c:v>
                </c:pt>
                <c:pt idx="4719">
                  <c:v>279.85000000000002</c:v>
                </c:pt>
                <c:pt idx="4720">
                  <c:v>278.14999999999998</c:v>
                </c:pt>
                <c:pt idx="4721">
                  <c:v>283.45</c:v>
                </c:pt>
                <c:pt idx="4722">
                  <c:v>282.64999999999998</c:v>
                </c:pt>
                <c:pt idx="4723">
                  <c:v>276.75</c:v>
                </c:pt>
                <c:pt idx="4724">
                  <c:v>276</c:v>
                </c:pt>
                <c:pt idx="4725">
                  <c:v>276.64999999999998</c:v>
                </c:pt>
                <c:pt idx="4726">
                  <c:v>280.75</c:v>
                </c:pt>
                <c:pt idx="4727">
                  <c:v>282.25</c:v>
                </c:pt>
                <c:pt idx="4728">
                  <c:v>281.64999999999998</c:v>
                </c:pt>
                <c:pt idx="4729">
                  <c:v>282.7</c:v>
                </c:pt>
                <c:pt idx="4730">
                  <c:v>280.60000000000002</c:v>
                </c:pt>
                <c:pt idx="4731">
                  <c:v>278.85000000000002</c:v>
                </c:pt>
                <c:pt idx="4732">
                  <c:v>280.95</c:v>
                </c:pt>
                <c:pt idx="4733">
                  <c:v>281.64999999999998</c:v>
                </c:pt>
                <c:pt idx="4734">
                  <c:v>284.25</c:v>
                </c:pt>
                <c:pt idx="4735">
                  <c:v>290.39999999999998</c:v>
                </c:pt>
                <c:pt idx="4736">
                  <c:v>289.60000000000002</c:v>
                </c:pt>
                <c:pt idx="4737">
                  <c:v>295.35000000000002</c:v>
                </c:pt>
                <c:pt idx="4738">
                  <c:v>294.3</c:v>
                </c:pt>
                <c:pt idx="4739">
                  <c:v>296.55</c:v>
                </c:pt>
                <c:pt idx="4740">
                  <c:v>294.05</c:v>
                </c:pt>
                <c:pt idx="4741">
                  <c:v>293.95</c:v>
                </c:pt>
                <c:pt idx="4742">
                  <c:v>291.45</c:v>
                </c:pt>
                <c:pt idx="4743">
                  <c:v>289.89999999999998</c:v>
                </c:pt>
                <c:pt idx="4744">
                  <c:v>289.75</c:v>
                </c:pt>
                <c:pt idx="4745">
                  <c:v>277.3</c:v>
                </c:pt>
                <c:pt idx="4746">
                  <c:v>278.89999999999998</c:v>
                </c:pt>
                <c:pt idx="4747">
                  <c:v>279.2</c:v>
                </c:pt>
                <c:pt idx="4748">
                  <c:v>274.75</c:v>
                </c:pt>
                <c:pt idx="4749">
                  <c:v>278.45</c:v>
                </c:pt>
                <c:pt idx="4750">
                  <c:v>275.5</c:v>
                </c:pt>
                <c:pt idx="4751">
                  <c:v>278.64999999999998</c:v>
                </c:pt>
                <c:pt idx="4752">
                  <c:v>280.85000000000002</c:v>
                </c:pt>
                <c:pt idx="4753">
                  <c:v>277.10000000000002</c:v>
                </c:pt>
                <c:pt idx="4754">
                  <c:v>274.14999999999998</c:v>
                </c:pt>
                <c:pt idx="4755">
                  <c:v>277.7</c:v>
                </c:pt>
                <c:pt idx="4756">
                  <c:v>280.3</c:v>
                </c:pt>
                <c:pt idx="4757">
                  <c:v>275.5</c:v>
                </c:pt>
                <c:pt idx="4758">
                  <c:v>277.10000000000002</c:v>
                </c:pt>
                <c:pt idx="4759">
                  <c:v>275.3</c:v>
                </c:pt>
                <c:pt idx="4760">
                  <c:v>276.85000000000002</c:v>
                </c:pt>
                <c:pt idx="4761">
                  <c:v>277.89999999999998</c:v>
                </c:pt>
                <c:pt idx="4762">
                  <c:v>280.10000000000002</c:v>
                </c:pt>
                <c:pt idx="4763">
                  <c:v>274.7</c:v>
                </c:pt>
                <c:pt idx="4764">
                  <c:v>275.89999999999998</c:v>
                </c:pt>
                <c:pt idx="4765">
                  <c:v>275.85000000000002</c:v>
                </c:pt>
                <c:pt idx="4766">
                  <c:v>275.05</c:v>
                </c:pt>
                <c:pt idx="4767">
                  <c:v>274.3</c:v>
                </c:pt>
                <c:pt idx="4768">
                  <c:v>276.7</c:v>
                </c:pt>
                <c:pt idx="4769">
                  <c:v>275.5</c:v>
                </c:pt>
                <c:pt idx="4770">
                  <c:v>275.10000000000002</c:v>
                </c:pt>
                <c:pt idx="4771">
                  <c:v>276.05</c:v>
                </c:pt>
                <c:pt idx="4772">
                  <c:v>278.2</c:v>
                </c:pt>
                <c:pt idx="4773">
                  <c:v>282.55</c:v>
                </c:pt>
                <c:pt idx="4774">
                  <c:v>285.75</c:v>
                </c:pt>
                <c:pt idx="4775">
                  <c:v>290.10000000000002</c:v>
                </c:pt>
                <c:pt idx="4776">
                  <c:v>292</c:v>
                </c:pt>
                <c:pt idx="4777">
                  <c:v>292.95</c:v>
                </c:pt>
                <c:pt idx="4778">
                  <c:v>294.5</c:v>
                </c:pt>
                <c:pt idx="4779">
                  <c:v>294.89999999999998</c:v>
                </c:pt>
                <c:pt idx="4780">
                  <c:v>295.5</c:v>
                </c:pt>
                <c:pt idx="4781">
                  <c:v>290.8</c:v>
                </c:pt>
                <c:pt idx="4782">
                  <c:v>293.75</c:v>
                </c:pt>
                <c:pt idx="4783">
                  <c:v>299.45</c:v>
                </c:pt>
                <c:pt idx="4784">
                  <c:v>298.89999999999998</c:v>
                </c:pt>
                <c:pt idx="4785">
                  <c:v>298.2</c:v>
                </c:pt>
                <c:pt idx="4786">
                  <c:v>295.05</c:v>
                </c:pt>
                <c:pt idx="4787">
                  <c:v>293.39999999999998</c:v>
                </c:pt>
                <c:pt idx="4788">
                  <c:v>293.10000000000002</c:v>
                </c:pt>
                <c:pt idx="4789">
                  <c:v>300</c:v>
                </c:pt>
                <c:pt idx="4790">
                  <c:v>297.25</c:v>
                </c:pt>
                <c:pt idx="4791">
                  <c:v>297.25</c:v>
                </c:pt>
                <c:pt idx="4792">
                  <c:v>297.89999999999998</c:v>
                </c:pt>
                <c:pt idx="4793">
                  <c:v>296.14999999999998</c:v>
                </c:pt>
                <c:pt idx="4794">
                  <c:v>294.8</c:v>
                </c:pt>
                <c:pt idx="4795">
                  <c:v>294.55</c:v>
                </c:pt>
                <c:pt idx="4796">
                  <c:v>292.75</c:v>
                </c:pt>
                <c:pt idx="4797">
                  <c:v>296.3</c:v>
                </c:pt>
                <c:pt idx="4798">
                  <c:v>294.7</c:v>
                </c:pt>
                <c:pt idx="4799">
                  <c:v>296.39999999999998</c:v>
                </c:pt>
                <c:pt idx="4800">
                  <c:v>305.75</c:v>
                </c:pt>
                <c:pt idx="4801">
                  <c:v>305.5</c:v>
                </c:pt>
                <c:pt idx="4802">
                  <c:v>307.2</c:v>
                </c:pt>
                <c:pt idx="4803">
                  <c:v>304.39999999999998</c:v>
                </c:pt>
                <c:pt idx="4804">
                  <c:v>301.8</c:v>
                </c:pt>
                <c:pt idx="4805">
                  <c:v>303.39999999999998</c:v>
                </c:pt>
                <c:pt idx="4806">
                  <c:v>306.45</c:v>
                </c:pt>
                <c:pt idx="4807">
                  <c:v>304.14999999999998</c:v>
                </c:pt>
                <c:pt idx="4808">
                  <c:v>304.55</c:v>
                </c:pt>
                <c:pt idx="4809">
                  <c:v>301.35000000000002</c:v>
                </c:pt>
                <c:pt idx="4810">
                  <c:v>305</c:v>
                </c:pt>
                <c:pt idx="4811">
                  <c:v>304.25</c:v>
                </c:pt>
                <c:pt idx="4812">
                  <c:v>307</c:v>
                </c:pt>
                <c:pt idx="4813">
                  <c:v>301.89999999999998</c:v>
                </c:pt>
                <c:pt idx="4814">
                  <c:v>300.64999999999998</c:v>
                </c:pt>
                <c:pt idx="4815">
                  <c:v>299.85000000000002</c:v>
                </c:pt>
                <c:pt idx="4816">
                  <c:v>297.75</c:v>
                </c:pt>
                <c:pt idx="4817">
                  <c:v>289.3</c:v>
                </c:pt>
                <c:pt idx="4818">
                  <c:v>294.35000000000002</c:v>
                </c:pt>
                <c:pt idx="4819">
                  <c:v>297.05</c:v>
                </c:pt>
                <c:pt idx="4820">
                  <c:v>294.75</c:v>
                </c:pt>
                <c:pt idx="4821">
                  <c:v>301.39999999999998</c:v>
                </c:pt>
                <c:pt idx="4822">
                  <c:v>307</c:v>
                </c:pt>
                <c:pt idx="4823">
                  <c:v>305.89999999999998</c:v>
                </c:pt>
                <c:pt idx="4824">
                  <c:v>299.75</c:v>
                </c:pt>
                <c:pt idx="4825">
                  <c:v>288.2</c:v>
                </c:pt>
                <c:pt idx="4826">
                  <c:v>290.45</c:v>
                </c:pt>
                <c:pt idx="4827">
                  <c:v>290.85000000000002</c:v>
                </c:pt>
                <c:pt idx="4828">
                  <c:v>288.89999999999998</c:v>
                </c:pt>
                <c:pt idx="4829">
                  <c:v>288.10000000000002</c:v>
                </c:pt>
                <c:pt idx="4830">
                  <c:v>288.64999999999998</c:v>
                </c:pt>
                <c:pt idx="4831">
                  <c:v>278.55</c:v>
                </c:pt>
                <c:pt idx="4832">
                  <c:v>278.55</c:v>
                </c:pt>
                <c:pt idx="4833">
                  <c:v>279.25</c:v>
                </c:pt>
                <c:pt idx="4834">
                  <c:v>275.75</c:v>
                </c:pt>
                <c:pt idx="4835">
                  <c:v>275.25</c:v>
                </c:pt>
                <c:pt idx="4836">
                  <c:v>279.39999999999998</c:v>
                </c:pt>
                <c:pt idx="4837">
                  <c:v>279.85000000000002</c:v>
                </c:pt>
                <c:pt idx="4838">
                  <c:v>279.95</c:v>
                </c:pt>
                <c:pt idx="4839">
                  <c:v>280.60000000000002</c:v>
                </c:pt>
                <c:pt idx="4840">
                  <c:v>278.05</c:v>
                </c:pt>
                <c:pt idx="4841">
                  <c:v>275</c:v>
                </c:pt>
                <c:pt idx="4842">
                  <c:v>275.10000000000002</c:v>
                </c:pt>
                <c:pt idx="4843">
                  <c:v>277.2</c:v>
                </c:pt>
                <c:pt idx="4844">
                  <c:v>277</c:v>
                </c:pt>
                <c:pt idx="4845">
                  <c:v>274.25</c:v>
                </c:pt>
                <c:pt idx="4846">
                  <c:v>276.25</c:v>
                </c:pt>
                <c:pt idx="4847">
                  <c:v>278.5</c:v>
                </c:pt>
                <c:pt idx="4848">
                  <c:v>277.39999999999998</c:v>
                </c:pt>
                <c:pt idx="4849">
                  <c:v>273.5</c:v>
                </c:pt>
                <c:pt idx="4850">
                  <c:v>273.85000000000002</c:v>
                </c:pt>
                <c:pt idx="4851">
                  <c:v>274.95</c:v>
                </c:pt>
                <c:pt idx="4852">
                  <c:v>273.85000000000002</c:v>
                </c:pt>
                <c:pt idx="4853">
                  <c:v>276.7</c:v>
                </c:pt>
                <c:pt idx="4854">
                  <c:v>277.64999999999998</c:v>
                </c:pt>
                <c:pt idx="4855">
                  <c:v>279.45</c:v>
                </c:pt>
                <c:pt idx="4856">
                  <c:v>277.45</c:v>
                </c:pt>
                <c:pt idx="4857">
                  <c:v>273.10000000000002</c:v>
                </c:pt>
                <c:pt idx="4858">
                  <c:v>273.14999999999998</c:v>
                </c:pt>
                <c:pt idx="4859">
                  <c:v>275.64999999999998</c:v>
                </c:pt>
                <c:pt idx="4860">
                  <c:v>275.05</c:v>
                </c:pt>
                <c:pt idx="4861">
                  <c:v>270.95</c:v>
                </c:pt>
                <c:pt idx="4862">
                  <c:v>271.95</c:v>
                </c:pt>
                <c:pt idx="4863">
                  <c:v>272.89999999999998</c:v>
                </c:pt>
                <c:pt idx="4864">
                  <c:v>273</c:v>
                </c:pt>
                <c:pt idx="4865">
                  <c:v>268.3</c:v>
                </c:pt>
                <c:pt idx="4866">
                  <c:v>264.39999999999998</c:v>
                </c:pt>
                <c:pt idx="4867">
                  <c:v>270.64999999999998</c:v>
                </c:pt>
                <c:pt idx="4868">
                  <c:v>270.85000000000002</c:v>
                </c:pt>
                <c:pt idx="4869">
                  <c:v>267.85000000000002</c:v>
                </c:pt>
                <c:pt idx="4870">
                  <c:v>270.39999999999998</c:v>
                </c:pt>
                <c:pt idx="4871">
                  <c:v>267.75</c:v>
                </c:pt>
                <c:pt idx="4872">
                  <c:v>268.89999999999998</c:v>
                </c:pt>
                <c:pt idx="4873">
                  <c:v>270.2</c:v>
                </c:pt>
                <c:pt idx="4874">
                  <c:v>267.55</c:v>
                </c:pt>
                <c:pt idx="4875">
                  <c:v>264.5</c:v>
                </c:pt>
                <c:pt idx="4876">
                  <c:v>259.8</c:v>
                </c:pt>
                <c:pt idx="4877">
                  <c:v>258.89999999999998</c:v>
                </c:pt>
                <c:pt idx="4878">
                  <c:v>253.65</c:v>
                </c:pt>
                <c:pt idx="4879">
                  <c:v>257.75</c:v>
                </c:pt>
                <c:pt idx="4880">
                  <c:v>254.2</c:v>
                </c:pt>
                <c:pt idx="4881">
                  <c:v>246.3</c:v>
                </c:pt>
                <c:pt idx="4882">
                  <c:v>248.75</c:v>
                </c:pt>
                <c:pt idx="4883">
                  <c:v>253</c:v>
                </c:pt>
                <c:pt idx="4884">
                  <c:v>251.55</c:v>
                </c:pt>
                <c:pt idx="4885">
                  <c:v>246.5</c:v>
                </c:pt>
                <c:pt idx="4886">
                  <c:v>241.45</c:v>
                </c:pt>
                <c:pt idx="4887">
                  <c:v>240.05</c:v>
                </c:pt>
                <c:pt idx="4888">
                  <c:v>236.1</c:v>
                </c:pt>
                <c:pt idx="4889">
                  <c:v>242.5</c:v>
                </c:pt>
                <c:pt idx="4890">
                  <c:v>245.5</c:v>
                </c:pt>
                <c:pt idx="4891">
                  <c:v>245.95</c:v>
                </c:pt>
                <c:pt idx="4892">
                  <c:v>241.2</c:v>
                </c:pt>
                <c:pt idx="4893">
                  <c:v>245.65</c:v>
                </c:pt>
                <c:pt idx="4894">
                  <c:v>241.55</c:v>
                </c:pt>
                <c:pt idx="4895">
                  <c:v>243.25</c:v>
                </c:pt>
                <c:pt idx="4896">
                  <c:v>244.25</c:v>
                </c:pt>
                <c:pt idx="4897">
                  <c:v>243.9</c:v>
                </c:pt>
                <c:pt idx="4898">
                  <c:v>245.5</c:v>
                </c:pt>
                <c:pt idx="4899">
                  <c:v>243.75</c:v>
                </c:pt>
                <c:pt idx="4900">
                  <c:v>240.75</c:v>
                </c:pt>
                <c:pt idx="4901">
                  <c:v>239.9</c:v>
                </c:pt>
                <c:pt idx="4902">
                  <c:v>239.4</c:v>
                </c:pt>
                <c:pt idx="4903">
                  <c:v>237.2</c:v>
                </c:pt>
                <c:pt idx="4904">
                  <c:v>239.25</c:v>
                </c:pt>
                <c:pt idx="4905">
                  <c:v>236.7</c:v>
                </c:pt>
                <c:pt idx="4906">
                  <c:v>238.05</c:v>
                </c:pt>
                <c:pt idx="4907">
                  <c:v>254.85</c:v>
                </c:pt>
                <c:pt idx="4908">
                  <c:v>256</c:v>
                </c:pt>
                <c:pt idx="4909">
                  <c:v>247.55</c:v>
                </c:pt>
                <c:pt idx="4910">
                  <c:v>250.4</c:v>
                </c:pt>
                <c:pt idx="4911">
                  <c:v>252.95</c:v>
                </c:pt>
                <c:pt idx="4912">
                  <c:v>259.85000000000002</c:v>
                </c:pt>
                <c:pt idx="4913">
                  <c:v>255.9</c:v>
                </c:pt>
                <c:pt idx="4914">
                  <c:v>261.64999999999998</c:v>
                </c:pt>
                <c:pt idx="4915">
                  <c:v>257.25</c:v>
                </c:pt>
                <c:pt idx="4916">
                  <c:v>251.9</c:v>
                </c:pt>
                <c:pt idx="4917">
                  <c:v>247.1</c:v>
                </c:pt>
                <c:pt idx="4918">
                  <c:v>243.2</c:v>
                </c:pt>
                <c:pt idx="4919">
                  <c:v>243.95</c:v>
                </c:pt>
                <c:pt idx="4920">
                  <c:v>244.1</c:v>
                </c:pt>
                <c:pt idx="4921">
                  <c:v>247.6</c:v>
                </c:pt>
                <c:pt idx="4922">
                  <c:v>243.65</c:v>
                </c:pt>
                <c:pt idx="4923">
                  <c:v>245.85</c:v>
                </c:pt>
                <c:pt idx="4924">
                  <c:v>246.5</c:v>
                </c:pt>
                <c:pt idx="4925">
                  <c:v>248.9</c:v>
                </c:pt>
                <c:pt idx="4926">
                  <c:v>251.05</c:v>
                </c:pt>
                <c:pt idx="4927">
                  <c:v>249.05</c:v>
                </c:pt>
                <c:pt idx="4928">
                  <c:v>247.7</c:v>
                </c:pt>
                <c:pt idx="4929">
                  <c:v>250.4</c:v>
                </c:pt>
                <c:pt idx="4930">
                  <c:v>253.25</c:v>
                </c:pt>
                <c:pt idx="4931">
                  <c:v>259.39999999999998</c:v>
                </c:pt>
                <c:pt idx="4932">
                  <c:v>257.64999999999998</c:v>
                </c:pt>
                <c:pt idx="4933">
                  <c:v>261.3</c:v>
                </c:pt>
                <c:pt idx="4934">
                  <c:v>260.75</c:v>
                </c:pt>
                <c:pt idx="4935">
                  <c:v>262.89999999999998</c:v>
                </c:pt>
                <c:pt idx="4936">
                  <c:v>261.35000000000002</c:v>
                </c:pt>
                <c:pt idx="4937">
                  <c:v>265.85000000000002</c:v>
                </c:pt>
                <c:pt idx="4938">
                  <c:v>260.5</c:v>
                </c:pt>
                <c:pt idx="4939">
                  <c:v>259.45</c:v>
                </c:pt>
                <c:pt idx="4940">
                  <c:v>253.85</c:v>
                </c:pt>
                <c:pt idx="4941">
                  <c:v>253.9</c:v>
                </c:pt>
                <c:pt idx="4942">
                  <c:v>250.65</c:v>
                </c:pt>
                <c:pt idx="4943">
                  <c:v>250.75</c:v>
                </c:pt>
                <c:pt idx="4944">
                  <c:v>249.3</c:v>
                </c:pt>
                <c:pt idx="4945">
                  <c:v>250.7</c:v>
                </c:pt>
                <c:pt idx="4946">
                  <c:v>245.7</c:v>
                </c:pt>
                <c:pt idx="4947">
                  <c:v>247.65</c:v>
                </c:pt>
                <c:pt idx="4948">
                  <c:v>247.75</c:v>
                </c:pt>
                <c:pt idx="4949">
                  <c:v>249.15</c:v>
                </c:pt>
                <c:pt idx="4950">
                  <c:v>246.95</c:v>
                </c:pt>
                <c:pt idx="4951">
                  <c:v>246.7</c:v>
                </c:pt>
                <c:pt idx="4952">
                  <c:v>246.4</c:v>
                </c:pt>
                <c:pt idx="4953">
                  <c:v>244.95</c:v>
                </c:pt>
                <c:pt idx="4954">
                  <c:v>244.05</c:v>
                </c:pt>
                <c:pt idx="4955">
                  <c:v>243.15</c:v>
                </c:pt>
                <c:pt idx="4956">
                  <c:v>246.95</c:v>
                </c:pt>
                <c:pt idx="4957">
                  <c:v>243.35</c:v>
                </c:pt>
                <c:pt idx="4958">
                  <c:v>241.45</c:v>
                </c:pt>
                <c:pt idx="4959">
                  <c:v>235.6</c:v>
                </c:pt>
                <c:pt idx="4960">
                  <c:v>237.6</c:v>
                </c:pt>
                <c:pt idx="4961">
                  <c:v>238.55</c:v>
                </c:pt>
                <c:pt idx="4962">
                  <c:v>241.6</c:v>
                </c:pt>
                <c:pt idx="4963">
                  <c:v>236.9</c:v>
                </c:pt>
                <c:pt idx="4964">
                  <c:v>241.05</c:v>
                </c:pt>
                <c:pt idx="4965">
                  <c:v>245.15</c:v>
                </c:pt>
                <c:pt idx="4966">
                  <c:v>244.35</c:v>
                </c:pt>
                <c:pt idx="4967">
                  <c:v>241.15</c:v>
                </c:pt>
                <c:pt idx="4968">
                  <c:v>238.9</c:v>
                </c:pt>
                <c:pt idx="4969">
                  <c:v>238.75</c:v>
                </c:pt>
                <c:pt idx="4970">
                  <c:v>236.8</c:v>
                </c:pt>
                <c:pt idx="4971">
                  <c:v>236.9</c:v>
                </c:pt>
                <c:pt idx="4972">
                  <c:v>238.2</c:v>
                </c:pt>
                <c:pt idx="4973">
                  <c:v>237.7</c:v>
                </c:pt>
                <c:pt idx="4974">
                  <c:v>238.1</c:v>
                </c:pt>
                <c:pt idx="4975">
                  <c:v>239.85</c:v>
                </c:pt>
                <c:pt idx="4976">
                  <c:v>238.5</c:v>
                </c:pt>
                <c:pt idx="4977">
                  <c:v>235.1</c:v>
                </c:pt>
                <c:pt idx="4978">
                  <c:v>235.35</c:v>
                </c:pt>
                <c:pt idx="4979">
                  <c:v>234.2</c:v>
                </c:pt>
                <c:pt idx="4980">
                  <c:v>235.8</c:v>
                </c:pt>
                <c:pt idx="4981">
                  <c:v>238</c:v>
                </c:pt>
                <c:pt idx="4982">
                  <c:v>239.25</c:v>
                </c:pt>
                <c:pt idx="4983">
                  <c:v>243.25</c:v>
                </c:pt>
                <c:pt idx="4984">
                  <c:v>242.4</c:v>
                </c:pt>
                <c:pt idx="4985">
                  <c:v>240.75</c:v>
                </c:pt>
                <c:pt idx="4986">
                  <c:v>239.95</c:v>
                </c:pt>
                <c:pt idx="4987">
                  <c:v>241.9</c:v>
                </c:pt>
                <c:pt idx="4988">
                  <c:v>238.45</c:v>
                </c:pt>
                <c:pt idx="4989">
                  <c:v>238.05</c:v>
                </c:pt>
                <c:pt idx="4990">
                  <c:v>237.9</c:v>
                </c:pt>
                <c:pt idx="4991">
                  <c:v>238.15</c:v>
                </c:pt>
                <c:pt idx="4992">
                  <c:v>234.6</c:v>
                </c:pt>
                <c:pt idx="4993">
                  <c:v>230.75</c:v>
                </c:pt>
                <c:pt idx="4994">
                  <c:v>236.65</c:v>
                </c:pt>
                <c:pt idx="4995">
                  <c:v>234.05</c:v>
                </c:pt>
                <c:pt idx="4996">
                  <c:v>235.15</c:v>
                </c:pt>
                <c:pt idx="4997">
                  <c:v>219</c:v>
                </c:pt>
                <c:pt idx="4998">
                  <c:v>207.6</c:v>
                </c:pt>
                <c:pt idx="4999">
                  <c:v>215.65</c:v>
                </c:pt>
                <c:pt idx="5000">
                  <c:v>216.45</c:v>
                </c:pt>
                <c:pt idx="5001">
                  <c:v>213.55</c:v>
                </c:pt>
                <c:pt idx="5002">
                  <c:v>213.4</c:v>
                </c:pt>
                <c:pt idx="5003">
                  <c:v>210.55</c:v>
                </c:pt>
                <c:pt idx="5004">
                  <c:v>212.6</c:v>
                </c:pt>
                <c:pt idx="5005">
                  <c:v>213.05</c:v>
                </c:pt>
                <c:pt idx="5006">
                  <c:v>211.9</c:v>
                </c:pt>
                <c:pt idx="5007">
                  <c:v>207.7</c:v>
                </c:pt>
                <c:pt idx="5008">
                  <c:v>204.8</c:v>
                </c:pt>
                <c:pt idx="5009">
                  <c:v>203.85</c:v>
                </c:pt>
                <c:pt idx="5010">
                  <c:v>206.7</c:v>
                </c:pt>
                <c:pt idx="5011">
                  <c:v>207.45</c:v>
                </c:pt>
                <c:pt idx="5012">
                  <c:v>203</c:v>
                </c:pt>
                <c:pt idx="5013">
                  <c:v>201.8</c:v>
                </c:pt>
                <c:pt idx="5014">
                  <c:v>198.6</c:v>
                </c:pt>
                <c:pt idx="5015">
                  <c:v>197.55</c:v>
                </c:pt>
                <c:pt idx="5016">
                  <c:v>197.55</c:v>
                </c:pt>
                <c:pt idx="5017">
                  <c:v>195.3</c:v>
                </c:pt>
                <c:pt idx="5018">
                  <c:v>193.85</c:v>
                </c:pt>
                <c:pt idx="5019">
                  <c:v>187.5</c:v>
                </c:pt>
                <c:pt idx="5020">
                  <c:v>188.05</c:v>
                </c:pt>
                <c:pt idx="5021">
                  <c:v>181.75</c:v>
                </c:pt>
                <c:pt idx="5022">
                  <c:v>177.2</c:v>
                </c:pt>
                <c:pt idx="5023">
                  <c:v>175.65</c:v>
                </c:pt>
                <c:pt idx="5024">
                  <c:v>155.80000000000001</c:v>
                </c:pt>
                <c:pt idx="5025">
                  <c:v>162.25</c:v>
                </c:pt>
                <c:pt idx="5026">
                  <c:v>147.25</c:v>
                </c:pt>
                <c:pt idx="5027">
                  <c:v>149.15</c:v>
                </c:pt>
                <c:pt idx="5028">
                  <c:v>150.69999999999999</c:v>
                </c:pt>
                <c:pt idx="5029">
                  <c:v>161.85</c:v>
                </c:pt>
                <c:pt idx="5030">
                  <c:v>175.5</c:v>
                </c:pt>
                <c:pt idx="5031">
                  <c:v>154.30000000000001</c:v>
                </c:pt>
                <c:pt idx="5032">
                  <c:v>149.69999999999999</c:v>
                </c:pt>
                <c:pt idx="5033">
                  <c:v>147.35</c:v>
                </c:pt>
                <c:pt idx="5034">
                  <c:v>156.4</c:v>
                </c:pt>
                <c:pt idx="5035">
                  <c:v>163.19999999999999</c:v>
                </c:pt>
                <c:pt idx="5036">
                  <c:v>159.19999999999999</c:v>
                </c:pt>
                <c:pt idx="5037">
                  <c:v>171.7</c:v>
                </c:pt>
                <c:pt idx="5038">
                  <c:v>166.4</c:v>
                </c:pt>
                <c:pt idx="5039">
                  <c:v>177.9</c:v>
                </c:pt>
                <c:pt idx="5040">
                  <c:v>181.55</c:v>
                </c:pt>
                <c:pt idx="5041">
                  <c:v>178.65</c:v>
                </c:pt>
                <c:pt idx="5042">
                  <c:v>185.25</c:v>
                </c:pt>
                <c:pt idx="5043">
                  <c:v>181.6</c:v>
                </c:pt>
                <c:pt idx="5044">
                  <c:v>189.35</c:v>
                </c:pt>
                <c:pt idx="5045">
                  <c:v>186.35</c:v>
                </c:pt>
                <c:pt idx="5046">
                  <c:v>188.1</c:v>
                </c:pt>
                <c:pt idx="5047">
                  <c:v>180.7</c:v>
                </c:pt>
                <c:pt idx="5048">
                  <c:v>179.6</c:v>
                </c:pt>
                <c:pt idx="5049">
                  <c:v>182.25</c:v>
                </c:pt>
                <c:pt idx="5050">
                  <c:v>180.55</c:v>
                </c:pt>
                <c:pt idx="5051">
                  <c:v>180.05</c:v>
                </c:pt>
                <c:pt idx="5052">
                  <c:v>179.85</c:v>
                </c:pt>
                <c:pt idx="5053">
                  <c:v>179.45</c:v>
                </c:pt>
                <c:pt idx="5054">
                  <c:v>182.15</c:v>
                </c:pt>
                <c:pt idx="5055">
                  <c:v>182.05</c:v>
                </c:pt>
                <c:pt idx="5056">
                  <c:v>174.05</c:v>
                </c:pt>
                <c:pt idx="5057">
                  <c:v>173.9</c:v>
                </c:pt>
                <c:pt idx="5058">
                  <c:v>163.9</c:v>
                </c:pt>
                <c:pt idx="5059">
                  <c:v>161</c:v>
                </c:pt>
                <c:pt idx="5060">
                  <c:v>158.25</c:v>
                </c:pt>
                <c:pt idx="5061">
                  <c:v>158.44999999999999</c:v>
                </c:pt>
                <c:pt idx="5062">
                  <c:v>165.05</c:v>
                </c:pt>
                <c:pt idx="5063">
                  <c:v>165.4</c:v>
                </c:pt>
                <c:pt idx="5064">
                  <c:v>163.80000000000001</c:v>
                </c:pt>
                <c:pt idx="5065">
                  <c:v>164.65</c:v>
                </c:pt>
                <c:pt idx="5066">
                  <c:v>164.75</c:v>
                </c:pt>
                <c:pt idx="5067">
                  <c:v>170.75</c:v>
                </c:pt>
                <c:pt idx="5068">
                  <c:v>175.75</c:v>
                </c:pt>
                <c:pt idx="5069">
                  <c:v>188.95</c:v>
                </c:pt>
                <c:pt idx="5070">
                  <c:v>186.35</c:v>
                </c:pt>
                <c:pt idx="5071">
                  <c:v>191.7</c:v>
                </c:pt>
                <c:pt idx="5072">
                  <c:v>192.15</c:v>
                </c:pt>
                <c:pt idx="5073">
                  <c:v>190.65</c:v>
                </c:pt>
                <c:pt idx="5074">
                  <c:v>197.35</c:v>
                </c:pt>
                <c:pt idx="5075">
                  <c:v>200.55</c:v>
                </c:pt>
                <c:pt idx="5076">
                  <c:v>197.25</c:v>
                </c:pt>
                <c:pt idx="5077">
                  <c:v>196.7</c:v>
                </c:pt>
                <c:pt idx="5078">
                  <c:v>200.15</c:v>
                </c:pt>
                <c:pt idx="5079">
                  <c:v>200</c:v>
                </c:pt>
                <c:pt idx="5080">
                  <c:v>197.65</c:v>
                </c:pt>
                <c:pt idx="5081">
                  <c:v>198.5</c:v>
                </c:pt>
                <c:pt idx="5082">
                  <c:v>199.05</c:v>
                </c:pt>
                <c:pt idx="5083">
                  <c:v>194.25</c:v>
                </c:pt>
                <c:pt idx="5084">
                  <c:v>193.9</c:v>
                </c:pt>
                <c:pt idx="5085">
                  <c:v>187.2</c:v>
                </c:pt>
                <c:pt idx="5086">
                  <c:v>185</c:v>
                </c:pt>
                <c:pt idx="5087">
                  <c:v>181.2</c:v>
                </c:pt>
                <c:pt idx="5088">
                  <c:v>186.6</c:v>
                </c:pt>
                <c:pt idx="5089">
                  <c:v>184.05</c:v>
                </c:pt>
                <c:pt idx="5090">
                  <c:v>185</c:v>
                </c:pt>
                <c:pt idx="5091">
                  <c:v>185.85</c:v>
                </c:pt>
                <c:pt idx="5092">
                  <c:v>191.85</c:v>
                </c:pt>
                <c:pt idx="5093">
                  <c:v>202.1</c:v>
                </c:pt>
                <c:pt idx="5094">
                  <c:v>195.2</c:v>
                </c:pt>
                <c:pt idx="5095">
                  <c:v>197.25</c:v>
                </c:pt>
                <c:pt idx="5096">
                  <c:v>194.65</c:v>
                </c:pt>
                <c:pt idx="5097">
                  <c:v>202.9</c:v>
                </c:pt>
                <c:pt idx="5098">
                  <c:v>205.85</c:v>
                </c:pt>
                <c:pt idx="5099">
                  <c:v>207.55</c:v>
                </c:pt>
                <c:pt idx="5100">
                  <c:v>199.8</c:v>
                </c:pt>
                <c:pt idx="5101">
                  <c:v>194.25</c:v>
                </c:pt>
                <c:pt idx="5102">
                  <c:v>196.3</c:v>
                </c:pt>
                <c:pt idx="5103">
                  <c:v>195.45</c:v>
                </c:pt>
                <c:pt idx="5104">
                  <c:v>194.35</c:v>
                </c:pt>
                <c:pt idx="5105">
                  <c:v>197.55</c:v>
                </c:pt>
                <c:pt idx="5106">
                  <c:v>195.9</c:v>
                </c:pt>
                <c:pt idx="5107">
                  <c:v>198.7</c:v>
                </c:pt>
                <c:pt idx="5108">
                  <c:v>193.85</c:v>
                </c:pt>
                <c:pt idx="5109">
                  <c:v>194.05</c:v>
                </c:pt>
                <c:pt idx="5110">
                  <c:v>192.7</c:v>
                </c:pt>
                <c:pt idx="5111">
                  <c:v>192.25</c:v>
                </c:pt>
                <c:pt idx="5112">
                  <c:v>196.55</c:v>
                </c:pt>
                <c:pt idx="5113">
                  <c:v>200.7</c:v>
                </c:pt>
                <c:pt idx="5114">
                  <c:v>199.6</c:v>
                </c:pt>
                <c:pt idx="5115">
                  <c:v>196.4</c:v>
                </c:pt>
                <c:pt idx="5116">
                  <c:v>195.4</c:v>
                </c:pt>
                <c:pt idx="5117">
                  <c:v>196.7</c:v>
                </c:pt>
                <c:pt idx="5118">
                  <c:v>193.35</c:v>
                </c:pt>
                <c:pt idx="5119">
                  <c:v>194.15</c:v>
                </c:pt>
                <c:pt idx="5120">
                  <c:v>192.6</c:v>
                </c:pt>
                <c:pt idx="5121">
                  <c:v>193.65</c:v>
                </c:pt>
                <c:pt idx="5122">
                  <c:v>192.8</c:v>
                </c:pt>
                <c:pt idx="5123">
                  <c:v>195.35</c:v>
                </c:pt>
                <c:pt idx="5124">
                  <c:v>196.05</c:v>
                </c:pt>
                <c:pt idx="5125">
                  <c:v>198.85</c:v>
                </c:pt>
                <c:pt idx="5126">
                  <c:v>203.05</c:v>
                </c:pt>
                <c:pt idx="5127">
                  <c:v>204.2</c:v>
                </c:pt>
                <c:pt idx="5128">
                  <c:v>201.45</c:v>
                </c:pt>
                <c:pt idx="5129">
                  <c:v>196.4</c:v>
                </c:pt>
                <c:pt idx="5130">
                  <c:v>198.75</c:v>
                </c:pt>
                <c:pt idx="5131">
                  <c:v>198.55</c:v>
                </c:pt>
                <c:pt idx="5132">
                  <c:v>198.45</c:v>
                </c:pt>
                <c:pt idx="5133">
                  <c:v>195.8</c:v>
                </c:pt>
                <c:pt idx="5134">
                  <c:v>196.8</c:v>
                </c:pt>
                <c:pt idx="5135">
                  <c:v>196.7</c:v>
                </c:pt>
                <c:pt idx="5136">
                  <c:v>195.4</c:v>
                </c:pt>
                <c:pt idx="5137">
                  <c:v>194.95</c:v>
                </c:pt>
                <c:pt idx="5138">
                  <c:v>194.25</c:v>
                </c:pt>
                <c:pt idx="5139">
                  <c:v>195.55</c:v>
                </c:pt>
                <c:pt idx="5140">
                  <c:v>191.1</c:v>
                </c:pt>
                <c:pt idx="5141">
                  <c:v>190.2</c:v>
                </c:pt>
                <c:pt idx="5142">
                  <c:v>191.35</c:v>
                </c:pt>
                <c:pt idx="5143">
                  <c:v>191.6</c:v>
                </c:pt>
                <c:pt idx="5144">
                  <c:v>186.7</c:v>
                </c:pt>
                <c:pt idx="5145">
                  <c:v>189.1</c:v>
                </c:pt>
                <c:pt idx="5146">
                  <c:v>188.15</c:v>
                </c:pt>
                <c:pt idx="5147">
                  <c:v>183.8</c:v>
                </c:pt>
                <c:pt idx="5148">
                  <c:v>184.9</c:v>
                </c:pt>
                <c:pt idx="5149">
                  <c:v>183.95</c:v>
                </c:pt>
                <c:pt idx="5150">
                  <c:v>183.35</c:v>
                </c:pt>
                <c:pt idx="5151">
                  <c:v>181.8</c:v>
                </c:pt>
                <c:pt idx="5152">
                  <c:v>180.65</c:v>
                </c:pt>
                <c:pt idx="5153">
                  <c:v>178.6</c:v>
                </c:pt>
                <c:pt idx="5154">
                  <c:v>179.1</c:v>
                </c:pt>
                <c:pt idx="5155">
                  <c:v>175.75</c:v>
                </c:pt>
                <c:pt idx="5156">
                  <c:v>174.2</c:v>
                </c:pt>
                <c:pt idx="5157">
                  <c:v>172.5</c:v>
                </c:pt>
                <c:pt idx="5158">
                  <c:v>166.55</c:v>
                </c:pt>
                <c:pt idx="5159">
                  <c:v>170.75</c:v>
                </c:pt>
                <c:pt idx="5160">
                  <c:v>173.3</c:v>
                </c:pt>
                <c:pt idx="5161">
                  <c:v>169.4</c:v>
                </c:pt>
                <c:pt idx="5162">
                  <c:v>171.7</c:v>
                </c:pt>
                <c:pt idx="5163">
                  <c:v>170.85</c:v>
                </c:pt>
                <c:pt idx="5164">
                  <c:v>169.25</c:v>
                </c:pt>
                <c:pt idx="5165">
                  <c:v>169.9</c:v>
                </c:pt>
                <c:pt idx="5166">
                  <c:v>169.5</c:v>
                </c:pt>
                <c:pt idx="5167">
                  <c:v>167.15</c:v>
                </c:pt>
                <c:pt idx="5168">
                  <c:v>167.85</c:v>
                </c:pt>
                <c:pt idx="5169">
                  <c:v>172.2</c:v>
                </c:pt>
                <c:pt idx="5170">
                  <c:v>170.15</c:v>
                </c:pt>
                <c:pt idx="5171">
                  <c:v>167.8</c:v>
                </c:pt>
                <c:pt idx="5172">
                  <c:v>165.05</c:v>
                </c:pt>
                <c:pt idx="5173">
                  <c:v>165.7</c:v>
                </c:pt>
                <c:pt idx="5174">
                  <c:v>168.25</c:v>
                </c:pt>
                <c:pt idx="5175">
                  <c:v>167.45</c:v>
                </c:pt>
                <c:pt idx="5176">
                  <c:v>167.65</c:v>
                </c:pt>
                <c:pt idx="5177">
                  <c:v>168.55</c:v>
                </c:pt>
                <c:pt idx="5178">
                  <c:v>170.75</c:v>
                </c:pt>
                <c:pt idx="5179">
                  <c:v>168.55</c:v>
                </c:pt>
                <c:pt idx="5180">
                  <c:v>167.2</c:v>
                </c:pt>
                <c:pt idx="5181">
                  <c:v>165.5</c:v>
                </c:pt>
                <c:pt idx="5182">
                  <c:v>163.85</c:v>
                </c:pt>
                <c:pt idx="5183">
                  <c:v>165.25</c:v>
                </c:pt>
                <c:pt idx="5184">
                  <c:v>166.75</c:v>
                </c:pt>
                <c:pt idx="5185">
                  <c:v>170.1</c:v>
                </c:pt>
                <c:pt idx="5186">
                  <c:v>169.8</c:v>
                </c:pt>
                <c:pt idx="5187">
                  <c:v>174.75</c:v>
                </c:pt>
                <c:pt idx="5188">
                  <c:v>173.95</c:v>
                </c:pt>
                <c:pt idx="5189">
                  <c:v>172.8</c:v>
                </c:pt>
                <c:pt idx="5190">
                  <c:v>178.35</c:v>
                </c:pt>
                <c:pt idx="5191">
                  <c:v>185.3</c:v>
                </c:pt>
                <c:pt idx="5192">
                  <c:v>188</c:v>
                </c:pt>
                <c:pt idx="5193">
                  <c:v>187.1</c:v>
                </c:pt>
                <c:pt idx="5194">
                  <c:v>188.6</c:v>
                </c:pt>
                <c:pt idx="5195">
                  <c:v>187.35</c:v>
                </c:pt>
                <c:pt idx="5196">
                  <c:v>184.05</c:v>
                </c:pt>
                <c:pt idx="5197">
                  <c:v>187.9</c:v>
                </c:pt>
                <c:pt idx="5198">
                  <c:v>191.7</c:v>
                </c:pt>
                <c:pt idx="5199">
                  <c:v>190.85</c:v>
                </c:pt>
                <c:pt idx="5200">
                  <c:v>195.55</c:v>
                </c:pt>
                <c:pt idx="5201">
                  <c:v>193.85</c:v>
                </c:pt>
                <c:pt idx="5202">
                  <c:v>194.8</c:v>
                </c:pt>
                <c:pt idx="5203">
                  <c:v>193.65</c:v>
                </c:pt>
                <c:pt idx="5204">
                  <c:v>194.4</c:v>
                </c:pt>
                <c:pt idx="5205">
                  <c:v>195.95</c:v>
                </c:pt>
                <c:pt idx="5206">
                  <c:v>196.2</c:v>
                </c:pt>
                <c:pt idx="5207">
                  <c:v>198.2</c:v>
                </c:pt>
                <c:pt idx="5208">
                  <c:v>203.15</c:v>
                </c:pt>
                <c:pt idx="5209">
                  <c:v>202.45</c:v>
                </c:pt>
                <c:pt idx="5210">
                  <c:v>205.4</c:v>
                </c:pt>
                <c:pt idx="5211">
                  <c:v>212.7</c:v>
                </c:pt>
                <c:pt idx="5212">
                  <c:v>216.3</c:v>
                </c:pt>
                <c:pt idx="5213">
                  <c:v>215.9</c:v>
                </c:pt>
                <c:pt idx="5214">
                  <c:v>213.55</c:v>
                </c:pt>
                <c:pt idx="5215">
                  <c:v>214</c:v>
                </c:pt>
                <c:pt idx="5216">
                  <c:v>213.05</c:v>
                </c:pt>
                <c:pt idx="5217">
                  <c:v>214.5</c:v>
                </c:pt>
                <c:pt idx="5218">
                  <c:v>202.95</c:v>
                </c:pt>
                <c:pt idx="5219">
                  <c:v>203.4</c:v>
                </c:pt>
                <c:pt idx="5220">
                  <c:v>207.75</c:v>
                </c:pt>
                <c:pt idx="5221">
                  <c:v>208.6</c:v>
                </c:pt>
                <c:pt idx="5222">
                  <c:v>209.5</c:v>
                </c:pt>
                <c:pt idx="5223">
                  <c:v>211.55</c:v>
                </c:pt>
                <c:pt idx="5224">
                  <c:v>211.15</c:v>
                </c:pt>
                <c:pt idx="5225">
                  <c:v>209</c:v>
                </c:pt>
                <c:pt idx="5226">
                  <c:v>213.85</c:v>
                </c:pt>
                <c:pt idx="5227">
                  <c:v>213.4</c:v>
                </c:pt>
                <c:pt idx="5228">
                  <c:v>211.45</c:v>
                </c:pt>
                <c:pt idx="5229">
                  <c:v>205.4</c:v>
                </c:pt>
                <c:pt idx="5230">
                  <c:v>202.8</c:v>
                </c:pt>
                <c:pt idx="5231">
                  <c:v>201.5</c:v>
                </c:pt>
                <c:pt idx="5232">
                  <c:v>202.5</c:v>
                </c:pt>
                <c:pt idx="5233">
                  <c:v>206.45</c:v>
                </c:pt>
                <c:pt idx="5234">
                  <c:v>211.25</c:v>
                </c:pt>
                <c:pt idx="5235">
                  <c:v>214.15</c:v>
                </c:pt>
                <c:pt idx="5236">
                  <c:v>217.85</c:v>
                </c:pt>
                <c:pt idx="5237">
                  <c:v>219.75</c:v>
                </c:pt>
                <c:pt idx="5238">
                  <c:v>218.85</c:v>
                </c:pt>
                <c:pt idx="5239">
                  <c:v>217.65</c:v>
                </c:pt>
                <c:pt idx="5240">
                  <c:v>213.7</c:v>
                </c:pt>
                <c:pt idx="5241">
                  <c:v>210.7</c:v>
                </c:pt>
                <c:pt idx="5242">
                  <c:v>207.8</c:v>
                </c:pt>
                <c:pt idx="5243">
                  <c:v>210.65</c:v>
                </c:pt>
                <c:pt idx="5244">
                  <c:v>206.6</c:v>
                </c:pt>
                <c:pt idx="5245">
                  <c:v>203.25</c:v>
                </c:pt>
                <c:pt idx="5246">
                  <c:v>215.95</c:v>
                </c:pt>
                <c:pt idx="5247">
                  <c:v>218.2</c:v>
                </c:pt>
                <c:pt idx="5248">
                  <c:v>216.75</c:v>
                </c:pt>
                <c:pt idx="5249">
                  <c:v>229.95</c:v>
                </c:pt>
                <c:pt idx="5250">
                  <c:v>234.35</c:v>
                </c:pt>
                <c:pt idx="5251">
                  <c:v>233.1</c:v>
                </c:pt>
                <c:pt idx="5252">
                  <c:v>229</c:v>
                </c:pt>
                <c:pt idx="5253">
                  <c:v>227.55</c:v>
                </c:pt>
                <c:pt idx="5254">
                  <c:v>226.45</c:v>
                </c:pt>
                <c:pt idx="5255">
                  <c:v>217.45</c:v>
                </c:pt>
                <c:pt idx="5256">
                  <c:v>218.6</c:v>
                </c:pt>
                <c:pt idx="5257">
                  <c:v>218.25</c:v>
                </c:pt>
                <c:pt idx="5258">
                  <c:v>217.75</c:v>
                </c:pt>
                <c:pt idx="5259">
                  <c:v>218.85</c:v>
                </c:pt>
                <c:pt idx="5260">
                  <c:v>215.95</c:v>
                </c:pt>
                <c:pt idx="5261">
                  <c:v>207.05</c:v>
                </c:pt>
                <c:pt idx="5262">
                  <c:v>208.5</c:v>
                </c:pt>
                <c:pt idx="5263">
                  <c:v>208.85</c:v>
                </c:pt>
                <c:pt idx="5264">
                  <c:v>209.15</c:v>
                </c:pt>
                <c:pt idx="5265">
                  <c:v>203.85</c:v>
                </c:pt>
                <c:pt idx="5266">
                  <c:v>206.9</c:v>
                </c:pt>
                <c:pt idx="5267">
                  <c:v>209.9</c:v>
                </c:pt>
                <c:pt idx="5268">
                  <c:v>209.95</c:v>
                </c:pt>
                <c:pt idx="5269">
                  <c:v>209.7</c:v>
                </c:pt>
                <c:pt idx="5270">
                  <c:v>208.55</c:v>
                </c:pt>
                <c:pt idx="5271">
                  <c:v>208</c:v>
                </c:pt>
                <c:pt idx="5272">
                  <c:v>207.8</c:v>
                </c:pt>
                <c:pt idx="5273">
                  <c:v>206.5</c:v>
                </c:pt>
                <c:pt idx="5274">
                  <c:v>205.2</c:v>
                </c:pt>
                <c:pt idx="5275">
                  <c:v>205.45</c:v>
                </c:pt>
                <c:pt idx="5276">
                  <c:v>207.85</c:v>
                </c:pt>
                <c:pt idx="5277">
                  <c:v>210.6</c:v>
                </c:pt>
                <c:pt idx="5278">
                  <c:v>217.65</c:v>
                </c:pt>
                <c:pt idx="5279">
                  <c:v>222.95</c:v>
                </c:pt>
                <c:pt idx="5280">
                  <c:v>226</c:v>
                </c:pt>
                <c:pt idx="5281">
                  <c:v>222.2</c:v>
                </c:pt>
                <c:pt idx="5282">
                  <c:v>215.95</c:v>
                </c:pt>
                <c:pt idx="5283">
                  <c:v>211.6</c:v>
                </c:pt>
                <c:pt idx="5284">
                  <c:v>210.9</c:v>
                </c:pt>
                <c:pt idx="5285">
                  <c:v>214.55</c:v>
                </c:pt>
                <c:pt idx="5286">
                  <c:v>218.5</c:v>
                </c:pt>
                <c:pt idx="5287">
                  <c:v>220.05</c:v>
                </c:pt>
                <c:pt idx="5288">
                  <c:v>212.55</c:v>
                </c:pt>
                <c:pt idx="5289">
                  <c:v>212.65</c:v>
                </c:pt>
                <c:pt idx="5290">
                  <c:v>213.8</c:v>
                </c:pt>
                <c:pt idx="5291">
                  <c:v>213.25</c:v>
                </c:pt>
                <c:pt idx="5292">
                  <c:v>213.1</c:v>
                </c:pt>
                <c:pt idx="5293">
                  <c:v>205.3</c:v>
                </c:pt>
                <c:pt idx="5294">
                  <c:v>208.7</c:v>
                </c:pt>
                <c:pt idx="5295">
                  <c:v>206.7</c:v>
                </c:pt>
                <c:pt idx="5296">
                  <c:v>207.95</c:v>
                </c:pt>
                <c:pt idx="5297">
                  <c:v>205.6</c:v>
                </c:pt>
                <c:pt idx="5298">
                  <c:v>203.55</c:v>
                </c:pt>
                <c:pt idx="5299">
                  <c:v>205.9</c:v>
                </c:pt>
                <c:pt idx="5300">
                  <c:v>205.35</c:v>
                </c:pt>
                <c:pt idx="5301">
                  <c:v>205.3</c:v>
                </c:pt>
                <c:pt idx="5302">
                  <c:v>205.4</c:v>
                </c:pt>
                <c:pt idx="5303">
                  <c:v>205.5</c:v>
                </c:pt>
                <c:pt idx="5304">
                  <c:v>204.3</c:v>
                </c:pt>
                <c:pt idx="5305">
                  <c:v>202.6</c:v>
                </c:pt>
              </c:numCache>
            </c:numRef>
          </c:val>
          <c:smooth val="0"/>
          <c:extLst>
            <c:ext xmlns:c16="http://schemas.microsoft.com/office/drawing/2014/chart" uri="{C3380CC4-5D6E-409C-BE32-E72D297353CC}">
              <c16:uniqueId val="{00000002-DECE-45E5-9BD4-524E1216398A}"/>
            </c:ext>
          </c:extLst>
        </c:ser>
        <c:dLbls>
          <c:showLegendKey val="0"/>
          <c:showVal val="0"/>
          <c:showCatName val="0"/>
          <c:showSerName val="0"/>
          <c:showPercent val="0"/>
          <c:showBubbleSize val="0"/>
        </c:dLbls>
        <c:smooth val="0"/>
        <c:axId val="1352273792"/>
        <c:axId val="1352274272"/>
      </c:lineChart>
      <c:catAx>
        <c:axId val="13522737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1352274272"/>
        <c:crosses val="autoZero"/>
        <c:auto val="1"/>
        <c:lblAlgn val="ctr"/>
        <c:lblOffset val="100"/>
        <c:noMultiLvlLbl val="0"/>
      </c:catAx>
      <c:valAx>
        <c:axId val="135227427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135227379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ln>
                <a:noFill/>
              </a:ln>
              <a:solidFill>
                <a:schemeClr val="bg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[stockinfo20years(AutoRecovered).xlsx]METALPIVOT!PivotTable6</c:name>
    <c:fmtId val="-1"/>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METALPIVOT!$B$3:$B$4</c:f>
              <c:strCache>
                <c:ptCount val="1"/>
                <c:pt idx="0">
                  <c:v>JSWSTEEL</c:v>
                </c:pt>
              </c:strCache>
            </c:strRef>
          </c:tx>
          <c:spPr>
            <a:ln w="28575" cap="rnd">
              <a:solidFill>
                <a:schemeClr val="accent1"/>
              </a:solidFill>
              <a:round/>
            </a:ln>
            <a:effectLst/>
          </c:spPr>
          <c:marker>
            <c:symbol val="none"/>
          </c:marker>
          <c:cat>
            <c:strRef>
              <c:f>METALPIVOT!$A$5:$A$5311</c:f>
              <c:strCache>
                <c:ptCount val="5306"/>
                <c:pt idx="0">
                  <c:v>03-01-2000</c:v>
                </c:pt>
                <c:pt idx="1">
                  <c:v>04-01-2000</c:v>
                </c:pt>
                <c:pt idx="2">
                  <c:v>05-01-2000</c:v>
                </c:pt>
                <c:pt idx="3">
                  <c:v>06-01-2000</c:v>
                </c:pt>
                <c:pt idx="4">
                  <c:v>07-01-2000</c:v>
                </c:pt>
                <c:pt idx="5">
                  <c:v>10-01-2000</c:v>
                </c:pt>
                <c:pt idx="6">
                  <c:v>11-01-2000</c:v>
                </c:pt>
                <c:pt idx="7">
                  <c:v>12-01-2000</c:v>
                </c:pt>
                <c:pt idx="8">
                  <c:v>13-01-2000</c:v>
                </c:pt>
                <c:pt idx="9">
                  <c:v>14-01-2000</c:v>
                </c:pt>
                <c:pt idx="10">
                  <c:v>17-01-2000</c:v>
                </c:pt>
                <c:pt idx="11">
                  <c:v>18-01-2000</c:v>
                </c:pt>
                <c:pt idx="12">
                  <c:v>19-01-2000</c:v>
                </c:pt>
                <c:pt idx="13">
                  <c:v>20-01-2000</c:v>
                </c:pt>
                <c:pt idx="14">
                  <c:v>21-01-2000</c:v>
                </c:pt>
                <c:pt idx="15">
                  <c:v>24-01-2000</c:v>
                </c:pt>
                <c:pt idx="16">
                  <c:v>25-01-2000</c:v>
                </c:pt>
                <c:pt idx="17">
                  <c:v>27-01-2000</c:v>
                </c:pt>
                <c:pt idx="18">
                  <c:v>28-01-2000</c:v>
                </c:pt>
                <c:pt idx="19">
                  <c:v>31-01-2000</c:v>
                </c:pt>
                <c:pt idx="20">
                  <c:v>01-02-2000</c:v>
                </c:pt>
                <c:pt idx="21">
                  <c:v>02-02-2000</c:v>
                </c:pt>
                <c:pt idx="22">
                  <c:v>03-02-2000</c:v>
                </c:pt>
                <c:pt idx="23">
                  <c:v>04-02-2000</c:v>
                </c:pt>
                <c:pt idx="24">
                  <c:v>07-02-2000</c:v>
                </c:pt>
                <c:pt idx="25">
                  <c:v>08-02-2000</c:v>
                </c:pt>
                <c:pt idx="26">
                  <c:v>09-02-2000</c:v>
                </c:pt>
                <c:pt idx="27">
                  <c:v>10-02-2000</c:v>
                </c:pt>
                <c:pt idx="28">
                  <c:v>11-02-2000</c:v>
                </c:pt>
                <c:pt idx="29">
                  <c:v>14-02-2000</c:v>
                </c:pt>
                <c:pt idx="30">
                  <c:v>15-02-2000</c:v>
                </c:pt>
                <c:pt idx="31">
                  <c:v>16-02-2000</c:v>
                </c:pt>
                <c:pt idx="32">
                  <c:v>17-02-2000</c:v>
                </c:pt>
                <c:pt idx="33">
                  <c:v>18-02-2000</c:v>
                </c:pt>
                <c:pt idx="34">
                  <c:v>21-02-2000</c:v>
                </c:pt>
                <c:pt idx="35">
                  <c:v>22-02-2000</c:v>
                </c:pt>
                <c:pt idx="36">
                  <c:v>23-02-2000</c:v>
                </c:pt>
                <c:pt idx="37">
                  <c:v>24-02-2000</c:v>
                </c:pt>
                <c:pt idx="38">
                  <c:v>25-02-2000</c:v>
                </c:pt>
                <c:pt idx="39">
                  <c:v>28-02-2000</c:v>
                </c:pt>
                <c:pt idx="40">
                  <c:v>29-02-2000</c:v>
                </c:pt>
                <c:pt idx="41">
                  <c:v>01-03-2000</c:v>
                </c:pt>
                <c:pt idx="42">
                  <c:v>02-03-2000</c:v>
                </c:pt>
                <c:pt idx="43">
                  <c:v>03-03-2000</c:v>
                </c:pt>
                <c:pt idx="44">
                  <c:v>06-03-2000</c:v>
                </c:pt>
                <c:pt idx="45">
                  <c:v>07-03-2000</c:v>
                </c:pt>
                <c:pt idx="46">
                  <c:v>08-03-2000</c:v>
                </c:pt>
                <c:pt idx="47">
                  <c:v>09-03-2000</c:v>
                </c:pt>
                <c:pt idx="48">
                  <c:v>10-03-2000</c:v>
                </c:pt>
                <c:pt idx="49">
                  <c:v>13-03-2000</c:v>
                </c:pt>
                <c:pt idx="50">
                  <c:v>14-03-2000</c:v>
                </c:pt>
                <c:pt idx="51">
                  <c:v>15-03-2000</c:v>
                </c:pt>
                <c:pt idx="52">
                  <c:v>16-03-2000</c:v>
                </c:pt>
                <c:pt idx="53">
                  <c:v>21-03-2000</c:v>
                </c:pt>
                <c:pt idx="54">
                  <c:v>22-03-2000</c:v>
                </c:pt>
                <c:pt idx="55">
                  <c:v>23-03-2000</c:v>
                </c:pt>
                <c:pt idx="56">
                  <c:v>24-03-2000</c:v>
                </c:pt>
                <c:pt idx="57">
                  <c:v>27-03-2000</c:v>
                </c:pt>
                <c:pt idx="58">
                  <c:v>28-03-2000</c:v>
                </c:pt>
                <c:pt idx="59">
                  <c:v>29-03-2000</c:v>
                </c:pt>
                <c:pt idx="60">
                  <c:v>30-03-2000</c:v>
                </c:pt>
                <c:pt idx="61">
                  <c:v>31-03-2000</c:v>
                </c:pt>
                <c:pt idx="62">
                  <c:v>03-04-2000</c:v>
                </c:pt>
                <c:pt idx="63">
                  <c:v>04-04-2000</c:v>
                </c:pt>
                <c:pt idx="64">
                  <c:v>05-04-2000</c:v>
                </c:pt>
                <c:pt idx="65">
                  <c:v>06-04-2000</c:v>
                </c:pt>
                <c:pt idx="66">
                  <c:v>07-04-2000</c:v>
                </c:pt>
                <c:pt idx="67">
                  <c:v>10-04-2000</c:v>
                </c:pt>
                <c:pt idx="68">
                  <c:v>11-04-2000</c:v>
                </c:pt>
                <c:pt idx="69">
                  <c:v>12-04-2000</c:v>
                </c:pt>
                <c:pt idx="70">
                  <c:v>13-04-2000</c:v>
                </c:pt>
                <c:pt idx="71">
                  <c:v>17-04-2000</c:v>
                </c:pt>
                <c:pt idx="72">
                  <c:v>18-04-2000</c:v>
                </c:pt>
                <c:pt idx="73">
                  <c:v>19-04-2000</c:v>
                </c:pt>
                <c:pt idx="74">
                  <c:v>20-04-2000</c:v>
                </c:pt>
                <c:pt idx="75">
                  <c:v>24-04-2000</c:v>
                </c:pt>
                <c:pt idx="76">
                  <c:v>25-04-2000</c:v>
                </c:pt>
                <c:pt idx="77">
                  <c:v>26-04-2000</c:v>
                </c:pt>
                <c:pt idx="78">
                  <c:v>27-04-2000</c:v>
                </c:pt>
                <c:pt idx="79">
                  <c:v>28-04-2000</c:v>
                </c:pt>
                <c:pt idx="80">
                  <c:v>02-05-2000</c:v>
                </c:pt>
                <c:pt idx="81">
                  <c:v>03-05-2000</c:v>
                </c:pt>
                <c:pt idx="82">
                  <c:v>04-05-2000</c:v>
                </c:pt>
                <c:pt idx="83">
                  <c:v>05-05-2000</c:v>
                </c:pt>
                <c:pt idx="84">
                  <c:v>08-05-2000</c:v>
                </c:pt>
                <c:pt idx="85">
                  <c:v>09-05-2000</c:v>
                </c:pt>
                <c:pt idx="86">
                  <c:v>10-05-2000</c:v>
                </c:pt>
                <c:pt idx="87">
                  <c:v>11-05-2000</c:v>
                </c:pt>
                <c:pt idx="88">
                  <c:v>12-05-2000</c:v>
                </c:pt>
                <c:pt idx="89">
                  <c:v>15-05-2000</c:v>
                </c:pt>
                <c:pt idx="90">
                  <c:v>16-05-2000</c:v>
                </c:pt>
                <c:pt idx="91">
                  <c:v>17-05-2000</c:v>
                </c:pt>
                <c:pt idx="92">
                  <c:v>18-05-2000</c:v>
                </c:pt>
                <c:pt idx="93">
                  <c:v>19-05-2000</c:v>
                </c:pt>
                <c:pt idx="94">
                  <c:v>22-05-2000</c:v>
                </c:pt>
                <c:pt idx="95">
                  <c:v>23-05-2000</c:v>
                </c:pt>
                <c:pt idx="96">
                  <c:v>24-05-2000</c:v>
                </c:pt>
                <c:pt idx="97">
                  <c:v>25-05-2000</c:v>
                </c:pt>
                <c:pt idx="98">
                  <c:v>26-05-2000</c:v>
                </c:pt>
                <c:pt idx="99">
                  <c:v>29-05-2000</c:v>
                </c:pt>
                <c:pt idx="100">
                  <c:v>30-05-2000</c:v>
                </c:pt>
                <c:pt idx="101">
                  <c:v>31-05-2000</c:v>
                </c:pt>
                <c:pt idx="102">
                  <c:v>01-06-2000</c:v>
                </c:pt>
                <c:pt idx="103">
                  <c:v>02-06-2000</c:v>
                </c:pt>
                <c:pt idx="104">
                  <c:v>05-06-2000</c:v>
                </c:pt>
                <c:pt idx="105">
                  <c:v>06-06-2000</c:v>
                </c:pt>
                <c:pt idx="106">
                  <c:v>07-06-2000</c:v>
                </c:pt>
                <c:pt idx="107">
                  <c:v>08-06-2000</c:v>
                </c:pt>
                <c:pt idx="108">
                  <c:v>09-06-2000</c:v>
                </c:pt>
                <c:pt idx="109">
                  <c:v>12-06-2000</c:v>
                </c:pt>
                <c:pt idx="110">
                  <c:v>13-06-2000</c:v>
                </c:pt>
                <c:pt idx="111">
                  <c:v>14-06-2000</c:v>
                </c:pt>
                <c:pt idx="112">
                  <c:v>15-06-2000</c:v>
                </c:pt>
                <c:pt idx="113">
                  <c:v>16-06-2000</c:v>
                </c:pt>
                <c:pt idx="114">
                  <c:v>19-06-2000</c:v>
                </c:pt>
                <c:pt idx="115">
                  <c:v>20-06-2000</c:v>
                </c:pt>
                <c:pt idx="116">
                  <c:v>21-06-2000</c:v>
                </c:pt>
                <c:pt idx="117">
                  <c:v>22-06-2000</c:v>
                </c:pt>
                <c:pt idx="118">
                  <c:v>23-06-2000</c:v>
                </c:pt>
                <c:pt idx="119">
                  <c:v>26-06-2000</c:v>
                </c:pt>
                <c:pt idx="120">
                  <c:v>27-06-2000</c:v>
                </c:pt>
                <c:pt idx="121">
                  <c:v>28-06-2000</c:v>
                </c:pt>
                <c:pt idx="122">
                  <c:v>29-06-2000</c:v>
                </c:pt>
                <c:pt idx="123">
                  <c:v>30-06-2000</c:v>
                </c:pt>
                <c:pt idx="124">
                  <c:v>03-07-2000</c:v>
                </c:pt>
                <c:pt idx="125">
                  <c:v>04-07-2000</c:v>
                </c:pt>
                <c:pt idx="126">
                  <c:v>05-07-2000</c:v>
                </c:pt>
                <c:pt idx="127">
                  <c:v>06-07-2000</c:v>
                </c:pt>
                <c:pt idx="128">
                  <c:v>07-07-2000</c:v>
                </c:pt>
                <c:pt idx="129">
                  <c:v>10-07-2000</c:v>
                </c:pt>
                <c:pt idx="130">
                  <c:v>11-07-2000</c:v>
                </c:pt>
                <c:pt idx="131">
                  <c:v>12-07-2000</c:v>
                </c:pt>
                <c:pt idx="132">
                  <c:v>13-07-2000</c:v>
                </c:pt>
                <c:pt idx="133">
                  <c:v>14-07-2000</c:v>
                </c:pt>
                <c:pt idx="134">
                  <c:v>17-07-2000</c:v>
                </c:pt>
                <c:pt idx="135">
                  <c:v>18-07-2000</c:v>
                </c:pt>
                <c:pt idx="136">
                  <c:v>19-07-2000</c:v>
                </c:pt>
                <c:pt idx="137">
                  <c:v>20-07-2000</c:v>
                </c:pt>
                <c:pt idx="138">
                  <c:v>21-07-2000</c:v>
                </c:pt>
                <c:pt idx="139">
                  <c:v>24-07-2000</c:v>
                </c:pt>
                <c:pt idx="140">
                  <c:v>25-07-2000</c:v>
                </c:pt>
                <c:pt idx="141">
                  <c:v>26-07-2000</c:v>
                </c:pt>
                <c:pt idx="142">
                  <c:v>27-07-2000</c:v>
                </c:pt>
                <c:pt idx="143">
                  <c:v>28-07-2000</c:v>
                </c:pt>
                <c:pt idx="144">
                  <c:v>31-07-2000</c:v>
                </c:pt>
                <c:pt idx="145">
                  <c:v>01-08-2000</c:v>
                </c:pt>
                <c:pt idx="146">
                  <c:v>02-08-2000</c:v>
                </c:pt>
                <c:pt idx="147">
                  <c:v>03-08-2000</c:v>
                </c:pt>
                <c:pt idx="148">
                  <c:v>04-08-2000</c:v>
                </c:pt>
                <c:pt idx="149">
                  <c:v>07-08-2000</c:v>
                </c:pt>
                <c:pt idx="150">
                  <c:v>08-08-2000</c:v>
                </c:pt>
                <c:pt idx="151">
                  <c:v>09-08-2000</c:v>
                </c:pt>
                <c:pt idx="152">
                  <c:v>10-08-2000</c:v>
                </c:pt>
                <c:pt idx="153">
                  <c:v>11-08-2000</c:v>
                </c:pt>
                <c:pt idx="154">
                  <c:v>14-08-2000</c:v>
                </c:pt>
                <c:pt idx="155">
                  <c:v>16-08-2000</c:v>
                </c:pt>
                <c:pt idx="156">
                  <c:v>17-08-2000</c:v>
                </c:pt>
                <c:pt idx="157">
                  <c:v>18-08-2000</c:v>
                </c:pt>
                <c:pt idx="158">
                  <c:v>21-08-2000</c:v>
                </c:pt>
                <c:pt idx="159">
                  <c:v>22-08-2000</c:v>
                </c:pt>
                <c:pt idx="160">
                  <c:v>23-08-2000</c:v>
                </c:pt>
                <c:pt idx="161">
                  <c:v>24-08-2000</c:v>
                </c:pt>
                <c:pt idx="162">
                  <c:v>25-08-2000</c:v>
                </c:pt>
                <c:pt idx="163">
                  <c:v>28-08-2000</c:v>
                </c:pt>
                <c:pt idx="164">
                  <c:v>29-08-2000</c:v>
                </c:pt>
                <c:pt idx="165">
                  <c:v>30-08-2000</c:v>
                </c:pt>
                <c:pt idx="166">
                  <c:v>31-08-2000</c:v>
                </c:pt>
                <c:pt idx="167">
                  <c:v>04-09-2000</c:v>
                </c:pt>
                <c:pt idx="168">
                  <c:v>05-09-2000</c:v>
                </c:pt>
                <c:pt idx="169">
                  <c:v>06-09-2000</c:v>
                </c:pt>
                <c:pt idx="170">
                  <c:v>07-09-2000</c:v>
                </c:pt>
                <c:pt idx="171">
                  <c:v>08-09-2000</c:v>
                </c:pt>
                <c:pt idx="172">
                  <c:v>11-09-2000</c:v>
                </c:pt>
                <c:pt idx="173">
                  <c:v>12-09-2000</c:v>
                </c:pt>
                <c:pt idx="174">
                  <c:v>13-09-2000</c:v>
                </c:pt>
                <c:pt idx="175">
                  <c:v>14-09-2000</c:v>
                </c:pt>
                <c:pt idx="176">
                  <c:v>15-09-2000</c:v>
                </c:pt>
                <c:pt idx="177">
                  <c:v>18-09-2000</c:v>
                </c:pt>
                <c:pt idx="178">
                  <c:v>19-09-2000</c:v>
                </c:pt>
                <c:pt idx="179">
                  <c:v>20-09-2000</c:v>
                </c:pt>
                <c:pt idx="180">
                  <c:v>21-09-2000</c:v>
                </c:pt>
                <c:pt idx="181">
                  <c:v>22-09-2000</c:v>
                </c:pt>
                <c:pt idx="182">
                  <c:v>25-09-2000</c:v>
                </c:pt>
                <c:pt idx="183">
                  <c:v>26-09-2000</c:v>
                </c:pt>
                <c:pt idx="184">
                  <c:v>27-09-2000</c:v>
                </c:pt>
                <c:pt idx="185">
                  <c:v>28-09-2000</c:v>
                </c:pt>
                <c:pt idx="186">
                  <c:v>29-09-2000</c:v>
                </c:pt>
                <c:pt idx="187">
                  <c:v>03-10-2000</c:v>
                </c:pt>
                <c:pt idx="188">
                  <c:v>04-10-2000</c:v>
                </c:pt>
                <c:pt idx="189">
                  <c:v>05-10-2000</c:v>
                </c:pt>
                <c:pt idx="190">
                  <c:v>06-10-2000</c:v>
                </c:pt>
                <c:pt idx="191">
                  <c:v>09-10-2000</c:v>
                </c:pt>
                <c:pt idx="192">
                  <c:v>10-10-2000</c:v>
                </c:pt>
                <c:pt idx="193">
                  <c:v>11-10-2000</c:v>
                </c:pt>
                <c:pt idx="194">
                  <c:v>12-10-2000</c:v>
                </c:pt>
                <c:pt idx="195">
                  <c:v>13-10-2000</c:v>
                </c:pt>
                <c:pt idx="196">
                  <c:v>16-10-2000</c:v>
                </c:pt>
                <c:pt idx="197">
                  <c:v>17-10-2000</c:v>
                </c:pt>
                <c:pt idx="198">
                  <c:v>18-10-2000</c:v>
                </c:pt>
                <c:pt idx="199">
                  <c:v>19-10-2000</c:v>
                </c:pt>
                <c:pt idx="200">
                  <c:v>20-10-2000</c:v>
                </c:pt>
                <c:pt idx="201">
                  <c:v>23-10-2000</c:v>
                </c:pt>
                <c:pt idx="202">
                  <c:v>24-10-2000</c:v>
                </c:pt>
                <c:pt idx="203">
                  <c:v>25-10-2000</c:v>
                </c:pt>
                <c:pt idx="204">
                  <c:v>26-10-2000</c:v>
                </c:pt>
                <c:pt idx="205">
                  <c:v>27-10-2000</c:v>
                </c:pt>
                <c:pt idx="206">
                  <c:v>30-10-2000</c:v>
                </c:pt>
                <c:pt idx="207">
                  <c:v>31-10-2000</c:v>
                </c:pt>
                <c:pt idx="208">
                  <c:v>01-11-2000</c:v>
                </c:pt>
                <c:pt idx="209">
                  <c:v>02-11-2000</c:v>
                </c:pt>
                <c:pt idx="210">
                  <c:v>03-11-2000</c:v>
                </c:pt>
                <c:pt idx="211">
                  <c:v>06-11-2000</c:v>
                </c:pt>
                <c:pt idx="212">
                  <c:v>07-11-2000</c:v>
                </c:pt>
                <c:pt idx="213">
                  <c:v>08-11-2000</c:v>
                </c:pt>
                <c:pt idx="214">
                  <c:v>09-11-2000</c:v>
                </c:pt>
                <c:pt idx="215">
                  <c:v>10-11-2000</c:v>
                </c:pt>
                <c:pt idx="216">
                  <c:v>13-11-2000</c:v>
                </c:pt>
                <c:pt idx="217">
                  <c:v>14-11-2000</c:v>
                </c:pt>
                <c:pt idx="218">
                  <c:v>15-11-2000</c:v>
                </c:pt>
                <c:pt idx="219">
                  <c:v>16-11-2000</c:v>
                </c:pt>
                <c:pt idx="220">
                  <c:v>17-11-2000</c:v>
                </c:pt>
                <c:pt idx="221">
                  <c:v>20-11-2000</c:v>
                </c:pt>
                <c:pt idx="222">
                  <c:v>21-11-2000</c:v>
                </c:pt>
                <c:pt idx="223">
                  <c:v>22-11-2000</c:v>
                </c:pt>
                <c:pt idx="224">
                  <c:v>23-11-2000</c:v>
                </c:pt>
                <c:pt idx="225">
                  <c:v>24-11-2000</c:v>
                </c:pt>
                <c:pt idx="226">
                  <c:v>27-11-2000</c:v>
                </c:pt>
                <c:pt idx="227">
                  <c:v>28-11-2000</c:v>
                </c:pt>
                <c:pt idx="228">
                  <c:v>29-11-2000</c:v>
                </c:pt>
                <c:pt idx="229">
                  <c:v>30-11-2000</c:v>
                </c:pt>
                <c:pt idx="230">
                  <c:v>01-12-2000</c:v>
                </c:pt>
                <c:pt idx="231">
                  <c:v>04-12-2000</c:v>
                </c:pt>
                <c:pt idx="232">
                  <c:v>05-12-2000</c:v>
                </c:pt>
                <c:pt idx="233">
                  <c:v>06-12-2000</c:v>
                </c:pt>
                <c:pt idx="234">
                  <c:v>07-12-2000</c:v>
                </c:pt>
                <c:pt idx="235">
                  <c:v>08-12-2000</c:v>
                </c:pt>
                <c:pt idx="236">
                  <c:v>11-12-2000</c:v>
                </c:pt>
                <c:pt idx="237">
                  <c:v>12-12-2000</c:v>
                </c:pt>
                <c:pt idx="238">
                  <c:v>13-12-2000</c:v>
                </c:pt>
                <c:pt idx="239">
                  <c:v>14-12-2000</c:v>
                </c:pt>
                <c:pt idx="240">
                  <c:v>15-12-2000</c:v>
                </c:pt>
                <c:pt idx="241">
                  <c:v>18-12-2000</c:v>
                </c:pt>
                <c:pt idx="242">
                  <c:v>19-12-2000</c:v>
                </c:pt>
                <c:pt idx="243">
                  <c:v>20-12-2000</c:v>
                </c:pt>
                <c:pt idx="244">
                  <c:v>21-12-2000</c:v>
                </c:pt>
                <c:pt idx="245">
                  <c:v>22-12-2000</c:v>
                </c:pt>
                <c:pt idx="246">
                  <c:v>26-12-2000</c:v>
                </c:pt>
                <c:pt idx="247">
                  <c:v>27-12-2000</c:v>
                </c:pt>
                <c:pt idx="248">
                  <c:v>28-12-2000</c:v>
                </c:pt>
                <c:pt idx="249">
                  <c:v>29-12-2000</c:v>
                </c:pt>
                <c:pt idx="250">
                  <c:v>01-01-2001</c:v>
                </c:pt>
                <c:pt idx="251">
                  <c:v>02-01-2001</c:v>
                </c:pt>
                <c:pt idx="252">
                  <c:v>03-01-2001</c:v>
                </c:pt>
                <c:pt idx="253">
                  <c:v>04-01-2001</c:v>
                </c:pt>
                <c:pt idx="254">
                  <c:v>05-01-2001</c:v>
                </c:pt>
                <c:pt idx="255">
                  <c:v>08-01-2001</c:v>
                </c:pt>
                <c:pt idx="256">
                  <c:v>09-01-2001</c:v>
                </c:pt>
                <c:pt idx="257">
                  <c:v>10-01-2001</c:v>
                </c:pt>
                <c:pt idx="258">
                  <c:v>11-01-2001</c:v>
                </c:pt>
                <c:pt idx="259">
                  <c:v>12-01-2001</c:v>
                </c:pt>
                <c:pt idx="260">
                  <c:v>15-01-2001</c:v>
                </c:pt>
                <c:pt idx="261">
                  <c:v>16-01-2001</c:v>
                </c:pt>
                <c:pt idx="262">
                  <c:v>17-01-2001</c:v>
                </c:pt>
                <c:pt idx="263">
                  <c:v>18-01-2001</c:v>
                </c:pt>
                <c:pt idx="264">
                  <c:v>19-01-2001</c:v>
                </c:pt>
                <c:pt idx="265">
                  <c:v>22-01-2001</c:v>
                </c:pt>
                <c:pt idx="266">
                  <c:v>23-01-2001</c:v>
                </c:pt>
                <c:pt idx="267">
                  <c:v>24-01-2001</c:v>
                </c:pt>
                <c:pt idx="268">
                  <c:v>25-01-2001</c:v>
                </c:pt>
                <c:pt idx="269">
                  <c:v>29-01-2001</c:v>
                </c:pt>
                <c:pt idx="270">
                  <c:v>30-01-2001</c:v>
                </c:pt>
                <c:pt idx="271">
                  <c:v>31-01-2001</c:v>
                </c:pt>
                <c:pt idx="272">
                  <c:v>01-02-2001</c:v>
                </c:pt>
                <c:pt idx="273">
                  <c:v>02-02-2001</c:v>
                </c:pt>
                <c:pt idx="274">
                  <c:v>05-02-2001</c:v>
                </c:pt>
                <c:pt idx="275">
                  <c:v>06-02-2001</c:v>
                </c:pt>
                <c:pt idx="276">
                  <c:v>07-02-2001</c:v>
                </c:pt>
                <c:pt idx="277">
                  <c:v>08-02-2001</c:v>
                </c:pt>
                <c:pt idx="278">
                  <c:v>09-02-2001</c:v>
                </c:pt>
                <c:pt idx="279">
                  <c:v>12-02-2001</c:v>
                </c:pt>
                <c:pt idx="280">
                  <c:v>13-02-2001</c:v>
                </c:pt>
                <c:pt idx="281">
                  <c:v>14-02-2001</c:v>
                </c:pt>
                <c:pt idx="282">
                  <c:v>15-02-2001</c:v>
                </c:pt>
                <c:pt idx="283">
                  <c:v>16-02-2001</c:v>
                </c:pt>
                <c:pt idx="284">
                  <c:v>19-02-2001</c:v>
                </c:pt>
                <c:pt idx="285">
                  <c:v>20-02-2001</c:v>
                </c:pt>
                <c:pt idx="286">
                  <c:v>21-02-2001</c:v>
                </c:pt>
                <c:pt idx="287">
                  <c:v>22-02-2001</c:v>
                </c:pt>
                <c:pt idx="288">
                  <c:v>23-02-2001</c:v>
                </c:pt>
                <c:pt idx="289">
                  <c:v>26-02-2001</c:v>
                </c:pt>
                <c:pt idx="290">
                  <c:v>27-02-2001</c:v>
                </c:pt>
                <c:pt idx="291">
                  <c:v>28-02-2001</c:v>
                </c:pt>
                <c:pt idx="292">
                  <c:v>01-03-2001</c:v>
                </c:pt>
                <c:pt idx="293">
                  <c:v>02-03-2001</c:v>
                </c:pt>
                <c:pt idx="294">
                  <c:v>05-03-2001</c:v>
                </c:pt>
                <c:pt idx="295">
                  <c:v>07-03-2001</c:v>
                </c:pt>
                <c:pt idx="296">
                  <c:v>08-03-2001</c:v>
                </c:pt>
                <c:pt idx="297">
                  <c:v>09-03-2001</c:v>
                </c:pt>
                <c:pt idx="298">
                  <c:v>12-03-2001</c:v>
                </c:pt>
                <c:pt idx="299">
                  <c:v>13-03-2001</c:v>
                </c:pt>
                <c:pt idx="300">
                  <c:v>14-03-2001</c:v>
                </c:pt>
                <c:pt idx="301">
                  <c:v>15-03-2001</c:v>
                </c:pt>
                <c:pt idx="302">
                  <c:v>16-03-2001</c:v>
                </c:pt>
                <c:pt idx="303">
                  <c:v>19-03-2001</c:v>
                </c:pt>
                <c:pt idx="304">
                  <c:v>20-03-2001</c:v>
                </c:pt>
                <c:pt idx="305">
                  <c:v>21-03-2001</c:v>
                </c:pt>
                <c:pt idx="306">
                  <c:v>22-03-2001</c:v>
                </c:pt>
                <c:pt idx="307">
                  <c:v>23-03-2001</c:v>
                </c:pt>
                <c:pt idx="308">
                  <c:v>26-03-2001</c:v>
                </c:pt>
                <c:pt idx="309">
                  <c:v>27-03-2001</c:v>
                </c:pt>
                <c:pt idx="310">
                  <c:v>28-03-2001</c:v>
                </c:pt>
                <c:pt idx="311">
                  <c:v>29-03-2001</c:v>
                </c:pt>
                <c:pt idx="312">
                  <c:v>30-03-2001</c:v>
                </c:pt>
                <c:pt idx="313">
                  <c:v>02-04-2001</c:v>
                </c:pt>
                <c:pt idx="314">
                  <c:v>03-04-2001</c:v>
                </c:pt>
                <c:pt idx="315">
                  <c:v>04-04-2001</c:v>
                </c:pt>
                <c:pt idx="316">
                  <c:v>06-04-2001</c:v>
                </c:pt>
                <c:pt idx="317">
                  <c:v>09-04-2001</c:v>
                </c:pt>
                <c:pt idx="318">
                  <c:v>10-04-2001</c:v>
                </c:pt>
                <c:pt idx="319">
                  <c:v>11-04-2001</c:v>
                </c:pt>
                <c:pt idx="320">
                  <c:v>12-04-2001</c:v>
                </c:pt>
                <c:pt idx="321">
                  <c:v>16-04-2001</c:v>
                </c:pt>
                <c:pt idx="322">
                  <c:v>17-04-2001</c:v>
                </c:pt>
                <c:pt idx="323">
                  <c:v>18-04-2001</c:v>
                </c:pt>
                <c:pt idx="324">
                  <c:v>19-04-2001</c:v>
                </c:pt>
                <c:pt idx="325">
                  <c:v>20-04-2001</c:v>
                </c:pt>
                <c:pt idx="326">
                  <c:v>23-04-2001</c:v>
                </c:pt>
                <c:pt idx="327">
                  <c:v>24-04-2001</c:v>
                </c:pt>
                <c:pt idx="328">
                  <c:v>25-04-2001</c:v>
                </c:pt>
                <c:pt idx="329">
                  <c:v>26-04-2001</c:v>
                </c:pt>
                <c:pt idx="330">
                  <c:v>27-04-2001</c:v>
                </c:pt>
                <c:pt idx="331">
                  <c:v>30-04-2001</c:v>
                </c:pt>
                <c:pt idx="332">
                  <c:v>02-05-2001</c:v>
                </c:pt>
                <c:pt idx="333">
                  <c:v>03-05-2001</c:v>
                </c:pt>
                <c:pt idx="334">
                  <c:v>04-05-2001</c:v>
                </c:pt>
                <c:pt idx="335">
                  <c:v>07-05-2001</c:v>
                </c:pt>
                <c:pt idx="336">
                  <c:v>08-05-2001</c:v>
                </c:pt>
                <c:pt idx="337">
                  <c:v>09-05-2001</c:v>
                </c:pt>
                <c:pt idx="338">
                  <c:v>10-05-2001</c:v>
                </c:pt>
                <c:pt idx="339">
                  <c:v>11-05-2001</c:v>
                </c:pt>
                <c:pt idx="340">
                  <c:v>14-05-2001</c:v>
                </c:pt>
                <c:pt idx="341">
                  <c:v>15-05-2001</c:v>
                </c:pt>
                <c:pt idx="342">
                  <c:v>16-05-2001</c:v>
                </c:pt>
                <c:pt idx="343">
                  <c:v>17-05-2001</c:v>
                </c:pt>
                <c:pt idx="344">
                  <c:v>18-05-2001</c:v>
                </c:pt>
                <c:pt idx="345">
                  <c:v>21-05-2001</c:v>
                </c:pt>
                <c:pt idx="346">
                  <c:v>22-05-2001</c:v>
                </c:pt>
                <c:pt idx="347">
                  <c:v>23-05-2001</c:v>
                </c:pt>
                <c:pt idx="348">
                  <c:v>24-05-2001</c:v>
                </c:pt>
                <c:pt idx="349">
                  <c:v>25-05-2001</c:v>
                </c:pt>
                <c:pt idx="350">
                  <c:v>28-05-2001</c:v>
                </c:pt>
                <c:pt idx="351">
                  <c:v>29-05-2001</c:v>
                </c:pt>
                <c:pt idx="352">
                  <c:v>30-05-2001</c:v>
                </c:pt>
                <c:pt idx="353">
                  <c:v>31-05-2001</c:v>
                </c:pt>
                <c:pt idx="354">
                  <c:v>01-06-2001</c:v>
                </c:pt>
                <c:pt idx="355">
                  <c:v>04-06-2001</c:v>
                </c:pt>
                <c:pt idx="356">
                  <c:v>05-06-2001</c:v>
                </c:pt>
                <c:pt idx="357">
                  <c:v>06-06-2001</c:v>
                </c:pt>
                <c:pt idx="358">
                  <c:v>07-06-2001</c:v>
                </c:pt>
                <c:pt idx="359">
                  <c:v>08-06-2001</c:v>
                </c:pt>
                <c:pt idx="360">
                  <c:v>11-06-2001</c:v>
                </c:pt>
                <c:pt idx="361">
                  <c:v>12-06-2001</c:v>
                </c:pt>
                <c:pt idx="362">
                  <c:v>13-06-2001</c:v>
                </c:pt>
                <c:pt idx="363">
                  <c:v>14-06-2001</c:v>
                </c:pt>
                <c:pt idx="364">
                  <c:v>15-06-2001</c:v>
                </c:pt>
                <c:pt idx="365">
                  <c:v>18-06-2001</c:v>
                </c:pt>
                <c:pt idx="366">
                  <c:v>19-06-2001</c:v>
                </c:pt>
                <c:pt idx="367">
                  <c:v>20-06-2001</c:v>
                </c:pt>
                <c:pt idx="368">
                  <c:v>21-06-2001</c:v>
                </c:pt>
                <c:pt idx="369">
                  <c:v>22-06-2001</c:v>
                </c:pt>
                <c:pt idx="370">
                  <c:v>25-06-2001</c:v>
                </c:pt>
                <c:pt idx="371">
                  <c:v>26-06-2001</c:v>
                </c:pt>
                <c:pt idx="372">
                  <c:v>27-06-2001</c:v>
                </c:pt>
                <c:pt idx="373">
                  <c:v>28-06-2001</c:v>
                </c:pt>
                <c:pt idx="374">
                  <c:v>29-06-2001</c:v>
                </c:pt>
                <c:pt idx="375">
                  <c:v>02-07-2001</c:v>
                </c:pt>
                <c:pt idx="376">
                  <c:v>03-07-2001</c:v>
                </c:pt>
                <c:pt idx="377">
                  <c:v>04-07-2001</c:v>
                </c:pt>
                <c:pt idx="378">
                  <c:v>05-07-2001</c:v>
                </c:pt>
                <c:pt idx="379">
                  <c:v>06-07-2001</c:v>
                </c:pt>
                <c:pt idx="380">
                  <c:v>09-07-2001</c:v>
                </c:pt>
                <c:pt idx="381">
                  <c:v>10-07-2001</c:v>
                </c:pt>
                <c:pt idx="382">
                  <c:v>11-07-2001</c:v>
                </c:pt>
                <c:pt idx="383">
                  <c:v>12-07-2001</c:v>
                </c:pt>
                <c:pt idx="384">
                  <c:v>13-07-2001</c:v>
                </c:pt>
                <c:pt idx="385">
                  <c:v>16-07-2001</c:v>
                </c:pt>
                <c:pt idx="386">
                  <c:v>17-07-2001</c:v>
                </c:pt>
                <c:pt idx="387">
                  <c:v>18-07-2001</c:v>
                </c:pt>
                <c:pt idx="388">
                  <c:v>19-07-2001</c:v>
                </c:pt>
                <c:pt idx="389">
                  <c:v>20-07-2001</c:v>
                </c:pt>
                <c:pt idx="390">
                  <c:v>23-07-2001</c:v>
                </c:pt>
                <c:pt idx="391">
                  <c:v>24-07-2001</c:v>
                </c:pt>
                <c:pt idx="392">
                  <c:v>25-07-2001</c:v>
                </c:pt>
                <c:pt idx="393">
                  <c:v>26-07-2001</c:v>
                </c:pt>
                <c:pt idx="394">
                  <c:v>27-07-2001</c:v>
                </c:pt>
                <c:pt idx="395">
                  <c:v>30-07-2001</c:v>
                </c:pt>
                <c:pt idx="396">
                  <c:v>31-07-2001</c:v>
                </c:pt>
                <c:pt idx="397">
                  <c:v>01-08-2001</c:v>
                </c:pt>
                <c:pt idx="398">
                  <c:v>02-08-2001</c:v>
                </c:pt>
                <c:pt idx="399">
                  <c:v>03-08-2001</c:v>
                </c:pt>
                <c:pt idx="400">
                  <c:v>06-08-2001</c:v>
                </c:pt>
                <c:pt idx="401">
                  <c:v>07-08-2001</c:v>
                </c:pt>
                <c:pt idx="402">
                  <c:v>08-08-2001</c:v>
                </c:pt>
                <c:pt idx="403">
                  <c:v>09-08-2001</c:v>
                </c:pt>
                <c:pt idx="404">
                  <c:v>10-08-2001</c:v>
                </c:pt>
                <c:pt idx="405">
                  <c:v>13-08-2001</c:v>
                </c:pt>
                <c:pt idx="406">
                  <c:v>14-08-2001</c:v>
                </c:pt>
                <c:pt idx="407">
                  <c:v>16-08-2001</c:v>
                </c:pt>
                <c:pt idx="408">
                  <c:v>17-08-2001</c:v>
                </c:pt>
                <c:pt idx="409">
                  <c:v>20-08-2001</c:v>
                </c:pt>
                <c:pt idx="410">
                  <c:v>21-08-2001</c:v>
                </c:pt>
                <c:pt idx="411">
                  <c:v>23-08-2001</c:v>
                </c:pt>
                <c:pt idx="412">
                  <c:v>24-08-2001</c:v>
                </c:pt>
                <c:pt idx="413">
                  <c:v>27-08-2001</c:v>
                </c:pt>
                <c:pt idx="414">
                  <c:v>28-08-2001</c:v>
                </c:pt>
                <c:pt idx="415">
                  <c:v>29-08-2001</c:v>
                </c:pt>
                <c:pt idx="416">
                  <c:v>30-08-2001</c:v>
                </c:pt>
                <c:pt idx="417">
                  <c:v>31-08-2001</c:v>
                </c:pt>
                <c:pt idx="418">
                  <c:v>03-09-2001</c:v>
                </c:pt>
                <c:pt idx="419">
                  <c:v>04-09-2001</c:v>
                </c:pt>
                <c:pt idx="420">
                  <c:v>05-09-2001</c:v>
                </c:pt>
                <c:pt idx="421">
                  <c:v>06-09-2001</c:v>
                </c:pt>
                <c:pt idx="422">
                  <c:v>07-09-2001</c:v>
                </c:pt>
                <c:pt idx="423">
                  <c:v>10-09-2001</c:v>
                </c:pt>
                <c:pt idx="424">
                  <c:v>11-09-2001</c:v>
                </c:pt>
                <c:pt idx="425">
                  <c:v>12-09-2001</c:v>
                </c:pt>
                <c:pt idx="426">
                  <c:v>13-09-2001</c:v>
                </c:pt>
                <c:pt idx="427">
                  <c:v>14-09-2001</c:v>
                </c:pt>
                <c:pt idx="428">
                  <c:v>17-09-2001</c:v>
                </c:pt>
                <c:pt idx="429">
                  <c:v>18-09-2001</c:v>
                </c:pt>
                <c:pt idx="430">
                  <c:v>19-09-2001</c:v>
                </c:pt>
                <c:pt idx="431">
                  <c:v>20-09-2001</c:v>
                </c:pt>
                <c:pt idx="432">
                  <c:v>21-09-2001</c:v>
                </c:pt>
                <c:pt idx="433">
                  <c:v>24-09-2001</c:v>
                </c:pt>
                <c:pt idx="434">
                  <c:v>25-09-2001</c:v>
                </c:pt>
                <c:pt idx="435">
                  <c:v>26-09-2001</c:v>
                </c:pt>
                <c:pt idx="436">
                  <c:v>27-09-2001</c:v>
                </c:pt>
                <c:pt idx="437">
                  <c:v>28-09-2001</c:v>
                </c:pt>
                <c:pt idx="438">
                  <c:v>01-10-2001</c:v>
                </c:pt>
                <c:pt idx="439">
                  <c:v>03-10-2001</c:v>
                </c:pt>
                <c:pt idx="440">
                  <c:v>04-10-2001</c:v>
                </c:pt>
                <c:pt idx="441">
                  <c:v>05-10-2001</c:v>
                </c:pt>
                <c:pt idx="442">
                  <c:v>08-10-2001</c:v>
                </c:pt>
                <c:pt idx="443">
                  <c:v>09-10-2001</c:v>
                </c:pt>
                <c:pt idx="444">
                  <c:v>10-10-2001</c:v>
                </c:pt>
                <c:pt idx="445">
                  <c:v>11-10-2001</c:v>
                </c:pt>
                <c:pt idx="446">
                  <c:v>12-10-2001</c:v>
                </c:pt>
                <c:pt idx="447">
                  <c:v>15-10-2001</c:v>
                </c:pt>
                <c:pt idx="448">
                  <c:v>16-10-2001</c:v>
                </c:pt>
                <c:pt idx="449">
                  <c:v>17-10-2001</c:v>
                </c:pt>
                <c:pt idx="450">
                  <c:v>18-10-2001</c:v>
                </c:pt>
                <c:pt idx="451">
                  <c:v>19-10-2001</c:v>
                </c:pt>
                <c:pt idx="452">
                  <c:v>22-10-2001</c:v>
                </c:pt>
                <c:pt idx="453">
                  <c:v>23-10-2001</c:v>
                </c:pt>
                <c:pt idx="454">
                  <c:v>24-10-2001</c:v>
                </c:pt>
                <c:pt idx="455">
                  <c:v>25-10-2001</c:v>
                </c:pt>
                <c:pt idx="456">
                  <c:v>29-10-2001</c:v>
                </c:pt>
                <c:pt idx="457">
                  <c:v>30-10-2001</c:v>
                </c:pt>
                <c:pt idx="458">
                  <c:v>31-10-2001</c:v>
                </c:pt>
                <c:pt idx="459">
                  <c:v>01-11-2001</c:v>
                </c:pt>
                <c:pt idx="460">
                  <c:v>02-11-2001</c:v>
                </c:pt>
                <c:pt idx="461">
                  <c:v>05-11-2001</c:v>
                </c:pt>
                <c:pt idx="462">
                  <c:v>06-11-2001</c:v>
                </c:pt>
                <c:pt idx="463">
                  <c:v>07-11-2001</c:v>
                </c:pt>
                <c:pt idx="464">
                  <c:v>08-11-2001</c:v>
                </c:pt>
                <c:pt idx="465">
                  <c:v>09-11-2001</c:v>
                </c:pt>
                <c:pt idx="466">
                  <c:v>12-11-2001</c:v>
                </c:pt>
                <c:pt idx="467">
                  <c:v>13-11-2001</c:v>
                </c:pt>
                <c:pt idx="468">
                  <c:v>14-11-2001</c:v>
                </c:pt>
                <c:pt idx="469">
                  <c:v>15-11-2001</c:v>
                </c:pt>
                <c:pt idx="470">
                  <c:v>19-11-2001</c:v>
                </c:pt>
                <c:pt idx="471">
                  <c:v>20-11-2001</c:v>
                </c:pt>
                <c:pt idx="472">
                  <c:v>21-11-2001</c:v>
                </c:pt>
                <c:pt idx="473">
                  <c:v>22-11-2001</c:v>
                </c:pt>
                <c:pt idx="474">
                  <c:v>23-11-2001</c:v>
                </c:pt>
                <c:pt idx="475">
                  <c:v>26-11-2001</c:v>
                </c:pt>
                <c:pt idx="476">
                  <c:v>27-11-2001</c:v>
                </c:pt>
                <c:pt idx="477">
                  <c:v>28-11-2001</c:v>
                </c:pt>
                <c:pt idx="478">
                  <c:v>29-11-2001</c:v>
                </c:pt>
                <c:pt idx="479">
                  <c:v>03-12-2001</c:v>
                </c:pt>
                <c:pt idx="480">
                  <c:v>04-12-2001</c:v>
                </c:pt>
                <c:pt idx="481">
                  <c:v>05-12-2001</c:v>
                </c:pt>
                <c:pt idx="482">
                  <c:v>06-12-2001</c:v>
                </c:pt>
                <c:pt idx="483">
                  <c:v>07-12-2001</c:v>
                </c:pt>
                <c:pt idx="484">
                  <c:v>10-12-2001</c:v>
                </c:pt>
                <c:pt idx="485">
                  <c:v>11-12-2001</c:v>
                </c:pt>
                <c:pt idx="486">
                  <c:v>12-12-2001</c:v>
                </c:pt>
                <c:pt idx="487">
                  <c:v>13-12-2001</c:v>
                </c:pt>
                <c:pt idx="488">
                  <c:v>14-12-2001</c:v>
                </c:pt>
                <c:pt idx="489">
                  <c:v>18-12-2001</c:v>
                </c:pt>
                <c:pt idx="490">
                  <c:v>19-12-2001</c:v>
                </c:pt>
                <c:pt idx="491">
                  <c:v>20-12-2001</c:v>
                </c:pt>
                <c:pt idx="492">
                  <c:v>21-12-2001</c:v>
                </c:pt>
                <c:pt idx="493">
                  <c:v>24-12-2001</c:v>
                </c:pt>
                <c:pt idx="494">
                  <c:v>26-12-2001</c:v>
                </c:pt>
                <c:pt idx="495">
                  <c:v>27-12-2001</c:v>
                </c:pt>
                <c:pt idx="496">
                  <c:v>28-12-2001</c:v>
                </c:pt>
                <c:pt idx="497">
                  <c:v>31-12-2001</c:v>
                </c:pt>
                <c:pt idx="498">
                  <c:v>01-01-2002</c:v>
                </c:pt>
                <c:pt idx="499">
                  <c:v>02-01-2002</c:v>
                </c:pt>
                <c:pt idx="500">
                  <c:v>03-01-2002</c:v>
                </c:pt>
                <c:pt idx="501">
                  <c:v>04-01-2002</c:v>
                </c:pt>
                <c:pt idx="502">
                  <c:v>07-01-2002</c:v>
                </c:pt>
                <c:pt idx="503">
                  <c:v>08-01-2002</c:v>
                </c:pt>
                <c:pt idx="504">
                  <c:v>09-01-2002</c:v>
                </c:pt>
                <c:pt idx="505">
                  <c:v>10-01-2002</c:v>
                </c:pt>
                <c:pt idx="506">
                  <c:v>11-01-2002</c:v>
                </c:pt>
                <c:pt idx="507">
                  <c:v>14-01-2002</c:v>
                </c:pt>
                <c:pt idx="508">
                  <c:v>15-01-2002</c:v>
                </c:pt>
                <c:pt idx="509">
                  <c:v>16-01-2002</c:v>
                </c:pt>
                <c:pt idx="510">
                  <c:v>17-01-2002</c:v>
                </c:pt>
                <c:pt idx="511">
                  <c:v>18-01-2002</c:v>
                </c:pt>
                <c:pt idx="512">
                  <c:v>21-01-2002</c:v>
                </c:pt>
                <c:pt idx="513">
                  <c:v>22-01-2002</c:v>
                </c:pt>
                <c:pt idx="514">
                  <c:v>23-01-2002</c:v>
                </c:pt>
                <c:pt idx="515">
                  <c:v>24-01-2002</c:v>
                </c:pt>
                <c:pt idx="516">
                  <c:v>25-01-2002</c:v>
                </c:pt>
                <c:pt idx="517">
                  <c:v>28-01-2002</c:v>
                </c:pt>
                <c:pt idx="518">
                  <c:v>29-01-2002</c:v>
                </c:pt>
                <c:pt idx="519">
                  <c:v>30-01-2002</c:v>
                </c:pt>
                <c:pt idx="520">
                  <c:v>31-01-2002</c:v>
                </c:pt>
                <c:pt idx="521">
                  <c:v>01-02-2002</c:v>
                </c:pt>
                <c:pt idx="522">
                  <c:v>04-02-2002</c:v>
                </c:pt>
                <c:pt idx="523">
                  <c:v>05-02-2002</c:v>
                </c:pt>
                <c:pt idx="524">
                  <c:v>06-02-2002</c:v>
                </c:pt>
                <c:pt idx="525">
                  <c:v>07-02-2002</c:v>
                </c:pt>
                <c:pt idx="526">
                  <c:v>08-02-2002</c:v>
                </c:pt>
                <c:pt idx="527">
                  <c:v>11-02-2002</c:v>
                </c:pt>
                <c:pt idx="528">
                  <c:v>12-02-2002</c:v>
                </c:pt>
                <c:pt idx="529">
                  <c:v>13-02-2002</c:v>
                </c:pt>
                <c:pt idx="530">
                  <c:v>14-02-2002</c:v>
                </c:pt>
                <c:pt idx="531">
                  <c:v>15-02-2002</c:v>
                </c:pt>
                <c:pt idx="532">
                  <c:v>18-02-2002</c:v>
                </c:pt>
                <c:pt idx="533">
                  <c:v>19-02-2002</c:v>
                </c:pt>
                <c:pt idx="534">
                  <c:v>20-02-2002</c:v>
                </c:pt>
                <c:pt idx="535">
                  <c:v>21-02-2002</c:v>
                </c:pt>
                <c:pt idx="536">
                  <c:v>22-02-2002</c:v>
                </c:pt>
                <c:pt idx="537">
                  <c:v>25-02-2002</c:v>
                </c:pt>
                <c:pt idx="538">
                  <c:v>26-02-2002</c:v>
                </c:pt>
                <c:pt idx="539">
                  <c:v>27-02-2002</c:v>
                </c:pt>
                <c:pt idx="540">
                  <c:v>28-02-2002</c:v>
                </c:pt>
                <c:pt idx="541">
                  <c:v>01-03-2002</c:v>
                </c:pt>
                <c:pt idx="542">
                  <c:v>04-03-2002</c:v>
                </c:pt>
                <c:pt idx="543">
                  <c:v>05-03-2002</c:v>
                </c:pt>
                <c:pt idx="544">
                  <c:v>06-03-2002</c:v>
                </c:pt>
                <c:pt idx="545">
                  <c:v>07-03-2002</c:v>
                </c:pt>
                <c:pt idx="546">
                  <c:v>08-03-2002</c:v>
                </c:pt>
                <c:pt idx="547">
                  <c:v>11-03-2002</c:v>
                </c:pt>
                <c:pt idx="548">
                  <c:v>12-03-2002</c:v>
                </c:pt>
                <c:pt idx="549">
                  <c:v>13-03-2002</c:v>
                </c:pt>
                <c:pt idx="550">
                  <c:v>14-03-2002</c:v>
                </c:pt>
                <c:pt idx="551">
                  <c:v>15-03-2002</c:v>
                </c:pt>
                <c:pt idx="552">
                  <c:v>18-03-2002</c:v>
                </c:pt>
                <c:pt idx="553">
                  <c:v>19-03-2002</c:v>
                </c:pt>
                <c:pt idx="554">
                  <c:v>20-03-2002</c:v>
                </c:pt>
                <c:pt idx="555">
                  <c:v>21-03-2002</c:v>
                </c:pt>
                <c:pt idx="556">
                  <c:v>22-03-2002</c:v>
                </c:pt>
                <c:pt idx="557">
                  <c:v>26-03-2002</c:v>
                </c:pt>
                <c:pt idx="558">
                  <c:v>27-03-2002</c:v>
                </c:pt>
                <c:pt idx="559">
                  <c:v>28-03-2002</c:v>
                </c:pt>
                <c:pt idx="560">
                  <c:v>01-04-2002</c:v>
                </c:pt>
                <c:pt idx="561">
                  <c:v>02-04-2002</c:v>
                </c:pt>
                <c:pt idx="562">
                  <c:v>03-04-2002</c:v>
                </c:pt>
                <c:pt idx="563">
                  <c:v>04-04-2002</c:v>
                </c:pt>
                <c:pt idx="564">
                  <c:v>05-04-2002</c:v>
                </c:pt>
                <c:pt idx="565">
                  <c:v>08-04-2002</c:v>
                </c:pt>
                <c:pt idx="566">
                  <c:v>09-04-2002</c:v>
                </c:pt>
                <c:pt idx="567">
                  <c:v>10-04-2002</c:v>
                </c:pt>
                <c:pt idx="568">
                  <c:v>11-04-2002</c:v>
                </c:pt>
                <c:pt idx="569">
                  <c:v>12-04-2002</c:v>
                </c:pt>
                <c:pt idx="570">
                  <c:v>15-04-2002</c:v>
                </c:pt>
                <c:pt idx="571">
                  <c:v>16-04-2002</c:v>
                </c:pt>
                <c:pt idx="572">
                  <c:v>17-04-2002</c:v>
                </c:pt>
                <c:pt idx="573">
                  <c:v>18-04-2002</c:v>
                </c:pt>
                <c:pt idx="574">
                  <c:v>19-04-2002</c:v>
                </c:pt>
                <c:pt idx="575">
                  <c:v>22-04-2002</c:v>
                </c:pt>
                <c:pt idx="576">
                  <c:v>23-04-2002</c:v>
                </c:pt>
                <c:pt idx="577">
                  <c:v>24-04-2002</c:v>
                </c:pt>
                <c:pt idx="578">
                  <c:v>25-04-2002</c:v>
                </c:pt>
                <c:pt idx="579">
                  <c:v>26-04-2002</c:v>
                </c:pt>
                <c:pt idx="580">
                  <c:v>29-04-2002</c:v>
                </c:pt>
                <c:pt idx="581">
                  <c:v>30-04-2002</c:v>
                </c:pt>
                <c:pt idx="582">
                  <c:v>02-05-2002</c:v>
                </c:pt>
                <c:pt idx="583">
                  <c:v>03-05-2002</c:v>
                </c:pt>
                <c:pt idx="584">
                  <c:v>06-05-2002</c:v>
                </c:pt>
                <c:pt idx="585">
                  <c:v>07-05-2002</c:v>
                </c:pt>
                <c:pt idx="586">
                  <c:v>08-05-2002</c:v>
                </c:pt>
                <c:pt idx="587">
                  <c:v>09-05-2002</c:v>
                </c:pt>
                <c:pt idx="588">
                  <c:v>10-05-2002</c:v>
                </c:pt>
                <c:pt idx="589">
                  <c:v>13-05-2002</c:v>
                </c:pt>
                <c:pt idx="590">
                  <c:v>14-05-2002</c:v>
                </c:pt>
                <c:pt idx="591">
                  <c:v>15-05-2002</c:v>
                </c:pt>
                <c:pt idx="592">
                  <c:v>16-05-2002</c:v>
                </c:pt>
                <c:pt idx="593">
                  <c:v>17-05-2002</c:v>
                </c:pt>
                <c:pt idx="594">
                  <c:v>20-05-2002</c:v>
                </c:pt>
                <c:pt idx="595">
                  <c:v>21-05-2002</c:v>
                </c:pt>
                <c:pt idx="596">
                  <c:v>22-05-2002</c:v>
                </c:pt>
                <c:pt idx="597">
                  <c:v>23-05-2002</c:v>
                </c:pt>
                <c:pt idx="598">
                  <c:v>24-05-2002</c:v>
                </c:pt>
                <c:pt idx="599">
                  <c:v>27-05-2002</c:v>
                </c:pt>
                <c:pt idx="600">
                  <c:v>28-05-2002</c:v>
                </c:pt>
                <c:pt idx="601">
                  <c:v>29-05-2002</c:v>
                </c:pt>
                <c:pt idx="602">
                  <c:v>30-05-2002</c:v>
                </c:pt>
                <c:pt idx="603">
                  <c:v>31-05-2002</c:v>
                </c:pt>
                <c:pt idx="604">
                  <c:v>03-06-2002</c:v>
                </c:pt>
                <c:pt idx="605">
                  <c:v>04-06-2002</c:v>
                </c:pt>
                <c:pt idx="606">
                  <c:v>05-06-2002</c:v>
                </c:pt>
                <c:pt idx="607">
                  <c:v>06-06-2002</c:v>
                </c:pt>
                <c:pt idx="608">
                  <c:v>07-06-2002</c:v>
                </c:pt>
                <c:pt idx="609">
                  <c:v>10-06-2002</c:v>
                </c:pt>
                <c:pt idx="610">
                  <c:v>11-06-2002</c:v>
                </c:pt>
                <c:pt idx="611">
                  <c:v>12-06-2002</c:v>
                </c:pt>
                <c:pt idx="612">
                  <c:v>13-06-2002</c:v>
                </c:pt>
                <c:pt idx="613">
                  <c:v>14-06-2002</c:v>
                </c:pt>
                <c:pt idx="614">
                  <c:v>17-06-2002</c:v>
                </c:pt>
                <c:pt idx="615">
                  <c:v>18-06-2002</c:v>
                </c:pt>
                <c:pt idx="616">
                  <c:v>19-06-2002</c:v>
                </c:pt>
                <c:pt idx="617">
                  <c:v>20-06-2002</c:v>
                </c:pt>
                <c:pt idx="618">
                  <c:v>21-06-2002</c:v>
                </c:pt>
                <c:pt idx="619">
                  <c:v>24-06-2002</c:v>
                </c:pt>
                <c:pt idx="620">
                  <c:v>25-06-2002</c:v>
                </c:pt>
                <c:pt idx="621">
                  <c:v>26-06-2002</c:v>
                </c:pt>
                <c:pt idx="622">
                  <c:v>27-06-2002</c:v>
                </c:pt>
                <c:pt idx="623">
                  <c:v>28-06-2002</c:v>
                </c:pt>
                <c:pt idx="624">
                  <c:v>01-07-2002</c:v>
                </c:pt>
                <c:pt idx="625">
                  <c:v>02-07-2002</c:v>
                </c:pt>
                <c:pt idx="626">
                  <c:v>03-07-2002</c:v>
                </c:pt>
                <c:pt idx="627">
                  <c:v>04-07-2002</c:v>
                </c:pt>
                <c:pt idx="628">
                  <c:v>05-07-2002</c:v>
                </c:pt>
                <c:pt idx="629">
                  <c:v>08-07-2002</c:v>
                </c:pt>
                <c:pt idx="630">
                  <c:v>09-07-2002</c:v>
                </c:pt>
                <c:pt idx="631">
                  <c:v>10-07-2002</c:v>
                </c:pt>
                <c:pt idx="632">
                  <c:v>11-07-2002</c:v>
                </c:pt>
                <c:pt idx="633">
                  <c:v>12-07-2002</c:v>
                </c:pt>
                <c:pt idx="634">
                  <c:v>15-07-2002</c:v>
                </c:pt>
                <c:pt idx="635">
                  <c:v>16-07-2002</c:v>
                </c:pt>
                <c:pt idx="636">
                  <c:v>17-07-2002</c:v>
                </c:pt>
                <c:pt idx="637">
                  <c:v>18-07-2002</c:v>
                </c:pt>
                <c:pt idx="638">
                  <c:v>19-07-2002</c:v>
                </c:pt>
                <c:pt idx="639">
                  <c:v>22-07-2002</c:v>
                </c:pt>
                <c:pt idx="640">
                  <c:v>23-07-2002</c:v>
                </c:pt>
                <c:pt idx="641">
                  <c:v>24-07-2002</c:v>
                </c:pt>
                <c:pt idx="642">
                  <c:v>25-07-2002</c:v>
                </c:pt>
                <c:pt idx="643">
                  <c:v>26-07-2002</c:v>
                </c:pt>
                <c:pt idx="644">
                  <c:v>29-07-2002</c:v>
                </c:pt>
                <c:pt idx="645">
                  <c:v>30-07-2002</c:v>
                </c:pt>
                <c:pt idx="646">
                  <c:v>31-07-2002</c:v>
                </c:pt>
                <c:pt idx="647">
                  <c:v>01-08-2002</c:v>
                </c:pt>
                <c:pt idx="648">
                  <c:v>02-08-2002</c:v>
                </c:pt>
                <c:pt idx="649">
                  <c:v>05-08-2002</c:v>
                </c:pt>
                <c:pt idx="650">
                  <c:v>06-08-2002</c:v>
                </c:pt>
                <c:pt idx="651">
                  <c:v>07-08-2002</c:v>
                </c:pt>
                <c:pt idx="652">
                  <c:v>08-08-2002</c:v>
                </c:pt>
                <c:pt idx="653">
                  <c:v>09-08-2002</c:v>
                </c:pt>
                <c:pt idx="654">
                  <c:v>12-08-2002</c:v>
                </c:pt>
                <c:pt idx="655">
                  <c:v>13-08-2002</c:v>
                </c:pt>
                <c:pt idx="656">
                  <c:v>14-08-2002</c:v>
                </c:pt>
                <c:pt idx="657">
                  <c:v>16-08-2002</c:v>
                </c:pt>
                <c:pt idx="658">
                  <c:v>19-08-2002</c:v>
                </c:pt>
                <c:pt idx="659">
                  <c:v>20-08-2002</c:v>
                </c:pt>
                <c:pt idx="660">
                  <c:v>21-08-2002</c:v>
                </c:pt>
                <c:pt idx="661">
                  <c:v>22-08-2002</c:v>
                </c:pt>
                <c:pt idx="662">
                  <c:v>23-08-2002</c:v>
                </c:pt>
                <c:pt idx="663">
                  <c:v>26-08-2002</c:v>
                </c:pt>
                <c:pt idx="664">
                  <c:v>27-08-2002</c:v>
                </c:pt>
                <c:pt idx="665">
                  <c:v>28-08-2002</c:v>
                </c:pt>
                <c:pt idx="666">
                  <c:v>29-08-2002</c:v>
                </c:pt>
                <c:pt idx="667">
                  <c:v>30-08-2002</c:v>
                </c:pt>
                <c:pt idx="668">
                  <c:v>02-09-2002</c:v>
                </c:pt>
                <c:pt idx="669">
                  <c:v>03-09-2002</c:v>
                </c:pt>
                <c:pt idx="670">
                  <c:v>04-09-2002</c:v>
                </c:pt>
                <c:pt idx="671">
                  <c:v>05-09-2002</c:v>
                </c:pt>
                <c:pt idx="672">
                  <c:v>06-09-2002</c:v>
                </c:pt>
                <c:pt idx="673">
                  <c:v>09-09-2002</c:v>
                </c:pt>
                <c:pt idx="674">
                  <c:v>11-09-2002</c:v>
                </c:pt>
                <c:pt idx="675">
                  <c:v>12-09-2002</c:v>
                </c:pt>
                <c:pt idx="676">
                  <c:v>13-09-2002</c:v>
                </c:pt>
                <c:pt idx="677">
                  <c:v>16-09-2002</c:v>
                </c:pt>
                <c:pt idx="678">
                  <c:v>17-09-2002</c:v>
                </c:pt>
                <c:pt idx="679">
                  <c:v>18-09-2002</c:v>
                </c:pt>
                <c:pt idx="680">
                  <c:v>19-09-2002</c:v>
                </c:pt>
                <c:pt idx="681">
                  <c:v>20-09-2002</c:v>
                </c:pt>
                <c:pt idx="682">
                  <c:v>23-09-2002</c:v>
                </c:pt>
                <c:pt idx="683">
                  <c:v>24-09-2002</c:v>
                </c:pt>
                <c:pt idx="684">
                  <c:v>25-09-2002</c:v>
                </c:pt>
                <c:pt idx="685">
                  <c:v>26-09-2002</c:v>
                </c:pt>
                <c:pt idx="686">
                  <c:v>27-09-2002</c:v>
                </c:pt>
                <c:pt idx="687">
                  <c:v>30-09-2002</c:v>
                </c:pt>
                <c:pt idx="688">
                  <c:v>01-10-2002</c:v>
                </c:pt>
                <c:pt idx="689">
                  <c:v>03-10-2002</c:v>
                </c:pt>
                <c:pt idx="690">
                  <c:v>04-10-2002</c:v>
                </c:pt>
                <c:pt idx="691">
                  <c:v>07-10-2002</c:v>
                </c:pt>
                <c:pt idx="692">
                  <c:v>08-10-2002</c:v>
                </c:pt>
                <c:pt idx="693">
                  <c:v>09-10-2002</c:v>
                </c:pt>
                <c:pt idx="694">
                  <c:v>10-10-2002</c:v>
                </c:pt>
                <c:pt idx="695">
                  <c:v>11-10-2002</c:v>
                </c:pt>
                <c:pt idx="696">
                  <c:v>14-10-2002</c:v>
                </c:pt>
                <c:pt idx="697">
                  <c:v>16-10-2002</c:v>
                </c:pt>
                <c:pt idx="698">
                  <c:v>17-10-2002</c:v>
                </c:pt>
                <c:pt idx="699">
                  <c:v>18-10-2002</c:v>
                </c:pt>
                <c:pt idx="700">
                  <c:v>21-10-2002</c:v>
                </c:pt>
                <c:pt idx="701">
                  <c:v>22-10-2002</c:v>
                </c:pt>
                <c:pt idx="702">
                  <c:v>23-10-2002</c:v>
                </c:pt>
                <c:pt idx="703">
                  <c:v>24-10-2002</c:v>
                </c:pt>
                <c:pt idx="704">
                  <c:v>25-10-2002</c:v>
                </c:pt>
                <c:pt idx="705">
                  <c:v>28-10-2002</c:v>
                </c:pt>
                <c:pt idx="706">
                  <c:v>29-10-2002</c:v>
                </c:pt>
                <c:pt idx="707">
                  <c:v>30-10-2002</c:v>
                </c:pt>
                <c:pt idx="708">
                  <c:v>31-10-2002</c:v>
                </c:pt>
                <c:pt idx="709">
                  <c:v>01-11-2002</c:v>
                </c:pt>
                <c:pt idx="710">
                  <c:v>04-11-2002</c:v>
                </c:pt>
                <c:pt idx="711">
                  <c:v>05-11-2002</c:v>
                </c:pt>
                <c:pt idx="712">
                  <c:v>07-11-2002</c:v>
                </c:pt>
                <c:pt idx="713">
                  <c:v>08-11-2002</c:v>
                </c:pt>
                <c:pt idx="714">
                  <c:v>11-11-2002</c:v>
                </c:pt>
                <c:pt idx="715">
                  <c:v>12-11-2002</c:v>
                </c:pt>
                <c:pt idx="716">
                  <c:v>13-11-2002</c:v>
                </c:pt>
                <c:pt idx="717">
                  <c:v>14-11-2002</c:v>
                </c:pt>
                <c:pt idx="718">
                  <c:v>15-11-2002</c:v>
                </c:pt>
                <c:pt idx="719">
                  <c:v>18-11-2002</c:v>
                </c:pt>
                <c:pt idx="720">
                  <c:v>20-11-2002</c:v>
                </c:pt>
                <c:pt idx="721">
                  <c:v>21-11-2002</c:v>
                </c:pt>
                <c:pt idx="722">
                  <c:v>22-11-2002</c:v>
                </c:pt>
                <c:pt idx="723">
                  <c:v>25-11-2002</c:v>
                </c:pt>
                <c:pt idx="724">
                  <c:v>26-11-2002</c:v>
                </c:pt>
                <c:pt idx="725">
                  <c:v>27-11-2002</c:v>
                </c:pt>
                <c:pt idx="726">
                  <c:v>28-11-2002</c:v>
                </c:pt>
                <c:pt idx="727">
                  <c:v>29-11-2002</c:v>
                </c:pt>
                <c:pt idx="728">
                  <c:v>02-12-2002</c:v>
                </c:pt>
                <c:pt idx="729">
                  <c:v>03-12-2002</c:v>
                </c:pt>
                <c:pt idx="730">
                  <c:v>04-12-2002</c:v>
                </c:pt>
                <c:pt idx="731">
                  <c:v>05-12-2002</c:v>
                </c:pt>
                <c:pt idx="732">
                  <c:v>06-12-2002</c:v>
                </c:pt>
                <c:pt idx="733">
                  <c:v>09-12-2002</c:v>
                </c:pt>
                <c:pt idx="734">
                  <c:v>10-12-2002</c:v>
                </c:pt>
                <c:pt idx="735">
                  <c:v>11-12-2002</c:v>
                </c:pt>
                <c:pt idx="736">
                  <c:v>12-12-2002</c:v>
                </c:pt>
                <c:pt idx="737">
                  <c:v>13-12-2002</c:v>
                </c:pt>
                <c:pt idx="738">
                  <c:v>16-12-2002</c:v>
                </c:pt>
                <c:pt idx="739">
                  <c:v>17-12-2002</c:v>
                </c:pt>
                <c:pt idx="740">
                  <c:v>18-12-2002</c:v>
                </c:pt>
                <c:pt idx="741">
                  <c:v>19-12-2002</c:v>
                </c:pt>
                <c:pt idx="742">
                  <c:v>20-12-2002</c:v>
                </c:pt>
                <c:pt idx="743">
                  <c:v>23-12-2002</c:v>
                </c:pt>
                <c:pt idx="744">
                  <c:v>24-12-2002</c:v>
                </c:pt>
                <c:pt idx="745">
                  <c:v>26-12-2002</c:v>
                </c:pt>
                <c:pt idx="746">
                  <c:v>27-12-2002</c:v>
                </c:pt>
                <c:pt idx="747">
                  <c:v>30-12-2002</c:v>
                </c:pt>
                <c:pt idx="748">
                  <c:v>31-12-2002</c:v>
                </c:pt>
                <c:pt idx="749">
                  <c:v>01-01-2003</c:v>
                </c:pt>
                <c:pt idx="750">
                  <c:v>02-01-2003</c:v>
                </c:pt>
                <c:pt idx="751">
                  <c:v>03-01-2003</c:v>
                </c:pt>
                <c:pt idx="752">
                  <c:v>06-01-2003</c:v>
                </c:pt>
                <c:pt idx="753">
                  <c:v>07-01-2003</c:v>
                </c:pt>
                <c:pt idx="754">
                  <c:v>08-01-2003</c:v>
                </c:pt>
                <c:pt idx="755">
                  <c:v>09-01-2003</c:v>
                </c:pt>
                <c:pt idx="756">
                  <c:v>10-01-2003</c:v>
                </c:pt>
                <c:pt idx="757">
                  <c:v>13-01-2003</c:v>
                </c:pt>
                <c:pt idx="758">
                  <c:v>14-01-2003</c:v>
                </c:pt>
                <c:pt idx="759">
                  <c:v>15-01-2003</c:v>
                </c:pt>
                <c:pt idx="760">
                  <c:v>16-01-2003</c:v>
                </c:pt>
                <c:pt idx="761">
                  <c:v>17-01-2003</c:v>
                </c:pt>
                <c:pt idx="762">
                  <c:v>20-01-2003</c:v>
                </c:pt>
                <c:pt idx="763">
                  <c:v>21-01-2003</c:v>
                </c:pt>
                <c:pt idx="764">
                  <c:v>22-01-2003</c:v>
                </c:pt>
                <c:pt idx="765">
                  <c:v>23-01-2003</c:v>
                </c:pt>
                <c:pt idx="766">
                  <c:v>24-01-2003</c:v>
                </c:pt>
                <c:pt idx="767">
                  <c:v>27-01-2003</c:v>
                </c:pt>
                <c:pt idx="768">
                  <c:v>28-01-2003</c:v>
                </c:pt>
                <c:pt idx="769">
                  <c:v>29-01-2003</c:v>
                </c:pt>
                <c:pt idx="770">
                  <c:v>30-01-2003</c:v>
                </c:pt>
                <c:pt idx="771">
                  <c:v>31-01-2003</c:v>
                </c:pt>
                <c:pt idx="772">
                  <c:v>03-02-2003</c:v>
                </c:pt>
                <c:pt idx="773">
                  <c:v>04-02-2003</c:v>
                </c:pt>
                <c:pt idx="774">
                  <c:v>05-02-2003</c:v>
                </c:pt>
                <c:pt idx="775">
                  <c:v>06-02-2003</c:v>
                </c:pt>
                <c:pt idx="776">
                  <c:v>07-02-2003</c:v>
                </c:pt>
                <c:pt idx="777">
                  <c:v>10-02-2003</c:v>
                </c:pt>
                <c:pt idx="778">
                  <c:v>11-02-2003</c:v>
                </c:pt>
                <c:pt idx="779">
                  <c:v>12-02-2003</c:v>
                </c:pt>
                <c:pt idx="780">
                  <c:v>14-02-2003</c:v>
                </c:pt>
                <c:pt idx="781">
                  <c:v>17-02-2003</c:v>
                </c:pt>
                <c:pt idx="782">
                  <c:v>18-02-2003</c:v>
                </c:pt>
                <c:pt idx="783">
                  <c:v>19-02-2003</c:v>
                </c:pt>
                <c:pt idx="784">
                  <c:v>20-02-2003</c:v>
                </c:pt>
                <c:pt idx="785">
                  <c:v>21-02-2003</c:v>
                </c:pt>
                <c:pt idx="786">
                  <c:v>24-02-2003</c:v>
                </c:pt>
                <c:pt idx="787">
                  <c:v>25-02-2003</c:v>
                </c:pt>
                <c:pt idx="788">
                  <c:v>26-02-2003</c:v>
                </c:pt>
                <c:pt idx="789">
                  <c:v>27-02-2003</c:v>
                </c:pt>
                <c:pt idx="790">
                  <c:v>28-02-2003</c:v>
                </c:pt>
                <c:pt idx="791">
                  <c:v>03-03-2003</c:v>
                </c:pt>
                <c:pt idx="792">
                  <c:v>04-03-2003</c:v>
                </c:pt>
                <c:pt idx="793">
                  <c:v>05-03-2003</c:v>
                </c:pt>
                <c:pt idx="794">
                  <c:v>06-03-2003</c:v>
                </c:pt>
                <c:pt idx="795">
                  <c:v>07-03-2003</c:v>
                </c:pt>
                <c:pt idx="796">
                  <c:v>10-03-2003</c:v>
                </c:pt>
                <c:pt idx="797">
                  <c:v>11-03-2003</c:v>
                </c:pt>
                <c:pt idx="798">
                  <c:v>12-03-2003</c:v>
                </c:pt>
                <c:pt idx="799">
                  <c:v>13-03-2003</c:v>
                </c:pt>
                <c:pt idx="800">
                  <c:v>17-03-2003</c:v>
                </c:pt>
                <c:pt idx="801">
                  <c:v>19-03-2003</c:v>
                </c:pt>
                <c:pt idx="802">
                  <c:v>20-03-2003</c:v>
                </c:pt>
                <c:pt idx="803">
                  <c:v>21-03-2003</c:v>
                </c:pt>
                <c:pt idx="804">
                  <c:v>22-03-2003</c:v>
                </c:pt>
                <c:pt idx="805">
                  <c:v>24-03-2003</c:v>
                </c:pt>
                <c:pt idx="806">
                  <c:v>25-03-2003</c:v>
                </c:pt>
                <c:pt idx="807">
                  <c:v>26-03-2003</c:v>
                </c:pt>
                <c:pt idx="808">
                  <c:v>27-03-2003</c:v>
                </c:pt>
                <c:pt idx="809">
                  <c:v>28-03-2003</c:v>
                </c:pt>
                <c:pt idx="810">
                  <c:v>31-03-2003</c:v>
                </c:pt>
                <c:pt idx="811">
                  <c:v>01-04-2003</c:v>
                </c:pt>
                <c:pt idx="812">
                  <c:v>02-04-2003</c:v>
                </c:pt>
                <c:pt idx="813">
                  <c:v>03-04-2003</c:v>
                </c:pt>
                <c:pt idx="814">
                  <c:v>04-04-2003</c:v>
                </c:pt>
                <c:pt idx="815">
                  <c:v>07-04-2003</c:v>
                </c:pt>
                <c:pt idx="816">
                  <c:v>08-04-2003</c:v>
                </c:pt>
                <c:pt idx="817">
                  <c:v>09-04-2003</c:v>
                </c:pt>
                <c:pt idx="818">
                  <c:v>10-04-2003</c:v>
                </c:pt>
                <c:pt idx="819">
                  <c:v>11-04-2003</c:v>
                </c:pt>
                <c:pt idx="820">
                  <c:v>15-04-2003</c:v>
                </c:pt>
                <c:pt idx="821">
                  <c:v>16-04-2003</c:v>
                </c:pt>
                <c:pt idx="822">
                  <c:v>17-04-2003</c:v>
                </c:pt>
                <c:pt idx="823">
                  <c:v>21-04-2003</c:v>
                </c:pt>
                <c:pt idx="824">
                  <c:v>22-04-2003</c:v>
                </c:pt>
                <c:pt idx="825">
                  <c:v>23-04-2003</c:v>
                </c:pt>
                <c:pt idx="826">
                  <c:v>24-04-2003</c:v>
                </c:pt>
                <c:pt idx="827">
                  <c:v>25-04-2003</c:v>
                </c:pt>
                <c:pt idx="828">
                  <c:v>28-04-2003</c:v>
                </c:pt>
                <c:pt idx="829">
                  <c:v>29-04-2003</c:v>
                </c:pt>
                <c:pt idx="830">
                  <c:v>30-04-2003</c:v>
                </c:pt>
                <c:pt idx="831">
                  <c:v>02-05-2003</c:v>
                </c:pt>
                <c:pt idx="832">
                  <c:v>05-05-2003</c:v>
                </c:pt>
                <c:pt idx="833">
                  <c:v>06-05-2003</c:v>
                </c:pt>
                <c:pt idx="834">
                  <c:v>07-05-2003</c:v>
                </c:pt>
                <c:pt idx="835">
                  <c:v>08-05-2003</c:v>
                </c:pt>
                <c:pt idx="836">
                  <c:v>09-05-2003</c:v>
                </c:pt>
                <c:pt idx="837">
                  <c:v>12-05-2003</c:v>
                </c:pt>
                <c:pt idx="838">
                  <c:v>13-05-2003</c:v>
                </c:pt>
                <c:pt idx="839">
                  <c:v>14-05-2003</c:v>
                </c:pt>
                <c:pt idx="840">
                  <c:v>15-05-2003</c:v>
                </c:pt>
                <c:pt idx="841">
                  <c:v>16-05-2003</c:v>
                </c:pt>
                <c:pt idx="842">
                  <c:v>19-05-2003</c:v>
                </c:pt>
                <c:pt idx="843">
                  <c:v>20-05-2003</c:v>
                </c:pt>
                <c:pt idx="844">
                  <c:v>21-05-2003</c:v>
                </c:pt>
                <c:pt idx="845">
                  <c:v>22-05-2003</c:v>
                </c:pt>
                <c:pt idx="846">
                  <c:v>23-05-2003</c:v>
                </c:pt>
                <c:pt idx="847">
                  <c:v>26-05-2003</c:v>
                </c:pt>
                <c:pt idx="848">
                  <c:v>27-05-2003</c:v>
                </c:pt>
                <c:pt idx="849">
                  <c:v>28-05-2003</c:v>
                </c:pt>
                <c:pt idx="850">
                  <c:v>29-05-2003</c:v>
                </c:pt>
                <c:pt idx="851">
                  <c:v>30-05-2003</c:v>
                </c:pt>
                <c:pt idx="852">
                  <c:v>02-06-2003</c:v>
                </c:pt>
                <c:pt idx="853">
                  <c:v>03-06-2003</c:v>
                </c:pt>
                <c:pt idx="854">
                  <c:v>04-06-2003</c:v>
                </c:pt>
                <c:pt idx="855">
                  <c:v>05-06-2003</c:v>
                </c:pt>
                <c:pt idx="856">
                  <c:v>06-06-2003</c:v>
                </c:pt>
                <c:pt idx="857">
                  <c:v>09-06-2003</c:v>
                </c:pt>
                <c:pt idx="858">
                  <c:v>10-06-2003</c:v>
                </c:pt>
                <c:pt idx="859">
                  <c:v>11-06-2003</c:v>
                </c:pt>
                <c:pt idx="860">
                  <c:v>12-06-2003</c:v>
                </c:pt>
                <c:pt idx="861">
                  <c:v>13-06-2003</c:v>
                </c:pt>
                <c:pt idx="862">
                  <c:v>16-06-2003</c:v>
                </c:pt>
                <c:pt idx="863">
                  <c:v>17-06-2003</c:v>
                </c:pt>
                <c:pt idx="864">
                  <c:v>18-06-2003</c:v>
                </c:pt>
                <c:pt idx="865">
                  <c:v>19-06-2003</c:v>
                </c:pt>
                <c:pt idx="866">
                  <c:v>20-06-2003</c:v>
                </c:pt>
                <c:pt idx="867">
                  <c:v>23-06-2003</c:v>
                </c:pt>
                <c:pt idx="868">
                  <c:v>24-06-2003</c:v>
                </c:pt>
                <c:pt idx="869">
                  <c:v>25-06-2003</c:v>
                </c:pt>
                <c:pt idx="870">
                  <c:v>26-06-2003</c:v>
                </c:pt>
                <c:pt idx="871">
                  <c:v>27-06-2003</c:v>
                </c:pt>
                <c:pt idx="872">
                  <c:v>30-06-2003</c:v>
                </c:pt>
                <c:pt idx="873">
                  <c:v>01-07-2003</c:v>
                </c:pt>
                <c:pt idx="874">
                  <c:v>02-07-2003</c:v>
                </c:pt>
                <c:pt idx="875">
                  <c:v>03-07-2003</c:v>
                </c:pt>
                <c:pt idx="876">
                  <c:v>04-07-2003</c:v>
                </c:pt>
                <c:pt idx="877">
                  <c:v>07-07-2003</c:v>
                </c:pt>
                <c:pt idx="878">
                  <c:v>08-07-2003</c:v>
                </c:pt>
                <c:pt idx="879">
                  <c:v>09-07-2003</c:v>
                </c:pt>
                <c:pt idx="880">
                  <c:v>10-07-2003</c:v>
                </c:pt>
                <c:pt idx="881">
                  <c:v>11-07-2003</c:v>
                </c:pt>
                <c:pt idx="882">
                  <c:v>14-07-2003</c:v>
                </c:pt>
                <c:pt idx="883">
                  <c:v>15-07-2003</c:v>
                </c:pt>
                <c:pt idx="884">
                  <c:v>16-07-2003</c:v>
                </c:pt>
                <c:pt idx="885">
                  <c:v>17-07-2003</c:v>
                </c:pt>
                <c:pt idx="886">
                  <c:v>18-07-2003</c:v>
                </c:pt>
                <c:pt idx="887">
                  <c:v>21-07-2003</c:v>
                </c:pt>
                <c:pt idx="888">
                  <c:v>22-07-2003</c:v>
                </c:pt>
                <c:pt idx="889">
                  <c:v>23-07-2003</c:v>
                </c:pt>
                <c:pt idx="890">
                  <c:v>24-07-2003</c:v>
                </c:pt>
                <c:pt idx="891">
                  <c:v>25-07-2003</c:v>
                </c:pt>
                <c:pt idx="892">
                  <c:v>28-07-2003</c:v>
                </c:pt>
                <c:pt idx="893">
                  <c:v>29-07-2003</c:v>
                </c:pt>
                <c:pt idx="894">
                  <c:v>30-07-2003</c:v>
                </c:pt>
                <c:pt idx="895">
                  <c:v>31-07-2003</c:v>
                </c:pt>
                <c:pt idx="896">
                  <c:v>01-08-2003</c:v>
                </c:pt>
                <c:pt idx="897">
                  <c:v>04-08-2003</c:v>
                </c:pt>
                <c:pt idx="898">
                  <c:v>05-08-2003</c:v>
                </c:pt>
                <c:pt idx="899">
                  <c:v>06-08-2003</c:v>
                </c:pt>
                <c:pt idx="900">
                  <c:v>07-08-2003</c:v>
                </c:pt>
                <c:pt idx="901">
                  <c:v>08-08-2003</c:v>
                </c:pt>
                <c:pt idx="902">
                  <c:v>11-08-2003</c:v>
                </c:pt>
                <c:pt idx="903">
                  <c:v>12-08-2003</c:v>
                </c:pt>
                <c:pt idx="904">
                  <c:v>13-08-2003</c:v>
                </c:pt>
                <c:pt idx="905">
                  <c:v>14-08-2003</c:v>
                </c:pt>
                <c:pt idx="906">
                  <c:v>18-08-2003</c:v>
                </c:pt>
                <c:pt idx="907">
                  <c:v>19-08-2003</c:v>
                </c:pt>
                <c:pt idx="908">
                  <c:v>20-08-2003</c:v>
                </c:pt>
                <c:pt idx="909">
                  <c:v>21-08-2003</c:v>
                </c:pt>
                <c:pt idx="910">
                  <c:v>22-08-2003</c:v>
                </c:pt>
                <c:pt idx="911">
                  <c:v>25-08-2003</c:v>
                </c:pt>
                <c:pt idx="912">
                  <c:v>26-08-2003</c:v>
                </c:pt>
                <c:pt idx="913">
                  <c:v>27-08-2003</c:v>
                </c:pt>
                <c:pt idx="914">
                  <c:v>28-08-2003</c:v>
                </c:pt>
                <c:pt idx="915">
                  <c:v>29-08-2003</c:v>
                </c:pt>
                <c:pt idx="916">
                  <c:v>01-09-2003</c:v>
                </c:pt>
                <c:pt idx="917">
                  <c:v>02-09-2003</c:v>
                </c:pt>
                <c:pt idx="918">
                  <c:v>03-09-2003</c:v>
                </c:pt>
                <c:pt idx="919">
                  <c:v>04-09-2003</c:v>
                </c:pt>
                <c:pt idx="920">
                  <c:v>05-09-2003</c:v>
                </c:pt>
                <c:pt idx="921">
                  <c:v>08-09-2003</c:v>
                </c:pt>
                <c:pt idx="922">
                  <c:v>09-09-2003</c:v>
                </c:pt>
                <c:pt idx="923">
                  <c:v>10-09-2003</c:v>
                </c:pt>
                <c:pt idx="924">
                  <c:v>11-09-2003</c:v>
                </c:pt>
                <c:pt idx="925">
                  <c:v>12-09-2003</c:v>
                </c:pt>
                <c:pt idx="926">
                  <c:v>15-09-2003</c:v>
                </c:pt>
                <c:pt idx="927">
                  <c:v>16-09-2003</c:v>
                </c:pt>
                <c:pt idx="928">
                  <c:v>17-09-2003</c:v>
                </c:pt>
                <c:pt idx="929">
                  <c:v>18-09-2003</c:v>
                </c:pt>
                <c:pt idx="930">
                  <c:v>19-09-2003</c:v>
                </c:pt>
                <c:pt idx="931">
                  <c:v>22-09-2003</c:v>
                </c:pt>
                <c:pt idx="932">
                  <c:v>23-09-2003</c:v>
                </c:pt>
                <c:pt idx="933">
                  <c:v>24-09-2003</c:v>
                </c:pt>
                <c:pt idx="934">
                  <c:v>25-09-2003</c:v>
                </c:pt>
                <c:pt idx="935">
                  <c:v>26-09-2003</c:v>
                </c:pt>
                <c:pt idx="936">
                  <c:v>29-09-2003</c:v>
                </c:pt>
                <c:pt idx="937">
                  <c:v>30-09-2003</c:v>
                </c:pt>
                <c:pt idx="938">
                  <c:v>01-10-2003</c:v>
                </c:pt>
                <c:pt idx="939">
                  <c:v>03-10-2003</c:v>
                </c:pt>
                <c:pt idx="940">
                  <c:v>06-10-2003</c:v>
                </c:pt>
                <c:pt idx="941">
                  <c:v>07-10-2003</c:v>
                </c:pt>
                <c:pt idx="942">
                  <c:v>08-10-2003</c:v>
                </c:pt>
                <c:pt idx="943">
                  <c:v>09-10-2003</c:v>
                </c:pt>
                <c:pt idx="944">
                  <c:v>10-10-2003</c:v>
                </c:pt>
                <c:pt idx="945">
                  <c:v>13-10-2003</c:v>
                </c:pt>
                <c:pt idx="946">
                  <c:v>14-10-2003</c:v>
                </c:pt>
                <c:pt idx="947">
                  <c:v>15-10-2003</c:v>
                </c:pt>
                <c:pt idx="948">
                  <c:v>16-10-2003</c:v>
                </c:pt>
                <c:pt idx="949">
                  <c:v>17-10-2003</c:v>
                </c:pt>
                <c:pt idx="950">
                  <c:v>20-10-2003</c:v>
                </c:pt>
                <c:pt idx="951">
                  <c:v>21-10-2003</c:v>
                </c:pt>
                <c:pt idx="952">
                  <c:v>22-10-2003</c:v>
                </c:pt>
                <c:pt idx="953">
                  <c:v>23-10-2003</c:v>
                </c:pt>
                <c:pt idx="954">
                  <c:v>24-10-2003</c:v>
                </c:pt>
                <c:pt idx="955">
                  <c:v>25-10-2003</c:v>
                </c:pt>
                <c:pt idx="956">
                  <c:v>27-10-2003</c:v>
                </c:pt>
                <c:pt idx="957">
                  <c:v>28-10-2003</c:v>
                </c:pt>
                <c:pt idx="958">
                  <c:v>29-10-2003</c:v>
                </c:pt>
                <c:pt idx="959">
                  <c:v>30-10-2003</c:v>
                </c:pt>
                <c:pt idx="960">
                  <c:v>31-10-2003</c:v>
                </c:pt>
                <c:pt idx="961">
                  <c:v>03-11-2003</c:v>
                </c:pt>
                <c:pt idx="962">
                  <c:v>04-11-2003</c:v>
                </c:pt>
                <c:pt idx="963">
                  <c:v>05-11-2003</c:v>
                </c:pt>
                <c:pt idx="964">
                  <c:v>06-11-2003</c:v>
                </c:pt>
                <c:pt idx="965">
                  <c:v>07-11-2003</c:v>
                </c:pt>
                <c:pt idx="966">
                  <c:v>10-11-2003</c:v>
                </c:pt>
                <c:pt idx="967">
                  <c:v>11-11-2003</c:v>
                </c:pt>
                <c:pt idx="968">
                  <c:v>12-11-2003</c:v>
                </c:pt>
                <c:pt idx="969">
                  <c:v>13-11-2003</c:v>
                </c:pt>
                <c:pt idx="970">
                  <c:v>14-11-2003</c:v>
                </c:pt>
                <c:pt idx="971">
                  <c:v>15-11-2003</c:v>
                </c:pt>
                <c:pt idx="972">
                  <c:v>17-11-2003</c:v>
                </c:pt>
                <c:pt idx="973">
                  <c:v>18-11-2003</c:v>
                </c:pt>
                <c:pt idx="974">
                  <c:v>19-11-2003</c:v>
                </c:pt>
                <c:pt idx="975">
                  <c:v>20-11-2003</c:v>
                </c:pt>
                <c:pt idx="976">
                  <c:v>21-11-2003</c:v>
                </c:pt>
                <c:pt idx="977">
                  <c:v>24-11-2003</c:v>
                </c:pt>
                <c:pt idx="978">
                  <c:v>25-11-2003</c:v>
                </c:pt>
                <c:pt idx="979">
                  <c:v>27-11-2003</c:v>
                </c:pt>
                <c:pt idx="980">
                  <c:v>28-11-2003</c:v>
                </c:pt>
                <c:pt idx="981">
                  <c:v>01-12-2003</c:v>
                </c:pt>
                <c:pt idx="982">
                  <c:v>02-12-2003</c:v>
                </c:pt>
                <c:pt idx="983">
                  <c:v>03-12-2003</c:v>
                </c:pt>
                <c:pt idx="984">
                  <c:v>04-12-2003</c:v>
                </c:pt>
                <c:pt idx="985">
                  <c:v>05-12-2003</c:v>
                </c:pt>
                <c:pt idx="986">
                  <c:v>08-12-2003</c:v>
                </c:pt>
                <c:pt idx="987">
                  <c:v>09-12-2003</c:v>
                </c:pt>
                <c:pt idx="988">
                  <c:v>10-12-2003</c:v>
                </c:pt>
                <c:pt idx="989">
                  <c:v>11-12-2003</c:v>
                </c:pt>
                <c:pt idx="990">
                  <c:v>12-12-2003</c:v>
                </c:pt>
                <c:pt idx="991">
                  <c:v>15-12-2003</c:v>
                </c:pt>
                <c:pt idx="992">
                  <c:v>16-12-2003</c:v>
                </c:pt>
                <c:pt idx="993">
                  <c:v>17-12-2003</c:v>
                </c:pt>
                <c:pt idx="994">
                  <c:v>18-12-2003</c:v>
                </c:pt>
                <c:pt idx="995">
                  <c:v>19-12-2003</c:v>
                </c:pt>
                <c:pt idx="996">
                  <c:v>22-12-2003</c:v>
                </c:pt>
                <c:pt idx="997">
                  <c:v>23-12-2003</c:v>
                </c:pt>
                <c:pt idx="998">
                  <c:v>24-12-2003</c:v>
                </c:pt>
                <c:pt idx="999">
                  <c:v>26-12-2003</c:v>
                </c:pt>
                <c:pt idx="1000">
                  <c:v>29-12-2003</c:v>
                </c:pt>
                <c:pt idx="1001">
                  <c:v>30-12-2003</c:v>
                </c:pt>
                <c:pt idx="1002">
                  <c:v>31-12-2003</c:v>
                </c:pt>
                <c:pt idx="1003">
                  <c:v>01-01-2004</c:v>
                </c:pt>
                <c:pt idx="1004">
                  <c:v>02-01-2004</c:v>
                </c:pt>
                <c:pt idx="1005">
                  <c:v>05-01-2004</c:v>
                </c:pt>
                <c:pt idx="1006">
                  <c:v>06-01-2004</c:v>
                </c:pt>
                <c:pt idx="1007">
                  <c:v>07-01-2004</c:v>
                </c:pt>
                <c:pt idx="1008">
                  <c:v>08-01-2004</c:v>
                </c:pt>
                <c:pt idx="1009">
                  <c:v>09-01-2004</c:v>
                </c:pt>
                <c:pt idx="1010">
                  <c:v>12-01-2004</c:v>
                </c:pt>
                <c:pt idx="1011">
                  <c:v>13-01-2004</c:v>
                </c:pt>
                <c:pt idx="1012">
                  <c:v>14-01-2004</c:v>
                </c:pt>
                <c:pt idx="1013">
                  <c:v>15-01-2004</c:v>
                </c:pt>
                <c:pt idx="1014">
                  <c:v>16-01-2004</c:v>
                </c:pt>
                <c:pt idx="1015">
                  <c:v>19-01-2004</c:v>
                </c:pt>
                <c:pt idx="1016">
                  <c:v>20-01-2004</c:v>
                </c:pt>
                <c:pt idx="1017">
                  <c:v>21-01-2004</c:v>
                </c:pt>
                <c:pt idx="1018">
                  <c:v>22-01-2004</c:v>
                </c:pt>
                <c:pt idx="1019">
                  <c:v>23-01-2004</c:v>
                </c:pt>
                <c:pt idx="1020">
                  <c:v>27-01-2004</c:v>
                </c:pt>
                <c:pt idx="1021">
                  <c:v>28-01-2004</c:v>
                </c:pt>
                <c:pt idx="1022">
                  <c:v>29-01-2004</c:v>
                </c:pt>
                <c:pt idx="1023">
                  <c:v>30-01-2004</c:v>
                </c:pt>
                <c:pt idx="1024">
                  <c:v>03-02-2004</c:v>
                </c:pt>
                <c:pt idx="1025">
                  <c:v>04-02-2004</c:v>
                </c:pt>
                <c:pt idx="1026">
                  <c:v>05-02-2004</c:v>
                </c:pt>
                <c:pt idx="1027">
                  <c:v>06-02-2004</c:v>
                </c:pt>
                <c:pt idx="1028">
                  <c:v>09-02-2004</c:v>
                </c:pt>
                <c:pt idx="1029">
                  <c:v>10-02-2004</c:v>
                </c:pt>
                <c:pt idx="1030">
                  <c:v>11-02-2004</c:v>
                </c:pt>
                <c:pt idx="1031">
                  <c:v>12-02-2004</c:v>
                </c:pt>
                <c:pt idx="1032">
                  <c:v>13-02-2004</c:v>
                </c:pt>
                <c:pt idx="1033">
                  <c:v>16-02-2004</c:v>
                </c:pt>
                <c:pt idx="1034">
                  <c:v>17-02-2004</c:v>
                </c:pt>
                <c:pt idx="1035">
                  <c:v>18-02-2004</c:v>
                </c:pt>
                <c:pt idx="1036">
                  <c:v>19-02-2004</c:v>
                </c:pt>
                <c:pt idx="1037">
                  <c:v>20-02-2004</c:v>
                </c:pt>
                <c:pt idx="1038">
                  <c:v>23-02-2004</c:v>
                </c:pt>
                <c:pt idx="1039">
                  <c:v>24-02-2004</c:v>
                </c:pt>
                <c:pt idx="1040">
                  <c:v>25-02-2004</c:v>
                </c:pt>
                <c:pt idx="1041">
                  <c:v>26-02-2004</c:v>
                </c:pt>
                <c:pt idx="1042">
                  <c:v>27-02-2004</c:v>
                </c:pt>
                <c:pt idx="1043">
                  <c:v>01-03-2004</c:v>
                </c:pt>
                <c:pt idx="1044">
                  <c:v>03-03-2004</c:v>
                </c:pt>
                <c:pt idx="1045">
                  <c:v>04-03-2004</c:v>
                </c:pt>
                <c:pt idx="1046">
                  <c:v>05-03-2004</c:v>
                </c:pt>
                <c:pt idx="1047">
                  <c:v>08-03-2004</c:v>
                </c:pt>
                <c:pt idx="1048">
                  <c:v>09-03-2004</c:v>
                </c:pt>
                <c:pt idx="1049">
                  <c:v>10-03-2004</c:v>
                </c:pt>
                <c:pt idx="1050">
                  <c:v>11-03-2004</c:v>
                </c:pt>
                <c:pt idx="1051">
                  <c:v>12-03-2004</c:v>
                </c:pt>
                <c:pt idx="1052">
                  <c:v>15-03-2004</c:v>
                </c:pt>
                <c:pt idx="1053">
                  <c:v>16-03-2004</c:v>
                </c:pt>
                <c:pt idx="1054">
                  <c:v>17-03-2004</c:v>
                </c:pt>
                <c:pt idx="1055">
                  <c:v>18-03-2004</c:v>
                </c:pt>
                <c:pt idx="1056">
                  <c:v>19-03-2004</c:v>
                </c:pt>
                <c:pt idx="1057">
                  <c:v>22-03-2004</c:v>
                </c:pt>
                <c:pt idx="1058">
                  <c:v>23-03-2004</c:v>
                </c:pt>
                <c:pt idx="1059">
                  <c:v>24-03-2004</c:v>
                </c:pt>
                <c:pt idx="1060">
                  <c:v>25-03-2004</c:v>
                </c:pt>
                <c:pt idx="1061">
                  <c:v>26-03-2004</c:v>
                </c:pt>
                <c:pt idx="1062">
                  <c:v>29-03-2004</c:v>
                </c:pt>
                <c:pt idx="1063">
                  <c:v>30-03-2004</c:v>
                </c:pt>
                <c:pt idx="1064">
                  <c:v>31-03-2004</c:v>
                </c:pt>
                <c:pt idx="1065">
                  <c:v>01-04-2004</c:v>
                </c:pt>
                <c:pt idx="1066">
                  <c:v>02-04-2004</c:v>
                </c:pt>
                <c:pt idx="1067">
                  <c:v>05-04-2004</c:v>
                </c:pt>
                <c:pt idx="1068">
                  <c:v>06-04-2004</c:v>
                </c:pt>
                <c:pt idx="1069">
                  <c:v>07-04-2004</c:v>
                </c:pt>
                <c:pt idx="1070">
                  <c:v>08-04-2004</c:v>
                </c:pt>
                <c:pt idx="1071">
                  <c:v>12-04-2004</c:v>
                </c:pt>
                <c:pt idx="1072">
                  <c:v>13-04-2004</c:v>
                </c:pt>
                <c:pt idx="1073">
                  <c:v>15-04-2004</c:v>
                </c:pt>
                <c:pt idx="1074">
                  <c:v>16-04-2004</c:v>
                </c:pt>
                <c:pt idx="1075">
                  <c:v>17-04-2004</c:v>
                </c:pt>
                <c:pt idx="1076">
                  <c:v>19-04-2004</c:v>
                </c:pt>
                <c:pt idx="1077">
                  <c:v>20-04-2004</c:v>
                </c:pt>
                <c:pt idx="1078">
                  <c:v>21-04-2004</c:v>
                </c:pt>
                <c:pt idx="1079">
                  <c:v>22-04-2004</c:v>
                </c:pt>
                <c:pt idx="1080">
                  <c:v>23-04-2004</c:v>
                </c:pt>
                <c:pt idx="1081">
                  <c:v>27-04-2004</c:v>
                </c:pt>
                <c:pt idx="1082">
                  <c:v>28-04-2004</c:v>
                </c:pt>
                <c:pt idx="1083">
                  <c:v>29-04-2004</c:v>
                </c:pt>
                <c:pt idx="1084">
                  <c:v>30-04-2004</c:v>
                </c:pt>
                <c:pt idx="1085">
                  <c:v>03-05-2004</c:v>
                </c:pt>
                <c:pt idx="1086">
                  <c:v>04-05-2004</c:v>
                </c:pt>
                <c:pt idx="1087">
                  <c:v>05-05-2004</c:v>
                </c:pt>
                <c:pt idx="1088">
                  <c:v>06-05-2004</c:v>
                </c:pt>
                <c:pt idx="1089">
                  <c:v>07-05-2004</c:v>
                </c:pt>
                <c:pt idx="1090">
                  <c:v>10-05-2004</c:v>
                </c:pt>
                <c:pt idx="1091">
                  <c:v>11-05-2004</c:v>
                </c:pt>
                <c:pt idx="1092">
                  <c:v>12-05-2004</c:v>
                </c:pt>
                <c:pt idx="1093">
                  <c:v>13-05-2004</c:v>
                </c:pt>
                <c:pt idx="1094">
                  <c:v>14-05-2004</c:v>
                </c:pt>
                <c:pt idx="1095">
                  <c:v>17-05-2004</c:v>
                </c:pt>
                <c:pt idx="1096">
                  <c:v>18-05-2004</c:v>
                </c:pt>
                <c:pt idx="1097">
                  <c:v>19-05-2004</c:v>
                </c:pt>
                <c:pt idx="1098">
                  <c:v>20-05-2004</c:v>
                </c:pt>
                <c:pt idx="1099">
                  <c:v>21-05-2004</c:v>
                </c:pt>
                <c:pt idx="1100">
                  <c:v>24-05-2004</c:v>
                </c:pt>
                <c:pt idx="1101">
                  <c:v>25-05-2004</c:v>
                </c:pt>
                <c:pt idx="1102">
                  <c:v>26-05-2004</c:v>
                </c:pt>
                <c:pt idx="1103">
                  <c:v>27-05-2004</c:v>
                </c:pt>
                <c:pt idx="1104">
                  <c:v>28-05-2004</c:v>
                </c:pt>
                <c:pt idx="1105">
                  <c:v>31-05-2004</c:v>
                </c:pt>
                <c:pt idx="1106">
                  <c:v>01-06-2004</c:v>
                </c:pt>
                <c:pt idx="1107">
                  <c:v>02-06-2004</c:v>
                </c:pt>
                <c:pt idx="1108">
                  <c:v>03-06-2004</c:v>
                </c:pt>
                <c:pt idx="1109">
                  <c:v>04-06-2004</c:v>
                </c:pt>
                <c:pt idx="1110">
                  <c:v>07-06-2004</c:v>
                </c:pt>
                <c:pt idx="1111">
                  <c:v>08-06-2004</c:v>
                </c:pt>
                <c:pt idx="1112">
                  <c:v>09-06-2004</c:v>
                </c:pt>
                <c:pt idx="1113">
                  <c:v>10-06-2004</c:v>
                </c:pt>
                <c:pt idx="1114">
                  <c:v>11-06-2004</c:v>
                </c:pt>
                <c:pt idx="1115">
                  <c:v>14-06-2004</c:v>
                </c:pt>
                <c:pt idx="1116">
                  <c:v>15-06-2004</c:v>
                </c:pt>
                <c:pt idx="1117">
                  <c:v>16-06-2004</c:v>
                </c:pt>
                <c:pt idx="1118">
                  <c:v>17-06-2004</c:v>
                </c:pt>
                <c:pt idx="1119">
                  <c:v>18-06-2004</c:v>
                </c:pt>
                <c:pt idx="1120">
                  <c:v>21-06-2004</c:v>
                </c:pt>
                <c:pt idx="1121">
                  <c:v>22-06-2004</c:v>
                </c:pt>
                <c:pt idx="1122">
                  <c:v>23-06-2004</c:v>
                </c:pt>
                <c:pt idx="1123">
                  <c:v>24-06-2004</c:v>
                </c:pt>
                <c:pt idx="1124">
                  <c:v>25-06-2004</c:v>
                </c:pt>
                <c:pt idx="1125">
                  <c:v>28-06-2004</c:v>
                </c:pt>
                <c:pt idx="1126">
                  <c:v>29-06-2004</c:v>
                </c:pt>
                <c:pt idx="1127">
                  <c:v>30-06-2004</c:v>
                </c:pt>
                <c:pt idx="1128">
                  <c:v>01-07-2004</c:v>
                </c:pt>
                <c:pt idx="1129">
                  <c:v>02-07-2004</c:v>
                </c:pt>
                <c:pt idx="1130">
                  <c:v>05-07-2004</c:v>
                </c:pt>
                <c:pt idx="1131">
                  <c:v>06-07-2004</c:v>
                </c:pt>
                <c:pt idx="1132">
                  <c:v>07-07-2004</c:v>
                </c:pt>
                <c:pt idx="1133">
                  <c:v>08-07-2004</c:v>
                </c:pt>
                <c:pt idx="1134">
                  <c:v>09-07-2004</c:v>
                </c:pt>
                <c:pt idx="1135">
                  <c:v>12-07-2004</c:v>
                </c:pt>
                <c:pt idx="1136">
                  <c:v>13-07-2004</c:v>
                </c:pt>
                <c:pt idx="1137">
                  <c:v>14-07-2004</c:v>
                </c:pt>
                <c:pt idx="1138">
                  <c:v>15-07-2004</c:v>
                </c:pt>
                <c:pt idx="1139">
                  <c:v>16-07-2004</c:v>
                </c:pt>
                <c:pt idx="1140">
                  <c:v>19-07-2004</c:v>
                </c:pt>
                <c:pt idx="1141">
                  <c:v>20-07-2004</c:v>
                </c:pt>
                <c:pt idx="1142">
                  <c:v>21-07-2004</c:v>
                </c:pt>
                <c:pt idx="1143">
                  <c:v>22-07-2004</c:v>
                </c:pt>
                <c:pt idx="1144">
                  <c:v>23-07-2004</c:v>
                </c:pt>
                <c:pt idx="1145">
                  <c:v>26-07-2004</c:v>
                </c:pt>
                <c:pt idx="1146">
                  <c:v>27-07-2004</c:v>
                </c:pt>
                <c:pt idx="1147">
                  <c:v>28-07-2004</c:v>
                </c:pt>
                <c:pt idx="1148">
                  <c:v>29-07-2004</c:v>
                </c:pt>
                <c:pt idx="1149">
                  <c:v>30-07-2004</c:v>
                </c:pt>
                <c:pt idx="1150">
                  <c:v>02-08-2004</c:v>
                </c:pt>
                <c:pt idx="1151">
                  <c:v>03-08-2004</c:v>
                </c:pt>
                <c:pt idx="1152">
                  <c:v>04-08-2004</c:v>
                </c:pt>
                <c:pt idx="1153">
                  <c:v>05-08-2004</c:v>
                </c:pt>
                <c:pt idx="1154">
                  <c:v>06-08-2004</c:v>
                </c:pt>
                <c:pt idx="1155">
                  <c:v>09-08-2004</c:v>
                </c:pt>
                <c:pt idx="1156">
                  <c:v>10-08-2004</c:v>
                </c:pt>
                <c:pt idx="1157">
                  <c:v>11-08-2004</c:v>
                </c:pt>
                <c:pt idx="1158">
                  <c:v>12-08-2004</c:v>
                </c:pt>
                <c:pt idx="1159">
                  <c:v>13-08-2004</c:v>
                </c:pt>
                <c:pt idx="1160">
                  <c:v>16-08-2004</c:v>
                </c:pt>
                <c:pt idx="1161">
                  <c:v>17-08-2004</c:v>
                </c:pt>
                <c:pt idx="1162">
                  <c:v>18-08-2004</c:v>
                </c:pt>
                <c:pt idx="1163">
                  <c:v>19-08-2004</c:v>
                </c:pt>
                <c:pt idx="1164">
                  <c:v>20-08-2004</c:v>
                </c:pt>
                <c:pt idx="1165">
                  <c:v>23-08-2004</c:v>
                </c:pt>
                <c:pt idx="1166">
                  <c:v>24-08-2004</c:v>
                </c:pt>
                <c:pt idx="1167">
                  <c:v>25-08-2004</c:v>
                </c:pt>
                <c:pt idx="1168">
                  <c:v>26-08-2004</c:v>
                </c:pt>
                <c:pt idx="1169">
                  <c:v>27-08-2004</c:v>
                </c:pt>
                <c:pt idx="1170">
                  <c:v>30-08-2004</c:v>
                </c:pt>
                <c:pt idx="1171">
                  <c:v>31-08-2004</c:v>
                </c:pt>
                <c:pt idx="1172">
                  <c:v>01-09-2004</c:v>
                </c:pt>
                <c:pt idx="1173">
                  <c:v>02-09-2004</c:v>
                </c:pt>
                <c:pt idx="1174">
                  <c:v>03-09-2004</c:v>
                </c:pt>
                <c:pt idx="1175">
                  <c:v>06-09-2004</c:v>
                </c:pt>
                <c:pt idx="1176">
                  <c:v>07-09-2004</c:v>
                </c:pt>
                <c:pt idx="1177">
                  <c:v>08-09-2004</c:v>
                </c:pt>
                <c:pt idx="1178">
                  <c:v>09-09-2004</c:v>
                </c:pt>
                <c:pt idx="1179">
                  <c:v>10-09-2004</c:v>
                </c:pt>
                <c:pt idx="1180">
                  <c:v>13-09-2004</c:v>
                </c:pt>
                <c:pt idx="1181">
                  <c:v>14-09-2004</c:v>
                </c:pt>
                <c:pt idx="1182">
                  <c:v>15-09-2004</c:v>
                </c:pt>
                <c:pt idx="1183">
                  <c:v>16-09-2004</c:v>
                </c:pt>
                <c:pt idx="1184">
                  <c:v>17-09-2004</c:v>
                </c:pt>
                <c:pt idx="1185">
                  <c:v>20-09-2004</c:v>
                </c:pt>
                <c:pt idx="1186">
                  <c:v>21-09-2004</c:v>
                </c:pt>
                <c:pt idx="1187">
                  <c:v>22-09-2004</c:v>
                </c:pt>
                <c:pt idx="1188">
                  <c:v>23-09-2004</c:v>
                </c:pt>
                <c:pt idx="1189">
                  <c:v>24-09-2004</c:v>
                </c:pt>
                <c:pt idx="1190">
                  <c:v>27-09-2004</c:v>
                </c:pt>
                <c:pt idx="1191">
                  <c:v>28-09-2004</c:v>
                </c:pt>
                <c:pt idx="1192">
                  <c:v>29-09-2004</c:v>
                </c:pt>
                <c:pt idx="1193">
                  <c:v>30-09-2004</c:v>
                </c:pt>
                <c:pt idx="1194">
                  <c:v>01-10-2004</c:v>
                </c:pt>
                <c:pt idx="1195">
                  <c:v>04-10-2004</c:v>
                </c:pt>
                <c:pt idx="1196">
                  <c:v>05-10-2004</c:v>
                </c:pt>
                <c:pt idx="1197">
                  <c:v>06-10-2004</c:v>
                </c:pt>
                <c:pt idx="1198">
                  <c:v>07-10-2004</c:v>
                </c:pt>
                <c:pt idx="1199">
                  <c:v>08-10-2004</c:v>
                </c:pt>
                <c:pt idx="1200">
                  <c:v>09-10-2004</c:v>
                </c:pt>
                <c:pt idx="1201">
                  <c:v>11-10-2004</c:v>
                </c:pt>
                <c:pt idx="1202">
                  <c:v>12-10-2004</c:v>
                </c:pt>
                <c:pt idx="1203">
                  <c:v>14-10-2004</c:v>
                </c:pt>
                <c:pt idx="1204">
                  <c:v>15-10-2004</c:v>
                </c:pt>
                <c:pt idx="1205">
                  <c:v>18-10-2004</c:v>
                </c:pt>
                <c:pt idx="1206">
                  <c:v>19-10-2004</c:v>
                </c:pt>
                <c:pt idx="1207">
                  <c:v>20-10-2004</c:v>
                </c:pt>
                <c:pt idx="1208">
                  <c:v>21-10-2004</c:v>
                </c:pt>
                <c:pt idx="1209">
                  <c:v>25-10-2004</c:v>
                </c:pt>
                <c:pt idx="1210">
                  <c:v>26-10-2004</c:v>
                </c:pt>
                <c:pt idx="1211">
                  <c:v>27-10-2004</c:v>
                </c:pt>
                <c:pt idx="1212">
                  <c:v>28-10-2004</c:v>
                </c:pt>
                <c:pt idx="1213">
                  <c:v>29-10-2004</c:v>
                </c:pt>
                <c:pt idx="1214">
                  <c:v>01-11-2004</c:v>
                </c:pt>
                <c:pt idx="1215">
                  <c:v>02-11-2004</c:v>
                </c:pt>
                <c:pt idx="1216">
                  <c:v>03-11-2004</c:v>
                </c:pt>
                <c:pt idx="1217">
                  <c:v>04-11-2004</c:v>
                </c:pt>
                <c:pt idx="1218">
                  <c:v>05-11-2004</c:v>
                </c:pt>
                <c:pt idx="1219">
                  <c:v>08-11-2004</c:v>
                </c:pt>
                <c:pt idx="1220">
                  <c:v>09-11-2004</c:v>
                </c:pt>
                <c:pt idx="1221">
                  <c:v>10-11-2004</c:v>
                </c:pt>
                <c:pt idx="1222">
                  <c:v>11-11-2004</c:v>
                </c:pt>
                <c:pt idx="1223">
                  <c:v>12-11-2004</c:v>
                </c:pt>
                <c:pt idx="1224">
                  <c:v>16-11-2004</c:v>
                </c:pt>
                <c:pt idx="1225">
                  <c:v>17-11-2004</c:v>
                </c:pt>
                <c:pt idx="1226">
                  <c:v>18-11-2004</c:v>
                </c:pt>
                <c:pt idx="1227">
                  <c:v>19-11-2004</c:v>
                </c:pt>
                <c:pt idx="1228">
                  <c:v>22-11-2004</c:v>
                </c:pt>
                <c:pt idx="1229">
                  <c:v>23-11-2004</c:v>
                </c:pt>
                <c:pt idx="1230">
                  <c:v>24-11-2004</c:v>
                </c:pt>
                <c:pt idx="1231">
                  <c:v>25-11-2004</c:v>
                </c:pt>
                <c:pt idx="1232">
                  <c:v>29-11-2004</c:v>
                </c:pt>
                <c:pt idx="1233">
                  <c:v>30-11-2004</c:v>
                </c:pt>
                <c:pt idx="1234">
                  <c:v>01-12-2004</c:v>
                </c:pt>
                <c:pt idx="1235">
                  <c:v>02-12-2004</c:v>
                </c:pt>
                <c:pt idx="1236">
                  <c:v>03-12-2004</c:v>
                </c:pt>
                <c:pt idx="1237">
                  <c:v>06-12-2004</c:v>
                </c:pt>
                <c:pt idx="1238">
                  <c:v>07-12-2004</c:v>
                </c:pt>
                <c:pt idx="1239">
                  <c:v>08-12-2004</c:v>
                </c:pt>
                <c:pt idx="1240">
                  <c:v>09-12-2004</c:v>
                </c:pt>
                <c:pt idx="1241">
                  <c:v>10-12-2004</c:v>
                </c:pt>
                <c:pt idx="1242">
                  <c:v>13-12-2004</c:v>
                </c:pt>
                <c:pt idx="1243">
                  <c:v>14-12-2004</c:v>
                </c:pt>
                <c:pt idx="1244">
                  <c:v>15-12-2004</c:v>
                </c:pt>
                <c:pt idx="1245">
                  <c:v>16-12-2004</c:v>
                </c:pt>
                <c:pt idx="1246">
                  <c:v>17-12-2004</c:v>
                </c:pt>
                <c:pt idx="1247">
                  <c:v>20-12-2004</c:v>
                </c:pt>
                <c:pt idx="1248">
                  <c:v>21-12-2004</c:v>
                </c:pt>
                <c:pt idx="1249">
                  <c:v>22-12-2004</c:v>
                </c:pt>
                <c:pt idx="1250">
                  <c:v>23-12-2004</c:v>
                </c:pt>
                <c:pt idx="1251">
                  <c:v>24-12-2004</c:v>
                </c:pt>
                <c:pt idx="1252">
                  <c:v>27-12-2004</c:v>
                </c:pt>
                <c:pt idx="1253">
                  <c:v>28-12-2004</c:v>
                </c:pt>
                <c:pt idx="1254">
                  <c:v>29-12-2004</c:v>
                </c:pt>
                <c:pt idx="1255">
                  <c:v>30-12-2004</c:v>
                </c:pt>
                <c:pt idx="1256">
                  <c:v>31-12-2004</c:v>
                </c:pt>
                <c:pt idx="1257">
                  <c:v>03-01-2005</c:v>
                </c:pt>
                <c:pt idx="1258">
                  <c:v>04-01-2005</c:v>
                </c:pt>
                <c:pt idx="1259">
                  <c:v>05-01-2005</c:v>
                </c:pt>
                <c:pt idx="1260">
                  <c:v>06-01-2005</c:v>
                </c:pt>
                <c:pt idx="1261">
                  <c:v>07-01-2005</c:v>
                </c:pt>
                <c:pt idx="1262">
                  <c:v>10-01-2005</c:v>
                </c:pt>
                <c:pt idx="1263">
                  <c:v>11-01-2005</c:v>
                </c:pt>
                <c:pt idx="1264">
                  <c:v>12-01-2005</c:v>
                </c:pt>
                <c:pt idx="1265">
                  <c:v>13-01-2005</c:v>
                </c:pt>
                <c:pt idx="1266">
                  <c:v>14-01-2005</c:v>
                </c:pt>
                <c:pt idx="1267">
                  <c:v>17-01-2005</c:v>
                </c:pt>
                <c:pt idx="1268">
                  <c:v>18-01-2005</c:v>
                </c:pt>
                <c:pt idx="1269">
                  <c:v>19-01-2005</c:v>
                </c:pt>
                <c:pt idx="1270">
                  <c:v>20-01-2005</c:v>
                </c:pt>
                <c:pt idx="1271">
                  <c:v>24-01-2005</c:v>
                </c:pt>
                <c:pt idx="1272">
                  <c:v>25-01-2005</c:v>
                </c:pt>
                <c:pt idx="1273">
                  <c:v>27-01-2005</c:v>
                </c:pt>
                <c:pt idx="1274">
                  <c:v>28-01-2005</c:v>
                </c:pt>
                <c:pt idx="1275">
                  <c:v>31-01-2005</c:v>
                </c:pt>
                <c:pt idx="1276">
                  <c:v>01-02-2005</c:v>
                </c:pt>
                <c:pt idx="1277">
                  <c:v>02-02-2005</c:v>
                </c:pt>
                <c:pt idx="1278">
                  <c:v>03-02-2005</c:v>
                </c:pt>
                <c:pt idx="1279">
                  <c:v>04-02-2005</c:v>
                </c:pt>
                <c:pt idx="1280">
                  <c:v>07-02-2005</c:v>
                </c:pt>
                <c:pt idx="1281">
                  <c:v>08-02-2005</c:v>
                </c:pt>
                <c:pt idx="1282">
                  <c:v>09-02-2005</c:v>
                </c:pt>
                <c:pt idx="1283">
                  <c:v>10-02-2005</c:v>
                </c:pt>
                <c:pt idx="1284">
                  <c:v>11-02-2005</c:v>
                </c:pt>
                <c:pt idx="1285">
                  <c:v>14-02-2005</c:v>
                </c:pt>
                <c:pt idx="1286">
                  <c:v>15-02-2005</c:v>
                </c:pt>
                <c:pt idx="1287">
                  <c:v>16-02-2005</c:v>
                </c:pt>
                <c:pt idx="1288">
                  <c:v>17-02-2005</c:v>
                </c:pt>
                <c:pt idx="1289">
                  <c:v>18-02-2005</c:v>
                </c:pt>
                <c:pt idx="1290">
                  <c:v>21-02-2005</c:v>
                </c:pt>
                <c:pt idx="1291">
                  <c:v>22-02-2005</c:v>
                </c:pt>
                <c:pt idx="1292">
                  <c:v>23-02-2005</c:v>
                </c:pt>
                <c:pt idx="1293">
                  <c:v>24-02-2005</c:v>
                </c:pt>
                <c:pt idx="1294">
                  <c:v>25-02-2005</c:v>
                </c:pt>
                <c:pt idx="1295">
                  <c:v>28-02-2005</c:v>
                </c:pt>
                <c:pt idx="1296">
                  <c:v>01-03-2005</c:v>
                </c:pt>
                <c:pt idx="1297">
                  <c:v>02-03-2005</c:v>
                </c:pt>
                <c:pt idx="1298">
                  <c:v>03-03-2005</c:v>
                </c:pt>
                <c:pt idx="1299">
                  <c:v>04-03-2005</c:v>
                </c:pt>
                <c:pt idx="1300">
                  <c:v>07-03-2005</c:v>
                </c:pt>
                <c:pt idx="1301">
                  <c:v>08-03-2005</c:v>
                </c:pt>
                <c:pt idx="1302">
                  <c:v>09-03-2005</c:v>
                </c:pt>
                <c:pt idx="1303">
                  <c:v>10-03-2005</c:v>
                </c:pt>
                <c:pt idx="1304">
                  <c:v>11-03-2005</c:v>
                </c:pt>
                <c:pt idx="1305">
                  <c:v>14-03-2005</c:v>
                </c:pt>
                <c:pt idx="1306">
                  <c:v>15-03-2005</c:v>
                </c:pt>
                <c:pt idx="1307">
                  <c:v>16-03-2005</c:v>
                </c:pt>
                <c:pt idx="1308">
                  <c:v>17-03-2005</c:v>
                </c:pt>
                <c:pt idx="1309">
                  <c:v>18-03-2005</c:v>
                </c:pt>
                <c:pt idx="1310">
                  <c:v>21-03-2005</c:v>
                </c:pt>
                <c:pt idx="1311">
                  <c:v>22-03-2005</c:v>
                </c:pt>
                <c:pt idx="1312">
                  <c:v>23-03-2005</c:v>
                </c:pt>
                <c:pt idx="1313">
                  <c:v>24-03-2005</c:v>
                </c:pt>
                <c:pt idx="1314">
                  <c:v>28-03-2005</c:v>
                </c:pt>
                <c:pt idx="1315">
                  <c:v>29-03-2005</c:v>
                </c:pt>
                <c:pt idx="1316">
                  <c:v>30-03-2005</c:v>
                </c:pt>
                <c:pt idx="1317">
                  <c:v>31-03-2005</c:v>
                </c:pt>
                <c:pt idx="1318">
                  <c:v>01-04-2005</c:v>
                </c:pt>
                <c:pt idx="1319">
                  <c:v>04-04-2005</c:v>
                </c:pt>
                <c:pt idx="1320">
                  <c:v>05-04-2005</c:v>
                </c:pt>
                <c:pt idx="1321">
                  <c:v>06-04-2005</c:v>
                </c:pt>
                <c:pt idx="1322">
                  <c:v>07-04-2005</c:v>
                </c:pt>
                <c:pt idx="1323">
                  <c:v>08-04-2005</c:v>
                </c:pt>
                <c:pt idx="1324">
                  <c:v>11-04-2005</c:v>
                </c:pt>
                <c:pt idx="1325">
                  <c:v>12-04-2005</c:v>
                </c:pt>
                <c:pt idx="1326">
                  <c:v>13-04-2005</c:v>
                </c:pt>
                <c:pt idx="1327">
                  <c:v>15-04-2005</c:v>
                </c:pt>
                <c:pt idx="1328">
                  <c:v>18-04-2005</c:v>
                </c:pt>
                <c:pt idx="1329">
                  <c:v>19-04-2005</c:v>
                </c:pt>
                <c:pt idx="1330">
                  <c:v>20-04-2005</c:v>
                </c:pt>
                <c:pt idx="1331">
                  <c:v>21-04-2005</c:v>
                </c:pt>
                <c:pt idx="1332">
                  <c:v>22-04-2005</c:v>
                </c:pt>
                <c:pt idx="1333">
                  <c:v>25-04-2005</c:v>
                </c:pt>
                <c:pt idx="1334">
                  <c:v>26-04-2005</c:v>
                </c:pt>
                <c:pt idx="1335">
                  <c:v>27-04-2005</c:v>
                </c:pt>
                <c:pt idx="1336">
                  <c:v>28-04-2005</c:v>
                </c:pt>
                <c:pt idx="1337">
                  <c:v>29-04-2005</c:v>
                </c:pt>
                <c:pt idx="1338">
                  <c:v>02-05-2005</c:v>
                </c:pt>
                <c:pt idx="1339">
                  <c:v>03-05-2005</c:v>
                </c:pt>
                <c:pt idx="1340">
                  <c:v>04-05-2005</c:v>
                </c:pt>
                <c:pt idx="1341">
                  <c:v>05-05-2005</c:v>
                </c:pt>
                <c:pt idx="1342">
                  <c:v>06-05-2005</c:v>
                </c:pt>
                <c:pt idx="1343">
                  <c:v>09-05-2005</c:v>
                </c:pt>
                <c:pt idx="1344">
                  <c:v>10-05-2005</c:v>
                </c:pt>
                <c:pt idx="1345">
                  <c:v>11-05-2005</c:v>
                </c:pt>
                <c:pt idx="1346">
                  <c:v>12-05-2005</c:v>
                </c:pt>
                <c:pt idx="1347">
                  <c:v>13-05-2005</c:v>
                </c:pt>
                <c:pt idx="1348">
                  <c:v>16-05-2005</c:v>
                </c:pt>
                <c:pt idx="1349">
                  <c:v>17-05-2005</c:v>
                </c:pt>
                <c:pt idx="1350">
                  <c:v>18-05-2005</c:v>
                </c:pt>
                <c:pt idx="1351">
                  <c:v>19-05-2005</c:v>
                </c:pt>
                <c:pt idx="1352">
                  <c:v>20-05-2005</c:v>
                </c:pt>
                <c:pt idx="1353">
                  <c:v>23-05-2005</c:v>
                </c:pt>
                <c:pt idx="1354">
                  <c:v>24-05-2005</c:v>
                </c:pt>
                <c:pt idx="1355">
                  <c:v>25-05-2005</c:v>
                </c:pt>
                <c:pt idx="1356">
                  <c:v>26-05-2005</c:v>
                </c:pt>
                <c:pt idx="1357">
                  <c:v>27-05-2005</c:v>
                </c:pt>
                <c:pt idx="1358">
                  <c:v>30-05-2005</c:v>
                </c:pt>
                <c:pt idx="1359">
                  <c:v>31-05-2005</c:v>
                </c:pt>
                <c:pt idx="1360">
                  <c:v>01-06-2005</c:v>
                </c:pt>
                <c:pt idx="1361">
                  <c:v>02-06-2005</c:v>
                </c:pt>
                <c:pt idx="1362">
                  <c:v>03-06-2005</c:v>
                </c:pt>
                <c:pt idx="1363">
                  <c:v>04-06-2005</c:v>
                </c:pt>
                <c:pt idx="1364">
                  <c:v>06-06-2005</c:v>
                </c:pt>
                <c:pt idx="1365">
                  <c:v>07-06-2005</c:v>
                </c:pt>
                <c:pt idx="1366">
                  <c:v>08-06-2005</c:v>
                </c:pt>
                <c:pt idx="1367">
                  <c:v>09-06-2005</c:v>
                </c:pt>
                <c:pt idx="1368">
                  <c:v>10-06-2005</c:v>
                </c:pt>
                <c:pt idx="1369">
                  <c:v>13-06-2005</c:v>
                </c:pt>
                <c:pt idx="1370">
                  <c:v>14-06-2005</c:v>
                </c:pt>
                <c:pt idx="1371">
                  <c:v>15-06-2005</c:v>
                </c:pt>
                <c:pt idx="1372">
                  <c:v>16-06-2005</c:v>
                </c:pt>
                <c:pt idx="1373">
                  <c:v>17-06-2005</c:v>
                </c:pt>
                <c:pt idx="1374">
                  <c:v>20-06-2005</c:v>
                </c:pt>
                <c:pt idx="1375">
                  <c:v>21-06-2005</c:v>
                </c:pt>
                <c:pt idx="1376">
                  <c:v>22-06-2005</c:v>
                </c:pt>
                <c:pt idx="1377">
                  <c:v>23-06-2005</c:v>
                </c:pt>
                <c:pt idx="1378">
                  <c:v>24-06-2005</c:v>
                </c:pt>
                <c:pt idx="1379">
                  <c:v>27-06-2005</c:v>
                </c:pt>
                <c:pt idx="1380">
                  <c:v>28-06-2005</c:v>
                </c:pt>
                <c:pt idx="1381">
                  <c:v>29-06-2005</c:v>
                </c:pt>
                <c:pt idx="1382">
                  <c:v>30-06-2005</c:v>
                </c:pt>
                <c:pt idx="1383">
                  <c:v>01-07-2005</c:v>
                </c:pt>
                <c:pt idx="1384">
                  <c:v>04-07-2005</c:v>
                </c:pt>
                <c:pt idx="1385">
                  <c:v>05-07-2005</c:v>
                </c:pt>
                <c:pt idx="1386">
                  <c:v>06-07-2005</c:v>
                </c:pt>
                <c:pt idx="1387">
                  <c:v>07-07-2005</c:v>
                </c:pt>
                <c:pt idx="1388">
                  <c:v>08-07-2005</c:v>
                </c:pt>
                <c:pt idx="1389">
                  <c:v>11-07-2005</c:v>
                </c:pt>
                <c:pt idx="1390">
                  <c:v>12-07-2005</c:v>
                </c:pt>
                <c:pt idx="1391">
                  <c:v>13-07-2005</c:v>
                </c:pt>
                <c:pt idx="1392">
                  <c:v>14-07-2005</c:v>
                </c:pt>
                <c:pt idx="1393">
                  <c:v>15-07-2005</c:v>
                </c:pt>
                <c:pt idx="1394">
                  <c:v>18-07-2005</c:v>
                </c:pt>
                <c:pt idx="1395">
                  <c:v>19-07-2005</c:v>
                </c:pt>
                <c:pt idx="1396">
                  <c:v>20-07-2005</c:v>
                </c:pt>
                <c:pt idx="1397">
                  <c:v>21-07-2005</c:v>
                </c:pt>
                <c:pt idx="1398">
                  <c:v>22-07-2005</c:v>
                </c:pt>
                <c:pt idx="1399">
                  <c:v>25-07-2005</c:v>
                </c:pt>
                <c:pt idx="1400">
                  <c:v>26-07-2005</c:v>
                </c:pt>
                <c:pt idx="1401">
                  <c:v>27-07-2005</c:v>
                </c:pt>
                <c:pt idx="1402">
                  <c:v>29-07-2005</c:v>
                </c:pt>
                <c:pt idx="1403">
                  <c:v>01-08-2005</c:v>
                </c:pt>
                <c:pt idx="1404">
                  <c:v>02-08-2005</c:v>
                </c:pt>
                <c:pt idx="1405">
                  <c:v>03-08-2005</c:v>
                </c:pt>
                <c:pt idx="1406">
                  <c:v>04-08-2005</c:v>
                </c:pt>
                <c:pt idx="1407">
                  <c:v>05-08-2005</c:v>
                </c:pt>
                <c:pt idx="1408">
                  <c:v>08-08-2005</c:v>
                </c:pt>
                <c:pt idx="1409">
                  <c:v>09-08-2005</c:v>
                </c:pt>
                <c:pt idx="1410">
                  <c:v>10-08-2005</c:v>
                </c:pt>
                <c:pt idx="1411">
                  <c:v>11-08-2005</c:v>
                </c:pt>
                <c:pt idx="1412">
                  <c:v>12-08-2005</c:v>
                </c:pt>
                <c:pt idx="1413">
                  <c:v>16-08-2005</c:v>
                </c:pt>
                <c:pt idx="1414">
                  <c:v>17-08-2005</c:v>
                </c:pt>
                <c:pt idx="1415">
                  <c:v>18-08-2005</c:v>
                </c:pt>
                <c:pt idx="1416">
                  <c:v>19-08-2005</c:v>
                </c:pt>
                <c:pt idx="1417">
                  <c:v>22-08-2005</c:v>
                </c:pt>
                <c:pt idx="1418">
                  <c:v>23-08-2005</c:v>
                </c:pt>
                <c:pt idx="1419">
                  <c:v>24-08-2005</c:v>
                </c:pt>
                <c:pt idx="1420">
                  <c:v>25-08-2005</c:v>
                </c:pt>
                <c:pt idx="1421">
                  <c:v>26-08-2005</c:v>
                </c:pt>
                <c:pt idx="1422">
                  <c:v>29-08-2005</c:v>
                </c:pt>
                <c:pt idx="1423">
                  <c:v>30-08-2005</c:v>
                </c:pt>
                <c:pt idx="1424">
                  <c:v>31-08-2005</c:v>
                </c:pt>
                <c:pt idx="1425">
                  <c:v>01-09-2005</c:v>
                </c:pt>
                <c:pt idx="1426">
                  <c:v>02-09-2005</c:v>
                </c:pt>
                <c:pt idx="1427">
                  <c:v>05-09-2005</c:v>
                </c:pt>
                <c:pt idx="1428">
                  <c:v>06-09-2005</c:v>
                </c:pt>
                <c:pt idx="1429">
                  <c:v>08-09-2005</c:v>
                </c:pt>
                <c:pt idx="1430">
                  <c:v>09-09-2005</c:v>
                </c:pt>
                <c:pt idx="1431">
                  <c:v>12-09-2005</c:v>
                </c:pt>
                <c:pt idx="1432">
                  <c:v>13-09-2005</c:v>
                </c:pt>
                <c:pt idx="1433">
                  <c:v>14-09-2005</c:v>
                </c:pt>
                <c:pt idx="1434">
                  <c:v>15-09-2005</c:v>
                </c:pt>
                <c:pt idx="1435">
                  <c:v>16-09-2005</c:v>
                </c:pt>
                <c:pt idx="1436">
                  <c:v>19-09-2005</c:v>
                </c:pt>
                <c:pt idx="1437">
                  <c:v>20-09-2005</c:v>
                </c:pt>
                <c:pt idx="1438">
                  <c:v>21-09-2005</c:v>
                </c:pt>
                <c:pt idx="1439">
                  <c:v>22-09-2005</c:v>
                </c:pt>
                <c:pt idx="1440">
                  <c:v>23-09-2005</c:v>
                </c:pt>
                <c:pt idx="1441">
                  <c:v>26-09-2005</c:v>
                </c:pt>
                <c:pt idx="1442">
                  <c:v>27-09-2005</c:v>
                </c:pt>
                <c:pt idx="1443">
                  <c:v>28-09-2005</c:v>
                </c:pt>
                <c:pt idx="1444">
                  <c:v>29-09-2005</c:v>
                </c:pt>
                <c:pt idx="1445">
                  <c:v>30-09-2005</c:v>
                </c:pt>
                <c:pt idx="1446">
                  <c:v>03-10-2005</c:v>
                </c:pt>
                <c:pt idx="1447">
                  <c:v>04-10-2005</c:v>
                </c:pt>
                <c:pt idx="1448">
                  <c:v>05-10-2005</c:v>
                </c:pt>
                <c:pt idx="1449">
                  <c:v>06-10-2005</c:v>
                </c:pt>
                <c:pt idx="1450">
                  <c:v>07-10-2005</c:v>
                </c:pt>
                <c:pt idx="1451">
                  <c:v>10-10-2005</c:v>
                </c:pt>
                <c:pt idx="1452">
                  <c:v>11-10-2005</c:v>
                </c:pt>
                <c:pt idx="1453">
                  <c:v>13-10-2005</c:v>
                </c:pt>
                <c:pt idx="1454">
                  <c:v>14-10-2005</c:v>
                </c:pt>
                <c:pt idx="1455">
                  <c:v>17-10-2005</c:v>
                </c:pt>
                <c:pt idx="1456">
                  <c:v>18-10-2005</c:v>
                </c:pt>
                <c:pt idx="1457">
                  <c:v>19-10-2005</c:v>
                </c:pt>
                <c:pt idx="1458">
                  <c:v>20-10-2005</c:v>
                </c:pt>
                <c:pt idx="1459">
                  <c:v>21-10-2005</c:v>
                </c:pt>
                <c:pt idx="1460">
                  <c:v>24-10-2005</c:v>
                </c:pt>
                <c:pt idx="1461">
                  <c:v>25-10-2005</c:v>
                </c:pt>
                <c:pt idx="1462">
                  <c:v>26-10-2005</c:v>
                </c:pt>
                <c:pt idx="1463">
                  <c:v>27-10-2005</c:v>
                </c:pt>
                <c:pt idx="1464">
                  <c:v>28-10-2005</c:v>
                </c:pt>
                <c:pt idx="1465">
                  <c:v>31-10-2005</c:v>
                </c:pt>
                <c:pt idx="1466">
                  <c:v>01-11-2005</c:v>
                </c:pt>
                <c:pt idx="1467">
                  <c:v>02-11-2005</c:v>
                </c:pt>
                <c:pt idx="1468">
                  <c:v>07-11-2005</c:v>
                </c:pt>
                <c:pt idx="1469">
                  <c:v>08-11-2005</c:v>
                </c:pt>
                <c:pt idx="1470">
                  <c:v>09-11-2005</c:v>
                </c:pt>
                <c:pt idx="1471">
                  <c:v>10-11-2005</c:v>
                </c:pt>
                <c:pt idx="1472">
                  <c:v>11-11-2005</c:v>
                </c:pt>
                <c:pt idx="1473">
                  <c:v>14-11-2005</c:v>
                </c:pt>
                <c:pt idx="1474">
                  <c:v>16-11-2005</c:v>
                </c:pt>
                <c:pt idx="1475">
                  <c:v>17-11-2005</c:v>
                </c:pt>
                <c:pt idx="1476">
                  <c:v>18-11-2005</c:v>
                </c:pt>
                <c:pt idx="1477">
                  <c:v>21-11-2005</c:v>
                </c:pt>
                <c:pt idx="1478">
                  <c:v>22-11-2005</c:v>
                </c:pt>
                <c:pt idx="1479">
                  <c:v>23-11-2005</c:v>
                </c:pt>
                <c:pt idx="1480">
                  <c:v>24-11-2005</c:v>
                </c:pt>
                <c:pt idx="1481">
                  <c:v>25-11-2005</c:v>
                </c:pt>
                <c:pt idx="1482">
                  <c:v>26-11-2005</c:v>
                </c:pt>
                <c:pt idx="1483">
                  <c:v>28-11-2005</c:v>
                </c:pt>
                <c:pt idx="1484">
                  <c:v>29-11-2005</c:v>
                </c:pt>
                <c:pt idx="1485">
                  <c:v>30-11-2005</c:v>
                </c:pt>
                <c:pt idx="1486">
                  <c:v>01-12-2005</c:v>
                </c:pt>
                <c:pt idx="1487">
                  <c:v>02-12-2005</c:v>
                </c:pt>
                <c:pt idx="1488">
                  <c:v>05-12-2005</c:v>
                </c:pt>
                <c:pt idx="1489">
                  <c:v>06-12-2005</c:v>
                </c:pt>
                <c:pt idx="1490">
                  <c:v>07-12-2005</c:v>
                </c:pt>
                <c:pt idx="1491">
                  <c:v>08-12-2005</c:v>
                </c:pt>
                <c:pt idx="1492">
                  <c:v>09-12-2005</c:v>
                </c:pt>
                <c:pt idx="1493">
                  <c:v>12-12-2005</c:v>
                </c:pt>
                <c:pt idx="1494">
                  <c:v>13-12-2005</c:v>
                </c:pt>
                <c:pt idx="1495">
                  <c:v>14-12-2005</c:v>
                </c:pt>
                <c:pt idx="1496">
                  <c:v>15-12-2005</c:v>
                </c:pt>
                <c:pt idx="1497">
                  <c:v>16-12-2005</c:v>
                </c:pt>
                <c:pt idx="1498">
                  <c:v>19-12-2005</c:v>
                </c:pt>
                <c:pt idx="1499">
                  <c:v>20-12-2005</c:v>
                </c:pt>
                <c:pt idx="1500">
                  <c:v>21-12-2005</c:v>
                </c:pt>
                <c:pt idx="1501">
                  <c:v>22-12-2005</c:v>
                </c:pt>
                <c:pt idx="1502">
                  <c:v>23-12-2005</c:v>
                </c:pt>
                <c:pt idx="1503">
                  <c:v>26-12-2005</c:v>
                </c:pt>
                <c:pt idx="1504">
                  <c:v>27-12-2005</c:v>
                </c:pt>
                <c:pt idx="1505">
                  <c:v>28-12-2005</c:v>
                </c:pt>
                <c:pt idx="1506">
                  <c:v>29-12-2005</c:v>
                </c:pt>
                <c:pt idx="1507">
                  <c:v>30-12-2005</c:v>
                </c:pt>
                <c:pt idx="1508">
                  <c:v>02-01-2006</c:v>
                </c:pt>
                <c:pt idx="1509">
                  <c:v>03-01-2006</c:v>
                </c:pt>
                <c:pt idx="1510">
                  <c:v>04-01-2006</c:v>
                </c:pt>
                <c:pt idx="1511">
                  <c:v>05-01-2006</c:v>
                </c:pt>
                <c:pt idx="1512">
                  <c:v>06-01-2006</c:v>
                </c:pt>
                <c:pt idx="1513">
                  <c:v>09-01-2006</c:v>
                </c:pt>
                <c:pt idx="1514">
                  <c:v>10-01-2006</c:v>
                </c:pt>
                <c:pt idx="1515">
                  <c:v>12-01-2006</c:v>
                </c:pt>
                <c:pt idx="1516">
                  <c:v>13-01-2006</c:v>
                </c:pt>
                <c:pt idx="1517">
                  <c:v>16-01-2006</c:v>
                </c:pt>
                <c:pt idx="1518">
                  <c:v>17-01-2006</c:v>
                </c:pt>
                <c:pt idx="1519">
                  <c:v>18-01-2006</c:v>
                </c:pt>
                <c:pt idx="1520">
                  <c:v>19-01-2006</c:v>
                </c:pt>
                <c:pt idx="1521">
                  <c:v>20-01-2006</c:v>
                </c:pt>
                <c:pt idx="1522">
                  <c:v>23-01-2006</c:v>
                </c:pt>
                <c:pt idx="1523">
                  <c:v>24-01-2006</c:v>
                </c:pt>
                <c:pt idx="1524">
                  <c:v>25-01-2006</c:v>
                </c:pt>
                <c:pt idx="1525">
                  <c:v>27-01-2006</c:v>
                </c:pt>
                <c:pt idx="1526">
                  <c:v>30-01-2006</c:v>
                </c:pt>
                <c:pt idx="1527">
                  <c:v>31-01-2006</c:v>
                </c:pt>
                <c:pt idx="1528">
                  <c:v>01-02-2006</c:v>
                </c:pt>
                <c:pt idx="1529">
                  <c:v>02-02-2006</c:v>
                </c:pt>
                <c:pt idx="1530">
                  <c:v>03-02-2006</c:v>
                </c:pt>
                <c:pt idx="1531">
                  <c:v>06-02-2006</c:v>
                </c:pt>
                <c:pt idx="1532">
                  <c:v>07-02-2006</c:v>
                </c:pt>
                <c:pt idx="1533">
                  <c:v>08-02-2006</c:v>
                </c:pt>
                <c:pt idx="1534">
                  <c:v>10-02-2006</c:v>
                </c:pt>
                <c:pt idx="1535">
                  <c:v>13-02-2006</c:v>
                </c:pt>
                <c:pt idx="1536">
                  <c:v>14-02-2006</c:v>
                </c:pt>
                <c:pt idx="1537">
                  <c:v>15-02-2006</c:v>
                </c:pt>
                <c:pt idx="1538">
                  <c:v>16-02-2006</c:v>
                </c:pt>
                <c:pt idx="1539">
                  <c:v>17-02-2006</c:v>
                </c:pt>
                <c:pt idx="1540">
                  <c:v>20-02-2006</c:v>
                </c:pt>
                <c:pt idx="1541">
                  <c:v>21-02-2006</c:v>
                </c:pt>
                <c:pt idx="1542">
                  <c:v>22-02-2006</c:v>
                </c:pt>
                <c:pt idx="1543">
                  <c:v>23-02-2006</c:v>
                </c:pt>
                <c:pt idx="1544">
                  <c:v>24-02-2006</c:v>
                </c:pt>
                <c:pt idx="1545">
                  <c:v>27-02-2006</c:v>
                </c:pt>
                <c:pt idx="1546">
                  <c:v>28-02-2006</c:v>
                </c:pt>
                <c:pt idx="1547">
                  <c:v>01-03-2006</c:v>
                </c:pt>
                <c:pt idx="1548">
                  <c:v>02-03-2006</c:v>
                </c:pt>
                <c:pt idx="1549">
                  <c:v>03-03-2006</c:v>
                </c:pt>
                <c:pt idx="1550">
                  <c:v>06-03-2006</c:v>
                </c:pt>
                <c:pt idx="1551">
                  <c:v>07-03-2006</c:v>
                </c:pt>
                <c:pt idx="1552">
                  <c:v>08-03-2006</c:v>
                </c:pt>
                <c:pt idx="1553">
                  <c:v>09-03-2006</c:v>
                </c:pt>
                <c:pt idx="1554">
                  <c:v>10-03-2006</c:v>
                </c:pt>
                <c:pt idx="1555">
                  <c:v>13-03-2006</c:v>
                </c:pt>
                <c:pt idx="1556">
                  <c:v>14-03-2006</c:v>
                </c:pt>
                <c:pt idx="1557">
                  <c:v>16-03-2006</c:v>
                </c:pt>
                <c:pt idx="1558">
                  <c:v>17-03-2006</c:v>
                </c:pt>
                <c:pt idx="1559">
                  <c:v>20-03-2006</c:v>
                </c:pt>
                <c:pt idx="1560">
                  <c:v>21-03-2006</c:v>
                </c:pt>
                <c:pt idx="1561">
                  <c:v>22-03-2006</c:v>
                </c:pt>
                <c:pt idx="1562">
                  <c:v>23-03-2006</c:v>
                </c:pt>
                <c:pt idx="1563">
                  <c:v>24-03-2006</c:v>
                </c:pt>
                <c:pt idx="1564">
                  <c:v>27-03-2006</c:v>
                </c:pt>
                <c:pt idx="1565">
                  <c:v>28-03-2006</c:v>
                </c:pt>
                <c:pt idx="1566">
                  <c:v>29-03-2006</c:v>
                </c:pt>
                <c:pt idx="1567">
                  <c:v>30-03-2006</c:v>
                </c:pt>
                <c:pt idx="1568">
                  <c:v>31-03-2006</c:v>
                </c:pt>
                <c:pt idx="1569">
                  <c:v>03-04-2006</c:v>
                </c:pt>
                <c:pt idx="1570">
                  <c:v>04-04-2006</c:v>
                </c:pt>
                <c:pt idx="1571">
                  <c:v>05-04-2006</c:v>
                </c:pt>
                <c:pt idx="1572">
                  <c:v>07-04-2006</c:v>
                </c:pt>
                <c:pt idx="1573">
                  <c:v>10-04-2006</c:v>
                </c:pt>
                <c:pt idx="1574">
                  <c:v>12-04-2006</c:v>
                </c:pt>
                <c:pt idx="1575">
                  <c:v>13-04-2006</c:v>
                </c:pt>
                <c:pt idx="1576">
                  <c:v>17-04-2006</c:v>
                </c:pt>
                <c:pt idx="1577">
                  <c:v>18-04-2006</c:v>
                </c:pt>
                <c:pt idx="1578">
                  <c:v>19-04-2006</c:v>
                </c:pt>
                <c:pt idx="1579">
                  <c:v>20-04-2006</c:v>
                </c:pt>
                <c:pt idx="1580">
                  <c:v>21-04-2006</c:v>
                </c:pt>
                <c:pt idx="1581">
                  <c:v>24-04-2006</c:v>
                </c:pt>
                <c:pt idx="1582">
                  <c:v>25-04-2006</c:v>
                </c:pt>
                <c:pt idx="1583">
                  <c:v>26-04-2006</c:v>
                </c:pt>
                <c:pt idx="1584">
                  <c:v>27-04-2006</c:v>
                </c:pt>
                <c:pt idx="1585">
                  <c:v>28-04-2006</c:v>
                </c:pt>
                <c:pt idx="1586">
                  <c:v>29-04-2006</c:v>
                </c:pt>
                <c:pt idx="1587">
                  <c:v>02-05-2006</c:v>
                </c:pt>
                <c:pt idx="1588">
                  <c:v>03-05-2006</c:v>
                </c:pt>
                <c:pt idx="1589">
                  <c:v>04-05-2006</c:v>
                </c:pt>
                <c:pt idx="1590">
                  <c:v>05-05-2006</c:v>
                </c:pt>
                <c:pt idx="1591">
                  <c:v>08-05-2006</c:v>
                </c:pt>
                <c:pt idx="1592">
                  <c:v>09-05-2006</c:v>
                </c:pt>
                <c:pt idx="1593">
                  <c:v>10-05-2006</c:v>
                </c:pt>
                <c:pt idx="1594">
                  <c:v>11-05-2006</c:v>
                </c:pt>
                <c:pt idx="1595">
                  <c:v>12-05-2006</c:v>
                </c:pt>
                <c:pt idx="1596">
                  <c:v>15-05-2006</c:v>
                </c:pt>
                <c:pt idx="1597">
                  <c:v>16-05-2006</c:v>
                </c:pt>
                <c:pt idx="1598">
                  <c:v>17-05-2006</c:v>
                </c:pt>
                <c:pt idx="1599">
                  <c:v>18-05-2006</c:v>
                </c:pt>
                <c:pt idx="1600">
                  <c:v>19-05-2006</c:v>
                </c:pt>
                <c:pt idx="1601">
                  <c:v>22-05-2006</c:v>
                </c:pt>
                <c:pt idx="1602">
                  <c:v>23-05-2006</c:v>
                </c:pt>
                <c:pt idx="1603">
                  <c:v>24-05-2006</c:v>
                </c:pt>
                <c:pt idx="1604">
                  <c:v>25-05-2006</c:v>
                </c:pt>
                <c:pt idx="1605">
                  <c:v>26-05-2006</c:v>
                </c:pt>
                <c:pt idx="1606">
                  <c:v>29-05-2006</c:v>
                </c:pt>
                <c:pt idx="1607">
                  <c:v>30-05-2006</c:v>
                </c:pt>
                <c:pt idx="1608">
                  <c:v>31-05-2006</c:v>
                </c:pt>
                <c:pt idx="1609">
                  <c:v>01-06-2006</c:v>
                </c:pt>
                <c:pt idx="1610">
                  <c:v>02-06-2006</c:v>
                </c:pt>
                <c:pt idx="1611">
                  <c:v>05-06-2006</c:v>
                </c:pt>
                <c:pt idx="1612">
                  <c:v>06-06-2006</c:v>
                </c:pt>
                <c:pt idx="1613">
                  <c:v>07-06-2006</c:v>
                </c:pt>
                <c:pt idx="1614">
                  <c:v>08-06-2006</c:v>
                </c:pt>
                <c:pt idx="1615">
                  <c:v>09-06-2006</c:v>
                </c:pt>
                <c:pt idx="1616">
                  <c:v>12-06-2006</c:v>
                </c:pt>
                <c:pt idx="1617">
                  <c:v>13-06-2006</c:v>
                </c:pt>
                <c:pt idx="1618">
                  <c:v>14-06-2006</c:v>
                </c:pt>
                <c:pt idx="1619">
                  <c:v>15-06-2006</c:v>
                </c:pt>
                <c:pt idx="1620">
                  <c:v>16-06-2006</c:v>
                </c:pt>
                <c:pt idx="1621">
                  <c:v>19-06-2006</c:v>
                </c:pt>
                <c:pt idx="1622">
                  <c:v>20-06-2006</c:v>
                </c:pt>
                <c:pt idx="1623">
                  <c:v>21-06-2006</c:v>
                </c:pt>
                <c:pt idx="1624">
                  <c:v>22-06-2006</c:v>
                </c:pt>
                <c:pt idx="1625">
                  <c:v>23-06-2006</c:v>
                </c:pt>
                <c:pt idx="1626">
                  <c:v>25-06-2006</c:v>
                </c:pt>
                <c:pt idx="1627">
                  <c:v>26-06-2006</c:v>
                </c:pt>
                <c:pt idx="1628">
                  <c:v>27-06-2006</c:v>
                </c:pt>
                <c:pt idx="1629">
                  <c:v>28-06-2006</c:v>
                </c:pt>
                <c:pt idx="1630">
                  <c:v>29-06-2006</c:v>
                </c:pt>
                <c:pt idx="1631">
                  <c:v>30-06-2006</c:v>
                </c:pt>
                <c:pt idx="1632">
                  <c:v>03-07-2006</c:v>
                </c:pt>
                <c:pt idx="1633">
                  <c:v>04-07-2006</c:v>
                </c:pt>
                <c:pt idx="1634">
                  <c:v>05-07-2006</c:v>
                </c:pt>
                <c:pt idx="1635">
                  <c:v>06-07-2006</c:v>
                </c:pt>
                <c:pt idx="1636">
                  <c:v>07-07-2006</c:v>
                </c:pt>
                <c:pt idx="1637">
                  <c:v>10-07-2006</c:v>
                </c:pt>
                <c:pt idx="1638">
                  <c:v>11-07-2006</c:v>
                </c:pt>
                <c:pt idx="1639">
                  <c:v>12-07-2006</c:v>
                </c:pt>
                <c:pt idx="1640">
                  <c:v>13-07-2006</c:v>
                </c:pt>
                <c:pt idx="1641">
                  <c:v>14-07-2006</c:v>
                </c:pt>
                <c:pt idx="1642">
                  <c:v>17-07-2006</c:v>
                </c:pt>
                <c:pt idx="1643">
                  <c:v>18-07-2006</c:v>
                </c:pt>
                <c:pt idx="1644">
                  <c:v>19-07-2006</c:v>
                </c:pt>
                <c:pt idx="1645">
                  <c:v>20-07-2006</c:v>
                </c:pt>
                <c:pt idx="1646">
                  <c:v>21-07-2006</c:v>
                </c:pt>
                <c:pt idx="1647">
                  <c:v>24-07-2006</c:v>
                </c:pt>
                <c:pt idx="1648">
                  <c:v>25-07-2006</c:v>
                </c:pt>
                <c:pt idx="1649">
                  <c:v>26-07-2006</c:v>
                </c:pt>
                <c:pt idx="1650">
                  <c:v>27-07-2006</c:v>
                </c:pt>
                <c:pt idx="1651">
                  <c:v>28-07-2006</c:v>
                </c:pt>
                <c:pt idx="1652">
                  <c:v>31-07-2006</c:v>
                </c:pt>
                <c:pt idx="1653">
                  <c:v>01-08-2006</c:v>
                </c:pt>
                <c:pt idx="1654">
                  <c:v>02-08-2006</c:v>
                </c:pt>
                <c:pt idx="1655">
                  <c:v>03-08-2006</c:v>
                </c:pt>
                <c:pt idx="1656">
                  <c:v>04-08-2006</c:v>
                </c:pt>
                <c:pt idx="1657">
                  <c:v>07-08-2006</c:v>
                </c:pt>
                <c:pt idx="1658">
                  <c:v>08-08-2006</c:v>
                </c:pt>
                <c:pt idx="1659">
                  <c:v>09-08-2006</c:v>
                </c:pt>
                <c:pt idx="1660">
                  <c:v>10-08-2006</c:v>
                </c:pt>
                <c:pt idx="1661">
                  <c:v>11-08-2006</c:v>
                </c:pt>
                <c:pt idx="1662">
                  <c:v>14-08-2006</c:v>
                </c:pt>
                <c:pt idx="1663">
                  <c:v>16-08-2006</c:v>
                </c:pt>
                <c:pt idx="1664">
                  <c:v>17-08-2006</c:v>
                </c:pt>
                <c:pt idx="1665">
                  <c:v>18-08-2006</c:v>
                </c:pt>
                <c:pt idx="1666">
                  <c:v>21-08-2006</c:v>
                </c:pt>
                <c:pt idx="1667">
                  <c:v>22-08-2006</c:v>
                </c:pt>
                <c:pt idx="1668">
                  <c:v>23-08-2006</c:v>
                </c:pt>
                <c:pt idx="1669">
                  <c:v>24-08-2006</c:v>
                </c:pt>
                <c:pt idx="1670">
                  <c:v>25-08-2006</c:v>
                </c:pt>
                <c:pt idx="1671">
                  <c:v>28-08-2006</c:v>
                </c:pt>
                <c:pt idx="1672">
                  <c:v>29-08-2006</c:v>
                </c:pt>
                <c:pt idx="1673">
                  <c:v>30-08-2006</c:v>
                </c:pt>
                <c:pt idx="1674">
                  <c:v>31-08-2006</c:v>
                </c:pt>
                <c:pt idx="1675">
                  <c:v>01-09-2006</c:v>
                </c:pt>
                <c:pt idx="1676">
                  <c:v>04-09-2006</c:v>
                </c:pt>
                <c:pt idx="1677">
                  <c:v>05-09-2006</c:v>
                </c:pt>
                <c:pt idx="1678">
                  <c:v>06-09-2006</c:v>
                </c:pt>
                <c:pt idx="1679">
                  <c:v>07-09-2006</c:v>
                </c:pt>
                <c:pt idx="1680">
                  <c:v>08-09-2006</c:v>
                </c:pt>
                <c:pt idx="1681">
                  <c:v>11-09-2006</c:v>
                </c:pt>
                <c:pt idx="1682">
                  <c:v>12-09-2006</c:v>
                </c:pt>
                <c:pt idx="1683">
                  <c:v>13-09-2006</c:v>
                </c:pt>
                <c:pt idx="1684">
                  <c:v>14-09-2006</c:v>
                </c:pt>
                <c:pt idx="1685">
                  <c:v>15-09-2006</c:v>
                </c:pt>
                <c:pt idx="1686">
                  <c:v>18-09-2006</c:v>
                </c:pt>
                <c:pt idx="1687">
                  <c:v>19-09-2006</c:v>
                </c:pt>
                <c:pt idx="1688">
                  <c:v>20-09-2006</c:v>
                </c:pt>
                <c:pt idx="1689">
                  <c:v>21-09-2006</c:v>
                </c:pt>
                <c:pt idx="1690">
                  <c:v>22-09-2006</c:v>
                </c:pt>
                <c:pt idx="1691">
                  <c:v>25-09-2006</c:v>
                </c:pt>
                <c:pt idx="1692">
                  <c:v>26-09-2006</c:v>
                </c:pt>
                <c:pt idx="1693">
                  <c:v>27-09-2006</c:v>
                </c:pt>
                <c:pt idx="1694">
                  <c:v>28-09-2006</c:v>
                </c:pt>
                <c:pt idx="1695">
                  <c:v>29-09-2006</c:v>
                </c:pt>
                <c:pt idx="1696">
                  <c:v>03-10-2006</c:v>
                </c:pt>
                <c:pt idx="1697">
                  <c:v>04-10-2006</c:v>
                </c:pt>
                <c:pt idx="1698">
                  <c:v>05-10-2006</c:v>
                </c:pt>
                <c:pt idx="1699">
                  <c:v>06-10-2006</c:v>
                </c:pt>
                <c:pt idx="1700">
                  <c:v>09-10-2006</c:v>
                </c:pt>
                <c:pt idx="1701">
                  <c:v>10-10-2006</c:v>
                </c:pt>
                <c:pt idx="1702">
                  <c:v>11-10-2006</c:v>
                </c:pt>
                <c:pt idx="1703">
                  <c:v>12-10-2006</c:v>
                </c:pt>
                <c:pt idx="1704">
                  <c:v>13-10-2006</c:v>
                </c:pt>
                <c:pt idx="1705">
                  <c:v>16-10-2006</c:v>
                </c:pt>
                <c:pt idx="1706">
                  <c:v>17-10-2006</c:v>
                </c:pt>
                <c:pt idx="1707">
                  <c:v>18-10-2006</c:v>
                </c:pt>
                <c:pt idx="1708">
                  <c:v>19-10-2006</c:v>
                </c:pt>
                <c:pt idx="1709">
                  <c:v>20-10-2006</c:v>
                </c:pt>
                <c:pt idx="1710">
                  <c:v>21-10-2006</c:v>
                </c:pt>
                <c:pt idx="1711">
                  <c:v>23-10-2006</c:v>
                </c:pt>
                <c:pt idx="1712">
                  <c:v>26-10-2006</c:v>
                </c:pt>
                <c:pt idx="1713">
                  <c:v>27-10-2006</c:v>
                </c:pt>
                <c:pt idx="1714">
                  <c:v>30-10-2006</c:v>
                </c:pt>
                <c:pt idx="1715">
                  <c:v>31-10-2006</c:v>
                </c:pt>
                <c:pt idx="1716">
                  <c:v>01-11-2006</c:v>
                </c:pt>
                <c:pt idx="1717">
                  <c:v>02-11-2006</c:v>
                </c:pt>
                <c:pt idx="1718">
                  <c:v>03-11-2006</c:v>
                </c:pt>
                <c:pt idx="1719">
                  <c:v>06-11-2006</c:v>
                </c:pt>
                <c:pt idx="1720">
                  <c:v>07-11-2006</c:v>
                </c:pt>
                <c:pt idx="1721">
                  <c:v>08-11-2006</c:v>
                </c:pt>
                <c:pt idx="1722">
                  <c:v>09-11-2006</c:v>
                </c:pt>
                <c:pt idx="1723">
                  <c:v>10-11-2006</c:v>
                </c:pt>
                <c:pt idx="1724">
                  <c:v>13-11-2006</c:v>
                </c:pt>
                <c:pt idx="1725">
                  <c:v>14-11-2006</c:v>
                </c:pt>
                <c:pt idx="1726">
                  <c:v>15-11-2006</c:v>
                </c:pt>
                <c:pt idx="1727">
                  <c:v>16-11-2006</c:v>
                </c:pt>
                <c:pt idx="1728">
                  <c:v>17-11-2006</c:v>
                </c:pt>
                <c:pt idx="1729">
                  <c:v>20-11-2006</c:v>
                </c:pt>
                <c:pt idx="1730">
                  <c:v>21-11-2006</c:v>
                </c:pt>
                <c:pt idx="1731">
                  <c:v>22-11-2006</c:v>
                </c:pt>
                <c:pt idx="1732">
                  <c:v>23-11-2006</c:v>
                </c:pt>
                <c:pt idx="1733">
                  <c:v>24-11-2006</c:v>
                </c:pt>
                <c:pt idx="1734">
                  <c:v>27-11-2006</c:v>
                </c:pt>
                <c:pt idx="1735">
                  <c:v>28-11-2006</c:v>
                </c:pt>
                <c:pt idx="1736">
                  <c:v>29-11-2006</c:v>
                </c:pt>
                <c:pt idx="1737">
                  <c:v>30-11-2006</c:v>
                </c:pt>
                <c:pt idx="1738">
                  <c:v>01-12-2006</c:v>
                </c:pt>
                <c:pt idx="1739">
                  <c:v>04-12-2006</c:v>
                </c:pt>
                <c:pt idx="1740">
                  <c:v>05-12-2006</c:v>
                </c:pt>
                <c:pt idx="1741">
                  <c:v>06-12-2006</c:v>
                </c:pt>
                <c:pt idx="1742">
                  <c:v>07-12-2006</c:v>
                </c:pt>
                <c:pt idx="1743">
                  <c:v>08-12-2006</c:v>
                </c:pt>
                <c:pt idx="1744">
                  <c:v>11-12-2006</c:v>
                </c:pt>
                <c:pt idx="1745">
                  <c:v>12-12-2006</c:v>
                </c:pt>
                <c:pt idx="1746">
                  <c:v>13-12-2006</c:v>
                </c:pt>
                <c:pt idx="1747">
                  <c:v>14-12-2006</c:v>
                </c:pt>
                <c:pt idx="1748">
                  <c:v>15-12-2006</c:v>
                </c:pt>
                <c:pt idx="1749">
                  <c:v>18-12-2006</c:v>
                </c:pt>
                <c:pt idx="1750">
                  <c:v>19-12-2006</c:v>
                </c:pt>
                <c:pt idx="1751">
                  <c:v>20-12-2006</c:v>
                </c:pt>
                <c:pt idx="1752">
                  <c:v>21-12-2006</c:v>
                </c:pt>
                <c:pt idx="1753">
                  <c:v>22-12-2006</c:v>
                </c:pt>
                <c:pt idx="1754">
                  <c:v>26-12-2006</c:v>
                </c:pt>
                <c:pt idx="1755">
                  <c:v>27-12-2006</c:v>
                </c:pt>
                <c:pt idx="1756">
                  <c:v>28-12-2006</c:v>
                </c:pt>
                <c:pt idx="1757">
                  <c:v>29-12-2006</c:v>
                </c:pt>
                <c:pt idx="1758">
                  <c:v>02-01-2007</c:v>
                </c:pt>
                <c:pt idx="1759">
                  <c:v>03-01-2007</c:v>
                </c:pt>
                <c:pt idx="1760">
                  <c:v>04-01-2007</c:v>
                </c:pt>
                <c:pt idx="1761">
                  <c:v>05-01-2007</c:v>
                </c:pt>
                <c:pt idx="1762">
                  <c:v>08-01-2007</c:v>
                </c:pt>
                <c:pt idx="1763">
                  <c:v>09-01-2007</c:v>
                </c:pt>
                <c:pt idx="1764">
                  <c:v>10-01-2007</c:v>
                </c:pt>
                <c:pt idx="1765">
                  <c:v>11-01-2007</c:v>
                </c:pt>
                <c:pt idx="1766">
                  <c:v>12-01-2007</c:v>
                </c:pt>
                <c:pt idx="1767">
                  <c:v>15-01-2007</c:v>
                </c:pt>
                <c:pt idx="1768">
                  <c:v>16-01-2007</c:v>
                </c:pt>
                <c:pt idx="1769">
                  <c:v>17-01-2007</c:v>
                </c:pt>
                <c:pt idx="1770">
                  <c:v>18-01-2007</c:v>
                </c:pt>
                <c:pt idx="1771">
                  <c:v>19-01-2007</c:v>
                </c:pt>
                <c:pt idx="1772">
                  <c:v>22-01-2007</c:v>
                </c:pt>
                <c:pt idx="1773">
                  <c:v>23-01-2007</c:v>
                </c:pt>
                <c:pt idx="1774">
                  <c:v>24-01-2007</c:v>
                </c:pt>
                <c:pt idx="1775">
                  <c:v>25-01-2007</c:v>
                </c:pt>
                <c:pt idx="1776">
                  <c:v>29-01-2007</c:v>
                </c:pt>
                <c:pt idx="1777">
                  <c:v>31-01-2007</c:v>
                </c:pt>
                <c:pt idx="1778">
                  <c:v>01-02-2007</c:v>
                </c:pt>
                <c:pt idx="1779">
                  <c:v>02-02-2007</c:v>
                </c:pt>
                <c:pt idx="1780">
                  <c:v>05-02-2007</c:v>
                </c:pt>
                <c:pt idx="1781">
                  <c:v>06-02-2007</c:v>
                </c:pt>
                <c:pt idx="1782">
                  <c:v>07-02-2007</c:v>
                </c:pt>
                <c:pt idx="1783">
                  <c:v>08-02-2007</c:v>
                </c:pt>
                <c:pt idx="1784">
                  <c:v>09-02-2007</c:v>
                </c:pt>
                <c:pt idx="1785">
                  <c:v>12-02-2007</c:v>
                </c:pt>
                <c:pt idx="1786">
                  <c:v>13-02-2007</c:v>
                </c:pt>
                <c:pt idx="1787">
                  <c:v>14-02-2007</c:v>
                </c:pt>
                <c:pt idx="1788">
                  <c:v>15-02-2007</c:v>
                </c:pt>
                <c:pt idx="1789">
                  <c:v>19-02-2007</c:v>
                </c:pt>
                <c:pt idx="1790">
                  <c:v>20-02-2007</c:v>
                </c:pt>
                <c:pt idx="1791">
                  <c:v>21-02-2007</c:v>
                </c:pt>
                <c:pt idx="1792">
                  <c:v>22-02-2007</c:v>
                </c:pt>
                <c:pt idx="1793">
                  <c:v>23-02-2007</c:v>
                </c:pt>
                <c:pt idx="1794">
                  <c:v>26-02-2007</c:v>
                </c:pt>
                <c:pt idx="1795">
                  <c:v>27-02-2007</c:v>
                </c:pt>
                <c:pt idx="1796">
                  <c:v>28-02-2007</c:v>
                </c:pt>
                <c:pt idx="1797">
                  <c:v>01-03-2007</c:v>
                </c:pt>
                <c:pt idx="1798">
                  <c:v>02-03-2007</c:v>
                </c:pt>
                <c:pt idx="1799">
                  <c:v>05-03-2007</c:v>
                </c:pt>
                <c:pt idx="1800">
                  <c:v>06-03-2007</c:v>
                </c:pt>
                <c:pt idx="1801">
                  <c:v>07-03-2007</c:v>
                </c:pt>
                <c:pt idx="1802">
                  <c:v>08-03-2007</c:v>
                </c:pt>
                <c:pt idx="1803">
                  <c:v>09-03-2007</c:v>
                </c:pt>
                <c:pt idx="1804">
                  <c:v>12-03-2007</c:v>
                </c:pt>
                <c:pt idx="1805">
                  <c:v>13-03-2007</c:v>
                </c:pt>
                <c:pt idx="1806">
                  <c:v>14-03-2007</c:v>
                </c:pt>
                <c:pt idx="1807">
                  <c:v>15-03-2007</c:v>
                </c:pt>
                <c:pt idx="1808">
                  <c:v>16-03-2007</c:v>
                </c:pt>
                <c:pt idx="1809">
                  <c:v>19-03-2007</c:v>
                </c:pt>
                <c:pt idx="1810">
                  <c:v>20-03-2007</c:v>
                </c:pt>
                <c:pt idx="1811">
                  <c:v>21-03-2007</c:v>
                </c:pt>
                <c:pt idx="1812">
                  <c:v>22-03-2007</c:v>
                </c:pt>
                <c:pt idx="1813">
                  <c:v>23-03-2007</c:v>
                </c:pt>
                <c:pt idx="1814">
                  <c:v>26-03-2007</c:v>
                </c:pt>
                <c:pt idx="1815">
                  <c:v>28-03-2007</c:v>
                </c:pt>
                <c:pt idx="1816">
                  <c:v>29-03-2007</c:v>
                </c:pt>
                <c:pt idx="1817">
                  <c:v>30-03-2007</c:v>
                </c:pt>
                <c:pt idx="1818">
                  <c:v>02-04-2007</c:v>
                </c:pt>
                <c:pt idx="1819">
                  <c:v>03-04-2007</c:v>
                </c:pt>
                <c:pt idx="1820">
                  <c:v>04-04-2007</c:v>
                </c:pt>
                <c:pt idx="1821">
                  <c:v>05-04-2007</c:v>
                </c:pt>
                <c:pt idx="1822">
                  <c:v>09-04-2007</c:v>
                </c:pt>
                <c:pt idx="1823">
                  <c:v>10-04-2007</c:v>
                </c:pt>
                <c:pt idx="1824">
                  <c:v>11-04-2007</c:v>
                </c:pt>
                <c:pt idx="1825">
                  <c:v>12-04-2007</c:v>
                </c:pt>
                <c:pt idx="1826">
                  <c:v>13-04-2007</c:v>
                </c:pt>
                <c:pt idx="1827">
                  <c:v>16-04-2007</c:v>
                </c:pt>
                <c:pt idx="1828">
                  <c:v>17-04-2007</c:v>
                </c:pt>
                <c:pt idx="1829">
                  <c:v>18-04-2007</c:v>
                </c:pt>
                <c:pt idx="1830">
                  <c:v>19-04-2007</c:v>
                </c:pt>
                <c:pt idx="1831">
                  <c:v>20-04-2007</c:v>
                </c:pt>
                <c:pt idx="1832">
                  <c:v>23-04-2007</c:v>
                </c:pt>
                <c:pt idx="1833">
                  <c:v>24-04-2007</c:v>
                </c:pt>
                <c:pt idx="1834">
                  <c:v>25-04-2007</c:v>
                </c:pt>
                <c:pt idx="1835">
                  <c:v>26-04-2007</c:v>
                </c:pt>
                <c:pt idx="1836">
                  <c:v>27-04-2007</c:v>
                </c:pt>
                <c:pt idx="1837">
                  <c:v>30-04-2007</c:v>
                </c:pt>
                <c:pt idx="1838">
                  <c:v>03-05-2007</c:v>
                </c:pt>
                <c:pt idx="1839">
                  <c:v>04-05-2007</c:v>
                </c:pt>
                <c:pt idx="1840">
                  <c:v>07-05-2007</c:v>
                </c:pt>
                <c:pt idx="1841">
                  <c:v>08-05-2007</c:v>
                </c:pt>
                <c:pt idx="1842">
                  <c:v>09-05-2007</c:v>
                </c:pt>
                <c:pt idx="1843">
                  <c:v>10-05-2007</c:v>
                </c:pt>
                <c:pt idx="1844">
                  <c:v>11-05-2007</c:v>
                </c:pt>
                <c:pt idx="1845">
                  <c:v>14-05-2007</c:v>
                </c:pt>
                <c:pt idx="1846">
                  <c:v>15-05-2007</c:v>
                </c:pt>
                <c:pt idx="1847">
                  <c:v>16-05-2007</c:v>
                </c:pt>
                <c:pt idx="1848">
                  <c:v>17-05-2007</c:v>
                </c:pt>
                <c:pt idx="1849">
                  <c:v>18-05-2007</c:v>
                </c:pt>
                <c:pt idx="1850">
                  <c:v>21-05-2007</c:v>
                </c:pt>
                <c:pt idx="1851">
                  <c:v>22-05-2007</c:v>
                </c:pt>
                <c:pt idx="1852">
                  <c:v>23-05-2007</c:v>
                </c:pt>
                <c:pt idx="1853">
                  <c:v>24-05-2007</c:v>
                </c:pt>
                <c:pt idx="1854">
                  <c:v>25-05-2007</c:v>
                </c:pt>
                <c:pt idx="1855">
                  <c:v>28-05-2007</c:v>
                </c:pt>
                <c:pt idx="1856">
                  <c:v>29-05-2007</c:v>
                </c:pt>
                <c:pt idx="1857">
                  <c:v>30-05-2007</c:v>
                </c:pt>
                <c:pt idx="1858">
                  <c:v>31-05-2007</c:v>
                </c:pt>
                <c:pt idx="1859">
                  <c:v>01-06-2007</c:v>
                </c:pt>
                <c:pt idx="1860">
                  <c:v>04-06-2007</c:v>
                </c:pt>
                <c:pt idx="1861">
                  <c:v>05-06-2007</c:v>
                </c:pt>
                <c:pt idx="1862">
                  <c:v>06-06-2007</c:v>
                </c:pt>
                <c:pt idx="1863">
                  <c:v>07-06-2007</c:v>
                </c:pt>
                <c:pt idx="1864">
                  <c:v>08-06-2007</c:v>
                </c:pt>
                <c:pt idx="1865">
                  <c:v>11-06-2007</c:v>
                </c:pt>
                <c:pt idx="1866">
                  <c:v>12-06-2007</c:v>
                </c:pt>
                <c:pt idx="1867">
                  <c:v>13-06-2007</c:v>
                </c:pt>
                <c:pt idx="1868">
                  <c:v>14-06-2007</c:v>
                </c:pt>
                <c:pt idx="1869">
                  <c:v>15-06-2007</c:v>
                </c:pt>
                <c:pt idx="1870">
                  <c:v>18-06-2007</c:v>
                </c:pt>
                <c:pt idx="1871">
                  <c:v>19-06-2007</c:v>
                </c:pt>
                <c:pt idx="1872">
                  <c:v>20-06-2007</c:v>
                </c:pt>
                <c:pt idx="1873">
                  <c:v>21-06-2007</c:v>
                </c:pt>
                <c:pt idx="1874">
                  <c:v>22-06-2007</c:v>
                </c:pt>
                <c:pt idx="1875">
                  <c:v>25-06-2007</c:v>
                </c:pt>
                <c:pt idx="1876">
                  <c:v>26-06-2007</c:v>
                </c:pt>
                <c:pt idx="1877">
                  <c:v>27-06-2007</c:v>
                </c:pt>
                <c:pt idx="1878">
                  <c:v>28-06-2007</c:v>
                </c:pt>
                <c:pt idx="1879">
                  <c:v>29-06-2007</c:v>
                </c:pt>
                <c:pt idx="1880">
                  <c:v>02-07-2007</c:v>
                </c:pt>
                <c:pt idx="1881">
                  <c:v>03-07-2007</c:v>
                </c:pt>
                <c:pt idx="1882">
                  <c:v>04-07-2007</c:v>
                </c:pt>
                <c:pt idx="1883">
                  <c:v>05-07-2007</c:v>
                </c:pt>
                <c:pt idx="1884">
                  <c:v>06-07-2007</c:v>
                </c:pt>
                <c:pt idx="1885">
                  <c:v>09-07-2007</c:v>
                </c:pt>
                <c:pt idx="1886">
                  <c:v>10-07-2007</c:v>
                </c:pt>
                <c:pt idx="1887">
                  <c:v>11-07-2007</c:v>
                </c:pt>
                <c:pt idx="1888">
                  <c:v>12-07-2007</c:v>
                </c:pt>
                <c:pt idx="1889">
                  <c:v>13-07-2007</c:v>
                </c:pt>
                <c:pt idx="1890">
                  <c:v>16-07-2007</c:v>
                </c:pt>
                <c:pt idx="1891">
                  <c:v>17-07-2007</c:v>
                </c:pt>
                <c:pt idx="1892">
                  <c:v>18-07-2007</c:v>
                </c:pt>
                <c:pt idx="1893">
                  <c:v>19-07-2007</c:v>
                </c:pt>
                <c:pt idx="1894">
                  <c:v>20-07-2007</c:v>
                </c:pt>
                <c:pt idx="1895">
                  <c:v>23-07-2007</c:v>
                </c:pt>
                <c:pt idx="1896">
                  <c:v>24-07-2007</c:v>
                </c:pt>
                <c:pt idx="1897">
                  <c:v>25-07-2007</c:v>
                </c:pt>
                <c:pt idx="1898">
                  <c:v>26-07-2007</c:v>
                </c:pt>
                <c:pt idx="1899">
                  <c:v>27-07-2007</c:v>
                </c:pt>
                <c:pt idx="1900">
                  <c:v>30-07-2007</c:v>
                </c:pt>
                <c:pt idx="1901">
                  <c:v>31-07-2007</c:v>
                </c:pt>
                <c:pt idx="1902">
                  <c:v>01-08-2007</c:v>
                </c:pt>
                <c:pt idx="1903">
                  <c:v>02-08-2007</c:v>
                </c:pt>
                <c:pt idx="1904">
                  <c:v>03-08-2007</c:v>
                </c:pt>
                <c:pt idx="1905">
                  <c:v>06-08-2007</c:v>
                </c:pt>
                <c:pt idx="1906">
                  <c:v>07-08-2007</c:v>
                </c:pt>
                <c:pt idx="1907">
                  <c:v>08-08-2007</c:v>
                </c:pt>
                <c:pt idx="1908">
                  <c:v>09-08-2007</c:v>
                </c:pt>
                <c:pt idx="1909">
                  <c:v>10-08-2007</c:v>
                </c:pt>
                <c:pt idx="1910">
                  <c:v>13-08-2007</c:v>
                </c:pt>
                <c:pt idx="1911">
                  <c:v>14-08-2007</c:v>
                </c:pt>
                <c:pt idx="1912">
                  <c:v>16-08-2007</c:v>
                </c:pt>
                <c:pt idx="1913">
                  <c:v>17-08-2007</c:v>
                </c:pt>
                <c:pt idx="1914">
                  <c:v>20-08-2007</c:v>
                </c:pt>
                <c:pt idx="1915">
                  <c:v>21-08-2007</c:v>
                </c:pt>
                <c:pt idx="1916">
                  <c:v>22-08-2007</c:v>
                </c:pt>
                <c:pt idx="1917">
                  <c:v>23-08-2007</c:v>
                </c:pt>
                <c:pt idx="1918">
                  <c:v>24-08-2007</c:v>
                </c:pt>
                <c:pt idx="1919">
                  <c:v>27-08-2007</c:v>
                </c:pt>
                <c:pt idx="1920">
                  <c:v>28-08-2007</c:v>
                </c:pt>
                <c:pt idx="1921">
                  <c:v>29-08-2007</c:v>
                </c:pt>
                <c:pt idx="1922">
                  <c:v>30-08-2007</c:v>
                </c:pt>
                <c:pt idx="1923">
                  <c:v>31-08-2007</c:v>
                </c:pt>
                <c:pt idx="1924">
                  <c:v>03-09-2007</c:v>
                </c:pt>
                <c:pt idx="1925">
                  <c:v>04-09-2007</c:v>
                </c:pt>
                <c:pt idx="1926">
                  <c:v>05-09-2007</c:v>
                </c:pt>
                <c:pt idx="1927">
                  <c:v>06-09-2007</c:v>
                </c:pt>
                <c:pt idx="1928">
                  <c:v>07-09-2007</c:v>
                </c:pt>
                <c:pt idx="1929">
                  <c:v>10-09-2007</c:v>
                </c:pt>
                <c:pt idx="1930">
                  <c:v>11-09-2007</c:v>
                </c:pt>
                <c:pt idx="1931">
                  <c:v>12-09-2007</c:v>
                </c:pt>
                <c:pt idx="1932">
                  <c:v>13-09-2007</c:v>
                </c:pt>
                <c:pt idx="1933">
                  <c:v>14-09-2007</c:v>
                </c:pt>
                <c:pt idx="1934">
                  <c:v>17-09-2007</c:v>
                </c:pt>
                <c:pt idx="1935">
                  <c:v>18-09-2007</c:v>
                </c:pt>
                <c:pt idx="1936">
                  <c:v>19-09-2007</c:v>
                </c:pt>
                <c:pt idx="1937">
                  <c:v>20-09-2007</c:v>
                </c:pt>
                <c:pt idx="1938">
                  <c:v>21-09-2007</c:v>
                </c:pt>
                <c:pt idx="1939">
                  <c:v>24-09-2007</c:v>
                </c:pt>
                <c:pt idx="1940">
                  <c:v>25-09-2007</c:v>
                </c:pt>
                <c:pt idx="1941">
                  <c:v>26-09-2007</c:v>
                </c:pt>
                <c:pt idx="1942">
                  <c:v>27-09-2007</c:v>
                </c:pt>
                <c:pt idx="1943">
                  <c:v>28-09-2007</c:v>
                </c:pt>
                <c:pt idx="1944">
                  <c:v>01-10-2007</c:v>
                </c:pt>
                <c:pt idx="1945">
                  <c:v>03-10-2007</c:v>
                </c:pt>
                <c:pt idx="1946">
                  <c:v>04-10-2007</c:v>
                </c:pt>
                <c:pt idx="1947">
                  <c:v>05-10-2007</c:v>
                </c:pt>
                <c:pt idx="1948">
                  <c:v>08-10-2007</c:v>
                </c:pt>
                <c:pt idx="1949">
                  <c:v>09-10-2007</c:v>
                </c:pt>
                <c:pt idx="1950">
                  <c:v>10-10-2007</c:v>
                </c:pt>
                <c:pt idx="1951">
                  <c:v>11-10-2007</c:v>
                </c:pt>
                <c:pt idx="1952">
                  <c:v>12-10-2007</c:v>
                </c:pt>
                <c:pt idx="1953">
                  <c:v>15-10-2007</c:v>
                </c:pt>
                <c:pt idx="1954">
                  <c:v>16-10-2007</c:v>
                </c:pt>
                <c:pt idx="1955">
                  <c:v>17-10-2007</c:v>
                </c:pt>
                <c:pt idx="1956">
                  <c:v>18-10-2007</c:v>
                </c:pt>
                <c:pt idx="1957">
                  <c:v>19-10-2007</c:v>
                </c:pt>
                <c:pt idx="1958">
                  <c:v>22-10-2007</c:v>
                </c:pt>
                <c:pt idx="1959">
                  <c:v>23-10-2007</c:v>
                </c:pt>
                <c:pt idx="1960">
                  <c:v>24-10-2007</c:v>
                </c:pt>
                <c:pt idx="1961">
                  <c:v>25-10-2007</c:v>
                </c:pt>
                <c:pt idx="1962">
                  <c:v>26-10-2007</c:v>
                </c:pt>
                <c:pt idx="1963">
                  <c:v>29-10-2007</c:v>
                </c:pt>
                <c:pt idx="1964">
                  <c:v>30-10-2007</c:v>
                </c:pt>
                <c:pt idx="1965">
                  <c:v>31-10-2007</c:v>
                </c:pt>
                <c:pt idx="1966">
                  <c:v>01-11-2007</c:v>
                </c:pt>
                <c:pt idx="1967">
                  <c:v>02-11-2007</c:v>
                </c:pt>
                <c:pt idx="1968">
                  <c:v>05-11-2007</c:v>
                </c:pt>
                <c:pt idx="1969">
                  <c:v>06-11-2007</c:v>
                </c:pt>
                <c:pt idx="1970">
                  <c:v>07-11-2007</c:v>
                </c:pt>
                <c:pt idx="1971">
                  <c:v>08-11-2007</c:v>
                </c:pt>
                <c:pt idx="1972">
                  <c:v>09-11-2007</c:v>
                </c:pt>
                <c:pt idx="1973">
                  <c:v>12-11-2007</c:v>
                </c:pt>
                <c:pt idx="1974">
                  <c:v>13-11-2007</c:v>
                </c:pt>
                <c:pt idx="1975">
                  <c:v>14-11-2007</c:v>
                </c:pt>
                <c:pt idx="1976">
                  <c:v>15-11-2007</c:v>
                </c:pt>
                <c:pt idx="1977">
                  <c:v>16-11-2007</c:v>
                </c:pt>
                <c:pt idx="1978">
                  <c:v>19-11-2007</c:v>
                </c:pt>
                <c:pt idx="1979">
                  <c:v>20-11-2007</c:v>
                </c:pt>
                <c:pt idx="1980">
                  <c:v>21-11-2007</c:v>
                </c:pt>
                <c:pt idx="1981">
                  <c:v>22-11-2007</c:v>
                </c:pt>
                <c:pt idx="1982">
                  <c:v>23-11-2007</c:v>
                </c:pt>
                <c:pt idx="1983">
                  <c:v>26-11-2007</c:v>
                </c:pt>
                <c:pt idx="1984">
                  <c:v>27-11-2007</c:v>
                </c:pt>
                <c:pt idx="1985">
                  <c:v>28-11-2007</c:v>
                </c:pt>
                <c:pt idx="1986">
                  <c:v>29-11-2007</c:v>
                </c:pt>
                <c:pt idx="1987">
                  <c:v>30-11-2007</c:v>
                </c:pt>
                <c:pt idx="1988">
                  <c:v>03-12-2007</c:v>
                </c:pt>
                <c:pt idx="1989">
                  <c:v>04-12-2007</c:v>
                </c:pt>
                <c:pt idx="1990">
                  <c:v>05-12-2007</c:v>
                </c:pt>
                <c:pt idx="1991">
                  <c:v>06-12-2007</c:v>
                </c:pt>
                <c:pt idx="1992">
                  <c:v>07-12-2007</c:v>
                </c:pt>
                <c:pt idx="1993">
                  <c:v>10-12-2007</c:v>
                </c:pt>
                <c:pt idx="1994">
                  <c:v>11-12-2007</c:v>
                </c:pt>
                <c:pt idx="1995">
                  <c:v>12-12-2007</c:v>
                </c:pt>
                <c:pt idx="1996">
                  <c:v>13-12-2007</c:v>
                </c:pt>
                <c:pt idx="1997">
                  <c:v>14-12-2007</c:v>
                </c:pt>
                <c:pt idx="1998">
                  <c:v>17-12-2007</c:v>
                </c:pt>
                <c:pt idx="1999">
                  <c:v>18-12-2007</c:v>
                </c:pt>
                <c:pt idx="2000">
                  <c:v>19-12-2007</c:v>
                </c:pt>
                <c:pt idx="2001">
                  <c:v>20-12-2007</c:v>
                </c:pt>
                <c:pt idx="2002">
                  <c:v>24-12-2007</c:v>
                </c:pt>
                <c:pt idx="2003">
                  <c:v>26-12-2007</c:v>
                </c:pt>
                <c:pt idx="2004">
                  <c:v>27-12-2007</c:v>
                </c:pt>
                <c:pt idx="2005">
                  <c:v>28-12-2007</c:v>
                </c:pt>
                <c:pt idx="2006">
                  <c:v>31-12-2007</c:v>
                </c:pt>
                <c:pt idx="2007">
                  <c:v>01-01-2008</c:v>
                </c:pt>
                <c:pt idx="2008">
                  <c:v>02-01-2008</c:v>
                </c:pt>
                <c:pt idx="2009">
                  <c:v>03-01-2008</c:v>
                </c:pt>
                <c:pt idx="2010">
                  <c:v>04-01-2008</c:v>
                </c:pt>
                <c:pt idx="2011">
                  <c:v>07-01-2008</c:v>
                </c:pt>
                <c:pt idx="2012">
                  <c:v>08-01-2008</c:v>
                </c:pt>
                <c:pt idx="2013">
                  <c:v>09-01-2008</c:v>
                </c:pt>
                <c:pt idx="2014">
                  <c:v>10-01-2008</c:v>
                </c:pt>
                <c:pt idx="2015">
                  <c:v>11-01-2008</c:v>
                </c:pt>
                <c:pt idx="2016">
                  <c:v>14-01-2008</c:v>
                </c:pt>
                <c:pt idx="2017">
                  <c:v>15-01-2008</c:v>
                </c:pt>
                <c:pt idx="2018">
                  <c:v>16-01-2008</c:v>
                </c:pt>
                <c:pt idx="2019">
                  <c:v>17-01-2008</c:v>
                </c:pt>
                <c:pt idx="2020">
                  <c:v>18-01-2008</c:v>
                </c:pt>
                <c:pt idx="2021">
                  <c:v>21-01-2008</c:v>
                </c:pt>
                <c:pt idx="2022">
                  <c:v>22-01-2008</c:v>
                </c:pt>
                <c:pt idx="2023">
                  <c:v>23-01-2008</c:v>
                </c:pt>
                <c:pt idx="2024">
                  <c:v>24-01-2008</c:v>
                </c:pt>
                <c:pt idx="2025">
                  <c:v>25-01-2008</c:v>
                </c:pt>
                <c:pt idx="2026">
                  <c:v>28-01-2008</c:v>
                </c:pt>
                <c:pt idx="2027">
                  <c:v>29-01-2008</c:v>
                </c:pt>
                <c:pt idx="2028">
                  <c:v>30-01-2008</c:v>
                </c:pt>
                <c:pt idx="2029">
                  <c:v>31-01-2008</c:v>
                </c:pt>
                <c:pt idx="2030">
                  <c:v>01-02-2008</c:v>
                </c:pt>
                <c:pt idx="2031">
                  <c:v>04-02-2008</c:v>
                </c:pt>
                <c:pt idx="2032">
                  <c:v>05-02-2008</c:v>
                </c:pt>
                <c:pt idx="2033">
                  <c:v>06-02-2008</c:v>
                </c:pt>
                <c:pt idx="2034">
                  <c:v>07-02-2008</c:v>
                </c:pt>
                <c:pt idx="2035">
                  <c:v>08-02-2008</c:v>
                </c:pt>
                <c:pt idx="2036">
                  <c:v>11-02-2008</c:v>
                </c:pt>
                <c:pt idx="2037">
                  <c:v>12-02-2008</c:v>
                </c:pt>
                <c:pt idx="2038">
                  <c:v>13-02-2008</c:v>
                </c:pt>
                <c:pt idx="2039">
                  <c:v>14-02-2008</c:v>
                </c:pt>
                <c:pt idx="2040">
                  <c:v>15-02-2008</c:v>
                </c:pt>
                <c:pt idx="2041">
                  <c:v>18-02-2008</c:v>
                </c:pt>
                <c:pt idx="2042">
                  <c:v>19-02-2008</c:v>
                </c:pt>
                <c:pt idx="2043">
                  <c:v>20-02-2008</c:v>
                </c:pt>
                <c:pt idx="2044">
                  <c:v>21-02-2008</c:v>
                </c:pt>
                <c:pt idx="2045">
                  <c:v>22-02-2008</c:v>
                </c:pt>
                <c:pt idx="2046">
                  <c:v>25-02-2008</c:v>
                </c:pt>
                <c:pt idx="2047">
                  <c:v>26-02-2008</c:v>
                </c:pt>
                <c:pt idx="2048">
                  <c:v>27-02-2008</c:v>
                </c:pt>
                <c:pt idx="2049">
                  <c:v>28-02-2008</c:v>
                </c:pt>
                <c:pt idx="2050">
                  <c:v>29-02-2008</c:v>
                </c:pt>
                <c:pt idx="2051">
                  <c:v>03-03-2008</c:v>
                </c:pt>
                <c:pt idx="2052">
                  <c:v>04-03-2008</c:v>
                </c:pt>
                <c:pt idx="2053">
                  <c:v>05-03-2008</c:v>
                </c:pt>
                <c:pt idx="2054">
                  <c:v>07-03-2008</c:v>
                </c:pt>
                <c:pt idx="2055">
                  <c:v>10-03-2008</c:v>
                </c:pt>
                <c:pt idx="2056">
                  <c:v>11-03-2008</c:v>
                </c:pt>
                <c:pt idx="2057">
                  <c:v>12-03-2008</c:v>
                </c:pt>
                <c:pt idx="2058">
                  <c:v>13-03-2008</c:v>
                </c:pt>
                <c:pt idx="2059">
                  <c:v>14-03-2008</c:v>
                </c:pt>
                <c:pt idx="2060">
                  <c:v>17-03-2008</c:v>
                </c:pt>
                <c:pt idx="2061">
                  <c:v>18-03-2008</c:v>
                </c:pt>
                <c:pt idx="2062">
                  <c:v>19-03-2008</c:v>
                </c:pt>
                <c:pt idx="2063">
                  <c:v>24-03-2008</c:v>
                </c:pt>
                <c:pt idx="2064">
                  <c:v>25-03-2008</c:v>
                </c:pt>
                <c:pt idx="2065">
                  <c:v>26-03-2008</c:v>
                </c:pt>
                <c:pt idx="2066">
                  <c:v>27-03-2008</c:v>
                </c:pt>
                <c:pt idx="2067">
                  <c:v>28-03-2008</c:v>
                </c:pt>
                <c:pt idx="2068">
                  <c:v>31-03-2008</c:v>
                </c:pt>
                <c:pt idx="2069">
                  <c:v>01-04-2008</c:v>
                </c:pt>
                <c:pt idx="2070">
                  <c:v>02-04-2008</c:v>
                </c:pt>
                <c:pt idx="2071">
                  <c:v>03-04-2008</c:v>
                </c:pt>
                <c:pt idx="2072">
                  <c:v>04-04-2008</c:v>
                </c:pt>
                <c:pt idx="2073">
                  <c:v>07-04-2008</c:v>
                </c:pt>
                <c:pt idx="2074">
                  <c:v>08-04-2008</c:v>
                </c:pt>
                <c:pt idx="2075">
                  <c:v>09-04-2008</c:v>
                </c:pt>
                <c:pt idx="2076">
                  <c:v>10-04-2008</c:v>
                </c:pt>
                <c:pt idx="2077">
                  <c:v>11-04-2008</c:v>
                </c:pt>
                <c:pt idx="2078">
                  <c:v>15-04-2008</c:v>
                </c:pt>
                <c:pt idx="2079">
                  <c:v>16-04-2008</c:v>
                </c:pt>
                <c:pt idx="2080">
                  <c:v>17-04-2008</c:v>
                </c:pt>
                <c:pt idx="2081">
                  <c:v>21-04-2008</c:v>
                </c:pt>
                <c:pt idx="2082">
                  <c:v>22-04-2008</c:v>
                </c:pt>
                <c:pt idx="2083">
                  <c:v>23-04-2008</c:v>
                </c:pt>
                <c:pt idx="2084">
                  <c:v>24-04-2008</c:v>
                </c:pt>
                <c:pt idx="2085">
                  <c:v>25-04-2008</c:v>
                </c:pt>
                <c:pt idx="2086">
                  <c:v>28-04-2008</c:v>
                </c:pt>
                <c:pt idx="2087">
                  <c:v>29-04-2008</c:v>
                </c:pt>
                <c:pt idx="2088">
                  <c:v>30-04-2008</c:v>
                </c:pt>
                <c:pt idx="2089">
                  <c:v>02-05-2008</c:v>
                </c:pt>
                <c:pt idx="2090">
                  <c:v>05-05-2008</c:v>
                </c:pt>
                <c:pt idx="2091">
                  <c:v>06-05-2008</c:v>
                </c:pt>
                <c:pt idx="2092">
                  <c:v>07-05-2008</c:v>
                </c:pt>
                <c:pt idx="2093">
                  <c:v>08-05-2008</c:v>
                </c:pt>
                <c:pt idx="2094">
                  <c:v>09-05-2008</c:v>
                </c:pt>
                <c:pt idx="2095">
                  <c:v>12-05-2008</c:v>
                </c:pt>
                <c:pt idx="2096">
                  <c:v>13-05-2008</c:v>
                </c:pt>
                <c:pt idx="2097">
                  <c:v>14-05-2008</c:v>
                </c:pt>
                <c:pt idx="2098">
                  <c:v>15-05-2008</c:v>
                </c:pt>
                <c:pt idx="2099">
                  <c:v>16-05-2008</c:v>
                </c:pt>
                <c:pt idx="2100">
                  <c:v>20-05-2008</c:v>
                </c:pt>
                <c:pt idx="2101">
                  <c:v>21-05-2008</c:v>
                </c:pt>
                <c:pt idx="2102">
                  <c:v>22-05-2008</c:v>
                </c:pt>
                <c:pt idx="2103">
                  <c:v>23-05-2008</c:v>
                </c:pt>
                <c:pt idx="2104">
                  <c:v>26-05-2008</c:v>
                </c:pt>
                <c:pt idx="2105">
                  <c:v>27-05-2008</c:v>
                </c:pt>
                <c:pt idx="2106">
                  <c:v>28-05-2008</c:v>
                </c:pt>
                <c:pt idx="2107">
                  <c:v>29-05-2008</c:v>
                </c:pt>
                <c:pt idx="2108">
                  <c:v>30-05-2008</c:v>
                </c:pt>
                <c:pt idx="2109">
                  <c:v>02-06-2008</c:v>
                </c:pt>
                <c:pt idx="2110">
                  <c:v>03-06-2008</c:v>
                </c:pt>
                <c:pt idx="2111">
                  <c:v>04-06-2008</c:v>
                </c:pt>
                <c:pt idx="2112">
                  <c:v>05-06-2008</c:v>
                </c:pt>
                <c:pt idx="2113">
                  <c:v>06-06-2008</c:v>
                </c:pt>
                <c:pt idx="2114">
                  <c:v>09-06-2008</c:v>
                </c:pt>
                <c:pt idx="2115">
                  <c:v>10-06-2008</c:v>
                </c:pt>
                <c:pt idx="2116">
                  <c:v>11-06-2008</c:v>
                </c:pt>
                <c:pt idx="2117">
                  <c:v>12-06-2008</c:v>
                </c:pt>
                <c:pt idx="2118">
                  <c:v>13-06-2008</c:v>
                </c:pt>
                <c:pt idx="2119">
                  <c:v>16-06-2008</c:v>
                </c:pt>
                <c:pt idx="2120">
                  <c:v>17-06-2008</c:v>
                </c:pt>
                <c:pt idx="2121">
                  <c:v>18-06-2008</c:v>
                </c:pt>
                <c:pt idx="2122">
                  <c:v>19-06-2008</c:v>
                </c:pt>
                <c:pt idx="2123">
                  <c:v>20-06-2008</c:v>
                </c:pt>
                <c:pt idx="2124">
                  <c:v>23-06-2008</c:v>
                </c:pt>
                <c:pt idx="2125">
                  <c:v>24-06-2008</c:v>
                </c:pt>
                <c:pt idx="2126">
                  <c:v>25-06-2008</c:v>
                </c:pt>
                <c:pt idx="2127">
                  <c:v>26-06-2008</c:v>
                </c:pt>
                <c:pt idx="2128">
                  <c:v>27-06-2008</c:v>
                </c:pt>
                <c:pt idx="2129">
                  <c:v>30-06-2008</c:v>
                </c:pt>
                <c:pt idx="2130">
                  <c:v>01-07-2008</c:v>
                </c:pt>
                <c:pt idx="2131">
                  <c:v>02-07-2008</c:v>
                </c:pt>
                <c:pt idx="2132">
                  <c:v>03-07-2008</c:v>
                </c:pt>
                <c:pt idx="2133">
                  <c:v>04-07-2008</c:v>
                </c:pt>
                <c:pt idx="2134">
                  <c:v>07-07-2008</c:v>
                </c:pt>
                <c:pt idx="2135">
                  <c:v>08-07-2008</c:v>
                </c:pt>
                <c:pt idx="2136">
                  <c:v>09-07-2008</c:v>
                </c:pt>
                <c:pt idx="2137">
                  <c:v>10-07-2008</c:v>
                </c:pt>
                <c:pt idx="2138">
                  <c:v>11-07-2008</c:v>
                </c:pt>
                <c:pt idx="2139">
                  <c:v>14-07-2008</c:v>
                </c:pt>
                <c:pt idx="2140">
                  <c:v>15-07-2008</c:v>
                </c:pt>
                <c:pt idx="2141">
                  <c:v>16-07-2008</c:v>
                </c:pt>
                <c:pt idx="2142">
                  <c:v>17-07-2008</c:v>
                </c:pt>
                <c:pt idx="2143">
                  <c:v>18-07-2008</c:v>
                </c:pt>
                <c:pt idx="2144">
                  <c:v>21-07-2008</c:v>
                </c:pt>
                <c:pt idx="2145">
                  <c:v>22-07-2008</c:v>
                </c:pt>
                <c:pt idx="2146">
                  <c:v>23-07-2008</c:v>
                </c:pt>
                <c:pt idx="2147">
                  <c:v>24-07-2008</c:v>
                </c:pt>
                <c:pt idx="2148">
                  <c:v>25-07-2008</c:v>
                </c:pt>
                <c:pt idx="2149">
                  <c:v>28-07-2008</c:v>
                </c:pt>
                <c:pt idx="2150">
                  <c:v>29-07-2008</c:v>
                </c:pt>
                <c:pt idx="2151">
                  <c:v>30-07-2008</c:v>
                </c:pt>
                <c:pt idx="2152">
                  <c:v>31-07-2008</c:v>
                </c:pt>
                <c:pt idx="2153">
                  <c:v>01-08-2008</c:v>
                </c:pt>
                <c:pt idx="2154">
                  <c:v>04-08-2008</c:v>
                </c:pt>
                <c:pt idx="2155">
                  <c:v>05-08-2008</c:v>
                </c:pt>
                <c:pt idx="2156">
                  <c:v>06-08-2008</c:v>
                </c:pt>
                <c:pt idx="2157">
                  <c:v>07-08-2008</c:v>
                </c:pt>
                <c:pt idx="2158">
                  <c:v>08-08-2008</c:v>
                </c:pt>
                <c:pt idx="2159">
                  <c:v>11-08-2008</c:v>
                </c:pt>
                <c:pt idx="2160">
                  <c:v>12-08-2008</c:v>
                </c:pt>
                <c:pt idx="2161">
                  <c:v>13-08-2008</c:v>
                </c:pt>
                <c:pt idx="2162">
                  <c:v>14-08-2008</c:v>
                </c:pt>
                <c:pt idx="2163">
                  <c:v>18-08-2008</c:v>
                </c:pt>
                <c:pt idx="2164">
                  <c:v>19-08-2008</c:v>
                </c:pt>
                <c:pt idx="2165">
                  <c:v>20-08-2008</c:v>
                </c:pt>
                <c:pt idx="2166">
                  <c:v>21-08-2008</c:v>
                </c:pt>
                <c:pt idx="2167">
                  <c:v>22-08-2008</c:v>
                </c:pt>
                <c:pt idx="2168">
                  <c:v>25-08-2008</c:v>
                </c:pt>
                <c:pt idx="2169">
                  <c:v>26-08-2008</c:v>
                </c:pt>
                <c:pt idx="2170">
                  <c:v>27-08-2008</c:v>
                </c:pt>
                <c:pt idx="2171">
                  <c:v>28-08-2008</c:v>
                </c:pt>
                <c:pt idx="2172">
                  <c:v>29-08-2008</c:v>
                </c:pt>
                <c:pt idx="2173">
                  <c:v>01-09-2008</c:v>
                </c:pt>
                <c:pt idx="2174">
                  <c:v>02-09-2008</c:v>
                </c:pt>
                <c:pt idx="2175">
                  <c:v>04-09-2008</c:v>
                </c:pt>
                <c:pt idx="2176">
                  <c:v>05-09-2008</c:v>
                </c:pt>
                <c:pt idx="2177">
                  <c:v>08-09-2008</c:v>
                </c:pt>
                <c:pt idx="2178">
                  <c:v>09-09-2008</c:v>
                </c:pt>
                <c:pt idx="2179">
                  <c:v>10-09-2008</c:v>
                </c:pt>
                <c:pt idx="2180">
                  <c:v>11-09-2008</c:v>
                </c:pt>
                <c:pt idx="2181">
                  <c:v>12-09-2008</c:v>
                </c:pt>
                <c:pt idx="2182">
                  <c:v>15-09-2008</c:v>
                </c:pt>
                <c:pt idx="2183">
                  <c:v>16-09-2008</c:v>
                </c:pt>
                <c:pt idx="2184">
                  <c:v>17-09-2008</c:v>
                </c:pt>
                <c:pt idx="2185">
                  <c:v>18-09-2008</c:v>
                </c:pt>
                <c:pt idx="2186">
                  <c:v>19-09-2008</c:v>
                </c:pt>
                <c:pt idx="2187">
                  <c:v>22-09-2008</c:v>
                </c:pt>
                <c:pt idx="2188">
                  <c:v>23-09-2008</c:v>
                </c:pt>
                <c:pt idx="2189">
                  <c:v>24-09-2008</c:v>
                </c:pt>
                <c:pt idx="2190">
                  <c:v>25-09-2008</c:v>
                </c:pt>
                <c:pt idx="2191">
                  <c:v>26-09-2008</c:v>
                </c:pt>
                <c:pt idx="2192">
                  <c:v>29-09-2008</c:v>
                </c:pt>
                <c:pt idx="2193">
                  <c:v>30-09-2008</c:v>
                </c:pt>
                <c:pt idx="2194">
                  <c:v>01-10-2008</c:v>
                </c:pt>
                <c:pt idx="2195">
                  <c:v>03-10-2008</c:v>
                </c:pt>
                <c:pt idx="2196">
                  <c:v>06-10-2008</c:v>
                </c:pt>
                <c:pt idx="2197">
                  <c:v>07-10-2008</c:v>
                </c:pt>
                <c:pt idx="2198">
                  <c:v>08-10-2008</c:v>
                </c:pt>
                <c:pt idx="2199">
                  <c:v>10-10-2008</c:v>
                </c:pt>
                <c:pt idx="2200">
                  <c:v>13-10-2008</c:v>
                </c:pt>
                <c:pt idx="2201">
                  <c:v>14-10-2008</c:v>
                </c:pt>
                <c:pt idx="2202">
                  <c:v>15-10-2008</c:v>
                </c:pt>
                <c:pt idx="2203">
                  <c:v>16-10-2008</c:v>
                </c:pt>
                <c:pt idx="2204">
                  <c:v>17-10-2008</c:v>
                </c:pt>
                <c:pt idx="2205">
                  <c:v>20-10-2008</c:v>
                </c:pt>
                <c:pt idx="2206">
                  <c:v>21-10-2008</c:v>
                </c:pt>
                <c:pt idx="2207">
                  <c:v>22-10-2008</c:v>
                </c:pt>
                <c:pt idx="2208">
                  <c:v>23-10-2008</c:v>
                </c:pt>
                <c:pt idx="2209">
                  <c:v>24-10-2008</c:v>
                </c:pt>
                <c:pt idx="2210">
                  <c:v>27-10-2008</c:v>
                </c:pt>
                <c:pt idx="2211">
                  <c:v>28-10-2008</c:v>
                </c:pt>
                <c:pt idx="2212">
                  <c:v>29-10-2008</c:v>
                </c:pt>
                <c:pt idx="2213">
                  <c:v>31-10-2008</c:v>
                </c:pt>
                <c:pt idx="2214">
                  <c:v>03-11-2008</c:v>
                </c:pt>
                <c:pt idx="2215">
                  <c:v>04-11-2008</c:v>
                </c:pt>
                <c:pt idx="2216">
                  <c:v>05-11-2008</c:v>
                </c:pt>
                <c:pt idx="2217">
                  <c:v>06-11-2008</c:v>
                </c:pt>
                <c:pt idx="2218">
                  <c:v>07-11-2008</c:v>
                </c:pt>
                <c:pt idx="2219">
                  <c:v>10-11-2008</c:v>
                </c:pt>
                <c:pt idx="2220">
                  <c:v>11-11-2008</c:v>
                </c:pt>
                <c:pt idx="2221">
                  <c:v>12-11-2008</c:v>
                </c:pt>
                <c:pt idx="2222">
                  <c:v>14-11-2008</c:v>
                </c:pt>
                <c:pt idx="2223">
                  <c:v>17-11-2008</c:v>
                </c:pt>
                <c:pt idx="2224">
                  <c:v>18-11-2008</c:v>
                </c:pt>
                <c:pt idx="2225">
                  <c:v>19-11-2008</c:v>
                </c:pt>
                <c:pt idx="2226">
                  <c:v>20-11-2008</c:v>
                </c:pt>
                <c:pt idx="2227">
                  <c:v>21-11-2008</c:v>
                </c:pt>
                <c:pt idx="2228">
                  <c:v>24-11-2008</c:v>
                </c:pt>
                <c:pt idx="2229">
                  <c:v>25-11-2008</c:v>
                </c:pt>
                <c:pt idx="2230">
                  <c:v>26-11-2008</c:v>
                </c:pt>
                <c:pt idx="2231">
                  <c:v>28-11-2008</c:v>
                </c:pt>
                <c:pt idx="2232">
                  <c:v>01-12-2008</c:v>
                </c:pt>
                <c:pt idx="2233">
                  <c:v>02-12-2008</c:v>
                </c:pt>
                <c:pt idx="2234">
                  <c:v>03-12-2008</c:v>
                </c:pt>
                <c:pt idx="2235">
                  <c:v>04-12-2008</c:v>
                </c:pt>
                <c:pt idx="2236">
                  <c:v>05-12-2008</c:v>
                </c:pt>
                <c:pt idx="2237">
                  <c:v>08-12-2008</c:v>
                </c:pt>
                <c:pt idx="2238">
                  <c:v>10-12-2008</c:v>
                </c:pt>
                <c:pt idx="2239">
                  <c:v>11-12-2008</c:v>
                </c:pt>
                <c:pt idx="2240">
                  <c:v>12-12-2008</c:v>
                </c:pt>
                <c:pt idx="2241">
                  <c:v>15-12-2008</c:v>
                </c:pt>
                <c:pt idx="2242">
                  <c:v>16-12-2008</c:v>
                </c:pt>
                <c:pt idx="2243">
                  <c:v>17-12-2008</c:v>
                </c:pt>
                <c:pt idx="2244">
                  <c:v>18-12-2008</c:v>
                </c:pt>
                <c:pt idx="2245">
                  <c:v>19-12-2008</c:v>
                </c:pt>
                <c:pt idx="2246">
                  <c:v>22-12-2008</c:v>
                </c:pt>
                <c:pt idx="2247">
                  <c:v>23-12-2008</c:v>
                </c:pt>
                <c:pt idx="2248">
                  <c:v>24-12-2008</c:v>
                </c:pt>
                <c:pt idx="2249">
                  <c:v>26-12-2008</c:v>
                </c:pt>
                <c:pt idx="2250">
                  <c:v>29-12-2008</c:v>
                </c:pt>
                <c:pt idx="2251">
                  <c:v>30-12-2008</c:v>
                </c:pt>
                <c:pt idx="2252">
                  <c:v>31-12-2008</c:v>
                </c:pt>
                <c:pt idx="2253">
                  <c:v>01-01-2009</c:v>
                </c:pt>
                <c:pt idx="2254">
                  <c:v>02-01-2009</c:v>
                </c:pt>
                <c:pt idx="2255">
                  <c:v>05-01-2009</c:v>
                </c:pt>
                <c:pt idx="2256">
                  <c:v>06-01-2009</c:v>
                </c:pt>
                <c:pt idx="2257">
                  <c:v>07-01-2009</c:v>
                </c:pt>
                <c:pt idx="2258">
                  <c:v>09-01-2009</c:v>
                </c:pt>
                <c:pt idx="2259">
                  <c:v>12-01-2009</c:v>
                </c:pt>
                <c:pt idx="2260">
                  <c:v>13-01-2009</c:v>
                </c:pt>
                <c:pt idx="2261">
                  <c:v>14-01-2009</c:v>
                </c:pt>
                <c:pt idx="2262">
                  <c:v>15-01-2009</c:v>
                </c:pt>
                <c:pt idx="2263">
                  <c:v>16-01-2009</c:v>
                </c:pt>
                <c:pt idx="2264">
                  <c:v>19-01-2009</c:v>
                </c:pt>
                <c:pt idx="2265">
                  <c:v>20-01-2009</c:v>
                </c:pt>
                <c:pt idx="2266">
                  <c:v>21-01-2009</c:v>
                </c:pt>
                <c:pt idx="2267">
                  <c:v>22-01-2009</c:v>
                </c:pt>
                <c:pt idx="2268">
                  <c:v>23-01-2009</c:v>
                </c:pt>
                <c:pt idx="2269">
                  <c:v>27-01-2009</c:v>
                </c:pt>
                <c:pt idx="2270">
                  <c:v>28-01-2009</c:v>
                </c:pt>
                <c:pt idx="2271">
                  <c:v>29-01-2009</c:v>
                </c:pt>
                <c:pt idx="2272">
                  <c:v>30-01-2009</c:v>
                </c:pt>
                <c:pt idx="2273">
                  <c:v>02-02-2009</c:v>
                </c:pt>
                <c:pt idx="2274">
                  <c:v>03-02-2009</c:v>
                </c:pt>
                <c:pt idx="2275">
                  <c:v>04-02-2009</c:v>
                </c:pt>
                <c:pt idx="2276">
                  <c:v>05-02-2009</c:v>
                </c:pt>
                <c:pt idx="2277">
                  <c:v>06-02-2009</c:v>
                </c:pt>
                <c:pt idx="2278">
                  <c:v>09-02-2009</c:v>
                </c:pt>
                <c:pt idx="2279">
                  <c:v>10-02-2009</c:v>
                </c:pt>
                <c:pt idx="2280">
                  <c:v>11-02-2009</c:v>
                </c:pt>
                <c:pt idx="2281">
                  <c:v>12-02-2009</c:v>
                </c:pt>
                <c:pt idx="2282">
                  <c:v>13-02-2009</c:v>
                </c:pt>
                <c:pt idx="2283">
                  <c:v>16-02-2009</c:v>
                </c:pt>
                <c:pt idx="2284">
                  <c:v>17-02-2009</c:v>
                </c:pt>
                <c:pt idx="2285">
                  <c:v>18-02-2009</c:v>
                </c:pt>
                <c:pt idx="2286">
                  <c:v>19-02-2009</c:v>
                </c:pt>
                <c:pt idx="2287">
                  <c:v>20-02-2009</c:v>
                </c:pt>
                <c:pt idx="2288">
                  <c:v>24-02-2009</c:v>
                </c:pt>
                <c:pt idx="2289">
                  <c:v>25-02-2009</c:v>
                </c:pt>
                <c:pt idx="2290">
                  <c:v>26-02-2009</c:v>
                </c:pt>
                <c:pt idx="2291">
                  <c:v>27-02-2009</c:v>
                </c:pt>
                <c:pt idx="2292">
                  <c:v>02-03-2009</c:v>
                </c:pt>
                <c:pt idx="2293">
                  <c:v>03-03-2009</c:v>
                </c:pt>
                <c:pt idx="2294">
                  <c:v>04-03-2009</c:v>
                </c:pt>
                <c:pt idx="2295">
                  <c:v>05-03-2009</c:v>
                </c:pt>
                <c:pt idx="2296">
                  <c:v>06-03-2009</c:v>
                </c:pt>
                <c:pt idx="2297">
                  <c:v>09-03-2009</c:v>
                </c:pt>
                <c:pt idx="2298">
                  <c:v>12-03-2009</c:v>
                </c:pt>
                <c:pt idx="2299">
                  <c:v>13-03-2009</c:v>
                </c:pt>
                <c:pt idx="2300">
                  <c:v>16-03-2009</c:v>
                </c:pt>
                <c:pt idx="2301">
                  <c:v>17-03-2009</c:v>
                </c:pt>
                <c:pt idx="2302">
                  <c:v>18-03-2009</c:v>
                </c:pt>
                <c:pt idx="2303">
                  <c:v>19-03-2009</c:v>
                </c:pt>
                <c:pt idx="2304">
                  <c:v>20-03-2009</c:v>
                </c:pt>
                <c:pt idx="2305">
                  <c:v>23-03-2009</c:v>
                </c:pt>
                <c:pt idx="2306">
                  <c:v>24-03-2009</c:v>
                </c:pt>
                <c:pt idx="2307">
                  <c:v>25-03-2009</c:v>
                </c:pt>
                <c:pt idx="2308">
                  <c:v>26-03-2009</c:v>
                </c:pt>
                <c:pt idx="2309">
                  <c:v>27-03-2009</c:v>
                </c:pt>
                <c:pt idx="2310">
                  <c:v>30-03-2009</c:v>
                </c:pt>
                <c:pt idx="2311">
                  <c:v>31-03-2009</c:v>
                </c:pt>
                <c:pt idx="2312">
                  <c:v>01-04-2009</c:v>
                </c:pt>
                <c:pt idx="2313">
                  <c:v>02-04-2009</c:v>
                </c:pt>
                <c:pt idx="2314">
                  <c:v>06-04-2009</c:v>
                </c:pt>
                <c:pt idx="2315">
                  <c:v>08-04-2009</c:v>
                </c:pt>
                <c:pt idx="2316">
                  <c:v>09-04-2009</c:v>
                </c:pt>
                <c:pt idx="2317">
                  <c:v>13-04-2009</c:v>
                </c:pt>
                <c:pt idx="2318">
                  <c:v>15-04-2009</c:v>
                </c:pt>
                <c:pt idx="2319">
                  <c:v>16-04-2009</c:v>
                </c:pt>
                <c:pt idx="2320">
                  <c:v>17-04-2009</c:v>
                </c:pt>
                <c:pt idx="2321">
                  <c:v>20-04-2009</c:v>
                </c:pt>
                <c:pt idx="2322">
                  <c:v>21-04-2009</c:v>
                </c:pt>
                <c:pt idx="2323">
                  <c:v>22-04-2009</c:v>
                </c:pt>
                <c:pt idx="2324">
                  <c:v>23-04-2009</c:v>
                </c:pt>
                <c:pt idx="2325">
                  <c:v>24-04-2009</c:v>
                </c:pt>
                <c:pt idx="2326">
                  <c:v>27-04-2009</c:v>
                </c:pt>
                <c:pt idx="2327">
                  <c:v>28-04-2009</c:v>
                </c:pt>
                <c:pt idx="2328">
                  <c:v>29-04-2009</c:v>
                </c:pt>
                <c:pt idx="2329">
                  <c:v>04-05-2009</c:v>
                </c:pt>
                <c:pt idx="2330">
                  <c:v>05-05-2009</c:v>
                </c:pt>
                <c:pt idx="2331">
                  <c:v>06-05-2009</c:v>
                </c:pt>
                <c:pt idx="2332">
                  <c:v>07-05-2009</c:v>
                </c:pt>
                <c:pt idx="2333">
                  <c:v>08-05-2009</c:v>
                </c:pt>
                <c:pt idx="2334">
                  <c:v>11-05-2009</c:v>
                </c:pt>
                <c:pt idx="2335">
                  <c:v>12-05-2009</c:v>
                </c:pt>
                <c:pt idx="2336">
                  <c:v>13-05-2009</c:v>
                </c:pt>
                <c:pt idx="2337">
                  <c:v>14-05-2009</c:v>
                </c:pt>
                <c:pt idx="2338">
                  <c:v>15-05-2009</c:v>
                </c:pt>
                <c:pt idx="2339">
                  <c:v>18-05-2009</c:v>
                </c:pt>
                <c:pt idx="2340">
                  <c:v>19-05-2009</c:v>
                </c:pt>
                <c:pt idx="2341">
                  <c:v>20-05-2009</c:v>
                </c:pt>
                <c:pt idx="2342">
                  <c:v>21-05-2009</c:v>
                </c:pt>
                <c:pt idx="2343">
                  <c:v>22-05-2009</c:v>
                </c:pt>
                <c:pt idx="2344">
                  <c:v>25-05-2009</c:v>
                </c:pt>
                <c:pt idx="2345">
                  <c:v>26-05-2009</c:v>
                </c:pt>
                <c:pt idx="2346">
                  <c:v>27-05-2009</c:v>
                </c:pt>
                <c:pt idx="2347">
                  <c:v>28-05-2009</c:v>
                </c:pt>
                <c:pt idx="2348">
                  <c:v>29-05-2009</c:v>
                </c:pt>
                <c:pt idx="2349">
                  <c:v>01-06-2009</c:v>
                </c:pt>
                <c:pt idx="2350">
                  <c:v>02-06-2009</c:v>
                </c:pt>
                <c:pt idx="2351">
                  <c:v>03-06-2009</c:v>
                </c:pt>
                <c:pt idx="2352">
                  <c:v>04-06-2009</c:v>
                </c:pt>
                <c:pt idx="2353">
                  <c:v>05-06-2009</c:v>
                </c:pt>
                <c:pt idx="2354">
                  <c:v>08-06-2009</c:v>
                </c:pt>
                <c:pt idx="2355">
                  <c:v>09-06-2009</c:v>
                </c:pt>
                <c:pt idx="2356">
                  <c:v>10-06-2009</c:v>
                </c:pt>
                <c:pt idx="2357">
                  <c:v>11-06-2009</c:v>
                </c:pt>
                <c:pt idx="2358">
                  <c:v>12-06-2009</c:v>
                </c:pt>
                <c:pt idx="2359">
                  <c:v>15-06-2009</c:v>
                </c:pt>
                <c:pt idx="2360">
                  <c:v>16-06-2009</c:v>
                </c:pt>
                <c:pt idx="2361">
                  <c:v>17-06-2009</c:v>
                </c:pt>
                <c:pt idx="2362">
                  <c:v>18-06-2009</c:v>
                </c:pt>
                <c:pt idx="2363">
                  <c:v>19-06-2009</c:v>
                </c:pt>
                <c:pt idx="2364">
                  <c:v>22-06-2009</c:v>
                </c:pt>
                <c:pt idx="2365">
                  <c:v>23-06-2009</c:v>
                </c:pt>
                <c:pt idx="2366">
                  <c:v>24-06-2009</c:v>
                </c:pt>
                <c:pt idx="2367">
                  <c:v>25-06-2009</c:v>
                </c:pt>
                <c:pt idx="2368">
                  <c:v>26-06-2009</c:v>
                </c:pt>
                <c:pt idx="2369">
                  <c:v>29-06-2009</c:v>
                </c:pt>
                <c:pt idx="2370">
                  <c:v>30-06-2009</c:v>
                </c:pt>
                <c:pt idx="2371">
                  <c:v>01-07-2009</c:v>
                </c:pt>
                <c:pt idx="2372">
                  <c:v>02-07-2009</c:v>
                </c:pt>
                <c:pt idx="2373">
                  <c:v>03-07-2009</c:v>
                </c:pt>
                <c:pt idx="2374">
                  <c:v>06-07-2009</c:v>
                </c:pt>
                <c:pt idx="2375">
                  <c:v>07-07-2009</c:v>
                </c:pt>
                <c:pt idx="2376">
                  <c:v>08-07-2009</c:v>
                </c:pt>
                <c:pt idx="2377">
                  <c:v>09-07-2009</c:v>
                </c:pt>
                <c:pt idx="2378">
                  <c:v>10-07-2009</c:v>
                </c:pt>
                <c:pt idx="2379">
                  <c:v>13-07-2009</c:v>
                </c:pt>
                <c:pt idx="2380">
                  <c:v>14-07-2009</c:v>
                </c:pt>
                <c:pt idx="2381">
                  <c:v>15-07-2009</c:v>
                </c:pt>
                <c:pt idx="2382">
                  <c:v>16-07-2009</c:v>
                </c:pt>
                <c:pt idx="2383">
                  <c:v>17-07-2009</c:v>
                </c:pt>
                <c:pt idx="2384">
                  <c:v>20-07-2009</c:v>
                </c:pt>
                <c:pt idx="2385">
                  <c:v>21-07-2009</c:v>
                </c:pt>
                <c:pt idx="2386">
                  <c:v>22-07-2009</c:v>
                </c:pt>
                <c:pt idx="2387">
                  <c:v>23-07-2009</c:v>
                </c:pt>
                <c:pt idx="2388">
                  <c:v>24-07-2009</c:v>
                </c:pt>
                <c:pt idx="2389">
                  <c:v>27-07-2009</c:v>
                </c:pt>
                <c:pt idx="2390">
                  <c:v>28-07-2009</c:v>
                </c:pt>
                <c:pt idx="2391">
                  <c:v>29-07-2009</c:v>
                </c:pt>
                <c:pt idx="2392">
                  <c:v>30-07-2009</c:v>
                </c:pt>
                <c:pt idx="2393">
                  <c:v>31-07-2009</c:v>
                </c:pt>
                <c:pt idx="2394">
                  <c:v>03-08-2009</c:v>
                </c:pt>
                <c:pt idx="2395">
                  <c:v>04-08-2009</c:v>
                </c:pt>
                <c:pt idx="2396">
                  <c:v>05-08-2009</c:v>
                </c:pt>
                <c:pt idx="2397">
                  <c:v>06-08-2009</c:v>
                </c:pt>
                <c:pt idx="2398">
                  <c:v>07-08-2009</c:v>
                </c:pt>
                <c:pt idx="2399">
                  <c:v>10-08-2009</c:v>
                </c:pt>
                <c:pt idx="2400">
                  <c:v>11-08-2009</c:v>
                </c:pt>
                <c:pt idx="2401">
                  <c:v>12-08-2009</c:v>
                </c:pt>
                <c:pt idx="2402">
                  <c:v>13-08-2009</c:v>
                </c:pt>
                <c:pt idx="2403">
                  <c:v>14-08-2009</c:v>
                </c:pt>
                <c:pt idx="2404">
                  <c:v>17-08-2009</c:v>
                </c:pt>
                <c:pt idx="2405">
                  <c:v>18-08-2009</c:v>
                </c:pt>
                <c:pt idx="2406">
                  <c:v>19-08-2009</c:v>
                </c:pt>
                <c:pt idx="2407">
                  <c:v>20-08-2009</c:v>
                </c:pt>
                <c:pt idx="2408">
                  <c:v>21-08-2009</c:v>
                </c:pt>
                <c:pt idx="2409">
                  <c:v>24-08-2009</c:v>
                </c:pt>
                <c:pt idx="2410">
                  <c:v>25-08-2009</c:v>
                </c:pt>
                <c:pt idx="2411">
                  <c:v>26-08-2009</c:v>
                </c:pt>
                <c:pt idx="2412">
                  <c:v>27-08-2009</c:v>
                </c:pt>
                <c:pt idx="2413">
                  <c:v>28-08-2009</c:v>
                </c:pt>
                <c:pt idx="2414">
                  <c:v>31-08-2009</c:v>
                </c:pt>
                <c:pt idx="2415">
                  <c:v>01-09-2009</c:v>
                </c:pt>
                <c:pt idx="2416">
                  <c:v>02-09-2009</c:v>
                </c:pt>
                <c:pt idx="2417">
                  <c:v>03-09-2009</c:v>
                </c:pt>
                <c:pt idx="2418">
                  <c:v>04-09-2009</c:v>
                </c:pt>
                <c:pt idx="2419">
                  <c:v>07-09-2009</c:v>
                </c:pt>
                <c:pt idx="2420">
                  <c:v>08-09-2009</c:v>
                </c:pt>
                <c:pt idx="2421">
                  <c:v>09-09-2009</c:v>
                </c:pt>
                <c:pt idx="2422">
                  <c:v>10-09-2009</c:v>
                </c:pt>
                <c:pt idx="2423">
                  <c:v>11-09-2009</c:v>
                </c:pt>
                <c:pt idx="2424">
                  <c:v>14-09-2009</c:v>
                </c:pt>
                <c:pt idx="2425">
                  <c:v>15-09-2009</c:v>
                </c:pt>
                <c:pt idx="2426">
                  <c:v>16-09-2009</c:v>
                </c:pt>
                <c:pt idx="2427">
                  <c:v>17-09-2009</c:v>
                </c:pt>
                <c:pt idx="2428">
                  <c:v>18-09-2009</c:v>
                </c:pt>
                <c:pt idx="2429">
                  <c:v>22-09-2009</c:v>
                </c:pt>
                <c:pt idx="2430">
                  <c:v>23-09-2009</c:v>
                </c:pt>
                <c:pt idx="2431">
                  <c:v>24-09-2009</c:v>
                </c:pt>
                <c:pt idx="2432">
                  <c:v>25-09-2009</c:v>
                </c:pt>
                <c:pt idx="2433">
                  <c:v>29-09-2009</c:v>
                </c:pt>
                <c:pt idx="2434">
                  <c:v>30-09-2009</c:v>
                </c:pt>
                <c:pt idx="2435">
                  <c:v>01-10-2009</c:v>
                </c:pt>
                <c:pt idx="2436">
                  <c:v>05-10-2009</c:v>
                </c:pt>
                <c:pt idx="2437">
                  <c:v>06-10-2009</c:v>
                </c:pt>
                <c:pt idx="2438">
                  <c:v>07-10-2009</c:v>
                </c:pt>
                <c:pt idx="2439">
                  <c:v>08-10-2009</c:v>
                </c:pt>
                <c:pt idx="2440">
                  <c:v>09-10-2009</c:v>
                </c:pt>
                <c:pt idx="2441">
                  <c:v>12-10-2009</c:v>
                </c:pt>
                <c:pt idx="2442">
                  <c:v>14-10-2009</c:v>
                </c:pt>
                <c:pt idx="2443">
                  <c:v>15-10-2009</c:v>
                </c:pt>
                <c:pt idx="2444">
                  <c:v>16-10-2009</c:v>
                </c:pt>
                <c:pt idx="2445">
                  <c:v>17-10-2009</c:v>
                </c:pt>
                <c:pt idx="2446">
                  <c:v>20-10-2009</c:v>
                </c:pt>
                <c:pt idx="2447">
                  <c:v>21-10-2009</c:v>
                </c:pt>
                <c:pt idx="2448">
                  <c:v>22-10-2009</c:v>
                </c:pt>
                <c:pt idx="2449">
                  <c:v>23-10-2009</c:v>
                </c:pt>
                <c:pt idx="2450">
                  <c:v>26-10-2009</c:v>
                </c:pt>
                <c:pt idx="2451">
                  <c:v>27-10-2009</c:v>
                </c:pt>
                <c:pt idx="2452">
                  <c:v>28-10-2009</c:v>
                </c:pt>
                <c:pt idx="2453">
                  <c:v>29-10-2009</c:v>
                </c:pt>
                <c:pt idx="2454">
                  <c:v>30-10-2009</c:v>
                </c:pt>
                <c:pt idx="2455">
                  <c:v>03-11-2009</c:v>
                </c:pt>
                <c:pt idx="2456">
                  <c:v>04-11-2009</c:v>
                </c:pt>
                <c:pt idx="2457">
                  <c:v>05-11-2009</c:v>
                </c:pt>
                <c:pt idx="2458">
                  <c:v>06-11-2009</c:v>
                </c:pt>
                <c:pt idx="2459">
                  <c:v>09-11-2009</c:v>
                </c:pt>
                <c:pt idx="2460">
                  <c:v>10-11-2009</c:v>
                </c:pt>
                <c:pt idx="2461">
                  <c:v>11-11-2009</c:v>
                </c:pt>
                <c:pt idx="2462">
                  <c:v>12-11-2009</c:v>
                </c:pt>
                <c:pt idx="2463">
                  <c:v>13-11-2009</c:v>
                </c:pt>
                <c:pt idx="2464">
                  <c:v>16-11-2009</c:v>
                </c:pt>
                <c:pt idx="2465">
                  <c:v>17-11-2009</c:v>
                </c:pt>
                <c:pt idx="2466">
                  <c:v>18-11-2009</c:v>
                </c:pt>
                <c:pt idx="2467">
                  <c:v>19-11-2009</c:v>
                </c:pt>
                <c:pt idx="2468">
                  <c:v>20-11-2009</c:v>
                </c:pt>
                <c:pt idx="2469">
                  <c:v>23-11-2009</c:v>
                </c:pt>
                <c:pt idx="2470">
                  <c:v>24-11-2009</c:v>
                </c:pt>
                <c:pt idx="2471">
                  <c:v>25-11-2009</c:v>
                </c:pt>
                <c:pt idx="2472">
                  <c:v>26-11-2009</c:v>
                </c:pt>
                <c:pt idx="2473">
                  <c:v>27-11-2009</c:v>
                </c:pt>
                <c:pt idx="2474">
                  <c:v>30-11-2009</c:v>
                </c:pt>
                <c:pt idx="2475">
                  <c:v>01-12-2009</c:v>
                </c:pt>
                <c:pt idx="2476">
                  <c:v>02-12-2009</c:v>
                </c:pt>
                <c:pt idx="2477">
                  <c:v>03-12-2009</c:v>
                </c:pt>
                <c:pt idx="2478">
                  <c:v>04-12-2009</c:v>
                </c:pt>
                <c:pt idx="2479">
                  <c:v>07-12-2009</c:v>
                </c:pt>
                <c:pt idx="2480">
                  <c:v>08-12-2009</c:v>
                </c:pt>
                <c:pt idx="2481">
                  <c:v>09-12-2009</c:v>
                </c:pt>
                <c:pt idx="2482">
                  <c:v>10-12-2009</c:v>
                </c:pt>
                <c:pt idx="2483">
                  <c:v>11-12-2009</c:v>
                </c:pt>
                <c:pt idx="2484">
                  <c:v>14-12-2009</c:v>
                </c:pt>
                <c:pt idx="2485">
                  <c:v>15-12-2009</c:v>
                </c:pt>
                <c:pt idx="2486">
                  <c:v>16-12-2009</c:v>
                </c:pt>
                <c:pt idx="2487">
                  <c:v>17-12-2009</c:v>
                </c:pt>
                <c:pt idx="2488">
                  <c:v>18-12-2009</c:v>
                </c:pt>
                <c:pt idx="2489">
                  <c:v>21-12-2009</c:v>
                </c:pt>
                <c:pt idx="2490">
                  <c:v>22-12-2009</c:v>
                </c:pt>
                <c:pt idx="2491">
                  <c:v>23-12-2009</c:v>
                </c:pt>
                <c:pt idx="2492">
                  <c:v>24-12-2009</c:v>
                </c:pt>
                <c:pt idx="2493">
                  <c:v>29-12-2009</c:v>
                </c:pt>
                <c:pt idx="2494">
                  <c:v>30-12-2009</c:v>
                </c:pt>
                <c:pt idx="2495">
                  <c:v>31-12-2009</c:v>
                </c:pt>
                <c:pt idx="2496">
                  <c:v>04-01-2010</c:v>
                </c:pt>
                <c:pt idx="2497">
                  <c:v>05-01-2010</c:v>
                </c:pt>
                <c:pt idx="2498">
                  <c:v>06-01-2010</c:v>
                </c:pt>
                <c:pt idx="2499">
                  <c:v>07-01-2010</c:v>
                </c:pt>
                <c:pt idx="2500">
                  <c:v>08-01-2010</c:v>
                </c:pt>
                <c:pt idx="2501">
                  <c:v>11-01-2010</c:v>
                </c:pt>
                <c:pt idx="2502">
                  <c:v>12-01-2010</c:v>
                </c:pt>
                <c:pt idx="2503">
                  <c:v>13-01-2010</c:v>
                </c:pt>
                <c:pt idx="2504">
                  <c:v>14-01-2010</c:v>
                </c:pt>
                <c:pt idx="2505">
                  <c:v>15-01-2010</c:v>
                </c:pt>
                <c:pt idx="2506">
                  <c:v>18-01-2010</c:v>
                </c:pt>
                <c:pt idx="2507">
                  <c:v>19-01-2010</c:v>
                </c:pt>
                <c:pt idx="2508">
                  <c:v>20-01-2010</c:v>
                </c:pt>
                <c:pt idx="2509">
                  <c:v>21-01-2010</c:v>
                </c:pt>
                <c:pt idx="2510">
                  <c:v>22-01-2010</c:v>
                </c:pt>
                <c:pt idx="2511">
                  <c:v>25-01-2010</c:v>
                </c:pt>
                <c:pt idx="2512">
                  <c:v>27-01-2010</c:v>
                </c:pt>
                <c:pt idx="2513">
                  <c:v>28-01-2010</c:v>
                </c:pt>
                <c:pt idx="2514">
                  <c:v>29-01-2010</c:v>
                </c:pt>
                <c:pt idx="2515">
                  <c:v>01-02-2010</c:v>
                </c:pt>
                <c:pt idx="2516">
                  <c:v>02-02-2010</c:v>
                </c:pt>
                <c:pt idx="2517">
                  <c:v>03-02-2010</c:v>
                </c:pt>
                <c:pt idx="2518">
                  <c:v>04-02-2010</c:v>
                </c:pt>
                <c:pt idx="2519">
                  <c:v>05-02-2010</c:v>
                </c:pt>
                <c:pt idx="2520">
                  <c:v>06-02-2010</c:v>
                </c:pt>
                <c:pt idx="2521">
                  <c:v>08-02-2010</c:v>
                </c:pt>
                <c:pt idx="2522">
                  <c:v>09-02-2010</c:v>
                </c:pt>
                <c:pt idx="2523">
                  <c:v>10-02-2010</c:v>
                </c:pt>
                <c:pt idx="2524">
                  <c:v>11-02-2010</c:v>
                </c:pt>
                <c:pt idx="2525">
                  <c:v>15-02-2010</c:v>
                </c:pt>
                <c:pt idx="2526">
                  <c:v>16-02-2010</c:v>
                </c:pt>
                <c:pt idx="2527">
                  <c:v>17-02-2010</c:v>
                </c:pt>
                <c:pt idx="2528">
                  <c:v>18-02-2010</c:v>
                </c:pt>
                <c:pt idx="2529">
                  <c:v>19-02-2010</c:v>
                </c:pt>
                <c:pt idx="2530">
                  <c:v>22-02-2010</c:v>
                </c:pt>
                <c:pt idx="2531">
                  <c:v>23-02-2010</c:v>
                </c:pt>
                <c:pt idx="2532">
                  <c:v>24-02-2010</c:v>
                </c:pt>
                <c:pt idx="2533">
                  <c:v>25-02-2010</c:v>
                </c:pt>
                <c:pt idx="2534">
                  <c:v>26-02-2010</c:v>
                </c:pt>
                <c:pt idx="2535">
                  <c:v>02-03-2010</c:v>
                </c:pt>
                <c:pt idx="2536">
                  <c:v>03-03-2010</c:v>
                </c:pt>
                <c:pt idx="2537">
                  <c:v>04-03-2010</c:v>
                </c:pt>
                <c:pt idx="2538">
                  <c:v>05-03-2010</c:v>
                </c:pt>
                <c:pt idx="2539">
                  <c:v>08-03-2010</c:v>
                </c:pt>
                <c:pt idx="2540">
                  <c:v>09-03-2010</c:v>
                </c:pt>
                <c:pt idx="2541">
                  <c:v>10-03-2010</c:v>
                </c:pt>
                <c:pt idx="2542">
                  <c:v>11-03-2010</c:v>
                </c:pt>
                <c:pt idx="2543">
                  <c:v>12-03-2010</c:v>
                </c:pt>
                <c:pt idx="2544">
                  <c:v>15-03-2010</c:v>
                </c:pt>
                <c:pt idx="2545">
                  <c:v>16-03-2010</c:v>
                </c:pt>
                <c:pt idx="2546">
                  <c:v>17-03-2010</c:v>
                </c:pt>
                <c:pt idx="2547">
                  <c:v>18-03-2010</c:v>
                </c:pt>
                <c:pt idx="2548">
                  <c:v>19-03-2010</c:v>
                </c:pt>
                <c:pt idx="2549">
                  <c:v>22-03-2010</c:v>
                </c:pt>
                <c:pt idx="2550">
                  <c:v>23-03-2010</c:v>
                </c:pt>
                <c:pt idx="2551">
                  <c:v>25-03-2010</c:v>
                </c:pt>
                <c:pt idx="2552">
                  <c:v>26-03-2010</c:v>
                </c:pt>
                <c:pt idx="2553">
                  <c:v>29-03-2010</c:v>
                </c:pt>
                <c:pt idx="2554">
                  <c:v>30-03-2010</c:v>
                </c:pt>
                <c:pt idx="2555">
                  <c:v>31-03-2010</c:v>
                </c:pt>
                <c:pt idx="2556">
                  <c:v>01-04-2010</c:v>
                </c:pt>
                <c:pt idx="2557">
                  <c:v>05-04-2010</c:v>
                </c:pt>
                <c:pt idx="2558">
                  <c:v>06-04-2010</c:v>
                </c:pt>
                <c:pt idx="2559">
                  <c:v>07-04-2010</c:v>
                </c:pt>
                <c:pt idx="2560">
                  <c:v>08-04-2010</c:v>
                </c:pt>
                <c:pt idx="2561">
                  <c:v>09-04-2010</c:v>
                </c:pt>
                <c:pt idx="2562">
                  <c:v>12-04-2010</c:v>
                </c:pt>
                <c:pt idx="2563">
                  <c:v>13-04-2010</c:v>
                </c:pt>
                <c:pt idx="2564">
                  <c:v>15-04-2010</c:v>
                </c:pt>
                <c:pt idx="2565">
                  <c:v>16-04-2010</c:v>
                </c:pt>
                <c:pt idx="2566">
                  <c:v>19-04-2010</c:v>
                </c:pt>
                <c:pt idx="2567">
                  <c:v>20-04-2010</c:v>
                </c:pt>
                <c:pt idx="2568">
                  <c:v>21-04-2010</c:v>
                </c:pt>
                <c:pt idx="2569">
                  <c:v>22-04-2010</c:v>
                </c:pt>
                <c:pt idx="2570">
                  <c:v>23-04-2010</c:v>
                </c:pt>
                <c:pt idx="2571">
                  <c:v>26-04-2010</c:v>
                </c:pt>
                <c:pt idx="2572">
                  <c:v>27-04-2010</c:v>
                </c:pt>
                <c:pt idx="2573">
                  <c:v>28-04-2010</c:v>
                </c:pt>
                <c:pt idx="2574">
                  <c:v>29-04-2010</c:v>
                </c:pt>
                <c:pt idx="2575">
                  <c:v>30-04-2010</c:v>
                </c:pt>
                <c:pt idx="2576">
                  <c:v>03-05-2010</c:v>
                </c:pt>
                <c:pt idx="2577">
                  <c:v>04-05-2010</c:v>
                </c:pt>
                <c:pt idx="2578">
                  <c:v>05-05-2010</c:v>
                </c:pt>
                <c:pt idx="2579">
                  <c:v>06-05-2010</c:v>
                </c:pt>
                <c:pt idx="2580">
                  <c:v>07-05-2010</c:v>
                </c:pt>
                <c:pt idx="2581">
                  <c:v>10-05-2010</c:v>
                </c:pt>
                <c:pt idx="2582">
                  <c:v>11-05-2010</c:v>
                </c:pt>
                <c:pt idx="2583">
                  <c:v>12-05-2010</c:v>
                </c:pt>
                <c:pt idx="2584">
                  <c:v>13-05-2010</c:v>
                </c:pt>
                <c:pt idx="2585">
                  <c:v>14-05-2010</c:v>
                </c:pt>
                <c:pt idx="2586">
                  <c:v>17-05-2010</c:v>
                </c:pt>
                <c:pt idx="2587">
                  <c:v>18-05-2010</c:v>
                </c:pt>
                <c:pt idx="2588">
                  <c:v>19-05-2010</c:v>
                </c:pt>
                <c:pt idx="2589">
                  <c:v>20-05-2010</c:v>
                </c:pt>
                <c:pt idx="2590">
                  <c:v>21-05-2010</c:v>
                </c:pt>
                <c:pt idx="2591">
                  <c:v>24-05-2010</c:v>
                </c:pt>
                <c:pt idx="2592">
                  <c:v>25-05-2010</c:v>
                </c:pt>
                <c:pt idx="2593">
                  <c:v>26-05-2010</c:v>
                </c:pt>
                <c:pt idx="2594">
                  <c:v>27-05-2010</c:v>
                </c:pt>
                <c:pt idx="2595">
                  <c:v>28-05-2010</c:v>
                </c:pt>
                <c:pt idx="2596">
                  <c:v>31-05-2010</c:v>
                </c:pt>
                <c:pt idx="2597">
                  <c:v>01-06-2010</c:v>
                </c:pt>
                <c:pt idx="2598">
                  <c:v>02-06-2010</c:v>
                </c:pt>
                <c:pt idx="2599">
                  <c:v>03-06-2010</c:v>
                </c:pt>
                <c:pt idx="2600">
                  <c:v>04-06-2010</c:v>
                </c:pt>
                <c:pt idx="2601">
                  <c:v>07-06-2010</c:v>
                </c:pt>
                <c:pt idx="2602">
                  <c:v>08-06-2010</c:v>
                </c:pt>
                <c:pt idx="2603">
                  <c:v>09-06-2010</c:v>
                </c:pt>
                <c:pt idx="2604">
                  <c:v>10-06-2010</c:v>
                </c:pt>
                <c:pt idx="2605">
                  <c:v>11-06-2010</c:v>
                </c:pt>
                <c:pt idx="2606">
                  <c:v>14-06-2010</c:v>
                </c:pt>
                <c:pt idx="2607">
                  <c:v>15-06-2010</c:v>
                </c:pt>
                <c:pt idx="2608">
                  <c:v>16-06-2010</c:v>
                </c:pt>
                <c:pt idx="2609">
                  <c:v>17-06-2010</c:v>
                </c:pt>
                <c:pt idx="2610">
                  <c:v>18-06-2010</c:v>
                </c:pt>
                <c:pt idx="2611">
                  <c:v>21-06-2010</c:v>
                </c:pt>
                <c:pt idx="2612">
                  <c:v>22-06-2010</c:v>
                </c:pt>
                <c:pt idx="2613">
                  <c:v>23-06-2010</c:v>
                </c:pt>
                <c:pt idx="2614">
                  <c:v>24-06-2010</c:v>
                </c:pt>
                <c:pt idx="2615">
                  <c:v>25-06-2010</c:v>
                </c:pt>
                <c:pt idx="2616">
                  <c:v>28-06-2010</c:v>
                </c:pt>
                <c:pt idx="2617">
                  <c:v>29-06-2010</c:v>
                </c:pt>
                <c:pt idx="2618">
                  <c:v>30-06-2010</c:v>
                </c:pt>
                <c:pt idx="2619">
                  <c:v>01-07-2010</c:v>
                </c:pt>
                <c:pt idx="2620">
                  <c:v>02-07-2010</c:v>
                </c:pt>
                <c:pt idx="2621">
                  <c:v>05-07-2010</c:v>
                </c:pt>
                <c:pt idx="2622">
                  <c:v>06-07-2010</c:v>
                </c:pt>
                <c:pt idx="2623">
                  <c:v>07-07-2010</c:v>
                </c:pt>
                <c:pt idx="2624">
                  <c:v>08-07-2010</c:v>
                </c:pt>
                <c:pt idx="2625">
                  <c:v>09-07-2010</c:v>
                </c:pt>
                <c:pt idx="2626">
                  <c:v>12-07-2010</c:v>
                </c:pt>
                <c:pt idx="2627">
                  <c:v>13-07-2010</c:v>
                </c:pt>
                <c:pt idx="2628">
                  <c:v>14-07-2010</c:v>
                </c:pt>
                <c:pt idx="2629">
                  <c:v>15-07-2010</c:v>
                </c:pt>
                <c:pt idx="2630">
                  <c:v>16-07-2010</c:v>
                </c:pt>
                <c:pt idx="2631">
                  <c:v>19-07-2010</c:v>
                </c:pt>
                <c:pt idx="2632">
                  <c:v>20-07-2010</c:v>
                </c:pt>
                <c:pt idx="2633">
                  <c:v>21-07-2010</c:v>
                </c:pt>
                <c:pt idx="2634">
                  <c:v>22-07-2010</c:v>
                </c:pt>
                <c:pt idx="2635">
                  <c:v>23-07-2010</c:v>
                </c:pt>
                <c:pt idx="2636">
                  <c:v>26-07-2010</c:v>
                </c:pt>
                <c:pt idx="2637">
                  <c:v>27-07-2010</c:v>
                </c:pt>
                <c:pt idx="2638">
                  <c:v>28-07-2010</c:v>
                </c:pt>
                <c:pt idx="2639">
                  <c:v>29-07-2010</c:v>
                </c:pt>
                <c:pt idx="2640">
                  <c:v>30-07-2010</c:v>
                </c:pt>
                <c:pt idx="2641">
                  <c:v>02-08-2010</c:v>
                </c:pt>
                <c:pt idx="2642">
                  <c:v>03-08-2010</c:v>
                </c:pt>
                <c:pt idx="2643">
                  <c:v>04-08-2010</c:v>
                </c:pt>
                <c:pt idx="2644">
                  <c:v>05-08-2010</c:v>
                </c:pt>
                <c:pt idx="2645">
                  <c:v>06-08-2010</c:v>
                </c:pt>
                <c:pt idx="2646">
                  <c:v>09-08-2010</c:v>
                </c:pt>
                <c:pt idx="2647">
                  <c:v>10-08-2010</c:v>
                </c:pt>
                <c:pt idx="2648">
                  <c:v>11-08-2010</c:v>
                </c:pt>
                <c:pt idx="2649">
                  <c:v>12-08-2010</c:v>
                </c:pt>
                <c:pt idx="2650">
                  <c:v>13-08-2010</c:v>
                </c:pt>
                <c:pt idx="2651">
                  <c:v>16-08-2010</c:v>
                </c:pt>
                <c:pt idx="2652">
                  <c:v>17-08-2010</c:v>
                </c:pt>
                <c:pt idx="2653">
                  <c:v>18-08-2010</c:v>
                </c:pt>
                <c:pt idx="2654">
                  <c:v>19-08-2010</c:v>
                </c:pt>
                <c:pt idx="2655">
                  <c:v>20-08-2010</c:v>
                </c:pt>
                <c:pt idx="2656">
                  <c:v>23-08-2010</c:v>
                </c:pt>
                <c:pt idx="2657">
                  <c:v>24-08-2010</c:v>
                </c:pt>
                <c:pt idx="2658">
                  <c:v>25-08-2010</c:v>
                </c:pt>
                <c:pt idx="2659">
                  <c:v>26-08-2010</c:v>
                </c:pt>
                <c:pt idx="2660">
                  <c:v>27-08-2010</c:v>
                </c:pt>
                <c:pt idx="2661">
                  <c:v>30-08-2010</c:v>
                </c:pt>
                <c:pt idx="2662">
                  <c:v>31-08-2010</c:v>
                </c:pt>
                <c:pt idx="2663">
                  <c:v>01-09-2010</c:v>
                </c:pt>
                <c:pt idx="2664">
                  <c:v>02-09-2010</c:v>
                </c:pt>
                <c:pt idx="2665">
                  <c:v>03-09-2010</c:v>
                </c:pt>
                <c:pt idx="2666">
                  <c:v>06-09-2010</c:v>
                </c:pt>
                <c:pt idx="2667">
                  <c:v>07-09-2010</c:v>
                </c:pt>
                <c:pt idx="2668">
                  <c:v>08-09-2010</c:v>
                </c:pt>
                <c:pt idx="2669">
                  <c:v>09-09-2010</c:v>
                </c:pt>
                <c:pt idx="2670">
                  <c:v>13-09-2010</c:v>
                </c:pt>
                <c:pt idx="2671">
                  <c:v>14-09-2010</c:v>
                </c:pt>
                <c:pt idx="2672">
                  <c:v>15-09-2010</c:v>
                </c:pt>
                <c:pt idx="2673">
                  <c:v>16-09-2010</c:v>
                </c:pt>
                <c:pt idx="2674">
                  <c:v>17-09-2010</c:v>
                </c:pt>
                <c:pt idx="2675">
                  <c:v>20-09-2010</c:v>
                </c:pt>
                <c:pt idx="2676">
                  <c:v>21-09-2010</c:v>
                </c:pt>
                <c:pt idx="2677">
                  <c:v>22-09-2010</c:v>
                </c:pt>
                <c:pt idx="2678">
                  <c:v>23-09-2010</c:v>
                </c:pt>
                <c:pt idx="2679">
                  <c:v>24-09-2010</c:v>
                </c:pt>
                <c:pt idx="2680">
                  <c:v>27-09-2010</c:v>
                </c:pt>
                <c:pt idx="2681">
                  <c:v>28-09-2010</c:v>
                </c:pt>
                <c:pt idx="2682">
                  <c:v>29-09-2010</c:v>
                </c:pt>
                <c:pt idx="2683">
                  <c:v>30-09-2010</c:v>
                </c:pt>
                <c:pt idx="2684">
                  <c:v>01-10-2010</c:v>
                </c:pt>
                <c:pt idx="2685">
                  <c:v>04-10-2010</c:v>
                </c:pt>
                <c:pt idx="2686">
                  <c:v>05-10-2010</c:v>
                </c:pt>
                <c:pt idx="2687">
                  <c:v>06-10-2010</c:v>
                </c:pt>
                <c:pt idx="2688">
                  <c:v>07-10-2010</c:v>
                </c:pt>
                <c:pt idx="2689">
                  <c:v>08-10-2010</c:v>
                </c:pt>
                <c:pt idx="2690">
                  <c:v>11-10-2010</c:v>
                </c:pt>
                <c:pt idx="2691">
                  <c:v>12-10-2010</c:v>
                </c:pt>
                <c:pt idx="2692">
                  <c:v>13-10-2010</c:v>
                </c:pt>
                <c:pt idx="2693">
                  <c:v>14-10-2010</c:v>
                </c:pt>
                <c:pt idx="2694">
                  <c:v>15-10-2010</c:v>
                </c:pt>
                <c:pt idx="2695">
                  <c:v>18-10-2010</c:v>
                </c:pt>
                <c:pt idx="2696">
                  <c:v>19-10-2010</c:v>
                </c:pt>
                <c:pt idx="2697">
                  <c:v>20-10-2010</c:v>
                </c:pt>
                <c:pt idx="2698">
                  <c:v>21-10-2010</c:v>
                </c:pt>
                <c:pt idx="2699">
                  <c:v>22-10-2010</c:v>
                </c:pt>
                <c:pt idx="2700">
                  <c:v>25-10-2010</c:v>
                </c:pt>
                <c:pt idx="2701">
                  <c:v>26-10-2010</c:v>
                </c:pt>
                <c:pt idx="2702">
                  <c:v>27-10-2010</c:v>
                </c:pt>
                <c:pt idx="2703">
                  <c:v>28-10-2010</c:v>
                </c:pt>
                <c:pt idx="2704">
                  <c:v>29-10-2010</c:v>
                </c:pt>
                <c:pt idx="2705">
                  <c:v>01-11-2010</c:v>
                </c:pt>
                <c:pt idx="2706">
                  <c:v>02-11-2010</c:v>
                </c:pt>
                <c:pt idx="2707">
                  <c:v>03-11-2010</c:v>
                </c:pt>
                <c:pt idx="2708">
                  <c:v>04-11-2010</c:v>
                </c:pt>
                <c:pt idx="2709">
                  <c:v>05-11-2010</c:v>
                </c:pt>
                <c:pt idx="2710">
                  <c:v>08-11-2010</c:v>
                </c:pt>
                <c:pt idx="2711">
                  <c:v>09-11-2010</c:v>
                </c:pt>
                <c:pt idx="2712">
                  <c:v>10-11-2010</c:v>
                </c:pt>
                <c:pt idx="2713">
                  <c:v>11-11-2010</c:v>
                </c:pt>
                <c:pt idx="2714">
                  <c:v>12-11-2010</c:v>
                </c:pt>
                <c:pt idx="2715">
                  <c:v>15-11-2010</c:v>
                </c:pt>
                <c:pt idx="2716">
                  <c:v>16-11-2010</c:v>
                </c:pt>
                <c:pt idx="2717">
                  <c:v>18-11-2010</c:v>
                </c:pt>
                <c:pt idx="2718">
                  <c:v>19-11-2010</c:v>
                </c:pt>
                <c:pt idx="2719">
                  <c:v>22-11-2010</c:v>
                </c:pt>
                <c:pt idx="2720">
                  <c:v>23-11-2010</c:v>
                </c:pt>
                <c:pt idx="2721">
                  <c:v>24-11-2010</c:v>
                </c:pt>
                <c:pt idx="2722">
                  <c:v>25-11-2010</c:v>
                </c:pt>
                <c:pt idx="2723">
                  <c:v>26-11-2010</c:v>
                </c:pt>
                <c:pt idx="2724">
                  <c:v>29-11-2010</c:v>
                </c:pt>
                <c:pt idx="2725">
                  <c:v>30-11-2010</c:v>
                </c:pt>
                <c:pt idx="2726">
                  <c:v>01-12-2010</c:v>
                </c:pt>
                <c:pt idx="2727">
                  <c:v>02-12-2010</c:v>
                </c:pt>
                <c:pt idx="2728">
                  <c:v>03-12-2010</c:v>
                </c:pt>
                <c:pt idx="2729">
                  <c:v>06-12-2010</c:v>
                </c:pt>
                <c:pt idx="2730">
                  <c:v>07-12-2010</c:v>
                </c:pt>
                <c:pt idx="2731">
                  <c:v>08-12-2010</c:v>
                </c:pt>
                <c:pt idx="2732">
                  <c:v>09-12-2010</c:v>
                </c:pt>
                <c:pt idx="2733">
                  <c:v>10-12-2010</c:v>
                </c:pt>
                <c:pt idx="2734">
                  <c:v>13-12-2010</c:v>
                </c:pt>
                <c:pt idx="2735">
                  <c:v>14-12-2010</c:v>
                </c:pt>
                <c:pt idx="2736">
                  <c:v>15-12-2010</c:v>
                </c:pt>
                <c:pt idx="2737">
                  <c:v>16-12-2010</c:v>
                </c:pt>
                <c:pt idx="2738">
                  <c:v>20-12-2010</c:v>
                </c:pt>
                <c:pt idx="2739">
                  <c:v>21-12-2010</c:v>
                </c:pt>
                <c:pt idx="2740">
                  <c:v>22-12-2010</c:v>
                </c:pt>
                <c:pt idx="2741">
                  <c:v>23-12-2010</c:v>
                </c:pt>
                <c:pt idx="2742">
                  <c:v>24-12-2010</c:v>
                </c:pt>
                <c:pt idx="2743">
                  <c:v>27-12-2010</c:v>
                </c:pt>
                <c:pt idx="2744">
                  <c:v>28-12-2010</c:v>
                </c:pt>
                <c:pt idx="2745">
                  <c:v>29-12-2010</c:v>
                </c:pt>
                <c:pt idx="2746">
                  <c:v>30-12-2010</c:v>
                </c:pt>
                <c:pt idx="2747">
                  <c:v>31-12-2010</c:v>
                </c:pt>
                <c:pt idx="2748">
                  <c:v>03-01-2011</c:v>
                </c:pt>
                <c:pt idx="2749">
                  <c:v>04-01-2011</c:v>
                </c:pt>
                <c:pt idx="2750">
                  <c:v>05-01-2011</c:v>
                </c:pt>
                <c:pt idx="2751">
                  <c:v>06-01-2011</c:v>
                </c:pt>
                <c:pt idx="2752">
                  <c:v>07-01-2011</c:v>
                </c:pt>
                <c:pt idx="2753">
                  <c:v>10-01-2011</c:v>
                </c:pt>
                <c:pt idx="2754">
                  <c:v>11-01-2011</c:v>
                </c:pt>
                <c:pt idx="2755">
                  <c:v>12-01-2011</c:v>
                </c:pt>
                <c:pt idx="2756">
                  <c:v>13-01-2011</c:v>
                </c:pt>
                <c:pt idx="2757">
                  <c:v>14-01-2011</c:v>
                </c:pt>
                <c:pt idx="2758">
                  <c:v>17-01-2011</c:v>
                </c:pt>
                <c:pt idx="2759">
                  <c:v>18-01-2011</c:v>
                </c:pt>
                <c:pt idx="2760">
                  <c:v>19-01-2011</c:v>
                </c:pt>
                <c:pt idx="2761">
                  <c:v>20-01-2011</c:v>
                </c:pt>
                <c:pt idx="2762">
                  <c:v>21-01-2011</c:v>
                </c:pt>
                <c:pt idx="2763">
                  <c:v>24-01-2011</c:v>
                </c:pt>
                <c:pt idx="2764">
                  <c:v>25-01-2011</c:v>
                </c:pt>
                <c:pt idx="2765">
                  <c:v>27-01-2011</c:v>
                </c:pt>
                <c:pt idx="2766">
                  <c:v>28-01-2011</c:v>
                </c:pt>
                <c:pt idx="2767">
                  <c:v>31-01-2011</c:v>
                </c:pt>
                <c:pt idx="2768">
                  <c:v>01-02-2011</c:v>
                </c:pt>
                <c:pt idx="2769">
                  <c:v>02-02-2011</c:v>
                </c:pt>
                <c:pt idx="2770">
                  <c:v>03-02-2011</c:v>
                </c:pt>
                <c:pt idx="2771">
                  <c:v>04-02-2011</c:v>
                </c:pt>
                <c:pt idx="2772">
                  <c:v>07-02-2011</c:v>
                </c:pt>
                <c:pt idx="2773">
                  <c:v>08-02-2011</c:v>
                </c:pt>
                <c:pt idx="2774">
                  <c:v>09-02-2011</c:v>
                </c:pt>
                <c:pt idx="2775">
                  <c:v>10-02-2011</c:v>
                </c:pt>
                <c:pt idx="2776">
                  <c:v>11-02-2011</c:v>
                </c:pt>
                <c:pt idx="2777">
                  <c:v>14-02-2011</c:v>
                </c:pt>
                <c:pt idx="2778">
                  <c:v>15-02-2011</c:v>
                </c:pt>
                <c:pt idx="2779">
                  <c:v>16-02-2011</c:v>
                </c:pt>
                <c:pt idx="2780">
                  <c:v>17-02-2011</c:v>
                </c:pt>
                <c:pt idx="2781">
                  <c:v>18-02-2011</c:v>
                </c:pt>
                <c:pt idx="2782">
                  <c:v>21-02-2011</c:v>
                </c:pt>
                <c:pt idx="2783">
                  <c:v>22-02-2011</c:v>
                </c:pt>
                <c:pt idx="2784">
                  <c:v>23-02-2011</c:v>
                </c:pt>
                <c:pt idx="2785">
                  <c:v>24-02-2011</c:v>
                </c:pt>
                <c:pt idx="2786">
                  <c:v>25-02-2011</c:v>
                </c:pt>
                <c:pt idx="2787">
                  <c:v>28-02-2011</c:v>
                </c:pt>
                <c:pt idx="2788">
                  <c:v>01-03-2011</c:v>
                </c:pt>
                <c:pt idx="2789">
                  <c:v>03-03-2011</c:v>
                </c:pt>
                <c:pt idx="2790">
                  <c:v>04-03-2011</c:v>
                </c:pt>
                <c:pt idx="2791">
                  <c:v>07-03-2011</c:v>
                </c:pt>
                <c:pt idx="2792">
                  <c:v>08-03-2011</c:v>
                </c:pt>
                <c:pt idx="2793">
                  <c:v>09-03-2011</c:v>
                </c:pt>
                <c:pt idx="2794">
                  <c:v>10-03-2011</c:v>
                </c:pt>
                <c:pt idx="2795">
                  <c:v>11-03-2011</c:v>
                </c:pt>
                <c:pt idx="2796">
                  <c:v>14-03-2011</c:v>
                </c:pt>
                <c:pt idx="2797">
                  <c:v>15-03-2011</c:v>
                </c:pt>
                <c:pt idx="2798">
                  <c:v>16-03-2011</c:v>
                </c:pt>
                <c:pt idx="2799">
                  <c:v>17-03-2011</c:v>
                </c:pt>
                <c:pt idx="2800">
                  <c:v>18-03-2011</c:v>
                </c:pt>
                <c:pt idx="2801">
                  <c:v>21-03-2011</c:v>
                </c:pt>
                <c:pt idx="2802">
                  <c:v>22-03-2011</c:v>
                </c:pt>
                <c:pt idx="2803">
                  <c:v>23-03-2011</c:v>
                </c:pt>
                <c:pt idx="2804">
                  <c:v>24-03-2011</c:v>
                </c:pt>
                <c:pt idx="2805">
                  <c:v>25-03-2011</c:v>
                </c:pt>
                <c:pt idx="2806">
                  <c:v>28-03-2011</c:v>
                </c:pt>
                <c:pt idx="2807">
                  <c:v>29-03-2011</c:v>
                </c:pt>
                <c:pt idx="2808">
                  <c:v>30-03-2011</c:v>
                </c:pt>
                <c:pt idx="2809">
                  <c:v>31-03-2011</c:v>
                </c:pt>
                <c:pt idx="2810">
                  <c:v>01-04-2011</c:v>
                </c:pt>
                <c:pt idx="2811">
                  <c:v>04-04-2011</c:v>
                </c:pt>
                <c:pt idx="2812">
                  <c:v>05-04-2011</c:v>
                </c:pt>
                <c:pt idx="2813">
                  <c:v>06-04-2011</c:v>
                </c:pt>
                <c:pt idx="2814">
                  <c:v>07-04-2011</c:v>
                </c:pt>
                <c:pt idx="2815">
                  <c:v>08-04-2011</c:v>
                </c:pt>
                <c:pt idx="2816">
                  <c:v>11-04-2011</c:v>
                </c:pt>
                <c:pt idx="2817">
                  <c:v>13-04-2011</c:v>
                </c:pt>
                <c:pt idx="2818">
                  <c:v>15-04-2011</c:v>
                </c:pt>
                <c:pt idx="2819">
                  <c:v>18-04-2011</c:v>
                </c:pt>
                <c:pt idx="2820">
                  <c:v>19-04-2011</c:v>
                </c:pt>
                <c:pt idx="2821">
                  <c:v>20-04-2011</c:v>
                </c:pt>
                <c:pt idx="2822">
                  <c:v>21-04-2011</c:v>
                </c:pt>
                <c:pt idx="2823">
                  <c:v>25-04-2011</c:v>
                </c:pt>
                <c:pt idx="2824">
                  <c:v>26-04-2011</c:v>
                </c:pt>
                <c:pt idx="2825">
                  <c:v>27-04-2011</c:v>
                </c:pt>
                <c:pt idx="2826">
                  <c:v>28-04-2011</c:v>
                </c:pt>
                <c:pt idx="2827">
                  <c:v>29-04-2011</c:v>
                </c:pt>
                <c:pt idx="2828">
                  <c:v>02-05-2011</c:v>
                </c:pt>
                <c:pt idx="2829">
                  <c:v>03-05-2011</c:v>
                </c:pt>
                <c:pt idx="2830">
                  <c:v>04-05-2011</c:v>
                </c:pt>
                <c:pt idx="2831">
                  <c:v>05-05-2011</c:v>
                </c:pt>
                <c:pt idx="2832">
                  <c:v>06-05-2011</c:v>
                </c:pt>
                <c:pt idx="2833">
                  <c:v>09-05-2011</c:v>
                </c:pt>
                <c:pt idx="2834">
                  <c:v>10-05-2011</c:v>
                </c:pt>
                <c:pt idx="2835">
                  <c:v>11-05-2011</c:v>
                </c:pt>
                <c:pt idx="2836">
                  <c:v>12-05-2011</c:v>
                </c:pt>
                <c:pt idx="2837">
                  <c:v>13-05-2011</c:v>
                </c:pt>
                <c:pt idx="2838">
                  <c:v>16-05-2011</c:v>
                </c:pt>
                <c:pt idx="2839">
                  <c:v>17-05-2011</c:v>
                </c:pt>
                <c:pt idx="2840">
                  <c:v>18-05-2011</c:v>
                </c:pt>
                <c:pt idx="2841">
                  <c:v>19-05-2011</c:v>
                </c:pt>
                <c:pt idx="2842">
                  <c:v>20-05-2011</c:v>
                </c:pt>
                <c:pt idx="2843">
                  <c:v>23-05-2011</c:v>
                </c:pt>
                <c:pt idx="2844">
                  <c:v>24-05-2011</c:v>
                </c:pt>
                <c:pt idx="2845">
                  <c:v>25-05-2011</c:v>
                </c:pt>
                <c:pt idx="2846">
                  <c:v>26-05-2011</c:v>
                </c:pt>
                <c:pt idx="2847">
                  <c:v>27-05-2011</c:v>
                </c:pt>
                <c:pt idx="2848">
                  <c:v>30-05-2011</c:v>
                </c:pt>
                <c:pt idx="2849">
                  <c:v>31-05-2011</c:v>
                </c:pt>
                <c:pt idx="2850">
                  <c:v>01-06-2011</c:v>
                </c:pt>
                <c:pt idx="2851">
                  <c:v>02-06-2011</c:v>
                </c:pt>
                <c:pt idx="2852">
                  <c:v>03-06-2011</c:v>
                </c:pt>
                <c:pt idx="2853">
                  <c:v>06-06-2011</c:v>
                </c:pt>
                <c:pt idx="2854">
                  <c:v>07-06-2011</c:v>
                </c:pt>
                <c:pt idx="2855">
                  <c:v>08-06-2011</c:v>
                </c:pt>
                <c:pt idx="2856">
                  <c:v>09-06-2011</c:v>
                </c:pt>
                <c:pt idx="2857">
                  <c:v>10-06-2011</c:v>
                </c:pt>
                <c:pt idx="2858">
                  <c:v>13-06-2011</c:v>
                </c:pt>
                <c:pt idx="2859">
                  <c:v>14-06-2011</c:v>
                </c:pt>
                <c:pt idx="2860">
                  <c:v>15-06-2011</c:v>
                </c:pt>
                <c:pt idx="2861">
                  <c:v>16-06-2011</c:v>
                </c:pt>
                <c:pt idx="2862">
                  <c:v>17-06-2011</c:v>
                </c:pt>
                <c:pt idx="2863">
                  <c:v>20-06-2011</c:v>
                </c:pt>
                <c:pt idx="2864">
                  <c:v>21-06-2011</c:v>
                </c:pt>
                <c:pt idx="2865">
                  <c:v>22-06-2011</c:v>
                </c:pt>
                <c:pt idx="2866">
                  <c:v>23-06-2011</c:v>
                </c:pt>
                <c:pt idx="2867">
                  <c:v>24-06-2011</c:v>
                </c:pt>
                <c:pt idx="2868">
                  <c:v>27-06-2011</c:v>
                </c:pt>
                <c:pt idx="2869">
                  <c:v>28-06-2011</c:v>
                </c:pt>
                <c:pt idx="2870">
                  <c:v>29-06-2011</c:v>
                </c:pt>
                <c:pt idx="2871">
                  <c:v>30-06-2011</c:v>
                </c:pt>
                <c:pt idx="2872">
                  <c:v>01-07-2011</c:v>
                </c:pt>
                <c:pt idx="2873">
                  <c:v>04-07-2011</c:v>
                </c:pt>
                <c:pt idx="2874">
                  <c:v>05-07-2011</c:v>
                </c:pt>
                <c:pt idx="2875">
                  <c:v>06-07-2011</c:v>
                </c:pt>
                <c:pt idx="2876">
                  <c:v>07-07-2011</c:v>
                </c:pt>
                <c:pt idx="2877">
                  <c:v>08-07-2011</c:v>
                </c:pt>
                <c:pt idx="2878">
                  <c:v>11-07-2011</c:v>
                </c:pt>
                <c:pt idx="2879">
                  <c:v>12-07-2011</c:v>
                </c:pt>
                <c:pt idx="2880">
                  <c:v>13-07-2011</c:v>
                </c:pt>
                <c:pt idx="2881">
                  <c:v>14-07-2011</c:v>
                </c:pt>
                <c:pt idx="2882">
                  <c:v>15-07-2011</c:v>
                </c:pt>
                <c:pt idx="2883">
                  <c:v>18-07-2011</c:v>
                </c:pt>
                <c:pt idx="2884">
                  <c:v>19-07-2011</c:v>
                </c:pt>
                <c:pt idx="2885">
                  <c:v>20-07-2011</c:v>
                </c:pt>
                <c:pt idx="2886">
                  <c:v>21-07-2011</c:v>
                </c:pt>
                <c:pt idx="2887">
                  <c:v>22-07-2011</c:v>
                </c:pt>
                <c:pt idx="2888">
                  <c:v>25-07-2011</c:v>
                </c:pt>
                <c:pt idx="2889">
                  <c:v>26-07-2011</c:v>
                </c:pt>
                <c:pt idx="2890">
                  <c:v>27-07-2011</c:v>
                </c:pt>
                <c:pt idx="2891">
                  <c:v>28-07-2011</c:v>
                </c:pt>
                <c:pt idx="2892">
                  <c:v>29-07-2011</c:v>
                </c:pt>
                <c:pt idx="2893">
                  <c:v>01-08-2011</c:v>
                </c:pt>
                <c:pt idx="2894">
                  <c:v>02-08-2011</c:v>
                </c:pt>
                <c:pt idx="2895">
                  <c:v>03-08-2011</c:v>
                </c:pt>
                <c:pt idx="2896">
                  <c:v>04-08-2011</c:v>
                </c:pt>
                <c:pt idx="2897">
                  <c:v>05-08-2011</c:v>
                </c:pt>
                <c:pt idx="2898">
                  <c:v>08-08-2011</c:v>
                </c:pt>
                <c:pt idx="2899">
                  <c:v>09-08-2011</c:v>
                </c:pt>
                <c:pt idx="2900">
                  <c:v>10-08-2011</c:v>
                </c:pt>
                <c:pt idx="2901">
                  <c:v>11-08-2011</c:v>
                </c:pt>
                <c:pt idx="2902">
                  <c:v>12-08-2011</c:v>
                </c:pt>
                <c:pt idx="2903">
                  <c:v>16-08-2011</c:v>
                </c:pt>
                <c:pt idx="2904">
                  <c:v>17-08-2011</c:v>
                </c:pt>
                <c:pt idx="2905">
                  <c:v>18-08-2011</c:v>
                </c:pt>
                <c:pt idx="2906">
                  <c:v>19-08-2011</c:v>
                </c:pt>
                <c:pt idx="2907">
                  <c:v>22-08-2011</c:v>
                </c:pt>
                <c:pt idx="2908">
                  <c:v>23-08-2011</c:v>
                </c:pt>
                <c:pt idx="2909">
                  <c:v>24-08-2011</c:v>
                </c:pt>
                <c:pt idx="2910">
                  <c:v>25-08-2011</c:v>
                </c:pt>
                <c:pt idx="2911">
                  <c:v>26-08-2011</c:v>
                </c:pt>
                <c:pt idx="2912">
                  <c:v>29-08-2011</c:v>
                </c:pt>
                <c:pt idx="2913">
                  <c:v>30-08-2011</c:v>
                </c:pt>
                <c:pt idx="2914">
                  <c:v>02-09-2011</c:v>
                </c:pt>
                <c:pt idx="2915">
                  <c:v>05-09-2011</c:v>
                </c:pt>
                <c:pt idx="2916">
                  <c:v>06-09-2011</c:v>
                </c:pt>
                <c:pt idx="2917">
                  <c:v>07-09-2011</c:v>
                </c:pt>
                <c:pt idx="2918">
                  <c:v>08-09-2011</c:v>
                </c:pt>
                <c:pt idx="2919">
                  <c:v>09-09-2011</c:v>
                </c:pt>
                <c:pt idx="2920">
                  <c:v>12-09-2011</c:v>
                </c:pt>
                <c:pt idx="2921">
                  <c:v>13-09-2011</c:v>
                </c:pt>
                <c:pt idx="2922">
                  <c:v>14-09-2011</c:v>
                </c:pt>
                <c:pt idx="2923">
                  <c:v>15-09-2011</c:v>
                </c:pt>
                <c:pt idx="2924">
                  <c:v>16-09-2011</c:v>
                </c:pt>
                <c:pt idx="2925">
                  <c:v>19-09-2011</c:v>
                </c:pt>
                <c:pt idx="2926">
                  <c:v>20-09-2011</c:v>
                </c:pt>
                <c:pt idx="2927">
                  <c:v>21-09-2011</c:v>
                </c:pt>
                <c:pt idx="2928">
                  <c:v>22-09-2011</c:v>
                </c:pt>
                <c:pt idx="2929">
                  <c:v>23-09-2011</c:v>
                </c:pt>
                <c:pt idx="2930">
                  <c:v>26-09-2011</c:v>
                </c:pt>
                <c:pt idx="2931">
                  <c:v>27-09-2011</c:v>
                </c:pt>
                <c:pt idx="2932">
                  <c:v>28-09-2011</c:v>
                </c:pt>
                <c:pt idx="2933">
                  <c:v>29-09-2011</c:v>
                </c:pt>
                <c:pt idx="2934">
                  <c:v>30-09-2011</c:v>
                </c:pt>
                <c:pt idx="2935">
                  <c:v>03-10-2011</c:v>
                </c:pt>
                <c:pt idx="2936">
                  <c:v>04-10-2011</c:v>
                </c:pt>
                <c:pt idx="2937">
                  <c:v>05-10-2011</c:v>
                </c:pt>
                <c:pt idx="2938">
                  <c:v>07-10-2011</c:v>
                </c:pt>
                <c:pt idx="2939">
                  <c:v>10-10-2011</c:v>
                </c:pt>
                <c:pt idx="2940">
                  <c:v>11-10-2011</c:v>
                </c:pt>
                <c:pt idx="2941">
                  <c:v>12-10-2011</c:v>
                </c:pt>
                <c:pt idx="2942">
                  <c:v>13-10-2011</c:v>
                </c:pt>
                <c:pt idx="2943">
                  <c:v>14-10-2011</c:v>
                </c:pt>
                <c:pt idx="2944">
                  <c:v>17-10-2011</c:v>
                </c:pt>
                <c:pt idx="2945">
                  <c:v>18-10-2011</c:v>
                </c:pt>
                <c:pt idx="2946">
                  <c:v>19-10-2011</c:v>
                </c:pt>
                <c:pt idx="2947">
                  <c:v>20-10-2011</c:v>
                </c:pt>
                <c:pt idx="2948">
                  <c:v>21-10-2011</c:v>
                </c:pt>
                <c:pt idx="2949">
                  <c:v>24-10-2011</c:v>
                </c:pt>
                <c:pt idx="2950">
                  <c:v>25-10-2011</c:v>
                </c:pt>
                <c:pt idx="2951">
                  <c:v>26-10-2011</c:v>
                </c:pt>
                <c:pt idx="2952">
                  <c:v>28-10-2011</c:v>
                </c:pt>
                <c:pt idx="2953">
                  <c:v>31-10-2011</c:v>
                </c:pt>
                <c:pt idx="2954">
                  <c:v>01-11-2011</c:v>
                </c:pt>
                <c:pt idx="2955">
                  <c:v>02-11-2011</c:v>
                </c:pt>
                <c:pt idx="2956">
                  <c:v>03-11-2011</c:v>
                </c:pt>
                <c:pt idx="2957">
                  <c:v>04-11-2011</c:v>
                </c:pt>
                <c:pt idx="2958">
                  <c:v>08-11-2011</c:v>
                </c:pt>
                <c:pt idx="2959">
                  <c:v>09-11-2011</c:v>
                </c:pt>
                <c:pt idx="2960">
                  <c:v>11-11-2011</c:v>
                </c:pt>
                <c:pt idx="2961">
                  <c:v>14-11-2011</c:v>
                </c:pt>
                <c:pt idx="2962">
                  <c:v>15-11-2011</c:v>
                </c:pt>
                <c:pt idx="2963">
                  <c:v>16-11-2011</c:v>
                </c:pt>
                <c:pt idx="2964">
                  <c:v>17-11-2011</c:v>
                </c:pt>
                <c:pt idx="2965">
                  <c:v>18-11-2011</c:v>
                </c:pt>
                <c:pt idx="2966">
                  <c:v>21-11-2011</c:v>
                </c:pt>
                <c:pt idx="2967">
                  <c:v>22-11-2011</c:v>
                </c:pt>
                <c:pt idx="2968">
                  <c:v>23-11-2011</c:v>
                </c:pt>
                <c:pt idx="2969">
                  <c:v>24-11-2011</c:v>
                </c:pt>
                <c:pt idx="2970">
                  <c:v>25-11-2011</c:v>
                </c:pt>
                <c:pt idx="2971">
                  <c:v>28-11-2011</c:v>
                </c:pt>
                <c:pt idx="2972">
                  <c:v>29-11-2011</c:v>
                </c:pt>
                <c:pt idx="2973">
                  <c:v>30-11-2011</c:v>
                </c:pt>
                <c:pt idx="2974">
                  <c:v>01-12-2011</c:v>
                </c:pt>
                <c:pt idx="2975">
                  <c:v>02-12-2011</c:v>
                </c:pt>
                <c:pt idx="2976">
                  <c:v>05-12-2011</c:v>
                </c:pt>
                <c:pt idx="2977">
                  <c:v>07-12-2011</c:v>
                </c:pt>
                <c:pt idx="2978">
                  <c:v>08-12-2011</c:v>
                </c:pt>
                <c:pt idx="2979">
                  <c:v>09-12-2011</c:v>
                </c:pt>
                <c:pt idx="2980">
                  <c:v>12-12-2011</c:v>
                </c:pt>
                <c:pt idx="2981">
                  <c:v>13-12-2011</c:v>
                </c:pt>
                <c:pt idx="2982">
                  <c:v>14-12-2011</c:v>
                </c:pt>
                <c:pt idx="2983">
                  <c:v>15-12-2011</c:v>
                </c:pt>
                <c:pt idx="2984">
                  <c:v>16-12-2011</c:v>
                </c:pt>
                <c:pt idx="2985">
                  <c:v>19-12-2011</c:v>
                </c:pt>
                <c:pt idx="2986">
                  <c:v>20-12-2011</c:v>
                </c:pt>
                <c:pt idx="2987">
                  <c:v>21-12-2011</c:v>
                </c:pt>
                <c:pt idx="2988">
                  <c:v>22-12-2011</c:v>
                </c:pt>
                <c:pt idx="2989">
                  <c:v>23-12-2011</c:v>
                </c:pt>
                <c:pt idx="2990">
                  <c:v>26-12-2011</c:v>
                </c:pt>
                <c:pt idx="2991">
                  <c:v>27-12-2011</c:v>
                </c:pt>
                <c:pt idx="2992">
                  <c:v>28-12-2011</c:v>
                </c:pt>
                <c:pt idx="2993">
                  <c:v>29-12-2011</c:v>
                </c:pt>
                <c:pt idx="2994">
                  <c:v>30-12-2011</c:v>
                </c:pt>
                <c:pt idx="2995">
                  <c:v>02-01-2012</c:v>
                </c:pt>
                <c:pt idx="2996">
                  <c:v>03-01-2012</c:v>
                </c:pt>
                <c:pt idx="2997">
                  <c:v>04-01-2012</c:v>
                </c:pt>
                <c:pt idx="2998">
                  <c:v>05-01-2012</c:v>
                </c:pt>
                <c:pt idx="2999">
                  <c:v>06-01-2012</c:v>
                </c:pt>
                <c:pt idx="3000">
                  <c:v>07-01-2012</c:v>
                </c:pt>
                <c:pt idx="3001">
                  <c:v>09-01-2012</c:v>
                </c:pt>
                <c:pt idx="3002">
                  <c:v>10-01-2012</c:v>
                </c:pt>
                <c:pt idx="3003">
                  <c:v>11-01-2012</c:v>
                </c:pt>
                <c:pt idx="3004">
                  <c:v>12-01-2012</c:v>
                </c:pt>
                <c:pt idx="3005">
                  <c:v>13-01-2012</c:v>
                </c:pt>
                <c:pt idx="3006">
                  <c:v>16-01-2012</c:v>
                </c:pt>
                <c:pt idx="3007">
                  <c:v>17-01-2012</c:v>
                </c:pt>
                <c:pt idx="3008">
                  <c:v>18-01-2012</c:v>
                </c:pt>
                <c:pt idx="3009">
                  <c:v>19-01-2012</c:v>
                </c:pt>
                <c:pt idx="3010">
                  <c:v>20-01-2012</c:v>
                </c:pt>
                <c:pt idx="3011">
                  <c:v>23-01-2012</c:v>
                </c:pt>
                <c:pt idx="3012">
                  <c:v>24-01-2012</c:v>
                </c:pt>
                <c:pt idx="3013">
                  <c:v>25-01-2012</c:v>
                </c:pt>
                <c:pt idx="3014">
                  <c:v>27-01-2012</c:v>
                </c:pt>
                <c:pt idx="3015">
                  <c:v>30-01-2012</c:v>
                </c:pt>
                <c:pt idx="3016">
                  <c:v>31-01-2012</c:v>
                </c:pt>
                <c:pt idx="3017">
                  <c:v>01-02-2012</c:v>
                </c:pt>
                <c:pt idx="3018">
                  <c:v>02-02-2012</c:v>
                </c:pt>
                <c:pt idx="3019">
                  <c:v>03-02-2012</c:v>
                </c:pt>
                <c:pt idx="3020">
                  <c:v>06-02-2012</c:v>
                </c:pt>
                <c:pt idx="3021">
                  <c:v>07-02-2012</c:v>
                </c:pt>
                <c:pt idx="3022">
                  <c:v>08-02-2012</c:v>
                </c:pt>
                <c:pt idx="3023">
                  <c:v>09-02-2012</c:v>
                </c:pt>
                <c:pt idx="3024">
                  <c:v>10-02-2012</c:v>
                </c:pt>
                <c:pt idx="3025">
                  <c:v>13-02-2012</c:v>
                </c:pt>
                <c:pt idx="3026">
                  <c:v>14-02-2012</c:v>
                </c:pt>
                <c:pt idx="3027">
                  <c:v>15-02-2012</c:v>
                </c:pt>
                <c:pt idx="3028">
                  <c:v>16-02-2012</c:v>
                </c:pt>
                <c:pt idx="3029">
                  <c:v>17-02-2012</c:v>
                </c:pt>
                <c:pt idx="3030">
                  <c:v>21-02-2012</c:v>
                </c:pt>
                <c:pt idx="3031">
                  <c:v>22-02-2012</c:v>
                </c:pt>
                <c:pt idx="3032">
                  <c:v>23-02-2012</c:v>
                </c:pt>
                <c:pt idx="3033">
                  <c:v>24-02-2012</c:v>
                </c:pt>
                <c:pt idx="3034">
                  <c:v>27-02-2012</c:v>
                </c:pt>
                <c:pt idx="3035">
                  <c:v>28-02-2012</c:v>
                </c:pt>
                <c:pt idx="3036">
                  <c:v>29-02-2012</c:v>
                </c:pt>
                <c:pt idx="3037">
                  <c:v>01-03-2012</c:v>
                </c:pt>
                <c:pt idx="3038">
                  <c:v>02-03-2012</c:v>
                </c:pt>
                <c:pt idx="3039">
                  <c:v>03-03-2012</c:v>
                </c:pt>
                <c:pt idx="3040">
                  <c:v>05-03-2012</c:v>
                </c:pt>
                <c:pt idx="3041">
                  <c:v>06-03-2012</c:v>
                </c:pt>
                <c:pt idx="3042">
                  <c:v>07-03-2012</c:v>
                </c:pt>
                <c:pt idx="3043">
                  <c:v>09-03-2012</c:v>
                </c:pt>
                <c:pt idx="3044">
                  <c:v>12-03-2012</c:v>
                </c:pt>
                <c:pt idx="3045">
                  <c:v>13-03-2012</c:v>
                </c:pt>
                <c:pt idx="3046">
                  <c:v>14-03-2012</c:v>
                </c:pt>
                <c:pt idx="3047">
                  <c:v>15-03-2012</c:v>
                </c:pt>
                <c:pt idx="3048">
                  <c:v>16-03-2012</c:v>
                </c:pt>
                <c:pt idx="3049">
                  <c:v>19-03-2012</c:v>
                </c:pt>
                <c:pt idx="3050">
                  <c:v>20-03-2012</c:v>
                </c:pt>
                <c:pt idx="3051">
                  <c:v>21-03-2012</c:v>
                </c:pt>
                <c:pt idx="3052">
                  <c:v>22-03-2012</c:v>
                </c:pt>
                <c:pt idx="3053">
                  <c:v>23-03-2012</c:v>
                </c:pt>
                <c:pt idx="3054">
                  <c:v>26-03-2012</c:v>
                </c:pt>
                <c:pt idx="3055">
                  <c:v>27-03-2012</c:v>
                </c:pt>
                <c:pt idx="3056">
                  <c:v>28-03-2012</c:v>
                </c:pt>
                <c:pt idx="3057">
                  <c:v>29-03-2012</c:v>
                </c:pt>
                <c:pt idx="3058">
                  <c:v>30-03-2012</c:v>
                </c:pt>
                <c:pt idx="3059">
                  <c:v>02-04-2012</c:v>
                </c:pt>
                <c:pt idx="3060">
                  <c:v>03-04-2012</c:v>
                </c:pt>
                <c:pt idx="3061">
                  <c:v>04-04-2012</c:v>
                </c:pt>
                <c:pt idx="3062">
                  <c:v>09-04-2012</c:v>
                </c:pt>
                <c:pt idx="3063">
                  <c:v>10-04-2012</c:v>
                </c:pt>
                <c:pt idx="3064">
                  <c:v>11-04-2012</c:v>
                </c:pt>
                <c:pt idx="3065">
                  <c:v>12-04-2012</c:v>
                </c:pt>
                <c:pt idx="3066">
                  <c:v>13-04-2012</c:v>
                </c:pt>
                <c:pt idx="3067">
                  <c:v>16-04-2012</c:v>
                </c:pt>
                <c:pt idx="3068">
                  <c:v>17-04-2012</c:v>
                </c:pt>
                <c:pt idx="3069">
                  <c:v>18-04-2012</c:v>
                </c:pt>
                <c:pt idx="3070">
                  <c:v>19-04-2012</c:v>
                </c:pt>
                <c:pt idx="3071">
                  <c:v>20-04-2012</c:v>
                </c:pt>
                <c:pt idx="3072">
                  <c:v>23-04-2012</c:v>
                </c:pt>
                <c:pt idx="3073">
                  <c:v>24-04-2012</c:v>
                </c:pt>
                <c:pt idx="3074">
                  <c:v>25-04-2012</c:v>
                </c:pt>
                <c:pt idx="3075">
                  <c:v>26-04-2012</c:v>
                </c:pt>
                <c:pt idx="3076">
                  <c:v>27-04-2012</c:v>
                </c:pt>
                <c:pt idx="3077">
                  <c:v>28-04-2012</c:v>
                </c:pt>
                <c:pt idx="3078">
                  <c:v>30-04-2012</c:v>
                </c:pt>
                <c:pt idx="3079">
                  <c:v>02-05-2012</c:v>
                </c:pt>
                <c:pt idx="3080">
                  <c:v>03-05-2012</c:v>
                </c:pt>
                <c:pt idx="3081">
                  <c:v>04-05-2012</c:v>
                </c:pt>
                <c:pt idx="3082">
                  <c:v>07-05-2012</c:v>
                </c:pt>
                <c:pt idx="3083">
                  <c:v>08-05-2012</c:v>
                </c:pt>
                <c:pt idx="3084">
                  <c:v>09-05-2012</c:v>
                </c:pt>
                <c:pt idx="3085">
                  <c:v>10-05-2012</c:v>
                </c:pt>
                <c:pt idx="3086">
                  <c:v>11-05-2012</c:v>
                </c:pt>
                <c:pt idx="3087">
                  <c:v>14-05-2012</c:v>
                </c:pt>
                <c:pt idx="3088">
                  <c:v>15-05-2012</c:v>
                </c:pt>
                <c:pt idx="3089">
                  <c:v>16-05-2012</c:v>
                </c:pt>
                <c:pt idx="3090">
                  <c:v>17-05-2012</c:v>
                </c:pt>
                <c:pt idx="3091">
                  <c:v>18-05-2012</c:v>
                </c:pt>
                <c:pt idx="3092">
                  <c:v>21-05-2012</c:v>
                </c:pt>
                <c:pt idx="3093">
                  <c:v>22-05-2012</c:v>
                </c:pt>
                <c:pt idx="3094">
                  <c:v>23-05-2012</c:v>
                </c:pt>
                <c:pt idx="3095">
                  <c:v>24-05-2012</c:v>
                </c:pt>
                <c:pt idx="3096">
                  <c:v>25-05-2012</c:v>
                </c:pt>
                <c:pt idx="3097">
                  <c:v>28-05-2012</c:v>
                </c:pt>
                <c:pt idx="3098">
                  <c:v>29-05-2012</c:v>
                </c:pt>
                <c:pt idx="3099">
                  <c:v>30-05-2012</c:v>
                </c:pt>
                <c:pt idx="3100">
                  <c:v>31-05-2012</c:v>
                </c:pt>
                <c:pt idx="3101">
                  <c:v>01-06-2012</c:v>
                </c:pt>
                <c:pt idx="3102">
                  <c:v>04-06-2012</c:v>
                </c:pt>
                <c:pt idx="3103">
                  <c:v>05-06-2012</c:v>
                </c:pt>
                <c:pt idx="3104">
                  <c:v>06-06-2012</c:v>
                </c:pt>
                <c:pt idx="3105">
                  <c:v>07-06-2012</c:v>
                </c:pt>
                <c:pt idx="3106">
                  <c:v>08-06-2012</c:v>
                </c:pt>
                <c:pt idx="3107">
                  <c:v>11-06-2012</c:v>
                </c:pt>
                <c:pt idx="3108">
                  <c:v>12-06-2012</c:v>
                </c:pt>
                <c:pt idx="3109">
                  <c:v>13-06-2012</c:v>
                </c:pt>
                <c:pt idx="3110">
                  <c:v>14-06-2012</c:v>
                </c:pt>
                <c:pt idx="3111">
                  <c:v>15-06-2012</c:v>
                </c:pt>
                <c:pt idx="3112">
                  <c:v>18-06-2012</c:v>
                </c:pt>
                <c:pt idx="3113">
                  <c:v>19-06-2012</c:v>
                </c:pt>
                <c:pt idx="3114">
                  <c:v>20-06-2012</c:v>
                </c:pt>
                <c:pt idx="3115">
                  <c:v>21-06-2012</c:v>
                </c:pt>
                <c:pt idx="3116">
                  <c:v>22-06-2012</c:v>
                </c:pt>
                <c:pt idx="3117">
                  <c:v>25-06-2012</c:v>
                </c:pt>
                <c:pt idx="3118">
                  <c:v>26-06-2012</c:v>
                </c:pt>
                <c:pt idx="3119">
                  <c:v>27-06-2012</c:v>
                </c:pt>
                <c:pt idx="3120">
                  <c:v>28-06-2012</c:v>
                </c:pt>
                <c:pt idx="3121">
                  <c:v>29-06-2012</c:v>
                </c:pt>
                <c:pt idx="3122">
                  <c:v>02-07-2012</c:v>
                </c:pt>
                <c:pt idx="3123">
                  <c:v>03-07-2012</c:v>
                </c:pt>
                <c:pt idx="3124">
                  <c:v>04-07-2012</c:v>
                </c:pt>
                <c:pt idx="3125">
                  <c:v>05-07-2012</c:v>
                </c:pt>
                <c:pt idx="3126">
                  <c:v>06-07-2012</c:v>
                </c:pt>
                <c:pt idx="3127">
                  <c:v>09-07-2012</c:v>
                </c:pt>
                <c:pt idx="3128">
                  <c:v>10-07-2012</c:v>
                </c:pt>
                <c:pt idx="3129">
                  <c:v>11-07-2012</c:v>
                </c:pt>
                <c:pt idx="3130">
                  <c:v>12-07-2012</c:v>
                </c:pt>
                <c:pt idx="3131">
                  <c:v>13-07-2012</c:v>
                </c:pt>
                <c:pt idx="3132">
                  <c:v>16-07-2012</c:v>
                </c:pt>
                <c:pt idx="3133">
                  <c:v>17-07-2012</c:v>
                </c:pt>
                <c:pt idx="3134">
                  <c:v>18-07-2012</c:v>
                </c:pt>
                <c:pt idx="3135">
                  <c:v>19-07-2012</c:v>
                </c:pt>
                <c:pt idx="3136">
                  <c:v>20-07-2012</c:v>
                </c:pt>
                <c:pt idx="3137">
                  <c:v>23-07-2012</c:v>
                </c:pt>
                <c:pt idx="3138">
                  <c:v>24-07-2012</c:v>
                </c:pt>
                <c:pt idx="3139">
                  <c:v>25-07-2012</c:v>
                </c:pt>
                <c:pt idx="3140">
                  <c:v>26-07-2012</c:v>
                </c:pt>
                <c:pt idx="3141">
                  <c:v>27-07-2012</c:v>
                </c:pt>
                <c:pt idx="3142">
                  <c:v>30-07-2012</c:v>
                </c:pt>
                <c:pt idx="3143">
                  <c:v>31-07-2012</c:v>
                </c:pt>
                <c:pt idx="3144">
                  <c:v>01-08-2012</c:v>
                </c:pt>
                <c:pt idx="3145">
                  <c:v>02-08-2012</c:v>
                </c:pt>
                <c:pt idx="3146">
                  <c:v>03-08-2012</c:v>
                </c:pt>
                <c:pt idx="3147">
                  <c:v>06-08-2012</c:v>
                </c:pt>
                <c:pt idx="3148">
                  <c:v>07-08-2012</c:v>
                </c:pt>
                <c:pt idx="3149">
                  <c:v>08-08-2012</c:v>
                </c:pt>
                <c:pt idx="3150">
                  <c:v>09-08-2012</c:v>
                </c:pt>
                <c:pt idx="3151">
                  <c:v>10-08-2012</c:v>
                </c:pt>
                <c:pt idx="3152">
                  <c:v>13-08-2012</c:v>
                </c:pt>
                <c:pt idx="3153">
                  <c:v>14-08-2012</c:v>
                </c:pt>
                <c:pt idx="3154">
                  <c:v>16-08-2012</c:v>
                </c:pt>
                <c:pt idx="3155">
                  <c:v>17-08-2012</c:v>
                </c:pt>
                <c:pt idx="3156">
                  <c:v>21-08-2012</c:v>
                </c:pt>
                <c:pt idx="3157">
                  <c:v>22-08-2012</c:v>
                </c:pt>
                <c:pt idx="3158">
                  <c:v>23-08-2012</c:v>
                </c:pt>
                <c:pt idx="3159">
                  <c:v>24-08-2012</c:v>
                </c:pt>
                <c:pt idx="3160">
                  <c:v>27-08-2012</c:v>
                </c:pt>
                <c:pt idx="3161">
                  <c:v>28-08-2012</c:v>
                </c:pt>
                <c:pt idx="3162">
                  <c:v>29-08-2012</c:v>
                </c:pt>
                <c:pt idx="3163">
                  <c:v>30-08-2012</c:v>
                </c:pt>
                <c:pt idx="3164">
                  <c:v>31-08-2012</c:v>
                </c:pt>
                <c:pt idx="3165">
                  <c:v>03-09-2012</c:v>
                </c:pt>
                <c:pt idx="3166">
                  <c:v>04-09-2012</c:v>
                </c:pt>
                <c:pt idx="3167">
                  <c:v>05-09-2012</c:v>
                </c:pt>
                <c:pt idx="3168">
                  <c:v>06-09-2012</c:v>
                </c:pt>
                <c:pt idx="3169">
                  <c:v>07-09-2012</c:v>
                </c:pt>
                <c:pt idx="3170">
                  <c:v>08-09-2012</c:v>
                </c:pt>
                <c:pt idx="3171">
                  <c:v>10-09-2012</c:v>
                </c:pt>
                <c:pt idx="3172">
                  <c:v>11-09-2012</c:v>
                </c:pt>
                <c:pt idx="3173">
                  <c:v>12-09-2012</c:v>
                </c:pt>
                <c:pt idx="3174">
                  <c:v>13-09-2012</c:v>
                </c:pt>
                <c:pt idx="3175">
                  <c:v>14-09-2012</c:v>
                </c:pt>
                <c:pt idx="3176">
                  <c:v>17-09-2012</c:v>
                </c:pt>
                <c:pt idx="3177">
                  <c:v>18-09-2012</c:v>
                </c:pt>
                <c:pt idx="3178">
                  <c:v>20-09-2012</c:v>
                </c:pt>
                <c:pt idx="3179">
                  <c:v>21-09-2012</c:v>
                </c:pt>
                <c:pt idx="3180">
                  <c:v>24-09-2012</c:v>
                </c:pt>
                <c:pt idx="3181">
                  <c:v>25-09-2012</c:v>
                </c:pt>
                <c:pt idx="3182">
                  <c:v>26-09-2012</c:v>
                </c:pt>
                <c:pt idx="3183">
                  <c:v>27-09-2012</c:v>
                </c:pt>
                <c:pt idx="3184">
                  <c:v>28-09-2012</c:v>
                </c:pt>
                <c:pt idx="3185">
                  <c:v>01-10-2012</c:v>
                </c:pt>
                <c:pt idx="3186">
                  <c:v>03-10-2012</c:v>
                </c:pt>
                <c:pt idx="3187">
                  <c:v>04-10-2012</c:v>
                </c:pt>
                <c:pt idx="3188">
                  <c:v>05-10-2012</c:v>
                </c:pt>
                <c:pt idx="3189">
                  <c:v>08-10-2012</c:v>
                </c:pt>
                <c:pt idx="3190">
                  <c:v>09-10-2012</c:v>
                </c:pt>
                <c:pt idx="3191">
                  <c:v>10-10-2012</c:v>
                </c:pt>
                <c:pt idx="3192">
                  <c:v>11-10-2012</c:v>
                </c:pt>
                <c:pt idx="3193">
                  <c:v>12-10-2012</c:v>
                </c:pt>
                <c:pt idx="3194">
                  <c:v>15-10-2012</c:v>
                </c:pt>
                <c:pt idx="3195">
                  <c:v>16-10-2012</c:v>
                </c:pt>
                <c:pt idx="3196">
                  <c:v>17-10-2012</c:v>
                </c:pt>
                <c:pt idx="3197">
                  <c:v>18-10-2012</c:v>
                </c:pt>
                <c:pt idx="3198">
                  <c:v>19-10-2012</c:v>
                </c:pt>
                <c:pt idx="3199">
                  <c:v>22-10-2012</c:v>
                </c:pt>
                <c:pt idx="3200">
                  <c:v>23-10-2012</c:v>
                </c:pt>
                <c:pt idx="3201">
                  <c:v>25-10-2012</c:v>
                </c:pt>
                <c:pt idx="3202">
                  <c:v>26-10-2012</c:v>
                </c:pt>
                <c:pt idx="3203">
                  <c:v>29-10-2012</c:v>
                </c:pt>
                <c:pt idx="3204">
                  <c:v>30-10-2012</c:v>
                </c:pt>
                <c:pt idx="3205">
                  <c:v>31-10-2012</c:v>
                </c:pt>
                <c:pt idx="3206">
                  <c:v>01-11-2012</c:v>
                </c:pt>
                <c:pt idx="3207">
                  <c:v>02-11-2012</c:v>
                </c:pt>
                <c:pt idx="3208">
                  <c:v>05-11-2012</c:v>
                </c:pt>
                <c:pt idx="3209">
                  <c:v>06-11-2012</c:v>
                </c:pt>
                <c:pt idx="3210">
                  <c:v>07-11-2012</c:v>
                </c:pt>
                <c:pt idx="3211">
                  <c:v>08-11-2012</c:v>
                </c:pt>
                <c:pt idx="3212">
                  <c:v>09-11-2012</c:v>
                </c:pt>
                <c:pt idx="3213">
                  <c:v>12-11-2012</c:v>
                </c:pt>
                <c:pt idx="3214">
                  <c:v>13-11-2012</c:v>
                </c:pt>
                <c:pt idx="3215">
                  <c:v>15-11-2012</c:v>
                </c:pt>
                <c:pt idx="3216">
                  <c:v>16-11-2012</c:v>
                </c:pt>
                <c:pt idx="3217">
                  <c:v>19-11-2012</c:v>
                </c:pt>
                <c:pt idx="3218">
                  <c:v>20-11-2012</c:v>
                </c:pt>
                <c:pt idx="3219">
                  <c:v>21-11-2012</c:v>
                </c:pt>
                <c:pt idx="3220">
                  <c:v>22-11-2012</c:v>
                </c:pt>
                <c:pt idx="3221">
                  <c:v>23-11-2012</c:v>
                </c:pt>
                <c:pt idx="3222">
                  <c:v>26-11-2012</c:v>
                </c:pt>
                <c:pt idx="3223">
                  <c:v>27-11-2012</c:v>
                </c:pt>
                <c:pt idx="3224">
                  <c:v>29-11-2012</c:v>
                </c:pt>
                <c:pt idx="3225">
                  <c:v>30-11-2012</c:v>
                </c:pt>
                <c:pt idx="3226">
                  <c:v>03-12-2012</c:v>
                </c:pt>
                <c:pt idx="3227">
                  <c:v>04-12-2012</c:v>
                </c:pt>
                <c:pt idx="3228">
                  <c:v>05-12-2012</c:v>
                </c:pt>
                <c:pt idx="3229">
                  <c:v>06-12-2012</c:v>
                </c:pt>
                <c:pt idx="3230">
                  <c:v>07-12-2012</c:v>
                </c:pt>
                <c:pt idx="3231">
                  <c:v>10-12-2012</c:v>
                </c:pt>
                <c:pt idx="3232">
                  <c:v>11-12-2012</c:v>
                </c:pt>
                <c:pt idx="3233">
                  <c:v>12-12-2012</c:v>
                </c:pt>
                <c:pt idx="3234">
                  <c:v>13-12-2012</c:v>
                </c:pt>
                <c:pt idx="3235">
                  <c:v>14-12-2012</c:v>
                </c:pt>
                <c:pt idx="3236">
                  <c:v>17-12-2012</c:v>
                </c:pt>
                <c:pt idx="3237">
                  <c:v>18-12-2012</c:v>
                </c:pt>
                <c:pt idx="3238">
                  <c:v>19-12-2012</c:v>
                </c:pt>
                <c:pt idx="3239">
                  <c:v>20-12-2012</c:v>
                </c:pt>
                <c:pt idx="3240">
                  <c:v>21-12-2012</c:v>
                </c:pt>
                <c:pt idx="3241">
                  <c:v>24-12-2012</c:v>
                </c:pt>
                <c:pt idx="3242">
                  <c:v>26-12-2012</c:v>
                </c:pt>
                <c:pt idx="3243">
                  <c:v>27-12-2012</c:v>
                </c:pt>
                <c:pt idx="3244">
                  <c:v>28-12-2012</c:v>
                </c:pt>
                <c:pt idx="3245">
                  <c:v>31-12-2012</c:v>
                </c:pt>
                <c:pt idx="3246">
                  <c:v>01-01-2013</c:v>
                </c:pt>
                <c:pt idx="3247">
                  <c:v>02-01-2013</c:v>
                </c:pt>
                <c:pt idx="3248">
                  <c:v>03-01-2013</c:v>
                </c:pt>
                <c:pt idx="3249">
                  <c:v>04-01-2013</c:v>
                </c:pt>
                <c:pt idx="3250">
                  <c:v>07-01-2013</c:v>
                </c:pt>
                <c:pt idx="3251">
                  <c:v>08-01-2013</c:v>
                </c:pt>
                <c:pt idx="3252">
                  <c:v>09-01-2013</c:v>
                </c:pt>
                <c:pt idx="3253">
                  <c:v>10-01-2013</c:v>
                </c:pt>
                <c:pt idx="3254">
                  <c:v>11-01-2013</c:v>
                </c:pt>
                <c:pt idx="3255">
                  <c:v>14-01-2013</c:v>
                </c:pt>
                <c:pt idx="3256">
                  <c:v>15-01-2013</c:v>
                </c:pt>
                <c:pt idx="3257">
                  <c:v>16-01-2013</c:v>
                </c:pt>
                <c:pt idx="3258">
                  <c:v>17-01-2013</c:v>
                </c:pt>
                <c:pt idx="3259">
                  <c:v>18-01-2013</c:v>
                </c:pt>
                <c:pt idx="3260">
                  <c:v>21-01-2013</c:v>
                </c:pt>
                <c:pt idx="3261">
                  <c:v>22-01-2013</c:v>
                </c:pt>
                <c:pt idx="3262">
                  <c:v>23-01-2013</c:v>
                </c:pt>
                <c:pt idx="3263">
                  <c:v>24-01-2013</c:v>
                </c:pt>
                <c:pt idx="3264">
                  <c:v>25-01-2013</c:v>
                </c:pt>
                <c:pt idx="3265">
                  <c:v>28-01-2013</c:v>
                </c:pt>
                <c:pt idx="3266">
                  <c:v>29-01-2013</c:v>
                </c:pt>
                <c:pt idx="3267">
                  <c:v>30-01-2013</c:v>
                </c:pt>
                <c:pt idx="3268">
                  <c:v>31-01-2013</c:v>
                </c:pt>
                <c:pt idx="3269">
                  <c:v>01-02-2013</c:v>
                </c:pt>
                <c:pt idx="3270">
                  <c:v>04-02-2013</c:v>
                </c:pt>
                <c:pt idx="3271">
                  <c:v>05-02-2013</c:v>
                </c:pt>
                <c:pt idx="3272">
                  <c:v>06-02-2013</c:v>
                </c:pt>
                <c:pt idx="3273">
                  <c:v>07-02-2013</c:v>
                </c:pt>
                <c:pt idx="3274">
                  <c:v>08-02-2013</c:v>
                </c:pt>
                <c:pt idx="3275">
                  <c:v>11-02-2013</c:v>
                </c:pt>
                <c:pt idx="3276">
                  <c:v>12-02-2013</c:v>
                </c:pt>
                <c:pt idx="3277">
                  <c:v>13-02-2013</c:v>
                </c:pt>
                <c:pt idx="3278">
                  <c:v>14-02-2013</c:v>
                </c:pt>
                <c:pt idx="3279">
                  <c:v>15-02-2013</c:v>
                </c:pt>
                <c:pt idx="3280">
                  <c:v>18-02-2013</c:v>
                </c:pt>
                <c:pt idx="3281">
                  <c:v>19-02-2013</c:v>
                </c:pt>
                <c:pt idx="3282">
                  <c:v>20-02-2013</c:v>
                </c:pt>
                <c:pt idx="3283">
                  <c:v>21-02-2013</c:v>
                </c:pt>
                <c:pt idx="3284">
                  <c:v>22-02-2013</c:v>
                </c:pt>
                <c:pt idx="3285">
                  <c:v>25-02-2013</c:v>
                </c:pt>
                <c:pt idx="3286">
                  <c:v>26-02-2013</c:v>
                </c:pt>
                <c:pt idx="3287">
                  <c:v>27-02-2013</c:v>
                </c:pt>
                <c:pt idx="3288">
                  <c:v>28-02-2013</c:v>
                </c:pt>
                <c:pt idx="3289">
                  <c:v>01-03-2013</c:v>
                </c:pt>
                <c:pt idx="3290">
                  <c:v>04-03-2013</c:v>
                </c:pt>
                <c:pt idx="3291">
                  <c:v>05-03-2013</c:v>
                </c:pt>
                <c:pt idx="3292">
                  <c:v>06-03-2013</c:v>
                </c:pt>
                <c:pt idx="3293">
                  <c:v>07-03-2013</c:v>
                </c:pt>
                <c:pt idx="3294">
                  <c:v>08-03-2013</c:v>
                </c:pt>
                <c:pt idx="3295">
                  <c:v>11-03-2013</c:v>
                </c:pt>
                <c:pt idx="3296">
                  <c:v>12-03-2013</c:v>
                </c:pt>
                <c:pt idx="3297">
                  <c:v>13-03-2013</c:v>
                </c:pt>
                <c:pt idx="3298">
                  <c:v>14-03-2013</c:v>
                </c:pt>
                <c:pt idx="3299">
                  <c:v>15-03-2013</c:v>
                </c:pt>
                <c:pt idx="3300">
                  <c:v>18-03-2013</c:v>
                </c:pt>
                <c:pt idx="3301">
                  <c:v>19-03-2013</c:v>
                </c:pt>
                <c:pt idx="3302">
                  <c:v>20-03-2013</c:v>
                </c:pt>
                <c:pt idx="3303">
                  <c:v>21-03-2013</c:v>
                </c:pt>
                <c:pt idx="3304">
                  <c:v>22-03-2013</c:v>
                </c:pt>
                <c:pt idx="3305">
                  <c:v>25-03-2013</c:v>
                </c:pt>
                <c:pt idx="3306">
                  <c:v>26-03-2013</c:v>
                </c:pt>
                <c:pt idx="3307">
                  <c:v>28-03-2013</c:v>
                </c:pt>
                <c:pt idx="3308">
                  <c:v>01-04-2013</c:v>
                </c:pt>
                <c:pt idx="3309">
                  <c:v>02-04-2013</c:v>
                </c:pt>
                <c:pt idx="3310">
                  <c:v>03-04-2013</c:v>
                </c:pt>
                <c:pt idx="3311">
                  <c:v>04-04-2013</c:v>
                </c:pt>
                <c:pt idx="3312">
                  <c:v>05-04-2013</c:v>
                </c:pt>
                <c:pt idx="3313">
                  <c:v>08-04-2013</c:v>
                </c:pt>
                <c:pt idx="3314">
                  <c:v>09-04-2013</c:v>
                </c:pt>
                <c:pt idx="3315">
                  <c:v>10-04-2013</c:v>
                </c:pt>
                <c:pt idx="3316">
                  <c:v>11-04-2013</c:v>
                </c:pt>
                <c:pt idx="3317">
                  <c:v>12-04-2013</c:v>
                </c:pt>
                <c:pt idx="3318">
                  <c:v>15-04-2013</c:v>
                </c:pt>
                <c:pt idx="3319">
                  <c:v>16-04-2013</c:v>
                </c:pt>
                <c:pt idx="3320">
                  <c:v>17-04-2013</c:v>
                </c:pt>
                <c:pt idx="3321">
                  <c:v>18-04-2013</c:v>
                </c:pt>
                <c:pt idx="3322">
                  <c:v>22-04-2013</c:v>
                </c:pt>
                <c:pt idx="3323">
                  <c:v>23-04-2013</c:v>
                </c:pt>
                <c:pt idx="3324">
                  <c:v>25-04-2013</c:v>
                </c:pt>
                <c:pt idx="3325">
                  <c:v>26-04-2013</c:v>
                </c:pt>
                <c:pt idx="3326">
                  <c:v>29-04-2013</c:v>
                </c:pt>
                <c:pt idx="3327">
                  <c:v>30-04-2013</c:v>
                </c:pt>
                <c:pt idx="3328">
                  <c:v>02-05-2013</c:v>
                </c:pt>
                <c:pt idx="3329">
                  <c:v>03-05-2013</c:v>
                </c:pt>
                <c:pt idx="3330">
                  <c:v>06-05-2013</c:v>
                </c:pt>
                <c:pt idx="3331">
                  <c:v>07-05-2013</c:v>
                </c:pt>
                <c:pt idx="3332">
                  <c:v>08-05-2013</c:v>
                </c:pt>
                <c:pt idx="3333">
                  <c:v>09-05-2013</c:v>
                </c:pt>
                <c:pt idx="3334">
                  <c:v>10-05-2013</c:v>
                </c:pt>
                <c:pt idx="3335">
                  <c:v>11-05-2013</c:v>
                </c:pt>
                <c:pt idx="3336">
                  <c:v>13-05-2013</c:v>
                </c:pt>
                <c:pt idx="3337">
                  <c:v>14-05-2013</c:v>
                </c:pt>
                <c:pt idx="3338">
                  <c:v>15-05-2013</c:v>
                </c:pt>
                <c:pt idx="3339">
                  <c:v>16-05-2013</c:v>
                </c:pt>
                <c:pt idx="3340">
                  <c:v>17-05-2013</c:v>
                </c:pt>
                <c:pt idx="3341">
                  <c:v>20-05-2013</c:v>
                </c:pt>
                <c:pt idx="3342">
                  <c:v>21-05-2013</c:v>
                </c:pt>
                <c:pt idx="3343">
                  <c:v>22-05-2013</c:v>
                </c:pt>
                <c:pt idx="3344">
                  <c:v>23-05-2013</c:v>
                </c:pt>
                <c:pt idx="3345">
                  <c:v>24-05-2013</c:v>
                </c:pt>
                <c:pt idx="3346">
                  <c:v>27-05-2013</c:v>
                </c:pt>
                <c:pt idx="3347">
                  <c:v>28-05-2013</c:v>
                </c:pt>
                <c:pt idx="3348">
                  <c:v>29-05-2013</c:v>
                </c:pt>
                <c:pt idx="3349">
                  <c:v>30-05-2013</c:v>
                </c:pt>
                <c:pt idx="3350">
                  <c:v>31-05-2013</c:v>
                </c:pt>
                <c:pt idx="3351">
                  <c:v>03-06-2013</c:v>
                </c:pt>
                <c:pt idx="3352">
                  <c:v>04-06-2013</c:v>
                </c:pt>
                <c:pt idx="3353">
                  <c:v>05-06-2013</c:v>
                </c:pt>
                <c:pt idx="3354">
                  <c:v>06-06-2013</c:v>
                </c:pt>
                <c:pt idx="3355">
                  <c:v>07-06-2013</c:v>
                </c:pt>
                <c:pt idx="3356">
                  <c:v>10-06-2013</c:v>
                </c:pt>
                <c:pt idx="3357">
                  <c:v>11-06-2013</c:v>
                </c:pt>
                <c:pt idx="3358">
                  <c:v>12-06-2013</c:v>
                </c:pt>
                <c:pt idx="3359">
                  <c:v>13-06-2013</c:v>
                </c:pt>
                <c:pt idx="3360">
                  <c:v>14-06-2013</c:v>
                </c:pt>
                <c:pt idx="3361">
                  <c:v>17-06-2013</c:v>
                </c:pt>
                <c:pt idx="3362">
                  <c:v>18-06-2013</c:v>
                </c:pt>
                <c:pt idx="3363">
                  <c:v>19-06-2013</c:v>
                </c:pt>
                <c:pt idx="3364">
                  <c:v>20-06-2013</c:v>
                </c:pt>
                <c:pt idx="3365">
                  <c:v>21-06-2013</c:v>
                </c:pt>
                <c:pt idx="3366">
                  <c:v>24-06-2013</c:v>
                </c:pt>
                <c:pt idx="3367">
                  <c:v>25-06-2013</c:v>
                </c:pt>
                <c:pt idx="3368">
                  <c:v>26-06-2013</c:v>
                </c:pt>
                <c:pt idx="3369">
                  <c:v>27-06-2013</c:v>
                </c:pt>
                <c:pt idx="3370">
                  <c:v>28-06-2013</c:v>
                </c:pt>
                <c:pt idx="3371">
                  <c:v>01-07-2013</c:v>
                </c:pt>
                <c:pt idx="3372">
                  <c:v>02-07-2013</c:v>
                </c:pt>
                <c:pt idx="3373">
                  <c:v>03-07-2013</c:v>
                </c:pt>
                <c:pt idx="3374">
                  <c:v>04-07-2013</c:v>
                </c:pt>
                <c:pt idx="3375">
                  <c:v>05-07-2013</c:v>
                </c:pt>
                <c:pt idx="3376">
                  <c:v>08-07-2013</c:v>
                </c:pt>
                <c:pt idx="3377">
                  <c:v>09-07-2013</c:v>
                </c:pt>
                <c:pt idx="3378">
                  <c:v>10-07-2013</c:v>
                </c:pt>
                <c:pt idx="3379">
                  <c:v>11-07-2013</c:v>
                </c:pt>
                <c:pt idx="3380">
                  <c:v>12-07-2013</c:v>
                </c:pt>
                <c:pt idx="3381">
                  <c:v>15-07-2013</c:v>
                </c:pt>
                <c:pt idx="3382">
                  <c:v>16-07-2013</c:v>
                </c:pt>
                <c:pt idx="3383">
                  <c:v>17-07-2013</c:v>
                </c:pt>
                <c:pt idx="3384">
                  <c:v>18-07-2013</c:v>
                </c:pt>
                <c:pt idx="3385">
                  <c:v>19-07-2013</c:v>
                </c:pt>
                <c:pt idx="3386">
                  <c:v>22-07-2013</c:v>
                </c:pt>
                <c:pt idx="3387">
                  <c:v>23-07-2013</c:v>
                </c:pt>
                <c:pt idx="3388">
                  <c:v>24-07-2013</c:v>
                </c:pt>
                <c:pt idx="3389">
                  <c:v>25-07-2013</c:v>
                </c:pt>
                <c:pt idx="3390">
                  <c:v>26-07-2013</c:v>
                </c:pt>
                <c:pt idx="3391">
                  <c:v>29-07-2013</c:v>
                </c:pt>
                <c:pt idx="3392">
                  <c:v>30-07-2013</c:v>
                </c:pt>
                <c:pt idx="3393">
                  <c:v>31-07-2013</c:v>
                </c:pt>
                <c:pt idx="3394">
                  <c:v>01-08-2013</c:v>
                </c:pt>
                <c:pt idx="3395">
                  <c:v>02-08-2013</c:v>
                </c:pt>
                <c:pt idx="3396">
                  <c:v>05-08-2013</c:v>
                </c:pt>
                <c:pt idx="3397">
                  <c:v>06-08-2013</c:v>
                </c:pt>
                <c:pt idx="3398">
                  <c:v>07-08-2013</c:v>
                </c:pt>
                <c:pt idx="3399">
                  <c:v>08-08-2013</c:v>
                </c:pt>
                <c:pt idx="3400">
                  <c:v>12-08-2013</c:v>
                </c:pt>
                <c:pt idx="3401">
                  <c:v>13-08-2013</c:v>
                </c:pt>
                <c:pt idx="3402">
                  <c:v>14-08-2013</c:v>
                </c:pt>
                <c:pt idx="3403">
                  <c:v>16-08-2013</c:v>
                </c:pt>
                <c:pt idx="3404">
                  <c:v>19-08-2013</c:v>
                </c:pt>
                <c:pt idx="3405">
                  <c:v>20-08-2013</c:v>
                </c:pt>
                <c:pt idx="3406">
                  <c:v>21-08-2013</c:v>
                </c:pt>
                <c:pt idx="3407">
                  <c:v>22-08-2013</c:v>
                </c:pt>
                <c:pt idx="3408">
                  <c:v>23-08-2013</c:v>
                </c:pt>
                <c:pt idx="3409">
                  <c:v>26-08-2013</c:v>
                </c:pt>
                <c:pt idx="3410">
                  <c:v>27-08-2013</c:v>
                </c:pt>
                <c:pt idx="3411">
                  <c:v>28-08-2013</c:v>
                </c:pt>
                <c:pt idx="3412">
                  <c:v>29-08-2013</c:v>
                </c:pt>
                <c:pt idx="3413">
                  <c:v>30-08-2013</c:v>
                </c:pt>
                <c:pt idx="3414">
                  <c:v>02-09-2013</c:v>
                </c:pt>
                <c:pt idx="3415">
                  <c:v>03-09-2013</c:v>
                </c:pt>
                <c:pt idx="3416">
                  <c:v>04-09-2013</c:v>
                </c:pt>
                <c:pt idx="3417">
                  <c:v>05-09-2013</c:v>
                </c:pt>
                <c:pt idx="3418">
                  <c:v>06-09-2013</c:v>
                </c:pt>
                <c:pt idx="3419">
                  <c:v>10-09-2013</c:v>
                </c:pt>
                <c:pt idx="3420">
                  <c:v>11-09-2013</c:v>
                </c:pt>
                <c:pt idx="3421">
                  <c:v>12-09-2013</c:v>
                </c:pt>
                <c:pt idx="3422">
                  <c:v>13-09-2013</c:v>
                </c:pt>
                <c:pt idx="3423">
                  <c:v>16-09-2013</c:v>
                </c:pt>
                <c:pt idx="3424">
                  <c:v>17-09-2013</c:v>
                </c:pt>
                <c:pt idx="3425">
                  <c:v>18-09-2013</c:v>
                </c:pt>
                <c:pt idx="3426">
                  <c:v>19-09-2013</c:v>
                </c:pt>
                <c:pt idx="3427">
                  <c:v>20-09-2013</c:v>
                </c:pt>
                <c:pt idx="3428">
                  <c:v>23-09-2013</c:v>
                </c:pt>
                <c:pt idx="3429">
                  <c:v>24-09-2013</c:v>
                </c:pt>
                <c:pt idx="3430">
                  <c:v>25-09-2013</c:v>
                </c:pt>
                <c:pt idx="3431">
                  <c:v>26-09-2013</c:v>
                </c:pt>
                <c:pt idx="3432">
                  <c:v>27-09-2013</c:v>
                </c:pt>
                <c:pt idx="3433">
                  <c:v>30-09-2013</c:v>
                </c:pt>
                <c:pt idx="3434">
                  <c:v>01-10-2013</c:v>
                </c:pt>
                <c:pt idx="3435">
                  <c:v>03-10-2013</c:v>
                </c:pt>
                <c:pt idx="3436">
                  <c:v>04-10-2013</c:v>
                </c:pt>
                <c:pt idx="3437">
                  <c:v>07-10-2013</c:v>
                </c:pt>
                <c:pt idx="3438">
                  <c:v>08-10-2013</c:v>
                </c:pt>
                <c:pt idx="3439">
                  <c:v>09-10-2013</c:v>
                </c:pt>
                <c:pt idx="3440">
                  <c:v>10-10-2013</c:v>
                </c:pt>
                <c:pt idx="3441">
                  <c:v>11-10-2013</c:v>
                </c:pt>
                <c:pt idx="3442">
                  <c:v>14-10-2013</c:v>
                </c:pt>
                <c:pt idx="3443">
                  <c:v>15-10-2013</c:v>
                </c:pt>
                <c:pt idx="3444">
                  <c:v>17-10-2013</c:v>
                </c:pt>
                <c:pt idx="3445">
                  <c:v>18-10-2013</c:v>
                </c:pt>
                <c:pt idx="3446">
                  <c:v>21-10-2013</c:v>
                </c:pt>
                <c:pt idx="3447">
                  <c:v>22-10-2013</c:v>
                </c:pt>
                <c:pt idx="3448">
                  <c:v>23-10-2013</c:v>
                </c:pt>
                <c:pt idx="3449">
                  <c:v>24-10-2013</c:v>
                </c:pt>
                <c:pt idx="3450">
                  <c:v>25-10-2013</c:v>
                </c:pt>
                <c:pt idx="3451">
                  <c:v>28-10-2013</c:v>
                </c:pt>
                <c:pt idx="3452">
                  <c:v>29-10-2013</c:v>
                </c:pt>
                <c:pt idx="3453">
                  <c:v>30-10-2013</c:v>
                </c:pt>
                <c:pt idx="3454">
                  <c:v>31-10-2013</c:v>
                </c:pt>
                <c:pt idx="3455">
                  <c:v>01-11-2013</c:v>
                </c:pt>
                <c:pt idx="3456">
                  <c:v>03-11-2013</c:v>
                </c:pt>
                <c:pt idx="3457">
                  <c:v>05-11-2013</c:v>
                </c:pt>
                <c:pt idx="3458">
                  <c:v>06-11-2013</c:v>
                </c:pt>
                <c:pt idx="3459">
                  <c:v>07-11-2013</c:v>
                </c:pt>
                <c:pt idx="3460">
                  <c:v>08-11-2013</c:v>
                </c:pt>
                <c:pt idx="3461">
                  <c:v>11-11-2013</c:v>
                </c:pt>
                <c:pt idx="3462">
                  <c:v>12-11-2013</c:v>
                </c:pt>
                <c:pt idx="3463">
                  <c:v>13-11-2013</c:v>
                </c:pt>
                <c:pt idx="3464">
                  <c:v>14-11-2013</c:v>
                </c:pt>
                <c:pt idx="3465">
                  <c:v>18-11-2013</c:v>
                </c:pt>
                <c:pt idx="3466">
                  <c:v>19-11-2013</c:v>
                </c:pt>
                <c:pt idx="3467">
                  <c:v>20-11-2013</c:v>
                </c:pt>
                <c:pt idx="3468">
                  <c:v>21-11-2013</c:v>
                </c:pt>
                <c:pt idx="3469">
                  <c:v>22-11-2013</c:v>
                </c:pt>
                <c:pt idx="3470">
                  <c:v>25-11-2013</c:v>
                </c:pt>
                <c:pt idx="3471">
                  <c:v>26-11-2013</c:v>
                </c:pt>
                <c:pt idx="3472">
                  <c:v>27-11-2013</c:v>
                </c:pt>
                <c:pt idx="3473">
                  <c:v>28-11-2013</c:v>
                </c:pt>
                <c:pt idx="3474">
                  <c:v>29-11-2013</c:v>
                </c:pt>
                <c:pt idx="3475">
                  <c:v>02-12-2013</c:v>
                </c:pt>
                <c:pt idx="3476">
                  <c:v>03-12-2013</c:v>
                </c:pt>
                <c:pt idx="3477">
                  <c:v>04-12-2013</c:v>
                </c:pt>
                <c:pt idx="3478">
                  <c:v>05-12-2013</c:v>
                </c:pt>
                <c:pt idx="3479">
                  <c:v>06-12-2013</c:v>
                </c:pt>
                <c:pt idx="3480">
                  <c:v>09-12-2013</c:v>
                </c:pt>
                <c:pt idx="3481">
                  <c:v>10-12-2013</c:v>
                </c:pt>
                <c:pt idx="3482">
                  <c:v>11-12-2013</c:v>
                </c:pt>
                <c:pt idx="3483">
                  <c:v>12-12-2013</c:v>
                </c:pt>
                <c:pt idx="3484">
                  <c:v>13-12-2013</c:v>
                </c:pt>
                <c:pt idx="3485">
                  <c:v>16-12-2013</c:v>
                </c:pt>
                <c:pt idx="3486">
                  <c:v>17-12-2013</c:v>
                </c:pt>
                <c:pt idx="3487">
                  <c:v>18-12-2013</c:v>
                </c:pt>
                <c:pt idx="3488">
                  <c:v>19-12-2013</c:v>
                </c:pt>
                <c:pt idx="3489">
                  <c:v>20-12-2013</c:v>
                </c:pt>
                <c:pt idx="3490">
                  <c:v>23-12-2013</c:v>
                </c:pt>
                <c:pt idx="3491">
                  <c:v>24-12-2013</c:v>
                </c:pt>
                <c:pt idx="3492">
                  <c:v>26-12-2013</c:v>
                </c:pt>
                <c:pt idx="3493">
                  <c:v>27-12-2013</c:v>
                </c:pt>
                <c:pt idx="3494">
                  <c:v>30-12-2013</c:v>
                </c:pt>
                <c:pt idx="3495">
                  <c:v>31-12-2013</c:v>
                </c:pt>
                <c:pt idx="3496">
                  <c:v>01-01-2014</c:v>
                </c:pt>
                <c:pt idx="3497">
                  <c:v>02-01-2014</c:v>
                </c:pt>
                <c:pt idx="3498">
                  <c:v>03-01-2014</c:v>
                </c:pt>
                <c:pt idx="3499">
                  <c:v>06-01-2014</c:v>
                </c:pt>
                <c:pt idx="3500">
                  <c:v>07-01-2014</c:v>
                </c:pt>
                <c:pt idx="3501">
                  <c:v>08-01-2014</c:v>
                </c:pt>
                <c:pt idx="3502">
                  <c:v>09-01-2014</c:v>
                </c:pt>
                <c:pt idx="3503">
                  <c:v>10-01-2014</c:v>
                </c:pt>
                <c:pt idx="3504">
                  <c:v>13-01-2014</c:v>
                </c:pt>
                <c:pt idx="3505">
                  <c:v>14-01-2014</c:v>
                </c:pt>
                <c:pt idx="3506">
                  <c:v>15-01-2014</c:v>
                </c:pt>
                <c:pt idx="3507">
                  <c:v>16-01-2014</c:v>
                </c:pt>
                <c:pt idx="3508">
                  <c:v>17-01-2014</c:v>
                </c:pt>
                <c:pt idx="3509">
                  <c:v>20-01-2014</c:v>
                </c:pt>
                <c:pt idx="3510">
                  <c:v>21-01-2014</c:v>
                </c:pt>
                <c:pt idx="3511">
                  <c:v>22-01-2014</c:v>
                </c:pt>
                <c:pt idx="3512">
                  <c:v>23-01-2014</c:v>
                </c:pt>
                <c:pt idx="3513">
                  <c:v>24-01-2014</c:v>
                </c:pt>
                <c:pt idx="3514">
                  <c:v>27-01-2014</c:v>
                </c:pt>
                <c:pt idx="3515">
                  <c:v>28-01-2014</c:v>
                </c:pt>
                <c:pt idx="3516">
                  <c:v>29-01-2014</c:v>
                </c:pt>
                <c:pt idx="3517">
                  <c:v>30-01-2014</c:v>
                </c:pt>
                <c:pt idx="3518">
                  <c:v>31-01-2014</c:v>
                </c:pt>
                <c:pt idx="3519">
                  <c:v>03-02-2014</c:v>
                </c:pt>
                <c:pt idx="3520">
                  <c:v>04-02-2014</c:v>
                </c:pt>
                <c:pt idx="3521">
                  <c:v>05-02-2014</c:v>
                </c:pt>
                <c:pt idx="3522">
                  <c:v>06-02-2014</c:v>
                </c:pt>
                <c:pt idx="3523">
                  <c:v>07-02-2014</c:v>
                </c:pt>
                <c:pt idx="3524">
                  <c:v>10-02-2014</c:v>
                </c:pt>
                <c:pt idx="3525">
                  <c:v>11-02-2014</c:v>
                </c:pt>
                <c:pt idx="3526">
                  <c:v>12-02-2014</c:v>
                </c:pt>
                <c:pt idx="3527">
                  <c:v>13-02-2014</c:v>
                </c:pt>
                <c:pt idx="3528">
                  <c:v>14-02-2014</c:v>
                </c:pt>
                <c:pt idx="3529">
                  <c:v>17-02-2014</c:v>
                </c:pt>
                <c:pt idx="3530">
                  <c:v>18-02-2014</c:v>
                </c:pt>
                <c:pt idx="3531">
                  <c:v>19-02-2014</c:v>
                </c:pt>
                <c:pt idx="3532">
                  <c:v>20-02-2014</c:v>
                </c:pt>
                <c:pt idx="3533">
                  <c:v>21-02-2014</c:v>
                </c:pt>
                <c:pt idx="3534">
                  <c:v>24-02-2014</c:v>
                </c:pt>
                <c:pt idx="3535">
                  <c:v>25-02-2014</c:v>
                </c:pt>
                <c:pt idx="3536">
                  <c:v>26-02-2014</c:v>
                </c:pt>
                <c:pt idx="3537">
                  <c:v>28-02-2014</c:v>
                </c:pt>
                <c:pt idx="3538">
                  <c:v>03-03-2014</c:v>
                </c:pt>
                <c:pt idx="3539">
                  <c:v>04-03-2014</c:v>
                </c:pt>
                <c:pt idx="3540">
                  <c:v>05-03-2014</c:v>
                </c:pt>
                <c:pt idx="3541">
                  <c:v>06-03-2014</c:v>
                </c:pt>
                <c:pt idx="3542">
                  <c:v>07-03-2014</c:v>
                </c:pt>
                <c:pt idx="3543">
                  <c:v>10-03-2014</c:v>
                </c:pt>
                <c:pt idx="3544">
                  <c:v>11-03-2014</c:v>
                </c:pt>
                <c:pt idx="3545">
                  <c:v>12-03-2014</c:v>
                </c:pt>
                <c:pt idx="3546">
                  <c:v>13-03-2014</c:v>
                </c:pt>
                <c:pt idx="3547">
                  <c:v>14-03-2014</c:v>
                </c:pt>
                <c:pt idx="3548">
                  <c:v>18-03-2014</c:v>
                </c:pt>
                <c:pt idx="3549">
                  <c:v>19-03-2014</c:v>
                </c:pt>
                <c:pt idx="3550">
                  <c:v>20-03-2014</c:v>
                </c:pt>
                <c:pt idx="3551">
                  <c:v>21-03-2014</c:v>
                </c:pt>
                <c:pt idx="3552">
                  <c:v>22-03-2014</c:v>
                </c:pt>
                <c:pt idx="3553">
                  <c:v>24-03-2014</c:v>
                </c:pt>
                <c:pt idx="3554">
                  <c:v>25-03-2014</c:v>
                </c:pt>
                <c:pt idx="3555">
                  <c:v>26-03-2014</c:v>
                </c:pt>
                <c:pt idx="3556">
                  <c:v>27-03-2014</c:v>
                </c:pt>
                <c:pt idx="3557">
                  <c:v>28-03-2014</c:v>
                </c:pt>
                <c:pt idx="3558">
                  <c:v>31-03-2014</c:v>
                </c:pt>
                <c:pt idx="3559">
                  <c:v>01-04-2014</c:v>
                </c:pt>
                <c:pt idx="3560">
                  <c:v>02-04-2014</c:v>
                </c:pt>
                <c:pt idx="3561">
                  <c:v>03-04-2014</c:v>
                </c:pt>
                <c:pt idx="3562">
                  <c:v>04-04-2014</c:v>
                </c:pt>
                <c:pt idx="3563">
                  <c:v>07-04-2014</c:v>
                </c:pt>
                <c:pt idx="3564">
                  <c:v>09-04-2014</c:v>
                </c:pt>
                <c:pt idx="3565">
                  <c:v>10-04-2014</c:v>
                </c:pt>
                <c:pt idx="3566">
                  <c:v>11-04-2014</c:v>
                </c:pt>
                <c:pt idx="3567">
                  <c:v>15-04-2014</c:v>
                </c:pt>
                <c:pt idx="3568">
                  <c:v>16-04-2014</c:v>
                </c:pt>
                <c:pt idx="3569">
                  <c:v>17-04-2014</c:v>
                </c:pt>
                <c:pt idx="3570">
                  <c:v>21-04-2014</c:v>
                </c:pt>
                <c:pt idx="3571">
                  <c:v>22-04-2014</c:v>
                </c:pt>
                <c:pt idx="3572">
                  <c:v>23-04-2014</c:v>
                </c:pt>
                <c:pt idx="3573">
                  <c:v>25-04-2014</c:v>
                </c:pt>
                <c:pt idx="3574">
                  <c:v>28-04-2014</c:v>
                </c:pt>
                <c:pt idx="3575">
                  <c:v>29-04-2014</c:v>
                </c:pt>
                <c:pt idx="3576">
                  <c:v>30-04-2014</c:v>
                </c:pt>
                <c:pt idx="3577">
                  <c:v>02-05-2014</c:v>
                </c:pt>
                <c:pt idx="3578">
                  <c:v>05-05-2014</c:v>
                </c:pt>
                <c:pt idx="3579">
                  <c:v>06-05-2014</c:v>
                </c:pt>
                <c:pt idx="3580">
                  <c:v>07-05-2014</c:v>
                </c:pt>
                <c:pt idx="3581">
                  <c:v>08-05-2014</c:v>
                </c:pt>
                <c:pt idx="3582">
                  <c:v>09-05-2014</c:v>
                </c:pt>
                <c:pt idx="3583">
                  <c:v>12-05-2014</c:v>
                </c:pt>
                <c:pt idx="3584">
                  <c:v>13-05-2014</c:v>
                </c:pt>
                <c:pt idx="3585">
                  <c:v>14-05-2014</c:v>
                </c:pt>
                <c:pt idx="3586">
                  <c:v>15-05-2014</c:v>
                </c:pt>
                <c:pt idx="3587">
                  <c:v>16-05-2014</c:v>
                </c:pt>
                <c:pt idx="3588">
                  <c:v>19-05-2014</c:v>
                </c:pt>
                <c:pt idx="3589">
                  <c:v>20-05-2014</c:v>
                </c:pt>
                <c:pt idx="3590">
                  <c:v>21-05-2014</c:v>
                </c:pt>
                <c:pt idx="3591">
                  <c:v>22-05-2014</c:v>
                </c:pt>
                <c:pt idx="3592">
                  <c:v>23-05-2014</c:v>
                </c:pt>
                <c:pt idx="3593">
                  <c:v>26-05-2014</c:v>
                </c:pt>
                <c:pt idx="3594">
                  <c:v>27-05-2014</c:v>
                </c:pt>
                <c:pt idx="3595">
                  <c:v>28-05-2014</c:v>
                </c:pt>
                <c:pt idx="3596">
                  <c:v>29-05-2014</c:v>
                </c:pt>
                <c:pt idx="3597">
                  <c:v>30-05-2014</c:v>
                </c:pt>
                <c:pt idx="3598">
                  <c:v>02-06-2014</c:v>
                </c:pt>
                <c:pt idx="3599">
                  <c:v>03-06-2014</c:v>
                </c:pt>
                <c:pt idx="3600">
                  <c:v>04-06-2014</c:v>
                </c:pt>
                <c:pt idx="3601">
                  <c:v>05-06-2014</c:v>
                </c:pt>
                <c:pt idx="3602">
                  <c:v>06-06-2014</c:v>
                </c:pt>
                <c:pt idx="3603">
                  <c:v>09-06-2014</c:v>
                </c:pt>
                <c:pt idx="3604">
                  <c:v>10-06-2014</c:v>
                </c:pt>
                <c:pt idx="3605">
                  <c:v>11-06-2014</c:v>
                </c:pt>
                <c:pt idx="3606">
                  <c:v>12-06-2014</c:v>
                </c:pt>
                <c:pt idx="3607">
                  <c:v>13-06-2014</c:v>
                </c:pt>
                <c:pt idx="3608">
                  <c:v>16-06-2014</c:v>
                </c:pt>
                <c:pt idx="3609">
                  <c:v>17-06-2014</c:v>
                </c:pt>
                <c:pt idx="3610">
                  <c:v>18-06-2014</c:v>
                </c:pt>
                <c:pt idx="3611">
                  <c:v>19-06-2014</c:v>
                </c:pt>
                <c:pt idx="3612">
                  <c:v>20-06-2014</c:v>
                </c:pt>
                <c:pt idx="3613">
                  <c:v>23-06-2014</c:v>
                </c:pt>
                <c:pt idx="3614">
                  <c:v>24-06-2014</c:v>
                </c:pt>
                <c:pt idx="3615">
                  <c:v>25-06-2014</c:v>
                </c:pt>
                <c:pt idx="3616">
                  <c:v>26-06-2014</c:v>
                </c:pt>
                <c:pt idx="3617">
                  <c:v>27-06-2014</c:v>
                </c:pt>
                <c:pt idx="3618">
                  <c:v>30-06-2014</c:v>
                </c:pt>
                <c:pt idx="3619">
                  <c:v>01-07-2014</c:v>
                </c:pt>
                <c:pt idx="3620">
                  <c:v>02-07-2014</c:v>
                </c:pt>
                <c:pt idx="3621">
                  <c:v>03-07-2014</c:v>
                </c:pt>
                <c:pt idx="3622">
                  <c:v>04-07-2014</c:v>
                </c:pt>
                <c:pt idx="3623">
                  <c:v>07-07-2014</c:v>
                </c:pt>
                <c:pt idx="3624">
                  <c:v>08-07-2014</c:v>
                </c:pt>
                <c:pt idx="3625">
                  <c:v>09-07-2014</c:v>
                </c:pt>
                <c:pt idx="3626">
                  <c:v>10-07-2014</c:v>
                </c:pt>
                <c:pt idx="3627">
                  <c:v>11-07-2014</c:v>
                </c:pt>
                <c:pt idx="3628">
                  <c:v>14-07-2014</c:v>
                </c:pt>
                <c:pt idx="3629">
                  <c:v>15-07-2014</c:v>
                </c:pt>
                <c:pt idx="3630">
                  <c:v>16-07-2014</c:v>
                </c:pt>
                <c:pt idx="3631">
                  <c:v>17-07-2014</c:v>
                </c:pt>
                <c:pt idx="3632">
                  <c:v>18-07-2014</c:v>
                </c:pt>
                <c:pt idx="3633">
                  <c:v>21-07-2014</c:v>
                </c:pt>
                <c:pt idx="3634">
                  <c:v>22-07-2014</c:v>
                </c:pt>
                <c:pt idx="3635">
                  <c:v>23-07-2014</c:v>
                </c:pt>
                <c:pt idx="3636">
                  <c:v>24-07-2014</c:v>
                </c:pt>
                <c:pt idx="3637">
                  <c:v>25-07-2014</c:v>
                </c:pt>
                <c:pt idx="3638">
                  <c:v>28-07-2014</c:v>
                </c:pt>
                <c:pt idx="3639">
                  <c:v>30-07-2014</c:v>
                </c:pt>
                <c:pt idx="3640">
                  <c:v>31-07-2014</c:v>
                </c:pt>
                <c:pt idx="3641">
                  <c:v>01-08-2014</c:v>
                </c:pt>
                <c:pt idx="3642">
                  <c:v>04-08-2014</c:v>
                </c:pt>
                <c:pt idx="3643">
                  <c:v>05-08-2014</c:v>
                </c:pt>
                <c:pt idx="3644">
                  <c:v>06-08-2014</c:v>
                </c:pt>
                <c:pt idx="3645">
                  <c:v>07-08-2014</c:v>
                </c:pt>
                <c:pt idx="3646">
                  <c:v>08-08-2014</c:v>
                </c:pt>
                <c:pt idx="3647">
                  <c:v>11-08-2014</c:v>
                </c:pt>
                <c:pt idx="3648">
                  <c:v>12-08-2014</c:v>
                </c:pt>
                <c:pt idx="3649">
                  <c:v>13-08-2014</c:v>
                </c:pt>
                <c:pt idx="3650">
                  <c:v>14-08-2014</c:v>
                </c:pt>
                <c:pt idx="3651">
                  <c:v>18-08-2014</c:v>
                </c:pt>
                <c:pt idx="3652">
                  <c:v>19-08-2014</c:v>
                </c:pt>
                <c:pt idx="3653">
                  <c:v>20-08-2014</c:v>
                </c:pt>
                <c:pt idx="3654">
                  <c:v>21-08-2014</c:v>
                </c:pt>
                <c:pt idx="3655">
                  <c:v>22-08-2014</c:v>
                </c:pt>
                <c:pt idx="3656">
                  <c:v>25-08-2014</c:v>
                </c:pt>
                <c:pt idx="3657">
                  <c:v>26-08-2014</c:v>
                </c:pt>
                <c:pt idx="3658">
                  <c:v>27-08-2014</c:v>
                </c:pt>
                <c:pt idx="3659">
                  <c:v>28-08-2014</c:v>
                </c:pt>
                <c:pt idx="3660">
                  <c:v>01-09-2014</c:v>
                </c:pt>
                <c:pt idx="3661">
                  <c:v>02-09-2014</c:v>
                </c:pt>
                <c:pt idx="3662">
                  <c:v>03-09-2014</c:v>
                </c:pt>
                <c:pt idx="3663">
                  <c:v>04-09-2014</c:v>
                </c:pt>
                <c:pt idx="3664">
                  <c:v>05-09-2014</c:v>
                </c:pt>
                <c:pt idx="3665">
                  <c:v>08-09-2014</c:v>
                </c:pt>
                <c:pt idx="3666">
                  <c:v>09-09-2014</c:v>
                </c:pt>
                <c:pt idx="3667">
                  <c:v>10-09-2014</c:v>
                </c:pt>
                <c:pt idx="3668">
                  <c:v>11-09-2014</c:v>
                </c:pt>
                <c:pt idx="3669">
                  <c:v>12-09-2014</c:v>
                </c:pt>
                <c:pt idx="3670">
                  <c:v>15-09-2014</c:v>
                </c:pt>
                <c:pt idx="3671">
                  <c:v>16-09-2014</c:v>
                </c:pt>
                <c:pt idx="3672">
                  <c:v>17-09-2014</c:v>
                </c:pt>
                <c:pt idx="3673">
                  <c:v>18-09-2014</c:v>
                </c:pt>
                <c:pt idx="3674">
                  <c:v>19-09-2014</c:v>
                </c:pt>
                <c:pt idx="3675">
                  <c:v>22-09-2014</c:v>
                </c:pt>
                <c:pt idx="3676">
                  <c:v>23-09-2014</c:v>
                </c:pt>
                <c:pt idx="3677">
                  <c:v>24-09-2014</c:v>
                </c:pt>
                <c:pt idx="3678">
                  <c:v>25-09-2014</c:v>
                </c:pt>
                <c:pt idx="3679">
                  <c:v>26-09-2014</c:v>
                </c:pt>
                <c:pt idx="3680">
                  <c:v>29-09-2014</c:v>
                </c:pt>
                <c:pt idx="3681">
                  <c:v>30-09-2014</c:v>
                </c:pt>
                <c:pt idx="3682">
                  <c:v>01-10-2014</c:v>
                </c:pt>
                <c:pt idx="3683">
                  <c:v>07-10-2014</c:v>
                </c:pt>
                <c:pt idx="3684">
                  <c:v>08-10-2014</c:v>
                </c:pt>
                <c:pt idx="3685">
                  <c:v>09-10-2014</c:v>
                </c:pt>
                <c:pt idx="3686">
                  <c:v>10-10-2014</c:v>
                </c:pt>
                <c:pt idx="3687">
                  <c:v>13-10-2014</c:v>
                </c:pt>
                <c:pt idx="3688">
                  <c:v>14-10-2014</c:v>
                </c:pt>
                <c:pt idx="3689">
                  <c:v>16-10-2014</c:v>
                </c:pt>
                <c:pt idx="3690">
                  <c:v>17-10-2014</c:v>
                </c:pt>
                <c:pt idx="3691">
                  <c:v>20-10-2014</c:v>
                </c:pt>
                <c:pt idx="3692">
                  <c:v>21-10-2014</c:v>
                </c:pt>
                <c:pt idx="3693">
                  <c:v>22-10-2014</c:v>
                </c:pt>
                <c:pt idx="3694">
                  <c:v>23-10-2014</c:v>
                </c:pt>
                <c:pt idx="3695">
                  <c:v>27-10-2014</c:v>
                </c:pt>
                <c:pt idx="3696">
                  <c:v>28-10-2014</c:v>
                </c:pt>
                <c:pt idx="3697">
                  <c:v>29-10-2014</c:v>
                </c:pt>
                <c:pt idx="3698">
                  <c:v>30-10-2014</c:v>
                </c:pt>
                <c:pt idx="3699">
                  <c:v>31-10-2014</c:v>
                </c:pt>
                <c:pt idx="3700">
                  <c:v>03-11-2014</c:v>
                </c:pt>
                <c:pt idx="3701">
                  <c:v>05-11-2014</c:v>
                </c:pt>
                <c:pt idx="3702">
                  <c:v>07-11-2014</c:v>
                </c:pt>
                <c:pt idx="3703">
                  <c:v>10-11-2014</c:v>
                </c:pt>
                <c:pt idx="3704">
                  <c:v>11-11-2014</c:v>
                </c:pt>
                <c:pt idx="3705">
                  <c:v>12-11-2014</c:v>
                </c:pt>
                <c:pt idx="3706">
                  <c:v>13-11-2014</c:v>
                </c:pt>
                <c:pt idx="3707">
                  <c:v>14-11-2014</c:v>
                </c:pt>
                <c:pt idx="3708">
                  <c:v>17-11-2014</c:v>
                </c:pt>
                <c:pt idx="3709">
                  <c:v>18-11-2014</c:v>
                </c:pt>
                <c:pt idx="3710">
                  <c:v>19-11-2014</c:v>
                </c:pt>
                <c:pt idx="3711">
                  <c:v>20-11-2014</c:v>
                </c:pt>
                <c:pt idx="3712">
                  <c:v>21-11-2014</c:v>
                </c:pt>
                <c:pt idx="3713">
                  <c:v>24-11-2014</c:v>
                </c:pt>
                <c:pt idx="3714">
                  <c:v>25-11-2014</c:v>
                </c:pt>
                <c:pt idx="3715">
                  <c:v>26-11-2014</c:v>
                </c:pt>
                <c:pt idx="3716">
                  <c:v>27-11-2014</c:v>
                </c:pt>
                <c:pt idx="3717">
                  <c:v>28-11-2014</c:v>
                </c:pt>
                <c:pt idx="3718">
                  <c:v>01-12-2014</c:v>
                </c:pt>
                <c:pt idx="3719">
                  <c:v>02-12-2014</c:v>
                </c:pt>
                <c:pt idx="3720">
                  <c:v>03-12-2014</c:v>
                </c:pt>
                <c:pt idx="3721">
                  <c:v>04-12-2014</c:v>
                </c:pt>
                <c:pt idx="3722">
                  <c:v>05-12-2014</c:v>
                </c:pt>
                <c:pt idx="3723">
                  <c:v>08-12-2014</c:v>
                </c:pt>
                <c:pt idx="3724">
                  <c:v>09-12-2014</c:v>
                </c:pt>
                <c:pt idx="3725">
                  <c:v>10-12-2014</c:v>
                </c:pt>
                <c:pt idx="3726">
                  <c:v>11-12-2014</c:v>
                </c:pt>
                <c:pt idx="3727">
                  <c:v>12-12-2014</c:v>
                </c:pt>
                <c:pt idx="3728">
                  <c:v>15-12-2014</c:v>
                </c:pt>
                <c:pt idx="3729">
                  <c:v>16-12-2014</c:v>
                </c:pt>
                <c:pt idx="3730">
                  <c:v>17-12-2014</c:v>
                </c:pt>
                <c:pt idx="3731">
                  <c:v>18-12-2014</c:v>
                </c:pt>
                <c:pt idx="3732">
                  <c:v>19-12-2014</c:v>
                </c:pt>
                <c:pt idx="3733">
                  <c:v>22-12-2014</c:v>
                </c:pt>
                <c:pt idx="3734">
                  <c:v>23-12-2014</c:v>
                </c:pt>
                <c:pt idx="3735">
                  <c:v>24-12-2014</c:v>
                </c:pt>
                <c:pt idx="3736">
                  <c:v>26-12-2014</c:v>
                </c:pt>
                <c:pt idx="3737">
                  <c:v>29-12-2014</c:v>
                </c:pt>
                <c:pt idx="3738">
                  <c:v>30-12-2014</c:v>
                </c:pt>
                <c:pt idx="3739">
                  <c:v>31-12-2014</c:v>
                </c:pt>
                <c:pt idx="3740">
                  <c:v>01-01-2015</c:v>
                </c:pt>
                <c:pt idx="3741">
                  <c:v>02-01-2015</c:v>
                </c:pt>
                <c:pt idx="3742">
                  <c:v>05-01-2015</c:v>
                </c:pt>
                <c:pt idx="3743">
                  <c:v>06-01-2015</c:v>
                </c:pt>
                <c:pt idx="3744">
                  <c:v>07-01-2015</c:v>
                </c:pt>
                <c:pt idx="3745">
                  <c:v>08-01-2015</c:v>
                </c:pt>
                <c:pt idx="3746">
                  <c:v>09-01-2015</c:v>
                </c:pt>
                <c:pt idx="3747">
                  <c:v>12-01-2015</c:v>
                </c:pt>
                <c:pt idx="3748">
                  <c:v>13-01-2015</c:v>
                </c:pt>
                <c:pt idx="3749">
                  <c:v>14-01-2015</c:v>
                </c:pt>
                <c:pt idx="3750">
                  <c:v>15-01-2015</c:v>
                </c:pt>
                <c:pt idx="3751">
                  <c:v>16-01-2015</c:v>
                </c:pt>
                <c:pt idx="3752">
                  <c:v>19-01-2015</c:v>
                </c:pt>
                <c:pt idx="3753">
                  <c:v>20-01-2015</c:v>
                </c:pt>
                <c:pt idx="3754">
                  <c:v>21-01-2015</c:v>
                </c:pt>
                <c:pt idx="3755">
                  <c:v>22-01-2015</c:v>
                </c:pt>
                <c:pt idx="3756">
                  <c:v>23-01-2015</c:v>
                </c:pt>
                <c:pt idx="3757">
                  <c:v>27-01-2015</c:v>
                </c:pt>
                <c:pt idx="3758">
                  <c:v>28-01-2015</c:v>
                </c:pt>
                <c:pt idx="3759">
                  <c:v>29-01-2015</c:v>
                </c:pt>
                <c:pt idx="3760">
                  <c:v>30-01-2015</c:v>
                </c:pt>
                <c:pt idx="3761">
                  <c:v>02-02-2015</c:v>
                </c:pt>
                <c:pt idx="3762">
                  <c:v>03-02-2015</c:v>
                </c:pt>
                <c:pt idx="3763">
                  <c:v>04-02-2015</c:v>
                </c:pt>
                <c:pt idx="3764">
                  <c:v>05-02-2015</c:v>
                </c:pt>
                <c:pt idx="3765">
                  <c:v>06-02-2015</c:v>
                </c:pt>
                <c:pt idx="3766">
                  <c:v>09-02-2015</c:v>
                </c:pt>
                <c:pt idx="3767">
                  <c:v>10-02-2015</c:v>
                </c:pt>
                <c:pt idx="3768">
                  <c:v>11-02-2015</c:v>
                </c:pt>
                <c:pt idx="3769">
                  <c:v>12-02-2015</c:v>
                </c:pt>
                <c:pt idx="3770">
                  <c:v>13-02-2015</c:v>
                </c:pt>
                <c:pt idx="3771">
                  <c:v>16-02-2015</c:v>
                </c:pt>
                <c:pt idx="3772">
                  <c:v>18-02-2015</c:v>
                </c:pt>
                <c:pt idx="3773">
                  <c:v>19-02-2015</c:v>
                </c:pt>
                <c:pt idx="3774">
                  <c:v>20-02-2015</c:v>
                </c:pt>
                <c:pt idx="3775">
                  <c:v>23-02-2015</c:v>
                </c:pt>
                <c:pt idx="3776">
                  <c:v>24-02-2015</c:v>
                </c:pt>
                <c:pt idx="3777">
                  <c:v>25-02-2015</c:v>
                </c:pt>
                <c:pt idx="3778">
                  <c:v>26-02-2015</c:v>
                </c:pt>
                <c:pt idx="3779">
                  <c:v>27-02-2015</c:v>
                </c:pt>
                <c:pt idx="3780">
                  <c:v>28-02-2015</c:v>
                </c:pt>
                <c:pt idx="3781">
                  <c:v>02-03-2015</c:v>
                </c:pt>
                <c:pt idx="3782">
                  <c:v>03-03-2015</c:v>
                </c:pt>
                <c:pt idx="3783">
                  <c:v>04-03-2015</c:v>
                </c:pt>
                <c:pt idx="3784">
                  <c:v>05-03-2015</c:v>
                </c:pt>
                <c:pt idx="3785">
                  <c:v>09-03-2015</c:v>
                </c:pt>
                <c:pt idx="3786">
                  <c:v>10-03-2015</c:v>
                </c:pt>
                <c:pt idx="3787">
                  <c:v>11-03-2015</c:v>
                </c:pt>
                <c:pt idx="3788">
                  <c:v>12-03-2015</c:v>
                </c:pt>
                <c:pt idx="3789">
                  <c:v>13-03-2015</c:v>
                </c:pt>
                <c:pt idx="3790">
                  <c:v>16-03-2015</c:v>
                </c:pt>
                <c:pt idx="3791">
                  <c:v>17-03-2015</c:v>
                </c:pt>
                <c:pt idx="3792">
                  <c:v>18-03-2015</c:v>
                </c:pt>
                <c:pt idx="3793">
                  <c:v>19-03-2015</c:v>
                </c:pt>
                <c:pt idx="3794">
                  <c:v>20-03-2015</c:v>
                </c:pt>
                <c:pt idx="3795">
                  <c:v>23-03-2015</c:v>
                </c:pt>
                <c:pt idx="3796">
                  <c:v>24-03-2015</c:v>
                </c:pt>
                <c:pt idx="3797">
                  <c:v>25-03-2015</c:v>
                </c:pt>
                <c:pt idx="3798">
                  <c:v>26-03-2015</c:v>
                </c:pt>
                <c:pt idx="3799">
                  <c:v>27-03-2015</c:v>
                </c:pt>
                <c:pt idx="3800">
                  <c:v>30-03-2015</c:v>
                </c:pt>
                <c:pt idx="3801">
                  <c:v>31-03-2015</c:v>
                </c:pt>
                <c:pt idx="3802">
                  <c:v>01-04-2015</c:v>
                </c:pt>
                <c:pt idx="3803">
                  <c:v>06-04-2015</c:v>
                </c:pt>
                <c:pt idx="3804">
                  <c:v>07-04-2015</c:v>
                </c:pt>
                <c:pt idx="3805">
                  <c:v>08-04-2015</c:v>
                </c:pt>
                <c:pt idx="3806">
                  <c:v>09-04-2015</c:v>
                </c:pt>
                <c:pt idx="3807">
                  <c:v>10-04-2015</c:v>
                </c:pt>
                <c:pt idx="3808">
                  <c:v>13-04-2015</c:v>
                </c:pt>
                <c:pt idx="3809">
                  <c:v>15-04-2015</c:v>
                </c:pt>
                <c:pt idx="3810">
                  <c:v>16-04-2015</c:v>
                </c:pt>
                <c:pt idx="3811">
                  <c:v>17-04-2015</c:v>
                </c:pt>
                <c:pt idx="3812">
                  <c:v>20-04-2015</c:v>
                </c:pt>
                <c:pt idx="3813">
                  <c:v>21-04-2015</c:v>
                </c:pt>
                <c:pt idx="3814">
                  <c:v>22-04-2015</c:v>
                </c:pt>
                <c:pt idx="3815">
                  <c:v>23-04-2015</c:v>
                </c:pt>
                <c:pt idx="3816">
                  <c:v>24-04-2015</c:v>
                </c:pt>
                <c:pt idx="3817">
                  <c:v>27-04-2015</c:v>
                </c:pt>
                <c:pt idx="3818">
                  <c:v>28-04-2015</c:v>
                </c:pt>
                <c:pt idx="3819">
                  <c:v>29-04-2015</c:v>
                </c:pt>
                <c:pt idx="3820">
                  <c:v>30-04-2015</c:v>
                </c:pt>
                <c:pt idx="3821">
                  <c:v>04-05-2015</c:v>
                </c:pt>
                <c:pt idx="3822">
                  <c:v>05-05-2015</c:v>
                </c:pt>
                <c:pt idx="3823">
                  <c:v>06-05-2015</c:v>
                </c:pt>
                <c:pt idx="3824">
                  <c:v>07-05-2015</c:v>
                </c:pt>
                <c:pt idx="3825">
                  <c:v>08-05-2015</c:v>
                </c:pt>
                <c:pt idx="3826">
                  <c:v>11-05-2015</c:v>
                </c:pt>
                <c:pt idx="3827">
                  <c:v>12-05-2015</c:v>
                </c:pt>
                <c:pt idx="3828">
                  <c:v>13-05-2015</c:v>
                </c:pt>
                <c:pt idx="3829">
                  <c:v>14-05-2015</c:v>
                </c:pt>
                <c:pt idx="3830">
                  <c:v>15-05-2015</c:v>
                </c:pt>
                <c:pt idx="3831">
                  <c:v>18-05-2015</c:v>
                </c:pt>
                <c:pt idx="3832">
                  <c:v>19-05-2015</c:v>
                </c:pt>
                <c:pt idx="3833">
                  <c:v>20-05-2015</c:v>
                </c:pt>
                <c:pt idx="3834">
                  <c:v>21-05-2015</c:v>
                </c:pt>
                <c:pt idx="3835">
                  <c:v>22-05-2015</c:v>
                </c:pt>
                <c:pt idx="3836">
                  <c:v>25-05-2015</c:v>
                </c:pt>
                <c:pt idx="3837">
                  <c:v>26-05-2015</c:v>
                </c:pt>
                <c:pt idx="3838">
                  <c:v>27-05-2015</c:v>
                </c:pt>
                <c:pt idx="3839">
                  <c:v>28-05-2015</c:v>
                </c:pt>
                <c:pt idx="3840">
                  <c:v>29-05-2015</c:v>
                </c:pt>
                <c:pt idx="3841">
                  <c:v>01-06-2015</c:v>
                </c:pt>
                <c:pt idx="3842">
                  <c:v>02-06-2015</c:v>
                </c:pt>
                <c:pt idx="3843">
                  <c:v>03-06-2015</c:v>
                </c:pt>
                <c:pt idx="3844">
                  <c:v>04-06-2015</c:v>
                </c:pt>
                <c:pt idx="3845">
                  <c:v>05-06-2015</c:v>
                </c:pt>
                <c:pt idx="3846">
                  <c:v>08-06-2015</c:v>
                </c:pt>
                <c:pt idx="3847">
                  <c:v>09-06-2015</c:v>
                </c:pt>
                <c:pt idx="3848">
                  <c:v>10-06-2015</c:v>
                </c:pt>
                <c:pt idx="3849">
                  <c:v>11-06-2015</c:v>
                </c:pt>
                <c:pt idx="3850">
                  <c:v>12-06-2015</c:v>
                </c:pt>
                <c:pt idx="3851">
                  <c:v>15-06-2015</c:v>
                </c:pt>
                <c:pt idx="3852">
                  <c:v>16-06-2015</c:v>
                </c:pt>
                <c:pt idx="3853">
                  <c:v>17-06-2015</c:v>
                </c:pt>
                <c:pt idx="3854">
                  <c:v>18-06-2015</c:v>
                </c:pt>
                <c:pt idx="3855">
                  <c:v>19-06-2015</c:v>
                </c:pt>
                <c:pt idx="3856">
                  <c:v>22-06-2015</c:v>
                </c:pt>
                <c:pt idx="3857">
                  <c:v>23-06-2015</c:v>
                </c:pt>
                <c:pt idx="3858">
                  <c:v>24-06-2015</c:v>
                </c:pt>
                <c:pt idx="3859">
                  <c:v>25-06-2015</c:v>
                </c:pt>
                <c:pt idx="3860">
                  <c:v>26-06-2015</c:v>
                </c:pt>
                <c:pt idx="3861">
                  <c:v>29-06-2015</c:v>
                </c:pt>
                <c:pt idx="3862">
                  <c:v>30-06-2015</c:v>
                </c:pt>
                <c:pt idx="3863">
                  <c:v>01-07-2015</c:v>
                </c:pt>
                <c:pt idx="3864">
                  <c:v>02-07-2015</c:v>
                </c:pt>
                <c:pt idx="3865">
                  <c:v>03-07-2015</c:v>
                </c:pt>
                <c:pt idx="3866">
                  <c:v>06-07-2015</c:v>
                </c:pt>
                <c:pt idx="3867">
                  <c:v>07-07-2015</c:v>
                </c:pt>
                <c:pt idx="3868">
                  <c:v>08-07-2015</c:v>
                </c:pt>
                <c:pt idx="3869">
                  <c:v>09-07-2015</c:v>
                </c:pt>
                <c:pt idx="3870">
                  <c:v>10-07-2015</c:v>
                </c:pt>
                <c:pt idx="3871">
                  <c:v>13-07-2015</c:v>
                </c:pt>
                <c:pt idx="3872">
                  <c:v>14-07-2015</c:v>
                </c:pt>
                <c:pt idx="3873">
                  <c:v>15-07-2015</c:v>
                </c:pt>
                <c:pt idx="3874">
                  <c:v>16-07-2015</c:v>
                </c:pt>
                <c:pt idx="3875">
                  <c:v>17-07-2015</c:v>
                </c:pt>
                <c:pt idx="3876">
                  <c:v>20-07-2015</c:v>
                </c:pt>
                <c:pt idx="3877">
                  <c:v>21-07-2015</c:v>
                </c:pt>
                <c:pt idx="3878">
                  <c:v>22-07-2015</c:v>
                </c:pt>
                <c:pt idx="3879">
                  <c:v>23-07-2015</c:v>
                </c:pt>
                <c:pt idx="3880">
                  <c:v>24-07-2015</c:v>
                </c:pt>
                <c:pt idx="3881">
                  <c:v>27-07-2015</c:v>
                </c:pt>
                <c:pt idx="3882">
                  <c:v>28-07-2015</c:v>
                </c:pt>
                <c:pt idx="3883">
                  <c:v>29-07-2015</c:v>
                </c:pt>
                <c:pt idx="3884">
                  <c:v>30-07-2015</c:v>
                </c:pt>
                <c:pt idx="3885">
                  <c:v>31-07-2015</c:v>
                </c:pt>
                <c:pt idx="3886">
                  <c:v>03-08-2015</c:v>
                </c:pt>
                <c:pt idx="3887">
                  <c:v>04-08-2015</c:v>
                </c:pt>
                <c:pt idx="3888">
                  <c:v>05-08-2015</c:v>
                </c:pt>
                <c:pt idx="3889">
                  <c:v>06-08-2015</c:v>
                </c:pt>
                <c:pt idx="3890">
                  <c:v>07-08-2015</c:v>
                </c:pt>
                <c:pt idx="3891">
                  <c:v>10-08-2015</c:v>
                </c:pt>
                <c:pt idx="3892">
                  <c:v>11-08-2015</c:v>
                </c:pt>
                <c:pt idx="3893">
                  <c:v>12-08-2015</c:v>
                </c:pt>
                <c:pt idx="3894">
                  <c:v>13-08-2015</c:v>
                </c:pt>
                <c:pt idx="3895">
                  <c:v>14-08-2015</c:v>
                </c:pt>
                <c:pt idx="3896">
                  <c:v>17-08-2015</c:v>
                </c:pt>
                <c:pt idx="3897">
                  <c:v>18-08-2015</c:v>
                </c:pt>
                <c:pt idx="3898">
                  <c:v>19-08-2015</c:v>
                </c:pt>
                <c:pt idx="3899">
                  <c:v>20-08-2015</c:v>
                </c:pt>
                <c:pt idx="3900">
                  <c:v>21-08-2015</c:v>
                </c:pt>
                <c:pt idx="3901">
                  <c:v>24-08-2015</c:v>
                </c:pt>
                <c:pt idx="3902">
                  <c:v>25-08-2015</c:v>
                </c:pt>
                <c:pt idx="3903">
                  <c:v>26-08-2015</c:v>
                </c:pt>
                <c:pt idx="3904">
                  <c:v>27-08-2015</c:v>
                </c:pt>
                <c:pt idx="3905">
                  <c:v>28-08-2015</c:v>
                </c:pt>
                <c:pt idx="3906">
                  <c:v>31-08-2015</c:v>
                </c:pt>
                <c:pt idx="3907">
                  <c:v>01-09-2015</c:v>
                </c:pt>
                <c:pt idx="3908">
                  <c:v>02-09-2015</c:v>
                </c:pt>
                <c:pt idx="3909">
                  <c:v>03-09-2015</c:v>
                </c:pt>
                <c:pt idx="3910">
                  <c:v>04-09-2015</c:v>
                </c:pt>
                <c:pt idx="3911">
                  <c:v>07-09-2015</c:v>
                </c:pt>
                <c:pt idx="3912">
                  <c:v>08-09-2015</c:v>
                </c:pt>
                <c:pt idx="3913">
                  <c:v>09-09-2015</c:v>
                </c:pt>
                <c:pt idx="3914">
                  <c:v>10-09-2015</c:v>
                </c:pt>
                <c:pt idx="3915">
                  <c:v>11-09-2015</c:v>
                </c:pt>
                <c:pt idx="3916">
                  <c:v>14-09-2015</c:v>
                </c:pt>
                <c:pt idx="3917">
                  <c:v>15-09-2015</c:v>
                </c:pt>
                <c:pt idx="3918">
                  <c:v>16-09-2015</c:v>
                </c:pt>
                <c:pt idx="3919">
                  <c:v>18-09-2015</c:v>
                </c:pt>
                <c:pt idx="3920">
                  <c:v>21-09-2015</c:v>
                </c:pt>
                <c:pt idx="3921">
                  <c:v>22-09-2015</c:v>
                </c:pt>
                <c:pt idx="3922">
                  <c:v>23-09-2015</c:v>
                </c:pt>
                <c:pt idx="3923">
                  <c:v>24-09-2015</c:v>
                </c:pt>
                <c:pt idx="3924">
                  <c:v>28-09-2015</c:v>
                </c:pt>
                <c:pt idx="3925">
                  <c:v>29-09-2015</c:v>
                </c:pt>
                <c:pt idx="3926">
                  <c:v>30-09-2015</c:v>
                </c:pt>
                <c:pt idx="3927">
                  <c:v>01-10-2015</c:v>
                </c:pt>
                <c:pt idx="3928">
                  <c:v>05-10-2015</c:v>
                </c:pt>
                <c:pt idx="3929">
                  <c:v>06-10-2015</c:v>
                </c:pt>
                <c:pt idx="3930">
                  <c:v>07-10-2015</c:v>
                </c:pt>
                <c:pt idx="3931">
                  <c:v>08-10-2015</c:v>
                </c:pt>
                <c:pt idx="3932">
                  <c:v>09-10-2015</c:v>
                </c:pt>
                <c:pt idx="3933">
                  <c:v>12-10-2015</c:v>
                </c:pt>
                <c:pt idx="3934">
                  <c:v>13-10-2015</c:v>
                </c:pt>
                <c:pt idx="3935">
                  <c:v>14-10-2015</c:v>
                </c:pt>
                <c:pt idx="3936">
                  <c:v>15-10-2015</c:v>
                </c:pt>
                <c:pt idx="3937">
                  <c:v>16-10-2015</c:v>
                </c:pt>
                <c:pt idx="3938">
                  <c:v>19-10-2015</c:v>
                </c:pt>
                <c:pt idx="3939">
                  <c:v>20-10-2015</c:v>
                </c:pt>
                <c:pt idx="3940">
                  <c:v>21-10-2015</c:v>
                </c:pt>
                <c:pt idx="3941">
                  <c:v>23-10-2015</c:v>
                </c:pt>
                <c:pt idx="3942">
                  <c:v>26-10-2015</c:v>
                </c:pt>
                <c:pt idx="3943">
                  <c:v>27-10-2015</c:v>
                </c:pt>
                <c:pt idx="3944">
                  <c:v>28-10-2015</c:v>
                </c:pt>
                <c:pt idx="3945">
                  <c:v>29-10-2015</c:v>
                </c:pt>
                <c:pt idx="3946">
                  <c:v>30-10-2015</c:v>
                </c:pt>
                <c:pt idx="3947">
                  <c:v>02-11-2015</c:v>
                </c:pt>
                <c:pt idx="3948">
                  <c:v>03-11-2015</c:v>
                </c:pt>
                <c:pt idx="3949">
                  <c:v>04-11-2015</c:v>
                </c:pt>
                <c:pt idx="3950">
                  <c:v>05-11-2015</c:v>
                </c:pt>
                <c:pt idx="3951">
                  <c:v>06-11-2015</c:v>
                </c:pt>
                <c:pt idx="3952">
                  <c:v>09-11-2015</c:v>
                </c:pt>
                <c:pt idx="3953">
                  <c:v>10-11-2015</c:v>
                </c:pt>
                <c:pt idx="3954">
                  <c:v>11-11-2015</c:v>
                </c:pt>
                <c:pt idx="3955">
                  <c:v>13-11-2015</c:v>
                </c:pt>
                <c:pt idx="3956">
                  <c:v>16-11-2015</c:v>
                </c:pt>
                <c:pt idx="3957">
                  <c:v>17-11-2015</c:v>
                </c:pt>
                <c:pt idx="3958">
                  <c:v>18-11-2015</c:v>
                </c:pt>
                <c:pt idx="3959">
                  <c:v>19-11-2015</c:v>
                </c:pt>
                <c:pt idx="3960">
                  <c:v>20-11-2015</c:v>
                </c:pt>
                <c:pt idx="3961">
                  <c:v>23-11-2015</c:v>
                </c:pt>
                <c:pt idx="3962">
                  <c:v>24-11-2015</c:v>
                </c:pt>
                <c:pt idx="3963">
                  <c:v>26-11-2015</c:v>
                </c:pt>
                <c:pt idx="3964">
                  <c:v>27-11-2015</c:v>
                </c:pt>
                <c:pt idx="3965">
                  <c:v>30-11-2015</c:v>
                </c:pt>
                <c:pt idx="3966">
                  <c:v>01-12-2015</c:v>
                </c:pt>
                <c:pt idx="3967">
                  <c:v>02-12-2015</c:v>
                </c:pt>
                <c:pt idx="3968">
                  <c:v>03-12-2015</c:v>
                </c:pt>
                <c:pt idx="3969">
                  <c:v>04-12-2015</c:v>
                </c:pt>
                <c:pt idx="3970">
                  <c:v>07-12-2015</c:v>
                </c:pt>
                <c:pt idx="3971">
                  <c:v>08-12-2015</c:v>
                </c:pt>
                <c:pt idx="3972">
                  <c:v>09-12-2015</c:v>
                </c:pt>
                <c:pt idx="3973">
                  <c:v>10-12-2015</c:v>
                </c:pt>
                <c:pt idx="3974">
                  <c:v>11-12-2015</c:v>
                </c:pt>
                <c:pt idx="3975">
                  <c:v>14-12-2015</c:v>
                </c:pt>
                <c:pt idx="3976">
                  <c:v>15-12-2015</c:v>
                </c:pt>
                <c:pt idx="3977">
                  <c:v>16-12-2015</c:v>
                </c:pt>
                <c:pt idx="3978">
                  <c:v>17-12-2015</c:v>
                </c:pt>
                <c:pt idx="3979">
                  <c:v>18-12-2015</c:v>
                </c:pt>
                <c:pt idx="3980">
                  <c:v>21-12-2015</c:v>
                </c:pt>
                <c:pt idx="3981">
                  <c:v>22-12-2015</c:v>
                </c:pt>
                <c:pt idx="3982">
                  <c:v>23-12-2015</c:v>
                </c:pt>
                <c:pt idx="3983">
                  <c:v>24-12-2015</c:v>
                </c:pt>
                <c:pt idx="3984">
                  <c:v>28-12-2015</c:v>
                </c:pt>
                <c:pt idx="3985">
                  <c:v>29-12-2015</c:v>
                </c:pt>
                <c:pt idx="3986">
                  <c:v>30-12-2015</c:v>
                </c:pt>
                <c:pt idx="3987">
                  <c:v>31-12-2015</c:v>
                </c:pt>
                <c:pt idx="3988">
                  <c:v>01-01-2016</c:v>
                </c:pt>
                <c:pt idx="3989">
                  <c:v>04-01-2016</c:v>
                </c:pt>
                <c:pt idx="3990">
                  <c:v>05-01-2016</c:v>
                </c:pt>
                <c:pt idx="3991">
                  <c:v>06-01-2016</c:v>
                </c:pt>
                <c:pt idx="3992">
                  <c:v>07-01-2016</c:v>
                </c:pt>
                <c:pt idx="3993">
                  <c:v>08-01-2016</c:v>
                </c:pt>
                <c:pt idx="3994">
                  <c:v>11-01-2016</c:v>
                </c:pt>
                <c:pt idx="3995">
                  <c:v>12-01-2016</c:v>
                </c:pt>
                <c:pt idx="3996">
                  <c:v>13-01-2016</c:v>
                </c:pt>
                <c:pt idx="3997">
                  <c:v>14-01-2016</c:v>
                </c:pt>
                <c:pt idx="3998">
                  <c:v>15-01-2016</c:v>
                </c:pt>
                <c:pt idx="3999">
                  <c:v>18-01-2016</c:v>
                </c:pt>
                <c:pt idx="4000">
                  <c:v>19-01-2016</c:v>
                </c:pt>
                <c:pt idx="4001">
                  <c:v>20-01-2016</c:v>
                </c:pt>
                <c:pt idx="4002">
                  <c:v>21-01-2016</c:v>
                </c:pt>
                <c:pt idx="4003">
                  <c:v>22-01-2016</c:v>
                </c:pt>
                <c:pt idx="4004">
                  <c:v>25-01-2016</c:v>
                </c:pt>
                <c:pt idx="4005">
                  <c:v>27-01-2016</c:v>
                </c:pt>
                <c:pt idx="4006">
                  <c:v>28-01-2016</c:v>
                </c:pt>
                <c:pt idx="4007">
                  <c:v>29-01-2016</c:v>
                </c:pt>
                <c:pt idx="4008">
                  <c:v>01-02-2016</c:v>
                </c:pt>
                <c:pt idx="4009">
                  <c:v>02-02-2016</c:v>
                </c:pt>
                <c:pt idx="4010">
                  <c:v>03-02-2016</c:v>
                </c:pt>
                <c:pt idx="4011">
                  <c:v>04-02-2016</c:v>
                </c:pt>
                <c:pt idx="4012">
                  <c:v>05-02-2016</c:v>
                </c:pt>
                <c:pt idx="4013">
                  <c:v>08-02-2016</c:v>
                </c:pt>
                <c:pt idx="4014">
                  <c:v>09-02-2016</c:v>
                </c:pt>
                <c:pt idx="4015">
                  <c:v>10-02-2016</c:v>
                </c:pt>
                <c:pt idx="4016">
                  <c:v>11-02-2016</c:v>
                </c:pt>
                <c:pt idx="4017">
                  <c:v>12-02-2016</c:v>
                </c:pt>
                <c:pt idx="4018">
                  <c:v>15-02-2016</c:v>
                </c:pt>
                <c:pt idx="4019">
                  <c:v>16-02-2016</c:v>
                </c:pt>
                <c:pt idx="4020">
                  <c:v>17-02-2016</c:v>
                </c:pt>
                <c:pt idx="4021">
                  <c:v>18-02-2016</c:v>
                </c:pt>
                <c:pt idx="4022">
                  <c:v>19-02-2016</c:v>
                </c:pt>
                <c:pt idx="4023">
                  <c:v>22-02-2016</c:v>
                </c:pt>
                <c:pt idx="4024">
                  <c:v>23-02-2016</c:v>
                </c:pt>
                <c:pt idx="4025">
                  <c:v>24-02-2016</c:v>
                </c:pt>
                <c:pt idx="4026">
                  <c:v>25-02-2016</c:v>
                </c:pt>
                <c:pt idx="4027">
                  <c:v>26-02-2016</c:v>
                </c:pt>
                <c:pt idx="4028">
                  <c:v>29-02-2016</c:v>
                </c:pt>
                <c:pt idx="4029">
                  <c:v>01-03-2016</c:v>
                </c:pt>
                <c:pt idx="4030">
                  <c:v>02-03-2016</c:v>
                </c:pt>
                <c:pt idx="4031">
                  <c:v>03-03-2016</c:v>
                </c:pt>
                <c:pt idx="4032">
                  <c:v>04-03-2016</c:v>
                </c:pt>
                <c:pt idx="4033">
                  <c:v>08-03-2016</c:v>
                </c:pt>
                <c:pt idx="4034">
                  <c:v>09-03-2016</c:v>
                </c:pt>
                <c:pt idx="4035">
                  <c:v>10-03-2016</c:v>
                </c:pt>
                <c:pt idx="4036">
                  <c:v>11-03-2016</c:v>
                </c:pt>
                <c:pt idx="4037">
                  <c:v>14-03-2016</c:v>
                </c:pt>
                <c:pt idx="4038">
                  <c:v>15-03-2016</c:v>
                </c:pt>
                <c:pt idx="4039">
                  <c:v>16-03-2016</c:v>
                </c:pt>
                <c:pt idx="4040">
                  <c:v>17-03-2016</c:v>
                </c:pt>
                <c:pt idx="4041">
                  <c:v>18-03-2016</c:v>
                </c:pt>
                <c:pt idx="4042">
                  <c:v>21-03-2016</c:v>
                </c:pt>
                <c:pt idx="4043">
                  <c:v>22-03-2016</c:v>
                </c:pt>
                <c:pt idx="4044">
                  <c:v>23-03-2016</c:v>
                </c:pt>
                <c:pt idx="4045">
                  <c:v>28-03-2016</c:v>
                </c:pt>
                <c:pt idx="4046">
                  <c:v>29-03-2016</c:v>
                </c:pt>
                <c:pt idx="4047">
                  <c:v>30-03-2016</c:v>
                </c:pt>
                <c:pt idx="4048">
                  <c:v>31-03-2016</c:v>
                </c:pt>
                <c:pt idx="4049">
                  <c:v>01-04-2016</c:v>
                </c:pt>
                <c:pt idx="4050">
                  <c:v>04-04-2016</c:v>
                </c:pt>
                <c:pt idx="4051">
                  <c:v>05-04-2016</c:v>
                </c:pt>
                <c:pt idx="4052">
                  <c:v>06-04-2016</c:v>
                </c:pt>
                <c:pt idx="4053">
                  <c:v>07-04-2016</c:v>
                </c:pt>
                <c:pt idx="4054">
                  <c:v>08-04-2016</c:v>
                </c:pt>
                <c:pt idx="4055">
                  <c:v>11-04-2016</c:v>
                </c:pt>
                <c:pt idx="4056">
                  <c:v>12-04-2016</c:v>
                </c:pt>
                <c:pt idx="4057">
                  <c:v>13-04-2016</c:v>
                </c:pt>
                <c:pt idx="4058">
                  <c:v>18-04-2016</c:v>
                </c:pt>
                <c:pt idx="4059">
                  <c:v>20-04-2016</c:v>
                </c:pt>
                <c:pt idx="4060">
                  <c:v>21-04-2016</c:v>
                </c:pt>
                <c:pt idx="4061">
                  <c:v>22-04-2016</c:v>
                </c:pt>
                <c:pt idx="4062">
                  <c:v>25-04-2016</c:v>
                </c:pt>
                <c:pt idx="4063">
                  <c:v>26-04-2016</c:v>
                </c:pt>
                <c:pt idx="4064">
                  <c:v>27-04-2016</c:v>
                </c:pt>
                <c:pt idx="4065">
                  <c:v>28-04-2016</c:v>
                </c:pt>
                <c:pt idx="4066">
                  <c:v>29-04-2016</c:v>
                </c:pt>
                <c:pt idx="4067">
                  <c:v>02-05-2016</c:v>
                </c:pt>
                <c:pt idx="4068">
                  <c:v>03-05-2016</c:v>
                </c:pt>
                <c:pt idx="4069">
                  <c:v>04-05-2016</c:v>
                </c:pt>
                <c:pt idx="4070">
                  <c:v>05-05-2016</c:v>
                </c:pt>
                <c:pt idx="4071">
                  <c:v>06-05-2016</c:v>
                </c:pt>
                <c:pt idx="4072">
                  <c:v>09-05-2016</c:v>
                </c:pt>
                <c:pt idx="4073">
                  <c:v>10-05-2016</c:v>
                </c:pt>
                <c:pt idx="4074">
                  <c:v>11-05-2016</c:v>
                </c:pt>
                <c:pt idx="4075">
                  <c:v>12-05-2016</c:v>
                </c:pt>
                <c:pt idx="4076">
                  <c:v>13-05-2016</c:v>
                </c:pt>
                <c:pt idx="4077">
                  <c:v>16-05-2016</c:v>
                </c:pt>
                <c:pt idx="4078">
                  <c:v>17-05-2016</c:v>
                </c:pt>
                <c:pt idx="4079">
                  <c:v>18-05-2016</c:v>
                </c:pt>
                <c:pt idx="4080">
                  <c:v>19-05-2016</c:v>
                </c:pt>
                <c:pt idx="4081">
                  <c:v>20-05-2016</c:v>
                </c:pt>
                <c:pt idx="4082">
                  <c:v>23-05-2016</c:v>
                </c:pt>
                <c:pt idx="4083">
                  <c:v>24-05-2016</c:v>
                </c:pt>
                <c:pt idx="4084">
                  <c:v>25-05-2016</c:v>
                </c:pt>
                <c:pt idx="4085">
                  <c:v>26-05-2016</c:v>
                </c:pt>
                <c:pt idx="4086">
                  <c:v>27-05-2016</c:v>
                </c:pt>
                <c:pt idx="4087">
                  <c:v>30-05-2016</c:v>
                </c:pt>
                <c:pt idx="4088">
                  <c:v>31-05-2016</c:v>
                </c:pt>
                <c:pt idx="4089">
                  <c:v>01-06-2016</c:v>
                </c:pt>
                <c:pt idx="4090">
                  <c:v>02-06-2016</c:v>
                </c:pt>
                <c:pt idx="4091">
                  <c:v>03-06-2016</c:v>
                </c:pt>
                <c:pt idx="4092">
                  <c:v>06-06-2016</c:v>
                </c:pt>
                <c:pt idx="4093">
                  <c:v>07-06-2016</c:v>
                </c:pt>
                <c:pt idx="4094">
                  <c:v>08-06-2016</c:v>
                </c:pt>
                <c:pt idx="4095">
                  <c:v>09-06-2016</c:v>
                </c:pt>
                <c:pt idx="4096">
                  <c:v>10-06-2016</c:v>
                </c:pt>
                <c:pt idx="4097">
                  <c:v>13-06-2016</c:v>
                </c:pt>
                <c:pt idx="4098">
                  <c:v>14-06-2016</c:v>
                </c:pt>
                <c:pt idx="4099">
                  <c:v>15-06-2016</c:v>
                </c:pt>
                <c:pt idx="4100">
                  <c:v>16-06-2016</c:v>
                </c:pt>
                <c:pt idx="4101">
                  <c:v>17-06-2016</c:v>
                </c:pt>
                <c:pt idx="4102">
                  <c:v>20-06-2016</c:v>
                </c:pt>
                <c:pt idx="4103">
                  <c:v>21-06-2016</c:v>
                </c:pt>
                <c:pt idx="4104">
                  <c:v>22-06-2016</c:v>
                </c:pt>
                <c:pt idx="4105">
                  <c:v>23-06-2016</c:v>
                </c:pt>
                <c:pt idx="4106">
                  <c:v>24-06-2016</c:v>
                </c:pt>
                <c:pt idx="4107">
                  <c:v>27-06-2016</c:v>
                </c:pt>
                <c:pt idx="4108">
                  <c:v>28-06-2016</c:v>
                </c:pt>
                <c:pt idx="4109">
                  <c:v>29-06-2016</c:v>
                </c:pt>
                <c:pt idx="4110">
                  <c:v>30-06-2016</c:v>
                </c:pt>
                <c:pt idx="4111">
                  <c:v>01-07-2016</c:v>
                </c:pt>
                <c:pt idx="4112">
                  <c:v>04-07-2016</c:v>
                </c:pt>
                <c:pt idx="4113">
                  <c:v>05-07-2016</c:v>
                </c:pt>
                <c:pt idx="4114">
                  <c:v>07-07-2016</c:v>
                </c:pt>
                <c:pt idx="4115">
                  <c:v>08-07-2016</c:v>
                </c:pt>
                <c:pt idx="4116">
                  <c:v>11-07-2016</c:v>
                </c:pt>
                <c:pt idx="4117">
                  <c:v>12-07-2016</c:v>
                </c:pt>
                <c:pt idx="4118">
                  <c:v>13-07-2016</c:v>
                </c:pt>
                <c:pt idx="4119">
                  <c:v>14-07-2016</c:v>
                </c:pt>
                <c:pt idx="4120">
                  <c:v>15-07-2016</c:v>
                </c:pt>
                <c:pt idx="4121">
                  <c:v>18-07-2016</c:v>
                </c:pt>
                <c:pt idx="4122">
                  <c:v>19-07-2016</c:v>
                </c:pt>
                <c:pt idx="4123">
                  <c:v>20-07-2016</c:v>
                </c:pt>
                <c:pt idx="4124">
                  <c:v>21-07-2016</c:v>
                </c:pt>
                <c:pt idx="4125">
                  <c:v>22-07-2016</c:v>
                </c:pt>
                <c:pt idx="4126">
                  <c:v>25-07-2016</c:v>
                </c:pt>
                <c:pt idx="4127">
                  <c:v>26-07-2016</c:v>
                </c:pt>
                <c:pt idx="4128">
                  <c:v>27-07-2016</c:v>
                </c:pt>
                <c:pt idx="4129">
                  <c:v>28-07-2016</c:v>
                </c:pt>
                <c:pt idx="4130">
                  <c:v>29-07-2016</c:v>
                </c:pt>
                <c:pt idx="4131">
                  <c:v>01-08-2016</c:v>
                </c:pt>
                <c:pt idx="4132">
                  <c:v>02-08-2016</c:v>
                </c:pt>
                <c:pt idx="4133">
                  <c:v>03-08-2016</c:v>
                </c:pt>
                <c:pt idx="4134">
                  <c:v>04-08-2016</c:v>
                </c:pt>
                <c:pt idx="4135">
                  <c:v>05-08-2016</c:v>
                </c:pt>
                <c:pt idx="4136">
                  <c:v>08-08-2016</c:v>
                </c:pt>
                <c:pt idx="4137">
                  <c:v>09-08-2016</c:v>
                </c:pt>
                <c:pt idx="4138">
                  <c:v>10-08-2016</c:v>
                </c:pt>
                <c:pt idx="4139">
                  <c:v>11-08-2016</c:v>
                </c:pt>
                <c:pt idx="4140">
                  <c:v>12-08-2016</c:v>
                </c:pt>
                <c:pt idx="4141">
                  <c:v>16-08-2016</c:v>
                </c:pt>
                <c:pt idx="4142">
                  <c:v>17-08-2016</c:v>
                </c:pt>
                <c:pt idx="4143">
                  <c:v>18-08-2016</c:v>
                </c:pt>
                <c:pt idx="4144">
                  <c:v>19-08-2016</c:v>
                </c:pt>
                <c:pt idx="4145">
                  <c:v>22-08-2016</c:v>
                </c:pt>
                <c:pt idx="4146">
                  <c:v>23-08-2016</c:v>
                </c:pt>
                <c:pt idx="4147">
                  <c:v>24-08-2016</c:v>
                </c:pt>
                <c:pt idx="4148">
                  <c:v>25-08-2016</c:v>
                </c:pt>
                <c:pt idx="4149">
                  <c:v>26-08-2016</c:v>
                </c:pt>
                <c:pt idx="4150">
                  <c:v>29-08-2016</c:v>
                </c:pt>
                <c:pt idx="4151">
                  <c:v>30-08-2016</c:v>
                </c:pt>
                <c:pt idx="4152">
                  <c:v>31-08-2016</c:v>
                </c:pt>
                <c:pt idx="4153">
                  <c:v>01-09-2016</c:v>
                </c:pt>
                <c:pt idx="4154">
                  <c:v>02-09-2016</c:v>
                </c:pt>
                <c:pt idx="4155">
                  <c:v>06-09-2016</c:v>
                </c:pt>
                <c:pt idx="4156">
                  <c:v>07-09-2016</c:v>
                </c:pt>
                <c:pt idx="4157">
                  <c:v>08-09-2016</c:v>
                </c:pt>
                <c:pt idx="4158">
                  <c:v>09-09-2016</c:v>
                </c:pt>
                <c:pt idx="4159">
                  <c:v>12-09-2016</c:v>
                </c:pt>
                <c:pt idx="4160">
                  <c:v>14-09-2016</c:v>
                </c:pt>
                <c:pt idx="4161">
                  <c:v>15-09-2016</c:v>
                </c:pt>
                <c:pt idx="4162">
                  <c:v>16-09-2016</c:v>
                </c:pt>
                <c:pt idx="4163">
                  <c:v>19-09-2016</c:v>
                </c:pt>
                <c:pt idx="4164">
                  <c:v>20-09-2016</c:v>
                </c:pt>
                <c:pt idx="4165">
                  <c:v>21-09-2016</c:v>
                </c:pt>
                <c:pt idx="4166">
                  <c:v>22-09-2016</c:v>
                </c:pt>
                <c:pt idx="4167">
                  <c:v>23-09-2016</c:v>
                </c:pt>
                <c:pt idx="4168">
                  <c:v>26-09-2016</c:v>
                </c:pt>
                <c:pt idx="4169">
                  <c:v>27-09-2016</c:v>
                </c:pt>
                <c:pt idx="4170">
                  <c:v>28-09-2016</c:v>
                </c:pt>
                <c:pt idx="4171">
                  <c:v>29-09-2016</c:v>
                </c:pt>
                <c:pt idx="4172">
                  <c:v>30-09-2016</c:v>
                </c:pt>
                <c:pt idx="4173">
                  <c:v>03-10-2016</c:v>
                </c:pt>
                <c:pt idx="4174">
                  <c:v>04-10-2016</c:v>
                </c:pt>
                <c:pt idx="4175">
                  <c:v>05-10-2016</c:v>
                </c:pt>
                <c:pt idx="4176">
                  <c:v>06-10-2016</c:v>
                </c:pt>
                <c:pt idx="4177">
                  <c:v>07-10-2016</c:v>
                </c:pt>
                <c:pt idx="4178">
                  <c:v>10-10-2016</c:v>
                </c:pt>
                <c:pt idx="4179">
                  <c:v>13-10-2016</c:v>
                </c:pt>
                <c:pt idx="4180">
                  <c:v>14-10-2016</c:v>
                </c:pt>
                <c:pt idx="4181">
                  <c:v>17-10-2016</c:v>
                </c:pt>
                <c:pt idx="4182">
                  <c:v>18-10-2016</c:v>
                </c:pt>
                <c:pt idx="4183">
                  <c:v>19-10-2016</c:v>
                </c:pt>
                <c:pt idx="4184">
                  <c:v>20-10-2016</c:v>
                </c:pt>
                <c:pt idx="4185">
                  <c:v>21-10-2016</c:v>
                </c:pt>
                <c:pt idx="4186">
                  <c:v>24-10-2016</c:v>
                </c:pt>
                <c:pt idx="4187">
                  <c:v>25-10-2016</c:v>
                </c:pt>
                <c:pt idx="4188">
                  <c:v>26-10-2016</c:v>
                </c:pt>
                <c:pt idx="4189">
                  <c:v>27-10-2016</c:v>
                </c:pt>
                <c:pt idx="4190">
                  <c:v>28-10-2016</c:v>
                </c:pt>
                <c:pt idx="4191">
                  <c:v>30-10-2016</c:v>
                </c:pt>
                <c:pt idx="4192">
                  <c:v>01-11-2016</c:v>
                </c:pt>
                <c:pt idx="4193">
                  <c:v>02-11-2016</c:v>
                </c:pt>
                <c:pt idx="4194">
                  <c:v>03-11-2016</c:v>
                </c:pt>
                <c:pt idx="4195">
                  <c:v>04-11-2016</c:v>
                </c:pt>
                <c:pt idx="4196">
                  <c:v>07-11-2016</c:v>
                </c:pt>
                <c:pt idx="4197">
                  <c:v>08-11-2016</c:v>
                </c:pt>
                <c:pt idx="4198">
                  <c:v>09-11-2016</c:v>
                </c:pt>
                <c:pt idx="4199">
                  <c:v>10-11-2016</c:v>
                </c:pt>
                <c:pt idx="4200">
                  <c:v>11-11-2016</c:v>
                </c:pt>
                <c:pt idx="4201">
                  <c:v>15-11-2016</c:v>
                </c:pt>
                <c:pt idx="4202">
                  <c:v>16-11-2016</c:v>
                </c:pt>
                <c:pt idx="4203">
                  <c:v>17-11-2016</c:v>
                </c:pt>
                <c:pt idx="4204">
                  <c:v>18-11-2016</c:v>
                </c:pt>
                <c:pt idx="4205">
                  <c:v>21-11-2016</c:v>
                </c:pt>
                <c:pt idx="4206">
                  <c:v>22-11-2016</c:v>
                </c:pt>
                <c:pt idx="4207">
                  <c:v>23-11-2016</c:v>
                </c:pt>
                <c:pt idx="4208">
                  <c:v>24-11-2016</c:v>
                </c:pt>
                <c:pt idx="4209">
                  <c:v>25-11-2016</c:v>
                </c:pt>
                <c:pt idx="4210">
                  <c:v>28-11-2016</c:v>
                </c:pt>
                <c:pt idx="4211">
                  <c:v>29-11-2016</c:v>
                </c:pt>
                <c:pt idx="4212">
                  <c:v>30-11-2016</c:v>
                </c:pt>
                <c:pt idx="4213">
                  <c:v>01-12-2016</c:v>
                </c:pt>
                <c:pt idx="4214">
                  <c:v>02-12-2016</c:v>
                </c:pt>
                <c:pt idx="4215">
                  <c:v>05-12-2016</c:v>
                </c:pt>
                <c:pt idx="4216">
                  <c:v>06-12-2016</c:v>
                </c:pt>
                <c:pt idx="4217">
                  <c:v>07-12-2016</c:v>
                </c:pt>
                <c:pt idx="4218">
                  <c:v>08-12-2016</c:v>
                </c:pt>
                <c:pt idx="4219">
                  <c:v>09-12-2016</c:v>
                </c:pt>
                <c:pt idx="4220">
                  <c:v>12-12-2016</c:v>
                </c:pt>
                <c:pt idx="4221">
                  <c:v>13-12-2016</c:v>
                </c:pt>
                <c:pt idx="4222">
                  <c:v>14-12-2016</c:v>
                </c:pt>
                <c:pt idx="4223">
                  <c:v>15-12-2016</c:v>
                </c:pt>
                <c:pt idx="4224">
                  <c:v>16-12-2016</c:v>
                </c:pt>
                <c:pt idx="4225">
                  <c:v>19-12-2016</c:v>
                </c:pt>
                <c:pt idx="4226">
                  <c:v>20-12-2016</c:v>
                </c:pt>
                <c:pt idx="4227">
                  <c:v>21-12-2016</c:v>
                </c:pt>
                <c:pt idx="4228">
                  <c:v>22-12-2016</c:v>
                </c:pt>
                <c:pt idx="4229">
                  <c:v>23-12-2016</c:v>
                </c:pt>
                <c:pt idx="4230">
                  <c:v>26-12-2016</c:v>
                </c:pt>
                <c:pt idx="4231">
                  <c:v>27-12-2016</c:v>
                </c:pt>
                <c:pt idx="4232">
                  <c:v>28-12-2016</c:v>
                </c:pt>
                <c:pt idx="4233">
                  <c:v>29-12-2016</c:v>
                </c:pt>
                <c:pt idx="4234">
                  <c:v>30-12-2016</c:v>
                </c:pt>
                <c:pt idx="4235">
                  <c:v>02-01-2017</c:v>
                </c:pt>
                <c:pt idx="4236">
                  <c:v>03-01-2017</c:v>
                </c:pt>
                <c:pt idx="4237">
                  <c:v>04-01-2017</c:v>
                </c:pt>
                <c:pt idx="4238">
                  <c:v>05-01-2017</c:v>
                </c:pt>
                <c:pt idx="4239">
                  <c:v>06-01-2017</c:v>
                </c:pt>
                <c:pt idx="4240">
                  <c:v>09-01-2017</c:v>
                </c:pt>
                <c:pt idx="4241">
                  <c:v>10-01-2017</c:v>
                </c:pt>
                <c:pt idx="4242">
                  <c:v>11-01-2017</c:v>
                </c:pt>
                <c:pt idx="4243">
                  <c:v>12-01-2017</c:v>
                </c:pt>
                <c:pt idx="4244">
                  <c:v>13-01-2017</c:v>
                </c:pt>
                <c:pt idx="4245">
                  <c:v>16-01-2017</c:v>
                </c:pt>
                <c:pt idx="4246">
                  <c:v>17-01-2017</c:v>
                </c:pt>
                <c:pt idx="4247">
                  <c:v>18-01-2017</c:v>
                </c:pt>
                <c:pt idx="4248">
                  <c:v>19-01-2017</c:v>
                </c:pt>
                <c:pt idx="4249">
                  <c:v>20-01-2017</c:v>
                </c:pt>
                <c:pt idx="4250">
                  <c:v>23-01-2017</c:v>
                </c:pt>
                <c:pt idx="4251">
                  <c:v>24-01-2017</c:v>
                </c:pt>
                <c:pt idx="4252">
                  <c:v>25-01-2017</c:v>
                </c:pt>
                <c:pt idx="4253">
                  <c:v>27-01-2017</c:v>
                </c:pt>
                <c:pt idx="4254">
                  <c:v>30-01-2017</c:v>
                </c:pt>
                <c:pt idx="4255">
                  <c:v>31-01-2017</c:v>
                </c:pt>
                <c:pt idx="4256">
                  <c:v>01-02-2017</c:v>
                </c:pt>
                <c:pt idx="4257">
                  <c:v>02-02-2017</c:v>
                </c:pt>
                <c:pt idx="4258">
                  <c:v>03-02-2017</c:v>
                </c:pt>
                <c:pt idx="4259">
                  <c:v>06-02-2017</c:v>
                </c:pt>
                <c:pt idx="4260">
                  <c:v>07-02-2017</c:v>
                </c:pt>
                <c:pt idx="4261">
                  <c:v>08-02-2017</c:v>
                </c:pt>
                <c:pt idx="4262">
                  <c:v>09-02-2017</c:v>
                </c:pt>
                <c:pt idx="4263">
                  <c:v>10-02-2017</c:v>
                </c:pt>
                <c:pt idx="4264">
                  <c:v>13-02-2017</c:v>
                </c:pt>
                <c:pt idx="4265">
                  <c:v>14-02-2017</c:v>
                </c:pt>
                <c:pt idx="4266">
                  <c:v>15-02-2017</c:v>
                </c:pt>
                <c:pt idx="4267">
                  <c:v>16-02-2017</c:v>
                </c:pt>
                <c:pt idx="4268">
                  <c:v>17-02-2017</c:v>
                </c:pt>
                <c:pt idx="4269">
                  <c:v>20-02-2017</c:v>
                </c:pt>
                <c:pt idx="4270">
                  <c:v>21-02-2017</c:v>
                </c:pt>
                <c:pt idx="4271">
                  <c:v>22-02-2017</c:v>
                </c:pt>
                <c:pt idx="4272">
                  <c:v>23-02-2017</c:v>
                </c:pt>
                <c:pt idx="4273">
                  <c:v>27-02-2017</c:v>
                </c:pt>
                <c:pt idx="4274">
                  <c:v>28-02-2017</c:v>
                </c:pt>
                <c:pt idx="4275">
                  <c:v>01-03-2017</c:v>
                </c:pt>
                <c:pt idx="4276">
                  <c:v>02-03-2017</c:v>
                </c:pt>
                <c:pt idx="4277">
                  <c:v>03-03-2017</c:v>
                </c:pt>
                <c:pt idx="4278">
                  <c:v>06-03-2017</c:v>
                </c:pt>
                <c:pt idx="4279">
                  <c:v>07-03-2017</c:v>
                </c:pt>
                <c:pt idx="4280">
                  <c:v>08-03-2017</c:v>
                </c:pt>
                <c:pt idx="4281">
                  <c:v>09-03-2017</c:v>
                </c:pt>
                <c:pt idx="4282">
                  <c:v>10-03-2017</c:v>
                </c:pt>
                <c:pt idx="4283">
                  <c:v>14-03-2017</c:v>
                </c:pt>
                <c:pt idx="4284">
                  <c:v>15-03-2017</c:v>
                </c:pt>
                <c:pt idx="4285">
                  <c:v>16-03-2017</c:v>
                </c:pt>
                <c:pt idx="4286">
                  <c:v>17-03-2017</c:v>
                </c:pt>
                <c:pt idx="4287">
                  <c:v>20-03-2017</c:v>
                </c:pt>
                <c:pt idx="4288">
                  <c:v>21-03-2017</c:v>
                </c:pt>
                <c:pt idx="4289">
                  <c:v>22-03-2017</c:v>
                </c:pt>
                <c:pt idx="4290">
                  <c:v>23-03-2017</c:v>
                </c:pt>
                <c:pt idx="4291">
                  <c:v>24-03-2017</c:v>
                </c:pt>
                <c:pt idx="4292">
                  <c:v>27-03-2017</c:v>
                </c:pt>
                <c:pt idx="4293">
                  <c:v>28-03-2017</c:v>
                </c:pt>
                <c:pt idx="4294">
                  <c:v>29-03-2017</c:v>
                </c:pt>
                <c:pt idx="4295">
                  <c:v>30-03-2017</c:v>
                </c:pt>
                <c:pt idx="4296">
                  <c:v>31-03-2017</c:v>
                </c:pt>
                <c:pt idx="4297">
                  <c:v>03-04-2017</c:v>
                </c:pt>
                <c:pt idx="4298">
                  <c:v>05-04-2017</c:v>
                </c:pt>
                <c:pt idx="4299">
                  <c:v>06-04-2017</c:v>
                </c:pt>
                <c:pt idx="4300">
                  <c:v>07-04-2017</c:v>
                </c:pt>
                <c:pt idx="4301">
                  <c:v>10-04-2017</c:v>
                </c:pt>
                <c:pt idx="4302">
                  <c:v>11-04-2017</c:v>
                </c:pt>
                <c:pt idx="4303">
                  <c:v>12-04-2017</c:v>
                </c:pt>
                <c:pt idx="4304">
                  <c:v>13-04-2017</c:v>
                </c:pt>
                <c:pt idx="4305">
                  <c:v>17-04-2017</c:v>
                </c:pt>
                <c:pt idx="4306">
                  <c:v>18-04-2017</c:v>
                </c:pt>
                <c:pt idx="4307">
                  <c:v>19-04-2017</c:v>
                </c:pt>
                <c:pt idx="4308">
                  <c:v>20-04-2017</c:v>
                </c:pt>
                <c:pt idx="4309">
                  <c:v>21-04-2017</c:v>
                </c:pt>
                <c:pt idx="4310">
                  <c:v>24-04-2017</c:v>
                </c:pt>
                <c:pt idx="4311">
                  <c:v>25-04-2017</c:v>
                </c:pt>
                <c:pt idx="4312">
                  <c:v>26-04-2017</c:v>
                </c:pt>
                <c:pt idx="4313">
                  <c:v>27-04-2017</c:v>
                </c:pt>
                <c:pt idx="4314">
                  <c:v>28-04-2017</c:v>
                </c:pt>
                <c:pt idx="4315">
                  <c:v>02-05-2017</c:v>
                </c:pt>
                <c:pt idx="4316">
                  <c:v>03-05-2017</c:v>
                </c:pt>
                <c:pt idx="4317">
                  <c:v>04-05-2017</c:v>
                </c:pt>
                <c:pt idx="4318">
                  <c:v>05-05-2017</c:v>
                </c:pt>
                <c:pt idx="4319">
                  <c:v>08-05-2017</c:v>
                </c:pt>
                <c:pt idx="4320">
                  <c:v>09-05-2017</c:v>
                </c:pt>
                <c:pt idx="4321">
                  <c:v>10-05-2017</c:v>
                </c:pt>
                <c:pt idx="4322">
                  <c:v>11-05-2017</c:v>
                </c:pt>
                <c:pt idx="4323">
                  <c:v>12-05-2017</c:v>
                </c:pt>
                <c:pt idx="4324">
                  <c:v>15-05-2017</c:v>
                </c:pt>
                <c:pt idx="4325">
                  <c:v>16-05-2017</c:v>
                </c:pt>
                <c:pt idx="4326">
                  <c:v>17-05-2017</c:v>
                </c:pt>
                <c:pt idx="4327">
                  <c:v>18-05-2017</c:v>
                </c:pt>
                <c:pt idx="4328">
                  <c:v>19-05-2017</c:v>
                </c:pt>
                <c:pt idx="4329">
                  <c:v>22-05-2017</c:v>
                </c:pt>
                <c:pt idx="4330">
                  <c:v>23-05-2017</c:v>
                </c:pt>
                <c:pt idx="4331">
                  <c:v>24-05-2017</c:v>
                </c:pt>
                <c:pt idx="4332">
                  <c:v>25-05-2017</c:v>
                </c:pt>
                <c:pt idx="4333">
                  <c:v>26-05-2017</c:v>
                </c:pt>
                <c:pt idx="4334">
                  <c:v>29-05-2017</c:v>
                </c:pt>
                <c:pt idx="4335">
                  <c:v>30-05-2017</c:v>
                </c:pt>
                <c:pt idx="4336">
                  <c:v>31-05-2017</c:v>
                </c:pt>
                <c:pt idx="4337">
                  <c:v>01-06-2017</c:v>
                </c:pt>
                <c:pt idx="4338">
                  <c:v>02-06-2017</c:v>
                </c:pt>
                <c:pt idx="4339">
                  <c:v>05-06-2017</c:v>
                </c:pt>
                <c:pt idx="4340">
                  <c:v>06-06-2017</c:v>
                </c:pt>
                <c:pt idx="4341">
                  <c:v>07-06-2017</c:v>
                </c:pt>
                <c:pt idx="4342">
                  <c:v>08-06-2017</c:v>
                </c:pt>
                <c:pt idx="4343">
                  <c:v>09-06-2017</c:v>
                </c:pt>
                <c:pt idx="4344">
                  <c:v>12-06-2017</c:v>
                </c:pt>
                <c:pt idx="4345">
                  <c:v>13-06-2017</c:v>
                </c:pt>
                <c:pt idx="4346">
                  <c:v>14-06-2017</c:v>
                </c:pt>
                <c:pt idx="4347">
                  <c:v>15-06-2017</c:v>
                </c:pt>
                <c:pt idx="4348">
                  <c:v>16-06-2017</c:v>
                </c:pt>
                <c:pt idx="4349">
                  <c:v>19-06-2017</c:v>
                </c:pt>
                <c:pt idx="4350">
                  <c:v>20-06-2017</c:v>
                </c:pt>
                <c:pt idx="4351">
                  <c:v>21-06-2017</c:v>
                </c:pt>
                <c:pt idx="4352">
                  <c:v>22-06-2017</c:v>
                </c:pt>
                <c:pt idx="4353">
                  <c:v>23-06-2017</c:v>
                </c:pt>
                <c:pt idx="4354">
                  <c:v>27-06-2017</c:v>
                </c:pt>
                <c:pt idx="4355">
                  <c:v>28-06-2017</c:v>
                </c:pt>
                <c:pt idx="4356">
                  <c:v>29-06-2017</c:v>
                </c:pt>
                <c:pt idx="4357">
                  <c:v>30-06-2017</c:v>
                </c:pt>
                <c:pt idx="4358">
                  <c:v>03-07-2017</c:v>
                </c:pt>
                <c:pt idx="4359">
                  <c:v>04-07-2017</c:v>
                </c:pt>
                <c:pt idx="4360">
                  <c:v>05-07-2017</c:v>
                </c:pt>
                <c:pt idx="4361">
                  <c:v>06-07-2017</c:v>
                </c:pt>
                <c:pt idx="4362">
                  <c:v>07-07-2017</c:v>
                </c:pt>
                <c:pt idx="4363">
                  <c:v>10-07-2017</c:v>
                </c:pt>
                <c:pt idx="4364">
                  <c:v>11-07-2017</c:v>
                </c:pt>
                <c:pt idx="4365">
                  <c:v>12-07-2017</c:v>
                </c:pt>
                <c:pt idx="4366">
                  <c:v>13-07-2017</c:v>
                </c:pt>
                <c:pt idx="4367">
                  <c:v>14-07-2017</c:v>
                </c:pt>
                <c:pt idx="4368">
                  <c:v>17-07-2017</c:v>
                </c:pt>
                <c:pt idx="4369">
                  <c:v>18-07-2017</c:v>
                </c:pt>
                <c:pt idx="4370">
                  <c:v>19-07-2017</c:v>
                </c:pt>
                <c:pt idx="4371">
                  <c:v>20-07-2017</c:v>
                </c:pt>
                <c:pt idx="4372">
                  <c:v>21-07-2017</c:v>
                </c:pt>
                <c:pt idx="4373">
                  <c:v>24-07-2017</c:v>
                </c:pt>
                <c:pt idx="4374">
                  <c:v>25-07-2017</c:v>
                </c:pt>
                <c:pt idx="4375">
                  <c:v>26-07-2017</c:v>
                </c:pt>
                <c:pt idx="4376">
                  <c:v>27-07-2017</c:v>
                </c:pt>
                <c:pt idx="4377">
                  <c:v>28-07-2017</c:v>
                </c:pt>
                <c:pt idx="4378">
                  <c:v>31-07-2017</c:v>
                </c:pt>
                <c:pt idx="4379">
                  <c:v>01-08-2017</c:v>
                </c:pt>
                <c:pt idx="4380">
                  <c:v>02-08-2017</c:v>
                </c:pt>
                <c:pt idx="4381">
                  <c:v>03-08-2017</c:v>
                </c:pt>
                <c:pt idx="4382">
                  <c:v>04-08-2017</c:v>
                </c:pt>
                <c:pt idx="4383">
                  <c:v>07-08-2017</c:v>
                </c:pt>
                <c:pt idx="4384">
                  <c:v>08-08-2017</c:v>
                </c:pt>
                <c:pt idx="4385">
                  <c:v>09-08-2017</c:v>
                </c:pt>
                <c:pt idx="4386">
                  <c:v>10-08-2017</c:v>
                </c:pt>
                <c:pt idx="4387">
                  <c:v>11-08-2017</c:v>
                </c:pt>
                <c:pt idx="4388">
                  <c:v>14-08-2017</c:v>
                </c:pt>
                <c:pt idx="4389">
                  <c:v>16-08-2017</c:v>
                </c:pt>
                <c:pt idx="4390">
                  <c:v>17-08-2017</c:v>
                </c:pt>
                <c:pt idx="4391">
                  <c:v>18-08-2017</c:v>
                </c:pt>
                <c:pt idx="4392">
                  <c:v>21-08-2017</c:v>
                </c:pt>
                <c:pt idx="4393">
                  <c:v>22-08-2017</c:v>
                </c:pt>
                <c:pt idx="4394">
                  <c:v>23-08-2017</c:v>
                </c:pt>
                <c:pt idx="4395">
                  <c:v>24-08-2017</c:v>
                </c:pt>
                <c:pt idx="4396">
                  <c:v>28-08-2017</c:v>
                </c:pt>
                <c:pt idx="4397">
                  <c:v>29-08-2017</c:v>
                </c:pt>
                <c:pt idx="4398">
                  <c:v>30-08-2017</c:v>
                </c:pt>
                <c:pt idx="4399">
                  <c:v>31-08-2017</c:v>
                </c:pt>
                <c:pt idx="4400">
                  <c:v>01-09-2017</c:v>
                </c:pt>
                <c:pt idx="4401">
                  <c:v>04-09-2017</c:v>
                </c:pt>
                <c:pt idx="4402">
                  <c:v>05-09-2017</c:v>
                </c:pt>
                <c:pt idx="4403">
                  <c:v>06-09-2017</c:v>
                </c:pt>
                <c:pt idx="4404">
                  <c:v>07-09-2017</c:v>
                </c:pt>
                <c:pt idx="4405">
                  <c:v>08-09-2017</c:v>
                </c:pt>
                <c:pt idx="4406">
                  <c:v>11-09-2017</c:v>
                </c:pt>
                <c:pt idx="4407">
                  <c:v>12-09-2017</c:v>
                </c:pt>
                <c:pt idx="4408">
                  <c:v>13-09-2017</c:v>
                </c:pt>
                <c:pt idx="4409">
                  <c:v>14-09-2017</c:v>
                </c:pt>
                <c:pt idx="4410">
                  <c:v>15-09-2017</c:v>
                </c:pt>
                <c:pt idx="4411">
                  <c:v>18-09-2017</c:v>
                </c:pt>
                <c:pt idx="4412">
                  <c:v>19-09-2017</c:v>
                </c:pt>
                <c:pt idx="4413">
                  <c:v>20-09-2017</c:v>
                </c:pt>
                <c:pt idx="4414">
                  <c:v>21-09-2017</c:v>
                </c:pt>
                <c:pt idx="4415">
                  <c:v>22-09-2017</c:v>
                </c:pt>
                <c:pt idx="4416">
                  <c:v>25-09-2017</c:v>
                </c:pt>
                <c:pt idx="4417">
                  <c:v>26-09-2017</c:v>
                </c:pt>
                <c:pt idx="4418">
                  <c:v>27-09-2017</c:v>
                </c:pt>
                <c:pt idx="4419">
                  <c:v>28-09-2017</c:v>
                </c:pt>
                <c:pt idx="4420">
                  <c:v>29-09-2017</c:v>
                </c:pt>
                <c:pt idx="4421">
                  <c:v>03-10-2017</c:v>
                </c:pt>
                <c:pt idx="4422">
                  <c:v>04-10-2017</c:v>
                </c:pt>
                <c:pt idx="4423">
                  <c:v>05-10-2017</c:v>
                </c:pt>
                <c:pt idx="4424">
                  <c:v>06-10-2017</c:v>
                </c:pt>
                <c:pt idx="4425">
                  <c:v>09-10-2017</c:v>
                </c:pt>
                <c:pt idx="4426">
                  <c:v>10-10-2017</c:v>
                </c:pt>
                <c:pt idx="4427">
                  <c:v>11-10-2017</c:v>
                </c:pt>
                <c:pt idx="4428">
                  <c:v>12-10-2017</c:v>
                </c:pt>
                <c:pt idx="4429">
                  <c:v>13-10-2017</c:v>
                </c:pt>
                <c:pt idx="4430">
                  <c:v>16-10-2017</c:v>
                </c:pt>
                <c:pt idx="4431">
                  <c:v>17-10-2017</c:v>
                </c:pt>
                <c:pt idx="4432">
                  <c:v>18-10-2017</c:v>
                </c:pt>
                <c:pt idx="4433">
                  <c:v>19-10-2017</c:v>
                </c:pt>
                <c:pt idx="4434">
                  <c:v>23-10-2017</c:v>
                </c:pt>
                <c:pt idx="4435">
                  <c:v>24-10-2017</c:v>
                </c:pt>
                <c:pt idx="4436">
                  <c:v>25-10-2017</c:v>
                </c:pt>
                <c:pt idx="4437">
                  <c:v>26-10-2017</c:v>
                </c:pt>
                <c:pt idx="4438">
                  <c:v>27-10-2017</c:v>
                </c:pt>
                <c:pt idx="4439">
                  <c:v>30-10-2017</c:v>
                </c:pt>
                <c:pt idx="4440">
                  <c:v>31-10-2017</c:v>
                </c:pt>
                <c:pt idx="4441">
                  <c:v>01-11-2017</c:v>
                </c:pt>
                <c:pt idx="4442">
                  <c:v>02-11-2017</c:v>
                </c:pt>
                <c:pt idx="4443">
                  <c:v>03-11-2017</c:v>
                </c:pt>
                <c:pt idx="4444">
                  <c:v>06-11-2017</c:v>
                </c:pt>
                <c:pt idx="4445">
                  <c:v>07-11-2017</c:v>
                </c:pt>
                <c:pt idx="4446">
                  <c:v>08-11-2017</c:v>
                </c:pt>
                <c:pt idx="4447">
                  <c:v>09-11-2017</c:v>
                </c:pt>
                <c:pt idx="4448">
                  <c:v>10-11-2017</c:v>
                </c:pt>
                <c:pt idx="4449">
                  <c:v>13-11-2017</c:v>
                </c:pt>
                <c:pt idx="4450">
                  <c:v>14-11-2017</c:v>
                </c:pt>
                <c:pt idx="4451">
                  <c:v>15-11-2017</c:v>
                </c:pt>
                <c:pt idx="4452">
                  <c:v>16-11-2017</c:v>
                </c:pt>
                <c:pt idx="4453">
                  <c:v>17-11-2017</c:v>
                </c:pt>
                <c:pt idx="4454">
                  <c:v>20-11-2017</c:v>
                </c:pt>
                <c:pt idx="4455">
                  <c:v>21-11-2017</c:v>
                </c:pt>
                <c:pt idx="4456">
                  <c:v>22-11-2017</c:v>
                </c:pt>
                <c:pt idx="4457">
                  <c:v>23-11-2017</c:v>
                </c:pt>
                <c:pt idx="4458">
                  <c:v>24-11-2017</c:v>
                </c:pt>
                <c:pt idx="4459">
                  <c:v>27-11-2017</c:v>
                </c:pt>
                <c:pt idx="4460">
                  <c:v>28-11-2017</c:v>
                </c:pt>
                <c:pt idx="4461">
                  <c:v>29-11-2017</c:v>
                </c:pt>
                <c:pt idx="4462">
                  <c:v>30-11-2017</c:v>
                </c:pt>
                <c:pt idx="4463">
                  <c:v>01-12-2017</c:v>
                </c:pt>
                <c:pt idx="4464">
                  <c:v>04-12-2017</c:v>
                </c:pt>
                <c:pt idx="4465">
                  <c:v>05-12-2017</c:v>
                </c:pt>
                <c:pt idx="4466">
                  <c:v>06-12-2017</c:v>
                </c:pt>
                <c:pt idx="4467">
                  <c:v>07-12-2017</c:v>
                </c:pt>
                <c:pt idx="4468">
                  <c:v>08-12-2017</c:v>
                </c:pt>
                <c:pt idx="4469">
                  <c:v>11-12-2017</c:v>
                </c:pt>
                <c:pt idx="4470">
                  <c:v>12-12-2017</c:v>
                </c:pt>
                <c:pt idx="4471">
                  <c:v>13-12-2017</c:v>
                </c:pt>
                <c:pt idx="4472">
                  <c:v>14-12-2017</c:v>
                </c:pt>
                <c:pt idx="4473">
                  <c:v>15-12-2017</c:v>
                </c:pt>
                <c:pt idx="4474">
                  <c:v>18-12-2017</c:v>
                </c:pt>
                <c:pt idx="4475">
                  <c:v>19-12-2017</c:v>
                </c:pt>
                <c:pt idx="4476">
                  <c:v>20-12-2017</c:v>
                </c:pt>
                <c:pt idx="4477">
                  <c:v>21-12-2017</c:v>
                </c:pt>
                <c:pt idx="4478">
                  <c:v>22-12-2017</c:v>
                </c:pt>
                <c:pt idx="4479">
                  <c:v>26-12-2017</c:v>
                </c:pt>
                <c:pt idx="4480">
                  <c:v>27-12-2017</c:v>
                </c:pt>
                <c:pt idx="4481">
                  <c:v>28-12-2017</c:v>
                </c:pt>
                <c:pt idx="4482">
                  <c:v>29-12-2017</c:v>
                </c:pt>
                <c:pt idx="4483">
                  <c:v>01-01-2018</c:v>
                </c:pt>
                <c:pt idx="4484">
                  <c:v>02-01-2018</c:v>
                </c:pt>
                <c:pt idx="4485">
                  <c:v>03-01-2018</c:v>
                </c:pt>
                <c:pt idx="4486">
                  <c:v>04-01-2018</c:v>
                </c:pt>
                <c:pt idx="4487">
                  <c:v>05-01-2018</c:v>
                </c:pt>
                <c:pt idx="4488">
                  <c:v>08-01-2018</c:v>
                </c:pt>
                <c:pt idx="4489">
                  <c:v>09-01-2018</c:v>
                </c:pt>
                <c:pt idx="4490">
                  <c:v>10-01-2018</c:v>
                </c:pt>
                <c:pt idx="4491">
                  <c:v>11-01-2018</c:v>
                </c:pt>
                <c:pt idx="4492">
                  <c:v>12-01-2018</c:v>
                </c:pt>
                <c:pt idx="4493">
                  <c:v>15-01-2018</c:v>
                </c:pt>
                <c:pt idx="4494">
                  <c:v>16-01-2018</c:v>
                </c:pt>
                <c:pt idx="4495">
                  <c:v>17-01-2018</c:v>
                </c:pt>
                <c:pt idx="4496">
                  <c:v>18-01-2018</c:v>
                </c:pt>
                <c:pt idx="4497">
                  <c:v>19-01-2018</c:v>
                </c:pt>
                <c:pt idx="4498">
                  <c:v>22-01-2018</c:v>
                </c:pt>
                <c:pt idx="4499">
                  <c:v>23-01-2018</c:v>
                </c:pt>
                <c:pt idx="4500">
                  <c:v>24-01-2018</c:v>
                </c:pt>
                <c:pt idx="4501">
                  <c:v>25-01-2018</c:v>
                </c:pt>
                <c:pt idx="4502">
                  <c:v>29-01-2018</c:v>
                </c:pt>
                <c:pt idx="4503">
                  <c:v>30-01-2018</c:v>
                </c:pt>
                <c:pt idx="4504">
                  <c:v>31-01-2018</c:v>
                </c:pt>
                <c:pt idx="4505">
                  <c:v>01-02-2018</c:v>
                </c:pt>
                <c:pt idx="4506">
                  <c:v>02-02-2018</c:v>
                </c:pt>
                <c:pt idx="4507">
                  <c:v>05-02-2018</c:v>
                </c:pt>
                <c:pt idx="4508">
                  <c:v>06-02-2018</c:v>
                </c:pt>
                <c:pt idx="4509">
                  <c:v>07-02-2018</c:v>
                </c:pt>
                <c:pt idx="4510">
                  <c:v>08-02-2018</c:v>
                </c:pt>
                <c:pt idx="4511">
                  <c:v>09-02-2018</c:v>
                </c:pt>
                <c:pt idx="4512">
                  <c:v>12-02-2018</c:v>
                </c:pt>
                <c:pt idx="4513">
                  <c:v>14-02-2018</c:v>
                </c:pt>
                <c:pt idx="4514">
                  <c:v>15-02-2018</c:v>
                </c:pt>
                <c:pt idx="4515">
                  <c:v>16-02-2018</c:v>
                </c:pt>
                <c:pt idx="4516">
                  <c:v>19-02-2018</c:v>
                </c:pt>
                <c:pt idx="4517">
                  <c:v>20-02-2018</c:v>
                </c:pt>
                <c:pt idx="4518">
                  <c:v>21-02-2018</c:v>
                </c:pt>
                <c:pt idx="4519">
                  <c:v>22-02-2018</c:v>
                </c:pt>
                <c:pt idx="4520">
                  <c:v>23-02-2018</c:v>
                </c:pt>
                <c:pt idx="4521">
                  <c:v>26-02-2018</c:v>
                </c:pt>
                <c:pt idx="4522">
                  <c:v>27-02-2018</c:v>
                </c:pt>
                <c:pt idx="4523">
                  <c:v>28-02-2018</c:v>
                </c:pt>
                <c:pt idx="4524">
                  <c:v>01-03-2018</c:v>
                </c:pt>
                <c:pt idx="4525">
                  <c:v>05-03-2018</c:v>
                </c:pt>
                <c:pt idx="4526">
                  <c:v>06-03-2018</c:v>
                </c:pt>
                <c:pt idx="4527">
                  <c:v>07-03-2018</c:v>
                </c:pt>
                <c:pt idx="4528">
                  <c:v>08-03-2018</c:v>
                </c:pt>
                <c:pt idx="4529">
                  <c:v>09-03-2018</c:v>
                </c:pt>
                <c:pt idx="4530">
                  <c:v>12-03-2018</c:v>
                </c:pt>
                <c:pt idx="4531">
                  <c:v>13-03-2018</c:v>
                </c:pt>
                <c:pt idx="4532">
                  <c:v>14-03-2018</c:v>
                </c:pt>
                <c:pt idx="4533">
                  <c:v>15-03-2018</c:v>
                </c:pt>
                <c:pt idx="4534">
                  <c:v>16-03-2018</c:v>
                </c:pt>
                <c:pt idx="4535">
                  <c:v>19-03-2018</c:v>
                </c:pt>
                <c:pt idx="4536">
                  <c:v>20-03-2018</c:v>
                </c:pt>
                <c:pt idx="4537">
                  <c:v>21-03-2018</c:v>
                </c:pt>
                <c:pt idx="4538">
                  <c:v>22-03-2018</c:v>
                </c:pt>
                <c:pt idx="4539">
                  <c:v>23-03-2018</c:v>
                </c:pt>
                <c:pt idx="4540">
                  <c:v>26-03-2018</c:v>
                </c:pt>
                <c:pt idx="4541">
                  <c:v>27-03-2018</c:v>
                </c:pt>
                <c:pt idx="4542">
                  <c:v>28-03-2018</c:v>
                </c:pt>
                <c:pt idx="4543">
                  <c:v>02-04-2018</c:v>
                </c:pt>
                <c:pt idx="4544">
                  <c:v>03-04-2018</c:v>
                </c:pt>
                <c:pt idx="4545">
                  <c:v>04-04-2018</c:v>
                </c:pt>
                <c:pt idx="4546">
                  <c:v>05-04-2018</c:v>
                </c:pt>
                <c:pt idx="4547">
                  <c:v>06-04-2018</c:v>
                </c:pt>
                <c:pt idx="4548">
                  <c:v>09-04-2018</c:v>
                </c:pt>
                <c:pt idx="4549">
                  <c:v>10-04-2018</c:v>
                </c:pt>
                <c:pt idx="4550">
                  <c:v>11-04-2018</c:v>
                </c:pt>
                <c:pt idx="4551">
                  <c:v>12-04-2018</c:v>
                </c:pt>
                <c:pt idx="4552">
                  <c:v>13-04-2018</c:v>
                </c:pt>
                <c:pt idx="4553">
                  <c:v>16-04-2018</c:v>
                </c:pt>
                <c:pt idx="4554">
                  <c:v>17-04-2018</c:v>
                </c:pt>
                <c:pt idx="4555">
                  <c:v>18-04-2018</c:v>
                </c:pt>
                <c:pt idx="4556">
                  <c:v>19-04-2018</c:v>
                </c:pt>
                <c:pt idx="4557">
                  <c:v>20-04-2018</c:v>
                </c:pt>
                <c:pt idx="4558">
                  <c:v>23-04-2018</c:v>
                </c:pt>
                <c:pt idx="4559">
                  <c:v>24-04-2018</c:v>
                </c:pt>
                <c:pt idx="4560">
                  <c:v>25-04-2018</c:v>
                </c:pt>
                <c:pt idx="4561">
                  <c:v>26-04-2018</c:v>
                </c:pt>
                <c:pt idx="4562">
                  <c:v>27-04-2018</c:v>
                </c:pt>
                <c:pt idx="4563">
                  <c:v>30-04-2018</c:v>
                </c:pt>
                <c:pt idx="4564">
                  <c:v>02-05-2018</c:v>
                </c:pt>
                <c:pt idx="4565">
                  <c:v>03-05-2018</c:v>
                </c:pt>
                <c:pt idx="4566">
                  <c:v>04-05-2018</c:v>
                </c:pt>
                <c:pt idx="4567">
                  <c:v>07-05-2018</c:v>
                </c:pt>
                <c:pt idx="4568">
                  <c:v>08-05-2018</c:v>
                </c:pt>
                <c:pt idx="4569">
                  <c:v>09-05-2018</c:v>
                </c:pt>
                <c:pt idx="4570">
                  <c:v>10-05-2018</c:v>
                </c:pt>
                <c:pt idx="4571">
                  <c:v>11-05-2018</c:v>
                </c:pt>
                <c:pt idx="4572">
                  <c:v>14-05-2018</c:v>
                </c:pt>
                <c:pt idx="4573">
                  <c:v>15-05-2018</c:v>
                </c:pt>
                <c:pt idx="4574">
                  <c:v>16-05-2018</c:v>
                </c:pt>
                <c:pt idx="4575">
                  <c:v>17-05-2018</c:v>
                </c:pt>
                <c:pt idx="4576">
                  <c:v>18-05-2018</c:v>
                </c:pt>
                <c:pt idx="4577">
                  <c:v>21-05-2018</c:v>
                </c:pt>
                <c:pt idx="4578">
                  <c:v>22-05-2018</c:v>
                </c:pt>
                <c:pt idx="4579">
                  <c:v>23-05-2018</c:v>
                </c:pt>
                <c:pt idx="4580">
                  <c:v>24-05-2018</c:v>
                </c:pt>
                <c:pt idx="4581">
                  <c:v>25-05-2018</c:v>
                </c:pt>
                <c:pt idx="4582">
                  <c:v>28-05-2018</c:v>
                </c:pt>
                <c:pt idx="4583">
                  <c:v>29-05-2018</c:v>
                </c:pt>
                <c:pt idx="4584">
                  <c:v>30-05-2018</c:v>
                </c:pt>
                <c:pt idx="4585">
                  <c:v>31-05-2018</c:v>
                </c:pt>
                <c:pt idx="4586">
                  <c:v>01-06-2018</c:v>
                </c:pt>
                <c:pt idx="4587">
                  <c:v>04-06-2018</c:v>
                </c:pt>
                <c:pt idx="4588">
                  <c:v>05-06-2018</c:v>
                </c:pt>
                <c:pt idx="4589">
                  <c:v>06-06-2018</c:v>
                </c:pt>
                <c:pt idx="4590">
                  <c:v>07-06-2018</c:v>
                </c:pt>
                <c:pt idx="4591">
                  <c:v>08-06-2018</c:v>
                </c:pt>
                <c:pt idx="4592">
                  <c:v>11-06-2018</c:v>
                </c:pt>
                <c:pt idx="4593">
                  <c:v>12-06-2018</c:v>
                </c:pt>
                <c:pt idx="4594">
                  <c:v>13-06-2018</c:v>
                </c:pt>
                <c:pt idx="4595">
                  <c:v>14-06-2018</c:v>
                </c:pt>
                <c:pt idx="4596">
                  <c:v>15-06-2018</c:v>
                </c:pt>
                <c:pt idx="4597">
                  <c:v>18-06-2018</c:v>
                </c:pt>
                <c:pt idx="4598">
                  <c:v>19-06-2018</c:v>
                </c:pt>
                <c:pt idx="4599">
                  <c:v>20-06-2018</c:v>
                </c:pt>
                <c:pt idx="4600">
                  <c:v>21-06-2018</c:v>
                </c:pt>
                <c:pt idx="4601">
                  <c:v>22-06-2018</c:v>
                </c:pt>
                <c:pt idx="4602">
                  <c:v>25-06-2018</c:v>
                </c:pt>
                <c:pt idx="4603">
                  <c:v>26-06-2018</c:v>
                </c:pt>
                <c:pt idx="4604">
                  <c:v>27-06-2018</c:v>
                </c:pt>
                <c:pt idx="4605">
                  <c:v>28-06-2018</c:v>
                </c:pt>
                <c:pt idx="4606">
                  <c:v>29-06-2018</c:v>
                </c:pt>
                <c:pt idx="4607">
                  <c:v>02-07-2018</c:v>
                </c:pt>
                <c:pt idx="4608">
                  <c:v>03-07-2018</c:v>
                </c:pt>
                <c:pt idx="4609">
                  <c:v>04-07-2018</c:v>
                </c:pt>
                <c:pt idx="4610">
                  <c:v>05-07-2018</c:v>
                </c:pt>
                <c:pt idx="4611">
                  <c:v>06-07-2018</c:v>
                </c:pt>
                <c:pt idx="4612">
                  <c:v>09-07-2018</c:v>
                </c:pt>
                <c:pt idx="4613">
                  <c:v>10-07-2018</c:v>
                </c:pt>
                <c:pt idx="4614">
                  <c:v>11-07-2018</c:v>
                </c:pt>
                <c:pt idx="4615">
                  <c:v>12-07-2018</c:v>
                </c:pt>
                <c:pt idx="4616">
                  <c:v>13-07-2018</c:v>
                </c:pt>
                <c:pt idx="4617">
                  <c:v>16-07-2018</c:v>
                </c:pt>
                <c:pt idx="4618">
                  <c:v>17-07-2018</c:v>
                </c:pt>
                <c:pt idx="4619">
                  <c:v>18-07-2018</c:v>
                </c:pt>
                <c:pt idx="4620">
                  <c:v>19-07-2018</c:v>
                </c:pt>
                <c:pt idx="4621">
                  <c:v>20-07-2018</c:v>
                </c:pt>
                <c:pt idx="4622">
                  <c:v>23-07-2018</c:v>
                </c:pt>
                <c:pt idx="4623">
                  <c:v>24-07-2018</c:v>
                </c:pt>
                <c:pt idx="4624">
                  <c:v>25-07-2018</c:v>
                </c:pt>
                <c:pt idx="4625">
                  <c:v>26-07-2018</c:v>
                </c:pt>
                <c:pt idx="4626">
                  <c:v>27-07-2018</c:v>
                </c:pt>
                <c:pt idx="4627">
                  <c:v>30-07-2018</c:v>
                </c:pt>
                <c:pt idx="4628">
                  <c:v>31-07-2018</c:v>
                </c:pt>
                <c:pt idx="4629">
                  <c:v>01-08-2018</c:v>
                </c:pt>
                <c:pt idx="4630">
                  <c:v>02-08-2018</c:v>
                </c:pt>
                <c:pt idx="4631">
                  <c:v>03-08-2018</c:v>
                </c:pt>
                <c:pt idx="4632">
                  <c:v>06-08-2018</c:v>
                </c:pt>
                <c:pt idx="4633">
                  <c:v>07-08-2018</c:v>
                </c:pt>
                <c:pt idx="4634">
                  <c:v>08-08-2018</c:v>
                </c:pt>
                <c:pt idx="4635">
                  <c:v>09-08-2018</c:v>
                </c:pt>
                <c:pt idx="4636">
                  <c:v>10-08-2018</c:v>
                </c:pt>
                <c:pt idx="4637">
                  <c:v>13-08-2018</c:v>
                </c:pt>
                <c:pt idx="4638">
                  <c:v>14-08-2018</c:v>
                </c:pt>
                <c:pt idx="4639">
                  <c:v>16-08-2018</c:v>
                </c:pt>
                <c:pt idx="4640">
                  <c:v>17-08-2018</c:v>
                </c:pt>
                <c:pt idx="4641">
                  <c:v>20-08-2018</c:v>
                </c:pt>
                <c:pt idx="4642">
                  <c:v>21-08-2018</c:v>
                </c:pt>
                <c:pt idx="4643">
                  <c:v>23-08-2018</c:v>
                </c:pt>
                <c:pt idx="4644">
                  <c:v>24-08-2018</c:v>
                </c:pt>
                <c:pt idx="4645">
                  <c:v>27-08-2018</c:v>
                </c:pt>
                <c:pt idx="4646">
                  <c:v>28-08-2018</c:v>
                </c:pt>
                <c:pt idx="4647">
                  <c:v>29-08-2018</c:v>
                </c:pt>
                <c:pt idx="4648">
                  <c:v>30-08-2018</c:v>
                </c:pt>
                <c:pt idx="4649">
                  <c:v>31-08-2018</c:v>
                </c:pt>
                <c:pt idx="4650">
                  <c:v>03-09-2018</c:v>
                </c:pt>
                <c:pt idx="4651">
                  <c:v>04-09-2018</c:v>
                </c:pt>
                <c:pt idx="4652">
                  <c:v>05-09-2018</c:v>
                </c:pt>
                <c:pt idx="4653">
                  <c:v>06-09-2018</c:v>
                </c:pt>
                <c:pt idx="4654">
                  <c:v>07-09-2018</c:v>
                </c:pt>
                <c:pt idx="4655">
                  <c:v>10-09-2018</c:v>
                </c:pt>
                <c:pt idx="4656">
                  <c:v>11-09-2018</c:v>
                </c:pt>
                <c:pt idx="4657">
                  <c:v>12-09-2018</c:v>
                </c:pt>
                <c:pt idx="4658">
                  <c:v>14-09-2018</c:v>
                </c:pt>
                <c:pt idx="4659">
                  <c:v>17-09-2018</c:v>
                </c:pt>
                <c:pt idx="4660">
                  <c:v>18-09-2018</c:v>
                </c:pt>
                <c:pt idx="4661">
                  <c:v>19-09-2018</c:v>
                </c:pt>
                <c:pt idx="4662">
                  <c:v>21-09-2018</c:v>
                </c:pt>
                <c:pt idx="4663">
                  <c:v>24-09-2018</c:v>
                </c:pt>
                <c:pt idx="4664">
                  <c:v>25-09-2018</c:v>
                </c:pt>
                <c:pt idx="4665">
                  <c:v>26-09-2018</c:v>
                </c:pt>
                <c:pt idx="4666">
                  <c:v>27-09-2018</c:v>
                </c:pt>
                <c:pt idx="4667">
                  <c:v>28-09-2018</c:v>
                </c:pt>
                <c:pt idx="4668">
                  <c:v>01-10-2018</c:v>
                </c:pt>
                <c:pt idx="4669">
                  <c:v>03-10-2018</c:v>
                </c:pt>
                <c:pt idx="4670">
                  <c:v>04-10-2018</c:v>
                </c:pt>
                <c:pt idx="4671">
                  <c:v>05-10-2018</c:v>
                </c:pt>
                <c:pt idx="4672">
                  <c:v>08-10-2018</c:v>
                </c:pt>
                <c:pt idx="4673">
                  <c:v>09-10-2018</c:v>
                </c:pt>
                <c:pt idx="4674">
                  <c:v>10-10-2018</c:v>
                </c:pt>
                <c:pt idx="4675">
                  <c:v>11-10-2018</c:v>
                </c:pt>
                <c:pt idx="4676">
                  <c:v>12-10-2018</c:v>
                </c:pt>
                <c:pt idx="4677">
                  <c:v>15-10-2018</c:v>
                </c:pt>
                <c:pt idx="4678">
                  <c:v>16-10-2018</c:v>
                </c:pt>
                <c:pt idx="4679">
                  <c:v>17-10-2018</c:v>
                </c:pt>
                <c:pt idx="4680">
                  <c:v>19-10-2018</c:v>
                </c:pt>
                <c:pt idx="4681">
                  <c:v>22-10-2018</c:v>
                </c:pt>
                <c:pt idx="4682">
                  <c:v>23-10-2018</c:v>
                </c:pt>
                <c:pt idx="4683">
                  <c:v>24-10-2018</c:v>
                </c:pt>
                <c:pt idx="4684">
                  <c:v>25-10-2018</c:v>
                </c:pt>
                <c:pt idx="4685">
                  <c:v>26-10-2018</c:v>
                </c:pt>
                <c:pt idx="4686">
                  <c:v>29-10-2018</c:v>
                </c:pt>
                <c:pt idx="4687">
                  <c:v>30-10-2018</c:v>
                </c:pt>
                <c:pt idx="4688">
                  <c:v>31-10-2018</c:v>
                </c:pt>
                <c:pt idx="4689">
                  <c:v>01-11-2018</c:v>
                </c:pt>
                <c:pt idx="4690">
                  <c:v>02-11-2018</c:v>
                </c:pt>
                <c:pt idx="4691">
                  <c:v>05-11-2018</c:v>
                </c:pt>
                <c:pt idx="4692">
                  <c:v>06-11-2018</c:v>
                </c:pt>
                <c:pt idx="4693">
                  <c:v>07-11-2018</c:v>
                </c:pt>
                <c:pt idx="4694">
                  <c:v>09-11-2018</c:v>
                </c:pt>
                <c:pt idx="4695">
                  <c:v>12-11-2018</c:v>
                </c:pt>
                <c:pt idx="4696">
                  <c:v>13-11-2018</c:v>
                </c:pt>
                <c:pt idx="4697">
                  <c:v>14-11-2018</c:v>
                </c:pt>
                <c:pt idx="4698">
                  <c:v>15-11-2018</c:v>
                </c:pt>
                <c:pt idx="4699">
                  <c:v>16-11-2018</c:v>
                </c:pt>
                <c:pt idx="4700">
                  <c:v>19-11-2018</c:v>
                </c:pt>
                <c:pt idx="4701">
                  <c:v>20-11-2018</c:v>
                </c:pt>
                <c:pt idx="4702">
                  <c:v>21-11-2018</c:v>
                </c:pt>
                <c:pt idx="4703">
                  <c:v>22-11-2018</c:v>
                </c:pt>
                <c:pt idx="4704">
                  <c:v>26-11-2018</c:v>
                </c:pt>
                <c:pt idx="4705">
                  <c:v>27-11-2018</c:v>
                </c:pt>
                <c:pt idx="4706">
                  <c:v>28-11-2018</c:v>
                </c:pt>
                <c:pt idx="4707">
                  <c:v>29-11-2018</c:v>
                </c:pt>
                <c:pt idx="4708">
                  <c:v>30-11-2018</c:v>
                </c:pt>
                <c:pt idx="4709">
                  <c:v>03-12-2018</c:v>
                </c:pt>
                <c:pt idx="4710">
                  <c:v>04-12-2018</c:v>
                </c:pt>
                <c:pt idx="4711">
                  <c:v>05-12-2018</c:v>
                </c:pt>
                <c:pt idx="4712">
                  <c:v>06-12-2018</c:v>
                </c:pt>
                <c:pt idx="4713">
                  <c:v>07-12-2018</c:v>
                </c:pt>
                <c:pt idx="4714">
                  <c:v>10-12-2018</c:v>
                </c:pt>
                <c:pt idx="4715">
                  <c:v>11-12-2018</c:v>
                </c:pt>
                <c:pt idx="4716">
                  <c:v>12-12-2018</c:v>
                </c:pt>
                <c:pt idx="4717">
                  <c:v>13-12-2018</c:v>
                </c:pt>
                <c:pt idx="4718">
                  <c:v>14-12-2018</c:v>
                </c:pt>
                <c:pt idx="4719">
                  <c:v>17-12-2018</c:v>
                </c:pt>
                <c:pt idx="4720">
                  <c:v>18-12-2018</c:v>
                </c:pt>
                <c:pt idx="4721">
                  <c:v>19-12-2018</c:v>
                </c:pt>
                <c:pt idx="4722">
                  <c:v>20-12-2018</c:v>
                </c:pt>
                <c:pt idx="4723">
                  <c:v>21-12-2018</c:v>
                </c:pt>
                <c:pt idx="4724">
                  <c:v>24-12-2018</c:v>
                </c:pt>
                <c:pt idx="4725">
                  <c:v>26-12-2018</c:v>
                </c:pt>
                <c:pt idx="4726">
                  <c:v>27-12-2018</c:v>
                </c:pt>
                <c:pt idx="4727">
                  <c:v>28-12-2018</c:v>
                </c:pt>
                <c:pt idx="4728">
                  <c:v>31-12-2018</c:v>
                </c:pt>
                <c:pt idx="4729">
                  <c:v>01-01-2019</c:v>
                </c:pt>
                <c:pt idx="4730">
                  <c:v>02-01-2019</c:v>
                </c:pt>
                <c:pt idx="4731">
                  <c:v>03-01-2019</c:v>
                </c:pt>
                <c:pt idx="4732">
                  <c:v>04-01-2019</c:v>
                </c:pt>
                <c:pt idx="4733">
                  <c:v>07-01-2019</c:v>
                </c:pt>
                <c:pt idx="4734">
                  <c:v>08-01-2019</c:v>
                </c:pt>
                <c:pt idx="4735">
                  <c:v>09-01-2019</c:v>
                </c:pt>
                <c:pt idx="4736">
                  <c:v>10-01-2019</c:v>
                </c:pt>
                <c:pt idx="4737">
                  <c:v>11-01-2019</c:v>
                </c:pt>
                <c:pt idx="4738">
                  <c:v>14-01-2019</c:v>
                </c:pt>
                <c:pt idx="4739">
                  <c:v>15-01-2019</c:v>
                </c:pt>
                <c:pt idx="4740">
                  <c:v>16-01-2019</c:v>
                </c:pt>
                <c:pt idx="4741">
                  <c:v>17-01-2019</c:v>
                </c:pt>
                <c:pt idx="4742">
                  <c:v>18-01-2019</c:v>
                </c:pt>
                <c:pt idx="4743">
                  <c:v>21-01-2019</c:v>
                </c:pt>
                <c:pt idx="4744">
                  <c:v>22-01-2019</c:v>
                </c:pt>
                <c:pt idx="4745">
                  <c:v>23-01-2019</c:v>
                </c:pt>
                <c:pt idx="4746">
                  <c:v>24-01-2019</c:v>
                </c:pt>
                <c:pt idx="4747">
                  <c:v>25-01-2019</c:v>
                </c:pt>
                <c:pt idx="4748">
                  <c:v>28-01-2019</c:v>
                </c:pt>
                <c:pt idx="4749">
                  <c:v>29-01-2019</c:v>
                </c:pt>
                <c:pt idx="4750">
                  <c:v>30-01-2019</c:v>
                </c:pt>
                <c:pt idx="4751">
                  <c:v>31-01-2019</c:v>
                </c:pt>
                <c:pt idx="4752">
                  <c:v>01-02-2019</c:v>
                </c:pt>
                <c:pt idx="4753">
                  <c:v>04-02-2019</c:v>
                </c:pt>
                <c:pt idx="4754">
                  <c:v>05-02-2019</c:v>
                </c:pt>
                <c:pt idx="4755">
                  <c:v>06-02-2019</c:v>
                </c:pt>
                <c:pt idx="4756">
                  <c:v>07-02-2019</c:v>
                </c:pt>
                <c:pt idx="4757">
                  <c:v>08-02-2019</c:v>
                </c:pt>
                <c:pt idx="4758">
                  <c:v>11-02-2019</c:v>
                </c:pt>
                <c:pt idx="4759">
                  <c:v>12-02-2019</c:v>
                </c:pt>
                <c:pt idx="4760">
                  <c:v>13-02-2019</c:v>
                </c:pt>
                <c:pt idx="4761">
                  <c:v>14-02-2019</c:v>
                </c:pt>
                <c:pt idx="4762">
                  <c:v>15-02-2019</c:v>
                </c:pt>
                <c:pt idx="4763">
                  <c:v>18-02-2019</c:v>
                </c:pt>
                <c:pt idx="4764">
                  <c:v>19-02-2019</c:v>
                </c:pt>
                <c:pt idx="4765">
                  <c:v>20-02-2019</c:v>
                </c:pt>
                <c:pt idx="4766">
                  <c:v>21-02-2019</c:v>
                </c:pt>
                <c:pt idx="4767">
                  <c:v>22-02-2019</c:v>
                </c:pt>
                <c:pt idx="4768">
                  <c:v>25-02-2019</c:v>
                </c:pt>
                <c:pt idx="4769">
                  <c:v>26-02-2019</c:v>
                </c:pt>
                <c:pt idx="4770">
                  <c:v>27-02-2019</c:v>
                </c:pt>
                <c:pt idx="4771">
                  <c:v>28-02-2019</c:v>
                </c:pt>
                <c:pt idx="4772">
                  <c:v>01-03-2019</c:v>
                </c:pt>
                <c:pt idx="4773">
                  <c:v>05-03-2019</c:v>
                </c:pt>
                <c:pt idx="4774">
                  <c:v>06-03-2019</c:v>
                </c:pt>
                <c:pt idx="4775">
                  <c:v>07-03-2019</c:v>
                </c:pt>
                <c:pt idx="4776">
                  <c:v>08-03-2019</c:v>
                </c:pt>
                <c:pt idx="4777">
                  <c:v>11-03-2019</c:v>
                </c:pt>
                <c:pt idx="4778">
                  <c:v>12-03-2019</c:v>
                </c:pt>
                <c:pt idx="4779">
                  <c:v>13-03-2019</c:v>
                </c:pt>
                <c:pt idx="4780">
                  <c:v>14-03-2019</c:v>
                </c:pt>
                <c:pt idx="4781">
                  <c:v>15-03-2019</c:v>
                </c:pt>
                <c:pt idx="4782">
                  <c:v>18-03-2019</c:v>
                </c:pt>
                <c:pt idx="4783">
                  <c:v>19-03-2019</c:v>
                </c:pt>
                <c:pt idx="4784">
                  <c:v>20-03-2019</c:v>
                </c:pt>
                <c:pt idx="4785">
                  <c:v>22-03-2019</c:v>
                </c:pt>
                <c:pt idx="4786">
                  <c:v>25-03-2019</c:v>
                </c:pt>
                <c:pt idx="4787">
                  <c:v>26-03-2019</c:v>
                </c:pt>
                <c:pt idx="4788">
                  <c:v>27-03-2019</c:v>
                </c:pt>
                <c:pt idx="4789">
                  <c:v>28-03-2019</c:v>
                </c:pt>
                <c:pt idx="4790">
                  <c:v>29-03-2019</c:v>
                </c:pt>
                <c:pt idx="4791">
                  <c:v>01-04-2019</c:v>
                </c:pt>
                <c:pt idx="4792">
                  <c:v>02-04-2019</c:v>
                </c:pt>
                <c:pt idx="4793">
                  <c:v>03-04-2019</c:v>
                </c:pt>
                <c:pt idx="4794">
                  <c:v>04-04-2019</c:v>
                </c:pt>
                <c:pt idx="4795">
                  <c:v>05-04-2019</c:v>
                </c:pt>
                <c:pt idx="4796">
                  <c:v>08-04-2019</c:v>
                </c:pt>
                <c:pt idx="4797">
                  <c:v>09-04-2019</c:v>
                </c:pt>
                <c:pt idx="4798">
                  <c:v>10-04-2019</c:v>
                </c:pt>
                <c:pt idx="4799">
                  <c:v>11-04-2019</c:v>
                </c:pt>
                <c:pt idx="4800">
                  <c:v>12-04-2019</c:v>
                </c:pt>
                <c:pt idx="4801">
                  <c:v>15-04-2019</c:v>
                </c:pt>
                <c:pt idx="4802">
                  <c:v>16-04-2019</c:v>
                </c:pt>
                <c:pt idx="4803">
                  <c:v>18-04-2019</c:v>
                </c:pt>
                <c:pt idx="4804">
                  <c:v>22-04-2019</c:v>
                </c:pt>
                <c:pt idx="4805">
                  <c:v>23-04-2019</c:v>
                </c:pt>
                <c:pt idx="4806">
                  <c:v>24-04-2019</c:v>
                </c:pt>
                <c:pt idx="4807">
                  <c:v>25-04-2019</c:v>
                </c:pt>
                <c:pt idx="4808">
                  <c:v>26-04-2019</c:v>
                </c:pt>
                <c:pt idx="4809">
                  <c:v>30-04-2019</c:v>
                </c:pt>
                <c:pt idx="4810">
                  <c:v>02-05-2019</c:v>
                </c:pt>
                <c:pt idx="4811">
                  <c:v>03-05-2019</c:v>
                </c:pt>
                <c:pt idx="4812">
                  <c:v>06-05-2019</c:v>
                </c:pt>
                <c:pt idx="4813">
                  <c:v>07-05-2019</c:v>
                </c:pt>
                <c:pt idx="4814">
                  <c:v>08-05-2019</c:v>
                </c:pt>
                <c:pt idx="4815">
                  <c:v>09-05-2019</c:v>
                </c:pt>
                <c:pt idx="4816">
                  <c:v>10-05-2019</c:v>
                </c:pt>
                <c:pt idx="4817">
                  <c:v>13-05-2019</c:v>
                </c:pt>
                <c:pt idx="4818">
                  <c:v>14-05-2019</c:v>
                </c:pt>
                <c:pt idx="4819">
                  <c:v>15-05-2019</c:v>
                </c:pt>
                <c:pt idx="4820">
                  <c:v>16-05-2019</c:v>
                </c:pt>
                <c:pt idx="4821">
                  <c:v>17-05-2019</c:v>
                </c:pt>
                <c:pt idx="4822">
                  <c:v>20-05-2019</c:v>
                </c:pt>
                <c:pt idx="4823">
                  <c:v>21-05-2019</c:v>
                </c:pt>
                <c:pt idx="4824">
                  <c:v>22-05-2019</c:v>
                </c:pt>
                <c:pt idx="4825">
                  <c:v>23-05-2019</c:v>
                </c:pt>
                <c:pt idx="4826">
                  <c:v>24-05-2019</c:v>
                </c:pt>
                <c:pt idx="4827">
                  <c:v>27-05-2019</c:v>
                </c:pt>
                <c:pt idx="4828">
                  <c:v>28-05-2019</c:v>
                </c:pt>
                <c:pt idx="4829">
                  <c:v>29-05-2019</c:v>
                </c:pt>
                <c:pt idx="4830">
                  <c:v>30-05-2019</c:v>
                </c:pt>
                <c:pt idx="4831">
                  <c:v>31-05-2019</c:v>
                </c:pt>
                <c:pt idx="4832">
                  <c:v>03-06-2019</c:v>
                </c:pt>
                <c:pt idx="4833">
                  <c:v>04-06-2019</c:v>
                </c:pt>
                <c:pt idx="4834">
                  <c:v>06-06-2019</c:v>
                </c:pt>
                <c:pt idx="4835">
                  <c:v>07-06-2019</c:v>
                </c:pt>
                <c:pt idx="4836">
                  <c:v>10-06-2019</c:v>
                </c:pt>
                <c:pt idx="4837">
                  <c:v>11-06-2019</c:v>
                </c:pt>
                <c:pt idx="4838">
                  <c:v>12-06-2019</c:v>
                </c:pt>
                <c:pt idx="4839">
                  <c:v>13-06-2019</c:v>
                </c:pt>
                <c:pt idx="4840">
                  <c:v>14-06-2019</c:v>
                </c:pt>
                <c:pt idx="4841">
                  <c:v>17-06-2019</c:v>
                </c:pt>
                <c:pt idx="4842">
                  <c:v>18-06-2019</c:v>
                </c:pt>
                <c:pt idx="4843">
                  <c:v>19-06-2019</c:v>
                </c:pt>
                <c:pt idx="4844">
                  <c:v>20-06-2019</c:v>
                </c:pt>
                <c:pt idx="4845">
                  <c:v>21-06-2019</c:v>
                </c:pt>
                <c:pt idx="4846">
                  <c:v>24-06-2019</c:v>
                </c:pt>
                <c:pt idx="4847">
                  <c:v>25-06-2019</c:v>
                </c:pt>
                <c:pt idx="4848">
                  <c:v>26-06-2019</c:v>
                </c:pt>
                <c:pt idx="4849">
                  <c:v>27-06-2019</c:v>
                </c:pt>
                <c:pt idx="4850">
                  <c:v>28-06-2019</c:v>
                </c:pt>
                <c:pt idx="4851">
                  <c:v>01-07-2019</c:v>
                </c:pt>
                <c:pt idx="4852">
                  <c:v>02-07-2019</c:v>
                </c:pt>
                <c:pt idx="4853">
                  <c:v>03-07-2019</c:v>
                </c:pt>
                <c:pt idx="4854">
                  <c:v>04-07-2019</c:v>
                </c:pt>
                <c:pt idx="4855">
                  <c:v>05-07-2019</c:v>
                </c:pt>
                <c:pt idx="4856">
                  <c:v>08-07-2019</c:v>
                </c:pt>
                <c:pt idx="4857">
                  <c:v>09-07-2019</c:v>
                </c:pt>
                <c:pt idx="4858">
                  <c:v>10-07-2019</c:v>
                </c:pt>
                <c:pt idx="4859">
                  <c:v>11-07-2019</c:v>
                </c:pt>
                <c:pt idx="4860">
                  <c:v>12-07-2019</c:v>
                </c:pt>
                <c:pt idx="4861">
                  <c:v>15-07-2019</c:v>
                </c:pt>
                <c:pt idx="4862">
                  <c:v>16-07-2019</c:v>
                </c:pt>
                <c:pt idx="4863">
                  <c:v>17-07-2019</c:v>
                </c:pt>
                <c:pt idx="4864">
                  <c:v>18-07-2019</c:v>
                </c:pt>
                <c:pt idx="4865">
                  <c:v>19-07-2019</c:v>
                </c:pt>
                <c:pt idx="4866">
                  <c:v>22-07-2019</c:v>
                </c:pt>
                <c:pt idx="4867">
                  <c:v>23-07-2019</c:v>
                </c:pt>
                <c:pt idx="4868">
                  <c:v>24-07-2019</c:v>
                </c:pt>
                <c:pt idx="4869">
                  <c:v>25-07-2019</c:v>
                </c:pt>
                <c:pt idx="4870">
                  <c:v>26-07-2019</c:v>
                </c:pt>
                <c:pt idx="4871">
                  <c:v>29-07-2019</c:v>
                </c:pt>
                <c:pt idx="4872">
                  <c:v>30-07-2019</c:v>
                </c:pt>
                <c:pt idx="4873">
                  <c:v>31-07-2019</c:v>
                </c:pt>
                <c:pt idx="4874">
                  <c:v>01-08-2019</c:v>
                </c:pt>
                <c:pt idx="4875">
                  <c:v>02-08-2019</c:v>
                </c:pt>
                <c:pt idx="4876">
                  <c:v>05-08-2019</c:v>
                </c:pt>
                <c:pt idx="4877">
                  <c:v>06-08-2019</c:v>
                </c:pt>
                <c:pt idx="4878">
                  <c:v>07-08-2019</c:v>
                </c:pt>
                <c:pt idx="4879">
                  <c:v>08-08-2019</c:v>
                </c:pt>
                <c:pt idx="4880">
                  <c:v>09-08-2019</c:v>
                </c:pt>
                <c:pt idx="4881">
                  <c:v>13-08-2019</c:v>
                </c:pt>
                <c:pt idx="4882">
                  <c:v>14-08-2019</c:v>
                </c:pt>
                <c:pt idx="4883">
                  <c:v>16-08-2019</c:v>
                </c:pt>
                <c:pt idx="4884">
                  <c:v>19-08-2019</c:v>
                </c:pt>
                <c:pt idx="4885">
                  <c:v>20-08-2019</c:v>
                </c:pt>
                <c:pt idx="4886">
                  <c:v>21-08-2019</c:v>
                </c:pt>
                <c:pt idx="4887">
                  <c:v>22-08-2019</c:v>
                </c:pt>
                <c:pt idx="4888">
                  <c:v>23-08-2019</c:v>
                </c:pt>
                <c:pt idx="4889">
                  <c:v>26-08-2019</c:v>
                </c:pt>
                <c:pt idx="4890">
                  <c:v>27-08-2019</c:v>
                </c:pt>
                <c:pt idx="4891">
                  <c:v>28-08-2019</c:v>
                </c:pt>
                <c:pt idx="4892">
                  <c:v>29-08-2019</c:v>
                </c:pt>
                <c:pt idx="4893">
                  <c:v>30-08-2019</c:v>
                </c:pt>
                <c:pt idx="4894">
                  <c:v>03-09-2019</c:v>
                </c:pt>
                <c:pt idx="4895">
                  <c:v>04-09-2019</c:v>
                </c:pt>
                <c:pt idx="4896">
                  <c:v>05-09-2019</c:v>
                </c:pt>
                <c:pt idx="4897">
                  <c:v>06-09-2019</c:v>
                </c:pt>
                <c:pt idx="4898">
                  <c:v>09-09-2019</c:v>
                </c:pt>
                <c:pt idx="4899">
                  <c:v>11-09-2019</c:v>
                </c:pt>
                <c:pt idx="4900">
                  <c:v>12-09-2019</c:v>
                </c:pt>
                <c:pt idx="4901">
                  <c:v>13-09-2019</c:v>
                </c:pt>
                <c:pt idx="4902">
                  <c:v>16-09-2019</c:v>
                </c:pt>
                <c:pt idx="4903">
                  <c:v>17-09-2019</c:v>
                </c:pt>
                <c:pt idx="4904">
                  <c:v>18-09-2019</c:v>
                </c:pt>
                <c:pt idx="4905">
                  <c:v>19-09-2019</c:v>
                </c:pt>
                <c:pt idx="4906">
                  <c:v>20-09-2019</c:v>
                </c:pt>
                <c:pt idx="4907">
                  <c:v>23-09-2019</c:v>
                </c:pt>
                <c:pt idx="4908">
                  <c:v>24-09-2019</c:v>
                </c:pt>
                <c:pt idx="4909">
                  <c:v>25-09-2019</c:v>
                </c:pt>
                <c:pt idx="4910">
                  <c:v>26-09-2019</c:v>
                </c:pt>
                <c:pt idx="4911">
                  <c:v>27-09-2019</c:v>
                </c:pt>
                <c:pt idx="4912">
                  <c:v>30-09-2019</c:v>
                </c:pt>
                <c:pt idx="4913">
                  <c:v>01-10-2019</c:v>
                </c:pt>
                <c:pt idx="4914">
                  <c:v>03-10-2019</c:v>
                </c:pt>
                <c:pt idx="4915">
                  <c:v>04-10-2019</c:v>
                </c:pt>
                <c:pt idx="4916">
                  <c:v>07-10-2019</c:v>
                </c:pt>
                <c:pt idx="4917">
                  <c:v>09-10-2019</c:v>
                </c:pt>
                <c:pt idx="4918">
                  <c:v>10-10-2019</c:v>
                </c:pt>
                <c:pt idx="4919">
                  <c:v>11-10-2019</c:v>
                </c:pt>
                <c:pt idx="4920">
                  <c:v>14-10-2019</c:v>
                </c:pt>
                <c:pt idx="4921">
                  <c:v>15-10-2019</c:v>
                </c:pt>
                <c:pt idx="4922">
                  <c:v>16-10-2019</c:v>
                </c:pt>
                <c:pt idx="4923">
                  <c:v>17-10-2019</c:v>
                </c:pt>
                <c:pt idx="4924">
                  <c:v>18-10-2019</c:v>
                </c:pt>
                <c:pt idx="4925">
                  <c:v>22-10-2019</c:v>
                </c:pt>
                <c:pt idx="4926">
                  <c:v>23-10-2019</c:v>
                </c:pt>
                <c:pt idx="4927">
                  <c:v>24-10-2019</c:v>
                </c:pt>
                <c:pt idx="4928">
                  <c:v>25-10-2019</c:v>
                </c:pt>
                <c:pt idx="4929">
                  <c:v>27-10-2019</c:v>
                </c:pt>
                <c:pt idx="4930">
                  <c:v>29-10-2019</c:v>
                </c:pt>
                <c:pt idx="4931">
                  <c:v>30-10-2019</c:v>
                </c:pt>
                <c:pt idx="4932">
                  <c:v>31-10-2019</c:v>
                </c:pt>
                <c:pt idx="4933">
                  <c:v>01-11-2019</c:v>
                </c:pt>
                <c:pt idx="4934">
                  <c:v>04-11-2019</c:v>
                </c:pt>
                <c:pt idx="4935">
                  <c:v>05-11-2019</c:v>
                </c:pt>
                <c:pt idx="4936">
                  <c:v>06-11-2019</c:v>
                </c:pt>
                <c:pt idx="4937">
                  <c:v>07-11-2019</c:v>
                </c:pt>
                <c:pt idx="4938">
                  <c:v>08-11-2019</c:v>
                </c:pt>
                <c:pt idx="4939">
                  <c:v>11-11-2019</c:v>
                </c:pt>
                <c:pt idx="4940">
                  <c:v>13-11-2019</c:v>
                </c:pt>
                <c:pt idx="4941">
                  <c:v>14-11-2019</c:v>
                </c:pt>
                <c:pt idx="4942">
                  <c:v>15-11-2019</c:v>
                </c:pt>
                <c:pt idx="4943">
                  <c:v>18-11-2019</c:v>
                </c:pt>
                <c:pt idx="4944">
                  <c:v>19-11-2019</c:v>
                </c:pt>
                <c:pt idx="4945">
                  <c:v>20-11-2019</c:v>
                </c:pt>
                <c:pt idx="4946">
                  <c:v>21-11-2019</c:v>
                </c:pt>
                <c:pt idx="4947">
                  <c:v>22-11-2019</c:v>
                </c:pt>
                <c:pt idx="4948">
                  <c:v>25-11-2019</c:v>
                </c:pt>
                <c:pt idx="4949">
                  <c:v>26-11-2019</c:v>
                </c:pt>
                <c:pt idx="4950">
                  <c:v>27-11-2019</c:v>
                </c:pt>
                <c:pt idx="4951">
                  <c:v>28-11-2019</c:v>
                </c:pt>
                <c:pt idx="4952">
                  <c:v>29-11-2019</c:v>
                </c:pt>
                <c:pt idx="4953">
                  <c:v>02-12-2019</c:v>
                </c:pt>
                <c:pt idx="4954">
                  <c:v>03-12-2019</c:v>
                </c:pt>
                <c:pt idx="4955">
                  <c:v>04-12-2019</c:v>
                </c:pt>
                <c:pt idx="4956">
                  <c:v>05-12-2019</c:v>
                </c:pt>
                <c:pt idx="4957">
                  <c:v>06-12-2019</c:v>
                </c:pt>
                <c:pt idx="4958">
                  <c:v>09-12-2019</c:v>
                </c:pt>
                <c:pt idx="4959">
                  <c:v>10-12-2019</c:v>
                </c:pt>
                <c:pt idx="4960">
                  <c:v>11-12-2019</c:v>
                </c:pt>
                <c:pt idx="4961">
                  <c:v>12-12-2019</c:v>
                </c:pt>
                <c:pt idx="4962">
                  <c:v>13-12-2019</c:v>
                </c:pt>
                <c:pt idx="4963">
                  <c:v>16-12-2019</c:v>
                </c:pt>
                <c:pt idx="4964">
                  <c:v>17-12-2019</c:v>
                </c:pt>
                <c:pt idx="4965">
                  <c:v>18-12-2019</c:v>
                </c:pt>
                <c:pt idx="4966">
                  <c:v>19-12-2019</c:v>
                </c:pt>
                <c:pt idx="4967">
                  <c:v>20-12-2019</c:v>
                </c:pt>
                <c:pt idx="4968">
                  <c:v>23-12-2019</c:v>
                </c:pt>
                <c:pt idx="4969">
                  <c:v>24-12-2019</c:v>
                </c:pt>
                <c:pt idx="4970">
                  <c:v>26-12-2019</c:v>
                </c:pt>
                <c:pt idx="4971">
                  <c:v>27-12-2019</c:v>
                </c:pt>
                <c:pt idx="4972">
                  <c:v>30-12-2019</c:v>
                </c:pt>
                <c:pt idx="4973">
                  <c:v>31-12-2019</c:v>
                </c:pt>
                <c:pt idx="4974">
                  <c:v>01-01-2020</c:v>
                </c:pt>
                <c:pt idx="4975">
                  <c:v>02-01-2020</c:v>
                </c:pt>
                <c:pt idx="4976">
                  <c:v>03-01-2020</c:v>
                </c:pt>
                <c:pt idx="4977">
                  <c:v>06-01-2020</c:v>
                </c:pt>
                <c:pt idx="4978">
                  <c:v>07-01-2020</c:v>
                </c:pt>
                <c:pt idx="4979">
                  <c:v>08-01-2020</c:v>
                </c:pt>
                <c:pt idx="4980">
                  <c:v>09-01-2020</c:v>
                </c:pt>
                <c:pt idx="4981">
                  <c:v>10-01-2020</c:v>
                </c:pt>
                <c:pt idx="4982">
                  <c:v>13-01-2020</c:v>
                </c:pt>
                <c:pt idx="4983">
                  <c:v>14-01-2020</c:v>
                </c:pt>
                <c:pt idx="4984">
                  <c:v>15-01-2020</c:v>
                </c:pt>
                <c:pt idx="4985">
                  <c:v>16-01-2020</c:v>
                </c:pt>
                <c:pt idx="4986">
                  <c:v>17-01-2020</c:v>
                </c:pt>
                <c:pt idx="4987">
                  <c:v>20-01-2020</c:v>
                </c:pt>
                <c:pt idx="4988">
                  <c:v>21-01-2020</c:v>
                </c:pt>
                <c:pt idx="4989">
                  <c:v>22-01-2020</c:v>
                </c:pt>
                <c:pt idx="4990">
                  <c:v>23-01-2020</c:v>
                </c:pt>
                <c:pt idx="4991">
                  <c:v>24-01-2020</c:v>
                </c:pt>
                <c:pt idx="4992">
                  <c:v>27-01-2020</c:v>
                </c:pt>
                <c:pt idx="4993">
                  <c:v>28-01-2020</c:v>
                </c:pt>
                <c:pt idx="4994">
                  <c:v>29-01-2020</c:v>
                </c:pt>
                <c:pt idx="4995">
                  <c:v>30-01-2020</c:v>
                </c:pt>
                <c:pt idx="4996">
                  <c:v>31-01-2020</c:v>
                </c:pt>
                <c:pt idx="4997">
                  <c:v>01-02-2020</c:v>
                </c:pt>
                <c:pt idx="4998">
                  <c:v>03-02-2020</c:v>
                </c:pt>
                <c:pt idx="4999">
                  <c:v>04-02-2020</c:v>
                </c:pt>
                <c:pt idx="5000">
                  <c:v>05-02-2020</c:v>
                </c:pt>
                <c:pt idx="5001">
                  <c:v>06-02-2020</c:v>
                </c:pt>
                <c:pt idx="5002">
                  <c:v>07-02-2020</c:v>
                </c:pt>
                <c:pt idx="5003">
                  <c:v>10-02-2020</c:v>
                </c:pt>
                <c:pt idx="5004">
                  <c:v>11-02-2020</c:v>
                </c:pt>
                <c:pt idx="5005">
                  <c:v>12-02-2020</c:v>
                </c:pt>
                <c:pt idx="5006">
                  <c:v>13-02-2020</c:v>
                </c:pt>
                <c:pt idx="5007">
                  <c:v>14-02-2020</c:v>
                </c:pt>
                <c:pt idx="5008">
                  <c:v>17-02-2020</c:v>
                </c:pt>
                <c:pt idx="5009">
                  <c:v>18-02-2020</c:v>
                </c:pt>
                <c:pt idx="5010">
                  <c:v>19-02-2020</c:v>
                </c:pt>
                <c:pt idx="5011">
                  <c:v>20-02-2020</c:v>
                </c:pt>
                <c:pt idx="5012">
                  <c:v>24-02-2020</c:v>
                </c:pt>
                <c:pt idx="5013">
                  <c:v>25-02-2020</c:v>
                </c:pt>
                <c:pt idx="5014">
                  <c:v>26-02-2020</c:v>
                </c:pt>
                <c:pt idx="5015">
                  <c:v>27-02-2020</c:v>
                </c:pt>
                <c:pt idx="5016">
                  <c:v>28-02-2020</c:v>
                </c:pt>
                <c:pt idx="5017">
                  <c:v>02-03-2020</c:v>
                </c:pt>
                <c:pt idx="5018">
                  <c:v>03-03-2020</c:v>
                </c:pt>
                <c:pt idx="5019">
                  <c:v>04-03-2020</c:v>
                </c:pt>
                <c:pt idx="5020">
                  <c:v>05-03-2020</c:v>
                </c:pt>
                <c:pt idx="5021">
                  <c:v>06-03-2020</c:v>
                </c:pt>
                <c:pt idx="5022">
                  <c:v>09-03-2020</c:v>
                </c:pt>
                <c:pt idx="5023">
                  <c:v>11-03-2020</c:v>
                </c:pt>
                <c:pt idx="5024">
                  <c:v>12-03-2020</c:v>
                </c:pt>
                <c:pt idx="5025">
                  <c:v>13-03-2020</c:v>
                </c:pt>
                <c:pt idx="5026">
                  <c:v>16-03-2020</c:v>
                </c:pt>
                <c:pt idx="5027">
                  <c:v>17-03-2020</c:v>
                </c:pt>
                <c:pt idx="5028">
                  <c:v>18-03-2020</c:v>
                </c:pt>
                <c:pt idx="5029">
                  <c:v>19-03-2020</c:v>
                </c:pt>
                <c:pt idx="5030">
                  <c:v>20-03-2020</c:v>
                </c:pt>
                <c:pt idx="5031">
                  <c:v>23-03-2020</c:v>
                </c:pt>
                <c:pt idx="5032">
                  <c:v>24-03-2020</c:v>
                </c:pt>
                <c:pt idx="5033">
                  <c:v>25-03-2020</c:v>
                </c:pt>
                <c:pt idx="5034">
                  <c:v>26-03-2020</c:v>
                </c:pt>
                <c:pt idx="5035">
                  <c:v>27-03-2020</c:v>
                </c:pt>
                <c:pt idx="5036">
                  <c:v>30-03-2020</c:v>
                </c:pt>
                <c:pt idx="5037">
                  <c:v>31-03-2020</c:v>
                </c:pt>
                <c:pt idx="5038">
                  <c:v>01-04-2020</c:v>
                </c:pt>
                <c:pt idx="5039">
                  <c:v>03-04-2020</c:v>
                </c:pt>
                <c:pt idx="5040">
                  <c:v>07-04-2020</c:v>
                </c:pt>
                <c:pt idx="5041">
                  <c:v>08-04-2020</c:v>
                </c:pt>
                <c:pt idx="5042">
                  <c:v>09-04-2020</c:v>
                </c:pt>
                <c:pt idx="5043">
                  <c:v>13-04-2020</c:v>
                </c:pt>
                <c:pt idx="5044">
                  <c:v>15-04-2020</c:v>
                </c:pt>
                <c:pt idx="5045">
                  <c:v>16-04-2020</c:v>
                </c:pt>
                <c:pt idx="5046">
                  <c:v>17-04-2020</c:v>
                </c:pt>
                <c:pt idx="5047">
                  <c:v>20-04-2020</c:v>
                </c:pt>
                <c:pt idx="5048">
                  <c:v>21-04-2020</c:v>
                </c:pt>
                <c:pt idx="5049">
                  <c:v>22-04-2020</c:v>
                </c:pt>
                <c:pt idx="5050">
                  <c:v>23-04-2020</c:v>
                </c:pt>
                <c:pt idx="5051">
                  <c:v>24-04-2020</c:v>
                </c:pt>
                <c:pt idx="5052">
                  <c:v>27-04-2020</c:v>
                </c:pt>
                <c:pt idx="5053">
                  <c:v>28-04-2020</c:v>
                </c:pt>
                <c:pt idx="5054">
                  <c:v>29-04-2020</c:v>
                </c:pt>
                <c:pt idx="5055">
                  <c:v>30-04-2020</c:v>
                </c:pt>
                <c:pt idx="5056">
                  <c:v>04-05-2020</c:v>
                </c:pt>
                <c:pt idx="5057">
                  <c:v>05-05-2020</c:v>
                </c:pt>
                <c:pt idx="5058">
                  <c:v>06-05-2020</c:v>
                </c:pt>
                <c:pt idx="5059">
                  <c:v>07-05-2020</c:v>
                </c:pt>
                <c:pt idx="5060">
                  <c:v>08-05-2020</c:v>
                </c:pt>
                <c:pt idx="5061">
                  <c:v>11-05-2020</c:v>
                </c:pt>
                <c:pt idx="5062">
                  <c:v>12-05-2020</c:v>
                </c:pt>
                <c:pt idx="5063">
                  <c:v>13-05-2020</c:v>
                </c:pt>
                <c:pt idx="5064">
                  <c:v>14-05-2020</c:v>
                </c:pt>
                <c:pt idx="5065">
                  <c:v>15-05-2020</c:v>
                </c:pt>
                <c:pt idx="5066">
                  <c:v>18-05-2020</c:v>
                </c:pt>
                <c:pt idx="5067">
                  <c:v>19-05-2020</c:v>
                </c:pt>
                <c:pt idx="5068">
                  <c:v>20-05-2020</c:v>
                </c:pt>
                <c:pt idx="5069">
                  <c:v>21-05-2020</c:v>
                </c:pt>
                <c:pt idx="5070">
                  <c:v>22-05-2020</c:v>
                </c:pt>
                <c:pt idx="5071">
                  <c:v>26-05-2020</c:v>
                </c:pt>
                <c:pt idx="5072">
                  <c:v>27-05-2020</c:v>
                </c:pt>
                <c:pt idx="5073">
                  <c:v>28-05-2020</c:v>
                </c:pt>
                <c:pt idx="5074">
                  <c:v>29-05-2020</c:v>
                </c:pt>
                <c:pt idx="5075">
                  <c:v>01-06-2020</c:v>
                </c:pt>
                <c:pt idx="5076">
                  <c:v>02-06-2020</c:v>
                </c:pt>
                <c:pt idx="5077">
                  <c:v>03-06-2020</c:v>
                </c:pt>
                <c:pt idx="5078">
                  <c:v>04-06-2020</c:v>
                </c:pt>
                <c:pt idx="5079">
                  <c:v>05-06-2020</c:v>
                </c:pt>
                <c:pt idx="5080">
                  <c:v>08-06-2020</c:v>
                </c:pt>
                <c:pt idx="5081">
                  <c:v>09-06-2020</c:v>
                </c:pt>
                <c:pt idx="5082">
                  <c:v>10-06-2020</c:v>
                </c:pt>
                <c:pt idx="5083">
                  <c:v>11-06-2020</c:v>
                </c:pt>
                <c:pt idx="5084">
                  <c:v>12-06-2020</c:v>
                </c:pt>
                <c:pt idx="5085">
                  <c:v>15-06-2020</c:v>
                </c:pt>
                <c:pt idx="5086">
                  <c:v>16-06-2020</c:v>
                </c:pt>
                <c:pt idx="5087">
                  <c:v>17-06-2020</c:v>
                </c:pt>
                <c:pt idx="5088">
                  <c:v>18-06-2020</c:v>
                </c:pt>
                <c:pt idx="5089">
                  <c:v>19-06-2020</c:v>
                </c:pt>
                <c:pt idx="5090">
                  <c:v>22-06-2020</c:v>
                </c:pt>
                <c:pt idx="5091">
                  <c:v>23-06-2020</c:v>
                </c:pt>
                <c:pt idx="5092">
                  <c:v>24-06-2020</c:v>
                </c:pt>
                <c:pt idx="5093">
                  <c:v>25-06-2020</c:v>
                </c:pt>
                <c:pt idx="5094">
                  <c:v>26-06-2020</c:v>
                </c:pt>
                <c:pt idx="5095">
                  <c:v>29-06-2020</c:v>
                </c:pt>
                <c:pt idx="5096">
                  <c:v>30-06-2020</c:v>
                </c:pt>
                <c:pt idx="5097">
                  <c:v>01-07-2020</c:v>
                </c:pt>
                <c:pt idx="5098">
                  <c:v>02-07-2020</c:v>
                </c:pt>
                <c:pt idx="5099">
                  <c:v>03-07-2020</c:v>
                </c:pt>
                <c:pt idx="5100">
                  <c:v>06-07-2020</c:v>
                </c:pt>
                <c:pt idx="5101">
                  <c:v>07-07-2020</c:v>
                </c:pt>
                <c:pt idx="5102">
                  <c:v>08-07-2020</c:v>
                </c:pt>
                <c:pt idx="5103">
                  <c:v>09-07-2020</c:v>
                </c:pt>
                <c:pt idx="5104">
                  <c:v>10-07-2020</c:v>
                </c:pt>
                <c:pt idx="5105">
                  <c:v>13-07-2020</c:v>
                </c:pt>
                <c:pt idx="5106">
                  <c:v>14-07-2020</c:v>
                </c:pt>
                <c:pt idx="5107">
                  <c:v>15-07-2020</c:v>
                </c:pt>
                <c:pt idx="5108">
                  <c:v>16-07-2020</c:v>
                </c:pt>
                <c:pt idx="5109">
                  <c:v>17-07-2020</c:v>
                </c:pt>
                <c:pt idx="5110">
                  <c:v>20-07-2020</c:v>
                </c:pt>
                <c:pt idx="5111">
                  <c:v>21-07-2020</c:v>
                </c:pt>
                <c:pt idx="5112">
                  <c:v>22-07-2020</c:v>
                </c:pt>
                <c:pt idx="5113">
                  <c:v>23-07-2020</c:v>
                </c:pt>
                <c:pt idx="5114">
                  <c:v>24-07-2020</c:v>
                </c:pt>
                <c:pt idx="5115">
                  <c:v>27-07-2020</c:v>
                </c:pt>
                <c:pt idx="5116">
                  <c:v>28-07-2020</c:v>
                </c:pt>
                <c:pt idx="5117">
                  <c:v>29-07-2020</c:v>
                </c:pt>
                <c:pt idx="5118">
                  <c:v>30-07-2020</c:v>
                </c:pt>
                <c:pt idx="5119">
                  <c:v>31-07-2020</c:v>
                </c:pt>
                <c:pt idx="5120">
                  <c:v>03-08-2020</c:v>
                </c:pt>
                <c:pt idx="5121">
                  <c:v>04-08-2020</c:v>
                </c:pt>
                <c:pt idx="5122">
                  <c:v>05-08-2020</c:v>
                </c:pt>
                <c:pt idx="5123">
                  <c:v>06-08-2020</c:v>
                </c:pt>
                <c:pt idx="5124">
                  <c:v>07-08-2020</c:v>
                </c:pt>
                <c:pt idx="5125">
                  <c:v>10-08-2020</c:v>
                </c:pt>
                <c:pt idx="5126">
                  <c:v>11-08-2020</c:v>
                </c:pt>
                <c:pt idx="5127">
                  <c:v>12-08-2020</c:v>
                </c:pt>
                <c:pt idx="5128">
                  <c:v>13-08-2020</c:v>
                </c:pt>
                <c:pt idx="5129">
                  <c:v>14-08-2020</c:v>
                </c:pt>
                <c:pt idx="5130">
                  <c:v>17-08-2020</c:v>
                </c:pt>
                <c:pt idx="5131">
                  <c:v>18-08-2020</c:v>
                </c:pt>
                <c:pt idx="5132">
                  <c:v>19-08-2020</c:v>
                </c:pt>
                <c:pt idx="5133">
                  <c:v>20-08-2020</c:v>
                </c:pt>
                <c:pt idx="5134">
                  <c:v>21-08-2020</c:v>
                </c:pt>
                <c:pt idx="5135">
                  <c:v>24-08-2020</c:v>
                </c:pt>
                <c:pt idx="5136">
                  <c:v>25-08-2020</c:v>
                </c:pt>
                <c:pt idx="5137">
                  <c:v>26-08-2020</c:v>
                </c:pt>
                <c:pt idx="5138">
                  <c:v>27-08-2020</c:v>
                </c:pt>
                <c:pt idx="5139">
                  <c:v>28-08-2020</c:v>
                </c:pt>
                <c:pt idx="5140">
                  <c:v>31-08-2020</c:v>
                </c:pt>
                <c:pt idx="5141">
                  <c:v>01-09-2020</c:v>
                </c:pt>
                <c:pt idx="5142">
                  <c:v>02-09-2020</c:v>
                </c:pt>
                <c:pt idx="5143">
                  <c:v>03-09-2020</c:v>
                </c:pt>
                <c:pt idx="5144">
                  <c:v>04-09-2020</c:v>
                </c:pt>
                <c:pt idx="5145">
                  <c:v>07-09-2020</c:v>
                </c:pt>
                <c:pt idx="5146">
                  <c:v>08-09-2020</c:v>
                </c:pt>
                <c:pt idx="5147">
                  <c:v>09-09-2020</c:v>
                </c:pt>
                <c:pt idx="5148">
                  <c:v>10-09-2020</c:v>
                </c:pt>
                <c:pt idx="5149">
                  <c:v>11-09-2020</c:v>
                </c:pt>
                <c:pt idx="5150">
                  <c:v>14-09-2020</c:v>
                </c:pt>
                <c:pt idx="5151">
                  <c:v>15-09-2020</c:v>
                </c:pt>
                <c:pt idx="5152">
                  <c:v>16-09-2020</c:v>
                </c:pt>
                <c:pt idx="5153">
                  <c:v>17-09-2020</c:v>
                </c:pt>
                <c:pt idx="5154">
                  <c:v>18-09-2020</c:v>
                </c:pt>
                <c:pt idx="5155">
                  <c:v>21-09-2020</c:v>
                </c:pt>
                <c:pt idx="5156">
                  <c:v>22-09-2020</c:v>
                </c:pt>
                <c:pt idx="5157">
                  <c:v>23-09-2020</c:v>
                </c:pt>
                <c:pt idx="5158">
                  <c:v>24-09-2020</c:v>
                </c:pt>
                <c:pt idx="5159">
                  <c:v>25-09-2020</c:v>
                </c:pt>
                <c:pt idx="5160">
                  <c:v>28-09-2020</c:v>
                </c:pt>
                <c:pt idx="5161">
                  <c:v>29-09-2020</c:v>
                </c:pt>
                <c:pt idx="5162">
                  <c:v>30-09-2020</c:v>
                </c:pt>
                <c:pt idx="5163">
                  <c:v>01-10-2020</c:v>
                </c:pt>
                <c:pt idx="5164">
                  <c:v>05-10-2020</c:v>
                </c:pt>
                <c:pt idx="5165">
                  <c:v>06-10-2020</c:v>
                </c:pt>
                <c:pt idx="5166">
                  <c:v>07-10-2020</c:v>
                </c:pt>
                <c:pt idx="5167">
                  <c:v>08-10-2020</c:v>
                </c:pt>
                <c:pt idx="5168">
                  <c:v>09-10-2020</c:v>
                </c:pt>
                <c:pt idx="5169">
                  <c:v>12-10-2020</c:v>
                </c:pt>
                <c:pt idx="5170">
                  <c:v>13-10-2020</c:v>
                </c:pt>
                <c:pt idx="5171">
                  <c:v>14-10-2020</c:v>
                </c:pt>
                <c:pt idx="5172">
                  <c:v>15-10-2020</c:v>
                </c:pt>
                <c:pt idx="5173">
                  <c:v>16-10-2020</c:v>
                </c:pt>
                <c:pt idx="5174">
                  <c:v>19-10-2020</c:v>
                </c:pt>
                <c:pt idx="5175">
                  <c:v>20-10-2020</c:v>
                </c:pt>
                <c:pt idx="5176">
                  <c:v>21-10-2020</c:v>
                </c:pt>
                <c:pt idx="5177">
                  <c:v>22-10-2020</c:v>
                </c:pt>
                <c:pt idx="5178">
                  <c:v>23-10-2020</c:v>
                </c:pt>
                <c:pt idx="5179">
                  <c:v>26-10-2020</c:v>
                </c:pt>
                <c:pt idx="5180">
                  <c:v>27-10-2020</c:v>
                </c:pt>
                <c:pt idx="5181">
                  <c:v>28-10-2020</c:v>
                </c:pt>
                <c:pt idx="5182">
                  <c:v>29-10-2020</c:v>
                </c:pt>
                <c:pt idx="5183">
                  <c:v>30-10-2020</c:v>
                </c:pt>
                <c:pt idx="5184">
                  <c:v>02-11-2020</c:v>
                </c:pt>
                <c:pt idx="5185">
                  <c:v>03-11-2020</c:v>
                </c:pt>
                <c:pt idx="5186">
                  <c:v>04-11-2020</c:v>
                </c:pt>
                <c:pt idx="5187">
                  <c:v>05-11-2020</c:v>
                </c:pt>
                <c:pt idx="5188">
                  <c:v>06-11-2020</c:v>
                </c:pt>
                <c:pt idx="5189">
                  <c:v>09-11-2020</c:v>
                </c:pt>
                <c:pt idx="5190">
                  <c:v>10-11-2020</c:v>
                </c:pt>
                <c:pt idx="5191">
                  <c:v>11-11-2020</c:v>
                </c:pt>
                <c:pt idx="5192">
                  <c:v>12-11-2020</c:v>
                </c:pt>
                <c:pt idx="5193">
                  <c:v>13-11-2020</c:v>
                </c:pt>
                <c:pt idx="5194">
                  <c:v>14-11-2020</c:v>
                </c:pt>
                <c:pt idx="5195">
                  <c:v>17-11-2020</c:v>
                </c:pt>
                <c:pt idx="5196">
                  <c:v>18-11-2020</c:v>
                </c:pt>
                <c:pt idx="5197">
                  <c:v>19-11-2020</c:v>
                </c:pt>
                <c:pt idx="5198">
                  <c:v>20-11-2020</c:v>
                </c:pt>
                <c:pt idx="5199">
                  <c:v>23-11-2020</c:v>
                </c:pt>
                <c:pt idx="5200">
                  <c:v>24-11-2020</c:v>
                </c:pt>
                <c:pt idx="5201">
                  <c:v>25-11-2020</c:v>
                </c:pt>
                <c:pt idx="5202">
                  <c:v>26-11-2020</c:v>
                </c:pt>
                <c:pt idx="5203">
                  <c:v>27-11-2020</c:v>
                </c:pt>
                <c:pt idx="5204">
                  <c:v>01-12-2020</c:v>
                </c:pt>
                <c:pt idx="5205">
                  <c:v>02-12-2020</c:v>
                </c:pt>
                <c:pt idx="5206">
                  <c:v>03-12-2020</c:v>
                </c:pt>
                <c:pt idx="5207">
                  <c:v>04-12-2020</c:v>
                </c:pt>
                <c:pt idx="5208">
                  <c:v>07-12-2020</c:v>
                </c:pt>
                <c:pt idx="5209">
                  <c:v>08-12-2020</c:v>
                </c:pt>
                <c:pt idx="5210">
                  <c:v>09-12-2020</c:v>
                </c:pt>
                <c:pt idx="5211">
                  <c:v>10-12-2020</c:v>
                </c:pt>
                <c:pt idx="5212">
                  <c:v>11-12-2020</c:v>
                </c:pt>
                <c:pt idx="5213">
                  <c:v>14-12-2020</c:v>
                </c:pt>
                <c:pt idx="5214">
                  <c:v>15-12-2020</c:v>
                </c:pt>
                <c:pt idx="5215">
                  <c:v>16-12-2020</c:v>
                </c:pt>
                <c:pt idx="5216">
                  <c:v>17-12-2020</c:v>
                </c:pt>
                <c:pt idx="5217">
                  <c:v>18-12-2020</c:v>
                </c:pt>
                <c:pt idx="5218">
                  <c:v>21-12-2020</c:v>
                </c:pt>
                <c:pt idx="5219">
                  <c:v>22-12-2020</c:v>
                </c:pt>
                <c:pt idx="5220">
                  <c:v>23-12-2020</c:v>
                </c:pt>
                <c:pt idx="5221">
                  <c:v>24-12-2020</c:v>
                </c:pt>
                <c:pt idx="5222">
                  <c:v>28-12-2020</c:v>
                </c:pt>
                <c:pt idx="5223">
                  <c:v>29-12-2020</c:v>
                </c:pt>
                <c:pt idx="5224">
                  <c:v>30-12-2020</c:v>
                </c:pt>
                <c:pt idx="5225">
                  <c:v>31-12-2020</c:v>
                </c:pt>
                <c:pt idx="5226">
                  <c:v>01-01-2021</c:v>
                </c:pt>
                <c:pt idx="5227">
                  <c:v>04-01-2021</c:v>
                </c:pt>
                <c:pt idx="5228">
                  <c:v>05-01-2021</c:v>
                </c:pt>
                <c:pt idx="5229">
                  <c:v>06-01-2021</c:v>
                </c:pt>
                <c:pt idx="5230">
                  <c:v>07-01-2021</c:v>
                </c:pt>
                <c:pt idx="5231">
                  <c:v>08-01-2021</c:v>
                </c:pt>
                <c:pt idx="5232">
                  <c:v>11-01-2021</c:v>
                </c:pt>
                <c:pt idx="5233">
                  <c:v>12-01-2021</c:v>
                </c:pt>
                <c:pt idx="5234">
                  <c:v>13-01-2021</c:v>
                </c:pt>
                <c:pt idx="5235">
                  <c:v>14-01-2021</c:v>
                </c:pt>
                <c:pt idx="5236">
                  <c:v>15-01-2021</c:v>
                </c:pt>
                <c:pt idx="5237">
                  <c:v>18-01-2021</c:v>
                </c:pt>
                <c:pt idx="5238">
                  <c:v>19-01-2021</c:v>
                </c:pt>
                <c:pt idx="5239">
                  <c:v>20-01-2021</c:v>
                </c:pt>
                <c:pt idx="5240">
                  <c:v>21-01-2021</c:v>
                </c:pt>
                <c:pt idx="5241">
                  <c:v>22-01-2021</c:v>
                </c:pt>
                <c:pt idx="5242">
                  <c:v>25-01-2021</c:v>
                </c:pt>
                <c:pt idx="5243">
                  <c:v>27-01-2021</c:v>
                </c:pt>
                <c:pt idx="5244">
                  <c:v>28-01-2021</c:v>
                </c:pt>
                <c:pt idx="5245">
                  <c:v>29-01-2021</c:v>
                </c:pt>
                <c:pt idx="5246">
                  <c:v>01-02-2021</c:v>
                </c:pt>
                <c:pt idx="5247">
                  <c:v>02-02-2021</c:v>
                </c:pt>
                <c:pt idx="5248">
                  <c:v>03-02-2021</c:v>
                </c:pt>
                <c:pt idx="5249">
                  <c:v>04-02-2021</c:v>
                </c:pt>
                <c:pt idx="5250">
                  <c:v>05-02-2021</c:v>
                </c:pt>
                <c:pt idx="5251">
                  <c:v>08-02-2021</c:v>
                </c:pt>
                <c:pt idx="5252">
                  <c:v>09-02-2021</c:v>
                </c:pt>
                <c:pt idx="5253">
                  <c:v>10-02-2021</c:v>
                </c:pt>
                <c:pt idx="5254">
                  <c:v>11-02-2021</c:v>
                </c:pt>
                <c:pt idx="5255">
                  <c:v>12-02-2021</c:v>
                </c:pt>
                <c:pt idx="5256">
                  <c:v>15-02-2021</c:v>
                </c:pt>
                <c:pt idx="5257">
                  <c:v>16-02-2021</c:v>
                </c:pt>
                <c:pt idx="5258">
                  <c:v>17-02-2021</c:v>
                </c:pt>
                <c:pt idx="5259">
                  <c:v>18-02-2021</c:v>
                </c:pt>
                <c:pt idx="5260">
                  <c:v>19-02-2021</c:v>
                </c:pt>
                <c:pt idx="5261">
                  <c:v>22-02-2021</c:v>
                </c:pt>
                <c:pt idx="5262">
                  <c:v>23-02-2021</c:v>
                </c:pt>
                <c:pt idx="5263">
                  <c:v>24-02-2021</c:v>
                </c:pt>
                <c:pt idx="5264">
                  <c:v>25-02-2021</c:v>
                </c:pt>
                <c:pt idx="5265">
                  <c:v>26-02-2021</c:v>
                </c:pt>
                <c:pt idx="5266">
                  <c:v>01-03-2021</c:v>
                </c:pt>
                <c:pt idx="5267">
                  <c:v>02-03-2021</c:v>
                </c:pt>
                <c:pt idx="5268">
                  <c:v>03-03-2021</c:v>
                </c:pt>
                <c:pt idx="5269">
                  <c:v>04-03-2021</c:v>
                </c:pt>
                <c:pt idx="5270">
                  <c:v>05-03-2021</c:v>
                </c:pt>
                <c:pt idx="5271">
                  <c:v>08-03-2021</c:v>
                </c:pt>
                <c:pt idx="5272">
                  <c:v>09-03-2021</c:v>
                </c:pt>
                <c:pt idx="5273">
                  <c:v>10-03-2021</c:v>
                </c:pt>
                <c:pt idx="5274">
                  <c:v>12-03-2021</c:v>
                </c:pt>
                <c:pt idx="5275">
                  <c:v>15-03-2021</c:v>
                </c:pt>
                <c:pt idx="5276">
                  <c:v>16-03-2021</c:v>
                </c:pt>
                <c:pt idx="5277">
                  <c:v>17-03-2021</c:v>
                </c:pt>
                <c:pt idx="5278">
                  <c:v>18-03-2021</c:v>
                </c:pt>
                <c:pt idx="5279">
                  <c:v>19-03-2021</c:v>
                </c:pt>
                <c:pt idx="5280">
                  <c:v>22-03-2021</c:v>
                </c:pt>
                <c:pt idx="5281">
                  <c:v>23-03-2021</c:v>
                </c:pt>
                <c:pt idx="5282">
                  <c:v>24-03-2021</c:v>
                </c:pt>
                <c:pt idx="5283">
                  <c:v>25-03-2021</c:v>
                </c:pt>
                <c:pt idx="5284">
                  <c:v>26-03-2021</c:v>
                </c:pt>
                <c:pt idx="5285">
                  <c:v>30-03-2021</c:v>
                </c:pt>
                <c:pt idx="5286">
                  <c:v>31-03-2021</c:v>
                </c:pt>
                <c:pt idx="5287">
                  <c:v>01-04-2021</c:v>
                </c:pt>
                <c:pt idx="5288">
                  <c:v>05-04-2021</c:v>
                </c:pt>
                <c:pt idx="5289">
                  <c:v>06-04-2021</c:v>
                </c:pt>
                <c:pt idx="5290">
                  <c:v>07-04-2021</c:v>
                </c:pt>
                <c:pt idx="5291">
                  <c:v>08-04-2021</c:v>
                </c:pt>
                <c:pt idx="5292">
                  <c:v>09-04-2021</c:v>
                </c:pt>
                <c:pt idx="5293">
                  <c:v>12-04-2021</c:v>
                </c:pt>
                <c:pt idx="5294">
                  <c:v>13-04-2021</c:v>
                </c:pt>
                <c:pt idx="5295">
                  <c:v>15-04-2021</c:v>
                </c:pt>
                <c:pt idx="5296">
                  <c:v>16-04-2021</c:v>
                </c:pt>
                <c:pt idx="5297">
                  <c:v>19-04-2021</c:v>
                </c:pt>
                <c:pt idx="5298">
                  <c:v>20-04-2021</c:v>
                </c:pt>
                <c:pt idx="5299">
                  <c:v>22-04-2021</c:v>
                </c:pt>
                <c:pt idx="5300">
                  <c:v>23-04-2021</c:v>
                </c:pt>
                <c:pt idx="5301">
                  <c:v>26-04-2021</c:v>
                </c:pt>
                <c:pt idx="5302">
                  <c:v>27-04-2021</c:v>
                </c:pt>
                <c:pt idx="5303">
                  <c:v>28-04-2021</c:v>
                </c:pt>
                <c:pt idx="5304">
                  <c:v>29-04-2021</c:v>
                </c:pt>
                <c:pt idx="5305">
                  <c:v>30-04-2021</c:v>
                </c:pt>
              </c:strCache>
            </c:strRef>
          </c:cat>
          <c:val>
            <c:numRef>
              <c:f>METALPIVOT!$B$5:$B$5311</c:f>
              <c:numCache>
                <c:formatCode>General</c:formatCode>
                <c:ptCount val="5306"/>
                <c:pt idx="1312">
                  <c:v>390.15</c:v>
                </c:pt>
                <c:pt idx="1313">
                  <c:v>369.2</c:v>
                </c:pt>
                <c:pt idx="1314">
                  <c:v>378.85</c:v>
                </c:pt>
                <c:pt idx="1315">
                  <c:v>368.05</c:v>
                </c:pt>
                <c:pt idx="1316">
                  <c:v>362.15</c:v>
                </c:pt>
                <c:pt idx="1317">
                  <c:v>362.5</c:v>
                </c:pt>
                <c:pt idx="1318">
                  <c:v>391.55</c:v>
                </c:pt>
                <c:pt idx="1319">
                  <c:v>373.65</c:v>
                </c:pt>
                <c:pt idx="1320">
                  <c:v>365.75</c:v>
                </c:pt>
                <c:pt idx="1321">
                  <c:v>371.9</c:v>
                </c:pt>
                <c:pt idx="1322">
                  <c:v>367.8</c:v>
                </c:pt>
                <c:pt idx="1323">
                  <c:v>362.1</c:v>
                </c:pt>
                <c:pt idx="1324">
                  <c:v>361.7</c:v>
                </c:pt>
                <c:pt idx="1325">
                  <c:v>368.9</c:v>
                </c:pt>
                <c:pt idx="1326">
                  <c:v>366.35</c:v>
                </c:pt>
                <c:pt idx="1327">
                  <c:v>354.2</c:v>
                </c:pt>
                <c:pt idx="1328">
                  <c:v>358.35</c:v>
                </c:pt>
                <c:pt idx="1329">
                  <c:v>346.75</c:v>
                </c:pt>
                <c:pt idx="1330">
                  <c:v>355.7</c:v>
                </c:pt>
                <c:pt idx="1331">
                  <c:v>361.1</c:v>
                </c:pt>
                <c:pt idx="1332">
                  <c:v>358.2</c:v>
                </c:pt>
                <c:pt idx="1333">
                  <c:v>350.85</c:v>
                </c:pt>
                <c:pt idx="1334">
                  <c:v>344.85</c:v>
                </c:pt>
                <c:pt idx="1335">
                  <c:v>333.1</c:v>
                </c:pt>
                <c:pt idx="1336">
                  <c:v>327.64999999999998</c:v>
                </c:pt>
                <c:pt idx="1337">
                  <c:v>315.64999999999998</c:v>
                </c:pt>
                <c:pt idx="1338">
                  <c:v>310.85000000000002</c:v>
                </c:pt>
                <c:pt idx="1339">
                  <c:v>312.45</c:v>
                </c:pt>
                <c:pt idx="1340">
                  <c:v>316.60000000000002</c:v>
                </c:pt>
                <c:pt idx="1341">
                  <c:v>327.64999999999998</c:v>
                </c:pt>
                <c:pt idx="1342">
                  <c:v>326.95</c:v>
                </c:pt>
                <c:pt idx="1343">
                  <c:v>332.45</c:v>
                </c:pt>
                <c:pt idx="1344">
                  <c:v>337.6</c:v>
                </c:pt>
                <c:pt idx="1345">
                  <c:v>329.15</c:v>
                </c:pt>
                <c:pt idx="1346">
                  <c:v>333.85</c:v>
                </c:pt>
                <c:pt idx="1347">
                  <c:v>337.5</c:v>
                </c:pt>
                <c:pt idx="1348">
                  <c:v>339.15</c:v>
                </c:pt>
                <c:pt idx="1349">
                  <c:v>339.5</c:v>
                </c:pt>
                <c:pt idx="1350">
                  <c:v>337.85</c:v>
                </c:pt>
                <c:pt idx="1351">
                  <c:v>332.6</c:v>
                </c:pt>
                <c:pt idx="1352">
                  <c:v>326.14999999999998</c:v>
                </c:pt>
                <c:pt idx="1353">
                  <c:v>317.8</c:v>
                </c:pt>
                <c:pt idx="1354">
                  <c:v>310.05</c:v>
                </c:pt>
                <c:pt idx="1355">
                  <c:v>306.14999999999998</c:v>
                </c:pt>
                <c:pt idx="1356">
                  <c:v>296.64999999999998</c:v>
                </c:pt>
                <c:pt idx="1357">
                  <c:v>307.05</c:v>
                </c:pt>
                <c:pt idx="1358">
                  <c:v>311.3</c:v>
                </c:pt>
                <c:pt idx="1359">
                  <c:v>314.75</c:v>
                </c:pt>
                <c:pt idx="1360">
                  <c:v>309.7</c:v>
                </c:pt>
                <c:pt idx="1361">
                  <c:v>304</c:v>
                </c:pt>
                <c:pt idx="1362">
                  <c:v>304.05</c:v>
                </c:pt>
                <c:pt idx="1363">
                  <c:v>302</c:v>
                </c:pt>
                <c:pt idx="1364">
                  <c:v>304.2</c:v>
                </c:pt>
                <c:pt idx="1365">
                  <c:v>298.2</c:v>
                </c:pt>
                <c:pt idx="1366">
                  <c:v>288.7</c:v>
                </c:pt>
                <c:pt idx="1367">
                  <c:v>291.25</c:v>
                </c:pt>
                <c:pt idx="1368">
                  <c:v>287.2</c:v>
                </c:pt>
                <c:pt idx="1369">
                  <c:v>281</c:v>
                </c:pt>
                <c:pt idx="1370">
                  <c:v>278.85000000000002</c:v>
                </c:pt>
                <c:pt idx="1371">
                  <c:v>285.45</c:v>
                </c:pt>
                <c:pt idx="1372">
                  <c:v>280.89999999999998</c:v>
                </c:pt>
                <c:pt idx="1373">
                  <c:v>273.39999999999998</c:v>
                </c:pt>
                <c:pt idx="1374">
                  <c:v>274.25</c:v>
                </c:pt>
                <c:pt idx="1375">
                  <c:v>276.5</c:v>
                </c:pt>
                <c:pt idx="1376">
                  <c:v>277.75</c:v>
                </c:pt>
                <c:pt idx="1377">
                  <c:v>275.8</c:v>
                </c:pt>
                <c:pt idx="1378">
                  <c:v>271.39999999999998</c:v>
                </c:pt>
                <c:pt idx="1379">
                  <c:v>262.5</c:v>
                </c:pt>
                <c:pt idx="1380">
                  <c:v>248.9</c:v>
                </c:pt>
                <c:pt idx="1381">
                  <c:v>258.7</c:v>
                </c:pt>
                <c:pt idx="1382">
                  <c:v>250.9</c:v>
                </c:pt>
                <c:pt idx="1383">
                  <c:v>248.9</c:v>
                </c:pt>
                <c:pt idx="1384">
                  <c:v>248.95</c:v>
                </c:pt>
                <c:pt idx="1385">
                  <c:v>253.9</c:v>
                </c:pt>
                <c:pt idx="1386">
                  <c:v>264.5</c:v>
                </c:pt>
                <c:pt idx="1387">
                  <c:v>262.95</c:v>
                </c:pt>
                <c:pt idx="1388">
                  <c:v>267.2</c:v>
                </c:pt>
                <c:pt idx="1389">
                  <c:v>268.7</c:v>
                </c:pt>
                <c:pt idx="1390">
                  <c:v>262.25</c:v>
                </c:pt>
                <c:pt idx="1391">
                  <c:v>258.2</c:v>
                </c:pt>
                <c:pt idx="1392">
                  <c:v>258</c:v>
                </c:pt>
                <c:pt idx="1393">
                  <c:v>256.3</c:v>
                </c:pt>
                <c:pt idx="1394">
                  <c:v>259.5</c:v>
                </c:pt>
                <c:pt idx="1395">
                  <c:v>266.7</c:v>
                </c:pt>
                <c:pt idx="1396">
                  <c:v>271.14999999999998</c:v>
                </c:pt>
                <c:pt idx="1397">
                  <c:v>273.35000000000002</c:v>
                </c:pt>
                <c:pt idx="1398">
                  <c:v>275.35000000000002</c:v>
                </c:pt>
                <c:pt idx="1399">
                  <c:v>274.39999999999998</c:v>
                </c:pt>
                <c:pt idx="1400">
                  <c:v>278.60000000000002</c:v>
                </c:pt>
                <c:pt idx="1401">
                  <c:v>275.2</c:v>
                </c:pt>
                <c:pt idx="1402">
                  <c:v>271.7</c:v>
                </c:pt>
                <c:pt idx="1403">
                  <c:v>267.95</c:v>
                </c:pt>
                <c:pt idx="1404">
                  <c:v>265.89999999999998</c:v>
                </c:pt>
                <c:pt idx="1405">
                  <c:v>266.55</c:v>
                </c:pt>
                <c:pt idx="1406">
                  <c:v>276.8</c:v>
                </c:pt>
                <c:pt idx="1407">
                  <c:v>277.5</c:v>
                </c:pt>
                <c:pt idx="1408">
                  <c:v>274.05</c:v>
                </c:pt>
                <c:pt idx="1409">
                  <c:v>273.55</c:v>
                </c:pt>
                <c:pt idx="1410">
                  <c:v>281.7</c:v>
                </c:pt>
                <c:pt idx="1411">
                  <c:v>286.05</c:v>
                </c:pt>
                <c:pt idx="1412">
                  <c:v>285.85000000000002</c:v>
                </c:pt>
                <c:pt idx="1413">
                  <c:v>289.25</c:v>
                </c:pt>
                <c:pt idx="1414">
                  <c:v>291.95</c:v>
                </c:pt>
                <c:pt idx="1415">
                  <c:v>281.25</c:v>
                </c:pt>
                <c:pt idx="1416">
                  <c:v>283.7</c:v>
                </c:pt>
                <c:pt idx="1417">
                  <c:v>288.45</c:v>
                </c:pt>
                <c:pt idx="1418">
                  <c:v>277.5</c:v>
                </c:pt>
                <c:pt idx="1419">
                  <c:v>268.2</c:v>
                </c:pt>
                <c:pt idx="1420">
                  <c:v>274.39999999999998</c:v>
                </c:pt>
                <c:pt idx="1421">
                  <c:v>276.25</c:v>
                </c:pt>
                <c:pt idx="1422">
                  <c:v>273.14999999999998</c:v>
                </c:pt>
                <c:pt idx="1423">
                  <c:v>275.85000000000002</c:v>
                </c:pt>
                <c:pt idx="1424">
                  <c:v>274.8</c:v>
                </c:pt>
                <c:pt idx="1425">
                  <c:v>276.35000000000002</c:v>
                </c:pt>
                <c:pt idx="1426">
                  <c:v>278.60000000000002</c:v>
                </c:pt>
                <c:pt idx="1427">
                  <c:v>270.64999999999998</c:v>
                </c:pt>
                <c:pt idx="1428">
                  <c:v>271.60000000000002</c:v>
                </c:pt>
                <c:pt idx="1429">
                  <c:v>276.10000000000002</c:v>
                </c:pt>
                <c:pt idx="1430">
                  <c:v>282.60000000000002</c:v>
                </c:pt>
                <c:pt idx="1431">
                  <c:v>288.25</c:v>
                </c:pt>
                <c:pt idx="1432">
                  <c:v>297.5</c:v>
                </c:pt>
                <c:pt idx="1433">
                  <c:v>295.39999999999998</c:v>
                </c:pt>
                <c:pt idx="1434">
                  <c:v>296.5</c:v>
                </c:pt>
                <c:pt idx="1435">
                  <c:v>314.55</c:v>
                </c:pt>
                <c:pt idx="1436">
                  <c:v>315.55</c:v>
                </c:pt>
                <c:pt idx="1437">
                  <c:v>310.3</c:v>
                </c:pt>
                <c:pt idx="1438">
                  <c:v>300.14999999999998</c:v>
                </c:pt>
                <c:pt idx="1439">
                  <c:v>281.39999999999998</c:v>
                </c:pt>
                <c:pt idx="1440">
                  <c:v>284.45</c:v>
                </c:pt>
                <c:pt idx="1441">
                  <c:v>291.60000000000002</c:v>
                </c:pt>
                <c:pt idx="1442">
                  <c:v>295.7</c:v>
                </c:pt>
                <c:pt idx="1443">
                  <c:v>295.8</c:v>
                </c:pt>
                <c:pt idx="1444">
                  <c:v>296.05</c:v>
                </c:pt>
                <c:pt idx="1445">
                  <c:v>290</c:v>
                </c:pt>
                <c:pt idx="1446">
                  <c:v>292.85000000000002</c:v>
                </c:pt>
                <c:pt idx="1447">
                  <c:v>293.95</c:v>
                </c:pt>
                <c:pt idx="1448">
                  <c:v>291.75</c:v>
                </c:pt>
                <c:pt idx="1449">
                  <c:v>283.39999999999998</c:v>
                </c:pt>
                <c:pt idx="1450">
                  <c:v>281.3</c:v>
                </c:pt>
                <c:pt idx="1451">
                  <c:v>276.55</c:v>
                </c:pt>
                <c:pt idx="1452">
                  <c:v>280.64999999999998</c:v>
                </c:pt>
                <c:pt idx="1453">
                  <c:v>269.8</c:v>
                </c:pt>
                <c:pt idx="1454">
                  <c:v>257.60000000000002</c:v>
                </c:pt>
                <c:pt idx="1455">
                  <c:v>254.05</c:v>
                </c:pt>
                <c:pt idx="1456">
                  <c:v>251.1</c:v>
                </c:pt>
                <c:pt idx="1457">
                  <c:v>240.7</c:v>
                </c:pt>
                <c:pt idx="1458">
                  <c:v>221.55</c:v>
                </c:pt>
                <c:pt idx="1459">
                  <c:v>218.1</c:v>
                </c:pt>
                <c:pt idx="1460">
                  <c:v>212.45</c:v>
                </c:pt>
                <c:pt idx="1461">
                  <c:v>205.25</c:v>
                </c:pt>
                <c:pt idx="1462">
                  <c:v>209.95</c:v>
                </c:pt>
                <c:pt idx="1463">
                  <c:v>200.45</c:v>
                </c:pt>
                <c:pt idx="1464">
                  <c:v>201.55</c:v>
                </c:pt>
                <c:pt idx="1465">
                  <c:v>209.7</c:v>
                </c:pt>
                <c:pt idx="1466">
                  <c:v>212.85</c:v>
                </c:pt>
                <c:pt idx="1467">
                  <c:v>212.35</c:v>
                </c:pt>
                <c:pt idx="1468">
                  <c:v>215.1</c:v>
                </c:pt>
                <c:pt idx="1469">
                  <c:v>214.25</c:v>
                </c:pt>
                <c:pt idx="1470">
                  <c:v>210.1</c:v>
                </c:pt>
                <c:pt idx="1471">
                  <c:v>209.25</c:v>
                </c:pt>
                <c:pt idx="1472">
                  <c:v>214.15</c:v>
                </c:pt>
                <c:pt idx="1473">
                  <c:v>219.55</c:v>
                </c:pt>
                <c:pt idx="1474">
                  <c:v>218.6</c:v>
                </c:pt>
                <c:pt idx="1475">
                  <c:v>217.95</c:v>
                </c:pt>
                <c:pt idx="1476">
                  <c:v>221.6</c:v>
                </c:pt>
                <c:pt idx="1477">
                  <c:v>217.6</c:v>
                </c:pt>
                <c:pt idx="1478">
                  <c:v>211.55</c:v>
                </c:pt>
                <c:pt idx="1479">
                  <c:v>205.4</c:v>
                </c:pt>
                <c:pt idx="1480">
                  <c:v>202.45</c:v>
                </c:pt>
                <c:pt idx="1481">
                  <c:v>202.2</c:v>
                </c:pt>
                <c:pt idx="1482">
                  <c:v>202.3</c:v>
                </c:pt>
                <c:pt idx="1483">
                  <c:v>205.9</c:v>
                </c:pt>
                <c:pt idx="1484">
                  <c:v>211.75</c:v>
                </c:pt>
                <c:pt idx="1485">
                  <c:v>207.05</c:v>
                </c:pt>
                <c:pt idx="1486">
                  <c:v>205.2</c:v>
                </c:pt>
                <c:pt idx="1487">
                  <c:v>209.2</c:v>
                </c:pt>
                <c:pt idx="1488">
                  <c:v>204.7</c:v>
                </c:pt>
                <c:pt idx="1489">
                  <c:v>204.3</c:v>
                </c:pt>
                <c:pt idx="1490">
                  <c:v>207.7</c:v>
                </c:pt>
                <c:pt idx="1491">
                  <c:v>212.6</c:v>
                </c:pt>
                <c:pt idx="1492">
                  <c:v>213.35</c:v>
                </c:pt>
                <c:pt idx="1493">
                  <c:v>225.85</c:v>
                </c:pt>
                <c:pt idx="1494">
                  <c:v>224.9</c:v>
                </c:pt>
                <c:pt idx="1495">
                  <c:v>225.6</c:v>
                </c:pt>
                <c:pt idx="1496">
                  <c:v>226.9</c:v>
                </c:pt>
                <c:pt idx="1497">
                  <c:v>230.35</c:v>
                </c:pt>
                <c:pt idx="1498">
                  <c:v>236.45</c:v>
                </c:pt>
                <c:pt idx="1499">
                  <c:v>229.95</c:v>
                </c:pt>
                <c:pt idx="1500">
                  <c:v>225.65</c:v>
                </c:pt>
                <c:pt idx="1501">
                  <c:v>222.8</c:v>
                </c:pt>
                <c:pt idx="1502">
                  <c:v>220.4</c:v>
                </c:pt>
                <c:pt idx="1503">
                  <c:v>209.9</c:v>
                </c:pt>
                <c:pt idx="1504">
                  <c:v>209.95</c:v>
                </c:pt>
                <c:pt idx="1505">
                  <c:v>216.15</c:v>
                </c:pt>
                <c:pt idx="1506">
                  <c:v>223.55</c:v>
                </c:pt>
                <c:pt idx="1507">
                  <c:v>229.45</c:v>
                </c:pt>
                <c:pt idx="1508">
                  <c:v>231.55</c:v>
                </c:pt>
                <c:pt idx="1509">
                  <c:v>225.3</c:v>
                </c:pt>
                <c:pt idx="1510">
                  <c:v>222.15</c:v>
                </c:pt>
                <c:pt idx="1511">
                  <c:v>219.25</c:v>
                </c:pt>
                <c:pt idx="1512">
                  <c:v>220.9</c:v>
                </c:pt>
                <c:pt idx="1513">
                  <c:v>223.4</c:v>
                </c:pt>
                <c:pt idx="1514">
                  <c:v>221.3</c:v>
                </c:pt>
                <c:pt idx="1515">
                  <c:v>216.8</c:v>
                </c:pt>
                <c:pt idx="1516">
                  <c:v>216.85</c:v>
                </c:pt>
                <c:pt idx="1517">
                  <c:v>208.8</c:v>
                </c:pt>
                <c:pt idx="1518">
                  <c:v>206.6</c:v>
                </c:pt>
                <c:pt idx="1519">
                  <c:v>203.75</c:v>
                </c:pt>
                <c:pt idx="1520">
                  <c:v>206.1</c:v>
                </c:pt>
                <c:pt idx="1521">
                  <c:v>204.05</c:v>
                </c:pt>
                <c:pt idx="1522">
                  <c:v>200.65</c:v>
                </c:pt>
                <c:pt idx="1523">
                  <c:v>198.5</c:v>
                </c:pt>
                <c:pt idx="1524">
                  <c:v>198.85</c:v>
                </c:pt>
                <c:pt idx="1525">
                  <c:v>208.7</c:v>
                </c:pt>
                <c:pt idx="1526">
                  <c:v>198.45</c:v>
                </c:pt>
                <c:pt idx="1527">
                  <c:v>196.05</c:v>
                </c:pt>
                <c:pt idx="1528">
                  <c:v>194.1</c:v>
                </c:pt>
                <c:pt idx="1529">
                  <c:v>189.1</c:v>
                </c:pt>
                <c:pt idx="1530">
                  <c:v>185.6</c:v>
                </c:pt>
                <c:pt idx="1531">
                  <c:v>187.5</c:v>
                </c:pt>
                <c:pt idx="1532">
                  <c:v>186.9</c:v>
                </c:pt>
                <c:pt idx="1533">
                  <c:v>184.6</c:v>
                </c:pt>
                <c:pt idx="1534">
                  <c:v>186.4</c:v>
                </c:pt>
                <c:pt idx="1535">
                  <c:v>189.6</c:v>
                </c:pt>
                <c:pt idx="1536">
                  <c:v>192.05</c:v>
                </c:pt>
                <c:pt idx="1537">
                  <c:v>190.55</c:v>
                </c:pt>
                <c:pt idx="1538">
                  <c:v>194.4</c:v>
                </c:pt>
                <c:pt idx="1539">
                  <c:v>188.6</c:v>
                </c:pt>
                <c:pt idx="1540">
                  <c:v>190.45</c:v>
                </c:pt>
                <c:pt idx="1541">
                  <c:v>194.95</c:v>
                </c:pt>
                <c:pt idx="1542">
                  <c:v>200.45</c:v>
                </c:pt>
                <c:pt idx="1543">
                  <c:v>206.35</c:v>
                </c:pt>
                <c:pt idx="1544">
                  <c:v>207.75</c:v>
                </c:pt>
                <c:pt idx="1545">
                  <c:v>204.05</c:v>
                </c:pt>
                <c:pt idx="1546">
                  <c:v>205.1</c:v>
                </c:pt>
                <c:pt idx="1547">
                  <c:v>208.3</c:v>
                </c:pt>
                <c:pt idx="1548">
                  <c:v>225.15</c:v>
                </c:pt>
                <c:pt idx="1549">
                  <c:v>232.25</c:v>
                </c:pt>
                <c:pt idx="1550">
                  <c:v>242.1</c:v>
                </c:pt>
                <c:pt idx="1551">
                  <c:v>257.2</c:v>
                </c:pt>
                <c:pt idx="1552">
                  <c:v>243.25</c:v>
                </c:pt>
                <c:pt idx="1553">
                  <c:v>256.14999999999998</c:v>
                </c:pt>
                <c:pt idx="1554">
                  <c:v>248.7</c:v>
                </c:pt>
                <c:pt idx="1555">
                  <c:v>244</c:v>
                </c:pt>
                <c:pt idx="1556">
                  <c:v>242.25</c:v>
                </c:pt>
                <c:pt idx="1557">
                  <c:v>245.15</c:v>
                </c:pt>
                <c:pt idx="1558">
                  <c:v>238.5</c:v>
                </c:pt>
                <c:pt idx="1559">
                  <c:v>246.35</c:v>
                </c:pt>
                <c:pt idx="1560">
                  <c:v>253.8</c:v>
                </c:pt>
                <c:pt idx="1561">
                  <c:v>254.95</c:v>
                </c:pt>
                <c:pt idx="1562">
                  <c:v>256</c:v>
                </c:pt>
                <c:pt idx="1563">
                  <c:v>264.64999999999998</c:v>
                </c:pt>
                <c:pt idx="1564">
                  <c:v>291.60000000000002</c:v>
                </c:pt>
                <c:pt idx="1565">
                  <c:v>300.95</c:v>
                </c:pt>
                <c:pt idx="1566">
                  <c:v>300.05</c:v>
                </c:pt>
                <c:pt idx="1567">
                  <c:v>309.05</c:v>
                </c:pt>
                <c:pt idx="1568">
                  <c:v>302.85000000000002</c:v>
                </c:pt>
                <c:pt idx="1569">
                  <c:v>318.10000000000002</c:v>
                </c:pt>
                <c:pt idx="1570">
                  <c:v>315.2</c:v>
                </c:pt>
                <c:pt idx="1571">
                  <c:v>318.3</c:v>
                </c:pt>
                <c:pt idx="1572">
                  <c:v>323.75</c:v>
                </c:pt>
                <c:pt idx="1573">
                  <c:v>359.65</c:v>
                </c:pt>
                <c:pt idx="1574">
                  <c:v>353.1</c:v>
                </c:pt>
                <c:pt idx="1575">
                  <c:v>350.75</c:v>
                </c:pt>
                <c:pt idx="1576">
                  <c:v>367.45</c:v>
                </c:pt>
                <c:pt idx="1577">
                  <c:v>363.2</c:v>
                </c:pt>
                <c:pt idx="1578">
                  <c:v>353.2</c:v>
                </c:pt>
                <c:pt idx="1579">
                  <c:v>358.4</c:v>
                </c:pt>
                <c:pt idx="1580">
                  <c:v>341.8</c:v>
                </c:pt>
                <c:pt idx="1581">
                  <c:v>340.45</c:v>
                </c:pt>
                <c:pt idx="1582">
                  <c:v>336.55</c:v>
                </c:pt>
                <c:pt idx="1583">
                  <c:v>345.55</c:v>
                </c:pt>
                <c:pt idx="1584">
                  <c:v>355.15</c:v>
                </c:pt>
                <c:pt idx="1585">
                  <c:v>345.15</c:v>
                </c:pt>
                <c:pt idx="1586">
                  <c:v>348.8</c:v>
                </c:pt>
                <c:pt idx="1587">
                  <c:v>356.5</c:v>
                </c:pt>
                <c:pt idx="1588">
                  <c:v>355.7</c:v>
                </c:pt>
                <c:pt idx="1589">
                  <c:v>347.55</c:v>
                </c:pt>
                <c:pt idx="1590">
                  <c:v>347.65</c:v>
                </c:pt>
                <c:pt idx="1591">
                  <c:v>342.9</c:v>
                </c:pt>
                <c:pt idx="1592">
                  <c:v>335.8</c:v>
                </c:pt>
                <c:pt idx="1593">
                  <c:v>329.55</c:v>
                </c:pt>
                <c:pt idx="1594">
                  <c:v>313.14999999999998</c:v>
                </c:pt>
                <c:pt idx="1595">
                  <c:v>313.8</c:v>
                </c:pt>
                <c:pt idx="1596">
                  <c:v>294.45</c:v>
                </c:pt>
                <c:pt idx="1597">
                  <c:v>298.2</c:v>
                </c:pt>
                <c:pt idx="1598">
                  <c:v>319.35000000000002</c:v>
                </c:pt>
                <c:pt idx="1599">
                  <c:v>286.35000000000002</c:v>
                </c:pt>
                <c:pt idx="1600">
                  <c:v>272.2</c:v>
                </c:pt>
                <c:pt idx="1601">
                  <c:v>260</c:v>
                </c:pt>
                <c:pt idx="1602">
                  <c:v>265.95</c:v>
                </c:pt>
                <c:pt idx="1603">
                  <c:v>261.14999999999998</c:v>
                </c:pt>
                <c:pt idx="1604">
                  <c:v>256.64999999999998</c:v>
                </c:pt>
                <c:pt idx="1605">
                  <c:v>280.35000000000002</c:v>
                </c:pt>
                <c:pt idx="1606">
                  <c:v>302</c:v>
                </c:pt>
                <c:pt idx="1607">
                  <c:v>303.35000000000002</c:v>
                </c:pt>
                <c:pt idx="1608">
                  <c:v>290.3</c:v>
                </c:pt>
                <c:pt idx="1609">
                  <c:v>276.60000000000002</c:v>
                </c:pt>
                <c:pt idx="1610">
                  <c:v>285.05</c:v>
                </c:pt>
                <c:pt idx="1611">
                  <c:v>273.75</c:v>
                </c:pt>
                <c:pt idx="1612">
                  <c:v>260</c:v>
                </c:pt>
                <c:pt idx="1613">
                  <c:v>246.1</c:v>
                </c:pt>
                <c:pt idx="1614">
                  <c:v>230.3</c:v>
                </c:pt>
                <c:pt idx="1615">
                  <c:v>255.65</c:v>
                </c:pt>
                <c:pt idx="1616">
                  <c:v>245.7</c:v>
                </c:pt>
                <c:pt idx="1617">
                  <c:v>222.1</c:v>
                </c:pt>
                <c:pt idx="1618">
                  <c:v>210.8</c:v>
                </c:pt>
                <c:pt idx="1619">
                  <c:v>231.2</c:v>
                </c:pt>
                <c:pt idx="1620">
                  <c:v>228</c:v>
                </c:pt>
                <c:pt idx="1621">
                  <c:v>245.85</c:v>
                </c:pt>
                <c:pt idx="1622">
                  <c:v>246.35</c:v>
                </c:pt>
                <c:pt idx="1623">
                  <c:v>256.85000000000002</c:v>
                </c:pt>
                <c:pt idx="1624">
                  <c:v>259.5</c:v>
                </c:pt>
                <c:pt idx="1625">
                  <c:v>269.85000000000002</c:v>
                </c:pt>
                <c:pt idx="1626">
                  <c:v>274.05</c:v>
                </c:pt>
                <c:pt idx="1627">
                  <c:v>268.5</c:v>
                </c:pt>
                <c:pt idx="1628">
                  <c:v>276.64999999999998</c:v>
                </c:pt>
                <c:pt idx="1629">
                  <c:v>267.45</c:v>
                </c:pt>
                <c:pt idx="1630">
                  <c:v>269.8</c:v>
                </c:pt>
                <c:pt idx="1631">
                  <c:v>275.25</c:v>
                </c:pt>
                <c:pt idx="1632">
                  <c:v>275.85000000000002</c:v>
                </c:pt>
                <c:pt idx="1633">
                  <c:v>275.89999999999998</c:v>
                </c:pt>
                <c:pt idx="1634">
                  <c:v>277.75</c:v>
                </c:pt>
                <c:pt idx="1635">
                  <c:v>284</c:v>
                </c:pt>
                <c:pt idx="1636">
                  <c:v>277.39999999999998</c:v>
                </c:pt>
                <c:pt idx="1637">
                  <c:v>277.45</c:v>
                </c:pt>
                <c:pt idx="1638">
                  <c:v>273.75</c:v>
                </c:pt>
                <c:pt idx="1639">
                  <c:v>274.25</c:v>
                </c:pt>
                <c:pt idx="1640">
                  <c:v>269.60000000000002</c:v>
                </c:pt>
                <c:pt idx="1641">
                  <c:v>263.2</c:v>
                </c:pt>
                <c:pt idx="1642">
                  <c:v>254.65</c:v>
                </c:pt>
                <c:pt idx="1643">
                  <c:v>246.05</c:v>
                </c:pt>
                <c:pt idx="1644">
                  <c:v>246.45</c:v>
                </c:pt>
                <c:pt idx="1645">
                  <c:v>249.8</c:v>
                </c:pt>
                <c:pt idx="1646">
                  <c:v>244.65</c:v>
                </c:pt>
                <c:pt idx="1647">
                  <c:v>238.6</c:v>
                </c:pt>
                <c:pt idx="1648">
                  <c:v>236.25</c:v>
                </c:pt>
                <c:pt idx="1649">
                  <c:v>232.4</c:v>
                </c:pt>
                <c:pt idx="1650">
                  <c:v>229.15</c:v>
                </c:pt>
                <c:pt idx="1651">
                  <c:v>226.2</c:v>
                </c:pt>
                <c:pt idx="1652">
                  <c:v>239.2</c:v>
                </c:pt>
                <c:pt idx="1653">
                  <c:v>236.25</c:v>
                </c:pt>
                <c:pt idx="1654">
                  <c:v>246.25</c:v>
                </c:pt>
                <c:pt idx="1655">
                  <c:v>242.55</c:v>
                </c:pt>
                <c:pt idx="1656">
                  <c:v>240.3</c:v>
                </c:pt>
                <c:pt idx="1657">
                  <c:v>237.9</c:v>
                </c:pt>
                <c:pt idx="1658">
                  <c:v>239.55</c:v>
                </c:pt>
                <c:pt idx="1659">
                  <c:v>244.2</c:v>
                </c:pt>
                <c:pt idx="1660">
                  <c:v>243.25</c:v>
                </c:pt>
                <c:pt idx="1661">
                  <c:v>242.75</c:v>
                </c:pt>
                <c:pt idx="1662">
                  <c:v>246.35</c:v>
                </c:pt>
                <c:pt idx="1663">
                  <c:v>279.05</c:v>
                </c:pt>
                <c:pt idx="1664">
                  <c:v>275.75</c:v>
                </c:pt>
                <c:pt idx="1665">
                  <c:v>276.8</c:v>
                </c:pt>
                <c:pt idx="1666">
                  <c:v>275.3</c:v>
                </c:pt>
                <c:pt idx="1667">
                  <c:v>283.75</c:v>
                </c:pt>
                <c:pt idx="1668">
                  <c:v>291.2</c:v>
                </c:pt>
                <c:pt idx="1669">
                  <c:v>289.25</c:v>
                </c:pt>
                <c:pt idx="1670">
                  <c:v>290</c:v>
                </c:pt>
                <c:pt idx="1671">
                  <c:v>293.14999999999998</c:v>
                </c:pt>
                <c:pt idx="1672">
                  <c:v>291.89999999999998</c:v>
                </c:pt>
                <c:pt idx="1673">
                  <c:v>278.2</c:v>
                </c:pt>
                <c:pt idx="1674">
                  <c:v>275.55</c:v>
                </c:pt>
                <c:pt idx="1675">
                  <c:v>276.7</c:v>
                </c:pt>
                <c:pt idx="1676">
                  <c:v>279.85000000000002</c:v>
                </c:pt>
                <c:pt idx="1677">
                  <c:v>284.89999999999998</c:v>
                </c:pt>
                <c:pt idx="1678">
                  <c:v>279.64999999999998</c:v>
                </c:pt>
                <c:pt idx="1679">
                  <c:v>278.85000000000002</c:v>
                </c:pt>
                <c:pt idx="1680">
                  <c:v>275.10000000000002</c:v>
                </c:pt>
                <c:pt idx="1681">
                  <c:v>273.14999999999998</c:v>
                </c:pt>
                <c:pt idx="1682">
                  <c:v>275.14999999999998</c:v>
                </c:pt>
                <c:pt idx="1683">
                  <c:v>272.14999999999998</c:v>
                </c:pt>
                <c:pt idx="1684">
                  <c:v>272.75</c:v>
                </c:pt>
                <c:pt idx="1685">
                  <c:v>270.39999999999998</c:v>
                </c:pt>
                <c:pt idx="1686">
                  <c:v>268.05</c:v>
                </c:pt>
                <c:pt idx="1687">
                  <c:v>265.05</c:v>
                </c:pt>
                <c:pt idx="1688">
                  <c:v>263.89999999999998</c:v>
                </c:pt>
                <c:pt idx="1689">
                  <c:v>268.85000000000002</c:v>
                </c:pt>
                <c:pt idx="1690">
                  <c:v>275.7</c:v>
                </c:pt>
                <c:pt idx="1691">
                  <c:v>278.5</c:v>
                </c:pt>
                <c:pt idx="1692">
                  <c:v>274.55</c:v>
                </c:pt>
                <c:pt idx="1693">
                  <c:v>284.75</c:v>
                </c:pt>
                <c:pt idx="1694">
                  <c:v>281.25</c:v>
                </c:pt>
                <c:pt idx="1695">
                  <c:v>285.39999999999998</c:v>
                </c:pt>
                <c:pt idx="1696">
                  <c:v>289.14999999999998</c:v>
                </c:pt>
                <c:pt idx="1697">
                  <c:v>287.39999999999998</c:v>
                </c:pt>
                <c:pt idx="1698">
                  <c:v>287.39999999999998</c:v>
                </c:pt>
                <c:pt idx="1699">
                  <c:v>307.60000000000002</c:v>
                </c:pt>
                <c:pt idx="1700">
                  <c:v>300.85000000000002</c:v>
                </c:pt>
                <c:pt idx="1701">
                  <c:v>296.64999999999998</c:v>
                </c:pt>
                <c:pt idx="1702">
                  <c:v>292.10000000000002</c:v>
                </c:pt>
                <c:pt idx="1703">
                  <c:v>303.60000000000002</c:v>
                </c:pt>
                <c:pt idx="1704">
                  <c:v>296.64999999999998</c:v>
                </c:pt>
                <c:pt idx="1705">
                  <c:v>301.05</c:v>
                </c:pt>
                <c:pt idx="1706">
                  <c:v>305.55</c:v>
                </c:pt>
                <c:pt idx="1707">
                  <c:v>315.64999999999998</c:v>
                </c:pt>
                <c:pt idx="1708">
                  <c:v>325.85000000000002</c:v>
                </c:pt>
                <c:pt idx="1709">
                  <c:v>329.05</c:v>
                </c:pt>
                <c:pt idx="1710">
                  <c:v>330.4</c:v>
                </c:pt>
                <c:pt idx="1711">
                  <c:v>333.9</c:v>
                </c:pt>
                <c:pt idx="1712">
                  <c:v>334.5</c:v>
                </c:pt>
                <c:pt idx="1713">
                  <c:v>344.75</c:v>
                </c:pt>
                <c:pt idx="1714">
                  <c:v>340.8</c:v>
                </c:pt>
                <c:pt idx="1715">
                  <c:v>339.55</c:v>
                </c:pt>
                <c:pt idx="1716">
                  <c:v>333.45</c:v>
                </c:pt>
                <c:pt idx="1717">
                  <c:v>324.95</c:v>
                </c:pt>
                <c:pt idx="1718">
                  <c:v>325.35000000000002</c:v>
                </c:pt>
                <c:pt idx="1719">
                  <c:v>339.2</c:v>
                </c:pt>
                <c:pt idx="1720">
                  <c:v>335.3</c:v>
                </c:pt>
                <c:pt idx="1721">
                  <c:v>334.45</c:v>
                </c:pt>
                <c:pt idx="1722">
                  <c:v>334.65</c:v>
                </c:pt>
                <c:pt idx="1723">
                  <c:v>335.45</c:v>
                </c:pt>
                <c:pt idx="1724">
                  <c:v>339.8</c:v>
                </c:pt>
                <c:pt idx="1725">
                  <c:v>334.85</c:v>
                </c:pt>
                <c:pt idx="1726">
                  <c:v>327.9</c:v>
                </c:pt>
                <c:pt idx="1727">
                  <c:v>327.3</c:v>
                </c:pt>
                <c:pt idx="1728">
                  <c:v>316.39999999999998</c:v>
                </c:pt>
                <c:pt idx="1729">
                  <c:v>313.95</c:v>
                </c:pt>
                <c:pt idx="1730">
                  <c:v>331.85</c:v>
                </c:pt>
                <c:pt idx="1731">
                  <c:v>323.45</c:v>
                </c:pt>
                <c:pt idx="1732">
                  <c:v>332.5</c:v>
                </c:pt>
                <c:pt idx="1733">
                  <c:v>331.15</c:v>
                </c:pt>
                <c:pt idx="1734">
                  <c:v>332.1</c:v>
                </c:pt>
                <c:pt idx="1735">
                  <c:v>323.75</c:v>
                </c:pt>
                <c:pt idx="1736">
                  <c:v>333.45</c:v>
                </c:pt>
                <c:pt idx="1737">
                  <c:v>326.89999999999998</c:v>
                </c:pt>
                <c:pt idx="1738">
                  <c:v>328.55</c:v>
                </c:pt>
                <c:pt idx="1739">
                  <c:v>330.55</c:v>
                </c:pt>
                <c:pt idx="1740">
                  <c:v>334.8</c:v>
                </c:pt>
                <c:pt idx="1741">
                  <c:v>337.45</c:v>
                </c:pt>
                <c:pt idx="1742">
                  <c:v>336.55</c:v>
                </c:pt>
                <c:pt idx="1743">
                  <c:v>328.25</c:v>
                </c:pt>
                <c:pt idx="1744">
                  <c:v>319.7</c:v>
                </c:pt>
                <c:pt idx="1745">
                  <c:v>314.75</c:v>
                </c:pt>
                <c:pt idx="1746">
                  <c:v>313.10000000000002</c:v>
                </c:pt>
                <c:pt idx="1747">
                  <c:v>322.39999999999998</c:v>
                </c:pt>
                <c:pt idx="1748">
                  <c:v>339.05</c:v>
                </c:pt>
                <c:pt idx="1749">
                  <c:v>337.95</c:v>
                </c:pt>
                <c:pt idx="1750">
                  <c:v>331.2</c:v>
                </c:pt>
                <c:pt idx="1751">
                  <c:v>349.2</c:v>
                </c:pt>
                <c:pt idx="1752">
                  <c:v>362.05</c:v>
                </c:pt>
                <c:pt idx="1753">
                  <c:v>378.55</c:v>
                </c:pt>
                <c:pt idx="1754">
                  <c:v>373.55</c:v>
                </c:pt>
                <c:pt idx="1755">
                  <c:v>374.65</c:v>
                </c:pt>
                <c:pt idx="1756">
                  <c:v>377.35</c:v>
                </c:pt>
                <c:pt idx="1757">
                  <c:v>386.7</c:v>
                </c:pt>
                <c:pt idx="1758">
                  <c:v>395.6</c:v>
                </c:pt>
                <c:pt idx="1759">
                  <c:v>403.7</c:v>
                </c:pt>
                <c:pt idx="1760">
                  <c:v>392.15</c:v>
                </c:pt>
                <c:pt idx="1761">
                  <c:v>396.7</c:v>
                </c:pt>
                <c:pt idx="1762">
                  <c:v>388.85</c:v>
                </c:pt>
                <c:pt idx="1763">
                  <c:v>408.1</c:v>
                </c:pt>
                <c:pt idx="1764">
                  <c:v>398.8</c:v>
                </c:pt>
                <c:pt idx="1765">
                  <c:v>406.2</c:v>
                </c:pt>
                <c:pt idx="1766">
                  <c:v>416.05</c:v>
                </c:pt>
                <c:pt idx="1767">
                  <c:v>416.55</c:v>
                </c:pt>
                <c:pt idx="1768">
                  <c:v>421.3</c:v>
                </c:pt>
                <c:pt idx="1769">
                  <c:v>435.15</c:v>
                </c:pt>
                <c:pt idx="1770">
                  <c:v>424.95</c:v>
                </c:pt>
                <c:pt idx="1771">
                  <c:v>424.8</c:v>
                </c:pt>
                <c:pt idx="1772">
                  <c:v>422.55</c:v>
                </c:pt>
                <c:pt idx="1773">
                  <c:v>403.45</c:v>
                </c:pt>
                <c:pt idx="1774">
                  <c:v>429.8</c:v>
                </c:pt>
                <c:pt idx="1775">
                  <c:v>441.7</c:v>
                </c:pt>
                <c:pt idx="1776">
                  <c:v>443.9</c:v>
                </c:pt>
                <c:pt idx="1777">
                  <c:v>458.4</c:v>
                </c:pt>
                <c:pt idx="1778">
                  <c:v>466.4</c:v>
                </c:pt>
                <c:pt idx="1779">
                  <c:v>461.85</c:v>
                </c:pt>
                <c:pt idx="1780">
                  <c:v>455.4</c:v>
                </c:pt>
                <c:pt idx="1781">
                  <c:v>461.9</c:v>
                </c:pt>
                <c:pt idx="1782">
                  <c:v>465.7</c:v>
                </c:pt>
                <c:pt idx="1783">
                  <c:v>458.3</c:v>
                </c:pt>
                <c:pt idx="1784">
                  <c:v>446.55</c:v>
                </c:pt>
                <c:pt idx="1785">
                  <c:v>432.1</c:v>
                </c:pt>
                <c:pt idx="1786">
                  <c:v>440.4</c:v>
                </c:pt>
                <c:pt idx="1787">
                  <c:v>445.05</c:v>
                </c:pt>
                <c:pt idx="1788">
                  <c:v>465</c:v>
                </c:pt>
                <c:pt idx="1789">
                  <c:v>450.85</c:v>
                </c:pt>
                <c:pt idx="1790">
                  <c:v>453.15</c:v>
                </c:pt>
                <c:pt idx="1791">
                  <c:v>451.45</c:v>
                </c:pt>
                <c:pt idx="1792">
                  <c:v>453.05</c:v>
                </c:pt>
                <c:pt idx="1793">
                  <c:v>462</c:v>
                </c:pt>
                <c:pt idx="1794">
                  <c:v>488.25</c:v>
                </c:pt>
                <c:pt idx="1795">
                  <c:v>486.55</c:v>
                </c:pt>
                <c:pt idx="1796">
                  <c:v>467.8</c:v>
                </c:pt>
                <c:pt idx="1797">
                  <c:v>480.8</c:v>
                </c:pt>
                <c:pt idx="1798">
                  <c:v>471.7</c:v>
                </c:pt>
                <c:pt idx="1799">
                  <c:v>430</c:v>
                </c:pt>
                <c:pt idx="1800">
                  <c:v>435.8</c:v>
                </c:pt>
                <c:pt idx="1801">
                  <c:v>413.05</c:v>
                </c:pt>
                <c:pt idx="1802">
                  <c:v>444.7</c:v>
                </c:pt>
                <c:pt idx="1803">
                  <c:v>452.75</c:v>
                </c:pt>
                <c:pt idx="1804">
                  <c:v>454.7</c:v>
                </c:pt>
                <c:pt idx="1805">
                  <c:v>467.5</c:v>
                </c:pt>
                <c:pt idx="1806">
                  <c:v>452.8</c:v>
                </c:pt>
                <c:pt idx="1807">
                  <c:v>456.15</c:v>
                </c:pt>
                <c:pt idx="1808">
                  <c:v>446.65</c:v>
                </c:pt>
                <c:pt idx="1809">
                  <c:v>464.3</c:v>
                </c:pt>
                <c:pt idx="1810">
                  <c:v>453.4</c:v>
                </c:pt>
                <c:pt idx="1811">
                  <c:v>454.05</c:v>
                </c:pt>
                <c:pt idx="1812">
                  <c:v>461.9</c:v>
                </c:pt>
                <c:pt idx="1813">
                  <c:v>471.15</c:v>
                </c:pt>
                <c:pt idx="1814">
                  <c:v>470.4</c:v>
                </c:pt>
                <c:pt idx="1815">
                  <c:v>468.75</c:v>
                </c:pt>
                <c:pt idx="1816">
                  <c:v>474.15</c:v>
                </c:pt>
                <c:pt idx="1817">
                  <c:v>493</c:v>
                </c:pt>
                <c:pt idx="1818">
                  <c:v>475.2</c:v>
                </c:pt>
                <c:pt idx="1819">
                  <c:v>478.7</c:v>
                </c:pt>
                <c:pt idx="1820">
                  <c:v>474.15</c:v>
                </c:pt>
                <c:pt idx="1821">
                  <c:v>498.4</c:v>
                </c:pt>
                <c:pt idx="1822">
                  <c:v>508.9</c:v>
                </c:pt>
                <c:pt idx="1823">
                  <c:v>532.65</c:v>
                </c:pt>
                <c:pt idx="1824">
                  <c:v>536.6</c:v>
                </c:pt>
                <c:pt idx="1825">
                  <c:v>534.4</c:v>
                </c:pt>
                <c:pt idx="1826">
                  <c:v>553.79999999999995</c:v>
                </c:pt>
                <c:pt idx="1827">
                  <c:v>579.35</c:v>
                </c:pt>
                <c:pt idx="1828">
                  <c:v>559.70000000000005</c:v>
                </c:pt>
                <c:pt idx="1829">
                  <c:v>573.35</c:v>
                </c:pt>
                <c:pt idx="1830">
                  <c:v>590</c:v>
                </c:pt>
                <c:pt idx="1831">
                  <c:v>592.5</c:v>
                </c:pt>
                <c:pt idx="1832">
                  <c:v>592.75</c:v>
                </c:pt>
                <c:pt idx="1833">
                  <c:v>583.9</c:v>
                </c:pt>
                <c:pt idx="1834">
                  <c:v>583.65</c:v>
                </c:pt>
                <c:pt idx="1835">
                  <c:v>588.65</c:v>
                </c:pt>
                <c:pt idx="1836">
                  <c:v>575.15</c:v>
                </c:pt>
                <c:pt idx="1837">
                  <c:v>582.20000000000005</c:v>
                </c:pt>
                <c:pt idx="1838">
                  <c:v>619.25</c:v>
                </c:pt>
                <c:pt idx="1839">
                  <c:v>603.20000000000005</c:v>
                </c:pt>
                <c:pt idx="1840">
                  <c:v>598.85</c:v>
                </c:pt>
                <c:pt idx="1841">
                  <c:v>586.65</c:v>
                </c:pt>
                <c:pt idx="1842">
                  <c:v>597.35</c:v>
                </c:pt>
                <c:pt idx="1843">
                  <c:v>597.1</c:v>
                </c:pt>
                <c:pt idx="1844">
                  <c:v>599.70000000000005</c:v>
                </c:pt>
                <c:pt idx="1845">
                  <c:v>607.5</c:v>
                </c:pt>
                <c:pt idx="1846">
                  <c:v>604.20000000000005</c:v>
                </c:pt>
                <c:pt idx="1847">
                  <c:v>612.54999999999995</c:v>
                </c:pt>
                <c:pt idx="1848">
                  <c:v>609.25</c:v>
                </c:pt>
                <c:pt idx="1849">
                  <c:v>599.25</c:v>
                </c:pt>
                <c:pt idx="1850">
                  <c:v>600</c:v>
                </c:pt>
                <c:pt idx="1851">
                  <c:v>619.29999999999995</c:v>
                </c:pt>
                <c:pt idx="1852">
                  <c:v>621</c:v>
                </c:pt>
                <c:pt idx="1853">
                  <c:v>614.4</c:v>
                </c:pt>
                <c:pt idx="1854">
                  <c:v>613.29999999999995</c:v>
                </c:pt>
                <c:pt idx="1855">
                  <c:v>627.75</c:v>
                </c:pt>
                <c:pt idx="1856">
                  <c:v>635.6</c:v>
                </c:pt>
                <c:pt idx="1857">
                  <c:v>615.29999999999995</c:v>
                </c:pt>
                <c:pt idx="1858">
                  <c:v>605.04999999999995</c:v>
                </c:pt>
                <c:pt idx="1859">
                  <c:v>608.5</c:v>
                </c:pt>
                <c:pt idx="1860">
                  <c:v>602.70000000000005</c:v>
                </c:pt>
                <c:pt idx="1861">
                  <c:v>600.20000000000005</c:v>
                </c:pt>
                <c:pt idx="1862">
                  <c:v>577.70000000000005</c:v>
                </c:pt>
                <c:pt idx="1863">
                  <c:v>581.79999999999995</c:v>
                </c:pt>
                <c:pt idx="1864">
                  <c:v>580.45000000000005</c:v>
                </c:pt>
                <c:pt idx="1865">
                  <c:v>577.79999999999995</c:v>
                </c:pt>
                <c:pt idx="1866">
                  <c:v>564.5</c:v>
                </c:pt>
                <c:pt idx="1867">
                  <c:v>555.4</c:v>
                </c:pt>
                <c:pt idx="1868">
                  <c:v>581.95000000000005</c:v>
                </c:pt>
                <c:pt idx="1869">
                  <c:v>586.25</c:v>
                </c:pt>
                <c:pt idx="1870">
                  <c:v>574.95000000000005</c:v>
                </c:pt>
                <c:pt idx="1871">
                  <c:v>595.79999999999995</c:v>
                </c:pt>
                <c:pt idx="1872">
                  <c:v>605.9</c:v>
                </c:pt>
                <c:pt idx="1873">
                  <c:v>606.1</c:v>
                </c:pt>
                <c:pt idx="1874">
                  <c:v>603.29999999999995</c:v>
                </c:pt>
                <c:pt idx="1875">
                  <c:v>609.35</c:v>
                </c:pt>
                <c:pt idx="1876">
                  <c:v>607.75</c:v>
                </c:pt>
                <c:pt idx="1877">
                  <c:v>605.45000000000005</c:v>
                </c:pt>
                <c:pt idx="1878">
                  <c:v>599.35</c:v>
                </c:pt>
                <c:pt idx="1879">
                  <c:v>611.54999999999995</c:v>
                </c:pt>
                <c:pt idx="1880">
                  <c:v>604.85</c:v>
                </c:pt>
                <c:pt idx="1881">
                  <c:v>619.95000000000005</c:v>
                </c:pt>
                <c:pt idx="1882">
                  <c:v>638.6</c:v>
                </c:pt>
                <c:pt idx="1883">
                  <c:v>628.54999999999995</c:v>
                </c:pt>
                <c:pt idx="1884">
                  <c:v>624</c:v>
                </c:pt>
                <c:pt idx="1885">
                  <c:v>632.04999999999995</c:v>
                </c:pt>
                <c:pt idx="1886">
                  <c:v>654.65</c:v>
                </c:pt>
                <c:pt idx="1887">
                  <c:v>668.1</c:v>
                </c:pt>
                <c:pt idx="1888">
                  <c:v>688.25</c:v>
                </c:pt>
                <c:pt idx="1889">
                  <c:v>721.6</c:v>
                </c:pt>
                <c:pt idx="1890">
                  <c:v>723.4</c:v>
                </c:pt>
                <c:pt idx="1891">
                  <c:v>699.1</c:v>
                </c:pt>
                <c:pt idx="1892">
                  <c:v>691.75</c:v>
                </c:pt>
                <c:pt idx="1893">
                  <c:v>703.8</c:v>
                </c:pt>
                <c:pt idx="1894">
                  <c:v>721.7</c:v>
                </c:pt>
                <c:pt idx="1895">
                  <c:v>731.2</c:v>
                </c:pt>
                <c:pt idx="1896">
                  <c:v>735.35</c:v>
                </c:pt>
                <c:pt idx="1897">
                  <c:v>726.95</c:v>
                </c:pt>
                <c:pt idx="1898">
                  <c:v>746</c:v>
                </c:pt>
                <c:pt idx="1899">
                  <c:v>722</c:v>
                </c:pt>
                <c:pt idx="1900">
                  <c:v>726</c:v>
                </c:pt>
                <c:pt idx="1901">
                  <c:v>738.15</c:v>
                </c:pt>
                <c:pt idx="1902">
                  <c:v>698.9</c:v>
                </c:pt>
                <c:pt idx="1903">
                  <c:v>693.75</c:v>
                </c:pt>
                <c:pt idx="1904">
                  <c:v>680.25</c:v>
                </c:pt>
                <c:pt idx="1905">
                  <c:v>645.6</c:v>
                </c:pt>
                <c:pt idx="1906">
                  <c:v>649</c:v>
                </c:pt>
                <c:pt idx="1907">
                  <c:v>655.6</c:v>
                </c:pt>
                <c:pt idx="1908">
                  <c:v>635.35</c:v>
                </c:pt>
                <c:pt idx="1909">
                  <c:v>627.20000000000005</c:v>
                </c:pt>
                <c:pt idx="1910">
                  <c:v>630</c:v>
                </c:pt>
                <c:pt idx="1911">
                  <c:v>646.85</c:v>
                </c:pt>
                <c:pt idx="1912">
                  <c:v>613.29999999999995</c:v>
                </c:pt>
                <c:pt idx="1913">
                  <c:v>568.4</c:v>
                </c:pt>
                <c:pt idx="1914">
                  <c:v>576.1</c:v>
                </c:pt>
                <c:pt idx="1915">
                  <c:v>538.95000000000005</c:v>
                </c:pt>
                <c:pt idx="1916">
                  <c:v>543.25</c:v>
                </c:pt>
                <c:pt idx="1917">
                  <c:v>518.95000000000005</c:v>
                </c:pt>
                <c:pt idx="1918">
                  <c:v>571.6</c:v>
                </c:pt>
                <c:pt idx="1919">
                  <c:v>612.5</c:v>
                </c:pt>
                <c:pt idx="1920">
                  <c:v>609.70000000000005</c:v>
                </c:pt>
                <c:pt idx="1921">
                  <c:v>620.20000000000005</c:v>
                </c:pt>
                <c:pt idx="1922">
                  <c:v>617.15</c:v>
                </c:pt>
                <c:pt idx="1923">
                  <c:v>643.25</c:v>
                </c:pt>
                <c:pt idx="1924">
                  <c:v>659.95</c:v>
                </c:pt>
                <c:pt idx="1925">
                  <c:v>662.4</c:v>
                </c:pt>
                <c:pt idx="1926">
                  <c:v>682.35</c:v>
                </c:pt>
                <c:pt idx="1927">
                  <c:v>689.95</c:v>
                </c:pt>
                <c:pt idx="1928">
                  <c:v>702.15</c:v>
                </c:pt>
                <c:pt idx="1929">
                  <c:v>677.1</c:v>
                </c:pt>
                <c:pt idx="1930">
                  <c:v>671.5</c:v>
                </c:pt>
                <c:pt idx="1931">
                  <c:v>681.5</c:v>
                </c:pt>
                <c:pt idx="1932">
                  <c:v>681</c:v>
                </c:pt>
                <c:pt idx="1933">
                  <c:v>683.2</c:v>
                </c:pt>
                <c:pt idx="1934">
                  <c:v>680.3</c:v>
                </c:pt>
                <c:pt idx="1935">
                  <c:v>687.5</c:v>
                </c:pt>
                <c:pt idx="1936">
                  <c:v>705.55</c:v>
                </c:pt>
                <c:pt idx="1937">
                  <c:v>719.25</c:v>
                </c:pt>
                <c:pt idx="1938">
                  <c:v>726.55</c:v>
                </c:pt>
                <c:pt idx="1939">
                  <c:v>737.5</c:v>
                </c:pt>
                <c:pt idx="1940">
                  <c:v>770.9</c:v>
                </c:pt>
                <c:pt idx="1941">
                  <c:v>802.2</c:v>
                </c:pt>
                <c:pt idx="1942">
                  <c:v>822.6</c:v>
                </c:pt>
                <c:pt idx="1943">
                  <c:v>852.95</c:v>
                </c:pt>
                <c:pt idx="1944">
                  <c:v>840.5</c:v>
                </c:pt>
                <c:pt idx="1945">
                  <c:v>866.9</c:v>
                </c:pt>
                <c:pt idx="1946">
                  <c:v>911.4</c:v>
                </c:pt>
                <c:pt idx="1947">
                  <c:v>850.95</c:v>
                </c:pt>
                <c:pt idx="1948">
                  <c:v>804.05</c:v>
                </c:pt>
                <c:pt idx="1949">
                  <c:v>850.5</c:v>
                </c:pt>
                <c:pt idx="1950">
                  <c:v>885.85</c:v>
                </c:pt>
                <c:pt idx="1951">
                  <c:v>875.35</c:v>
                </c:pt>
                <c:pt idx="1952">
                  <c:v>888.85</c:v>
                </c:pt>
                <c:pt idx="1953">
                  <c:v>986.9</c:v>
                </c:pt>
                <c:pt idx="1954">
                  <c:v>974.25</c:v>
                </c:pt>
                <c:pt idx="1955">
                  <c:v>913.6</c:v>
                </c:pt>
                <c:pt idx="1956">
                  <c:v>852.65</c:v>
                </c:pt>
                <c:pt idx="1957">
                  <c:v>862.15</c:v>
                </c:pt>
                <c:pt idx="1958">
                  <c:v>872.1</c:v>
                </c:pt>
                <c:pt idx="1959">
                  <c:v>931</c:v>
                </c:pt>
                <c:pt idx="1960">
                  <c:v>1015.85</c:v>
                </c:pt>
                <c:pt idx="1961">
                  <c:v>981.15</c:v>
                </c:pt>
                <c:pt idx="1962">
                  <c:v>962.8</c:v>
                </c:pt>
                <c:pt idx="1963">
                  <c:v>971.2</c:v>
                </c:pt>
                <c:pt idx="1964">
                  <c:v>950.25</c:v>
                </c:pt>
                <c:pt idx="1965">
                  <c:v>958.4</c:v>
                </c:pt>
                <c:pt idx="1966">
                  <c:v>934.8</c:v>
                </c:pt>
                <c:pt idx="1967">
                  <c:v>925</c:v>
                </c:pt>
                <c:pt idx="1968">
                  <c:v>913.4</c:v>
                </c:pt>
                <c:pt idx="1969">
                  <c:v>927.85</c:v>
                </c:pt>
                <c:pt idx="1970">
                  <c:v>934.1</c:v>
                </c:pt>
                <c:pt idx="1971">
                  <c:v>911.15</c:v>
                </c:pt>
                <c:pt idx="1972">
                  <c:v>896.6</c:v>
                </c:pt>
                <c:pt idx="1973">
                  <c:v>865.65</c:v>
                </c:pt>
                <c:pt idx="1974">
                  <c:v>884.6</c:v>
                </c:pt>
                <c:pt idx="1975">
                  <c:v>936</c:v>
                </c:pt>
                <c:pt idx="1976">
                  <c:v>969.65</c:v>
                </c:pt>
                <c:pt idx="1977">
                  <c:v>968.6</c:v>
                </c:pt>
                <c:pt idx="1978">
                  <c:v>974.8</c:v>
                </c:pt>
                <c:pt idx="1979">
                  <c:v>955.5</c:v>
                </c:pt>
                <c:pt idx="1980">
                  <c:v>913.4</c:v>
                </c:pt>
                <c:pt idx="1981">
                  <c:v>905.3</c:v>
                </c:pt>
                <c:pt idx="1982">
                  <c:v>923.9</c:v>
                </c:pt>
                <c:pt idx="1983">
                  <c:v>981.55</c:v>
                </c:pt>
                <c:pt idx="1984">
                  <c:v>990.65</c:v>
                </c:pt>
                <c:pt idx="1985">
                  <c:v>962.25</c:v>
                </c:pt>
                <c:pt idx="1986">
                  <c:v>962.3</c:v>
                </c:pt>
                <c:pt idx="1987">
                  <c:v>1010.05</c:v>
                </c:pt>
                <c:pt idx="1988">
                  <c:v>1059.8499999999999</c:v>
                </c:pt>
                <c:pt idx="1989">
                  <c:v>1082.3499999999999</c:v>
                </c:pt>
                <c:pt idx="1990">
                  <c:v>1129.5999999999999</c:v>
                </c:pt>
                <c:pt idx="1991">
                  <c:v>1166.75</c:v>
                </c:pt>
                <c:pt idx="1992">
                  <c:v>1207.45</c:v>
                </c:pt>
                <c:pt idx="1993">
                  <c:v>1210.1500000000001</c:v>
                </c:pt>
                <c:pt idx="1994">
                  <c:v>1204.5</c:v>
                </c:pt>
                <c:pt idx="1995">
                  <c:v>1240.5999999999999</c:v>
                </c:pt>
                <c:pt idx="1996">
                  <c:v>1336</c:v>
                </c:pt>
                <c:pt idx="1997">
                  <c:v>1335.15</c:v>
                </c:pt>
                <c:pt idx="1998">
                  <c:v>1160.5999999999999</c:v>
                </c:pt>
                <c:pt idx="1999">
                  <c:v>1187.8</c:v>
                </c:pt>
                <c:pt idx="2000">
                  <c:v>1216.2</c:v>
                </c:pt>
                <c:pt idx="2001">
                  <c:v>1230.5</c:v>
                </c:pt>
                <c:pt idx="2002">
                  <c:v>1240.8</c:v>
                </c:pt>
                <c:pt idx="2003">
                  <c:v>1249.9000000000001</c:v>
                </c:pt>
                <c:pt idx="2004">
                  <c:v>1304.0999999999999</c:v>
                </c:pt>
                <c:pt idx="2005">
                  <c:v>1319.8</c:v>
                </c:pt>
                <c:pt idx="2006">
                  <c:v>1319.5</c:v>
                </c:pt>
                <c:pt idx="2007">
                  <c:v>1319.3</c:v>
                </c:pt>
                <c:pt idx="2008">
                  <c:v>1304</c:v>
                </c:pt>
                <c:pt idx="2009">
                  <c:v>1342.25</c:v>
                </c:pt>
                <c:pt idx="2010">
                  <c:v>1334.9</c:v>
                </c:pt>
                <c:pt idx="2011">
                  <c:v>1299.1500000000001</c:v>
                </c:pt>
                <c:pt idx="2012">
                  <c:v>1261.3</c:v>
                </c:pt>
                <c:pt idx="2013">
                  <c:v>1225</c:v>
                </c:pt>
                <c:pt idx="2014">
                  <c:v>1204.55</c:v>
                </c:pt>
                <c:pt idx="2015">
                  <c:v>1201.1500000000001</c:v>
                </c:pt>
                <c:pt idx="2016">
                  <c:v>1230.05</c:v>
                </c:pt>
                <c:pt idx="2017">
                  <c:v>1211.1500000000001</c:v>
                </c:pt>
                <c:pt idx="2018">
                  <c:v>1145.0999999999999</c:v>
                </c:pt>
                <c:pt idx="2019">
                  <c:v>1157.3</c:v>
                </c:pt>
                <c:pt idx="2020">
                  <c:v>1098.5999999999999</c:v>
                </c:pt>
                <c:pt idx="2021">
                  <c:v>970.8</c:v>
                </c:pt>
                <c:pt idx="2022">
                  <c:v>886.25</c:v>
                </c:pt>
                <c:pt idx="2023">
                  <c:v>967.25</c:v>
                </c:pt>
                <c:pt idx="2024">
                  <c:v>870.6</c:v>
                </c:pt>
                <c:pt idx="2025">
                  <c:v>976.15</c:v>
                </c:pt>
                <c:pt idx="2026">
                  <c:v>946.1</c:v>
                </c:pt>
                <c:pt idx="2027">
                  <c:v>980.45</c:v>
                </c:pt>
                <c:pt idx="2028">
                  <c:v>1006.75</c:v>
                </c:pt>
                <c:pt idx="2029">
                  <c:v>969.55</c:v>
                </c:pt>
                <c:pt idx="2030">
                  <c:v>1034.8</c:v>
                </c:pt>
                <c:pt idx="2031">
                  <c:v>1151.95</c:v>
                </c:pt>
                <c:pt idx="2032">
                  <c:v>1173.1500000000001</c:v>
                </c:pt>
                <c:pt idx="2033">
                  <c:v>1134.75</c:v>
                </c:pt>
                <c:pt idx="2034">
                  <c:v>1131.8</c:v>
                </c:pt>
                <c:pt idx="2035">
                  <c:v>1104.6500000000001</c:v>
                </c:pt>
                <c:pt idx="2036">
                  <c:v>1092.3499999999999</c:v>
                </c:pt>
                <c:pt idx="2037">
                  <c:v>1126.6500000000001</c:v>
                </c:pt>
                <c:pt idx="2038">
                  <c:v>1107.8499999999999</c:v>
                </c:pt>
                <c:pt idx="2039">
                  <c:v>1139.75</c:v>
                </c:pt>
                <c:pt idx="2040">
                  <c:v>1187.8</c:v>
                </c:pt>
                <c:pt idx="2041">
                  <c:v>1145.55</c:v>
                </c:pt>
                <c:pt idx="2042">
                  <c:v>1167.25</c:v>
                </c:pt>
                <c:pt idx="2043">
                  <c:v>1110.45</c:v>
                </c:pt>
                <c:pt idx="2044">
                  <c:v>1149.5</c:v>
                </c:pt>
                <c:pt idx="2045">
                  <c:v>1115.05</c:v>
                </c:pt>
                <c:pt idx="2046">
                  <c:v>1114</c:v>
                </c:pt>
                <c:pt idx="2047">
                  <c:v>1093.5999999999999</c:v>
                </c:pt>
                <c:pt idx="2048">
                  <c:v>1064.2</c:v>
                </c:pt>
                <c:pt idx="2049">
                  <c:v>1078.3</c:v>
                </c:pt>
                <c:pt idx="2050">
                  <c:v>1059.5999999999999</c:v>
                </c:pt>
                <c:pt idx="2051">
                  <c:v>1015.25</c:v>
                </c:pt>
                <c:pt idx="2052">
                  <c:v>1007.95</c:v>
                </c:pt>
                <c:pt idx="2053">
                  <c:v>984.55</c:v>
                </c:pt>
                <c:pt idx="2054">
                  <c:v>940.2</c:v>
                </c:pt>
                <c:pt idx="2055">
                  <c:v>926.6</c:v>
                </c:pt>
                <c:pt idx="2056">
                  <c:v>916.95</c:v>
                </c:pt>
                <c:pt idx="2057">
                  <c:v>939.3</c:v>
                </c:pt>
                <c:pt idx="2058">
                  <c:v>895.05</c:v>
                </c:pt>
                <c:pt idx="2059">
                  <c:v>933.65</c:v>
                </c:pt>
                <c:pt idx="2060">
                  <c:v>890.75</c:v>
                </c:pt>
                <c:pt idx="2061">
                  <c:v>890.55</c:v>
                </c:pt>
                <c:pt idx="2062">
                  <c:v>898.5</c:v>
                </c:pt>
                <c:pt idx="2063">
                  <c:v>788.85</c:v>
                </c:pt>
                <c:pt idx="2064">
                  <c:v>849.9</c:v>
                </c:pt>
                <c:pt idx="2065">
                  <c:v>838.05</c:v>
                </c:pt>
                <c:pt idx="2066">
                  <c:v>811.15</c:v>
                </c:pt>
                <c:pt idx="2067">
                  <c:v>817.45</c:v>
                </c:pt>
                <c:pt idx="2068">
                  <c:v>819.3</c:v>
                </c:pt>
                <c:pt idx="2069">
                  <c:v>828.45</c:v>
                </c:pt>
                <c:pt idx="2070">
                  <c:v>786.8</c:v>
                </c:pt>
                <c:pt idx="2071">
                  <c:v>771.3</c:v>
                </c:pt>
                <c:pt idx="2072">
                  <c:v>755.2</c:v>
                </c:pt>
                <c:pt idx="2073">
                  <c:v>759.9</c:v>
                </c:pt>
                <c:pt idx="2074">
                  <c:v>738</c:v>
                </c:pt>
                <c:pt idx="2075">
                  <c:v>725.85</c:v>
                </c:pt>
                <c:pt idx="2076">
                  <c:v>724.85</c:v>
                </c:pt>
                <c:pt idx="2077">
                  <c:v>715.55</c:v>
                </c:pt>
                <c:pt idx="2078">
                  <c:v>746.05</c:v>
                </c:pt>
                <c:pt idx="2079">
                  <c:v>774.25</c:v>
                </c:pt>
                <c:pt idx="2080">
                  <c:v>812.3</c:v>
                </c:pt>
                <c:pt idx="2081">
                  <c:v>832.5</c:v>
                </c:pt>
                <c:pt idx="2082">
                  <c:v>877.95</c:v>
                </c:pt>
                <c:pt idx="2083">
                  <c:v>852.85</c:v>
                </c:pt>
                <c:pt idx="2084">
                  <c:v>891.05</c:v>
                </c:pt>
                <c:pt idx="2085">
                  <c:v>883.35</c:v>
                </c:pt>
                <c:pt idx="2086">
                  <c:v>870.15</c:v>
                </c:pt>
                <c:pt idx="2087">
                  <c:v>867.8</c:v>
                </c:pt>
                <c:pt idx="2088">
                  <c:v>875.25</c:v>
                </c:pt>
                <c:pt idx="2089">
                  <c:v>916.15</c:v>
                </c:pt>
                <c:pt idx="2090">
                  <c:v>899.05</c:v>
                </c:pt>
                <c:pt idx="2091">
                  <c:v>879.2</c:v>
                </c:pt>
                <c:pt idx="2092">
                  <c:v>876.1</c:v>
                </c:pt>
                <c:pt idx="2093">
                  <c:v>884.15</c:v>
                </c:pt>
                <c:pt idx="2094">
                  <c:v>899.25</c:v>
                </c:pt>
                <c:pt idx="2095">
                  <c:v>927.9</c:v>
                </c:pt>
                <c:pt idx="2096">
                  <c:v>959.65</c:v>
                </c:pt>
                <c:pt idx="2097">
                  <c:v>997.6</c:v>
                </c:pt>
                <c:pt idx="2098">
                  <c:v>1033.8</c:v>
                </c:pt>
                <c:pt idx="2099">
                  <c:v>1109.25</c:v>
                </c:pt>
                <c:pt idx="2100">
                  <c:v>1145</c:v>
                </c:pt>
                <c:pt idx="2101">
                  <c:v>1130.6500000000001</c:v>
                </c:pt>
                <c:pt idx="2102">
                  <c:v>1078.45</c:v>
                </c:pt>
                <c:pt idx="2103">
                  <c:v>1075.8</c:v>
                </c:pt>
                <c:pt idx="2104">
                  <c:v>1079.0999999999999</c:v>
                </c:pt>
                <c:pt idx="2105">
                  <c:v>1102.3</c:v>
                </c:pt>
                <c:pt idx="2106">
                  <c:v>1112.3</c:v>
                </c:pt>
                <c:pt idx="2107">
                  <c:v>1152.75</c:v>
                </c:pt>
                <c:pt idx="2108">
                  <c:v>1176.3499999999999</c:v>
                </c:pt>
                <c:pt idx="2109">
                  <c:v>1146.3499999999999</c:v>
                </c:pt>
                <c:pt idx="2110">
                  <c:v>1156.55</c:v>
                </c:pt>
                <c:pt idx="2111">
                  <c:v>1102.1500000000001</c:v>
                </c:pt>
                <c:pt idx="2112">
                  <c:v>1119.3499999999999</c:v>
                </c:pt>
                <c:pt idx="2113">
                  <c:v>1083.6500000000001</c:v>
                </c:pt>
                <c:pt idx="2114">
                  <c:v>1089.4000000000001</c:v>
                </c:pt>
                <c:pt idx="2115">
                  <c:v>1107.3</c:v>
                </c:pt>
                <c:pt idx="2116">
                  <c:v>1076.3</c:v>
                </c:pt>
                <c:pt idx="2117">
                  <c:v>996.9</c:v>
                </c:pt>
                <c:pt idx="2118">
                  <c:v>947.55</c:v>
                </c:pt>
                <c:pt idx="2119">
                  <c:v>993.6</c:v>
                </c:pt>
                <c:pt idx="2120">
                  <c:v>992.85</c:v>
                </c:pt>
                <c:pt idx="2121">
                  <c:v>987.25</c:v>
                </c:pt>
                <c:pt idx="2122">
                  <c:v>995.55</c:v>
                </c:pt>
                <c:pt idx="2123">
                  <c:v>994</c:v>
                </c:pt>
                <c:pt idx="2124">
                  <c:v>955.6</c:v>
                </c:pt>
                <c:pt idx="2125">
                  <c:v>962.35</c:v>
                </c:pt>
                <c:pt idx="2126">
                  <c:v>1005.45</c:v>
                </c:pt>
                <c:pt idx="2127">
                  <c:v>1032.5</c:v>
                </c:pt>
                <c:pt idx="2128">
                  <c:v>981.45</c:v>
                </c:pt>
                <c:pt idx="2129">
                  <c:v>900.6</c:v>
                </c:pt>
                <c:pt idx="2130">
                  <c:v>775.9</c:v>
                </c:pt>
                <c:pt idx="2131">
                  <c:v>800.05</c:v>
                </c:pt>
                <c:pt idx="2132">
                  <c:v>733.65</c:v>
                </c:pt>
                <c:pt idx="2133">
                  <c:v>752.85</c:v>
                </c:pt>
                <c:pt idx="2134">
                  <c:v>800.75</c:v>
                </c:pt>
                <c:pt idx="2135">
                  <c:v>830.55</c:v>
                </c:pt>
                <c:pt idx="2136">
                  <c:v>859.7</c:v>
                </c:pt>
                <c:pt idx="2137">
                  <c:v>829.7</c:v>
                </c:pt>
                <c:pt idx="2138">
                  <c:v>800.95</c:v>
                </c:pt>
                <c:pt idx="2139">
                  <c:v>798.75</c:v>
                </c:pt>
                <c:pt idx="2140">
                  <c:v>730.4</c:v>
                </c:pt>
                <c:pt idx="2141">
                  <c:v>715.15</c:v>
                </c:pt>
                <c:pt idx="2142">
                  <c:v>741.55</c:v>
                </c:pt>
                <c:pt idx="2143">
                  <c:v>729.45</c:v>
                </c:pt>
                <c:pt idx="2144">
                  <c:v>721.35</c:v>
                </c:pt>
                <c:pt idx="2145">
                  <c:v>728.9</c:v>
                </c:pt>
                <c:pt idx="2146">
                  <c:v>772.9</c:v>
                </c:pt>
                <c:pt idx="2147">
                  <c:v>797.55</c:v>
                </c:pt>
                <c:pt idx="2148">
                  <c:v>781.1</c:v>
                </c:pt>
                <c:pt idx="2149">
                  <c:v>776.55</c:v>
                </c:pt>
                <c:pt idx="2150">
                  <c:v>752.45</c:v>
                </c:pt>
                <c:pt idx="2151">
                  <c:v>749.5</c:v>
                </c:pt>
                <c:pt idx="2152">
                  <c:v>736.65</c:v>
                </c:pt>
                <c:pt idx="2153">
                  <c:v>797.9</c:v>
                </c:pt>
                <c:pt idx="2154">
                  <c:v>872.1</c:v>
                </c:pt>
                <c:pt idx="2155">
                  <c:v>835.55</c:v>
                </c:pt>
                <c:pt idx="2156">
                  <c:v>785.55</c:v>
                </c:pt>
                <c:pt idx="2157">
                  <c:v>786.7</c:v>
                </c:pt>
                <c:pt idx="2158">
                  <c:v>794.6</c:v>
                </c:pt>
                <c:pt idx="2159">
                  <c:v>806.2</c:v>
                </c:pt>
                <c:pt idx="2160">
                  <c:v>775</c:v>
                </c:pt>
                <c:pt idx="2161">
                  <c:v>766.3</c:v>
                </c:pt>
                <c:pt idx="2162">
                  <c:v>771.1</c:v>
                </c:pt>
                <c:pt idx="2163">
                  <c:v>771.7</c:v>
                </c:pt>
                <c:pt idx="2164">
                  <c:v>770.2</c:v>
                </c:pt>
                <c:pt idx="2165">
                  <c:v>767.75</c:v>
                </c:pt>
                <c:pt idx="2166">
                  <c:v>756.8</c:v>
                </c:pt>
                <c:pt idx="2167">
                  <c:v>763.15</c:v>
                </c:pt>
                <c:pt idx="2168">
                  <c:v>759.45</c:v>
                </c:pt>
                <c:pt idx="2169">
                  <c:v>750.25</c:v>
                </c:pt>
                <c:pt idx="2170">
                  <c:v>741.2</c:v>
                </c:pt>
                <c:pt idx="2171">
                  <c:v>749.05</c:v>
                </c:pt>
                <c:pt idx="2172">
                  <c:v>764</c:v>
                </c:pt>
                <c:pt idx="2173">
                  <c:v>751.3</c:v>
                </c:pt>
                <c:pt idx="2174">
                  <c:v>759.65</c:v>
                </c:pt>
                <c:pt idx="2175">
                  <c:v>731.4</c:v>
                </c:pt>
                <c:pt idx="2176">
                  <c:v>710.55</c:v>
                </c:pt>
                <c:pt idx="2177">
                  <c:v>716.5</c:v>
                </c:pt>
                <c:pt idx="2178">
                  <c:v>715.1</c:v>
                </c:pt>
                <c:pt idx="2179">
                  <c:v>661.25</c:v>
                </c:pt>
                <c:pt idx="2180">
                  <c:v>666.65</c:v>
                </c:pt>
                <c:pt idx="2181">
                  <c:v>658.45</c:v>
                </c:pt>
                <c:pt idx="2182">
                  <c:v>650.5</c:v>
                </c:pt>
                <c:pt idx="2183">
                  <c:v>646.25</c:v>
                </c:pt>
                <c:pt idx="2184">
                  <c:v>641.95000000000005</c:v>
                </c:pt>
                <c:pt idx="2185">
                  <c:v>598.4</c:v>
                </c:pt>
                <c:pt idx="2186">
                  <c:v>593.95000000000005</c:v>
                </c:pt>
                <c:pt idx="2187">
                  <c:v>595.65</c:v>
                </c:pt>
                <c:pt idx="2188">
                  <c:v>573.29999999999995</c:v>
                </c:pt>
                <c:pt idx="2189">
                  <c:v>580.45000000000005</c:v>
                </c:pt>
                <c:pt idx="2190">
                  <c:v>580.65</c:v>
                </c:pt>
                <c:pt idx="2191">
                  <c:v>574.20000000000005</c:v>
                </c:pt>
                <c:pt idx="2192">
                  <c:v>506.4</c:v>
                </c:pt>
                <c:pt idx="2193">
                  <c:v>482.6</c:v>
                </c:pt>
                <c:pt idx="2194">
                  <c:v>455.95</c:v>
                </c:pt>
                <c:pt idx="2195">
                  <c:v>411.05</c:v>
                </c:pt>
                <c:pt idx="2196">
                  <c:v>347.6</c:v>
                </c:pt>
                <c:pt idx="2197">
                  <c:v>310.75</c:v>
                </c:pt>
                <c:pt idx="2198">
                  <c:v>293.39999999999998</c:v>
                </c:pt>
                <c:pt idx="2199">
                  <c:v>298.89999999999998</c:v>
                </c:pt>
                <c:pt idx="2200">
                  <c:v>336.7</c:v>
                </c:pt>
                <c:pt idx="2201">
                  <c:v>313.64999999999998</c:v>
                </c:pt>
                <c:pt idx="2202">
                  <c:v>278</c:v>
                </c:pt>
                <c:pt idx="2203">
                  <c:v>260.3</c:v>
                </c:pt>
                <c:pt idx="2204">
                  <c:v>244.5</c:v>
                </c:pt>
                <c:pt idx="2205">
                  <c:v>260.3</c:v>
                </c:pt>
                <c:pt idx="2206">
                  <c:v>268.10000000000002</c:v>
                </c:pt>
                <c:pt idx="2207">
                  <c:v>249.9</c:v>
                </c:pt>
                <c:pt idx="2208">
                  <c:v>229.1</c:v>
                </c:pt>
                <c:pt idx="2209">
                  <c:v>204.65</c:v>
                </c:pt>
                <c:pt idx="2210">
                  <c:v>206.75</c:v>
                </c:pt>
                <c:pt idx="2211">
                  <c:v>222</c:v>
                </c:pt>
                <c:pt idx="2212">
                  <c:v>229.6</c:v>
                </c:pt>
                <c:pt idx="2213">
                  <c:v>307</c:v>
                </c:pt>
                <c:pt idx="2214">
                  <c:v>311.75</c:v>
                </c:pt>
                <c:pt idx="2215">
                  <c:v>348.3</c:v>
                </c:pt>
                <c:pt idx="2216">
                  <c:v>338</c:v>
                </c:pt>
                <c:pt idx="2217">
                  <c:v>300.7</c:v>
                </c:pt>
                <c:pt idx="2218">
                  <c:v>285.14999999999998</c:v>
                </c:pt>
                <c:pt idx="2219">
                  <c:v>310</c:v>
                </c:pt>
                <c:pt idx="2220">
                  <c:v>294.14999999999998</c:v>
                </c:pt>
                <c:pt idx="2221">
                  <c:v>293</c:v>
                </c:pt>
                <c:pt idx="2222">
                  <c:v>274.7</c:v>
                </c:pt>
                <c:pt idx="2223">
                  <c:v>254.55</c:v>
                </c:pt>
                <c:pt idx="2224">
                  <c:v>241.7</c:v>
                </c:pt>
                <c:pt idx="2225">
                  <c:v>238.4</c:v>
                </c:pt>
                <c:pt idx="2226">
                  <c:v>221.4</c:v>
                </c:pt>
                <c:pt idx="2227">
                  <c:v>204.9</c:v>
                </c:pt>
                <c:pt idx="2228">
                  <c:v>188.55</c:v>
                </c:pt>
                <c:pt idx="2229">
                  <c:v>189.05</c:v>
                </c:pt>
                <c:pt idx="2230">
                  <c:v>193.65</c:v>
                </c:pt>
                <c:pt idx="2231">
                  <c:v>188.15</c:v>
                </c:pt>
                <c:pt idx="2232">
                  <c:v>181.05</c:v>
                </c:pt>
                <c:pt idx="2233">
                  <c:v>175.25</c:v>
                </c:pt>
                <c:pt idx="2234">
                  <c:v>183.65</c:v>
                </c:pt>
                <c:pt idx="2235">
                  <c:v>219.25</c:v>
                </c:pt>
                <c:pt idx="2236">
                  <c:v>213</c:v>
                </c:pt>
                <c:pt idx="2237">
                  <c:v>221.6</c:v>
                </c:pt>
                <c:pt idx="2238">
                  <c:v>241.2</c:v>
                </c:pt>
                <c:pt idx="2239">
                  <c:v>239.9</c:v>
                </c:pt>
                <c:pt idx="2240">
                  <c:v>226.65</c:v>
                </c:pt>
                <c:pt idx="2241">
                  <c:v>240.95</c:v>
                </c:pt>
                <c:pt idx="2242">
                  <c:v>242.9</c:v>
                </c:pt>
                <c:pt idx="2243">
                  <c:v>226.6</c:v>
                </c:pt>
                <c:pt idx="2244">
                  <c:v>228.25</c:v>
                </c:pt>
                <c:pt idx="2245">
                  <c:v>226.6</c:v>
                </c:pt>
                <c:pt idx="2246">
                  <c:v>225.4</c:v>
                </c:pt>
                <c:pt idx="2247">
                  <c:v>225.8</c:v>
                </c:pt>
                <c:pt idx="2248">
                  <c:v>220.65</c:v>
                </c:pt>
                <c:pt idx="2249">
                  <c:v>211.4</c:v>
                </c:pt>
                <c:pt idx="2250">
                  <c:v>218.65</c:v>
                </c:pt>
                <c:pt idx="2251">
                  <c:v>222.95</c:v>
                </c:pt>
                <c:pt idx="2252">
                  <c:v>229.15</c:v>
                </c:pt>
                <c:pt idx="2253">
                  <c:v>238.35</c:v>
                </c:pt>
                <c:pt idx="2254">
                  <c:v>236.85</c:v>
                </c:pt>
                <c:pt idx="2255">
                  <c:v>245.4</c:v>
                </c:pt>
                <c:pt idx="2256">
                  <c:v>252.35</c:v>
                </c:pt>
                <c:pt idx="2257">
                  <c:v>238.55</c:v>
                </c:pt>
                <c:pt idx="2258">
                  <c:v>224.1</c:v>
                </c:pt>
                <c:pt idx="2259">
                  <c:v>215.6</c:v>
                </c:pt>
                <c:pt idx="2260">
                  <c:v>210.75</c:v>
                </c:pt>
                <c:pt idx="2261">
                  <c:v>219</c:v>
                </c:pt>
                <c:pt idx="2262">
                  <c:v>210.2</c:v>
                </c:pt>
                <c:pt idx="2263">
                  <c:v>211.8</c:v>
                </c:pt>
                <c:pt idx="2264">
                  <c:v>210.15</c:v>
                </c:pt>
                <c:pt idx="2265">
                  <c:v>205.65</c:v>
                </c:pt>
                <c:pt idx="2266">
                  <c:v>201.15</c:v>
                </c:pt>
                <c:pt idx="2267">
                  <c:v>195.8</c:v>
                </c:pt>
                <c:pt idx="2268">
                  <c:v>186.65</c:v>
                </c:pt>
                <c:pt idx="2269">
                  <c:v>193.9</c:v>
                </c:pt>
                <c:pt idx="2270">
                  <c:v>204.65</c:v>
                </c:pt>
                <c:pt idx="2271">
                  <c:v>207.5</c:v>
                </c:pt>
                <c:pt idx="2272">
                  <c:v>211.1</c:v>
                </c:pt>
                <c:pt idx="2273">
                  <c:v>196.75</c:v>
                </c:pt>
                <c:pt idx="2274">
                  <c:v>189.7</c:v>
                </c:pt>
                <c:pt idx="2275">
                  <c:v>199.3</c:v>
                </c:pt>
                <c:pt idx="2276">
                  <c:v>195.35</c:v>
                </c:pt>
                <c:pt idx="2277">
                  <c:v>210.35</c:v>
                </c:pt>
                <c:pt idx="2278">
                  <c:v>224.5</c:v>
                </c:pt>
                <c:pt idx="2279">
                  <c:v>224.4</c:v>
                </c:pt>
                <c:pt idx="2280">
                  <c:v>219.8</c:v>
                </c:pt>
                <c:pt idx="2281">
                  <c:v>225.35</c:v>
                </c:pt>
                <c:pt idx="2282">
                  <c:v>232.15</c:v>
                </c:pt>
                <c:pt idx="2283">
                  <c:v>214.85</c:v>
                </c:pt>
                <c:pt idx="2284">
                  <c:v>212.8</c:v>
                </c:pt>
                <c:pt idx="2285">
                  <c:v>208.65</c:v>
                </c:pt>
                <c:pt idx="2286">
                  <c:v>208.75</c:v>
                </c:pt>
                <c:pt idx="2287">
                  <c:v>197.1</c:v>
                </c:pt>
                <c:pt idx="2288">
                  <c:v>184.1</c:v>
                </c:pt>
                <c:pt idx="2289">
                  <c:v>185</c:v>
                </c:pt>
                <c:pt idx="2290">
                  <c:v>184.6</c:v>
                </c:pt>
                <c:pt idx="2291">
                  <c:v>188.2</c:v>
                </c:pt>
                <c:pt idx="2292">
                  <c:v>171.95</c:v>
                </c:pt>
                <c:pt idx="2293">
                  <c:v>170.6</c:v>
                </c:pt>
                <c:pt idx="2294">
                  <c:v>177.85</c:v>
                </c:pt>
                <c:pt idx="2295">
                  <c:v>177.3</c:v>
                </c:pt>
                <c:pt idx="2296">
                  <c:v>174.4</c:v>
                </c:pt>
                <c:pt idx="2297">
                  <c:v>163.30000000000001</c:v>
                </c:pt>
                <c:pt idx="2298">
                  <c:v>165.55</c:v>
                </c:pt>
                <c:pt idx="2299">
                  <c:v>181.35</c:v>
                </c:pt>
                <c:pt idx="2300">
                  <c:v>185.35</c:v>
                </c:pt>
                <c:pt idx="2301">
                  <c:v>184.8</c:v>
                </c:pt>
                <c:pt idx="2302">
                  <c:v>182.55</c:v>
                </c:pt>
                <c:pt idx="2303">
                  <c:v>182.55</c:v>
                </c:pt>
                <c:pt idx="2304">
                  <c:v>187.2</c:v>
                </c:pt>
                <c:pt idx="2305">
                  <c:v>201</c:v>
                </c:pt>
                <c:pt idx="2306">
                  <c:v>192.3</c:v>
                </c:pt>
                <c:pt idx="2307">
                  <c:v>194.4</c:v>
                </c:pt>
                <c:pt idx="2308">
                  <c:v>203</c:v>
                </c:pt>
                <c:pt idx="2309">
                  <c:v>230.5</c:v>
                </c:pt>
                <c:pt idx="2310">
                  <c:v>213.75</c:v>
                </c:pt>
                <c:pt idx="2311">
                  <c:v>232.85</c:v>
                </c:pt>
                <c:pt idx="2312">
                  <c:v>251.05</c:v>
                </c:pt>
                <c:pt idx="2313">
                  <c:v>305.14999999999998</c:v>
                </c:pt>
                <c:pt idx="2314">
                  <c:v>311.14999999999998</c:v>
                </c:pt>
                <c:pt idx="2315">
                  <c:v>305.60000000000002</c:v>
                </c:pt>
                <c:pt idx="2316">
                  <c:v>347.55</c:v>
                </c:pt>
                <c:pt idx="2317">
                  <c:v>358.55</c:v>
                </c:pt>
                <c:pt idx="2318">
                  <c:v>367.55</c:v>
                </c:pt>
                <c:pt idx="2319">
                  <c:v>330.9</c:v>
                </c:pt>
                <c:pt idx="2320">
                  <c:v>315.64999999999998</c:v>
                </c:pt>
                <c:pt idx="2321">
                  <c:v>325.55</c:v>
                </c:pt>
                <c:pt idx="2322">
                  <c:v>316</c:v>
                </c:pt>
                <c:pt idx="2323">
                  <c:v>313.60000000000002</c:v>
                </c:pt>
                <c:pt idx="2324">
                  <c:v>342.4</c:v>
                </c:pt>
                <c:pt idx="2325">
                  <c:v>341.05</c:v>
                </c:pt>
                <c:pt idx="2326">
                  <c:v>333.85</c:v>
                </c:pt>
                <c:pt idx="2327">
                  <c:v>315.55</c:v>
                </c:pt>
                <c:pt idx="2328">
                  <c:v>342.5</c:v>
                </c:pt>
                <c:pt idx="2329">
                  <c:v>362.65</c:v>
                </c:pt>
                <c:pt idx="2330">
                  <c:v>399.15</c:v>
                </c:pt>
                <c:pt idx="2331">
                  <c:v>383.9</c:v>
                </c:pt>
                <c:pt idx="2332">
                  <c:v>429.4</c:v>
                </c:pt>
                <c:pt idx="2333">
                  <c:v>409.45</c:v>
                </c:pt>
                <c:pt idx="2334">
                  <c:v>424.45</c:v>
                </c:pt>
                <c:pt idx="2335">
                  <c:v>417.7</c:v>
                </c:pt>
                <c:pt idx="2336">
                  <c:v>412.05</c:v>
                </c:pt>
                <c:pt idx="2337">
                  <c:v>409.15</c:v>
                </c:pt>
                <c:pt idx="2338">
                  <c:v>418.6</c:v>
                </c:pt>
                <c:pt idx="2339">
                  <c:v>487.8</c:v>
                </c:pt>
                <c:pt idx="2340">
                  <c:v>479.3</c:v>
                </c:pt>
                <c:pt idx="2341">
                  <c:v>505.1</c:v>
                </c:pt>
                <c:pt idx="2342">
                  <c:v>495.65</c:v>
                </c:pt>
                <c:pt idx="2343">
                  <c:v>502.2</c:v>
                </c:pt>
                <c:pt idx="2344">
                  <c:v>512.5</c:v>
                </c:pt>
                <c:pt idx="2345">
                  <c:v>499.95</c:v>
                </c:pt>
                <c:pt idx="2346">
                  <c:v>516.75</c:v>
                </c:pt>
                <c:pt idx="2347">
                  <c:v>549.4</c:v>
                </c:pt>
                <c:pt idx="2348">
                  <c:v>553.15</c:v>
                </c:pt>
                <c:pt idx="2349">
                  <c:v>569.04999999999995</c:v>
                </c:pt>
                <c:pt idx="2350">
                  <c:v>568.25</c:v>
                </c:pt>
                <c:pt idx="2351">
                  <c:v>587.35</c:v>
                </c:pt>
                <c:pt idx="2352">
                  <c:v>587.54999999999995</c:v>
                </c:pt>
                <c:pt idx="2353">
                  <c:v>585.79999999999995</c:v>
                </c:pt>
                <c:pt idx="2354">
                  <c:v>509.5</c:v>
                </c:pt>
                <c:pt idx="2355">
                  <c:v>555.1</c:v>
                </c:pt>
                <c:pt idx="2356">
                  <c:v>582.65</c:v>
                </c:pt>
                <c:pt idx="2357">
                  <c:v>636.95000000000005</c:v>
                </c:pt>
                <c:pt idx="2358">
                  <c:v>707.3</c:v>
                </c:pt>
                <c:pt idx="2359">
                  <c:v>671.4</c:v>
                </c:pt>
                <c:pt idx="2360">
                  <c:v>682.45</c:v>
                </c:pt>
                <c:pt idx="2361">
                  <c:v>632.70000000000005</c:v>
                </c:pt>
                <c:pt idx="2362">
                  <c:v>569</c:v>
                </c:pt>
                <c:pt idx="2363">
                  <c:v>604.5</c:v>
                </c:pt>
                <c:pt idx="2364">
                  <c:v>586.45000000000005</c:v>
                </c:pt>
                <c:pt idx="2365">
                  <c:v>564.35</c:v>
                </c:pt>
                <c:pt idx="2366">
                  <c:v>589.65</c:v>
                </c:pt>
                <c:pt idx="2367">
                  <c:v>593.75</c:v>
                </c:pt>
                <c:pt idx="2368">
                  <c:v>623</c:v>
                </c:pt>
                <c:pt idx="2369">
                  <c:v>634.75</c:v>
                </c:pt>
                <c:pt idx="2370">
                  <c:v>615</c:v>
                </c:pt>
                <c:pt idx="2371">
                  <c:v>622.4</c:v>
                </c:pt>
                <c:pt idx="2372">
                  <c:v>617.29999999999995</c:v>
                </c:pt>
                <c:pt idx="2373">
                  <c:v>615.6</c:v>
                </c:pt>
                <c:pt idx="2374">
                  <c:v>575.29999999999995</c:v>
                </c:pt>
                <c:pt idx="2375">
                  <c:v>576.15</c:v>
                </c:pt>
                <c:pt idx="2376">
                  <c:v>538.20000000000005</c:v>
                </c:pt>
                <c:pt idx="2377">
                  <c:v>526.65</c:v>
                </c:pt>
                <c:pt idx="2378">
                  <c:v>516.45000000000005</c:v>
                </c:pt>
                <c:pt idx="2379">
                  <c:v>485.25</c:v>
                </c:pt>
                <c:pt idx="2380">
                  <c:v>530.20000000000005</c:v>
                </c:pt>
                <c:pt idx="2381">
                  <c:v>568.65</c:v>
                </c:pt>
                <c:pt idx="2382">
                  <c:v>579.65</c:v>
                </c:pt>
                <c:pt idx="2383">
                  <c:v>600.29999999999995</c:v>
                </c:pt>
                <c:pt idx="2384">
                  <c:v>603.85</c:v>
                </c:pt>
                <c:pt idx="2385">
                  <c:v>605.70000000000005</c:v>
                </c:pt>
                <c:pt idx="2386">
                  <c:v>594.79999999999995</c:v>
                </c:pt>
                <c:pt idx="2387">
                  <c:v>620.04999999999995</c:v>
                </c:pt>
                <c:pt idx="2388">
                  <c:v>631.6</c:v>
                </c:pt>
                <c:pt idx="2389">
                  <c:v>683.6</c:v>
                </c:pt>
                <c:pt idx="2390">
                  <c:v>683.5</c:v>
                </c:pt>
                <c:pt idx="2391">
                  <c:v>687.5</c:v>
                </c:pt>
                <c:pt idx="2392">
                  <c:v>687.6</c:v>
                </c:pt>
                <c:pt idx="2393">
                  <c:v>697.75</c:v>
                </c:pt>
                <c:pt idx="2394">
                  <c:v>744.6</c:v>
                </c:pt>
                <c:pt idx="2395">
                  <c:v>728.7</c:v>
                </c:pt>
                <c:pt idx="2396">
                  <c:v>714.45</c:v>
                </c:pt>
                <c:pt idx="2397">
                  <c:v>718.5</c:v>
                </c:pt>
                <c:pt idx="2398">
                  <c:v>698.35</c:v>
                </c:pt>
                <c:pt idx="2399">
                  <c:v>672.8</c:v>
                </c:pt>
                <c:pt idx="2400">
                  <c:v>690.6</c:v>
                </c:pt>
                <c:pt idx="2401">
                  <c:v>675.85</c:v>
                </c:pt>
                <c:pt idx="2402">
                  <c:v>726.85</c:v>
                </c:pt>
                <c:pt idx="2403">
                  <c:v>738.25</c:v>
                </c:pt>
                <c:pt idx="2404">
                  <c:v>683.75</c:v>
                </c:pt>
                <c:pt idx="2405">
                  <c:v>710.3</c:v>
                </c:pt>
                <c:pt idx="2406">
                  <c:v>689.05</c:v>
                </c:pt>
                <c:pt idx="2407">
                  <c:v>695.95</c:v>
                </c:pt>
                <c:pt idx="2408">
                  <c:v>701.25</c:v>
                </c:pt>
                <c:pt idx="2409">
                  <c:v>716.45</c:v>
                </c:pt>
                <c:pt idx="2410">
                  <c:v>715.1</c:v>
                </c:pt>
                <c:pt idx="2411">
                  <c:v>723.8</c:v>
                </c:pt>
                <c:pt idx="2412">
                  <c:v>711.05</c:v>
                </c:pt>
                <c:pt idx="2413">
                  <c:v>709.65</c:v>
                </c:pt>
                <c:pt idx="2414">
                  <c:v>689.15</c:v>
                </c:pt>
                <c:pt idx="2415">
                  <c:v>669.9</c:v>
                </c:pt>
                <c:pt idx="2416">
                  <c:v>663.7</c:v>
                </c:pt>
                <c:pt idx="2417">
                  <c:v>671.75</c:v>
                </c:pt>
                <c:pt idx="2418">
                  <c:v>692.7</c:v>
                </c:pt>
                <c:pt idx="2419">
                  <c:v>725.3</c:v>
                </c:pt>
                <c:pt idx="2420">
                  <c:v>736.8</c:v>
                </c:pt>
                <c:pt idx="2421">
                  <c:v>731.05</c:v>
                </c:pt>
                <c:pt idx="2422">
                  <c:v>737.2</c:v>
                </c:pt>
                <c:pt idx="2423">
                  <c:v>734.9</c:v>
                </c:pt>
                <c:pt idx="2424">
                  <c:v>744.65</c:v>
                </c:pt>
                <c:pt idx="2425">
                  <c:v>767.45</c:v>
                </c:pt>
                <c:pt idx="2426">
                  <c:v>810.3</c:v>
                </c:pt>
                <c:pt idx="2427">
                  <c:v>799.3</c:v>
                </c:pt>
                <c:pt idx="2428">
                  <c:v>792.7</c:v>
                </c:pt>
                <c:pt idx="2429">
                  <c:v>803.05</c:v>
                </c:pt>
                <c:pt idx="2430">
                  <c:v>827.1</c:v>
                </c:pt>
                <c:pt idx="2431">
                  <c:v>840.95</c:v>
                </c:pt>
                <c:pt idx="2432">
                  <c:v>807.7</c:v>
                </c:pt>
                <c:pt idx="2433">
                  <c:v>819.2</c:v>
                </c:pt>
                <c:pt idx="2434">
                  <c:v>832.6</c:v>
                </c:pt>
                <c:pt idx="2435">
                  <c:v>853.75</c:v>
                </c:pt>
                <c:pt idx="2436">
                  <c:v>836.45</c:v>
                </c:pt>
                <c:pt idx="2437">
                  <c:v>869.95</c:v>
                </c:pt>
                <c:pt idx="2438">
                  <c:v>883</c:v>
                </c:pt>
                <c:pt idx="2439">
                  <c:v>911.7</c:v>
                </c:pt>
                <c:pt idx="2440">
                  <c:v>889.85</c:v>
                </c:pt>
                <c:pt idx="2441">
                  <c:v>903.8</c:v>
                </c:pt>
                <c:pt idx="2442">
                  <c:v>912.6</c:v>
                </c:pt>
                <c:pt idx="2443">
                  <c:v>912.6</c:v>
                </c:pt>
                <c:pt idx="2444">
                  <c:v>917.3</c:v>
                </c:pt>
                <c:pt idx="2445">
                  <c:v>913.55</c:v>
                </c:pt>
                <c:pt idx="2446">
                  <c:v>923.15</c:v>
                </c:pt>
                <c:pt idx="2447">
                  <c:v>911.1</c:v>
                </c:pt>
                <c:pt idx="2448">
                  <c:v>871.4</c:v>
                </c:pt>
                <c:pt idx="2449">
                  <c:v>852.25</c:v>
                </c:pt>
                <c:pt idx="2450">
                  <c:v>814.4</c:v>
                </c:pt>
                <c:pt idx="2451">
                  <c:v>759.25</c:v>
                </c:pt>
                <c:pt idx="2452">
                  <c:v>744.45</c:v>
                </c:pt>
                <c:pt idx="2453">
                  <c:v>715.75</c:v>
                </c:pt>
                <c:pt idx="2454">
                  <c:v>755.5</c:v>
                </c:pt>
                <c:pt idx="2455">
                  <c:v>676.2</c:v>
                </c:pt>
                <c:pt idx="2456">
                  <c:v>721.15</c:v>
                </c:pt>
                <c:pt idx="2457">
                  <c:v>776.6</c:v>
                </c:pt>
                <c:pt idx="2458">
                  <c:v>761.2</c:v>
                </c:pt>
                <c:pt idx="2459">
                  <c:v>814.6</c:v>
                </c:pt>
                <c:pt idx="2460">
                  <c:v>849.1</c:v>
                </c:pt>
                <c:pt idx="2461">
                  <c:v>848.9</c:v>
                </c:pt>
                <c:pt idx="2462">
                  <c:v>826.8</c:v>
                </c:pt>
                <c:pt idx="2463">
                  <c:v>896.2</c:v>
                </c:pt>
                <c:pt idx="2464">
                  <c:v>924.75</c:v>
                </c:pt>
                <c:pt idx="2465">
                  <c:v>927.45</c:v>
                </c:pt>
                <c:pt idx="2466">
                  <c:v>965.4</c:v>
                </c:pt>
                <c:pt idx="2467">
                  <c:v>958.85</c:v>
                </c:pt>
                <c:pt idx="2468">
                  <c:v>958.85</c:v>
                </c:pt>
                <c:pt idx="2469">
                  <c:v>971.55</c:v>
                </c:pt>
                <c:pt idx="2470">
                  <c:v>999.55</c:v>
                </c:pt>
                <c:pt idx="2471">
                  <c:v>1003.45</c:v>
                </c:pt>
                <c:pt idx="2472">
                  <c:v>980.2</c:v>
                </c:pt>
                <c:pt idx="2473">
                  <c:v>942.4</c:v>
                </c:pt>
                <c:pt idx="2474">
                  <c:v>993.15</c:v>
                </c:pt>
                <c:pt idx="2475">
                  <c:v>1015.85</c:v>
                </c:pt>
                <c:pt idx="2476">
                  <c:v>1022.65</c:v>
                </c:pt>
                <c:pt idx="2477">
                  <c:v>1018.95</c:v>
                </c:pt>
                <c:pt idx="2478">
                  <c:v>1017</c:v>
                </c:pt>
                <c:pt idx="2479">
                  <c:v>948.9</c:v>
                </c:pt>
                <c:pt idx="2480">
                  <c:v>1012.1</c:v>
                </c:pt>
                <c:pt idx="2481">
                  <c:v>986.85</c:v>
                </c:pt>
                <c:pt idx="2482">
                  <c:v>974.95</c:v>
                </c:pt>
                <c:pt idx="2483">
                  <c:v>978.9</c:v>
                </c:pt>
                <c:pt idx="2484">
                  <c:v>974.9</c:v>
                </c:pt>
                <c:pt idx="2485">
                  <c:v>952.85</c:v>
                </c:pt>
                <c:pt idx="2486">
                  <c:v>977.85</c:v>
                </c:pt>
                <c:pt idx="2487">
                  <c:v>987</c:v>
                </c:pt>
                <c:pt idx="2488">
                  <c:v>977.7</c:v>
                </c:pt>
                <c:pt idx="2489">
                  <c:v>962.7</c:v>
                </c:pt>
                <c:pt idx="2490">
                  <c:v>983.45</c:v>
                </c:pt>
                <c:pt idx="2491">
                  <c:v>1018.2</c:v>
                </c:pt>
                <c:pt idx="2492">
                  <c:v>1024.9000000000001</c:v>
                </c:pt>
                <c:pt idx="2493">
                  <c:v>1024.0999999999999</c:v>
                </c:pt>
                <c:pt idx="2494">
                  <c:v>1013.4</c:v>
                </c:pt>
                <c:pt idx="2495">
                  <c:v>1013.2</c:v>
                </c:pt>
                <c:pt idx="2496">
                  <c:v>1022.95</c:v>
                </c:pt>
                <c:pt idx="2497">
                  <c:v>1134.9000000000001</c:v>
                </c:pt>
                <c:pt idx="2498">
                  <c:v>1148.95</c:v>
                </c:pt>
                <c:pt idx="2499">
                  <c:v>1124.45</c:v>
                </c:pt>
                <c:pt idx="2500">
                  <c:v>1118.05</c:v>
                </c:pt>
                <c:pt idx="2501">
                  <c:v>1142.6500000000001</c:v>
                </c:pt>
                <c:pt idx="2502">
                  <c:v>1128</c:v>
                </c:pt>
                <c:pt idx="2503">
                  <c:v>1141.55</c:v>
                </c:pt>
                <c:pt idx="2504">
                  <c:v>1182.0999999999999</c:v>
                </c:pt>
                <c:pt idx="2505">
                  <c:v>1179.8499999999999</c:v>
                </c:pt>
                <c:pt idx="2506">
                  <c:v>1168.95</c:v>
                </c:pt>
                <c:pt idx="2507">
                  <c:v>1155.2</c:v>
                </c:pt>
                <c:pt idx="2508">
                  <c:v>1153.6500000000001</c:v>
                </c:pt>
                <c:pt idx="2509">
                  <c:v>1124.5999999999999</c:v>
                </c:pt>
                <c:pt idx="2510">
                  <c:v>1097.6500000000001</c:v>
                </c:pt>
                <c:pt idx="2511">
                  <c:v>1054.9000000000001</c:v>
                </c:pt>
                <c:pt idx="2512">
                  <c:v>960</c:v>
                </c:pt>
                <c:pt idx="2513">
                  <c:v>989.8</c:v>
                </c:pt>
                <c:pt idx="2514">
                  <c:v>985.5</c:v>
                </c:pt>
                <c:pt idx="2515">
                  <c:v>995.65</c:v>
                </c:pt>
                <c:pt idx="2516">
                  <c:v>974.45</c:v>
                </c:pt>
                <c:pt idx="2517">
                  <c:v>1055.8</c:v>
                </c:pt>
                <c:pt idx="2518">
                  <c:v>1022.95</c:v>
                </c:pt>
                <c:pt idx="2519">
                  <c:v>965.2</c:v>
                </c:pt>
                <c:pt idx="2520">
                  <c:v>985.25</c:v>
                </c:pt>
                <c:pt idx="2521">
                  <c:v>983.3</c:v>
                </c:pt>
                <c:pt idx="2522">
                  <c:v>986.7</c:v>
                </c:pt>
                <c:pt idx="2523">
                  <c:v>960.5</c:v>
                </c:pt>
                <c:pt idx="2524">
                  <c:v>986.7</c:v>
                </c:pt>
                <c:pt idx="2525">
                  <c:v>1011.4</c:v>
                </c:pt>
                <c:pt idx="2526">
                  <c:v>1022.6</c:v>
                </c:pt>
                <c:pt idx="2527">
                  <c:v>1062.8</c:v>
                </c:pt>
                <c:pt idx="2528">
                  <c:v>1060.8</c:v>
                </c:pt>
                <c:pt idx="2529">
                  <c:v>1021.9</c:v>
                </c:pt>
                <c:pt idx="2530">
                  <c:v>1029.1500000000001</c:v>
                </c:pt>
                <c:pt idx="2531">
                  <c:v>1053.6500000000001</c:v>
                </c:pt>
                <c:pt idx="2532">
                  <c:v>1077.8499999999999</c:v>
                </c:pt>
                <c:pt idx="2533">
                  <c:v>1085.3499999999999</c:v>
                </c:pt>
                <c:pt idx="2534">
                  <c:v>1070.3499999999999</c:v>
                </c:pt>
                <c:pt idx="2535">
                  <c:v>1112.75</c:v>
                </c:pt>
                <c:pt idx="2536">
                  <c:v>1146.75</c:v>
                </c:pt>
                <c:pt idx="2537">
                  <c:v>1159.7</c:v>
                </c:pt>
                <c:pt idx="2538">
                  <c:v>1196.0999999999999</c:v>
                </c:pt>
                <c:pt idx="2539">
                  <c:v>1202.6500000000001</c:v>
                </c:pt>
                <c:pt idx="2540">
                  <c:v>1193.4000000000001</c:v>
                </c:pt>
                <c:pt idx="2541">
                  <c:v>1170.5999999999999</c:v>
                </c:pt>
                <c:pt idx="2542">
                  <c:v>1166.4000000000001</c:v>
                </c:pt>
                <c:pt idx="2543">
                  <c:v>1178.8</c:v>
                </c:pt>
                <c:pt idx="2544">
                  <c:v>1179.75</c:v>
                </c:pt>
                <c:pt idx="2545">
                  <c:v>1199</c:v>
                </c:pt>
                <c:pt idx="2546">
                  <c:v>1221.75</c:v>
                </c:pt>
                <c:pt idx="2547">
                  <c:v>1249.0999999999999</c:v>
                </c:pt>
                <c:pt idx="2548">
                  <c:v>1242.4000000000001</c:v>
                </c:pt>
                <c:pt idx="2549">
                  <c:v>1232.1500000000001</c:v>
                </c:pt>
                <c:pt idx="2550">
                  <c:v>1267.25</c:v>
                </c:pt>
                <c:pt idx="2551">
                  <c:v>1279.95</c:v>
                </c:pt>
                <c:pt idx="2552">
                  <c:v>1284.3499999999999</c:v>
                </c:pt>
                <c:pt idx="2553">
                  <c:v>1258.8499999999999</c:v>
                </c:pt>
                <c:pt idx="2554">
                  <c:v>1239.5</c:v>
                </c:pt>
                <c:pt idx="2555">
                  <c:v>1234.8</c:v>
                </c:pt>
                <c:pt idx="2556">
                  <c:v>1250.6500000000001</c:v>
                </c:pt>
                <c:pt idx="2557">
                  <c:v>1281.05</c:v>
                </c:pt>
                <c:pt idx="2558">
                  <c:v>1273.95</c:v>
                </c:pt>
                <c:pt idx="2559">
                  <c:v>1259.25</c:v>
                </c:pt>
                <c:pt idx="2560">
                  <c:v>1223.3499999999999</c:v>
                </c:pt>
                <c:pt idx="2561">
                  <c:v>1227.75</c:v>
                </c:pt>
                <c:pt idx="2562">
                  <c:v>1230.45</c:v>
                </c:pt>
                <c:pt idx="2563">
                  <c:v>1268.05</c:v>
                </c:pt>
                <c:pt idx="2564">
                  <c:v>1265</c:v>
                </c:pt>
                <c:pt idx="2565">
                  <c:v>1288.9000000000001</c:v>
                </c:pt>
                <c:pt idx="2566">
                  <c:v>1225.95</c:v>
                </c:pt>
                <c:pt idx="2567">
                  <c:v>1224.7</c:v>
                </c:pt>
                <c:pt idx="2568">
                  <c:v>1225.25</c:v>
                </c:pt>
                <c:pt idx="2569">
                  <c:v>1204.3499999999999</c:v>
                </c:pt>
                <c:pt idx="2570">
                  <c:v>1198.25</c:v>
                </c:pt>
                <c:pt idx="2571">
                  <c:v>1212.4000000000001</c:v>
                </c:pt>
                <c:pt idx="2572">
                  <c:v>1204.8</c:v>
                </c:pt>
                <c:pt idx="2573">
                  <c:v>1177.6500000000001</c:v>
                </c:pt>
                <c:pt idx="2574">
                  <c:v>1232.45</c:v>
                </c:pt>
                <c:pt idx="2575">
                  <c:v>1227.5999999999999</c:v>
                </c:pt>
                <c:pt idx="2576">
                  <c:v>1221.8499999999999</c:v>
                </c:pt>
                <c:pt idx="2577">
                  <c:v>1144.0999999999999</c:v>
                </c:pt>
                <c:pt idx="2578">
                  <c:v>1156.05</c:v>
                </c:pt>
                <c:pt idx="2579">
                  <c:v>1154.8499999999999</c:v>
                </c:pt>
                <c:pt idx="2580">
                  <c:v>1121.3</c:v>
                </c:pt>
                <c:pt idx="2581">
                  <c:v>1211.8499999999999</c:v>
                </c:pt>
                <c:pt idx="2582">
                  <c:v>1201.05</c:v>
                </c:pt>
                <c:pt idx="2583">
                  <c:v>1232.7</c:v>
                </c:pt>
                <c:pt idx="2584">
                  <c:v>1261.05</c:v>
                </c:pt>
                <c:pt idx="2585">
                  <c:v>1196.2</c:v>
                </c:pt>
                <c:pt idx="2586">
                  <c:v>1171.0999999999999</c:v>
                </c:pt>
                <c:pt idx="2587">
                  <c:v>1150.25</c:v>
                </c:pt>
                <c:pt idx="2588">
                  <c:v>1081.8499999999999</c:v>
                </c:pt>
                <c:pt idx="2589">
                  <c:v>1066.95</c:v>
                </c:pt>
                <c:pt idx="2590">
                  <c:v>1084.5999999999999</c:v>
                </c:pt>
                <c:pt idx="2591">
                  <c:v>1055.3499999999999</c:v>
                </c:pt>
                <c:pt idx="2592">
                  <c:v>994.4</c:v>
                </c:pt>
                <c:pt idx="2593">
                  <c:v>1050.3499999999999</c:v>
                </c:pt>
                <c:pt idx="2594">
                  <c:v>1075.2</c:v>
                </c:pt>
                <c:pt idx="2595">
                  <c:v>1100.05</c:v>
                </c:pt>
                <c:pt idx="2596">
                  <c:v>1108.05</c:v>
                </c:pt>
                <c:pt idx="2597">
                  <c:v>1054</c:v>
                </c:pt>
                <c:pt idx="2598">
                  <c:v>1053.95</c:v>
                </c:pt>
                <c:pt idx="2599">
                  <c:v>1070.1500000000001</c:v>
                </c:pt>
                <c:pt idx="2600">
                  <c:v>1075.8499999999999</c:v>
                </c:pt>
                <c:pt idx="2601">
                  <c:v>1031.9000000000001</c:v>
                </c:pt>
                <c:pt idx="2602">
                  <c:v>1012.05</c:v>
                </c:pt>
                <c:pt idx="2603">
                  <c:v>1027.1500000000001</c:v>
                </c:pt>
                <c:pt idx="2604">
                  <c:v>1050.45</c:v>
                </c:pt>
                <c:pt idx="2605">
                  <c:v>1039.25</c:v>
                </c:pt>
                <c:pt idx="2606">
                  <c:v>1043.75</c:v>
                </c:pt>
                <c:pt idx="2607">
                  <c:v>1063.6500000000001</c:v>
                </c:pt>
                <c:pt idx="2608">
                  <c:v>1057.25</c:v>
                </c:pt>
                <c:pt idx="2609">
                  <c:v>1049.0999999999999</c:v>
                </c:pt>
                <c:pt idx="2610">
                  <c:v>1038.9000000000001</c:v>
                </c:pt>
                <c:pt idx="2611">
                  <c:v>1096.9000000000001</c:v>
                </c:pt>
                <c:pt idx="2612">
                  <c:v>1070.7</c:v>
                </c:pt>
                <c:pt idx="2613">
                  <c:v>1067</c:v>
                </c:pt>
                <c:pt idx="2614">
                  <c:v>1056.5</c:v>
                </c:pt>
                <c:pt idx="2615">
                  <c:v>1043.2</c:v>
                </c:pt>
                <c:pt idx="2616">
                  <c:v>1063.2</c:v>
                </c:pt>
                <c:pt idx="2617">
                  <c:v>1049.55</c:v>
                </c:pt>
                <c:pt idx="2618">
                  <c:v>1061.45</c:v>
                </c:pt>
                <c:pt idx="2619">
                  <c:v>1036.9000000000001</c:v>
                </c:pt>
                <c:pt idx="2620">
                  <c:v>1029.75</c:v>
                </c:pt>
                <c:pt idx="2621">
                  <c:v>1028.75</c:v>
                </c:pt>
                <c:pt idx="2622">
                  <c:v>1075.9000000000001</c:v>
                </c:pt>
                <c:pt idx="2623">
                  <c:v>1062.75</c:v>
                </c:pt>
                <c:pt idx="2624">
                  <c:v>1074.05</c:v>
                </c:pt>
                <c:pt idx="2625">
                  <c:v>1081.8</c:v>
                </c:pt>
                <c:pt idx="2626">
                  <c:v>1082.3499999999999</c:v>
                </c:pt>
                <c:pt idx="2627">
                  <c:v>1101.1500000000001</c:v>
                </c:pt>
                <c:pt idx="2628">
                  <c:v>1082.3</c:v>
                </c:pt>
                <c:pt idx="2629">
                  <c:v>1096.3499999999999</c:v>
                </c:pt>
                <c:pt idx="2630">
                  <c:v>1101.2</c:v>
                </c:pt>
                <c:pt idx="2631">
                  <c:v>1102.4000000000001</c:v>
                </c:pt>
                <c:pt idx="2632">
                  <c:v>1122.3</c:v>
                </c:pt>
                <c:pt idx="2633">
                  <c:v>1175.4000000000001</c:v>
                </c:pt>
                <c:pt idx="2634">
                  <c:v>1200.55</c:v>
                </c:pt>
                <c:pt idx="2635">
                  <c:v>1197.6500000000001</c:v>
                </c:pt>
                <c:pt idx="2636">
                  <c:v>1171</c:v>
                </c:pt>
                <c:pt idx="2637">
                  <c:v>1162.4000000000001</c:v>
                </c:pt>
                <c:pt idx="2638">
                  <c:v>1156.8499999999999</c:v>
                </c:pt>
                <c:pt idx="2639">
                  <c:v>1140.8499999999999</c:v>
                </c:pt>
                <c:pt idx="2640">
                  <c:v>1117.3</c:v>
                </c:pt>
                <c:pt idx="2641">
                  <c:v>1137.0999999999999</c:v>
                </c:pt>
                <c:pt idx="2642">
                  <c:v>1128.1500000000001</c:v>
                </c:pt>
                <c:pt idx="2643">
                  <c:v>1112.5999999999999</c:v>
                </c:pt>
                <c:pt idx="2644">
                  <c:v>1120.7</c:v>
                </c:pt>
                <c:pt idx="2645">
                  <c:v>1112.9000000000001</c:v>
                </c:pt>
                <c:pt idx="2646">
                  <c:v>1126.45</c:v>
                </c:pt>
                <c:pt idx="2647">
                  <c:v>1133.3499999999999</c:v>
                </c:pt>
                <c:pt idx="2648">
                  <c:v>1113</c:v>
                </c:pt>
                <c:pt idx="2649">
                  <c:v>1110.3</c:v>
                </c:pt>
                <c:pt idx="2650">
                  <c:v>1113.8499999999999</c:v>
                </c:pt>
                <c:pt idx="2651">
                  <c:v>1106.4000000000001</c:v>
                </c:pt>
                <c:pt idx="2652">
                  <c:v>1110.8</c:v>
                </c:pt>
                <c:pt idx="2653">
                  <c:v>1127.05</c:v>
                </c:pt>
                <c:pt idx="2654">
                  <c:v>1132.05</c:v>
                </c:pt>
                <c:pt idx="2655">
                  <c:v>1138.4000000000001</c:v>
                </c:pt>
                <c:pt idx="2656">
                  <c:v>1160.1500000000001</c:v>
                </c:pt>
                <c:pt idx="2657">
                  <c:v>1159.8499999999999</c:v>
                </c:pt>
                <c:pt idx="2658">
                  <c:v>1148.5999999999999</c:v>
                </c:pt>
                <c:pt idx="2659">
                  <c:v>1125.75</c:v>
                </c:pt>
                <c:pt idx="2660">
                  <c:v>1114.0999999999999</c:v>
                </c:pt>
                <c:pt idx="2661">
                  <c:v>1139.8499999999999</c:v>
                </c:pt>
                <c:pt idx="2662">
                  <c:v>1131.25</c:v>
                </c:pt>
                <c:pt idx="2663">
                  <c:v>1173.1500000000001</c:v>
                </c:pt>
                <c:pt idx="2664">
                  <c:v>1178.8</c:v>
                </c:pt>
                <c:pt idx="2665">
                  <c:v>1164.25</c:v>
                </c:pt>
                <c:pt idx="2666">
                  <c:v>1196.6500000000001</c:v>
                </c:pt>
                <c:pt idx="2667">
                  <c:v>1219.2</c:v>
                </c:pt>
                <c:pt idx="2668">
                  <c:v>1215.8499999999999</c:v>
                </c:pt>
                <c:pt idx="2669">
                  <c:v>1217.05</c:v>
                </c:pt>
                <c:pt idx="2670">
                  <c:v>1238.25</c:v>
                </c:pt>
                <c:pt idx="2671">
                  <c:v>1216.25</c:v>
                </c:pt>
                <c:pt idx="2672">
                  <c:v>1230.25</c:v>
                </c:pt>
                <c:pt idx="2673">
                  <c:v>1196.8</c:v>
                </c:pt>
                <c:pt idx="2674">
                  <c:v>1256.95</c:v>
                </c:pt>
                <c:pt idx="2675">
                  <c:v>1288.8499999999999</c:v>
                </c:pt>
                <c:pt idx="2676">
                  <c:v>1269.5</c:v>
                </c:pt>
                <c:pt idx="2677">
                  <c:v>1256.75</c:v>
                </c:pt>
                <c:pt idx="2678">
                  <c:v>1257.05</c:v>
                </c:pt>
                <c:pt idx="2679">
                  <c:v>1275.8</c:v>
                </c:pt>
                <c:pt idx="2680">
                  <c:v>1319.9</c:v>
                </c:pt>
                <c:pt idx="2681">
                  <c:v>1327.8</c:v>
                </c:pt>
                <c:pt idx="2682">
                  <c:v>1324.85</c:v>
                </c:pt>
                <c:pt idx="2683">
                  <c:v>1333.45</c:v>
                </c:pt>
                <c:pt idx="2684">
                  <c:v>1370.5</c:v>
                </c:pt>
                <c:pt idx="2685">
                  <c:v>1392</c:v>
                </c:pt>
                <c:pt idx="2686">
                  <c:v>1376.8</c:v>
                </c:pt>
                <c:pt idx="2687">
                  <c:v>1381.8</c:v>
                </c:pt>
                <c:pt idx="2688">
                  <c:v>1370.9</c:v>
                </c:pt>
                <c:pt idx="2689">
                  <c:v>1336.45</c:v>
                </c:pt>
                <c:pt idx="2690">
                  <c:v>1361.6</c:v>
                </c:pt>
                <c:pt idx="2691">
                  <c:v>1326.9</c:v>
                </c:pt>
                <c:pt idx="2692">
                  <c:v>1352.65</c:v>
                </c:pt>
                <c:pt idx="2693">
                  <c:v>1347.8</c:v>
                </c:pt>
                <c:pt idx="2694">
                  <c:v>1315.55</c:v>
                </c:pt>
                <c:pt idx="2695">
                  <c:v>1318.8</c:v>
                </c:pt>
                <c:pt idx="2696">
                  <c:v>1291</c:v>
                </c:pt>
                <c:pt idx="2697">
                  <c:v>1259.6500000000001</c:v>
                </c:pt>
                <c:pt idx="2698">
                  <c:v>1271.0999999999999</c:v>
                </c:pt>
                <c:pt idx="2699">
                  <c:v>1255.0999999999999</c:v>
                </c:pt>
                <c:pt idx="2700">
                  <c:v>1239.25</c:v>
                </c:pt>
                <c:pt idx="2701">
                  <c:v>1225.75</c:v>
                </c:pt>
                <c:pt idx="2702">
                  <c:v>1277.3499999999999</c:v>
                </c:pt>
                <c:pt idx="2703">
                  <c:v>1319.7</c:v>
                </c:pt>
                <c:pt idx="2704">
                  <c:v>1341.95</c:v>
                </c:pt>
                <c:pt idx="2705">
                  <c:v>1344</c:v>
                </c:pt>
                <c:pt idx="2706">
                  <c:v>1329.15</c:v>
                </c:pt>
                <c:pt idx="2707">
                  <c:v>1329.85</c:v>
                </c:pt>
                <c:pt idx="2708">
                  <c:v>1351.7</c:v>
                </c:pt>
                <c:pt idx="2709">
                  <c:v>1348.2</c:v>
                </c:pt>
                <c:pt idx="2710">
                  <c:v>1339.15</c:v>
                </c:pt>
                <c:pt idx="2711">
                  <c:v>1337.55</c:v>
                </c:pt>
                <c:pt idx="2712">
                  <c:v>1336.95</c:v>
                </c:pt>
                <c:pt idx="2713">
                  <c:v>1330.55</c:v>
                </c:pt>
                <c:pt idx="2714">
                  <c:v>1279.05</c:v>
                </c:pt>
                <c:pt idx="2715">
                  <c:v>1294.7</c:v>
                </c:pt>
                <c:pt idx="2716">
                  <c:v>1233.4000000000001</c:v>
                </c:pt>
                <c:pt idx="2717">
                  <c:v>1277.55</c:v>
                </c:pt>
                <c:pt idx="2718">
                  <c:v>1234.55</c:v>
                </c:pt>
                <c:pt idx="2719">
                  <c:v>1251.3499999999999</c:v>
                </c:pt>
                <c:pt idx="2720">
                  <c:v>1226.7</c:v>
                </c:pt>
                <c:pt idx="2721">
                  <c:v>1202.7</c:v>
                </c:pt>
                <c:pt idx="2722">
                  <c:v>1190.25</c:v>
                </c:pt>
                <c:pt idx="2723">
                  <c:v>1107.7</c:v>
                </c:pt>
                <c:pt idx="2724">
                  <c:v>1132.1500000000001</c:v>
                </c:pt>
                <c:pt idx="2725">
                  <c:v>1127.9000000000001</c:v>
                </c:pt>
                <c:pt idx="2726">
                  <c:v>1206.3</c:v>
                </c:pt>
                <c:pt idx="2727">
                  <c:v>1187.9000000000001</c:v>
                </c:pt>
                <c:pt idx="2728">
                  <c:v>1120.05</c:v>
                </c:pt>
                <c:pt idx="2729">
                  <c:v>1167.9000000000001</c:v>
                </c:pt>
                <c:pt idx="2730">
                  <c:v>1170.0999999999999</c:v>
                </c:pt>
                <c:pt idx="2731">
                  <c:v>1144.4000000000001</c:v>
                </c:pt>
                <c:pt idx="2732">
                  <c:v>1066.3</c:v>
                </c:pt>
                <c:pt idx="2733">
                  <c:v>1040.55</c:v>
                </c:pt>
                <c:pt idx="2734">
                  <c:v>1130.25</c:v>
                </c:pt>
                <c:pt idx="2735">
                  <c:v>1166.1500000000001</c:v>
                </c:pt>
                <c:pt idx="2736">
                  <c:v>1160.1500000000001</c:v>
                </c:pt>
                <c:pt idx="2737">
                  <c:v>1164.75</c:v>
                </c:pt>
                <c:pt idx="2738">
                  <c:v>1187.3499999999999</c:v>
                </c:pt>
                <c:pt idx="2739">
                  <c:v>1211.8</c:v>
                </c:pt>
                <c:pt idx="2740">
                  <c:v>1199.7</c:v>
                </c:pt>
                <c:pt idx="2741">
                  <c:v>1155.6500000000001</c:v>
                </c:pt>
                <c:pt idx="2742">
                  <c:v>1170.25</c:v>
                </c:pt>
                <c:pt idx="2743">
                  <c:v>1156.2</c:v>
                </c:pt>
                <c:pt idx="2744">
                  <c:v>1141.3499999999999</c:v>
                </c:pt>
                <c:pt idx="2745">
                  <c:v>1151.55</c:v>
                </c:pt>
                <c:pt idx="2746">
                  <c:v>1177.05</c:v>
                </c:pt>
                <c:pt idx="2747">
                  <c:v>1177.05</c:v>
                </c:pt>
                <c:pt idx="2748">
                  <c:v>1191.0999999999999</c:v>
                </c:pt>
                <c:pt idx="2749">
                  <c:v>1167.7</c:v>
                </c:pt>
                <c:pt idx="2750">
                  <c:v>1147.5</c:v>
                </c:pt>
                <c:pt idx="2751">
                  <c:v>1099.55</c:v>
                </c:pt>
                <c:pt idx="2752">
                  <c:v>1029.95</c:v>
                </c:pt>
                <c:pt idx="2753">
                  <c:v>985.8</c:v>
                </c:pt>
                <c:pt idx="2754">
                  <c:v>942.2</c:v>
                </c:pt>
                <c:pt idx="2755">
                  <c:v>995.7</c:v>
                </c:pt>
                <c:pt idx="2756">
                  <c:v>1002.7</c:v>
                </c:pt>
                <c:pt idx="2757">
                  <c:v>969.55</c:v>
                </c:pt>
                <c:pt idx="2758">
                  <c:v>975.3</c:v>
                </c:pt>
                <c:pt idx="2759">
                  <c:v>1015.45</c:v>
                </c:pt>
                <c:pt idx="2760">
                  <c:v>1052.95</c:v>
                </c:pt>
                <c:pt idx="2761">
                  <c:v>1043.3</c:v>
                </c:pt>
                <c:pt idx="2762">
                  <c:v>1012.95</c:v>
                </c:pt>
                <c:pt idx="2763">
                  <c:v>1031.8</c:v>
                </c:pt>
                <c:pt idx="2764">
                  <c:v>1014.3</c:v>
                </c:pt>
                <c:pt idx="2765">
                  <c:v>963.05</c:v>
                </c:pt>
                <c:pt idx="2766">
                  <c:v>896.4</c:v>
                </c:pt>
                <c:pt idx="2767">
                  <c:v>905.5</c:v>
                </c:pt>
                <c:pt idx="2768">
                  <c:v>899.35</c:v>
                </c:pt>
                <c:pt idx="2769">
                  <c:v>929.95</c:v>
                </c:pt>
                <c:pt idx="2770">
                  <c:v>926.3</c:v>
                </c:pt>
                <c:pt idx="2771">
                  <c:v>896.15</c:v>
                </c:pt>
                <c:pt idx="2772">
                  <c:v>898.1</c:v>
                </c:pt>
                <c:pt idx="2773">
                  <c:v>822.6</c:v>
                </c:pt>
                <c:pt idx="2774">
                  <c:v>782.35</c:v>
                </c:pt>
                <c:pt idx="2775">
                  <c:v>833.7</c:v>
                </c:pt>
                <c:pt idx="2776">
                  <c:v>860.1</c:v>
                </c:pt>
                <c:pt idx="2777">
                  <c:v>887.9</c:v>
                </c:pt>
                <c:pt idx="2778">
                  <c:v>898.15</c:v>
                </c:pt>
                <c:pt idx="2779">
                  <c:v>897.85</c:v>
                </c:pt>
                <c:pt idx="2780">
                  <c:v>921.75</c:v>
                </c:pt>
                <c:pt idx="2781">
                  <c:v>883.35</c:v>
                </c:pt>
                <c:pt idx="2782">
                  <c:v>920.3</c:v>
                </c:pt>
                <c:pt idx="2783">
                  <c:v>901.5</c:v>
                </c:pt>
                <c:pt idx="2784">
                  <c:v>891.7</c:v>
                </c:pt>
                <c:pt idx="2785">
                  <c:v>866.4</c:v>
                </c:pt>
                <c:pt idx="2786">
                  <c:v>864.3</c:v>
                </c:pt>
                <c:pt idx="2787">
                  <c:v>870.3</c:v>
                </c:pt>
                <c:pt idx="2788">
                  <c:v>944.2</c:v>
                </c:pt>
                <c:pt idx="2789">
                  <c:v>960.2</c:v>
                </c:pt>
                <c:pt idx="2790">
                  <c:v>952.95</c:v>
                </c:pt>
                <c:pt idx="2791">
                  <c:v>919.65</c:v>
                </c:pt>
                <c:pt idx="2792">
                  <c:v>936.85</c:v>
                </c:pt>
                <c:pt idx="2793">
                  <c:v>967.05</c:v>
                </c:pt>
                <c:pt idx="2794">
                  <c:v>937.75</c:v>
                </c:pt>
                <c:pt idx="2795">
                  <c:v>902.35</c:v>
                </c:pt>
                <c:pt idx="2796">
                  <c:v>928.05</c:v>
                </c:pt>
                <c:pt idx="2797">
                  <c:v>909.05</c:v>
                </c:pt>
                <c:pt idx="2798">
                  <c:v>905.6</c:v>
                </c:pt>
                <c:pt idx="2799">
                  <c:v>889.85</c:v>
                </c:pt>
                <c:pt idx="2800">
                  <c:v>894.75</c:v>
                </c:pt>
                <c:pt idx="2801">
                  <c:v>874.3</c:v>
                </c:pt>
                <c:pt idx="2802">
                  <c:v>877.8</c:v>
                </c:pt>
                <c:pt idx="2803">
                  <c:v>902.4</c:v>
                </c:pt>
                <c:pt idx="2804">
                  <c:v>898.85</c:v>
                </c:pt>
                <c:pt idx="2805">
                  <c:v>907.2</c:v>
                </c:pt>
                <c:pt idx="2806">
                  <c:v>908.95</c:v>
                </c:pt>
                <c:pt idx="2807">
                  <c:v>914.65</c:v>
                </c:pt>
                <c:pt idx="2808">
                  <c:v>917.9</c:v>
                </c:pt>
                <c:pt idx="2809">
                  <c:v>916.3</c:v>
                </c:pt>
                <c:pt idx="2810">
                  <c:v>949.6</c:v>
                </c:pt>
                <c:pt idx="2811">
                  <c:v>966.1</c:v>
                </c:pt>
                <c:pt idx="2812">
                  <c:v>992.3</c:v>
                </c:pt>
                <c:pt idx="2813">
                  <c:v>996.95</c:v>
                </c:pt>
                <c:pt idx="2814">
                  <c:v>1001.15</c:v>
                </c:pt>
                <c:pt idx="2815">
                  <c:v>978.95</c:v>
                </c:pt>
                <c:pt idx="2816">
                  <c:v>956.85</c:v>
                </c:pt>
                <c:pt idx="2817">
                  <c:v>961.8</c:v>
                </c:pt>
                <c:pt idx="2818">
                  <c:v>958.25</c:v>
                </c:pt>
                <c:pt idx="2819">
                  <c:v>935.5</c:v>
                </c:pt>
                <c:pt idx="2820">
                  <c:v>936</c:v>
                </c:pt>
                <c:pt idx="2821">
                  <c:v>970.15</c:v>
                </c:pt>
                <c:pt idx="2822">
                  <c:v>974.1</c:v>
                </c:pt>
                <c:pt idx="2823">
                  <c:v>979.2</c:v>
                </c:pt>
                <c:pt idx="2824">
                  <c:v>998.2</c:v>
                </c:pt>
                <c:pt idx="2825">
                  <c:v>982.15</c:v>
                </c:pt>
                <c:pt idx="2826">
                  <c:v>955.65</c:v>
                </c:pt>
                <c:pt idx="2827">
                  <c:v>948.15</c:v>
                </c:pt>
                <c:pt idx="2828">
                  <c:v>931.5</c:v>
                </c:pt>
                <c:pt idx="2829">
                  <c:v>905.9</c:v>
                </c:pt>
                <c:pt idx="2830">
                  <c:v>895.1</c:v>
                </c:pt>
                <c:pt idx="2831">
                  <c:v>859.55</c:v>
                </c:pt>
                <c:pt idx="2832">
                  <c:v>891.6</c:v>
                </c:pt>
                <c:pt idx="2833">
                  <c:v>896.9</c:v>
                </c:pt>
                <c:pt idx="2834">
                  <c:v>889.15</c:v>
                </c:pt>
                <c:pt idx="2835">
                  <c:v>917.9</c:v>
                </c:pt>
                <c:pt idx="2836">
                  <c:v>910.9</c:v>
                </c:pt>
                <c:pt idx="2837">
                  <c:v>935.8</c:v>
                </c:pt>
                <c:pt idx="2838">
                  <c:v>922.5</c:v>
                </c:pt>
                <c:pt idx="2839">
                  <c:v>923.5</c:v>
                </c:pt>
                <c:pt idx="2840">
                  <c:v>940.55</c:v>
                </c:pt>
                <c:pt idx="2841">
                  <c:v>925.05</c:v>
                </c:pt>
                <c:pt idx="2842">
                  <c:v>918.95</c:v>
                </c:pt>
                <c:pt idx="2843">
                  <c:v>899.1</c:v>
                </c:pt>
                <c:pt idx="2844">
                  <c:v>908.1</c:v>
                </c:pt>
                <c:pt idx="2845">
                  <c:v>901</c:v>
                </c:pt>
                <c:pt idx="2846">
                  <c:v>911.5</c:v>
                </c:pt>
                <c:pt idx="2847">
                  <c:v>937.65</c:v>
                </c:pt>
                <c:pt idx="2848">
                  <c:v>959.55</c:v>
                </c:pt>
                <c:pt idx="2849">
                  <c:v>976.25</c:v>
                </c:pt>
                <c:pt idx="2850">
                  <c:v>964.7</c:v>
                </c:pt>
                <c:pt idx="2851">
                  <c:v>951.2</c:v>
                </c:pt>
                <c:pt idx="2852">
                  <c:v>938.25</c:v>
                </c:pt>
                <c:pt idx="2853">
                  <c:v>935.75</c:v>
                </c:pt>
                <c:pt idx="2854">
                  <c:v>940.85</c:v>
                </c:pt>
                <c:pt idx="2855">
                  <c:v>922.3</c:v>
                </c:pt>
                <c:pt idx="2856">
                  <c:v>913.5</c:v>
                </c:pt>
                <c:pt idx="2857">
                  <c:v>898.5</c:v>
                </c:pt>
                <c:pt idx="2858">
                  <c:v>886.1</c:v>
                </c:pt>
                <c:pt idx="2859">
                  <c:v>890.05</c:v>
                </c:pt>
                <c:pt idx="2860">
                  <c:v>888.65</c:v>
                </c:pt>
                <c:pt idx="2861">
                  <c:v>872.05</c:v>
                </c:pt>
                <c:pt idx="2862">
                  <c:v>866.25</c:v>
                </c:pt>
                <c:pt idx="2863">
                  <c:v>843.4</c:v>
                </c:pt>
                <c:pt idx="2864">
                  <c:v>849.85</c:v>
                </c:pt>
                <c:pt idx="2865">
                  <c:v>838.1</c:v>
                </c:pt>
                <c:pt idx="2866">
                  <c:v>833</c:v>
                </c:pt>
                <c:pt idx="2867">
                  <c:v>871.3</c:v>
                </c:pt>
                <c:pt idx="2868">
                  <c:v>883.35</c:v>
                </c:pt>
                <c:pt idx="2869">
                  <c:v>879.4</c:v>
                </c:pt>
                <c:pt idx="2870">
                  <c:v>873.6</c:v>
                </c:pt>
                <c:pt idx="2871">
                  <c:v>883.35</c:v>
                </c:pt>
                <c:pt idx="2872">
                  <c:v>882.55</c:v>
                </c:pt>
                <c:pt idx="2873">
                  <c:v>881.45</c:v>
                </c:pt>
                <c:pt idx="2874">
                  <c:v>875.45</c:v>
                </c:pt>
                <c:pt idx="2875">
                  <c:v>889.25</c:v>
                </c:pt>
                <c:pt idx="2876">
                  <c:v>910.3</c:v>
                </c:pt>
                <c:pt idx="2877">
                  <c:v>882.75</c:v>
                </c:pt>
                <c:pt idx="2878">
                  <c:v>849.5</c:v>
                </c:pt>
                <c:pt idx="2879">
                  <c:v>836.45</c:v>
                </c:pt>
                <c:pt idx="2880">
                  <c:v>852.3</c:v>
                </c:pt>
                <c:pt idx="2881">
                  <c:v>867.65</c:v>
                </c:pt>
                <c:pt idx="2882">
                  <c:v>861.5</c:v>
                </c:pt>
                <c:pt idx="2883">
                  <c:v>883.8</c:v>
                </c:pt>
                <c:pt idx="2884">
                  <c:v>893.25</c:v>
                </c:pt>
                <c:pt idx="2885">
                  <c:v>867.6</c:v>
                </c:pt>
                <c:pt idx="2886">
                  <c:v>856.15</c:v>
                </c:pt>
                <c:pt idx="2887">
                  <c:v>869.05</c:v>
                </c:pt>
                <c:pt idx="2888">
                  <c:v>870.2</c:v>
                </c:pt>
                <c:pt idx="2889">
                  <c:v>870.25</c:v>
                </c:pt>
                <c:pt idx="2890">
                  <c:v>863</c:v>
                </c:pt>
                <c:pt idx="2891">
                  <c:v>819.3</c:v>
                </c:pt>
                <c:pt idx="2892">
                  <c:v>772.9</c:v>
                </c:pt>
                <c:pt idx="2893">
                  <c:v>694.95</c:v>
                </c:pt>
                <c:pt idx="2894">
                  <c:v>672.7</c:v>
                </c:pt>
                <c:pt idx="2895">
                  <c:v>709.95</c:v>
                </c:pt>
                <c:pt idx="2896">
                  <c:v>685.1</c:v>
                </c:pt>
                <c:pt idx="2897">
                  <c:v>701.1</c:v>
                </c:pt>
                <c:pt idx="2898">
                  <c:v>677.25</c:v>
                </c:pt>
                <c:pt idx="2899">
                  <c:v>652.75</c:v>
                </c:pt>
                <c:pt idx="2900">
                  <c:v>656.55</c:v>
                </c:pt>
                <c:pt idx="2901">
                  <c:v>667.95</c:v>
                </c:pt>
                <c:pt idx="2902">
                  <c:v>655.95</c:v>
                </c:pt>
                <c:pt idx="2903">
                  <c:v>644.75</c:v>
                </c:pt>
                <c:pt idx="2904">
                  <c:v>641.25</c:v>
                </c:pt>
                <c:pt idx="2905">
                  <c:v>634.45000000000005</c:v>
                </c:pt>
                <c:pt idx="2906">
                  <c:v>665.95</c:v>
                </c:pt>
                <c:pt idx="2907">
                  <c:v>663.9</c:v>
                </c:pt>
                <c:pt idx="2908">
                  <c:v>671.75</c:v>
                </c:pt>
                <c:pt idx="2909">
                  <c:v>673.35</c:v>
                </c:pt>
                <c:pt idx="2910">
                  <c:v>646.75</c:v>
                </c:pt>
                <c:pt idx="2911">
                  <c:v>609.15</c:v>
                </c:pt>
                <c:pt idx="2912">
                  <c:v>649.04999999999995</c:v>
                </c:pt>
                <c:pt idx="2913">
                  <c:v>678.2</c:v>
                </c:pt>
                <c:pt idx="2914">
                  <c:v>722.95</c:v>
                </c:pt>
                <c:pt idx="2915">
                  <c:v>727.5</c:v>
                </c:pt>
                <c:pt idx="2916">
                  <c:v>720.15</c:v>
                </c:pt>
                <c:pt idx="2917">
                  <c:v>736.85</c:v>
                </c:pt>
                <c:pt idx="2918">
                  <c:v>722.1</c:v>
                </c:pt>
                <c:pt idx="2919">
                  <c:v>687.65</c:v>
                </c:pt>
                <c:pt idx="2920">
                  <c:v>656.4</c:v>
                </c:pt>
                <c:pt idx="2921">
                  <c:v>650.4</c:v>
                </c:pt>
                <c:pt idx="2922">
                  <c:v>683.8</c:v>
                </c:pt>
                <c:pt idx="2923">
                  <c:v>679.4</c:v>
                </c:pt>
                <c:pt idx="2924">
                  <c:v>686.35</c:v>
                </c:pt>
                <c:pt idx="2925">
                  <c:v>688.85</c:v>
                </c:pt>
                <c:pt idx="2926">
                  <c:v>696.85</c:v>
                </c:pt>
                <c:pt idx="2927">
                  <c:v>679</c:v>
                </c:pt>
                <c:pt idx="2928">
                  <c:v>634.1</c:v>
                </c:pt>
                <c:pt idx="2929">
                  <c:v>632.54999999999995</c:v>
                </c:pt>
                <c:pt idx="2930">
                  <c:v>618.6</c:v>
                </c:pt>
                <c:pt idx="2931">
                  <c:v>610.4</c:v>
                </c:pt>
                <c:pt idx="2932">
                  <c:v>570.65</c:v>
                </c:pt>
                <c:pt idx="2933">
                  <c:v>586.79999999999995</c:v>
                </c:pt>
                <c:pt idx="2934">
                  <c:v>592</c:v>
                </c:pt>
                <c:pt idx="2935">
                  <c:v>549.04999999999995</c:v>
                </c:pt>
                <c:pt idx="2936">
                  <c:v>552.25</c:v>
                </c:pt>
                <c:pt idx="2937">
                  <c:v>553.04999999999995</c:v>
                </c:pt>
                <c:pt idx="2938">
                  <c:v>564.75</c:v>
                </c:pt>
                <c:pt idx="2939">
                  <c:v>582.79999999999995</c:v>
                </c:pt>
                <c:pt idx="2940">
                  <c:v>591.45000000000005</c:v>
                </c:pt>
                <c:pt idx="2941">
                  <c:v>610.04999999999995</c:v>
                </c:pt>
                <c:pt idx="2942">
                  <c:v>610.75</c:v>
                </c:pt>
                <c:pt idx="2943">
                  <c:v>601.25</c:v>
                </c:pt>
                <c:pt idx="2944">
                  <c:v>579.79999999999995</c:v>
                </c:pt>
                <c:pt idx="2945">
                  <c:v>573.79999999999995</c:v>
                </c:pt>
                <c:pt idx="2946">
                  <c:v>587</c:v>
                </c:pt>
                <c:pt idx="2947">
                  <c:v>582.6</c:v>
                </c:pt>
                <c:pt idx="2948">
                  <c:v>580.45000000000005</c:v>
                </c:pt>
                <c:pt idx="2949">
                  <c:v>586.25</c:v>
                </c:pt>
                <c:pt idx="2950">
                  <c:v>601</c:v>
                </c:pt>
                <c:pt idx="2951">
                  <c:v>603.85</c:v>
                </c:pt>
                <c:pt idx="2952">
                  <c:v>665.75</c:v>
                </c:pt>
                <c:pt idx="2953">
                  <c:v>653.5</c:v>
                </c:pt>
                <c:pt idx="2954">
                  <c:v>636.75</c:v>
                </c:pt>
                <c:pt idx="2955">
                  <c:v>638.65</c:v>
                </c:pt>
                <c:pt idx="2956">
                  <c:v>668.15</c:v>
                </c:pt>
                <c:pt idx="2957">
                  <c:v>711.55</c:v>
                </c:pt>
                <c:pt idx="2958">
                  <c:v>703.4</c:v>
                </c:pt>
                <c:pt idx="2959">
                  <c:v>671.25</c:v>
                </c:pt>
                <c:pt idx="2960">
                  <c:v>674</c:v>
                </c:pt>
                <c:pt idx="2961">
                  <c:v>656.5</c:v>
                </c:pt>
                <c:pt idx="2962">
                  <c:v>645.75</c:v>
                </c:pt>
                <c:pt idx="2963">
                  <c:v>666.55</c:v>
                </c:pt>
                <c:pt idx="2964">
                  <c:v>649.45000000000005</c:v>
                </c:pt>
                <c:pt idx="2965">
                  <c:v>610.75</c:v>
                </c:pt>
                <c:pt idx="2966">
                  <c:v>568.79999999999995</c:v>
                </c:pt>
                <c:pt idx="2967">
                  <c:v>561.75</c:v>
                </c:pt>
                <c:pt idx="2968">
                  <c:v>551.20000000000005</c:v>
                </c:pt>
                <c:pt idx="2969">
                  <c:v>568.20000000000005</c:v>
                </c:pt>
                <c:pt idx="2970">
                  <c:v>555.85</c:v>
                </c:pt>
                <c:pt idx="2971">
                  <c:v>611.54999999999995</c:v>
                </c:pt>
                <c:pt idx="2972">
                  <c:v>592.4</c:v>
                </c:pt>
                <c:pt idx="2973">
                  <c:v>593.15</c:v>
                </c:pt>
                <c:pt idx="2974">
                  <c:v>619.5</c:v>
                </c:pt>
                <c:pt idx="2975">
                  <c:v>636.75</c:v>
                </c:pt>
                <c:pt idx="2976">
                  <c:v>611.95000000000005</c:v>
                </c:pt>
                <c:pt idx="2977">
                  <c:v>620.65</c:v>
                </c:pt>
                <c:pt idx="2978">
                  <c:v>600.65</c:v>
                </c:pt>
                <c:pt idx="2979">
                  <c:v>586.29999999999995</c:v>
                </c:pt>
                <c:pt idx="2980">
                  <c:v>550.75</c:v>
                </c:pt>
                <c:pt idx="2981">
                  <c:v>556.79999999999995</c:v>
                </c:pt>
                <c:pt idx="2982">
                  <c:v>543.04999999999995</c:v>
                </c:pt>
                <c:pt idx="2983">
                  <c:v>537.35</c:v>
                </c:pt>
                <c:pt idx="2984">
                  <c:v>509.5</c:v>
                </c:pt>
                <c:pt idx="2985">
                  <c:v>493.2</c:v>
                </c:pt>
                <c:pt idx="2986">
                  <c:v>469.15</c:v>
                </c:pt>
                <c:pt idx="2987">
                  <c:v>509.9</c:v>
                </c:pt>
                <c:pt idx="2988">
                  <c:v>518.4</c:v>
                </c:pt>
                <c:pt idx="2989">
                  <c:v>512.95000000000005</c:v>
                </c:pt>
                <c:pt idx="2990">
                  <c:v>523</c:v>
                </c:pt>
                <c:pt idx="2991">
                  <c:v>507.4</c:v>
                </c:pt>
                <c:pt idx="2992">
                  <c:v>513.79999999999995</c:v>
                </c:pt>
                <c:pt idx="2993">
                  <c:v>524.85</c:v>
                </c:pt>
                <c:pt idx="2994">
                  <c:v>507.2</c:v>
                </c:pt>
                <c:pt idx="2995">
                  <c:v>536.95000000000005</c:v>
                </c:pt>
                <c:pt idx="2996">
                  <c:v>588.79999999999995</c:v>
                </c:pt>
                <c:pt idx="2997">
                  <c:v>585.79999999999995</c:v>
                </c:pt>
                <c:pt idx="2998">
                  <c:v>582.04999999999995</c:v>
                </c:pt>
                <c:pt idx="2999">
                  <c:v>564.6</c:v>
                </c:pt>
                <c:pt idx="3000">
                  <c:v>569.54999999999995</c:v>
                </c:pt>
                <c:pt idx="3001">
                  <c:v>572.29999999999995</c:v>
                </c:pt>
                <c:pt idx="3002">
                  <c:v>630.04999999999995</c:v>
                </c:pt>
                <c:pt idx="3003">
                  <c:v>638.85</c:v>
                </c:pt>
                <c:pt idx="3004">
                  <c:v>631.6</c:v>
                </c:pt>
                <c:pt idx="3005">
                  <c:v>638.04999999999995</c:v>
                </c:pt>
                <c:pt idx="3006">
                  <c:v>642.29999999999995</c:v>
                </c:pt>
                <c:pt idx="3007">
                  <c:v>659.95</c:v>
                </c:pt>
                <c:pt idx="3008">
                  <c:v>663.7</c:v>
                </c:pt>
                <c:pt idx="3009">
                  <c:v>668.45</c:v>
                </c:pt>
                <c:pt idx="3010">
                  <c:v>647.1</c:v>
                </c:pt>
                <c:pt idx="3011">
                  <c:v>631.4</c:v>
                </c:pt>
                <c:pt idx="3012">
                  <c:v>652.4</c:v>
                </c:pt>
                <c:pt idx="3013">
                  <c:v>665.95</c:v>
                </c:pt>
                <c:pt idx="3014">
                  <c:v>662.15</c:v>
                </c:pt>
                <c:pt idx="3015">
                  <c:v>681.55</c:v>
                </c:pt>
                <c:pt idx="3016">
                  <c:v>699.5</c:v>
                </c:pt>
                <c:pt idx="3017">
                  <c:v>712.15</c:v>
                </c:pt>
                <c:pt idx="3018">
                  <c:v>703.9</c:v>
                </c:pt>
                <c:pt idx="3019">
                  <c:v>708.95</c:v>
                </c:pt>
                <c:pt idx="3020">
                  <c:v>745.2</c:v>
                </c:pt>
                <c:pt idx="3021">
                  <c:v>742.45</c:v>
                </c:pt>
                <c:pt idx="3022">
                  <c:v>758.25</c:v>
                </c:pt>
                <c:pt idx="3023">
                  <c:v>821.35</c:v>
                </c:pt>
                <c:pt idx="3024">
                  <c:v>816.75</c:v>
                </c:pt>
                <c:pt idx="3025">
                  <c:v>814.2</c:v>
                </c:pt>
                <c:pt idx="3026">
                  <c:v>828.05</c:v>
                </c:pt>
                <c:pt idx="3027">
                  <c:v>869.25</c:v>
                </c:pt>
                <c:pt idx="3028">
                  <c:v>861.65</c:v>
                </c:pt>
                <c:pt idx="3029">
                  <c:v>855.45</c:v>
                </c:pt>
                <c:pt idx="3030">
                  <c:v>865.25</c:v>
                </c:pt>
                <c:pt idx="3031">
                  <c:v>811.9</c:v>
                </c:pt>
                <c:pt idx="3032">
                  <c:v>798.9</c:v>
                </c:pt>
                <c:pt idx="3033">
                  <c:v>816.05</c:v>
                </c:pt>
                <c:pt idx="3034">
                  <c:v>758.65</c:v>
                </c:pt>
                <c:pt idx="3035">
                  <c:v>793.85</c:v>
                </c:pt>
                <c:pt idx="3036">
                  <c:v>808.6</c:v>
                </c:pt>
                <c:pt idx="3037">
                  <c:v>779.75</c:v>
                </c:pt>
                <c:pt idx="3038">
                  <c:v>786.35</c:v>
                </c:pt>
                <c:pt idx="3039">
                  <c:v>787.05</c:v>
                </c:pt>
                <c:pt idx="3040">
                  <c:v>757.2</c:v>
                </c:pt>
                <c:pt idx="3041">
                  <c:v>706.85</c:v>
                </c:pt>
                <c:pt idx="3042">
                  <c:v>693.4</c:v>
                </c:pt>
                <c:pt idx="3043">
                  <c:v>748.1</c:v>
                </c:pt>
                <c:pt idx="3044">
                  <c:v>765.9</c:v>
                </c:pt>
                <c:pt idx="3045">
                  <c:v>788.9</c:v>
                </c:pt>
                <c:pt idx="3046">
                  <c:v>783.6</c:v>
                </c:pt>
                <c:pt idx="3047">
                  <c:v>759.7</c:v>
                </c:pt>
                <c:pt idx="3048">
                  <c:v>748.6</c:v>
                </c:pt>
                <c:pt idx="3049">
                  <c:v>726.65</c:v>
                </c:pt>
                <c:pt idx="3050">
                  <c:v>731.45</c:v>
                </c:pt>
                <c:pt idx="3051">
                  <c:v>778.15</c:v>
                </c:pt>
                <c:pt idx="3052">
                  <c:v>719</c:v>
                </c:pt>
                <c:pt idx="3053">
                  <c:v>733.85</c:v>
                </c:pt>
                <c:pt idx="3054">
                  <c:v>729.6</c:v>
                </c:pt>
                <c:pt idx="3055">
                  <c:v>739.9</c:v>
                </c:pt>
                <c:pt idx="3056">
                  <c:v>709.8</c:v>
                </c:pt>
                <c:pt idx="3057">
                  <c:v>707.75</c:v>
                </c:pt>
                <c:pt idx="3058">
                  <c:v>721.45</c:v>
                </c:pt>
                <c:pt idx="3059">
                  <c:v>723.35</c:v>
                </c:pt>
                <c:pt idx="3060">
                  <c:v>726.1</c:v>
                </c:pt>
                <c:pt idx="3061">
                  <c:v>719.05</c:v>
                </c:pt>
                <c:pt idx="3062">
                  <c:v>687.5</c:v>
                </c:pt>
                <c:pt idx="3063">
                  <c:v>697.2</c:v>
                </c:pt>
                <c:pt idx="3064">
                  <c:v>694.1</c:v>
                </c:pt>
                <c:pt idx="3065">
                  <c:v>707.65</c:v>
                </c:pt>
                <c:pt idx="3066">
                  <c:v>739.85</c:v>
                </c:pt>
                <c:pt idx="3067">
                  <c:v>752.05</c:v>
                </c:pt>
                <c:pt idx="3068">
                  <c:v>750.45</c:v>
                </c:pt>
                <c:pt idx="3069">
                  <c:v>758.75</c:v>
                </c:pt>
                <c:pt idx="3070">
                  <c:v>762.8</c:v>
                </c:pt>
                <c:pt idx="3071">
                  <c:v>750.75</c:v>
                </c:pt>
                <c:pt idx="3072">
                  <c:v>709.85</c:v>
                </c:pt>
                <c:pt idx="3073">
                  <c:v>694.35</c:v>
                </c:pt>
                <c:pt idx="3074">
                  <c:v>687.85</c:v>
                </c:pt>
                <c:pt idx="3075">
                  <c:v>678</c:v>
                </c:pt>
                <c:pt idx="3076">
                  <c:v>681.25</c:v>
                </c:pt>
                <c:pt idx="3077">
                  <c:v>680.5</c:v>
                </c:pt>
                <c:pt idx="3078">
                  <c:v>693.3</c:v>
                </c:pt>
                <c:pt idx="3079">
                  <c:v>697.2</c:v>
                </c:pt>
                <c:pt idx="3080">
                  <c:v>679.85</c:v>
                </c:pt>
                <c:pt idx="3081">
                  <c:v>668.8</c:v>
                </c:pt>
                <c:pt idx="3082">
                  <c:v>721.75</c:v>
                </c:pt>
                <c:pt idx="3083">
                  <c:v>689.9</c:v>
                </c:pt>
                <c:pt idx="3084">
                  <c:v>660.7</c:v>
                </c:pt>
                <c:pt idx="3085">
                  <c:v>661.25</c:v>
                </c:pt>
                <c:pt idx="3086">
                  <c:v>627.5</c:v>
                </c:pt>
                <c:pt idx="3087">
                  <c:v>619.75</c:v>
                </c:pt>
                <c:pt idx="3088">
                  <c:v>653</c:v>
                </c:pt>
                <c:pt idx="3089">
                  <c:v>619</c:v>
                </c:pt>
                <c:pt idx="3090">
                  <c:v>602.1</c:v>
                </c:pt>
                <c:pt idx="3091">
                  <c:v>599.4</c:v>
                </c:pt>
                <c:pt idx="3092">
                  <c:v>611.1</c:v>
                </c:pt>
                <c:pt idx="3093">
                  <c:v>594.1</c:v>
                </c:pt>
                <c:pt idx="3094">
                  <c:v>577.5</c:v>
                </c:pt>
                <c:pt idx="3095">
                  <c:v>595.25</c:v>
                </c:pt>
                <c:pt idx="3096">
                  <c:v>607.35</c:v>
                </c:pt>
                <c:pt idx="3097">
                  <c:v>608.15</c:v>
                </c:pt>
                <c:pt idx="3098">
                  <c:v>621.75</c:v>
                </c:pt>
                <c:pt idx="3099">
                  <c:v>618</c:v>
                </c:pt>
                <c:pt idx="3100">
                  <c:v>628.70000000000005</c:v>
                </c:pt>
                <c:pt idx="3101">
                  <c:v>600.45000000000005</c:v>
                </c:pt>
                <c:pt idx="3102">
                  <c:v>609</c:v>
                </c:pt>
                <c:pt idx="3103">
                  <c:v>602.9</c:v>
                </c:pt>
                <c:pt idx="3104">
                  <c:v>626.70000000000005</c:v>
                </c:pt>
                <c:pt idx="3105">
                  <c:v>648.54999999999995</c:v>
                </c:pt>
                <c:pt idx="3106">
                  <c:v>640.9</c:v>
                </c:pt>
                <c:pt idx="3107">
                  <c:v>638.29999999999995</c:v>
                </c:pt>
                <c:pt idx="3108">
                  <c:v>643.85</c:v>
                </c:pt>
                <c:pt idx="3109">
                  <c:v>641.35</c:v>
                </c:pt>
                <c:pt idx="3110">
                  <c:v>630.04999999999995</c:v>
                </c:pt>
                <c:pt idx="3111">
                  <c:v>650.6</c:v>
                </c:pt>
                <c:pt idx="3112">
                  <c:v>626.54999999999995</c:v>
                </c:pt>
                <c:pt idx="3113">
                  <c:v>634.15</c:v>
                </c:pt>
                <c:pt idx="3114">
                  <c:v>648.95000000000005</c:v>
                </c:pt>
                <c:pt idx="3115">
                  <c:v>659.8</c:v>
                </c:pt>
                <c:pt idx="3116">
                  <c:v>648.29999999999995</c:v>
                </c:pt>
                <c:pt idx="3117">
                  <c:v>647.4</c:v>
                </c:pt>
                <c:pt idx="3118">
                  <c:v>648.5</c:v>
                </c:pt>
                <c:pt idx="3119">
                  <c:v>667.35</c:v>
                </c:pt>
                <c:pt idx="3120">
                  <c:v>669.25</c:v>
                </c:pt>
                <c:pt idx="3121">
                  <c:v>679.7</c:v>
                </c:pt>
                <c:pt idx="3122">
                  <c:v>679.5</c:v>
                </c:pt>
                <c:pt idx="3123">
                  <c:v>695.15</c:v>
                </c:pt>
                <c:pt idx="3124">
                  <c:v>726.2</c:v>
                </c:pt>
                <c:pt idx="3125">
                  <c:v>722.75</c:v>
                </c:pt>
                <c:pt idx="3126">
                  <c:v>715.85</c:v>
                </c:pt>
                <c:pt idx="3127">
                  <c:v>704.2</c:v>
                </c:pt>
                <c:pt idx="3128">
                  <c:v>712.95</c:v>
                </c:pt>
                <c:pt idx="3129">
                  <c:v>714.6</c:v>
                </c:pt>
                <c:pt idx="3130">
                  <c:v>700.8</c:v>
                </c:pt>
                <c:pt idx="3131">
                  <c:v>691.5</c:v>
                </c:pt>
                <c:pt idx="3132">
                  <c:v>675.55</c:v>
                </c:pt>
                <c:pt idx="3133">
                  <c:v>671.8</c:v>
                </c:pt>
                <c:pt idx="3134">
                  <c:v>673.15</c:v>
                </c:pt>
                <c:pt idx="3135">
                  <c:v>689.5</c:v>
                </c:pt>
                <c:pt idx="3136">
                  <c:v>703.15</c:v>
                </c:pt>
                <c:pt idx="3137">
                  <c:v>675.7</c:v>
                </c:pt>
                <c:pt idx="3138">
                  <c:v>670.3</c:v>
                </c:pt>
                <c:pt idx="3139">
                  <c:v>669.65</c:v>
                </c:pt>
                <c:pt idx="3140">
                  <c:v>643.75</c:v>
                </c:pt>
                <c:pt idx="3141">
                  <c:v>644.4</c:v>
                </c:pt>
                <c:pt idx="3142">
                  <c:v>667.4</c:v>
                </c:pt>
                <c:pt idx="3143">
                  <c:v>668.1</c:v>
                </c:pt>
                <c:pt idx="3144">
                  <c:v>689.05</c:v>
                </c:pt>
                <c:pt idx="3145">
                  <c:v>701.35</c:v>
                </c:pt>
                <c:pt idx="3146">
                  <c:v>699.1</c:v>
                </c:pt>
                <c:pt idx="3147">
                  <c:v>709.15</c:v>
                </c:pt>
                <c:pt idx="3148">
                  <c:v>718.2</c:v>
                </c:pt>
                <c:pt idx="3149">
                  <c:v>722</c:v>
                </c:pt>
                <c:pt idx="3150">
                  <c:v>726.8</c:v>
                </c:pt>
                <c:pt idx="3151">
                  <c:v>730.8</c:v>
                </c:pt>
                <c:pt idx="3152">
                  <c:v>744.3</c:v>
                </c:pt>
                <c:pt idx="3153">
                  <c:v>749.8</c:v>
                </c:pt>
                <c:pt idx="3154">
                  <c:v>750.55</c:v>
                </c:pt>
                <c:pt idx="3155">
                  <c:v>720.65</c:v>
                </c:pt>
                <c:pt idx="3156">
                  <c:v>733.2</c:v>
                </c:pt>
                <c:pt idx="3157">
                  <c:v>720.55</c:v>
                </c:pt>
                <c:pt idx="3158">
                  <c:v>719.5</c:v>
                </c:pt>
                <c:pt idx="3159">
                  <c:v>737.5</c:v>
                </c:pt>
                <c:pt idx="3160">
                  <c:v>721.55</c:v>
                </c:pt>
                <c:pt idx="3161">
                  <c:v>710.4</c:v>
                </c:pt>
                <c:pt idx="3162">
                  <c:v>689.05</c:v>
                </c:pt>
                <c:pt idx="3163">
                  <c:v>695</c:v>
                </c:pt>
                <c:pt idx="3164">
                  <c:v>693.7</c:v>
                </c:pt>
                <c:pt idx="3165">
                  <c:v>671.1</c:v>
                </c:pt>
                <c:pt idx="3166">
                  <c:v>676.7</c:v>
                </c:pt>
                <c:pt idx="3167">
                  <c:v>655.04999999999995</c:v>
                </c:pt>
                <c:pt idx="3168">
                  <c:v>658.3</c:v>
                </c:pt>
                <c:pt idx="3169">
                  <c:v>673.7</c:v>
                </c:pt>
                <c:pt idx="3170">
                  <c:v>679.1</c:v>
                </c:pt>
                <c:pt idx="3171">
                  <c:v>689.4</c:v>
                </c:pt>
                <c:pt idx="3172">
                  <c:v>684.8</c:v>
                </c:pt>
                <c:pt idx="3173">
                  <c:v>695.3</c:v>
                </c:pt>
                <c:pt idx="3174">
                  <c:v>687.45</c:v>
                </c:pt>
                <c:pt idx="3175">
                  <c:v>712.35</c:v>
                </c:pt>
                <c:pt idx="3176">
                  <c:v>726.85</c:v>
                </c:pt>
                <c:pt idx="3177">
                  <c:v>727.95</c:v>
                </c:pt>
                <c:pt idx="3178">
                  <c:v>706.8</c:v>
                </c:pt>
                <c:pt idx="3179">
                  <c:v>730.8</c:v>
                </c:pt>
                <c:pt idx="3180">
                  <c:v>745.55</c:v>
                </c:pt>
                <c:pt idx="3181">
                  <c:v>745.1</c:v>
                </c:pt>
                <c:pt idx="3182">
                  <c:v>739.3</c:v>
                </c:pt>
                <c:pt idx="3183">
                  <c:v>738.65</c:v>
                </c:pt>
                <c:pt idx="3184">
                  <c:v>756.95</c:v>
                </c:pt>
                <c:pt idx="3185">
                  <c:v>737.55</c:v>
                </c:pt>
                <c:pt idx="3186">
                  <c:v>738.45</c:v>
                </c:pt>
                <c:pt idx="3187">
                  <c:v>743.2</c:v>
                </c:pt>
                <c:pt idx="3188">
                  <c:v>738.25</c:v>
                </c:pt>
                <c:pt idx="3189">
                  <c:v>735.25</c:v>
                </c:pt>
                <c:pt idx="3190">
                  <c:v>742.95</c:v>
                </c:pt>
                <c:pt idx="3191">
                  <c:v>748</c:v>
                </c:pt>
                <c:pt idx="3192">
                  <c:v>772.7</c:v>
                </c:pt>
                <c:pt idx="3193">
                  <c:v>767.15</c:v>
                </c:pt>
                <c:pt idx="3194">
                  <c:v>765.15</c:v>
                </c:pt>
                <c:pt idx="3195">
                  <c:v>747.1</c:v>
                </c:pt>
                <c:pt idx="3196">
                  <c:v>726.45</c:v>
                </c:pt>
                <c:pt idx="3197">
                  <c:v>735.7</c:v>
                </c:pt>
                <c:pt idx="3198">
                  <c:v>735.5</c:v>
                </c:pt>
                <c:pt idx="3199">
                  <c:v>750.9</c:v>
                </c:pt>
                <c:pt idx="3200">
                  <c:v>746.2</c:v>
                </c:pt>
                <c:pt idx="3201">
                  <c:v>731.1</c:v>
                </c:pt>
                <c:pt idx="3202">
                  <c:v>733.15</c:v>
                </c:pt>
                <c:pt idx="3203">
                  <c:v>737.65</c:v>
                </c:pt>
                <c:pt idx="3204">
                  <c:v>735.45</c:v>
                </c:pt>
                <c:pt idx="3205">
                  <c:v>738.5</c:v>
                </c:pt>
                <c:pt idx="3206">
                  <c:v>764.75</c:v>
                </c:pt>
                <c:pt idx="3207">
                  <c:v>754.55</c:v>
                </c:pt>
                <c:pt idx="3208">
                  <c:v>753.25</c:v>
                </c:pt>
                <c:pt idx="3209">
                  <c:v>748.75</c:v>
                </c:pt>
                <c:pt idx="3210">
                  <c:v>754.05</c:v>
                </c:pt>
                <c:pt idx="3211">
                  <c:v>749.55</c:v>
                </c:pt>
                <c:pt idx="3212">
                  <c:v>748.15</c:v>
                </c:pt>
                <c:pt idx="3213">
                  <c:v>749.05</c:v>
                </c:pt>
                <c:pt idx="3214">
                  <c:v>748.55</c:v>
                </c:pt>
                <c:pt idx="3215">
                  <c:v>737.35</c:v>
                </c:pt>
                <c:pt idx="3216">
                  <c:v>731.1</c:v>
                </c:pt>
                <c:pt idx="3217">
                  <c:v>725</c:v>
                </c:pt>
                <c:pt idx="3218">
                  <c:v>709.75</c:v>
                </c:pt>
                <c:pt idx="3219">
                  <c:v>703.15</c:v>
                </c:pt>
                <c:pt idx="3220">
                  <c:v>716.55</c:v>
                </c:pt>
                <c:pt idx="3221">
                  <c:v>718.65</c:v>
                </c:pt>
                <c:pt idx="3222">
                  <c:v>721.7</c:v>
                </c:pt>
                <c:pt idx="3223">
                  <c:v>736.7</c:v>
                </c:pt>
                <c:pt idx="3224">
                  <c:v>729.95</c:v>
                </c:pt>
                <c:pt idx="3225">
                  <c:v>742.85</c:v>
                </c:pt>
                <c:pt idx="3226">
                  <c:v>752.55</c:v>
                </c:pt>
                <c:pt idx="3227">
                  <c:v>755.15</c:v>
                </c:pt>
                <c:pt idx="3228">
                  <c:v>773.05</c:v>
                </c:pt>
                <c:pt idx="3229">
                  <c:v>776.65</c:v>
                </c:pt>
                <c:pt idx="3230">
                  <c:v>766.3</c:v>
                </c:pt>
                <c:pt idx="3231">
                  <c:v>763</c:v>
                </c:pt>
                <c:pt idx="3232">
                  <c:v>757.1</c:v>
                </c:pt>
                <c:pt idx="3233">
                  <c:v>750.2</c:v>
                </c:pt>
                <c:pt idx="3234">
                  <c:v>732.5</c:v>
                </c:pt>
                <c:pt idx="3235">
                  <c:v>744.9</c:v>
                </c:pt>
                <c:pt idx="3236">
                  <c:v>766.7</c:v>
                </c:pt>
                <c:pt idx="3237">
                  <c:v>804.95</c:v>
                </c:pt>
                <c:pt idx="3238">
                  <c:v>807.55</c:v>
                </c:pt>
                <c:pt idx="3239">
                  <c:v>824.05</c:v>
                </c:pt>
                <c:pt idx="3240">
                  <c:v>804.9</c:v>
                </c:pt>
                <c:pt idx="3241">
                  <c:v>808.95</c:v>
                </c:pt>
                <c:pt idx="3242">
                  <c:v>812.9</c:v>
                </c:pt>
                <c:pt idx="3243">
                  <c:v>806.1</c:v>
                </c:pt>
                <c:pt idx="3244">
                  <c:v>813.8</c:v>
                </c:pt>
                <c:pt idx="3245">
                  <c:v>812.1</c:v>
                </c:pt>
                <c:pt idx="3246">
                  <c:v>831.1</c:v>
                </c:pt>
                <c:pt idx="3247">
                  <c:v>827.3</c:v>
                </c:pt>
                <c:pt idx="3248">
                  <c:v>831.1</c:v>
                </c:pt>
                <c:pt idx="3249">
                  <c:v>827.55</c:v>
                </c:pt>
                <c:pt idx="3250">
                  <c:v>854.8</c:v>
                </c:pt>
                <c:pt idx="3251">
                  <c:v>845.45</c:v>
                </c:pt>
                <c:pt idx="3252">
                  <c:v>843.7</c:v>
                </c:pt>
                <c:pt idx="3253">
                  <c:v>849.05</c:v>
                </c:pt>
                <c:pt idx="3254">
                  <c:v>831.25</c:v>
                </c:pt>
                <c:pt idx="3255">
                  <c:v>848.2</c:v>
                </c:pt>
                <c:pt idx="3256">
                  <c:v>861.1</c:v>
                </c:pt>
                <c:pt idx="3257">
                  <c:v>839.2</c:v>
                </c:pt>
                <c:pt idx="3258">
                  <c:v>861.35</c:v>
                </c:pt>
                <c:pt idx="3259">
                  <c:v>869.8</c:v>
                </c:pt>
                <c:pt idx="3260">
                  <c:v>865.15</c:v>
                </c:pt>
                <c:pt idx="3261">
                  <c:v>859.5</c:v>
                </c:pt>
                <c:pt idx="3262">
                  <c:v>855.1</c:v>
                </c:pt>
                <c:pt idx="3263">
                  <c:v>834.9</c:v>
                </c:pt>
                <c:pt idx="3264">
                  <c:v>864.95</c:v>
                </c:pt>
                <c:pt idx="3265">
                  <c:v>870.7</c:v>
                </c:pt>
                <c:pt idx="3266">
                  <c:v>868.15</c:v>
                </c:pt>
                <c:pt idx="3267">
                  <c:v>849.65</c:v>
                </c:pt>
                <c:pt idx="3268">
                  <c:v>882.5</c:v>
                </c:pt>
                <c:pt idx="3269">
                  <c:v>878.7</c:v>
                </c:pt>
                <c:pt idx="3270">
                  <c:v>860</c:v>
                </c:pt>
                <c:pt idx="3271">
                  <c:v>838.25</c:v>
                </c:pt>
                <c:pt idx="3272">
                  <c:v>845.15</c:v>
                </c:pt>
                <c:pt idx="3273">
                  <c:v>835.1</c:v>
                </c:pt>
                <c:pt idx="3274">
                  <c:v>829.75</c:v>
                </c:pt>
                <c:pt idx="3275">
                  <c:v>824.65</c:v>
                </c:pt>
                <c:pt idx="3276">
                  <c:v>810.85</c:v>
                </c:pt>
                <c:pt idx="3277">
                  <c:v>806.85</c:v>
                </c:pt>
                <c:pt idx="3278">
                  <c:v>785.8</c:v>
                </c:pt>
                <c:pt idx="3279">
                  <c:v>795.35</c:v>
                </c:pt>
                <c:pt idx="3280">
                  <c:v>803.35</c:v>
                </c:pt>
                <c:pt idx="3281">
                  <c:v>813</c:v>
                </c:pt>
                <c:pt idx="3282">
                  <c:v>809.6</c:v>
                </c:pt>
                <c:pt idx="3283">
                  <c:v>768</c:v>
                </c:pt>
                <c:pt idx="3284">
                  <c:v>773.35</c:v>
                </c:pt>
                <c:pt idx="3285">
                  <c:v>767.35</c:v>
                </c:pt>
                <c:pt idx="3286">
                  <c:v>763.05</c:v>
                </c:pt>
                <c:pt idx="3287">
                  <c:v>777.8</c:v>
                </c:pt>
                <c:pt idx="3288">
                  <c:v>739.25</c:v>
                </c:pt>
                <c:pt idx="3289">
                  <c:v>747.4</c:v>
                </c:pt>
                <c:pt idx="3290">
                  <c:v>716.35</c:v>
                </c:pt>
                <c:pt idx="3291">
                  <c:v>727.7</c:v>
                </c:pt>
                <c:pt idx="3292">
                  <c:v>746.95</c:v>
                </c:pt>
                <c:pt idx="3293">
                  <c:v>730.15</c:v>
                </c:pt>
                <c:pt idx="3294">
                  <c:v>743.55</c:v>
                </c:pt>
                <c:pt idx="3295">
                  <c:v>725.15</c:v>
                </c:pt>
                <c:pt idx="3296">
                  <c:v>706.6</c:v>
                </c:pt>
                <c:pt idx="3297">
                  <c:v>702.85</c:v>
                </c:pt>
                <c:pt idx="3298">
                  <c:v>708.95</c:v>
                </c:pt>
                <c:pt idx="3299">
                  <c:v>700.4</c:v>
                </c:pt>
                <c:pt idx="3300">
                  <c:v>686.8</c:v>
                </c:pt>
                <c:pt idx="3301">
                  <c:v>661.05</c:v>
                </c:pt>
                <c:pt idx="3302">
                  <c:v>640.25</c:v>
                </c:pt>
                <c:pt idx="3303">
                  <c:v>623.85</c:v>
                </c:pt>
                <c:pt idx="3304">
                  <c:v>618.79999999999995</c:v>
                </c:pt>
                <c:pt idx="3305">
                  <c:v>609.1</c:v>
                </c:pt>
                <c:pt idx="3306">
                  <c:v>599.70000000000005</c:v>
                </c:pt>
                <c:pt idx="3307">
                  <c:v>672.35</c:v>
                </c:pt>
                <c:pt idx="3308">
                  <c:v>663.2</c:v>
                </c:pt>
                <c:pt idx="3309">
                  <c:v>697.65</c:v>
                </c:pt>
                <c:pt idx="3310">
                  <c:v>685.7</c:v>
                </c:pt>
                <c:pt idx="3311">
                  <c:v>680.65</c:v>
                </c:pt>
                <c:pt idx="3312">
                  <c:v>675.55</c:v>
                </c:pt>
                <c:pt idx="3313">
                  <c:v>671.5</c:v>
                </c:pt>
                <c:pt idx="3314">
                  <c:v>662.6</c:v>
                </c:pt>
                <c:pt idx="3315">
                  <c:v>664.9</c:v>
                </c:pt>
                <c:pt idx="3316">
                  <c:v>651.15</c:v>
                </c:pt>
                <c:pt idx="3317">
                  <c:v>679.55</c:v>
                </c:pt>
                <c:pt idx="3318">
                  <c:v>664.4</c:v>
                </c:pt>
                <c:pt idx="3319">
                  <c:v>693.25</c:v>
                </c:pt>
                <c:pt idx="3320">
                  <c:v>732.85</c:v>
                </c:pt>
                <c:pt idx="3321">
                  <c:v>717.25</c:v>
                </c:pt>
                <c:pt idx="3322">
                  <c:v>725.5</c:v>
                </c:pt>
                <c:pt idx="3323">
                  <c:v>725.15</c:v>
                </c:pt>
                <c:pt idx="3324">
                  <c:v>732.25</c:v>
                </c:pt>
                <c:pt idx="3325">
                  <c:v>704.4</c:v>
                </c:pt>
                <c:pt idx="3326">
                  <c:v>699.4</c:v>
                </c:pt>
                <c:pt idx="3327">
                  <c:v>702.75</c:v>
                </c:pt>
                <c:pt idx="3328">
                  <c:v>701.15</c:v>
                </c:pt>
                <c:pt idx="3329">
                  <c:v>709.6</c:v>
                </c:pt>
                <c:pt idx="3330">
                  <c:v>720.6</c:v>
                </c:pt>
                <c:pt idx="3331">
                  <c:v>720.95</c:v>
                </c:pt>
                <c:pt idx="3332">
                  <c:v>710.8</c:v>
                </c:pt>
                <c:pt idx="3333">
                  <c:v>702.25</c:v>
                </c:pt>
                <c:pt idx="3334">
                  <c:v>694.55</c:v>
                </c:pt>
                <c:pt idx="3335">
                  <c:v>695.25</c:v>
                </c:pt>
                <c:pt idx="3336">
                  <c:v>677.1</c:v>
                </c:pt>
                <c:pt idx="3337">
                  <c:v>677.45</c:v>
                </c:pt>
                <c:pt idx="3338">
                  <c:v>692.75</c:v>
                </c:pt>
                <c:pt idx="3339">
                  <c:v>703.7</c:v>
                </c:pt>
                <c:pt idx="3340">
                  <c:v>707</c:v>
                </c:pt>
                <c:pt idx="3341">
                  <c:v>700.2</c:v>
                </c:pt>
                <c:pt idx="3342">
                  <c:v>691.2</c:v>
                </c:pt>
                <c:pt idx="3343">
                  <c:v>684.8</c:v>
                </c:pt>
                <c:pt idx="3344">
                  <c:v>687.9</c:v>
                </c:pt>
                <c:pt idx="3345">
                  <c:v>712.75</c:v>
                </c:pt>
                <c:pt idx="3346">
                  <c:v>718.55</c:v>
                </c:pt>
                <c:pt idx="3347">
                  <c:v>719.05</c:v>
                </c:pt>
                <c:pt idx="3348">
                  <c:v>706.75</c:v>
                </c:pt>
                <c:pt idx="3349">
                  <c:v>718.05</c:v>
                </c:pt>
                <c:pt idx="3350">
                  <c:v>684</c:v>
                </c:pt>
                <c:pt idx="3351">
                  <c:v>693.85</c:v>
                </c:pt>
                <c:pt idx="3352">
                  <c:v>710.7</c:v>
                </c:pt>
                <c:pt idx="3353">
                  <c:v>726.9</c:v>
                </c:pt>
                <c:pt idx="3354">
                  <c:v>736.65</c:v>
                </c:pt>
                <c:pt idx="3355">
                  <c:v>721.8</c:v>
                </c:pt>
                <c:pt idx="3356">
                  <c:v>726.4</c:v>
                </c:pt>
                <c:pt idx="3357">
                  <c:v>704.75</c:v>
                </c:pt>
                <c:pt idx="3358">
                  <c:v>672.9</c:v>
                </c:pt>
                <c:pt idx="3359">
                  <c:v>671</c:v>
                </c:pt>
                <c:pt idx="3360">
                  <c:v>684.65</c:v>
                </c:pt>
                <c:pt idx="3361">
                  <c:v>691.2</c:v>
                </c:pt>
                <c:pt idx="3362">
                  <c:v>703.5</c:v>
                </c:pt>
                <c:pt idx="3363">
                  <c:v>713.3</c:v>
                </c:pt>
                <c:pt idx="3364">
                  <c:v>687.55</c:v>
                </c:pt>
                <c:pt idx="3365">
                  <c:v>669.65</c:v>
                </c:pt>
                <c:pt idx="3366">
                  <c:v>674.6</c:v>
                </c:pt>
                <c:pt idx="3367">
                  <c:v>655.7</c:v>
                </c:pt>
                <c:pt idx="3368">
                  <c:v>645.85</c:v>
                </c:pt>
                <c:pt idx="3369">
                  <c:v>643.4</c:v>
                </c:pt>
                <c:pt idx="3370">
                  <c:v>658.3</c:v>
                </c:pt>
                <c:pt idx="3371">
                  <c:v>659.25</c:v>
                </c:pt>
                <c:pt idx="3372">
                  <c:v>642.1</c:v>
                </c:pt>
                <c:pt idx="3373">
                  <c:v>610.70000000000005</c:v>
                </c:pt>
                <c:pt idx="3374">
                  <c:v>611.75</c:v>
                </c:pt>
                <c:pt idx="3375">
                  <c:v>616.35</c:v>
                </c:pt>
                <c:pt idx="3376">
                  <c:v>603.79999999999995</c:v>
                </c:pt>
                <c:pt idx="3377">
                  <c:v>608.9</c:v>
                </c:pt>
                <c:pt idx="3378">
                  <c:v>594.1</c:v>
                </c:pt>
                <c:pt idx="3379">
                  <c:v>604</c:v>
                </c:pt>
                <c:pt idx="3380">
                  <c:v>601.79999999999995</c:v>
                </c:pt>
                <c:pt idx="3381">
                  <c:v>590.70000000000005</c:v>
                </c:pt>
                <c:pt idx="3382">
                  <c:v>570.9</c:v>
                </c:pt>
                <c:pt idx="3383">
                  <c:v>560.29999999999995</c:v>
                </c:pt>
                <c:pt idx="3384">
                  <c:v>569.25</c:v>
                </c:pt>
                <c:pt idx="3385">
                  <c:v>571.4</c:v>
                </c:pt>
                <c:pt idx="3386">
                  <c:v>564.20000000000005</c:v>
                </c:pt>
                <c:pt idx="3387">
                  <c:v>580.65</c:v>
                </c:pt>
                <c:pt idx="3388">
                  <c:v>560.29999999999995</c:v>
                </c:pt>
                <c:pt idx="3389">
                  <c:v>566.85</c:v>
                </c:pt>
                <c:pt idx="3390">
                  <c:v>554.85</c:v>
                </c:pt>
                <c:pt idx="3391">
                  <c:v>551.25</c:v>
                </c:pt>
                <c:pt idx="3392">
                  <c:v>533.04999999999995</c:v>
                </c:pt>
                <c:pt idx="3393">
                  <c:v>565.9</c:v>
                </c:pt>
                <c:pt idx="3394">
                  <c:v>552.95000000000005</c:v>
                </c:pt>
                <c:pt idx="3395">
                  <c:v>536.6</c:v>
                </c:pt>
                <c:pt idx="3396">
                  <c:v>527.4</c:v>
                </c:pt>
                <c:pt idx="3397">
                  <c:v>509.75</c:v>
                </c:pt>
                <c:pt idx="3398">
                  <c:v>521.54999999999995</c:v>
                </c:pt>
                <c:pt idx="3399">
                  <c:v>503.75</c:v>
                </c:pt>
                <c:pt idx="3400">
                  <c:v>517.4</c:v>
                </c:pt>
                <c:pt idx="3401">
                  <c:v>518.70000000000005</c:v>
                </c:pt>
                <c:pt idx="3402">
                  <c:v>534.70000000000005</c:v>
                </c:pt>
                <c:pt idx="3403">
                  <c:v>487.35</c:v>
                </c:pt>
                <c:pt idx="3404">
                  <c:v>499.8</c:v>
                </c:pt>
                <c:pt idx="3405">
                  <c:v>521.70000000000005</c:v>
                </c:pt>
                <c:pt idx="3406">
                  <c:v>497.35</c:v>
                </c:pt>
                <c:pt idx="3407">
                  <c:v>545.9</c:v>
                </c:pt>
                <c:pt idx="3408">
                  <c:v>546.45000000000005</c:v>
                </c:pt>
                <c:pt idx="3409">
                  <c:v>539.85</c:v>
                </c:pt>
                <c:pt idx="3410">
                  <c:v>519.5</c:v>
                </c:pt>
                <c:pt idx="3411">
                  <c:v>534.35</c:v>
                </c:pt>
                <c:pt idx="3412">
                  <c:v>569.54999999999995</c:v>
                </c:pt>
                <c:pt idx="3413">
                  <c:v>541.45000000000005</c:v>
                </c:pt>
                <c:pt idx="3414">
                  <c:v>556.1</c:v>
                </c:pt>
                <c:pt idx="3415">
                  <c:v>523.79999999999995</c:v>
                </c:pt>
                <c:pt idx="3416">
                  <c:v>540.85</c:v>
                </c:pt>
                <c:pt idx="3417">
                  <c:v>564.35</c:v>
                </c:pt>
                <c:pt idx="3418">
                  <c:v>580.65</c:v>
                </c:pt>
                <c:pt idx="3419">
                  <c:v>594.9</c:v>
                </c:pt>
                <c:pt idx="3420">
                  <c:v>646.1</c:v>
                </c:pt>
                <c:pt idx="3421">
                  <c:v>623.95000000000005</c:v>
                </c:pt>
                <c:pt idx="3422">
                  <c:v>633.1</c:v>
                </c:pt>
                <c:pt idx="3423">
                  <c:v>653.6</c:v>
                </c:pt>
                <c:pt idx="3424">
                  <c:v>661.65</c:v>
                </c:pt>
                <c:pt idx="3425">
                  <c:v>666.85</c:v>
                </c:pt>
                <c:pt idx="3426">
                  <c:v>722.2</c:v>
                </c:pt>
                <c:pt idx="3427">
                  <c:v>742.65</c:v>
                </c:pt>
                <c:pt idx="3428">
                  <c:v>729.5</c:v>
                </c:pt>
                <c:pt idx="3429">
                  <c:v>743.05</c:v>
                </c:pt>
                <c:pt idx="3430">
                  <c:v>757.35</c:v>
                </c:pt>
                <c:pt idx="3431">
                  <c:v>744.35</c:v>
                </c:pt>
                <c:pt idx="3432">
                  <c:v>733.05</c:v>
                </c:pt>
                <c:pt idx="3433">
                  <c:v>729.65</c:v>
                </c:pt>
                <c:pt idx="3434">
                  <c:v>750</c:v>
                </c:pt>
                <c:pt idx="3435">
                  <c:v>762.65</c:v>
                </c:pt>
                <c:pt idx="3436">
                  <c:v>774.25</c:v>
                </c:pt>
                <c:pt idx="3437">
                  <c:v>787.4</c:v>
                </c:pt>
                <c:pt idx="3438">
                  <c:v>779.15</c:v>
                </c:pt>
                <c:pt idx="3439">
                  <c:v>791.45</c:v>
                </c:pt>
                <c:pt idx="3440">
                  <c:v>785.45</c:v>
                </c:pt>
                <c:pt idx="3441">
                  <c:v>780.65</c:v>
                </c:pt>
                <c:pt idx="3442">
                  <c:v>776.8</c:v>
                </c:pt>
                <c:pt idx="3443">
                  <c:v>788.75</c:v>
                </c:pt>
                <c:pt idx="3444">
                  <c:v>785.25</c:v>
                </c:pt>
                <c:pt idx="3445">
                  <c:v>811</c:v>
                </c:pt>
                <c:pt idx="3446">
                  <c:v>838.35</c:v>
                </c:pt>
                <c:pt idx="3447">
                  <c:v>839.55</c:v>
                </c:pt>
                <c:pt idx="3448">
                  <c:v>840.25</c:v>
                </c:pt>
                <c:pt idx="3449">
                  <c:v>846.25</c:v>
                </c:pt>
                <c:pt idx="3450">
                  <c:v>850.4</c:v>
                </c:pt>
                <c:pt idx="3451">
                  <c:v>859.15</c:v>
                </c:pt>
                <c:pt idx="3452">
                  <c:v>862.5</c:v>
                </c:pt>
                <c:pt idx="3453">
                  <c:v>848.9</c:v>
                </c:pt>
                <c:pt idx="3454">
                  <c:v>861.45</c:v>
                </c:pt>
                <c:pt idx="3455">
                  <c:v>865.35</c:v>
                </c:pt>
                <c:pt idx="3456">
                  <c:v>864.85</c:v>
                </c:pt>
                <c:pt idx="3457">
                  <c:v>866.95</c:v>
                </c:pt>
                <c:pt idx="3458">
                  <c:v>863.8</c:v>
                </c:pt>
                <c:pt idx="3459">
                  <c:v>869.55</c:v>
                </c:pt>
                <c:pt idx="3460">
                  <c:v>866.4</c:v>
                </c:pt>
                <c:pt idx="3461">
                  <c:v>856.5</c:v>
                </c:pt>
                <c:pt idx="3462">
                  <c:v>836.85</c:v>
                </c:pt>
                <c:pt idx="3463">
                  <c:v>833.05</c:v>
                </c:pt>
                <c:pt idx="3464">
                  <c:v>864.8</c:v>
                </c:pt>
                <c:pt idx="3465">
                  <c:v>872.6</c:v>
                </c:pt>
                <c:pt idx="3466">
                  <c:v>887.3</c:v>
                </c:pt>
                <c:pt idx="3467">
                  <c:v>895.9</c:v>
                </c:pt>
                <c:pt idx="3468">
                  <c:v>888.6</c:v>
                </c:pt>
                <c:pt idx="3469">
                  <c:v>874.55</c:v>
                </c:pt>
                <c:pt idx="3470">
                  <c:v>887.55</c:v>
                </c:pt>
                <c:pt idx="3471">
                  <c:v>890.55</c:v>
                </c:pt>
                <c:pt idx="3472">
                  <c:v>919.65</c:v>
                </c:pt>
                <c:pt idx="3473">
                  <c:v>915</c:v>
                </c:pt>
                <c:pt idx="3474">
                  <c:v>918.55</c:v>
                </c:pt>
                <c:pt idx="3475">
                  <c:v>933.95</c:v>
                </c:pt>
                <c:pt idx="3476">
                  <c:v>933.25</c:v>
                </c:pt>
                <c:pt idx="3477">
                  <c:v>931.7</c:v>
                </c:pt>
                <c:pt idx="3478">
                  <c:v>932.45</c:v>
                </c:pt>
                <c:pt idx="3479">
                  <c:v>927.05</c:v>
                </c:pt>
                <c:pt idx="3480">
                  <c:v>930.75</c:v>
                </c:pt>
                <c:pt idx="3481">
                  <c:v>950.05</c:v>
                </c:pt>
                <c:pt idx="3482">
                  <c:v>941.05</c:v>
                </c:pt>
                <c:pt idx="3483">
                  <c:v>931.5</c:v>
                </c:pt>
                <c:pt idx="3484">
                  <c:v>921.55</c:v>
                </c:pt>
                <c:pt idx="3485">
                  <c:v>913.6</c:v>
                </c:pt>
                <c:pt idx="3486">
                  <c:v>924.4</c:v>
                </c:pt>
                <c:pt idx="3487">
                  <c:v>943.4</c:v>
                </c:pt>
                <c:pt idx="3488">
                  <c:v>960.4</c:v>
                </c:pt>
                <c:pt idx="3489">
                  <c:v>963.75</c:v>
                </c:pt>
                <c:pt idx="3490">
                  <c:v>986.95</c:v>
                </c:pt>
                <c:pt idx="3491">
                  <c:v>988.65</c:v>
                </c:pt>
                <c:pt idx="3492">
                  <c:v>998.75</c:v>
                </c:pt>
                <c:pt idx="3493">
                  <c:v>1007.4</c:v>
                </c:pt>
                <c:pt idx="3494">
                  <c:v>1022.3</c:v>
                </c:pt>
                <c:pt idx="3495">
                  <c:v>1017.2</c:v>
                </c:pt>
                <c:pt idx="3496">
                  <c:v>1015.4</c:v>
                </c:pt>
                <c:pt idx="3497">
                  <c:v>1009.1</c:v>
                </c:pt>
                <c:pt idx="3498">
                  <c:v>994.05</c:v>
                </c:pt>
                <c:pt idx="3499">
                  <c:v>1034.3</c:v>
                </c:pt>
                <c:pt idx="3500">
                  <c:v>1027.55</c:v>
                </c:pt>
                <c:pt idx="3501">
                  <c:v>1026.3</c:v>
                </c:pt>
                <c:pt idx="3502">
                  <c:v>1025.5999999999999</c:v>
                </c:pt>
                <c:pt idx="3503">
                  <c:v>1023.3</c:v>
                </c:pt>
                <c:pt idx="3504">
                  <c:v>1019.3</c:v>
                </c:pt>
                <c:pt idx="3505">
                  <c:v>1009.85</c:v>
                </c:pt>
                <c:pt idx="3506">
                  <c:v>990.35</c:v>
                </c:pt>
                <c:pt idx="3507">
                  <c:v>1023.45</c:v>
                </c:pt>
                <c:pt idx="3508">
                  <c:v>1000.2</c:v>
                </c:pt>
                <c:pt idx="3509">
                  <c:v>987</c:v>
                </c:pt>
                <c:pt idx="3510">
                  <c:v>990.75</c:v>
                </c:pt>
                <c:pt idx="3511">
                  <c:v>994.55</c:v>
                </c:pt>
                <c:pt idx="3512">
                  <c:v>994.25</c:v>
                </c:pt>
                <c:pt idx="3513">
                  <c:v>970.05</c:v>
                </c:pt>
                <c:pt idx="3514">
                  <c:v>914.7</c:v>
                </c:pt>
                <c:pt idx="3515">
                  <c:v>930.6</c:v>
                </c:pt>
                <c:pt idx="3516">
                  <c:v>933.05</c:v>
                </c:pt>
                <c:pt idx="3517">
                  <c:v>896.2</c:v>
                </c:pt>
                <c:pt idx="3518">
                  <c:v>917.35</c:v>
                </c:pt>
                <c:pt idx="3519">
                  <c:v>852.6</c:v>
                </c:pt>
                <c:pt idx="3520">
                  <c:v>843.3</c:v>
                </c:pt>
                <c:pt idx="3521">
                  <c:v>846.8</c:v>
                </c:pt>
                <c:pt idx="3522">
                  <c:v>842.35</c:v>
                </c:pt>
                <c:pt idx="3523">
                  <c:v>868.8</c:v>
                </c:pt>
                <c:pt idx="3524">
                  <c:v>849.95</c:v>
                </c:pt>
                <c:pt idx="3525">
                  <c:v>859.6</c:v>
                </c:pt>
                <c:pt idx="3526">
                  <c:v>843.4</c:v>
                </c:pt>
                <c:pt idx="3527">
                  <c:v>815.1</c:v>
                </c:pt>
                <c:pt idx="3528">
                  <c:v>834.25</c:v>
                </c:pt>
                <c:pt idx="3529">
                  <c:v>846.45</c:v>
                </c:pt>
                <c:pt idx="3530">
                  <c:v>871.1</c:v>
                </c:pt>
                <c:pt idx="3531">
                  <c:v>868.85</c:v>
                </c:pt>
                <c:pt idx="3532">
                  <c:v>867.9</c:v>
                </c:pt>
                <c:pt idx="3533">
                  <c:v>886</c:v>
                </c:pt>
                <c:pt idx="3534">
                  <c:v>882.8</c:v>
                </c:pt>
                <c:pt idx="3535">
                  <c:v>857.6</c:v>
                </c:pt>
                <c:pt idx="3536">
                  <c:v>858.15</c:v>
                </c:pt>
                <c:pt idx="3537">
                  <c:v>875.95</c:v>
                </c:pt>
                <c:pt idx="3538">
                  <c:v>868.8</c:v>
                </c:pt>
                <c:pt idx="3539">
                  <c:v>890.8</c:v>
                </c:pt>
                <c:pt idx="3540">
                  <c:v>896.7</c:v>
                </c:pt>
                <c:pt idx="3541">
                  <c:v>908.3</c:v>
                </c:pt>
                <c:pt idx="3542">
                  <c:v>940.85</c:v>
                </c:pt>
                <c:pt idx="3543">
                  <c:v>972.3</c:v>
                </c:pt>
                <c:pt idx="3544">
                  <c:v>936.7</c:v>
                </c:pt>
                <c:pt idx="3545">
                  <c:v>945.8</c:v>
                </c:pt>
                <c:pt idx="3546">
                  <c:v>928.5</c:v>
                </c:pt>
                <c:pt idx="3547">
                  <c:v>939.4</c:v>
                </c:pt>
                <c:pt idx="3548">
                  <c:v>948.15</c:v>
                </c:pt>
                <c:pt idx="3549">
                  <c:v>971.7</c:v>
                </c:pt>
                <c:pt idx="3550">
                  <c:v>948.65</c:v>
                </c:pt>
                <c:pt idx="3551">
                  <c:v>981.45</c:v>
                </c:pt>
                <c:pt idx="3552">
                  <c:v>985.25</c:v>
                </c:pt>
                <c:pt idx="3553">
                  <c:v>979.25</c:v>
                </c:pt>
                <c:pt idx="3554">
                  <c:v>980.45</c:v>
                </c:pt>
                <c:pt idx="3555">
                  <c:v>997.5</c:v>
                </c:pt>
                <c:pt idx="3556">
                  <c:v>1000.15</c:v>
                </c:pt>
                <c:pt idx="3557">
                  <c:v>984.85</c:v>
                </c:pt>
                <c:pt idx="3558">
                  <c:v>1036.05</c:v>
                </c:pt>
                <c:pt idx="3559">
                  <c:v>1022.9</c:v>
                </c:pt>
                <c:pt idx="3560">
                  <c:v>1031.45</c:v>
                </c:pt>
                <c:pt idx="3561">
                  <c:v>1057.1500000000001</c:v>
                </c:pt>
                <c:pt idx="3562">
                  <c:v>1064.25</c:v>
                </c:pt>
                <c:pt idx="3563">
                  <c:v>1058.5</c:v>
                </c:pt>
                <c:pt idx="3564">
                  <c:v>1065</c:v>
                </c:pt>
                <c:pt idx="3565">
                  <c:v>1073.4000000000001</c:v>
                </c:pt>
                <c:pt idx="3566">
                  <c:v>1059.8</c:v>
                </c:pt>
                <c:pt idx="3567">
                  <c:v>1012.45</c:v>
                </c:pt>
                <c:pt idx="3568">
                  <c:v>1015.1</c:v>
                </c:pt>
                <c:pt idx="3569">
                  <c:v>1045</c:v>
                </c:pt>
                <c:pt idx="3570">
                  <c:v>1098.0999999999999</c:v>
                </c:pt>
                <c:pt idx="3571">
                  <c:v>1108.95</c:v>
                </c:pt>
                <c:pt idx="3572">
                  <c:v>1113.6500000000001</c:v>
                </c:pt>
                <c:pt idx="3573">
                  <c:v>1114.4000000000001</c:v>
                </c:pt>
                <c:pt idx="3574">
                  <c:v>1115.0999999999999</c:v>
                </c:pt>
                <c:pt idx="3575">
                  <c:v>1061.95</c:v>
                </c:pt>
                <c:pt idx="3576">
                  <c:v>1083.05</c:v>
                </c:pt>
                <c:pt idx="3577">
                  <c:v>1090.5999999999999</c:v>
                </c:pt>
                <c:pt idx="3578">
                  <c:v>1104.7</c:v>
                </c:pt>
                <c:pt idx="3579">
                  <c:v>1112</c:v>
                </c:pt>
                <c:pt idx="3580">
                  <c:v>1097.1500000000001</c:v>
                </c:pt>
                <c:pt idx="3581">
                  <c:v>1095.5999999999999</c:v>
                </c:pt>
                <c:pt idx="3582">
                  <c:v>1132.3499999999999</c:v>
                </c:pt>
                <c:pt idx="3583">
                  <c:v>1162.25</c:v>
                </c:pt>
                <c:pt idx="3584">
                  <c:v>1153.3</c:v>
                </c:pt>
                <c:pt idx="3585">
                  <c:v>1170.8499999999999</c:v>
                </c:pt>
                <c:pt idx="3586">
                  <c:v>1155.9000000000001</c:v>
                </c:pt>
                <c:pt idx="3587">
                  <c:v>1177.2</c:v>
                </c:pt>
                <c:pt idx="3588">
                  <c:v>1242.55</c:v>
                </c:pt>
                <c:pt idx="3589">
                  <c:v>1228</c:v>
                </c:pt>
                <c:pt idx="3590">
                  <c:v>1217.3</c:v>
                </c:pt>
                <c:pt idx="3591">
                  <c:v>1213.9000000000001</c:v>
                </c:pt>
                <c:pt idx="3592">
                  <c:v>1265.9000000000001</c:v>
                </c:pt>
                <c:pt idx="3593">
                  <c:v>1239.95</c:v>
                </c:pt>
                <c:pt idx="3594">
                  <c:v>1230.45</c:v>
                </c:pt>
                <c:pt idx="3595">
                  <c:v>1205.55</c:v>
                </c:pt>
                <c:pt idx="3596">
                  <c:v>1208.75</c:v>
                </c:pt>
                <c:pt idx="3597">
                  <c:v>1211.4000000000001</c:v>
                </c:pt>
                <c:pt idx="3598">
                  <c:v>1226.3499999999999</c:v>
                </c:pt>
                <c:pt idx="3599">
                  <c:v>1275.3</c:v>
                </c:pt>
                <c:pt idx="3600">
                  <c:v>1273.55</c:v>
                </c:pt>
                <c:pt idx="3601">
                  <c:v>1293.8</c:v>
                </c:pt>
                <c:pt idx="3602">
                  <c:v>1288.45</c:v>
                </c:pt>
                <c:pt idx="3603">
                  <c:v>1302.5999999999999</c:v>
                </c:pt>
                <c:pt idx="3604">
                  <c:v>1310.9</c:v>
                </c:pt>
                <c:pt idx="3605">
                  <c:v>1293.3</c:v>
                </c:pt>
                <c:pt idx="3606">
                  <c:v>1304.3499999999999</c:v>
                </c:pt>
                <c:pt idx="3607">
                  <c:v>1259.45</c:v>
                </c:pt>
                <c:pt idx="3608">
                  <c:v>1244.55</c:v>
                </c:pt>
                <c:pt idx="3609">
                  <c:v>1267.4000000000001</c:v>
                </c:pt>
                <c:pt idx="3610">
                  <c:v>1233.3499999999999</c:v>
                </c:pt>
                <c:pt idx="3611">
                  <c:v>1233.25</c:v>
                </c:pt>
                <c:pt idx="3612">
                  <c:v>1220.3</c:v>
                </c:pt>
                <c:pt idx="3613">
                  <c:v>1240.55</c:v>
                </c:pt>
                <c:pt idx="3614">
                  <c:v>1250.8499999999999</c:v>
                </c:pt>
                <c:pt idx="3615">
                  <c:v>1233.6500000000001</c:v>
                </c:pt>
                <c:pt idx="3616">
                  <c:v>1221.9000000000001</c:v>
                </c:pt>
                <c:pt idx="3617">
                  <c:v>1231.4000000000001</c:v>
                </c:pt>
                <c:pt idx="3618">
                  <c:v>1236.8</c:v>
                </c:pt>
                <c:pt idx="3619">
                  <c:v>1269.5</c:v>
                </c:pt>
                <c:pt idx="3620">
                  <c:v>1290.5</c:v>
                </c:pt>
                <c:pt idx="3621">
                  <c:v>1288.8499999999999</c:v>
                </c:pt>
                <c:pt idx="3622">
                  <c:v>1270.75</c:v>
                </c:pt>
                <c:pt idx="3623">
                  <c:v>1233.5</c:v>
                </c:pt>
                <c:pt idx="3624">
                  <c:v>1185.7</c:v>
                </c:pt>
                <c:pt idx="3625">
                  <c:v>1196.0999999999999</c:v>
                </c:pt>
                <c:pt idx="3626">
                  <c:v>1204.6500000000001</c:v>
                </c:pt>
                <c:pt idx="3627">
                  <c:v>1137.6500000000001</c:v>
                </c:pt>
                <c:pt idx="3628">
                  <c:v>1149.3</c:v>
                </c:pt>
                <c:pt idx="3629">
                  <c:v>1179.9000000000001</c:v>
                </c:pt>
                <c:pt idx="3630">
                  <c:v>1200.9000000000001</c:v>
                </c:pt>
                <c:pt idx="3631">
                  <c:v>1225.7</c:v>
                </c:pt>
                <c:pt idx="3632">
                  <c:v>1219.45</c:v>
                </c:pt>
                <c:pt idx="3633">
                  <c:v>1202.9000000000001</c:v>
                </c:pt>
                <c:pt idx="3634">
                  <c:v>1214.0999999999999</c:v>
                </c:pt>
                <c:pt idx="3635">
                  <c:v>1186.3</c:v>
                </c:pt>
                <c:pt idx="3636">
                  <c:v>1222.3499999999999</c:v>
                </c:pt>
                <c:pt idx="3637">
                  <c:v>1178.95</c:v>
                </c:pt>
                <c:pt idx="3638">
                  <c:v>1193.25</c:v>
                </c:pt>
                <c:pt idx="3639">
                  <c:v>1183.25</c:v>
                </c:pt>
                <c:pt idx="3640">
                  <c:v>1180.3499999999999</c:v>
                </c:pt>
                <c:pt idx="3641">
                  <c:v>1169.4000000000001</c:v>
                </c:pt>
                <c:pt idx="3642">
                  <c:v>1182.8499999999999</c:v>
                </c:pt>
                <c:pt idx="3643">
                  <c:v>1192.95</c:v>
                </c:pt>
                <c:pt idx="3644">
                  <c:v>1168.1500000000001</c:v>
                </c:pt>
                <c:pt idx="3645">
                  <c:v>1175.25</c:v>
                </c:pt>
                <c:pt idx="3646">
                  <c:v>1154.8</c:v>
                </c:pt>
                <c:pt idx="3647">
                  <c:v>1161.5</c:v>
                </c:pt>
                <c:pt idx="3648">
                  <c:v>1170.9000000000001</c:v>
                </c:pt>
                <c:pt idx="3649">
                  <c:v>1176.5</c:v>
                </c:pt>
                <c:pt idx="3650">
                  <c:v>1274</c:v>
                </c:pt>
                <c:pt idx="3651">
                  <c:v>1275.8499999999999</c:v>
                </c:pt>
                <c:pt idx="3652">
                  <c:v>1286.05</c:v>
                </c:pt>
                <c:pt idx="3653">
                  <c:v>1285.05</c:v>
                </c:pt>
                <c:pt idx="3654">
                  <c:v>1274.3499999999999</c:v>
                </c:pt>
                <c:pt idx="3655">
                  <c:v>1289.75</c:v>
                </c:pt>
                <c:pt idx="3656">
                  <c:v>1241.95</c:v>
                </c:pt>
                <c:pt idx="3657">
                  <c:v>1249.9000000000001</c:v>
                </c:pt>
                <c:pt idx="3658">
                  <c:v>1253.8</c:v>
                </c:pt>
                <c:pt idx="3659">
                  <c:v>1243.5999999999999</c:v>
                </c:pt>
                <c:pt idx="3660">
                  <c:v>1320.95</c:v>
                </c:pt>
                <c:pt idx="3661">
                  <c:v>1319.85</c:v>
                </c:pt>
                <c:pt idx="3662">
                  <c:v>1294.3</c:v>
                </c:pt>
                <c:pt idx="3663">
                  <c:v>1281.45</c:v>
                </c:pt>
                <c:pt idx="3664">
                  <c:v>1309.5</c:v>
                </c:pt>
                <c:pt idx="3665">
                  <c:v>1334.1</c:v>
                </c:pt>
                <c:pt idx="3666">
                  <c:v>1336.65</c:v>
                </c:pt>
                <c:pt idx="3667">
                  <c:v>1338.45</c:v>
                </c:pt>
                <c:pt idx="3668">
                  <c:v>1337.6</c:v>
                </c:pt>
                <c:pt idx="3669">
                  <c:v>1347.05</c:v>
                </c:pt>
                <c:pt idx="3670">
                  <c:v>1333.25</c:v>
                </c:pt>
                <c:pt idx="3671">
                  <c:v>1275.55</c:v>
                </c:pt>
                <c:pt idx="3672">
                  <c:v>1310.8</c:v>
                </c:pt>
                <c:pt idx="3673">
                  <c:v>1330.3</c:v>
                </c:pt>
                <c:pt idx="3674">
                  <c:v>1280.5999999999999</c:v>
                </c:pt>
                <c:pt idx="3675">
                  <c:v>1248.1500000000001</c:v>
                </c:pt>
                <c:pt idx="3676">
                  <c:v>1205.8499999999999</c:v>
                </c:pt>
                <c:pt idx="3677">
                  <c:v>1223.1500000000001</c:v>
                </c:pt>
                <c:pt idx="3678">
                  <c:v>1183.4000000000001</c:v>
                </c:pt>
                <c:pt idx="3679">
                  <c:v>1223.5999999999999</c:v>
                </c:pt>
                <c:pt idx="3680">
                  <c:v>1209.3</c:v>
                </c:pt>
                <c:pt idx="3681">
                  <c:v>1156.05</c:v>
                </c:pt>
                <c:pt idx="3682">
                  <c:v>1176.4000000000001</c:v>
                </c:pt>
                <c:pt idx="3683">
                  <c:v>1151.45</c:v>
                </c:pt>
                <c:pt idx="3684">
                  <c:v>1174.55</c:v>
                </c:pt>
                <c:pt idx="3685">
                  <c:v>1213.4000000000001</c:v>
                </c:pt>
                <c:pt idx="3686">
                  <c:v>1143.2</c:v>
                </c:pt>
                <c:pt idx="3687">
                  <c:v>1140.5</c:v>
                </c:pt>
                <c:pt idx="3688">
                  <c:v>1143.1500000000001</c:v>
                </c:pt>
                <c:pt idx="3689">
                  <c:v>1093.25</c:v>
                </c:pt>
                <c:pt idx="3690">
                  <c:v>1131.5999999999999</c:v>
                </c:pt>
                <c:pt idx="3691">
                  <c:v>1145.7</c:v>
                </c:pt>
                <c:pt idx="3692">
                  <c:v>1176</c:v>
                </c:pt>
                <c:pt idx="3693">
                  <c:v>1200.9000000000001</c:v>
                </c:pt>
                <c:pt idx="3694">
                  <c:v>1204.55</c:v>
                </c:pt>
                <c:pt idx="3695">
                  <c:v>1233.4000000000001</c:v>
                </c:pt>
                <c:pt idx="3696">
                  <c:v>1210.05</c:v>
                </c:pt>
                <c:pt idx="3697">
                  <c:v>1247.9000000000001</c:v>
                </c:pt>
                <c:pt idx="3698">
                  <c:v>1246.7</c:v>
                </c:pt>
                <c:pt idx="3699">
                  <c:v>1262.75</c:v>
                </c:pt>
                <c:pt idx="3700">
                  <c:v>1253.0999999999999</c:v>
                </c:pt>
                <c:pt idx="3701">
                  <c:v>1232.4000000000001</c:v>
                </c:pt>
                <c:pt idx="3702">
                  <c:v>1210.75</c:v>
                </c:pt>
                <c:pt idx="3703">
                  <c:v>1231.5999999999999</c:v>
                </c:pt>
                <c:pt idx="3704">
                  <c:v>1246.7</c:v>
                </c:pt>
                <c:pt idx="3705">
                  <c:v>1224.8499999999999</c:v>
                </c:pt>
                <c:pt idx="3706">
                  <c:v>1205.5</c:v>
                </c:pt>
                <c:pt idx="3707">
                  <c:v>1237.3499999999999</c:v>
                </c:pt>
                <c:pt idx="3708">
                  <c:v>1237.7</c:v>
                </c:pt>
                <c:pt idx="3709">
                  <c:v>1243.5</c:v>
                </c:pt>
                <c:pt idx="3710">
                  <c:v>1209.4000000000001</c:v>
                </c:pt>
                <c:pt idx="3711">
                  <c:v>1210.95</c:v>
                </c:pt>
                <c:pt idx="3712">
                  <c:v>1189.55</c:v>
                </c:pt>
                <c:pt idx="3713">
                  <c:v>1222.6500000000001</c:v>
                </c:pt>
                <c:pt idx="3714">
                  <c:v>1193.6500000000001</c:v>
                </c:pt>
                <c:pt idx="3715">
                  <c:v>1191.55</c:v>
                </c:pt>
                <c:pt idx="3716">
                  <c:v>1195.2</c:v>
                </c:pt>
                <c:pt idx="3717">
                  <c:v>1200.9000000000001</c:v>
                </c:pt>
                <c:pt idx="3718">
                  <c:v>1172.3499999999999</c:v>
                </c:pt>
                <c:pt idx="3719">
                  <c:v>1176.75</c:v>
                </c:pt>
                <c:pt idx="3720">
                  <c:v>1170.3499999999999</c:v>
                </c:pt>
                <c:pt idx="3721">
                  <c:v>1168.6500000000001</c:v>
                </c:pt>
                <c:pt idx="3722">
                  <c:v>1160.7</c:v>
                </c:pt>
                <c:pt idx="3723">
                  <c:v>1131.8499999999999</c:v>
                </c:pt>
                <c:pt idx="3724">
                  <c:v>1108.05</c:v>
                </c:pt>
                <c:pt idx="3725">
                  <c:v>1117.5999999999999</c:v>
                </c:pt>
                <c:pt idx="3726">
                  <c:v>1113.75</c:v>
                </c:pt>
                <c:pt idx="3727">
                  <c:v>1106.5999999999999</c:v>
                </c:pt>
                <c:pt idx="3728">
                  <c:v>1091.7</c:v>
                </c:pt>
                <c:pt idx="3729">
                  <c:v>1029.8499999999999</c:v>
                </c:pt>
                <c:pt idx="3730">
                  <c:v>1025.7</c:v>
                </c:pt>
                <c:pt idx="3731">
                  <c:v>1037.5999999999999</c:v>
                </c:pt>
                <c:pt idx="3732">
                  <c:v>1056.5</c:v>
                </c:pt>
                <c:pt idx="3733">
                  <c:v>1071.9000000000001</c:v>
                </c:pt>
                <c:pt idx="3734">
                  <c:v>1044.9000000000001</c:v>
                </c:pt>
                <c:pt idx="3735">
                  <c:v>1035.8499999999999</c:v>
                </c:pt>
                <c:pt idx="3736">
                  <c:v>1046.3</c:v>
                </c:pt>
                <c:pt idx="3737">
                  <c:v>1069.2</c:v>
                </c:pt>
                <c:pt idx="3738">
                  <c:v>1044.9000000000001</c:v>
                </c:pt>
                <c:pt idx="3739">
                  <c:v>1047.75</c:v>
                </c:pt>
                <c:pt idx="3740">
                  <c:v>1065.9000000000001</c:v>
                </c:pt>
                <c:pt idx="3741">
                  <c:v>1069.1500000000001</c:v>
                </c:pt>
                <c:pt idx="3742">
                  <c:v>1066.5999999999999</c:v>
                </c:pt>
                <c:pt idx="3743">
                  <c:v>1027.7</c:v>
                </c:pt>
                <c:pt idx="3744">
                  <c:v>1011.85</c:v>
                </c:pt>
                <c:pt idx="3745">
                  <c:v>1022.1</c:v>
                </c:pt>
                <c:pt idx="3746">
                  <c:v>1012.95</c:v>
                </c:pt>
                <c:pt idx="3747">
                  <c:v>1000.7</c:v>
                </c:pt>
                <c:pt idx="3748">
                  <c:v>993.45</c:v>
                </c:pt>
                <c:pt idx="3749">
                  <c:v>968.25</c:v>
                </c:pt>
                <c:pt idx="3750">
                  <c:v>970.95</c:v>
                </c:pt>
                <c:pt idx="3751">
                  <c:v>980.45</c:v>
                </c:pt>
                <c:pt idx="3752">
                  <c:v>976.65</c:v>
                </c:pt>
                <c:pt idx="3753">
                  <c:v>1005.1</c:v>
                </c:pt>
                <c:pt idx="3754">
                  <c:v>999.95</c:v>
                </c:pt>
                <c:pt idx="3755">
                  <c:v>993.25</c:v>
                </c:pt>
                <c:pt idx="3756">
                  <c:v>1015.3</c:v>
                </c:pt>
                <c:pt idx="3757">
                  <c:v>1016.5</c:v>
                </c:pt>
                <c:pt idx="3758">
                  <c:v>995.05</c:v>
                </c:pt>
                <c:pt idx="3759">
                  <c:v>997.15</c:v>
                </c:pt>
                <c:pt idx="3760">
                  <c:v>977.45</c:v>
                </c:pt>
                <c:pt idx="3761">
                  <c:v>997</c:v>
                </c:pt>
                <c:pt idx="3762">
                  <c:v>985.5</c:v>
                </c:pt>
                <c:pt idx="3763">
                  <c:v>995</c:v>
                </c:pt>
                <c:pt idx="3764">
                  <c:v>976.5</c:v>
                </c:pt>
                <c:pt idx="3765">
                  <c:v>960.85</c:v>
                </c:pt>
                <c:pt idx="3766">
                  <c:v>936.1</c:v>
                </c:pt>
                <c:pt idx="3767">
                  <c:v>938.6</c:v>
                </c:pt>
                <c:pt idx="3768">
                  <c:v>977.85</c:v>
                </c:pt>
                <c:pt idx="3769">
                  <c:v>971.85</c:v>
                </c:pt>
                <c:pt idx="3770">
                  <c:v>986</c:v>
                </c:pt>
                <c:pt idx="3771">
                  <c:v>991.2</c:v>
                </c:pt>
                <c:pt idx="3772">
                  <c:v>973.2</c:v>
                </c:pt>
                <c:pt idx="3773">
                  <c:v>1037.5999999999999</c:v>
                </c:pt>
                <c:pt idx="3774">
                  <c:v>1024.25</c:v>
                </c:pt>
                <c:pt idx="3775">
                  <c:v>997.15</c:v>
                </c:pt>
                <c:pt idx="3776">
                  <c:v>1019.75</c:v>
                </c:pt>
                <c:pt idx="3777">
                  <c:v>1000.15</c:v>
                </c:pt>
                <c:pt idx="3778">
                  <c:v>992.25</c:v>
                </c:pt>
                <c:pt idx="3779">
                  <c:v>1009.65</c:v>
                </c:pt>
                <c:pt idx="3780">
                  <c:v>1010.85</c:v>
                </c:pt>
                <c:pt idx="3781">
                  <c:v>1006.85</c:v>
                </c:pt>
                <c:pt idx="3782">
                  <c:v>1001.65</c:v>
                </c:pt>
                <c:pt idx="3783">
                  <c:v>991.95</c:v>
                </c:pt>
                <c:pt idx="3784">
                  <c:v>991.6</c:v>
                </c:pt>
                <c:pt idx="3785">
                  <c:v>959.7</c:v>
                </c:pt>
                <c:pt idx="3786">
                  <c:v>944.55</c:v>
                </c:pt>
                <c:pt idx="3787">
                  <c:v>930.65</c:v>
                </c:pt>
                <c:pt idx="3788">
                  <c:v>952.15</c:v>
                </c:pt>
                <c:pt idx="3789">
                  <c:v>942.9</c:v>
                </c:pt>
                <c:pt idx="3790">
                  <c:v>918.9</c:v>
                </c:pt>
                <c:pt idx="3791">
                  <c:v>937.5</c:v>
                </c:pt>
                <c:pt idx="3792">
                  <c:v>939.4</c:v>
                </c:pt>
                <c:pt idx="3793">
                  <c:v>949.8</c:v>
                </c:pt>
                <c:pt idx="3794">
                  <c:v>920.95</c:v>
                </c:pt>
                <c:pt idx="3795">
                  <c:v>918.2</c:v>
                </c:pt>
                <c:pt idx="3796">
                  <c:v>902.55</c:v>
                </c:pt>
                <c:pt idx="3797">
                  <c:v>909.85</c:v>
                </c:pt>
                <c:pt idx="3798">
                  <c:v>884.85</c:v>
                </c:pt>
                <c:pt idx="3799">
                  <c:v>911.9</c:v>
                </c:pt>
                <c:pt idx="3800">
                  <c:v>912</c:v>
                </c:pt>
                <c:pt idx="3801">
                  <c:v>906.55</c:v>
                </c:pt>
                <c:pt idx="3802">
                  <c:v>909.65</c:v>
                </c:pt>
                <c:pt idx="3803">
                  <c:v>900.8</c:v>
                </c:pt>
                <c:pt idx="3804">
                  <c:v>937.6</c:v>
                </c:pt>
                <c:pt idx="3805">
                  <c:v>932</c:v>
                </c:pt>
                <c:pt idx="3806">
                  <c:v>952.7</c:v>
                </c:pt>
                <c:pt idx="3807">
                  <c:v>951.9</c:v>
                </c:pt>
                <c:pt idx="3808">
                  <c:v>942.3</c:v>
                </c:pt>
                <c:pt idx="3809">
                  <c:v>928.75</c:v>
                </c:pt>
                <c:pt idx="3810">
                  <c:v>941.6</c:v>
                </c:pt>
                <c:pt idx="3811">
                  <c:v>956.25</c:v>
                </c:pt>
                <c:pt idx="3812">
                  <c:v>962.7</c:v>
                </c:pt>
                <c:pt idx="3813">
                  <c:v>950.45</c:v>
                </c:pt>
                <c:pt idx="3814">
                  <c:v>960.45</c:v>
                </c:pt>
                <c:pt idx="3815">
                  <c:v>985.55</c:v>
                </c:pt>
                <c:pt idx="3816">
                  <c:v>956.6</c:v>
                </c:pt>
                <c:pt idx="3817">
                  <c:v>937.7</c:v>
                </c:pt>
                <c:pt idx="3818">
                  <c:v>945.2</c:v>
                </c:pt>
                <c:pt idx="3819">
                  <c:v>957.15</c:v>
                </c:pt>
                <c:pt idx="3820">
                  <c:v>932.2</c:v>
                </c:pt>
                <c:pt idx="3821">
                  <c:v>937.95</c:v>
                </c:pt>
                <c:pt idx="3822">
                  <c:v>973.2</c:v>
                </c:pt>
                <c:pt idx="3823">
                  <c:v>930.5</c:v>
                </c:pt>
                <c:pt idx="3824">
                  <c:v>885.85</c:v>
                </c:pt>
                <c:pt idx="3825">
                  <c:v>890.25</c:v>
                </c:pt>
                <c:pt idx="3826">
                  <c:v>903.2</c:v>
                </c:pt>
                <c:pt idx="3827">
                  <c:v>880.25</c:v>
                </c:pt>
                <c:pt idx="3828">
                  <c:v>886.9</c:v>
                </c:pt>
                <c:pt idx="3829">
                  <c:v>906.15</c:v>
                </c:pt>
                <c:pt idx="3830">
                  <c:v>876.3</c:v>
                </c:pt>
                <c:pt idx="3831">
                  <c:v>911.85</c:v>
                </c:pt>
                <c:pt idx="3832">
                  <c:v>922.6</c:v>
                </c:pt>
                <c:pt idx="3833">
                  <c:v>921.85</c:v>
                </c:pt>
                <c:pt idx="3834">
                  <c:v>923.75</c:v>
                </c:pt>
                <c:pt idx="3835">
                  <c:v>922.15</c:v>
                </c:pt>
                <c:pt idx="3836">
                  <c:v>907.2</c:v>
                </c:pt>
                <c:pt idx="3837">
                  <c:v>917.2</c:v>
                </c:pt>
                <c:pt idx="3838">
                  <c:v>919.95</c:v>
                </c:pt>
                <c:pt idx="3839">
                  <c:v>916.1</c:v>
                </c:pt>
                <c:pt idx="3840">
                  <c:v>916.3</c:v>
                </c:pt>
                <c:pt idx="3841">
                  <c:v>909.25</c:v>
                </c:pt>
                <c:pt idx="3842">
                  <c:v>878.3</c:v>
                </c:pt>
                <c:pt idx="3843">
                  <c:v>879.6</c:v>
                </c:pt>
                <c:pt idx="3844">
                  <c:v>876.35</c:v>
                </c:pt>
                <c:pt idx="3845">
                  <c:v>876.5</c:v>
                </c:pt>
                <c:pt idx="3846">
                  <c:v>869.8</c:v>
                </c:pt>
                <c:pt idx="3847">
                  <c:v>876.95</c:v>
                </c:pt>
                <c:pt idx="3848">
                  <c:v>892.65</c:v>
                </c:pt>
                <c:pt idx="3849">
                  <c:v>873.15</c:v>
                </c:pt>
                <c:pt idx="3850">
                  <c:v>843.2</c:v>
                </c:pt>
                <c:pt idx="3851">
                  <c:v>842.35</c:v>
                </c:pt>
                <c:pt idx="3852">
                  <c:v>839.95</c:v>
                </c:pt>
                <c:pt idx="3853">
                  <c:v>867.55</c:v>
                </c:pt>
                <c:pt idx="3854">
                  <c:v>884.2</c:v>
                </c:pt>
                <c:pt idx="3855">
                  <c:v>905.7</c:v>
                </c:pt>
                <c:pt idx="3856">
                  <c:v>905.1</c:v>
                </c:pt>
                <c:pt idx="3857">
                  <c:v>908.05</c:v>
                </c:pt>
                <c:pt idx="3858">
                  <c:v>893.15</c:v>
                </c:pt>
                <c:pt idx="3859">
                  <c:v>907.55</c:v>
                </c:pt>
                <c:pt idx="3860">
                  <c:v>892.45</c:v>
                </c:pt>
                <c:pt idx="3861">
                  <c:v>871.45</c:v>
                </c:pt>
                <c:pt idx="3862">
                  <c:v>872.25</c:v>
                </c:pt>
                <c:pt idx="3863">
                  <c:v>891.5</c:v>
                </c:pt>
                <c:pt idx="3864">
                  <c:v>886.15</c:v>
                </c:pt>
                <c:pt idx="3865">
                  <c:v>868.95</c:v>
                </c:pt>
                <c:pt idx="3866">
                  <c:v>881.25</c:v>
                </c:pt>
                <c:pt idx="3867">
                  <c:v>876.5</c:v>
                </c:pt>
                <c:pt idx="3868">
                  <c:v>848.8</c:v>
                </c:pt>
                <c:pt idx="3869">
                  <c:v>839</c:v>
                </c:pt>
                <c:pt idx="3870">
                  <c:v>829.9</c:v>
                </c:pt>
                <c:pt idx="3871">
                  <c:v>834.8</c:v>
                </c:pt>
                <c:pt idx="3872">
                  <c:v>831.05</c:v>
                </c:pt>
                <c:pt idx="3873">
                  <c:v>824.6</c:v>
                </c:pt>
                <c:pt idx="3874">
                  <c:v>868.4</c:v>
                </c:pt>
                <c:pt idx="3875">
                  <c:v>858.3</c:v>
                </c:pt>
                <c:pt idx="3876">
                  <c:v>852.1</c:v>
                </c:pt>
                <c:pt idx="3877">
                  <c:v>836.05</c:v>
                </c:pt>
                <c:pt idx="3878">
                  <c:v>859.05</c:v>
                </c:pt>
                <c:pt idx="3879">
                  <c:v>859.5</c:v>
                </c:pt>
                <c:pt idx="3880">
                  <c:v>845.45</c:v>
                </c:pt>
                <c:pt idx="3881">
                  <c:v>813.95</c:v>
                </c:pt>
                <c:pt idx="3882">
                  <c:v>809.75</c:v>
                </c:pt>
                <c:pt idx="3883">
                  <c:v>813.05</c:v>
                </c:pt>
                <c:pt idx="3884">
                  <c:v>850.15</c:v>
                </c:pt>
                <c:pt idx="3885">
                  <c:v>831.45</c:v>
                </c:pt>
                <c:pt idx="3886">
                  <c:v>834.05</c:v>
                </c:pt>
                <c:pt idx="3887">
                  <c:v>879.75</c:v>
                </c:pt>
                <c:pt idx="3888">
                  <c:v>886.25</c:v>
                </c:pt>
                <c:pt idx="3889">
                  <c:v>902.3</c:v>
                </c:pt>
                <c:pt idx="3890">
                  <c:v>922.45</c:v>
                </c:pt>
                <c:pt idx="3891">
                  <c:v>916.1</c:v>
                </c:pt>
                <c:pt idx="3892">
                  <c:v>896.3</c:v>
                </c:pt>
                <c:pt idx="3893">
                  <c:v>877.55</c:v>
                </c:pt>
                <c:pt idx="3894">
                  <c:v>857.3</c:v>
                </c:pt>
                <c:pt idx="3895">
                  <c:v>900.6</c:v>
                </c:pt>
                <c:pt idx="3896">
                  <c:v>966.8</c:v>
                </c:pt>
                <c:pt idx="3897">
                  <c:v>987.1</c:v>
                </c:pt>
                <c:pt idx="3898">
                  <c:v>974.8</c:v>
                </c:pt>
                <c:pt idx="3899">
                  <c:v>961.55</c:v>
                </c:pt>
                <c:pt idx="3900">
                  <c:v>947.15</c:v>
                </c:pt>
                <c:pt idx="3901">
                  <c:v>866.8</c:v>
                </c:pt>
                <c:pt idx="3902">
                  <c:v>888.2</c:v>
                </c:pt>
                <c:pt idx="3903">
                  <c:v>891.35</c:v>
                </c:pt>
                <c:pt idx="3904">
                  <c:v>932.1</c:v>
                </c:pt>
                <c:pt idx="3905">
                  <c:v>925.9</c:v>
                </c:pt>
                <c:pt idx="3906">
                  <c:v>920.05</c:v>
                </c:pt>
                <c:pt idx="3907">
                  <c:v>902.05</c:v>
                </c:pt>
                <c:pt idx="3908">
                  <c:v>891.05</c:v>
                </c:pt>
                <c:pt idx="3909">
                  <c:v>930</c:v>
                </c:pt>
                <c:pt idx="3910">
                  <c:v>903.45</c:v>
                </c:pt>
                <c:pt idx="3911">
                  <c:v>890.8</c:v>
                </c:pt>
                <c:pt idx="3912">
                  <c:v>942.65</c:v>
                </c:pt>
                <c:pt idx="3913">
                  <c:v>981.55</c:v>
                </c:pt>
                <c:pt idx="3914">
                  <c:v>975.65</c:v>
                </c:pt>
                <c:pt idx="3915">
                  <c:v>963.6</c:v>
                </c:pt>
                <c:pt idx="3916">
                  <c:v>993.25</c:v>
                </c:pt>
                <c:pt idx="3917">
                  <c:v>947.45</c:v>
                </c:pt>
                <c:pt idx="3918">
                  <c:v>950.45</c:v>
                </c:pt>
                <c:pt idx="3919">
                  <c:v>944.3</c:v>
                </c:pt>
                <c:pt idx="3920">
                  <c:v>926.15</c:v>
                </c:pt>
                <c:pt idx="3921">
                  <c:v>911.75</c:v>
                </c:pt>
                <c:pt idx="3922">
                  <c:v>874.35</c:v>
                </c:pt>
                <c:pt idx="3923">
                  <c:v>880.3</c:v>
                </c:pt>
                <c:pt idx="3924">
                  <c:v>864.95</c:v>
                </c:pt>
                <c:pt idx="3925">
                  <c:v>840.15</c:v>
                </c:pt>
                <c:pt idx="3926">
                  <c:v>889.25</c:v>
                </c:pt>
                <c:pt idx="3927">
                  <c:v>876.4</c:v>
                </c:pt>
                <c:pt idx="3928">
                  <c:v>908.2</c:v>
                </c:pt>
                <c:pt idx="3929">
                  <c:v>900.35</c:v>
                </c:pt>
                <c:pt idx="3930">
                  <c:v>915.05</c:v>
                </c:pt>
                <c:pt idx="3931">
                  <c:v>913.5</c:v>
                </c:pt>
                <c:pt idx="3932">
                  <c:v>909.35</c:v>
                </c:pt>
                <c:pt idx="3933">
                  <c:v>902.6</c:v>
                </c:pt>
                <c:pt idx="3934">
                  <c:v>917.55</c:v>
                </c:pt>
                <c:pt idx="3935">
                  <c:v>905.35</c:v>
                </c:pt>
                <c:pt idx="3936">
                  <c:v>912.7</c:v>
                </c:pt>
                <c:pt idx="3937">
                  <c:v>899.55</c:v>
                </c:pt>
                <c:pt idx="3938">
                  <c:v>890.65</c:v>
                </c:pt>
                <c:pt idx="3939">
                  <c:v>893.55</c:v>
                </c:pt>
                <c:pt idx="3940">
                  <c:v>906.15</c:v>
                </c:pt>
                <c:pt idx="3941">
                  <c:v>915.55</c:v>
                </c:pt>
                <c:pt idx="3942">
                  <c:v>908.8</c:v>
                </c:pt>
                <c:pt idx="3943">
                  <c:v>911.2</c:v>
                </c:pt>
                <c:pt idx="3944">
                  <c:v>911.7</c:v>
                </c:pt>
                <c:pt idx="3945">
                  <c:v>921.5</c:v>
                </c:pt>
                <c:pt idx="3946">
                  <c:v>910.35</c:v>
                </c:pt>
                <c:pt idx="3947">
                  <c:v>895.95</c:v>
                </c:pt>
                <c:pt idx="3948">
                  <c:v>893.6</c:v>
                </c:pt>
                <c:pt idx="3949">
                  <c:v>892.15</c:v>
                </c:pt>
                <c:pt idx="3950">
                  <c:v>871.75</c:v>
                </c:pt>
                <c:pt idx="3951">
                  <c:v>873.5</c:v>
                </c:pt>
                <c:pt idx="3952">
                  <c:v>886.15</c:v>
                </c:pt>
                <c:pt idx="3953">
                  <c:v>872.65</c:v>
                </c:pt>
                <c:pt idx="3954">
                  <c:v>878.9</c:v>
                </c:pt>
                <c:pt idx="3955">
                  <c:v>910.55</c:v>
                </c:pt>
                <c:pt idx="3956">
                  <c:v>906.4</c:v>
                </c:pt>
                <c:pt idx="3957">
                  <c:v>894.55</c:v>
                </c:pt>
                <c:pt idx="3958">
                  <c:v>885.65</c:v>
                </c:pt>
                <c:pt idx="3959">
                  <c:v>905.05</c:v>
                </c:pt>
                <c:pt idx="3960">
                  <c:v>895.1</c:v>
                </c:pt>
                <c:pt idx="3961">
                  <c:v>889.9</c:v>
                </c:pt>
                <c:pt idx="3962">
                  <c:v>886.65</c:v>
                </c:pt>
                <c:pt idx="3963">
                  <c:v>892.8</c:v>
                </c:pt>
                <c:pt idx="3964">
                  <c:v>872.05</c:v>
                </c:pt>
                <c:pt idx="3965">
                  <c:v>902.2</c:v>
                </c:pt>
                <c:pt idx="3966">
                  <c:v>943.75</c:v>
                </c:pt>
                <c:pt idx="3967">
                  <c:v>981.25</c:v>
                </c:pt>
                <c:pt idx="3968">
                  <c:v>976.8</c:v>
                </c:pt>
                <c:pt idx="3969">
                  <c:v>970.7</c:v>
                </c:pt>
                <c:pt idx="3970">
                  <c:v>973.1</c:v>
                </c:pt>
                <c:pt idx="3971">
                  <c:v>960.75</c:v>
                </c:pt>
                <c:pt idx="3972">
                  <c:v>941.85</c:v>
                </c:pt>
                <c:pt idx="3973">
                  <c:v>960.6</c:v>
                </c:pt>
                <c:pt idx="3974">
                  <c:v>967.9</c:v>
                </c:pt>
                <c:pt idx="3975">
                  <c:v>1020.5</c:v>
                </c:pt>
                <c:pt idx="3976">
                  <c:v>1013.25</c:v>
                </c:pt>
                <c:pt idx="3977">
                  <c:v>1008.9</c:v>
                </c:pt>
                <c:pt idx="3978">
                  <c:v>1047.8</c:v>
                </c:pt>
                <c:pt idx="3979">
                  <c:v>1027</c:v>
                </c:pt>
                <c:pt idx="3980">
                  <c:v>1046.3499999999999</c:v>
                </c:pt>
                <c:pt idx="3981">
                  <c:v>1037.8</c:v>
                </c:pt>
                <c:pt idx="3982">
                  <c:v>1051.5</c:v>
                </c:pt>
                <c:pt idx="3983">
                  <c:v>1065.3</c:v>
                </c:pt>
                <c:pt idx="3984">
                  <c:v>1029.1500000000001</c:v>
                </c:pt>
                <c:pt idx="3985">
                  <c:v>1035.5999999999999</c:v>
                </c:pt>
                <c:pt idx="3986">
                  <c:v>1027.5</c:v>
                </c:pt>
                <c:pt idx="3987">
                  <c:v>1032.2</c:v>
                </c:pt>
                <c:pt idx="3988">
                  <c:v>1027</c:v>
                </c:pt>
                <c:pt idx="3989">
                  <c:v>1044.7</c:v>
                </c:pt>
                <c:pt idx="3990">
                  <c:v>1083.0999999999999</c:v>
                </c:pt>
                <c:pt idx="3991">
                  <c:v>1058.2</c:v>
                </c:pt>
                <c:pt idx="3992">
                  <c:v>1026.3499999999999</c:v>
                </c:pt>
                <c:pt idx="3993">
                  <c:v>1041.1500000000001</c:v>
                </c:pt>
                <c:pt idx="3994">
                  <c:v>1019.65</c:v>
                </c:pt>
                <c:pt idx="3995">
                  <c:v>1012.8</c:v>
                </c:pt>
                <c:pt idx="3996">
                  <c:v>1003.7</c:v>
                </c:pt>
                <c:pt idx="3997">
                  <c:v>1003.45</c:v>
                </c:pt>
                <c:pt idx="3998">
                  <c:v>972.45</c:v>
                </c:pt>
                <c:pt idx="3999">
                  <c:v>990.95</c:v>
                </c:pt>
                <c:pt idx="4000">
                  <c:v>998.55</c:v>
                </c:pt>
                <c:pt idx="4001">
                  <c:v>1023.85</c:v>
                </c:pt>
                <c:pt idx="4002">
                  <c:v>1025.3499999999999</c:v>
                </c:pt>
                <c:pt idx="4003">
                  <c:v>1068</c:v>
                </c:pt>
                <c:pt idx="4004">
                  <c:v>1107.25</c:v>
                </c:pt>
                <c:pt idx="4005">
                  <c:v>1121.25</c:v>
                </c:pt>
                <c:pt idx="4006">
                  <c:v>1092.2</c:v>
                </c:pt>
                <c:pt idx="4007">
                  <c:v>1057.05</c:v>
                </c:pt>
                <c:pt idx="4008">
                  <c:v>1050.55</c:v>
                </c:pt>
                <c:pt idx="4009">
                  <c:v>1003.3</c:v>
                </c:pt>
                <c:pt idx="4010">
                  <c:v>973.4</c:v>
                </c:pt>
                <c:pt idx="4011">
                  <c:v>1010.7</c:v>
                </c:pt>
                <c:pt idx="4012">
                  <c:v>1037.05</c:v>
                </c:pt>
                <c:pt idx="4013">
                  <c:v>1050.0999999999999</c:v>
                </c:pt>
                <c:pt idx="4014">
                  <c:v>1000</c:v>
                </c:pt>
                <c:pt idx="4015">
                  <c:v>1022.55</c:v>
                </c:pt>
                <c:pt idx="4016">
                  <c:v>1001.6</c:v>
                </c:pt>
                <c:pt idx="4017">
                  <c:v>1005.5</c:v>
                </c:pt>
                <c:pt idx="4018">
                  <c:v>1041.4000000000001</c:v>
                </c:pt>
                <c:pt idx="4019">
                  <c:v>1033.7</c:v>
                </c:pt>
                <c:pt idx="4020">
                  <c:v>1047.5</c:v>
                </c:pt>
                <c:pt idx="4021">
                  <c:v>1056.8</c:v>
                </c:pt>
                <c:pt idx="4022">
                  <c:v>1083.5</c:v>
                </c:pt>
                <c:pt idx="4023">
                  <c:v>1102.7</c:v>
                </c:pt>
                <c:pt idx="4024">
                  <c:v>1124</c:v>
                </c:pt>
                <c:pt idx="4025">
                  <c:v>1109.5</c:v>
                </c:pt>
                <c:pt idx="4026">
                  <c:v>1125.6500000000001</c:v>
                </c:pt>
                <c:pt idx="4027">
                  <c:v>1099.0999999999999</c:v>
                </c:pt>
                <c:pt idx="4028">
                  <c:v>1126.45</c:v>
                </c:pt>
                <c:pt idx="4029">
                  <c:v>1143.45</c:v>
                </c:pt>
                <c:pt idx="4030">
                  <c:v>1133.25</c:v>
                </c:pt>
                <c:pt idx="4031">
                  <c:v>1159.8</c:v>
                </c:pt>
                <c:pt idx="4032">
                  <c:v>1185.45</c:v>
                </c:pt>
                <c:pt idx="4033">
                  <c:v>1186.25</c:v>
                </c:pt>
                <c:pt idx="4034">
                  <c:v>1180.05</c:v>
                </c:pt>
                <c:pt idx="4035">
                  <c:v>1185.9000000000001</c:v>
                </c:pt>
                <c:pt idx="4036">
                  <c:v>1183.55</c:v>
                </c:pt>
                <c:pt idx="4037">
                  <c:v>1180.9000000000001</c:v>
                </c:pt>
                <c:pt idx="4038">
                  <c:v>1195</c:v>
                </c:pt>
                <c:pt idx="4039">
                  <c:v>1200.0999999999999</c:v>
                </c:pt>
                <c:pt idx="4040">
                  <c:v>1202.4000000000001</c:v>
                </c:pt>
                <c:pt idx="4041">
                  <c:v>1212.9000000000001</c:v>
                </c:pt>
                <c:pt idx="4042">
                  <c:v>1215.95</c:v>
                </c:pt>
                <c:pt idx="4043">
                  <c:v>1230.1500000000001</c:v>
                </c:pt>
                <c:pt idx="4044">
                  <c:v>1248.7</c:v>
                </c:pt>
                <c:pt idx="4045">
                  <c:v>1226.9000000000001</c:v>
                </c:pt>
                <c:pt idx="4046">
                  <c:v>1232.8499999999999</c:v>
                </c:pt>
                <c:pt idx="4047">
                  <c:v>1271.7</c:v>
                </c:pt>
                <c:pt idx="4048">
                  <c:v>1283.25</c:v>
                </c:pt>
                <c:pt idx="4049">
                  <c:v>1262.6500000000001</c:v>
                </c:pt>
                <c:pt idx="4050">
                  <c:v>1259.75</c:v>
                </c:pt>
                <c:pt idx="4051">
                  <c:v>1259.45</c:v>
                </c:pt>
                <c:pt idx="4052">
                  <c:v>1292.7</c:v>
                </c:pt>
                <c:pt idx="4053">
                  <c:v>1277.3</c:v>
                </c:pt>
                <c:pt idx="4054">
                  <c:v>1273.4000000000001</c:v>
                </c:pt>
                <c:pt idx="4055">
                  <c:v>1299.75</c:v>
                </c:pt>
                <c:pt idx="4056">
                  <c:v>1297.7</c:v>
                </c:pt>
                <c:pt idx="4057">
                  <c:v>1313.55</c:v>
                </c:pt>
                <c:pt idx="4058">
                  <c:v>1334.25</c:v>
                </c:pt>
                <c:pt idx="4059">
                  <c:v>1361.6</c:v>
                </c:pt>
                <c:pt idx="4060">
                  <c:v>1349.6</c:v>
                </c:pt>
                <c:pt idx="4061">
                  <c:v>1343.3</c:v>
                </c:pt>
                <c:pt idx="4062">
                  <c:v>1345.2</c:v>
                </c:pt>
                <c:pt idx="4063">
                  <c:v>1367.95</c:v>
                </c:pt>
                <c:pt idx="4064">
                  <c:v>1362.6</c:v>
                </c:pt>
                <c:pt idx="4065">
                  <c:v>1368.45</c:v>
                </c:pt>
                <c:pt idx="4066">
                  <c:v>1373.2</c:v>
                </c:pt>
                <c:pt idx="4067">
                  <c:v>1364.8</c:v>
                </c:pt>
                <c:pt idx="4068">
                  <c:v>1356.8</c:v>
                </c:pt>
                <c:pt idx="4069">
                  <c:v>1321.7</c:v>
                </c:pt>
                <c:pt idx="4070">
                  <c:v>1319.9</c:v>
                </c:pt>
                <c:pt idx="4071">
                  <c:v>1320.1</c:v>
                </c:pt>
                <c:pt idx="4072">
                  <c:v>1326.15</c:v>
                </c:pt>
                <c:pt idx="4073">
                  <c:v>1287.8</c:v>
                </c:pt>
                <c:pt idx="4074">
                  <c:v>1291.3499999999999</c:v>
                </c:pt>
                <c:pt idx="4075">
                  <c:v>1282.7</c:v>
                </c:pt>
                <c:pt idx="4076">
                  <c:v>1268.7</c:v>
                </c:pt>
                <c:pt idx="4077">
                  <c:v>1295.5999999999999</c:v>
                </c:pt>
                <c:pt idx="4078">
                  <c:v>1290</c:v>
                </c:pt>
                <c:pt idx="4079">
                  <c:v>1309.3</c:v>
                </c:pt>
                <c:pt idx="4080">
                  <c:v>1320.2</c:v>
                </c:pt>
                <c:pt idx="4081">
                  <c:v>1305</c:v>
                </c:pt>
                <c:pt idx="4082">
                  <c:v>1318.55</c:v>
                </c:pt>
                <c:pt idx="4083">
                  <c:v>1320.15</c:v>
                </c:pt>
                <c:pt idx="4084">
                  <c:v>1300.3499999999999</c:v>
                </c:pt>
                <c:pt idx="4085">
                  <c:v>1318.95</c:v>
                </c:pt>
                <c:pt idx="4086">
                  <c:v>1375.65</c:v>
                </c:pt>
                <c:pt idx="4087">
                  <c:v>1371.95</c:v>
                </c:pt>
                <c:pt idx="4088">
                  <c:v>1389.15</c:v>
                </c:pt>
                <c:pt idx="4089">
                  <c:v>1374.8</c:v>
                </c:pt>
                <c:pt idx="4090">
                  <c:v>1379.3</c:v>
                </c:pt>
                <c:pt idx="4091">
                  <c:v>1370.25</c:v>
                </c:pt>
                <c:pt idx="4092">
                  <c:v>1369.45</c:v>
                </c:pt>
                <c:pt idx="4093">
                  <c:v>1377.15</c:v>
                </c:pt>
                <c:pt idx="4094">
                  <c:v>1395.1</c:v>
                </c:pt>
                <c:pt idx="4095">
                  <c:v>1416.45</c:v>
                </c:pt>
                <c:pt idx="4096">
                  <c:v>1418.7</c:v>
                </c:pt>
                <c:pt idx="4097">
                  <c:v>1400.25</c:v>
                </c:pt>
                <c:pt idx="4098">
                  <c:v>1406.15</c:v>
                </c:pt>
                <c:pt idx="4099">
                  <c:v>1400.15</c:v>
                </c:pt>
                <c:pt idx="4100">
                  <c:v>1407.25</c:v>
                </c:pt>
                <c:pt idx="4101">
                  <c:v>1395.05</c:v>
                </c:pt>
                <c:pt idx="4102">
                  <c:v>1402.25</c:v>
                </c:pt>
                <c:pt idx="4103">
                  <c:v>1400.7</c:v>
                </c:pt>
                <c:pt idx="4104">
                  <c:v>1391.3</c:v>
                </c:pt>
                <c:pt idx="4105">
                  <c:v>1401.35</c:v>
                </c:pt>
                <c:pt idx="4106">
                  <c:v>1383.2</c:v>
                </c:pt>
                <c:pt idx="4107">
                  <c:v>1386</c:v>
                </c:pt>
                <c:pt idx="4108">
                  <c:v>1426.5</c:v>
                </c:pt>
                <c:pt idx="4109">
                  <c:v>1444.6</c:v>
                </c:pt>
                <c:pt idx="4110">
                  <c:v>1464.35</c:v>
                </c:pt>
                <c:pt idx="4111">
                  <c:v>1463.3</c:v>
                </c:pt>
                <c:pt idx="4112">
                  <c:v>1473.6</c:v>
                </c:pt>
                <c:pt idx="4113">
                  <c:v>1481.25</c:v>
                </c:pt>
                <c:pt idx="4114">
                  <c:v>1463.25</c:v>
                </c:pt>
                <c:pt idx="4115">
                  <c:v>1476.95</c:v>
                </c:pt>
                <c:pt idx="4116">
                  <c:v>1508.75</c:v>
                </c:pt>
                <c:pt idx="4117">
                  <c:v>1541.3</c:v>
                </c:pt>
                <c:pt idx="4118">
                  <c:v>1556.95</c:v>
                </c:pt>
                <c:pt idx="4119">
                  <c:v>1575.15</c:v>
                </c:pt>
                <c:pt idx="4120">
                  <c:v>1636.05</c:v>
                </c:pt>
                <c:pt idx="4121">
                  <c:v>1606.05</c:v>
                </c:pt>
                <c:pt idx="4122">
                  <c:v>1628.2</c:v>
                </c:pt>
                <c:pt idx="4123">
                  <c:v>1619.5</c:v>
                </c:pt>
                <c:pt idx="4124">
                  <c:v>1612.25</c:v>
                </c:pt>
                <c:pt idx="4125">
                  <c:v>1613</c:v>
                </c:pt>
                <c:pt idx="4126">
                  <c:v>1628.45</c:v>
                </c:pt>
                <c:pt idx="4127">
                  <c:v>1659.35</c:v>
                </c:pt>
                <c:pt idx="4128">
                  <c:v>1739.3</c:v>
                </c:pt>
                <c:pt idx="4129">
                  <c:v>1684.35</c:v>
                </c:pt>
                <c:pt idx="4130">
                  <c:v>1675.2</c:v>
                </c:pt>
                <c:pt idx="4131">
                  <c:v>1689.65</c:v>
                </c:pt>
                <c:pt idx="4132">
                  <c:v>1674.9</c:v>
                </c:pt>
                <c:pt idx="4133">
                  <c:v>1686</c:v>
                </c:pt>
                <c:pt idx="4134">
                  <c:v>1709.9</c:v>
                </c:pt>
                <c:pt idx="4135">
                  <c:v>1737.7</c:v>
                </c:pt>
                <c:pt idx="4136">
                  <c:v>1728.1</c:v>
                </c:pt>
                <c:pt idx="4137">
                  <c:v>1710.1</c:v>
                </c:pt>
                <c:pt idx="4138">
                  <c:v>1709.35</c:v>
                </c:pt>
                <c:pt idx="4139">
                  <c:v>1710.65</c:v>
                </c:pt>
                <c:pt idx="4140">
                  <c:v>1728.05</c:v>
                </c:pt>
                <c:pt idx="4141">
                  <c:v>1748</c:v>
                </c:pt>
                <c:pt idx="4142">
                  <c:v>1773.45</c:v>
                </c:pt>
                <c:pt idx="4143">
                  <c:v>1783.8</c:v>
                </c:pt>
                <c:pt idx="4144">
                  <c:v>1788.1</c:v>
                </c:pt>
                <c:pt idx="4145">
                  <c:v>1767.85</c:v>
                </c:pt>
                <c:pt idx="4146">
                  <c:v>1758.45</c:v>
                </c:pt>
                <c:pt idx="4147">
                  <c:v>1759.65</c:v>
                </c:pt>
                <c:pt idx="4148">
                  <c:v>1745.4</c:v>
                </c:pt>
                <c:pt idx="4149">
                  <c:v>1756.05</c:v>
                </c:pt>
                <c:pt idx="4150">
                  <c:v>1773.15</c:v>
                </c:pt>
                <c:pt idx="4151">
                  <c:v>1781.15</c:v>
                </c:pt>
                <c:pt idx="4152">
                  <c:v>1753.1</c:v>
                </c:pt>
                <c:pt idx="4153">
                  <c:v>1772.75</c:v>
                </c:pt>
                <c:pt idx="4154">
                  <c:v>1777.4</c:v>
                </c:pt>
                <c:pt idx="4155">
                  <c:v>1862.55</c:v>
                </c:pt>
                <c:pt idx="4156">
                  <c:v>1851.55</c:v>
                </c:pt>
                <c:pt idx="4157">
                  <c:v>1848.8</c:v>
                </c:pt>
                <c:pt idx="4158">
                  <c:v>1823.8</c:v>
                </c:pt>
                <c:pt idx="4159">
                  <c:v>1745.05</c:v>
                </c:pt>
                <c:pt idx="4160">
                  <c:v>1750.35</c:v>
                </c:pt>
                <c:pt idx="4161">
                  <c:v>1753.75</c:v>
                </c:pt>
                <c:pt idx="4162">
                  <c:v>1725.55</c:v>
                </c:pt>
                <c:pt idx="4163">
                  <c:v>1769.9</c:v>
                </c:pt>
                <c:pt idx="4164">
                  <c:v>1761.85</c:v>
                </c:pt>
                <c:pt idx="4165">
                  <c:v>1753.25</c:v>
                </c:pt>
                <c:pt idx="4166">
                  <c:v>1762.7</c:v>
                </c:pt>
                <c:pt idx="4167">
                  <c:v>1756.3</c:v>
                </c:pt>
                <c:pt idx="4168">
                  <c:v>1757.05</c:v>
                </c:pt>
                <c:pt idx="4169">
                  <c:v>1760.35</c:v>
                </c:pt>
                <c:pt idx="4170">
                  <c:v>1775.75</c:v>
                </c:pt>
                <c:pt idx="4171">
                  <c:v>1678.35</c:v>
                </c:pt>
                <c:pt idx="4172">
                  <c:v>1729.35</c:v>
                </c:pt>
                <c:pt idx="4173">
                  <c:v>1767.4</c:v>
                </c:pt>
                <c:pt idx="4174">
                  <c:v>1783.6</c:v>
                </c:pt>
                <c:pt idx="4175">
                  <c:v>1787.7</c:v>
                </c:pt>
                <c:pt idx="4176">
                  <c:v>1762.55</c:v>
                </c:pt>
                <c:pt idx="4177">
                  <c:v>1772.1</c:v>
                </c:pt>
                <c:pt idx="4178">
                  <c:v>1814.75</c:v>
                </c:pt>
                <c:pt idx="4179">
                  <c:v>1772.3</c:v>
                </c:pt>
                <c:pt idx="4180">
                  <c:v>1742.5</c:v>
                </c:pt>
                <c:pt idx="4181">
                  <c:v>1719.75</c:v>
                </c:pt>
                <c:pt idx="4182">
                  <c:v>1782.6</c:v>
                </c:pt>
                <c:pt idx="4183">
                  <c:v>1748.9</c:v>
                </c:pt>
                <c:pt idx="4184">
                  <c:v>1740.85</c:v>
                </c:pt>
                <c:pt idx="4185">
                  <c:v>1735.3</c:v>
                </c:pt>
                <c:pt idx="4186">
                  <c:v>1711.7</c:v>
                </c:pt>
                <c:pt idx="4187">
                  <c:v>1709.4</c:v>
                </c:pt>
                <c:pt idx="4188">
                  <c:v>1668.25</c:v>
                </c:pt>
                <c:pt idx="4189">
                  <c:v>1636.95</c:v>
                </c:pt>
                <c:pt idx="4190">
                  <c:v>1658.85</c:v>
                </c:pt>
                <c:pt idx="4191">
                  <c:v>1657.95</c:v>
                </c:pt>
                <c:pt idx="4192">
                  <c:v>1662.9</c:v>
                </c:pt>
                <c:pt idx="4193">
                  <c:v>1634</c:v>
                </c:pt>
                <c:pt idx="4194">
                  <c:v>1599.15</c:v>
                </c:pt>
                <c:pt idx="4195">
                  <c:v>1591.35</c:v>
                </c:pt>
                <c:pt idx="4196">
                  <c:v>1600.5</c:v>
                </c:pt>
                <c:pt idx="4197">
                  <c:v>1656.9</c:v>
                </c:pt>
                <c:pt idx="4198">
                  <c:v>1680.85</c:v>
                </c:pt>
                <c:pt idx="4199">
                  <c:v>1756.4</c:v>
                </c:pt>
                <c:pt idx="4200">
                  <c:v>1721.1</c:v>
                </c:pt>
                <c:pt idx="4201">
                  <c:v>1693.85</c:v>
                </c:pt>
                <c:pt idx="4202">
                  <c:v>1698.3</c:v>
                </c:pt>
                <c:pt idx="4203">
                  <c:v>1654.55</c:v>
                </c:pt>
                <c:pt idx="4204">
                  <c:v>1691.6</c:v>
                </c:pt>
                <c:pt idx="4205">
                  <c:v>1621.8</c:v>
                </c:pt>
                <c:pt idx="4206">
                  <c:v>1639.2</c:v>
                </c:pt>
                <c:pt idx="4207">
                  <c:v>1651.25</c:v>
                </c:pt>
                <c:pt idx="4208">
                  <c:v>1614.75</c:v>
                </c:pt>
                <c:pt idx="4209">
                  <c:v>1673.85</c:v>
                </c:pt>
                <c:pt idx="4210">
                  <c:v>1722.45</c:v>
                </c:pt>
                <c:pt idx="4211">
                  <c:v>1697.45</c:v>
                </c:pt>
                <c:pt idx="4212">
                  <c:v>1729</c:v>
                </c:pt>
                <c:pt idx="4213">
                  <c:v>1676.35</c:v>
                </c:pt>
                <c:pt idx="4214">
                  <c:v>1656.65</c:v>
                </c:pt>
                <c:pt idx="4215">
                  <c:v>1648.55</c:v>
                </c:pt>
                <c:pt idx="4216">
                  <c:v>1644</c:v>
                </c:pt>
                <c:pt idx="4217">
                  <c:v>1646.35</c:v>
                </c:pt>
                <c:pt idx="4218">
                  <c:v>1656.85</c:v>
                </c:pt>
                <c:pt idx="4219">
                  <c:v>1646.45</c:v>
                </c:pt>
                <c:pt idx="4220">
                  <c:v>1622.35</c:v>
                </c:pt>
                <c:pt idx="4221">
                  <c:v>1631.9</c:v>
                </c:pt>
                <c:pt idx="4222">
                  <c:v>1630.15</c:v>
                </c:pt>
                <c:pt idx="4223">
                  <c:v>1630.65</c:v>
                </c:pt>
                <c:pt idx="4224">
                  <c:v>1618.3</c:v>
                </c:pt>
                <c:pt idx="4225">
                  <c:v>1598.95</c:v>
                </c:pt>
                <c:pt idx="4226">
                  <c:v>1591.6</c:v>
                </c:pt>
                <c:pt idx="4227">
                  <c:v>1586.2</c:v>
                </c:pt>
                <c:pt idx="4228">
                  <c:v>1566.6</c:v>
                </c:pt>
                <c:pt idx="4229">
                  <c:v>1568.05</c:v>
                </c:pt>
                <c:pt idx="4230">
                  <c:v>1532.7</c:v>
                </c:pt>
                <c:pt idx="4231">
                  <c:v>1580.2</c:v>
                </c:pt>
                <c:pt idx="4232">
                  <c:v>1585.15</c:v>
                </c:pt>
                <c:pt idx="4233">
                  <c:v>1599.75</c:v>
                </c:pt>
                <c:pt idx="4234">
                  <c:v>1627.5</c:v>
                </c:pt>
                <c:pt idx="4235">
                  <c:v>1634.3</c:v>
                </c:pt>
                <c:pt idx="4236">
                  <c:v>1644.55</c:v>
                </c:pt>
                <c:pt idx="4237">
                  <c:v>163.05000000000001</c:v>
                </c:pt>
                <c:pt idx="4238">
                  <c:v>175.65</c:v>
                </c:pt>
                <c:pt idx="4239">
                  <c:v>175.2</c:v>
                </c:pt>
                <c:pt idx="4240">
                  <c:v>176.05</c:v>
                </c:pt>
                <c:pt idx="4241">
                  <c:v>178.45</c:v>
                </c:pt>
                <c:pt idx="4242">
                  <c:v>187.55</c:v>
                </c:pt>
                <c:pt idx="4243">
                  <c:v>188.5</c:v>
                </c:pt>
                <c:pt idx="4244">
                  <c:v>188.9</c:v>
                </c:pt>
                <c:pt idx="4245">
                  <c:v>189.35</c:v>
                </c:pt>
                <c:pt idx="4246">
                  <c:v>186.7</c:v>
                </c:pt>
                <c:pt idx="4247">
                  <c:v>191.1</c:v>
                </c:pt>
                <c:pt idx="4248">
                  <c:v>192.65</c:v>
                </c:pt>
                <c:pt idx="4249">
                  <c:v>185.65</c:v>
                </c:pt>
                <c:pt idx="4250">
                  <c:v>194.15</c:v>
                </c:pt>
                <c:pt idx="4251">
                  <c:v>193.95</c:v>
                </c:pt>
                <c:pt idx="4252">
                  <c:v>196.15</c:v>
                </c:pt>
                <c:pt idx="4253">
                  <c:v>195.35</c:v>
                </c:pt>
                <c:pt idx="4254">
                  <c:v>196.5</c:v>
                </c:pt>
                <c:pt idx="4255">
                  <c:v>198.15</c:v>
                </c:pt>
                <c:pt idx="4256">
                  <c:v>197.3</c:v>
                </c:pt>
                <c:pt idx="4257">
                  <c:v>193.9</c:v>
                </c:pt>
                <c:pt idx="4258">
                  <c:v>191.65</c:v>
                </c:pt>
                <c:pt idx="4259">
                  <c:v>192.35</c:v>
                </c:pt>
                <c:pt idx="4260">
                  <c:v>189</c:v>
                </c:pt>
                <c:pt idx="4261">
                  <c:v>189.3</c:v>
                </c:pt>
                <c:pt idx="4262">
                  <c:v>193.65</c:v>
                </c:pt>
                <c:pt idx="4263">
                  <c:v>193.25</c:v>
                </c:pt>
                <c:pt idx="4264">
                  <c:v>187.75</c:v>
                </c:pt>
                <c:pt idx="4265">
                  <c:v>181.85</c:v>
                </c:pt>
                <c:pt idx="4266">
                  <c:v>183.3</c:v>
                </c:pt>
                <c:pt idx="4267">
                  <c:v>187.45</c:v>
                </c:pt>
                <c:pt idx="4268">
                  <c:v>184.9</c:v>
                </c:pt>
                <c:pt idx="4269">
                  <c:v>188.3</c:v>
                </c:pt>
                <c:pt idx="4270">
                  <c:v>186.95</c:v>
                </c:pt>
                <c:pt idx="4271">
                  <c:v>185</c:v>
                </c:pt>
                <c:pt idx="4272">
                  <c:v>186.95</c:v>
                </c:pt>
                <c:pt idx="4273">
                  <c:v>185.3</c:v>
                </c:pt>
                <c:pt idx="4274">
                  <c:v>186.95</c:v>
                </c:pt>
                <c:pt idx="4275">
                  <c:v>189.8</c:v>
                </c:pt>
                <c:pt idx="4276">
                  <c:v>183.5</c:v>
                </c:pt>
                <c:pt idx="4277">
                  <c:v>184</c:v>
                </c:pt>
                <c:pt idx="4278">
                  <c:v>184.85</c:v>
                </c:pt>
                <c:pt idx="4279">
                  <c:v>181.45</c:v>
                </c:pt>
                <c:pt idx="4280">
                  <c:v>178.05</c:v>
                </c:pt>
                <c:pt idx="4281">
                  <c:v>176.85</c:v>
                </c:pt>
                <c:pt idx="4282">
                  <c:v>176.25</c:v>
                </c:pt>
                <c:pt idx="4283">
                  <c:v>181.9</c:v>
                </c:pt>
                <c:pt idx="4284">
                  <c:v>183.5</c:v>
                </c:pt>
                <c:pt idx="4285">
                  <c:v>192.45</c:v>
                </c:pt>
                <c:pt idx="4286">
                  <c:v>192</c:v>
                </c:pt>
                <c:pt idx="4287">
                  <c:v>194.1</c:v>
                </c:pt>
                <c:pt idx="4288">
                  <c:v>192.4</c:v>
                </c:pt>
                <c:pt idx="4289">
                  <c:v>186.7</c:v>
                </c:pt>
                <c:pt idx="4290">
                  <c:v>186.85</c:v>
                </c:pt>
                <c:pt idx="4291">
                  <c:v>186.8</c:v>
                </c:pt>
                <c:pt idx="4292">
                  <c:v>179.45</c:v>
                </c:pt>
                <c:pt idx="4293">
                  <c:v>181.6</c:v>
                </c:pt>
                <c:pt idx="4294">
                  <c:v>183.35</c:v>
                </c:pt>
                <c:pt idx="4295">
                  <c:v>185.4</c:v>
                </c:pt>
                <c:pt idx="4296">
                  <c:v>188.2</c:v>
                </c:pt>
                <c:pt idx="4297">
                  <c:v>188.9</c:v>
                </c:pt>
                <c:pt idx="4298">
                  <c:v>195.8</c:v>
                </c:pt>
                <c:pt idx="4299">
                  <c:v>203.8</c:v>
                </c:pt>
                <c:pt idx="4300">
                  <c:v>199.85</c:v>
                </c:pt>
                <c:pt idx="4301">
                  <c:v>203.7</c:v>
                </c:pt>
                <c:pt idx="4302">
                  <c:v>198.75</c:v>
                </c:pt>
                <c:pt idx="4303">
                  <c:v>196.45</c:v>
                </c:pt>
                <c:pt idx="4304">
                  <c:v>190.75</c:v>
                </c:pt>
                <c:pt idx="4305">
                  <c:v>194.15</c:v>
                </c:pt>
                <c:pt idx="4306">
                  <c:v>187.3</c:v>
                </c:pt>
                <c:pt idx="4307">
                  <c:v>189.4</c:v>
                </c:pt>
                <c:pt idx="4308">
                  <c:v>189.3</c:v>
                </c:pt>
                <c:pt idx="4309">
                  <c:v>187.25</c:v>
                </c:pt>
                <c:pt idx="4310">
                  <c:v>192.5</c:v>
                </c:pt>
                <c:pt idx="4311">
                  <c:v>194.5</c:v>
                </c:pt>
                <c:pt idx="4312">
                  <c:v>198.8</c:v>
                </c:pt>
                <c:pt idx="4313">
                  <c:v>198.3</c:v>
                </c:pt>
                <c:pt idx="4314">
                  <c:v>199</c:v>
                </c:pt>
                <c:pt idx="4315">
                  <c:v>195.8</c:v>
                </c:pt>
                <c:pt idx="4316">
                  <c:v>193.35</c:v>
                </c:pt>
                <c:pt idx="4317">
                  <c:v>194.05</c:v>
                </c:pt>
                <c:pt idx="4318">
                  <c:v>189.8</c:v>
                </c:pt>
                <c:pt idx="4319">
                  <c:v>191.3</c:v>
                </c:pt>
                <c:pt idx="4320">
                  <c:v>192.45</c:v>
                </c:pt>
                <c:pt idx="4321">
                  <c:v>197.5</c:v>
                </c:pt>
                <c:pt idx="4322">
                  <c:v>194.5</c:v>
                </c:pt>
                <c:pt idx="4323">
                  <c:v>197.15</c:v>
                </c:pt>
                <c:pt idx="4324">
                  <c:v>201.7</c:v>
                </c:pt>
                <c:pt idx="4325">
                  <c:v>201.65</c:v>
                </c:pt>
                <c:pt idx="4326">
                  <c:v>206.7</c:v>
                </c:pt>
                <c:pt idx="4327">
                  <c:v>191.4</c:v>
                </c:pt>
                <c:pt idx="4328">
                  <c:v>193.5</c:v>
                </c:pt>
                <c:pt idx="4329">
                  <c:v>192.15</c:v>
                </c:pt>
                <c:pt idx="4330">
                  <c:v>193.55</c:v>
                </c:pt>
                <c:pt idx="4331">
                  <c:v>189.6</c:v>
                </c:pt>
                <c:pt idx="4332">
                  <c:v>192.85</c:v>
                </c:pt>
                <c:pt idx="4333">
                  <c:v>198.85</c:v>
                </c:pt>
                <c:pt idx="4334">
                  <c:v>195.8</c:v>
                </c:pt>
                <c:pt idx="4335">
                  <c:v>195</c:v>
                </c:pt>
                <c:pt idx="4336">
                  <c:v>193.85</c:v>
                </c:pt>
                <c:pt idx="4337">
                  <c:v>195.45</c:v>
                </c:pt>
                <c:pt idx="4338">
                  <c:v>194.75</c:v>
                </c:pt>
                <c:pt idx="4339">
                  <c:v>190.5</c:v>
                </c:pt>
                <c:pt idx="4340">
                  <c:v>192.1</c:v>
                </c:pt>
                <c:pt idx="4341">
                  <c:v>195.4</c:v>
                </c:pt>
                <c:pt idx="4342">
                  <c:v>199.05</c:v>
                </c:pt>
                <c:pt idx="4343">
                  <c:v>202</c:v>
                </c:pt>
                <c:pt idx="4344">
                  <c:v>198.8</c:v>
                </c:pt>
                <c:pt idx="4345">
                  <c:v>197.75</c:v>
                </c:pt>
                <c:pt idx="4346">
                  <c:v>198.25</c:v>
                </c:pt>
                <c:pt idx="4347">
                  <c:v>196.85</c:v>
                </c:pt>
                <c:pt idx="4348">
                  <c:v>194.85</c:v>
                </c:pt>
                <c:pt idx="4349">
                  <c:v>199.25</c:v>
                </c:pt>
                <c:pt idx="4350">
                  <c:v>199.75</c:v>
                </c:pt>
                <c:pt idx="4351">
                  <c:v>200.15</c:v>
                </c:pt>
                <c:pt idx="4352">
                  <c:v>197.65</c:v>
                </c:pt>
                <c:pt idx="4353">
                  <c:v>195.7</c:v>
                </c:pt>
                <c:pt idx="4354">
                  <c:v>194.05</c:v>
                </c:pt>
                <c:pt idx="4355">
                  <c:v>197.55</c:v>
                </c:pt>
                <c:pt idx="4356">
                  <c:v>205.35</c:v>
                </c:pt>
                <c:pt idx="4357">
                  <c:v>203.4</c:v>
                </c:pt>
                <c:pt idx="4358">
                  <c:v>205.05</c:v>
                </c:pt>
                <c:pt idx="4359">
                  <c:v>208.35</c:v>
                </c:pt>
                <c:pt idx="4360">
                  <c:v>212.3</c:v>
                </c:pt>
                <c:pt idx="4361">
                  <c:v>212.45</c:v>
                </c:pt>
                <c:pt idx="4362">
                  <c:v>216.1</c:v>
                </c:pt>
                <c:pt idx="4363">
                  <c:v>218.05</c:v>
                </c:pt>
                <c:pt idx="4364">
                  <c:v>213.6</c:v>
                </c:pt>
                <c:pt idx="4365">
                  <c:v>213.9</c:v>
                </c:pt>
                <c:pt idx="4366">
                  <c:v>213.45</c:v>
                </c:pt>
                <c:pt idx="4367">
                  <c:v>215.15</c:v>
                </c:pt>
                <c:pt idx="4368">
                  <c:v>218.05</c:v>
                </c:pt>
                <c:pt idx="4369">
                  <c:v>216.15</c:v>
                </c:pt>
                <c:pt idx="4370">
                  <c:v>219.65</c:v>
                </c:pt>
                <c:pt idx="4371">
                  <c:v>214.6</c:v>
                </c:pt>
                <c:pt idx="4372">
                  <c:v>214.75</c:v>
                </c:pt>
                <c:pt idx="4373">
                  <c:v>213.75</c:v>
                </c:pt>
                <c:pt idx="4374">
                  <c:v>215.1</c:v>
                </c:pt>
                <c:pt idx="4375">
                  <c:v>219.15</c:v>
                </c:pt>
                <c:pt idx="4376">
                  <c:v>214.8</c:v>
                </c:pt>
                <c:pt idx="4377">
                  <c:v>215.8</c:v>
                </c:pt>
                <c:pt idx="4378">
                  <c:v>221.25</c:v>
                </c:pt>
                <c:pt idx="4379">
                  <c:v>223.15</c:v>
                </c:pt>
                <c:pt idx="4380">
                  <c:v>219.75</c:v>
                </c:pt>
                <c:pt idx="4381">
                  <c:v>223.35</c:v>
                </c:pt>
                <c:pt idx="4382">
                  <c:v>228.25</c:v>
                </c:pt>
                <c:pt idx="4383">
                  <c:v>229.05</c:v>
                </c:pt>
                <c:pt idx="4384">
                  <c:v>230.85</c:v>
                </c:pt>
                <c:pt idx="4385">
                  <c:v>230.45</c:v>
                </c:pt>
                <c:pt idx="4386">
                  <c:v>222.75</c:v>
                </c:pt>
                <c:pt idx="4387">
                  <c:v>223.5</c:v>
                </c:pt>
                <c:pt idx="4388">
                  <c:v>232.35</c:v>
                </c:pt>
                <c:pt idx="4389">
                  <c:v>237.75</c:v>
                </c:pt>
                <c:pt idx="4390">
                  <c:v>234.6</c:v>
                </c:pt>
                <c:pt idx="4391">
                  <c:v>237.05</c:v>
                </c:pt>
                <c:pt idx="4392">
                  <c:v>233.7</c:v>
                </c:pt>
                <c:pt idx="4393">
                  <c:v>231.95</c:v>
                </c:pt>
                <c:pt idx="4394">
                  <c:v>239.75</c:v>
                </c:pt>
                <c:pt idx="4395">
                  <c:v>246.05</c:v>
                </c:pt>
                <c:pt idx="4396">
                  <c:v>244.5</c:v>
                </c:pt>
                <c:pt idx="4397">
                  <c:v>246.9</c:v>
                </c:pt>
                <c:pt idx="4398">
                  <c:v>259.05</c:v>
                </c:pt>
                <c:pt idx="4399">
                  <c:v>254.4</c:v>
                </c:pt>
                <c:pt idx="4400">
                  <c:v>256.64999999999998</c:v>
                </c:pt>
                <c:pt idx="4401">
                  <c:v>254.8</c:v>
                </c:pt>
                <c:pt idx="4402">
                  <c:v>256.25</c:v>
                </c:pt>
                <c:pt idx="4403">
                  <c:v>263.10000000000002</c:v>
                </c:pt>
                <c:pt idx="4404">
                  <c:v>264.10000000000002</c:v>
                </c:pt>
                <c:pt idx="4405">
                  <c:v>263.45</c:v>
                </c:pt>
                <c:pt idx="4406">
                  <c:v>265.89999999999998</c:v>
                </c:pt>
                <c:pt idx="4407">
                  <c:v>269.7</c:v>
                </c:pt>
                <c:pt idx="4408">
                  <c:v>264.14999999999998</c:v>
                </c:pt>
                <c:pt idx="4409">
                  <c:v>265.7</c:v>
                </c:pt>
                <c:pt idx="4410">
                  <c:v>267.55</c:v>
                </c:pt>
                <c:pt idx="4411">
                  <c:v>262.55</c:v>
                </c:pt>
                <c:pt idx="4412">
                  <c:v>261.64999999999998</c:v>
                </c:pt>
                <c:pt idx="4413">
                  <c:v>259.14999999999998</c:v>
                </c:pt>
                <c:pt idx="4414">
                  <c:v>254.5</c:v>
                </c:pt>
                <c:pt idx="4415">
                  <c:v>246.95</c:v>
                </c:pt>
                <c:pt idx="4416">
                  <c:v>236.85</c:v>
                </c:pt>
                <c:pt idx="4417">
                  <c:v>242.35</c:v>
                </c:pt>
                <c:pt idx="4418">
                  <c:v>236.65</c:v>
                </c:pt>
                <c:pt idx="4419">
                  <c:v>238.9</c:v>
                </c:pt>
                <c:pt idx="4420">
                  <c:v>248.45</c:v>
                </c:pt>
                <c:pt idx="4421">
                  <c:v>249.95</c:v>
                </c:pt>
                <c:pt idx="4422">
                  <c:v>248.25</c:v>
                </c:pt>
                <c:pt idx="4423">
                  <c:v>249.05</c:v>
                </c:pt>
                <c:pt idx="4424">
                  <c:v>257.7</c:v>
                </c:pt>
                <c:pt idx="4425">
                  <c:v>257.39999999999998</c:v>
                </c:pt>
                <c:pt idx="4426">
                  <c:v>259.95</c:v>
                </c:pt>
                <c:pt idx="4427">
                  <c:v>256.45</c:v>
                </c:pt>
                <c:pt idx="4428">
                  <c:v>256.14999999999998</c:v>
                </c:pt>
                <c:pt idx="4429">
                  <c:v>254.05</c:v>
                </c:pt>
                <c:pt idx="4430">
                  <c:v>260.39999999999998</c:v>
                </c:pt>
                <c:pt idx="4431">
                  <c:v>260.25</c:v>
                </c:pt>
                <c:pt idx="4432">
                  <c:v>258.75</c:v>
                </c:pt>
                <c:pt idx="4433">
                  <c:v>253.7</c:v>
                </c:pt>
                <c:pt idx="4434">
                  <c:v>260.39999999999998</c:v>
                </c:pt>
                <c:pt idx="4435">
                  <c:v>259.45</c:v>
                </c:pt>
                <c:pt idx="4436">
                  <c:v>259.64999999999998</c:v>
                </c:pt>
                <c:pt idx="4437">
                  <c:v>259.95</c:v>
                </c:pt>
                <c:pt idx="4438">
                  <c:v>265.3</c:v>
                </c:pt>
                <c:pt idx="4439">
                  <c:v>263.85000000000002</c:v>
                </c:pt>
                <c:pt idx="4440">
                  <c:v>258.45</c:v>
                </c:pt>
                <c:pt idx="4441">
                  <c:v>264.75</c:v>
                </c:pt>
                <c:pt idx="4442">
                  <c:v>266.2</c:v>
                </c:pt>
                <c:pt idx="4443">
                  <c:v>266.60000000000002</c:v>
                </c:pt>
                <c:pt idx="4444">
                  <c:v>268</c:v>
                </c:pt>
                <c:pt idx="4445">
                  <c:v>264.05</c:v>
                </c:pt>
                <c:pt idx="4446">
                  <c:v>262.45</c:v>
                </c:pt>
                <c:pt idx="4447">
                  <c:v>264</c:v>
                </c:pt>
                <c:pt idx="4448">
                  <c:v>270.8</c:v>
                </c:pt>
                <c:pt idx="4449">
                  <c:v>263.85000000000002</c:v>
                </c:pt>
                <c:pt idx="4450">
                  <c:v>266.55</c:v>
                </c:pt>
                <c:pt idx="4451">
                  <c:v>255.45</c:v>
                </c:pt>
                <c:pt idx="4452">
                  <c:v>258.64999999999998</c:v>
                </c:pt>
                <c:pt idx="4453">
                  <c:v>266.60000000000002</c:v>
                </c:pt>
                <c:pt idx="4454">
                  <c:v>265.95</c:v>
                </c:pt>
                <c:pt idx="4455">
                  <c:v>268.85000000000002</c:v>
                </c:pt>
                <c:pt idx="4456">
                  <c:v>268.55</c:v>
                </c:pt>
                <c:pt idx="4457">
                  <c:v>266.85000000000002</c:v>
                </c:pt>
                <c:pt idx="4458">
                  <c:v>265.2</c:v>
                </c:pt>
                <c:pt idx="4459">
                  <c:v>258.89999999999998</c:v>
                </c:pt>
                <c:pt idx="4460">
                  <c:v>255.65</c:v>
                </c:pt>
                <c:pt idx="4461">
                  <c:v>255.25</c:v>
                </c:pt>
                <c:pt idx="4462">
                  <c:v>254.85</c:v>
                </c:pt>
                <c:pt idx="4463">
                  <c:v>252.05</c:v>
                </c:pt>
                <c:pt idx="4464">
                  <c:v>251.85</c:v>
                </c:pt>
                <c:pt idx="4465">
                  <c:v>247.7</c:v>
                </c:pt>
                <c:pt idx="4466">
                  <c:v>242.15</c:v>
                </c:pt>
                <c:pt idx="4467">
                  <c:v>250.85</c:v>
                </c:pt>
                <c:pt idx="4468">
                  <c:v>252.45</c:v>
                </c:pt>
                <c:pt idx="4469">
                  <c:v>251.5</c:v>
                </c:pt>
                <c:pt idx="4470">
                  <c:v>249.95</c:v>
                </c:pt>
                <c:pt idx="4471">
                  <c:v>244</c:v>
                </c:pt>
                <c:pt idx="4472">
                  <c:v>242.45</c:v>
                </c:pt>
                <c:pt idx="4473">
                  <c:v>250.9</c:v>
                </c:pt>
                <c:pt idx="4474">
                  <c:v>253.95</c:v>
                </c:pt>
                <c:pt idx="4475">
                  <c:v>256.39999999999998</c:v>
                </c:pt>
                <c:pt idx="4476">
                  <c:v>262.10000000000002</c:v>
                </c:pt>
                <c:pt idx="4477">
                  <c:v>265.3</c:v>
                </c:pt>
                <c:pt idx="4478">
                  <c:v>264.5</c:v>
                </c:pt>
                <c:pt idx="4479">
                  <c:v>267.39999999999998</c:v>
                </c:pt>
                <c:pt idx="4480">
                  <c:v>265.45</c:v>
                </c:pt>
                <c:pt idx="4481">
                  <c:v>271.3</c:v>
                </c:pt>
                <c:pt idx="4482">
                  <c:v>269.8</c:v>
                </c:pt>
                <c:pt idx="4483">
                  <c:v>265.8</c:v>
                </c:pt>
                <c:pt idx="4484">
                  <c:v>264.55</c:v>
                </c:pt>
                <c:pt idx="4485">
                  <c:v>268.7</c:v>
                </c:pt>
                <c:pt idx="4486">
                  <c:v>277.14999999999998</c:v>
                </c:pt>
                <c:pt idx="4487">
                  <c:v>285.10000000000002</c:v>
                </c:pt>
                <c:pt idx="4488">
                  <c:v>286</c:v>
                </c:pt>
                <c:pt idx="4489">
                  <c:v>284</c:v>
                </c:pt>
                <c:pt idx="4490">
                  <c:v>282.8</c:v>
                </c:pt>
                <c:pt idx="4491">
                  <c:v>282.55</c:v>
                </c:pt>
                <c:pt idx="4492">
                  <c:v>286.8</c:v>
                </c:pt>
                <c:pt idx="4493">
                  <c:v>285</c:v>
                </c:pt>
                <c:pt idx="4494">
                  <c:v>281.2</c:v>
                </c:pt>
                <c:pt idx="4495">
                  <c:v>285.05</c:v>
                </c:pt>
                <c:pt idx="4496">
                  <c:v>279.8</c:v>
                </c:pt>
                <c:pt idx="4497">
                  <c:v>282.10000000000002</c:v>
                </c:pt>
                <c:pt idx="4498">
                  <c:v>278.64999999999998</c:v>
                </c:pt>
                <c:pt idx="4499">
                  <c:v>294.05</c:v>
                </c:pt>
                <c:pt idx="4500">
                  <c:v>288.64999999999998</c:v>
                </c:pt>
                <c:pt idx="4501">
                  <c:v>290.8</c:v>
                </c:pt>
                <c:pt idx="4502">
                  <c:v>293.45</c:v>
                </c:pt>
                <c:pt idx="4503">
                  <c:v>289.10000000000002</c:v>
                </c:pt>
                <c:pt idx="4504">
                  <c:v>289.95</c:v>
                </c:pt>
                <c:pt idx="4505">
                  <c:v>302.64999999999998</c:v>
                </c:pt>
                <c:pt idx="4506">
                  <c:v>299</c:v>
                </c:pt>
                <c:pt idx="4507">
                  <c:v>291.25</c:v>
                </c:pt>
                <c:pt idx="4508">
                  <c:v>283.2</c:v>
                </c:pt>
                <c:pt idx="4509">
                  <c:v>290</c:v>
                </c:pt>
                <c:pt idx="4510">
                  <c:v>304.2</c:v>
                </c:pt>
                <c:pt idx="4511">
                  <c:v>309.35000000000002</c:v>
                </c:pt>
                <c:pt idx="4512">
                  <c:v>310.75</c:v>
                </c:pt>
                <c:pt idx="4513">
                  <c:v>309.55</c:v>
                </c:pt>
                <c:pt idx="4514">
                  <c:v>307.8</c:v>
                </c:pt>
                <c:pt idx="4515">
                  <c:v>312.39999999999998</c:v>
                </c:pt>
                <c:pt idx="4516">
                  <c:v>302.7</c:v>
                </c:pt>
                <c:pt idx="4517">
                  <c:v>305.60000000000002</c:v>
                </c:pt>
                <c:pt idx="4518">
                  <c:v>298.3</c:v>
                </c:pt>
                <c:pt idx="4519">
                  <c:v>297.7</c:v>
                </c:pt>
                <c:pt idx="4520">
                  <c:v>306.95</c:v>
                </c:pt>
                <c:pt idx="4521">
                  <c:v>316.10000000000002</c:v>
                </c:pt>
                <c:pt idx="4522">
                  <c:v>318.10000000000002</c:v>
                </c:pt>
                <c:pt idx="4523">
                  <c:v>312.2</c:v>
                </c:pt>
                <c:pt idx="4524">
                  <c:v>305.5</c:v>
                </c:pt>
                <c:pt idx="4525">
                  <c:v>291.64999999999998</c:v>
                </c:pt>
                <c:pt idx="4526">
                  <c:v>293.5</c:v>
                </c:pt>
                <c:pt idx="4527">
                  <c:v>289.5</c:v>
                </c:pt>
                <c:pt idx="4528">
                  <c:v>289.25</c:v>
                </c:pt>
                <c:pt idx="4529">
                  <c:v>291.95</c:v>
                </c:pt>
                <c:pt idx="4530">
                  <c:v>297.85000000000002</c:v>
                </c:pt>
                <c:pt idx="4531">
                  <c:v>303.5</c:v>
                </c:pt>
                <c:pt idx="4532">
                  <c:v>300.45</c:v>
                </c:pt>
                <c:pt idx="4533">
                  <c:v>295.14999999999998</c:v>
                </c:pt>
                <c:pt idx="4534">
                  <c:v>290.25</c:v>
                </c:pt>
                <c:pt idx="4535">
                  <c:v>283.60000000000002</c:v>
                </c:pt>
                <c:pt idx="4536">
                  <c:v>285.5</c:v>
                </c:pt>
                <c:pt idx="4537">
                  <c:v>288.39999999999998</c:v>
                </c:pt>
                <c:pt idx="4538">
                  <c:v>286</c:v>
                </c:pt>
                <c:pt idx="4539">
                  <c:v>286</c:v>
                </c:pt>
                <c:pt idx="4540">
                  <c:v>293.89999999999998</c:v>
                </c:pt>
                <c:pt idx="4541">
                  <c:v>298.85000000000002</c:v>
                </c:pt>
                <c:pt idx="4542">
                  <c:v>288.14999999999998</c:v>
                </c:pt>
                <c:pt idx="4543">
                  <c:v>296.55</c:v>
                </c:pt>
                <c:pt idx="4544">
                  <c:v>303.05</c:v>
                </c:pt>
                <c:pt idx="4545">
                  <c:v>295.85000000000002</c:v>
                </c:pt>
                <c:pt idx="4546">
                  <c:v>308.39999999999998</c:v>
                </c:pt>
                <c:pt idx="4547">
                  <c:v>308.2</c:v>
                </c:pt>
                <c:pt idx="4548">
                  <c:v>309.39999999999998</c:v>
                </c:pt>
                <c:pt idx="4549">
                  <c:v>311.35000000000002</c:v>
                </c:pt>
                <c:pt idx="4550">
                  <c:v>312.2</c:v>
                </c:pt>
                <c:pt idx="4551">
                  <c:v>308.25</c:v>
                </c:pt>
                <c:pt idx="4552">
                  <c:v>308.5</c:v>
                </c:pt>
                <c:pt idx="4553">
                  <c:v>308.89999999999998</c:v>
                </c:pt>
                <c:pt idx="4554">
                  <c:v>309.14999999999998</c:v>
                </c:pt>
                <c:pt idx="4555">
                  <c:v>309.95</c:v>
                </c:pt>
                <c:pt idx="4556">
                  <c:v>322.85000000000002</c:v>
                </c:pt>
                <c:pt idx="4557">
                  <c:v>322.85000000000002</c:v>
                </c:pt>
                <c:pt idx="4558">
                  <c:v>321.8</c:v>
                </c:pt>
                <c:pt idx="4559">
                  <c:v>324.75</c:v>
                </c:pt>
                <c:pt idx="4560">
                  <c:v>321.7</c:v>
                </c:pt>
                <c:pt idx="4561">
                  <c:v>327.7</c:v>
                </c:pt>
                <c:pt idx="4562">
                  <c:v>327.60000000000002</c:v>
                </c:pt>
                <c:pt idx="4563">
                  <c:v>325</c:v>
                </c:pt>
                <c:pt idx="4564">
                  <c:v>315.14999999999998</c:v>
                </c:pt>
                <c:pt idx="4565">
                  <c:v>319.3</c:v>
                </c:pt>
                <c:pt idx="4566">
                  <c:v>317.39999999999998</c:v>
                </c:pt>
                <c:pt idx="4567">
                  <c:v>325.8</c:v>
                </c:pt>
                <c:pt idx="4568">
                  <c:v>324.05</c:v>
                </c:pt>
                <c:pt idx="4569">
                  <c:v>321.75</c:v>
                </c:pt>
                <c:pt idx="4570">
                  <c:v>319.55</c:v>
                </c:pt>
                <c:pt idx="4571">
                  <c:v>323.75</c:v>
                </c:pt>
                <c:pt idx="4572">
                  <c:v>329.05</c:v>
                </c:pt>
                <c:pt idx="4573">
                  <c:v>334.55</c:v>
                </c:pt>
                <c:pt idx="4574">
                  <c:v>336.6</c:v>
                </c:pt>
                <c:pt idx="4575">
                  <c:v>332</c:v>
                </c:pt>
                <c:pt idx="4576">
                  <c:v>319.45</c:v>
                </c:pt>
                <c:pt idx="4577">
                  <c:v>309.25</c:v>
                </c:pt>
                <c:pt idx="4578">
                  <c:v>318.39999999999998</c:v>
                </c:pt>
                <c:pt idx="4579">
                  <c:v>310</c:v>
                </c:pt>
                <c:pt idx="4580">
                  <c:v>314.14999999999998</c:v>
                </c:pt>
                <c:pt idx="4581">
                  <c:v>326.05</c:v>
                </c:pt>
                <c:pt idx="4582">
                  <c:v>327.10000000000002</c:v>
                </c:pt>
                <c:pt idx="4583">
                  <c:v>331.75</c:v>
                </c:pt>
                <c:pt idx="4584">
                  <c:v>332.55</c:v>
                </c:pt>
                <c:pt idx="4585">
                  <c:v>331.9</c:v>
                </c:pt>
                <c:pt idx="4586">
                  <c:v>331.9</c:v>
                </c:pt>
                <c:pt idx="4587">
                  <c:v>331.85</c:v>
                </c:pt>
                <c:pt idx="4588">
                  <c:v>329.1</c:v>
                </c:pt>
                <c:pt idx="4589">
                  <c:v>338</c:v>
                </c:pt>
                <c:pt idx="4590">
                  <c:v>343.5</c:v>
                </c:pt>
                <c:pt idx="4591">
                  <c:v>343.25</c:v>
                </c:pt>
                <c:pt idx="4592">
                  <c:v>340.95</c:v>
                </c:pt>
                <c:pt idx="4593">
                  <c:v>341.35</c:v>
                </c:pt>
                <c:pt idx="4594">
                  <c:v>343</c:v>
                </c:pt>
                <c:pt idx="4595">
                  <c:v>339.05</c:v>
                </c:pt>
                <c:pt idx="4596">
                  <c:v>332.55</c:v>
                </c:pt>
                <c:pt idx="4597">
                  <c:v>327.14999999999998</c:v>
                </c:pt>
                <c:pt idx="4598">
                  <c:v>327.5</c:v>
                </c:pt>
                <c:pt idx="4599">
                  <c:v>335.15</c:v>
                </c:pt>
                <c:pt idx="4600">
                  <c:v>332.85</c:v>
                </c:pt>
                <c:pt idx="4601">
                  <c:v>336.95</c:v>
                </c:pt>
                <c:pt idx="4602">
                  <c:v>332.1</c:v>
                </c:pt>
                <c:pt idx="4603">
                  <c:v>322.85000000000002</c:v>
                </c:pt>
                <c:pt idx="4604">
                  <c:v>318.3</c:v>
                </c:pt>
                <c:pt idx="4605">
                  <c:v>322.39999999999998</c:v>
                </c:pt>
                <c:pt idx="4606">
                  <c:v>326.8</c:v>
                </c:pt>
                <c:pt idx="4607">
                  <c:v>313.39999999999998</c:v>
                </c:pt>
                <c:pt idx="4608">
                  <c:v>311.7</c:v>
                </c:pt>
                <c:pt idx="4609">
                  <c:v>312.14999999999998</c:v>
                </c:pt>
                <c:pt idx="4610">
                  <c:v>310.45</c:v>
                </c:pt>
                <c:pt idx="4611">
                  <c:v>308.55</c:v>
                </c:pt>
                <c:pt idx="4612">
                  <c:v>312.8</c:v>
                </c:pt>
                <c:pt idx="4613">
                  <c:v>317.45</c:v>
                </c:pt>
                <c:pt idx="4614">
                  <c:v>313.35000000000002</c:v>
                </c:pt>
                <c:pt idx="4615">
                  <c:v>317.10000000000002</c:v>
                </c:pt>
                <c:pt idx="4616">
                  <c:v>316.25</c:v>
                </c:pt>
                <c:pt idx="4617">
                  <c:v>307.64999999999998</c:v>
                </c:pt>
                <c:pt idx="4618">
                  <c:v>307.39999999999998</c:v>
                </c:pt>
                <c:pt idx="4619">
                  <c:v>296.2</c:v>
                </c:pt>
                <c:pt idx="4620">
                  <c:v>303.60000000000002</c:v>
                </c:pt>
                <c:pt idx="4621">
                  <c:v>304.14999999999998</c:v>
                </c:pt>
                <c:pt idx="4622">
                  <c:v>306.64999999999998</c:v>
                </c:pt>
                <c:pt idx="4623">
                  <c:v>318.25</c:v>
                </c:pt>
                <c:pt idx="4624">
                  <c:v>317.10000000000002</c:v>
                </c:pt>
                <c:pt idx="4625">
                  <c:v>312.3</c:v>
                </c:pt>
                <c:pt idx="4626">
                  <c:v>323.25</c:v>
                </c:pt>
                <c:pt idx="4627">
                  <c:v>327.85</c:v>
                </c:pt>
                <c:pt idx="4628">
                  <c:v>330.4</c:v>
                </c:pt>
                <c:pt idx="4629">
                  <c:v>327.55</c:v>
                </c:pt>
                <c:pt idx="4630">
                  <c:v>332.05</c:v>
                </c:pt>
                <c:pt idx="4631">
                  <c:v>337.3</c:v>
                </c:pt>
                <c:pt idx="4632">
                  <c:v>336.95</c:v>
                </c:pt>
                <c:pt idx="4633">
                  <c:v>340.5</c:v>
                </c:pt>
                <c:pt idx="4634">
                  <c:v>342.75</c:v>
                </c:pt>
                <c:pt idx="4635">
                  <c:v>342.95</c:v>
                </c:pt>
                <c:pt idx="4636">
                  <c:v>339.9</c:v>
                </c:pt>
                <c:pt idx="4637">
                  <c:v>342.1</c:v>
                </c:pt>
                <c:pt idx="4638">
                  <c:v>341.1</c:v>
                </c:pt>
                <c:pt idx="4639">
                  <c:v>328.15</c:v>
                </c:pt>
                <c:pt idx="4640">
                  <c:v>334</c:v>
                </c:pt>
                <c:pt idx="4641">
                  <c:v>341.55</c:v>
                </c:pt>
                <c:pt idx="4642">
                  <c:v>341.9</c:v>
                </c:pt>
                <c:pt idx="4643">
                  <c:v>339.6</c:v>
                </c:pt>
                <c:pt idx="4644">
                  <c:v>354.8</c:v>
                </c:pt>
                <c:pt idx="4645">
                  <c:v>355.6</c:v>
                </c:pt>
                <c:pt idx="4646">
                  <c:v>366.2</c:v>
                </c:pt>
                <c:pt idx="4647">
                  <c:v>399</c:v>
                </c:pt>
                <c:pt idx="4648">
                  <c:v>397.9</c:v>
                </c:pt>
                <c:pt idx="4649">
                  <c:v>396.35</c:v>
                </c:pt>
                <c:pt idx="4650">
                  <c:v>397</c:v>
                </c:pt>
                <c:pt idx="4651">
                  <c:v>390.85</c:v>
                </c:pt>
                <c:pt idx="4652">
                  <c:v>398.35</c:v>
                </c:pt>
                <c:pt idx="4653">
                  <c:v>398.8</c:v>
                </c:pt>
                <c:pt idx="4654">
                  <c:v>406.6</c:v>
                </c:pt>
                <c:pt idx="4655">
                  <c:v>401.2</c:v>
                </c:pt>
                <c:pt idx="4656">
                  <c:v>395.2</c:v>
                </c:pt>
                <c:pt idx="4657">
                  <c:v>399.75</c:v>
                </c:pt>
                <c:pt idx="4658">
                  <c:v>408.1</c:v>
                </c:pt>
                <c:pt idx="4659">
                  <c:v>411.85</c:v>
                </c:pt>
                <c:pt idx="4660">
                  <c:v>407.15</c:v>
                </c:pt>
                <c:pt idx="4661">
                  <c:v>417.05</c:v>
                </c:pt>
                <c:pt idx="4662">
                  <c:v>408</c:v>
                </c:pt>
                <c:pt idx="4663">
                  <c:v>400.45</c:v>
                </c:pt>
                <c:pt idx="4664">
                  <c:v>403.65</c:v>
                </c:pt>
                <c:pt idx="4665">
                  <c:v>408.1</c:v>
                </c:pt>
                <c:pt idx="4666">
                  <c:v>400.3</c:v>
                </c:pt>
                <c:pt idx="4667">
                  <c:v>381.65</c:v>
                </c:pt>
                <c:pt idx="4668">
                  <c:v>380.85</c:v>
                </c:pt>
                <c:pt idx="4669">
                  <c:v>383.4</c:v>
                </c:pt>
                <c:pt idx="4670">
                  <c:v>377.6</c:v>
                </c:pt>
                <c:pt idx="4671">
                  <c:v>366.6</c:v>
                </c:pt>
                <c:pt idx="4672">
                  <c:v>376.25</c:v>
                </c:pt>
                <c:pt idx="4673">
                  <c:v>371.4</c:v>
                </c:pt>
                <c:pt idx="4674">
                  <c:v>376.8</c:v>
                </c:pt>
                <c:pt idx="4675">
                  <c:v>361.7</c:v>
                </c:pt>
                <c:pt idx="4676">
                  <c:v>379.7</c:v>
                </c:pt>
                <c:pt idx="4677">
                  <c:v>376.8</c:v>
                </c:pt>
                <c:pt idx="4678">
                  <c:v>373.6</c:v>
                </c:pt>
                <c:pt idx="4679">
                  <c:v>361.65</c:v>
                </c:pt>
                <c:pt idx="4680">
                  <c:v>363.5</c:v>
                </c:pt>
                <c:pt idx="4681">
                  <c:v>355.1</c:v>
                </c:pt>
                <c:pt idx="4682">
                  <c:v>347.5</c:v>
                </c:pt>
                <c:pt idx="4683">
                  <c:v>351.95</c:v>
                </c:pt>
                <c:pt idx="4684">
                  <c:v>353.4</c:v>
                </c:pt>
                <c:pt idx="4685">
                  <c:v>337.45</c:v>
                </c:pt>
                <c:pt idx="4686">
                  <c:v>340</c:v>
                </c:pt>
                <c:pt idx="4687">
                  <c:v>335.8</c:v>
                </c:pt>
                <c:pt idx="4688">
                  <c:v>339.4</c:v>
                </c:pt>
                <c:pt idx="4689">
                  <c:v>342.75</c:v>
                </c:pt>
                <c:pt idx="4690">
                  <c:v>352.8</c:v>
                </c:pt>
                <c:pt idx="4691">
                  <c:v>353.65</c:v>
                </c:pt>
                <c:pt idx="4692">
                  <c:v>350.75</c:v>
                </c:pt>
                <c:pt idx="4693">
                  <c:v>351.65</c:v>
                </c:pt>
                <c:pt idx="4694">
                  <c:v>347.5</c:v>
                </c:pt>
                <c:pt idx="4695">
                  <c:v>344.55</c:v>
                </c:pt>
                <c:pt idx="4696">
                  <c:v>348.1</c:v>
                </c:pt>
                <c:pt idx="4697">
                  <c:v>339.6</c:v>
                </c:pt>
                <c:pt idx="4698">
                  <c:v>344.6</c:v>
                </c:pt>
                <c:pt idx="4699">
                  <c:v>335.1</c:v>
                </c:pt>
                <c:pt idx="4700">
                  <c:v>336.65</c:v>
                </c:pt>
                <c:pt idx="4701">
                  <c:v>328.25</c:v>
                </c:pt>
                <c:pt idx="4702">
                  <c:v>326.05</c:v>
                </c:pt>
                <c:pt idx="4703">
                  <c:v>319.89999999999998</c:v>
                </c:pt>
                <c:pt idx="4704">
                  <c:v>317.60000000000002</c:v>
                </c:pt>
                <c:pt idx="4705">
                  <c:v>311.2</c:v>
                </c:pt>
                <c:pt idx="4706">
                  <c:v>308.85000000000002</c:v>
                </c:pt>
                <c:pt idx="4707">
                  <c:v>317.45</c:v>
                </c:pt>
                <c:pt idx="4708">
                  <c:v>314.25</c:v>
                </c:pt>
                <c:pt idx="4709">
                  <c:v>314.89999999999998</c:v>
                </c:pt>
                <c:pt idx="4710">
                  <c:v>313.3</c:v>
                </c:pt>
                <c:pt idx="4711">
                  <c:v>304.35000000000002</c:v>
                </c:pt>
                <c:pt idx="4712">
                  <c:v>305.39999999999998</c:v>
                </c:pt>
                <c:pt idx="4713">
                  <c:v>302.39999999999998</c:v>
                </c:pt>
                <c:pt idx="4714">
                  <c:v>294.10000000000002</c:v>
                </c:pt>
                <c:pt idx="4715">
                  <c:v>300.95</c:v>
                </c:pt>
                <c:pt idx="4716">
                  <c:v>302.45</c:v>
                </c:pt>
                <c:pt idx="4717">
                  <c:v>298.05</c:v>
                </c:pt>
                <c:pt idx="4718">
                  <c:v>293.10000000000002</c:v>
                </c:pt>
                <c:pt idx="4719">
                  <c:v>299.85000000000002</c:v>
                </c:pt>
                <c:pt idx="4720">
                  <c:v>305.45</c:v>
                </c:pt>
                <c:pt idx="4721">
                  <c:v>311</c:v>
                </c:pt>
                <c:pt idx="4722">
                  <c:v>308.7</c:v>
                </c:pt>
                <c:pt idx="4723">
                  <c:v>308</c:v>
                </c:pt>
                <c:pt idx="4724">
                  <c:v>292.2</c:v>
                </c:pt>
                <c:pt idx="4725">
                  <c:v>296.3</c:v>
                </c:pt>
                <c:pt idx="4726">
                  <c:v>292.95</c:v>
                </c:pt>
                <c:pt idx="4727">
                  <c:v>298.10000000000002</c:v>
                </c:pt>
                <c:pt idx="4728">
                  <c:v>306.75</c:v>
                </c:pt>
                <c:pt idx="4729">
                  <c:v>303.95</c:v>
                </c:pt>
                <c:pt idx="4730">
                  <c:v>288.7</c:v>
                </c:pt>
                <c:pt idx="4731">
                  <c:v>282.64999999999998</c:v>
                </c:pt>
                <c:pt idx="4732">
                  <c:v>287.95</c:v>
                </c:pt>
                <c:pt idx="4733">
                  <c:v>289.85000000000002</c:v>
                </c:pt>
                <c:pt idx="4734">
                  <c:v>293.89999999999998</c:v>
                </c:pt>
                <c:pt idx="4735">
                  <c:v>290.75</c:v>
                </c:pt>
                <c:pt idx="4736">
                  <c:v>289.3</c:v>
                </c:pt>
                <c:pt idx="4737">
                  <c:v>288.8</c:v>
                </c:pt>
                <c:pt idx="4738">
                  <c:v>283.89999999999998</c:v>
                </c:pt>
                <c:pt idx="4739">
                  <c:v>292.10000000000002</c:v>
                </c:pt>
                <c:pt idx="4740">
                  <c:v>286.45</c:v>
                </c:pt>
                <c:pt idx="4741">
                  <c:v>289</c:v>
                </c:pt>
                <c:pt idx="4742">
                  <c:v>285.60000000000002</c:v>
                </c:pt>
                <c:pt idx="4743">
                  <c:v>284.60000000000002</c:v>
                </c:pt>
                <c:pt idx="4744">
                  <c:v>278</c:v>
                </c:pt>
                <c:pt idx="4745">
                  <c:v>280.89999999999998</c:v>
                </c:pt>
                <c:pt idx="4746">
                  <c:v>283.64999999999998</c:v>
                </c:pt>
                <c:pt idx="4747">
                  <c:v>274.64999999999998</c:v>
                </c:pt>
                <c:pt idx="4748">
                  <c:v>267.75</c:v>
                </c:pt>
                <c:pt idx="4749">
                  <c:v>270.95</c:v>
                </c:pt>
                <c:pt idx="4750">
                  <c:v>268.89999999999998</c:v>
                </c:pt>
                <c:pt idx="4751">
                  <c:v>274.60000000000002</c:v>
                </c:pt>
                <c:pt idx="4752">
                  <c:v>274.95</c:v>
                </c:pt>
                <c:pt idx="4753">
                  <c:v>273.5</c:v>
                </c:pt>
                <c:pt idx="4754">
                  <c:v>273.55</c:v>
                </c:pt>
                <c:pt idx="4755">
                  <c:v>279.3</c:v>
                </c:pt>
                <c:pt idx="4756">
                  <c:v>273.10000000000002</c:v>
                </c:pt>
                <c:pt idx="4757">
                  <c:v>262.85000000000002</c:v>
                </c:pt>
                <c:pt idx="4758">
                  <c:v>261.60000000000002</c:v>
                </c:pt>
                <c:pt idx="4759">
                  <c:v>271.75</c:v>
                </c:pt>
                <c:pt idx="4760">
                  <c:v>271.2</c:v>
                </c:pt>
                <c:pt idx="4761">
                  <c:v>280.64999999999998</c:v>
                </c:pt>
                <c:pt idx="4762">
                  <c:v>266.89999999999998</c:v>
                </c:pt>
                <c:pt idx="4763">
                  <c:v>261.89999999999998</c:v>
                </c:pt>
                <c:pt idx="4764">
                  <c:v>266.85000000000002</c:v>
                </c:pt>
                <c:pt idx="4765">
                  <c:v>274.05</c:v>
                </c:pt>
                <c:pt idx="4766">
                  <c:v>277.05</c:v>
                </c:pt>
                <c:pt idx="4767">
                  <c:v>285.85000000000002</c:v>
                </c:pt>
                <c:pt idx="4768">
                  <c:v>287.8</c:v>
                </c:pt>
                <c:pt idx="4769">
                  <c:v>284.5</c:v>
                </c:pt>
                <c:pt idx="4770">
                  <c:v>284</c:v>
                </c:pt>
                <c:pt idx="4771">
                  <c:v>281.10000000000002</c:v>
                </c:pt>
                <c:pt idx="4772">
                  <c:v>282.10000000000002</c:v>
                </c:pt>
                <c:pt idx="4773">
                  <c:v>291.2</c:v>
                </c:pt>
                <c:pt idx="4774">
                  <c:v>289.95</c:v>
                </c:pt>
                <c:pt idx="4775">
                  <c:v>289.7</c:v>
                </c:pt>
                <c:pt idx="4776">
                  <c:v>286.39999999999998</c:v>
                </c:pt>
                <c:pt idx="4777">
                  <c:v>292.64999999999998</c:v>
                </c:pt>
                <c:pt idx="4778">
                  <c:v>291.8</c:v>
                </c:pt>
                <c:pt idx="4779">
                  <c:v>286.25</c:v>
                </c:pt>
                <c:pt idx="4780">
                  <c:v>286.89999999999998</c:v>
                </c:pt>
                <c:pt idx="4781">
                  <c:v>288.45</c:v>
                </c:pt>
                <c:pt idx="4782">
                  <c:v>294.95</c:v>
                </c:pt>
                <c:pt idx="4783">
                  <c:v>288.5</c:v>
                </c:pt>
                <c:pt idx="4784">
                  <c:v>282.3</c:v>
                </c:pt>
                <c:pt idx="4785">
                  <c:v>285.75</c:v>
                </c:pt>
                <c:pt idx="4786">
                  <c:v>278.8</c:v>
                </c:pt>
                <c:pt idx="4787">
                  <c:v>281.35000000000002</c:v>
                </c:pt>
                <c:pt idx="4788">
                  <c:v>287.5</c:v>
                </c:pt>
                <c:pt idx="4789">
                  <c:v>288.25</c:v>
                </c:pt>
                <c:pt idx="4790">
                  <c:v>293.05</c:v>
                </c:pt>
                <c:pt idx="4791">
                  <c:v>292.3</c:v>
                </c:pt>
                <c:pt idx="4792">
                  <c:v>287.10000000000002</c:v>
                </c:pt>
                <c:pt idx="4793">
                  <c:v>289.89999999999998</c:v>
                </c:pt>
                <c:pt idx="4794">
                  <c:v>287.8</c:v>
                </c:pt>
                <c:pt idx="4795">
                  <c:v>294.25</c:v>
                </c:pt>
                <c:pt idx="4796">
                  <c:v>290.39999999999998</c:v>
                </c:pt>
                <c:pt idx="4797">
                  <c:v>291.55</c:v>
                </c:pt>
                <c:pt idx="4798">
                  <c:v>288.55</c:v>
                </c:pt>
                <c:pt idx="4799">
                  <c:v>287</c:v>
                </c:pt>
                <c:pt idx="4800">
                  <c:v>286.85000000000002</c:v>
                </c:pt>
                <c:pt idx="4801">
                  <c:v>292.14999999999998</c:v>
                </c:pt>
                <c:pt idx="4802">
                  <c:v>291.2</c:v>
                </c:pt>
                <c:pt idx="4803">
                  <c:v>299.14999999999998</c:v>
                </c:pt>
                <c:pt idx="4804">
                  <c:v>291.25</c:v>
                </c:pt>
                <c:pt idx="4805">
                  <c:v>288.3</c:v>
                </c:pt>
                <c:pt idx="4806">
                  <c:v>292.35000000000002</c:v>
                </c:pt>
                <c:pt idx="4807">
                  <c:v>286.60000000000002</c:v>
                </c:pt>
                <c:pt idx="4808">
                  <c:v>294</c:v>
                </c:pt>
                <c:pt idx="4809">
                  <c:v>308.35000000000002</c:v>
                </c:pt>
                <c:pt idx="4810">
                  <c:v>306.64999999999998</c:v>
                </c:pt>
                <c:pt idx="4811">
                  <c:v>308.85000000000002</c:v>
                </c:pt>
                <c:pt idx="4812">
                  <c:v>296.7</c:v>
                </c:pt>
                <c:pt idx="4813">
                  <c:v>288.10000000000002</c:v>
                </c:pt>
                <c:pt idx="4814">
                  <c:v>289.25</c:v>
                </c:pt>
                <c:pt idx="4815">
                  <c:v>285.45</c:v>
                </c:pt>
                <c:pt idx="4816">
                  <c:v>287.35000000000002</c:v>
                </c:pt>
                <c:pt idx="4817">
                  <c:v>276.89999999999998</c:v>
                </c:pt>
                <c:pt idx="4818">
                  <c:v>281</c:v>
                </c:pt>
                <c:pt idx="4819">
                  <c:v>268.5</c:v>
                </c:pt>
                <c:pt idx="4820">
                  <c:v>275.95</c:v>
                </c:pt>
                <c:pt idx="4821">
                  <c:v>276.39999999999998</c:v>
                </c:pt>
                <c:pt idx="4822">
                  <c:v>285.5</c:v>
                </c:pt>
                <c:pt idx="4823">
                  <c:v>279.39999999999998</c:v>
                </c:pt>
                <c:pt idx="4824">
                  <c:v>276.95</c:v>
                </c:pt>
                <c:pt idx="4825">
                  <c:v>275.95</c:v>
                </c:pt>
                <c:pt idx="4826">
                  <c:v>288</c:v>
                </c:pt>
                <c:pt idx="4827">
                  <c:v>287.75</c:v>
                </c:pt>
                <c:pt idx="4828">
                  <c:v>292.95</c:v>
                </c:pt>
                <c:pt idx="4829">
                  <c:v>280.55</c:v>
                </c:pt>
                <c:pt idx="4830">
                  <c:v>276.60000000000002</c:v>
                </c:pt>
                <c:pt idx="4831">
                  <c:v>271.7</c:v>
                </c:pt>
                <c:pt idx="4832">
                  <c:v>274.55</c:v>
                </c:pt>
                <c:pt idx="4833">
                  <c:v>274.2</c:v>
                </c:pt>
                <c:pt idx="4834">
                  <c:v>266.7</c:v>
                </c:pt>
                <c:pt idx="4835">
                  <c:v>262.39999999999998</c:v>
                </c:pt>
                <c:pt idx="4836">
                  <c:v>266.85000000000002</c:v>
                </c:pt>
                <c:pt idx="4837">
                  <c:v>273.35000000000002</c:v>
                </c:pt>
                <c:pt idx="4838">
                  <c:v>271.25</c:v>
                </c:pt>
                <c:pt idx="4839">
                  <c:v>274.35000000000002</c:v>
                </c:pt>
                <c:pt idx="4840">
                  <c:v>271.25</c:v>
                </c:pt>
                <c:pt idx="4841">
                  <c:v>260.2</c:v>
                </c:pt>
                <c:pt idx="4842">
                  <c:v>263.55</c:v>
                </c:pt>
                <c:pt idx="4843">
                  <c:v>260.55</c:v>
                </c:pt>
                <c:pt idx="4844">
                  <c:v>269.25</c:v>
                </c:pt>
                <c:pt idx="4845">
                  <c:v>267.14999999999998</c:v>
                </c:pt>
                <c:pt idx="4846">
                  <c:v>257.8</c:v>
                </c:pt>
                <c:pt idx="4847">
                  <c:v>267.05</c:v>
                </c:pt>
                <c:pt idx="4848">
                  <c:v>277.14999999999998</c:v>
                </c:pt>
                <c:pt idx="4849">
                  <c:v>277.35000000000002</c:v>
                </c:pt>
                <c:pt idx="4850">
                  <c:v>276.60000000000002</c:v>
                </c:pt>
                <c:pt idx="4851">
                  <c:v>275.75</c:v>
                </c:pt>
                <c:pt idx="4852">
                  <c:v>276.14999999999998</c:v>
                </c:pt>
                <c:pt idx="4853">
                  <c:v>277.39999999999998</c:v>
                </c:pt>
                <c:pt idx="4854">
                  <c:v>275.05</c:v>
                </c:pt>
                <c:pt idx="4855">
                  <c:v>266.64999999999998</c:v>
                </c:pt>
                <c:pt idx="4856">
                  <c:v>262.25</c:v>
                </c:pt>
                <c:pt idx="4857">
                  <c:v>262.35000000000002</c:v>
                </c:pt>
                <c:pt idx="4858">
                  <c:v>254.9</c:v>
                </c:pt>
                <c:pt idx="4859">
                  <c:v>267.3</c:v>
                </c:pt>
                <c:pt idx="4860">
                  <c:v>267.89999999999998</c:v>
                </c:pt>
                <c:pt idx="4861">
                  <c:v>270.95</c:v>
                </c:pt>
                <c:pt idx="4862">
                  <c:v>273.89999999999998</c:v>
                </c:pt>
                <c:pt idx="4863">
                  <c:v>271.89999999999998</c:v>
                </c:pt>
                <c:pt idx="4864">
                  <c:v>266.10000000000002</c:v>
                </c:pt>
                <c:pt idx="4865">
                  <c:v>259.05</c:v>
                </c:pt>
                <c:pt idx="4866">
                  <c:v>264.39999999999998</c:v>
                </c:pt>
                <c:pt idx="4867">
                  <c:v>263.3</c:v>
                </c:pt>
                <c:pt idx="4868">
                  <c:v>255.25</c:v>
                </c:pt>
                <c:pt idx="4869">
                  <c:v>248.65</c:v>
                </c:pt>
                <c:pt idx="4870">
                  <c:v>249.7</c:v>
                </c:pt>
                <c:pt idx="4871">
                  <c:v>241.4</c:v>
                </c:pt>
                <c:pt idx="4872">
                  <c:v>230.25</c:v>
                </c:pt>
                <c:pt idx="4873">
                  <c:v>237.45</c:v>
                </c:pt>
                <c:pt idx="4874">
                  <c:v>225.25</c:v>
                </c:pt>
                <c:pt idx="4875">
                  <c:v>225.15</c:v>
                </c:pt>
                <c:pt idx="4876">
                  <c:v>217.7</c:v>
                </c:pt>
                <c:pt idx="4877">
                  <c:v>217.55</c:v>
                </c:pt>
                <c:pt idx="4878">
                  <c:v>212.25</c:v>
                </c:pt>
                <c:pt idx="4879">
                  <c:v>221.7</c:v>
                </c:pt>
                <c:pt idx="4880">
                  <c:v>220.6</c:v>
                </c:pt>
                <c:pt idx="4881">
                  <c:v>220.15</c:v>
                </c:pt>
                <c:pt idx="4882">
                  <c:v>227.75</c:v>
                </c:pt>
                <c:pt idx="4883">
                  <c:v>227.15</c:v>
                </c:pt>
                <c:pt idx="4884">
                  <c:v>226.2</c:v>
                </c:pt>
                <c:pt idx="4885">
                  <c:v>224.85</c:v>
                </c:pt>
                <c:pt idx="4886">
                  <c:v>219</c:v>
                </c:pt>
                <c:pt idx="4887">
                  <c:v>217</c:v>
                </c:pt>
                <c:pt idx="4888">
                  <c:v>220.65</c:v>
                </c:pt>
                <c:pt idx="4889">
                  <c:v>214.1</c:v>
                </c:pt>
                <c:pt idx="4890">
                  <c:v>213.4</c:v>
                </c:pt>
                <c:pt idx="4891">
                  <c:v>205.75</c:v>
                </c:pt>
                <c:pt idx="4892">
                  <c:v>211.95</c:v>
                </c:pt>
                <c:pt idx="4893">
                  <c:v>217.45</c:v>
                </c:pt>
                <c:pt idx="4894">
                  <c:v>210.15</c:v>
                </c:pt>
                <c:pt idx="4895">
                  <c:v>214.8</c:v>
                </c:pt>
                <c:pt idx="4896">
                  <c:v>216.25</c:v>
                </c:pt>
                <c:pt idx="4897">
                  <c:v>217.95</c:v>
                </c:pt>
                <c:pt idx="4898">
                  <c:v>219.5</c:v>
                </c:pt>
                <c:pt idx="4899">
                  <c:v>227.7</c:v>
                </c:pt>
                <c:pt idx="4900">
                  <c:v>222.05</c:v>
                </c:pt>
                <c:pt idx="4901">
                  <c:v>226.2</c:v>
                </c:pt>
                <c:pt idx="4902">
                  <c:v>225.65</c:v>
                </c:pt>
                <c:pt idx="4903">
                  <c:v>216.2</c:v>
                </c:pt>
                <c:pt idx="4904">
                  <c:v>221.4</c:v>
                </c:pt>
                <c:pt idx="4905">
                  <c:v>219.55</c:v>
                </c:pt>
                <c:pt idx="4906">
                  <c:v>238.1</c:v>
                </c:pt>
                <c:pt idx="4907">
                  <c:v>243.7</c:v>
                </c:pt>
                <c:pt idx="4908">
                  <c:v>233.35</c:v>
                </c:pt>
                <c:pt idx="4909">
                  <c:v>234.4</c:v>
                </c:pt>
                <c:pt idx="4910">
                  <c:v>235.45</c:v>
                </c:pt>
                <c:pt idx="4911">
                  <c:v>232.2</c:v>
                </c:pt>
                <c:pt idx="4912">
                  <c:v>229.95</c:v>
                </c:pt>
                <c:pt idx="4913">
                  <c:v>222.65</c:v>
                </c:pt>
                <c:pt idx="4914">
                  <c:v>221.55</c:v>
                </c:pt>
                <c:pt idx="4915">
                  <c:v>214.65</c:v>
                </c:pt>
                <c:pt idx="4916">
                  <c:v>208</c:v>
                </c:pt>
                <c:pt idx="4917">
                  <c:v>212.8</c:v>
                </c:pt>
                <c:pt idx="4918">
                  <c:v>213.75</c:v>
                </c:pt>
                <c:pt idx="4919">
                  <c:v>217.25</c:v>
                </c:pt>
                <c:pt idx="4920">
                  <c:v>221.45</c:v>
                </c:pt>
                <c:pt idx="4921">
                  <c:v>219.65</c:v>
                </c:pt>
                <c:pt idx="4922">
                  <c:v>220.3</c:v>
                </c:pt>
                <c:pt idx="4923">
                  <c:v>222.95</c:v>
                </c:pt>
                <c:pt idx="4924">
                  <c:v>223.35</c:v>
                </c:pt>
                <c:pt idx="4925">
                  <c:v>219.7</c:v>
                </c:pt>
                <c:pt idx="4926">
                  <c:v>222.7</c:v>
                </c:pt>
                <c:pt idx="4927">
                  <c:v>222.85</c:v>
                </c:pt>
                <c:pt idx="4928">
                  <c:v>217.35</c:v>
                </c:pt>
                <c:pt idx="4929">
                  <c:v>219.35</c:v>
                </c:pt>
                <c:pt idx="4930">
                  <c:v>234.25</c:v>
                </c:pt>
                <c:pt idx="4931">
                  <c:v>234.4</c:v>
                </c:pt>
                <c:pt idx="4932">
                  <c:v>228</c:v>
                </c:pt>
                <c:pt idx="4933">
                  <c:v>237.6</c:v>
                </c:pt>
                <c:pt idx="4934">
                  <c:v>250.2</c:v>
                </c:pt>
                <c:pt idx="4935">
                  <c:v>246.05</c:v>
                </c:pt>
                <c:pt idx="4936">
                  <c:v>248.25</c:v>
                </c:pt>
                <c:pt idx="4937">
                  <c:v>252.65</c:v>
                </c:pt>
                <c:pt idx="4938">
                  <c:v>250</c:v>
                </c:pt>
                <c:pt idx="4939">
                  <c:v>251.9</c:v>
                </c:pt>
                <c:pt idx="4940">
                  <c:v>248.75</c:v>
                </c:pt>
                <c:pt idx="4941">
                  <c:v>245.75</c:v>
                </c:pt>
                <c:pt idx="4942">
                  <c:v>244.75</c:v>
                </c:pt>
                <c:pt idx="4943">
                  <c:v>249.6</c:v>
                </c:pt>
                <c:pt idx="4944">
                  <c:v>247.9</c:v>
                </c:pt>
                <c:pt idx="4945">
                  <c:v>248.7</c:v>
                </c:pt>
                <c:pt idx="4946">
                  <c:v>245.25</c:v>
                </c:pt>
                <c:pt idx="4947">
                  <c:v>251.25</c:v>
                </c:pt>
                <c:pt idx="4948">
                  <c:v>260.14999999999998</c:v>
                </c:pt>
                <c:pt idx="4949">
                  <c:v>253.25</c:v>
                </c:pt>
                <c:pt idx="4950">
                  <c:v>252.95</c:v>
                </c:pt>
                <c:pt idx="4951">
                  <c:v>263.95</c:v>
                </c:pt>
                <c:pt idx="4952">
                  <c:v>261.55</c:v>
                </c:pt>
                <c:pt idx="4953">
                  <c:v>268.3</c:v>
                </c:pt>
                <c:pt idx="4954">
                  <c:v>257.25</c:v>
                </c:pt>
                <c:pt idx="4955">
                  <c:v>259.8</c:v>
                </c:pt>
                <c:pt idx="4956">
                  <c:v>251.45</c:v>
                </c:pt>
                <c:pt idx="4957">
                  <c:v>254.1</c:v>
                </c:pt>
                <c:pt idx="4958">
                  <c:v>258.85000000000002</c:v>
                </c:pt>
                <c:pt idx="4959">
                  <c:v>251</c:v>
                </c:pt>
                <c:pt idx="4960">
                  <c:v>249.95</c:v>
                </c:pt>
                <c:pt idx="4961">
                  <c:v>255.6</c:v>
                </c:pt>
                <c:pt idx="4962">
                  <c:v>257.60000000000002</c:v>
                </c:pt>
                <c:pt idx="4963">
                  <c:v>253.1</c:v>
                </c:pt>
                <c:pt idx="4964">
                  <c:v>258.95</c:v>
                </c:pt>
                <c:pt idx="4965">
                  <c:v>264.39999999999998</c:v>
                </c:pt>
                <c:pt idx="4966">
                  <c:v>264.85000000000002</c:v>
                </c:pt>
                <c:pt idx="4967">
                  <c:v>264.7</c:v>
                </c:pt>
                <c:pt idx="4968">
                  <c:v>263.7</c:v>
                </c:pt>
                <c:pt idx="4969">
                  <c:v>266.75</c:v>
                </c:pt>
                <c:pt idx="4970">
                  <c:v>269.14999999999998</c:v>
                </c:pt>
                <c:pt idx="4971">
                  <c:v>268.89999999999998</c:v>
                </c:pt>
                <c:pt idx="4972">
                  <c:v>271.10000000000002</c:v>
                </c:pt>
                <c:pt idx="4973">
                  <c:v>270.05</c:v>
                </c:pt>
                <c:pt idx="4974">
                  <c:v>268.10000000000002</c:v>
                </c:pt>
                <c:pt idx="4975">
                  <c:v>276.45</c:v>
                </c:pt>
                <c:pt idx="4976">
                  <c:v>272.45</c:v>
                </c:pt>
                <c:pt idx="4977">
                  <c:v>264.25</c:v>
                </c:pt>
                <c:pt idx="4978">
                  <c:v>265.25</c:v>
                </c:pt>
                <c:pt idx="4979">
                  <c:v>262.5</c:v>
                </c:pt>
                <c:pt idx="4980">
                  <c:v>278.10000000000002</c:v>
                </c:pt>
                <c:pt idx="4981">
                  <c:v>277.89999999999998</c:v>
                </c:pt>
                <c:pt idx="4982">
                  <c:v>278.60000000000002</c:v>
                </c:pt>
                <c:pt idx="4983">
                  <c:v>280.89999999999998</c:v>
                </c:pt>
                <c:pt idx="4984">
                  <c:v>282.5</c:v>
                </c:pt>
                <c:pt idx="4985">
                  <c:v>277.45</c:v>
                </c:pt>
                <c:pt idx="4986">
                  <c:v>273.35000000000002</c:v>
                </c:pt>
                <c:pt idx="4987">
                  <c:v>271.35000000000002</c:v>
                </c:pt>
                <c:pt idx="4988">
                  <c:v>267.25</c:v>
                </c:pt>
                <c:pt idx="4989">
                  <c:v>265.85000000000002</c:v>
                </c:pt>
                <c:pt idx="4990">
                  <c:v>266.64999999999998</c:v>
                </c:pt>
                <c:pt idx="4991">
                  <c:v>271.89999999999998</c:v>
                </c:pt>
                <c:pt idx="4992">
                  <c:v>262.8</c:v>
                </c:pt>
                <c:pt idx="4993">
                  <c:v>255.25</c:v>
                </c:pt>
                <c:pt idx="4994">
                  <c:v>261.25</c:v>
                </c:pt>
                <c:pt idx="4995">
                  <c:v>256.95</c:v>
                </c:pt>
                <c:pt idx="4996">
                  <c:v>250.7</c:v>
                </c:pt>
                <c:pt idx="4997">
                  <c:v>244.75</c:v>
                </c:pt>
                <c:pt idx="4998">
                  <c:v>251.5</c:v>
                </c:pt>
                <c:pt idx="4999">
                  <c:v>258.35000000000002</c:v>
                </c:pt>
                <c:pt idx="5000">
                  <c:v>269.25</c:v>
                </c:pt>
                <c:pt idx="5001">
                  <c:v>276.45</c:v>
                </c:pt>
                <c:pt idx="5002">
                  <c:v>279.3</c:v>
                </c:pt>
                <c:pt idx="5003">
                  <c:v>277.89999999999998</c:v>
                </c:pt>
                <c:pt idx="5004">
                  <c:v>288.75</c:v>
                </c:pt>
                <c:pt idx="5005">
                  <c:v>293.7</c:v>
                </c:pt>
                <c:pt idx="5006">
                  <c:v>293.35000000000002</c:v>
                </c:pt>
                <c:pt idx="5007">
                  <c:v>289.14999999999998</c:v>
                </c:pt>
                <c:pt idx="5008">
                  <c:v>288.14999999999998</c:v>
                </c:pt>
                <c:pt idx="5009">
                  <c:v>284.8</c:v>
                </c:pt>
                <c:pt idx="5010">
                  <c:v>280.85000000000002</c:v>
                </c:pt>
                <c:pt idx="5011">
                  <c:v>281.8</c:v>
                </c:pt>
                <c:pt idx="5012">
                  <c:v>258.95</c:v>
                </c:pt>
                <c:pt idx="5013">
                  <c:v>262.60000000000002</c:v>
                </c:pt>
                <c:pt idx="5014">
                  <c:v>260.8</c:v>
                </c:pt>
                <c:pt idx="5015">
                  <c:v>252.1</c:v>
                </c:pt>
                <c:pt idx="5016">
                  <c:v>235.7</c:v>
                </c:pt>
                <c:pt idx="5017">
                  <c:v>235</c:v>
                </c:pt>
                <c:pt idx="5018">
                  <c:v>246.45</c:v>
                </c:pt>
                <c:pt idx="5019">
                  <c:v>245.6</c:v>
                </c:pt>
                <c:pt idx="5020">
                  <c:v>247.15</c:v>
                </c:pt>
                <c:pt idx="5021">
                  <c:v>238.8</c:v>
                </c:pt>
                <c:pt idx="5022">
                  <c:v>229.05</c:v>
                </c:pt>
                <c:pt idx="5023">
                  <c:v>223.5</c:v>
                </c:pt>
                <c:pt idx="5024">
                  <c:v>203.2</c:v>
                </c:pt>
                <c:pt idx="5025">
                  <c:v>214.9</c:v>
                </c:pt>
                <c:pt idx="5026">
                  <c:v>186</c:v>
                </c:pt>
                <c:pt idx="5027">
                  <c:v>176.45</c:v>
                </c:pt>
                <c:pt idx="5028">
                  <c:v>164.35</c:v>
                </c:pt>
                <c:pt idx="5029">
                  <c:v>163.30000000000001</c:v>
                </c:pt>
                <c:pt idx="5030">
                  <c:v>175.75</c:v>
                </c:pt>
                <c:pt idx="5031">
                  <c:v>144.4</c:v>
                </c:pt>
                <c:pt idx="5032">
                  <c:v>147.1</c:v>
                </c:pt>
                <c:pt idx="5033">
                  <c:v>151.80000000000001</c:v>
                </c:pt>
                <c:pt idx="5034">
                  <c:v>149.80000000000001</c:v>
                </c:pt>
                <c:pt idx="5035">
                  <c:v>151.44999999999999</c:v>
                </c:pt>
                <c:pt idx="5036">
                  <c:v>142.4</c:v>
                </c:pt>
                <c:pt idx="5037">
                  <c:v>146.25</c:v>
                </c:pt>
                <c:pt idx="5038">
                  <c:v>143</c:v>
                </c:pt>
                <c:pt idx="5039">
                  <c:v>140.69999999999999</c:v>
                </c:pt>
                <c:pt idx="5040">
                  <c:v>158.1</c:v>
                </c:pt>
                <c:pt idx="5041">
                  <c:v>154.6</c:v>
                </c:pt>
                <c:pt idx="5042">
                  <c:v>166.3</c:v>
                </c:pt>
                <c:pt idx="5043">
                  <c:v>167.65</c:v>
                </c:pt>
                <c:pt idx="5044">
                  <c:v>171.4</c:v>
                </c:pt>
                <c:pt idx="5045">
                  <c:v>170.65</c:v>
                </c:pt>
                <c:pt idx="5046">
                  <c:v>177.3</c:v>
                </c:pt>
                <c:pt idx="5047">
                  <c:v>167.5</c:v>
                </c:pt>
                <c:pt idx="5048">
                  <c:v>159.6</c:v>
                </c:pt>
                <c:pt idx="5049">
                  <c:v>161.19999999999999</c:v>
                </c:pt>
                <c:pt idx="5050">
                  <c:v>159.94999999999999</c:v>
                </c:pt>
                <c:pt idx="5051">
                  <c:v>153.25</c:v>
                </c:pt>
                <c:pt idx="5052">
                  <c:v>157.30000000000001</c:v>
                </c:pt>
                <c:pt idx="5053">
                  <c:v>159.4</c:v>
                </c:pt>
                <c:pt idx="5054">
                  <c:v>164.1</c:v>
                </c:pt>
                <c:pt idx="5055">
                  <c:v>180.65</c:v>
                </c:pt>
                <c:pt idx="5056">
                  <c:v>163.55000000000001</c:v>
                </c:pt>
                <c:pt idx="5057">
                  <c:v>163.9</c:v>
                </c:pt>
                <c:pt idx="5058">
                  <c:v>165.8</c:v>
                </c:pt>
                <c:pt idx="5059">
                  <c:v>172.2</c:v>
                </c:pt>
                <c:pt idx="5060">
                  <c:v>168.65</c:v>
                </c:pt>
                <c:pt idx="5061">
                  <c:v>174.55</c:v>
                </c:pt>
                <c:pt idx="5062">
                  <c:v>178.2</c:v>
                </c:pt>
                <c:pt idx="5063">
                  <c:v>182.35</c:v>
                </c:pt>
                <c:pt idx="5064">
                  <c:v>175.2</c:v>
                </c:pt>
                <c:pt idx="5065">
                  <c:v>174.3</c:v>
                </c:pt>
                <c:pt idx="5066">
                  <c:v>163.25</c:v>
                </c:pt>
                <c:pt idx="5067">
                  <c:v>169.3</c:v>
                </c:pt>
                <c:pt idx="5068">
                  <c:v>171.05</c:v>
                </c:pt>
                <c:pt idx="5069">
                  <c:v>169.9</c:v>
                </c:pt>
                <c:pt idx="5070">
                  <c:v>166.15</c:v>
                </c:pt>
                <c:pt idx="5071">
                  <c:v>176.25</c:v>
                </c:pt>
                <c:pt idx="5072">
                  <c:v>184.8</c:v>
                </c:pt>
                <c:pt idx="5073">
                  <c:v>184.15</c:v>
                </c:pt>
                <c:pt idx="5074">
                  <c:v>184.2</c:v>
                </c:pt>
                <c:pt idx="5075">
                  <c:v>193.95</c:v>
                </c:pt>
                <c:pt idx="5076">
                  <c:v>192.15</c:v>
                </c:pt>
                <c:pt idx="5077">
                  <c:v>192.7</c:v>
                </c:pt>
                <c:pt idx="5078">
                  <c:v>192</c:v>
                </c:pt>
                <c:pt idx="5079">
                  <c:v>197.05</c:v>
                </c:pt>
                <c:pt idx="5080">
                  <c:v>194.95</c:v>
                </c:pt>
                <c:pt idx="5081">
                  <c:v>190.05</c:v>
                </c:pt>
                <c:pt idx="5082">
                  <c:v>190.95</c:v>
                </c:pt>
                <c:pt idx="5083">
                  <c:v>184.65</c:v>
                </c:pt>
                <c:pt idx="5084">
                  <c:v>188.95</c:v>
                </c:pt>
                <c:pt idx="5085">
                  <c:v>183.75</c:v>
                </c:pt>
                <c:pt idx="5086">
                  <c:v>190.05</c:v>
                </c:pt>
                <c:pt idx="5087">
                  <c:v>191.85</c:v>
                </c:pt>
                <c:pt idx="5088">
                  <c:v>193.4</c:v>
                </c:pt>
                <c:pt idx="5089">
                  <c:v>194.3</c:v>
                </c:pt>
                <c:pt idx="5090">
                  <c:v>197.95</c:v>
                </c:pt>
                <c:pt idx="5091">
                  <c:v>201.65</c:v>
                </c:pt>
                <c:pt idx="5092">
                  <c:v>193.9</c:v>
                </c:pt>
                <c:pt idx="5093">
                  <c:v>193.55</c:v>
                </c:pt>
                <c:pt idx="5094">
                  <c:v>192.65</c:v>
                </c:pt>
                <c:pt idx="5095">
                  <c:v>190.7</c:v>
                </c:pt>
                <c:pt idx="5096">
                  <c:v>189.35</c:v>
                </c:pt>
                <c:pt idx="5097">
                  <c:v>191.45</c:v>
                </c:pt>
                <c:pt idx="5098">
                  <c:v>194.45</c:v>
                </c:pt>
                <c:pt idx="5099">
                  <c:v>190.95</c:v>
                </c:pt>
                <c:pt idx="5100">
                  <c:v>193.75</c:v>
                </c:pt>
                <c:pt idx="5101">
                  <c:v>190.85</c:v>
                </c:pt>
                <c:pt idx="5102">
                  <c:v>195.35</c:v>
                </c:pt>
                <c:pt idx="5103">
                  <c:v>197.45</c:v>
                </c:pt>
                <c:pt idx="5104">
                  <c:v>193.3</c:v>
                </c:pt>
                <c:pt idx="5105">
                  <c:v>198.4</c:v>
                </c:pt>
                <c:pt idx="5106">
                  <c:v>194.05</c:v>
                </c:pt>
                <c:pt idx="5107">
                  <c:v>194.9</c:v>
                </c:pt>
                <c:pt idx="5108">
                  <c:v>201.15</c:v>
                </c:pt>
                <c:pt idx="5109">
                  <c:v>206.75</c:v>
                </c:pt>
                <c:pt idx="5110">
                  <c:v>206.8</c:v>
                </c:pt>
                <c:pt idx="5111">
                  <c:v>209.95</c:v>
                </c:pt>
                <c:pt idx="5112">
                  <c:v>207</c:v>
                </c:pt>
                <c:pt idx="5113">
                  <c:v>209.35</c:v>
                </c:pt>
                <c:pt idx="5114">
                  <c:v>205</c:v>
                </c:pt>
                <c:pt idx="5115">
                  <c:v>206.95</c:v>
                </c:pt>
                <c:pt idx="5116">
                  <c:v>214.9</c:v>
                </c:pt>
                <c:pt idx="5117">
                  <c:v>217.55</c:v>
                </c:pt>
                <c:pt idx="5118">
                  <c:v>214.35</c:v>
                </c:pt>
                <c:pt idx="5119">
                  <c:v>220.25</c:v>
                </c:pt>
                <c:pt idx="5120">
                  <c:v>220.55</c:v>
                </c:pt>
                <c:pt idx="5121">
                  <c:v>228.1</c:v>
                </c:pt>
                <c:pt idx="5122">
                  <c:v>235.15</c:v>
                </c:pt>
                <c:pt idx="5123">
                  <c:v>239.5</c:v>
                </c:pt>
                <c:pt idx="5124">
                  <c:v>240.2</c:v>
                </c:pt>
                <c:pt idx="5125">
                  <c:v>245.2</c:v>
                </c:pt>
                <c:pt idx="5126">
                  <c:v>253.75</c:v>
                </c:pt>
                <c:pt idx="5127">
                  <c:v>256.8</c:v>
                </c:pt>
                <c:pt idx="5128">
                  <c:v>258.60000000000002</c:v>
                </c:pt>
                <c:pt idx="5129">
                  <c:v>265.35000000000002</c:v>
                </c:pt>
                <c:pt idx="5130">
                  <c:v>269.60000000000002</c:v>
                </c:pt>
                <c:pt idx="5131">
                  <c:v>277.14999999999998</c:v>
                </c:pt>
                <c:pt idx="5132">
                  <c:v>278.55</c:v>
                </c:pt>
                <c:pt idx="5133">
                  <c:v>282.64999999999998</c:v>
                </c:pt>
                <c:pt idx="5134">
                  <c:v>281.89999999999998</c:v>
                </c:pt>
                <c:pt idx="5135">
                  <c:v>285.75</c:v>
                </c:pt>
                <c:pt idx="5136">
                  <c:v>284.89999999999998</c:v>
                </c:pt>
                <c:pt idx="5137">
                  <c:v>286.2</c:v>
                </c:pt>
                <c:pt idx="5138">
                  <c:v>289.3</c:v>
                </c:pt>
                <c:pt idx="5139">
                  <c:v>280.7</c:v>
                </c:pt>
                <c:pt idx="5140">
                  <c:v>269.8</c:v>
                </c:pt>
                <c:pt idx="5141">
                  <c:v>286.8</c:v>
                </c:pt>
                <c:pt idx="5142">
                  <c:v>293</c:v>
                </c:pt>
                <c:pt idx="5143">
                  <c:v>293.39999999999998</c:v>
                </c:pt>
                <c:pt idx="5144">
                  <c:v>282.35000000000002</c:v>
                </c:pt>
                <c:pt idx="5145">
                  <c:v>286.5</c:v>
                </c:pt>
                <c:pt idx="5146">
                  <c:v>281.14999999999998</c:v>
                </c:pt>
                <c:pt idx="5147">
                  <c:v>286.85000000000002</c:v>
                </c:pt>
                <c:pt idx="5148">
                  <c:v>285.35000000000002</c:v>
                </c:pt>
                <c:pt idx="5149">
                  <c:v>287.8</c:v>
                </c:pt>
                <c:pt idx="5150">
                  <c:v>289.85000000000002</c:v>
                </c:pt>
                <c:pt idx="5151">
                  <c:v>289.60000000000002</c:v>
                </c:pt>
                <c:pt idx="5152">
                  <c:v>288.64999999999998</c:v>
                </c:pt>
                <c:pt idx="5153">
                  <c:v>286.85000000000002</c:v>
                </c:pt>
                <c:pt idx="5154">
                  <c:v>287.7</c:v>
                </c:pt>
                <c:pt idx="5155">
                  <c:v>271.3</c:v>
                </c:pt>
                <c:pt idx="5156">
                  <c:v>271.89999999999998</c:v>
                </c:pt>
                <c:pt idx="5157">
                  <c:v>268.2</c:v>
                </c:pt>
                <c:pt idx="5158">
                  <c:v>258.55</c:v>
                </c:pt>
                <c:pt idx="5159">
                  <c:v>268.35000000000002</c:v>
                </c:pt>
                <c:pt idx="5160">
                  <c:v>277</c:v>
                </c:pt>
                <c:pt idx="5161">
                  <c:v>284.10000000000002</c:v>
                </c:pt>
                <c:pt idx="5162">
                  <c:v>277.75</c:v>
                </c:pt>
                <c:pt idx="5163">
                  <c:v>282.05</c:v>
                </c:pt>
                <c:pt idx="5164">
                  <c:v>290.10000000000002</c:v>
                </c:pt>
                <c:pt idx="5165">
                  <c:v>291.35000000000002</c:v>
                </c:pt>
                <c:pt idx="5166">
                  <c:v>291.45</c:v>
                </c:pt>
                <c:pt idx="5167">
                  <c:v>292.95</c:v>
                </c:pt>
                <c:pt idx="5168">
                  <c:v>292</c:v>
                </c:pt>
                <c:pt idx="5169">
                  <c:v>285.14999999999998</c:v>
                </c:pt>
                <c:pt idx="5170">
                  <c:v>289.95</c:v>
                </c:pt>
                <c:pt idx="5171">
                  <c:v>290.64999999999998</c:v>
                </c:pt>
                <c:pt idx="5172">
                  <c:v>291.55</c:v>
                </c:pt>
                <c:pt idx="5173">
                  <c:v>311.05</c:v>
                </c:pt>
                <c:pt idx="5174">
                  <c:v>313.5</c:v>
                </c:pt>
                <c:pt idx="5175">
                  <c:v>318.7</c:v>
                </c:pt>
                <c:pt idx="5176">
                  <c:v>322.95</c:v>
                </c:pt>
                <c:pt idx="5177">
                  <c:v>325.5</c:v>
                </c:pt>
                <c:pt idx="5178">
                  <c:v>321.25</c:v>
                </c:pt>
                <c:pt idx="5179">
                  <c:v>308.3</c:v>
                </c:pt>
                <c:pt idx="5180">
                  <c:v>308.95</c:v>
                </c:pt>
                <c:pt idx="5181">
                  <c:v>305.85000000000002</c:v>
                </c:pt>
                <c:pt idx="5182">
                  <c:v>306.8</c:v>
                </c:pt>
                <c:pt idx="5183">
                  <c:v>309</c:v>
                </c:pt>
                <c:pt idx="5184">
                  <c:v>309.35000000000002</c:v>
                </c:pt>
                <c:pt idx="5185">
                  <c:v>314.75</c:v>
                </c:pt>
                <c:pt idx="5186">
                  <c:v>317.85000000000002</c:v>
                </c:pt>
                <c:pt idx="5187">
                  <c:v>327.7</c:v>
                </c:pt>
                <c:pt idx="5188">
                  <c:v>326.45</c:v>
                </c:pt>
                <c:pt idx="5189">
                  <c:v>333.1</c:v>
                </c:pt>
                <c:pt idx="5190">
                  <c:v>334.8</c:v>
                </c:pt>
                <c:pt idx="5191">
                  <c:v>342.75</c:v>
                </c:pt>
                <c:pt idx="5192">
                  <c:v>338</c:v>
                </c:pt>
                <c:pt idx="5193">
                  <c:v>343.2</c:v>
                </c:pt>
                <c:pt idx="5194">
                  <c:v>341.95</c:v>
                </c:pt>
                <c:pt idx="5195">
                  <c:v>340.95</c:v>
                </c:pt>
                <c:pt idx="5196">
                  <c:v>342.6</c:v>
                </c:pt>
                <c:pt idx="5197">
                  <c:v>331.2</c:v>
                </c:pt>
                <c:pt idx="5198">
                  <c:v>336.15</c:v>
                </c:pt>
                <c:pt idx="5199">
                  <c:v>337.75</c:v>
                </c:pt>
                <c:pt idx="5200">
                  <c:v>340.85</c:v>
                </c:pt>
                <c:pt idx="5201">
                  <c:v>338.25</c:v>
                </c:pt>
                <c:pt idx="5202">
                  <c:v>359.2</c:v>
                </c:pt>
                <c:pt idx="5203">
                  <c:v>350.2</c:v>
                </c:pt>
                <c:pt idx="5204">
                  <c:v>358.15</c:v>
                </c:pt>
                <c:pt idx="5205">
                  <c:v>368.4</c:v>
                </c:pt>
                <c:pt idx="5206">
                  <c:v>370.85</c:v>
                </c:pt>
                <c:pt idx="5207">
                  <c:v>370.4</c:v>
                </c:pt>
                <c:pt idx="5208">
                  <c:v>365</c:v>
                </c:pt>
                <c:pt idx="5209">
                  <c:v>362.65</c:v>
                </c:pt>
                <c:pt idx="5210">
                  <c:v>361.85</c:v>
                </c:pt>
                <c:pt idx="5211">
                  <c:v>362.3</c:v>
                </c:pt>
                <c:pt idx="5212">
                  <c:v>359.65</c:v>
                </c:pt>
                <c:pt idx="5213">
                  <c:v>357.5</c:v>
                </c:pt>
                <c:pt idx="5214">
                  <c:v>365.9</c:v>
                </c:pt>
                <c:pt idx="5215">
                  <c:v>370.6</c:v>
                </c:pt>
                <c:pt idx="5216">
                  <c:v>366.2</c:v>
                </c:pt>
                <c:pt idx="5217">
                  <c:v>364.2</c:v>
                </c:pt>
                <c:pt idx="5218">
                  <c:v>353.5</c:v>
                </c:pt>
                <c:pt idx="5219">
                  <c:v>361.95</c:v>
                </c:pt>
                <c:pt idx="5220">
                  <c:v>366.85</c:v>
                </c:pt>
                <c:pt idx="5221">
                  <c:v>366.25</c:v>
                </c:pt>
                <c:pt idx="5222">
                  <c:v>386.6</c:v>
                </c:pt>
                <c:pt idx="5223">
                  <c:v>381.8</c:v>
                </c:pt>
                <c:pt idx="5224">
                  <c:v>386.1</c:v>
                </c:pt>
                <c:pt idx="5225">
                  <c:v>387.2</c:v>
                </c:pt>
                <c:pt idx="5226">
                  <c:v>389.7</c:v>
                </c:pt>
                <c:pt idx="5227">
                  <c:v>403.1</c:v>
                </c:pt>
                <c:pt idx="5228">
                  <c:v>395.25</c:v>
                </c:pt>
                <c:pt idx="5229">
                  <c:v>401.7</c:v>
                </c:pt>
                <c:pt idx="5230">
                  <c:v>405.4</c:v>
                </c:pt>
                <c:pt idx="5231">
                  <c:v>402.85</c:v>
                </c:pt>
                <c:pt idx="5232">
                  <c:v>399.05</c:v>
                </c:pt>
                <c:pt idx="5233">
                  <c:v>399.55</c:v>
                </c:pt>
                <c:pt idx="5234">
                  <c:v>402.95</c:v>
                </c:pt>
                <c:pt idx="5235">
                  <c:v>396.4</c:v>
                </c:pt>
                <c:pt idx="5236">
                  <c:v>394.2</c:v>
                </c:pt>
                <c:pt idx="5237">
                  <c:v>383.1</c:v>
                </c:pt>
                <c:pt idx="5238">
                  <c:v>395.4</c:v>
                </c:pt>
                <c:pt idx="5239">
                  <c:v>400.9</c:v>
                </c:pt>
                <c:pt idx="5240">
                  <c:v>393.3</c:v>
                </c:pt>
                <c:pt idx="5241">
                  <c:v>375.4</c:v>
                </c:pt>
                <c:pt idx="5242">
                  <c:v>382.45</c:v>
                </c:pt>
                <c:pt idx="5243">
                  <c:v>376.25</c:v>
                </c:pt>
                <c:pt idx="5244">
                  <c:v>376.3</c:v>
                </c:pt>
                <c:pt idx="5245">
                  <c:v>366.85</c:v>
                </c:pt>
                <c:pt idx="5246">
                  <c:v>380.85</c:v>
                </c:pt>
                <c:pt idx="5247">
                  <c:v>389</c:v>
                </c:pt>
                <c:pt idx="5248">
                  <c:v>392.9</c:v>
                </c:pt>
                <c:pt idx="5249">
                  <c:v>400.3</c:v>
                </c:pt>
                <c:pt idx="5250">
                  <c:v>402.2</c:v>
                </c:pt>
                <c:pt idx="5251">
                  <c:v>417.65</c:v>
                </c:pt>
                <c:pt idx="5252">
                  <c:v>406.45</c:v>
                </c:pt>
                <c:pt idx="5253">
                  <c:v>410.75</c:v>
                </c:pt>
                <c:pt idx="5254">
                  <c:v>408.85</c:v>
                </c:pt>
                <c:pt idx="5255">
                  <c:v>403.8</c:v>
                </c:pt>
                <c:pt idx="5256">
                  <c:v>403.7</c:v>
                </c:pt>
                <c:pt idx="5257">
                  <c:v>407.65</c:v>
                </c:pt>
                <c:pt idx="5258">
                  <c:v>408.7</c:v>
                </c:pt>
                <c:pt idx="5259">
                  <c:v>407.65</c:v>
                </c:pt>
                <c:pt idx="5260">
                  <c:v>395.65</c:v>
                </c:pt>
                <c:pt idx="5261">
                  <c:v>406.1</c:v>
                </c:pt>
                <c:pt idx="5262">
                  <c:v>412.6</c:v>
                </c:pt>
                <c:pt idx="5263">
                  <c:v>408.1</c:v>
                </c:pt>
                <c:pt idx="5264">
                  <c:v>421.75</c:v>
                </c:pt>
                <c:pt idx="5265">
                  <c:v>395.45</c:v>
                </c:pt>
                <c:pt idx="5266">
                  <c:v>405.1</c:v>
                </c:pt>
                <c:pt idx="5267">
                  <c:v>413.3</c:v>
                </c:pt>
                <c:pt idx="5268">
                  <c:v>428.15</c:v>
                </c:pt>
                <c:pt idx="5269">
                  <c:v>414.1</c:v>
                </c:pt>
                <c:pt idx="5270">
                  <c:v>406.4</c:v>
                </c:pt>
                <c:pt idx="5271">
                  <c:v>407.85</c:v>
                </c:pt>
                <c:pt idx="5272">
                  <c:v>401.6</c:v>
                </c:pt>
                <c:pt idx="5273">
                  <c:v>414</c:v>
                </c:pt>
                <c:pt idx="5274">
                  <c:v>418.75</c:v>
                </c:pt>
                <c:pt idx="5275">
                  <c:v>429.65</c:v>
                </c:pt>
                <c:pt idx="5276">
                  <c:v>425.95</c:v>
                </c:pt>
                <c:pt idx="5277">
                  <c:v>422.5</c:v>
                </c:pt>
                <c:pt idx="5278">
                  <c:v>423.15</c:v>
                </c:pt>
                <c:pt idx="5279">
                  <c:v>440.55</c:v>
                </c:pt>
                <c:pt idx="5280">
                  <c:v>445.3</c:v>
                </c:pt>
                <c:pt idx="5281">
                  <c:v>441.8</c:v>
                </c:pt>
                <c:pt idx="5282">
                  <c:v>437.35</c:v>
                </c:pt>
                <c:pt idx="5283">
                  <c:v>438</c:v>
                </c:pt>
                <c:pt idx="5284">
                  <c:v>445.2</c:v>
                </c:pt>
                <c:pt idx="5285">
                  <c:v>467.45</c:v>
                </c:pt>
                <c:pt idx="5286">
                  <c:v>468.45</c:v>
                </c:pt>
                <c:pt idx="5287">
                  <c:v>508.75</c:v>
                </c:pt>
                <c:pt idx="5288">
                  <c:v>517.5</c:v>
                </c:pt>
                <c:pt idx="5289">
                  <c:v>537.45000000000005</c:v>
                </c:pt>
                <c:pt idx="5290">
                  <c:v>562.29999999999995</c:v>
                </c:pt>
                <c:pt idx="5291">
                  <c:v>614.1</c:v>
                </c:pt>
                <c:pt idx="5292">
                  <c:v>621</c:v>
                </c:pt>
                <c:pt idx="5293">
                  <c:v>604.15</c:v>
                </c:pt>
                <c:pt idx="5294">
                  <c:v>630.35</c:v>
                </c:pt>
                <c:pt idx="5295">
                  <c:v>629.1</c:v>
                </c:pt>
                <c:pt idx="5296">
                  <c:v>619.4</c:v>
                </c:pt>
                <c:pt idx="5297">
                  <c:v>615.79999999999995</c:v>
                </c:pt>
                <c:pt idx="5298">
                  <c:v>620.6</c:v>
                </c:pt>
                <c:pt idx="5299">
                  <c:v>640.75</c:v>
                </c:pt>
                <c:pt idx="5300">
                  <c:v>635.4</c:v>
                </c:pt>
                <c:pt idx="5301">
                  <c:v>655.8</c:v>
                </c:pt>
                <c:pt idx="5302">
                  <c:v>665.9</c:v>
                </c:pt>
                <c:pt idx="5303">
                  <c:v>662.65</c:v>
                </c:pt>
                <c:pt idx="5304">
                  <c:v>726.5</c:v>
                </c:pt>
                <c:pt idx="5305">
                  <c:v>717.85</c:v>
                </c:pt>
              </c:numCache>
            </c:numRef>
          </c:val>
          <c:smooth val="0"/>
          <c:extLst>
            <c:ext xmlns:c16="http://schemas.microsoft.com/office/drawing/2014/chart" uri="{C3380CC4-5D6E-409C-BE32-E72D297353CC}">
              <c16:uniqueId val="{00000000-D47F-4489-B854-4AB843AA5369}"/>
            </c:ext>
          </c:extLst>
        </c:ser>
        <c:ser>
          <c:idx val="1"/>
          <c:order val="1"/>
          <c:tx>
            <c:strRef>
              <c:f>METALPIVOT!$C$3:$C$4</c:f>
              <c:strCache>
                <c:ptCount val="1"/>
                <c:pt idx="0">
                  <c:v>TATASTEEL</c:v>
                </c:pt>
              </c:strCache>
            </c:strRef>
          </c:tx>
          <c:spPr>
            <a:ln w="28575" cap="rnd">
              <a:solidFill>
                <a:schemeClr val="accent3"/>
              </a:solidFill>
              <a:round/>
            </a:ln>
            <a:effectLst/>
          </c:spPr>
          <c:marker>
            <c:symbol val="none"/>
          </c:marker>
          <c:cat>
            <c:strRef>
              <c:f>METALPIVOT!$A$5:$A$5311</c:f>
              <c:strCache>
                <c:ptCount val="5306"/>
                <c:pt idx="0">
                  <c:v>03-01-2000</c:v>
                </c:pt>
                <c:pt idx="1">
                  <c:v>04-01-2000</c:v>
                </c:pt>
                <c:pt idx="2">
                  <c:v>05-01-2000</c:v>
                </c:pt>
                <c:pt idx="3">
                  <c:v>06-01-2000</c:v>
                </c:pt>
                <c:pt idx="4">
                  <c:v>07-01-2000</c:v>
                </c:pt>
                <c:pt idx="5">
                  <c:v>10-01-2000</c:v>
                </c:pt>
                <c:pt idx="6">
                  <c:v>11-01-2000</c:v>
                </c:pt>
                <c:pt idx="7">
                  <c:v>12-01-2000</c:v>
                </c:pt>
                <c:pt idx="8">
                  <c:v>13-01-2000</c:v>
                </c:pt>
                <c:pt idx="9">
                  <c:v>14-01-2000</c:v>
                </c:pt>
                <c:pt idx="10">
                  <c:v>17-01-2000</c:v>
                </c:pt>
                <c:pt idx="11">
                  <c:v>18-01-2000</c:v>
                </c:pt>
                <c:pt idx="12">
                  <c:v>19-01-2000</c:v>
                </c:pt>
                <c:pt idx="13">
                  <c:v>20-01-2000</c:v>
                </c:pt>
                <c:pt idx="14">
                  <c:v>21-01-2000</c:v>
                </c:pt>
                <c:pt idx="15">
                  <c:v>24-01-2000</c:v>
                </c:pt>
                <c:pt idx="16">
                  <c:v>25-01-2000</c:v>
                </c:pt>
                <c:pt idx="17">
                  <c:v>27-01-2000</c:v>
                </c:pt>
                <c:pt idx="18">
                  <c:v>28-01-2000</c:v>
                </c:pt>
                <c:pt idx="19">
                  <c:v>31-01-2000</c:v>
                </c:pt>
                <c:pt idx="20">
                  <c:v>01-02-2000</c:v>
                </c:pt>
                <c:pt idx="21">
                  <c:v>02-02-2000</c:v>
                </c:pt>
                <c:pt idx="22">
                  <c:v>03-02-2000</c:v>
                </c:pt>
                <c:pt idx="23">
                  <c:v>04-02-2000</c:v>
                </c:pt>
                <c:pt idx="24">
                  <c:v>07-02-2000</c:v>
                </c:pt>
                <c:pt idx="25">
                  <c:v>08-02-2000</c:v>
                </c:pt>
                <c:pt idx="26">
                  <c:v>09-02-2000</c:v>
                </c:pt>
                <c:pt idx="27">
                  <c:v>10-02-2000</c:v>
                </c:pt>
                <c:pt idx="28">
                  <c:v>11-02-2000</c:v>
                </c:pt>
                <c:pt idx="29">
                  <c:v>14-02-2000</c:v>
                </c:pt>
                <c:pt idx="30">
                  <c:v>15-02-2000</c:v>
                </c:pt>
                <c:pt idx="31">
                  <c:v>16-02-2000</c:v>
                </c:pt>
                <c:pt idx="32">
                  <c:v>17-02-2000</c:v>
                </c:pt>
                <c:pt idx="33">
                  <c:v>18-02-2000</c:v>
                </c:pt>
                <c:pt idx="34">
                  <c:v>21-02-2000</c:v>
                </c:pt>
                <c:pt idx="35">
                  <c:v>22-02-2000</c:v>
                </c:pt>
                <c:pt idx="36">
                  <c:v>23-02-2000</c:v>
                </c:pt>
                <c:pt idx="37">
                  <c:v>24-02-2000</c:v>
                </c:pt>
                <c:pt idx="38">
                  <c:v>25-02-2000</c:v>
                </c:pt>
                <c:pt idx="39">
                  <c:v>28-02-2000</c:v>
                </c:pt>
                <c:pt idx="40">
                  <c:v>29-02-2000</c:v>
                </c:pt>
                <c:pt idx="41">
                  <c:v>01-03-2000</c:v>
                </c:pt>
                <c:pt idx="42">
                  <c:v>02-03-2000</c:v>
                </c:pt>
                <c:pt idx="43">
                  <c:v>03-03-2000</c:v>
                </c:pt>
                <c:pt idx="44">
                  <c:v>06-03-2000</c:v>
                </c:pt>
                <c:pt idx="45">
                  <c:v>07-03-2000</c:v>
                </c:pt>
                <c:pt idx="46">
                  <c:v>08-03-2000</c:v>
                </c:pt>
                <c:pt idx="47">
                  <c:v>09-03-2000</c:v>
                </c:pt>
                <c:pt idx="48">
                  <c:v>10-03-2000</c:v>
                </c:pt>
                <c:pt idx="49">
                  <c:v>13-03-2000</c:v>
                </c:pt>
                <c:pt idx="50">
                  <c:v>14-03-2000</c:v>
                </c:pt>
                <c:pt idx="51">
                  <c:v>15-03-2000</c:v>
                </c:pt>
                <c:pt idx="52">
                  <c:v>16-03-2000</c:v>
                </c:pt>
                <c:pt idx="53">
                  <c:v>21-03-2000</c:v>
                </c:pt>
                <c:pt idx="54">
                  <c:v>22-03-2000</c:v>
                </c:pt>
                <c:pt idx="55">
                  <c:v>23-03-2000</c:v>
                </c:pt>
                <c:pt idx="56">
                  <c:v>24-03-2000</c:v>
                </c:pt>
                <c:pt idx="57">
                  <c:v>27-03-2000</c:v>
                </c:pt>
                <c:pt idx="58">
                  <c:v>28-03-2000</c:v>
                </c:pt>
                <c:pt idx="59">
                  <c:v>29-03-2000</c:v>
                </c:pt>
                <c:pt idx="60">
                  <c:v>30-03-2000</c:v>
                </c:pt>
                <c:pt idx="61">
                  <c:v>31-03-2000</c:v>
                </c:pt>
                <c:pt idx="62">
                  <c:v>03-04-2000</c:v>
                </c:pt>
                <c:pt idx="63">
                  <c:v>04-04-2000</c:v>
                </c:pt>
                <c:pt idx="64">
                  <c:v>05-04-2000</c:v>
                </c:pt>
                <c:pt idx="65">
                  <c:v>06-04-2000</c:v>
                </c:pt>
                <c:pt idx="66">
                  <c:v>07-04-2000</c:v>
                </c:pt>
                <c:pt idx="67">
                  <c:v>10-04-2000</c:v>
                </c:pt>
                <c:pt idx="68">
                  <c:v>11-04-2000</c:v>
                </c:pt>
                <c:pt idx="69">
                  <c:v>12-04-2000</c:v>
                </c:pt>
                <c:pt idx="70">
                  <c:v>13-04-2000</c:v>
                </c:pt>
                <c:pt idx="71">
                  <c:v>17-04-2000</c:v>
                </c:pt>
                <c:pt idx="72">
                  <c:v>18-04-2000</c:v>
                </c:pt>
                <c:pt idx="73">
                  <c:v>19-04-2000</c:v>
                </c:pt>
                <c:pt idx="74">
                  <c:v>20-04-2000</c:v>
                </c:pt>
                <c:pt idx="75">
                  <c:v>24-04-2000</c:v>
                </c:pt>
                <c:pt idx="76">
                  <c:v>25-04-2000</c:v>
                </c:pt>
                <c:pt idx="77">
                  <c:v>26-04-2000</c:v>
                </c:pt>
                <c:pt idx="78">
                  <c:v>27-04-2000</c:v>
                </c:pt>
                <c:pt idx="79">
                  <c:v>28-04-2000</c:v>
                </c:pt>
                <c:pt idx="80">
                  <c:v>02-05-2000</c:v>
                </c:pt>
                <c:pt idx="81">
                  <c:v>03-05-2000</c:v>
                </c:pt>
                <c:pt idx="82">
                  <c:v>04-05-2000</c:v>
                </c:pt>
                <c:pt idx="83">
                  <c:v>05-05-2000</c:v>
                </c:pt>
                <c:pt idx="84">
                  <c:v>08-05-2000</c:v>
                </c:pt>
                <c:pt idx="85">
                  <c:v>09-05-2000</c:v>
                </c:pt>
                <c:pt idx="86">
                  <c:v>10-05-2000</c:v>
                </c:pt>
                <c:pt idx="87">
                  <c:v>11-05-2000</c:v>
                </c:pt>
                <c:pt idx="88">
                  <c:v>12-05-2000</c:v>
                </c:pt>
                <c:pt idx="89">
                  <c:v>15-05-2000</c:v>
                </c:pt>
                <c:pt idx="90">
                  <c:v>16-05-2000</c:v>
                </c:pt>
                <c:pt idx="91">
                  <c:v>17-05-2000</c:v>
                </c:pt>
                <c:pt idx="92">
                  <c:v>18-05-2000</c:v>
                </c:pt>
                <c:pt idx="93">
                  <c:v>19-05-2000</c:v>
                </c:pt>
                <c:pt idx="94">
                  <c:v>22-05-2000</c:v>
                </c:pt>
                <c:pt idx="95">
                  <c:v>23-05-2000</c:v>
                </c:pt>
                <c:pt idx="96">
                  <c:v>24-05-2000</c:v>
                </c:pt>
                <c:pt idx="97">
                  <c:v>25-05-2000</c:v>
                </c:pt>
                <c:pt idx="98">
                  <c:v>26-05-2000</c:v>
                </c:pt>
                <c:pt idx="99">
                  <c:v>29-05-2000</c:v>
                </c:pt>
                <c:pt idx="100">
                  <c:v>30-05-2000</c:v>
                </c:pt>
                <c:pt idx="101">
                  <c:v>31-05-2000</c:v>
                </c:pt>
                <c:pt idx="102">
                  <c:v>01-06-2000</c:v>
                </c:pt>
                <c:pt idx="103">
                  <c:v>02-06-2000</c:v>
                </c:pt>
                <c:pt idx="104">
                  <c:v>05-06-2000</c:v>
                </c:pt>
                <c:pt idx="105">
                  <c:v>06-06-2000</c:v>
                </c:pt>
                <c:pt idx="106">
                  <c:v>07-06-2000</c:v>
                </c:pt>
                <c:pt idx="107">
                  <c:v>08-06-2000</c:v>
                </c:pt>
                <c:pt idx="108">
                  <c:v>09-06-2000</c:v>
                </c:pt>
                <c:pt idx="109">
                  <c:v>12-06-2000</c:v>
                </c:pt>
                <c:pt idx="110">
                  <c:v>13-06-2000</c:v>
                </c:pt>
                <c:pt idx="111">
                  <c:v>14-06-2000</c:v>
                </c:pt>
                <c:pt idx="112">
                  <c:v>15-06-2000</c:v>
                </c:pt>
                <c:pt idx="113">
                  <c:v>16-06-2000</c:v>
                </c:pt>
                <c:pt idx="114">
                  <c:v>19-06-2000</c:v>
                </c:pt>
                <c:pt idx="115">
                  <c:v>20-06-2000</c:v>
                </c:pt>
                <c:pt idx="116">
                  <c:v>21-06-2000</c:v>
                </c:pt>
                <c:pt idx="117">
                  <c:v>22-06-2000</c:v>
                </c:pt>
                <c:pt idx="118">
                  <c:v>23-06-2000</c:v>
                </c:pt>
                <c:pt idx="119">
                  <c:v>26-06-2000</c:v>
                </c:pt>
                <c:pt idx="120">
                  <c:v>27-06-2000</c:v>
                </c:pt>
                <c:pt idx="121">
                  <c:v>28-06-2000</c:v>
                </c:pt>
                <c:pt idx="122">
                  <c:v>29-06-2000</c:v>
                </c:pt>
                <c:pt idx="123">
                  <c:v>30-06-2000</c:v>
                </c:pt>
                <c:pt idx="124">
                  <c:v>03-07-2000</c:v>
                </c:pt>
                <c:pt idx="125">
                  <c:v>04-07-2000</c:v>
                </c:pt>
                <c:pt idx="126">
                  <c:v>05-07-2000</c:v>
                </c:pt>
                <c:pt idx="127">
                  <c:v>06-07-2000</c:v>
                </c:pt>
                <c:pt idx="128">
                  <c:v>07-07-2000</c:v>
                </c:pt>
                <c:pt idx="129">
                  <c:v>10-07-2000</c:v>
                </c:pt>
                <c:pt idx="130">
                  <c:v>11-07-2000</c:v>
                </c:pt>
                <c:pt idx="131">
                  <c:v>12-07-2000</c:v>
                </c:pt>
                <c:pt idx="132">
                  <c:v>13-07-2000</c:v>
                </c:pt>
                <c:pt idx="133">
                  <c:v>14-07-2000</c:v>
                </c:pt>
                <c:pt idx="134">
                  <c:v>17-07-2000</c:v>
                </c:pt>
                <c:pt idx="135">
                  <c:v>18-07-2000</c:v>
                </c:pt>
                <c:pt idx="136">
                  <c:v>19-07-2000</c:v>
                </c:pt>
                <c:pt idx="137">
                  <c:v>20-07-2000</c:v>
                </c:pt>
                <c:pt idx="138">
                  <c:v>21-07-2000</c:v>
                </c:pt>
                <c:pt idx="139">
                  <c:v>24-07-2000</c:v>
                </c:pt>
                <c:pt idx="140">
                  <c:v>25-07-2000</c:v>
                </c:pt>
                <c:pt idx="141">
                  <c:v>26-07-2000</c:v>
                </c:pt>
                <c:pt idx="142">
                  <c:v>27-07-2000</c:v>
                </c:pt>
                <c:pt idx="143">
                  <c:v>28-07-2000</c:v>
                </c:pt>
                <c:pt idx="144">
                  <c:v>31-07-2000</c:v>
                </c:pt>
                <c:pt idx="145">
                  <c:v>01-08-2000</c:v>
                </c:pt>
                <c:pt idx="146">
                  <c:v>02-08-2000</c:v>
                </c:pt>
                <c:pt idx="147">
                  <c:v>03-08-2000</c:v>
                </c:pt>
                <c:pt idx="148">
                  <c:v>04-08-2000</c:v>
                </c:pt>
                <c:pt idx="149">
                  <c:v>07-08-2000</c:v>
                </c:pt>
                <c:pt idx="150">
                  <c:v>08-08-2000</c:v>
                </c:pt>
                <c:pt idx="151">
                  <c:v>09-08-2000</c:v>
                </c:pt>
                <c:pt idx="152">
                  <c:v>10-08-2000</c:v>
                </c:pt>
                <c:pt idx="153">
                  <c:v>11-08-2000</c:v>
                </c:pt>
                <c:pt idx="154">
                  <c:v>14-08-2000</c:v>
                </c:pt>
                <c:pt idx="155">
                  <c:v>16-08-2000</c:v>
                </c:pt>
                <c:pt idx="156">
                  <c:v>17-08-2000</c:v>
                </c:pt>
                <c:pt idx="157">
                  <c:v>18-08-2000</c:v>
                </c:pt>
                <c:pt idx="158">
                  <c:v>21-08-2000</c:v>
                </c:pt>
                <c:pt idx="159">
                  <c:v>22-08-2000</c:v>
                </c:pt>
                <c:pt idx="160">
                  <c:v>23-08-2000</c:v>
                </c:pt>
                <c:pt idx="161">
                  <c:v>24-08-2000</c:v>
                </c:pt>
                <c:pt idx="162">
                  <c:v>25-08-2000</c:v>
                </c:pt>
                <c:pt idx="163">
                  <c:v>28-08-2000</c:v>
                </c:pt>
                <c:pt idx="164">
                  <c:v>29-08-2000</c:v>
                </c:pt>
                <c:pt idx="165">
                  <c:v>30-08-2000</c:v>
                </c:pt>
                <c:pt idx="166">
                  <c:v>31-08-2000</c:v>
                </c:pt>
                <c:pt idx="167">
                  <c:v>04-09-2000</c:v>
                </c:pt>
                <c:pt idx="168">
                  <c:v>05-09-2000</c:v>
                </c:pt>
                <c:pt idx="169">
                  <c:v>06-09-2000</c:v>
                </c:pt>
                <c:pt idx="170">
                  <c:v>07-09-2000</c:v>
                </c:pt>
                <c:pt idx="171">
                  <c:v>08-09-2000</c:v>
                </c:pt>
                <c:pt idx="172">
                  <c:v>11-09-2000</c:v>
                </c:pt>
                <c:pt idx="173">
                  <c:v>12-09-2000</c:v>
                </c:pt>
                <c:pt idx="174">
                  <c:v>13-09-2000</c:v>
                </c:pt>
                <c:pt idx="175">
                  <c:v>14-09-2000</c:v>
                </c:pt>
                <c:pt idx="176">
                  <c:v>15-09-2000</c:v>
                </c:pt>
                <c:pt idx="177">
                  <c:v>18-09-2000</c:v>
                </c:pt>
                <c:pt idx="178">
                  <c:v>19-09-2000</c:v>
                </c:pt>
                <c:pt idx="179">
                  <c:v>20-09-2000</c:v>
                </c:pt>
                <c:pt idx="180">
                  <c:v>21-09-2000</c:v>
                </c:pt>
                <c:pt idx="181">
                  <c:v>22-09-2000</c:v>
                </c:pt>
                <c:pt idx="182">
                  <c:v>25-09-2000</c:v>
                </c:pt>
                <c:pt idx="183">
                  <c:v>26-09-2000</c:v>
                </c:pt>
                <c:pt idx="184">
                  <c:v>27-09-2000</c:v>
                </c:pt>
                <c:pt idx="185">
                  <c:v>28-09-2000</c:v>
                </c:pt>
                <c:pt idx="186">
                  <c:v>29-09-2000</c:v>
                </c:pt>
                <c:pt idx="187">
                  <c:v>03-10-2000</c:v>
                </c:pt>
                <c:pt idx="188">
                  <c:v>04-10-2000</c:v>
                </c:pt>
                <c:pt idx="189">
                  <c:v>05-10-2000</c:v>
                </c:pt>
                <c:pt idx="190">
                  <c:v>06-10-2000</c:v>
                </c:pt>
                <c:pt idx="191">
                  <c:v>09-10-2000</c:v>
                </c:pt>
                <c:pt idx="192">
                  <c:v>10-10-2000</c:v>
                </c:pt>
                <c:pt idx="193">
                  <c:v>11-10-2000</c:v>
                </c:pt>
                <c:pt idx="194">
                  <c:v>12-10-2000</c:v>
                </c:pt>
                <c:pt idx="195">
                  <c:v>13-10-2000</c:v>
                </c:pt>
                <c:pt idx="196">
                  <c:v>16-10-2000</c:v>
                </c:pt>
                <c:pt idx="197">
                  <c:v>17-10-2000</c:v>
                </c:pt>
                <c:pt idx="198">
                  <c:v>18-10-2000</c:v>
                </c:pt>
                <c:pt idx="199">
                  <c:v>19-10-2000</c:v>
                </c:pt>
                <c:pt idx="200">
                  <c:v>20-10-2000</c:v>
                </c:pt>
                <c:pt idx="201">
                  <c:v>23-10-2000</c:v>
                </c:pt>
                <c:pt idx="202">
                  <c:v>24-10-2000</c:v>
                </c:pt>
                <c:pt idx="203">
                  <c:v>25-10-2000</c:v>
                </c:pt>
                <c:pt idx="204">
                  <c:v>26-10-2000</c:v>
                </c:pt>
                <c:pt idx="205">
                  <c:v>27-10-2000</c:v>
                </c:pt>
                <c:pt idx="206">
                  <c:v>30-10-2000</c:v>
                </c:pt>
                <c:pt idx="207">
                  <c:v>31-10-2000</c:v>
                </c:pt>
                <c:pt idx="208">
                  <c:v>01-11-2000</c:v>
                </c:pt>
                <c:pt idx="209">
                  <c:v>02-11-2000</c:v>
                </c:pt>
                <c:pt idx="210">
                  <c:v>03-11-2000</c:v>
                </c:pt>
                <c:pt idx="211">
                  <c:v>06-11-2000</c:v>
                </c:pt>
                <c:pt idx="212">
                  <c:v>07-11-2000</c:v>
                </c:pt>
                <c:pt idx="213">
                  <c:v>08-11-2000</c:v>
                </c:pt>
                <c:pt idx="214">
                  <c:v>09-11-2000</c:v>
                </c:pt>
                <c:pt idx="215">
                  <c:v>10-11-2000</c:v>
                </c:pt>
                <c:pt idx="216">
                  <c:v>13-11-2000</c:v>
                </c:pt>
                <c:pt idx="217">
                  <c:v>14-11-2000</c:v>
                </c:pt>
                <c:pt idx="218">
                  <c:v>15-11-2000</c:v>
                </c:pt>
                <c:pt idx="219">
                  <c:v>16-11-2000</c:v>
                </c:pt>
                <c:pt idx="220">
                  <c:v>17-11-2000</c:v>
                </c:pt>
                <c:pt idx="221">
                  <c:v>20-11-2000</c:v>
                </c:pt>
                <c:pt idx="222">
                  <c:v>21-11-2000</c:v>
                </c:pt>
                <c:pt idx="223">
                  <c:v>22-11-2000</c:v>
                </c:pt>
                <c:pt idx="224">
                  <c:v>23-11-2000</c:v>
                </c:pt>
                <c:pt idx="225">
                  <c:v>24-11-2000</c:v>
                </c:pt>
                <c:pt idx="226">
                  <c:v>27-11-2000</c:v>
                </c:pt>
                <c:pt idx="227">
                  <c:v>28-11-2000</c:v>
                </c:pt>
                <c:pt idx="228">
                  <c:v>29-11-2000</c:v>
                </c:pt>
                <c:pt idx="229">
                  <c:v>30-11-2000</c:v>
                </c:pt>
                <c:pt idx="230">
                  <c:v>01-12-2000</c:v>
                </c:pt>
                <c:pt idx="231">
                  <c:v>04-12-2000</c:v>
                </c:pt>
                <c:pt idx="232">
                  <c:v>05-12-2000</c:v>
                </c:pt>
                <c:pt idx="233">
                  <c:v>06-12-2000</c:v>
                </c:pt>
                <c:pt idx="234">
                  <c:v>07-12-2000</c:v>
                </c:pt>
                <c:pt idx="235">
                  <c:v>08-12-2000</c:v>
                </c:pt>
                <c:pt idx="236">
                  <c:v>11-12-2000</c:v>
                </c:pt>
                <c:pt idx="237">
                  <c:v>12-12-2000</c:v>
                </c:pt>
                <c:pt idx="238">
                  <c:v>13-12-2000</c:v>
                </c:pt>
                <c:pt idx="239">
                  <c:v>14-12-2000</c:v>
                </c:pt>
                <c:pt idx="240">
                  <c:v>15-12-2000</c:v>
                </c:pt>
                <c:pt idx="241">
                  <c:v>18-12-2000</c:v>
                </c:pt>
                <c:pt idx="242">
                  <c:v>19-12-2000</c:v>
                </c:pt>
                <c:pt idx="243">
                  <c:v>20-12-2000</c:v>
                </c:pt>
                <c:pt idx="244">
                  <c:v>21-12-2000</c:v>
                </c:pt>
                <c:pt idx="245">
                  <c:v>22-12-2000</c:v>
                </c:pt>
                <c:pt idx="246">
                  <c:v>26-12-2000</c:v>
                </c:pt>
                <c:pt idx="247">
                  <c:v>27-12-2000</c:v>
                </c:pt>
                <c:pt idx="248">
                  <c:v>28-12-2000</c:v>
                </c:pt>
                <c:pt idx="249">
                  <c:v>29-12-2000</c:v>
                </c:pt>
                <c:pt idx="250">
                  <c:v>01-01-2001</c:v>
                </c:pt>
                <c:pt idx="251">
                  <c:v>02-01-2001</c:v>
                </c:pt>
                <c:pt idx="252">
                  <c:v>03-01-2001</c:v>
                </c:pt>
                <c:pt idx="253">
                  <c:v>04-01-2001</c:v>
                </c:pt>
                <c:pt idx="254">
                  <c:v>05-01-2001</c:v>
                </c:pt>
                <c:pt idx="255">
                  <c:v>08-01-2001</c:v>
                </c:pt>
                <c:pt idx="256">
                  <c:v>09-01-2001</c:v>
                </c:pt>
                <c:pt idx="257">
                  <c:v>10-01-2001</c:v>
                </c:pt>
                <c:pt idx="258">
                  <c:v>11-01-2001</c:v>
                </c:pt>
                <c:pt idx="259">
                  <c:v>12-01-2001</c:v>
                </c:pt>
                <c:pt idx="260">
                  <c:v>15-01-2001</c:v>
                </c:pt>
                <c:pt idx="261">
                  <c:v>16-01-2001</c:v>
                </c:pt>
                <c:pt idx="262">
                  <c:v>17-01-2001</c:v>
                </c:pt>
                <c:pt idx="263">
                  <c:v>18-01-2001</c:v>
                </c:pt>
                <c:pt idx="264">
                  <c:v>19-01-2001</c:v>
                </c:pt>
                <c:pt idx="265">
                  <c:v>22-01-2001</c:v>
                </c:pt>
                <c:pt idx="266">
                  <c:v>23-01-2001</c:v>
                </c:pt>
                <c:pt idx="267">
                  <c:v>24-01-2001</c:v>
                </c:pt>
                <c:pt idx="268">
                  <c:v>25-01-2001</c:v>
                </c:pt>
                <c:pt idx="269">
                  <c:v>29-01-2001</c:v>
                </c:pt>
                <c:pt idx="270">
                  <c:v>30-01-2001</c:v>
                </c:pt>
                <c:pt idx="271">
                  <c:v>31-01-2001</c:v>
                </c:pt>
                <c:pt idx="272">
                  <c:v>01-02-2001</c:v>
                </c:pt>
                <c:pt idx="273">
                  <c:v>02-02-2001</c:v>
                </c:pt>
                <c:pt idx="274">
                  <c:v>05-02-2001</c:v>
                </c:pt>
                <c:pt idx="275">
                  <c:v>06-02-2001</c:v>
                </c:pt>
                <c:pt idx="276">
                  <c:v>07-02-2001</c:v>
                </c:pt>
                <c:pt idx="277">
                  <c:v>08-02-2001</c:v>
                </c:pt>
                <c:pt idx="278">
                  <c:v>09-02-2001</c:v>
                </c:pt>
                <c:pt idx="279">
                  <c:v>12-02-2001</c:v>
                </c:pt>
                <c:pt idx="280">
                  <c:v>13-02-2001</c:v>
                </c:pt>
                <c:pt idx="281">
                  <c:v>14-02-2001</c:v>
                </c:pt>
                <c:pt idx="282">
                  <c:v>15-02-2001</c:v>
                </c:pt>
                <c:pt idx="283">
                  <c:v>16-02-2001</c:v>
                </c:pt>
                <c:pt idx="284">
                  <c:v>19-02-2001</c:v>
                </c:pt>
                <c:pt idx="285">
                  <c:v>20-02-2001</c:v>
                </c:pt>
                <c:pt idx="286">
                  <c:v>21-02-2001</c:v>
                </c:pt>
                <c:pt idx="287">
                  <c:v>22-02-2001</c:v>
                </c:pt>
                <c:pt idx="288">
                  <c:v>23-02-2001</c:v>
                </c:pt>
                <c:pt idx="289">
                  <c:v>26-02-2001</c:v>
                </c:pt>
                <c:pt idx="290">
                  <c:v>27-02-2001</c:v>
                </c:pt>
                <c:pt idx="291">
                  <c:v>28-02-2001</c:v>
                </c:pt>
                <c:pt idx="292">
                  <c:v>01-03-2001</c:v>
                </c:pt>
                <c:pt idx="293">
                  <c:v>02-03-2001</c:v>
                </c:pt>
                <c:pt idx="294">
                  <c:v>05-03-2001</c:v>
                </c:pt>
                <c:pt idx="295">
                  <c:v>07-03-2001</c:v>
                </c:pt>
                <c:pt idx="296">
                  <c:v>08-03-2001</c:v>
                </c:pt>
                <c:pt idx="297">
                  <c:v>09-03-2001</c:v>
                </c:pt>
                <c:pt idx="298">
                  <c:v>12-03-2001</c:v>
                </c:pt>
                <c:pt idx="299">
                  <c:v>13-03-2001</c:v>
                </c:pt>
                <c:pt idx="300">
                  <c:v>14-03-2001</c:v>
                </c:pt>
                <c:pt idx="301">
                  <c:v>15-03-2001</c:v>
                </c:pt>
                <c:pt idx="302">
                  <c:v>16-03-2001</c:v>
                </c:pt>
                <c:pt idx="303">
                  <c:v>19-03-2001</c:v>
                </c:pt>
                <c:pt idx="304">
                  <c:v>20-03-2001</c:v>
                </c:pt>
                <c:pt idx="305">
                  <c:v>21-03-2001</c:v>
                </c:pt>
                <c:pt idx="306">
                  <c:v>22-03-2001</c:v>
                </c:pt>
                <c:pt idx="307">
                  <c:v>23-03-2001</c:v>
                </c:pt>
                <c:pt idx="308">
                  <c:v>26-03-2001</c:v>
                </c:pt>
                <c:pt idx="309">
                  <c:v>27-03-2001</c:v>
                </c:pt>
                <c:pt idx="310">
                  <c:v>28-03-2001</c:v>
                </c:pt>
                <c:pt idx="311">
                  <c:v>29-03-2001</c:v>
                </c:pt>
                <c:pt idx="312">
                  <c:v>30-03-2001</c:v>
                </c:pt>
                <c:pt idx="313">
                  <c:v>02-04-2001</c:v>
                </c:pt>
                <c:pt idx="314">
                  <c:v>03-04-2001</c:v>
                </c:pt>
                <c:pt idx="315">
                  <c:v>04-04-2001</c:v>
                </c:pt>
                <c:pt idx="316">
                  <c:v>06-04-2001</c:v>
                </c:pt>
                <c:pt idx="317">
                  <c:v>09-04-2001</c:v>
                </c:pt>
                <c:pt idx="318">
                  <c:v>10-04-2001</c:v>
                </c:pt>
                <c:pt idx="319">
                  <c:v>11-04-2001</c:v>
                </c:pt>
                <c:pt idx="320">
                  <c:v>12-04-2001</c:v>
                </c:pt>
                <c:pt idx="321">
                  <c:v>16-04-2001</c:v>
                </c:pt>
                <c:pt idx="322">
                  <c:v>17-04-2001</c:v>
                </c:pt>
                <c:pt idx="323">
                  <c:v>18-04-2001</c:v>
                </c:pt>
                <c:pt idx="324">
                  <c:v>19-04-2001</c:v>
                </c:pt>
                <c:pt idx="325">
                  <c:v>20-04-2001</c:v>
                </c:pt>
                <c:pt idx="326">
                  <c:v>23-04-2001</c:v>
                </c:pt>
                <c:pt idx="327">
                  <c:v>24-04-2001</c:v>
                </c:pt>
                <c:pt idx="328">
                  <c:v>25-04-2001</c:v>
                </c:pt>
                <c:pt idx="329">
                  <c:v>26-04-2001</c:v>
                </c:pt>
                <c:pt idx="330">
                  <c:v>27-04-2001</c:v>
                </c:pt>
                <c:pt idx="331">
                  <c:v>30-04-2001</c:v>
                </c:pt>
                <c:pt idx="332">
                  <c:v>02-05-2001</c:v>
                </c:pt>
                <c:pt idx="333">
                  <c:v>03-05-2001</c:v>
                </c:pt>
                <c:pt idx="334">
                  <c:v>04-05-2001</c:v>
                </c:pt>
                <c:pt idx="335">
                  <c:v>07-05-2001</c:v>
                </c:pt>
                <c:pt idx="336">
                  <c:v>08-05-2001</c:v>
                </c:pt>
                <c:pt idx="337">
                  <c:v>09-05-2001</c:v>
                </c:pt>
                <c:pt idx="338">
                  <c:v>10-05-2001</c:v>
                </c:pt>
                <c:pt idx="339">
                  <c:v>11-05-2001</c:v>
                </c:pt>
                <c:pt idx="340">
                  <c:v>14-05-2001</c:v>
                </c:pt>
                <c:pt idx="341">
                  <c:v>15-05-2001</c:v>
                </c:pt>
                <c:pt idx="342">
                  <c:v>16-05-2001</c:v>
                </c:pt>
                <c:pt idx="343">
                  <c:v>17-05-2001</c:v>
                </c:pt>
                <c:pt idx="344">
                  <c:v>18-05-2001</c:v>
                </c:pt>
                <c:pt idx="345">
                  <c:v>21-05-2001</c:v>
                </c:pt>
                <c:pt idx="346">
                  <c:v>22-05-2001</c:v>
                </c:pt>
                <c:pt idx="347">
                  <c:v>23-05-2001</c:v>
                </c:pt>
                <c:pt idx="348">
                  <c:v>24-05-2001</c:v>
                </c:pt>
                <c:pt idx="349">
                  <c:v>25-05-2001</c:v>
                </c:pt>
                <c:pt idx="350">
                  <c:v>28-05-2001</c:v>
                </c:pt>
                <c:pt idx="351">
                  <c:v>29-05-2001</c:v>
                </c:pt>
                <c:pt idx="352">
                  <c:v>30-05-2001</c:v>
                </c:pt>
                <c:pt idx="353">
                  <c:v>31-05-2001</c:v>
                </c:pt>
                <c:pt idx="354">
                  <c:v>01-06-2001</c:v>
                </c:pt>
                <c:pt idx="355">
                  <c:v>04-06-2001</c:v>
                </c:pt>
                <c:pt idx="356">
                  <c:v>05-06-2001</c:v>
                </c:pt>
                <c:pt idx="357">
                  <c:v>06-06-2001</c:v>
                </c:pt>
                <c:pt idx="358">
                  <c:v>07-06-2001</c:v>
                </c:pt>
                <c:pt idx="359">
                  <c:v>08-06-2001</c:v>
                </c:pt>
                <c:pt idx="360">
                  <c:v>11-06-2001</c:v>
                </c:pt>
                <c:pt idx="361">
                  <c:v>12-06-2001</c:v>
                </c:pt>
                <c:pt idx="362">
                  <c:v>13-06-2001</c:v>
                </c:pt>
                <c:pt idx="363">
                  <c:v>14-06-2001</c:v>
                </c:pt>
                <c:pt idx="364">
                  <c:v>15-06-2001</c:v>
                </c:pt>
                <c:pt idx="365">
                  <c:v>18-06-2001</c:v>
                </c:pt>
                <c:pt idx="366">
                  <c:v>19-06-2001</c:v>
                </c:pt>
                <c:pt idx="367">
                  <c:v>20-06-2001</c:v>
                </c:pt>
                <c:pt idx="368">
                  <c:v>21-06-2001</c:v>
                </c:pt>
                <c:pt idx="369">
                  <c:v>22-06-2001</c:v>
                </c:pt>
                <c:pt idx="370">
                  <c:v>25-06-2001</c:v>
                </c:pt>
                <c:pt idx="371">
                  <c:v>26-06-2001</c:v>
                </c:pt>
                <c:pt idx="372">
                  <c:v>27-06-2001</c:v>
                </c:pt>
                <c:pt idx="373">
                  <c:v>28-06-2001</c:v>
                </c:pt>
                <c:pt idx="374">
                  <c:v>29-06-2001</c:v>
                </c:pt>
                <c:pt idx="375">
                  <c:v>02-07-2001</c:v>
                </c:pt>
                <c:pt idx="376">
                  <c:v>03-07-2001</c:v>
                </c:pt>
                <c:pt idx="377">
                  <c:v>04-07-2001</c:v>
                </c:pt>
                <c:pt idx="378">
                  <c:v>05-07-2001</c:v>
                </c:pt>
                <c:pt idx="379">
                  <c:v>06-07-2001</c:v>
                </c:pt>
                <c:pt idx="380">
                  <c:v>09-07-2001</c:v>
                </c:pt>
                <c:pt idx="381">
                  <c:v>10-07-2001</c:v>
                </c:pt>
                <c:pt idx="382">
                  <c:v>11-07-2001</c:v>
                </c:pt>
                <c:pt idx="383">
                  <c:v>12-07-2001</c:v>
                </c:pt>
                <c:pt idx="384">
                  <c:v>13-07-2001</c:v>
                </c:pt>
                <c:pt idx="385">
                  <c:v>16-07-2001</c:v>
                </c:pt>
                <c:pt idx="386">
                  <c:v>17-07-2001</c:v>
                </c:pt>
                <c:pt idx="387">
                  <c:v>18-07-2001</c:v>
                </c:pt>
                <c:pt idx="388">
                  <c:v>19-07-2001</c:v>
                </c:pt>
                <c:pt idx="389">
                  <c:v>20-07-2001</c:v>
                </c:pt>
                <c:pt idx="390">
                  <c:v>23-07-2001</c:v>
                </c:pt>
                <c:pt idx="391">
                  <c:v>24-07-2001</c:v>
                </c:pt>
                <c:pt idx="392">
                  <c:v>25-07-2001</c:v>
                </c:pt>
                <c:pt idx="393">
                  <c:v>26-07-2001</c:v>
                </c:pt>
                <c:pt idx="394">
                  <c:v>27-07-2001</c:v>
                </c:pt>
                <c:pt idx="395">
                  <c:v>30-07-2001</c:v>
                </c:pt>
                <c:pt idx="396">
                  <c:v>31-07-2001</c:v>
                </c:pt>
                <c:pt idx="397">
                  <c:v>01-08-2001</c:v>
                </c:pt>
                <c:pt idx="398">
                  <c:v>02-08-2001</c:v>
                </c:pt>
                <c:pt idx="399">
                  <c:v>03-08-2001</c:v>
                </c:pt>
                <c:pt idx="400">
                  <c:v>06-08-2001</c:v>
                </c:pt>
                <c:pt idx="401">
                  <c:v>07-08-2001</c:v>
                </c:pt>
                <c:pt idx="402">
                  <c:v>08-08-2001</c:v>
                </c:pt>
                <c:pt idx="403">
                  <c:v>09-08-2001</c:v>
                </c:pt>
                <c:pt idx="404">
                  <c:v>10-08-2001</c:v>
                </c:pt>
                <c:pt idx="405">
                  <c:v>13-08-2001</c:v>
                </c:pt>
                <c:pt idx="406">
                  <c:v>14-08-2001</c:v>
                </c:pt>
                <c:pt idx="407">
                  <c:v>16-08-2001</c:v>
                </c:pt>
                <c:pt idx="408">
                  <c:v>17-08-2001</c:v>
                </c:pt>
                <c:pt idx="409">
                  <c:v>20-08-2001</c:v>
                </c:pt>
                <c:pt idx="410">
                  <c:v>21-08-2001</c:v>
                </c:pt>
                <c:pt idx="411">
                  <c:v>23-08-2001</c:v>
                </c:pt>
                <c:pt idx="412">
                  <c:v>24-08-2001</c:v>
                </c:pt>
                <c:pt idx="413">
                  <c:v>27-08-2001</c:v>
                </c:pt>
                <c:pt idx="414">
                  <c:v>28-08-2001</c:v>
                </c:pt>
                <c:pt idx="415">
                  <c:v>29-08-2001</c:v>
                </c:pt>
                <c:pt idx="416">
                  <c:v>30-08-2001</c:v>
                </c:pt>
                <c:pt idx="417">
                  <c:v>31-08-2001</c:v>
                </c:pt>
                <c:pt idx="418">
                  <c:v>03-09-2001</c:v>
                </c:pt>
                <c:pt idx="419">
                  <c:v>04-09-2001</c:v>
                </c:pt>
                <c:pt idx="420">
                  <c:v>05-09-2001</c:v>
                </c:pt>
                <c:pt idx="421">
                  <c:v>06-09-2001</c:v>
                </c:pt>
                <c:pt idx="422">
                  <c:v>07-09-2001</c:v>
                </c:pt>
                <c:pt idx="423">
                  <c:v>10-09-2001</c:v>
                </c:pt>
                <c:pt idx="424">
                  <c:v>11-09-2001</c:v>
                </c:pt>
                <c:pt idx="425">
                  <c:v>12-09-2001</c:v>
                </c:pt>
                <c:pt idx="426">
                  <c:v>13-09-2001</c:v>
                </c:pt>
                <c:pt idx="427">
                  <c:v>14-09-2001</c:v>
                </c:pt>
                <c:pt idx="428">
                  <c:v>17-09-2001</c:v>
                </c:pt>
                <c:pt idx="429">
                  <c:v>18-09-2001</c:v>
                </c:pt>
                <c:pt idx="430">
                  <c:v>19-09-2001</c:v>
                </c:pt>
                <c:pt idx="431">
                  <c:v>20-09-2001</c:v>
                </c:pt>
                <c:pt idx="432">
                  <c:v>21-09-2001</c:v>
                </c:pt>
                <c:pt idx="433">
                  <c:v>24-09-2001</c:v>
                </c:pt>
                <c:pt idx="434">
                  <c:v>25-09-2001</c:v>
                </c:pt>
                <c:pt idx="435">
                  <c:v>26-09-2001</c:v>
                </c:pt>
                <c:pt idx="436">
                  <c:v>27-09-2001</c:v>
                </c:pt>
                <c:pt idx="437">
                  <c:v>28-09-2001</c:v>
                </c:pt>
                <c:pt idx="438">
                  <c:v>01-10-2001</c:v>
                </c:pt>
                <c:pt idx="439">
                  <c:v>03-10-2001</c:v>
                </c:pt>
                <c:pt idx="440">
                  <c:v>04-10-2001</c:v>
                </c:pt>
                <c:pt idx="441">
                  <c:v>05-10-2001</c:v>
                </c:pt>
                <c:pt idx="442">
                  <c:v>08-10-2001</c:v>
                </c:pt>
                <c:pt idx="443">
                  <c:v>09-10-2001</c:v>
                </c:pt>
                <c:pt idx="444">
                  <c:v>10-10-2001</c:v>
                </c:pt>
                <c:pt idx="445">
                  <c:v>11-10-2001</c:v>
                </c:pt>
                <c:pt idx="446">
                  <c:v>12-10-2001</c:v>
                </c:pt>
                <c:pt idx="447">
                  <c:v>15-10-2001</c:v>
                </c:pt>
                <c:pt idx="448">
                  <c:v>16-10-2001</c:v>
                </c:pt>
                <c:pt idx="449">
                  <c:v>17-10-2001</c:v>
                </c:pt>
                <c:pt idx="450">
                  <c:v>18-10-2001</c:v>
                </c:pt>
                <c:pt idx="451">
                  <c:v>19-10-2001</c:v>
                </c:pt>
                <c:pt idx="452">
                  <c:v>22-10-2001</c:v>
                </c:pt>
                <c:pt idx="453">
                  <c:v>23-10-2001</c:v>
                </c:pt>
                <c:pt idx="454">
                  <c:v>24-10-2001</c:v>
                </c:pt>
                <c:pt idx="455">
                  <c:v>25-10-2001</c:v>
                </c:pt>
                <c:pt idx="456">
                  <c:v>29-10-2001</c:v>
                </c:pt>
                <c:pt idx="457">
                  <c:v>30-10-2001</c:v>
                </c:pt>
                <c:pt idx="458">
                  <c:v>31-10-2001</c:v>
                </c:pt>
                <c:pt idx="459">
                  <c:v>01-11-2001</c:v>
                </c:pt>
                <c:pt idx="460">
                  <c:v>02-11-2001</c:v>
                </c:pt>
                <c:pt idx="461">
                  <c:v>05-11-2001</c:v>
                </c:pt>
                <c:pt idx="462">
                  <c:v>06-11-2001</c:v>
                </c:pt>
                <c:pt idx="463">
                  <c:v>07-11-2001</c:v>
                </c:pt>
                <c:pt idx="464">
                  <c:v>08-11-2001</c:v>
                </c:pt>
                <c:pt idx="465">
                  <c:v>09-11-2001</c:v>
                </c:pt>
                <c:pt idx="466">
                  <c:v>12-11-2001</c:v>
                </c:pt>
                <c:pt idx="467">
                  <c:v>13-11-2001</c:v>
                </c:pt>
                <c:pt idx="468">
                  <c:v>14-11-2001</c:v>
                </c:pt>
                <c:pt idx="469">
                  <c:v>15-11-2001</c:v>
                </c:pt>
                <c:pt idx="470">
                  <c:v>19-11-2001</c:v>
                </c:pt>
                <c:pt idx="471">
                  <c:v>20-11-2001</c:v>
                </c:pt>
                <c:pt idx="472">
                  <c:v>21-11-2001</c:v>
                </c:pt>
                <c:pt idx="473">
                  <c:v>22-11-2001</c:v>
                </c:pt>
                <c:pt idx="474">
                  <c:v>23-11-2001</c:v>
                </c:pt>
                <c:pt idx="475">
                  <c:v>26-11-2001</c:v>
                </c:pt>
                <c:pt idx="476">
                  <c:v>27-11-2001</c:v>
                </c:pt>
                <c:pt idx="477">
                  <c:v>28-11-2001</c:v>
                </c:pt>
                <c:pt idx="478">
                  <c:v>29-11-2001</c:v>
                </c:pt>
                <c:pt idx="479">
                  <c:v>03-12-2001</c:v>
                </c:pt>
                <c:pt idx="480">
                  <c:v>04-12-2001</c:v>
                </c:pt>
                <c:pt idx="481">
                  <c:v>05-12-2001</c:v>
                </c:pt>
                <c:pt idx="482">
                  <c:v>06-12-2001</c:v>
                </c:pt>
                <c:pt idx="483">
                  <c:v>07-12-2001</c:v>
                </c:pt>
                <c:pt idx="484">
                  <c:v>10-12-2001</c:v>
                </c:pt>
                <c:pt idx="485">
                  <c:v>11-12-2001</c:v>
                </c:pt>
                <c:pt idx="486">
                  <c:v>12-12-2001</c:v>
                </c:pt>
                <c:pt idx="487">
                  <c:v>13-12-2001</c:v>
                </c:pt>
                <c:pt idx="488">
                  <c:v>14-12-2001</c:v>
                </c:pt>
                <c:pt idx="489">
                  <c:v>18-12-2001</c:v>
                </c:pt>
                <c:pt idx="490">
                  <c:v>19-12-2001</c:v>
                </c:pt>
                <c:pt idx="491">
                  <c:v>20-12-2001</c:v>
                </c:pt>
                <c:pt idx="492">
                  <c:v>21-12-2001</c:v>
                </c:pt>
                <c:pt idx="493">
                  <c:v>24-12-2001</c:v>
                </c:pt>
                <c:pt idx="494">
                  <c:v>26-12-2001</c:v>
                </c:pt>
                <c:pt idx="495">
                  <c:v>27-12-2001</c:v>
                </c:pt>
                <c:pt idx="496">
                  <c:v>28-12-2001</c:v>
                </c:pt>
                <c:pt idx="497">
                  <c:v>31-12-2001</c:v>
                </c:pt>
                <c:pt idx="498">
                  <c:v>01-01-2002</c:v>
                </c:pt>
                <c:pt idx="499">
                  <c:v>02-01-2002</c:v>
                </c:pt>
                <c:pt idx="500">
                  <c:v>03-01-2002</c:v>
                </c:pt>
                <c:pt idx="501">
                  <c:v>04-01-2002</c:v>
                </c:pt>
                <c:pt idx="502">
                  <c:v>07-01-2002</c:v>
                </c:pt>
                <c:pt idx="503">
                  <c:v>08-01-2002</c:v>
                </c:pt>
                <c:pt idx="504">
                  <c:v>09-01-2002</c:v>
                </c:pt>
                <c:pt idx="505">
                  <c:v>10-01-2002</c:v>
                </c:pt>
                <c:pt idx="506">
                  <c:v>11-01-2002</c:v>
                </c:pt>
                <c:pt idx="507">
                  <c:v>14-01-2002</c:v>
                </c:pt>
                <c:pt idx="508">
                  <c:v>15-01-2002</c:v>
                </c:pt>
                <c:pt idx="509">
                  <c:v>16-01-2002</c:v>
                </c:pt>
                <c:pt idx="510">
                  <c:v>17-01-2002</c:v>
                </c:pt>
                <c:pt idx="511">
                  <c:v>18-01-2002</c:v>
                </c:pt>
                <c:pt idx="512">
                  <c:v>21-01-2002</c:v>
                </c:pt>
                <c:pt idx="513">
                  <c:v>22-01-2002</c:v>
                </c:pt>
                <c:pt idx="514">
                  <c:v>23-01-2002</c:v>
                </c:pt>
                <c:pt idx="515">
                  <c:v>24-01-2002</c:v>
                </c:pt>
                <c:pt idx="516">
                  <c:v>25-01-2002</c:v>
                </c:pt>
                <c:pt idx="517">
                  <c:v>28-01-2002</c:v>
                </c:pt>
                <c:pt idx="518">
                  <c:v>29-01-2002</c:v>
                </c:pt>
                <c:pt idx="519">
                  <c:v>30-01-2002</c:v>
                </c:pt>
                <c:pt idx="520">
                  <c:v>31-01-2002</c:v>
                </c:pt>
                <c:pt idx="521">
                  <c:v>01-02-2002</c:v>
                </c:pt>
                <c:pt idx="522">
                  <c:v>04-02-2002</c:v>
                </c:pt>
                <c:pt idx="523">
                  <c:v>05-02-2002</c:v>
                </c:pt>
                <c:pt idx="524">
                  <c:v>06-02-2002</c:v>
                </c:pt>
                <c:pt idx="525">
                  <c:v>07-02-2002</c:v>
                </c:pt>
                <c:pt idx="526">
                  <c:v>08-02-2002</c:v>
                </c:pt>
                <c:pt idx="527">
                  <c:v>11-02-2002</c:v>
                </c:pt>
                <c:pt idx="528">
                  <c:v>12-02-2002</c:v>
                </c:pt>
                <c:pt idx="529">
                  <c:v>13-02-2002</c:v>
                </c:pt>
                <c:pt idx="530">
                  <c:v>14-02-2002</c:v>
                </c:pt>
                <c:pt idx="531">
                  <c:v>15-02-2002</c:v>
                </c:pt>
                <c:pt idx="532">
                  <c:v>18-02-2002</c:v>
                </c:pt>
                <c:pt idx="533">
                  <c:v>19-02-2002</c:v>
                </c:pt>
                <c:pt idx="534">
                  <c:v>20-02-2002</c:v>
                </c:pt>
                <c:pt idx="535">
                  <c:v>21-02-2002</c:v>
                </c:pt>
                <c:pt idx="536">
                  <c:v>22-02-2002</c:v>
                </c:pt>
                <c:pt idx="537">
                  <c:v>25-02-2002</c:v>
                </c:pt>
                <c:pt idx="538">
                  <c:v>26-02-2002</c:v>
                </c:pt>
                <c:pt idx="539">
                  <c:v>27-02-2002</c:v>
                </c:pt>
                <c:pt idx="540">
                  <c:v>28-02-2002</c:v>
                </c:pt>
                <c:pt idx="541">
                  <c:v>01-03-2002</c:v>
                </c:pt>
                <c:pt idx="542">
                  <c:v>04-03-2002</c:v>
                </c:pt>
                <c:pt idx="543">
                  <c:v>05-03-2002</c:v>
                </c:pt>
                <c:pt idx="544">
                  <c:v>06-03-2002</c:v>
                </c:pt>
                <c:pt idx="545">
                  <c:v>07-03-2002</c:v>
                </c:pt>
                <c:pt idx="546">
                  <c:v>08-03-2002</c:v>
                </c:pt>
                <c:pt idx="547">
                  <c:v>11-03-2002</c:v>
                </c:pt>
                <c:pt idx="548">
                  <c:v>12-03-2002</c:v>
                </c:pt>
                <c:pt idx="549">
                  <c:v>13-03-2002</c:v>
                </c:pt>
                <c:pt idx="550">
                  <c:v>14-03-2002</c:v>
                </c:pt>
                <c:pt idx="551">
                  <c:v>15-03-2002</c:v>
                </c:pt>
                <c:pt idx="552">
                  <c:v>18-03-2002</c:v>
                </c:pt>
                <c:pt idx="553">
                  <c:v>19-03-2002</c:v>
                </c:pt>
                <c:pt idx="554">
                  <c:v>20-03-2002</c:v>
                </c:pt>
                <c:pt idx="555">
                  <c:v>21-03-2002</c:v>
                </c:pt>
                <c:pt idx="556">
                  <c:v>22-03-2002</c:v>
                </c:pt>
                <c:pt idx="557">
                  <c:v>26-03-2002</c:v>
                </c:pt>
                <c:pt idx="558">
                  <c:v>27-03-2002</c:v>
                </c:pt>
                <c:pt idx="559">
                  <c:v>28-03-2002</c:v>
                </c:pt>
                <c:pt idx="560">
                  <c:v>01-04-2002</c:v>
                </c:pt>
                <c:pt idx="561">
                  <c:v>02-04-2002</c:v>
                </c:pt>
                <c:pt idx="562">
                  <c:v>03-04-2002</c:v>
                </c:pt>
                <c:pt idx="563">
                  <c:v>04-04-2002</c:v>
                </c:pt>
                <c:pt idx="564">
                  <c:v>05-04-2002</c:v>
                </c:pt>
                <c:pt idx="565">
                  <c:v>08-04-2002</c:v>
                </c:pt>
                <c:pt idx="566">
                  <c:v>09-04-2002</c:v>
                </c:pt>
                <c:pt idx="567">
                  <c:v>10-04-2002</c:v>
                </c:pt>
                <c:pt idx="568">
                  <c:v>11-04-2002</c:v>
                </c:pt>
                <c:pt idx="569">
                  <c:v>12-04-2002</c:v>
                </c:pt>
                <c:pt idx="570">
                  <c:v>15-04-2002</c:v>
                </c:pt>
                <c:pt idx="571">
                  <c:v>16-04-2002</c:v>
                </c:pt>
                <c:pt idx="572">
                  <c:v>17-04-2002</c:v>
                </c:pt>
                <c:pt idx="573">
                  <c:v>18-04-2002</c:v>
                </c:pt>
                <c:pt idx="574">
                  <c:v>19-04-2002</c:v>
                </c:pt>
                <c:pt idx="575">
                  <c:v>22-04-2002</c:v>
                </c:pt>
                <c:pt idx="576">
                  <c:v>23-04-2002</c:v>
                </c:pt>
                <c:pt idx="577">
                  <c:v>24-04-2002</c:v>
                </c:pt>
                <c:pt idx="578">
                  <c:v>25-04-2002</c:v>
                </c:pt>
                <c:pt idx="579">
                  <c:v>26-04-2002</c:v>
                </c:pt>
                <c:pt idx="580">
                  <c:v>29-04-2002</c:v>
                </c:pt>
                <c:pt idx="581">
                  <c:v>30-04-2002</c:v>
                </c:pt>
                <c:pt idx="582">
                  <c:v>02-05-2002</c:v>
                </c:pt>
                <c:pt idx="583">
                  <c:v>03-05-2002</c:v>
                </c:pt>
                <c:pt idx="584">
                  <c:v>06-05-2002</c:v>
                </c:pt>
                <c:pt idx="585">
                  <c:v>07-05-2002</c:v>
                </c:pt>
                <c:pt idx="586">
                  <c:v>08-05-2002</c:v>
                </c:pt>
                <c:pt idx="587">
                  <c:v>09-05-2002</c:v>
                </c:pt>
                <c:pt idx="588">
                  <c:v>10-05-2002</c:v>
                </c:pt>
                <c:pt idx="589">
                  <c:v>13-05-2002</c:v>
                </c:pt>
                <c:pt idx="590">
                  <c:v>14-05-2002</c:v>
                </c:pt>
                <c:pt idx="591">
                  <c:v>15-05-2002</c:v>
                </c:pt>
                <c:pt idx="592">
                  <c:v>16-05-2002</c:v>
                </c:pt>
                <c:pt idx="593">
                  <c:v>17-05-2002</c:v>
                </c:pt>
                <c:pt idx="594">
                  <c:v>20-05-2002</c:v>
                </c:pt>
                <c:pt idx="595">
                  <c:v>21-05-2002</c:v>
                </c:pt>
                <c:pt idx="596">
                  <c:v>22-05-2002</c:v>
                </c:pt>
                <c:pt idx="597">
                  <c:v>23-05-2002</c:v>
                </c:pt>
                <c:pt idx="598">
                  <c:v>24-05-2002</c:v>
                </c:pt>
                <c:pt idx="599">
                  <c:v>27-05-2002</c:v>
                </c:pt>
                <c:pt idx="600">
                  <c:v>28-05-2002</c:v>
                </c:pt>
                <c:pt idx="601">
                  <c:v>29-05-2002</c:v>
                </c:pt>
                <c:pt idx="602">
                  <c:v>30-05-2002</c:v>
                </c:pt>
                <c:pt idx="603">
                  <c:v>31-05-2002</c:v>
                </c:pt>
                <c:pt idx="604">
                  <c:v>03-06-2002</c:v>
                </c:pt>
                <c:pt idx="605">
                  <c:v>04-06-2002</c:v>
                </c:pt>
                <c:pt idx="606">
                  <c:v>05-06-2002</c:v>
                </c:pt>
                <c:pt idx="607">
                  <c:v>06-06-2002</c:v>
                </c:pt>
                <c:pt idx="608">
                  <c:v>07-06-2002</c:v>
                </c:pt>
                <c:pt idx="609">
                  <c:v>10-06-2002</c:v>
                </c:pt>
                <c:pt idx="610">
                  <c:v>11-06-2002</c:v>
                </c:pt>
                <c:pt idx="611">
                  <c:v>12-06-2002</c:v>
                </c:pt>
                <c:pt idx="612">
                  <c:v>13-06-2002</c:v>
                </c:pt>
                <c:pt idx="613">
                  <c:v>14-06-2002</c:v>
                </c:pt>
                <c:pt idx="614">
                  <c:v>17-06-2002</c:v>
                </c:pt>
                <c:pt idx="615">
                  <c:v>18-06-2002</c:v>
                </c:pt>
                <c:pt idx="616">
                  <c:v>19-06-2002</c:v>
                </c:pt>
                <c:pt idx="617">
                  <c:v>20-06-2002</c:v>
                </c:pt>
                <c:pt idx="618">
                  <c:v>21-06-2002</c:v>
                </c:pt>
                <c:pt idx="619">
                  <c:v>24-06-2002</c:v>
                </c:pt>
                <c:pt idx="620">
                  <c:v>25-06-2002</c:v>
                </c:pt>
                <c:pt idx="621">
                  <c:v>26-06-2002</c:v>
                </c:pt>
                <c:pt idx="622">
                  <c:v>27-06-2002</c:v>
                </c:pt>
                <c:pt idx="623">
                  <c:v>28-06-2002</c:v>
                </c:pt>
                <c:pt idx="624">
                  <c:v>01-07-2002</c:v>
                </c:pt>
                <c:pt idx="625">
                  <c:v>02-07-2002</c:v>
                </c:pt>
                <c:pt idx="626">
                  <c:v>03-07-2002</c:v>
                </c:pt>
                <c:pt idx="627">
                  <c:v>04-07-2002</c:v>
                </c:pt>
                <c:pt idx="628">
                  <c:v>05-07-2002</c:v>
                </c:pt>
                <c:pt idx="629">
                  <c:v>08-07-2002</c:v>
                </c:pt>
                <c:pt idx="630">
                  <c:v>09-07-2002</c:v>
                </c:pt>
                <c:pt idx="631">
                  <c:v>10-07-2002</c:v>
                </c:pt>
                <c:pt idx="632">
                  <c:v>11-07-2002</c:v>
                </c:pt>
                <c:pt idx="633">
                  <c:v>12-07-2002</c:v>
                </c:pt>
                <c:pt idx="634">
                  <c:v>15-07-2002</c:v>
                </c:pt>
                <c:pt idx="635">
                  <c:v>16-07-2002</c:v>
                </c:pt>
                <c:pt idx="636">
                  <c:v>17-07-2002</c:v>
                </c:pt>
                <c:pt idx="637">
                  <c:v>18-07-2002</c:v>
                </c:pt>
                <c:pt idx="638">
                  <c:v>19-07-2002</c:v>
                </c:pt>
                <c:pt idx="639">
                  <c:v>22-07-2002</c:v>
                </c:pt>
                <c:pt idx="640">
                  <c:v>23-07-2002</c:v>
                </c:pt>
                <c:pt idx="641">
                  <c:v>24-07-2002</c:v>
                </c:pt>
                <c:pt idx="642">
                  <c:v>25-07-2002</c:v>
                </c:pt>
                <c:pt idx="643">
                  <c:v>26-07-2002</c:v>
                </c:pt>
                <c:pt idx="644">
                  <c:v>29-07-2002</c:v>
                </c:pt>
                <c:pt idx="645">
                  <c:v>30-07-2002</c:v>
                </c:pt>
                <c:pt idx="646">
                  <c:v>31-07-2002</c:v>
                </c:pt>
                <c:pt idx="647">
                  <c:v>01-08-2002</c:v>
                </c:pt>
                <c:pt idx="648">
                  <c:v>02-08-2002</c:v>
                </c:pt>
                <c:pt idx="649">
                  <c:v>05-08-2002</c:v>
                </c:pt>
                <c:pt idx="650">
                  <c:v>06-08-2002</c:v>
                </c:pt>
                <c:pt idx="651">
                  <c:v>07-08-2002</c:v>
                </c:pt>
                <c:pt idx="652">
                  <c:v>08-08-2002</c:v>
                </c:pt>
                <c:pt idx="653">
                  <c:v>09-08-2002</c:v>
                </c:pt>
                <c:pt idx="654">
                  <c:v>12-08-2002</c:v>
                </c:pt>
                <c:pt idx="655">
                  <c:v>13-08-2002</c:v>
                </c:pt>
                <c:pt idx="656">
                  <c:v>14-08-2002</c:v>
                </c:pt>
                <c:pt idx="657">
                  <c:v>16-08-2002</c:v>
                </c:pt>
                <c:pt idx="658">
                  <c:v>19-08-2002</c:v>
                </c:pt>
                <c:pt idx="659">
                  <c:v>20-08-2002</c:v>
                </c:pt>
                <c:pt idx="660">
                  <c:v>21-08-2002</c:v>
                </c:pt>
                <c:pt idx="661">
                  <c:v>22-08-2002</c:v>
                </c:pt>
                <c:pt idx="662">
                  <c:v>23-08-2002</c:v>
                </c:pt>
                <c:pt idx="663">
                  <c:v>26-08-2002</c:v>
                </c:pt>
                <c:pt idx="664">
                  <c:v>27-08-2002</c:v>
                </c:pt>
                <c:pt idx="665">
                  <c:v>28-08-2002</c:v>
                </c:pt>
                <c:pt idx="666">
                  <c:v>29-08-2002</c:v>
                </c:pt>
                <c:pt idx="667">
                  <c:v>30-08-2002</c:v>
                </c:pt>
                <c:pt idx="668">
                  <c:v>02-09-2002</c:v>
                </c:pt>
                <c:pt idx="669">
                  <c:v>03-09-2002</c:v>
                </c:pt>
                <c:pt idx="670">
                  <c:v>04-09-2002</c:v>
                </c:pt>
                <c:pt idx="671">
                  <c:v>05-09-2002</c:v>
                </c:pt>
                <c:pt idx="672">
                  <c:v>06-09-2002</c:v>
                </c:pt>
                <c:pt idx="673">
                  <c:v>09-09-2002</c:v>
                </c:pt>
                <c:pt idx="674">
                  <c:v>11-09-2002</c:v>
                </c:pt>
                <c:pt idx="675">
                  <c:v>12-09-2002</c:v>
                </c:pt>
                <c:pt idx="676">
                  <c:v>13-09-2002</c:v>
                </c:pt>
                <c:pt idx="677">
                  <c:v>16-09-2002</c:v>
                </c:pt>
                <c:pt idx="678">
                  <c:v>17-09-2002</c:v>
                </c:pt>
                <c:pt idx="679">
                  <c:v>18-09-2002</c:v>
                </c:pt>
                <c:pt idx="680">
                  <c:v>19-09-2002</c:v>
                </c:pt>
                <c:pt idx="681">
                  <c:v>20-09-2002</c:v>
                </c:pt>
                <c:pt idx="682">
                  <c:v>23-09-2002</c:v>
                </c:pt>
                <c:pt idx="683">
                  <c:v>24-09-2002</c:v>
                </c:pt>
                <c:pt idx="684">
                  <c:v>25-09-2002</c:v>
                </c:pt>
                <c:pt idx="685">
                  <c:v>26-09-2002</c:v>
                </c:pt>
                <c:pt idx="686">
                  <c:v>27-09-2002</c:v>
                </c:pt>
                <c:pt idx="687">
                  <c:v>30-09-2002</c:v>
                </c:pt>
                <c:pt idx="688">
                  <c:v>01-10-2002</c:v>
                </c:pt>
                <c:pt idx="689">
                  <c:v>03-10-2002</c:v>
                </c:pt>
                <c:pt idx="690">
                  <c:v>04-10-2002</c:v>
                </c:pt>
                <c:pt idx="691">
                  <c:v>07-10-2002</c:v>
                </c:pt>
                <c:pt idx="692">
                  <c:v>08-10-2002</c:v>
                </c:pt>
                <c:pt idx="693">
                  <c:v>09-10-2002</c:v>
                </c:pt>
                <c:pt idx="694">
                  <c:v>10-10-2002</c:v>
                </c:pt>
                <c:pt idx="695">
                  <c:v>11-10-2002</c:v>
                </c:pt>
                <c:pt idx="696">
                  <c:v>14-10-2002</c:v>
                </c:pt>
                <c:pt idx="697">
                  <c:v>16-10-2002</c:v>
                </c:pt>
                <c:pt idx="698">
                  <c:v>17-10-2002</c:v>
                </c:pt>
                <c:pt idx="699">
                  <c:v>18-10-2002</c:v>
                </c:pt>
                <c:pt idx="700">
                  <c:v>21-10-2002</c:v>
                </c:pt>
                <c:pt idx="701">
                  <c:v>22-10-2002</c:v>
                </c:pt>
                <c:pt idx="702">
                  <c:v>23-10-2002</c:v>
                </c:pt>
                <c:pt idx="703">
                  <c:v>24-10-2002</c:v>
                </c:pt>
                <c:pt idx="704">
                  <c:v>25-10-2002</c:v>
                </c:pt>
                <c:pt idx="705">
                  <c:v>28-10-2002</c:v>
                </c:pt>
                <c:pt idx="706">
                  <c:v>29-10-2002</c:v>
                </c:pt>
                <c:pt idx="707">
                  <c:v>30-10-2002</c:v>
                </c:pt>
                <c:pt idx="708">
                  <c:v>31-10-2002</c:v>
                </c:pt>
                <c:pt idx="709">
                  <c:v>01-11-2002</c:v>
                </c:pt>
                <c:pt idx="710">
                  <c:v>04-11-2002</c:v>
                </c:pt>
                <c:pt idx="711">
                  <c:v>05-11-2002</c:v>
                </c:pt>
                <c:pt idx="712">
                  <c:v>07-11-2002</c:v>
                </c:pt>
                <c:pt idx="713">
                  <c:v>08-11-2002</c:v>
                </c:pt>
                <c:pt idx="714">
                  <c:v>11-11-2002</c:v>
                </c:pt>
                <c:pt idx="715">
                  <c:v>12-11-2002</c:v>
                </c:pt>
                <c:pt idx="716">
                  <c:v>13-11-2002</c:v>
                </c:pt>
                <c:pt idx="717">
                  <c:v>14-11-2002</c:v>
                </c:pt>
                <c:pt idx="718">
                  <c:v>15-11-2002</c:v>
                </c:pt>
                <c:pt idx="719">
                  <c:v>18-11-2002</c:v>
                </c:pt>
                <c:pt idx="720">
                  <c:v>20-11-2002</c:v>
                </c:pt>
                <c:pt idx="721">
                  <c:v>21-11-2002</c:v>
                </c:pt>
                <c:pt idx="722">
                  <c:v>22-11-2002</c:v>
                </c:pt>
                <c:pt idx="723">
                  <c:v>25-11-2002</c:v>
                </c:pt>
                <c:pt idx="724">
                  <c:v>26-11-2002</c:v>
                </c:pt>
                <c:pt idx="725">
                  <c:v>27-11-2002</c:v>
                </c:pt>
                <c:pt idx="726">
                  <c:v>28-11-2002</c:v>
                </c:pt>
                <c:pt idx="727">
                  <c:v>29-11-2002</c:v>
                </c:pt>
                <c:pt idx="728">
                  <c:v>02-12-2002</c:v>
                </c:pt>
                <c:pt idx="729">
                  <c:v>03-12-2002</c:v>
                </c:pt>
                <c:pt idx="730">
                  <c:v>04-12-2002</c:v>
                </c:pt>
                <c:pt idx="731">
                  <c:v>05-12-2002</c:v>
                </c:pt>
                <c:pt idx="732">
                  <c:v>06-12-2002</c:v>
                </c:pt>
                <c:pt idx="733">
                  <c:v>09-12-2002</c:v>
                </c:pt>
                <c:pt idx="734">
                  <c:v>10-12-2002</c:v>
                </c:pt>
                <c:pt idx="735">
                  <c:v>11-12-2002</c:v>
                </c:pt>
                <c:pt idx="736">
                  <c:v>12-12-2002</c:v>
                </c:pt>
                <c:pt idx="737">
                  <c:v>13-12-2002</c:v>
                </c:pt>
                <c:pt idx="738">
                  <c:v>16-12-2002</c:v>
                </c:pt>
                <c:pt idx="739">
                  <c:v>17-12-2002</c:v>
                </c:pt>
                <c:pt idx="740">
                  <c:v>18-12-2002</c:v>
                </c:pt>
                <c:pt idx="741">
                  <c:v>19-12-2002</c:v>
                </c:pt>
                <c:pt idx="742">
                  <c:v>20-12-2002</c:v>
                </c:pt>
                <c:pt idx="743">
                  <c:v>23-12-2002</c:v>
                </c:pt>
                <c:pt idx="744">
                  <c:v>24-12-2002</c:v>
                </c:pt>
                <c:pt idx="745">
                  <c:v>26-12-2002</c:v>
                </c:pt>
                <c:pt idx="746">
                  <c:v>27-12-2002</c:v>
                </c:pt>
                <c:pt idx="747">
                  <c:v>30-12-2002</c:v>
                </c:pt>
                <c:pt idx="748">
                  <c:v>31-12-2002</c:v>
                </c:pt>
                <c:pt idx="749">
                  <c:v>01-01-2003</c:v>
                </c:pt>
                <c:pt idx="750">
                  <c:v>02-01-2003</c:v>
                </c:pt>
                <c:pt idx="751">
                  <c:v>03-01-2003</c:v>
                </c:pt>
                <c:pt idx="752">
                  <c:v>06-01-2003</c:v>
                </c:pt>
                <c:pt idx="753">
                  <c:v>07-01-2003</c:v>
                </c:pt>
                <c:pt idx="754">
                  <c:v>08-01-2003</c:v>
                </c:pt>
                <c:pt idx="755">
                  <c:v>09-01-2003</c:v>
                </c:pt>
                <c:pt idx="756">
                  <c:v>10-01-2003</c:v>
                </c:pt>
                <c:pt idx="757">
                  <c:v>13-01-2003</c:v>
                </c:pt>
                <c:pt idx="758">
                  <c:v>14-01-2003</c:v>
                </c:pt>
                <c:pt idx="759">
                  <c:v>15-01-2003</c:v>
                </c:pt>
                <c:pt idx="760">
                  <c:v>16-01-2003</c:v>
                </c:pt>
                <c:pt idx="761">
                  <c:v>17-01-2003</c:v>
                </c:pt>
                <c:pt idx="762">
                  <c:v>20-01-2003</c:v>
                </c:pt>
                <c:pt idx="763">
                  <c:v>21-01-2003</c:v>
                </c:pt>
                <c:pt idx="764">
                  <c:v>22-01-2003</c:v>
                </c:pt>
                <c:pt idx="765">
                  <c:v>23-01-2003</c:v>
                </c:pt>
                <c:pt idx="766">
                  <c:v>24-01-2003</c:v>
                </c:pt>
                <c:pt idx="767">
                  <c:v>27-01-2003</c:v>
                </c:pt>
                <c:pt idx="768">
                  <c:v>28-01-2003</c:v>
                </c:pt>
                <c:pt idx="769">
                  <c:v>29-01-2003</c:v>
                </c:pt>
                <c:pt idx="770">
                  <c:v>30-01-2003</c:v>
                </c:pt>
                <c:pt idx="771">
                  <c:v>31-01-2003</c:v>
                </c:pt>
                <c:pt idx="772">
                  <c:v>03-02-2003</c:v>
                </c:pt>
                <c:pt idx="773">
                  <c:v>04-02-2003</c:v>
                </c:pt>
                <c:pt idx="774">
                  <c:v>05-02-2003</c:v>
                </c:pt>
                <c:pt idx="775">
                  <c:v>06-02-2003</c:v>
                </c:pt>
                <c:pt idx="776">
                  <c:v>07-02-2003</c:v>
                </c:pt>
                <c:pt idx="777">
                  <c:v>10-02-2003</c:v>
                </c:pt>
                <c:pt idx="778">
                  <c:v>11-02-2003</c:v>
                </c:pt>
                <c:pt idx="779">
                  <c:v>12-02-2003</c:v>
                </c:pt>
                <c:pt idx="780">
                  <c:v>14-02-2003</c:v>
                </c:pt>
                <c:pt idx="781">
                  <c:v>17-02-2003</c:v>
                </c:pt>
                <c:pt idx="782">
                  <c:v>18-02-2003</c:v>
                </c:pt>
                <c:pt idx="783">
                  <c:v>19-02-2003</c:v>
                </c:pt>
                <c:pt idx="784">
                  <c:v>20-02-2003</c:v>
                </c:pt>
                <c:pt idx="785">
                  <c:v>21-02-2003</c:v>
                </c:pt>
                <c:pt idx="786">
                  <c:v>24-02-2003</c:v>
                </c:pt>
                <c:pt idx="787">
                  <c:v>25-02-2003</c:v>
                </c:pt>
                <c:pt idx="788">
                  <c:v>26-02-2003</c:v>
                </c:pt>
                <c:pt idx="789">
                  <c:v>27-02-2003</c:v>
                </c:pt>
                <c:pt idx="790">
                  <c:v>28-02-2003</c:v>
                </c:pt>
                <c:pt idx="791">
                  <c:v>03-03-2003</c:v>
                </c:pt>
                <c:pt idx="792">
                  <c:v>04-03-2003</c:v>
                </c:pt>
                <c:pt idx="793">
                  <c:v>05-03-2003</c:v>
                </c:pt>
                <c:pt idx="794">
                  <c:v>06-03-2003</c:v>
                </c:pt>
                <c:pt idx="795">
                  <c:v>07-03-2003</c:v>
                </c:pt>
                <c:pt idx="796">
                  <c:v>10-03-2003</c:v>
                </c:pt>
                <c:pt idx="797">
                  <c:v>11-03-2003</c:v>
                </c:pt>
                <c:pt idx="798">
                  <c:v>12-03-2003</c:v>
                </c:pt>
                <c:pt idx="799">
                  <c:v>13-03-2003</c:v>
                </c:pt>
                <c:pt idx="800">
                  <c:v>17-03-2003</c:v>
                </c:pt>
                <c:pt idx="801">
                  <c:v>19-03-2003</c:v>
                </c:pt>
                <c:pt idx="802">
                  <c:v>20-03-2003</c:v>
                </c:pt>
                <c:pt idx="803">
                  <c:v>21-03-2003</c:v>
                </c:pt>
                <c:pt idx="804">
                  <c:v>22-03-2003</c:v>
                </c:pt>
                <c:pt idx="805">
                  <c:v>24-03-2003</c:v>
                </c:pt>
                <c:pt idx="806">
                  <c:v>25-03-2003</c:v>
                </c:pt>
                <c:pt idx="807">
                  <c:v>26-03-2003</c:v>
                </c:pt>
                <c:pt idx="808">
                  <c:v>27-03-2003</c:v>
                </c:pt>
                <c:pt idx="809">
                  <c:v>28-03-2003</c:v>
                </c:pt>
                <c:pt idx="810">
                  <c:v>31-03-2003</c:v>
                </c:pt>
                <c:pt idx="811">
                  <c:v>01-04-2003</c:v>
                </c:pt>
                <c:pt idx="812">
                  <c:v>02-04-2003</c:v>
                </c:pt>
                <c:pt idx="813">
                  <c:v>03-04-2003</c:v>
                </c:pt>
                <c:pt idx="814">
                  <c:v>04-04-2003</c:v>
                </c:pt>
                <c:pt idx="815">
                  <c:v>07-04-2003</c:v>
                </c:pt>
                <c:pt idx="816">
                  <c:v>08-04-2003</c:v>
                </c:pt>
                <c:pt idx="817">
                  <c:v>09-04-2003</c:v>
                </c:pt>
                <c:pt idx="818">
                  <c:v>10-04-2003</c:v>
                </c:pt>
                <c:pt idx="819">
                  <c:v>11-04-2003</c:v>
                </c:pt>
                <c:pt idx="820">
                  <c:v>15-04-2003</c:v>
                </c:pt>
                <c:pt idx="821">
                  <c:v>16-04-2003</c:v>
                </c:pt>
                <c:pt idx="822">
                  <c:v>17-04-2003</c:v>
                </c:pt>
                <c:pt idx="823">
                  <c:v>21-04-2003</c:v>
                </c:pt>
                <c:pt idx="824">
                  <c:v>22-04-2003</c:v>
                </c:pt>
                <c:pt idx="825">
                  <c:v>23-04-2003</c:v>
                </c:pt>
                <c:pt idx="826">
                  <c:v>24-04-2003</c:v>
                </c:pt>
                <c:pt idx="827">
                  <c:v>25-04-2003</c:v>
                </c:pt>
                <c:pt idx="828">
                  <c:v>28-04-2003</c:v>
                </c:pt>
                <c:pt idx="829">
                  <c:v>29-04-2003</c:v>
                </c:pt>
                <c:pt idx="830">
                  <c:v>30-04-2003</c:v>
                </c:pt>
                <c:pt idx="831">
                  <c:v>02-05-2003</c:v>
                </c:pt>
                <c:pt idx="832">
                  <c:v>05-05-2003</c:v>
                </c:pt>
                <c:pt idx="833">
                  <c:v>06-05-2003</c:v>
                </c:pt>
                <c:pt idx="834">
                  <c:v>07-05-2003</c:v>
                </c:pt>
                <c:pt idx="835">
                  <c:v>08-05-2003</c:v>
                </c:pt>
                <c:pt idx="836">
                  <c:v>09-05-2003</c:v>
                </c:pt>
                <c:pt idx="837">
                  <c:v>12-05-2003</c:v>
                </c:pt>
                <c:pt idx="838">
                  <c:v>13-05-2003</c:v>
                </c:pt>
                <c:pt idx="839">
                  <c:v>14-05-2003</c:v>
                </c:pt>
                <c:pt idx="840">
                  <c:v>15-05-2003</c:v>
                </c:pt>
                <c:pt idx="841">
                  <c:v>16-05-2003</c:v>
                </c:pt>
                <c:pt idx="842">
                  <c:v>19-05-2003</c:v>
                </c:pt>
                <c:pt idx="843">
                  <c:v>20-05-2003</c:v>
                </c:pt>
                <c:pt idx="844">
                  <c:v>21-05-2003</c:v>
                </c:pt>
                <c:pt idx="845">
                  <c:v>22-05-2003</c:v>
                </c:pt>
                <c:pt idx="846">
                  <c:v>23-05-2003</c:v>
                </c:pt>
                <c:pt idx="847">
                  <c:v>26-05-2003</c:v>
                </c:pt>
                <c:pt idx="848">
                  <c:v>27-05-2003</c:v>
                </c:pt>
                <c:pt idx="849">
                  <c:v>28-05-2003</c:v>
                </c:pt>
                <c:pt idx="850">
                  <c:v>29-05-2003</c:v>
                </c:pt>
                <c:pt idx="851">
                  <c:v>30-05-2003</c:v>
                </c:pt>
                <c:pt idx="852">
                  <c:v>02-06-2003</c:v>
                </c:pt>
                <c:pt idx="853">
                  <c:v>03-06-2003</c:v>
                </c:pt>
                <c:pt idx="854">
                  <c:v>04-06-2003</c:v>
                </c:pt>
                <c:pt idx="855">
                  <c:v>05-06-2003</c:v>
                </c:pt>
                <c:pt idx="856">
                  <c:v>06-06-2003</c:v>
                </c:pt>
                <c:pt idx="857">
                  <c:v>09-06-2003</c:v>
                </c:pt>
                <c:pt idx="858">
                  <c:v>10-06-2003</c:v>
                </c:pt>
                <c:pt idx="859">
                  <c:v>11-06-2003</c:v>
                </c:pt>
                <c:pt idx="860">
                  <c:v>12-06-2003</c:v>
                </c:pt>
                <c:pt idx="861">
                  <c:v>13-06-2003</c:v>
                </c:pt>
                <c:pt idx="862">
                  <c:v>16-06-2003</c:v>
                </c:pt>
                <c:pt idx="863">
                  <c:v>17-06-2003</c:v>
                </c:pt>
                <c:pt idx="864">
                  <c:v>18-06-2003</c:v>
                </c:pt>
                <c:pt idx="865">
                  <c:v>19-06-2003</c:v>
                </c:pt>
                <c:pt idx="866">
                  <c:v>20-06-2003</c:v>
                </c:pt>
                <c:pt idx="867">
                  <c:v>23-06-2003</c:v>
                </c:pt>
                <c:pt idx="868">
                  <c:v>24-06-2003</c:v>
                </c:pt>
                <c:pt idx="869">
                  <c:v>25-06-2003</c:v>
                </c:pt>
                <c:pt idx="870">
                  <c:v>26-06-2003</c:v>
                </c:pt>
                <c:pt idx="871">
                  <c:v>27-06-2003</c:v>
                </c:pt>
                <c:pt idx="872">
                  <c:v>30-06-2003</c:v>
                </c:pt>
                <c:pt idx="873">
                  <c:v>01-07-2003</c:v>
                </c:pt>
                <c:pt idx="874">
                  <c:v>02-07-2003</c:v>
                </c:pt>
                <c:pt idx="875">
                  <c:v>03-07-2003</c:v>
                </c:pt>
                <c:pt idx="876">
                  <c:v>04-07-2003</c:v>
                </c:pt>
                <c:pt idx="877">
                  <c:v>07-07-2003</c:v>
                </c:pt>
                <c:pt idx="878">
                  <c:v>08-07-2003</c:v>
                </c:pt>
                <c:pt idx="879">
                  <c:v>09-07-2003</c:v>
                </c:pt>
                <c:pt idx="880">
                  <c:v>10-07-2003</c:v>
                </c:pt>
                <c:pt idx="881">
                  <c:v>11-07-2003</c:v>
                </c:pt>
                <c:pt idx="882">
                  <c:v>14-07-2003</c:v>
                </c:pt>
                <c:pt idx="883">
                  <c:v>15-07-2003</c:v>
                </c:pt>
                <c:pt idx="884">
                  <c:v>16-07-2003</c:v>
                </c:pt>
                <c:pt idx="885">
                  <c:v>17-07-2003</c:v>
                </c:pt>
                <c:pt idx="886">
                  <c:v>18-07-2003</c:v>
                </c:pt>
                <c:pt idx="887">
                  <c:v>21-07-2003</c:v>
                </c:pt>
                <c:pt idx="888">
                  <c:v>22-07-2003</c:v>
                </c:pt>
                <c:pt idx="889">
                  <c:v>23-07-2003</c:v>
                </c:pt>
                <c:pt idx="890">
                  <c:v>24-07-2003</c:v>
                </c:pt>
                <c:pt idx="891">
                  <c:v>25-07-2003</c:v>
                </c:pt>
                <c:pt idx="892">
                  <c:v>28-07-2003</c:v>
                </c:pt>
                <c:pt idx="893">
                  <c:v>29-07-2003</c:v>
                </c:pt>
                <c:pt idx="894">
                  <c:v>30-07-2003</c:v>
                </c:pt>
                <c:pt idx="895">
                  <c:v>31-07-2003</c:v>
                </c:pt>
                <c:pt idx="896">
                  <c:v>01-08-2003</c:v>
                </c:pt>
                <c:pt idx="897">
                  <c:v>04-08-2003</c:v>
                </c:pt>
                <c:pt idx="898">
                  <c:v>05-08-2003</c:v>
                </c:pt>
                <c:pt idx="899">
                  <c:v>06-08-2003</c:v>
                </c:pt>
                <c:pt idx="900">
                  <c:v>07-08-2003</c:v>
                </c:pt>
                <c:pt idx="901">
                  <c:v>08-08-2003</c:v>
                </c:pt>
                <c:pt idx="902">
                  <c:v>11-08-2003</c:v>
                </c:pt>
                <c:pt idx="903">
                  <c:v>12-08-2003</c:v>
                </c:pt>
                <c:pt idx="904">
                  <c:v>13-08-2003</c:v>
                </c:pt>
                <c:pt idx="905">
                  <c:v>14-08-2003</c:v>
                </c:pt>
                <c:pt idx="906">
                  <c:v>18-08-2003</c:v>
                </c:pt>
                <c:pt idx="907">
                  <c:v>19-08-2003</c:v>
                </c:pt>
                <c:pt idx="908">
                  <c:v>20-08-2003</c:v>
                </c:pt>
                <c:pt idx="909">
                  <c:v>21-08-2003</c:v>
                </c:pt>
                <c:pt idx="910">
                  <c:v>22-08-2003</c:v>
                </c:pt>
                <c:pt idx="911">
                  <c:v>25-08-2003</c:v>
                </c:pt>
                <c:pt idx="912">
                  <c:v>26-08-2003</c:v>
                </c:pt>
                <c:pt idx="913">
                  <c:v>27-08-2003</c:v>
                </c:pt>
                <c:pt idx="914">
                  <c:v>28-08-2003</c:v>
                </c:pt>
                <c:pt idx="915">
                  <c:v>29-08-2003</c:v>
                </c:pt>
                <c:pt idx="916">
                  <c:v>01-09-2003</c:v>
                </c:pt>
                <c:pt idx="917">
                  <c:v>02-09-2003</c:v>
                </c:pt>
                <c:pt idx="918">
                  <c:v>03-09-2003</c:v>
                </c:pt>
                <c:pt idx="919">
                  <c:v>04-09-2003</c:v>
                </c:pt>
                <c:pt idx="920">
                  <c:v>05-09-2003</c:v>
                </c:pt>
                <c:pt idx="921">
                  <c:v>08-09-2003</c:v>
                </c:pt>
                <c:pt idx="922">
                  <c:v>09-09-2003</c:v>
                </c:pt>
                <c:pt idx="923">
                  <c:v>10-09-2003</c:v>
                </c:pt>
                <c:pt idx="924">
                  <c:v>11-09-2003</c:v>
                </c:pt>
                <c:pt idx="925">
                  <c:v>12-09-2003</c:v>
                </c:pt>
                <c:pt idx="926">
                  <c:v>15-09-2003</c:v>
                </c:pt>
                <c:pt idx="927">
                  <c:v>16-09-2003</c:v>
                </c:pt>
                <c:pt idx="928">
                  <c:v>17-09-2003</c:v>
                </c:pt>
                <c:pt idx="929">
                  <c:v>18-09-2003</c:v>
                </c:pt>
                <c:pt idx="930">
                  <c:v>19-09-2003</c:v>
                </c:pt>
                <c:pt idx="931">
                  <c:v>22-09-2003</c:v>
                </c:pt>
                <c:pt idx="932">
                  <c:v>23-09-2003</c:v>
                </c:pt>
                <c:pt idx="933">
                  <c:v>24-09-2003</c:v>
                </c:pt>
                <c:pt idx="934">
                  <c:v>25-09-2003</c:v>
                </c:pt>
                <c:pt idx="935">
                  <c:v>26-09-2003</c:v>
                </c:pt>
                <c:pt idx="936">
                  <c:v>29-09-2003</c:v>
                </c:pt>
                <c:pt idx="937">
                  <c:v>30-09-2003</c:v>
                </c:pt>
                <c:pt idx="938">
                  <c:v>01-10-2003</c:v>
                </c:pt>
                <c:pt idx="939">
                  <c:v>03-10-2003</c:v>
                </c:pt>
                <c:pt idx="940">
                  <c:v>06-10-2003</c:v>
                </c:pt>
                <c:pt idx="941">
                  <c:v>07-10-2003</c:v>
                </c:pt>
                <c:pt idx="942">
                  <c:v>08-10-2003</c:v>
                </c:pt>
                <c:pt idx="943">
                  <c:v>09-10-2003</c:v>
                </c:pt>
                <c:pt idx="944">
                  <c:v>10-10-2003</c:v>
                </c:pt>
                <c:pt idx="945">
                  <c:v>13-10-2003</c:v>
                </c:pt>
                <c:pt idx="946">
                  <c:v>14-10-2003</c:v>
                </c:pt>
                <c:pt idx="947">
                  <c:v>15-10-2003</c:v>
                </c:pt>
                <c:pt idx="948">
                  <c:v>16-10-2003</c:v>
                </c:pt>
                <c:pt idx="949">
                  <c:v>17-10-2003</c:v>
                </c:pt>
                <c:pt idx="950">
                  <c:v>20-10-2003</c:v>
                </c:pt>
                <c:pt idx="951">
                  <c:v>21-10-2003</c:v>
                </c:pt>
                <c:pt idx="952">
                  <c:v>22-10-2003</c:v>
                </c:pt>
                <c:pt idx="953">
                  <c:v>23-10-2003</c:v>
                </c:pt>
                <c:pt idx="954">
                  <c:v>24-10-2003</c:v>
                </c:pt>
                <c:pt idx="955">
                  <c:v>25-10-2003</c:v>
                </c:pt>
                <c:pt idx="956">
                  <c:v>27-10-2003</c:v>
                </c:pt>
                <c:pt idx="957">
                  <c:v>28-10-2003</c:v>
                </c:pt>
                <c:pt idx="958">
                  <c:v>29-10-2003</c:v>
                </c:pt>
                <c:pt idx="959">
                  <c:v>30-10-2003</c:v>
                </c:pt>
                <c:pt idx="960">
                  <c:v>31-10-2003</c:v>
                </c:pt>
                <c:pt idx="961">
                  <c:v>03-11-2003</c:v>
                </c:pt>
                <c:pt idx="962">
                  <c:v>04-11-2003</c:v>
                </c:pt>
                <c:pt idx="963">
                  <c:v>05-11-2003</c:v>
                </c:pt>
                <c:pt idx="964">
                  <c:v>06-11-2003</c:v>
                </c:pt>
                <c:pt idx="965">
                  <c:v>07-11-2003</c:v>
                </c:pt>
                <c:pt idx="966">
                  <c:v>10-11-2003</c:v>
                </c:pt>
                <c:pt idx="967">
                  <c:v>11-11-2003</c:v>
                </c:pt>
                <c:pt idx="968">
                  <c:v>12-11-2003</c:v>
                </c:pt>
                <c:pt idx="969">
                  <c:v>13-11-2003</c:v>
                </c:pt>
                <c:pt idx="970">
                  <c:v>14-11-2003</c:v>
                </c:pt>
                <c:pt idx="971">
                  <c:v>15-11-2003</c:v>
                </c:pt>
                <c:pt idx="972">
                  <c:v>17-11-2003</c:v>
                </c:pt>
                <c:pt idx="973">
                  <c:v>18-11-2003</c:v>
                </c:pt>
                <c:pt idx="974">
                  <c:v>19-11-2003</c:v>
                </c:pt>
                <c:pt idx="975">
                  <c:v>20-11-2003</c:v>
                </c:pt>
                <c:pt idx="976">
                  <c:v>21-11-2003</c:v>
                </c:pt>
                <c:pt idx="977">
                  <c:v>24-11-2003</c:v>
                </c:pt>
                <c:pt idx="978">
                  <c:v>25-11-2003</c:v>
                </c:pt>
                <c:pt idx="979">
                  <c:v>27-11-2003</c:v>
                </c:pt>
                <c:pt idx="980">
                  <c:v>28-11-2003</c:v>
                </c:pt>
                <c:pt idx="981">
                  <c:v>01-12-2003</c:v>
                </c:pt>
                <c:pt idx="982">
                  <c:v>02-12-2003</c:v>
                </c:pt>
                <c:pt idx="983">
                  <c:v>03-12-2003</c:v>
                </c:pt>
                <c:pt idx="984">
                  <c:v>04-12-2003</c:v>
                </c:pt>
                <c:pt idx="985">
                  <c:v>05-12-2003</c:v>
                </c:pt>
                <c:pt idx="986">
                  <c:v>08-12-2003</c:v>
                </c:pt>
                <c:pt idx="987">
                  <c:v>09-12-2003</c:v>
                </c:pt>
                <c:pt idx="988">
                  <c:v>10-12-2003</c:v>
                </c:pt>
                <c:pt idx="989">
                  <c:v>11-12-2003</c:v>
                </c:pt>
                <c:pt idx="990">
                  <c:v>12-12-2003</c:v>
                </c:pt>
                <c:pt idx="991">
                  <c:v>15-12-2003</c:v>
                </c:pt>
                <c:pt idx="992">
                  <c:v>16-12-2003</c:v>
                </c:pt>
                <c:pt idx="993">
                  <c:v>17-12-2003</c:v>
                </c:pt>
                <c:pt idx="994">
                  <c:v>18-12-2003</c:v>
                </c:pt>
                <c:pt idx="995">
                  <c:v>19-12-2003</c:v>
                </c:pt>
                <c:pt idx="996">
                  <c:v>22-12-2003</c:v>
                </c:pt>
                <c:pt idx="997">
                  <c:v>23-12-2003</c:v>
                </c:pt>
                <c:pt idx="998">
                  <c:v>24-12-2003</c:v>
                </c:pt>
                <c:pt idx="999">
                  <c:v>26-12-2003</c:v>
                </c:pt>
                <c:pt idx="1000">
                  <c:v>29-12-2003</c:v>
                </c:pt>
                <c:pt idx="1001">
                  <c:v>30-12-2003</c:v>
                </c:pt>
                <c:pt idx="1002">
                  <c:v>31-12-2003</c:v>
                </c:pt>
                <c:pt idx="1003">
                  <c:v>01-01-2004</c:v>
                </c:pt>
                <c:pt idx="1004">
                  <c:v>02-01-2004</c:v>
                </c:pt>
                <c:pt idx="1005">
                  <c:v>05-01-2004</c:v>
                </c:pt>
                <c:pt idx="1006">
                  <c:v>06-01-2004</c:v>
                </c:pt>
                <c:pt idx="1007">
                  <c:v>07-01-2004</c:v>
                </c:pt>
                <c:pt idx="1008">
                  <c:v>08-01-2004</c:v>
                </c:pt>
                <c:pt idx="1009">
                  <c:v>09-01-2004</c:v>
                </c:pt>
                <c:pt idx="1010">
                  <c:v>12-01-2004</c:v>
                </c:pt>
                <c:pt idx="1011">
                  <c:v>13-01-2004</c:v>
                </c:pt>
                <c:pt idx="1012">
                  <c:v>14-01-2004</c:v>
                </c:pt>
                <c:pt idx="1013">
                  <c:v>15-01-2004</c:v>
                </c:pt>
                <c:pt idx="1014">
                  <c:v>16-01-2004</c:v>
                </c:pt>
                <c:pt idx="1015">
                  <c:v>19-01-2004</c:v>
                </c:pt>
                <c:pt idx="1016">
                  <c:v>20-01-2004</c:v>
                </c:pt>
                <c:pt idx="1017">
                  <c:v>21-01-2004</c:v>
                </c:pt>
                <c:pt idx="1018">
                  <c:v>22-01-2004</c:v>
                </c:pt>
                <c:pt idx="1019">
                  <c:v>23-01-2004</c:v>
                </c:pt>
                <c:pt idx="1020">
                  <c:v>27-01-2004</c:v>
                </c:pt>
                <c:pt idx="1021">
                  <c:v>28-01-2004</c:v>
                </c:pt>
                <c:pt idx="1022">
                  <c:v>29-01-2004</c:v>
                </c:pt>
                <c:pt idx="1023">
                  <c:v>30-01-2004</c:v>
                </c:pt>
                <c:pt idx="1024">
                  <c:v>03-02-2004</c:v>
                </c:pt>
                <c:pt idx="1025">
                  <c:v>04-02-2004</c:v>
                </c:pt>
                <c:pt idx="1026">
                  <c:v>05-02-2004</c:v>
                </c:pt>
                <c:pt idx="1027">
                  <c:v>06-02-2004</c:v>
                </c:pt>
                <c:pt idx="1028">
                  <c:v>09-02-2004</c:v>
                </c:pt>
                <c:pt idx="1029">
                  <c:v>10-02-2004</c:v>
                </c:pt>
                <c:pt idx="1030">
                  <c:v>11-02-2004</c:v>
                </c:pt>
                <c:pt idx="1031">
                  <c:v>12-02-2004</c:v>
                </c:pt>
                <c:pt idx="1032">
                  <c:v>13-02-2004</c:v>
                </c:pt>
                <c:pt idx="1033">
                  <c:v>16-02-2004</c:v>
                </c:pt>
                <c:pt idx="1034">
                  <c:v>17-02-2004</c:v>
                </c:pt>
                <c:pt idx="1035">
                  <c:v>18-02-2004</c:v>
                </c:pt>
                <c:pt idx="1036">
                  <c:v>19-02-2004</c:v>
                </c:pt>
                <c:pt idx="1037">
                  <c:v>20-02-2004</c:v>
                </c:pt>
                <c:pt idx="1038">
                  <c:v>23-02-2004</c:v>
                </c:pt>
                <c:pt idx="1039">
                  <c:v>24-02-2004</c:v>
                </c:pt>
                <c:pt idx="1040">
                  <c:v>25-02-2004</c:v>
                </c:pt>
                <c:pt idx="1041">
                  <c:v>26-02-2004</c:v>
                </c:pt>
                <c:pt idx="1042">
                  <c:v>27-02-2004</c:v>
                </c:pt>
                <c:pt idx="1043">
                  <c:v>01-03-2004</c:v>
                </c:pt>
                <c:pt idx="1044">
                  <c:v>03-03-2004</c:v>
                </c:pt>
                <c:pt idx="1045">
                  <c:v>04-03-2004</c:v>
                </c:pt>
                <c:pt idx="1046">
                  <c:v>05-03-2004</c:v>
                </c:pt>
                <c:pt idx="1047">
                  <c:v>08-03-2004</c:v>
                </c:pt>
                <c:pt idx="1048">
                  <c:v>09-03-2004</c:v>
                </c:pt>
                <c:pt idx="1049">
                  <c:v>10-03-2004</c:v>
                </c:pt>
                <c:pt idx="1050">
                  <c:v>11-03-2004</c:v>
                </c:pt>
                <c:pt idx="1051">
                  <c:v>12-03-2004</c:v>
                </c:pt>
                <c:pt idx="1052">
                  <c:v>15-03-2004</c:v>
                </c:pt>
                <c:pt idx="1053">
                  <c:v>16-03-2004</c:v>
                </c:pt>
                <c:pt idx="1054">
                  <c:v>17-03-2004</c:v>
                </c:pt>
                <c:pt idx="1055">
                  <c:v>18-03-2004</c:v>
                </c:pt>
                <c:pt idx="1056">
                  <c:v>19-03-2004</c:v>
                </c:pt>
                <c:pt idx="1057">
                  <c:v>22-03-2004</c:v>
                </c:pt>
                <c:pt idx="1058">
                  <c:v>23-03-2004</c:v>
                </c:pt>
                <c:pt idx="1059">
                  <c:v>24-03-2004</c:v>
                </c:pt>
                <c:pt idx="1060">
                  <c:v>25-03-2004</c:v>
                </c:pt>
                <c:pt idx="1061">
                  <c:v>26-03-2004</c:v>
                </c:pt>
                <c:pt idx="1062">
                  <c:v>29-03-2004</c:v>
                </c:pt>
                <c:pt idx="1063">
                  <c:v>30-03-2004</c:v>
                </c:pt>
                <c:pt idx="1064">
                  <c:v>31-03-2004</c:v>
                </c:pt>
                <c:pt idx="1065">
                  <c:v>01-04-2004</c:v>
                </c:pt>
                <c:pt idx="1066">
                  <c:v>02-04-2004</c:v>
                </c:pt>
                <c:pt idx="1067">
                  <c:v>05-04-2004</c:v>
                </c:pt>
                <c:pt idx="1068">
                  <c:v>06-04-2004</c:v>
                </c:pt>
                <c:pt idx="1069">
                  <c:v>07-04-2004</c:v>
                </c:pt>
                <c:pt idx="1070">
                  <c:v>08-04-2004</c:v>
                </c:pt>
                <c:pt idx="1071">
                  <c:v>12-04-2004</c:v>
                </c:pt>
                <c:pt idx="1072">
                  <c:v>13-04-2004</c:v>
                </c:pt>
                <c:pt idx="1073">
                  <c:v>15-04-2004</c:v>
                </c:pt>
                <c:pt idx="1074">
                  <c:v>16-04-2004</c:v>
                </c:pt>
                <c:pt idx="1075">
                  <c:v>17-04-2004</c:v>
                </c:pt>
                <c:pt idx="1076">
                  <c:v>19-04-2004</c:v>
                </c:pt>
                <c:pt idx="1077">
                  <c:v>20-04-2004</c:v>
                </c:pt>
                <c:pt idx="1078">
                  <c:v>21-04-2004</c:v>
                </c:pt>
                <c:pt idx="1079">
                  <c:v>22-04-2004</c:v>
                </c:pt>
                <c:pt idx="1080">
                  <c:v>23-04-2004</c:v>
                </c:pt>
                <c:pt idx="1081">
                  <c:v>27-04-2004</c:v>
                </c:pt>
                <c:pt idx="1082">
                  <c:v>28-04-2004</c:v>
                </c:pt>
                <c:pt idx="1083">
                  <c:v>29-04-2004</c:v>
                </c:pt>
                <c:pt idx="1084">
                  <c:v>30-04-2004</c:v>
                </c:pt>
                <c:pt idx="1085">
                  <c:v>03-05-2004</c:v>
                </c:pt>
                <c:pt idx="1086">
                  <c:v>04-05-2004</c:v>
                </c:pt>
                <c:pt idx="1087">
                  <c:v>05-05-2004</c:v>
                </c:pt>
                <c:pt idx="1088">
                  <c:v>06-05-2004</c:v>
                </c:pt>
                <c:pt idx="1089">
                  <c:v>07-05-2004</c:v>
                </c:pt>
                <c:pt idx="1090">
                  <c:v>10-05-2004</c:v>
                </c:pt>
                <c:pt idx="1091">
                  <c:v>11-05-2004</c:v>
                </c:pt>
                <c:pt idx="1092">
                  <c:v>12-05-2004</c:v>
                </c:pt>
                <c:pt idx="1093">
                  <c:v>13-05-2004</c:v>
                </c:pt>
                <c:pt idx="1094">
                  <c:v>14-05-2004</c:v>
                </c:pt>
                <c:pt idx="1095">
                  <c:v>17-05-2004</c:v>
                </c:pt>
                <c:pt idx="1096">
                  <c:v>18-05-2004</c:v>
                </c:pt>
                <c:pt idx="1097">
                  <c:v>19-05-2004</c:v>
                </c:pt>
                <c:pt idx="1098">
                  <c:v>20-05-2004</c:v>
                </c:pt>
                <c:pt idx="1099">
                  <c:v>21-05-2004</c:v>
                </c:pt>
                <c:pt idx="1100">
                  <c:v>24-05-2004</c:v>
                </c:pt>
                <c:pt idx="1101">
                  <c:v>25-05-2004</c:v>
                </c:pt>
                <c:pt idx="1102">
                  <c:v>26-05-2004</c:v>
                </c:pt>
                <c:pt idx="1103">
                  <c:v>27-05-2004</c:v>
                </c:pt>
                <c:pt idx="1104">
                  <c:v>28-05-2004</c:v>
                </c:pt>
                <c:pt idx="1105">
                  <c:v>31-05-2004</c:v>
                </c:pt>
                <c:pt idx="1106">
                  <c:v>01-06-2004</c:v>
                </c:pt>
                <c:pt idx="1107">
                  <c:v>02-06-2004</c:v>
                </c:pt>
                <c:pt idx="1108">
                  <c:v>03-06-2004</c:v>
                </c:pt>
                <c:pt idx="1109">
                  <c:v>04-06-2004</c:v>
                </c:pt>
                <c:pt idx="1110">
                  <c:v>07-06-2004</c:v>
                </c:pt>
                <c:pt idx="1111">
                  <c:v>08-06-2004</c:v>
                </c:pt>
                <c:pt idx="1112">
                  <c:v>09-06-2004</c:v>
                </c:pt>
                <c:pt idx="1113">
                  <c:v>10-06-2004</c:v>
                </c:pt>
                <c:pt idx="1114">
                  <c:v>11-06-2004</c:v>
                </c:pt>
                <c:pt idx="1115">
                  <c:v>14-06-2004</c:v>
                </c:pt>
                <c:pt idx="1116">
                  <c:v>15-06-2004</c:v>
                </c:pt>
                <c:pt idx="1117">
                  <c:v>16-06-2004</c:v>
                </c:pt>
                <c:pt idx="1118">
                  <c:v>17-06-2004</c:v>
                </c:pt>
                <c:pt idx="1119">
                  <c:v>18-06-2004</c:v>
                </c:pt>
                <c:pt idx="1120">
                  <c:v>21-06-2004</c:v>
                </c:pt>
                <c:pt idx="1121">
                  <c:v>22-06-2004</c:v>
                </c:pt>
                <c:pt idx="1122">
                  <c:v>23-06-2004</c:v>
                </c:pt>
                <c:pt idx="1123">
                  <c:v>24-06-2004</c:v>
                </c:pt>
                <c:pt idx="1124">
                  <c:v>25-06-2004</c:v>
                </c:pt>
                <c:pt idx="1125">
                  <c:v>28-06-2004</c:v>
                </c:pt>
                <c:pt idx="1126">
                  <c:v>29-06-2004</c:v>
                </c:pt>
                <c:pt idx="1127">
                  <c:v>30-06-2004</c:v>
                </c:pt>
                <c:pt idx="1128">
                  <c:v>01-07-2004</c:v>
                </c:pt>
                <c:pt idx="1129">
                  <c:v>02-07-2004</c:v>
                </c:pt>
                <c:pt idx="1130">
                  <c:v>05-07-2004</c:v>
                </c:pt>
                <c:pt idx="1131">
                  <c:v>06-07-2004</c:v>
                </c:pt>
                <c:pt idx="1132">
                  <c:v>07-07-2004</c:v>
                </c:pt>
                <c:pt idx="1133">
                  <c:v>08-07-2004</c:v>
                </c:pt>
                <c:pt idx="1134">
                  <c:v>09-07-2004</c:v>
                </c:pt>
                <c:pt idx="1135">
                  <c:v>12-07-2004</c:v>
                </c:pt>
                <c:pt idx="1136">
                  <c:v>13-07-2004</c:v>
                </c:pt>
                <c:pt idx="1137">
                  <c:v>14-07-2004</c:v>
                </c:pt>
                <c:pt idx="1138">
                  <c:v>15-07-2004</c:v>
                </c:pt>
                <c:pt idx="1139">
                  <c:v>16-07-2004</c:v>
                </c:pt>
                <c:pt idx="1140">
                  <c:v>19-07-2004</c:v>
                </c:pt>
                <c:pt idx="1141">
                  <c:v>20-07-2004</c:v>
                </c:pt>
                <c:pt idx="1142">
                  <c:v>21-07-2004</c:v>
                </c:pt>
                <c:pt idx="1143">
                  <c:v>22-07-2004</c:v>
                </c:pt>
                <c:pt idx="1144">
                  <c:v>23-07-2004</c:v>
                </c:pt>
                <c:pt idx="1145">
                  <c:v>26-07-2004</c:v>
                </c:pt>
                <c:pt idx="1146">
                  <c:v>27-07-2004</c:v>
                </c:pt>
                <c:pt idx="1147">
                  <c:v>28-07-2004</c:v>
                </c:pt>
                <c:pt idx="1148">
                  <c:v>29-07-2004</c:v>
                </c:pt>
                <c:pt idx="1149">
                  <c:v>30-07-2004</c:v>
                </c:pt>
                <c:pt idx="1150">
                  <c:v>02-08-2004</c:v>
                </c:pt>
                <c:pt idx="1151">
                  <c:v>03-08-2004</c:v>
                </c:pt>
                <c:pt idx="1152">
                  <c:v>04-08-2004</c:v>
                </c:pt>
                <c:pt idx="1153">
                  <c:v>05-08-2004</c:v>
                </c:pt>
                <c:pt idx="1154">
                  <c:v>06-08-2004</c:v>
                </c:pt>
                <c:pt idx="1155">
                  <c:v>09-08-2004</c:v>
                </c:pt>
                <c:pt idx="1156">
                  <c:v>10-08-2004</c:v>
                </c:pt>
                <c:pt idx="1157">
                  <c:v>11-08-2004</c:v>
                </c:pt>
                <c:pt idx="1158">
                  <c:v>12-08-2004</c:v>
                </c:pt>
                <c:pt idx="1159">
                  <c:v>13-08-2004</c:v>
                </c:pt>
                <c:pt idx="1160">
                  <c:v>16-08-2004</c:v>
                </c:pt>
                <c:pt idx="1161">
                  <c:v>17-08-2004</c:v>
                </c:pt>
                <c:pt idx="1162">
                  <c:v>18-08-2004</c:v>
                </c:pt>
                <c:pt idx="1163">
                  <c:v>19-08-2004</c:v>
                </c:pt>
                <c:pt idx="1164">
                  <c:v>20-08-2004</c:v>
                </c:pt>
                <c:pt idx="1165">
                  <c:v>23-08-2004</c:v>
                </c:pt>
                <c:pt idx="1166">
                  <c:v>24-08-2004</c:v>
                </c:pt>
                <c:pt idx="1167">
                  <c:v>25-08-2004</c:v>
                </c:pt>
                <c:pt idx="1168">
                  <c:v>26-08-2004</c:v>
                </c:pt>
                <c:pt idx="1169">
                  <c:v>27-08-2004</c:v>
                </c:pt>
                <c:pt idx="1170">
                  <c:v>30-08-2004</c:v>
                </c:pt>
                <c:pt idx="1171">
                  <c:v>31-08-2004</c:v>
                </c:pt>
                <c:pt idx="1172">
                  <c:v>01-09-2004</c:v>
                </c:pt>
                <c:pt idx="1173">
                  <c:v>02-09-2004</c:v>
                </c:pt>
                <c:pt idx="1174">
                  <c:v>03-09-2004</c:v>
                </c:pt>
                <c:pt idx="1175">
                  <c:v>06-09-2004</c:v>
                </c:pt>
                <c:pt idx="1176">
                  <c:v>07-09-2004</c:v>
                </c:pt>
                <c:pt idx="1177">
                  <c:v>08-09-2004</c:v>
                </c:pt>
                <c:pt idx="1178">
                  <c:v>09-09-2004</c:v>
                </c:pt>
                <c:pt idx="1179">
                  <c:v>10-09-2004</c:v>
                </c:pt>
                <c:pt idx="1180">
                  <c:v>13-09-2004</c:v>
                </c:pt>
                <c:pt idx="1181">
                  <c:v>14-09-2004</c:v>
                </c:pt>
                <c:pt idx="1182">
                  <c:v>15-09-2004</c:v>
                </c:pt>
                <c:pt idx="1183">
                  <c:v>16-09-2004</c:v>
                </c:pt>
                <c:pt idx="1184">
                  <c:v>17-09-2004</c:v>
                </c:pt>
                <c:pt idx="1185">
                  <c:v>20-09-2004</c:v>
                </c:pt>
                <c:pt idx="1186">
                  <c:v>21-09-2004</c:v>
                </c:pt>
                <c:pt idx="1187">
                  <c:v>22-09-2004</c:v>
                </c:pt>
                <c:pt idx="1188">
                  <c:v>23-09-2004</c:v>
                </c:pt>
                <c:pt idx="1189">
                  <c:v>24-09-2004</c:v>
                </c:pt>
                <c:pt idx="1190">
                  <c:v>27-09-2004</c:v>
                </c:pt>
                <c:pt idx="1191">
                  <c:v>28-09-2004</c:v>
                </c:pt>
                <c:pt idx="1192">
                  <c:v>29-09-2004</c:v>
                </c:pt>
                <c:pt idx="1193">
                  <c:v>30-09-2004</c:v>
                </c:pt>
                <c:pt idx="1194">
                  <c:v>01-10-2004</c:v>
                </c:pt>
                <c:pt idx="1195">
                  <c:v>04-10-2004</c:v>
                </c:pt>
                <c:pt idx="1196">
                  <c:v>05-10-2004</c:v>
                </c:pt>
                <c:pt idx="1197">
                  <c:v>06-10-2004</c:v>
                </c:pt>
                <c:pt idx="1198">
                  <c:v>07-10-2004</c:v>
                </c:pt>
                <c:pt idx="1199">
                  <c:v>08-10-2004</c:v>
                </c:pt>
                <c:pt idx="1200">
                  <c:v>09-10-2004</c:v>
                </c:pt>
                <c:pt idx="1201">
                  <c:v>11-10-2004</c:v>
                </c:pt>
                <c:pt idx="1202">
                  <c:v>12-10-2004</c:v>
                </c:pt>
                <c:pt idx="1203">
                  <c:v>14-10-2004</c:v>
                </c:pt>
                <c:pt idx="1204">
                  <c:v>15-10-2004</c:v>
                </c:pt>
                <c:pt idx="1205">
                  <c:v>18-10-2004</c:v>
                </c:pt>
                <c:pt idx="1206">
                  <c:v>19-10-2004</c:v>
                </c:pt>
                <c:pt idx="1207">
                  <c:v>20-10-2004</c:v>
                </c:pt>
                <c:pt idx="1208">
                  <c:v>21-10-2004</c:v>
                </c:pt>
                <c:pt idx="1209">
                  <c:v>25-10-2004</c:v>
                </c:pt>
                <c:pt idx="1210">
                  <c:v>26-10-2004</c:v>
                </c:pt>
                <c:pt idx="1211">
                  <c:v>27-10-2004</c:v>
                </c:pt>
                <c:pt idx="1212">
                  <c:v>28-10-2004</c:v>
                </c:pt>
                <c:pt idx="1213">
                  <c:v>29-10-2004</c:v>
                </c:pt>
                <c:pt idx="1214">
                  <c:v>01-11-2004</c:v>
                </c:pt>
                <c:pt idx="1215">
                  <c:v>02-11-2004</c:v>
                </c:pt>
                <c:pt idx="1216">
                  <c:v>03-11-2004</c:v>
                </c:pt>
                <c:pt idx="1217">
                  <c:v>04-11-2004</c:v>
                </c:pt>
                <c:pt idx="1218">
                  <c:v>05-11-2004</c:v>
                </c:pt>
                <c:pt idx="1219">
                  <c:v>08-11-2004</c:v>
                </c:pt>
                <c:pt idx="1220">
                  <c:v>09-11-2004</c:v>
                </c:pt>
                <c:pt idx="1221">
                  <c:v>10-11-2004</c:v>
                </c:pt>
                <c:pt idx="1222">
                  <c:v>11-11-2004</c:v>
                </c:pt>
                <c:pt idx="1223">
                  <c:v>12-11-2004</c:v>
                </c:pt>
                <c:pt idx="1224">
                  <c:v>16-11-2004</c:v>
                </c:pt>
                <c:pt idx="1225">
                  <c:v>17-11-2004</c:v>
                </c:pt>
                <c:pt idx="1226">
                  <c:v>18-11-2004</c:v>
                </c:pt>
                <c:pt idx="1227">
                  <c:v>19-11-2004</c:v>
                </c:pt>
                <c:pt idx="1228">
                  <c:v>22-11-2004</c:v>
                </c:pt>
                <c:pt idx="1229">
                  <c:v>23-11-2004</c:v>
                </c:pt>
                <c:pt idx="1230">
                  <c:v>24-11-2004</c:v>
                </c:pt>
                <c:pt idx="1231">
                  <c:v>25-11-2004</c:v>
                </c:pt>
                <c:pt idx="1232">
                  <c:v>29-11-2004</c:v>
                </c:pt>
                <c:pt idx="1233">
                  <c:v>30-11-2004</c:v>
                </c:pt>
                <c:pt idx="1234">
                  <c:v>01-12-2004</c:v>
                </c:pt>
                <c:pt idx="1235">
                  <c:v>02-12-2004</c:v>
                </c:pt>
                <c:pt idx="1236">
                  <c:v>03-12-2004</c:v>
                </c:pt>
                <c:pt idx="1237">
                  <c:v>06-12-2004</c:v>
                </c:pt>
                <c:pt idx="1238">
                  <c:v>07-12-2004</c:v>
                </c:pt>
                <c:pt idx="1239">
                  <c:v>08-12-2004</c:v>
                </c:pt>
                <c:pt idx="1240">
                  <c:v>09-12-2004</c:v>
                </c:pt>
                <c:pt idx="1241">
                  <c:v>10-12-2004</c:v>
                </c:pt>
                <c:pt idx="1242">
                  <c:v>13-12-2004</c:v>
                </c:pt>
                <c:pt idx="1243">
                  <c:v>14-12-2004</c:v>
                </c:pt>
                <c:pt idx="1244">
                  <c:v>15-12-2004</c:v>
                </c:pt>
                <c:pt idx="1245">
                  <c:v>16-12-2004</c:v>
                </c:pt>
                <c:pt idx="1246">
                  <c:v>17-12-2004</c:v>
                </c:pt>
                <c:pt idx="1247">
                  <c:v>20-12-2004</c:v>
                </c:pt>
                <c:pt idx="1248">
                  <c:v>21-12-2004</c:v>
                </c:pt>
                <c:pt idx="1249">
                  <c:v>22-12-2004</c:v>
                </c:pt>
                <c:pt idx="1250">
                  <c:v>23-12-2004</c:v>
                </c:pt>
                <c:pt idx="1251">
                  <c:v>24-12-2004</c:v>
                </c:pt>
                <c:pt idx="1252">
                  <c:v>27-12-2004</c:v>
                </c:pt>
                <c:pt idx="1253">
                  <c:v>28-12-2004</c:v>
                </c:pt>
                <c:pt idx="1254">
                  <c:v>29-12-2004</c:v>
                </c:pt>
                <c:pt idx="1255">
                  <c:v>30-12-2004</c:v>
                </c:pt>
                <c:pt idx="1256">
                  <c:v>31-12-2004</c:v>
                </c:pt>
                <c:pt idx="1257">
                  <c:v>03-01-2005</c:v>
                </c:pt>
                <c:pt idx="1258">
                  <c:v>04-01-2005</c:v>
                </c:pt>
                <c:pt idx="1259">
                  <c:v>05-01-2005</c:v>
                </c:pt>
                <c:pt idx="1260">
                  <c:v>06-01-2005</c:v>
                </c:pt>
                <c:pt idx="1261">
                  <c:v>07-01-2005</c:v>
                </c:pt>
                <c:pt idx="1262">
                  <c:v>10-01-2005</c:v>
                </c:pt>
                <c:pt idx="1263">
                  <c:v>11-01-2005</c:v>
                </c:pt>
                <c:pt idx="1264">
                  <c:v>12-01-2005</c:v>
                </c:pt>
                <c:pt idx="1265">
                  <c:v>13-01-2005</c:v>
                </c:pt>
                <c:pt idx="1266">
                  <c:v>14-01-2005</c:v>
                </c:pt>
                <c:pt idx="1267">
                  <c:v>17-01-2005</c:v>
                </c:pt>
                <c:pt idx="1268">
                  <c:v>18-01-2005</c:v>
                </c:pt>
                <c:pt idx="1269">
                  <c:v>19-01-2005</c:v>
                </c:pt>
                <c:pt idx="1270">
                  <c:v>20-01-2005</c:v>
                </c:pt>
                <c:pt idx="1271">
                  <c:v>24-01-2005</c:v>
                </c:pt>
                <c:pt idx="1272">
                  <c:v>25-01-2005</c:v>
                </c:pt>
                <c:pt idx="1273">
                  <c:v>27-01-2005</c:v>
                </c:pt>
                <c:pt idx="1274">
                  <c:v>28-01-2005</c:v>
                </c:pt>
                <c:pt idx="1275">
                  <c:v>31-01-2005</c:v>
                </c:pt>
                <c:pt idx="1276">
                  <c:v>01-02-2005</c:v>
                </c:pt>
                <c:pt idx="1277">
                  <c:v>02-02-2005</c:v>
                </c:pt>
                <c:pt idx="1278">
                  <c:v>03-02-2005</c:v>
                </c:pt>
                <c:pt idx="1279">
                  <c:v>04-02-2005</c:v>
                </c:pt>
                <c:pt idx="1280">
                  <c:v>07-02-2005</c:v>
                </c:pt>
                <c:pt idx="1281">
                  <c:v>08-02-2005</c:v>
                </c:pt>
                <c:pt idx="1282">
                  <c:v>09-02-2005</c:v>
                </c:pt>
                <c:pt idx="1283">
                  <c:v>10-02-2005</c:v>
                </c:pt>
                <c:pt idx="1284">
                  <c:v>11-02-2005</c:v>
                </c:pt>
                <c:pt idx="1285">
                  <c:v>14-02-2005</c:v>
                </c:pt>
                <c:pt idx="1286">
                  <c:v>15-02-2005</c:v>
                </c:pt>
                <c:pt idx="1287">
                  <c:v>16-02-2005</c:v>
                </c:pt>
                <c:pt idx="1288">
                  <c:v>17-02-2005</c:v>
                </c:pt>
                <c:pt idx="1289">
                  <c:v>18-02-2005</c:v>
                </c:pt>
                <c:pt idx="1290">
                  <c:v>21-02-2005</c:v>
                </c:pt>
                <c:pt idx="1291">
                  <c:v>22-02-2005</c:v>
                </c:pt>
                <c:pt idx="1292">
                  <c:v>23-02-2005</c:v>
                </c:pt>
                <c:pt idx="1293">
                  <c:v>24-02-2005</c:v>
                </c:pt>
                <c:pt idx="1294">
                  <c:v>25-02-2005</c:v>
                </c:pt>
                <c:pt idx="1295">
                  <c:v>28-02-2005</c:v>
                </c:pt>
                <c:pt idx="1296">
                  <c:v>01-03-2005</c:v>
                </c:pt>
                <c:pt idx="1297">
                  <c:v>02-03-2005</c:v>
                </c:pt>
                <c:pt idx="1298">
                  <c:v>03-03-2005</c:v>
                </c:pt>
                <c:pt idx="1299">
                  <c:v>04-03-2005</c:v>
                </c:pt>
                <c:pt idx="1300">
                  <c:v>07-03-2005</c:v>
                </c:pt>
                <c:pt idx="1301">
                  <c:v>08-03-2005</c:v>
                </c:pt>
                <c:pt idx="1302">
                  <c:v>09-03-2005</c:v>
                </c:pt>
                <c:pt idx="1303">
                  <c:v>10-03-2005</c:v>
                </c:pt>
                <c:pt idx="1304">
                  <c:v>11-03-2005</c:v>
                </c:pt>
                <c:pt idx="1305">
                  <c:v>14-03-2005</c:v>
                </c:pt>
                <c:pt idx="1306">
                  <c:v>15-03-2005</c:v>
                </c:pt>
                <c:pt idx="1307">
                  <c:v>16-03-2005</c:v>
                </c:pt>
                <c:pt idx="1308">
                  <c:v>17-03-2005</c:v>
                </c:pt>
                <c:pt idx="1309">
                  <c:v>18-03-2005</c:v>
                </c:pt>
                <c:pt idx="1310">
                  <c:v>21-03-2005</c:v>
                </c:pt>
                <c:pt idx="1311">
                  <c:v>22-03-2005</c:v>
                </c:pt>
                <c:pt idx="1312">
                  <c:v>23-03-2005</c:v>
                </c:pt>
                <c:pt idx="1313">
                  <c:v>24-03-2005</c:v>
                </c:pt>
                <c:pt idx="1314">
                  <c:v>28-03-2005</c:v>
                </c:pt>
                <c:pt idx="1315">
                  <c:v>29-03-2005</c:v>
                </c:pt>
                <c:pt idx="1316">
                  <c:v>30-03-2005</c:v>
                </c:pt>
                <c:pt idx="1317">
                  <c:v>31-03-2005</c:v>
                </c:pt>
                <c:pt idx="1318">
                  <c:v>01-04-2005</c:v>
                </c:pt>
                <c:pt idx="1319">
                  <c:v>04-04-2005</c:v>
                </c:pt>
                <c:pt idx="1320">
                  <c:v>05-04-2005</c:v>
                </c:pt>
                <c:pt idx="1321">
                  <c:v>06-04-2005</c:v>
                </c:pt>
                <c:pt idx="1322">
                  <c:v>07-04-2005</c:v>
                </c:pt>
                <c:pt idx="1323">
                  <c:v>08-04-2005</c:v>
                </c:pt>
                <c:pt idx="1324">
                  <c:v>11-04-2005</c:v>
                </c:pt>
                <c:pt idx="1325">
                  <c:v>12-04-2005</c:v>
                </c:pt>
                <c:pt idx="1326">
                  <c:v>13-04-2005</c:v>
                </c:pt>
                <c:pt idx="1327">
                  <c:v>15-04-2005</c:v>
                </c:pt>
                <c:pt idx="1328">
                  <c:v>18-04-2005</c:v>
                </c:pt>
                <c:pt idx="1329">
                  <c:v>19-04-2005</c:v>
                </c:pt>
                <c:pt idx="1330">
                  <c:v>20-04-2005</c:v>
                </c:pt>
                <c:pt idx="1331">
                  <c:v>21-04-2005</c:v>
                </c:pt>
                <c:pt idx="1332">
                  <c:v>22-04-2005</c:v>
                </c:pt>
                <c:pt idx="1333">
                  <c:v>25-04-2005</c:v>
                </c:pt>
                <c:pt idx="1334">
                  <c:v>26-04-2005</c:v>
                </c:pt>
                <c:pt idx="1335">
                  <c:v>27-04-2005</c:v>
                </c:pt>
                <c:pt idx="1336">
                  <c:v>28-04-2005</c:v>
                </c:pt>
                <c:pt idx="1337">
                  <c:v>29-04-2005</c:v>
                </c:pt>
                <c:pt idx="1338">
                  <c:v>02-05-2005</c:v>
                </c:pt>
                <c:pt idx="1339">
                  <c:v>03-05-2005</c:v>
                </c:pt>
                <c:pt idx="1340">
                  <c:v>04-05-2005</c:v>
                </c:pt>
                <c:pt idx="1341">
                  <c:v>05-05-2005</c:v>
                </c:pt>
                <c:pt idx="1342">
                  <c:v>06-05-2005</c:v>
                </c:pt>
                <c:pt idx="1343">
                  <c:v>09-05-2005</c:v>
                </c:pt>
                <c:pt idx="1344">
                  <c:v>10-05-2005</c:v>
                </c:pt>
                <c:pt idx="1345">
                  <c:v>11-05-2005</c:v>
                </c:pt>
                <c:pt idx="1346">
                  <c:v>12-05-2005</c:v>
                </c:pt>
                <c:pt idx="1347">
                  <c:v>13-05-2005</c:v>
                </c:pt>
                <c:pt idx="1348">
                  <c:v>16-05-2005</c:v>
                </c:pt>
                <c:pt idx="1349">
                  <c:v>17-05-2005</c:v>
                </c:pt>
                <c:pt idx="1350">
                  <c:v>18-05-2005</c:v>
                </c:pt>
                <c:pt idx="1351">
                  <c:v>19-05-2005</c:v>
                </c:pt>
                <c:pt idx="1352">
                  <c:v>20-05-2005</c:v>
                </c:pt>
                <c:pt idx="1353">
                  <c:v>23-05-2005</c:v>
                </c:pt>
                <c:pt idx="1354">
                  <c:v>24-05-2005</c:v>
                </c:pt>
                <c:pt idx="1355">
                  <c:v>25-05-2005</c:v>
                </c:pt>
                <c:pt idx="1356">
                  <c:v>26-05-2005</c:v>
                </c:pt>
                <c:pt idx="1357">
                  <c:v>27-05-2005</c:v>
                </c:pt>
                <c:pt idx="1358">
                  <c:v>30-05-2005</c:v>
                </c:pt>
                <c:pt idx="1359">
                  <c:v>31-05-2005</c:v>
                </c:pt>
                <c:pt idx="1360">
                  <c:v>01-06-2005</c:v>
                </c:pt>
                <c:pt idx="1361">
                  <c:v>02-06-2005</c:v>
                </c:pt>
                <c:pt idx="1362">
                  <c:v>03-06-2005</c:v>
                </c:pt>
                <c:pt idx="1363">
                  <c:v>04-06-2005</c:v>
                </c:pt>
                <c:pt idx="1364">
                  <c:v>06-06-2005</c:v>
                </c:pt>
                <c:pt idx="1365">
                  <c:v>07-06-2005</c:v>
                </c:pt>
                <c:pt idx="1366">
                  <c:v>08-06-2005</c:v>
                </c:pt>
                <c:pt idx="1367">
                  <c:v>09-06-2005</c:v>
                </c:pt>
                <c:pt idx="1368">
                  <c:v>10-06-2005</c:v>
                </c:pt>
                <c:pt idx="1369">
                  <c:v>13-06-2005</c:v>
                </c:pt>
                <c:pt idx="1370">
                  <c:v>14-06-2005</c:v>
                </c:pt>
                <c:pt idx="1371">
                  <c:v>15-06-2005</c:v>
                </c:pt>
                <c:pt idx="1372">
                  <c:v>16-06-2005</c:v>
                </c:pt>
                <c:pt idx="1373">
                  <c:v>17-06-2005</c:v>
                </c:pt>
                <c:pt idx="1374">
                  <c:v>20-06-2005</c:v>
                </c:pt>
                <c:pt idx="1375">
                  <c:v>21-06-2005</c:v>
                </c:pt>
                <c:pt idx="1376">
                  <c:v>22-06-2005</c:v>
                </c:pt>
                <c:pt idx="1377">
                  <c:v>23-06-2005</c:v>
                </c:pt>
                <c:pt idx="1378">
                  <c:v>24-06-2005</c:v>
                </c:pt>
                <c:pt idx="1379">
                  <c:v>27-06-2005</c:v>
                </c:pt>
                <c:pt idx="1380">
                  <c:v>28-06-2005</c:v>
                </c:pt>
                <c:pt idx="1381">
                  <c:v>29-06-2005</c:v>
                </c:pt>
                <c:pt idx="1382">
                  <c:v>30-06-2005</c:v>
                </c:pt>
                <c:pt idx="1383">
                  <c:v>01-07-2005</c:v>
                </c:pt>
                <c:pt idx="1384">
                  <c:v>04-07-2005</c:v>
                </c:pt>
                <c:pt idx="1385">
                  <c:v>05-07-2005</c:v>
                </c:pt>
                <c:pt idx="1386">
                  <c:v>06-07-2005</c:v>
                </c:pt>
                <c:pt idx="1387">
                  <c:v>07-07-2005</c:v>
                </c:pt>
                <c:pt idx="1388">
                  <c:v>08-07-2005</c:v>
                </c:pt>
                <c:pt idx="1389">
                  <c:v>11-07-2005</c:v>
                </c:pt>
                <c:pt idx="1390">
                  <c:v>12-07-2005</c:v>
                </c:pt>
                <c:pt idx="1391">
                  <c:v>13-07-2005</c:v>
                </c:pt>
                <c:pt idx="1392">
                  <c:v>14-07-2005</c:v>
                </c:pt>
                <c:pt idx="1393">
                  <c:v>15-07-2005</c:v>
                </c:pt>
                <c:pt idx="1394">
                  <c:v>18-07-2005</c:v>
                </c:pt>
                <c:pt idx="1395">
                  <c:v>19-07-2005</c:v>
                </c:pt>
                <c:pt idx="1396">
                  <c:v>20-07-2005</c:v>
                </c:pt>
                <c:pt idx="1397">
                  <c:v>21-07-2005</c:v>
                </c:pt>
                <c:pt idx="1398">
                  <c:v>22-07-2005</c:v>
                </c:pt>
                <c:pt idx="1399">
                  <c:v>25-07-2005</c:v>
                </c:pt>
                <c:pt idx="1400">
                  <c:v>26-07-2005</c:v>
                </c:pt>
                <c:pt idx="1401">
                  <c:v>27-07-2005</c:v>
                </c:pt>
                <c:pt idx="1402">
                  <c:v>29-07-2005</c:v>
                </c:pt>
                <c:pt idx="1403">
                  <c:v>01-08-2005</c:v>
                </c:pt>
                <c:pt idx="1404">
                  <c:v>02-08-2005</c:v>
                </c:pt>
                <c:pt idx="1405">
                  <c:v>03-08-2005</c:v>
                </c:pt>
                <c:pt idx="1406">
                  <c:v>04-08-2005</c:v>
                </c:pt>
                <c:pt idx="1407">
                  <c:v>05-08-2005</c:v>
                </c:pt>
                <c:pt idx="1408">
                  <c:v>08-08-2005</c:v>
                </c:pt>
                <c:pt idx="1409">
                  <c:v>09-08-2005</c:v>
                </c:pt>
                <c:pt idx="1410">
                  <c:v>10-08-2005</c:v>
                </c:pt>
                <c:pt idx="1411">
                  <c:v>11-08-2005</c:v>
                </c:pt>
                <c:pt idx="1412">
                  <c:v>12-08-2005</c:v>
                </c:pt>
                <c:pt idx="1413">
                  <c:v>16-08-2005</c:v>
                </c:pt>
                <c:pt idx="1414">
                  <c:v>17-08-2005</c:v>
                </c:pt>
                <c:pt idx="1415">
                  <c:v>18-08-2005</c:v>
                </c:pt>
                <c:pt idx="1416">
                  <c:v>19-08-2005</c:v>
                </c:pt>
                <c:pt idx="1417">
                  <c:v>22-08-2005</c:v>
                </c:pt>
                <c:pt idx="1418">
                  <c:v>23-08-2005</c:v>
                </c:pt>
                <c:pt idx="1419">
                  <c:v>24-08-2005</c:v>
                </c:pt>
                <c:pt idx="1420">
                  <c:v>25-08-2005</c:v>
                </c:pt>
                <c:pt idx="1421">
                  <c:v>26-08-2005</c:v>
                </c:pt>
                <c:pt idx="1422">
                  <c:v>29-08-2005</c:v>
                </c:pt>
                <c:pt idx="1423">
                  <c:v>30-08-2005</c:v>
                </c:pt>
                <c:pt idx="1424">
                  <c:v>31-08-2005</c:v>
                </c:pt>
                <c:pt idx="1425">
                  <c:v>01-09-2005</c:v>
                </c:pt>
                <c:pt idx="1426">
                  <c:v>02-09-2005</c:v>
                </c:pt>
                <c:pt idx="1427">
                  <c:v>05-09-2005</c:v>
                </c:pt>
                <c:pt idx="1428">
                  <c:v>06-09-2005</c:v>
                </c:pt>
                <c:pt idx="1429">
                  <c:v>08-09-2005</c:v>
                </c:pt>
                <c:pt idx="1430">
                  <c:v>09-09-2005</c:v>
                </c:pt>
                <c:pt idx="1431">
                  <c:v>12-09-2005</c:v>
                </c:pt>
                <c:pt idx="1432">
                  <c:v>13-09-2005</c:v>
                </c:pt>
                <c:pt idx="1433">
                  <c:v>14-09-2005</c:v>
                </c:pt>
                <c:pt idx="1434">
                  <c:v>15-09-2005</c:v>
                </c:pt>
                <c:pt idx="1435">
                  <c:v>16-09-2005</c:v>
                </c:pt>
                <c:pt idx="1436">
                  <c:v>19-09-2005</c:v>
                </c:pt>
                <c:pt idx="1437">
                  <c:v>20-09-2005</c:v>
                </c:pt>
                <c:pt idx="1438">
                  <c:v>21-09-2005</c:v>
                </c:pt>
                <c:pt idx="1439">
                  <c:v>22-09-2005</c:v>
                </c:pt>
                <c:pt idx="1440">
                  <c:v>23-09-2005</c:v>
                </c:pt>
                <c:pt idx="1441">
                  <c:v>26-09-2005</c:v>
                </c:pt>
                <c:pt idx="1442">
                  <c:v>27-09-2005</c:v>
                </c:pt>
                <c:pt idx="1443">
                  <c:v>28-09-2005</c:v>
                </c:pt>
                <c:pt idx="1444">
                  <c:v>29-09-2005</c:v>
                </c:pt>
                <c:pt idx="1445">
                  <c:v>30-09-2005</c:v>
                </c:pt>
                <c:pt idx="1446">
                  <c:v>03-10-2005</c:v>
                </c:pt>
                <c:pt idx="1447">
                  <c:v>04-10-2005</c:v>
                </c:pt>
                <c:pt idx="1448">
                  <c:v>05-10-2005</c:v>
                </c:pt>
                <c:pt idx="1449">
                  <c:v>06-10-2005</c:v>
                </c:pt>
                <c:pt idx="1450">
                  <c:v>07-10-2005</c:v>
                </c:pt>
                <c:pt idx="1451">
                  <c:v>10-10-2005</c:v>
                </c:pt>
                <c:pt idx="1452">
                  <c:v>11-10-2005</c:v>
                </c:pt>
                <c:pt idx="1453">
                  <c:v>13-10-2005</c:v>
                </c:pt>
                <c:pt idx="1454">
                  <c:v>14-10-2005</c:v>
                </c:pt>
                <c:pt idx="1455">
                  <c:v>17-10-2005</c:v>
                </c:pt>
                <c:pt idx="1456">
                  <c:v>18-10-2005</c:v>
                </c:pt>
                <c:pt idx="1457">
                  <c:v>19-10-2005</c:v>
                </c:pt>
                <c:pt idx="1458">
                  <c:v>20-10-2005</c:v>
                </c:pt>
                <c:pt idx="1459">
                  <c:v>21-10-2005</c:v>
                </c:pt>
                <c:pt idx="1460">
                  <c:v>24-10-2005</c:v>
                </c:pt>
                <c:pt idx="1461">
                  <c:v>25-10-2005</c:v>
                </c:pt>
                <c:pt idx="1462">
                  <c:v>26-10-2005</c:v>
                </c:pt>
                <c:pt idx="1463">
                  <c:v>27-10-2005</c:v>
                </c:pt>
                <c:pt idx="1464">
                  <c:v>28-10-2005</c:v>
                </c:pt>
                <c:pt idx="1465">
                  <c:v>31-10-2005</c:v>
                </c:pt>
                <c:pt idx="1466">
                  <c:v>01-11-2005</c:v>
                </c:pt>
                <c:pt idx="1467">
                  <c:v>02-11-2005</c:v>
                </c:pt>
                <c:pt idx="1468">
                  <c:v>07-11-2005</c:v>
                </c:pt>
                <c:pt idx="1469">
                  <c:v>08-11-2005</c:v>
                </c:pt>
                <c:pt idx="1470">
                  <c:v>09-11-2005</c:v>
                </c:pt>
                <c:pt idx="1471">
                  <c:v>10-11-2005</c:v>
                </c:pt>
                <c:pt idx="1472">
                  <c:v>11-11-2005</c:v>
                </c:pt>
                <c:pt idx="1473">
                  <c:v>14-11-2005</c:v>
                </c:pt>
                <c:pt idx="1474">
                  <c:v>16-11-2005</c:v>
                </c:pt>
                <c:pt idx="1475">
                  <c:v>17-11-2005</c:v>
                </c:pt>
                <c:pt idx="1476">
                  <c:v>18-11-2005</c:v>
                </c:pt>
                <c:pt idx="1477">
                  <c:v>21-11-2005</c:v>
                </c:pt>
                <c:pt idx="1478">
                  <c:v>22-11-2005</c:v>
                </c:pt>
                <c:pt idx="1479">
                  <c:v>23-11-2005</c:v>
                </c:pt>
                <c:pt idx="1480">
                  <c:v>24-11-2005</c:v>
                </c:pt>
                <c:pt idx="1481">
                  <c:v>25-11-2005</c:v>
                </c:pt>
                <c:pt idx="1482">
                  <c:v>26-11-2005</c:v>
                </c:pt>
                <c:pt idx="1483">
                  <c:v>28-11-2005</c:v>
                </c:pt>
                <c:pt idx="1484">
                  <c:v>29-11-2005</c:v>
                </c:pt>
                <c:pt idx="1485">
                  <c:v>30-11-2005</c:v>
                </c:pt>
                <c:pt idx="1486">
                  <c:v>01-12-2005</c:v>
                </c:pt>
                <c:pt idx="1487">
                  <c:v>02-12-2005</c:v>
                </c:pt>
                <c:pt idx="1488">
                  <c:v>05-12-2005</c:v>
                </c:pt>
                <c:pt idx="1489">
                  <c:v>06-12-2005</c:v>
                </c:pt>
                <c:pt idx="1490">
                  <c:v>07-12-2005</c:v>
                </c:pt>
                <c:pt idx="1491">
                  <c:v>08-12-2005</c:v>
                </c:pt>
                <c:pt idx="1492">
                  <c:v>09-12-2005</c:v>
                </c:pt>
                <c:pt idx="1493">
                  <c:v>12-12-2005</c:v>
                </c:pt>
                <c:pt idx="1494">
                  <c:v>13-12-2005</c:v>
                </c:pt>
                <c:pt idx="1495">
                  <c:v>14-12-2005</c:v>
                </c:pt>
                <c:pt idx="1496">
                  <c:v>15-12-2005</c:v>
                </c:pt>
                <c:pt idx="1497">
                  <c:v>16-12-2005</c:v>
                </c:pt>
                <c:pt idx="1498">
                  <c:v>19-12-2005</c:v>
                </c:pt>
                <c:pt idx="1499">
                  <c:v>20-12-2005</c:v>
                </c:pt>
                <c:pt idx="1500">
                  <c:v>21-12-2005</c:v>
                </c:pt>
                <c:pt idx="1501">
                  <c:v>22-12-2005</c:v>
                </c:pt>
                <c:pt idx="1502">
                  <c:v>23-12-2005</c:v>
                </c:pt>
                <c:pt idx="1503">
                  <c:v>26-12-2005</c:v>
                </c:pt>
                <c:pt idx="1504">
                  <c:v>27-12-2005</c:v>
                </c:pt>
                <c:pt idx="1505">
                  <c:v>28-12-2005</c:v>
                </c:pt>
                <c:pt idx="1506">
                  <c:v>29-12-2005</c:v>
                </c:pt>
                <c:pt idx="1507">
                  <c:v>30-12-2005</c:v>
                </c:pt>
                <c:pt idx="1508">
                  <c:v>02-01-2006</c:v>
                </c:pt>
                <c:pt idx="1509">
                  <c:v>03-01-2006</c:v>
                </c:pt>
                <c:pt idx="1510">
                  <c:v>04-01-2006</c:v>
                </c:pt>
                <c:pt idx="1511">
                  <c:v>05-01-2006</c:v>
                </c:pt>
                <c:pt idx="1512">
                  <c:v>06-01-2006</c:v>
                </c:pt>
                <c:pt idx="1513">
                  <c:v>09-01-2006</c:v>
                </c:pt>
                <c:pt idx="1514">
                  <c:v>10-01-2006</c:v>
                </c:pt>
                <c:pt idx="1515">
                  <c:v>12-01-2006</c:v>
                </c:pt>
                <c:pt idx="1516">
                  <c:v>13-01-2006</c:v>
                </c:pt>
                <c:pt idx="1517">
                  <c:v>16-01-2006</c:v>
                </c:pt>
                <c:pt idx="1518">
                  <c:v>17-01-2006</c:v>
                </c:pt>
                <c:pt idx="1519">
                  <c:v>18-01-2006</c:v>
                </c:pt>
                <c:pt idx="1520">
                  <c:v>19-01-2006</c:v>
                </c:pt>
                <c:pt idx="1521">
                  <c:v>20-01-2006</c:v>
                </c:pt>
                <c:pt idx="1522">
                  <c:v>23-01-2006</c:v>
                </c:pt>
                <c:pt idx="1523">
                  <c:v>24-01-2006</c:v>
                </c:pt>
                <c:pt idx="1524">
                  <c:v>25-01-2006</c:v>
                </c:pt>
                <c:pt idx="1525">
                  <c:v>27-01-2006</c:v>
                </c:pt>
                <c:pt idx="1526">
                  <c:v>30-01-2006</c:v>
                </c:pt>
                <c:pt idx="1527">
                  <c:v>31-01-2006</c:v>
                </c:pt>
                <c:pt idx="1528">
                  <c:v>01-02-2006</c:v>
                </c:pt>
                <c:pt idx="1529">
                  <c:v>02-02-2006</c:v>
                </c:pt>
                <c:pt idx="1530">
                  <c:v>03-02-2006</c:v>
                </c:pt>
                <c:pt idx="1531">
                  <c:v>06-02-2006</c:v>
                </c:pt>
                <c:pt idx="1532">
                  <c:v>07-02-2006</c:v>
                </c:pt>
                <c:pt idx="1533">
                  <c:v>08-02-2006</c:v>
                </c:pt>
                <c:pt idx="1534">
                  <c:v>10-02-2006</c:v>
                </c:pt>
                <c:pt idx="1535">
                  <c:v>13-02-2006</c:v>
                </c:pt>
                <c:pt idx="1536">
                  <c:v>14-02-2006</c:v>
                </c:pt>
                <c:pt idx="1537">
                  <c:v>15-02-2006</c:v>
                </c:pt>
                <c:pt idx="1538">
                  <c:v>16-02-2006</c:v>
                </c:pt>
                <c:pt idx="1539">
                  <c:v>17-02-2006</c:v>
                </c:pt>
                <c:pt idx="1540">
                  <c:v>20-02-2006</c:v>
                </c:pt>
                <c:pt idx="1541">
                  <c:v>21-02-2006</c:v>
                </c:pt>
                <c:pt idx="1542">
                  <c:v>22-02-2006</c:v>
                </c:pt>
                <c:pt idx="1543">
                  <c:v>23-02-2006</c:v>
                </c:pt>
                <c:pt idx="1544">
                  <c:v>24-02-2006</c:v>
                </c:pt>
                <c:pt idx="1545">
                  <c:v>27-02-2006</c:v>
                </c:pt>
                <c:pt idx="1546">
                  <c:v>28-02-2006</c:v>
                </c:pt>
                <c:pt idx="1547">
                  <c:v>01-03-2006</c:v>
                </c:pt>
                <c:pt idx="1548">
                  <c:v>02-03-2006</c:v>
                </c:pt>
                <c:pt idx="1549">
                  <c:v>03-03-2006</c:v>
                </c:pt>
                <c:pt idx="1550">
                  <c:v>06-03-2006</c:v>
                </c:pt>
                <c:pt idx="1551">
                  <c:v>07-03-2006</c:v>
                </c:pt>
                <c:pt idx="1552">
                  <c:v>08-03-2006</c:v>
                </c:pt>
                <c:pt idx="1553">
                  <c:v>09-03-2006</c:v>
                </c:pt>
                <c:pt idx="1554">
                  <c:v>10-03-2006</c:v>
                </c:pt>
                <c:pt idx="1555">
                  <c:v>13-03-2006</c:v>
                </c:pt>
                <c:pt idx="1556">
                  <c:v>14-03-2006</c:v>
                </c:pt>
                <c:pt idx="1557">
                  <c:v>16-03-2006</c:v>
                </c:pt>
                <c:pt idx="1558">
                  <c:v>17-03-2006</c:v>
                </c:pt>
                <c:pt idx="1559">
                  <c:v>20-03-2006</c:v>
                </c:pt>
                <c:pt idx="1560">
                  <c:v>21-03-2006</c:v>
                </c:pt>
                <c:pt idx="1561">
                  <c:v>22-03-2006</c:v>
                </c:pt>
                <c:pt idx="1562">
                  <c:v>23-03-2006</c:v>
                </c:pt>
                <c:pt idx="1563">
                  <c:v>24-03-2006</c:v>
                </c:pt>
                <c:pt idx="1564">
                  <c:v>27-03-2006</c:v>
                </c:pt>
                <c:pt idx="1565">
                  <c:v>28-03-2006</c:v>
                </c:pt>
                <c:pt idx="1566">
                  <c:v>29-03-2006</c:v>
                </c:pt>
                <c:pt idx="1567">
                  <c:v>30-03-2006</c:v>
                </c:pt>
                <c:pt idx="1568">
                  <c:v>31-03-2006</c:v>
                </c:pt>
                <c:pt idx="1569">
                  <c:v>03-04-2006</c:v>
                </c:pt>
                <c:pt idx="1570">
                  <c:v>04-04-2006</c:v>
                </c:pt>
                <c:pt idx="1571">
                  <c:v>05-04-2006</c:v>
                </c:pt>
                <c:pt idx="1572">
                  <c:v>07-04-2006</c:v>
                </c:pt>
                <c:pt idx="1573">
                  <c:v>10-04-2006</c:v>
                </c:pt>
                <c:pt idx="1574">
                  <c:v>12-04-2006</c:v>
                </c:pt>
                <c:pt idx="1575">
                  <c:v>13-04-2006</c:v>
                </c:pt>
                <c:pt idx="1576">
                  <c:v>17-04-2006</c:v>
                </c:pt>
                <c:pt idx="1577">
                  <c:v>18-04-2006</c:v>
                </c:pt>
                <c:pt idx="1578">
                  <c:v>19-04-2006</c:v>
                </c:pt>
                <c:pt idx="1579">
                  <c:v>20-04-2006</c:v>
                </c:pt>
                <c:pt idx="1580">
                  <c:v>21-04-2006</c:v>
                </c:pt>
                <c:pt idx="1581">
                  <c:v>24-04-2006</c:v>
                </c:pt>
                <c:pt idx="1582">
                  <c:v>25-04-2006</c:v>
                </c:pt>
                <c:pt idx="1583">
                  <c:v>26-04-2006</c:v>
                </c:pt>
                <c:pt idx="1584">
                  <c:v>27-04-2006</c:v>
                </c:pt>
                <c:pt idx="1585">
                  <c:v>28-04-2006</c:v>
                </c:pt>
                <c:pt idx="1586">
                  <c:v>29-04-2006</c:v>
                </c:pt>
                <c:pt idx="1587">
                  <c:v>02-05-2006</c:v>
                </c:pt>
                <c:pt idx="1588">
                  <c:v>03-05-2006</c:v>
                </c:pt>
                <c:pt idx="1589">
                  <c:v>04-05-2006</c:v>
                </c:pt>
                <c:pt idx="1590">
                  <c:v>05-05-2006</c:v>
                </c:pt>
                <c:pt idx="1591">
                  <c:v>08-05-2006</c:v>
                </c:pt>
                <c:pt idx="1592">
                  <c:v>09-05-2006</c:v>
                </c:pt>
                <c:pt idx="1593">
                  <c:v>10-05-2006</c:v>
                </c:pt>
                <c:pt idx="1594">
                  <c:v>11-05-2006</c:v>
                </c:pt>
                <c:pt idx="1595">
                  <c:v>12-05-2006</c:v>
                </c:pt>
                <c:pt idx="1596">
                  <c:v>15-05-2006</c:v>
                </c:pt>
                <c:pt idx="1597">
                  <c:v>16-05-2006</c:v>
                </c:pt>
                <c:pt idx="1598">
                  <c:v>17-05-2006</c:v>
                </c:pt>
                <c:pt idx="1599">
                  <c:v>18-05-2006</c:v>
                </c:pt>
                <c:pt idx="1600">
                  <c:v>19-05-2006</c:v>
                </c:pt>
                <c:pt idx="1601">
                  <c:v>22-05-2006</c:v>
                </c:pt>
                <c:pt idx="1602">
                  <c:v>23-05-2006</c:v>
                </c:pt>
                <c:pt idx="1603">
                  <c:v>24-05-2006</c:v>
                </c:pt>
                <c:pt idx="1604">
                  <c:v>25-05-2006</c:v>
                </c:pt>
                <c:pt idx="1605">
                  <c:v>26-05-2006</c:v>
                </c:pt>
                <c:pt idx="1606">
                  <c:v>29-05-2006</c:v>
                </c:pt>
                <c:pt idx="1607">
                  <c:v>30-05-2006</c:v>
                </c:pt>
                <c:pt idx="1608">
                  <c:v>31-05-2006</c:v>
                </c:pt>
                <c:pt idx="1609">
                  <c:v>01-06-2006</c:v>
                </c:pt>
                <c:pt idx="1610">
                  <c:v>02-06-2006</c:v>
                </c:pt>
                <c:pt idx="1611">
                  <c:v>05-06-2006</c:v>
                </c:pt>
                <c:pt idx="1612">
                  <c:v>06-06-2006</c:v>
                </c:pt>
                <c:pt idx="1613">
                  <c:v>07-06-2006</c:v>
                </c:pt>
                <c:pt idx="1614">
                  <c:v>08-06-2006</c:v>
                </c:pt>
                <c:pt idx="1615">
                  <c:v>09-06-2006</c:v>
                </c:pt>
                <c:pt idx="1616">
                  <c:v>12-06-2006</c:v>
                </c:pt>
                <c:pt idx="1617">
                  <c:v>13-06-2006</c:v>
                </c:pt>
                <c:pt idx="1618">
                  <c:v>14-06-2006</c:v>
                </c:pt>
                <c:pt idx="1619">
                  <c:v>15-06-2006</c:v>
                </c:pt>
                <c:pt idx="1620">
                  <c:v>16-06-2006</c:v>
                </c:pt>
                <c:pt idx="1621">
                  <c:v>19-06-2006</c:v>
                </c:pt>
                <c:pt idx="1622">
                  <c:v>20-06-2006</c:v>
                </c:pt>
                <c:pt idx="1623">
                  <c:v>21-06-2006</c:v>
                </c:pt>
                <c:pt idx="1624">
                  <c:v>22-06-2006</c:v>
                </c:pt>
                <c:pt idx="1625">
                  <c:v>23-06-2006</c:v>
                </c:pt>
                <c:pt idx="1626">
                  <c:v>25-06-2006</c:v>
                </c:pt>
                <c:pt idx="1627">
                  <c:v>26-06-2006</c:v>
                </c:pt>
                <c:pt idx="1628">
                  <c:v>27-06-2006</c:v>
                </c:pt>
                <c:pt idx="1629">
                  <c:v>28-06-2006</c:v>
                </c:pt>
                <c:pt idx="1630">
                  <c:v>29-06-2006</c:v>
                </c:pt>
                <c:pt idx="1631">
                  <c:v>30-06-2006</c:v>
                </c:pt>
                <c:pt idx="1632">
                  <c:v>03-07-2006</c:v>
                </c:pt>
                <c:pt idx="1633">
                  <c:v>04-07-2006</c:v>
                </c:pt>
                <c:pt idx="1634">
                  <c:v>05-07-2006</c:v>
                </c:pt>
                <c:pt idx="1635">
                  <c:v>06-07-2006</c:v>
                </c:pt>
                <c:pt idx="1636">
                  <c:v>07-07-2006</c:v>
                </c:pt>
                <c:pt idx="1637">
                  <c:v>10-07-2006</c:v>
                </c:pt>
                <c:pt idx="1638">
                  <c:v>11-07-2006</c:v>
                </c:pt>
                <c:pt idx="1639">
                  <c:v>12-07-2006</c:v>
                </c:pt>
                <c:pt idx="1640">
                  <c:v>13-07-2006</c:v>
                </c:pt>
                <c:pt idx="1641">
                  <c:v>14-07-2006</c:v>
                </c:pt>
                <c:pt idx="1642">
                  <c:v>17-07-2006</c:v>
                </c:pt>
                <c:pt idx="1643">
                  <c:v>18-07-2006</c:v>
                </c:pt>
                <c:pt idx="1644">
                  <c:v>19-07-2006</c:v>
                </c:pt>
                <c:pt idx="1645">
                  <c:v>20-07-2006</c:v>
                </c:pt>
                <c:pt idx="1646">
                  <c:v>21-07-2006</c:v>
                </c:pt>
                <c:pt idx="1647">
                  <c:v>24-07-2006</c:v>
                </c:pt>
                <c:pt idx="1648">
                  <c:v>25-07-2006</c:v>
                </c:pt>
                <c:pt idx="1649">
                  <c:v>26-07-2006</c:v>
                </c:pt>
                <c:pt idx="1650">
                  <c:v>27-07-2006</c:v>
                </c:pt>
                <c:pt idx="1651">
                  <c:v>28-07-2006</c:v>
                </c:pt>
                <c:pt idx="1652">
                  <c:v>31-07-2006</c:v>
                </c:pt>
                <c:pt idx="1653">
                  <c:v>01-08-2006</c:v>
                </c:pt>
                <c:pt idx="1654">
                  <c:v>02-08-2006</c:v>
                </c:pt>
                <c:pt idx="1655">
                  <c:v>03-08-2006</c:v>
                </c:pt>
                <c:pt idx="1656">
                  <c:v>04-08-2006</c:v>
                </c:pt>
                <c:pt idx="1657">
                  <c:v>07-08-2006</c:v>
                </c:pt>
                <c:pt idx="1658">
                  <c:v>08-08-2006</c:v>
                </c:pt>
                <c:pt idx="1659">
                  <c:v>09-08-2006</c:v>
                </c:pt>
                <c:pt idx="1660">
                  <c:v>10-08-2006</c:v>
                </c:pt>
                <c:pt idx="1661">
                  <c:v>11-08-2006</c:v>
                </c:pt>
                <c:pt idx="1662">
                  <c:v>14-08-2006</c:v>
                </c:pt>
                <c:pt idx="1663">
                  <c:v>16-08-2006</c:v>
                </c:pt>
                <c:pt idx="1664">
                  <c:v>17-08-2006</c:v>
                </c:pt>
                <c:pt idx="1665">
                  <c:v>18-08-2006</c:v>
                </c:pt>
                <c:pt idx="1666">
                  <c:v>21-08-2006</c:v>
                </c:pt>
                <c:pt idx="1667">
                  <c:v>22-08-2006</c:v>
                </c:pt>
                <c:pt idx="1668">
                  <c:v>23-08-2006</c:v>
                </c:pt>
                <c:pt idx="1669">
                  <c:v>24-08-2006</c:v>
                </c:pt>
                <c:pt idx="1670">
                  <c:v>25-08-2006</c:v>
                </c:pt>
                <c:pt idx="1671">
                  <c:v>28-08-2006</c:v>
                </c:pt>
                <c:pt idx="1672">
                  <c:v>29-08-2006</c:v>
                </c:pt>
                <c:pt idx="1673">
                  <c:v>30-08-2006</c:v>
                </c:pt>
                <c:pt idx="1674">
                  <c:v>31-08-2006</c:v>
                </c:pt>
                <c:pt idx="1675">
                  <c:v>01-09-2006</c:v>
                </c:pt>
                <c:pt idx="1676">
                  <c:v>04-09-2006</c:v>
                </c:pt>
                <c:pt idx="1677">
                  <c:v>05-09-2006</c:v>
                </c:pt>
                <c:pt idx="1678">
                  <c:v>06-09-2006</c:v>
                </c:pt>
                <c:pt idx="1679">
                  <c:v>07-09-2006</c:v>
                </c:pt>
                <c:pt idx="1680">
                  <c:v>08-09-2006</c:v>
                </c:pt>
                <c:pt idx="1681">
                  <c:v>11-09-2006</c:v>
                </c:pt>
                <c:pt idx="1682">
                  <c:v>12-09-2006</c:v>
                </c:pt>
                <c:pt idx="1683">
                  <c:v>13-09-2006</c:v>
                </c:pt>
                <c:pt idx="1684">
                  <c:v>14-09-2006</c:v>
                </c:pt>
                <c:pt idx="1685">
                  <c:v>15-09-2006</c:v>
                </c:pt>
                <c:pt idx="1686">
                  <c:v>18-09-2006</c:v>
                </c:pt>
                <c:pt idx="1687">
                  <c:v>19-09-2006</c:v>
                </c:pt>
                <c:pt idx="1688">
                  <c:v>20-09-2006</c:v>
                </c:pt>
                <c:pt idx="1689">
                  <c:v>21-09-2006</c:v>
                </c:pt>
                <c:pt idx="1690">
                  <c:v>22-09-2006</c:v>
                </c:pt>
                <c:pt idx="1691">
                  <c:v>25-09-2006</c:v>
                </c:pt>
                <c:pt idx="1692">
                  <c:v>26-09-2006</c:v>
                </c:pt>
                <c:pt idx="1693">
                  <c:v>27-09-2006</c:v>
                </c:pt>
                <c:pt idx="1694">
                  <c:v>28-09-2006</c:v>
                </c:pt>
                <c:pt idx="1695">
                  <c:v>29-09-2006</c:v>
                </c:pt>
                <c:pt idx="1696">
                  <c:v>03-10-2006</c:v>
                </c:pt>
                <c:pt idx="1697">
                  <c:v>04-10-2006</c:v>
                </c:pt>
                <c:pt idx="1698">
                  <c:v>05-10-2006</c:v>
                </c:pt>
                <c:pt idx="1699">
                  <c:v>06-10-2006</c:v>
                </c:pt>
                <c:pt idx="1700">
                  <c:v>09-10-2006</c:v>
                </c:pt>
                <c:pt idx="1701">
                  <c:v>10-10-2006</c:v>
                </c:pt>
                <c:pt idx="1702">
                  <c:v>11-10-2006</c:v>
                </c:pt>
                <c:pt idx="1703">
                  <c:v>12-10-2006</c:v>
                </c:pt>
                <c:pt idx="1704">
                  <c:v>13-10-2006</c:v>
                </c:pt>
                <c:pt idx="1705">
                  <c:v>16-10-2006</c:v>
                </c:pt>
                <c:pt idx="1706">
                  <c:v>17-10-2006</c:v>
                </c:pt>
                <c:pt idx="1707">
                  <c:v>18-10-2006</c:v>
                </c:pt>
                <c:pt idx="1708">
                  <c:v>19-10-2006</c:v>
                </c:pt>
                <c:pt idx="1709">
                  <c:v>20-10-2006</c:v>
                </c:pt>
                <c:pt idx="1710">
                  <c:v>21-10-2006</c:v>
                </c:pt>
                <c:pt idx="1711">
                  <c:v>23-10-2006</c:v>
                </c:pt>
                <c:pt idx="1712">
                  <c:v>26-10-2006</c:v>
                </c:pt>
                <c:pt idx="1713">
                  <c:v>27-10-2006</c:v>
                </c:pt>
                <c:pt idx="1714">
                  <c:v>30-10-2006</c:v>
                </c:pt>
                <c:pt idx="1715">
                  <c:v>31-10-2006</c:v>
                </c:pt>
                <c:pt idx="1716">
                  <c:v>01-11-2006</c:v>
                </c:pt>
                <c:pt idx="1717">
                  <c:v>02-11-2006</c:v>
                </c:pt>
                <c:pt idx="1718">
                  <c:v>03-11-2006</c:v>
                </c:pt>
                <c:pt idx="1719">
                  <c:v>06-11-2006</c:v>
                </c:pt>
                <c:pt idx="1720">
                  <c:v>07-11-2006</c:v>
                </c:pt>
                <c:pt idx="1721">
                  <c:v>08-11-2006</c:v>
                </c:pt>
                <c:pt idx="1722">
                  <c:v>09-11-2006</c:v>
                </c:pt>
                <c:pt idx="1723">
                  <c:v>10-11-2006</c:v>
                </c:pt>
                <c:pt idx="1724">
                  <c:v>13-11-2006</c:v>
                </c:pt>
                <c:pt idx="1725">
                  <c:v>14-11-2006</c:v>
                </c:pt>
                <c:pt idx="1726">
                  <c:v>15-11-2006</c:v>
                </c:pt>
                <c:pt idx="1727">
                  <c:v>16-11-2006</c:v>
                </c:pt>
                <c:pt idx="1728">
                  <c:v>17-11-2006</c:v>
                </c:pt>
                <c:pt idx="1729">
                  <c:v>20-11-2006</c:v>
                </c:pt>
                <c:pt idx="1730">
                  <c:v>21-11-2006</c:v>
                </c:pt>
                <c:pt idx="1731">
                  <c:v>22-11-2006</c:v>
                </c:pt>
                <c:pt idx="1732">
                  <c:v>23-11-2006</c:v>
                </c:pt>
                <c:pt idx="1733">
                  <c:v>24-11-2006</c:v>
                </c:pt>
                <c:pt idx="1734">
                  <c:v>27-11-2006</c:v>
                </c:pt>
                <c:pt idx="1735">
                  <c:v>28-11-2006</c:v>
                </c:pt>
                <c:pt idx="1736">
                  <c:v>29-11-2006</c:v>
                </c:pt>
                <c:pt idx="1737">
                  <c:v>30-11-2006</c:v>
                </c:pt>
                <c:pt idx="1738">
                  <c:v>01-12-2006</c:v>
                </c:pt>
                <c:pt idx="1739">
                  <c:v>04-12-2006</c:v>
                </c:pt>
                <c:pt idx="1740">
                  <c:v>05-12-2006</c:v>
                </c:pt>
                <c:pt idx="1741">
                  <c:v>06-12-2006</c:v>
                </c:pt>
                <c:pt idx="1742">
                  <c:v>07-12-2006</c:v>
                </c:pt>
                <c:pt idx="1743">
                  <c:v>08-12-2006</c:v>
                </c:pt>
                <c:pt idx="1744">
                  <c:v>11-12-2006</c:v>
                </c:pt>
                <c:pt idx="1745">
                  <c:v>12-12-2006</c:v>
                </c:pt>
                <c:pt idx="1746">
                  <c:v>13-12-2006</c:v>
                </c:pt>
                <c:pt idx="1747">
                  <c:v>14-12-2006</c:v>
                </c:pt>
                <c:pt idx="1748">
                  <c:v>15-12-2006</c:v>
                </c:pt>
                <c:pt idx="1749">
                  <c:v>18-12-2006</c:v>
                </c:pt>
                <c:pt idx="1750">
                  <c:v>19-12-2006</c:v>
                </c:pt>
                <c:pt idx="1751">
                  <c:v>20-12-2006</c:v>
                </c:pt>
                <c:pt idx="1752">
                  <c:v>21-12-2006</c:v>
                </c:pt>
                <c:pt idx="1753">
                  <c:v>22-12-2006</c:v>
                </c:pt>
                <c:pt idx="1754">
                  <c:v>26-12-2006</c:v>
                </c:pt>
                <c:pt idx="1755">
                  <c:v>27-12-2006</c:v>
                </c:pt>
                <c:pt idx="1756">
                  <c:v>28-12-2006</c:v>
                </c:pt>
                <c:pt idx="1757">
                  <c:v>29-12-2006</c:v>
                </c:pt>
                <c:pt idx="1758">
                  <c:v>02-01-2007</c:v>
                </c:pt>
                <c:pt idx="1759">
                  <c:v>03-01-2007</c:v>
                </c:pt>
                <c:pt idx="1760">
                  <c:v>04-01-2007</c:v>
                </c:pt>
                <c:pt idx="1761">
                  <c:v>05-01-2007</c:v>
                </c:pt>
                <c:pt idx="1762">
                  <c:v>08-01-2007</c:v>
                </c:pt>
                <c:pt idx="1763">
                  <c:v>09-01-2007</c:v>
                </c:pt>
                <c:pt idx="1764">
                  <c:v>10-01-2007</c:v>
                </c:pt>
                <c:pt idx="1765">
                  <c:v>11-01-2007</c:v>
                </c:pt>
                <c:pt idx="1766">
                  <c:v>12-01-2007</c:v>
                </c:pt>
                <c:pt idx="1767">
                  <c:v>15-01-2007</c:v>
                </c:pt>
                <c:pt idx="1768">
                  <c:v>16-01-2007</c:v>
                </c:pt>
                <c:pt idx="1769">
                  <c:v>17-01-2007</c:v>
                </c:pt>
                <c:pt idx="1770">
                  <c:v>18-01-2007</c:v>
                </c:pt>
                <c:pt idx="1771">
                  <c:v>19-01-2007</c:v>
                </c:pt>
                <c:pt idx="1772">
                  <c:v>22-01-2007</c:v>
                </c:pt>
                <c:pt idx="1773">
                  <c:v>23-01-2007</c:v>
                </c:pt>
                <c:pt idx="1774">
                  <c:v>24-01-2007</c:v>
                </c:pt>
                <c:pt idx="1775">
                  <c:v>25-01-2007</c:v>
                </c:pt>
                <c:pt idx="1776">
                  <c:v>29-01-2007</c:v>
                </c:pt>
                <c:pt idx="1777">
                  <c:v>31-01-2007</c:v>
                </c:pt>
                <c:pt idx="1778">
                  <c:v>01-02-2007</c:v>
                </c:pt>
                <c:pt idx="1779">
                  <c:v>02-02-2007</c:v>
                </c:pt>
                <c:pt idx="1780">
                  <c:v>05-02-2007</c:v>
                </c:pt>
                <c:pt idx="1781">
                  <c:v>06-02-2007</c:v>
                </c:pt>
                <c:pt idx="1782">
                  <c:v>07-02-2007</c:v>
                </c:pt>
                <c:pt idx="1783">
                  <c:v>08-02-2007</c:v>
                </c:pt>
                <c:pt idx="1784">
                  <c:v>09-02-2007</c:v>
                </c:pt>
                <c:pt idx="1785">
                  <c:v>12-02-2007</c:v>
                </c:pt>
                <c:pt idx="1786">
                  <c:v>13-02-2007</c:v>
                </c:pt>
                <c:pt idx="1787">
                  <c:v>14-02-2007</c:v>
                </c:pt>
                <c:pt idx="1788">
                  <c:v>15-02-2007</c:v>
                </c:pt>
                <c:pt idx="1789">
                  <c:v>19-02-2007</c:v>
                </c:pt>
                <c:pt idx="1790">
                  <c:v>20-02-2007</c:v>
                </c:pt>
                <c:pt idx="1791">
                  <c:v>21-02-2007</c:v>
                </c:pt>
                <c:pt idx="1792">
                  <c:v>22-02-2007</c:v>
                </c:pt>
                <c:pt idx="1793">
                  <c:v>23-02-2007</c:v>
                </c:pt>
                <c:pt idx="1794">
                  <c:v>26-02-2007</c:v>
                </c:pt>
                <c:pt idx="1795">
                  <c:v>27-02-2007</c:v>
                </c:pt>
                <c:pt idx="1796">
                  <c:v>28-02-2007</c:v>
                </c:pt>
                <c:pt idx="1797">
                  <c:v>01-03-2007</c:v>
                </c:pt>
                <c:pt idx="1798">
                  <c:v>02-03-2007</c:v>
                </c:pt>
                <c:pt idx="1799">
                  <c:v>05-03-2007</c:v>
                </c:pt>
                <c:pt idx="1800">
                  <c:v>06-03-2007</c:v>
                </c:pt>
                <c:pt idx="1801">
                  <c:v>07-03-2007</c:v>
                </c:pt>
                <c:pt idx="1802">
                  <c:v>08-03-2007</c:v>
                </c:pt>
                <c:pt idx="1803">
                  <c:v>09-03-2007</c:v>
                </c:pt>
                <c:pt idx="1804">
                  <c:v>12-03-2007</c:v>
                </c:pt>
                <c:pt idx="1805">
                  <c:v>13-03-2007</c:v>
                </c:pt>
                <c:pt idx="1806">
                  <c:v>14-03-2007</c:v>
                </c:pt>
                <c:pt idx="1807">
                  <c:v>15-03-2007</c:v>
                </c:pt>
                <c:pt idx="1808">
                  <c:v>16-03-2007</c:v>
                </c:pt>
                <c:pt idx="1809">
                  <c:v>19-03-2007</c:v>
                </c:pt>
                <c:pt idx="1810">
                  <c:v>20-03-2007</c:v>
                </c:pt>
                <c:pt idx="1811">
                  <c:v>21-03-2007</c:v>
                </c:pt>
                <c:pt idx="1812">
                  <c:v>22-03-2007</c:v>
                </c:pt>
                <c:pt idx="1813">
                  <c:v>23-03-2007</c:v>
                </c:pt>
                <c:pt idx="1814">
                  <c:v>26-03-2007</c:v>
                </c:pt>
                <c:pt idx="1815">
                  <c:v>28-03-2007</c:v>
                </c:pt>
                <c:pt idx="1816">
                  <c:v>29-03-2007</c:v>
                </c:pt>
                <c:pt idx="1817">
                  <c:v>30-03-2007</c:v>
                </c:pt>
                <c:pt idx="1818">
                  <c:v>02-04-2007</c:v>
                </c:pt>
                <c:pt idx="1819">
                  <c:v>03-04-2007</c:v>
                </c:pt>
                <c:pt idx="1820">
                  <c:v>04-04-2007</c:v>
                </c:pt>
                <c:pt idx="1821">
                  <c:v>05-04-2007</c:v>
                </c:pt>
                <c:pt idx="1822">
                  <c:v>09-04-2007</c:v>
                </c:pt>
                <c:pt idx="1823">
                  <c:v>10-04-2007</c:v>
                </c:pt>
                <c:pt idx="1824">
                  <c:v>11-04-2007</c:v>
                </c:pt>
                <c:pt idx="1825">
                  <c:v>12-04-2007</c:v>
                </c:pt>
                <c:pt idx="1826">
                  <c:v>13-04-2007</c:v>
                </c:pt>
                <c:pt idx="1827">
                  <c:v>16-04-2007</c:v>
                </c:pt>
                <c:pt idx="1828">
                  <c:v>17-04-2007</c:v>
                </c:pt>
                <c:pt idx="1829">
                  <c:v>18-04-2007</c:v>
                </c:pt>
                <c:pt idx="1830">
                  <c:v>19-04-2007</c:v>
                </c:pt>
                <c:pt idx="1831">
                  <c:v>20-04-2007</c:v>
                </c:pt>
                <c:pt idx="1832">
                  <c:v>23-04-2007</c:v>
                </c:pt>
                <c:pt idx="1833">
                  <c:v>24-04-2007</c:v>
                </c:pt>
                <c:pt idx="1834">
                  <c:v>25-04-2007</c:v>
                </c:pt>
                <c:pt idx="1835">
                  <c:v>26-04-2007</c:v>
                </c:pt>
                <c:pt idx="1836">
                  <c:v>27-04-2007</c:v>
                </c:pt>
                <c:pt idx="1837">
                  <c:v>30-04-2007</c:v>
                </c:pt>
                <c:pt idx="1838">
                  <c:v>03-05-2007</c:v>
                </c:pt>
                <c:pt idx="1839">
                  <c:v>04-05-2007</c:v>
                </c:pt>
                <c:pt idx="1840">
                  <c:v>07-05-2007</c:v>
                </c:pt>
                <c:pt idx="1841">
                  <c:v>08-05-2007</c:v>
                </c:pt>
                <c:pt idx="1842">
                  <c:v>09-05-2007</c:v>
                </c:pt>
                <c:pt idx="1843">
                  <c:v>10-05-2007</c:v>
                </c:pt>
                <c:pt idx="1844">
                  <c:v>11-05-2007</c:v>
                </c:pt>
                <c:pt idx="1845">
                  <c:v>14-05-2007</c:v>
                </c:pt>
                <c:pt idx="1846">
                  <c:v>15-05-2007</c:v>
                </c:pt>
                <c:pt idx="1847">
                  <c:v>16-05-2007</c:v>
                </c:pt>
                <c:pt idx="1848">
                  <c:v>17-05-2007</c:v>
                </c:pt>
                <c:pt idx="1849">
                  <c:v>18-05-2007</c:v>
                </c:pt>
                <c:pt idx="1850">
                  <c:v>21-05-2007</c:v>
                </c:pt>
                <c:pt idx="1851">
                  <c:v>22-05-2007</c:v>
                </c:pt>
                <c:pt idx="1852">
                  <c:v>23-05-2007</c:v>
                </c:pt>
                <c:pt idx="1853">
                  <c:v>24-05-2007</c:v>
                </c:pt>
                <c:pt idx="1854">
                  <c:v>25-05-2007</c:v>
                </c:pt>
                <c:pt idx="1855">
                  <c:v>28-05-2007</c:v>
                </c:pt>
                <c:pt idx="1856">
                  <c:v>29-05-2007</c:v>
                </c:pt>
                <c:pt idx="1857">
                  <c:v>30-05-2007</c:v>
                </c:pt>
                <c:pt idx="1858">
                  <c:v>31-05-2007</c:v>
                </c:pt>
                <c:pt idx="1859">
                  <c:v>01-06-2007</c:v>
                </c:pt>
                <c:pt idx="1860">
                  <c:v>04-06-2007</c:v>
                </c:pt>
                <c:pt idx="1861">
                  <c:v>05-06-2007</c:v>
                </c:pt>
                <c:pt idx="1862">
                  <c:v>06-06-2007</c:v>
                </c:pt>
                <c:pt idx="1863">
                  <c:v>07-06-2007</c:v>
                </c:pt>
                <c:pt idx="1864">
                  <c:v>08-06-2007</c:v>
                </c:pt>
                <c:pt idx="1865">
                  <c:v>11-06-2007</c:v>
                </c:pt>
                <c:pt idx="1866">
                  <c:v>12-06-2007</c:v>
                </c:pt>
                <c:pt idx="1867">
                  <c:v>13-06-2007</c:v>
                </c:pt>
                <c:pt idx="1868">
                  <c:v>14-06-2007</c:v>
                </c:pt>
                <c:pt idx="1869">
                  <c:v>15-06-2007</c:v>
                </c:pt>
                <c:pt idx="1870">
                  <c:v>18-06-2007</c:v>
                </c:pt>
                <c:pt idx="1871">
                  <c:v>19-06-2007</c:v>
                </c:pt>
                <c:pt idx="1872">
                  <c:v>20-06-2007</c:v>
                </c:pt>
                <c:pt idx="1873">
                  <c:v>21-06-2007</c:v>
                </c:pt>
                <c:pt idx="1874">
                  <c:v>22-06-2007</c:v>
                </c:pt>
                <c:pt idx="1875">
                  <c:v>25-06-2007</c:v>
                </c:pt>
                <c:pt idx="1876">
                  <c:v>26-06-2007</c:v>
                </c:pt>
                <c:pt idx="1877">
                  <c:v>27-06-2007</c:v>
                </c:pt>
                <c:pt idx="1878">
                  <c:v>28-06-2007</c:v>
                </c:pt>
                <c:pt idx="1879">
                  <c:v>29-06-2007</c:v>
                </c:pt>
                <c:pt idx="1880">
                  <c:v>02-07-2007</c:v>
                </c:pt>
                <c:pt idx="1881">
                  <c:v>03-07-2007</c:v>
                </c:pt>
                <c:pt idx="1882">
                  <c:v>04-07-2007</c:v>
                </c:pt>
                <c:pt idx="1883">
                  <c:v>05-07-2007</c:v>
                </c:pt>
                <c:pt idx="1884">
                  <c:v>06-07-2007</c:v>
                </c:pt>
                <c:pt idx="1885">
                  <c:v>09-07-2007</c:v>
                </c:pt>
                <c:pt idx="1886">
                  <c:v>10-07-2007</c:v>
                </c:pt>
                <c:pt idx="1887">
                  <c:v>11-07-2007</c:v>
                </c:pt>
                <c:pt idx="1888">
                  <c:v>12-07-2007</c:v>
                </c:pt>
                <c:pt idx="1889">
                  <c:v>13-07-2007</c:v>
                </c:pt>
                <c:pt idx="1890">
                  <c:v>16-07-2007</c:v>
                </c:pt>
                <c:pt idx="1891">
                  <c:v>17-07-2007</c:v>
                </c:pt>
                <c:pt idx="1892">
                  <c:v>18-07-2007</c:v>
                </c:pt>
                <c:pt idx="1893">
                  <c:v>19-07-2007</c:v>
                </c:pt>
                <c:pt idx="1894">
                  <c:v>20-07-2007</c:v>
                </c:pt>
                <c:pt idx="1895">
                  <c:v>23-07-2007</c:v>
                </c:pt>
                <c:pt idx="1896">
                  <c:v>24-07-2007</c:v>
                </c:pt>
                <c:pt idx="1897">
                  <c:v>25-07-2007</c:v>
                </c:pt>
                <c:pt idx="1898">
                  <c:v>26-07-2007</c:v>
                </c:pt>
                <c:pt idx="1899">
                  <c:v>27-07-2007</c:v>
                </c:pt>
                <c:pt idx="1900">
                  <c:v>30-07-2007</c:v>
                </c:pt>
                <c:pt idx="1901">
                  <c:v>31-07-2007</c:v>
                </c:pt>
                <c:pt idx="1902">
                  <c:v>01-08-2007</c:v>
                </c:pt>
                <c:pt idx="1903">
                  <c:v>02-08-2007</c:v>
                </c:pt>
                <c:pt idx="1904">
                  <c:v>03-08-2007</c:v>
                </c:pt>
                <c:pt idx="1905">
                  <c:v>06-08-2007</c:v>
                </c:pt>
                <c:pt idx="1906">
                  <c:v>07-08-2007</c:v>
                </c:pt>
                <c:pt idx="1907">
                  <c:v>08-08-2007</c:v>
                </c:pt>
                <c:pt idx="1908">
                  <c:v>09-08-2007</c:v>
                </c:pt>
                <c:pt idx="1909">
                  <c:v>10-08-2007</c:v>
                </c:pt>
                <c:pt idx="1910">
                  <c:v>13-08-2007</c:v>
                </c:pt>
                <c:pt idx="1911">
                  <c:v>14-08-2007</c:v>
                </c:pt>
                <c:pt idx="1912">
                  <c:v>16-08-2007</c:v>
                </c:pt>
                <c:pt idx="1913">
                  <c:v>17-08-2007</c:v>
                </c:pt>
                <c:pt idx="1914">
                  <c:v>20-08-2007</c:v>
                </c:pt>
                <c:pt idx="1915">
                  <c:v>21-08-2007</c:v>
                </c:pt>
                <c:pt idx="1916">
                  <c:v>22-08-2007</c:v>
                </c:pt>
                <c:pt idx="1917">
                  <c:v>23-08-2007</c:v>
                </c:pt>
                <c:pt idx="1918">
                  <c:v>24-08-2007</c:v>
                </c:pt>
                <c:pt idx="1919">
                  <c:v>27-08-2007</c:v>
                </c:pt>
                <c:pt idx="1920">
                  <c:v>28-08-2007</c:v>
                </c:pt>
                <c:pt idx="1921">
                  <c:v>29-08-2007</c:v>
                </c:pt>
                <c:pt idx="1922">
                  <c:v>30-08-2007</c:v>
                </c:pt>
                <c:pt idx="1923">
                  <c:v>31-08-2007</c:v>
                </c:pt>
                <c:pt idx="1924">
                  <c:v>03-09-2007</c:v>
                </c:pt>
                <c:pt idx="1925">
                  <c:v>04-09-2007</c:v>
                </c:pt>
                <c:pt idx="1926">
                  <c:v>05-09-2007</c:v>
                </c:pt>
                <c:pt idx="1927">
                  <c:v>06-09-2007</c:v>
                </c:pt>
                <c:pt idx="1928">
                  <c:v>07-09-2007</c:v>
                </c:pt>
                <c:pt idx="1929">
                  <c:v>10-09-2007</c:v>
                </c:pt>
                <c:pt idx="1930">
                  <c:v>11-09-2007</c:v>
                </c:pt>
                <c:pt idx="1931">
                  <c:v>12-09-2007</c:v>
                </c:pt>
                <c:pt idx="1932">
                  <c:v>13-09-2007</c:v>
                </c:pt>
                <c:pt idx="1933">
                  <c:v>14-09-2007</c:v>
                </c:pt>
                <c:pt idx="1934">
                  <c:v>17-09-2007</c:v>
                </c:pt>
                <c:pt idx="1935">
                  <c:v>18-09-2007</c:v>
                </c:pt>
                <c:pt idx="1936">
                  <c:v>19-09-2007</c:v>
                </c:pt>
                <c:pt idx="1937">
                  <c:v>20-09-2007</c:v>
                </c:pt>
                <c:pt idx="1938">
                  <c:v>21-09-2007</c:v>
                </c:pt>
                <c:pt idx="1939">
                  <c:v>24-09-2007</c:v>
                </c:pt>
                <c:pt idx="1940">
                  <c:v>25-09-2007</c:v>
                </c:pt>
                <c:pt idx="1941">
                  <c:v>26-09-2007</c:v>
                </c:pt>
                <c:pt idx="1942">
                  <c:v>27-09-2007</c:v>
                </c:pt>
                <c:pt idx="1943">
                  <c:v>28-09-2007</c:v>
                </c:pt>
                <c:pt idx="1944">
                  <c:v>01-10-2007</c:v>
                </c:pt>
                <c:pt idx="1945">
                  <c:v>03-10-2007</c:v>
                </c:pt>
                <c:pt idx="1946">
                  <c:v>04-10-2007</c:v>
                </c:pt>
                <c:pt idx="1947">
                  <c:v>05-10-2007</c:v>
                </c:pt>
                <c:pt idx="1948">
                  <c:v>08-10-2007</c:v>
                </c:pt>
                <c:pt idx="1949">
                  <c:v>09-10-2007</c:v>
                </c:pt>
                <c:pt idx="1950">
                  <c:v>10-10-2007</c:v>
                </c:pt>
                <c:pt idx="1951">
                  <c:v>11-10-2007</c:v>
                </c:pt>
                <c:pt idx="1952">
                  <c:v>12-10-2007</c:v>
                </c:pt>
                <c:pt idx="1953">
                  <c:v>15-10-2007</c:v>
                </c:pt>
                <c:pt idx="1954">
                  <c:v>16-10-2007</c:v>
                </c:pt>
                <c:pt idx="1955">
                  <c:v>17-10-2007</c:v>
                </c:pt>
                <c:pt idx="1956">
                  <c:v>18-10-2007</c:v>
                </c:pt>
                <c:pt idx="1957">
                  <c:v>19-10-2007</c:v>
                </c:pt>
                <c:pt idx="1958">
                  <c:v>22-10-2007</c:v>
                </c:pt>
                <c:pt idx="1959">
                  <c:v>23-10-2007</c:v>
                </c:pt>
                <c:pt idx="1960">
                  <c:v>24-10-2007</c:v>
                </c:pt>
                <c:pt idx="1961">
                  <c:v>25-10-2007</c:v>
                </c:pt>
                <c:pt idx="1962">
                  <c:v>26-10-2007</c:v>
                </c:pt>
                <c:pt idx="1963">
                  <c:v>29-10-2007</c:v>
                </c:pt>
                <c:pt idx="1964">
                  <c:v>30-10-2007</c:v>
                </c:pt>
                <c:pt idx="1965">
                  <c:v>31-10-2007</c:v>
                </c:pt>
                <c:pt idx="1966">
                  <c:v>01-11-2007</c:v>
                </c:pt>
                <c:pt idx="1967">
                  <c:v>02-11-2007</c:v>
                </c:pt>
                <c:pt idx="1968">
                  <c:v>05-11-2007</c:v>
                </c:pt>
                <c:pt idx="1969">
                  <c:v>06-11-2007</c:v>
                </c:pt>
                <c:pt idx="1970">
                  <c:v>07-11-2007</c:v>
                </c:pt>
                <c:pt idx="1971">
                  <c:v>08-11-2007</c:v>
                </c:pt>
                <c:pt idx="1972">
                  <c:v>09-11-2007</c:v>
                </c:pt>
                <c:pt idx="1973">
                  <c:v>12-11-2007</c:v>
                </c:pt>
                <c:pt idx="1974">
                  <c:v>13-11-2007</c:v>
                </c:pt>
                <c:pt idx="1975">
                  <c:v>14-11-2007</c:v>
                </c:pt>
                <c:pt idx="1976">
                  <c:v>15-11-2007</c:v>
                </c:pt>
                <c:pt idx="1977">
                  <c:v>16-11-2007</c:v>
                </c:pt>
                <c:pt idx="1978">
                  <c:v>19-11-2007</c:v>
                </c:pt>
                <c:pt idx="1979">
                  <c:v>20-11-2007</c:v>
                </c:pt>
                <c:pt idx="1980">
                  <c:v>21-11-2007</c:v>
                </c:pt>
                <c:pt idx="1981">
                  <c:v>22-11-2007</c:v>
                </c:pt>
                <c:pt idx="1982">
                  <c:v>23-11-2007</c:v>
                </c:pt>
                <c:pt idx="1983">
                  <c:v>26-11-2007</c:v>
                </c:pt>
                <c:pt idx="1984">
                  <c:v>27-11-2007</c:v>
                </c:pt>
                <c:pt idx="1985">
                  <c:v>28-11-2007</c:v>
                </c:pt>
                <c:pt idx="1986">
                  <c:v>29-11-2007</c:v>
                </c:pt>
                <c:pt idx="1987">
                  <c:v>30-11-2007</c:v>
                </c:pt>
                <c:pt idx="1988">
                  <c:v>03-12-2007</c:v>
                </c:pt>
                <c:pt idx="1989">
                  <c:v>04-12-2007</c:v>
                </c:pt>
                <c:pt idx="1990">
                  <c:v>05-12-2007</c:v>
                </c:pt>
                <c:pt idx="1991">
                  <c:v>06-12-2007</c:v>
                </c:pt>
                <c:pt idx="1992">
                  <c:v>07-12-2007</c:v>
                </c:pt>
                <c:pt idx="1993">
                  <c:v>10-12-2007</c:v>
                </c:pt>
                <c:pt idx="1994">
                  <c:v>11-12-2007</c:v>
                </c:pt>
                <c:pt idx="1995">
                  <c:v>12-12-2007</c:v>
                </c:pt>
                <c:pt idx="1996">
                  <c:v>13-12-2007</c:v>
                </c:pt>
                <c:pt idx="1997">
                  <c:v>14-12-2007</c:v>
                </c:pt>
                <c:pt idx="1998">
                  <c:v>17-12-2007</c:v>
                </c:pt>
                <c:pt idx="1999">
                  <c:v>18-12-2007</c:v>
                </c:pt>
                <c:pt idx="2000">
                  <c:v>19-12-2007</c:v>
                </c:pt>
                <c:pt idx="2001">
                  <c:v>20-12-2007</c:v>
                </c:pt>
                <c:pt idx="2002">
                  <c:v>24-12-2007</c:v>
                </c:pt>
                <c:pt idx="2003">
                  <c:v>26-12-2007</c:v>
                </c:pt>
                <c:pt idx="2004">
                  <c:v>27-12-2007</c:v>
                </c:pt>
                <c:pt idx="2005">
                  <c:v>28-12-2007</c:v>
                </c:pt>
                <c:pt idx="2006">
                  <c:v>31-12-2007</c:v>
                </c:pt>
                <c:pt idx="2007">
                  <c:v>01-01-2008</c:v>
                </c:pt>
                <c:pt idx="2008">
                  <c:v>02-01-2008</c:v>
                </c:pt>
                <c:pt idx="2009">
                  <c:v>03-01-2008</c:v>
                </c:pt>
                <c:pt idx="2010">
                  <c:v>04-01-2008</c:v>
                </c:pt>
                <c:pt idx="2011">
                  <c:v>07-01-2008</c:v>
                </c:pt>
                <c:pt idx="2012">
                  <c:v>08-01-2008</c:v>
                </c:pt>
                <c:pt idx="2013">
                  <c:v>09-01-2008</c:v>
                </c:pt>
                <c:pt idx="2014">
                  <c:v>10-01-2008</c:v>
                </c:pt>
                <c:pt idx="2015">
                  <c:v>11-01-2008</c:v>
                </c:pt>
                <c:pt idx="2016">
                  <c:v>14-01-2008</c:v>
                </c:pt>
                <c:pt idx="2017">
                  <c:v>15-01-2008</c:v>
                </c:pt>
                <c:pt idx="2018">
                  <c:v>16-01-2008</c:v>
                </c:pt>
                <c:pt idx="2019">
                  <c:v>17-01-2008</c:v>
                </c:pt>
                <c:pt idx="2020">
                  <c:v>18-01-2008</c:v>
                </c:pt>
                <c:pt idx="2021">
                  <c:v>21-01-2008</c:v>
                </c:pt>
                <c:pt idx="2022">
                  <c:v>22-01-2008</c:v>
                </c:pt>
                <c:pt idx="2023">
                  <c:v>23-01-2008</c:v>
                </c:pt>
                <c:pt idx="2024">
                  <c:v>24-01-2008</c:v>
                </c:pt>
                <c:pt idx="2025">
                  <c:v>25-01-2008</c:v>
                </c:pt>
                <c:pt idx="2026">
                  <c:v>28-01-2008</c:v>
                </c:pt>
                <c:pt idx="2027">
                  <c:v>29-01-2008</c:v>
                </c:pt>
                <c:pt idx="2028">
                  <c:v>30-01-2008</c:v>
                </c:pt>
                <c:pt idx="2029">
                  <c:v>31-01-2008</c:v>
                </c:pt>
                <c:pt idx="2030">
                  <c:v>01-02-2008</c:v>
                </c:pt>
                <c:pt idx="2031">
                  <c:v>04-02-2008</c:v>
                </c:pt>
                <c:pt idx="2032">
                  <c:v>05-02-2008</c:v>
                </c:pt>
                <c:pt idx="2033">
                  <c:v>06-02-2008</c:v>
                </c:pt>
                <c:pt idx="2034">
                  <c:v>07-02-2008</c:v>
                </c:pt>
                <c:pt idx="2035">
                  <c:v>08-02-2008</c:v>
                </c:pt>
                <c:pt idx="2036">
                  <c:v>11-02-2008</c:v>
                </c:pt>
                <c:pt idx="2037">
                  <c:v>12-02-2008</c:v>
                </c:pt>
                <c:pt idx="2038">
                  <c:v>13-02-2008</c:v>
                </c:pt>
                <c:pt idx="2039">
                  <c:v>14-02-2008</c:v>
                </c:pt>
                <c:pt idx="2040">
                  <c:v>15-02-2008</c:v>
                </c:pt>
                <c:pt idx="2041">
                  <c:v>18-02-2008</c:v>
                </c:pt>
                <c:pt idx="2042">
                  <c:v>19-02-2008</c:v>
                </c:pt>
                <c:pt idx="2043">
                  <c:v>20-02-2008</c:v>
                </c:pt>
                <c:pt idx="2044">
                  <c:v>21-02-2008</c:v>
                </c:pt>
                <c:pt idx="2045">
                  <c:v>22-02-2008</c:v>
                </c:pt>
                <c:pt idx="2046">
                  <c:v>25-02-2008</c:v>
                </c:pt>
                <c:pt idx="2047">
                  <c:v>26-02-2008</c:v>
                </c:pt>
                <c:pt idx="2048">
                  <c:v>27-02-2008</c:v>
                </c:pt>
                <c:pt idx="2049">
                  <c:v>28-02-2008</c:v>
                </c:pt>
                <c:pt idx="2050">
                  <c:v>29-02-2008</c:v>
                </c:pt>
                <c:pt idx="2051">
                  <c:v>03-03-2008</c:v>
                </c:pt>
                <c:pt idx="2052">
                  <c:v>04-03-2008</c:v>
                </c:pt>
                <c:pt idx="2053">
                  <c:v>05-03-2008</c:v>
                </c:pt>
                <c:pt idx="2054">
                  <c:v>07-03-2008</c:v>
                </c:pt>
                <c:pt idx="2055">
                  <c:v>10-03-2008</c:v>
                </c:pt>
                <c:pt idx="2056">
                  <c:v>11-03-2008</c:v>
                </c:pt>
                <c:pt idx="2057">
                  <c:v>12-03-2008</c:v>
                </c:pt>
                <c:pt idx="2058">
                  <c:v>13-03-2008</c:v>
                </c:pt>
                <c:pt idx="2059">
                  <c:v>14-03-2008</c:v>
                </c:pt>
                <c:pt idx="2060">
                  <c:v>17-03-2008</c:v>
                </c:pt>
                <c:pt idx="2061">
                  <c:v>18-03-2008</c:v>
                </c:pt>
                <c:pt idx="2062">
                  <c:v>19-03-2008</c:v>
                </c:pt>
                <c:pt idx="2063">
                  <c:v>24-03-2008</c:v>
                </c:pt>
                <c:pt idx="2064">
                  <c:v>25-03-2008</c:v>
                </c:pt>
                <c:pt idx="2065">
                  <c:v>26-03-2008</c:v>
                </c:pt>
                <c:pt idx="2066">
                  <c:v>27-03-2008</c:v>
                </c:pt>
                <c:pt idx="2067">
                  <c:v>28-03-2008</c:v>
                </c:pt>
                <c:pt idx="2068">
                  <c:v>31-03-2008</c:v>
                </c:pt>
                <c:pt idx="2069">
                  <c:v>01-04-2008</c:v>
                </c:pt>
                <c:pt idx="2070">
                  <c:v>02-04-2008</c:v>
                </c:pt>
                <c:pt idx="2071">
                  <c:v>03-04-2008</c:v>
                </c:pt>
                <c:pt idx="2072">
                  <c:v>04-04-2008</c:v>
                </c:pt>
                <c:pt idx="2073">
                  <c:v>07-04-2008</c:v>
                </c:pt>
                <c:pt idx="2074">
                  <c:v>08-04-2008</c:v>
                </c:pt>
                <c:pt idx="2075">
                  <c:v>09-04-2008</c:v>
                </c:pt>
                <c:pt idx="2076">
                  <c:v>10-04-2008</c:v>
                </c:pt>
                <c:pt idx="2077">
                  <c:v>11-04-2008</c:v>
                </c:pt>
                <c:pt idx="2078">
                  <c:v>15-04-2008</c:v>
                </c:pt>
                <c:pt idx="2079">
                  <c:v>16-04-2008</c:v>
                </c:pt>
                <c:pt idx="2080">
                  <c:v>17-04-2008</c:v>
                </c:pt>
                <c:pt idx="2081">
                  <c:v>21-04-2008</c:v>
                </c:pt>
                <c:pt idx="2082">
                  <c:v>22-04-2008</c:v>
                </c:pt>
                <c:pt idx="2083">
                  <c:v>23-04-2008</c:v>
                </c:pt>
                <c:pt idx="2084">
                  <c:v>24-04-2008</c:v>
                </c:pt>
                <c:pt idx="2085">
                  <c:v>25-04-2008</c:v>
                </c:pt>
                <c:pt idx="2086">
                  <c:v>28-04-2008</c:v>
                </c:pt>
                <c:pt idx="2087">
                  <c:v>29-04-2008</c:v>
                </c:pt>
                <c:pt idx="2088">
                  <c:v>30-04-2008</c:v>
                </c:pt>
                <c:pt idx="2089">
                  <c:v>02-05-2008</c:v>
                </c:pt>
                <c:pt idx="2090">
                  <c:v>05-05-2008</c:v>
                </c:pt>
                <c:pt idx="2091">
                  <c:v>06-05-2008</c:v>
                </c:pt>
                <c:pt idx="2092">
                  <c:v>07-05-2008</c:v>
                </c:pt>
                <c:pt idx="2093">
                  <c:v>08-05-2008</c:v>
                </c:pt>
                <c:pt idx="2094">
                  <c:v>09-05-2008</c:v>
                </c:pt>
                <c:pt idx="2095">
                  <c:v>12-05-2008</c:v>
                </c:pt>
                <c:pt idx="2096">
                  <c:v>13-05-2008</c:v>
                </c:pt>
                <c:pt idx="2097">
                  <c:v>14-05-2008</c:v>
                </c:pt>
                <c:pt idx="2098">
                  <c:v>15-05-2008</c:v>
                </c:pt>
                <c:pt idx="2099">
                  <c:v>16-05-2008</c:v>
                </c:pt>
                <c:pt idx="2100">
                  <c:v>20-05-2008</c:v>
                </c:pt>
                <c:pt idx="2101">
                  <c:v>21-05-2008</c:v>
                </c:pt>
                <c:pt idx="2102">
                  <c:v>22-05-2008</c:v>
                </c:pt>
                <c:pt idx="2103">
                  <c:v>23-05-2008</c:v>
                </c:pt>
                <c:pt idx="2104">
                  <c:v>26-05-2008</c:v>
                </c:pt>
                <c:pt idx="2105">
                  <c:v>27-05-2008</c:v>
                </c:pt>
                <c:pt idx="2106">
                  <c:v>28-05-2008</c:v>
                </c:pt>
                <c:pt idx="2107">
                  <c:v>29-05-2008</c:v>
                </c:pt>
                <c:pt idx="2108">
                  <c:v>30-05-2008</c:v>
                </c:pt>
                <c:pt idx="2109">
                  <c:v>02-06-2008</c:v>
                </c:pt>
                <c:pt idx="2110">
                  <c:v>03-06-2008</c:v>
                </c:pt>
                <c:pt idx="2111">
                  <c:v>04-06-2008</c:v>
                </c:pt>
                <c:pt idx="2112">
                  <c:v>05-06-2008</c:v>
                </c:pt>
                <c:pt idx="2113">
                  <c:v>06-06-2008</c:v>
                </c:pt>
                <c:pt idx="2114">
                  <c:v>09-06-2008</c:v>
                </c:pt>
                <c:pt idx="2115">
                  <c:v>10-06-2008</c:v>
                </c:pt>
                <c:pt idx="2116">
                  <c:v>11-06-2008</c:v>
                </c:pt>
                <c:pt idx="2117">
                  <c:v>12-06-2008</c:v>
                </c:pt>
                <c:pt idx="2118">
                  <c:v>13-06-2008</c:v>
                </c:pt>
                <c:pt idx="2119">
                  <c:v>16-06-2008</c:v>
                </c:pt>
                <c:pt idx="2120">
                  <c:v>17-06-2008</c:v>
                </c:pt>
                <c:pt idx="2121">
                  <c:v>18-06-2008</c:v>
                </c:pt>
                <c:pt idx="2122">
                  <c:v>19-06-2008</c:v>
                </c:pt>
                <c:pt idx="2123">
                  <c:v>20-06-2008</c:v>
                </c:pt>
                <c:pt idx="2124">
                  <c:v>23-06-2008</c:v>
                </c:pt>
                <c:pt idx="2125">
                  <c:v>24-06-2008</c:v>
                </c:pt>
                <c:pt idx="2126">
                  <c:v>25-06-2008</c:v>
                </c:pt>
                <c:pt idx="2127">
                  <c:v>26-06-2008</c:v>
                </c:pt>
                <c:pt idx="2128">
                  <c:v>27-06-2008</c:v>
                </c:pt>
                <c:pt idx="2129">
                  <c:v>30-06-2008</c:v>
                </c:pt>
                <c:pt idx="2130">
                  <c:v>01-07-2008</c:v>
                </c:pt>
                <c:pt idx="2131">
                  <c:v>02-07-2008</c:v>
                </c:pt>
                <c:pt idx="2132">
                  <c:v>03-07-2008</c:v>
                </c:pt>
                <c:pt idx="2133">
                  <c:v>04-07-2008</c:v>
                </c:pt>
                <c:pt idx="2134">
                  <c:v>07-07-2008</c:v>
                </c:pt>
                <c:pt idx="2135">
                  <c:v>08-07-2008</c:v>
                </c:pt>
                <c:pt idx="2136">
                  <c:v>09-07-2008</c:v>
                </c:pt>
                <c:pt idx="2137">
                  <c:v>10-07-2008</c:v>
                </c:pt>
                <c:pt idx="2138">
                  <c:v>11-07-2008</c:v>
                </c:pt>
                <c:pt idx="2139">
                  <c:v>14-07-2008</c:v>
                </c:pt>
                <c:pt idx="2140">
                  <c:v>15-07-2008</c:v>
                </c:pt>
                <c:pt idx="2141">
                  <c:v>16-07-2008</c:v>
                </c:pt>
                <c:pt idx="2142">
                  <c:v>17-07-2008</c:v>
                </c:pt>
                <c:pt idx="2143">
                  <c:v>18-07-2008</c:v>
                </c:pt>
                <c:pt idx="2144">
                  <c:v>21-07-2008</c:v>
                </c:pt>
                <c:pt idx="2145">
                  <c:v>22-07-2008</c:v>
                </c:pt>
                <c:pt idx="2146">
                  <c:v>23-07-2008</c:v>
                </c:pt>
                <c:pt idx="2147">
                  <c:v>24-07-2008</c:v>
                </c:pt>
                <c:pt idx="2148">
                  <c:v>25-07-2008</c:v>
                </c:pt>
                <c:pt idx="2149">
                  <c:v>28-07-2008</c:v>
                </c:pt>
                <c:pt idx="2150">
                  <c:v>29-07-2008</c:v>
                </c:pt>
                <c:pt idx="2151">
                  <c:v>30-07-2008</c:v>
                </c:pt>
                <c:pt idx="2152">
                  <c:v>31-07-2008</c:v>
                </c:pt>
                <c:pt idx="2153">
                  <c:v>01-08-2008</c:v>
                </c:pt>
                <c:pt idx="2154">
                  <c:v>04-08-2008</c:v>
                </c:pt>
                <c:pt idx="2155">
                  <c:v>05-08-2008</c:v>
                </c:pt>
                <c:pt idx="2156">
                  <c:v>06-08-2008</c:v>
                </c:pt>
                <c:pt idx="2157">
                  <c:v>07-08-2008</c:v>
                </c:pt>
                <c:pt idx="2158">
                  <c:v>08-08-2008</c:v>
                </c:pt>
                <c:pt idx="2159">
                  <c:v>11-08-2008</c:v>
                </c:pt>
                <c:pt idx="2160">
                  <c:v>12-08-2008</c:v>
                </c:pt>
                <c:pt idx="2161">
                  <c:v>13-08-2008</c:v>
                </c:pt>
                <c:pt idx="2162">
                  <c:v>14-08-2008</c:v>
                </c:pt>
                <c:pt idx="2163">
                  <c:v>18-08-2008</c:v>
                </c:pt>
                <c:pt idx="2164">
                  <c:v>19-08-2008</c:v>
                </c:pt>
                <c:pt idx="2165">
                  <c:v>20-08-2008</c:v>
                </c:pt>
                <c:pt idx="2166">
                  <c:v>21-08-2008</c:v>
                </c:pt>
                <c:pt idx="2167">
                  <c:v>22-08-2008</c:v>
                </c:pt>
                <c:pt idx="2168">
                  <c:v>25-08-2008</c:v>
                </c:pt>
                <c:pt idx="2169">
                  <c:v>26-08-2008</c:v>
                </c:pt>
                <c:pt idx="2170">
                  <c:v>27-08-2008</c:v>
                </c:pt>
                <c:pt idx="2171">
                  <c:v>28-08-2008</c:v>
                </c:pt>
                <c:pt idx="2172">
                  <c:v>29-08-2008</c:v>
                </c:pt>
                <c:pt idx="2173">
                  <c:v>01-09-2008</c:v>
                </c:pt>
                <c:pt idx="2174">
                  <c:v>02-09-2008</c:v>
                </c:pt>
                <c:pt idx="2175">
                  <c:v>04-09-2008</c:v>
                </c:pt>
                <c:pt idx="2176">
                  <c:v>05-09-2008</c:v>
                </c:pt>
                <c:pt idx="2177">
                  <c:v>08-09-2008</c:v>
                </c:pt>
                <c:pt idx="2178">
                  <c:v>09-09-2008</c:v>
                </c:pt>
                <c:pt idx="2179">
                  <c:v>10-09-2008</c:v>
                </c:pt>
                <c:pt idx="2180">
                  <c:v>11-09-2008</c:v>
                </c:pt>
                <c:pt idx="2181">
                  <c:v>12-09-2008</c:v>
                </c:pt>
                <c:pt idx="2182">
                  <c:v>15-09-2008</c:v>
                </c:pt>
                <c:pt idx="2183">
                  <c:v>16-09-2008</c:v>
                </c:pt>
                <c:pt idx="2184">
                  <c:v>17-09-2008</c:v>
                </c:pt>
                <c:pt idx="2185">
                  <c:v>18-09-2008</c:v>
                </c:pt>
                <c:pt idx="2186">
                  <c:v>19-09-2008</c:v>
                </c:pt>
                <c:pt idx="2187">
                  <c:v>22-09-2008</c:v>
                </c:pt>
                <c:pt idx="2188">
                  <c:v>23-09-2008</c:v>
                </c:pt>
                <c:pt idx="2189">
                  <c:v>24-09-2008</c:v>
                </c:pt>
                <c:pt idx="2190">
                  <c:v>25-09-2008</c:v>
                </c:pt>
                <c:pt idx="2191">
                  <c:v>26-09-2008</c:v>
                </c:pt>
                <c:pt idx="2192">
                  <c:v>29-09-2008</c:v>
                </c:pt>
                <c:pt idx="2193">
                  <c:v>30-09-2008</c:v>
                </c:pt>
                <c:pt idx="2194">
                  <c:v>01-10-2008</c:v>
                </c:pt>
                <c:pt idx="2195">
                  <c:v>03-10-2008</c:v>
                </c:pt>
                <c:pt idx="2196">
                  <c:v>06-10-2008</c:v>
                </c:pt>
                <c:pt idx="2197">
                  <c:v>07-10-2008</c:v>
                </c:pt>
                <c:pt idx="2198">
                  <c:v>08-10-2008</c:v>
                </c:pt>
                <c:pt idx="2199">
                  <c:v>10-10-2008</c:v>
                </c:pt>
                <c:pt idx="2200">
                  <c:v>13-10-2008</c:v>
                </c:pt>
                <c:pt idx="2201">
                  <c:v>14-10-2008</c:v>
                </c:pt>
                <c:pt idx="2202">
                  <c:v>15-10-2008</c:v>
                </c:pt>
                <c:pt idx="2203">
                  <c:v>16-10-2008</c:v>
                </c:pt>
                <c:pt idx="2204">
                  <c:v>17-10-2008</c:v>
                </c:pt>
                <c:pt idx="2205">
                  <c:v>20-10-2008</c:v>
                </c:pt>
                <c:pt idx="2206">
                  <c:v>21-10-2008</c:v>
                </c:pt>
                <c:pt idx="2207">
                  <c:v>22-10-2008</c:v>
                </c:pt>
                <c:pt idx="2208">
                  <c:v>23-10-2008</c:v>
                </c:pt>
                <c:pt idx="2209">
                  <c:v>24-10-2008</c:v>
                </c:pt>
                <c:pt idx="2210">
                  <c:v>27-10-2008</c:v>
                </c:pt>
                <c:pt idx="2211">
                  <c:v>28-10-2008</c:v>
                </c:pt>
                <c:pt idx="2212">
                  <c:v>29-10-2008</c:v>
                </c:pt>
                <c:pt idx="2213">
                  <c:v>31-10-2008</c:v>
                </c:pt>
                <c:pt idx="2214">
                  <c:v>03-11-2008</c:v>
                </c:pt>
                <c:pt idx="2215">
                  <c:v>04-11-2008</c:v>
                </c:pt>
                <c:pt idx="2216">
                  <c:v>05-11-2008</c:v>
                </c:pt>
                <c:pt idx="2217">
                  <c:v>06-11-2008</c:v>
                </c:pt>
                <c:pt idx="2218">
                  <c:v>07-11-2008</c:v>
                </c:pt>
                <c:pt idx="2219">
                  <c:v>10-11-2008</c:v>
                </c:pt>
                <c:pt idx="2220">
                  <c:v>11-11-2008</c:v>
                </c:pt>
                <c:pt idx="2221">
                  <c:v>12-11-2008</c:v>
                </c:pt>
                <c:pt idx="2222">
                  <c:v>14-11-2008</c:v>
                </c:pt>
                <c:pt idx="2223">
                  <c:v>17-11-2008</c:v>
                </c:pt>
                <c:pt idx="2224">
                  <c:v>18-11-2008</c:v>
                </c:pt>
                <c:pt idx="2225">
                  <c:v>19-11-2008</c:v>
                </c:pt>
                <c:pt idx="2226">
                  <c:v>20-11-2008</c:v>
                </c:pt>
                <c:pt idx="2227">
                  <c:v>21-11-2008</c:v>
                </c:pt>
                <c:pt idx="2228">
                  <c:v>24-11-2008</c:v>
                </c:pt>
                <c:pt idx="2229">
                  <c:v>25-11-2008</c:v>
                </c:pt>
                <c:pt idx="2230">
                  <c:v>26-11-2008</c:v>
                </c:pt>
                <c:pt idx="2231">
                  <c:v>28-11-2008</c:v>
                </c:pt>
                <c:pt idx="2232">
                  <c:v>01-12-2008</c:v>
                </c:pt>
                <c:pt idx="2233">
                  <c:v>02-12-2008</c:v>
                </c:pt>
                <c:pt idx="2234">
                  <c:v>03-12-2008</c:v>
                </c:pt>
                <c:pt idx="2235">
                  <c:v>04-12-2008</c:v>
                </c:pt>
                <c:pt idx="2236">
                  <c:v>05-12-2008</c:v>
                </c:pt>
                <c:pt idx="2237">
                  <c:v>08-12-2008</c:v>
                </c:pt>
                <c:pt idx="2238">
                  <c:v>10-12-2008</c:v>
                </c:pt>
                <c:pt idx="2239">
                  <c:v>11-12-2008</c:v>
                </c:pt>
                <c:pt idx="2240">
                  <c:v>12-12-2008</c:v>
                </c:pt>
                <c:pt idx="2241">
                  <c:v>15-12-2008</c:v>
                </c:pt>
                <c:pt idx="2242">
                  <c:v>16-12-2008</c:v>
                </c:pt>
                <c:pt idx="2243">
                  <c:v>17-12-2008</c:v>
                </c:pt>
                <c:pt idx="2244">
                  <c:v>18-12-2008</c:v>
                </c:pt>
                <c:pt idx="2245">
                  <c:v>19-12-2008</c:v>
                </c:pt>
                <c:pt idx="2246">
                  <c:v>22-12-2008</c:v>
                </c:pt>
                <c:pt idx="2247">
                  <c:v>23-12-2008</c:v>
                </c:pt>
                <c:pt idx="2248">
                  <c:v>24-12-2008</c:v>
                </c:pt>
                <c:pt idx="2249">
                  <c:v>26-12-2008</c:v>
                </c:pt>
                <c:pt idx="2250">
                  <c:v>29-12-2008</c:v>
                </c:pt>
                <c:pt idx="2251">
                  <c:v>30-12-2008</c:v>
                </c:pt>
                <c:pt idx="2252">
                  <c:v>31-12-2008</c:v>
                </c:pt>
                <c:pt idx="2253">
                  <c:v>01-01-2009</c:v>
                </c:pt>
                <c:pt idx="2254">
                  <c:v>02-01-2009</c:v>
                </c:pt>
                <c:pt idx="2255">
                  <c:v>05-01-2009</c:v>
                </c:pt>
                <c:pt idx="2256">
                  <c:v>06-01-2009</c:v>
                </c:pt>
                <c:pt idx="2257">
                  <c:v>07-01-2009</c:v>
                </c:pt>
                <c:pt idx="2258">
                  <c:v>09-01-2009</c:v>
                </c:pt>
                <c:pt idx="2259">
                  <c:v>12-01-2009</c:v>
                </c:pt>
                <c:pt idx="2260">
                  <c:v>13-01-2009</c:v>
                </c:pt>
                <c:pt idx="2261">
                  <c:v>14-01-2009</c:v>
                </c:pt>
                <c:pt idx="2262">
                  <c:v>15-01-2009</c:v>
                </c:pt>
                <c:pt idx="2263">
                  <c:v>16-01-2009</c:v>
                </c:pt>
                <c:pt idx="2264">
                  <c:v>19-01-2009</c:v>
                </c:pt>
                <c:pt idx="2265">
                  <c:v>20-01-2009</c:v>
                </c:pt>
                <c:pt idx="2266">
                  <c:v>21-01-2009</c:v>
                </c:pt>
                <c:pt idx="2267">
                  <c:v>22-01-2009</c:v>
                </c:pt>
                <c:pt idx="2268">
                  <c:v>23-01-2009</c:v>
                </c:pt>
                <c:pt idx="2269">
                  <c:v>27-01-2009</c:v>
                </c:pt>
                <c:pt idx="2270">
                  <c:v>28-01-2009</c:v>
                </c:pt>
                <c:pt idx="2271">
                  <c:v>29-01-2009</c:v>
                </c:pt>
                <c:pt idx="2272">
                  <c:v>30-01-2009</c:v>
                </c:pt>
                <c:pt idx="2273">
                  <c:v>02-02-2009</c:v>
                </c:pt>
                <c:pt idx="2274">
                  <c:v>03-02-2009</c:v>
                </c:pt>
                <c:pt idx="2275">
                  <c:v>04-02-2009</c:v>
                </c:pt>
                <c:pt idx="2276">
                  <c:v>05-02-2009</c:v>
                </c:pt>
                <c:pt idx="2277">
                  <c:v>06-02-2009</c:v>
                </c:pt>
                <c:pt idx="2278">
                  <c:v>09-02-2009</c:v>
                </c:pt>
                <c:pt idx="2279">
                  <c:v>10-02-2009</c:v>
                </c:pt>
                <c:pt idx="2280">
                  <c:v>11-02-2009</c:v>
                </c:pt>
                <c:pt idx="2281">
                  <c:v>12-02-2009</c:v>
                </c:pt>
                <c:pt idx="2282">
                  <c:v>13-02-2009</c:v>
                </c:pt>
                <c:pt idx="2283">
                  <c:v>16-02-2009</c:v>
                </c:pt>
                <c:pt idx="2284">
                  <c:v>17-02-2009</c:v>
                </c:pt>
                <c:pt idx="2285">
                  <c:v>18-02-2009</c:v>
                </c:pt>
                <c:pt idx="2286">
                  <c:v>19-02-2009</c:v>
                </c:pt>
                <c:pt idx="2287">
                  <c:v>20-02-2009</c:v>
                </c:pt>
                <c:pt idx="2288">
                  <c:v>24-02-2009</c:v>
                </c:pt>
                <c:pt idx="2289">
                  <c:v>25-02-2009</c:v>
                </c:pt>
                <c:pt idx="2290">
                  <c:v>26-02-2009</c:v>
                </c:pt>
                <c:pt idx="2291">
                  <c:v>27-02-2009</c:v>
                </c:pt>
                <c:pt idx="2292">
                  <c:v>02-03-2009</c:v>
                </c:pt>
                <c:pt idx="2293">
                  <c:v>03-03-2009</c:v>
                </c:pt>
                <c:pt idx="2294">
                  <c:v>04-03-2009</c:v>
                </c:pt>
                <c:pt idx="2295">
                  <c:v>05-03-2009</c:v>
                </c:pt>
                <c:pt idx="2296">
                  <c:v>06-03-2009</c:v>
                </c:pt>
                <c:pt idx="2297">
                  <c:v>09-03-2009</c:v>
                </c:pt>
                <c:pt idx="2298">
                  <c:v>12-03-2009</c:v>
                </c:pt>
                <c:pt idx="2299">
                  <c:v>13-03-2009</c:v>
                </c:pt>
                <c:pt idx="2300">
                  <c:v>16-03-2009</c:v>
                </c:pt>
                <c:pt idx="2301">
                  <c:v>17-03-2009</c:v>
                </c:pt>
                <c:pt idx="2302">
                  <c:v>18-03-2009</c:v>
                </c:pt>
                <c:pt idx="2303">
                  <c:v>19-03-2009</c:v>
                </c:pt>
                <c:pt idx="2304">
                  <c:v>20-03-2009</c:v>
                </c:pt>
                <c:pt idx="2305">
                  <c:v>23-03-2009</c:v>
                </c:pt>
                <c:pt idx="2306">
                  <c:v>24-03-2009</c:v>
                </c:pt>
                <c:pt idx="2307">
                  <c:v>25-03-2009</c:v>
                </c:pt>
                <c:pt idx="2308">
                  <c:v>26-03-2009</c:v>
                </c:pt>
                <c:pt idx="2309">
                  <c:v>27-03-2009</c:v>
                </c:pt>
                <c:pt idx="2310">
                  <c:v>30-03-2009</c:v>
                </c:pt>
                <c:pt idx="2311">
                  <c:v>31-03-2009</c:v>
                </c:pt>
                <c:pt idx="2312">
                  <c:v>01-04-2009</c:v>
                </c:pt>
                <c:pt idx="2313">
                  <c:v>02-04-2009</c:v>
                </c:pt>
                <c:pt idx="2314">
                  <c:v>06-04-2009</c:v>
                </c:pt>
                <c:pt idx="2315">
                  <c:v>08-04-2009</c:v>
                </c:pt>
                <c:pt idx="2316">
                  <c:v>09-04-2009</c:v>
                </c:pt>
                <c:pt idx="2317">
                  <c:v>13-04-2009</c:v>
                </c:pt>
                <c:pt idx="2318">
                  <c:v>15-04-2009</c:v>
                </c:pt>
                <c:pt idx="2319">
                  <c:v>16-04-2009</c:v>
                </c:pt>
                <c:pt idx="2320">
                  <c:v>17-04-2009</c:v>
                </c:pt>
                <c:pt idx="2321">
                  <c:v>20-04-2009</c:v>
                </c:pt>
                <c:pt idx="2322">
                  <c:v>21-04-2009</c:v>
                </c:pt>
                <c:pt idx="2323">
                  <c:v>22-04-2009</c:v>
                </c:pt>
                <c:pt idx="2324">
                  <c:v>23-04-2009</c:v>
                </c:pt>
                <c:pt idx="2325">
                  <c:v>24-04-2009</c:v>
                </c:pt>
                <c:pt idx="2326">
                  <c:v>27-04-2009</c:v>
                </c:pt>
                <c:pt idx="2327">
                  <c:v>28-04-2009</c:v>
                </c:pt>
                <c:pt idx="2328">
                  <c:v>29-04-2009</c:v>
                </c:pt>
                <c:pt idx="2329">
                  <c:v>04-05-2009</c:v>
                </c:pt>
                <c:pt idx="2330">
                  <c:v>05-05-2009</c:v>
                </c:pt>
                <c:pt idx="2331">
                  <c:v>06-05-2009</c:v>
                </c:pt>
                <c:pt idx="2332">
                  <c:v>07-05-2009</c:v>
                </c:pt>
                <c:pt idx="2333">
                  <c:v>08-05-2009</c:v>
                </c:pt>
                <c:pt idx="2334">
                  <c:v>11-05-2009</c:v>
                </c:pt>
                <c:pt idx="2335">
                  <c:v>12-05-2009</c:v>
                </c:pt>
                <c:pt idx="2336">
                  <c:v>13-05-2009</c:v>
                </c:pt>
                <c:pt idx="2337">
                  <c:v>14-05-2009</c:v>
                </c:pt>
                <c:pt idx="2338">
                  <c:v>15-05-2009</c:v>
                </c:pt>
                <c:pt idx="2339">
                  <c:v>18-05-2009</c:v>
                </c:pt>
                <c:pt idx="2340">
                  <c:v>19-05-2009</c:v>
                </c:pt>
                <c:pt idx="2341">
                  <c:v>20-05-2009</c:v>
                </c:pt>
                <c:pt idx="2342">
                  <c:v>21-05-2009</c:v>
                </c:pt>
                <c:pt idx="2343">
                  <c:v>22-05-2009</c:v>
                </c:pt>
                <c:pt idx="2344">
                  <c:v>25-05-2009</c:v>
                </c:pt>
                <c:pt idx="2345">
                  <c:v>26-05-2009</c:v>
                </c:pt>
                <c:pt idx="2346">
                  <c:v>27-05-2009</c:v>
                </c:pt>
                <c:pt idx="2347">
                  <c:v>28-05-2009</c:v>
                </c:pt>
                <c:pt idx="2348">
                  <c:v>29-05-2009</c:v>
                </c:pt>
                <c:pt idx="2349">
                  <c:v>01-06-2009</c:v>
                </c:pt>
                <c:pt idx="2350">
                  <c:v>02-06-2009</c:v>
                </c:pt>
                <c:pt idx="2351">
                  <c:v>03-06-2009</c:v>
                </c:pt>
                <c:pt idx="2352">
                  <c:v>04-06-2009</c:v>
                </c:pt>
                <c:pt idx="2353">
                  <c:v>05-06-2009</c:v>
                </c:pt>
                <c:pt idx="2354">
                  <c:v>08-06-2009</c:v>
                </c:pt>
                <c:pt idx="2355">
                  <c:v>09-06-2009</c:v>
                </c:pt>
                <c:pt idx="2356">
                  <c:v>10-06-2009</c:v>
                </c:pt>
                <c:pt idx="2357">
                  <c:v>11-06-2009</c:v>
                </c:pt>
                <c:pt idx="2358">
                  <c:v>12-06-2009</c:v>
                </c:pt>
                <c:pt idx="2359">
                  <c:v>15-06-2009</c:v>
                </c:pt>
                <c:pt idx="2360">
                  <c:v>16-06-2009</c:v>
                </c:pt>
                <c:pt idx="2361">
                  <c:v>17-06-2009</c:v>
                </c:pt>
                <c:pt idx="2362">
                  <c:v>18-06-2009</c:v>
                </c:pt>
                <c:pt idx="2363">
                  <c:v>19-06-2009</c:v>
                </c:pt>
                <c:pt idx="2364">
                  <c:v>22-06-2009</c:v>
                </c:pt>
                <c:pt idx="2365">
                  <c:v>23-06-2009</c:v>
                </c:pt>
                <c:pt idx="2366">
                  <c:v>24-06-2009</c:v>
                </c:pt>
                <c:pt idx="2367">
                  <c:v>25-06-2009</c:v>
                </c:pt>
                <c:pt idx="2368">
                  <c:v>26-06-2009</c:v>
                </c:pt>
                <c:pt idx="2369">
                  <c:v>29-06-2009</c:v>
                </c:pt>
                <c:pt idx="2370">
                  <c:v>30-06-2009</c:v>
                </c:pt>
                <c:pt idx="2371">
                  <c:v>01-07-2009</c:v>
                </c:pt>
                <c:pt idx="2372">
                  <c:v>02-07-2009</c:v>
                </c:pt>
                <c:pt idx="2373">
                  <c:v>03-07-2009</c:v>
                </c:pt>
                <c:pt idx="2374">
                  <c:v>06-07-2009</c:v>
                </c:pt>
                <c:pt idx="2375">
                  <c:v>07-07-2009</c:v>
                </c:pt>
                <c:pt idx="2376">
                  <c:v>08-07-2009</c:v>
                </c:pt>
                <c:pt idx="2377">
                  <c:v>09-07-2009</c:v>
                </c:pt>
                <c:pt idx="2378">
                  <c:v>10-07-2009</c:v>
                </c:pt>
                <c:pt idx="2379">
                  <c:v>13-07-2009</c:v>
                </c:pt>
                <c:pt idx="2380">
                  <c:v>14-07-2009</c:v>
                </c:pt>
                <c:pt idx="2381">
                  <c:v>15-07-2009</c:v>
                </c:pt>
                <c:pt idx="2382">
                  <c:v>16-07-2009</c:v>
                </c:pt>
                <c:pt idx="2383">
                  <c:v>17-07-2009</c:v>
                </c:pt>
                <c:pt idx="2384">
                  <c:v>20-07-2009</c:v>
                </c:pt>
                <c:pt idx="2385">
                  <c:v>21-07-2009</c:v>
                </c:pt>
                <c:pt idx="2386">
                  <c:v>22-07-2009</c:v>
                </c:pt>
                <c:pt idx="2387">
                  <c:v>23-07-2009</c:v>
                </c:pt>
                <c:pt idx="2388">
                  <c:v>24-07-2009</c:v>
                </c:pt>
                <c:pt idx="2389">
                  <c:v>27-07-2009</c:v>
                </c:pt>
                <c:pt idx="2390">
                  <c:v>28-07-2009</c:v>
                </c:pt>
                <c:pt idx="2391">
                  <c:v>29-07-2009</c:v>
                </c:pt>
                <c:pt idx="2392">
                  <c:v>30-07-2009</c:v>
                </c:pt>
                <c:pt idx="2393">
                  <c:v>31-07-2009</c:v>
                </c:pt>
                <c:pt idx="2394">
                  <c:v>03-08-2009</c:v>
                </c:pt>
                <c:pt idx="2395">
                  <c:v>04-08-2009</c:v>
                </c:pt>
                <c:pt idx="2396">
                  <c:v>05-08-2009</c:v>
                </c:pt>
                <c:pt idx="2397">
                  <c:v>06-08-2009</c:v>
                </c:pt>
                <c:pt idx="2398">
                  <c:v>07-08-2009</c:v>
                </c:pt>
                <c:pt idx="2399">
                  <c:v>10-08-2009</c:v>
                </c:pt>
                <c:pt idx="2400">
                  <c:v>11-08-2009</c:v>
                </c:pt>
                <c:pt idx="2401">
                  <c:v>12-08-2009</c:v>
                </c:pt>
                <c:pt idx="2402">
                  <c:v>13-08-2009</c:v>
                </c:pt>
                <c:pt idx="2403">
                  <c:v>14-08-2009</c:v>
                </c:pt>
                <c:pt idx="2404">
                  <c:v>17-08-2009</c:v>
                </c:pt>
                <c:pt idx="2405">
                  <c:v>18-08-2009</c:v>
                </c:pt>
                <c:pt idx="2406">
                  <c:v>19-08-2009</c:v>
                </c:pt>
                <c:pt idx="2407">
                  <c:v>20-08-2009</c:v>
                </c:pt>
                <c:pt idx="2408">
                  <c:v>21-08-2009</c:v>
                </c:pt>
                <c:pt idx="2409">
                  <c:v>24-08-2009</c:v>
                </c:pt>
                <c:pt idx="2410">
                  <c:v>25-08-2009</c:v>
                </c:pt>
                <c:pt idx="2411">
                  <c:v>26-08-2009</c:v>
                </c:pt>
                <c:pt idx="2412">
                  <c:v>27-08-2009</c:v>
                </c:pt>
                <c:pt idx="2413">
                  <c:v>28-08-2009</c:v>
                </c:pt>
                <c:pt idx="2414">
                  <c:v>31-08-2009</c:v>
                </c:pt>
                <c:pt idx="2415">
                  <c:v>01-09-2009</c:v>
                </c:pt>
                <c:pt idx="2416">
                  <c:v>02-09-2009</c:v>
                </c:pt>
                <c:pt idx="2417">
                  <c:v>03-09-2009</c:v>
                </c:pt>
                <c:pt idx="2418">
                  <c:v>04-09-2009</c:v>
                </c:pt>
                <c:pt idx="2419">
                  <c:v>07-09-2009</c:v>
                </c:pt>
                <c:pt idx="2420">
                  <c:v>08-09-2009</c:v>
                </c:pt>
                <c:pt idx="2421">
                  <c:v>09-09-2009</c:v>
                </c:pt>
                <c:pt idx="2422">
                  <c:v>10-09-2009</c:v>
                </c:pt>
                <c:pt idx="2423">
                  <c:v>11-09-2009</c:v>
                </c:pt>
                <c:pt idx="2424">
                  <c:v>14-09-2009</c:v>
                </c:pt>
                <c:pt idx="2425">
                  <c:v>15-09-2009</c:v>
                </c:pt>
                <c:pt idx="2426">
                  <c:v>16-09-2009</c:v>
                </c:pt>
                <c:pt idx="2427">
                  <c:v>17-09-2009</c:v>
                </c:pt>
                <c:pt idx="2428">
                  <c:v>18-09-2009</c:v>
                </c:pt>
                <c:pt idx="2429">
                  <c:v>22-09-2009</c:v>
                </c:pt>
                <c:pt idx="2430">
                  <c:v>23-09-2009</c:v>
                </c:pt>
                <c:pt idx="2431">
                  <c:v>24-09-2009</c:v>
                </c:pt>
                <c:pt idx="2432">
                  <c:v>25-09-2009</c:v>
                </c:pt>
                <c:pt idx="2433">
                  <c:v>29-09-2009</c:v>
                </c:pt>
                <c:pt idx="2434">
                  <c:v>30-09-2009</c:v>
                </c:pt>
                <c:pt idx="2435">
                  <c:v>01-10-2009</c:v>
                </c:pt>
                <c:pt idx="2436">
                  <c:v>05-10-2009</c:v>
                </c:pt>
                <c:pt idx="2437">
                  <c:v>06-10-2009</c:v>
                </c:pt>
                <c:pt idx="2438">
                  <c:v>07-10-2009</c:v>
                </c:pt>
                <c:pt idx="2439">
                  <c:v>08-10-2009</c:v>
                </c:pt>
                <c:pt idx="2440">
                  <c:v>09-10-2009</c:v>
                </c:pt>
                <c:pt idx="2441">
                  <c:v>12-10-2009</c:v>
                </c:pt>
                <c:pt idx="2442">
                  <c:v>14-10-2009</c:v>
                </c:pt>
                <c:pt idx="2443">
                  <c:v>15-10-2009</c:v>
                </c:pt>
                <c:pt idx="2444">
                  <c:v>16-10-2009</c:v>
                </c:pt>
                <c:pt idx="2445">
                  <c:v>17-10-2009</c:v>
                </c:pt>
                <c:pt idx="2446">
                  <c:v>20-10-2009</c:v>
                </c:pt>
                <c:pt idx="2447">
                  <c:v>21-10-2009</c:v>
                </c:pt>
                <c:pt idx="2448">
                  <c:v>22-10-2009</c:v>
                </c:pt>
                <c:pt idx="2449">
                  <c:v>23-10-2009</c:v>
                </c:pt>
                <c:pt idx="2450">
                  <c:v>26-10-2009</c:v>
                </c:pt>
                <c:pt idx="2451">
                  <c:v>27-10-2009</c:v>
                </c:pt>
                <c:pt idx="2452">
                  <c:v>28-10-2009</c:v>
                </c:pt>
                <c:pt idx="2453">
                  <c:v>29-10-2009</c:v>
                </c:pt>
                <c:pt idx="2454">
                  <c:v>30-10-2009</c:v>
                </c:pt>
                <c:pt idx="2455">
                  <c:v>03-11-2009</c:v>
                </c:pt>
                <c:pt idx="2456">
                  <c:v>04-11-2009</c:v>
                </c:pt>
                <c:pt idx="2457">
                  <c:v>05-11-2009</c:v>
                </c:pt>
                <c:pt idx="2458">
                  <c:v>06-11-2009</c:v>
                </c:pt>
                <c:pt idx="2459">
                  <c:v>09-11-2009</c:v>
                </c:pt>
                <c:pt idx="2460">
                  <c:v>10-11-2009</c:v>
                </c:pt>
                <c:pt idx="2461">
                  <c:v>11-11-2009</c:v>
                </c:pt>
                <c:pt idx="2462">
                  <c:v>12-11-2009</c:v>
                </c:pt>
                <c:pt idx="2463">
                  <c:v>13-11-2009</c:v>
                </c:pt>
                <c:pt idx="2464">
                  <c:v>16-11-2009</c:v>
                </c:pt>
                <c:pt idx="2465">
                  <c:v>17-11-2009</c:v>
                </c:pt>
                <c:pt idx="2466">
                  <c:v>18-11-2009</c:v>
                </c:pt>
                <c:pt idx="2467">
                  <c:v>19-11-2009</c:v>
                </c:pt>
                <c:pt idx="2468">
                  <c:v>20-11-2009</c:v>
                </c:pt>
                <c:pt idx="2469">
                  <c:v>23-11-2009</c:v>
                </c:pt>
                <c:pt idx="2470">
                  <c:v>24-11-2009</c:v>
                </c:pt>
                <c:pt idx="2471">
                  <c:v>25-11-2009</c:v>
                </c:pt>
                <c:pt idx="2472">
                  <c:v>26-11-2009</c:v>
                </c:pt>
                <c:pt idx="2473">
                  <c:v>27-11-2009</c:v>
                </c:pt>
                <c:pt idx="2474">
                  <c:v>30-11-2009</c:v>
                </c:pt>
                <c:pt idx="2475">
                  <c:v>01-12-2009</c:v>
                </c:pt>
                <c:pt idx="2476">
                  <c:v>02-12-2009</c:v>
                </c:pt>
                <c:pt idx="2477">
                  <c:v>03-12-2009</c:v>
                </c:pt>
                <c:pt idx="2478">
                  <c:v>04-12-2009</c:v>
                </c:pt>
                <c:pt idx="2479">
                  <c:v>07-12-2009</c:v>
                </c:pt>
                <c:pt idx="2480">
                  <c:v>08-12-2009</c:v>
                </c:pt>
                <c:pt idx="2481">
                  <c:v>09-12-2009</c:v>
                </c:pt>
                <c:pt idx="2482">
                  <c:v>10-12-2009</c:v>
                </c:pt>
                <c:pt idx="2483">
                  <c:v>11-12-2009</c:v>
                </c:pt>
                <c:pt idx="2484">
                  <c:v>14-12-2009</c:v>
                </c:pt>
                <c:pt idx="2485">
                  <c:v>15-12-2009</c:v>
                </c:pt>
                <c:pt idx="2486">
                  <c:v>16-12-2009</c:v>
                </c:pt>
                <c:pt idx="2487">
                  <c:v>17-12-2009</c:v>
                </c:pt>
                <c:pt idx="2488">
                  <c:v>18-12-2009</c:v>
                </c:pt>
                <c:pt idx="2489">
                  <c:v>21-12-2009</c:v>
                </c:pt>
                <c:pt idx="2490">
                  <c:v>22-12-2009</c:v>
                </c:pt>
                <c:pt idx="2491">
                  <c:v>23-12-2009</c:v>
                </c:pt>
                <c:pt idx="2492">
                  <c:v>24-12-2009</c:v>
                </c:pt>
                <c:pt idx="2493">
                  <c:v>29-12-2009</c:v>
                </c:pt>
                <c:pt idx="2494">
                  <c:v>30-12-2009</c:v>
                </c:pt>
                <c:pt idx="2495">
                  <c:v>31-12-2009</c:v>
                </c:pt>
                <c:pt idx="2496">
                  <c:v>04-01-2010</c:v>
                </c:pt>
                <c:pt idx="2497">
                  <c:v>05-01-2010</c:v>
                </c:pt>
                <c:pt idx="2498">
                  <c:v>06-01-2010</c:v>
                </c:pt>
                <c:pt idx="2499">
                  <c:v>07-01-2010</c:v>
                </c:pt>
                <c:pt idx="2500">
                  <c:v>08-01-2010</c:v>
                </c:pt>
                <c:pt idx="2501">
                  <c:v>11-01-2010</c:v>
                </c:pt>
                <c:pt idx="2502">
                  <c:v>12-01-2010</c:v>
                </c:pt>
                <c:pt idx="2503">
                  <c:v>13-01-2010</c:v>
                </c:pt>
                <c:pt idx="2504">
                  <c:v>14-01-2010</c:v>
                </c:pt>
                <c:pt idx="2505">
                  <c:v>15-01-2010</c:v>
                </c:pt>
                <c:pt idx="2506">
                  <c:v>18-01-2010</c:v>
                </c:pt>
                <c:pt idx="2507">
                  <c:v>19-01-2010</c:v>
                </c:pt>
                <c:pt idx="2508">
                  <c:v>20-01-2010</c:v>
                </c:pt>
                <c:pt idx="2509">
                  <c:v>21-01-2010</c:v>
                </c:pt>
                <c:pt idx="2510">
                  <c:v>22-01-2010</c:v>
                </c:pt>
                <c:pt idx="2511">
                  <c:v>25-01-2010</c:v>
                </c:pt>
                <c:pt idx="2512">
                  <c:v>27-01-2010</c:v>
                </c:pt>
                <c:pt idx="2513">
                  <c:v>28-01-2010</c:v>
                </c:pt>
                <c:pt idx="2514">
                  <c:v>29-01-2010</c:v>
                </c:pt>
                <c:pt idx="2515">
                  <c:v>01-02-2010</c:v>
                </c:pt>
                <c:pt idx="2516">
                  <c:v>02-02-2010</c:v>
                </c:pt>
                <c:pt idx="2517">
                  <c:v>03-02-2010</c:v>
                </c:pt>
                <c:pt idx="2518">
                  <c:v>04-02-2010</c:v>
                </c:pt>
                <c:pt idx="2519">
                  <c:v>05-02-2010</c:v>
                </c:pt>
                <c:pt idx="2520">
                  <c:v>06-02-2010</c:v>
                </c:pt>
                <c:pt idx="2521">
                  <c:v>08-02-2010</c:v>
                </c:pt>
                <c:pt idx="2522">
                  <c:v>09-02-2010</c:v>
                </c:pt>
                <c:pt idx="2523">
                  <c:v>10-02-2010</c:v>
                </c:pt>
                <c:pt idx="2524">
                  <c:v>11-02-2010</c:v>
                </c:pt>
                <c:pt idx="2525">
                  <c:v>15-02-2010</c:v>
                </c:pt>
                <c:pt idx="2526">
                  <c:v>16-02-2010</c:v>
                </c:pt>
                <c:pt idx="2527">
                  <c:v>17-02-2010</c:v>
                </c:pt>
                <c:pt idx="2528">
                  <c:v>18-02-2010</c:v>
                </c:pt>
                <c:pt idx="2529">
                  <c:v>19-02-2010</c:v>
                </c:pt>
                <c:pt idx="2530">
                  <c:v>22-02-2010</c:v>
                </c:pt>
                <c:pt idx="2531">
                  <c:v>23-02-2010</c:v>
                </c:pt>
                <c:pt idx="2532">
                  <c:v>24-02-2010</c:v>
                </c:pt>
                <c:pt idx="2533">
                  <c:v>25-02-2010</c:v>
                </c:pt>
                <c:pt idx="2534">
                  <c:v>26-02-2010</c:v>
                </c:pt>
                <c:pt idx="2535">
                  <c:v>02-03-2010</c:v>
                </c:pt>
                <c:pt idx="2536">
                  <c:v>03-03-2010</c:v>
                </c:pt>
                <c:pt idx="2537">
                  <c:v>04-03-2010</c:v>
                </c:pt>
                <c:pt idx="2538">
                  <c:v>05-03-2010</c:v>
                </c:pt>
                <c:pt idx="2539">
                  <c:v>08-03-2010</c:v>
                </c:pt>
                <c:pt idx="2540">
                  <c:v>09-03-2010</c:v>
                </c:pt>
                <c:pt idx="2541">
                  <c:v>10-03-2010</c:v>
                </c:pt>
                <c:pt idx="2542">
                  <c:v>11-03-2010</c:v>
                </c:pt>
                <c:pt idx="2543">
                  <c:v>12-03-2010</c:v>
                </c:pt>
                <c:pt idx="2544">
                  <c:v>15-03-2010</c:v>
                </c:pt>
                <c:pt idx="2545">
                  <c:v>16-03-2010</c:v>
                </c:pt>
                <c:pt idx="2546">
                  <c:v>17-03-2010</c:v>
                </c:pt>
                <c:pt idx="2547">
                  <c:v>18-03-2010</c:v>
                </c:pt>
                <c:pt idx="2548">
                  <c:v>19-03-2010</c:v>
                </c:pt>
                <c:pt idx="2549">
                  <c:v>22-03-2010</c:v>
                </c:pt>
                <c:pt idx="2550">
                  <c:v>23-03-2010</c:v>
                </c:pt>
                <c:pt idx="2551">
                  <c:v>25-03-2010</c:v>
                </c:pt>
                <c:pt idx="2552">
                  <c:v>26-03-2010</c:v>
                </c:pt>
                <c:pt idx="2553">
                  <c:v>29-03-2010</c:v>
                </c:pt>
                <c:pt idx="2554">
                  <c:v>30-03-2010</c:v>
                </c:pt>
                <c:pt idx="2555">
                  <c:v>31-03-2010</c:v>
                </c:pt>
                <c:pt idx="2556">
                  <c:v>01-04-2010</c:v>
                </c:pt>
                <c:pt idx="2557">
                  <c:v>05-04-2010</c:v>
                </c:pt>
                <c:pt idx="2558">
                  <c:v>06-04-2010</c:v>
                </c:pt>
                <c:pt idx="2559">
                  <c:v>07-04-2010</c:v>
                </c:pt>
                <c:pt idx="2560">
                  <c:v>08-04-2010</c:v>
                </c:pt>
                <c:pt idx="2561">
                  <c:v>09-04-2010</c:v>
                </c:pt>
                <c:pt idx="2562">
                  <c:v>12-04-2010</c:v>
                </c:pt>
                <c:pt idx="2563">
                  <c:v>13-04-2010</c:v>
                </c:pt>
                <c:pt idx="2564">
                  <c:v>15-04-2010</c:v>
                </c:pt>
                <c:pt idx="2565">
                  <c:v>16-04-2010</c:v>
                </c:pt>
                <c:pt idx="2566">
                  <c:v>19-04-2010</c:v>
                </c:pt>
                <c:pt idx="2567">
                  <c:v>20-04-2010</c:v>
                </c:pt>
                <c:pt idx="2568">
                  <c:v>21-04-2010</c:v>
                </c:pt>
                <c:pt idx="2569">
                  <c:v>22-04-2010</c:v>
                </c:pt>
                <c:pt idx="2570">
                  <c:v>23-04-2010</c:v>
                </c:pt>
                <c:pt idx="2571">
                  <c:v>26-04-2010</c:v>
                </c:pt>
                <c:pt idx="2572">
                  <c:v>27-04-2010</c:v>
                </c:pt>
                <c:pt idx="2573">
                  <c:v>28-04-2010</c:v>
                </c:pt>
                <c:pt idx="2574">
                  <c:v>29-04-2010</c:v>
                </c:pt>
                <c:pt idx="2575">
                  <c:v>30-04-2010</c:v>
                </c:pt>
                <c:pt idx="2576">
                  <c:v>03-05-2010</c:v>
                </c:pt>
                <c:pt idx="2577">
                  <c:v>04-05-2010</c:v>
                </c:pt>
                <c:pt idx="2578">
                  <c:v>05-05-2010</c:v>
                </c:pt>
                <c:pt idx="2579">
                  <c:v>06-05-2010</c:v>
                </c:pt>
                <c:pt idx="2580">
                  <c:v>07-05-2010</c:v>
                </c:pt>
                <c:pt idx="2581">
                  <c:v>10-05-2010</c:v>
                </c:pt>
                <c:pt idx="2582">
                  <c:v>11-05-2010</c:v>
                </c:pt>
                <c:pt idx="2583">
                  <c:v>12-05-2010</c:v>
                </c:pt>
                <c:pt idx="2584">
                  <c:v>13-05-2010</c:v>
                </c:pt>
                <c:pt idx="2585">
                  <c:v>14-05-2010</c:v>
                </c:pt>
                <c:pt idx="2586">
                  <c:v>17-05-2010</c:v>
                </c:pt>
                <c:pt idx="2587">
                  <c:v>18-05-2010</c:v>
                </c:pt>
                <c:pt idx="2588">
                  <c:v>19-05-2010</c:v>
                </c:pt>
                <c:pt idx="2589">
                  <c:v>20-05-2010</c:v>
                </c:pt>
                <c:pt idx="2590">
                  <c:v>21-05-2010</c:v>
                </c:pt>
                <c:pt idx="2591">
                  <c:v>24-05-2010</c:v>
                </c:pt>
                <c:pt idx="2592">
                  <c:v>25-05-2010</c:v>
                </c:pt>
                <c:pt idx="2593">
                  <c:v>26-05-2010</c:v>
                </c:pt>
                <c:pt idx="2594">
                  <c:v>27-05-2010</c:v>
                </c:pt>
                <c:pt idx="2595">
                  <c:v>28-05-2010</c:v>
                </c:pt>
                <c:pt idx="2596">
                  <c:v>31-05-2010</c:v>
                </c:pt>
                <c:pt idx="2597">
                  <c:v>01-06-2010</c:v>
                </c:pt>
                <c:pt idx="2598">
                  <c:v>02-06-2010</c:v>
                </c:pt>
                <c:pt idx="2599">
                  <c:v>03-06-2010</c:v>
                </c:pt>
                <c:pt idx="2600">
                  <c:v>04-06-2010</c:v>
                </c:pt>
                <c:pt idx="2601">
                  <c:v>07-06-2010</c:v>
                </c:pt>
                <c:pt idx="2602">
                  <c:v>08-06-2010</c:v>
                </c:pt>
                <c:pt idx="2603">
                  <c:v>09-06-2010</c:v>
                </c:pt>
                <c:pt idx="2604">
                  <c:v>10-06-2010</c:v>
                </c:pt>
                <c:pt idx="2605">
                  <c:v>11-06-2010</c:v>
                </c:pt>
                <c:pt idx="2606">
                  <c:v>14-06-2010</c:v>
                </c:pt>
                <c:pt idx="2607">
                  <c:v>15-06-2010</c:v>
                </c:pt>
                <c:pt idx="2608">
                  <c:v>16-06-2010</c:v>
                </c:pt>
                <c:pt idx="2609">
                  <c:v>17-06-2010</c:v>
                </c:pt>
                <c:pt idx="2610">
                  <c:v>18-06-2010</c:v>
                </c:pt>
                <c:pt idx="2611">
                  <c:v>21-06-2010</c:v>
                </c:pt>
                <c:pt idx="2612">
                  <c:v>22-06-2010</c:v>
                </c:pt>
                <c:pt idx="2613">
                  <c:v>23-06-2010</c:v>
                </c:pt>
                <c:pt idx="2614">
                  <c:v>24-06-2010</c:v>
                </c:pt>
                <c:pt idx="2615">
                  <c:v>25-06-2010</c:v>
                </c:pt>
                <c:pt idx="2616">
                  <c:v>28-06-2010</c:v>
                </c:pt>
                <c:pt idx="2617">
                  <c:v>29-06-2010</c:v>
                </c:pt>
                <c:pt idx="2618">
                  <c:v>30-06-2010</c:v>
                </c:pt>
                <c:pt idx="2619">
                  <c:v>01-07-2010</c:v>
                </c:pt>
                <c:pt idx="2620">
                  <c:v>02-07-2010</c:v>
                </c:pt>
                <c:pt idx="2621">
                  <c:v>05-07-2010</c:v>
                </c:pt>
                <c:pt idx="2622">
                  <c:v>06-07-2010</c:v>
                </c:pt>
                <c:pt idx="2623">
                  <c:v>07-07-2010</c:v>
                </c:pt>
                <c:pt idx="2624">
                  <c:v>08-07-2010</c:v>
                </c:pt>
                <c:pt idx="2625">
                  <c:v>09-07-2010</c:v>
                </c:pt>
                <c:pt idx="2626">
                  <c:v>12-07-2010</c:v>
                </c:pt>
                <c:pt idx="2627">
                  <c:v>13-07-2010</c:v>
                </c:pt>
                <c:pt idx="2628">
                  <c:v>14-07-2010</c:v>
                </c:pt>
                <c:pt idx="2629">
                  <c:v>15-07-2010</c:v>
                </c:pt>
                <c:pt idx="2630">
                  <c:v>16-07-2010</c:v>
                </c:pt>
                <c:pt idx="2631">
                  <c:v>19-07-2010</c:v>
                </c:pt>
                <c:pt idx="2632">
                  <c:v>20-07-2010</c:v>
                </c:pt>
                <c:pt idx="2633">
                  <c:v>21-07-2010</c:v>
                </c:pt>
                <c:pt idx="2634">
                  <c:v>22-07-2010</c:v>
                </c:pt>
                <c:pt idx="2635">
                  <c:v>23-07-2010</c:v>
                </c:pt>
                <c:pt idx="2636">
                  <c:v>26-07-2010</c:v>
                </c:pt>
                <c:pt idx="2637">
                  <c:v>27-07-2010</c:v>
                </c:pt>
                <c:pt idx="2638">
                  <c:v>28-07-2010</c:v>
                </c:pt>
                <c:pt idx="2639">
                  <c:v>29-07-2010</c:v>
                </c:pt>
                <c:pt idx="2640">
                  <c:v>30-07-2010</c:v>
                </c:pt>
                <c:pt idx="2641">
                  <c:v>02-08-2010</c:v>
                </c:pt>
                <c:pt idx="2642">
                  <c:v>03-08-2010</c:v>
                </c:pt>
                <c:pt idx="2643">
                  <c:v>04-08-2010</c:v>
                </c:pt>
                <c:pt idx="2644">
                  <c:v>05-08-2010</c:v>
                </c:pt>
                <c:pt idx="2645">
                  <c:v>06-08-2010</c:v>
                </c:pt>
                <c:pt idx="2646">
                  <c:v>09-08-2010</c:v>
                </c:pt>
                <c:pt idx="2647">
                  <c:v>10-08-2010</c:v>
                </c:pt>
                <c:pt idx="2648">
                  <c:v>11-08-2010</c:v>
                </c:pt>
                <c:pt idx="2649">
                  <c:v>12-08-2010</c:v>
                </c:pt>
                <c:pt idx="2650">
                  <c:v>13-08-2010</c:v>
                </c:pt>
                <c:pt idx="2651">
                  <c:v>16-08-2010</c:v>
                </c:pt>
                <c:pt idx="2652">
                  <c:v>17-08-2010</c:v>
                </c:pt>
                <c:pt idx="2653">
                  <c:v>18-08-2010</c:v>
                </c:pt>
                <c:pt idx="2654">
                  <c:v>19-08-2010</c:v>
                </c:pt>
                <c:pt idx="2655">
                  <c:v>20-08-2010</c:v>
                </c:pt>
                <c:pt idx="2656">
                  <c:v>23-08-2010</c:v>
                </c:pt>
                <c:pt idx="2657">
                  <c:v>24-08-2010</c:v>
                </c:pt>
                <c:pt idx="2658">
                  <c:v>25-08-2010</c:v>
                </c:pt>
                <c:pt idx="2659">
                  <c:v>26-08-2010</c:v>
                </c:pt>
                <c:pt idx="2660">
                  <c:v>27-08-2010</c:v>
                </c:pt>
                <c:pt idx="2661">
                  <c:v>30-08-2010</c:v>
                </c:pt>
                <c:pt idx="2662">
                  <c:v>31-08-2010</c:v>
                </c:pt>
                <c:pt idx="2663">
                  <c:v>01-09-2010</c:v>
                </c:pt>
                <c:pt idx="2664">
                  <c:v>02-09-2010</c:v>
                </c:pt>
                <c:pt idx="2665">
                  <c:v>03-09-2010</c:v>
                </c:pt>
                <c:pt idx="2666">
                  <c:v>06-09-2010</c:v>
                </c:pt>
                <c:pt idx="2667">
                  <c:v>07-09-2010</c:v>
                </c:pt>
                <c:pt idx="2668">
                  <c:v>08-09-2010</c:v>
                </c:pt>
                <c:pt idx="2669">
                  <c:v>09-09-2010</c:v>
                </c:pt>
                <c:pt idx="2670">
                  <c:v>13-09-2010</c:v>
                </c:pt>
                <c:pt idx="2671">
                  <c:v>14-09-2010</c:v>
                </c:pt>
                <c:pt idx="2672">
                  <c:v>15-09-2010</c:v>
                </c:pt>
                <c:pt idx="2673">
                  <c:v>16-09-2010</c:v>
                </c:pt>
                <c:pt idx="2674">
                  <c:v>17-09-2010</c:v>
                </c:pt>
                <c:pt idx="2675">
                  <c:v>20-09-2010</c:v>
                </c:pt>
                <c:pt idx="2676">
                  <c:v>21-09-2010</c:v>
                </c:pt>
                <c:pt idx="2677">
                  <c:v>22-09-2010</c:v>
                </c:pt>
                <c:pt idx="2678">
                  <c:v>23-09-2010</c:v>
                </c:pt>
                <c:pt idx="2679">
                  <c:v>24-09-2010</c:v>
                </c:pt>
                <c:pt idx="2680">
                  <c:v>27-09-2010</c:v>
                </c:pt>
                <c:pt idx="2681">
                  <c:v>28-09-2010</c:v>
                </c:pt>
                <c:pt idx="2682">
                  <c:v>29-09-2010</c:v>
                </c:pt>
                <c:pt idx="2683">
                  <c:v>30-09-2010</c:v>
                </c:pt>
                <c:pt idx="2684">
                  <c:v>01-10-2010</c:v>
                </c:pt>
                <c:pt idx="2685">
                  <c:v>04-10-2010</c:v>
                </c:pt>
                <c:pt idx="2686">
                  <c:v>05-10-2010</c:v>
                </c:pt>
                <c:pt idx="2687">
                  <c:v>06-10-2010</c:v>
                </c:pt>
                <c:pt idx="2688">
                  <c:v>07-10-2010</c:v>
                </c:pt>
                <c:pt idx="2689">
                  <c:v>08-10-2010</c:v>
                </c:pt>
                <c:pt idx="2690">
                  <c:v>11-10-2010</c:v>
                </c:pt>
                <c:pt idx="2691">
                  <c:v>12-10-2010</c:v>
                </c:pt>
                <c:pt idx="2692">
                  <c:v>13-10-2010</c:v>
                </c:pt>
                <c:pt idx="2693">
                  <c:v>14-10-2010</c:v>
                </c:pt>
                <c:pt idx="2694">
                  <c:v>15-10-2010</c:v>
                </c:pt>
                <c:pt idx="2695">
                  <c:v>18-10-2010</c:v>
                </c:pt>
                <c:pt idx="2696">
                  <c:v>19-10-2010</c:v>
                </c:pt>
                <c:pt idx="2697">
                  <c:v>20-10-2010</c:v>
                </c:pt>
                <c:pt idx="2698">
                  <c:v>21-10-2010</c:v>
                </c:pt>
                <c:pt idx="2699">
                  <c:v>22-10-2010</c:v>
                </c:pt>
                <c:pt idx="2700">
                  <c:v>25-10-2010</c:v>
                </c:pt>
                <c:pt idx="2701">
                  <c:v>26-10-2010</c:v>
                </c:pt>
                <c:pt idx="2702">
                  <c:v>27-10-2010</c:v>
                </c:pt>
                <c:pt idx="2703">
                  <c:v>28-10-2010</c:v>
                </c:pt>
                <c:pt idx="2704">
                  <c:v>29-10-2010</c:v>
                </c:pt>
                <c:pt idx="2705">
                  <c:v>01-11-2010</c:v>
                </c:pt>
                <c:pt idx="2706">
                  <c:v>02-11-2010</c:v>
                </c:pt>
                <c:pt idx="2707">
                  <c:v>03-11-2010</c:v>
                </c:pt>
                <c:pt idx="2708">
                  <c:v>04-11-2010</c:v>
                </c:pt>
                <c:pt idx="2709">
                  <c:v>05-11-2010</c:v>
                </c:pt>
                <c:pt idx="2710">
                  <c:v>08-11-2010</c:v>
                </c:pt>
                <c:pt idx="2711">
                  <c:v>09-11-2010</c:v>
                </c:pt>
                <c:pt idx="2712">
                  <c:v>10-11-2010</c:v>
                </c:pt>
                <c:pt idx="2713">
                  <c:v>11-11-2010</c:v>
                </c:pt>
                <c:pt idx="2714">
                  <c:v>12-11-2010</c:v>
                </c:pt>
                <c:pt idx="2715">
                  <c:v>15-11-2010</c:v>
                </c:pt>
                <c:pt idx="2716">
                  <c:v>16-11-2010</c:v>
                </c:pt>
                <c:pt idx="2717">
                  <c:v>18-11-2010</c:v>
                </c:pt>
                <c:pt idx="2718">
                  <c:v>19-11-2010</c:v>
                </c:pt>
                <c:pt idx="2719">
                  <c:v>22-11-2010</c:v>
                </c:pt>
                <c:pt idx="2720">
                  <c:v>23-11-2010</c:v>
                </c:pt>
                <c:pt idx="2721">
                  <c:v>24-11-2010</c:v>
                </c:pt>
                <c:pt idx="2722">
                  <c:v>25-11-2010</c:v>
                </c:pt>
                <c:pt idx="2723">
                  <c:v>26-11-2010</c:v>
                </c:pt>
                <c:pt idx="2724">
                  <c:v>29-11-2010</c:v>
                </c:pt>
                <c:pt idx="2725">
                  <c:v>30-11-2010</c:v>
                </c:pt>
                <c:pt idx="2726">
                  <c:v>01-12-2010</c:v>
                </c:pt>
                <c:pt idx="2727">
                  <c:v>02-12-2010</c:v>
                </c:pt>
                <c:pt idx="2728">
                  <c:v>03-12-2010</c:v>
                </c:pt>
                <c:pt idx="2729">
                  <c:v>06-12-2010</c:v>
                </c:pt>
                <c:pt idx="2730">
                  <c:v>07-12-2010</c:v>
                </c:pt>
                <c:pt idx="2731">
                  <c:v>08-12-2010</c:v>
                </c:pt>
                <c:pt idx="2732">
                  <c:v>09-12-2010</c:v>
                </c:pt>
                <c:pt idx="2733">
                  <c:v>10-12-2010</c:v>
                </c:pt>
                <c:pt idx="2734">
                  <c:v>13-12-2010</c:v>
                </c:pt>
                <c:pt idx="2735">
                  <c:v>14-12-2010</c:v>
                </c:pt>
                <c:pt idx="2736">
                  <c:v>15-12-2010</c:v>
                </c:pt>
                <c:pt idx="2737">
                  <c:v>16-12-2010</c:v>
                </c:pt>
                <c:pt idx="2738">
                  <c:v>20-12-2010</c:v>
                </c:pt>
                <c:pt idx="2739">
                  <c:v>21-12-2010</c:v>
                </c:pt>
                <c:pt idx="2740">
                  <c:v>22-12-2010</c:v>
                </c:pt>
                <c:pt idx="2741">
                  <c:v>23-12-2010</c:v>
                </c:pt>
                <c:pt idx="2742">
                  <c:v>24-12-2010</c:v>
                </c:pt>
                <c:pt idx="2743">
                  <c:v>27-12-2010</c:v>
                </c:pt>
                <c:pt idx="2744">
                  <c:v>28-12-2010</c:v>
                </c:pt>
                <c:pt idx="2745">
                  <c:v>29-12-2010</c:v>
                </c:pt>
                <c:pt idx="2746">
                  <c:v>30-12-2010</c:v>
                </c:pt>
                <c:pt idx="2747">
                  <c:v>31-12-2010</c:v>
                </c:pt>
                <c:pt idx="2748">
                  <c:v>03-01-2011</c:v>
                </c:pt>
                <c:pt idx="2749">
                  <c:v>04-01-2011</c:v>
                </c:pt>
                <c:pt idx="2750">
                  <c:v>05-01-2011</c:v>
                </c:pt>
                <c:pt idx="2751">
                  <c:v>06-01-2011</c:v>
                </c:pt>
                <c:pt idx="2752">
                  <c:v>07-01-2011</c:v>
                </c:pt>
                <c:pt idx="2753">
                  <c:v>10-01-2011</c:v>
                </c:pt>
                <c:pt idx="2754">
                  <c:v>11-01-2011</c:v>
                </c:pt>
                <c:pt idx="2755">
                  <c:v>12-01-2011</c:v>
                </c:pt>
                <c:pt idx="2756">
                  <c:v>13-01-2011</c:v>
                </c:pt>
                <c:pt idx="2757">
                  <c:v>14-01-2011</c:v>
                </c:pt>
                <c:pt idx="2758">
                  <c:v>17-01-2011</c:v>
                </c:pt>
                <c:pt idx="2759">
                  <c:v>18-01-2011</c:v>
                </c:pt>
                <c:pt idx="2760">
                  <c:v>19-01-2011</c:v>
                </c:pt>
                <c:pt idx="2761">
                  <c:v>20-01-2011</c:v>
                </c:pt>
                <c:pt idx="2762">
                  <c:v>21-01-2011</c:v>
                </c:pt>
                <c:pt idx="2763">
                  <c:v>24-01-2011</c:v>
                </c:pt>
                <c:pt idx="2764">
                  <c:v>25-01-2011</c:v>
                </c:pt>
                <c:pt idx="2765">
                  <c:v>27-01-2011</c:v>
                </c:pt>
                <c:pt idx="2766">
                  <c:v>28-01-2011</c:v>
                </c:pt>
                <c:pt idx="2767">
                  <c:v>31-01-2011</c:v>
                </c:pt>
                <c:pt idx="2768">
                  <c:v>01-02-2011</c:v>
                </c:pt>
                <c:pt idx="2769">
                  <c:v>02-02-2011</c:v>
                </c:pt>
                <c:pt idx="2770">
                  <c:v>03-02-2011</c:v>
                </c:pt>
                <c:pt idx="2771">
                  <c:v>04-02-2011</c:v>
                </c:pt>
                <c:pt idx="2772">
                  <c:v>07-02-2011</c:v>
                </c:pt>
                <c:pt idx="2773">
                  <c:v>08-02-2011</c:v>
                </c:pt>
                <c:pt idx="2774">
                  <c:v>09-02-2011</c:v>
                </c:pt>
                <c:pt idx="2775">
                  <c:v>10-02-2011</c:v>
                </c:pt>
                <c:pt idx="2776">
                  <c:v>11-02-2011</c:v>
                </c:pt>
                <c:pt idx="2777">
                  <c:v>14-02-2011</c:v>
                </c:pt>
                <c:pt idx="2778">
                  <c:v>15-02-2011</c:v>
                </c:pt>
                <c:pt idx="2779">
                  <c:v>16-02-2011</c:v>
                </c:pt>
                <c:pt idx="2780">
                  <c:v>17-02-2011</c:v>
                </c:pt>
                <c:pt idx="2781">
                  <c:v>18-02-2011</c:v>
                </c:pt>
                <c:pt idx="2782">
                  <c:v>21-02-2011</c:v>
                </c:pt>
                <c:pt idx="2783">
                  <c:v>22-02-2011</c:v>
                </c:pt>
                <c:pt idx="2784">
                  <c:v>23-02-2011</c:v>
                </c:pt>
                <c:pt idx="2785">
                  <c:v>24-02-2011</c:v>
                </c:pt>
                <c:pt idx="2786">
                  <c:v>25-02-2011</c:v>
                </c:pt>
                <c:pt idx="2787">
                  <c:v>28-02-2011</c:v>
                </c:pt>
                <c:pt idx="2788">
                  <c:v>01-03-2011</c:v>
                </c:pt>
                <c:pt idx="2789">
                  <c:v>03-03-2011</c:v>
                </c:pt>
                <c:pt idx="2790">
                  <c:v>04-03-2011</c:v>
                </c:pt>
                <c:pt idx="2791">
                  <c:v>07-03-2011</c:v>
                </c:pt>
                <c:pt idx="2792">
                  <c:v>08-03-2011</c:v>
                </c:pt>
                <c:pt idx="2793">
                  <c:v>09-03-2011</c:v>
                </c:pt>
                <c:pt idx="2794">
                  <c:v>10-03-2011</c:v>
                </c:pt>
                <c:pt idx="2795">
                  <c:v>11-03-2011</c:v>
                </c:pt>
                <c:pt idx="2796">
                  <c:v>14-03-2011</c:v>
                </c:pt>
                <c:pt idx="2797">
                  <c:v>15-03-2011</c:v>
                </c:pt>
                <c:pt idx="2798">
                  <c:v>16-03-2011</c:v>
                </c:pt>
                <c:pt idx="2799">
                  <c:v>17-03-2011</c:v>
                </c:pt>
                <c:pt idx="2800">
                  <c:v>18-03-2011</c:v>
                </c:pt>
                <c:pt idx="2801">
                  <c:v>21-03-2011</c:v>
                </c:pt>
                <c:pt idx="2802">
                  <c:v>22-03-2011</c:v>
                </c:pt>
                <c:pt idx="2803">
                  <c:v>23-03-2011</c:v>
                </c:pt>
                <c:pt idx="2804">
                  <c:v>24-03-2011</c:v>
                </c:pt>
                <c:pt idx="2805">
                  <c:v>25-03-2011</c:v>
                </c:pt>
                <c:pt idx="2806">
                  <c:v>28-03-2011</c:v>
                </c:pt>
                <c:pt idx="2807">
                  <c:v>29-03-2011</c:v>
                </c:pt>
                <c:pt idx="2808">
                  <c:v>30-03-2011</c:v>
                </c:pt>
                <c:pt idx="2809">
                  <c:v>31-03-2011</c:v>
                </c:pt>
                <c:pt idx="2810">
                  <c:v>01-04-2011</c:v>
                </c:pt>
                <c:pt idx="2811">
                  <c:v>04-04-2011</c:v>
                </c:pt>
                <c:pt idx="2812">
                  <c:v>05-04-2011</c:v>
                </c:pt>
                <c:pt idx="2813">
                  <c:v>06-04-2011</c:v>
                </c:pt>
                <c:pt idx="2814">
                  <c:v>07-04-2011</c:v>
                </c:pt>
                <c:pt idx="2815">
                  <c:v>08-04-2011</c:v>
                </c:pt>
                <c:pt idx="2816">
                  <c:v>11-04-2011</c:v>
                </c:pt>
                <c:pt idx="2817">
                  <c:v>13-04-2011</c:v>
                </c:pt>
                <c:pt idx="2818">
                  <c:v>15-04-2011</c:v>
                </c:pt>
                <c:pt idx="2819">
                  <c:v>18-04-2011</c:v>
                </c:pt>
                <c:pt idx="2820">
                  <c:v>19-04-2011</c:v>
                </c:pt>
                <c:pt idx="2821">
                  <c:v>20-04-2011</c:v>
                </c:pt>
                <c:pt idx="2822">
                  <c:v>21-04-2011</c:v>
                </c:pt>
                <c:pt idx="2823">
                  <c:v>25-04-2011</c:v>
                </c:pt>
                <c:pt idx="2824">
                  <c:v>26-04-2011</c:v>
                </c:pt>
                <c:pt idx="2825">
                  <c:v>27-04-2011</c:v>
                </c:pt>
                <c:pt idx="2826">
                  <c:v>28-04-2011</c:v>
                </c:pt>
                <c:pt idx="2827">
                  <c:v>29-04-2011</c:v>
                </c:pt>
                <c:pt idx="2828">
                  <c:v>02-05-2011</c:v>
                </c:pt>
                <c:pt idx="2829">
                  <c:v>03-05-2011</c:v>
                </c:pt>
                <c:pt idx="2830">
                  <c:v>04-05-2011</c:v>
                </c:pt>
                <c:pt idx="2831">
                  <c:v>05-05-2011</c:v>
                </c:pt>
                <c:pt idx="2832">
                  <c:v>06-05-2011</c:v>
                </c:pt>
                <c:pt idx="2833">
                  <c:v>09-05-2011</c:v>
                </c:pt>
                <c:pt idx="2834">
                  <c:v>10-05-2011</c:v>
                </c:pt>
                <c:pt idx="2835">
                  <c:v>11-05-2011</c:v>
                </c:pt>
                <c:pt idx="2836">
                  <c:v>12-05-2011</c:v>
                </c:pt>
                <c:pt idx="2837">
                  <c:v>13-05-2011</c:v>
                </c:pt>
                <c:pt idx="2838">
                  <c:v>16-05-2011</c:v>
                </c:pt>
                <c:pt idx="2839">
                  <c:v>17-05-2011</c:v>
                </c:pt>
                <c:pt idx="2840">
                  <c:v>18-05-2011</c:v>
                </c:pt>
                <c:pt idx="2841">
                  <c:v>19-05-2011</c:v>
                </c:pt>
                <c:pt idx="2842">
                  <c:v>20-05-2011</c:v>
                </c:pt>
                <c:pt idx="2843">
                  <c:v>23-05-2011</c:v>
                </c:pt>
                <c:pt idx="2844">
                  <c:v>24-05-2011</c:v>
                </c:pt>
                <c:pt idx="2845">
                  <c:v>25-05-2011</c:v>
                </c:pt>
                <c:pt idx="2846">
                  <c:v>26-05-2011</c:v>
                </c:pt>
                <c:pt idx="2847">
                  <c:v>27-05-2011</c:v>
                </c:pt>
                <c:pt idx="2848">
                  <c:v>30-05-2011</c:v>
                </c:pt>
                <c:pt idx="2849">
                  <c:v>31-05-2011</c:v>
                </c:pt>
                <c:pt idx="2850">
                  <c:v>01-06-2011</c:v>
                </c:pt>
                <c:pt idx="2851">
                  <c:v>02-06-2011</c:v>
                </c:pt>
                <c:pt idx="2852">
                  <c:v>03-06-2011</c:v>
                </c:pt>
                <c:pt idx="2853">
                  <c:v>06-06-2011</c:v>
                </c:pt>
                <c:pt idx="2854">
                  <c:v>07-06-2011</c:v>
                </c:pt>
                <c:pt idx="2855">
                  <c:v>08-06-2011</c:v>
                </c:pt>
                <c:pt idx="2856">
                  <c:v>09-06-2011</c:v>
                </c:pt>
                <c:pt idx="2857">
                  <c:v>10-06-2011</c:v>
                </c:pt>
                <c:pt idx="2858">
                  <c:v>13-06-2011</c:v>
                </c:pt>
                <c:pt idx="2859">
                  <c:v>14-06-2011</c:v>
                </c:pt>
                <c:pt idx="2860">
                  <c:v>15-06-2011</c:v>
                </c:pt>
                <c:pt idx="2861">
                  <c:v>16-06-2011</c:v>
                </c:pt>
                <c:pt idx="2862">
                  <c:v>17-06-2011</c:v>
                </c:pt>
                <c:pt idx="2863">
                  <c:v>20-06-2011</c:v>
                </c:pt>
                <c:pt idx="2864">
                  <c:v>21-06-2011</c:v>
                </c:pt>
                <c:pt idx="2865">
                  <c:v>22-06-2011</c:v>
                </c:pt>
                <c:pt idx="2866">
                  <c:v>23-06-2011</c:v>
                </c:pt>
                <c:pt idx="2867">
                  <c:v>24-06-2011</c:v>
                </c:pt>
                <c:pt idx="2868">
                  <c:v>27-06-2011</c:v>
                </c:pt>
                <c:pt idx="2869">
                  <c:v>28-06-2011</c:v>
                </c:pt>
                <c:pt idx="2870">
                  <c:v>29-06-2011</c:v>
                </c:pt>
                <c:pt idx="2871">
                  <c:v>30-06-2011</c:v>
                </c:pt>
                <c:pt idx="2872">
                  <c:v>01-07-2011</c:v>
                </c:pt>
                <c:pt idx="2873">
                  <c:v>04-07-2011</c:v>
                </c:pt>
                <c:pt idx="2874">
                  <c:v>05-07-2011</c:v>
                </c:pt>
                <c:pt idx="2875">
                  <c:v>06-07-2011</c:v>
                </c:pt>
                <c:pt idx="2876">
                  <c:v>07-07-2011</c:v>
                </c:pt>
                <c:pt idx="2877">
                  <c:v>08-07-2011</c:v>
                </c:pt>
                <c:pt idx="2878">
                  <c:v>11-07-2011</c:v>
                </c:pt>
                <c:pt idx="2879">
                  <c:v>12-07-2011</c:v>
                </c:pt>
                <c:pt idx="2880">
                  <c:v>13-07-2011</c:v>
                </c:pt>
                <c:pt idx="2881">
                  <c:v>14-07-2011</c:v>
                </c:pt>
                <c:pt idx="2882">
                  <c:v>15-07-2011</c:v>
                </c:pt>
                <c:pt idx="2883">
                  <c:v>18-07-2011</c:v>
                </c:pt>
                <c:pt idx="2884">
                  <c:v>19-07-2011</c:v>
                </c:pt>
                <c:pt idx="2885">
                  <c:v>20-07-2011</c:v>
                </c:pt>
                <c:pt idx="2886">
                  <c:v>21-07-2011</c:v>
                </c:pt>
                <c:pt idx="2887">
                  <c:v>22-07-2011</c:v>
                </c:pt>
                <c:pt idx="2888">
                  <c:v>25-07-2011</c:v>
                </c:pt>
                <c:pt idx="2889">
                  <c:v>26-07-2011</c:v>
                </c:pt>
                <c:pt idx="2890">
                  <c:v>27-07-2011</c:v>
                </c:pt>
                <c:pt idx="2891">
                  <c:v>28-07-2011</c:v>
                </c:pt>
                <c:pt idx="2892">
                  <c:v>29-07-2011</c:v>
                </c:pt>
                <c:pt idx="2893">
                  <c:v>01-08-2011</c:v>
                </c:pt>
                <c:pt idx="2894">
                  <c:v>02-08-2011</c:v>
                </c:pt>
                <c:pt idx="2895">
                  <c:v>03-08-2011</c:v>
                </c:pt>
                <c:pt idx="2896">
                  <c:v>04-08-2011</c:v>
                </c:pt>
                <c:pt idx="2897">
                  <c:v>05-08-2011</c:v>
                </c:pt>
                <c:pt idx="2898">
                  <c:v>08-08-2011</c:v>
                </c:pt>
                <c:pt idx="2899">
                  <c:v>09-08-2011</c:v>
                </c:pt>
                <c:pt idx="2900">
                  <c:v>10-08-2011</c:v>
                </c:pt>
                <c:pt idx="2901">
                  <c:v>11-08-2011</c:v>
                </c:pt>
                <c:pt idx="2902">
                  <c:v>12-08-2011</c:v>
                </c:pt>
                <c:pt idx="2903">
                  <c:v>16-08-2011</c:v>
                </c:pt>
                <c:pt idx="2904">
                  <c:v>17-08-2011</c:v>
                </c:pt>
                <c:pt idx="2905">
                  <c:v>18-08-2011</c:v>
                </c:pt>
                <c:pt idx="2906">
                  <c:v>19-08-2011</c:v>
                </c:pt>
                <c:pt idx="2907">
                  <c:v>22-08-2011</c:v>
                </c:pt>
                <c:pt idx="2908">
                  <c:v>23-08-2011</c:v>
                </c:pt>
                <c:pt idx="2909">
                  <c:v>24-08-2011</c:v>
                </c:pt>
                <c:pt idx="2910">
                  <c:v>25-08-2011</c:v>
                </c:pt>
                <c:pt idx="2911">
                  <c:v>26-08-2011</c:v>
                </c:pt>
                <c:pt idx="2912">
                  <c:v>29-08-2011</c:v>
                </c:pt>
                <c:pt idx="2913">
                  <c:v>30-08-2011</c:v>
                </c:pt>
                <c:pt idx="2914">
                  <c:v>02-09-2011</c:v>
                </c:pt>
                <c:pt idx="2915">
                  <c:v>05-09-2011</c:v>
                </c:pt>
                <c:pt idx="2916">
                  <c:v>06-09-2011</c:v>
                </c:pt>
                <c:pt idx="2917">
                  <c:v>07-09-2011</c:v>
                </c:pt>
                <c:pt idx="2918">
                  <c:v>08-09-2011</c:v>
                </c:pt>
                <c:pt idx="2919">
                  <c:v>09-09-2011</c:v>
                </c:pt>
                <c:pt idx="2920">
                  <c:v>12-09-2011</c:v>
                </c:pt>
                <c:pt idx="2921">
                  <c:v>13-09-2011</c:v>
                </c:pt>
                <c:pt idx="2922">
                  <c:v>14-09-2011</c:v>
                </c:pt>
                <c:pt idx="2923">
                  <c:v>15-09-2011</c:v>
                </c:pt>
                <c:pt idx="2924">
                  <c:v>16-09-2011</c:v>
                </c:pt>
                <c:pt idx="2925">
                  <c:v>19-09-2011</c:v>
                </c:pt>
                <c:pt idx="2926">
                  <c:v>20-09-2011</c:v>
                </c:pt>
                <c:pt idx="2927">
                  <c:v>21-09-2011</c:v>
                </c:pt>
                <c:pt idx="2928">
                  <c:v>22-09-2011</c:v>
                </c:pt>
                <c:pt idx="2929">
                  <c:v>23-09-2011</c:v>
                </c:pt>
                <c:pt idx="2930">
                  <c:v>26-09-2011</c:v>
                </c:pt>
                <c:pt idx="2931">
                  <c:v>27-09-2011</c:v>
                </c:pt>
                <c:pt idx="2932">
                  <c:v>28-09-2011</c:v>
                </c:pt>
                <c:pt idx="2933">
                  <c:v>29-09-2011</c:v>
                </c:pt>
                <c:pt idx="2934">
                  <c:v>30-09-2011</c:v>
                </c:pt>
                <c:pt idx="2935">
                  <c:v>03-10-2011</c:v>
                </c:pt>
                <c:pt idx="2936">
                  <c:v>04-10-2011</c:v>
                </c:pt>
                <c:pt idx="2937">
                  <c:v>05-10-2011</c:v>
                </c:pt>
                <c:pt idx="2938">
                  <c:v>07-10-2011</c:v>
                </c:pt>
                <c:pt idx="2939">
                  <c:v>10-10-2011</c:v>
                </c:pt>
                <c:pt idx="2940">
                  <c:v>11-10-2011</c:v>
                </c:pt>
                <c:pt idx="2941">
                  <c:v>12-10-2011</c:v>
                </c:pt>
                <c:pt idx="2942">
                  <c:v>13-10-2011</c:v>
                </c:pt>
                <c:pt idx="2943">
                  <c:v>14-10-2011</c:v>
                </c:pt>
                <c:pt idx="2944">
                  <c:v>17-10-2011</c:v>
                </c:pt>
                <c:pt idx="2945">
                  <c:v>18-10-2011</c:v>
                </c:pt>
                <c:pt idx="2946">
                  <c:v>19-10-2011</c:v>
                </c:pt>
                <c:pt idx="2947">
                  <c:v>20-10-2011</c:v>
                </c:pt>
                <c:pt idx="2948">
                  <c:v>21-10-2011</c:v>
                </c:pt>
                <c:pt idx="2949">
                  <c:v>24-10-2011</c:v>
                </c:pt>
                <c:pt idx="2950">
                  <c:v>25-10-2011</c:v>
                </c:pt>
                <c:pt idx="2951">
                  <c:v>26-10-2011</c:v>
                </c:pt>
                <c:pt idx="2952">
                  <c:v>28-10-2011</c:v>
                </c:pt>
                <c:pt idx="2953">
                  <c:v>31-10-2011</c:v>
                </c:pt>
                <c:pt idx="2954">
                  <c:v>01-11-2011</c:v>
                </c:pt>
                <c:pt idx="2955">
                  <c:v>02-11-2011</c:v>
                </c:pt>
                <c:pt idx="2956">
                  <c:v>03-11-2011</c:v>
                </c:pt>
                <c:pt idx="2957">
                  <c:v>04-11-2011</c:v>
                </c:pt>
                <c:pt idx="2958">
                  <c:v>08-11-2011</c:v>
                </c:pt>
                <c:pt idx="2959">
                  <c:v>09-11-2011</c:v>
                </c:pt>
                <c:pt idx="2960">
                  <c:v>11-11-2011</c:v>
                </c:pt>
                <c:pt idx="2961">
                  <c:v>14-11-2011</c:v>
                </c:pt>
                <c:pt idx="2962">
                  <c:v>15-11-2011</c:v>
                </c:pt>
                <c:pt idx="2963">
                  <c:v>16-11-2011</c:v>
                </c:pt>
                <c:pt idx="2964">
                  <c:v>17-11-2011</c:v>
                </c:pt>
                <c:pt idx="2965">
                  <c:v>18-11-2011</c:v>
                </c:pt>
                <c:pt idx="2966">
                  <c:v>21-11-2011</c:v>
                </c:pt>
                <c:pt idx="2967">
                  <c:v>22-11-2011</c:v>
                </c:pt>
                <c:pt idx="2968">
                  <c:v>23-11-2011</c:v>
                </c:pt>
                <c:pt idx="2969">
                  <c:v>24-11-2011</c:v>
                </c:pt>
                <c:pt idx="2970">
                  <c:v>25-11-2011</c:v>
                </c:pt>
                <c:pt idx="2971">
                  <c:v>28-11-2011</c:v>
                </c:pt>
                <c:pt idx="2972">
                  <c:v>29-11-2011</c:v>
                </c:pt>
                <c:pt idx="2973">
                  <c:v>30-11-2011</c:v>
                </c:pt>
                <c:pt idx="2974">
                  <c:v>01-12-2011</c:v>
                </c:pt>
                <c:pt idx="2975">
                  <c:v>02-12-2011</c:v>
                </c:pt>
                <c:pt idx="2976">
                  <c:v>05-12-2011</c:v>
                </c:pt>
                <c:pt idx="2977">
                  <c:v>07-12-2011</c:v>
                </c:pt>
                <c:pt idx="2978">
                  <c:v>08-12-2011</c:v>
                </c:pt>
                <c:pt idx="2979">
                  <c:v>09-12-2011</c:v>
                </c:pt>
                <c:pt idx="2980">
                  <c:v>12-12-2011</c:v>
                </c:pt>
                <c:pt idx="2981">
                  <c:v>13-12-2011</c:v>
                </c:pt>
                <c:pt idx="2982">
                  <c:v>14-12-2011</c:v>
                </c:pt>
                <c:pt idx="2983">
                  <c:v>15-12-2011</c:v>
                </c:pt>
                <c:pt idx="2984">
                  <c:v>16-12-2011</c:v>
                </c:pt>
                <c:pt idx="2985">
                  <c:v>19-12-2011</c:v>
                </c:pt>
                <c:pt idx="2986">
                  <c:v>20-12-2011</c:v>
                </c:pt>
                <c:pt idx="2987">
                  <c:v>21-12-2011</c:v>
                </c:pt>
                <c:pt idx="2988">
                  <c:v>22-12-2011</c:v>
                </c:pt>
                <c:pt idx="2989">
                  <c:v>23-12-2011</c:v>
                </c:pt>
                <c:pt idx="2990">
                  <c:v>26-12-2011</c:v>
                </c:pt>
                <c:pt idx="2991">
                  <c:v>27-12-2011</c:v>
                </c:pt>
                <c:pt idx="2992">
                  <c:v>28-12-2011</c:v>
                </c:pt>
                <c:pt idx="2993">
                  <c:v>29-12-2011</c:v>
                </c:pt>
                <c:pt idx="2994">
                  <c:v>30-12-2011</c:v>
                </c:pt>
                <c:pt idx="2995">
                  <c:v>02-01-2012</c:v>
                </c:pt>
                <c:pt idx="2996">
                  <c:v>03-01-2012</c:v>
                </c:pt>
                <c:pt idx="2997">
                  <c:v>04-01-2012</c:v>
                </c:pt>
                <c:pt idx="2998">
                  <c:v>05-01-2012</c:v>
                </c:pt>
                <c:pt idx="2999">
                  <c:v>06-01-2012</c:v>
                </c:pt>
                <c:pt idx="3000">
                  <c:v>07-01-2012</c:v>
                </c:pt>
                <c:pt idx="3001">
                  <c:v>09-01-2012</c:v>
                </c:pt>
                <c:pt idx="3002">
                  <c:v>10-01-2012</c:v>
                </c:pt>
                <c:pt idx="3003">
                  <c:v>11-01-2012</c:v>
                </c:pt>
                <c:pt idx="3004">
                  <c:v>12-01-2012</c:v>
                </c:pt>
                <c:pt idx="3005">
                  <c:v>13-01-2012</c:v>
                </c:pt>
                <c:pt idx="3006">
                  <c:v>16-01-2012</c:v>
                </c:pt>
                <c:pt idx="3007">
                  <c:v>17-01-2012</c:v>
                </c:pt>
                <c:pt idx="3008">
                  <c:v>18-01-2012</c:v>
                </c:pt>
                <c:pt idx="3009">
                  <c:v>19-01-2012</c:v>
                </c:pt>
                <c:pt idx="3010">
                  <c:v>20-01-2012</c:v>
                </c:pt>
                <c:pt idx="3011">
                  <c:v>23-01-2012</c:v>
                </c:pt>
                <c:pt idx="3012">
                  <c:v>24-01-2012</c:v>
                </c:pt>
                <c:pt idx="3013">
                  <c:v>25-01-2012</c:v>
                </c:pt>
                <c:pt idx="3014">
                  <c:v>27-01-2012</c:v>
                </c:pt>
                <c:pt idx="3015">
                  <c:v>30-01-2012</c:v>
                </c:pt>
                <c:pt idx="3016">
                  <c:v>31-01-2012</c:v>
                </c:pt>
                <c:pt idx="3017">
                  <c:v>01-02-2012</c:v>
                </c:pt>
                <c:pt idx="3018">
                  <c:v>02-02-2012</c:v>
                </c:pt>
                <c:pt idx="3019">
                  <c:v>03-02-2012</c:v>
                </c:pt>
                <c:pt idx="3020">
                  <c:v>06-02-2012</c:v>
                </c:pt>
                <c:pt idx="3021">
                  <c:v>07-02-2012</c:v>
                </c:pt>
                <c:pt idx="3022">
                  <c:v>08-02-2012</c:v>
                </c:pt>
                <c:pt idx="3023">
                  <c:v>09-02-2012</c:v>
                </c:pt>
                <c:pt idx="3024">
                  <c:v>10-02-2012</c:v>
                </c:pt>
                <c:pt idx="3025">
                  <c:v>13-02-2012</c:v>
                </c:pt>
                <c:pt idx="3026">
                  <c:v>14-02-2012</c:v>
                </c:pt>
                <c:pt idx="3027">
                  <c:v>15-02-2012</c:v>
                </c:pt>
                <c:pt idx="3028">
                  <c:v>16-02-2012</c:v>
                </c:pt>
                <c:pt idx="3029">
                  <c:v>17-02-2012</c:v>
                </c:pt>
                <c:pt idx="3030">
                  <c:v>21-02-2012</c:v>
                </c:pt>
                <c:pt idx="3031">
                  <c:v>22-02-2012</c:v>
                </c:pt>
                <c:pt idx="3032">
                  <c:v>23-02-2012</c:v>
                </c:pt>
                <c:pt idx="3033">
                  <c:v>24-02-2012</c:v>
                </c:pt>
                <c:pt idx="3034">
                  <c:v>27-02-2012</c:v>
                </c:pt>
                <c:pt idx="3035">
                  <c:v>28-02-2012</c:v>
                </c:pt>
                <c:pt idx="3036">
                  <c:v>29-02-2012</c:v>
                </c:pt>
                <c:pt idx="3037">
                  <c:v>01-03-2012</c:v>
                </c:pt>
                <c:pt idx="3038">
                  <c:v>02-03-2012</c:v>
                </c:pt>
                <c:pt idx="3039">
                  <c:v>03-03-2012</c:v>
                </c:pt>
                <c:pt idx="3040">
                  <c:v>05-03-2012</c:v>
                </c:pt>
                <c:pt idx="3041">
                  <c:v>06-03-2012</c:v>
                </c:pt>
                <c:pt idx="3042">
                  <c:v>07-03-2012</c:v>
                </c:pt>
                <c:pt idx="3043">
                  <c:v>09-03-2012</c:v>
                </c:pt>
                <c:pt idx="3044">
                  <c:v>12-03-2012</c:v>
                </c:pt>
                <c:pt idx="3045">
                  <c:v>13-03-2012</c:v>
                </c:pt>
                <c:pt idx="3046">
                  <c:v>14-03-2012</c:v>
                </c:pt>
                <c:pt idx="3047">
                  <c:v>15-03-2012</c:v>
                </c:pt>
                <c:pt idx="3048">
                  <c:v>16-03-2012</c:v>
                </c:pt>
                <c:pt idx="3049">
                  <c:v>19-03-2012</c:v>
                </c:pt>
                <c:pt idx="3050">
                  <c:v>20-03-2012</c:v>
                </c:pt>
                <c:pt idx="3051">
                  <c:v>21-03-2012</c:v>
                </c:pt>
                <c:pt idx="3052">
                  <c:v>22-03-2012</c:v>
                </c:pt>
                <c:pt idx="3053">
                  <c:v>23-03-2012</c:v>
                </c:pt>
                <c:pt idx="3054">
                  <c:v>26-03-2012</c:v>
                </c:pt>
                <c:pt idx="3055">
                  <c:v>27-03-2012</c:v>
                </c:pt>
                <c:pt idx="3056">
                  <c:v>28-03-2012</c:v>
                </c:pt>
                <c:pt idx="3057">
                  <c:v>29-03-2012</c:v>
                </c:pt>
                <c:pt idx="3058">
                  <c:v>30-03-2012</c:v>
                </c:pt>
                <c:pt idx="3059">
                  <c:v>02-04-2012</c:v>
                </c:pt>
                <c:pt idx="3060">
                  <c:v>03-04-2012</c:v>
                </c:pt>
                <c:pt idx="3061">
                  <c:v>04-04-2012</c:v>
                </c:pt>
                <c:pt idx="3062">
                  <c:v>09-04-2012</c:v>
                </c:pt>
                <c:pt idx="3063">
                  <c:v>10-04-2012</c:v>
                </c:pt>
                <c:pt idx="3064">
                  <c:v>11-04-2012</c:v>
                </c:pt>
                <c:pt idx="3065">
                  <c:v>12-04-2012</c:v>
                </c:pt>
                <c:pt idx="3066">
                  <c:v>13-04-2012</c:v>
                </c:pt>
                <c:pt idx="3067">
                  <c:v>16-04-2012</c:v>
                </c:pt>
                <c:pt idx="3068">
                  <c:v>17-04-2012</c:v>
                </c:pt>
                <c:pt idx="3069">
                  <c:v>18-04-2012</c:v>
                </c:pt>
                <c:pt idx="3070">
                  <c:v>19-04-2012</c:v>
                </c:pt>
                <c:pt idx="3071">
                  <c:v>20-04-2012</c:v>
                </c:pt>
                <c:pt idx="3072">
                  <c:v>23-04-2012</c:v>
                </c:pt>
                <c:pt idx="3073">
                  <c:v>24-04-2012</c:v>
                </c:pt>
                <c:pt idx="3074">
                  <c:v>25-04-2012</c:v>
                </c:pt>
                <c:pt idx="3075">
                  <c:v>26-04-2012</c:v>
                </c:pt>
                <c:pt idx="3076">
                  <c:v>27-04-2012</c:v>
                </c:pt>
                <c:pt idx="3077">
                  <c:v>28-04-2012</c:v>
                </c:pt>
                <c:pt idx="3078">
                  <c:v>30-04-2012</c:v>
                </c:pt>
                <c:pt idx="3079">
                  <c:v>02-05-2012</c:v>
                </c:pt>
                <c:pt idx="3080">
                  <c:v>03-05-2012</c:v>
                </c:pt>
                <c:pt idx="3081">
                  <c:v>04-05-2012</c:v>
                </c:pt>
                <c:pt idx="3082">
                  <c:v>07-05-2012</c:v>
                </c:pt>
                <c:pt idx="3083">
                  <c:v>08-05-2012</c:v>
                </c:pt>
                <c:pt idx="3084">
                  <c:v>09-05-2012</c:v>
                </c:pt>
                <c:pt idx="3085">
                  <c:v>10-05-2012</c:v>
                </c:pt>
                <c:pt idx="3086">
                  <c:v>11-05-2012</c:v>
                </c:pt>
                <c:pt idx="3087">
                  <c:v>14-05-2012</c:v>
                </c:pt>
                <c:pt idx="3088">
                  <c:v>15-05-2012</c:v>
                </c:pt>
                <c:pt idx="3089">
                  <c:v>16-05-2012</c:v>
                </c:pt>
                <c:pt idx="3090">
                  <c:v>17-05-2012</c:v>
                </c:pt>
                <c:pt idx="3091">
                  <c:v>18-05-2012</c:v>
                </c:pt>
                <c:pt idx="3092">
                  <c:v>21-05-2012</c:v>
                </c:pt>
                <c:pt idx="3093">
                  <c:v>22-05-2012</c:v>
                </c:pt>
                <c:pt idx="3094">
                  <c:v>23-05-2012</c:v>
                </c:pt>
                <c:pt idx="3095">
                  <c:v>24-05-2012</c:v>
                </c:pt>
                <c:pt idx="3096">
                  <c:v>25-05-2012</c:v>
                </c:pt>
                <c:pt idx="3097">
                  <c:v>28-05-2012</c:v>
                </c:pt>
                <c:pt idx="3098">
                  <c:v>29-05-2012</c:v>
                </c:pt>
                <c:pt idx="3099">
                  <c:v>30-05-2012</c:v>
                </c:pt>
                <c:pt idx="3100">
                  <c:v>31-05-2012</c:v>
                </c:pt>
                <c:pt idx="3101">
                  <c:v>01-06-2012</c:v>
                </c:pt>
                <c:pt idx="3102">
                  <c:v>04-06-2012</c:v>
                </c:pt>
                <c:pt idx="3103">
                  <c:v>05-06-2012</c:v>
                </c:pt>
                <c:pt idx="3104">
                  <c:v>06-06-2012</c:v>
                </c:pt>
                <c:pt idx="3105">
                  <c:v>07-06-2012</c:v>
                </c:pt>
                <c:pt idx="3106">
                  <c:v>08-06-2012</c:v>
                </c:pt>
                <c:pt idx="3107">
                  <c:v>11-06-2012</c:v>
                </c:pt>
                <c:pt idx="3108">
                  <c:v>12-06-2012</c:v>
                </c:pt>
                <c:pt idx="3109">
                  <c:v>13-06-2012</c:v>
                </c:pt>
                <c:pt idx="3110">
                  <c:v>14-06-2012</c:v>
                </c:pt>
                <c:pt idx="3111">
                  <c:v>15-06-2012</c:v>
                </c:pt>
                <c:pt idx="3112">
                  <c:v>18-06-2012</c:v>
                </c:pt>
                <c:pt idx="3113">
                  <c:v>19-06-2012</c:v>
                </c:pt>
                <c:pt idx="3114">
                  <c:v>20-06-2012</c:v>
                </c:pt>
                <c:pt idx="3115">
                  <c:v>21-06-2012</c:v>
                </c:pt>
                <c:pt idx="3116">
                  <c:v>22-06-2012</c:v>
                </c:pt>
                <c:pt idx="3117">
                  <c:v>25-06-2012</c:v>
                </c:pt>
                <c:pt idx="3118">
                  <c:v>26-06-2012</c:v>
                </c:pt>
                <c:pt idx="3119">
                  <c:v>27-06-2012</c:v>
                </c:pt>
                <c:pt idx="3120">
                  <c:v>28-06-2012</c:v>
                </c:pt>
                <c:pt idx="3121">
                  <c:v>29-06-2012</c:v>
                </c:pt>
                <c:pt idx="3122">
                  <c:v>02-07-2012</c:v>
                </c:pt>
                <c:pt idx="3123">
                  <c:v>03-07-2012</c:v>
                </c:pt>
                <c:pt idx="3124">
                  <c:v>04-07-2012</c:v>
                </c:pt>
                <c:pt idx="3125">
                  <c:v>05-07-2012</c:v>
                </c:pt>
                <c:pt idx="3126">
                  <c:v>06-07-2012</c:v>
                </c:pt>
                <c:pt idx="3127">
                  <c:v>09-07-2012</c:v>
                </c:pt>
                <c:pt idx="3128">
                  <c:v>10-07-2012</c:v>
                </c:pt>
                <c:pt idx="3129">
                  <c:v>11-07-2012</c:v>
                </c:pt>
                <c:pt idx="3130">
                  <c:v>12-07-2012</c:v>
                </c:pt>
                <c:pt idx="3131">
                  <c:v>13-07-2012</c:v>
                </c:pt>
                <c:pt idx="3132">
                  <c:v>16-07-2012</c:v>
                </c:pt>
                <c:pt idx="3133">
                  <c:v>17-07-2012</c:v>
                </c:pt>
                <c:pt idx="3134">
                  <c:v>18-07-2012</c:v>
                </c:pt>
                <c:pt idx="3135">
                  <c:v>19-07-2012</c:v>
                </c:pt>
                <c:pt idx="3136">
                  <c:v>20-07-2012</c:v>
                </c:pt>
                <c:pt idx="3137">
                  <c:v>23-07-2012</c:v>
                </c:pt>
                <c:pt idx="3138">
                  <c:v>24-07-2012</c:v>
                </c:pt>
                <c:pt idx="3139">
                  <c:v>25-07-2012</c:v>
                </c:pt>
                <c:pt idx="3140">
                  <c:v>26-07-2012</c:v>
                </c:pt>
                <c:pt idx="3141">
                  <c:v>27-07-2012</c:v>
                </c:pt>
                <c:pt idx="3142">
                  <c:v>30-07-2012</c:v>
                </c:pt>
                <c:pt idx="3143">
                  <c:v>31-07-2012</c:v>
                </c:pt>
                <c:pt idx="3144">
                  <c:v>01-08-2012</c:v>
                </c:pt>
                <c:pt idx="3145">
                  <c:v>02-08-2012</c:v>
                </c:pt>
                <c:pt idx="3146">
                  <c:v>03-08-2012</c:v>
                </c:pt>
                <c:pt idx="3147">
                  <c:v>06-08-2012</c:v>
                </c:pt>
                <c:pt idx="3148">
                  <c:v>07-08-2012</c:v>
                </c:pt>
                <c:pt idx="3149">
                  <c:v>08-08-2012</c:v>
                </c:pt>
                <c:pt idx="3150">
                  <c:v>09-08-2012</c:v>
                </c:pt>
                <c:pt idx="3151">
                  <c:v>10-08-2012</c:v>
                </c:pt>
                <c:pt idx="3152">
                  <c:v>13-08-2012</c:v>
                </c:pt>
                <c:pt idx="3153">
                  <c:v>14-08-2012</c:v>
                </c:pt>
                <c:pt idx="3154">
                  <c:v>16-08-2012</c:v>
                </c:pt>
                <c:pt idx="3155">
                  <c:v>17-08-2012</c:v>
                </c:pt>
                <c:pt idx="3156">
                  <c:v>21-08-2012</c:v>
                </c:pt>
                <c:pt idx="3157">
                  <c:v>22-08-2012</c:v>
                </c:pt>
                <c:pt idx="3158">
                  <c:v>23-08-2012</c:v>
                </c:pt>
                <c:pt idx="3159">
                  <c:v>24-08-2012</c:v>
                </c:pt>
                <c:pt idx="3160">
                  <c:v>27-08-2012</c:v>
                </c:pt>
                <c:pt idx="3161">
                  <c:v>28-08-2012</c:v>
                </c:pt>
                <c:pt idx="3162">
                  <c:v>29-08-2012</c:v>
                </c:pt>
                <c:pt idx="3163">
                  <c:v>30-08-2012</c:v>
                </c:pt>
                <c:pt idx="3164">
                  <c:v>31-08-2012</c:v>
                </c:pt>
                <c:pt idx="3165">
                  <c:v>03-09-2012</c:v>
                </c:pt>
                <c:pt idx="3166">
                  <c:v>04-09-2012</c:v>
                </c:pt>
                <c:pt idx="3167">
                  <c:v>05-09-2012</c:v>
                </c:pt>
                <c:pt idx="3168">
                  <c:v>06-09-2012</c:v>
                </c:pt>
                <c:pt idx="3169">
                  <c:v>07-09-2012</c:v>
                </c:pt>
                <c:pt idx="3170">
                  <c:v>08-09-2012</c:v>
                </c:pt>
                <c:pt idx="3171">
                  <c:v>10-09-2012</c:v>
                </c:pt>
                <c:pt idx="3172">
                  <c:v>11-09-2012</c:v>
                </c:pt>
                <c:pt idx="3173">
                  <c:v>12-09-2012</c:v>
                </c:pt>
                <c:pt idx="3174">
                  <c:v>13-09-2012</c:v>
                </c:pt>
                <c:pt idx="3175">
                  <c:v>14-09-2012</c:v>
                </c:pt>
                <c:pt idx="3176">
                  <c:v>17-09-2012</c:v>
                </c:pt>
                <c:pt idx="3177">
                  <c:v>18-09-2012</c:v>
                </c:pt>
                <c:pt idx="3178">
                  <c:v>20-09-2012</c:v>
                </c:pt>
                <c:pt idx="3179">
                  <c:v>21-09-2012</c:v>
                </c:pt>
                <c:pt idx="3180">
                  <c:v>24-09-2012</c:v>
                </c:pt>
                <c:pt idx="3181">
                  <c:v>25-09-2012</c:v>
                </c:pt>
                <c:pt idx="3182">
                  <c:v>26-09-2012</c:v>
                </c:pt>
                <c:pt idx="3183">
                  <c:v>27-09-2012</c:v>
                </c:pt>
                <c:pt idx="3184">
                  <c:v>28-09-2012</c:v>
                </c:pt>
                <c:pt idx="3185">
                  <c:v>01-10-2012</c:v>
                </c:pt>
                <c:pt idx="3186">
                  <c:v>03-10-2012</c:v>
                </c:pt>
                <c:pt idx="3187">
                  <c:v>04-10-2012</c:v>
                </c:pt>
                <c:pt idx="3188">
                  <c:v>05-10-2012</c:v>
                </c:pt>
                <c:pt idx="3189">
                  <c:v>08-10-2012</c:v>
                </c:pt>
                <c:pt idx="3190">
                  <c:v>09-10-2012</c:v>
                </c:pt>
                <c:pt idx="3191">
                  <c:v>10-10-2012</c:v>
                </c:pt>
                <c:pt idx="3192">
                  <c:v>11-10-2012</c:v>
                </c:pt>
                <c:pt idx="3193">
                  <c:v>12-10-2012</c:v>
                </c:pt>
                <c:pt idx="3194">
                  <c:v>15-10-2012</c:v>
                </c:pt>
                <c:pt idx="3195">
                  <c:v>16-10-2012</c:v>
                </c:pt>
                <c:pt idx="3196">
                  <c:v>17-10-2012</c:v>
                </c:pt>
                <c:pt idx="3197">
                  <c:v>18-10-2012</c:v>
                </c:pt>
                <c:pt idx="3198">
                  <c:v>19-10-2012</c:v>
                </c:pt>
                <c:pt idx="3199">
                  <c:v>22-10-2012</c:v>
                </c:pt>
                <c:pt idx="3200">
                  <c:v>23-10-2012</c:v>
                </c:pt>
                <c:pt idx="3201">
                  <c:v>25-10-2012</c:v>
                </c:pt>
                <c:pt idx="3202">
                  <c:v>26-10-2012</c:v>
                </c:pt>
                <c:pt idx="3203">
                  <c:v>29-10-2012</c:v>
                </c:pt>
                <c:pt idx="3204">
                  <c:v>30-10-2012</c:v>
                </c:pt>
                <c:pt idx="3205">
                  <c:v>31-10-2012</c:v>
                </c:pt>
                <c:pt idx="3206">
                  <c:v>01-11-2012</c:v>
                </c:pt>
                <c:pt idx="3207">
                  <c:v>02-11-2012</c:v>
                </c:pt>
                <c:pt idx="3208">
                  <c:v>05-11-2012</c:v>
                </c:pt>
                <c:pt idx="3209">
                  <c:v>06-11-2012</c:v>
                </c:pt>
                <c:pt idx="3210">
                  <c:v>07-11-2012</c:v>
                </c:pt>
                <c:pt idx="3211">
                  <c:v>08-11-2012</c:v>
                </c:pt>
                <c:pt idx="3212">
                  <c:v>09-11-2012</c:v>
                </c:pt>
                <c:pt idx="3213">
                  <c:v>12-11-2012</c:v>
                </c:pt>
                <c:pt idx="3214">
                  <c:v>13-11-2012</c:v>
                </c:pt>
                <c:pt idx="3215">
                  <c:v>15-11-2012</c:v>
                </c:pt>
                <c:pt idx="3216">
                  <c:v>16-11-2012</c:v>
                </c:pt>
                <c:pt idx="3217">
                  <c:v>19-11-2012</c:v>
                </c:pt>
                <c:pt idx="3218">
                  <c:v>20-11-2012</c:v>
                </c:pt>
                <c:pt idx="3219">
                  <c:v>21-11-2012</c:v>
                </c:pt>
                <c:pt idx="3220">
                  <c:v>22-11-2012</c:v>
                </c:pt>
                <c:pt idx="3221">
                  <c:v>23-11-2012</c:v>
                </c:pt>
                <c:pt idx="3222">
                  <c:v>26-11-2012</c:v>
                </c:pt>
                <c:pt idx="3223">
                  <c:v>27-11-2012</c:v>
                </c:pt>
                <c:pt idx="3224">
                  <c:v>29-11-2012</c:v>
                </c:pt>
                <c:pt idx="3225">
                  <c:v>30-11-2012</c:v>
                </c:pt>
                <c:pt idx="3226">
                  <c:v>03-12-2012</c:v>
                </c:pt>
                <c:pt idx="3227">
                  <c:v>04-12-2012</c:v>
                </c:pt>
                <c:pt idx="3228">
                  <c:v>05-12-2012</c:v>
                </c:pt>
                <c:pt idx="3229">
                  <c:v>06-12-2012</c:v>
                </c:pt>
                <c:pt idx="3230">
                  <c:v>07-12-2012</c:v>
                </c:pt>
                <c:pt idx="3231">
                  <c:v>10-12-2012</c:v>
                </c:pt>
                <c:pt idx="3232">
                  <c:v>11-12-2012</c:v>
                </c:pt>
                <c:pt idx="3233">
                  <c:v>12-12-2012</c:v>
                </c:pt>
                <c:pt idx="3234">
                  <c:v>13-12-2012</c:v>
                </c:pt>
                <c:pt idx="3235">
                  <c:v>14-12-2012</c:v>
                </c:pt>
                <c:pt idx="3236">
                  <c:v>17-12-2012</c:v>
                </c:pt>
                <c:pt idx="3237">
                  <c:v>18-12-2012</c:v>
                </c:pt>
                <c:pt idx="3238">
                  <c:v>19-12-2012</c:v>
                </c:pt>
                <c:pt idx="3239">
                  <c:v>20-12-2012</c:v>
                </c:pt>
                <c:pt idx="3240">
                  <c:v>21-12-2012</c:v>
                </c:pt>
                <c:pt idx="3241">
                  <c:v>24-12-2012</c:v>
                </c:pt>
                <c:pt idx="3242">
                  <c:v>26-12-2012</c:v>
                </c:pt>
                <c:pt idx="3243">
                  <c:v>27-12-2012</c:v>
                </c:pt>
                <c:pt idx="3244">
                  <c:v>28-12-2012</c:v>
                </c:pt>
                <c:pt idx="3245">
                  <c:v>31-12-2012</c:v>
                </c:pt>
                <c:pt idx="3246">
                  <c:v>01-01-2013</c:v>
                </c:pt>
                <c:pt idx="3247">
                  <c:v>02-01-2013</c:v>
                </c:pt>
                <c:pt idx="3248">
                  <c:v>03-01-2013</c:v>
                </c:pt>
                <c:pt idx="3249">
                  <c:v>04-01-2013</c:v>
                </c:pt>
                <c:pt idx="3250">
                  <c:v>07-01-2013</c:v>
                </c:pt>
                <c:pt idx="3251">
                  <c:v>08-01-2013</c:v>
                </c:pt>
                <c:pt idx="3252">
                  <c:v>09-01-2013</c:v>
                </c:pt>
                <c:pt idx="3253">
                  <c:v>10-01-2013</c:v>
                </c:pt>
                <c:pt idx="3254">
                  <c:v>11-01-2013</c:v>
                </c:pt>
                <c:pt idx="3255">
                  <c:v>14-01-2013</c:v>
                </c:pt>
                <c:pt idx="3256">
                  <c:v>15-01-2013</c:v>
                </c:pt>
                <c:pt idx="3257">
                  <c:v>16-01-2013</c:v>
                </c:pt>
                <c:pt idx="3258">
                  <c:v>17-01-2013</c:v>
                </c:pt>
                <c:pt idx="3259">
                  <c:v>18-01-2013</c:v>
                </c:pt>
                <c:pt idx="3260">
                  <c:v>21-01-2013</c:v>
                </c:pt>
                <c:pt idx="3261">
                  <c:v>22-01-2013</c:v>
                </c:pt>
                <c:pt idx="3262">
                  <c:v>23-01-2013</c:v>
                </c:pt>
                <c:pt idx="3263">
                  <c:v>24-01-2013</c:v>
                </c:pt>
                <c:pt idx="3264">
                  <c:v>25-01-2013</c:v>
                </c:pt>
                <c:pt idx="3265">
                  <c:v>28-01-2013</c:v>
                </c:pt>
                <c:pt idx="3266">
                  <c:v>29-01-2013</c:v>
                </c:pt>
                <c:pt idx="3267">
                  <c:v>30-01-2013</c:v>
                </c:pt>
                <c:pt idx="3268">
                  <c:v>31-01-2013</c:v>
                </c:pt>
                <c:pt idx="3269">
                  <c:v>01-02-2013</c:v>
                </c:pt>
                <c:pt idx="3270">
                  <c:v>04-02-2013</c:v>
                </c:pt>
                <c:pt idx="3271">
                  <c:v>05-02-2013</c:v>
                </c:pt>
                <c:pt idx="3272">
                  <c:v>06-02-2013</c:v>
                </c:pt>
                <c:pt idx="3273">
                  <c:v>07-02-2013</c:v>
                </c:pt>
                <c:pt idx="3274">
                  <c:v>08-02-2013</c:v>
                </c:pt>
                <c:pt idx="3275">
                  <c:v>11-02-2013</c:v>
                </c:pt>
                <c:pt idx="3276">
                  <c:v>12-02-2013</c:v>
                </c:pt>
                <c:pt idx="3277">
                  <c:v>13-02-2013</c:v>
                </c:pt>
                <c:pt idx="3278">
                  <c:v>14-02-2013</c:v>
                </c:pt>
                <c:pt idx="3279">
                  <c:v>15-02-2013</c:v>
                </c:pt>
                <c:pt idx="3280">
                  <c:v>18-02-2013</c:v>
                </c:pt>
                <c:pt idx="3281">
                  <c:v>19-02-2013</c:v>
                </c:pt>
                <c:pt idx="3282">
                  <c:v>20-02-2013</c:v>
                </c:pt>
                <c:pt idx="3283">
                  <c:v>21-02-2013</c:v>
                </c:pt>
                <c:pt idx="3284">
                  <c:v>22-02-2013</c:v>
                </c:pt>
                <c:pt idx="3285">
                  <c:v>25-02-2013</c:v>
                </c:pt>
                <c:pt idx="3286">
                  <c:v>26-02-2013</c:v>
                </c:pt>
                <c:pt idx="3287">
                  <c:v>27-02-2013</c:v>
                </c:pt>
                <c:pt idx="3288">
                  <c:v>28-02-2013</c:v>
                </c:pt>
                <c:pt idx="3289">
                  <c:v>01-03-2013</c:v>
                </c:pt>
                <c:pt idx="3290">
                  <c:v>04-03-2013</c:v>
                </c:pt>
                <c:pt idx="3291">
                  <c:v>05-03-2013</c:v>
                </c:pt>
                <c:pt idx="3292">
                  <c:v>06-03-2013</c:v>
                </c:pt>
                <c:pt idx="3293">
                  <c:v>07-03-2013</c:v>
                </c:pt>
                <c:pt idx="3294">
                  <c:v>08-03-2013</c:v>
                </c:pt>
                <c:pt idx="3295">
                  <c:v>11-03-2013</c:v>
                </c:pt>
                <c:pt idx="3296">
                  <c:v>12-03-2013</c:v>
                </c:pt>
                <c:pt idx="3297">
                  <c:v>13-03-2013</c:v>
                </c:pt>
                <c:pt idx="3298">
                  <c:v>14-03-2013</c:v>
                </c:pt>
                <c:pt idx="3299">
                  <c:v>15-03-2013</c:v>
                </c:pt>
                <c:pt idx="3300">
                  <c:v>18-03-2013</c:v>
                </c:pt>
                <c:pt idx="3301">
                  <c:v>19-03-2013</c:v>
                </c:pt>
                <c:pt idx="3302">
                  <c:v>20-03-2013</c:v>
                </c:pt>
                <c:pt idx="3303">
                  <c:v>21-03-2013</c:v>
                </c:pt>
                <c:pt idx="3304">
                  <c:v>22-03-2013</c:v>
                </c:pt>
                <c:pt idx="3305">
                  <c:v>25-03-2013</c:v>
                </c:pt>
                <c:pt idx="3306">
                  <c:v>26-03-2013</c:v>
                </c:pt>
                <c:pt idx="3307">
                  <c:v>28-03-2013</c:v>
                </c:pt>
                <c:pt idx="3308">
                  <c:v>01-04-2013</c:v>
                </c:pt>
                <c:pt idx="3309">
                  <c:v>02-04-2013</c:v>
                </c:pt>
                <c:pt idx="3310">
                  <c:v>03-04-2013</c:v>
                </c:pt>
                <c:pt idx="3311">
                  <c:v>04-04-2013</c:v>
                </c:pt>
                <c:pt idx="3312">
                  <c:v>05-04-2013</c:v>
                </c:pt>
                <c:pt idx="3313">
                  <c:v>08-04-2013</c:v>
                </c:pt>
                <c:pt idx="3314">
                  <c:v>09-04-2013</c:v>
                </c:pt>
                <c:pt idx="3315">
                  <c:v>10-04-2013</c:v>
                </c:pt>
                <c:pt idx="3316">
                  <c:v>11-04-2013</c:v>
                </c:pt>
                <c:pt idx="3317">
                  <c:v>12-04-2013</c:v>
                </c:pt>
                <c:pt idx="3318">
                  <c:v>15-04-2013</c:v>
                </c:pt>
                <c:pt idx="3319">
                  <c:v>16-04-2013</c:v>
                </c:pt>
                <c:pt idx="3320">
                  <c:v>17-04-2013</c:v>
                </c:pt>
                <c:pt idx="3321">
                  <c:v>18-04-2013</c:v>
                </c:pt>
                <c:pt idx="3322">
                  <c:v>22-04-2013</c:v>
                </c:pt>
                <c:pt idx="3323">
                  <c:v>23-04-2013</c:v>
                </c:pt>
                <c:pt idx="3324">
                  <c:v>25-04-2013</c:v>
                </c:pt>
                <c:pt idx="3325">
                  <c:v>26-04-2013</c:v>
                </c:pt>
                <c:pt idx="3326">
                  <c:v>29-04-2013</c:v>
                </c:pt>
                <c:pt idx="3327">
                  <c:v>30-04-2013</c:v>
                </c:pt>
                <c:pt idx="3328">
                  <c:v>02-05-2013</c:v>
                </c:pt>
                <c:pt idx="3329">
                  <c:v>03-05-2013</c:v>
                </c:pt>
                <c:pt idx="3330">
                  <c:v>06-05-2013</c:v>
                </c:pt>
                <c:pt idx="3331">
                  <c:v>07-05-2013</c:v>
                </c:pt>
                <c:pt idx="3332">
                  <c:v>08-05-2013</c:v>
                </c:pt>
                <c:pt idx="3333">
                  <c:v>09-05-2013</c:v>
                </c:pt>
                <c:pt idx="3334">
                  <c:v>10-05-2013</c:v>
                </c:pt>
                <c:pt idx="3335">
                  <c:v>11-05-2013</c:v>
                </c:pt>
                <c:pt idx="3336">
                  <c:v>13-05-2013</c:v>
                </c:pt>
                <c:pt idx="3337">
                  <c:v>14-05-2013</c:v>
                </c:pt>
                <c:pt idx="3338">
                  <c:v>15-05-2013</c:v>
                </c:pt>
                <c:pt idx="3339">
                  <c:v>16-05-2013</c:v>
                </c:pt>
                <c:pt idx="3340">
                  <c:v>17-05-2013</c:v>
                </c:pt>
                <c:pt idx="3341">
                  <c:v>20-05-2013</c:v>
                </c:pt>
                <c:pt idx="3342">
                  <c:v>21-05-2013</c:v>
                </c:pt>
                <c:pt idx="3343">
                  <c:v>22-05-2013</c:v>
                </c:pt>
                <c:pt idx="3344">
                  <c:v>23-05-2013</c:v>
                </c:pt>
                <c:pt idx="3345">
                  <c:v>24-05-2013</c:v>
                </c:pt>
                <c:pt idx="3346">
                  <c:v>27-05-2013</c:v>
                </c:pt>
                <c:pt idx="3347">
                  <c:v>28-05-2013</c:v>
                </c:pt>
                <c:pt idx="3348">
                  <c:v>29-05-2013</c:v>
                </c:pt>
                <c:pt idx="3349">
                  <c:v>30-05-2013</c:v>
                </c:pt>
                <c:pt idx="3350">
                  <c:v>31-05-2013</c:v>
                </c:pt>
                <c:pt idx="3351">
                  <c:v>03-06-2013</c:v>
                </c:pt>
                <c:pt idx="3352">
                  <c:v>04-06-2013</c:v>
                </c:pt>
                <c:pt idx="3353">
                  <c:v>05-06-2013</c:v>
                </c:pt>
                <c:pt idx="3354">
                  <c:v>06-06-2013</c:v>
                </c:pt>
                <c:pt idx="3355">
                  <c:v>07-06-2013</c:v>
                </c:pt>
                <c:pt idx="3356">
                  <c:v>10-06-2013</c:v>
                </c:pt>
                <c:pt idx="3357">
                  <c:v>11-06-2013</c:v>
                </c:pt>
                <c:pt idx="3358">
                  <c:v>12-06-2013</c:v>
                </c:pt>
                <c:pt idx="3359">
                  <c:v>13-06-2013</c:v>
                </c:pt>
                <c:pt idx="3360">
                  <c:v>14-06-2013</c:v>
                </c:pt>
                <c:pt idx="3361">
                  <c:v>17-06-2013</c:v>
                </c:pt>
                <c:pt idx="3362">
                  <c:v>18-06-2013</c:v>
                </c:pt>
                <c:pt idx="3363">
                  <c:v>19-06-2013</c:v>
                </c:pt>
                <c:pt idx="3364">
                  <c:v>20-06-2013</c:v>
                </c:pt>
                <c:pt idx="3365">
                  <c:v>21-06-2013</c:v>
                </c:pt>
                <c:pt idx="3366">
                  <c:v>24-06-2013</c:v>
                </c:pt>
                <c:pt idx="3367">
                  <c:v>25-06-2013</c:v>
                </c:pt>
                <c:pt idx="3368">
                  <c:v>26-06-2013</c:v>
                </c:pt>
                <c:pt idx="3369">
                  <c:v>27-06-2013</c:v>
                </c:pt>
                <c:pt idx="3370">
                  <c:v>28-06-2013</c:v>
                </c:pt>
                <c:pt idx="3371">
                  <c:v>01-07-2013</c:v>
                </c:pt>
                <c:pt idx="3372">
                  <c:v>02-07-2013</c:v>
                </c:pt>
                <c:pt idx="3373">
                  <c:v>03-07-2013</c:v>
                </c:pt>
                <c:pt idx="3374">
                  <c:v>04-07-2013</c:v>
                </c:pt>
                <c:pt idx="3375">
                  <c:v>05-07-2013</c:v>
                </c:pt>
                <c:pt idx="3376">
                  <c:v>08-07-2013</c:v>
                </c:pt>
                <c:pt idx="3377">
                  <c:v>09-07-2013</c:v>
                </c:pt>
                <c:pt idx="3378">
                  <c:v>10-07-2013</c:v>
                </c:pt>
                <c:pt idx="3379">
                  <c:v>11-07-2013</c:v>
                </c:pt>
                <c:pt idx="3380">
                  <c:v>12-07-2013</c:v>
                </c:pt>
                <c:pt idx="3381">
                  <c:v>15-07-2013</c:v>
                </c:pt>
                <c:pt idx="3382">
                  <c:v>16-07-2013</c:v>
                </c:pt>
                <c:pt idx="3383">
                  <c:v>17-07-2013</c:v>
                </c:pt>
                <c:pt idx="3384">
                  <c:v>18-07-2013</c:v>
                </c:pt>
                <c:pt idx="3385">
                  <c:v>19-07-2013</c:v>
                </c:pt>
                <c:pt idx="3386">
                  <c:v>22-07-2013</c:v>
                </c:pt>
                <c:pt idx="3387">
                  <c:v>23-07-2013</c:v>
                </c:pt>
                <c:pt idx="3388">
                  <c:v>24-07-2013</c:v>
                </c:pt>
                <c:pt idx="3389">
                  <c:v>25-07-2013</c:v>
                </c:pt>
                <c:pt idx="3390">
                  <c:v>26-07-2013</c:v>
                </c:pt>
                <c:pt idx="3391">
                  <c:v>29-07-2013</c:v>
                </c:pt>
                <c:pt idx="3392">
                  <c:v>30-07-2013</c:v>
                </c:pt>
                <c:pt idx="3393">
                  <c:v>31-07-2013</c:v>
                </c:pt>
                <c:pt idx="3394">
                  <c:v>01-08-2013</c:v>
                </c:pt>
                <c:pt idx="3395">
                  <c:v>02-08-2013</c:v>
                </c:pt>
                <c:pt idx="3396">
                  <c:v>05-08-2013</c:v>
                </c:pt>
                <c:pt idx="3397">
                  <c:v>06-08-2013</c:v>
                </c:pt>
                <c:pt idx="3398">
                  <c:v>07-08-2013</c:v>
                </c:pt>
                <c:pt idx="3399">
                  <c:v>08-08-2013</c:v>
                </c:pt>
                <c:pt idx="3400">
                  <c:v>12-08-2013</c:v>
                </c:pt>
                <c:pt idx="3401">
                  <c:v>13-08-2013</c:v>
                </c:pt>
                <c:pt idx="3402">
                  <c:v>14-08-2013</c:v>
                </c:pt>
                <c:pt idx="3403">
                  <c:v>16-08-2013</c:v>
                </c:pt>
                <c:pt idx="3404">
                  <c:v>19-08-2013</c:v>
                </c:pt>
                <c:pt idx="3405">
                  <c:v>20-08-2013</c:v>
                </c:pt>
                <c:pt idx="3406">
                  <c:v>21-08-2013</c:v>
                </c:pt>
                <c:pt idx="3407">
                  <c:v>22-08-2013</c:v>
                </c:pt>
                <c:pt idx="3408">
                  <c:v>23-08-2013</c:v>
                </c:pt>
                <c:pt idx="3409">
                  <c:v>26-08-2013</c:v>
                </c:pt>
                <c:pt idx="3410">
                  <c:v>27-08-2013</c:v>
                </c:pt>
                <c:pt idx="3411">
                  <c:v>28-08-2013</c:v>
                </c:pt>
                <c:pt idx="3412">
                  <c:v>29-08-2013</c:v>
                </c:pt>
                <c:pt idx="3413">
                  <c:v>30-08-2013</c:v>
                </c:pt>
                <c:pt idx="3414">
                  <c:v>02-09-2013</c:v>
                </c:pt>
                <c:pt idx="3415">
                  <c:v>03-09-2013</c:v>
                </c:pt>
                <c:pt idx="3416">
                  <c:v>04-09-2013</c:v>
                </c:pt>
                <c:pt idx="3417">
                  <c:v>05-09-2013</c:v>
                </c:pt>
                <c:pt idx="3418">
                  <c:v>06-09-2013</c:v>
                </c:pt>
                <c:pt idx="3419">
                  <c:v>10-09-2013</c:v>
                </c:pt>
                <c:pt idx="3420">
                  <c:v>11-09-2013</c:v>
                </c:pt>
                <c:pt idx="3421">
                  <c:v>12-09-2013</c:v>
                </c:pt>
                <c:pt idx="3422">
                  <c:v>13-09-2013</c:v>
                </c:pt>
                <c:pt idx="3423">
                  <c:v>16-09-2013</c:v>
                </c:pt>
                <c:pt idx="3424">
                  <c:v>17-09-2013</c:v>
                </c:pt>
                <c:pt idx="3425">
                  <c:v>18-09-2013</c:v>
                </c:pt>
                <c:pt idx="3426">
                  <c:v>19-09-2013</c:v>
                </c:pt>
                <c:pt idx="3427">
                  <c:v>20-09-2013</c:v>
                </c:pt>
                <c:pt idx="3428">
                  <c:v>23-09-2013</c:v>
                </c:pt>
                <c:pt idx="3429">
                  <c:v>24-09-2013</c:v>
                </c:pt>
                <c:pt idx="3430">
                  <c:v>25-09-2013</c:v>
                </c:pt>
                <c:pt idx="3431">
                  <c:v>26-09-2013</c:v>
                </c:pt>
                <c:pt idx="3432">
                  <c:v>27-09-2013</c:v>
                </c:pt>
                <c:pt idx="3433">
                  <c:v>30-09-2013</c:v>
                </c:pt>
                <c:pt idx="3434">
                  <c:v>01-10-2013</c:v>
                </c:pt>
                <c:pt idx="3435">
                  <c:v>03-10-2013</c:v>
                </c:pt>
                <c:pt idx="3436">
                  <c:v>04-10-2013</c:v>
                </c:pt>
                <c:pt idx="3437">
                  <c:v>07-10-2013</c:v>
                </c:pt>
                <c:pt idx="3438">
                  <c:v>08-10-2013</c:v>
                </c:pt>
                <c:pt idx="3439">
                  <c:v>09-10-2013</c:v>
                </c:pt>
                <c:pt idx="3440">
                  <c:v>10-10-2013</c:v>
                </c:pt>
                <c:pt idx="3441">
                  <c:v>11-10-2013</c:v>
                </c:pt>
                <c:pt idx="3442">
                  <c:v>14-10-2013</c:v>
                </c:pt>
                <c:pt idx="3443">
                  <c:v>15-10-2013</c:v>
                </c:pt>
                <c:pt idx="3444">
                  <c:v>17-10-2013</c:v>
                </c:pt>
                <c:pt idx="3445">
                  <c:v>18-10-2013</c:v>
                </c:pt>
                <c:pt idx="3446">
                  <c:v>21-10-2013</c:v>
                </c:pt>
                <c:pt idx="3447">
                  <c:v>22-10-2013</c:v>
                </c:pt>
                <c:pt idx="3448">
                  <c:v>23-10-2013</c:v>
                </c:pt>
                <c:pt idx="3449">
                  <c:v>24-10-2013</c:v>
                </c:pt>
                <c:pt idx="3450">
                  <c:v>25-10-2013</c:v>
                </c:pt>
                <c:pt idx="3451">
                  <c:v>28-10-2013</c:v>
                </c:pt>
                <c:pt idx="3452">
                  <c:v>29-10-2013</c:v>
                </c:pt>
                <c:pt idx="3453">
                  <c:v>30-10-2013</c:v>
                </c:pt>
                <c:pt idx="3454">
                  <c:v>31-10-2013</c:v>
                </c:pt>
                <c:pt idx="3455">
                  <c:v>01-11-2013</c:v>
                </c:pt>
                <c:pt idx="3456">
                  <c:v>03-11-2013</c:v>
                </c:pt>
                <c:pt idx="3457">
                  <c:v>05-11-2013</c:v>
                </c:pt>
                <c:pt idx="3458">
                  <c:v>06-11-2013</c:v>
                </c:pt>
                <c:pt idx="3459">
                  <c:v>07-11-2013</c:v>
                </c:pt>
                <c:pt idx="3460">
                  <c:v>08-11-2013</c:v>
                </c:pt>
                <c:pt idx="3461">
                  <c:v>11-11-2013</c:v>
                </c:pt>
                <c:pt idx="3462">
                  <c:v>12-11-2013</c:v>
                </c:pt>
                <c:pt idx="3463">
                  <c:v>13-11-2013</c:v>
                </c:pt>
                <c:pt idx="3464">
                  <c:v>14-11-2013</c:v>
                </c:pt>
                <c:pt idx="3465">
                  <c:v>18-11-2013</c:v>
                </c:pt>
                <c:pt idx="3466">
                  <c:v>19-11-2013</c:v>
                </c:pt>
                <c:pt idx="3467">
                  <c:v>20-11-2013</c:v>
                </c:pt>
                <c:pt idx="3468">
                  <c:v>21-11-2013</c:v>
                </c:pt>
                <c:pt idx="3469">
                  <c:v>22-11-2013</c:v>
                </c:pt>
                <c:pt idx="3470">
                  <c:v>25-11-2013</c:v>
                </c:pt>
                <c:pt idx="3471">
                  <c:v>26-11-2013</c:v>
                </c:pt>
                <c:pt idx="3472">
                  <c:v>27-11-2013</c:v>
                </c:pt>
                <c:pt idx="3473">
                  <c:v>28-11-2013</c:v>
                </c:pt>
                <c:pt idx="3474">
                  <c:v>29-11-2013</c:v>
                </c:pt>
                <c:pt idx="3475">
                  <c:v>02-12-2013</c:v>
                </c:pt>
                <c:pt idx="3476">
                  <c:v>03-12-2013</c:v>
                </c:pt>
                <c:pt idx="3477">
                  <c:v>04-12-2013</c:v>
                </c:pt>
                <c:pt idx="3478">
                  <c:v>05-12-2013</c:v>
                </c:pt>
                <c:pt idx="3479">
                  <c:v>06-12-2013</c:v>
                </c:pt>
                <c:pt idx="3480">
                  <c:v>09-12-2013</c:v>
                </c:pt>
                <c:pt idx="3481">
                  <c:v>10-12-2013</c:v>
                </c:pt>
                <c:pt idx="3482">
                  <c:v>11-12-2013</c:v>
                </c:pt>
                <c:pt idx="3483">
                  <c:v>12-12-2013</c:v>
                </c:pt>
                <c:pt idx="3484">
                  <c:v>13-12-2013</c:v>
                </c:pt>
                <c:pt idx="3485">
                  <c:v>16-12-2013</c:v>
                </c:pt>
                <c:pt idx="3486">
                  <c:v>17-12-2013</c:v>
                </c:pt>
                <c:pt idx="3487">
                  <c:v>18-12-2013</c:v>
                </c:pt>
                <c:pt idx="3488">
                  <c:v>19-12-2013</c:v>
                </c:pt>
                <c:pt idx="3489">
                  <c:v>20-12-2013</c:v>
                </c:pt>
                <c:pt idx="3490">
                  <c:v>23-12-2013</c:v>
                </c:pt>
                <c:pt idx="3491">
                  <c:v>24-12-2013</c:v>
                </c:pt>
                <c:pt idx="3492">
                  <c:v>26-12-2013</c:v>
                </c:pt>
                <c:pt idx="3493">
                  <c:v>27-12-2013</c:v>
                </c:pt>
                <c:pt idx="3494">
                  <c:v>30-12-2013</c:v>
                </c:pt>
                <c:pt idx="3495">
                  <c:v>31-12-2013</c:v>
                </c:pt>
                <c:pt idx="3496">
                  <c:v>01-01-2014</c:v>
                </c:pt>
                <c:pt idx="3497">
                  <c:v>02-01-2014</c:v>
                </c:pt>
                <c:pt idx="3498">
                  <c:v>03-01-2014</c:v>
                </c:pt>
                <c:pt idx="3499">
                  <c:v>06-01-2014</c:v>
                </c:pt>
                <c:pt idx="3500">
                  <c:v>07-01-2014</c:v>
                </c:pt>
                <c:pt idx="3501">
                  <c:v>08-01-2014</c:v>
                </c:pt>
                <c:pt idx="3502">
                  <c:v>09-01-2014</c:v>
                </c:pt>
                <c:pt idx="3503">
                  <c:v>10-01-2014</c:v>
                </c:pt>
                <c:pt idx="3504">
                  <c:v>13-01-2014</c:v>
                </c:pt>
                <c:pt idx="3505">
                  <c:v>14-01-2014</c:v>
                </c:pt>
                <c:pt idx="3506">
                  <c:v>15-01-2014</c:v>
                </c:pt>
                <c:pt idx="3507">
                  <c:v>16-01-2014</c:v>
                </c:pt>
                <c:pt idx="3508">
                  <c:v>17-01-2014</c:v>
                </c:pt>
                <c:pt idx="3509">
                  <c:v>20-01-2014</c:v>
                </c:pt>
                <c:pt idx="3510">
                  <c:v>21-01-2014</c:v>
                </c:pt>
                <c:pt idx="3511">
                  <c:v>22-01-2014</c:v>
                </c:pt>
                <c:pt idx="3512">
                  <c:v>23-01-2014</c:v>
                </c:pt>
                <c:pt idx="3513">
                  <c:v>24-01-2014</c:v>
                </c:pt>
                <c:pt idx="3514">
                  <c:v>27-01-2014</c:v>
                </c:pt>
                <c:pt idx="3515">
                  <c:v>28-01-2014</c:v>
                </c:pt>
                <c:pt idx="3516">
                  <c:v>29-01-2014</c:v>
                </c:pt>
                <c:pt idx="3517">
                  <c:v>30-01-2014</c:v>
                </c:pt>
                <c:pt idx="3518">
                  <c:v>31-01-2014</c:v>
                </c:pt>
                <c:pt idx="3519">
                  <c:v>03-02-2014</c:v>
                </c:pt>
                <c:pt idx="3520">
                  <c:v>04-02-2014</c:v>
                </c:pt>
                <c:pt idx="3521">
                  <c:v>05-02-2014</c:v>
                </c:pt>
                <c:pt idx="3522">
                  <c:v>06-02-2014</c:v>
                </c:pt>
                <c:pt idx="3523">
                  <c:v>07-02-2014</c:v>
                </c:pt>
                <c:pt idx="3524">
                  <c:v>10-02-2014</c:v>
                </c:pt>
                <c:pt idx="3525">
                  <c:v>11-02-2014</c:v>
                </c:pt>
                <c:pt idx="3526">
                  <c:v>12-02-2014</c:v>
                </c:pt>
                <c:pt idx="3527">
                  <c:v>13-02-2014</c:v>
                </c:pt>
                <c:pt idx="3528">
                  <c:v>14-02-2014</c:v>
                </c:pt>
                <c:pt idx="3529">
                  <c:v>17-02-2014</c:v>
                </c:pt>
                <c:pt idx="3530">
                  <c:v>18-02-2014</c:v>
                </c:pt>
                <c:pt idx="3531">
                  <c:v>19-02-2014</c:v>
                </c:pt>
                <c:pt idx="3532">
                  <c:v>20-02-2014</c:v>
                </c:pt>
                <c:pt idx="3533">
                  <c:v>21-02-2014</c:v>
                </c:pt>
                <c:pt idx="3534">
                  <c:v>24-02-2014</c:v>
                </c:pt>
                <c:pt idx="3535">
                  <c:v>25-02-2014</c:v>
                </c:pt>
                <c:pt idx="3536">
                  <c:v>26-02-2014</c:v>
                </c:pt>
                <c:pt idx="3537">
                  <c:v>28-02-2014</c:v>
                </c:pt>
                <c:pt idx="3538">
                  <c:v>03-03-2014</c:v>
                </c:pt>
                <c:pt idx="3539">
                  <c:v>04-03-2014</c:v>
                </c:pt>
                <c:pt idx="3540">
                  <c:v>05-03-2014</c:v>
                </c:pt>
                <c:pt idx="3541">
                  <c:v>06-03-2014</c:v>
                </c:pt>
                <c:pt idx="3542">
                  <c:v>07-03-2014</c:v>
                </c:pt>
                <c:pt idx="3543">
                  <c:v>10-03-2014</c:v>
                </c:pt>
                <c:pt idx="3544">
                  <c:v>11-03-2014</c:v>
                </c:pt>
                <c:pt idx="3545">
                  <c:v>12-03-2014</c:v>
                </c:pt>
                <c:pt idx="3546">
                  <c:v>13-03-2014</c:v>
                </c:pt>
                <c:pt idx="3547">
                  <c:v>14-03-2014</c:v>
                </c:pt>
                <c:pt idx="3548">
                  <c:v>18-03-2014</c:v>
                </c:pt>
                <c:pt idx="3549">
                  <c:v>19-03-2014</c:v>
                </c:pt>
                <c:pt idx="3550">
                  <c:v>20-03-2014</c:v>
                </c:pt>
                <c:pt idx="3551">
                  <c:v>21-03-2014</c:v>
                </c:pt>
                <c:pt idx="3552">
                  <c:v>22-03-2014</c:v>
                </c:pt>
                <c:pt idx="3553">
                  <c:v>24-03-2014</c:v>
                </c:pt>
                <c:pt idx="3554">
                  <c:v>25-03-2014</c:v>
                </c:pt>
                <c:pt idx="3555">
                  <c:v>26-03-2014</c:v>
                </c:pt>
                <c:pt idx="3556">
                  <c:v>27-03-2014</c:v>
                </c:pt>
                <c:pt idx="3557">
                  <c:v>28-03-2014</c:v>
                </c:pt>
                <c:pt idx="3558">
                  <c:v>31-03-2014</c:v>
                </c:pt>
                <c:pt idx="3559">
                  <c:v>01-04-2014</c:v>
                </c:pt>
                <c:pt idx="3560">
                  <c:v>02-04-2014</c:v>
                </c:pt>
                <c:pt idx="3561">
                  <c:v>03-04-2014</c:v>
                </c:pt>
                <c:pt idx="3562">
                  <c:v>04-04-2014</c:v>
                </c:pt>
                <c:pt idx="3563">
                  <c:v>07-04-2014</c:v>
                </c:pt>
                <c:pt idx="3564">
                  <c:v>09-04-2014</c:v>
                </c:pt>
                <c:pt idx="3565">
                  <c:v>10-04-2014</c:v>
                </c:pt>
                <c:pt idx="3566">
                  <c:v>11-04-2014</c:v>
                </c:pt>
                <c:pt idx="3567">
                  <c:v>15-04-2014</c:v>
                </c:pt>
                <c:pt idx="3568">
                  <c:v>16-04-2014</c:v>
                </c:pt>
                <c:pt idx="3569">
                  <c:v>17-04-2014</c:v>
                </c:pt>
                <c:pt idx="3570">
                  <c:v>21-04-2014</c:v>
                </c:pt>
                <c:pt idx="3571">
                  <c:v>22-04-2014</c:v>
                </c:pt>
                <c:pt idx="3572">
                  <c:v>23-04-2014</c:v>
                </c:pt>
                <c:pt idx="3573">
                  <c:v>25-04-2014</c:v>
                </c:pt>
                <c:pt idx="3574">
                  <c:v>28-04-2014</c:v>
                </c:pt>
                <c:pt idx="3575">
                  <c:v>29-04-2014</c:v>
                </c:pt>
                <c:pt idx="3576">
                  <c:v>30-04-2014</c:v>
                </c:pt>
                <c:pt idx="3577">
                  <c:v>02-05-2014</c:v>
                </c:pt>
                <c:pt idx="3578">
                  <c:v>05-05-2014</c:v>
                </c:pt>
                <c:pt idx="3579">
                  <c:v>06-05-2014</c:v>
                </c:pt>
                <c:pt idx="3580">
                  <c:v>07-05-2014</c:v>
                </c:pt>
                <c:pt idx="3581">
                  <c:v>08-05-2014</c:v>
                </c:pt>
                <c:pt idx="3582">
                  <c:v>09-05-2014</c:v>
                </c:pt>
                <c:pt idx="3583">
                  <c:v>12-05-2014</c:v>
                </c:pt>
                <c:pt idx="3584">
                  <c:v>13-05-2014</c:v>
                </c:pt>
                <c:pt idx="3585">
                  <c:v>14-05-2014</c:v>
                </c:pt>
                <c:pt idx="3586">
                  <c:v>15-05-2014</c:v>
                </c:pt>
                <c:pt idx="3587">
                  <c:v>16-05-2014</c:v>
                </c:pt>
                <c:pt idx="3588">
                  <c:v>19-05-2014</c:v>
                </c:pt>
                <c:pt idx="3589">
                  <c:v>20-05-2014</c:v>
                </c:pt>
                <c:pt idx="3590">
                  <c:v>21-05-2014</c:v>
                </c:pt>
                <c:pt idx="3591">
                  <c:v>22-05-2014</c:v>
                </c:pt>
                <c:pt idx="3592">
                  <c:v>23-05-2014</c:v>
                </c:pt>
                <c:pt idx="3593">
                  <c:v>26-05-2014</c:v>
                </c:pt>
                <c:pt idx="3594">
                  <c:v>27-05-2014</c:v>
                </c:pt>
                <c:pt idx="3595">
                  <c:v>28-05-2014</c:v>
                </c:pt>
                <c:pt idx="3596">
                  <c:v>29-05-2014</c:v>
                </c:pt>
                <c:pt idx="3597">
                  <c:v>30-05-2014</c:v>
                </c:pt>
                <c:pt idx="3598">
                  <c:v>02-06-2014</c:v>
                </c:pt>
                <c:pt idx="3599">
                  <c:v>03-06-2014</c:v>
                </c:pt>
                <c:pt idx="3600">
                  <c:v>04-06-2014</c:v>
                </c:pt>
                <c:pt idx="3601">
                  <c:v>05-06-2014</c:v>
                </c:pt>
                <c:pt idx="3602">
                  <c:v>06-06-2014</c:v>
                </c:pt>
                <c:pt idx="3603">
                  <c:v>09-06-2014</c:v>
                </c:pt>
                <c:pt idx="3604">
                  <c:v>10-06-2014</c:v>
                </c:pt>
                <c:pt idx="3605">
                  <c:v>11-06-2014</c:v>
                </c:pt>
                <c:pt idx="3606">
                  <c:v>12-06-2014</c:v>
                </c:pt>
                <c:pt idx="3607">
                  <c:v>13-06-2014</c:v>
                </c:pt>
                <c:pt idx="3608">
                  <c:v>16-06-2014</c:v>
                </c:pt>
                <c:pt idx="3609">
                  <c:v>17-06-2014</c:v>
                </c:pt>
                <c:pt idx="3610">
                  <c:v>18-06-2014</c:v>
                </c:pt>
                <c:pt idx="3611">
                  <c:v>19-06-2014</c:v>
                </c:pt>
                <c:pt idx="3612">
                  <c:v>20-06-2014</c:v>
                </c:pt>
                <c:pt idx="3613">
                  <c:v>23-06-2014</c:v>
                </c:pt>
                <c:pt idx="3614">
                  <c:v>24-06-2014</c:v>
                </c:pt>
                <c:pt idx="3615">
                  <c:v>25-06-2014</c:v>
                </c:pt>
                <c:pt idx="3616">
                  <c:v>26-06-2014</c:v>
                </c:pt>
                <c:pt idx="3617">
                  <c:v>27-06-2014</c:v>
                </c:pt>
                <c:pt idx="3618">
                  <c:v>30-06-2014</c:v>
                </c:pt>
                <c:pt idx="3619">
                  <c:v>01-07-2014</c:v>
                </c:pt>
                <c:pt idx="3620">
                  <c:v>02-07-2014</c:v>
                </c:pt>
                <c:pt idx="3621">
                  <c:v>03-07-2014</c:v>
                </c:pt>
                <c:pt idx="3622">
                  <c:v>04-07-2014</c:v>
                </c:pt>
                <c:pt idx="3623">
                  <c:v>07-07-2014</c:v>
                </c:pt>
                <c:pt idx="3624">
                  <c:v>08-07-2014</c:v>
                </c:pt>
                <c:pt idx="3625">
                  <c:v>09-07-2014</c:v>
                </c:pt>
                <c:pt idx="3626">
                  <c:v>10-07-2014</c:v>
                </c:pt>
                <c:pt idx="3627">
                  <c:v>11-07-2014</c:v>
                </c:pt>
                <c:pt idx="3628">
                  <c:v>14-07-2014</c:v>
                </c:pt>
                <c:pt idx="3629">
                  <c:v>15-07-2014</c:v>
                </c:pt>
                <c:pt idx="3630">
                  <c:v>16-07-2014</c:v>
                </c:pt>
                <c:pt idx="3631">
                  <c:v>17-07-2014</c:v>
                </c:pt>
                <c:pt idx="3632">
                  <c:v>18-07-2014</c:v>
                </c:pt>
                <c:pt idx="3633">
                  <c:v>21-07-2014</c:v>
                </c:pt>
                <c:pt idx="3634">
                  <c:v>22-07-2014</c:v>
                </c:pt>
                <c:pt idx="3635">
                  <c:v>23-07-2014</c:v>
                </c:pt>
                <c:pt idx="3636">
                  <c:v>24-07-2014</c:v>
                </c:pt>
                <c:pt idx="3637">
                  <c:v>25-07-2014</c:v>
                </c:pt>
                <c:pt idx="3638">
                  <c:v>28-07-2014</c:v>
                </c:pt>
                <c:pt idx="3639">
                  <c:v>30-07-2014</c:v>
                </c:pt>
                <c:pt idx="3640">
                  <c:v>31-07-2014</c:v>
                </c:pt>
                <c:pt idx="3641">
                  <c:v>01-08-2014</c:v>
                </c:pt>
                <c:pt idx="3642">
                  <c:v>04-08-2014</c:v>
                </c:pt>
                <c:pt idx="3643">
                  <c:v>05-08-2014</c:v>
                </c:pt>
                <c:pt idx="3644">
                  <c:v>06-08-2014</c:v>
                </c:pt>
                <c:pt idx="3645">
                  <c:v>07-08-2014</c:v>
                </c:pt>
                <c:pt idx="3646">
                  <c:v>08-08-2014</c:v>
                </c:pt>
                <c:pt idx="3647">
                  <c:v>11-08-2014</c:v>
                </c:pt>
                <c:pt idx="3648">
                  <c:v>12-08-2014</c:v>
                </c:pt>
                <c:pt idx="3649">
                  <c:v>13-08-2014</c:v>
                </c:pt>
                <c:pt idx="3650">
                  <c:v>14-08-2014</c:v>
                </c:pt>
                <c:pt idx="3651">
                  <c:v>18-08-2014</c:v>
                </c:pt>
                <c:pt idx="3652">
                  <c:v>19-08-2014</c:v>
                </c:pt>
                <c:pt idx="3653">
                  <c:v>20-08-2014</c:v>
                </c:pt>
                <c:pt idx="3654">
                  <c:v>21-08-2014</c:v>
                </c:pt>
                <c:pt idx="3655">
                  <c:v>22-08-2014</c:v>
                </c:pt>
                <c:pt idx="3656">
                  <c:v>25-08-2014</c:v>
                </c:pt>
                <c:pt idx="3657">
                  <c:v>26-08-2014</c:v>
                </c:pt>
                <c:pt idx="3658">
                  <c:v>27-08-2014</c:v>
                </c:pt>
                <c:pt idx="3659">
                  <c:v>28-08-2014</c:v>
                </c:pt>
                <c:pt idx="3660">
                  <c:v>01-09-2014</c:v>
                </c:pt>
                <c:pt idx="3661">
                  <c:v>02-09-2014</c:v>
                </c:pt>
                <c:pt idx="3662">
                  <c:v>03-09-2014</c:v>
                </c:pt>
                <c:pt idx="3663">
                  <c:v>04-09-2014</c:v>
                </c:pt>
                <c:pt idx="3664">
                  <c:v>05-09-2014</c:v>
                </c:pt>
                <c:pt idx="3665">
                  <c:v>08-09-2014</c:v>
                </c:pt>
                <c:pt idx="3666">
                  <c:v>09-09-2014</c:v>
                </c:pt>
                <c:pt idx="3667">
                  <c:v>10-09-2014</c:v>
                </c:pt>
                <c:pt idx="3668">
                  <c:v>11-09-2014</c:v>
                </c:pt>
                <c:pt idx="3669">
                  <c:v>12-09-2014</c:v>
                </c:pt>
                <c:pt idx="3670">
                  <c:v>15-09-2014</c:v>
                </c:pt>
                <c:pt idx="3671">
                  <c:v>16-09-2014</c:v>
                </c:pt>
                <c:pt idx="3672">
                  <c:v>17-09-2014</c:v>
                </c:pt>
                <c:pt idx="3673">
                  <c:v>18-09-2014</c:v>
                </c:pt>
                <c:pt idx="3674">
                  <c:v>19-09-2014</c:v>
                </c:pt>
                <c:pt idx="3675">
                  <c:v>22-09-2014</c:v>
                </c:pt>
                <c:pt idx="3676">
                  <c:v>23-09-2014</c:v>
                </c:pt>
                <c:pt idx="3677">
                  <c:v>24-09-2014</c:v>
                </c:pt>
                <c:pt idx="3678">
                  <c:v>25-09-2014</c:v>
                </c:pt>
                <c:pt idx="3679">
                  <c:v>26-09-2014</c:v>
                </c:pt>
                <c:pt idx="3680">
                  <c:v>29-09-2014</c:v>
                </c:pt>
                <c:pt idx="3681">
                  <c:v>30-09-2014</c:v>
                </c:pt>
                <c:pt idx="3682">
                  <c:v>01-10-2014</c:v>
                </c:pt>
                <c:pt idx="3683">
                  <c:v>07-10-2014</c:v>
                </c:pt>
                <c:pt idx="3684">
                  <c:v>08-10-2014</c:v>
                </c:pt>
                <c:pt idx="3685">
                  <c:v>09-10-2014</c:v>
                </c:pt>
                <c:pt idx="3686">
                  <c:v>10-10-2014</c:v>
                </c:pt>
                <c:pt idx="3687">
                  <c:v>13-10-2014</c:v>
                </c:pt>
                <c:pt idx="3688">
                  <c:v>14-10-2014</c:v>
                </c:pt>
                <c:pt idx="3689">
                  <c:v>16-10-2014</c:v>
                </c:pt>
                <c:pt idx="3690">
                  <c:v>17-10-2014</c:v>
                </c:pt>
                <c:pt idx="3691">
                  <c:v>20-10-2014</c:v>
                </c:pt>
                <c:pt idx="3692">
                  <c:v>21-10-2014</c:v>
                </c:pt>
                <c:pt idx="3693">
                  <c:v>22-10-2014</c:v>
                </c:pt>
                <c:pt idx="3694">
                  <c:v>23-10-2014</c:v>
                </c:pt>
                <c:pt idx="3695">
                  <c:v>27-10-2014</c:v>
                </c:pt>
                <c:pt idx="3696">
                  <c:v>28-10-2014</c:v>
                </c:pt>
                <c:pt idx="3697">
                  <c:v>29-10-2014</c:v>
                </c:pt>
                <c:pt idx="3698">
                  <c:v>30-10-2014</c:v>
                </c:pt>
                <c:pt idx="3699">
                  <c:v>31-10-2014</c:v>
                </c:pt>
                <c:pt idx="3700">
                  <c:v>03-11-2014</c:v>
                </c:pt>
                <c:pt idx="3701">
                  <c:v>05-11-2014</c:v>
                </c:pt>
                <c:pt idx="3702">
                  <c:v>07-11-2014</c:v>
                </c:pt>
                <c:pt idx="3703">
                  <c:v>10-11-2014</c:v>
                </c:pt>
                <c:pt idx="3704">
                  <c:v>11-11-2014</c:v>
                </c:pt>
                <c:pt idx="3705">
                  <c:v>12-11-2014</c:v>
                </c:pt>
                <c:pt idx="3706">
                  <c:v>13-11-2014</c:v>
                </c:pt>
                <c:pt idx="3707">
                  <c:v>14-11-2014</c:v>
                </c:pt>
                <c:pt idx="3708">
                  <c:v>17-11-2014</c:v>
                </c:pt>
                <c:pt idx="3709">
                  <c:v>18-11-2014</c:v>
                </c:pt>
                <c:pt idx="3710">
                  <c:v>19-11-2014</c:v>
                </c:pt>
                <c:pt idx="3711">
                  <c:v>20-11-2014</c:v>
                </c:pt>
                <c:pt idx="3712">
                  <c:v>21-11-2014</c:v>
                </c:pt>
                <c:pt idx="3713">
                  <c:v>24-11-2014</c:v>
                </c:pt>
                <c:pt idx="3714">
                  <c:v>25-11-2014</c:v>
                </c:pt>
                <c:pt idx="3715">
                  <c:v>26-11-2014</c:v>
                </c:pt>
                <c:pt idx="3716">
                  <c:v>27-11-2014</c:v>
                </c:pt>
                <c:pt idx="3717">
                  <c:v>28-11-2014</c:v>
                </c:pt>
                <c:pt idx="3718">
                  <c:v>01-12-2014</c:v>
                </c:pt>
                <c:pt idx="3719">
                  <c:v>02-12-2014</c:v>
                </c:pt>
                <c:pt idx="3720">
                  <c:v>03-12-2014</c:v>
                </c:pt>
                <c:pt idx="3721">
                  <c:v>04-12-2014</c:v>
                </c:pt>
                <c:pt idx="3722">
                  <c:v>05-12-2014</c:v>
                </c:pt>
                <c:pt idx="3723">
                  <c:v>08-12-2014</c:v>
                </c:pt>
                <c:pt idx="3724">
                  <c:v>09-12-2014</c:v>
                </c:pt>
                <c:pt idx="3725">
                  <c:v>10-12-2014</c:v>
                </c:pt>
                <c:pt idx="3726">
                  <c:v>11-12-2014</c:v>
                </c:pt>
                <c:pt idx="3727">
                  <c:v>12-12-2014</c:v>
                </c:pt>
                <c:pt idx="3728">
                  <c:v>15-12-2014</c:v>
                </c:pt>
                <c:pt idx="3729">
                  <c:v>16-12-2014</c:v>
                </c:pt>
                <c:pt idx="3730">
                  <c:v>17-12-2014</c:v>
                </c:pt>
                <c:pt idx="3731">
                  <c:v>18-12-2014</c:v>
                </c:pt>
                <c:pt idx="3732">
                  <c:v>19-12-2014</c:v>
                </c:pt>
                <c:pt idx="3733">
                  <c:v>22-12-2014</c:v>
                </c:pt>
                <c:pt idx="3734">
                  <c:v>23-12-2014</c:v>
                </c:pt>
                <c:pt idx="3735">
                  <c:v>24-12-2014</c:v>
                </c:pt>
                <c:pt idx="3736">
                  <c:v>26-12-2014</c:v>
                </c:pt>
                <c:pt idx="3737">
                  <c:v>29-12-2014</c:v>
                </c:pt>
                <c:pt idx="3738">
                  <c:v>30-12-2014</c:v>
                </c:pt>
                <c:pt idx="3739">
                  <c:v>31-12-2014</c:v>
                </c:pt>
                <c:pt idx="3740">
                  <c:v>01-01-2015</c:v>
                </c:pt>
                <c:pt idx="3741">
                  <c:v>02-01-2015</c:v>
                </c:pt>
                <c:pt idx="3742">
                  <c:v>05-01-2015</c:v>
                </c:pt>
                <c:pt idx="3743">
                  <c:v>06-01-2015</c:v>
                </c:pt>
                <c:pt idx="3744">
                  <c:v>07-01-2015</c:v>
                </c:pt>
                <c:pt idx="3745">
                  <c:v>08-01-2015</c:v>
                </c:pt>
                <c:pt idx="3746">
                  <c:v>09-01-2015</c:v>
                </c:pt>
                <c:pt idx="3747">
                  <c:v>12-01-2015</c:v>
                </c:pt>
                <c:pt idx="3748">
                  <c:v>13-01-2015</c:v>
                </c:pt>
                <c:pt idx="3749">
                  <c:v>14-01-2015</c:v>
                </c:pt>
                <c:pt idx="3750">
                  <c:v>15-01-2015</c:v>
                </c:pt>
                <c:pt idx="3751">
                  <c:v>16-01-2015</c:v>
                </c:pt>
                <c:pt idx="3752">
                  <c:v>19-01-2015</c:v>
                </c:pt>
                <c:pt idx="3753">
                  <c:v>20-01-2015</c:v>
                </c:pt>
                <c:pt idx="3754">
                  <c:v>21-01-2015</c:v>
                </c:pt>
                <c:pt idx="3755">
                  <c:v>22-01-2015</c:v>
                </c:pt>
                <c:pt idx="3756">
                  <c:v>23-01-2015</c:v>
                </c:pt>
                <c:pt idx="3757">
                  <c:v>27-01-2015</c:v>
                </c:pt>
                <c:pt idx="3758">
                  <c:v>28-01-2015</c:v>
                </c:pt>
                <c:pt idx="3759">
                  <c:v>29-01-2015</c:v>
                </c:pt>
                <c:pt idx="3760">
                  <c:v>30-01-2015</c:v>
                </c:pt>
                <c:pt idx="3761">
                  <c:v>02-02-2015</c:v>
                </c:pt>
                <c:pt idx="3762">
                  <c:v>03-02-2015</c:v>
                </c:pt>
                <c:pt idx="3763">
                  <c:v>04-02-2015</c:v>
                </c:pt>
                <c:pt idx="3764">
                  <c:v>05-02-2015</c:v>
                </c:pt>
                <c:pt idx="3765">
                  <c:v>06-02-2015</c:v>
                </c:pt>
                <c:pt idx="3766">
                  <c:v>09-02-2015</c:v>
                </c:pt>
                <c:pt idx="3767">
                  <c:v>10-02-2015</c:v>
                </c:pt>
                <c:pt idx="3768">
                  <c:v>11-02-2015</c:v>
                </c:pt>
                <c:pt idx="3769">
                  <c:v>12-02-2015</c:v>
                </c:pt>
                <c:pt idx="3770">
                  <c:v>13-02-2015</c:v>
                </c:pt>
                <c:pt idx="3771">
                  <c:v>16-02-2015</c:v>
                </c:pt>
                <c:pt idx="3772">
                  <c:v>18-02-2015</c:v>
                </c:pt>
                <c:pt idx="3773">
                  <c:v>19-02-2015</c:v>
                </c:pt>
                <c:pt idx="3774">
                  <c:v>20-02-2015</c:v>
                </c:pt>
                <c:pt idx="3775">
                  <c:v>23-02-2015</c:v>
                </c:pt>
                <c:pt idx="3776">
                  <c:v>24-02-2015</c:v>
                </c:pt>
                <c:pt idx="3777">
                  <c:v>25-02-2015</c:v>
                </c:pt>
                <c:pt idx="3778">
                  <c:v>26-02-2015</c:v>
                </c:pt>
                <c:pt idx="3779">
                  <c:v>27-02-2015</c:v>
                </c:pt>
                <c:pt idx="3780">
                  <c:v>28-02-2015</c:v>
                </c:pt>
                <c:pt idx="3781">
                  <c:v>02-03-2015</c:v>
                </c:pt>
                <c:pt idx="3782">
                  <c:v>03-03-2015</c:v>
                </c:pt>
                <c:pt idx="3783">
                  <c:v>04-03-2015</c:v>
                </c:pt>
                <c:pt idx="3784">
                  <c:v>05-03-2015</c:v>
                </c:pt>
                <c:pt idx="3785">
                  <c:v>09-03-2015</c:v>
                </c:pt>
                <c:pt idx="3786">
                  <c:v>10-03-2015</c:v>
                </c:pt>
                <c:pt idx="3787">
                  <c:v>11-03-2015</c:v>
                </c:pt>
                <c:pt idx="3788">
                  <c:v>12-03-2015</c:v>
                </c:pt>
                <c:pt idx="3789">
                  <c:v>13-03-2015</c:v>
                </c:pt>
                <c:pt idx="3790">
                  <c:v>16-03-2015</c:v>
                </c:pt>
                <c:pt idx="3791">
                  <c:v>17-03-2015</c:v>
                </c:pt>
                <c:pt idx="3792">
                  <c:v>18-03-2015</c:v>
                </c:pt>
                <c:pt idx="3793">
                  <c:v>19-03-2015</c:v>
                </c:pt>
                <c:pt idx="3794">
                  <c:v>20-03-2015</c:v>
                </c:pt>
                <c:pt idx="3795">
                  <c:v>23-03-2015</c:v>
                </c:pt>
                <c:pt idx="3796">
                  <c:v>24-03-2015</c:v>
                </c:pt>
                <c:pt idx="3797">
                  <c:v>25-03-2015</c:v>
                </c:pt>
                <c:pt idx="3798">
                  <c:v>26-03-2015</c:v>
                </c:pt>
                <c:pt idx="3799">
                  <c:v>27-03-2015</c:v>
                </c:pt>
                <c:pt idx="3800">
                  <c:v>30-03-2015</c:v>
                </c:pt>
                <c:pt idx="3801">
                  <c:v>31-03-2015</c:v>
                </c:pt>
                <c:pt idx="3802">
                  <c:v>01-04-2015</c:v>
                </c:pt>
                <c:pt idx="3803">
                  <c:v>06-04-2015</c:v>
                </c:pt>
                <c:pt idx="3804">
                  <c:v>07-04-2015</c:v>
                </c:pt>
                <c:pt idx="3805">
                  <c:v>08-04-2015</c:v>
                </c:pt>
                <c:pt idx="3806">
                  <c:v>09-04-2015</c:v>
                </c:pt>
                <c:pt idx="3807">
                  <c:v>10-04-2015</c:v>
                </c:pt>
                <c:pt idx="3808">
                  <c:v>13-04-2015</c:v>
                </c:pt>
                <c:pt idx="3809">
                  <c:v>15-04-2015</c:v>
                </c:pt>
                <c:pt idx="3810">
                  <c:v>16-04-2015</c:v>
                </c:pt>
                <c:pt idx="3811">
                  <c:v>17-04-2015</c:v>
                </c:pt>
                <c:pt idx="3812">
                  <c:v>20-04-2015</c:v>
                </c:pt>
                <c:pt idx="3813">
                  <c:v>21-04-2015</c:v>
                </c:pt>
                <c:pt idx="3814">
                  <c:v>22-04-2015</c:v>
                </c:pt>
                <c:pt idx="3815">
                  <c:v>23-04-2015</c:v>
                </c:pt>
                <c:pt idx="3816">
                  <c:v>24-04-2015</c:v>
                </c:pt>
                <c:pt idx="3817">
                  <c:v>27-04-2015</c:v>
                </c:pt>
                <c:pt idx="3818">
                  <c:v>28-04-2015</c:v>
                </c:pt>
                <c:pt idx="3819">
                  <c:v>29-04-2015</c:v>
                </c:pt>
                <c:pt idx="3820">
                  <c:v>30-04-2015</c:v>
                </c:pt>
                <c:pt idx="3821">
                  <c:v>04-05-2015</c:v>
                </c:pt>
                <c:pt idx="3822">
                  <c:v>05-05-2015</c:v>
                </c:pt>
                <c:pt idx="3823">
                  <c:v>06-05-2015</c:v>
                </c:pt>
                <c:pt idx="3824">
                  <c:v>07-05-2015</c:v>
                </c:pt>
                <c:pt idx="3825">
                  <c:v>08-05-2015</c:v>
                </c:pt>
                <c:pt idx="3826">
                  <c:v>11-05-2015</c:v>
                </c:pt>
                <c:pt idx="3827">
                  <c:v>12-05-2015</c:v>
                </c:pt>
                <c:pt idx="3828">
                  <c:v>13-05-2015</c:v>
                </c:pt>
                <c:pt idx="3829">
                  <c:v>14-05-2015</c:v>
                </c:pt>
                <c:pt idx="3830">
                  <c:v>15-05-2015</c:v>
                </c:pt>
                <c:pt idx="3831">
                  <c:v>18-05-2015</c:v>
                </c:pt>
                <c:pt idx="3832">
                  <c:v>19-05-2015</c:v>
                </c:pt>
                <c:pt idx="3833">
                  <c:v>20-05-2015</c:v>
                </c:pt>
                <c:pt idx="3834">
                  <c:v>21-05-2015</c:v>
                </c:pt>
                <c:pt idx="3835">
                  <c:v>22-05-2015</c:v>
                </c:pt>
                <c:pt idx="3836">
                  <c:v>25-05-2015</c:v>
                </c:pt>
                <c:pt idx="3837">
                  <c:v>26-05-2015</c:v>
                </c:pt>
                <c:pt idx="3838">
                  <c:v>27-05-2015</c:v>
                </c:pt>
                <c:pt idx="3839">
                  <c:v>28-05-2015</c:v>
                </c:pt>
                <c:pt idx="3840">
                  <c:v>29-05-2015</c:v>
                </c:pt>
                <c:pt idx="3841">
                  <c:v>01-06-2015</c:v>
                </c:pt>
                <c:pt idx="3842">
                  <c:v>02-06-2015</c:v>
                </c:pt>
                <c:pt idx="3843">
                  <c:v>03-06-2015</c:v>
                </c:pt>
                <c:pt idx="3844">
                  <c:v>04-06-2015</c:v>
                </c:pt>
                <c:pt idx="3845">
                  <c:v>05-06-2015</c:v>
                </c:pt>
                <c:pt idx="3846">
                  <c:v>08-06-2015</c:v>
                </c:pt>
                <c:pt idx="3847">
                  <c:v>09-06-2015</c:v>
                </c:pt>
                <c:pt idx="3848">
                  <c:v>10-06-2015</c:v>
                </c:pt>
                <c:pt idx="3849">
                  <c:v>11-06-2015</c:v>
                </c:pt>
                <c:pt idx="3850">
                  <c:v>12-06-2015</c:v>
                </c:pt>
                <c:pt idx="3851">
                  <c:v>15-06-2015</c:v>
                </c:pt>
                <c:pt idx="3852">
                  <c:v>16-06-2015</c:v>
                </c:pt>
                <c:pt idx="3853">
                  <c:v>17-06-2015</c:v>
                </c:pt>
                <c:pt idx="3854">
                  <c:v>18-06-2015</c:v>
                </c:pt>
                <c:pt idx="3855">
                  <c:v>19-06-2015</c:v>
                </c:pt>
                <c:pt idx="3856">
                  <c:v>22-06-2015</c:v>
                </c:pt>
                <c:pt idx="3857">
                  <c:v>23-06-2015</c:v>
                </c:pt>
                <c:pt idx="3858">
                  <c:v>24-06-2015</c:v>
                </c:pt>
                <c:pt idx="3859">
                  <c:v>25-06-2015</c:v>
                </c:pt>
                <c:pt idx="3860">
                  <c:v>26-06-2015</c:v>
                </c:pt>
                <c:pt idx="3861">
                  <c:v>29-06-2015</c:v>
                </c:pt>
                <c:pt idx="3862">
                  <c:v>30-06-2015</c:v>
                </c:pt>
                <c:pt idx="3863">
                  <c:v>01-07-2015</c:v>
                </c:pt>
                <c:pt idx="3864">
                  <c:v>02-07-2015</c:v>
                </c:pt>
                <c:pt idx="3865">
                  <c:v>03-07-2015</c:v>
                </c:pt>
                <c:pt idx="3866">
                  <c:v>06-07-2015</c:v>
                </c:pt>
                <c:pt idx="3867">
                  <c:v>07-07-2015</c:v>
                </c:pt>
                <c:pt idx="3868">
                  <c:v>08-07-2015</c:v>
                </c:pt>
                <c:pt idx="3869">
                  <c:v>09-07-2015</c:v>
                </c:pt>
                <c:pt idx="3870">
                  <c:v>10-07-2015</c:v>
                </c:pt>
                <c:pt idx="3871">
                  <c:v>13-07-2015</c:v>
                </c:pt>
                <c:pt idx="3872">
                  <c:v>14-07-2015</c:v>
                </c:pt>
                <c:pt idx="3873">
                  <c:v>15-07-2015</c:v>
                </c:pt>
                <c:pt idx="3874">
                  <c:v>16-07-2015</c:v>
                </c:pt>
                <c:pt idx="3875">
                  <c:v>17-07-2015</c:v>
                </c:pt>
                <c:pt idx="3876">
                  <c:v>20-07-2015</c:v>
                </c:pt>
                <c:pt idx="3877">
                  <c:v>21-07-2015</c:v>
                </c:pt>
                <c:pt idx="3878">
                  <c:v>22-07-2015</c:v>
                </c:pt>
                <c:pt idx="3879">
                  <c:v>23-07-2015</c:v>
                </c:pt>
                <c:pt idx="3880">
                  <c:v>24-07-2015</c:v>
                </c:pt>
                <c:pt idx="3881">
                  <c:v>27-07-2015</c:v>
                </c:pt>
                <c:pt idx="3882">
                  <c:v>28-07-2015</c:v>
                </c:pt>
                <c:pt idx="3883">
                  <c:v>29-07-2015</c:v>
                </c:pt>
                <c:pt idx="3884">
                  <c:v>30-07-2015</c:v>
                </c:pt>
                <c:pt idx="3885">
                  <c:v>31-07-2015</c:v>
                </c:pt>
                <c:pt idx="3886">
                  <c:v>03-08-2015</c:v>
                </c:pt>
                <c:pt idx="3887">
                  <c:v>04-08-2015</c:v>
                </c:pt>
                <c:pt idx="3888">
                  <c:v>05-08-2015</c:v>
                </c:pt>
                <c:pt idx="3889">
                  <c:v>06-08-2015</c:v>
                </c:pt>
                <c:pt idx="3890">
                  <c:v>07-08-2015</c:v>
                </c:pt>
                <c:pt idx="3891">
                  <c:v>10-08-2015</c:v>
                </c:pt>
                <c:pt idx="3892">
                  <c:v>11-08-2015</c:v>
                </c:pt>
                <c:pt idx="3893">
                  <c:v>12-08-2015</c:v>
                </c:pt>
                <c:pt idx="3894">
                  <c:v>13-08-2015</c:v>
                </c:pt>
                <c:pt idx="3895">
                  <c:v>14-08-2015</c:v>
                </c:pt>
                <c:pt idx="3896">
                  <c:v>17-08-2015</c:v>
                </c:pt>
                <c:pt idx="3897">
                  <c:v>18-08-2015</c:v>
                </c:pt>
                <c:pt idx="3898">
                  <c:v>19-08-2015</c:v>
                </c:pt>
                <c:pt idx="3899">
                  <c:v>20-08-2015</c:v>
                </c:pt>
                <c:pt idx="3900">
                  <c:v>21-08-2015</c:v>
                </c:pt>
                <c:pt idx="3901">
                  <c:v>24-08-2015</c:v>
                </c:pt>
                <c:pt idx="3902">
                  <c:v>25-08-2015</c:v>
                </c:pt>
                <c:pt idx="3903">
                  <c:v>26-08-2015</c:v>
                </c:pt>
                <c:pt idx="3904">
                  <c:v>27-08-2015</c:v>
                </c:pt>
                <c:pt idx="3905">
                  <c:v>28-08-2015</c:v>
                </c:pt>
                <c:pt idx="3906">
                  <c:v>31-08-2015</c:v>
                </c:pt>
                <c:pt idx="3907">
                  <c:v>01-09-2015</c:v>
                </c:pt>
                <c:pt idx="3908">
                  <c:v>02-09-2015</c:v>
                </c:pt>
                <c:pt idx="3909">
                  <c:v>03-09-2015</c:v>
                </c:pt>
                <c:pt idx="3910">
                  <c:v>04-09-2015</c:v>
                </c:pt>
                <c:pt idx="3911">
                  <c:v>07-09-2015</c:v>
                </c:pt>
                <c:pt idx="3912">
                  <c:v>08-09-2015</c:v>
                </c:pt>
                <c:pt idx="3913">
                  <c:v>09-09-2015</c:v>
                </c:pt>
                <c:pt idx="3914">
                  <c:v>10-09-2015</c:v>
                </c:pt>
                <c:pt idx="3915">
                  <c:v>11-09-2015</c:v>
                </c:pt>
                <c:pt idx="3916">
                  <c:v>14-09-2015</c:v>
                </c:pt>
                <c:pt idx="3917">
                  <c:v>15-09-2015</c:v>
                </c:pt>
                <c:pt idx="3918">
                  <c:v>16-09-2015</c:v>
                </c:pt>
                <c:pt idx="3919">
                  <c:v>18-09-2015</c:v>
                </c:pt>
                <c:pt idx="3920">
                  <c:v>21-09-2015</c:v>
                </c:pt>
                <c:pt idx="3921">
                  <c:v>22-09-2015</c:v>
                </c:pt>
                <c:pt idx="3922">
                  <c:v>23-09-2015</c:v>
                </c:pt>
                <c:pt idx="3923">
                  <c:v>24-09-2015</c:v>
                </c:pt>
                <c:pt idx="3924">
                  <c:v>28-09-2015</c:v>
                </c:pt>
                <c:pt idx="3925">
                  <c:v>29-09-2015</c:v>
                </c:pt>
                <c:pt idx="3926">
                  <c:v>30-09-2015</c:v>
                </c:pt>
                <c:pt idx="3927">
                  <c:v>01-10-2015</c:v>
                </c:pt>
                <c:pt idx="3928">
                  <c:v>05-10-2015</c:v>
                </c:pt>
                <c:pt idx="3929">
                  <c:v>06-10-2015</c:v>
                </c:pt>
                <c:pt idx="3930">
                  <c:v>07-10-2015</c:v>
                </c:pt>
                <c:pt idx="3931">
                  <c:v>08-10-2015</c:v>
                </c:pt>
                <c:pt idx="3932">
                  <c:v>09-10-2015</c:v>
                </c:pt>
                <c:pt idx="3933">
                  <c:v>12-10-2015</c:v>
                </c:pt>
                <c:pt idx="3934">
                  <c:v>13-10-2015</c:v>
                </c:pt>
                <c:pt idx="3935">
                  <c:v>14-10-2015</c:v>
                </c:pt>
                <c:pt idx="3936">
                  <c:v>15-10-2015</c:v>
                </c:pt>
                <c:pt idx="3937">
                  <c:v>16-10-2015</c:v>
                </c:pt>
                <c:pt idx="3938">
                  <c:v>19-10-2015</c:v>
                </c:pt>
                <c:pt idx="3939">
                  <c:v>20-10-2015</c:v>
                </c:pt>
                <c:pt idx="3940">
                  <c:v>21-10-2015</c:v>
                </c:pt>
                <c:pt idx="3941">
                  <c:v>23-10-2015</c:v>
                </c:pt>
                <c:pt idx="3942">
                  <c:v>26-10-2015</c:v>
                </c:pt>
                <c:pt idx="3943">
                  <c:v>27-10-2015</c:v>
                </c:pt>
                <c:pt idx="3944">
                  <c:v>28-10-2015</c:v>
                </c:pt>
                <c:pt idx="3945">
                  <c:v>29-10-2015</c:v>
                </c:pt>
                <c:pt idx="3946">
                  <c:v>30-10-2015</c:v>
                </c:pt>
                <c:pt idx="3947">
                  <c:v>02-11-2015</c:v>
                </c:pt>
                <c:pt idx="3948">
                  <c:v>03-11-2015</c:v>
                </c:pt>
                <c:pt idx="3949">
                  <c:v>04-11-2015</c:v>
                </c:pt>
                <c:pt idx="3950">
                  <c:v>05-11-2015</c:v>
                </c:pt>
                <c:pt idx="3951">
                  <c:v>06-11-2015</c:v>
                </c:pt>
                <c:pt idx="3952">
                  <c:v>09-11-2015</c:v>
                </c:pt>
                <c:pt idx="3953">
                  <c:v>10-11-2015</c:v>
                </c:pt>
                <c:pt idx="3954">
                  <c:v>11-11-2015</c:v>
                </c:pt>
                <c:pt idx="3955">
                  <c:v>13-11-2015</c:v>
                </c:pt>
                <c:pt idx="3956">
                  <c:v>16-11-2015</c:v>
                </c:pt>
                <c:pt idx="3957">
                  <c:v>17-11-2015</c:v>
                </c:pt>
                <c:pt idx="3958">
                  <c:v>18-11-2015</c:v>
                </c:pt>
                <c:pt idx="3959">
                  <c:v>19-11-2015</c:v>
                </c:pt>
                <c:pt idx="3960">
                  <c:v>20-11-2015</c:v>
                </c:pt>
                <c:pt idx="3961">
                  <c:v>23-11-2015</c:v>
                </c:pt>
                <c:pt idx="3962">
                  <c:v>24-11-2015</c:v>
                </c:pt>
                <c:pt idx="3963">
                  <c:v>26-11-2015</c:v>
                </c:pt>
                <c:pt idx="3964">
                  <c:v>27-11-2015</c:v>
                </c:pt>
                <c:pt idx="3965">
                  <c:v>30-11-2015</c:v>
                </c:pt>
                <c:pt idx="3966">
                  <c:v>01-12-2015</c:v>
                </c:pt>
                <c:pt idx="3967">
                  <c:v>02-12-2015</c:v>
                </c:pt>
                <c:pt idx="3968">
                  <c:v>03-12-2015</c:v>
                </c:pt>
                <c:pt idx="3969">
                  <c:v>04-12-2015</c:v>
                </c:pt>
                <c:pt idx="3970">
                  <c:v>07-12-2015</c:v>
                </c:pt>
                <c:pt idx="3971">
                  <c:v>08-12-2015</c:v>
                </c:pt>
                <c:pt idx="3972">
                  <c:v>09-12-2015</c:v>
                </c:pt>
                <c:pt idx="3973">
                  <c:v>10-12-2015</c:v>
                </c:pt>
                <c:pt idx="3974">
                  <c:v>11-12-2015</c:v>
                </c:pt>
                <c:pt idx="3975">
                  <c:v>14-12-2015</c:v>
                </c:pt>
                <c:pt idx="3976">
                  <c:v>15-12-2015</c:v>
                </c:pt>
                <c:pt idx="3977">
                  <c:v>16-12-2015</c:v>
                </c:pt>
                <c:pt idx="3978">
                  <c:v>17-12-2015</c:v>
                </c:pt>
                <c:pt idx="3979">
                  <c:v>18-12-2015</c:v>
                </c:pt>
                <c:pt idx="3980">
                  <c:v>21-12-2015</c:v>
                </c:pt>
                <c:pt idx="3981">
                  <c:v>22-12-2015</c:v>
                </c:pt>
                <c:pt idx="3982">
                  <c:v>23-12-2015</c:v>
                </c:pt>
                <c:pt idx="3983">
                  <c:v>24-12-2015</c:v>
                </c:pt>
                <c:pt idx="3984">
                  <c:v>28-12-2015</c:v>
                </c:pt>
                <c:pt idx="3985">
                  <c:v>29-12-2015</c:v>
                </c:pt>
                <c:pt idx="3986">
                  <c:v>30-12-2015</c:v>
                </c:pt>
                <c:pt idx="3987">
                  <c:v>31-12-2015</c:v>
                </c:pt>
                <c:pt idx="3988">
                  <c:v>01-01-2016</c:v>
                </c:pt>
                <c:pt idx="3989">
                  <c:v>04-01-2016</c:v>
                </c:pt>
                <c:pt idx="3990">
                  <c:v>05-01-2016</c:v>
                </c:pt>
                <c:pt idx="3991">
                  <c:v>06-01-2016</c:v>
                </c:pt>
                <c:pt idx="3992">
                  <c:v>07-01-2016</c:v>
                </c:pt>
                <c:pt idx="3993">
                  <c:v>08-01-2016</c:v>
                </c:pt>
                <c:pt idx="3994">
                  <c:v>11-01-2016</c:v>
                </c:pt>
                <c:pt idx="3995">
                  <c:v>12-01-2016</c:v>
                </c:pt>
                <c:pt idx="3996">
                  <c:v>13-01-2016</c:v>
                </c:pt>
                <c:pt idx="3997">
                  <c:v>14-01-2016</c:v>
                </c:pt>
                <c:pt idx="3998">
                  <c:v>15-01-2016</c:v>
                </c:pt>
                <c:pt idx="3999">
                  <c:v>18-01-2016</c:v>
                </c:pt>
                <c:pt idx="4000">
                  <c:v>19-01-2016</c:v>
                </c:pt>
                <c:pt idx="4001">
                  <c:v>20-01-2016</c:v>
                </c:pt>
                <c:pt idx="4002">
                  <c:v>21-01-2016</c:v>
                </c:pt>
                <c:pt idx="4003">
                  <c:v>22-01-2016</c:v>
                </c:pt>
                <c:pt idx="4004">
                  <c:v>25-01-2016</c:v>
                </c:pt>
                <c:pt idx="4005">
                  <c:v>27-01-2016</c:v>
                </c:pt>
                <c:pt idx="4006">
                  <c:v>28-01-2016</c:v>
                </c:pt>
                <c:pt idx="4007">
                  <c:v>29-01-2016</c:v>
                </c:pt>
                <c:pt idx="4008">
                  <c:v>01-02-2016</c:v>
                </c:pt>
                <c:pt idx="4009">
                  <c:v>02-02-2016</c:v>
                </c:pt>
                <c:pt idx="4010">
                  <c:v>03-02-2016</c:v>
                </c:pt>
                <c:pt idx="4011">
                  <c:v>04-02-2016</c:v>
                </c:pt>
                <c:pt idx="4012">
                  <c:v>05-02-2016</c:v>
                </c:pt>
                <c:pt idx="4013">
                  <c:v>08-02-2016</c:v>
                </c:pt>
                <c:pt idx="4014">
                  <c:v>09-02-2016</c:v>
                </c:pt>
                <c:pt idx="4015">
                  <c:v>10-02-2016</c:v>
                </c:pt>
                <c:pt idx="4016">
                  <c:v>11-02-2016</c:v>
                </c:pt>
                <c:pt idx="4017">
                  <c:v>12-02-2016</c:v>
                </c:pt>
                <c:pt idx="4018">
                  <c:v>15-02-2016</c:v>
                </c:pt>
                <c:pt idx="4019">
                  <c:v>16-02-2016</c:v>
                </c:pt>
                <c:pt idx="4020">
                  <c:v>17-02-2016</c:v>
                </c:pt>
                <c:pt idx="4021">
                  <c:v>18-02-2016</c:v>
                </c:pt>
                <c:pt idx="4022">
                  <c:v>19-02-2016</c:v>
                </c:pt>
                <c:pt idx="4023">
                  <c:v>22-02-2016</c:v>
                </c:pt>
                <c:pt idx="4024">
                  <c:v>23-02-2016</c:v>
                </c:pt>
                <c:pt idx="4025">
                  <c:v>24-02-2016</c:v>
                </c:pt>
                <c:pt idx="4026">
                  <c:v>25-02-2016</c:v>
                </c:pt>
                <c:pt idx="4027">
                  <c:v>26-02-2016</c:v>
                </c:pt>
                <c:pt idx="4028">
                  <c:v>29-02-2016</c:v>
                </c:pt>
                <c:pt idx="4029">
                  <c:v>01-03-2016</c:v>
                </c:pt>
                <c:pt idx="4030">
                  <c:v>02-03-2016</c:v>
                </c:pt>
                <c:pt idx="4031">
                  <c:v>03-03-2016</c:v>
                </c:pt>
                <c:pt idx="4032">
                  <c:v>04-03-2016</c:v>
                </c:pt>
                <c:pt idx="4033">
                  <c:v>08-03-2016</c:v>
                </c:pt>
                <c:pt idx="4034">
                  <c:v>09-03-2016</c:v>
                </c:pt>
                <c:pt idx="4035">
                  <c:v>10-03-2016</c:v>
                </c:pt>
                <c:pt idx="4036">
                  <c:v>11-03-2016</c:v>
                </c:pt>
                <c:pt idx="4037">
                  <c:v>14-03-2016</c:v>
                </c:pt>
                <c:pt idx="4038">
                  <c:v>15-03-2016</c:v>
                </c:pt>
                <c:pt idx="4039">
                  <c:v>16-03-2016</c:v>
                </c:pt>
                <c:pt idx="4040">
                  <c:v>17-03-2016</c:v>
                </c:pt>
                <c:pt idx="4041">
                  <c:v>18-03-2016</c:v>
                </c:pt>
                <c:pt idx="4042">
                  <c:v>21-03-2016</c:v>
                </c:pt>
                <c:pt idx="4043">
                  <c:v>22-03-2016</c:v>
                </c:pt>
                <c:pt idx="4044">
                  <c:v>23-03-2016</c:v>
                </c:pt>
                <c:pt idx="4045">
                  <c:v>28-03-2016</c:v>
                </c:pt>
                <c:pt idx="4046">
                  <c:v>29-03-2016</c:v>
                </c:pt>
                <c:pt idx="4047">
                  <c:v>30-03-2016</c:v>
                </c:pt>
                <c:pt idx="4048">
                  <c:v>31-03-2016</c:v>
                </c:pt>
                <c:pt idx="4049">
                  <c:v>01-04-2016</c:v>
                </c:pt>
                <c:pt idx="4050">
                  <c:v>04-04-2016</c:v>
                </c:pt>
                <c:pt idx="4051">
                  <c:v>05-04-2016</c:v>
                </c:pt>
                <c:pt idx="4052">
                  <c:v>06-04-2016</c:v>
                </c:pt>
                <c:pt idx="4053">
                  <c:v>07-04-2016</c:v>
                </c:pt>
                <c:pt idx="4054">
                  <c:v>08-04-2016</c:v>
                </c:pt>
                <c:pt idx="4055">
                  <c:v>11-04-2016</c:v>
                </c:pt>
                <c:pt idx="4056">
                  <c:v>12-04-2016</c:v>
                </c:pt>
                <c:pt idx="4057">
                  <c:v>13-04-2016</c:v>
                </c:pt>
                <c:pt idx="4058">
                  <c:v>18-04-2016</c:v>
                </c:pt>
                <c:pt idx="4059">
                  <c:v>20-04-2016</c:v>
                </c:pt>
                <c:pt idx="4060">
                  <c:v>21-04-2016</c:v>
                </c:pt>
                <c:pt idx="4061">
                  <c:v>22-04-2016</c:v>
                </c:pt>
                <c:pt idx="4062">
                  <c:v>25-04-2016</c:v>
                </c:pt>
                <c:pt idx="4063">
                  <c:v>26-04-2016</c:v>
                </c:pt>
                <c:pt idx="4064">
                  <c:v>27-04-2016</c:v>
                </c:pt>
                <c:pt idx="4065">
                  <c:v>28-04-2016</c:v>
                </c:pt>
                <c:pt idx="4066">
                  <c:v>29-04-2016</c:v>
                </c:pt>
                <c:pt idx="4067">
                  <c:v>02-05-2016</c:v>
                </c:pt>
                <c:pt idx="4068">
                  <c:v>03-05-2016</c:v>
                </c:pt>
                <c:pt idx="4069">
                  <c:v>04-05-2016</c:v>
                </c:pt>
                <c:pt idx="4070">
                  <c:v>05-05-2016</c:v>
                </c:pt>
                <c:pt idx="4071">
                  <c:v>06-05-2016</c:v>
                </c:pt>
                <c:pt idx="4072">
                  <c:v>09-05-2016</c:v>
                </c:pt>
                <c:pt idx="4073">
                  <c:v>10-05-2016</c:v>
                </c:pt>
                <c:pt idx="4074">
                  <c:v>11-05-2016</c:v>
                </c:pt>
                <c:pt idx="4075">
                  <c:v>12-05-2016</c:v>
                </c:pt>
                <c:pt idx="4076">
                  <c:v>13-05-2016</c:v>
                </c:pt>
                <c:pt idx="4077">
                  <c:v>16-05-2016</c:v>
                </c:pt>
                <c:pt idx="4078">
                  <c:v>17-05-2016</c:v>
                </c:pt>
                <c:pt idx="4079">
                  <c:v>18-05-2016</c:v>
                </c:pt>
                <c:pt idx="4080">
                  <c:v>19-05-2016</c:v>
                </c:pt>
                <c:pt idx="4081">
                  <c:v>20-05-2016</c:v>
                </c:pt>
                <c:pt idx="4082">
                  <c:v>23-05-2016</c:v>
                </c:pt>
                <c:pt idx="4083">
                  <c:v>24-05-2016</c:v>
                </c:pt>
                <c:pt idx="4084">
                  <c:v>25-05-2016</c:v>
                </c:pt>
                <c:pt idx="4085">
                  <c:v>26-05-2016</c:v>
                </c:pt>
                <c:pt idx="4086">
                  <c:v>27-05-2016</c:v>
                </c:pt>
                <c:pt idx="4087">
                  <c:v>30-05-2016</c:v>
                </c:pt>
                <c:pt idx="4088">
                  <c:v>31-05-2016</c:v>
                </c:pt>
                <c:pt idx="4089">
                  <c:v>01-06-2016</c:v>
                </c:pt>
                <c:pt idx="4090">
                  <c:v>02-06-2016</c:v>
                </c:pt>
                <c:pt idx="4091">
                  <c:v>03-06-2016</c:v>
                </c:pt>
                <c:pt idx="4092">
                  <c:v>06-06-2016</c:v>
                </c:pt>
                <c:pt idx="4093">
                  <c:v>07-06-2016</c:v>
                </c:pt>
                <c:pt idx="4094">
                  <c:v>08-06-2016</c:v>
                </c:pt>
                <c:pt idx="4095">
                  <c:v>09-06-2016</c:v>
                </c:pt>
                <c:pt idx="4096">
                  <c:v>10-06-2016</c:v>
                </c:pt>
                <c:pt idx="4097">
                  <c:v>13-06-2016</c:v>
                </c:pt>
                <c:pt idx="4098">
                  <c:v>14-06-2016</c:v>
                </c:pt>
                <c:pt idx="4099">
                  <c:v>15-06-2016</c:v>
                </c:pt>
                <c:pt idx="4100">
                  <c:v>16-06-2016</c:v>
                </c:pt>
                <c:pt idx="4101">
                  <c:v>17-06-2016</c:v>
                </c:pt>
                <c:pt idx="4102">
                  <c:v>20-06-2016</c:v>
                </c:pt>
                <c:pt idx="4103">
                  <c:v>21-06-2016</c:v>
                </c:pt>
                <c:pt idx="4104">
                  <c:v>22-06-2016</c:v>
                </c:pt>
                <c:pt idx="4105">
                  <c:v>23-06-2016</c:v>
                </c:pt>
                <c:pt idx="4106">
                  <c:v>24-06-2016</c:v>
                </c:pt>
                <c:pt idx="4107">
                  <c:v>27-06-2016</c:v>
                </c:pt>
                <c:pt idx="4108">
                  <c:v>28-06-2016</c:v>
                </c:pt>
                <c:pt idx="4109">
                  <c:v>29-06-2016</c:v>
                </c:pt>
                <c:pt idx="4110">
                  <c:v>30-06-2016</c:v>
                </c:pt>
                <c:pt idx="4111">
                  <c:v>01-07-2016</c:v>
                </c:pt>
                <c:pt idx="4112">
                  <c:v>04-07-2016</c:v>
                </c:pt>
                <c:pt idx="4113">
                  <c:v>05-07-2016</c:v>
                </c:pt>
                <c:pt idx="4114">
                  <c:v>07-07-2016</c:v>
                </c:pt>
                <c:pt idx="4115">
                  <c:v>08-07-2016</c:v>
                </c:pt>
                <c:pt idx="4116">
                  <c:v>11-07-2016</c:v>
                </c:pt>
                <c:pt idx="4117">
                  <c:v>12-07-2016</c:v>
                </c:pt>
                <c:pt idx="4118">
                  <c:v>13-07-2016</c:v>
                </c:pt>
                <c:pt idx="4119">
                  <c:v>14-07-2016</c:v>
                </c:pt>
                <c:pt idx="4120">
                  <c:v>15-07-2016</c:v>
                </c:pt>
                <c:pt idx="4121">
                  <c:v>18-07-2016</c:v>
                </c:pt>
                <c:pt idx="4122">
                  <c:v>19-07-2016</c:v>
                </c:pt>
                <c:pt idx="4123">
                  <c:v>20-07-2016</c:v>
                </c:pt>
                <c:pt idx="4124">
                  <c:v>21-07-2016</c:v>
                </c:pt>
                <c:pt idx="4125">
                  <c:v>22-07-2016</c:v>
                </c:pt>
                <c:pt idx="4126">
                  <c:v>25-07-2016</c:v>
                </c:pt>
                <c:pt idx="4127">
                  <c:v>26-07-2016</c:v>
                </c:pt>
                <c:pt idx="4128">
                  <c:v>27-07-2016</c:v>
                </c:pt>
                <c:pt idx="4129">
                  <c:v>28-07-2016</c:v>
                </c:pt>
                <c:pt idx="4130">
                  <c:v>29-07-2016</c:v>
                </c:pt>
                <c:pt idx="4131">
                  <c:v>01-08-2016</c:v>
                </c:pt>
                <c:pt idx="4132">
                  <c:v>02-08-2016</c:v>
                </c:pt>
                <c:pt idx="4133">
                  <c:v>03-08-2016</c:v>
                </c:pt>
                <c:pt idx="4134">
                  <c:v>04-08-2016</c:v>
                </c:pt>
                <c:pt idx="4135">
                  <c:v>05-08-2016</c:v>
                </c:pt>
                <c:pt idx="4136">
                  <c:v>08-08-2016</c:v>
                </c:pt>
                <c:pt idx="4137">
                  <c:v>09-08-2016</c:v>
                </c:pt>
                <c:pt idx="4138">
                  <c:v>10-08-2016</c:v>
                </c:pt>
                <c:pt idx="4139">
                  <c:v>11-08-2016</c:v>
                </c:pt>
                <c:pt idx="4140">
                  <c:v>12-08-2016</c:v>
                </c:pt>
                <c:pt idx="4141">
                  <c:v>16-08-2016</c:v>
                </c:pt>
                <c:pt idx="4142">
                  <c:v>17-08-2016</c:v>
                </c:pt>
                <c:pt idx="4143">
                  <c:v>18-08-2016</c:v>
                </c:pt>
                <c:pt idx="4144">
                  <c:v>19-08-2016</c:v>
                </c:pt>
                <c:pt idx="4145">
                  <c:v>22-08-2016</c:v>
                </c:pt>
                <c:pt idx="4146">
                  <c:v>23-08-2016</c:v>
                </c:pt>
                <c:pt idx="4147">
                  <c:v>24-08-2016</c:v>
                </c:pt>
                <c:pt idx="4148">
                  <c:v>25-08-2016</c:v>
                </c:pt>
                <c:pt idx="4149">
                  <c:v>26-08-2016</c:v>
                </c:pt>
                <c:pt idx="4150">
                  <c:v>29-08-2016</c:v>
                </c:pt>
                <c:pt idx="4151">
                  <c:v>30-08-2016</c:v>
                </c:pt>
                <c:pt idx="4152">
                  <c:v>31-08-2016</c:v>
                </c:pt>
                <c:pt idx="4153">
                  <c:v>01-09-2016</c:v>
                </c:pt>
                <c:pt idx="4154">
                  <c:v>02-09-2016</c:v>
                </c:pt>
                <c:pt idx="4155">
                  <c:v>06-09-2016</c:v>
                </c:pt>
                <c:pt idx="4156">
                  <c:v>07-09-2016</c:v>
                </c:pt>
                <c:pt idx="4157">
                  <c:v>08-09-2016</c:v>
                </c:pt>
                <c:pt idx="4158">
                  <c:v>09-09-2016</c:v>
                </c:pt>
                <c:pt idx="4159">
                  <c:v>12-09-2016</c:v>
                </c:pt>
                <c:pt idx="4160">
                  <c:v>14-09-2016</c:v>
                </c:pt>
                <c:pt idx="4161">
                  <c:v>15-09-2016</c:v>
                </c:pt>
                <c:pt idx="4162">
                  <c:v>16-09-2016</c:v>
                </c:pt>
                <c:pt idx="4163">
                  <c:v>19-09-2016</c:v>
                </c:pt>
                <c:pt idx="4164">
                  <c:v>20-09-2016</c:v>
                </c:pt>
                <c:pt idx="4165">
                  <c:v>21-09-2016</c:v>
                </c:pt>
                <c:pt idx="4166">
                  <c:v>22-09-2016</c:v>
                </c:pt>
                <c:pt idx="4167">
                  <c:v>23-09-2016</c:v>
                </c:pt>
                <c:pt idx="4168">
                  <c:v>26-09-2016</c:v>
                </c:pt>
                <c:pt idx="4169">
                  <c:v>27-09-2016</c:v>
                </c:pt>
                <c:pt idx="4170">
                  <c:v>28-09-2016</c:v>
                </c:pt>
                <c:pt idx="4171">
                  <c:v>29-09-2016</c:v>
                </c:pt>
                <c:pt idx="4172">
                  <c:v>30-09-2016</c:v>
                </c:pt>
                <c:pt idx="4173">
                  <c:v>03-10-2016</c:v>
                </c:pt>
                <c:pt idx="4174">
                  <c:v>04-10-2016</c:v>
                </c:pt>
                <c:pt idx="4175">
                  <c:v>05-10-2016</c:v>
                </c:pt>
                <c:pt idx="4176">
                  <c:v>06-10-2016</c:v>
                </c:pt>
                <c:pt idx="4177">
                  <c:v>07-10-2016</c:v>
                </c:pt>
                <c:pt idx="4178">
                  <c:v>10-10-2016</c:v>
                </c:pt>
                <c:pt idx="4179">
                  <c:v>13-10-2016</c:v>
                </c:pt>
                <c:pt idx="4180">
                  <c:v>14-10-2016</c:v>
                </c:pt>
                <c:pt idx="4181">
                  <c:v>17-10-2016</c:v>
                </c:pt>
                <c:pt idx="4182">
                  <c:v>18-10-2016</c:v>
                </c:pt>
                <c:pt idx="4183">
                  <c:v>19-10-2016</c:v>
                </c:pt>
                <c:pt idx="4184">
                  <c:v>20-10-2016</c:v>
                </c:pt>
                <c:pt idx="4185">
                  <c:v>21-10-2016</c:v>
                </c:pt>
                <c:pt idx="4186">
                  <c:v>24-10-2016</c:v>
                </c:pt>
                <c:pt idx="4187">
                  <c:v>25-10-2016</c:v>
                </c:pt>
                <c:pt idx="4188">
                  <c:v>26-10-2016</c:v>
                </c:pt>
                <c:pt idx="4189">
                  <c:v>27-10-2016</c:v>
                </c:pt>
                <c:pt idx="4190">
                  <c:v>28-10-2016</c:v>
                </c:pt>
                <c:pt idx="4191">
                  <c:v>30-10-2016</c:v>
                </c:pt>
                <c:pt idx="4192">
                  <c:v>01-11-2016</c:v>
                </c:pt>
                <c:pt idx="4193">
                  <c:v>02-11-2016</c:v>
                </c:pt>
                <c:pt idx="4194">
                  <c:v>03-11-2016</c:v>
                </c:pt>
                <c:pt idx="4195">
                  <c:v>04-11-2016</c:v>
                </c:pt>
                <c:pt idx="4196">
                  <c:v>07-11-2016</c:v>
                </c:pt>
                <c:pt idx="4197">
                  <c:v>08-11-2016</c:v>
                </c:pt>
                <c:pt idx="4198">
                  <c:v>09-11-2016</c:v>
                </c:pt>
                <c:pt idx="4199">
                  <c:v>10-11-2016</c:v>
                </c:pt>
                <c:pt idx="4200">
                  <c:v>11-11-2016</c:v>
                </c:pt>
                <c:pt idx="4201">
                  <c:v>15-11-2016</c:v>
                </c:pt>
                <c:pt idx="4202">
                  <c:v>16-11-2016</c:v>
                </c:pt>
                <c:pt idx="4203">
                  <c:v>17-11-2016</c:v>
                </c:pt>
                <c:pt idx="4204">
                  <c:v>18-11-2016</c:v>
                </c:pt>
                <c:pt idx="4205">
                  <c:v>21-11-2016</c:v>
                </c:pt>
                <c:pt idx="4206">
                  <c:v>22-11-2016</c:v>
                </c:pt>
                <c:pt idx="4207">
                  <c:v>23-11-2016</c:v>
                </c:pt>
                <c:pt idx="4208">
                  <c:v>24-11-2016</c:v>
                </c:pt>
                <c:pt idx="4209">
                  <c:v>25-11-2016</c:v>
                </c:pt>
                <c:pt idx="4210">
                  <c:v>28-11-2016</c:v>
                </c:pt>
                <c:pt idx="4211">
                  <c:v>29-11-2016</c:v>
                </c:pt>
                <c:pt idx="4212">
                  <c:v>30-11-2016</c:v>
                </c:pt>
                <c:pt idx="4213">
                  <c:v>01-12-2016</c:v>
                </c:pt>
                <c:pt idx="4214">
                  <c:v>02-12-2016</c:v>
                </c:pt>
                <c:pt idx="4215">
                  <c:v>05-12-2016</c:v>
                </c:pt>
                <c:pt idx="4216">
                  <c:v>06-12-2016</c:v>
                </c:pt>
                <c:pt idx="4217">
                  <c:v>07-12-2016</c:v>
                </c:pt>
                <c:pt idx="4218">
                  <c:v>08-12-2016</c:v>
                </c:pt>
                <c:pt idx="4219">
                  <c:v>09-12-2016</c:v>
                </c:pt>
                <c:pt idx="4220">
                  <c:v>12-12-2016</c:v>
                </c:pt>
                <c:pt idx="4221">
                  <c:v>13-12-2016</c:v>
                </c:pt>
                <c:pt idx="4222">
                  <c:v>14-12-2016</c:v>
                </c:pt>
                <c:pt idx="4223">
                  <c:v>15-12-2016</c:v>
                </c:pt>
                <c:pt idx="4224">
                  <c:v>16-12-2016</c:v>
                </c:pt>
                <c:pt idx="4225">
                  <c:v>19-12-2016</c:v>
                </c:pt>
                <c:pt idx="4226">
                  <c:v>20-12-2016</c:v>
                </c:pt>
                <c:pt idx="4227">
                  <c:v>21-12-2016</c:v>
                </c:pt>
                <c:pt idx="4228">
                  <c:v>22-12-2016</c:v>
                </c:pt>
                <c:pt idx="4229">
                  <c:v>23-12-2016</c:v>
                </c:pt>
                <c:pt idx="4230">
                  <c:v>26-12-2016</c:v>
                </c:pt>
                <c:pt idx="4231">
                  <c:v>27-12-2016</c:v>
                </c:pt>
                <c:pt idx="4232">
                  <c:v>28-12-2016</c:v>
                </c:pt>
                <c:pt idx="4233">
                  <c:v>29-12-2016</c:v>
                </c:pt>
                <c:pt idx="4234">
                  <c:v>30-12-2016</c:v>
                </c:pt>
                <c:pt idx="4235">
                  <c:v>02-01-2017</c:v>
                </c:pt>
                <c:pt idx="4236">
                  <c:v>03-01-2017</c:v>
                </c:pt>
                <c:pt idx="4237">
                  <c:v>04-01-2017</c:v>
                </c:pt>
                <c:pt idx="4238">
                  <c:v>05-01-2017</c:v>
                </c:pt>
                <c:pt idx="4239">
                  <c:v>06-01-2017</c:v>
                </c:pt>
                <c:pt idx="4240">
                  <c:v>09-01-2017</c:v>
                </c:pt>
                <c:pt idx="4241">
                  <c:v>10-01-2017</c:v>
                </c:pt>
                <c:pt idx="4242">
                  <c:v>11-01-2017</c:v>
                </c:pt>
                <c:pt idx="4243">
                  <c:v>12-01-2017</c:v>
                </c:pt>
                <c:pt idx="4244">
                  <c:v>13-01-2017</c:v>
                </c:pt>
                <c:pt idx="4245">
                  <c:v>16-01-2017</c:v>
                </c:pt>
                <c:pt idx="4246">
                  <c:v>17-01-2017</c:v>
                </c:pt>
                <c:pt idx="4247">
                  <c:v>18-01-2017</c:v>
                </c:pt>
                <c:pt idx="4248">
                  <c:v>19-01-2017</c:v>
                </c:pt>
                <c:pt idx="4249">
                  <c:v>20-01-2017</c:v>
                </c:pt>
                <c:pt idx="4250">
                  <c:v>23-01-2017</c:v>
                </c:pt>
                <c:pt idx="4251">
                  <c:v>24-01-2017</c:v>
                </c:pt>
                <c:pt idx="4252">
                  <c:v>25-01-2017</c:v>
                </c:pt>
                <c:pt idx="4253">
                  <c:v>27-01-2017</c:v>
                </c:pt>
                <c:pt idx="4254">
                  <c:v>30-01-2017</c:v>
                </c:pt>
                <c:pt idx="4255">
                  <c:v>31-01-2017</c:v>
                </c:pt>
                <c:pt idx="4256">
                  <c:v>01-02-2017</c:v>
                </c:pt>
                <c:pt idx="4257">
                  <c:v>02-02-2017</c:v>
                </c:pt>
                <c:pt idx="4258">
                  <c:v>03-02-2017</c:v>
                </c:pt>
                <c:pt idx="4259">
                  <c:v>06-02-2017</c:v>
                </c:pt>
                <c:pt idx="4260">
                  <c:v>07-02-2017</c:v>
                </c:pt>
                <c:pt idx="4261">
                  <c:v>08-02-2017</c:v>
                </c:pt>
                <c:pt idx="4262">
                  <c:v>09-02-2017</c:v>
                </c:pt>
                <c:pt idx="4263">
                  <c:v>10-02-2017</c:v>
                </c:pt>
                <c:pt idx="4264">
                  <c:v>13-02-2017</c:v>
                </c:pt>
                <c:pt idx="4265">
                  <c:v>14-02-2017</c:v>
                </c:pt>
                <c:pt idx="4266">
                  <c:v>15-02-2017</c:v>
                </c:pt>
                <c:pt idx="4267">
                  <c:v>16-02-2017</c:v>
                </c:pt>
                <c:pt idx="4268">
                  <c:v>17-02-2017</c:v>
                </c:pt>
                <c:pt idx="4269">
                  <c:v>20-02-2017</c:v>
                </c:pt>
                <c:pt idx="4270">
                  <c:v>21-02-2017</c:v>
                </c:pt>
                <c:pt idx="4271">
                  <c:v>22-02-2017</c:v>
                </c:pt>
                <c:pt idx="4272">
                  <c:v>23-02-2017</c:v>
                </c:pt>
                <c:pt idx="4273">
                  <c:v>27-02-2017</c:v>
                </c:pt>
                <c:pt idx="4274">
                  <c:v>28-02-2017</c:v>
                </c:pt>
                <c:pt idx="4275">
                  <c:v>01-03-2017</c:v>
                </c:pt>
                <c:pt idx="4276">
                  <c:v>02-03-2017</c:v>
                </c:pt>
                <c:pt idx="4277">
                  <c:v>03-03-2017</c:v>
                </c:pt>
                <c:pt idx="4278">
                  <c:v>06-03-2017</c:v>
                </c:pt>
                <c:pt idx="4279">
                  <c:v>07-03-2017</c:v>
                </c:pt>
                <c:pt idx="4280">
                  <c:v>08-03-2017</c:v>
                </c:pt>
                <c:pt idx="4281">
                  <c:v>09-03-2017</c:v>
                </c:pt>
                <c:pt idx="4282">
                  <c:v>10-03-2017</c:v>
                </c:pt>
                <c:pt idx="4283">
                  <c:v>14-03-2017</c:v>
                </c:pt>
                <c:pt idx="4284">
                  <c:v>15-03-2017</c:v>
                </c:pt>
                <c:pt idx="4285">
                  <c:v>16-03-2017</c:v>
                </c:pt>
                <c:pt idx="4286">
                  <c:v>17-03-2017</c:v>
                </c:pt>
                <c:pt idx="4287">
                  <c:v>20-03-2017</c:v>
                </c:pt>
                <c:pt idx="4288">
                  <c:v>21-03-2017</c:v>
                </c:pt>
                <c:pt idx="4289">
                  <c:v>22-03-2017</c:v>
                </c:pt>
                <c:pt idx="4290">
                  <c:v>23-03-2017</c:v>
                </c:pt>
                <c:pt idx="4291">
                  <c:v>24-03-2017</c:v>
                </c:pt>
                <c:pt idx="4292">
                  <c:v>27-03-2017</c:v>
                </c:pt>
                <c:pt idx="4293">
                  <c:v>28-03-2017</c:v>
                </c:pt>
                <c:pt idx="4294">
                  <c:v>29-03-2017</c:v>
                </c:pt>
                <c:pt idx="4295">
                  <c:v>30-03-2017</c:v>
                </c:pt>
                <c:pt idx="4296">
                  <c:v>31-03-2017</c:v>
                </c:pt>
                <c:pt idx="4297">
                  <c:v>03-04-2017</c:v>
                </c:pt>
                <c:pt idx="4298">
                  <c:v>05-04-2017</c:v>
                </c:pt>
                <c:pt idx="4299">
                  <c:v>06-04-2017</c:v>
                </c:pt>
                <c:pt idx="4300">
                  <c:v>07-04-2017</c:v>
                </c:pt>
                <c:pt idx="4301">
                  <c:v>10-04-2017</c:v>
                </c:pt>
                <c:pt idx="4302">
                  <c:v>11-04-2017</c:v>
                </c:pt>
                <c:pt idx="4303">
                  <c:v>12-04-2017</c:v>
                </c:pt>
                <c:pt idx="4304">
                  <c:v>13-04-2017</c:v>
                </c:pt>
                <c:pt idx="4305">
                  <c:v>17-04-2017</c:v>
                </c:pt>
                <c:pt idx="4306">
                  <c:v>18-04-2017</c:v>
                </c:pt>
                <c:pt idx="4307">
                  <c:v>19-04-2017</c:v>
                </c:pt>
                <c:pt idx="4308">
                  <c:v>20-04-2017</c:v>
                </c:pt>
                <c:pt idx="4309">
                  <c:v>21-04-2017</c:v>
                </c:pt>
                <c:pt idx="4310">
                  <c:v>24-04-2017</c:v>
                </c:pt>
                <c:pt idx="4311">
                  <c:v>25-04-2017</c:v>
                </c:pt>
                <c:pt idx="4312">
                  <c:v>26-04-2017</c:v>
                </c:pt>
                <c:pt idx="4313">
                  <c:v>27-04-2017</c:v>
                </c:pt>
                <c:pt idx="4314">
                  <c:v>28-04-2017</c:v>
                </c:pt>
                <c:pt idx="4315">
                  <c:v>02-05-2017</c:v>
                </c:pt>
                <c:pt idx="4316">
                  <c:v>03-05-2017</c:v>
                </c:pt>
                <c:pt idx="4317">
                  <c:v>04-05-2017</c:v>
                </c:pt>
                <c:pt idx="4318">
                  <c:v>05-05-2017</c:v>
                </c:pt>
                <c:pt idx="4319">
                  <c:v>08-05-2017</c:v>
                </c:pt>
                <c:pt idx="4320">
                  <c:v>09-05-2017</c:v>
                </c:pt>
                <c:pt idx="4321">
                  <c:v>10-05-2017</c:v>
                </c:pt>
                <c:pt idx="4322">
                  <c:v>11-05-2017</c:v>
                </c:pt>
                <c:pt idx="4323">
                  <c:v>12-05-2017</c:v>
                </c:pt>
                <c:pt idx="4324">
                  <c:v>15-05-2017</c:v>
                </c:pt>
                <c:pt idx="4325">
                  <c:v>16-05-2017</c:v>
                </c:pt>
                <c:pt idx="4326">
                  <c:v>17-05-2017</c:v>
                </c:pt>
                <c:pt idx="4327">
                  <c:v>18-05-2017</c:v>
                </c:pt>
                <c:pt idx="4328">
                  <c:v>19-05-2017</c:v>
                </c:pt>
                <c:pt idx="4329">
                  <c:v>22-05-2017</c:v>
                </c:pt>
                <c:pt idx="4330">
                  <c:v>23-05-2017</c:v>
                </c:pt>
                <c:pt idx="4331">
                  <c:v>24-05-2017</c:v>
                </c:pt>
                <c:pt idx="4332">
                  <c:v>25-05-2017</c:v>
                </c:pt>
                <c:pt idx="4333">
                  <c:v>26-05-2017</c:v>
                </c:pt>
                <c:pt idx="4334">
                  <c:v>29-05-2017</c:v>
                </c:pt>
                <c:pt idx="4335">
                  <c:v>30-05-2017</c:v>
                </c:pt>
                <c:pt idx="4336">
                  <c:v>31-05-2017</c:v>
                </c:pt>
                <c:pt idx="4337">
                  <c:v>01-06-2017</c:v>
                </c:pt>
                <c:pt idx="4338">
                  <c:v>02-06-2017</c:v>
                </c:pt>
                <c:pt idx="4339">
                  <c:v>05-06-2017</c:v>
                </c:pt>
                <c:pt idx="4340">
                  <c:v>06-06-2017</c:v>
                </c:pt>
                <c:pt idx="4341">
                  <c:v>07-06-2017</c:v>
                </c:pt>
                <c:pt idx="4342">
                  <c:v>08-06-2017</c:v>
                </c:pt>
                <c:pt idx="4343">
                  <c:v>09-06-2017</c:v>
                </c:pt>
                <c:pt idx="4344">
                  <c:v>12-06-2017</c:v>
                </c:pt>
                <c:pt idx="4345">
                  <c:v>13-06-2017</c:v>
                </c:pt>
                <c:pt idx="4346">
                  <c:v>14-06-2017</c:v>
                </c:pt>
                <c:pt idx="4347">
                  <c:v>15-06-2017</c:v>
                </c:pt>
                <c:pt idx="4348">
                  <c:v>16-06-2017</c:v>
                </c:pt>
                <c:pt idx="4349">
                  <c:v>19-06-2017</c:v>
                </c:pt>
                <c:pt idx="4350">
                  <c:v>20-06-2017</c:v>
                </c:pt>
                <c:pt idx="4351">
                  <c:v>21-06-2017</c:v>
                </c:pt>
                <c:pt idx="4352">
                  <c:v>22-06-2017</c:v>
                </c:pt>
                <c:pt idx="4353">
                  <c:v>23-06-2017</c:v>
                </c:pt>
                <c:pt idx="4354">
                  <c:v>27-06-2017</c:v>
                </c:pt>
                <c:pt idx="4355">
                  <c:v>28-06-2017</c:v>
                </c:pt>
                <c:pt idx="4356">
                  <c:v>29-06-2017</c:v>
                </c:pt>
                <c:pt idx="4357">
                  <c:v>30-06-2017</c:v>
                </c:pt>
                <c:pt idx="4358">
                  <c:v>03-07-2017</c:v>
                </c:pt>
                <c:pt idx="4359">
                  <c:v>04-07-2017</c:v>
                </c:pt>
                <c:pt idx="4360">
                  <c:v>05-07-2017</c:v>
                </c:pt>
                <c:pt idx="4361">
                  <c:v>06-07-2017</c:v>
                </c:pt>
                <c:pt idx="4362">
                  <c:v>07-07-2017</c:v>
                </c:pt>
                <c:pt idx="4363">
                  <c:v>10-07-2017</c:v>
                </c:pt>
                <c:pt idx="4364">
                  <c:v>11-07-2017</c:v>
                </c:pt>
                <c:pt idx="4365">
                  <c:v>12-07-2017</c:v>
                </c:pt>
                <c:pt idx="4366">
                  <c:v>13-07-2017</c:v>
                </c:pt>
                <c:pt idx="4367">
                  <c:v>14-07-2017</c:v>
                </c:pt>
                <c:pt idx="4368">
                  <c:v>17-07-2017</c:v>
                </c:pt>
                <c:pt idx="4369">
                  <c:v>18-07-2017</c:v>
                </c:pt>
                <c:pt idx="4370">
                  <c:v>19-07-2017</c:v>
                </c:pt>
                <c:pt idx="4371">
                  <c:v>20-07-2017</c:v>
                </c:pt>
                <c:pt idx="4372">
                  <c:v>21-07-2017</c:v>
                </c:pt>
                <c:pt idx="4373">
                  <c:v>24-07-2017</c:v>
                </c:pt>
                <c:pt idx="4374">
                  <c:v>25-07-2017</c:v>
                </c:pt>
                <c:pt idx="4375">
                  <c:v>26-07-2017</c:v>
                </c:pt>
                <c:pt idx="4376">
                  <c:v>27-07-2017</c:v>
                </c:pt>
                <c:pt idx="4377">
                  <c:v>28-07-2017</c:v>
                </c:pt>
                <c:pt idx="4378">
                  <c:v>31-07-2017</c:v>
                </c:pt>
                <c:pt idx="4379">
                  <c:v>01-08-2017</c:v>
                </c:pt>
                <c:pt idx="4380">
                  <c:v>02-08-2017</c:v>
                </c:pt>
                <c:pt idx="4381">
                  <c:v>03-08-2017</c:v>
                </c:pt>
                <c:pt idx="4382">
                  <c:v>04-08-2017</c:v>
                </c:pt>
                <c:pt idx="4383">
                  <c:v>07-08-2017</c:v>
                </c:pt>
                <c:pt idx="4384">
                  <c:v>08-08-2017</c:v>
                </c:pt>
                <c:pt idx="4385">
                  <c:v>09-08-2017</c:v>
                </c:pt>
                <c:pt idx="4386">
                  <c:v>10-08-2017</c:v>
                </c:pt>
                <c:pt idx="4387">
                  <c:v>11-08-2017</c:v>
                </c:pt>
                <c:pt idx="4388">
                  <c:v>14-08-2017</c:v>
                </c:pt>
                <c:pt idx="4389">
                  <c:v>16-08-2017</c:v>
                </c:pt>
                <c:pt idx="4390">
                  <c:v>17-08-2017</c:v>
                </c:pt>
                <c:pt idx="4391">
                  <c:v>18-08-2017</c:v>
                </c:pt>
                <c:pt idx="4392">
                  <c:v>21-08-2017</c:v>
                </c:pt>
                <c:pt idx="4393">
                  <c:v>22-08-2017</c:v>
                </c:pt>
                <c:pt idx="4394">
                  <c:v>23-08-2017</c:v>
                </c:pt>
                <c:pt idx="4395">
                  <c:v>24-08-2017</c:v>
                </c:pt>
                <c:pt idx="4396">
                  <c:v>28-08-2017</c:v>
                </c:pt>
                <c:pt idx="4397">
                  <c:v>29-08-2017</c:v>
                </c:pt>
                <c:pt idx="4398">
                  <c:v>30-08-2017</c:v>
                </c:pt>
                <c:pt idx="4399">
                  <c:v>31-08-2017</c:v>
                </c:pt>
                <c:pt idx="4400">
                  <c:v>01-09-2017</c:v>
                </c:pt>
                <c:pt idx="4401">
                  <c:v>04-09-2017</c:v>
                </c:pt>
                <c:pt idx="4402">
                  <c:v>05-09-2017</c:v>
                </c:pt>
                <c:pt idx="4403">
                  <c:v>06-09-2017</c:v>
                </c:pt>
                <c:pt idx="4404">
                  <c:v>07-09-2017</c:v>
                </c:pt>
                <c:pt idx="4405">
                  <c:v>08-09-2017</c:v>
                </c:pt>
                <c:pt idx="4406">
                  <c:v>11-09-2017</c:v>
                </c:pt>
                <c:pt idx="4407">
                  <c:v>12-09-2017</c:v>
                </c:pt>
                <c:pt idx="4408">
                  <c:v>13-09-2017</c:v>
                </c:pt>
                <c:pt idx="4409">
                  <c:v>14-09-2017</c:v>
                </c:pt>
                <c:pt idx="4410">
                  <c:v>15-09-2017</c:v>
                </c:pt>
                <c:pt idx="4411">
                  <c:v>18-09-2017</c:v>
                </c:pt>
                <c:pt idx="4412">
                  <c:v>19-09-2017</c:v>
                </c:pt>
                <c:pt idx="4413">
                  <c:v>20-09-2017</c:v>
                </c:pt>
                <c:pt idx="4414">
                  <c:v>21-09-2017</c:v>
                </c:pt>
                <c:pt idx="4415">
                  <c:v>22-09-2017</c:v>
                </c:pt>
                <c:pt idx="4416">
                  <c:v>25-09-2017</c:v>
                </c:pt>
                <c:pt idx="4417">
                  <c:v>26-09-2017</c:v>
                </c:pt>
                <c:pt idx="4418">
                  <c:v>27-09-2017</c:v>
                </c:pt>
                <c:pt idx="4419">
                  <c:v>28-09-2017</c:v>
                </c:pt>
                <c:pt idx="4420">
                  <c:v>29-09-2017</c:v>
                </c:pt>
                <c:pt idx="4421">
                  <c:v>03-10-2017</c:v>
                </c:pt>
                <c:pt idx="4422">
                  <c:v>04-10-2017</c:v>
                </c:pt>
                <c:pt idx="4423">
                  <c:v>05-10-2017</c:v>
                </c:pt>
                <c:pt idx="4424">
                  <c:v>06-10-2017</c:v>
                </c:pt>
                <c:pt idx="4425">
                  <c:v>09-10-2017</c:v>
                </c:pt>
                <c:pt idx="4426">
                  <c:v>10-10-2017</c:v>
                </c:pt>
                <c:pt idx="4427">
                  <c:v>11-10-2017</c:v>
                </c:pt>
                <c:pt idx="4428">
                  <c:v>12-10-2017</c:v>
                </c:pt>
                <c:pt idx="4429">
                  <c:v>13-10-2017</c:v>
                </c:pt>
                <c:pt idx="4430">
                  <c:v>16-10-2017</c:v>
                </c:pt>
                <c:pt idx="4431">
                  <c:v>17-10-2017</c:v>
                </c:pt>
                <c:pt idx="4432">
                  <c:v>18-10-2017</c:v>
                </c:pt>
                <c:pt idx="4433">
                  <c:v>19-10-2017</c:v>
                </c:pt>
                <c:pt idx="4434">
                  <c:v>23-10-2017</c:v>
                </c:pt>
                <c:pt idx="4435">
                  <c:v>24-10-2017</c:v>
                </c:pt>
                <c:pt idx="4436">
                  <c:v>25-10-2017</c:v>
                </c:pt>
                <c:pt idx="4437">
                  <c:v>26-10-2017</c:v>
                </c:pt>
                <c:pt idx="4438">
                  <c:v>27-10-2017</c:v>
                </c:pt>
                <c:pt idx="4439">
                  <c:v>30-10-2017</c:v>
                </c:pt>
                <c:pt idx="4440">
                  <c:v>31-10-2017</c:v>
                </c:pt>
                <c:pt idx="4441">
                  <c:v>01-11-2017</c:v>
                </c:pt>
                <c:pt idx="4442">
                  <c:v>02-11-2017</c:v>
                </c:pt>
                <c:pt idx="4443">
                  <c:v>03-11-2017</c:v>
                </c:pt>
                <c:pt idx="4444">
                  <c:v>06-11-2017</c:v>
                </c:pt>
                <c:pt idx="4445">
                  <c:v>07-11-2017</c:v>
                </c:pt>
                <c:pt idx="4446">
                  <c:v>08-11-2017</c:v>
                </c:pt>
                <c:pt idx="4447">
                  <c:v>09-11-2017</c:v>
                </c:pt>
                <c:pt idx="4448">
                  <c:v>10-11-2017</c:v>
                </c:pt>
                <c:pt idx="4449">
                  <c:v>13-11-2017</c:v>
                </c:pt>
                <c:pt idx="4450">
                  <c:v>14-11-2017</c:v>
                </c:pt>
                <c:pt idx="4451">
                  <c:v>15-11-2017</c:v>
                </c:pt>
                <c:pt idx="4452">
                  <c:v>16-11-2017</c:v>
                </c:pt>
                <c:pt idx="4453">
                  <c:v>17-11-2017</c:v>
                </c:pt>
                <c:pt idx="4454">
                  <c:v>20-11-2017</c:v>
                </c:pt>
                <c:pt idx="4455">
                  <c:v>21-11-2017</c:v>
                </c:pt>
                <c:pt idx="4456">
                  <c:v>22-11-2017</c:v>
                </c:pt>
                <c:pt idx="4457">
                  <c:v>23-11-2017</c:v>
                </c:pt>
                <c:pt idx="4458">
                  <c:v>24-11-2017</c:v>
                </c:pt>
                <c:pt idx="4459">
                  <c:v>27-11-2017</c:v>
                </c:pt>
                <c:pt idx="4460">
                  <c:v>28-11-2017</c:v>
                </c:pt>
                <c:pt idx="4461">
                  <c:v>29-11-2017</c:v>
                </c:pt>
                <c:pt idx="4462">
                  <c:v>30-11-2017</c:v>
                </c:pt>
                <c:pt idx="4463">
                  <c:v>01-12-2017</c:v>
                </c:pt>
                <c:pt idx="4464">
                  <c:v>04-12-2017</c:v>
                </c:pt>
                <c:pt idx="4465">
                  <c:v>05-12-2017</c:v>
                </c:pt>
                <c:pt idx="4466">
                  <c:v>06-12-2017</c:v>
                </c:pt>
                <c:pt idx="4467">
                  <c:v>07-12-2017</c:v>
                </c:pt>
                <c:pt idx="4468">
                  <c:v>08-12-2017</c:v>
                </c:pt>
                <c:pt idx="4469">
                  <c:v>11-12-2017</c:v>
                </c:pt>
                <c:pt idx="4470">
                  <c:v>12-12-2017</c:v>
                </c:pt>
                <c:pt idx="4471">
                  <c:v>13-12-2017</c:v>
                </c:pt>
                <c:pt idx="4472">
                  <c:v>14-12-2017</c:v>
                </c:pt>
                <c:pt idx="4473">
                  <c:v>15-12-2017</c:v>
                </c:pt>
                <c:pt idx="4474">
                  <c:v>18-12-2017</c:v>
                </c:pt>
                <c:pt idx="4475">
                  <c:v>19-12-2017</c:v>
                </c:pt>
                <c:pt idx="4476">
                  <c:v>20-12-2017</c:v>
                </c:pt>
                <c:pt idx="4477">
                  <c:v>21-12-2017</c:v>
                </c:pt>
                <c:pt idx="4478">
                  <c:v>22-12-2017</c:v>
                </c:pt>
                <c:pt idx="4479">
                  <c:v>26-12-2017</c:v>
                </c:pt>
                <c:pt idx="4480">
                  <c:v>27-12-2017</c:v>
                </c:pt>
                <c:pt idx="4481">
                  <c:v>28-12-2017</c:v>
                </c:pt>
                <c:pt idx="4482">
                  <c:v>29-12-2017</c:v>
                </c:pt>
                <c:pt idx="4483">
                  <c:v>01-01-2018</c:v>
                </c:pt>
                <c:pt idx="4484">
                  <c:v>02-01-2018</c:v>
                </c:pt>
                <c:pt idx="4485">
                  <c:v>03-01-2018</c:v>
                </c:pt>
                <c:pt idx="4486">
                  <c:v>04-01-2018</c:v>
                </c:pt>
                <c:pt idx="4487">
                  <c:v>05-01-2018</c:v>
                </c:pt>
                <c:pt idx="4488">
                  <c:v>08-01-2018</c:v>
                </c:pt>
                <c:pt idx="4489">
                  <c:v>09-01-2018</c:v>
                </c:pt>
                <c:pt idx="4490">
                  <c:v>10-01-2018</c:v>
                </c:pt>
                <c:pt idx="4491">
                  <c:v>11-01-2018</c:v>
                </c:pt>
                <c:pt idx="4492">
                  <c:v>12-01-2018</c:v>
                </c:pt>
                <c:pt idx="4493">
                  <c:v>15-01-2018</c:v>
                </c:pt>
                <c:pt idx="4494">
                  <c:v>16-01-2018</c:v>
                </c:pt>
                <c:pt idx="4495">
                  <c:v>17-01-2018</c:v>
                </c:pt>
                <c:pt idx="4496">
                  <c:v>18-01-2018</c:v>
                </c:pt>
                <c:pt idx="4497">
                  <c:v>19-01-2018</c:v>
                </c:pt>
                <c:pt idx="4498">
                  <c:v>22-01-2018</c:v>
                </c:pt>
                <c:pt idx="4499">
                  <c:v>23-01-2018</c:v>
                </c:pt>
                <c:pt idx="4500">
                  <c:v>24-01-2018</c:v>
                </c:pt>
                <c:pt idx="4501">
                  <c:v>25-01-2018</c:v>
                </c:pt>
                <c:pt idx="4502">
                  <c:v>29-01-2018</c:v>
                </c:pt>
                <c:pt idx="4503">
                  <c:v>30-01-2018</c:v>
                </c:pt>
                <c:pt idx="4504">
                  <c:v>31-01-2018</c:v>
                </c:pt>
                <c:pt idx="4505">
                  <c:v>01-02-2018</c:v>
                </c:pt>
                <c:pt idx="4506">
                  <c:v>02-02-2018</c:v>
                </c:pt>
                <c:pt idx="4507">
                  <c:v>05-02-2018</c:v>
                </c:pt>
                <c:pt idx="4508">
                  <c:v>06-02-2018</c:v>
                </c:pt>
                <c:pt idx="4509">
                  <c:v>07-02-2018</c:v>
                </c:pt>
                <c:pt idx="4510">
                  <c:v>08-02-2018</c:v>
                </c:pt>
                <c:pt idx="4511">
                  <c:v>09-02-2018</c:v>
                </c:pt>
                <c:pt idx="4512">
                  <c:v>12-02-2018</c:v>
                </c:pt>
                <c:pt idx="4513">
                  <c:v>14-02-2018</c:v>
                </c:pt>
                <c:pt idx="4514">
                  <c:v>15-02-2018</c:v>
                </c:pt>
                <c:pt idx="4515">
                  <c:v>16-02-2018</c:v>
                </c:pt>
                <c:pt idx="4516">
                  <c:v>19-02-2018</c:v>
                </c:pt>
                <c:pt idx="4517">
                  <c:v>20-02-2018</c:v>
                </c:pt>
                <c:pt idx="4518">
                  <c:v>21-02-2018</c:v>
                </c:pt>
                <c:pt idx="4519">
                  <c:v>22-02-2018</c:v>
                </c:pt>
                <c:pt idx="4520">
                  <c:v>23-02-2018</c:v>
                </c:pt>
                <c:pt idx="4521">
                  <c:v>26-02-2018</c:v>
                </c:pt>
                <c:pt idx="4522">
                  <c:v>27-02-2018</c:v>
                </c:pt>
                <c:pt idx="4523">
                  <c:v>28-02-2018</c:v>
                </c:pt>
                <c:pt idx="4524">
                  <c:v>01-03-2018</c:v>
                </c:pt>
                <c:pt idx="4525">
                  <c:v>05-03-2018</c:v>
                </c:pt>
                <c:pt idx="4526">
                  <c:v>06-03-2018</c:v>
                </c:pt>
                <c:pt idx="4527">
                  <c:v>07-03-2018</c:v>
                </c:pt>
                <c:pt idx="4528">
                  <c:v>08-03-2018</c:v>
                </c:pt>
                <c:pt idx="4529">
                  <c:v>09-03-2018</c:v>
                </c:pt>
                <c:pt idx="4530">
                  <c:v>12-03-2018</c:v>
                </c:pt>
                <c:pt idx="4531">
                  <c:v>13-03-2018</c:v>
                </c:pt>
                <c:pt idx="4532">
                  <c:v>14-03-2018</c:v>
                </c:pt>
                <c:pt idx="4533">
                  <c:v>15-03-2018</c:v>
                </c:pt>
                <c:pt idx="4534">
                  <c:v>16-03-2018</c:v>
                </c:pt>
                <c:pt idx="4535">
                  <c:v>19-03-2018</c:v>
                </c:pt>
                <c:pt idx="4536">
                  <c:v>20-03-2018</c:v>
                </c:pt>
                <c:pt idx="4537">
                  <c:v>21-03-2018</c:v>
                </c:pt>
                <c:pt idx="4538">
                  <c:v>22-03-2018</c:v>
                </c:pt>
                <c:pt idx="4539">
                  <c:v>23-03-2018</c:v>
                </c:pt>
                <c:pt idx="4540">
                  <c:v>26-03-2018</c:v>
                </c:pt>
                <c:pt idx="4541">
                  <c:v>27-03-2018</c:v>
                </c:pt>
                <c:pt idx="4542">
                  <c:v>28-03-2018</c:v>
                </c:pt>
                <c:pt idx="4543">
                  <c:v>02-04-2018</c:v>
                </c:pt>
                <c:pt idx="4544">
                  <c:v>03-04-2018</c:v>
                </c:pt>
                <c:pt idx="4545">
                  <c:v>04-04-2018</c:v>
                </c:pt>
                <c:pt idx="4546">
                  <c:v>05-04-2018</c:v>
                </c:pt>
                <c:pt idx="4547">
                  <c:v>06-04-2018</c:v>
                </c:pt>
                <c:pt idx="4548">
                  <c:v>09-04-2018</c:v>
                </c:pt>
                <c:pt idx="4549">
                  <c:v>10-04-2018</c:v>
                </c:pt>
                <c:pt idx="4550">
                  <c:v>11-04-2018</c:v>
                </c:pt>
                <c:pt idx="4551">
                  <c:v>12-04-2018</c:v>
                </c:pt>
                <c:pt idx="4552">
                  <c:v>13-04-2018</c:v>
                </c:pt>
                <c:pt idx="4553">
                  <c:v>16-04-2018</c:v>
                </c:pt>
                <c:pt idx="4554">
                  <c:v>17-04-2018</c:v>
                </c:pt>
                <c:pt idx="4555">
                  <c:v>18-04-2018</c:v>
                </c:pt>
                <c:pt idx="4556">
                  <c:v>19-04-2018</c:v>
                </c:pt>
                <c:pt idx="4557">
                  <c:v>20-04-2018</c:v>
                </c:pt>
                <c:pt idx="4558">
                  <c:v>23-04-2018</c:v>
                </c:pt>
                <c:pt idx="4559">
                  <c:v>24-04-2018</c:v>
                </c:pt>
                <c:pt idx="4560">
                  <c:v>25-04-2018</c:v>
                </c:pt>
                <c:pt idx="4561">
                  <c:v>26-04-2018</c:v>
                </c:pt>
                <c:pt idx="4562">
                  <c:v>27-04-2018</c:v>
                </c:pt>
                <c:pt idx="4563">
                  <c:v>30-04-2018</c:v>
                </c:pt>
                <c:pt idx="4564">
                  <c:v>02-05-2018</c:v>
                </c:pt>
                <c:pt idx="4565">
                  <c:v>03-05-2018</c:v>
                </c:pt>
                <c:pt idx="4566">
                  <c:v>04-05-2018</c:v>
                </c:pt>
                <c:pt idx="4567">
                  <c:v>07-05-2018</c:v>
                </c:pt>
                <c:pt idx="4568">
                  <c:v>08-05-2018</c:v>
                </c:pt>
                <c:pt idx="4569">
                  <c:v>09-05-2018</c:v>
                </c:pt>
                <c:pt idx="4570">
                  <c:v>10-05-2018</c:v>
                </c:pt>
                <c:pt idx="4571">
                  <c:v>11-05-2018</c:v>
                </c:pt>
                <c:pt idx="4572">
                  <c:v>14-05-2018</c:v>
                </c:pt>
                <c:pt idx="4573">
                  <c:v>15-05-2018</c:v>
                </c:pt>
                <c:pt idx="4574">
                  <c:v>16-05-2018</c:v>
                </c:pt>
                <c:pt idx="4575">
                  <c:v>17-05-2018</c:v>
                </c:pt>
                <c:pt idx="4576">
                  <c:v>18-05-2018</c:v>
                </c:pt>
                <c:pt idx="4577">
                  <c:v>21-05-2018</c:v>
                </c:pt>
                <c:pt idx="4578">
                  <c:v>22-05-2018</c:v>
                </c:pt>
                <c:pt idx="4579">
                  <c:v>23-05-2018</c:v>
                </c:pt>
                <c:pt idx="4580">
                  <c:v>24-05-2018</c:v>
                </c:pt>
                <c:pt idx="4581">
                  <c:v>25-05-2018</c:v>
                </c:pt>
                <c:pt idx="4582">
                  <c:v>28-05-2018</c:v>
                </c:pt>
                <c:pt idx="4583">
                  <c:v>29-05-2018</c:v>
                </c:pt>
                <c:pt idx="4584">
                  <c:v>30-05-2018</c:v>
                </c:pt>
                <c:pt idx="4585">
                  <c:v>31-05-2018</c:v>
                </c:pt>
                <c:pt idx="4586">
                  <c:v>01-06-2018</c:v>
                </c:pt>
                <c:pt idx="4587">
                  <c:v>04-06-2018</c:v>
                </c:pt>
                <c:pt idx="4588">
                  <c:v>05-06-2018</c:v>
                </c:pt>
                <c:pt idx="4589">
                  <c:v>06-06-2018</c:v>
                </c:pt>
                <c:pt idx="4590">
                  <c:v>07-06-2018</c:v>
                </c:pt>
                <c:pt idx="4591">
                  <c:v>08-06-2018</c:v>
                </c:pt>
                <c:pt idx="4592">
                  <c:v>11-06-2018</c:v>
                </c:pt>
                <c:pt idx="4593">
                  <c:v>12-06-2018</c:v>
                </c:pt>
                <c:pt idx="4594">
                  <c:v>13-06-2018</c:v>
                </c:pt>
                <c:pt idx="4595">
                  <c:v>14-06-2018</c:v>
                </c:pt>
                <c:pt idx="4596">
                  <c:v>15-06-2018</c:v>
                </c:pt>
                <c:pt idx="4597">
                  <c:v>18-06-2018</c:v>
                </c:pt>
                <c:pt idx="4598">
                  <c:v>19-06-2018</c:v>
                </c:pt>
                <c:pt idx="4599">
                  <c:v>20-06-2018</c:v>
                </c:pt>
                <c:pt idx="4600">
                  <c:v>21-06-2018</c:v>
                </c:pt>
                <c:pt idx="4601">
                  <c:v>22-06-2018</c:v>
                </c:pt>
                <c:pt idx="4602">
                  <c:v>25-06-2018</c:v>
                </c:pt>
                <c:pt idx="4603">
                  <c:v>26-06-2018</c:v>
                </c:pt>
                <c:pt idx="4604">
                  <c:v>27-06-2018</c:v>
                </c:pt>
                <c:pt idx="4605">
                  <c:v>28-06-2018</c:v>
                </c:pt>
                <c:pt idx="4606">
                  <c:v>29-06-2018</c:v>
                </c:pt>
                <c:pt idx="4607">
                  <c:v>02-07-2018</c:v>
                </c:pt>
                <c:pt idx="4608">
                  <c:v>03-07-2018</c:v>
                </c:pt>
                <c:pt idx="4609">
                  <c:v>04-07-2018</c:v>
                </c:pt>
                <c:pt idx="4610">
                  <c:v>05-07-2018</c:v>
                </c:pt>
                <c:pt idx="4611">
                  <c:v>06-07-2018</c:v>
                </c:pt>
                <c:pt idx="4612">
                  <c:v>09-07-2018</c:v>
                </c:pt>
                <c:pt idx="4613">
                  <c:v>10-07-2018</c:v>
                </c:pt>
                <c:pt idx="4614">
                  <c:v>11-07-2018</c:v>
                </c:pt>
                <c:pt idx="4615">
                  <c:v>12-07-2018</c:v>
                </c:pt>
                <c:pt idx="4616">
                  <c:v>13-07-2018</c:v>
                </c:pt>
                <c:pt idx="4617">
                  <c:v>16-07-2018</c:v>
                </c:pt>
                <c:pt idx="4618">
                  <c:v>17-07-2018</c:v>
                </c:pt>
                <c:pt idx="4619">
                  <c:v>18-07-2018</c:v>
                </c:pt>
                <c:pt idx="4620">
                  <c:v>19-07-2018</c:v>
                </c:pt>
                <c:pt idx="4621">
                  <c:v>20-07-2018</c:v>
                </c:pt>
                <c:pt idx="4622">
                  <c:v>23-07-2018</c:v>
                </c:pt>
                <c:pt idx="4623">
                  <c:v>24-07-2018</c:v>
                </c:pt>
                <c:pt idx="4624">
                  <c:v>25-07-2018</c:v>
                </c:pt>
                <c:pt idx="4625">
                  <c:v>26-07-2018</c:v>
                </c:pt>
                <c:pt idx="4626">
                  <c:v>27-07-2018</c:v>
                </c:pt>
                <c:pt idx="4627">
                  <c:v>30-07-2018</c:v>
                </c:pt>
                <c:pt idx="4628">
                  <c:v>31-07-2018</c:v>
                </c:pt>
                <c:pt idx="4629">
                  <c:v>01-08-2018</c:v>
                </c:pt>
                <c:pt idx="4630">
                  <c:v>02-08-2018</c:v>
                </c:pt>
                <c:pt idx="4631">
                  <c:v>03-08-2018</c:v>
                </c:pt>
                <c:pt idx="4632">
                  <c:v>06-08-2018</c:v>
                </c:pt>
                <c:pt idx="4633">
                  <c:v>07-08-2018</c:v>
                </c:pt>
                <c:pt idx="4634">
                  <c:v>08-08-2018</c:v>
                </c:pt>
                <c:pt idx="4635">
                  <c:v>09-08-2018</c:v>
                </c:pt>
                <c:pt idx="4636">
                  <c:v>10-08-2018</c:v>
                </c:pt>
                <c:pt idx="4637">
                  <c:v>13-08-2018</c:v>
                </c:pt>
                <c:pt idx="4638">
                  <c:v>14-08-2018</c:v>
                </c:pt>
                <c:pt idx="4639">
                  <c:v>16-08-2018</c:v>
                </c:pt>
                <c:pt idx="4640">
                  <c:v>17-08-2018</c:v>
                </c:pt>
                <c:pt idx="4641">
                  <c:v>20-08-2018</c:v>
                </c:pt>
                <c:pt idx="4642">
                  <c:v>21-08-2018</c:v>
                </c:pt>
                <c:pt idx="4643">
                  <c:v>23-08-2018</c:v>
                </c:pt>
                <c:pt idx="4644">
                  <c:v>24-08-2018</c:v>
                </c:pt>
                <c:pt idx="4645">
                  <c:v>27-08-2018</c:v>
                </c:pt>
                <c:pt idx="4646">
                  <c:v>28-08-2018</c:v>
                </c:pt>
                <c:pt idx="4647">
                  <c:v>29-08-2018</c:v>
                </c:pt>
                <c:pt idx="4648">
                  <c:v>30-08-2018</c:v>
                </c:pt>
                <c:pt idx="4649">
                  <c:v>31-08-2018</c:v>
                </c:pt>
                <c:pt idx="4650">
                  <c:v>03-09-2018</c:v>
                </c:pt>
                <c:pt idx="4651">
                  <c:v>04-09-2018</c:v>
                </c:pt>
                <c:pt idx="4652">
                  <c:v>05-09-2018</c:v>
                </c:pt>
                <c:pt idx="4653">
                  <c:v>06-09-2018</c:v>
                </c:pt>
                <c:pt idx="4654">
                  <c:v>07-09-2018</c:v>
                </c:pt>
                <c:pt idx="4655">
                  <c:v>10-09-2018</c:v>
                </c:pt>
                <c:pt idx="4656">
                  <c:v>11-09-2018</c:v>
                </c:pt>
                <c:pt idx="4657">
                  <c:v>12-09-2018</c:v>
                </c:pt>
                <c:pt idx="4658">
                  <c:v>14-09-2018</c:v>
                </c:pt>
                <c:pt idx="4659">
                  <c:v>17-09-2018</c:v>
                </c:pt>
                <c:pt idx="4660">
                  <c:v>18-09-2018</c:v>
                </c:pt>
                <c:pt idx="4661">
                  <c:v>19-09-2018</c:v>
                </c:pt>
                <c:pt idx="4662">
                  <c:v>21-09-2018</c:v>
                </c:pt>
                <c:pt idx="4663">
                  <c:v>24-09-2018</c:v>
                </c:pt>
                <c:pt idx="4664">
                  <c:v>25-09-2018</c:v>
                </c:pt>
                <c:pt idx="4665">
                  <c:v>26-09-2018</c:v>
                </c:pt>
                <c:pt idx="4666">
                  <c:v>27-09-2018</c:v>
                </c:pt>
                <c:pt idx="4667">
                  <c:v>28-09-2018</c:v>
                </c:pt>
                <c:pt idx="4668">
                  <c:v>01-10-2018</c:v>
                </c:pt>
                <c:pt idx="4669">
                  <c:v>03-10-2018</c:v>
                </c:pt>
                <c:pt idx="4670">
                  <c:v>04-10-2018</c:v>
                </c:pt>
                <c:pt idx="4671">
                  <c:v>05-10-2018</c:v>
                </c:pt>
                <c:pt idx="4672">
                  <c:v>08-10-2018</c:v>
                </c:pt>
                <c:pt idx="4673">
                  <c:v>09-10-2018</c:v>
                </c:pt>
                <c:pt idx="4674">
                  <c:v>10-10-2018</c:v>
                </c:pt>
                <c:pt idx="4675">
                  <c:v>11-10-2018</c:v>
                </c:pt>
                <c:pt idx="4676">
                  <c:v>12-10-2018</c:v>
                </c:pt>
                <c:pt idx="4677">
                  <c:v>15-10-2018</c:v>
                </c:pt>
                <c:pt idx="4678">
                  <c:v>16-10-2018</c:v>
                </c:pt>
                <c:pt idx="4679">
                  <c:v>17-10-2018</c:v>
                </c:pt>
                <c:pt idx="4680">
                  <c:v>19-10-2018</c:v>
                </c:pt>
                <c:pt idx="4681">
                  <c:v>22-10-2018</c:v>
                </c:pt>
                <c:pt idx="4682">
                  <c:v>23-10-2018</c:v>
                </c:pt>
                <c:pt idx="4683">
                  <c:v>24-10-2018</c:v>
                </c:pt>
                <c:pt idx="4684">
                  <c:v>25-10-2018</c:v>
                </c:pt>
                <c:pt idx="4685">
                  <c:v>26-10-2018</c:v>
                </c:pt>
                <c:pt idx="4686">
                  <c:v>29-10-2018</c:v>
                </c:pt>
                <c:pt idx="4687">
                  <c:v>30-10-2018</c:v>
                </c:pt>
                <c:pt idx="4688">
                  <c:v>31-10-2018</c:v>
                </c:pt>
                <c:pt idx="4689">
                  <c:v>01-11-2018</c:v>
                </c:pt>
                <c:pt idx="4690">
                  <c:v>02-11-2018</c:v>
                </c:pt>
                <c:pt idx="4691">
                  <c:v>05-11-2018</c:v>
                </c:pt>
                <c:pt idx="4692">
                  <c:v>06-11-2018</c:v>
                </c:pt>
                <c:pt idx="4693">
                  <c:v>07-11-2018</c:v>
                </c:pt>
                <c:pt idx="4694">
                  <c:v>09-11-2018</c:v>
                </c:pt>
                <c:pt idx="4695">
                  <c:v>12-11-2018</c:v>
                </c:pt>
                <c:pt idx="4696">
                  <c:v>13-11-2018</c:v>
                </c:pt>
                <c:pt idx="4697">
                  <c:v>14-11-2018</c:v>
                </c:pt>
                <c:pt idx="4698">
                  <c:v>15-11-2018</c:v>
                </c:pt>
                <c:pt idx="4699">
                  <c:v>16-11-2018</c:v>
                </c:pt>
                <c:pt idx="4700">
                  <c:v>19-11-2018</c:v>
                </c:pt>
                <c:pt idx="4701">
                  <c:v>20-11-2018</c:v>
                </c:pt>
                <c:pt idx="4702">
                  <c:v>21-11-2018</c:v>
                </c:pt>
                <c:pt idx="4703">
                  <c:v>22-11-2018</c:v>
                </c:pt>
                <c:pt idx="4704">
                  <c:v>26-11-2018</c:v>
                </c:pt>
                <c:pt idx="4705">
                  <c:v>27-11-2018</c:v>
                </c:pt>
                <c:pt idx="4706">
                  <c:v>28-11-2018</c:v>
                </c:pt>
                <c:pt idx="4707">
                  <c:v>29-11-2018</c:v>
                </c:pt>
                <c:pt idx="4708">
                  <c:v>30-11-2018</c:v>
                </c:pt>
                <c:pt idx="4709">
                  <c:v>03-12-2018</c:v>
                </c:pt>
                <c:pt idx="4710">
                  <c:v>04-12-2018</c:v>
                </c:pt>
                <c:pt idx="4711">
                  <c:v>05-12-2018</c:v>
                </c:pt>
                <c:pt idx="4712">
                  <c:v>06-12-2018</c:v>
                </c:pt>
                <c:pt idx="4713">
                  <c:v>07-12-2018</c:v>
                </c:pt>
                <c:pt idx="4714">
                  <c:v>10-12-2018</c:v>
                </c:pt>
                <c:pt idx="4715">
                  <c:v>11-12-2018</c:v>
                </c:pt>
                <c:pt idx="4716">
                  <c:v>12-12-2018</c:v>
                </c:pt>
                <c:pt idx="4717">
                  <c:v>13-12-2018</c:v>
                </c:pt>
                <c:pt idx="4718">
                  <c:v>14-12-2018</c:v>
                </c:pt>
                <c:pt idx="4719">
                  <c:v>17-12-2018</c:v>
                </c:pt>
                <c:pt idx="4720">
                  <c:v>18-12-2018</c:v>
                </c:pt>
                <c:pt idx="4721">
                  <c:v>19-12-2018</c:v>
                </c:pt>
                <c:pt idx="4722">
                  <c:v>20-12-2018</c:v>
                </c:pt>
                <c:pt idx="4723">
                  <c:v>21-12-2018</c:v>
                </c:pt>
                <c:pt idx="4724">
                  <c:v>24-12-2018</c:v>
                </c:pt>
                <c:pt idx="4725">
                  <c:v>26-12-2018</c:v>
                </c:pt>
                <c:pt idx="4726">
                  <c:v>27-12-2018</c:v>
                </c:pt>
                <c:pt idx="4727">
                  <c:v>28-12-2018</c:v>
                </c:pt>
                <c:pt idx="4728">
                  <c:v>31-12-2018</c:v>
                </c:pt>
                <c:pt idx="4729">
                  <c:v>01-01-2019</c:v>
                </c:pt>
                <c:pt idx="4730">
                  <c:v>02-01-2019</c:v>
                </c:pt>
                <c:pt idx="4731">
                  <c:v>03-01-2019</c:v>
                </c:pt>
                <c:pt idx="4732">
                  <c:v>04-01-2019</c:v>
                </c:pt>
                <c:pt idx="4733">
                  <c:v>07-01-2019</c:v>
                </c:pt>
                <c:pt idx="4734">
                  <c:v>08-01-2019</c:v>
                </c:pt>
                <c:pt idx="4735">
                  <c:v>09-01-2019</c:v>
                </c:pt>
                <c:pt idx="4736">
                  <c:v>10-01-2019</c:v>
                </c:pt>
                <c:pt idx="4737">
                  <c:v>11-01-2019</c:v>
                </c:pt>
                <c:pt idx="4738">
                  <c:v>14-01-2019</c:v>
                </c:pt>
                <c:pt idx="4739">
                  <c:v>15-01-2019</c:v>
                </c:pt>
                <c:pt idx="4740">
                  <c:v>16-01-2019</c:v>
                </c:pt>
                <c:pt idx="4741">
                  <c:v>17-01-2019</c:v>
                </c:pt>
                <c:pt idx="4742">
                  <c:v>18-01-2019</c:v>
                </c:pt>
                <c:pt idx="4743">
                  <c:v>21-01-2019</c:v>
                </c:pt>
                <c:pt idx="4744">
                  <c:v>22-01-2019</c:v>
                </c:pt>
                <c:pt idx="4745">
                  <c:v>23-01-2019</c:v>
                </c:pt>
                <c:pt idx="4746">
                  <c:v>24-01-2019</c:v>
                </c:pt>
                <c:pt idx="4747">
                  <c:v>25-01-2019</c:v>
                </c:pt>
                <c:pt idx="4748">
                  <c:v>28-01-2019</c:v>
                </c:pt>
                <c:pt idx="4749">
                  <c:v>29-01-2019</c:v>
                </c:pt>
                <c:pt idx="4750">
                  <c:v>30-01-2019</c:v>
                </c:pt>
                <c:pt idx="4751">
                  <c:v>31-01-2019</c:v>
                </c:pt>
                <c:pt idx="4752">
                  <c:v>01-02-2019</c:v>
                </c:pt>
                <c:pt idx="4753">
                  <c:v>04-02-2019</c:v>
                </c:pt>
                <c:pt idx="4754">
                  <c:v>05-02-2019</c:v>
                </c:pt>
                <c:pt idx="4755">
                  <c:v>06-02-2019</c:v>
                </c:pt>
                <c:pt idx="4756">
                  <c:v>07-02-2019</c:v>
                </c:pt>
                <c:pt idx="4757">
                  <c:v>08-02-2019</c:v>
                </c:pt>
                <c:pt idx="4758">
                  <c:v>11-02-2019</c:v>
                </c:pt>
                <c:pt idx="4759">
                  <c:v>12-02-2019</c:v>
                </c:pt>
                <c:pt idx="4760">
                  <c:v>13-02-2019</c:v>
                </c:pt>
                <c:pt idx="4761">
                  <c:v>14-02-2019</c:v>
                </c:pt>
                <c:pt idx="4762">
                  <c:v>15-02-2019</c:v>
                </c:pt>
                <c:pt idx="4763">
                  <c:v>18-02-2019</c:v>
                </c:pt>
                <c:pt idx="4764">
                  <c:v>19-02-2019</c:v>
                </c:pt>
                <c:pt idx="4765">
                  <c:v>20-02-2019</c:v>
                </c:pt>
                <c:pt idx="4766">
                  <c:v>21-02-2019</c:v>
                </c:pt>
                <c:pt idx="4767">
                  <c:v>22-02-2019</c:v>
                </c:pt>
                <c:pt idx="4768">
                  <c:v>25-02-2019</c:v>
                </c:pt>
                <c:pt idx="4769">
                  <c:v>26-02-2019</c:v>
                </c:pt>
                <c:pt idx="4770">
                  <c:v>27-02-2019</c:v>
                </c:pt>
                <c:pt idx="4771">
                  <c:v>28-02-2019</c:v>
                </c:pt>
                <c:pt idx="4772">
                  <c:v>01-03-2019</c:v>
                </c:pt>
                <c:pt idx="4773">
                  <c:v>05-03-2019</c:v>
                </c:pt>
                <c:pt idx="4774">
                  <c:v>06-03-2019</c:v>
                </c:pt>
                <c:pt idx="4775">
                  <c:v>07-03-2019</c:v>
                </c:pt>
                <c:pt idx="4776">
                  <c:v>08-03-2019</c:v>
                </c:pt>
                <c:pt idx="4777">
                  <c:v>11-03-2019</c:v>
                </c:pt>
                <c:pt idx="4778">
                  <c:v>12-03-2019</c:v>
                </c:pt>
                <c:pt idx="4779">
                  <c:v>13-03-2019</c:v>
                </c:pt>
                <c:pt idx="4780">
                  <c:v>14-03-2019</c:v>
                </c:pt>
                <c:pt idx="4781">
                  <c:v>15-03-2019</c:v>
                </c:pt>
                <c:pt idx="4782">
                  <c:v>18-03-2019</c:v>
                </c:pt>
                <c:pt idx="4783">
                  <c:v>19-03-2019</c:v>
                </c:pt>
                <c:pt idx="4784">
                  <c:v>20-03-2019</c:v>
                </c:pt>
                <c:pt idx="4785">
                  <c:v>22-03-2019</c:v>
                </c:pt>
                <c:pt idx="4786">
                  <c:v>25-03-2019</c:v>
                </c:pt>
                <c:pt idx="4787">
                  <c:v>26-03-2019</c:v>
                </c:pt>
                <c:pt idx="4788">
                  <c:v>27-03-2019</c:v>
                </c:pt>
                <c:pt idx="4789">
                  <c:v>28-03-2019</c:v>
                </c:pt>
                <c:pt idx="4790">
                  <c:v>29-03-2019</c:v>
                </c:pt>
                <c:pt idx="4791">
                  <c:v>01-04-2019</c:v>
                </c:pt>
                <c:pt idx="4792">
                  <c:v>02-04-2019</c:v>
                </c:pt>
                <c:pt idx="4793">
                  <c:v>03-04-2019</c:v>
                </c:pt>
                <c:pt idx="4794">
                  <c:v>04-04-2019</c:v>
                </c:pt>
                <c:pt idx="4795">
                  <c:v>05-04-2019</c:v>
                </c:pt>
                <c:pt idx="4796">
                  <c:v>08-04-2019</c:v>
                </c:pt>
                <c:pt idx="4797">
                  <c:v>09-04-2019</c:v>
                </c:pt>
                <c:pt idx="4798">
                  <c:v>10-04-2019</c:v>
                </c:pt>
                <c:pt idx="4799">
                  <c:v>11-04-2019</c:v>
                </c:pt>
                <c:pt idx="4800">
                  <c:v>12-04-2019</c:v>
                </c:pt>
                <c:pt idx="4801">
                  <c:v>15-04-2019</c:v>
                </c:pt>
                <c:pt idx="4802">
                  <c:v>16-04-2019</c:v>
                </c:pt>
                <c:pt idx="4803">
                  <c:v>18-04-2019</c:v>
                </c:pt>
                <c:pt idx="4804">
                  <c:v>22-04-2019</c:v>
                </c:pt>
                <c:pt idx="4805">
                  <c:v>23-04-2019</c:v>
                </c:pt>
                <c:pt idx="4806">
                  <c:v>24-04-2019</c:v>
                </c:pt>
                <c:pt idx="4807">
                  <c:v>25-04-2019</c:v>
                </c:pt>
                <c:pt idx="4808">
                  <c:v>26-04-2019</c:v>
                </c:pt>
                <c:pt idx="4809">
                  <c:v>30-04-2019</c:v>
                </c:pt>
                <c:pt idx="4810">
                  <c:v>02-05-2019</c:v>
                </c:pt>
                <c:pt idx="4811">
                  <c:v>03-05-2019</c:v>
                </c:pt>
                <c:pt idx="4812">
                  <c:v>06-05-2019</c:v>
                </c:pt>
                <c:pt idx="4813">
                  <c:v>07-05-2019</c:v>
                </c:pt>
                <c:pt idx="4814">
                  <c:v>08-05-2019</c:v>
                </c:pt>
                <c:pt idx="4815">
                  <c:v>09-05-2019</c:v>
                </c:pt>
                <c:pt idx="4816">
                  <c:v>10-05-2019</c:v>
                </c:pt>
                <c:pt idx="4817">
                  <c:v>13-05-2019</c:v>
                </c:pt>
                <c:pt idx="4818">
                  <c:v>14-05-2019</c:v>
                </c:pt>
                <c:pt idx="4819">
                  <c:v>15-05-2019</c:v>
                </c:pt>
                <c:pt idx="4820">
                  <c:v>16-05-2019</c:v>
                </c:pt>
                <c:pt idx="4821">
                  <c:v>17-05-2019</c:v>
                </c:pt>
                <c:pt idx="4822">
                  <c:v>20-05-2019</c:v>
                </c:pt>
                <c:pt idx="4823">
                  <c:v>21-05-2019</c:v>
                </c:pt>
                <c:pt idx="4824">
                  <c:v>22-05-2019</c:v>
                </c:pt>
                <c:pt idx="4825">
                  <c:v>23-05-2019</c:v>
                </c:pt>
                <c:pt idx="4826">
                  <c:v>24-05-2019</c:v>
                </c:pt>
                <c:pt idx="4827">
                  <c:v>27-05-2019</c:v>
                </c:pt>
                <c:pt idx="4828">
                  <c:v>28-05-2019</c:v>
                </c:pt>
                <c:pt idx="4829">
                  <c:v>29-05-2019</c:v>
                </c:pt>
                <c:pt idx="4830">
                  <c:v>30-05-2019</c:v>
                </c:pt>
                <c:pt idx="4831">
                  <c:v>31-05-2019</c:v>
                </c:pt>
                <c:pt idx="4832">
                  <c:v>03-06-2019</c:v>
                </c:pt>
                <c:pt idx="4833">
                  <c:v>04-06-2019</c:v>
                </c:pt>
                <c:pt idx="4834">
                  <c:v>06-06-2019</c:v>
                </c:pt>
                <c:pt idx="4835">
                  <c:v>07-06-2019</c:v>
                </c:pt>
                <c:pt idx="4836">
                  <c:v>10-06-2019</c:v>
                </c:pt>
                <c:pt idx="4837">
                  <c:v>11-06-2019</c:v>
                </c:pt>
                <c:pt idx="4838">
                  <c:v>12-06-2019</c:v>
                </c:pt>
                <c:pt idx="4839">
                  <c:v>13-06-2019</c:v>
                </c:pt>
                <c:pt idx="4840">
                  <c:v>14-06-2019</c:v>
                </c:pt>
                <c:pt idx="4841">
                  <c:v>17-06-2019</c:v>
                </c:pt>
                <c:pt idx="4842">
                  <c:v>18-06-2019</c:v>
                </c:pt>
                <c:pt idx="4843">
                  <c:v>19-06-2019</c:v>
                </c:pt>
                <c:pt idx="4844">
                  <c:v>20-06-2019</c:v>
                </c:pt>
                <c:pt idx="4845">
                  <c:v>21-06-2019</c:v>
                </c:pt>
                <c:pt idx="4846">
                  <c:v>24-06-2019</c:v>
                </c:pt>
                <c:pt idx="4847">
                  <c:v>25-06-2019</c:v>
                </c:pt>
                <c:pt idx="4848">
                  <c:v>26-06-2019</c:v>
                </c:pt>
                <c:pt idx="4849">
                  <c:v>27-06-2019</c:v>
                </c:pt>
                <c:pt idx="4850">
                  <c:v>28-06-2019</c:v>
                </c:pt>
                <c:pt idx="4851">
                  <c:v>01-07-2019</c:v>
                </c:pt>
                <c:pt idx="4852">
                  <c:v>02-07-2019</c:v>
                </c:pt>
                <c:pt idx="4853">
                  <c:v>03-07-2019</c:v>
                </c:pt>
                <c:pt idx="4854">
                  <c:v>04-07-2019</c:v>
                </c:pt>
                <c:pt idx="4855">
                  <c:v>05-07-2019</c:v>
                </c:pt>
                <c:pt idx="4856">
                  <c:v>08-07-2019</c:v>
                </c:pt>
                <c:pt idx="4857">
                  <c:v>09-07-2019</c:v>
                </c:pt>
                <c:pt idx="4858">
                  <c:v>10-07-2019</c:v>
                </c:pt>
                <c:pt idx="4859">
                  <c:v>11-07-2019</c:v>
                </c:pt>
                <c:pt idx="4860">
                  <c:v>12-07-2019</c:v>
                </c:pt>
                <c:pt idx="4861">
                  <c:v>15-07-2019</c:v>
                </c:pt>
                <c:pt idx="4862">
                  <c:v>16-07-2019</c:v>
                </c:pt>
                <c:pt idx="4863">
                  <c:v>17-07-2019</c:v>
                </c:pt>
                <c:pt idx="4864">
                  <c:v>18-07-2019</c:v>
                </c:pt>
                <c:pt idx="4865">
                  <c:v>19-07-2019</c:v>
                </c:pt>
                <c:pt idx="4866">
                  <c:v>22-07-2019</c:v>
                </c:pt>
                <c:pt idx="4867">
                  <c:v>23-07-2019</c:v>
                </c:pt>
                <c:pt idx="4868">
                  <c:v>24-07-2019</c:v>
                </c:pt>
                <c:pt idx="4869">
                  <c:v>25-07-2019</c:v>
                </c:pt>
                <c:pt idx="4870">
                  <c:v>26-07-2019</c:v>
                </c:pt>
                <c:pt idx="4871">
                  <c:v>29-07-2019</c:v>
                </c:pt>
                <c:pt idx="4872">
                  <c:v>30-07-2019</c:v>
                </c:pt>
                <c:pt idx="4873">
                  <c:v>31-07-2019</c:v>
                </c:pt>
                <c:pt idx="4874">
                  <c:v>01-08-2019</c:v>
                </c:pt>
                <c:pt idx="4875">
                  <c:v>02-08-2019</c:v>
                </c:pt>
                <c:pt idx="4876">
                  <c:v>05-08-2019</c:v>
                </c:pt>
                <c:pt idx="4877">
                  <c:v>06-08-2019</c:v>
                </c:pt>
                <c:pt idx="4878">
                  <c:v>07-08-2019</c:v>
                </c:pt>
                <c:pt idx="4879">
                  <c:v>08-08-2019</c:v>
                </c:pt>
                <c:pt idx="4880">
                  <c:v>09-08-2019</c:v>
                </c:pt>
                <c:pt idx="4881">
                  <c:v>13-08-2019</c:v>
                </c:pt>
                <c:pt idx="4882">
                  <c:v>14-08-2019</c:v>
                </c:pt>
                <c:pt idx="4883">
                  <c:v>16-08-2019</c:v>
                </c:pt>
                <c:pt idx="4884">
                  <c:v>19-08-2019</c:v>
                </c:pt>
                <c:pt idx="4885">
                  <c:v>20-08-2019</c:v>
                </c:pt>
                <c:pt idx="4886">
                  <c:v>21-08-2019</c:v>
                </c:pt>
                <c:pt idx="4887">
                  <c:v>22-08-2019</c:v>
                </c:pt>
                <c:pt idx="4888">
                  <c:v>23-08-2019</c:v>
                </c:pt>
                <c:pt idx="4889">
                  <c:v>26-08-2019</c:v>
                </c:pt>
                <c:pt idx="4890">
                  <c:v>27-08-2019</c:v>
                </c:pt>
                <c:pt idx="4891">
                  <c:v>28-08-2019</c:v>
                </c:pt>
                <c:pt idx="4892">
                  <c:v>29-08-2019</c:v>
                </c:pt>
                <c:pt idx="4893">
                  <c:v>30-08-2019</c:v>
                </c:pt>
                <c:pt idx="4894">
                  <c:v>03-09-2019</c:v>
                </c:pt>
                <c:pt idx="4895">
                  <c:v>04-09-2019</c:v>
                </c:pt>
                <c:pt idx="4896">
                  <c:v>05-09-2019</c:v>
                </c:pt>
                <c:pt idx="4897">
                  <c:v>06-09-2019</c:v>
                </c:pt>
                <c:pt idx="4898">
                  <c:v>09-09-2019</c:v>
                </c:pt>
                <c:pt idx="4899">
                  <c:v>11-09-2019</c:v>
                </c:pt>
                <c:pt idx="4900">
                  <c:v>12-09-2019</c:v>
                </c:pt>
                <c:pt idx="4901">
                  <c:v>13-09-2019</c:v>
                </c:pt>
                <c:pt idx="4902">
                  <c:v>16-09-2019</c:v>
                </c:pt>
                <c:pt idx="4903">
                  <c:v>17-09-2019</c:v>
                </c:pt>
                <c:pt idx="4904">
                  <c:v>18-09-2019</c:v>
                </c:pt>
                <c:pt idx="4905">
                  <c:v>19-09-2019</c:v>
                </c:pt>
                <c:pt idx="4906">
                  <c:v>20-09-2019</c:v>
                </c:pt>
                <c:pt idx="4907">
                  <c:v>23-09-2019</c:v>
                </c:pt>
                <c:pt idx="4908">
                  <c:v>24-09-2019</c:v>
                </c:pt>
                <c:pt idx="4909">
                  <c:v>25-09-2019</c:v>
                </c:pt>
                <c:pt idx="4910">
                  <c:v>26-09-2019</c:v>
                </c:pt>
                <c:pt idx="4911">
                  <c:v>27-09-2019</c:v>
                </c:pt>
                <c:pt idx="4912">
                  <c:v>30-09-2019</c:v>
                </c:pt>
                <c:pt idx="4913">
                  <c:v>01-10-2019</c:v>
                </c:pt>
                <c:pt idx="4914">
                  <c:v>03-10-2019</c:v>
                </c:pt>
                <c:pt idx="4915">
                  <c:v>04-10-2019</c:v>
                </c:pt>
                <c:pt idx="4916">
                  <c:v>07-10-2019</c:v>
                </c:pt>
                <c:pt idx="4917">
                  <c:v>09-10-2019</c:v>
                </c:pt>
                <c:pt idx="4918">
                  <c:v>10-10-2019</c:v>
                </c:pt>
                <c:pt idx="4919">
                  <c:v>11-10-2019</c:v>
                </c:pt>
                <c:pt idx="4920">
                  <c:v>14-10-2019</c:v>
                </c:pt>
                <c:pt idx="4921">
                  <c:v>15-10-2019</c:v>
                </c:pt>
                <c:pt idx="4922">
                  <c:v>16-10-2019</c:v>
                </c:pt>
                <c:pt idx="4923">
                  <c:v>17-10-2019</c:v>
                </c:pt>
                <c:pt idx="4924">
                  <c:v>18-10-2019</c:v>
                </c:pt>
                <c:pt idx="4925">
                  <c:v>22-10-2019</c:v>
                </c:pt>
                <c:pt idx="4926">
                  <c:v>23-10-2019</c:v>
                </c:pt>
                <c:pt idx="4927">
                  <c:v>24-10-2019</c:v>
                </c:pt>
                <c:pt idx="4928">
                  <c:v>25-10-2019</c:v>
                </c:pt>
                <c:pt idx="4929">
                  <c:v>27-10-2019</c:v>
                </c:pt>
                <c:pt idx="4930">
                  <c:v>29-10-2019</c:v>
                </c:pt>
                <c:pt idx="4931">
                  <c:v>30-10-2019</c:v>
                </c:pt>
                <c:pt idx="4932">
                  <c:v>31-10-2019</c:v>
                </c:pt>
                <c:pt idx="4933">
                  <c:v>01-11-2019</c:v>
                </c:pt>
                <c:pt idx="4934">
                  <c:v>04-11-2019</c:v>
                </c:pt>
                <c:pt idx="4935">
                  <c:v>05-11-2019</c:v>
                </c:pt>
                <c:pt idx="4936">
                  <c:v>06-11-2019</c:v>
                </c:pt>
                <c:pt idx="4937">
                  <c:v>07-11-2019</c:v>
                </c:pt>
                <c:pt idx="4938">
                  <c:v>08-11-2019</c:v>
                </c:pt>
                <c:pt idx="4939">
                  <c:v>11-11-2019</c:v>
                </c:pt>
                <c:pt idx="4940">
                  <c:v>13-11-2019</c:v>
                </c:pt>
                <c:pt idx="4941">
                  <c:v>14-11-2019</c:v>
                </c:pt>
                <c:pt idx="4942">
                  <c:v>15-11-2019</c:v>
                </c:pt>
                <c:pt idx="4943">
                  <c:v>18-11-2019</c:v>
                </c:pt>
                <c:pt idx="4944">
                  <c:v>19-11-2019</c:v>
                </c:pt>
                <c:pt idx="4945">
                  <c:v>20-11-2019</c:v>
                </c:pt>
                <c:pt idx="4946">
                  <c:v>21-11-2019</c:v>
                </c:pt>
                <c:pt idx="4947">
                  <c:v>22-11-2019</c:v>
                </c:pt>
                <c:pt idx="4948">
                  <c:v>25-11-2019</c:v>
                </c:pt>
                <c:pt idx="4949">
                  <c:v>26-11-2019</c:v>
                </c:pt>
                <c:pt idx="4950">
                  <c:v>27-11-2019</c:v>
                </c:pt>
                <c:pt idx="4951">
                  <c:v>28-11-2019</c:v>
                </c:pt>
                <c:pt idx="4952">
                  <c:v>29-11-2019</c:v>
                </c:pt>
                <c:pt idx="4953">
                  <c:v>02-12-2019</c:v>
                </c:pt>
                <c:pt idx="4954">
                  <c:v>03-12-2019</c:v>
                </c:pt>
                <c:pt idx="4955">
                  <c:v>04-12-2019</c:v>
                </c:pt>
                <c:pt idx="4956">
                  <c:v>05-12-2019</c:v>
                </c:pt>
                <c:pt idx="4957">
                  <c:v>06-12-2019</c:v>
                </c:pt>
                <c:pt idx="4958">
                  <c:v>09-12-2019</c:v>
                </c:pt>
                <c:pt idx="4959">
                  <c:v>10-12-2019</c:v>
                </c:pt>
                <c:pt idx="4960">
                  <c:v>11-12-2019</c:v>
                </c:pt>
                <c:pt idx="4961">
                  <c:v>12-12-2019</c:v>
                </c:pt>
                <c:pt idx="4962">
                  <c:v>13-12-2019</c:v>
                </c:pt>
                <c:pt idx="4963">
                  <c:v>16-12-2019</c:v>
                </c:pt>
                <c:pt idx="4964">
                  <c:v>17-12-2019</c:v>
                </c:pt>
                <c:pt idx="4965">
                  <c:v>18-12-2019</c:v>
                </c:pt>
                <c:pt idx="4966">
                  <c:v>19-12-2019</c:v>
                </c:pt>
                <c:pt idx="4967">
                  <c:v>20-12-2019</c:v>
                </c:pt>
                <c:pt idx="4968">
                  <c:v>23-12-2019</c:v>
                </c:pt>
                <c:pt idx="4969">
                  <c:v>24-12-2019</c:v>
                </c:pt>
                <c:pt idx="4970">
                  <c:v>26-12-2019</c:v>
                </c:pt>
                <c:pt idx="4971">
                  <c:v>27-12-2019</c:v>
                </c:pt>
                <c:pt idx="4972">
                  <c:v>30-12-2019</c:v>
                </c:pt>
                <c:pt idx="4973">
                  <c:v>31-12-2019</c:v>
                </c:pt>
                <c:pt idx="4974">
                  <c:v>01-01-2020</c:v>
                </c:pt>
                <c:pt idx="4975">
                  <c:v>02-01-2020</c:v>
                </c:pt>
                <c:pt idx="4976">
                  <c:v>03-01-2020</c:v>
                </c:pt>
                <c:pt idx="4977">
                  <c:v>06-01-2020</c:v>
                </c:pt>
                <c:pt idx="4978">
                  <c:v>07-01-2020</c:v>
                </c:pt>
                <c:pt idx="4979">
                  <c:v>08-01-2020</c:v>
                </c:pt>
                <c:pt idx="4980">
                  <c:v>09-01-2020</c:v>
                </c:pt>
                <c:pt idx="4981">
                  <c:v>10-01-2020</c:v>
                </c:pt>
                <c:pt idx="4982">
                  <c:v>13-01-2020</c:v>
                </c:pt>
                <c:pt idx="4983">
                  <c:v>14-01-2020</c:v>
                </c:pt>
                <c:pt idx="4984">
                  <c:v>15-01-2020</c:v>
                </c:pt>
                <c:pt idx="4985">
                  <c:v>16-01-2020</c:v>
                </c:pt>
                <c:pt idx="4986">
                  <c:v>17-01-2020</c:v>
                </c:pt>
                <c:pt idx="4987">
                  <c:v>20-01-2020</c:v>
                </c:pt>
                <c:pt idx="4988">
                  <c:v>21-01-2020</c:v>
                </c:pt>
                <c:pt idx="4989">
                  <c:v>22-01-2020</c:v>
                </c:pt>
                <c:pt idx="4990">
                  <c:v>23-01-2020</c:v>
                </c:pt>
                <c:pt idx="4991">
                  <c:v>24-01-2020</c:v>
                </c:pt>
                <c:pt idx="4992">
                  <c:v>27-01-2020</c:v>
                </c:pt>
                <c:pt idx="4993">
                  <c:v>28-01-2020</c:v>
                </c:pt>
                <c:pt idx="4994">
                  <c:v>29-01-2020</c:v>
                </c:pt>
                <c:pt idx="4995">
                  <c:v>30-01-2020</c:v>
                </c:pt>
                <c:pt idx="4996">
                  <c:v>31-01-2020</c:v>
                </c:pt>
                <c:pt idx="4997">
                  <c:v>01-02-2020</c:v>
                </c:pt>
                <c:pt idx="4998">
                  <c:v>03-02-2020</c:v>
                </c:pt>
                <c:pt idx="4999">
                  <c:v>04-02-2020</c:v>
                </c:pt>
                <c:pt idx="5000">
                  <c:v>05-02-2020</c:v>
                </c:pt>
                <c:pt idx="5001">
                  <c:v>06-02-2020</c:v>
                </c:pt>
                <c:pt idx="5002">
                  <c:v>07-02-2020</c:v>
                </c:pt>
                <c:pt idx="5003">
                  <c:v>10-02-2020</c:v>
                </c:pt>
                <c:pt idx="5004">
                  <c:v>11-02-2020</c:v>
                </c:pt>
                <c:pt idx="5005">
                  <c:v>12-02-2020</c:v>
                </c:pt>
                <c:pt idx="5006">
                  <c:v>13-02-2020</c:v>
                </c:pt>
                <c:pt idx="5007">
                  <c:v>14-02-2020</c:v>
                </c:pt>
                <c:pt idx="5008">
                  <c:v>17-02-2020</c:v>
                </c:pt>
                <c:pt idx="5009">
                  <c:v>18-02-2020</c:v>
                </c:pt>
                <c:pt idx="5010">
                  <c:v>19-02-2020</c:v>
                </c:pt>
                <c:pt idx="5011">
                  <c:v>20-02-2020</c:v>
                </c:pt>
                <c:pt idx="5012">
                  <c:v>24-02-2020</c:v>
                </c:pt>
                <c:pt idx="5013">
                  <c:v>25-02-2020</c:v>
                </c:pt>
                <c:pt idx="5014">
                  <c:v>26-02-2020</c:v>
                </c:pt>
                <c:pt idx="5015">
                  <c:v>27-02-2020</c:v>
                </c:pt>
                <c:pt idx="5016">
                  <c:v>28-02-2020</c:v>
                </c:pt>
                <c:pt idx="5017">
                  <c:v>02-03-2020</c:v>
                </c:pt>
                <c:pt idx="5018">
                  <c:v>03-03-2020</c:v>
                </c:pt>
                <c:pt idx="5019">
                  <c:v>04-03-2020</c:v>
                </c:pt>
                <c:pt idx="5020">
                  <c:v>05-03-2020</c:v>
                </c:pt>
                <c:pt idx="5021">
                  <c:v>06-03-2020</c:v>
                </c:pt>
                <c:pt idx="5022">
                  <c:v>09-03-2020</c:v>
                </c:pt>
                <c:pt idx="5023">
                  <c:v>11-03-2020</c:v>
                </c:pt>
                <c:pt idx="5024">
                  <c:v>12-03-2020</c:v>
                </c:pt>
                <c:pt idx="5025">
                  <c:v>13-03-2020</c:v>
                </c:pt>
                <c:pt idx="5026">
                  <c:v>16-03-2020</c:v>
                </c:pt>
                <c:pt idx="5027">
                  <c:v>17-03-2020</c:v>
                </c:pt>
                <c:pt idx="5028">
                  <c:v>18-03-2020</c:v>
                </c:pt>
                <c:pt idx="5029">
                  <c:v>19-03-2020</c:v>
                </c:pt>
                <c:pt idx="5030">
                  <c:v>20-03-2020</c:v>
                </c:pt>
                <c:pt idx="5031">
                  <c:v>23-03-2020</c:v>
                </c:pt>
                <c:pt idx="5032">
                  <c:v>24-03-2020</c:v>
                </c:pt>
                <c:pt idx="5033">
                  <c:v>25-03-2020</c:v>
                </c:pt>
                <c:pt idx="5034">
                  <c:v>26-03-2020</c:v>
                </c:pt>
                <c:pt idx="5035">
                  <c:v>27-03-2020</c:v>
                </c:pt>
                <c:pt idx="5036">
                  <c:v>30-03-2020</c:v>
                </c:pt>
                <c:pt idx="5037">
                  <c:v>31-03-2020</c:v>
                </c:pt>
                <c:pt idx="5038">
                  <c:v>01-04-2020</c:v>
                </c:pt>
                <c:pt idx="5039">
                  <c:v>03-04-2020</c:v>
                </c:pt>
                <c:pt idx="5040">
                  <c:v>07-04-2020</c:v>
                </c:pt>
                <c:pt idx="5041">
                  <c:v>08-04-2020</c:v>
                </c:pt>
                <c:pt idx="5042">
                  <c:v>09-04-2020</c:v>
                </c:pt>
                <c:pt idx="5043">
                  <c:v>13-04-2020</c:v>
                </c:pt>
                <c:pt idx="5044">
                  <c:v>15-04-2020</c:v>
                </c:pt>
                <c:pt idx="5045">
                  <c:v>16-04-2020</c:v>
                </c:pt>
                <c:pt idx="5046">
                  <c:v>17-04-2020</c:v>
                </c:pt>
                <c:pt idx="5047">
                  <c:v>20-04-2020</c:v>
                </c:pt>
                <c:pt idx="5048">
                  <c:v>21-04-2020</c:v>
                </c:pt>
                <c:pt idx="5049">
                  <c:v>22-04-2020</c:v>
                </c:pt>
                <c:pt idx="5050">
                  <c:v>23-04-2020</c:v>
                </c:pt>
                <c:pt idx="5051">
                  <c:v>24-04-2020</c:v>
                </c:pt>
                <c:pt idx="5052">
                  <c:v>27-04-2020</c:v>
                </c:pt>
                <c:pt idx="5053">
                  <c:v>28-04-2020</c:v>
                </c:pt>
                <c:pt idx="5054">
                  <c:v>29-04-2020</c:v>
                </c:pt>
                <c:pt idx="5055">
                  <c:v>30-04-2020</c:v>
                </c:pt>
                <c:pt idx="5056">
                  <c:v>04-05-2020</c:v>
                </c:pt>
                <c:pt idx="5057">
                  <c:v>05-05-2020</c:v>
                </c:pt>
                <c:pt idx="5058">
                  <c:v>06-05-2020</c:v>
                </c:pt>
                <c:pt idx="5059">
                  <c:v>07-05-2020</c:v>
                </c:pt>
                <c:pt idx="5060">
                  <c:v>08-05-2020</c:v>
                </c:pt>
                <c:pt idx="5061">
                  <c:v>11-05-2020</c:v>
                </c:pt>
                <c:pt idx="5062">
                  <c:v>12-05-2020</c:v>
                </c:pt>
                <c:pt idx="5063">
                  <c:v>13-05-2020</c:v>
                </c:pt>
                <c:pt idx="5064">
                  <c:v>14-05-2020</c:v>
                </c:pt>
                <c:pt idx="5065">
                  <c:v>15-05-2020</c:v>
                </c:pt>
                <c:pt idx="5066">
                  <c:v>18-05-2020</c:v>
                </c:pt>
                <c:pt idx="5067">
                  <c:v>19-05-2020</c:v>
                </c:pt>
                <c:pt idx="5068">
                  <c:v>20-05-2020</c:v>
                </c:pt>
                <c:pt idx="5069">
                  <c:v>21-05-2020</c:v>
                </c:pt>
                <c:pt idx="5070">
                  <c:v>22-05-2020</c:v>
                </c:pt>
                <c:pt idx="5071">
                  <c:v>26-05-2020</c:v>
                </c:pt>
                <c:pt idx="5072">
                  <c:v>27-05-2020</c:v>
                </c:pt>
                <c:pt idx="5073">
                  <c:v>28-05-2020</c:v>
                </c:pt>
                <c:pt idx="5074">
                  <c:v>29-05-2020</c:v>
                </c:pt>
                <c:pt idx="5075">
                  <c:v>01-06-2020</c:v>
                </c:pt>
                <c:pt idx="5076">
                  <c:v>02-06-2020</c:v>
                </c:pt>
                <c:pt idx="5077">
                  <c:v>03-06-2020</c:v>
                </c:pt>
                <c:pt idx="5078">
                  <c:v>04-06-2020</c:v>
                </c:pt>
                <c:pt idx="5079">
                  <c:v>05-06-2020</c:v>
                </c:pt>
                <c:pt idx="5080">
                  <c:v>08-06-2020</c:v>
                </c:pt>
                <c:pt idx="5081">
                  <c:v>09-06-2020</c:v>
                </c:pt>
                <c:pt idx="5082">
                  <c:v>10-06-2020</c:v>
                </c:pt>
                <c:pt idx="5083">
                  <c:v>11-06-2020</c:v>
                </c:pt>
                <c:pt idx="5084">
                  <c:v>12-06-2020</c:v>
                </c:pt>
                <c:pt idx="5085">
                  <c:v>15-06-2020</c:v>
                </c:pt>
                <c:pt idx="5086">
                  <c:v>16-06-2020</c:v>
                </c:pt>
                <c:pt idx="5087">
                  <c:v>17-06-2020</c:v>
                </c:pt>
                <c:pt idx="5088">
                  <c:v>18-06-2020</c:v>
                </c:pt>
                <c:pt idx="5089">
                  <c:v>19-06-2020</c:v>
                </c:pt>
                <c:pt idx="5090">
                  <c:v>22-06-2020</c:v>
                </c:pt>
                <c:pt idx="5091">
                  <c:v>23-06-2020</c:v>
                </c:pt>
                <c:pt idx="5092">
                  <c:v>24-06-2020</c:v>
                </c:pt>
                <c:pt idx="5093">
                  <c:v>25-06-2020</c:v>
                </c:pt>
                <c:pt idx="5094">
                  <c:v>26-06-2020</c:v>
                </c:pt>
                <c:pt idx="5095">
                  <c:v>29-06-2020</c:v>
                </c:pt>
                <c:pt idx="5096">
                  <c:v>30-06-2020</c:v>
                </c:pt>
                <c:pt idx="5097">
                  <c:v>01-07-2020</c:v>
                </c:pt>
                <c:pt idx="5098">
                  <c:v>02-07-2020</c:v>
                </c:pt>
                <c:pt idx="5099">
                  <c:v>03-07-2020</c:v>
                </c:pt>
                <c:pt idx="5100">
                  <c:v>06-07-2020</c:v>
                </c:pt>
                <c:pt idx="5101">
                  <c:v>07-07-2020</c:v>
                </c:pt>
                <c:pt idx="5102">
                  <c:v>08-07-2020</c:v>
                </c:pt>
                <c:pt idx="5103">
                  <c:v>09-07-2020</c:v>
                </c:pt>
                <c:pt idx="5104">
                  <c:v>10-07-2020</c:v>
                </c:pt>
                <c:pt idx="5105">
                  <c:v>13-07-2020</c:v>
                </c:pt>
                <c:pt idx="5106">
                  <c:v>14-07-2020</c:v>
                </c:pt>
                <c:pt idx="5107">
                  <c:v>15-07-2020</c:v>
                </c:pt>
                <c:pt idx="5108">
                  <c:v>16-07-2020</c:v>
                </c:pt>
                <c:pt idx="5109">
                  <c:v>17-07-2020</c:v>
                </c:pt>
                <c:pt idx="5110">
                  <c:v>20-07-2020</c:v>
                </c:pt>
                <c:pt idx="5111">
                  <c:v>21-07-2020</c:v>
                </c:pt>
                <c:pt idx="5112">
                  <c:v>22-07-2020</c:v>
                </c:pt>
                <c:pt idx="5113">
                  <c:v>23-07-2020</c:v>
                </c:pt>
                <c:pt idx="5114">
                  <c:v>24-07-2020</c:v>
                </c:pt>
                <c:pt idx="5115">
                  <c:v>27-07-2020</c:v>
                </c:pt>
                <c:pt idx="5116">
                  <c:v>28-07-2020</c:v>
                </c:pt>
                <c:pt idx="5117">
                  <c:v>29-07-2020</c:v>
                </c:pt>
                <c:pt idx="5118">
                  <c:v>30-07-2020</c:v>
                </c:pt>
                <c:pt idx="5119">
                  <c:v>31-07-2020</c:v>
                </c:pt>
                <c:pt idx="5120">
                  <c:v>03-08-2020</c:v>
                </c:pt>
                <c:pt idx="5121">
                  <c:v>04-08-2020</c:v>
                </c:pt>
                <c:pt idx="5122">
                  <c:v>05-08-2020</c:v>
                </c:pt>
                <c:pt idx="5123">
                  <c:v>06-08-2020</c:v>
                </c:pt>
                <c:pt idx="5124">
                  <c:v>07-08-2020</c:v>
                </c:pt>
                <c:pt idx="5125">
                  <c:v>10-08-2020</c:v>
                </c:pt>
                <c:pt idx="5126">
                  <c:v>11-08-2020</c:v>
                </c:pt>
                <c:pt idx="5127">
                  <c:v>12-08-2020</c:v>
                </c:pt>
                <c:pt idx="5128">
                  <c:v>13-08-2020</c:v>
                </c:pt>
                <c:pt idx="5129">
                  <c:v>14-08-2020</c:v>
                </c:pt>
                <c:pt idx="5130">
                  <c:v>17-08-2020</c:v>
                </c:pt>
                <c:pt idx="5131">
                  <c:v>18-08-2020</c:v>
                </c:pt>
                <c:pt idx="5132">
                  <c:v>19-08-2020</c:v>
                </c:pt>
                <c:pt idx="5133">
                  <c:v>20-08-2020</c:v>
                </c:pt>
                <c:pt idx="5134">
                  <c:v>21-08-2020</c:v>
                </c:pt>
                <c:pt idx="5135">
                  <c:v>24-08-2020</c:v>
                </c:pt>
                <c:pt idx="5136">
                  <c:v>25-08-2020</c:v>
                </c:pt>
                <c:pt idx="5137">
                  <c:v>26-08-2020</c:v>
                </c:pt>
                <c:pt idx="5138">
                  <c:v>27-08-2020</c:v>
                </c:pt>
                <c:pt idx="5139">
                  <c:v>28-08-2020</c:v>
                </c:pt>
                <c:pt idx="5140">
                  <c:v>31-08-2020</c:v>
                </c:pt>
                <c:pt idx="5141">
                  <c:v>01-09-2020</c:v>
                </c:pt>
                <c:pt idx="5142">
                  <c:v>02-09-2020</c:v>
                </c:pt>
                <c:pt idx="5143">
                  <c:v>03-09-2020</c:v>
                </c:pt>
                <c:pt idx="5144">
                  <c:v>04-09-2020</c:v>
                </c:pt>
                <c:pt idx="5145">
                  <c:v>07-09-2020</c:v>
                </c:pt>
                <c:pt idx="5146">
                  <c:v>08-09-2020</c:v>
                </c:pt>
                <c:pt idx="5147">
                  <c:v>09-09-2020</c:v>
                </c:pt>
                <c:pt idx="5148">
                  <c:v>10-09-2020</c:v>
                </c:pt>
                <c:pt idx="5149">
                  <c:v>11-09-2020</c:v>
                </c:pt>
                <c:pt idx="5150">
                  <c:v>14-09-2020</c:v>
                </c:pt>
                <c:pt idx="5151">
                  <c:v>15-09-2020</c:v>
                </c:pt>
                <c:pt idx="5152">
                  <c:v>16-09-2020</c:v>
                </c:pt>
                <c:pt idx="5153">
                  <c:v>17-09-2020</c:v>
                </c:pt>
                <c:pt idx="5154">
                  <c:v>18-09-2020</c:v>
                </c:pt>
                <c:pt idx="5155">
                  <c:v>21-09-2020</c:v>
                </c:pt>
                <c:pt idx="5156">
                  <c:v>22-09-2020</c:v>
                </c:pt>
                <c:pt idx="5157">
                  <c:v>23-09-2020</c:v>
                </c:pt>
                <c:pt idx="5158">
                  <c:v>24-09-2020</c:v>
                </c:pt>
                <c:pt idx="5159">
                  <c:v>25-09-2020</c:v>
                </c:pt>
                <c:pt idx="5160">
                  <c:v>28-09-2020</c:v>
                </c:pt>
                <c:pt idx="5161">
                  <c:v>29-09-2020</c:v>
                </c:pt>
                <c:pt idx="5162">
                  <c:v>30-09-2020</c:v>
                </c:pt>
                <c:pt idx="5163">
                  <c:v>01-10-2020</c:v>
                </c:pt>
                <c:pt idx="5164">
                  <c:v>05-10-2020</c:v>
                </c:pt>
                <c:pt idx="5165">
                  <c:v>06-10-2020</c:v>
                </c:pt>
                <c:pt idx="5166">
                  <c:v>07-10-2020</c:v>
                </c:pt>
                <c:pt idx="5167">
                  <c:v>08-10-2020</c:v>
                </c:pt>
                <c:pt idx="5168">
                  <c:v>09-10-2020</c:v>
                </c:pt>
                <c:pt idx="5169">
                  <c:v>12-10-2020</c:v>
                </c:pt>
                <c:pt idx="5170">
                  <c:v>13-10-2020</c:v>
                </c:pt>
                <c:pt idx="5171">
                  <c:v>14-10-2020</c:v>
                </c:pt>
                <c:pt idx="5172">
                  <c:v>15-10-2020</c:v>
                </c:pt>
                <c:pt idx="5173">
                  <c:v>16-10-2020</c:v>
                </c:pt>
                <c:pt idx="5174">
                  <c:v>19-10-2020</c:v>
                </c:pt>
                <c:pt idx="5175">
                  <c:v>20-10-2020</c:v>
                </c:pt>
                <c:pt idx="5176">
                  <c:v>21-10-2020</c:v>
                </c:pt>
                <c:pt idx="5177">
                  <c:v>22-10-2020</c:v>
                </c:pt>
                <c:pt idx="5178">
                  <c:v>23-10-2020</c:v>
                </c:pt>
                <c:pt idx="5179">
                  <c:v>26-10-2020</c:v>
                </c:pt>
                <c:pt idx="5180">
                  <c:v>27-10-2020</c:v>
                </c:pt>
                <c:pt idx="5181">
                  <c:v>28-10-2020</c:v>
                </c:pt>
                <c:pt idx="5182">
                  <c:v>29-10-2020</c:v>
                </c:pt>
                <c:pt idx="5183">
                  <c:v>30-10-2020</c:v>
                </c:pt>
                <c:pt idx="5184">
                  <c:v>02-11-2020</c:v>
                </c:pt>
                <c:pt idx="5185">
                  <c:v>03-11-2020</c:v>
                </c:pt>
                <c:pt idx="5186">
                  <c:v>04-11-2020</c:v>
                </c:pt>
                <c:pt idx="5187">
                  <c:v>05-11-2020</c:v>
                </c:pt>
                <c:pt idx="5188">
                  <c:v>06-11-2020</c:v>
                </c:pt>
                <c:pt idx="5189">
                  <c:v>09-11-2020</c:v>
                </c:pt>
                <c:pt idx="5190">
                  <c:v>10-11-2020</c:v>
                </c:pt>
                <c:pt idx="5191">
                  <c:v>11-11-2020</c:v>
                </c:pt>
                <c:pt idx="5192">
                  <c:v>12-11-2020</c:v>
                </c:pt>
                <c:pt idx="5193">
                  <c:v>13-11-2020</c:v>
                </c:pt>
                <c:pt idx="5194">
                  <c:v>14-11-2020</c:v>
                </c:pt>
                <c:pt idx="5195">
                  <c:v>17-11-2020</c:v>
                </c:pt>
                <c:pt idx="5196">
                  <c:v>18-11-2020</c:v>
                </c:pt>
                <c:pt idx="5197">
                  <c:v>19-11-2020</c:v>
                </c:pt>
                <c:pt idx="5198">
                  <c:v>20-11-2020</c:v>
                </c:pt>
                <c:pt idx="5199">
                  <c:v>23-11-2020</c:v>
                </c:pt>
                <c:pt idx="5200">
                  <c:v>24-11-2020</c:v>
                </c:pt>
                <c:pt idx="5201">
                  <c:v>25-11-2020</c:v>
                </c:pt>
                <c:pt idx="5202">
                  <c:v>26-11-2020</c:v>
                </c:pt>
                <c:pt idx="5203">
                  <c:v>27-11-2020</c:v>
                </c:pt>
                <c:pt idx="5204">
                  <c:v>01-12-2020</c:v>
                </c:pt>
                <c:pt idx="5205">
                  <c:v>02-12-2020</c:v>
                </c:pt>
                <c:pt idx="5206">
                  <c:v>03-12-2020</c:v>
                </c:pt>
                <c:pt idx="5207">
                  <c:v>04-12-2020</c:v>
                </c:pt>
                <c:pt idx="5208">
                  <c:v>07-12-2020</c:v>
                </c:pt>
                <c:pt idx="5209">
                  <c:v>08-12-2020</c:v>
                </c:pt>
                <c:pt idx="5210">
                  <c:v>09-12-2020</c:v>
                </c:pt>
                <c:pt idx="5211">
                  <c:v>10-12-2020</c:v>
                </c:pt>
                <c:pt idx="5212">
                  <c:v>11-12-2020</c:v>
                </c:pt>
                <c:pt idx="5213">
                  <c:v>14-12-2020</c:v>
                </c:pt>
                <c:pt idx="5214">
                  <c:v>15-12-2020</c:v>
                </c:pt>
                <c:pt idx="5215">
                  <c:v>16-12-2020</c:v>
                </c:pt>
                <c:pt idx="5216">
                  <c:v>17-12-2020</c:v>
                </c:pt>
                <c:pt idx="5217">
                  <c:v>18-12-2020</c:v>
                </c:pt>
                <c:pt idx="5218">
                  <c:v>21-12-2020</c:v>
                </c:pt>
                <c:pt idx="5219">
                  <c:v>22-12-2020</c:v>
                </c:pt>
                <c:pt idx="5220">
                  <c:v>23-12-2020</c:v>
                </c:pt>
                <c:pt idx="5221">
                  <c:v>24-12-2020</c:v>
                </c:pt>
                <c:pt idx="5222">
                  <c:v>28-12-2020</c:v>
                </c:pt>
                <c:pt idx="5223">
                  <c:v>29-12-2020</c:v>
                </c:pt>
                <c:pt idx="5224">
                  <c:v>30-12-2020</c:v>
                </c:pt>
                <c:pt idx="5225">
                  <c:v>31-12-2020</c:v>
                </c:pt>
                <c:pt idx="5226">
                  <c:v>01-01-2021</c:v>
                </c:pt>
                <c:pt idx="5227">
                  <c:v>04-01-2021</c:v>
                </c:pt>
                <c:pt idx="5228">
                  <c:v>05-01-2021</c:v>
                </c:pt>
                <c:pt idx="5229">
                  <c:v>06-01-2021</c:v>
                </c:pt>
                <c:pt idx="5230">
                  <c:v>07-01-2021</c:v>
                </c:pt>
                <c:pt idx="5231">
                  <c:v>08-01-2021</c:v>
                </c:pt>
                <c:pt idx="5232">
                  <c:v>11-01-2021</c:v>
                </c:pt>
                <c:pt idx="5233">
                  <c:v>12-01-2021</c:v>
                </c:pt>
                <c:pt idx="5234">
                  <c:v>13-01-2021</c:v>
                </c:pt>
                <c:pt idx="5235">
                  <c:v>14-01-2021</c:v>
                </c:pt>
                <c:pt idx="5236">
                  <c:v>15-01-2021</c:v>
                </c:pt>
                <c:pt idx="5237">
                  <c:v>18-01-2021</c:v>
                </c:pt>
                <c:pt idx="5238">
                  <c:v>19-01-2021</c:v>
                </c:pt>
                <c:pt idx="5239">
                  <c:v>20-01-2021</c:v>
                </c:pt>
                <c:pt idx="5240">
                  <c:v>21-01-2021</c:v>
                </c:pt>
                <c:pt idx="5241">
                  <c:v>22-01-2021</c:v>
                </c:pt>
                <c:pt idx="5242">
                  <c:v>25-01-2021</c:v>
                </c:pt>
                <c:pt idx="5243">
                  <c:v>27-01-2021</c:v>
                </c:pt>
                <c:pt idx="5244">
                  <c:v>28-01-2021</c:v>
                </c:pt>
                <c:pt idx="5245">
                  <c:v>29-01-2021</c:v>
                </c:pt>
                <c:pt idx="5246">
                  <c:v>01-02-2021</c:v>
                </c:pt>
                <c:pt idx="5247">
                  <c:v>02-02-2021</c:v>
                </c:pt>
                <c:pt idx="5248">
                  <c:v>03-02-2021</c:v>
                </c:pt>
                <c:pt idx="5249">
                  <c:v>04-02-2021</c:v>
                </c:pt>
                <c:pt idx="5250">
                  <c:v>05-02-2021</c:v>
                </c:pt>
                <c:pt idx="5251">
                  <c:v>08-02-2021</c:v>
                </c:pt>
                <c:pt idx="5252">
                  <c:v>09-02-2021</c:v>
                </c:pt>
                <c:pt idx="5253">
                  <c:v>10-02-2021</c:v>
                </c:pt>
                <c:pt idx="5254">
                  <c:v>11-02-2021</c:v>
                </c:pt>
                <c:pt idx="5255">
                  <c:v>12-02-2021</c:v>
                </c:pt>
                <c:pt idx="5256">
                  <c:v>15-02-2021</c:v>
                </c:pt>
                <c:pt idx="5257">
                  <c:v>16-02-2021</c:v>
                </c:pt>
                <c:pt idx="5258">
                  <c:v>17-02-2021</c:v>
                </c:pt>
                <c:pt idx="5259">
                  <c:v>18-02-2021</c:v>
                </c:pt>
                <c:pt idx="5260">
                  <c:v>19-02-2021</c:v>
                </c:pt>
                <c:pt idx="5261">
                  <c:v>22-02-2021</c:v>
                </c:pt>
                <c:pt idx="5262">
                  <c:v>23-02-2021</c:v>
                </c:pt>
                <c:pt idx="5263">
                  <c:v>24-02-2021</c:v>
                </c:pt>
                <c:pt idx="5264">
                  <c:v>25-02-2021</c:v>
                </c:pt>
                <c:pt idx="5265">
                  <c:v>26-02-2021</c:v>
                </c:pt>
                <c:pt idx="5266">
                  <c:v>01-03-2021</c:v>
                </c:pt>
                <c:pt idx="5267">
                  <c:v>02-03-2021</c:v>
                </c:pt>
                <c:pt idx="5268">
                  <c:v>03-03-2021</c:v>
                </c:pt>
                <c:pt idx="5269">
                  <c:v>04-03-2021</c:v>
                </c:pt>
                <c:pt idx="5270">
                  <c:v>05-03-2021</c:v>
                </c:pt>
                <c:pt idx="5271">
                  <c:v>08-03-2021</c:v>
                </c:pt>
                <c:pt idx="5272">
                  <c:v>09-03-2021</c:v>
                </c:pt>
                <c:pt idx="5273">
                  <c:v>10-03-2021</c:v>
                </c:pt>
                <c:pt idx="5274">
                  <c:v>12-03-2021</c:v>
                </c:pt>
                <c:pt idx="5275">
                  <c:v>15-03-2021</c:v>
                </c:pt>
                <c:pt idx="5276">
                  <c:v>16-03-2021</c:v>
                </c:pt>
                <c:pt idx="5277">
                  <c:v>17-03-2021</c:v>
                </c:pt>
                <c:pt idx="5278">
                  <c:v>18-03-2021</c:v>
                </c:pt>
                <c:pt idx="5279">
                  <c:v>19-03-2021</c:v>
                </c:pt>
                <c:pt idx="5280">
                  <c:v>22-03-2021</c:v>
                </c:pt>
                <c:pt idx="5281">
                  <c:v>23-03-2021</c:v>
                </c:pt>
                <c:pt idx="5282">
                  <c:v>24-03-2021</c:v>
                </c:pt>
                <c:pt idx="5283">
                  <c:v>25-03-2021</c:v>
                </c:pt>
                <c:pt idx="5284">
                  <c:v>26-03-2021</c:v>
                </c:pt>
                <c:pt idx="5285">
                  <c:v>30-03-2021</c:v>
                </c:pt>
                <c:pt idx="5286">
                  <c:v>31-03-2021</c:v>
                </c:pt>
                <c:pt idx="5287">
                  <c:v>01-04-2021</c:v>
                </c:pt>
                <c:pt idx="5288">
                  <c:v>05-04-2021</c:v>
                </c:pt>
                <c:pt idx="5289">
                  <c:v>06-04-2021</c:v>
                </c:pt>
                <c:pt idx="5290">
                  <c:v>07-04-2021</c:v>
                </c:pt>
                <c:pt idx="5291">
                  <c:v>08-04-2021</c:v>
                </c:pt>
                <c:pt idx="5292">
                  <c:v>09-04-2021</c:v>
                </c:pt>
                <c:pt idx="5293">
                  <c:v>12-04-2021</c:v>
                </c:pt>
                <c:pt idx="5294">
                  <c:v>13-04-2021</c:v>
                </c:pt>
                <c:pt idx="5295">
                  <c:v>15-04-2021</c:v>
                </c:pt>
                <c:pt idx="5296">
                  <c:v>16-04-2021</c:v>
                </c:pt>
                <c:pt idx="5297">
                  <c:v>19-04-2021</c:v>
                </c:pt>
                <c:pt idx="5298">
                  <c:v>20-04-2021</c:v>
                </c:pt>
                <c:pt idx="5299">
                  <c:v>22-04-2021</c:v>
                </c:pt>
                <c:pt idx="5300">
                  <c:v>23-04-2021</c:v>
                </c:pt>
                <c:pt idx="5301">
                  <c:v>26-04-2021</c:v>
                </c:pt>
                <c:pt idx="5302">
                  <c:v>27-04-2021</c:v>
                </c:pt>
                <c:pt idx="5303">
                  <c:v>28-04-2021</c:v>
                </c:pt>
                <c:pt idx="5304">
                  <c:v>29-04-2021</c:v>
                </c:pt>
                <c:pt idx="5305">
                  <c:v>30-04-2021</c:v>
                </c:pt>
              </c:strCache>
            </c:strRef>
          </c:cat>
          <c:val>
            <c:numRef>
              <c:f>METALPIVOT!$C$5:$C$5311</c:f>
              <c:numCache>
                <c:formatCode>General</c:formatCode>
                <c:ptCount val="5306"/>
                <c:pt idx="0">
                  <c:v>152.44999999999999</c:v>
                </c:pt>
                <c:pt idx="1">
                  <c:v>150.80000000000001</c:v>
                </c:pt>
                <c:pt idx="2">
                  <c:v>156.55000000000001</c:v>
                </c:pt>
                <c:pt idx="3">
                  <c:v>168.25</c:v>
                </c:pt>
                <c:pt idx="4">
                  <c:v>171.95</c:v>
                </c:pt>
                <c:pt idx="5">
                  <c:v>182.25</c:v>
                </c:pt>
                <c:pt idx="6">
                  <c:v>167.7</c:v>
                </c:pt>
                <c:pt idx="7">
                  <c:v>165.3</c:v>
                </c:pt>
                <c:pt idx="8">
                  <c:v>159.19999999999999</c:v>
                </c:pt>
                <c:pt idx="9">
                  <c:v>158.69999999999999</c:v>
                </c:pt>
                <c:pt idx="10">
                  <c:v>166.8</c:v>
                </c:pt>
                <c:pt idx="11">
                  <c:v>172.8</c:v>
                </c:pt>
                <c:pt idx="12">
                  <c:v>172.85</c:v>
                </c:pt>
                <c:pt idx="13">
                  <c:v>163.1</c:v>
                </c:pt>
                <c:pt idx="14">
                  <c:v>162.4</c:v>
                </c:pt>
                <c:pt idx="15">
                  <c:v>151.15</c:v>
                </c:pt>
                <c:pt idx="16">
                  <c:v>148.44999999999999</c:v>
                </c:pt>
                <c:pt idx="17">
                  <c:v>148.30000000000001</c:v>
                </c:pt>
                <c:pt idx="18">
                  <c:v>144.5</c:v>
                </c:pt>
                <c:pt idx="19">
                  <c:v>139.35</c:v>
                </c:pt>
                <c:pt idx="20">
                  <c:v>140.5</c:v>
                </c:pt>
                <c:pt idx="21">
                  <c:v>141.05000000000001</c:v>
                </c:pt>
                <c:pt idx="22">
                  <c:v>140</c:v>
                </c:pt>
                <c:pt idx="23">
                  <c:v>140.1</c:v>
                </c:pt>
                <c:pt idx="24">
                  <c:v>139</c:v>
                </c:pt>
                <c:pt idx="25">
                  <c:v>141.1</c:v>
                </c:pt>
                <c:pt idx="26">
                  <c:v>144.4</c:v>
                </c:pt>
                <c:pt idx="27">
                  <c:v>141.85</c:v>
                </c:pt>
                <c:pt idx="28">
                  <c:v>140.19999999999999</c:v>
                </c:pt>
                <c:pt idx="29">
                  <c:v>134.65</c:v>
                </c:pt>
                <c:pt idx="30">
                  <c:v>131.75</c:v>
                </c:pt>
                <c:pt idx="31">
                  <c:v>135.35</c:v>
                </c:pt>
                <c:pt idx="32">
                  <c:v>135.85</c:v>
                </c:pt>
                <c:pt idx="33">
                  <c:v>133.19999999999999</c:v>
                </c:pt>
                <c:pt idx="34">
                  <c:v>133.15</c:v>
                </c:pt>
                <c:pt idx="35">
                  <c:v>131.25</c:v>
                </c:pt>
                <c:pt idx="36">
                  <c:v>128.75</c:v>
                </c:pt>
                <c:pt idx="37">
                  <c:v>128.9</c:v>
                </c:pt>
                <c:pt idx="38">
                  <c:v>128.5</c:v>
                </c:pt>
                <c:pt idx="39">
                  <c:v>130.75</c:v>
                </c:pt>
                <c:pt idx="40">
                  <c:v>120.55</c:v>
                </c:pt>
                <c:pt idx="41">
                  <c:v>115.75</c:v>
                </c:pt>
                <c:pt idx="42">
                  <c:v>115.3</c:v>
                </c:pt>
                <c:pt idx="43">
                  <c:v>106.45</c:v>
                </c:pt>
                <c:pt idx="44">
                  <c:v>102.85</c:v>
                </c:pt>
                <c:pt idx="45">
                  <c:v>97.15</c:v>
                </c:pt>
                <c:pt idx="46">
                  <c:v>91.15</c:v>
                </c:pt>
                <c:pt idx="47">
                  <c:v>96.05</c:v>
                </c:pt>
                <c:pt idx="48">
                  <c:v>91.9</c:v>
                </c:pt>
                <c:pt idx="49">
                  <c:v>90.35</c:v>
                </c:pt>
                <c:pt idx="50">
                  <c:v>97.6</c:v>
                </c:pt>
                <c:pt idx="51">
                  <c:v>105.45</c:v>
                </c:pt>
                <c:pt idx="52">
                  <c:v>109.05</c:v>
                </c:pt>
                <c:pt idx="53">
                  <c:v>108.5</c:v>
                </c:pt>
                <c:pt idx="54">
                  <c:v>109.55</c:v>
                </c:pt>
                <c:pt idx="55">
                  <c:v>104.25</c:v>
                </c:pt>
                <c:pt idx="56">
                  <c:v>105.85</c:v>
                </c:pt>
                <c:pt idx="57">
                  <c:v>104</c:v>
                </c:pt>
                <c:pt idx="58">
                  <c:v>106.35</c:v>
                </c:pt>
                <c:pt idx="59">
                  <c:v>104.85</c:v>
                </c:pt>
                <c:pt idx="60">
                  <c:v>108.55</c:v>
                </c:pt>
                <c:pt idx="61">
                  <c:v>115.15</c:v>
                </c:pt>
                <c:pt idx="62">
                  <c:v>122.65</c:v>
                </c:pt>
                <c:pt idx="63">
                  <c:v>114.15</c:v>
                </c:pt>
                <c:pt idx="64">
                  <c:v>118.25</c:v>
                </c:pt>
                <c:pt idx="65">
                  <c:v>115.2</c:v>
                </c:pt>
                <c:pt idx="66">
                  <c:v>123.25</c:v>
                </c:pt>
                <c:pt idx="67">
                  <c:v>120.6</c:v>
                </c:pt>
                <c:pt idx="68">
                  <c:v>117.15</c:v>
                </c:pt>
                <c:pt idx="69">
                  <c:v>116.7</c:v>
                </c:pt>
                <c:pt idx="70">
                  <c:v>112.2</c:v>
                </c:pt>
                <c:pt idx="71">
                  <c:v>114.4</c:v>
                </c:pt>
                <c:pt idx="72">
                  <c:v>116</c:v>
                </c:pt>
                <c:pt idx="73">
                  <c:v>115.95</c:v>
                </c:pt>
                <c:pt idx="74">
                  <c:v>116.1</c:v>
                </c:pt>
                <c:pt idx="75">
                  <c:v>111.95</c:v>
                </c:pt>
                <c:pt idx="76">
                  <c:v>109.2</c:v>
                </c:pt>
                <c:pt idx="77">
                  <c:v>115.5</c:v>
                </c:pt>
                <c:pt idx="78">
                  <c:v>111.35</c:v>
                </c:pt>
                <c:pt idx="79">
                  <c:v>108.1</c:v>
                </c:pt>
                <c:pt idx="80">
                  <c:v>102</c:v>
                </c:pt>
                <c:pt idx="81">
                  <c:v>103.05</c:v>
                </c:pt>
                <c:pt idx="82">
                  <c:v>105.4</c:v>
                </c:pt>
                <c:pt idx="83">
                  <c:v>107.15</c:v>
                </c:pt>
                <c:pt idx="84">
                  <c:v>106.2</c:v>
                </c:pt>
                <c:pt idx="85">
                  <c:v>104.6</c:v>
                </c:pt>
                <c:pt idx="86">
                  <c:v>104.2</c:v>
                </c:pt>
                <c:pt idx="87">
                  <c:v>102.65</c:v>
                </c:pt>
                <c:pt idx="88">
                  <c:v>100.25</c:v>
                </c:pt>
                <c:pt idx="89">
                  <c:v>101.9</c:v>
                </c:pt>
                <c:pt idx="90">
                  <c:v>102.2</c:v>
                </c:pt>
                <c:pt idx="91">
                  <c:v>105.1</c:v>
                </c:pt>
                <c:pt idx="92">
                  <c:v>111.45</c:v>
                </c:pt>
                <c:pt idx="93">
                  <c:v>113.5</c:v>
                </c:pt>
                <c:pt idx="94">
                  <c:v>114.4</c:v>
                </c:pt>
                <c:pt idx="95">
                  <c:v>115.45</c:v>
                </c:pt>
                <c:pt idx="96">
                  <c:v>118.25</c:v>
                </c:pt>
                <c:pt idx="97">
                  <c:v>114.45</c:v>
                </c:pt>
                <c:pt idx="98">
                  <c:v>113.9</c:v>
                </c:pt>
                <c:pt idx="99">
                  <c:v>116</c:v>
                </c:pt>
                <c:pt idx="100">
                  <c:v>116.55</c:v>
                </c:pt>
                <c:pt idx="101">
                  <c:v>122.2</c:v>
                </c:pt>
                <c:pt idx="102">
                  <c:v>119.25</c:v>
                </c:pt>
                <c:pt idx="103">
                  <c:v>133.6</c:v>
                </c:pt>
                <c:pt idx="104">
                  <c:v>130.30000000000001</c:v>
                </c:pt>
                <c:pt idx="105">
                  <c:v>133.94999999999999</c:v>
                </c:pt>
                <c:pt idx="106">
                  <c:v>130.6</c:v>
                </c:pt>
                <c:pt idx="107">
                  <c:v>133.15</c:v>
                </c:pt>
                <c:pt idx="108">
                  <c:v>132.65</c:v>
                </c:pt>
                <c:pt idx="109">
                  <c:v>129.15</c:v>
                </c:pt>
                <c:pt idx="110">
                  <c:v>125.75</c:v>
                </c:pt>
                <c:pt idx="111">
                  <c:v>128.30000000000001</c:v>
                </c:pt>
                <c:pt idx="112">
                  <c:v>127.15</c:v>
                </c:pt>
                <c:pt idx="113">
                  <c:v>130.35</c:v>
                </c:pt>
                <c:pt idx="114">
                  <c:v>128.94999999999999</c:v>
                </c:pt>
                <c:pt idx="115">
                  <c:v>127.35</c:v>
                </c:pt>
                <c:pt idx="116">
                  <c:v>123.45</c:v>
                </c:pt>
                <c:pt idx="117">
                  <c:v>124.75</c:v>
                </c:pt>
                <c:pt idx="118">
                  <c:v>123.35</c:v>
                </c:pt>
                <c:pt idx="119">
                  <c:v>121.8</c:v>
                </c:pt>
                <c:pt idx="120">
                  <c:v>120.95</c:v>
                </c:pt>
                <c:pt idx="121">
                  <c:v>121.95</c:v>
                </c:pt>
                <c:pt idx="122">
                  <c:v>121.35</c:v>
                </c:pt>
                <c:pt idx="123">
                  <c:v>118.45</c:v>
                </c:pt>
                <c:pt idx="124">
                  <c:v>126.4</c:v>
                </c:pt>
                <c:pt idx="125">
                  <c:v>128.30000000000001</c:v>
                </c:pt>
                <c:pt idx="126">
                  <c:v>127.15</c:v>
                </c:pt>
                <c:pt idx="127">
                  <c:v>127.9</c:v>
                </c:pt>
                <c:pt idx="128">
                  <c:v>134.94999999999999</c:v>
                </c:pt>
                <c:pt idx="129">
                  <c:v>134.25</c:v>
                </c:pt>
                <c:pt idx="130">
                  <c:v>139.15</c:v>
                </c:pt>
                <c:pt idx="131">
                  <c:v>140.6</c:v>
                </c:pt>
                <c:pt idx="132">
                  <c:v>140.80000000000001</c:v>
                </c:pt>
                <c:pt idx="133">
                  <c:v>138.05000000000001</c:v>
                </c:pt>
                <c:pt idx="134">
                  <c:v>143.94999999999999</c:v>
                </c:pt>
                <c:pt idx="135">
                  <c:v>140.4</c:v>
                </c:pt>
                <c:pt idx="136">
                  <c:v>134.69999999999999</c:v>
                </c:pt>
                <c:pt idx="137">
                  <c:v>136.15</c:v>
                </c:pt>
                <c:pt idx="138">
                  <c:v>125.8</c:v>
                </c:pt>
                <c:pt idx="139">
                  <c:v>116.5</c:v>
                </c:pt>
                <c:pt idx="140">
                  <c:v>120</c:v>
                </c:pt>
                <c:pt idx="141">
                  <c:v>116.45</c:v>
                </c:pt>
                <c:pt idx="142">
                  <c:v>117.85</c:v>
                </c:pt>
                <c:pt idx="143">
                  <c:v>118.2</c:v>
                </c:pt>
                <c:pt idx="144">
                  <c:v>117.95</c:v>
                </c:pt>
                <c:pt idx="145">
                  <c:v>118.05</c:v>
                </c:pt>
                <c:pt idx="146">
                  <c:v>117.9</c:v>
                </c:pt>
                <c:pt idx="147">
                  <c:v>114.95</c:v>
                </c:pt>
                <c:pt idx="148">
                  <c:v>113.75</c:v>
                </c:pt>
                <c:pt idx="149">
                  <c:v>108.15</c:v>
                </c:pt>
                <c:pt idx="150">
                  <c:v>109.9</c:v>
                </c:pt>
                <c:pt idx="151">
                  <c:v>112.1</c:v>
                </c:pt>
                <c:pt idx="152">
                  <c:v>110.15</c:v>
                </c:pt>
                <c:pt idx="153">
                  <c:v>107.2</c:v>
                </c:pt>
                <c:pt idx="154">
                  <c:v>105.65</c:v>
                </c:pt>
                <c:pt idx="155">
                  <c:v>107.65</c:v>
                </c:pt>
                <c:pt idx="156">
                  <c:v>107.05</c:v>
                </c:pt>
                <c:pt idx="157">
                  <c:v>106.5</c:v>
                </c:pt>
                <c:pt idx="158">
                  <c:v>107.55</c:v>
                </c:pt>
                <c:pt idx="159">
                  <c:v>111.5</c:v>
                </c:pt>
                <c:pt idx="160">
                  <c:v>112.4</c:v>
                </c:pt>
                <c:pt idx="161">
                  <c:v>110.4</c:v>
                </c:pt>
                <c:pt idx="162">
                  <c:v>110.15</c:v>
                </c:pt>
                <c:pt idx="163">
                  <c:v>110.7</c:v>
                </c:pt>
                <c:pt idx="164">
                  <c:v>109.8</c:v>
                </c:pt>
                <c:pt idx="165">
                  <c:v>110.15</c:v>
                </c:pt>
                <c:pt idx="166">
                  <c:v>109</c:v>
                </c:pt>
                <c:pt idx="167">
                  <c:v>110.9</c:v>
                </c:pt>
                <c:pt idx="168">
                  <c:v>111.25</c:v>
                </c:pt>
                <c:pt idx="169">
                  <c:v>113.05</c:v>
                </c:pt>
                <c:pt idx="170">
                  <c:v>113.1</c:v>
                </c:pt>
                <c:pt idx="171">
                  <c:v>111.55</c:v>
                </c:pt>
                <c:pt idx="172">
                  <c:v>111.1</c:v>
                </c:pt>
                <c:pt idx="173">
                  <c:v>109.2</c:v>
                </c:pt>
                <c:pt idx="174">
                  <c:v>107.95</c:v>
                </c:pt>
                <c:pt idx="175">
                  <c:v>106.55</c:v>
                </c:pt>
                <c:pt idx="176">
                  <c:v>104.95</c:v>
                </c:pt>
                <c:pt idx="177">
                  <c:v>101.7</c:v>
                </c:pt>
                <c:pt idx="178">
                  <c:v>97.5</c:v>
                </c:pt>
                <c:pt idx="179">
                  <c:v>99.35</c:v>
                </c:pt>
                <c:pt idx="180">
                  <c:v>99.95</c:v>
                </c:pt>
                <c:pt idx="181">
                  <c:v>95.55</c:v>
                </c:pt>
                <c:pt idx="182">
                  <c:v>96.15</c:v>
                </c:pt>
                <c:pt idx="183">
                  <c:v>95.7</c:v>
                </c:pt>
                <c:pt idx="184">
                  <c:v>95.6</c:v>
                </c:pt>
                <c:pt idx="185">
                  <c:v>94.45</c:v>
                </c:pt>
                <c:pt idx="186">
                  <c:v>94.3</c:v>
                </c:pt>
                <c:pt idx="187">
                  <c:v>95.65</c:v>
                </c:pt>
                <c:pt idx="188">
                  <c:v>98.35</c:v>
                </c:pt>
                <c:pt idx="189">
                  <c:v>97.25</c:v>
                </c:pt>
                <c:pt idx="190">
                  <c:v>96.85</c:v>
                </c:pt>
                <c:pt idx="191">
                  <c:v>95.95</c:v>
                </c:pt>
                <c:pt idx="192">
                  <c:v>92.25</c:v>
                </c:pt>
                <c:pt idx="193">
                  <c:v>88.05</c:v>
                </c:pt>
                <c:pt idx="194">
                  <c:v>87.05</c:v>
                </c:pt>
                <c:pt idx="195">
                  <c:v>89.75</c:v>
                </c:pt>
                <c:pt idx="196">
                  <c:v>89.5</c:v>
                </c:pt>
                <c:pt idx="197">
                  <c:v>88.4</c:v>
                </c:pt>
                <c:pt idx="198">
                  <c:v>90.3</c:v>
                </c:pt>
                <c:pt idx="199">
                  <c:v>97.1</c:v>
                </c:pt>
                <c:pt idx="200">
                  <c:v>102.3</c:v>
                </c:pt>
                <c:pt idx="201">
                  <c:v>96.25</c:v>
                </c:pt>
                <c:pt idx="202">
                  <c:v>95.55</c:v>
                </c:pt>
                <c:pt idx="203">
                  <c:v>98.1</c:v>
                </c:pt>
                <c:pt idx="204">
                  <c:v>99.8</c:v>
                </c:pt>
                <c:pt idx="205">
                  <c:v>99.35</c:v>
                </c:pt>
                <c:pt idx="206">
                  <c:v>95.75</c:v>
                </c:pt>
                <c:pt idx="207">
                  <c:v>96.6</c:v>
                </c:pt>
                <c:pt idx="208">
                  <c:v>99.7</c:v>
                </c:pt>
                <c:pt idx="209">
                  <c:v>103.45</c:v>
                </c:pt>
                <c:pt idx="210">
                  <c:v>105.65</c:v>
                </c:pt>
                <c:pt idx="211">
                  <c:v>105.55</c:v>
                </c:pt>
                <c:pt idx="212">
                  <c:v>105.35</c:v>
                </c:pt>
                <c:pt idx="213">
                  <c:v>106.6</c:v>
                </c:pt>
                <c:pt idx="214">
                  <c:v>105.85</c:v>
                </c:pt>
                <c:pt idx="215">
                  <c:v>101.85</c:v>
                </c:pt>
                <c:pt idx="216">
                  <c:v>103.8</c:v>
                </c:pt>
                <c:pt idx="217">
                  <c:v>107.9</c:v>
                </c:pt>
                <c:pt idx="218">
                  <c:v>108.5</c:v>
                </c:pt>
                <c:pt idx="219">
                  <c:v>107.1</c:v>
                </c:pt>
                <c:pt idx="220">
                  <c:v>107.95</c:v>
                </c:pt>
                <c:pt idx="221">
                  <c:v>108.8</c:v>
                </c:pt>
                <c:pt idx="222">
                  <c:v>109.05</c:v>
                </c:pt>
                <c:pt idx="223">
                  <c:v>110.9</c:v>
                </c:pt>
                <c:pt idx="224">
                  <c:v>111.6</c:v>
                </c:pt>
                <c:pt idx="225">
                  <c:v>115.9</c:v>
                </c:pt>
                <c:pt idx="226">
                  <c:v>119.8</c:v>
                </c:pt>
                <c:pt idx="227">
                  <c:v>121.15</c:v>
                </c:pt>
                <c:pt idx="228">
                  <c:v>118.85</c:v>
                </c:pt>
                <c:pt idx="229">
                  <c:v>123.1</c:v>
                </c:pt>
                <c:pt idx="230">
                  <c:v>122.55</c:v>
                </c:pt>
                <c:pt idx="231">
                  <c:v>125.05</c:v>
                </c:pt>
                <c:pt idx="232">
                  <c:v>126.95</c:v>
                </c:pt>
                <c:pt idx="233">
                  <c:v>126</c:v>
                </c:pt>
                <c:pt idx="234">
                  <c:v>129.55000000000001</c:v>
                </c:pt>
                <c:pt idx="235">
                  <c:v>130.80000000000001</c:v>
                </c:pt>
                <c:pt idx="236">
                  <c:v>128.69999999999999</c:v>
                </c:pt>
                <c:pt idx="237">
                  <c:v>126.45</c:v>
                </c:pt>
                <c:pt idx="238">
                  <c:v>128.05000000000001</c:v>
                </c:pt>
                <c:pt idx="239">
                  <c:v>127.45</c:v>
                </c:pt>
                <c:pt idx="240">
                  <c:v>123.15</c:v>
                </c:pt>
                <c:pt idx="241">
                  <c:v>123.95</c:v>
                </c:pt>
                <c:pt idx="242">
                  <c:v>126.75</c:v>
                </c:pt>
                <c:pt idx="243">
                  <c:v>125.6</c:v>
                </c:pt>
                <c:pt idx="244">
                  <c:v>125.05</c:v>
                </c:pt>
                <c:pt idx="245">
                  <c:v>122</c:v>
                </c:pt>
                <c:pt idx="246">
                  <c:v>120.55</c:v>
                </c:pt>
                <c:pt idx="247">
                  <c:v>122</c:v>
                </c:pt>
                <c:pt idx="248">
                  <c:v>123.7</c:v>
                </c:pt>
                <c:pt idx="249">
                  <c:v>130.1</c:v>
                </c:pt>
                <c:pt idx="250">
                  <c:v>132.15</c:v>
                </c:pt>
                <c:pt idx="251">
                  <c:v>134.6</c:v>
                </c:pt>
                <c:pt idx="252">
                  <c:v>136.05000000000001</c:v>
                </c:pt>
                <c:pt idx="253">
                  <c:v>134.5</c:v>
                </c:pt>
                <c:pt idx="254">
                  <c:v>133.05000000000001</c:v>
                </c:pt>
                <c:pt idx="255">
                  <c:v>129</c:v>
                </c:pt>
                <c:pt idx="256">
                  <c:v>127</c:v>
                </c:pt>
                <c:pt idx="257">
                  <c:v>127</c:v>
                </c:pt>
                <c:pt idx="258">
                  <c:v>126.8</c:v>
                </c:pt>
                <c:pt idx="259">
                  <c:v>127.95</c:v>
                </c:pt>
                <c:pt idx="260">
                  <c:v>132.55000000000001</c:v>
                </c:pt>
                <c:pt idx="261">
                  <c:v>131.5</c:v>
                </c:pt>
                <c:pt idx="262">
                  <c:v>124.65</c:v>
                </c:pt>
                <c:pt idx="263">
                  <c:v>127.7</c:v>
                </c:pt>
                <c:pt idx="264">
                  <c:v>127.3</c:v>
                </c:pt>
                <c:pt idx="265">
                  <c:v>129.5</c:v>
                </c:pt>
                <c:pt idx="266">
                  <c:v>130.75</c:v>
                </c:pt>
                <c:pt idx="267">
                  <c:v>132.15</c:v>
                </c:pt>
                <c:pt idx="268">
                  <c:v>130.5</c:v>
                </c:pt>
                <c:pt idx="269">
                  <c:v>128.25</c:v>
                </c:pt>
                <c:pt idx="270">
                  <c:v>135.30000000000001</c:v>
                </c:pt>
                <c:pt idx="271">
                  <c:v>137.35</c:v>
                </c:pt>
                <c:pt idx="272">
                  <c:v>136.85</c:v>
                </c:pt>
                <c:pt idx="273">
                  <c:v>142.6</c:v>
                </c:pt>
                <c:pt idx="274">
                  <c:v>149.05000000000001</c:v>
                </c:pt>
                <c:pt idx="275">
                  <c:v>152.65</c:v>
                </c:pt>
                <c:pt idx="276">
                  <c:v>151.80000000000001</c:v>
                </c:pt>
                <c:pt idx="277">
                  <c:v>158.65</c:v>
                </c:pt>
                <c:pt idx="278">
                  <c:v>162.85</c:v>
                </c:pt>
                <c:pt idx="279">
                  <c:v>157.80000000000001</c:v>
                </c:pt>
                <c:pt idx="280">
                  <c:v>158.30000000000001</c:v>
                </c:pt>
                <c:pt idx="281">
                  <c:v>158.65</c:v>
                </c:pt>
                <c:pt idx="282">
                  <c:v>158.55000000000001</c:v>
                </c:pt>
                <c:pt idx="283">
                  <c:v>153.5</c:v>
                </c:pt>
                <c:pt idx="284">
                  <c:v>155.25</c:v>
                </c:pt>
                <c:pt idx="285">
                  <c:v>156.80000000000001</c:v>
                </c:pt>
                <c:pt idx="286">
                  <c:v>159.55000000000001</c:v>
                </c:pt>
                <c:pt idx="287">
                  <c:v>155.30000000000001</c:v>
                </c:pt>
                <c:pt idx="288">
                  <c:v>152</c:v>
                </c:pt>
                <c:pt idx="289">
                  <c:v>154.30000000000001</c:v>
                </c:pt>
                <c:pt idx="290">
                  <c:v>157.80000000000001</c:v>
                </c:pt>
                <c:pt idx="291">
                  <c:v>154.5</c:v>
                </c:pt>
                <c:pt idx="292">
                  <c:v>163</c:v>
                </c:pt>
                <c:pt idx="293">
                  <c:v>157.1</c:v>
                </c:pt>
                <c:pt idx="294">
                  <c:v>148.85</c:v>
                </c:pt>
                <c:pt idx="295">
                  <c:v>149.19999999999999</c:v>
                </c:pt>
                <c:pt idx="296">
                  <c:v>150.94999999999999</c:v>
                </c:pt>
                <c:pt idx="297">
                  <c:v>142</c:v>
                </c:pt>
                <c:pt idx="298">
                  <c:v>131.94999999999999</c:v>
                </c:pt>
                <c:pt idx="299">
                  <c:v>111.05</c:v>
                </c:pt>
                <c:pt idx="300">
                  <c:v>124.45</c:v>
                </c:pt>
                <c:pt idx="301">
                  <c:v>132.85</c:v>
                </c:pt>
                <c:pt idx="302">
                  <c:v>125.6</c:v>
                </c:pt>
                <c:pt idx="303">
                  <c:v>133.30000000000001</c:v>
                </c:pt>
                <c:pt idx="304">
                  <c:v>131.85</c:v>
                </c:pt>
                <c:pt idx="305">
                  <c:v>137.15</c:v>
                </c:pt>
                <c:pt idx="306">
                  <c:v>134.69999999999999</c:v>
                </c:pt>
                <c:pt idx="307">
                  <c:v>133.25</c:v>
                </c:pt>
                <c:pt idx="308">
                  <c:v>133.35</c:v>
                </c:pt>
                <c:pt idx="309">
                  <c:v>130.35</c:v>
                </c:pt>
                <c:pt idx="310">
                  <c:v>131.6</c:v>
                </c:pt>
                <c:pt idx="311">
                  <c:v>128.05000000000001</c:v>
                </c:pt>
                <c:pt idx="312">
                  <c:v>122.35</c:v>
                </c:pt>
                <c:pt idx="313">
                  <c:v>115.75</c:v>
                </c:pt>
                <c:pt idx="314">
                  <c:v>119.2</c:v>
                </c:pt>
                <c:pt idx="315">
                  <c:v>119.2</c:v>
                </c:pt>
                <c:pt idx="316">
                  <c:v>123.45</c:v>
                </c:pt>
                <c:pt idx="317">
                  <c:v>126.65</c:v>
                </c:pt>
                <c:pt idx="318">
                  <c:v>124.5</c:v>
                </c:pt>
                <c:pt idx="319">
                  <c:v>122.1</c:v>
                </c:pt>
                <c:pt idx="320">
                  <c:v>115</c:v>
                </c:pt>
                <c:pt idx="321">
                  <c:v>120.55</c:v>
                </c:pt>
                <c:pt idx="322">
                  <c:v>126.5</c:v>
                </c:pt>
                <c:pt idx="323">
                  <c:v>132.35</c:v>
                </c:pt>
                <c:pt idx="324">
                  <c:v>138.19999999999999</c:v>
                </c:pt>
                <c:pt idx="325">
                  <c:v>133.94999999999999</c:v>
                </c:pt>
                <c:pt idx="326">
                  <c:v>135.4</c:v>
                </c:pt>
                <c:pt idx="327">
                  <c:v>135.15</c:v>
                </c:pt>
                <c:pt idx="328">
                  <c:v>146.1</c:v>
                </c:pt>
                <c:pt idx="329">
                  <c:v>140.65</c:v>
                </c:pt>
                <c:pt idx="330">
                  <c:v>130.35</c:v>
                </c:pt>
                <c:pt idx="331">
                  <c:v>134.35</c:v>
                </c:pt>
                <c:pt idx="332">
                  <c:v>138.05000000000001</c:v>
                </c:pt>
                <c:pt idx="333">
                  <c:v>133.80000000000001</c:v>
                </c:pt>
                <c:pt idx="334">
                  <c:v>136.80000000000001</c:v>
                </c:pt>
                <c:pt idx="335">
                  <c:v>137.4</c:v>
                </c:pt>
                <c:pt idx="336">
                  <c:v>136.55000000000001</c:v>
                </c:pt>
                <c:pt idx="337">
                  <c:v>135.94999999999999</c:v>
                </c:pt>
                <c:pt idx="338">
                  <c:v>135.65</c:v>
                </c:pt>
                <c:pt idx="339">
                  <c:v>133</c:v>
                </c:pt>
                <c:pt idx="340">
                  <c:v>128.4</c:v>
                </c:pt>
                <c:pt idx="341">
                  <c:v>126.9</c:v>
                </c:pt>
                <c:pt idx="342">
                  <c:v>136.15</c:v>
                </c:pt>
                <c:pt idx="343">
                  <c:v>138.6</c:v>
                </c:pt>
                <c:pt idx="344">
                  <c:v>141.6</c:v>
                </c:pt>
                <c:pt idx="345">
                  <c:v>144.19999999999999</c:v>
                </c:pt>
                <c:pt idx="346">
                  <c:v>143.9</c:v>
                </c:pt>
                <c:pt idx="347">
                  <c:v>141.19999999999999</c:v>
                </c:pt>
                <c:pt idx="348">
                  <c:v>141.5</c:v>
                </c:pt>
                <c:pt idx="349">
                  <c:v>140.30000000000001</c:v>
                </c:pt>
                <c:pt idx="350">
                  <c:v>144.94999999999999</c:v>
                </c:pt>
                <c:pt idx="351">
                  <c:v>145.25</c:v>
                </c:pt>
                <c:pt idx="352">
                  <c:v>143.30000000000001</c:v>
                </c:pt>
                <c:pt idx="353">
                  <c:v>141.19999999999999</c:v>
                </c:pt>
                <c:pt idx="354">
                  <c:v>141.69999999999999</c:v>
                </c:pt>
                <c:pt idx="355">
                  <c:v>137.44999999999999</c:v>
                </c:pt>
                <c:pt idx="356">
                  <c:v>135.6</c:v>
                </c:pt>
                <c:pt idx="357">
                  <c:v>134</c:v>
                </c:pt>
                <c:pt idx="358">
                  <c:v>131.30000000000001</c:v>
                </c:pt>
                <c:pt idx="359">
                  <c:v>132.1</c:v>
                </c:pt>
                <c:pt idx="360">
                  <c:v>132.55000000000001</c:v>
                </c:pt>
                <c:pt idx="361">
                  <c:v>131.85</c:v>
                </c:pt>
                <c:pt idx="362">
                  <c:v>130.05000000000001</c:v>
                </c:pt>
                <c:pt idx="363">
                  <c:v>128.5</c:v>
                </c:pt>
                <c:pt idx="364">
                  <c:v>124.05</c:v>
                </c:pt>
                <c:pt idx="365">
                  <c:v>123.15</c:v>
                </c:pt>
                <c:pt idx="366">
                  <c:v>125.45</c:v>
                </c:pt>
                <c:pt idx="367">
                  <c:v>123.8</c:v>
                </c:pt>
                <c:pt idx="368">
                  <c:v>120.05</c:v>
                </c:pt>
                <c:pt idx="369">
                  <c:v>117.9</c:v>
                </c:pt>
                <c:pt idx="370">
                  <c:v>117.05</c:v>
                </c:pt>
                <c:pt idx="371">
                  <c:v>118.7</c:v>
                </c:pt>
                <c:pt idx="372">
                  <c:v>120.5</c:v>
                </c:pt>
                <c:pt idx="373">
                  <c:v>117.5</c:v>
                </c:pt>
                <c:pt idx="374">
                  <c:v>115.25</c:v>
                </c:pt>
                <c:pt idx="375">
                  <c:v>119.7</c:v>
                </c:pt>
                <c:pt idx="376">
                  <c:v>111.6</c:v>
                </c:pt>
                <c:pt idx="377">
                  <c:v>106.6</c:v>
                </c:pt>
                <c:pt idx="378">
                  <c:v>106</c:v>
                </c:pt>
                <c:pt idx="379">
                  <c:v>101.6</c:v>
                </c:pt>
                <c:pt idx="380">
                  <c:v>97.7</c:v>
                </c:pt>
                <c:pt idx="381">
                  <c:v>104.25</c:v>
                </c:pt>
                <c:pt idx="382">
                  <c:v>100.4</c:v>
                </c:pt>
                <c:pt idx="383">
                  <c:v>104.1</c:v>
                </c:pt>
                <c:pt idx="384">
                  <c:v>101.45</c:v>
                </c:pt>
                <c:pt idx="385">
                  <c:v>103.95</c:v>
                </c:pt>
                <c:pt idx="386">
                  <c:v>99.2</c:v>
                </c:pt>
                <c:pt idx="387">
                  <c:v>100</c:v>
                </c:pt>
                <c:pt idx="388">
                  <c:v>92.75</c:v>
                </c:pt>
                <c:pt idx="389">
                  <c:v>93.05</c:v>
                </c:pt>
                <c:pt idx="390">
                  <c:v>93.5</c:v>
                </c:pt>
                <c:pt idx="391">
                  <c:v>91.1</c:v>
                </c:pt>
                <c:pt idx="392">
                  <c:v>90.8</c:v>
                </c:pt>
                <c:pt idx="393">
                  <c:v>89.85</c:v>
                </c:pt>
                <c:pt idx="394">
                  <c:v>89.85</c:v>
                </c:pt>
                <c:pt idx="395">
                  <c:v>90</c:v>
                </c:pt>
                <c:pt idx="396">
                  <c:v>93.95</c:v>
                </c:pt>
                <c:pt idx="397">
                  <c:v>91.9</c:v>
                </c:pt>
                <c:pt idx="398">
                  <c:v>92.4</c:v>
                </c:pt>
                <c:pt idx="399">
                  <c:v>92.95</c:v>
                </c:pt>
                <c:pt idx="400">
                  <c:v>93</c:v>
                </c:pt>
                <c:pt idx="401">
                  <c:v>92.25</c:v>
                </c:pt>
                <c:pt idx="402">
                  <c:v>91.75</c:v>
                </c:pt>
                <c:pt idx="403">
                  <c:v>92.2</c:v>
                </c:pt>
                <c:pt idx="404">
                  <c:v>91.9</c:v>
                </c:pt>
                <c:pt idx="405">
                  <c:v>90.9</c:v>
                </c:pt>
                <c:pt idx="406">
                  <c:v>90.85</c:v>
                </c:pt>
                <c:pt idx="407">
                  <c:v>90.65</c:v>
                </c:pt>
                <c:pt idx="408">
                  <c:v>90.25</c:v>
                </c:pt>
                <c:pt idx="409">
                  <c:v>89.35</c:v>
                </c:pt>
                <c:pt idx="410">
                  <c:v>89</c:v>
                </c:pt>
                <c:pt idx="411">
                  <c:v>86.95</c:v>
                </c:pt>
                <c:pt idx="412">
                  <c:v>86.8</c:v>
                </c:pt>
                <c:pt idx="413">
                  <c:v>86.4</c:v>
                </c:pt>
                <c:pt idx="414">
                  <c:v>85</c:v>
                </c:pt>
                <c:pt idx="415">
                  <c:v>82.35</c:v>
                </c:pt>
                <c:pt idx="416">
                  <c:v>82.25</c:v>
                </c:pt>
                <c:pt idx="417">
                  <c:v>80.099999999999994</c:v>
                </c:pt>
                <c:pt idx="418">
                  <c:v>78.900000000000006</c:v>
                </c:pt>
                <c:pt idx="419">
                  <c:v>83.45</c:v>
                </c:pt>
                <c:pt idx="420">
                  <c:v>83.2</c:v>
                </c:pt>
                <c:pt idx="421">
                  <c:v>84.05</c:v>
                </c:pt>
                <c:pt idx="422">
                  <c:v>84.15</c:v>
                </c:pt>
                <c:pt idx="423">
                  <c:v>83.95</c:v>
                </c:pt>
                <c:pt idx="424">
                  <c:v>83.8</c:v>
                </c:pt>
                <c:pt idx="425">
                  <c:v>80.95</c:v>
                </c:pt>
                <c:pt idx="426">
                  <c:v>80.900000000000006</c:v>
                </c:pt>
                <c:pt idx="427">
                  <c:v>76.5</c:v>
                </c:pt>
                <c:pt idx="428">
                  <c:v>71.45</c:v>
                </c:pt>
                <c:pt idx="429">
                  <c:v>73.099999999999994</c:v>
                </c:pt>
                <c:pt idx="430">
                  <c:v>71.45</c:v>
                </c:pt>
                <c:pt idx="431">
                  <c:v>71.95</c:v>
                </c:pt>
                <c:pt idx="432">
                  <c:v>70.95</c:v>
                </c:pt>
                <c:pt idx="433">
                  <c:v>72.55</c:v>
                </c:pt>
                <c:pt idx="434">
                  <c:v>71.7</c:v>
                </c:pt>
                <c:pt idx="435">
                  <c:v>71.349999999999994</c:v>
                </c:pt>
                <c:pt idx="436">
                  <c:v>67.25</c:v>
                </c:pt>
                <c:pt idx="437">
                  <c:v>69.3</c:v>
                </c:pt>
                <c:pt idx="438">
                  <c:v>69.650000000000006</c:v>
                </c:pt>
                <c:pt idx="439">
                  <c:v>69.8</c:v>
                </c:pt>
                <c:pt idx="440">
                  <c:v>70.3</c:v>
                </c:pt>
                <c:pt idx="441">
                  <c:v>72.099999999999994</c:v>
                </c:pt>
                <c:pt idx="442">
                  <c:v>71.95</c:v>
                </c:pt>
                <c:pt idx="443">
                  <c:v>72</c:v>
                </c:pt>
                <c:pt idx="444">
                  <c:v>72.7</c:v>
                </c:pt>
                <c:pt idx="445">
                  <c:v>72.599999999999994</c:v>
                </c:pt>
                <c:pt idx="446">
                  <c:v>71.599999999999994</c:v>
                </c:pt>
                <c:pt idx="447">
                  <c:v>73.400000000000006</c:v>
                </c:pt>
                <c:pt idx="448">
                  <c:v>74.3</c:v>
                </c:pt>
                <c:pt idx="449">
                  <c:v>76.400000000000006</c:v>
                </c:pt>
                <c:pt idx="450">
                  <c:v>79.900000000000006</c:v>
                </c:pt>
                <c:pt idx="451">
                  <c:v>78.900000000000006</c:v>
                </c:pt>
                <c:pt idx="452">
                  <c:v>79.400000000000006</c:v>
                </c:pt>
                <c:pt idx="453">
                  <c:v>80.05</c:v>
                </c:pt>
                <c:pt idx="454">
                  <c:v>80</c:v>
                </c:pt>
                <c:pt idx="455">
                  <c:v>80</c:v>
                </c:pt>
                <c:pt idx="456">
                  <c:v>80.05</c:v>
                </c:pt>
                <c:pt idx="457">
                  <c:v>78.25</c:v>
                </c:pt>
                <c:pt idx="458">
                  <c:v>75.3</c:v>
                </c:pt>
                <c:pt idx="459">
                  <c:v>75.3</c:v>
                </c:pt>
                <c:pt idx="460">
                  <c:v>77</c:v>
                </c:pt>
                <c:pt idx="461">
                  <c:v>77.8</c:v>
                </c:pt>
                <c:pt idx="462">
                  <c:v>78.849999999999994</c:v>
                </c:pt>
                <c:pt idx="463">
                  <c:v>78.5</c:v>
                </c:pt>
                <c:pt idx="464">
                  <c:v>77.95</c:v>
                </c:pt>
                <c:pt idx="465">
                  <c:v>82.3</c:v>
                </c:pt>
                <c:pt idx="466">
                  <c:v>84.8</c:v>
                </c:pt>
                <c:pt idx="467">
                  <c:v>85.05</c:v>
                </c:pt>
                <c:pt idx="468">
                  <c:v>85.7</c:v>
                </c:pt>
                <c:pt idx="469">
                  <c:v>85.4</c:v>
                </c:pt>
                <c:pt idx="470">
                  <c:v>87.4</c:v>
                </c:pt>
                <c:pt idx="471">
                  <c:v>87.55</c:v>
                </c:pt>
                <c:pt idx="472">
                  <c:v>89.75</c:v>
                </c:pt>
                <c:pt idx="473">
                  <c:v>91.55</c:v>
                </c:pt>
                <c:pt idx="474">
                  <c:v>90.55</c:v>
                </c:pt>
                <c:pt idx="475">
                  <c:v>94.4</c:v>
                </c:pt>
                <c:pt idx="476">
                  <c:v>92.25</c:v>
                </c:pt>
                <c:pt idx="477">
                  <c:v>91.75</c:v>
                </c:pt>
                <c:pt idx="478">
                  <c:v>89.8</c:v>
                </c:pt>
                <c:pt idx="479">
                  <c:v>91.95</c:v>
                </c:pt>
                <c:pt idx="480">
                  <c:v>93.85</c:v>
                </c:pt>
                <c:pt idx="481">
                  <c:v>92</c:v>
                </c:pt>
                <c:pt idx="482">
                  <c:v>90.1</c:v>
                </c:pt>
                <c:pt idx="483">
                  <c:v>93.3</c:v>
                </c:pt>
                <c:pt idx="484">
                  <c:v>94.95</c:v>
                </c:pt>
                <c:pt idx="485">
                  <c:v>96.75</c:v>
                </c:pt>
                <c:pt idx="486">
                  <c:v>96.15</c:v>
                </c:pt>
                <c:pt idx="487">
                  <c:v>92.45</c:v>
                </c:pt>
                <c:pt idx="488">
                  <c:v>91.9</c:v>
                </c:pt>
                <c:pt idx="489">
                  <c:v>89.85</c:v>
                </c:pt>
                <c:pt idx="490">
                  <c:v>89.25</c:v>
                </c:pt>
                <c:pt idx="491">
                  <c:v>92.2</c:v>
                </c:pt>
                <c:pt idx="492">
                  <c:v>89.75</c:v>
                </c:pt>
                <c:pt idx="493">
                  <c:v>87</c:v>
                </c:pt>
                <c:pt idx="494">
                  <c:v>84.05</c:v>
                </c:pt>
                <c:pt idx="495">
                  <c:v>80.7</c:v>
                </c:pt>
                <c:pt idx="496">
                  <c:v>84.8</c:v>
                </c:pt>
                <c:pt idx="497">
                  <c:v>87.1</c:v>
                </c:pt>
                <c:pt idx="498">
                  <c:v>85.9</c:v>
                </c:pt>
                <c:pt idx="499">
                  <c:v>87.6</c:v>
                </c:pt>
                <c:pt idx="500">
                  <c:v>91.45</c:v>
                </c:pt>
                <c:pt idx="501">
                  <c:v>95.3</c:v>
                </c:pt>
                <c:pt idx="502">
                  <c:v>98.8</c:v>
                </c:pt>
                <c:pt idx="503">
                  <c:v>99.15</c:v>
                </c:pt>
                <c:pt idx="504">
                  <c:v>101.15</c:v>
                </c:pt>
                <c:pt idx="505">
                  <c:v>104.3</c:v>
                </c:pt>
                <c:pt idx="506">
                  <c:v>100.05</c:v>
                </c:pt>
                <c:pt idx="507">
                  <c:v>101.9</c:v>
                </c:pt>
                <c:pt idx="508">
                  <c:v>101.2</c:v>
                </c:pt>
                <c:pt idx="509">
                  <c:v>103.6</c:v>
                </c:pt>
                <c:pt idx="510">
                  <c:v>107.55</c:v>
                </c:pt>
                <c:pt idx="511">
                  <c:v>108.9</c:v>
                </c:pt>
                <c:pt idx="512">
                  <c:v>113.3</c:v>
                </c:pt>
                <c:pt idx="513">
                  <c:v>108.1</c:v>
                </c:pt>
                <c:pt idx="514">
                  <c:v>103.65</c:v>
                </c:pt>
                <c:pt idx="515">
                  <c:v>100.3</c:v>
                </c:pt>
                <c:pt idx="516">
                  <c:v>94.65</c:v>
                </c:pt>
                <c:pt idx="517">
                  <c:v>96.5</c:v>
                </c:pt>
                <c:pt idx="518">
                  <c:v>95.55</c:v>
                </c:pt>
                <c:pt idx="519">
                  <c:v>99.4</c:v>
                </c:pt>
                <c:pt idx="520">
                  <c:v>100.2</c:v>
                </c:pt>
                <c:pt idx="521">
                  <c:v>101.05</c:v>
                </c:pt>
                <c:pt idx="522">
                  <c:v>99.85</c:v>
                </c:pt>
                <c:pt idx="523">
                  <c:v>98</c:v>
                </c:pt>
                <c:pt idx="524">
                  <c:v>101</c:v>
                </c:pt>
                <c:pt idx="525">
                  <c:v>100.1</c:v>
                </c:pt>
                <c:pt idx="526">
                  <c:v>100.05</c:v>
                </c:pt>
                <c:pt idx="527">
                  <c:v>103.1</c:v>
                </c:pt>
                <c:pt idx="528">
                  <c:v>105.2</c:v>
                </c:pt>
                <c:pt idx="529">
                  <c:v>104.35</c:v>
                </c:pt>
                <c:pt idx="530">
                  <c:v>105.1</c:v>
                </c:pt>
                <c:pt idx="531">
                  <c:v>109.7</c:v>
                </c:pt>
                <c:pt idx="532">
                  <c:v>108.35</c:v>
                </c:pt>
                <c:pt idx="533">
                  <c:v>104.8</c:v>
                </c:pt>
                <c:pt idx="534">
                  <c:v>103.25</c:v>
                </c:pt>
                <c:pt idx="535">
                  <c:v>103.3</c:v>
                </c:pt>
                <c:pt idx="536">
                  <c:v>113.2</c:v>
                </c:pt>
                <c:pt idx="537">
                  <c:v>112.65</c:v>
                </c:pt>
                <c:pt idx="538">
                  <c:v>112.1</c:v>
                </c:pt>
                <c:pt idx="539">
                  <c:v>110.85</c:v>
                </c:pt>
                <c:pt idx="540">
                  <c:v>105.65</c:v>
                </c:pt>
                <c:pt idx="541">
                  <c:v>105.95</c:v>
                </c:pt>
                <c:pt idx="542">
                  <c:v>110</c:v>
                </c:pt>
                <c:pt idx="543">
                  <c:v>106.2</c:v>
                </c:pt>
                <c:pt idx="544">
                  <c:v>102.15</c:v>
                </c:pt>
                <c:pt idx="545">
                  <c:v>103.3</c:v>
                </c:pt>
                <c:pt idx="546">
                  <c:v>103.1</c:v>
                </c:pt>
                <c:pt idx="547">
                  <c:v>101.9</c:v>
                </c:pt>
                <c:pt idx="548">
                  <c:v>98.6</c:v>
                </c:pt>
                <c:pt idx="549">
                  <c:v>100.2</c:v>
                </c:pt>
                <c:pt idx="550">
                  <c:v>99.95</c:v>
                </c:pt>
                <c:pt idx="551">
                  <c:v>100.05</c:v>
                </c:pt>
                <c:pt idx="552">
                  <c:v>102.6</c:v>
                </c:pt>
                <c:pt idx="553">
                  <c:v>101.6</c:v>
                </c:pt>
                <c:pt idx="554">
                  <c:v>100.2</c:v>
                </c:pt>
                <c:pt idx="555">
                  <c:v>99.9</c:v>
                </c:pt>
                <c:pt idx="556">
                  <c:v>99.85</c:v>
                </c:pt>
                <c:pt idx="557">
                  <c:v>99.8</c:v>
                </c:pt>
                <c:pt idx="558">
                  <c:v>96.95</c:v>
                </c:pt>
                <c:pt idx="559">
                  <c:v>97.75</c:v>
                </c:pt>
                <c:pt idx="560">
                  <c:v>97.85</c:v>
                </c:pt>
                <c:pt idx="561">
                  <c:v>99.55</c:v>
                </c:pt>
                <c:pt idx="562">
                  <c:v>99.05</c:v>
                </c:pt>
                <c:pt idx="563">
                  <c:v>99.7</c:v>
                </c:pt>
                <c:pt idx="564">
                  <c:v>99.3</c:v>
                </c:pt>
                <c:pt idx="565">
                  <c:v>100</c:v>
                </c:pt>
                <c:pt idx="566">
                  <c:v>100.05</c:v>
                </c:pt>
                <c:pt idx="567">
                  <c:v>100.3</c:v>
                </c:pt>
                <c:pt idx="568">
                  <c:v>103.55</c:v>
                </c:pt>
                <c:pt idx="569">
                  <c:v>104.85</c:v>
                </c:pt>
                <c:pt idx="570">
                  <c:v>103.35</c:v>
                </c:pt>
                <c:pt idx="571">
                  <c:v>102.3</c:v>
                </c:pt>
                <c:pt idx="572">
                  <c:v>104.55</c:v>
                </c:pt>
                <c:pt idx="573">
                  <c:v>110.2</c:v>
                </c:pt>
                <c:pt idx="574">
                  <c:v>110.45</c:v>
                </c:pt>
                <c:pt idx="575">
                  <c:v>109.45</c:v>
                </c:pt>
                <c:pt idx="576">
                  <c:v>109.1</c:v>
                </c:pt>
                <c:pt idx="577">
                  <c:v>109.8</c:v>
                </c:pt>
                <c:pt idx="578">
                  <c:v>111.8</c:v>
                </c:pt>
                <c:pt idx="579">
                  <c:v>113.45</c:v>
                </c:pt>
                <c:pt idx="580">
                  <c:v>112.45</c:v>
                </c:pt>
                <c:pt idx="581">
                  <c:v>111.4</c:v>
                </c:pt>
                <c:pt idx="582">
                  <c:v>114.75</c:v>
                </c:pt>
                <c:pt idx="583">
                  <c:v>114.4</c:v>
                </c:pt>
                <c:pt idx="584">
                  <c:v>118.45</c:v>
                </c:pt>
                <c:pt idx="585">
                  <c:v>118.6</c:v>
                </c:pt>
                <c:pt idx="586">
                  <c:v>121.05</c:v>
                </c:pt>
                <c:pt idx="587">
                  <c:v>120</c:v>
                </c:pt>
                <c:pt idx="588">
                  <c:v>117.3</c:v>
                </c:pt>
                <c:pt idx="589">
                  <c:v>116.95</c:v>
                </c:pt>
                <c:pt idx="590">
                  <c:v>118.3</c:v>
                </c:pt>
                <c:pt idx="591">
                  <c:v>116.85</c:v>
                </c:pt>
                <c:pt idx="592">
                  <c:v>117.6</c:v>
                </c:pt>
                <c:pt idx="593">
                  <c:v>117.55</c:v>
                </c:pt>
                <c:pt idx="594">
                  <c:v>116.35</c:v>
                </c:pt>
                <c:pt idx="595">
                  <c:v>111.8</c:v>
                </c:pt>
                <c:pt idx="596">
                  <c:v>108.6</c:v>
                </c:pt>
                <c:pt idx="597">
                  <c:v>104.75</c:v>
                </c:pt>
                <c:pt idx="598">
                  <c:v>112.15</c:v>
                </c:pt>
                <c:pt idx="599">
                  <c:v>112.45</c:v>
                </c:pt>
                <c:pt idx="600">
                  <c:v>106.1</c:v>
                </c:pt>
                <c:pt idx="601">
                  <c:v>106.45</c:v>
                </c:pt>
                <c:pt idx="602">
                  <c:v>107.15</c:v>
                </c:pt>
                <c:pt idx="603">
                  <c:v>109.55</c:v>
                </c:pt>
                <c:pt idx="604">
                  <c:v>118.9</c:v>
                </c:pt>
                <c:pt idx="605">
                  <c:v>120.5</c:v>
                </c:pt>
                <c:pt idx="606">
                  <c:v>123.05</c:v>
                </c:pt>
                <c:pt idx="607">
                  <c:v>120.4</c:v>
                </c:pt>
                <c:pt idx="608">
                  <c:v>119.85</c:v>
                </c:pt>
                <c:pt idx="609">
                  <c:v>127.15</c:v>
                </c:pt>
                <c:pt idx="610">
                  <c:v>128.75</c:v>
                </c:pt>
                <c:pt idx="611">
                  <c:v>130.65</c:v>
                </c:pt>
                <c:pt idx="612">
                  <c:v>129.1</c:v>
                </c:pt>
                <c:pt idx="613">
                  <c:v>132.05000000000001</c:v>
                </c:pt>
                <c:pt idx="614">
                  <c:v>134.19999999999999</c:v>
                </c:pt>
                <c:pt idx="615">
                  <c:v>132.19999999999999</c:v>
                </c:pt>
                <c:pt idx="616">
                  <c:v>128.9</c:v>
                </c:pt>
                <c:pt idx="617">
                  <c:v>128.1</c:v>
                </c:pt>
                <c:pt idx="618">
                  <c:v>129.80000000000001</c:v>
                </c:pt>
                <c:pt idx="619">
                  <c:v>132.65</c:v>
                </c:pt>
                <c:pt idx="620">
                  <c:v>135.1</c:v>
                </c:pt>
                <c:pt idx="621">
                  <c:v>131.85</c:v>
                </c:pt>
                <c:pt idx="622">
                  <c:v>137.85</c:v>
                </c:pt>
                <c:pt idx="623">
                  <c:v>140.80000000000001</c:v>
                </c:pt>
                <c:pt idx="624">
                  <c:v>144.4</c:v>
                </c:pt>
                <c:pt idx="625">
                  <c:v>142.35</c:v>
                </c:pt>
                <c:pt idx="626">
                  <c:v>141.15</c:v>
                </c:pt>
                <c:pt idx="627">
                  <c:v>144.65</c:v>
                </c:pt>
                <c:pt idx="628">
                  <c:v>144.44999999999999</c:v>
                </c:pt>
                <c:pt idx="629">
                  <c:v>143.4</c:v>
                </c:pt>
                <c:pt idx="630">
                  <c:v>142.80000000000001</c:v>
                </c:pt>
                <c:pt idx="631">
                  <c:v>141.80000000000001</c:v>
                </c:pt>
                <c:pt idx="632">
                  <c:v>141.6</c:v>
                </c:pt>
                <c:pt idx="633">
                  <c:v>143.5</c:v>
                </c:pt>
                <c:pt idx="634">
                  <c:v>137.30000000000001</c:v>
                </c:pt>
                <c:pt idx="635">
                  <c:v>135.75</c:v>
                </c:pt>
                <c:pt idx="636">
                  <c:v>138.05000000000001</c:v>
                </c:pt>
                <c:pt idx="637">
                  <c:v>136.94999999999999</c:v>
                </c:pt>
                <c:pt idx="638">
                  <c:v>136.25</c:v>
                </c:pt>
                <c:pt idx="639">
                  <c:v>134</c:v>
                </c:pt>
                <c:pt idx="640">
                  <c:v>130.44999999999999</c:v>
                </c:pt>
                <c:pt idx="641">
                  <c:v>131.6</c:v>
                </c:pt>
                <c:pt idx="642">
                  <c:v>131.94999999999999</c:v>
                </c:pt>
                <c:pt idx="643">
                  <c:v>124.1</c:v>
                </c:pt>
                <c:pt idx="644">
                  <c:v>122.35</c:v>
                </c:pt>
                <c:pt idx="645">
                  <c:v>118.85</c:v>
                </c:pt>
                <c:pt idx="646">
                  <c:v>124.8</c:v>
                </c:pt>
                <c:pt idx="647">
                  <c:v>122.8</c:v>
                </c:pt>
                <c:pt idx="648">
                  <c:v>121.35</c:v>
                </c:pt>
                <c:pt idx="649">
                  <c:v>124.65</c:v>
                </c:pt>
                <c:pt idx="650">
                  <c:v>124.2</c:v>
                </c:pt>
                <c:pt idx="651">
                  <c:v>124.15</c:v>
                </c:pt>
                <c:pt idx="652">
                  <c:v>115.2</c:v>
                </c:pt>
                <c:pt idx="653">
                  <c:v>117.75</c:v>
                </c:pt>
                <c:pt idx="654">
                  <c:v>120</c:v>
                </c:pt>
                <c:pt idx="655">
                  <c:v>120.15</c:v>
                </c:pt>
                <c:pt idx="656">
                  <c:v>118.05</c:v>
                </c:pt>
                <c:pt idx="657">
                  <c:v>118.9</c:v>
                </c:pt>
                <c:pt idx="658">
                  <c:v>118.65</c:v>
                </c:pt>
                <c:pt idx="659">
                  <c:v>118.25</c:v>
                </c:pt>
                <c:pt idx="660">
                  <c:v>119.9</c:v>
                </c:pt>
                <c:pt idx="661">
                  <c:v>121.4</c:v>
                </c:pt>
                <c:pt idx="662">
                  <c:v>121.85</c:v>
                </c:pt>
                <c:pt idx="663">
                  <c:v>122.6</c:v>
                </c:pt>
                <c:pt idx="664">
                  <c:v>120.25</c:v>
                </c:pt>
                <c:pt idx="665">
                  <c:v>120.45</c:v>
                </c:pt>
                <c:pt idx="666">
                  <c:v>119.15</c:v>
                </c:pt>
                <c:pt idx="667">
                  <c:v>123.55</c:v>
                </c:pt>
                <c:pt idx="668">
                  <c:v>124</c:v>
                </c:pt>
                <c:pt idx="669">
                  <c:v>122.8</c:v>
                </c:pt>
                <c:pt idx="670">
                  <c:v>123</c:v>
                </c:pt>
                <c:pt idx="671">
                  <c:v>124.65</c:v>
                </c:pt>
                <c:pt idx="672">
                  <c:v>121.95</c:v>
                </c:pt>
                <c:pt idx="673">
                  <c:v>120.9</c:v>
                </c:pt>
                <c:pt idx="674">
                  <c:v>120.45</c:v>
                </c:pt>
                <c:pt idx="675">
                  <c:v>120.45</c:v>
                </c:pt>
                <c:pt idx="676">
                  <c:v>121.2</c:v>
                </c:pt>
                <c:pt idx="677">
                  <c:v>120.35</c:v>
                </c:pt>
                <c:pt idx="678">
                  <c:v>120.65</c:v>
                </c:pt>
                <c:pt idx="679">
                  <c:v>118.7</c:v>
                </c:pt>
                <c:pt idx="680">
                  <c:v>117.5</c:v>
                </c:pt>
                <c:pt idx="681">
                  <c:v>117.15</c:v>
                </c:pt>
                <c:pt idx="682">
                  <c:v>116.15</c:v>
                </c:pt>
                <c:pt idx="683">
                  <c:v>115.95</c:v>
                </c:pt>
                <c:pt idx="684">
                  <c:v>116.45</c:v>
                </c:pt>
                <c:pt idx="685">
                  <c:v>115.7</c:v>
                </c:pt>
                <c:pt idx="686">
                  <c:v>116.7</c:v>
                </c:pt>
                <c:pt idx="687">
                  <c:v>116.25</c:v>
                </c:pt>
                <c:pt idx="688">
                  <c:v>116.55</c:v>
                </c:pt>
                <c:pt idx="689">
                  <c:v>117.1</c:v>
                </c:pt>
                <c:pt idx="690">
                  <c:v>118.05</c:v>
                </c:pt>
                <c:pt idx="691">
                  <c:v>120.75</c:v>
                </c:pt>
                <c:pt idx="692">
                  <c:v>120.1</c:v>
                </c:pt>
                <c:pt idx="693">
                  <c:v>119.65</c:v>
                </c:pt>
                <c:pt idx="694">
                  <c:v>119.9</c:v>
                </c:pt>
                <c:pt idx="695">
                  <c:v>120.7</c:v>
                </c:pt>
                <c:pt idx="696">
                  <c:v>122.25</c:v>
                </c:pt>
                <c:pt idx="697">
                  <c:v>122.45</c:v>
                </c:pt>
                <c:pt idx="698">
                  <c:v>121.3</c:v>
                </c:pt>
                <c:pt idx="699">
                  <c:v>119.4</c:v>
                </c:pt>
                <c:pt idx="700">
                  <c:v>119.85</c:v>
                </c:pt>
                <c:pt idx="701">
                  <c:v>120.05</c:v>
                </c:pt>
                <c:pt idx="702">
                  <c:v>119.35</c:v>
                </c:pt>
                <c:pt idx="703">
                  <c:v>117.7</c:v>
                </c:pt>
                <c:pt idx="704">
                  <c:v>116.9</c:v>
                </c:pt>
                <c:pt idx="705">
                  <c:v>116</c:v>
                </c:pt>
                <c:pt idx="706">
                  <c:v>118.1</c:v>
                </c:pt>
                <c:pt idx="707">
                  <c:v>116.75</c:v>
                </c:pt>
                <c:pt idx="708">
                  <c:v>125.3</c:v>
                </c:pt>
                <c:pt idx="709">
                  <c:v>124.15</c:v>
                </c:pt>
                <c:pt idx="710">
                  <c:v>126.35</c:v>
                </c:pt>
                <c:pt idx="711">
                  <c:v>126.75</c:v>
                </c:pt>
                <c:pt idx="712">
                  <c:v>127.05</c:v>
                </c:pt>
                <c:pt idx="713">
                  <c:v>125.55</c:v>
                </c:pt>
                <c:pt idx="714">
                  <c:v>123.75</c:v>
                </c:pt>
                <c:pt idx="715">
                  <c:v>125.25</c:v>
                </c:pt>
                <c:pt idx="716">
                  <c:v>124.5</c:v>
                </c:pt>
                <c:pt idx="717">
                  <c:v>123.75</c:v>
                </c:pt>
                <c:pt idx="718">
                  <c:v>126.7</c:v>
                </c:pt>
                <c:pt idx="719">
                  <c:v>130.69999999999999</c:v>
                </c:pt>
                <c:pt idx="720">
                  <c:v>131.44999999999999</c:v>
                </c:pt>
                <c:pt idx="721">
                  <c:v>132.1</c:v>
                </c:pt>
                <c:pt idx="722">
                  <c:v>133.6</c:v>
                </c:pt>
                <c:pt idx="723">
                  <c:v>134.85</c:v>
                </c:pt>
                <c:pt idx="724">
                  <c:v>137.85</c:v>
                </c:pt>
                <c:pt idx="725">
                  <c:v>134.6</c:v>
                </c:pt>
                <c:pt idx="726">
                  <c:v>137.15</c:v>
                </c:pt>
                <c:pt idx="727">
                  <c:v>139.5</c:v>
                </c:pt>
                <c:pt idx="728">
                  <c:v>139.05000000000001</c:v>
                </c:pt>
                <c:pt idx="729">
                  <c:v>136.55000000000001</c:v>
                </c:pt>
                <c:pt idx="730">
                  <c:v>135.69999999999999</c:v>
                </c:pt>
                <c:pt idx="731">
                  <c:v>136.94999999999999</c:v>
                </c:pt>
                <c:pt idx="732">
                  <c:v>140.80000000000001</c:v>
                </c:pt>
                <c:pt idx="733">
                  <c:v>138.1</c:v>
                </c:pt>
                <c:pt idx="734">
                  <c:v>139.15</c:v>
                </c:pt>
                <c:pt idx="735">
                  <c:v>139.19999999999999</c:v>
                </c:pt>
                <c:pt idx="736">
                  <c:v>138.1</c:v>
                </c:pt>
                <c:pt idx="737">
                  <c:v>141</c:v>
                </c:pt>
                <c:pt idx="738">
                  <c:v>138.75</c:v>
                </c:pt>
                <c:pt idx="739">
                  <c:v>137.6</c:v>
                </c:pt>
                <c:pt idx="740">
                  <c:v>139.80000000000001</c:v>
                </c:pt>
                <c:pt idx="741">
                  <c:v>139.6</c:v>
                </c:pt>
                <c:pt idx="742">
                  <c:v>142.80000000000001</c:v>
                </c:pt>
                <c:pt idx="743">
                  <c:v>144.5</c:v>
                </c:pt>
                <c:pt idx="744">
                  <c:v>144.9</c:v>
                </c:pt>
                <c:pt idx="745">
                  <c:v>147.25</c:v>
                </c:pt>
                <c:pt idx="746">
                  <c:v>149.6</c:v>
                </c:pt>
                <c:pt idx="747">
                  <c:v>148.9</c:v>
                </c:pt>
                <c:pt idx="748">
                  <c:v>151.55000000000001</c:v>
                </c:pt>
                <c:pt idx="749">
                  <c:v>151.5</c:v>
                </c:pt>
                <c:pt idx="750">
                  <c:v>149.85</c:v>
                </c:pt>
                <c:pt idx="751">
                  <c:v>148.94999999999999</c:v>
                </c:pt>
                <c:pt idx="752">
                  <c:v>145.65</c:v>
                </c:pt>
                <c:pt idx="753">
                  <c:v>146.55000000000001</c:v>
                </c:pt>
                <c:pt idx="754">
                  <c:v>149.30000000000001</c:v>
                </c:pt>
                <c:pt idx="755">
                  <c:v>150.65</c:v>
                </c:pt>
                <c:pt idx="756">
                  <c:v>149.44999999999999</c:v>
                </c:pt>
                <c:pt idx="757">
                  <c:v>149.69999999999999</c:v>
                </c:pt>
                <c:pt idx="758">
                  <c:v>149.55000000000001</c:v>
                </c:pt>
                <c:pt idx="759">
                  <c:v>148.69999999999999</c:v>
                </c:pt>
                <c:pt idx="760">
                  <c:v>150.4</c:v>
                </c:pt>
                <c:pt idx="761">
                  <c:v>153.35</c:v>
                </c:pt>
                <c:pt idx="762">
                  <c:v>155.19999999999999</c:v>
                </c:pt>
                <c:pt idx="763">
                  <c:v>158.65</c:v>
                </c:pt>
                <c:pt idx="764">
                  <c:v>158.1</c:v>
                </c:pt>
                <c:pt idx="765">
                  <c:v>161.25</c:v>
                </c:pt>
                <c:pt idx="766">
                  <c:v>156.25</c:v>
                </c:pt>
                <c:pt idx="767">
                  <c:v>153</c:v>
                </c:pt>
                <c:pt idx="768">
                  <c:v>154.30000000000001</c:v>
                </c:pt>
                <c:pt idx="769">
                  <c:v>154.44999999999999</c:v>
                </c:pt>
                <c:pt idx="770">
                  <c:v>152.69999999999999</c:v>
                </c:pt>
                <c:pt idx="771">
                  <c:v>152.05000000000001</c:v>
                </c:pt>
                <c:pt idx="772">
                  <c:v>155.25</c:v>
                </c:pt>
                <c:pt idx="773">
                  <c:v>154.5</c:v>
                </c:pt>
                <c:pt idx="774">
                  <c:v>154.44999999999999</c:v>
                </c:pt>
                <c:pt idx="775">
                  <c:v>156.25</c:v>
                </c:pt>
                <c:pt idx="776">
                  <c:v>157.6</c:v>
                </c:pt>
                <c:pt idx="777">
                  <c:v>154.69999999999999</c:v>
                </c:pt>
                <c:pt idx="778">
                  <c:v>154.44999999999999</c:v>
                </c:pt>
                <c:pt idx="779">
                  <c:v>154.05000000000001</c:v>
                </c:pt>
                <c:pt idx="780">
                  <c:v>151.15</c:v>
                </c:pt>
                <c:pt idx="781">
                  <c:v>153.25</c:v>
                </c:pt>
                <c:pt idx="782">
                  <c:v>155.25</c:v>
                </c:pt>
                <c:pt idx="783">
                  <c:v>156.4</c:v>
                </c:pt>
                <c:pt idx="784">
                  <c:v>153.80000000000001</c:v>
                </c:pt>
                <c:pt idx="785">
                  <c:v>151.69999999999999</c:v>
                </c:pt>
                <c:pt idx="786">
                  <c:v>151.85</c:v>
                </c:pt>
                <c:pt idx="787">
                  <c:v>149.15</c:v>
                </c:pt>
                <c:pt idx="788">
                  <c:v>147.85</c:v>
                </c:pt>
                <c:pt idx="789">
                  <c:v>148.55000000000001</c:v>
                </c:pt>
                <c:pt idx="790">
                  <c:v>150.4</c:v>
                </c:pt>
                <c:pt idx="791">
                  <c:v>148.6</c:v>
                </c:pt>
                <c:pt idx="792">
                  <c:v>144.69999999999999</c:v>
                </c:pt>
                <c:pt idx="793">
                  <c:v>146.6</c:v>
                </c:pt>
                <c:pt idx="794">
                  <c:v>142.30000000000001</c:v>
                </c:pt>
                <c:pt idx="795">
                  <c:v>137.94999999999999</c:v>
                </c:pt>
                <c:pt idx="796">
                  <c:v>135.35</c:v>
                </c:pt>
                <c:pt idx="797">
                  <c:v>137.5</c:v>
                </c:pt>
                <c:pt idx="798">
                  <c:v>137</c:v>
                </c:pt>
                <c:pt idx="799">
                  <c:v>135</c:v>
                </c:pt>
                <c:pt idx="800">
                  <c:v>134.1</c:v>
                </c:pt>
                <c:pt idx="801">
                  <c:v>135.80000000000001</c:v>
                </c:pt>
                <c:pt idx="802">
                  <c:v>139.25</c:v>
                </c:pt>
                <c:pt idx="803">
                  <c:v>140.94999999999999</c:v>
                </c:pt>
                <c:pt idx="804">
                  <c:v>143.65</c:v>
                </c:pt>
                <c:pt idx="805">
                  <c:v>138.35</c:v>
                </c:pt>
                <c:pt idx="806">
                  <c:v>137.69999999999999</c:v>
                </c:pt>
                <c:pt idx="807">
                  <c:v>137.69999999999999</c:v>
                </c:pt>
                <c:pt idx="808">
                  <c:v>135.25</c:v>
                </c:pt>
                <c:pt idx="809">
                  <c:v>133.85</c:v>
                </c:pt>
                <c:pt idx="810">
                  <c:v>133.69999999999999</c:v>
                </c:pt>
                <c:pt idx="811">
                  <c:v>135.1</c:v>
                </c:pt>
                <c:pt idx="812">
                  <c:v>137.5</c:v>
                </c:pt>
                <c:pt idx="813">
                  <c:v>138.4</c:v>
                </c:pt>
                <c:pt idx="814">
                  <c:v>140.4</c:v>
                </c:pt>
                <c:pt idx="815">
                  <c:v>144.65</c:v>
                </c:pt>
                <c:pt idx="816">
                  <c:v>141.94999999999999</c:v>
                </c:pt>
                <c:pt idx="817">
                  <c:v>140.4</c:v>
                </c:pt>
                <c:pt idx="818">
                  <c:v>139</c:v>
                </c:pt>
                <c:pt idx="819">
                  <c:v>137</c:v>
                </c:pt>
                <c:pt idx="820">
                  <c:v>131.19999999999999</c:v>
                </c:pt>
                <c:pt idx="821">
                  <c:v>134</c:v>
                </c:pt>
                <c:pt idx="822">
                  <c:v>131.69999999999999</c:v>
                </c:pt>
                <c:pt idx="823">
                  <c:v>133.15</c:v>
                </c:pt>
                <c:pt idx="824">
                  <c:v>131.85</c:v>
                </c:pt>
                <c:pt idx="825">
                  <c:v>128.65</c:v>
                </c:pt>
                <c:pt idx="826">
                  <c:v>127.25</c:v>
                </c:pt>
                <c:pt idx="827">
                  <c:v>128</c:v>
                </c:pt>
                <c:pt idx="828">
                  <c:v>131.1</c:v>
                </c:pt>
                <c:pt idx="829">
                  <c:v>129.85</c:v>
                </c:pt>
                <c:pt idx="830">
                  <c:v>132.15</c:v>
                </c:pt>
                <c:pt idx="831">
                  <c:v>132.4</c:v>
                </c:pt>
                <c:pt idx="832">
                  <c:v>135.5</c:v>
                </c:pt>
                <c:pt idx="833">
                  <c:v>135.65</c:v>
                </c:pt>
                <c:pt idx="834">
                  <c:v>133.80000000000001</c:v>
                </c:pt>
                <c:pt idx="835">
                  <c:v>131.9</c:v>
                </c:pt>
                <c:pt idx="836">
                  <c:v>133.6</c:v>
                </c:pt>
                <c:pt idx="837">
                  <c:v>133.80000000000001</c:v>
                </c:pt>
                <c:pt idx="838">
                  <c:v>134.80000000000001</c:v>
                </c:pt>
                <c:pt idx="839">
                  <c:v>136.35</c:v>
                </c:pt>
                <c:pt idx="840">
                  <c:v>139.30000000000001</c:v>
                </c:pt>
                <c:pt idx="841">
                  <c:v>139</c:v>
                </c:pt>
                <c:pt idx="842">
                  <c:v>139.05000000000001</c:v>
                </c:pt>
                <c:pt idx="843">
                  <c:v>140.25</c:v>
                </c:pt>
                <c:pt idx="844">
                  <c:v>141.30000000000001</c:v>
                </c:pt>
                <c:pt idx="845">
                  <c:v>142.9</c:v>
                </c:pt>
                <c:pt idx="846">
                  <c:v>145.19999999999999</c:v>
                </c:pt>
                <c:pt idx="847">
                  <c:v>146</c:v>
                </c:pt>
                <c:pt idx="848">
                  <c:v>142.69999999999999</c:v>
                </c:pt>
                <c:pt idx="849">
                  <c:v>146.69999999999999</c:v>
                </c:pt>
                <c:pt idx="850">
                  <c:v>153.15</c:v>
                </c:pt>
                <c:pt idx="851">
                  <c:v>158</c:v>
                </c:pt>
                <c:pt idx="852">
                  <c:v>157.69999999999999</c:v>
                </c:pt>
                <c:pt idx="853">
                  <c:v>155.85</c:v>
                </c:pt>
                <c:pt idx="854">
                  <c:v>156.25</c:v>
                </c:pt>
                <c:pt idx="855">
                  <c:v>159.15</c:v>
                </c:pt>
                <c:pt idx="856">
                  <c:v>162.19999999999999</c:v>
                </c:pt>
                <c:pt idx="857">
                  <c:v>155.55000000000001</c:v>
                </c:pt>
                <c:pt idx="858">
                  <c:v>151</c:v>
                </c:pt>
                <c:pt idx="859">
                  <c:v>151.44999999999999</c:v>
                </c:pt>
                <c:pt idx="860">
                  <c:v>150.05000000000001</c:v>
                </c:pt>
                <c:pt idx="861">
                  <c:v>150.1</c:v>
                </c:pt>
                <c:pt idx="862">
                  <c:v>147.94999999999999</c:v>
                </c:pt>
                <c:pt idx="863">
                  <c:v>150.65</c:v>
                </c:pt>
                <c:pt idx="864">
                  <c:v>153.1</c:v>
                </c:pt>
                <c:pt idx="865">
                  <c:v>157.25</c:v>
                </c:pt>
                <c:pt idx="866">
                  <c:v>157.5</c:v>
                </c:pt>
                <c:pt idx="867">
                  <c:v>158</c:v>
                </c:pt>
                <c:pt idx="868">
                  <c:v>159.85</c:v>
                </c:pt>
                <c:pt idx="869">
                  <c:v>162</c:v>
                </c:pt>
                <c:pt idx="870">
                  <c:v>158.9</c:v>
                </c:pt>
                <c:pt idx="871">
                  <c:v>166.75</c:v>
                </c:pt>
                <c:pt idx="872">
                  <c:v>169.35</c:v>
                </c:pt>
                <c:pt idx="873">
                  <c:v>170.3</c:v>
                </c:pt>
                <c:pt idx="874">
                  <c:v>173.05</c:v>
                </c:pt>
                <c:pt idx="875">
                  <c:v>172.35</c:v>
                </c:pt>
                <c:pt idx="876">
                  <c:v>172.6</c:v>
                </c:pt>
                <c:pt idx="877">
                  <c:v>175.45</c:v>
                </c:pt>
                <c:pt idx="878">
                  <c:v>175.35</c:v>
                </c:pt>
                <c:pt idx="879">
                  <c:v>172.25</c:v>
                </c:pt>
                <c:pt idx="880">
                  <c:v>177.3</c:v>
                </c:pt>
                <c:pt idx="881">
                  <c:v>183.85</c:v>
                </c:pt>
                <c:pt idx="882">
                  <c:v>189.95</c:v>
                </c:pt>
                <c:pt idx="883">
                  <c:v>191</c:v>
                </c:pt>
                <c:pt idx="884">
                  <c:v>198.7</c:v>
                </c:pt>
                <c:pt idx="885">
                  <c:v>195.65</c:v>
                </c:pt>
                <c:pt idx="886">
                  <c:v>196.85</c:v>
                </c:pt>
                <c:pt idx="887">
                  <c:v>191</c:v>
                </c:pt>
                <c:pt idx="888">
                  <c:v>185.9</c:v>
                </c:pt>
                <c:pt idx="889">
                  <c:v>186.4</c:v>
                </c:pt>
                <c:pt idx="890">
                  <c:v>190.65</c:v>
                </c:pt>
                <c:pt idx="891">
                  <c:v>197.6</c:v>
                </c:pt>
                <c:pt idx="892">
                  <c:v>202.95</c:v>
                </c:pt>
                <c:pt idx="893">
                  <c:v>210.35</c:v>
                </c:pt>
                <c:pt idx="894">
                  <c:v>209.15</c:v>
                </c:pt>
                <c:pt idx="895">
                  <c:v>208.05</c:v>
                </c:pt>
                <c:pt idx="896">
                  <c:v>214</c:v>
                </c:pt>
                <c:pt idx="897">
                  <c:v>218.55</c:v>
                </c:pt>
                <c:pt idx="898">
                  <c:v>215.7</c:v>
                </c:pt>
                <c:pt idx="899">
                  <c:v>216.6</c:v>
                </c:pt>
                <c:pt idx="900">
                  <c:v>224.25</c:v>
                </c:pt>
                <c:pt idx="901">
                  <c:v>233</c:v>
                </c:pt>
                <c:pt idx="902">
                  <c:v>236.8</c:v>
                </c:pt>
                <c:pt idx="903">
                  <c:v>236.75</c:v>
                </c:pt>
                <c:pt idx="904">
                  <c:v>239.75</c:v>
                </c:pt>
                <c:pt idx="905">
                  <c:v>242.85</c:v>
                </c:pt>
                <c:pt idx="906">
                  <c:v>258.35000000000002</c:v>
                </c:pt>
                <c:pt idx="907">
                  <c:v>251.05</c:v>
                </c:pt>
                <c:pt idx="908">
                  <c:v>243.3</c:v>
                </c:pt>
                <c:pt idx="909">
                  <c:v>246.75</c:v>
                </c:pt>
                <c:pt idx="910">
                  <c:v>252.6</c:v>
                </c:pt>
                <c:pt idx="911">
                  <c:v>240.95</c:v>
                </c:pt>
                <c:pt idx="912">
                  <c:v>255.7</c:v>
                </c:pt>
                <c:pt idx="913">
                  <c:v>253.7</c:v>
                </c:pt>
                <c:pt idx="914">
                  <c:v>245.75</c:v>
                </c:pt>
                <c:pt idx="915">
                  <c:v>253.35</c:v>
                </c:pt>
                <c:pt idx="916">
                  <c:v>253.95</c:v>
                </c:pt>
                <c:pt idx="917">
                  <c:v>252.9</c:v>
                </c:pt>
                <c:pt idx="918">
                  <c:v>252.95</c:v>
                </c:pt>
                <c:pt idx="919">
                  <c:v>257.5</c:v>
                </c:pt>
                <c:pt idx="920">
                  <c:v>267.2</c:v>
                </c:pt>
                <c:pt idx="921">
                  <c:v>266</c:v>
                </c:pt>
                <c:pt idx="922">
                  <c:v>257.89999999999998</c:v>
                </c:pt>
                <c:pt idx="923">
                  <c:v>259.8</c:v>
                </c:pt>
                <c:pt idx="924">
                  <c:v>259.10000000000002</c:v>
                </c:pt>
                <c:pt idx="925">
                  <c:v>251.95</c:v>
                </c:pt>
                <c:pt idx="926">
                  <c:v>248.2</c:v>
                </c:pt>
                <c:pt idx="927">
                  <c:v>262.89999999999998</c:v>
                </c:pt>
                <c:pt idx="928">
                  <c:v>261.8</c:v>
                </c:pt>
                <c:pt idx="929">
                  <c:v>250.3</c:v>
                </c:pt>
                <c:pt idx="930">
                  <c:v>255.15</c:v>
                </c:pt>
                <c:pt idx="931">
                  <c:v>246.75</c:v>
                </c:pt>
                <c:pt idx="932">
                  <c:v>255.5</c:v>
                </c:pt>
                <c:pt idx="933">
                  <c:v>260.10000000000002</c:v>
                </c:pt>
                <c:pt idx="934">
                  <c:v>261.05</c:v>
                </c:pt>
                <c:pt idx="935">
                  <c:v>265.75</c:v>
                </c:pt>
                <c:pt idx="936">
                  <c:v>269.10000000000002</c:v>
                </c:pt>
                <c:pt idx="937">
                  <c:v>271.35000000000002</c:v>
                </c:pt>
                <c:pt idx="938">
                  <c:v>270.35000000000002</c:v>
                </c:pt>
                <c:pt idx="939">
                  <c:v>281.10000000000002</c:v>
                </c:pt>
                <c:pt idx="940">
                  <c:v>291.5</c:v>
                </c:pt>
                <c:pt idx="941">
                  <c:v>304.10000000000002</c:v>
                </c:pt>
                <c:pt idx="942">
                  <c:v>303.8</c:v>
                </c:pt>
                <c:pt idx="943">
                  <c:v>311.25</c:v>
                </c:pt>
                <c:pt idx="944">
                  <c:v>318.89999999999998</c:v>
                </c:pt>
                <c:pt idx="945">
                  <c:v>340.8</c:v>
                </c:pt>
                <c:pt idx="946">
                  <c:v>326.8</c:v>
                </c:pt>
                <c:pt idx="947">
                  <c:v>343.1</c:v>
                </c:pt>
                <c:pt idx="948">
                  <c:v>360.2</c:v>
                </c:pt>
                <c:pt idx="949">
                  <c:v>355.8</c:v>
                </c:pt>
                <c:pt idx="950">
                  <c:v>345.1</c:v>
                </c:pt>
                <c:pt idx="951">
                  <c:v>334</c:v>
                </c:pt>
                <c:pt idx="952">
                  <c:v>340.85</c:v>
                </c:pt>
                <c:pt idx="953">
                  <c:v>337.8</c:v>
                </c:pt>
                <c:pt idx="954">
                  <c:v>341.35</c:v>
                </c:pt>
                <c:pt idx="955">
                  <c:v>345.5</c:v>
                </c:pt>
                <c:pt idx="956">
                  <c:v>329.55</c:v>
                </c:pt>
                <c:pt idx="957">
                  <c:v>327.85</c:v>
                </c:pt>
                <c:pt idx="958">
                  <c:v>330.45</c:v>
                </c:pt>
                <c:pt idx="959">
                  <c:v>348.1</c:v>
                </c:pt>
                <c:pt idx="960">
                  <c:v>357.85</c:v>
                </c:pt>
                <c:pt idx="961">
                  <c:v>377.95</c:v>
                </c:pt>
                <c:pt idx="962">
                  <c:v>371.7</c:v>
                </c:pt>
                <c:pt idx="963">
                  <c:v>368.4</c:v>
                </c:pt>
                <c:pt idx="964">
                  <c:v>375.1</c:v>
                </c:pt>
                <c:pt idx="965">
                  <c:v>366.7</c:v>
                </c:pt>
                <c:pt idx="966">
                  <c:v>369.2</c:v>
                </c:pt>
                <c:pt idx="967">
                  <c:v>365.65</c:v>
                </c:pt>
                <c:pt idx="968">
                  <c:v>364.75</c:v>
                </c:pt>
                <c:pt idx="969">
                  <c:v>357.2</c:v>
                </c:pt>
                <c:pt idx="970">
                  <c:v>351.5</c:v>
                </c:pt>
                <c:pt idx="971">
                  <c:v>353.55</c:v>
                </c:pt>
                <c:pt idx="972">
                  <c:v>365.9</c:v>
                </c:pt>
                <c:pt idx="973">
                  <c:v>355.35</c:v>
                </c:pt>
                <c:pt idx="974">
                  <c:v>345.1</c:v>
                </c:pt>
                <c:pt idx="975">
                  <c:v>336.65</c:v>
                </c:pt>
                <c:pt idx="976">
                  <c:v>344</c:v>
                </c:pt>
                <c:pt idx="977">
                  <c:v>348.25</c:v>
                </c:pt>
                <c:pt idx="978">
                  <c:v>351.9</c:v>
                </c:pt>
                <c:pt idx="979">
                  <c:v>353.5</c:v>
                </c:pt>
                <c:pt idx="980">
                  <c:v>360.9</c:v>
                </c:pt>
                <c:pt idx="981">
                  <c:v>369.65</c:v>
                </c:pt>
                <c:pt idx="982">
                  <c:v>369.7</c:v>
                </c:pt>
                <c:pt idx="983">
                  <c:v>367.4</c:v>
                </c:pt>
                <c:pt idx="984">
                  <c:v>367.2</c:v>
                </c:pt>
                <c:pt idx="985">
                  <c:v>355.15</c:v>
                </c:pt>
                <c:pt idx="986">
                  <c:v>360.7</c:v>
                </c:pt>
                <c:pt idx="987">
                  <c:v>364.25</c:v>
                </c:pt>
                <c:pt idx="988">
                  <c:v>366.35</c:v>
                </c:pt>
                <c:pt idx="989">
                  <c:v>366.05</c:v>
                </c:pt>
                <c:pt idx="990">
                  <c:v>377.75</c:v>
                </c:pt>
                <c:pt idx="991">
                  <c:v>391.9</c:v>
                </c:pt>
                <c:pt idx="992">
                  <c:v>387.2</c:v>
                </c:pt>
                <c:pt idx="993">
                  <c:v>383.95</c:v>
                </c:pt>
                <c:pt idx="994">
                  <c:v>396.3</c:v>
                </c:pt>
                <c:pt idx="995">
                  <c:v>395.8</c:v>
                </c:pt>
                <c:pt idx="996">
                  <c:v>401.35</c:v>
                </c:pt>
                <c:pt idx="997">
                  <c:v>395.45</c:v>
                </c:pt>
                <c:pt idx="998">
                  <c:v>411.05</c:v>
                </c:pt>
                <c:pt idx="999">
                  <c:v>423.9</c:v>
                </c:pt>
                <c:pt idx="1000">
                  <c:v>439.8</c:v>
                </c:pt>
                <c:pt idx="1001">
                  <c:v>430.7</c:v>
                </c:pt>
                <c:pt idx="1002">
                  <c:v>443.3</c:v>
                </c:pt>
                <c:pt idx="1003">
                  <c:v>446.05</c:v>
                </c:pt>
                <c:pt idx="1004">
                  <c:v>450.65</c:v>
                </c:pt>
                <c:pt idx="1005">
                  <c:v>441.45</c:v>
                </c:pt>
                <c:pt idx="1006">
                  <c:v>431.55</c:v>
                </c:pt>
                <c:pt idx="1007">
                  <c:v>441.65</c:v>
                </c:pt>
                <c:pt idx="1008">
                  <c:v>446.75</c:v>
                </c:pt>
                <c:pt idx="1009">
                  <c:v>441.95</c:v>
                </c:pt>
                <c:pt idx="1010">
                  <c:v>444</c:v>
                </c:pt>
                <c:pt idx="1011">
                  <c:v>449.1</c:v>
                </c:pt>
                <c:pt idx="1012">
                  <c:v>456.35</c:v>
                </c:pt>
                <c:pt idx="1013">
                  <c:v>444.8</c:v>
                </c:pt>
                <c:pt idx="1014">
                  <c:v>436.6</c:v>
                </c:pt>
                <c:pt idx="1015">
                  <c:v>455.7</c:v>
                </c:pt>
                <c:pt idx="1016">
                  <c:v>441.2</c:v>
                </c:pt>
                <c:pt idx="1017">
                  <c:v>417.55</c:v>
                </c:pt>
                <c:pt idx="1018">
                  <c:v>395.7</c:v>
                </c:pt>
                <c:pt idx="1019">
                  <c:v>425.75</c:v>
                </c:pt>
                <c:pt idx="1020">
                  <c:v>443.5</c:v>
                </c:pt>
                <c:pt idx="1021">
                  <c:v>434.9</c:v>
                </c:pt>
                <c:pt idx="1022">
                  <c:v>431</c:v>
                </c:pt>
                <c:pt idx="1023">
                  <c:v>406.2</c:v>
                </c:pt>
                <c:pt idx="1024">
                  <c:v>385.75</c:v>
                </c:pt>
                <c:pt idx="1025">
                  <c:v>415.5</c:v>
                </c:pt>
                <c:pt idx="1026">
                  <c:v>400.45</c:v>
                </c:pt>
                <c:pt idx="1027">
                  <c:v>413.3</c:v>
                </c:pt>
                <c:pt idx="1028">
                  <c:v>422.75</c:v>
                </c:pt>
                <c:pt idx="1029">
                  <c:v>415.25</c:v>
                </c:pt>
                <c:pt idx="1030">
                  <c:v>430.35</c:v>
                </c:pt>
                <c:pt idx="1031">
                  <c:v>426.65</c:v>
                </c:pt>
                <c:pt idx="1032">
                  <c:v>438.45</c:v>
                </c:pt>
                <c:pt idx="1033">
                  <c:v>443.85</c:v>
                </c:pt>
                <c:pt idx="1034">
                  <c:v>453.9</c:v>
                </c:pt>
                <c:pt idx="1035">
                  <c:v>449.9</c:v>
                </c:pt>
                <c:pt idx="1036">
                  <c:v>437.05</c:v>
                </c:pt>
                <c:pt idx="1037">
                  <c:v>439.3</c:v>
                </c:pt>
                <c:pt idx="1038">
                  <c:v>433.3</c:v>
                </c:pt>
                <c:pt idx="1039">
                  <c:v>443.4</c:v>
                </c:pt>
                <c:pt idx="1040">
                  <c:v>428.4</c:v>
                </c:pt>
                <c:pt idx="1041">
                  <c:v>423.3</c:v>
                </c:pt>
                <c:pt idx="1042">
                  <c:v>427.35</c:v>
                </c:pt>
                <c:pt idx="1043">
                  <c:v>436.15</c:v>
                </c:pt>
                <c:pt idx="1044">
                  <c:v>440.5</c:v>
                </c:pt>
                <c:pt idx="1045">
                  <c:v>428.35</c:v>
                </c:pt>
                <c:pt idx="1046">
                  <c:v>442.6</c:v>
                </c:pt>
                <c:pt idx="1047">
                  <c:v>449.7</c:v>
                </c:pt>
                <c:pt idx="1048">
                  <c:v>442.5</c:v>
                </c:pt>
                <c:pt idx="1049">
                  <c:v>435.6</c:v>
                </c:pt>
                <c:pt idx="1050">
                  <c:v>420.35</c:v>
                </c:pt>
                <c:pt idx="1051">
                  <c:v>421.45</c:v>
                </c:pt>
                <c:pt idx="1052">
                  <c:v>391.8</c:v>
                </c:pt>
                <c:pt idx="1053">
                  <c:v>392.15</c:v>
                </c:pt>
                <c:pt idx="1054">
                  <c:v>395.95</c:v>
                </c:pt>
                <c:pt idx="1055">
                  <c:v>384.25</c:v>
                </c:pt>
                <c:pt idx="1056">
                  <c:v>389.4</c:v>
                </c:pt>
                <c:pt idx="1057">
                  <c:v>365.6</c:v>
                </c:pt>
                <c:pt idx="1058">
                  <c:v>364.75</c:v>
                </c:pt>
                <c:pt idx="1059">
                  <c:v>355.7</c:v>
                </c:pt>
                <c:pt idx="1060">
                  <c:v>368.55</c:v>
                </c:pt>
                <c:pt idx="1061">
                  <c:v>375.95</c:v>
                </c:pt>
                <c:pt idx="1062">
                  <c:v>379.7</c:v>
                </c:pt>
                <c:pt idx="1063">
                  <c:v>382.05</c:v>
                </c:pt>
                <c:pt idx="1064">
                  <c:v>383.65</c:v>
                </c:pt>
                <c:pt idx="1065">
                  <c:v>392.85</c:v>
                </c:pt>
                <c:pt idx="1066">
                  <c:v>403.3</c:v>
                </c:pt>
                <c:pt idx="1067">
                  <c:v>406.1</c:v>
                </c:pt>
                <c:pt idx="1068">
                  <c:v>396.85</c:v>
                </c:pt>
                <c:pt idx="1069">
                  <c:v>392.9</c:v>
                </c:pt>
                <c:pt idx="1070">
                  <c:v>399.8</c:v>
                </c:pt>
                <c:pt idx="1071">
                  <c:v>396</c:v>
                </c:pt>
                <c:pt idx="1072">
                  <c:v>403.35</c:v>
                </c:pt>
                <c:pt idx="1073">
                  <c:v>393.8</c:v>
                </c:pt>
                <c:pt idx="1074">
                  <c:v>395.95</c:v>
                </c:pt>
                <c:pt idx="1075">
                  <c:v>395.25</c:v>
                </c:pt>
                <c:pt idx="1076">
                  <c:v>391.45</c:v>
                </c:pt>
                <c:pt idx="1077">
                  <c:v>398.4</c:v>
                </c:pt>
                <c:pt idx="1078">
                  <c:v>413.15</c:v>
                </c:pt>
                <c:pt idx="1079">
                  <c:v>410.05</c:v>
                </c:pt>
                <c:pt idx="1080">
                  <c:v>409.8</c:v>
                </c:pt>
                <c:pt idx="1081">
                  <c:v>379.35</c:v>
                </c:pt>
                <c:pt idx="1082">
                  <c:v>384.3</c:v>
                </c:pt>
                <c:pt idx="1083">
                  <c:v>368.2</c:v>
                </c:pt>
                <c:pt idx="1084">
                  <c:v>357.95</c:v>
                </c:pt>
                <c:pt idx="1085">
                  <c:v>342.5</c:v>
                </c:pt>
                <c:pt idx="1086">
                  <c:v>349.9</c:v>
                </c:pt>
                <c:pt idx="1087">
                  <c:v>354.85</c:v>
                </c:pt>
                <c:pt idx="1088">
                  <c:v>366.4</c:v>
                </c:pt>
                <c:pt idx="1089">
                  <c:v>346.05</c:v>
                </c:pt>
                <c:pt idx="1090">
                  <c:v>332.25</c:v>
                </c:pt>
                <c:pt idx="1091">
                  <c:v>307.2</c:v>
                </c:pt>
                <c:pt idx="1092">
                  <c:v>315.75</c:v>
                </c:pt>
                <c:pt idx="1093">
                  <c:v>318.2</c:v>
                </c:pt>
                <c:pt idx="1094">
                  <c:v>289.3</c:v>
                </c:pt>
                <c:pt idx="1095">
                  <c:v>262.89999999999998</c:v>
                </c:pt>
                <c:pt idx="1096">
                  <c:v>293.5</c:v>
                </c:pt>
                <c:pt idx="1097">
                  <c:v>315.14999999999998</c:v>
                </c:pt>
                <c:pt idx="1098">
                  <c:v>320.39999999999998</c:v>
                </c:pt>
                <c:pt idx="1099">
                  <c:v>328.65</c:v>
                </c:pt>
                <c:pt idx="1100">
                  <c:v>333.4</c:v>
                </c:pt>
                <c:pt idx="1101">
                  <c:v>332.85</c:v>
                </c:pt>
                <c:pt idx="1102">
                  <c:v>328.45</c:v>
                </c:pt>
                <c:pt idx="1103">
                  <c:v>318.64999999999998</c:v>
                </c:pt>
                <c:pt idx="1104">
                  <c:v>302.8</c:v>
                </c:pt>
                <c:pt idx="1105">
                  <c:v>296.25</c:v>
                </c:pt>
                <c:pt idx="1106">
                  <c:v>302.45</c:v>
                </c:pt>
                <c:pt idx="1107">
                  <c:v>311.45</c:v>
                </c:pt>
                <c:pt idx="1108">
                  <c:v>298.05</c:v>
                </c:pt>
                <c:pt idx="1109">
                  <c:v>315.45</c:v>
                </c:pt>
                <c:pt idx="1110">
                  <c:v>308.7</c:v>
                </c:pt>
                <c:pt idx="1111">
                  <c:v>297.7</c:v>
                </c:pt>
                <c:pt idx="1112">
                  <c:v>298.14999999999998</c:v>
                </c:pt>
                <c:pt idx="1113">
                  <c:v>298.60000000000002</c:v>
                </c:pt>
                <c:pt idx="1114">
                  <c:v>289.95</c:v>
                </c:pt>
                <c:pt idx="1115">
                  <c:v>272.95</c:v>
                </c:pt>
                <c:pt idx="1116">
                  <c:v>287.85000000000002</c:v>
                </c:pt>
                <c:pt idx="1117">
                  <c:v>283.2</c:v>
                </c:pt>
                <c:pt idx="1118">
                  <c:v>288.8</c:v>
                </c:pt>
                <c:pt idx="1119">
                  <c:v>280.14999999999998</c:v>
                </c:pt>
                <c:pt idx="1120">
                  <c:v>278.05</c:v>
                </c:pt>
                <c:pt idx="1121">
                  <c:v>279.60000000000002</c:v>
                </c:pt>
                <c:pt idx="1122">
                  <c:v>270.14999999999998</c:v>
                </c:pt>
                <c:pt idx="1123">
                  <c:v>274.60000000000002</c:v>
                </c:pt>
                <c:pt idx="1124">
                  <c:v>296</c:v>
                </c:pt>
                <c:pt idx="1125">
                  <c:v>303</c:v>
                </c:pt>
                <c:pt idx="1126">
                  <c:v>305.7</c:v>
                </c:pt>
                <c:pt idx="1127">
                  <c:v>300.95</c:v>
                </c:pt>
                <c:pt idx="1128">
                  <c:v>306.75</c:v>
                </c:pt>
                <c:pt idx="1129">
                  <c:v>304.25</c:v>
                </c:pt>
                <c:pt idx="1130">
                  <c:v>302.25</c:v>
                </c:pt>
                <c:pt idx="1131">
                  <c:v>313.25</c:v>
                </c:pt>
                <c:pt idx="1132">
                  <c:v>316.39999999999998</c:v>
                </c:pt>
                <c:pt idx="1133">
                  <c:v>296.2</c:v>
                </c:pt>
                <c:pt idx="1134">
                  <c:v>306.14999999999998</c:v>
                </c:pt>
                <c:pt idx="1135">
                  <c:v>314.55</c:v>
                </c:pt>
                <c:pt idx="1136">
                  <c:v>307.8</c:v>
                </c:pt>
                <c:pt idx="1137">
                  <c:v>313.8</c:v>
                </c:pt>
                <c:pt idx="1138">
                  <c:v>327.14999999999998</c:v>
                </c:pt>
                <c:pt idx="1139">
                  <c:v>339.1</c:v>
                </c:pt>
                <c:pt idx="1140">
                  <c:v>345.85</c:v>
                </c:pt>
                <c:pt idx="1141">
                  <c:v>344.15</c:v>
                </c:pt>
                <c:pt idx="1142">
                  <c:v>356.8</c:v>
                </c:pt>
                <c:pt idx="1143">
                  <c:v>363.5</c:v>
                </c:pt>
                <c:pt idx="1144">
                  <c:v>363.7</c:v>
                </c:pt>
                <c:pt idx="1145">
                  <c:v>373.8</c:v>
                </c:pt>
                <c:pt idx="1146">
                  <c:v>378.6</c:v>
                </c:pt>
                <c:pt idx="1147">
                  <c:v>377.8</c:v>
                </c:pt>
                <c:pt idx="1148">
                  <c:v>392.9</c:v>
                </c:pt>
                <c:pt idx="1149">
                  <c:v>391.95</c:v>
                </c:pt>
                <c:pt idx="1150">
                  <c:v>391.25</c:v>
                </c:pt>
                <c:pt idx="1151">
                  <c:v>396.05</c:v>
                </c:pt>
                <c:pt idx="1152">
                  <c:v>398.1</c:v>
                </c:pt>
                <c:pt idx="1153">
                  <c:v>407.65</c:v>
                </c:pt>
                <c:pt idx="1154">
                  <c:v>403.8</c:v>
                </c:pt>
                <c:pt idx="1155">
                  <c:v>403.45</c:v>
                </c:pt>
                <c:pt idx="1156">
                  <c:v>406.4</c:v>
                </c:pt>
                <c:pt idx="1157">
                  <c:v>258.60000000000002</c:v>
                </c:pt>
                <c:pt idx="1158">
                  <c:v>257.89999999999998</c:v>
                </c:pt>
                <c:pt idx="1159">
                  <c:v>256.05</c:v>
                </c:pt>
                <c:pt idx="1160">
                  <c:v>266.14999999999998</c:v>
                </c:pt>
                <c:pt idx="1161">
                  <c:v>269.95</c:v>
                </c:pt>
                <c:pt idx="1162">
                  <c:v>261.8</c:v>
                </c:pt>
                <c:pt idx="1163">
                  <c:v>266.05</c:v>
                </c:pt>
                <c:pt idx="1164">
                  <c:v>259.75</c:v>
                </c:pt>
                <c:pt idx="1165">
                  <c:v>245.15</c:v>
                </c:pt>
                <c:pt idx="1166">
                  <c:v>248.2</c:v>
                </c:pt>
                <c:pt idx="1167">
                  <c:v>248.45</c:v>
                </c:pt>
                <c:pt idx="1168">
                  <c:v>245.35</c:v>
                </c:pt>
                <c:pt idx="1169">
                  <c:v>243</c:v>
                </c:pt>
                <c:pt idx="1170">
                  <c:v>249.8</c:v>
                </c:pt>
                <c:pt idx="1171">
                  <c:v>251.85</c:v>
                </c:pt>
                <c:pt idx="1172">
                  <c:v>249.65</c:v>
                </c:pt>
                <c:pt idx="1173">
                  <c:v>248.25</c:v>
                </c:pt>
                <c:pt idx="1174">
                  <c:v>250.3</c:v>
                </c:pt>
                <c:pt idx="1175">
                  <c:v>252.75</c:v>
                </c:pt>
                <c:pt idx="1176">
                  <c:v>255.5</c:v>
                </c:pt>
                <c:pt idx="1177">
                  <c:v>258.55</c:v>
                </c:pt>
                <c:pt idx="1178">
                  <c:v>256.89999999999998</c:v>
                </c:pt>
                <c:pt idx="1179">
                  <c:v>263.45</c:v>
                </c:pt>
                <c:pt idx="1180">
                  <c:v>267.8</c:v>
                </c:pt>
                <c:pt idx="1181">
                  <c:v>263.7</c:v>
                </c:pt>
                <c:pt idx="1182">
                  <c:v>265.64999999999998</c:v>
                </c:pt>
                <c:pt idx="1183">
                  <c:v>273.25</c:v>
                </c:pt>
                <c:pt idx="1184">
                  <c:v>279.5</c:v>
                </c:pt>
                <c:pt idx="1185">
                  <c:v>284.75</c:v>
                </c:pt>
                <c:pt idx="1186">
                  <c:v>290.45</c:v>
                </c:pt>
                <c:pt idx="1187">
                  <c:v>288.75</c:v>
                </c:pt>
                <c:pt idx="1188">
                  <c:v>287.60000000000002</c:v>
                </c:pt>
                <c:pt idx="1189">
                  <c:v>289.55</c:v>
                </c:pt>
                <c:pt idx="1190">
                  <c:v>288.75</c:v>
                </c:pt>
                <c:pt idx="1191">
                  <c:v>282.45</c:v>
                </c:pt>
                <c:pt idx="1192">
                  <c:v>289.95</c:v>
                </c:pt>
                <c:pt idx="1193">
                  <c:v>289.14999999999998</c:v>
                </c:pt>
                <c:pt idx="1194">
                  <c:v>291.95</c:v>
                </c:pt>
                <c:pt idx="1195">
                  <c:v>296.05</c:v>
                </c:pt>
                <c:pt idx="1196">
                  <c:v>293.95</c:v>
                </c:pt>
                <c:pt idx="1197">
                  <c:v>290.25</c:v>
                </c:pt>
                <c:pt idx="1198">
                  <c:v>300.25</c:v>
                </c:pt>
                <c:pt idx="1199">
                  <c:v>302.10000000000002</c:v>
                </c:pt>
                <c:pt idx="1200">
                  <c:v>300.55</c:v>
                </c:pt>
                <c:pt idx="1201">
                  <c:v>300</c:v>
                </c:pt>
                <c:pt idx="1202">
                  <c:v>294.5</c:v>
                </c:pt>
                <c:pt idx="1203">
                  <c:v>284.64999999999998</c:v>
                </c:pt>
                <c:pt idx="1204">
                  <c:v>284.39999999999998</c:v>
                </c:pt>
                <c:pt idx="1205">
                  <c:v>284.35000000000002</c:v>
                </c:pt>
                <c:pt idx="1206">
                  <c:v>288.64999999999998</c:v>
                </c:pt>
                <c:pt idx="1207">
                  <c:v>285.10000000000002</c:v>
                </c:pt>
                <c:pt idx="1208">
                  <c:v>283.5</c:v>
                </c:pt>
                <c:pt idx="1209">
                  <c:v>279.5</c:v>
                </c:pt>
                <c:pt idx="1210">
                  <c:v>289.25</c:v>
                </c:pt>
                <c:pt idx="1211">
                  <c:v>291.89999999999998</c:v>
                </c:pt>
                <c:pt idx="1212">
                  <c:v>294.35000000000002</c:v>
                </c:pt>
                <c:pt idx="1213">
                  <c:v>287.8</c:v>
                </c:pt>
                <c:pt idx="1214">
                  <c:v>293.3</c:v>
                </c:pt>
                <c:pt idx="1215">
                  <c:v>292.64999999999998</c:v>
                </c:pt>
                <c:pt idx="1216">
                  <c:v>298.85000000000002</c:v>
                </c:pt>
                <c:pt idx="1217">
                  <c:v>295.60000000000002</c:v>
                </c:pt>
                <c:pt idx="1218">
                  <c:v>298.3</c:v>
                </c:pt>
                <c:pt idx="1219">
                  <c:v>301.7</c:v>
                </c:pt>
                <c:pt idx="1220">
                  <c:v>300.8</c:v>
                </c:pt>
                <c:pt idx="1221">
                  <c:v>307.64999999999998</c:v>
                </c:pt>
                <c:pt idx="1222">
                  <c:v>307.10000000000002</c:v>
                </c:pt>
                <c:pt idx="1223">
                  <c:v>307.60000000000002</c:v>
                </c:pt>
                <c:pt idx="1224">
                  <c:v>309.55</c:v>
                </c:pt>
                <c:pt idx="1225">
                  <c:v>310.39999999999998</c:v>
                </c:pt>
                <c:pt idx="1226">
                  <c:v>311.55</c:v>
                </c:pt>
                <c:pt idx="1227">
                  <c:v>307.64999999999998</c:v>
                </c:pt>
                <c:pt idx="1228">
                  <c:v>310.25</c:v>
                </c:pt>
                <c:pt idx="1229">
                  <c:v>311.7</c:v>
                </c:pt>
                <c:pt idx="1230">
                  <c:v>312.60000000000002</c:v>
                </c:pt>
                <c:pt idx="1231">
                  <c:v>311.89999999999998</c:v>
                </c:pt>
                <c:pt idx="1232">
                  <c:v>322.5</c:v>
                </c:pt>
                <c:pt idx="1233">
                  <c:v>323.5</c:v>
                </c:pt>
                <c:pt idx="1234">
                  <c:v>327.9</c:v>
                </c:pt>
                <c:pt idx="1235">
                  <c:v>331.5</c:v>
                </c:pt>
                <c:pt idx="1236">
                  <c:v>327.7</c:v>
                </c:pt>
                <c:pt idx="1237">
                  <c:v>330.5</c:v>
                </c:pt>
                <c:pt idx="1238">
                  <c:v>327.25</c:v>
                </c:pt>
                <c:pt idx="1239">
                  <c:v>318.60000000000002</c:v>
                </c:pt>
                <c:pt idx="1240">
                  <c:v>319.8</c:v>
                </c:pt>
                <c:pt idx="1241">
                  <c:v>318.10000000000002</c:v>
                </c:pt>
                <c:pt idx="1242">
                  <c:v>323.39999999999998</c:v>
                </c:pt>
                <c:pt idx="1243">
                  <c:v>327.14999999999998</c:v>
                </c:pt>
                <c:pt idx="1244">
                  <c:v>332.5</c:v>
                </c:pt>
                <c:pt idx="1245">
                  <c:v>330.75</c:v>
                </c:pt>
                <c:pt idx="1246">
                  <c:v>333.6</c:v>
                </c:pt>
                <c:pt idx="1247">
                  <c:v>339.05</c:v>
                </c:pt>
                <c:pt idx="1248">
                  <c:v>341.95</c:v>
                </c:pt>
                <c:pt idx="1249">
                  <c:v>340.5</c:v>
                </c:pt>
                <c:pt idx="1250">
                  <c:v>346.6</c:v>
                </c:pt>
                <c:pt idx="1251">
                  <c:v>358.9</c:v>
                </c:pt>
                <c:pt idx="1252">
                  <c:v>374.3</c:v>
                </c:pt>
                <c:pt idx="1253">
                  <c:v>391.65</c:v>
                </c:pt>
                <c:pt idx="1254">
                  <c:v>386.9</c:v>
                </c:pt>
                <c:pt idx="1255">
                  <c:v>385</c:v>
                </c:pt>
                <c:pt idx="1256">
                  <c:v>385.1</c:v>
                </c:pt>
                <c:pt idx="1257">
                  <c:v>387.25</c:v>
                </c:pt>
                <c:pt idx="1258">
                  <c:v>386.95</c:v>
                </c:pt>
                <c:pt idx="1259">
                  <c:v>369</c:v>
                </c:pt>
                <c:pt idx="1260">
                  <c:v>355.6</c:v>
                </c:pt>
                <c:pt idx="1261">
                  <c:v>361.35</c:v>
                </c:pt>
                <c:pt idx="1262">
                  <c:v>358.2</c:v>
                </c:pt>
                <c:pt idx="1263">
                  <c:v>349.6</c:v>
                </c:pt>
                <c:pt idx="1264">
                  <c:v>344.05</c:v>
                </c:pt>
                <c:pt idx="1265">
                  <c:v>357.1</c:v>
                </c:pt>
                <c:pt idx="1266">
                  <c:v>348.35</c:v>
                </c:pt>
                <c:pt idx="1267">
                  <c:v>344.85</c:v>
                </c:pt>
                <c:pt idx="1268">
                  <c:v>344.05</c:v>
                </c:pt>
                <c:pt idx="1269">
                  <c:v>348.5</c:v>
                </c:pt>
                <c:pt idx="1270">
                  <c:v>351.7</c:v>
                </c:pt>
                <c:pt idx="1271">
                  <c:v>360.4</c:v>
                </c:pt>
                <c:pt idx="1272">
                  <c:v>368</c:v>
                </c:pt>
                <c:pt idx="1273">
                  <c:v>371.65</c:v>
                </c:pt>
                <c:pt idx="1274">
                  <c:v>380.55</c:v>
                </c:pt>
                <c:pt idx="1275">
                  <c:v>386.45</c:v>
                </c:pt>
                <c:pt idx="1276">
                  <c:v>382.2</c:v>
                </c:pt>
                <c:pt idx="1277">
                  <c:v>384</c:v>
                </c:pt>
                <c:pt idx="1278">
                  <c:v>395.9</c:v>
                </c:pt>
                <c:pt idx="1279">
                  <c:v>397</c:v>
                </c:pt>
                <c:pt idx="1280">
                  <c:v>399.5</c:v>
                </c:pt>
                <c:pt idx="1281">
                  <c:v>395.65</c:v>
                </c:pt>
                <c:pt idx="1282">
                  <c:v>400.7</c:v>
                </c:pt>
                <c:pt idx="1283">
                  <c:v>398.1</c:v>
                </c:pt>
                <c:pt idx="1284">
                  <c:v>399</c:v>
                </c:pt>
                <c:pt idx="1285">
                  <c:v>404.8</c:v>
                </c:pt>
                <c:pt idx="1286">
                  <c:v>402.05</c:v>
                </c:pt>
                <c:pt idx="1287">
                  <c:v>406.7</c:v>
                </c:pt>
                <c:pt idx="1288">
                  <c:v>411.95</c:v>
                </c:pt>
                <c:pt idx="1289">
                  <c:v>413.9</c:v>
                </c:pt>
                <c:pt idx="1290">
                  <c:v>408.4</c:v>
                </c:pt>
                <c:pt idx="1291">
                  <c:v>412.55</c:v>
                </c:pt>
                <c:pt idx="1292">
                  <c:v>414</c:v>
                </c:pt>
                <c:pt idx="1293">
                  <c:v>412</c:v>
                </c:pt>
                <c:pt idx="1294">
                  <c:v>409.95</c:v>
                </c:pt>
                <c:pt idx="1295">
                  <c:v>422.25</c:v>
                </c:pt>
                <c:pt idx="1296">
                  <c:v>421.2</c:v>
                </c:pt>
                <c:pt idx="1297">
                  <c:v>428.6</c:v>
                </c:pt>
                <c:pt idx="1298">
                  <c:v>430.6</c:v>
                </c:pt>
                <c:pt idx="1299">
                  <c:v>428.9</c:v>
                </c:pt>
                <c:pt idx="1300">
                  <c:v>434.85</c:v>
                </c:pt>
                <c:pt idx="1301">
                  <c:v>436.75</c:v>
                </c:pt>
                <c:pt idx="1302">
                  <c:v>432.15</c:v>
                </c:pt>
                <c:pt idx="1303">
                  <c:v>431.25</c:v>
                </c:pt>
                <c:pt idx="1304">
                  <c:v>441.15</c:v>
                </c:pt>
                <c:pt idx="1305">
                  <c:v>437.75</c:v>
                </c:pt>
                <c:pt idx="1306">
                  <c:v>442.8</c:v>
                </c:pt>
                <c:pt idx="1307">
                  <c:v>440.4</c:v>
                </c:pt>
                <c:pt idx="1308">
                  <c:v>430.85</c:v>
                </c:pt>
                <c:pt idx="1309">
                  <c:v>434.15</c:v>
                </c:pt>
                <c:pt idx="1310">
                  <c:v>430.85</c:v>
                </c:pt>
                <c:pt idx="1311">
                  <c:v>417.6</c:v>
                </c:pt>
                <c:pt idx="1312">
                  <c:v>408.4</c:v>
                </c:pt>
                <c:pt idx="1313">
                  <c:v>412.3</c:v>
                </c:pt>
                <c:pt idx="1314">
                  <c:v>418.3</c:v>
                </c:pt>
                <c:pt idx="1315">
                  <c:v>401.6</c:v>
                </c:pt>
                <c:pt idx="1316">
                  <c:v>396.1</c:v>
                </c:pt>
                <c:pt idx="1317">
                  <c:v>401.05</c:v>
                </c:pt>
                <c:pt idx="1318">
                  <c:v>409.25</c:v>
                </c:pt>
                <c:pt idx="1319">
                  <c:v>393.6</c:v>
                </c:pt>
                <c:pt idx="1320">
                  <c:v>382.35</c:v>
                </c:pt>
                <c:pt idx="1321">
                  <c:v>390.45</c:v>
                </c:pt>
                <c:pt idx="1322">
                  <c:v>385.85</c:v>
                </c:pt>
                <c:pt idx="1323">
                  <c:v>381.05</c:v>
                </c:pt>
                <c:pt idx="1324">
                  <c:v>381.3</c:v>
                </c:pt>
                <c:pt idx="1325">
                  <c:v>388.9</c:v>
                </c:pt>
                <c:pt idx="1326">
                  <c:v>381</c:v>
                </c:pt>
                <c:pt idx="1327">
                  <c:v>366.25</c:v>
                </c:pt>
                <c:pt idx="1328">
                  <c:v>354.2</c:v>
                </c:pt>
                <c:pt idx="1329">
                  <c:v>347.2</c:v>
                </c:pt>
                <c:pt idx="1330">
                  <c:v>363.1</c:v>
                </c:pt>
                <c:pt idx="1331">
                  <c:v>369</c:v>
                </c:pt>
                <c:pt idx="1332">
                  <c:v>361.7</c:v>
                </c:pt>
                <c:pt idx="1333">
                  <c:v>363.25</c:v>
                </c:pt>
                <c:pt idx="1334">
                  <c:v>358.7</c:v>
                </c:pt>
                <c:pt idx="1335">
                  <c:v>349.65</c:v>
                </c:pt>
                <c:pt idx="1336">
                  <c:v>343.35</c:v>
                </c:pt>
                <c:pt idx="1337">
                  <c:v>340.95</c:v>
                </c:pt>
                <c:pt idx="1338">
                  <c:v>345.1</c:v>
                </c:pt>
                <c:pt idx="1339">
                  <c:v>343.4</c:v>
                </c:pt>
                <c:pt idx="1340">
                  <c:v>354.1</c:v>
                </c:pt>
                <c:pt idx="1341">
                  <c:v>354.95</c:v>
                </c:pt>
                <c:pt idx="1342">
                  <c:v>354.35</c:v>
                </c:pt>
                <c:pt idx="1343">
                  <c:v>363</c:v>
                </c:pt>
                <c:pt idx="1344">
                  <c:v>358.55</c:v>
                </c:pt>
                <c:pt idx="1345">
                  <c:v>357.35</c:v>
                </c:pt>
                <c:pt idx="1346">
                  <c:v>358</c:v>
                </c:pt>
                <c:pt idx="1347">
                  <c:v>359.65</c:v>
                </c:pt>
                <c:pt idx="1348">
                  <c:v>363.15</c:v>
                </c:pt>
                <c:pt idx="1349">
                  <c:v>354.05</c:v>
                </c:pt>
                <c:pt idx="1350">
                  <c:v>356.85</c:v>
                </c:pt>
                <c:pt idx="1351">
                  <c:v>356.75</c:v>
                </c:pt>
                <c:pt idx="1352">
                  <c:v>355.2</c:v>
                </c:pt>
                <c:pt idx="1353">
                  <c:v>351.25</c:v>
                </c:pt>
                <c:pt idx="1354">
                  <c:v>358.1</c:v>
                </c:pt>
                <c:pt idx="1355">
                  <c:v>355.25</c:v>
                </c:pt>
                <c:pt idx="1356">
                  <c:v>355.75</c:v>
                </c:pt>
                <c:pt idx="1357">
                  <c:v>362.6</c:v>
                </c:pt>
                <c:pt idx="1358">
                  <c:v>361.25</c:v>
                </c:pt>
                <c:pt idx="1359">
                  <c:v>363.3</c:v>
                </c:pt>
                <c:pt idx="1360">
                  <c:v>356.35</c:v>
                </c:pt>
                <c:pt idx="1361">
                  <c:v>349.05</c:v>
                </c:pt>
                <c:pt idx="1362">
                  <c:v>349.7</c:v>
                </c:pt>
                <c:pt idx="1363">
                  <c:v>353.25</c:v>
                </c:pt>
                <c:pt idx="1364">
                  <c:v>349.5</c:v>
                </c:pt>
                <c:pt idx="1365">
                  <c:v>339.25</c:v>
                </c:pt>
                <c:pt idx="1366">
                  <c:v>339.35</c:v>
                </c:pt>
                <c:pt idx="1367">
                  <c:v>337.85</c:v>
                </c:pt>
                <c:pt idx="1368">
                  <c:v>334.4</c:v>
                </c:pt>
                <c:pt idx="1369">
                  <c:v>330.8</c:v>
                </c:pt>
                <c:pt idx="1370">
                  <c:v>334.4</c:v>
                </c:pt>
                <c:pt idx="1371">
                  <c:v>339.45</c:v>
                </c:pt>
                <c:pt idx="1372">
                  <c:v>339.45</c:v>
                </c:pt>
                <c:pt idx="1373">
                  <c:v>340.8</c:v>
                </c:pt>
                <c:pt idx="1374">
                  <c:v>348.6</c:v>
                </c:pt>
                <c:pt idx="1375">
                  <c:v>357.15</c:v>
                </c:pt>
                <c:pt idx="1376">
                  <c:v>364.05</c:v>
                </c:pt>
                <c:pt idx="1377">
                  <c:v>365.95</c:v>
                </c:pt>
                <c:pt idx="1378">
                  <c:v>363</c:v>
                </c:pt>
                <c:pt idx="1379">
                  <c:v>359.25</c:v>
                </c:pt>
                <c:pt idx="1380">
                  <c:v>341.7</c:v>
                </c:pt>
                <c:pt idx="1381">
                  <c:v>346.1</c:v>
                </c:pt>
                <c:pt idx="1382">
                  <c:v>339.75</c:v>
                </c:pt>
                <c:pt idx="1383">
                  <c:v>344.15</c:v>
                </c:pt>
                <c:pt idx="1384">
                  <c:v>345.95</c:v>
                </c:pt>
                <c:pt idx="1385">
                  <c:v>346.95</c:v>
                </c:pt>
                <c:pt idx="1386">
                  <c:v>350.2</c:v>
                </c:pt>
                <c:pt idx="1387">
                  <c:v>353.8</c:v>
                </c:pt>
                <c:pt idx="1388">
                  <c:v>362.3</c:v>
                </c:pt>
                <c:pt idx="1389">
                  <c:v>362.05</c:v>
                </c:pt>
                <c:pt idx="1390">
                  <c:v>360.35</c:v>
                </c:pt>
                <c:pt idx="1391">
                  <c:v>355.05</c:v>
                </c:pt>
                <c:pt idx="1392">
                  <c:v>350.6</c:v>
                </c:pt>
                <c:pt idx="1393">
                  <c:v>355.45</c:v>
                </c:pt>
                <c:pt idx="1394">
                  <c:v>362.55</c:v>
                </c:pt>
                <c:pt idx="1395">
                  <c:v>369.7</c:v>
                </c:pt>
                <c:pt idx="1396">
                  <c:v>371.65</c:v>
                </c:pt>
                <c:pt idx="1397">
                  <c:v>369.7</c:v>
                </c:pt>
                <c:pt idx="1398">
                  <c:v>378.75</c:v>
                </c:pt>
                <c:pt idx="1399">
                  <c:v>385.35</c:v>
                </c:pt>
                <c:pt idx="1400">
                  <c:v>390</c:v>
                </c:pt>
                <c:pt idx="1401">
                  <c:v>375.3</c:v>
                </c:pt>
                <c:pt idx="1402">
                  <c:v>367.65</c:v>
                </c:pt>
                <c:pt idx="1403">
                  <c:v>364.8</c:v>
                </c:pt>
                <c:pt idx="1404">
                  <c:v>373.15</c:v>
                </c:pt>
                <c:pt idx="1405">
                  <c:v>369.05</c:v>
                </c:pt>
                <c:pt idx="1406">
                  <c:v>383.1</c:v>
                </c:pt>
                <c:pt idx="1407">
                  <c:v>388.2</c:v>
                </c:pt>
                <c:pt idx="1408">
                  <c:v>387.95</c:v>
                </c:pt>
                <c:pt idx="1409">
                  <c:v>388.05</c:v>
                </c:pt>
                <c:pt idx="1410">
                  <c:v>398.05</c:v>
                </c:pt>
                <c:pt idx="1411">
                  <c:v>404.25</c:v>
                </c:pt>
                <c:pt idx="1412">
                  <c:v>402.85</c:v>
                </c:pt>
                <c:pt idx="1413">
                  <c:v>409.6</c:v>
                </c:pt>
                <c:pt idx="1414">
                  <c:v>414.35</c:v>
                </c:pt>
                <c:pt idx="1415">
                  <c:v>408.85</c:v>
                </c:pt>
                <c:pt idx="1416">
                  <c:v>402</c:v>
                </c:pt>
                <c:pt idx="1417">
                  <c:v>393</c:v>
                </c:pt>
                <c:pt idx="1418">
                  <c:v>383.35</c:v>
                </c:pt>
                <c:pt idx="1419">
                  <c:v>376</c:v>
                </c:pt>
                <c:pt idx="1420">
                  <c:v>382.9</c:v>
                </c:pt>
                <c:pt idx="1421">
                  <c:v>389</c:v>
                </c:pt>
                <c:pt idx="1422">
                  <c:v>384.15</c:v>
                </c:pt>
                <c:pt idx="1423">
                  <c:v>391.15</c:v>
                </c:pt>
                <c:pt idx="1424">
                  <c:v>390.55</c:v>
                </c:pt>
                <c:pt idx="1425">
                  <c:v>393.2</c:v>
                </c:pt>
                <c:pt idx="1426">
                  <c:v>405.6</c:v>
                </c:pt>
                <c:pt idx="1427">
                  <c:v>404.95</c:v>
                </c:pt>
                <c:pt idx="1428">
                  <c:v>406.3</c:v>
                </c:pt>
                <c:pt idx="1429">
                  <c:v>409.45</c:v>
                </c:pt>
                <c:pt idx="1430">
                  <c:v>409.55</c:v>
                </c:pt>
                <c:pt idx="1431">
                  <c:v>411.85</c:v>
                </c:pt>
                <c:pt idx="1432">
                  <c:v>408.35</c:v>
                </c:pt>
                <c:pt idx="1433">
                  <c:v>405</c:v>
                </c:pt>
                <c:pt idx="1434">
                  <c:v>414.05</c:v>
                </c:pt>
                <c:pt idx="1435">
                  <c:v>421.8</c:v>
                </c:pt>
                <c:pt idx="1436">
                  <c:v>429.7</c:v>
                </c:pt>
                <c:pt idx="1437">
                  <c:v>428.15</c:v>
                </c:pt>
                <c:pt idx="1438">
                  <c:v>418.4</c:v>
                </c:pt>
                <c:pt idx="1439">
                  <c:v>401.85</c:v>
                </c:pt>
                <c:pt idx="1440">
                  <c:v>402.45</c:v>
                </c:pt>
                <c:pt idx="1441">
                  <c:v>416.1</c:v>
                </c:pt>
                <c:pt idx="1442">
                  <c:v>416.95</c:v>
                </c:pt>
                <c:pt idx="1443">
                  <c:v>417.4</c:v>
                </c:pt>
                <c:pt idx="1444">
                  <c:v>417.8</c:v>
                </c:pt>
                <c:pt idx="1445">
                  <c:v>423.5</c:v>
                </c:pt>
                <c:pt idx="1446">
                  <c:v>426</c:v>
                </c:pt>
                <c:pt idx="1447">
                  <c:v>433.1</c:v>
                </c:pt>
                <c:pt idx="1448">
                  <c:v>424.4</c:v>
                </c:pt>
                <c:pt idx="1449">
                  <c:v>403.75</c:v>
                </c:pt>
                <c:pt idx="1450">
                  <c:v>395.35</c:v>
                </c:pt>
                <c:pt idx="1451">
                  <c:v>388.2</c:v>
                </c:pt>
                <c:pt idx="1452">
                  <c:v>394.2</c:v>
                </c:pt>
                <c:pt idx="1453">
                  <c:v>376.3</c:v>
                </c:pt>
                <c:pt idx="1454">
                  <c:v>379</c:v>
                </c:pt>
                <c:pt idx="1455">
                  <c:v>384.35</c:v>
                </c:pt>
                <c:pt idx="1456">
                  <c:v>374.85</c:v>
                </c:pt>
                <c:pt idx="1457">
                  <c:v>361.55</c:v>
                </c:pt>
                <c:pt idx="1458">
                  <c:v>358.6</c:v>
                </c:pt>
                <c:pt idx="1459">
                  <c:v>367.4</c:v>
                </c:pt>
                <c:pt idx="1460">
                  <c:v>352.3</c:v>
                </c:pt>
                <c:pt idx="1461">
                  <c:v>350.5</c:v>
                </c:pt>
                <c:pt idx="1462">
                  <c:v>346.9</c:v>
                </c:pt>
                <c:pt idx="1463">
                  <c:v>337.6</c:v>
                </c:pt>
                <c:pt idx="1464">
                  <c:v>330.8</c:v>
                </c:pt>
                <c:pt idx="1465">
                  <c:v>339.4</c:v>
                </c:pt>
                <c:pt idx="1466">
                  <c:v>340.15</c:v>
                </c:pt>
                <c:pt idx="1467">
                  <c:v>348.95</c:v>
                </c:pt>
                <c:pt idx="1468">
                  <c:v>363.65</c:v>
                </c:pt>
                <c:pt idx="1469">
                  <c:v>362.1</c:v>
                </c:pt>
                <c:pt idx="1470">
                  <c:v>362.75</c:v>
                </c:pt>
                <c:pt idx="1471">
                  <c:v>363.35</c:v>
                </c:pt>
                <c:pt idx="1472">
                  <c:v>371.3</c:v>
                </c:pt>
                <c:pt idx="1473">
                  <c:v>365.6</c:v>
                </c:pt>
                <c:pt idx="1474">
                  <c:v>367.55</c:v>
                </c:pt>
                <c:pt idx="1475">
                  <c:v>367.05</c:v>
                </c:pt>
                <c:pt idx="1476">
                  <c:v>370.2</c:v>
                </c:pt>
                <c:pt idx="1477">
                  <c:v>360.8</c:v>
                </c:pt>
                <c:pt idx="1478">
                  <c:v>351.1</c:v>
                </c:pt>
                <c:pt idx="1479">
                  <c:v>342.65</c:v>
                </c:pt>
                <c:pt idx="1480">
                  <c:v>342.4</c:v>
                </c:pt>
                <c:pt idx="1481">
                  <c:v>342.25</c:v>
                </c:pt>
                <c:pt idx="1482">
                  <c:v>344.2</c:v>
                </c:pt>
                <c:pt idx="1483">
                  <c:v>344.75</c:v>
                </c:pt>
                <c:pt idx="1484">
                  <c:v>347.9</c:v>
                </c:pt>
                <c:pt idx="1485">
                  <c:v>349.7</c:v>
                </c:pt>
                <c:pt idx="1486">
                  <c:v>350.3</c:v>
                </c:pt>
                <c:pt idx="1487">
                  <c:v>357.05</c:v>
                </c:pt>
                <c:pt idx="1488">
                  <c:v>354.1</c:v>
                </c:pt>
                <c:pt idx="1489">
                  <c:v>351.15</c:v>
                </c:pt>
                <c:pt idx="1490">
                  <c:v>349.7</c:v>
                </c:pt>
                <c:pt idx="1491">
                  <c:v>347.7</c:v>
                </c:pt>
                <c:pt idx="1492">
                  <c:v>356.05</c:v>
                </c:pt>
                <c:pt idx="1493">
                  <c:v>363.05</c:v>
                </c:pt>
                <c:pt idx="1494">
                  <c:v>369.55</c:v>
                </c:pt>
                <c:pt idx="1495">
                  <c:v>378.15</c:v>
                </c:pt>
                <c:pt idx="1496">
                  <c:v>368.85</c:v>
                </c:pt>
                <c:pt idx="1497">
                  <c:v>367.9</c:v>
                </c:pt>
                <c:pt idx="1498">
                  <c:v>380.05</c:v>
                </c:pt>
                <c:pt idx="1499">
                  <c:v>374.45</c:v>
                </c:pt>
                <c:pt idx="1500">
                  <c:v>375.35</c:v>
                </c:pt>
                <c:pt idx="1501">
                  <c:v>381.5</c:v>
                </c:pt>
                <c:pt idx="1502">
                  <c:v>368.5</c:v>
                </c:pt>
                <c:pt idx="1503">
                  <c:v>368.6</c:v>
                </c:pt>
                <c:pt idx="1504">
                  <c:v>375.3</c:v>
                </c:pt>
                <c:pt idx="1505">
                  <c:v>371.05</c:v>
                </c:pt>
                <c:pt idx="1506">
                  <c:v>370.35</c:v>
                </c:pt>
                <c:pt idx="1507">
                  <c:v>379.95</c:v>
                </c:pt>
                <c:pt idx="1508">
                  <c:v>379</c:v>
                </c:pt>
                <c:pt idx="1509">
                  <c:v>386.2</c:v>
                </c:pt>
                <c:pt idx="1510">
                  <c:v>384.25</c:v>
                </c:pt>
                <c:pt idx="1511">
                  <c:v>380.4</c:v>
                </c:pt>
                <c:pt idx="1512">
                  <c:v>384.2</c:v>
                </c:pt>
                <c:pt idx="1513">
                  <c:v>380.05</c:v>
                </c:pt>
                <c:pt idx="1514">
                  <c:v>372.25</c:v>
                </c:pt>
                <c:pt idx="1515">
                  <c:v>369.3</c:v>
                </c:pt>
                <c:pt idx="1516">
                  <c:v>367.15</c:v>
                </c:pt>
                <c:pt idx="1517">
                  <c:v>356.25</c:v>
                </c:pt>
                <c:pt idx="1518">
                  <c:v>348.6</c:v>
                </c:pt>
                <c:pt idx="1519">
                  <c:v>351.15</c:v>
                </c:pt>
                <c:pt idx="1520">
                  <c:v>360.45</c:v>
                </c:pt>
                <c:pt idx="1521">
                  <c:v>362.15</c:v>
                </c:pt>
                <c:pt idx="1522">
                  <c:v>357.1</c:v>
                </c:pt>
                <c:pt idx="1523">
                  <c:v>364.45</c:v>
                </c:pt>
                <c:pt idx="1524">
                  <c:v>363.25</c:v>
                </c:pt>
                <c:pt idx="1525">
                  <c:v>395.35</c:v>
                </c:pt>
                <c:pt idx="1526">
                  <c:v>396.95</c:v>
                </c:pt>
                <c:pt idx="1527">
                  <c:v>404.45</c:v>
                </c:pt>
                <c:pt idx="1528">
                  <c:v>397.5</c:v>
                </c:pt>
                <c:pt idx="1529">
                  <c:v>402.05</c:v>
                </c:pt>
                <c:pt idx="1530">
                  <c:v>400.85</c:v>
                </c:pt>
                <c:pt idx="1531">
                  <c:v>406.9</c:v>
                </c:pt>
                <c:pt idx="1532">
                  <c:v>408.75</c:v>
                </c:pt>
                <c:pt idx="1533">
                  <c:v>392.25</c:v>
                </c:pt>
                <c:pt idx="1534">
                  <c:v>389.25</c:v>
                </c:pt>
                <c:pt idx="1535">
                  <c:v>392.15</c:v>
                </c:pt>
                <c:pt idx="1536">
                  <c:v>383.5</c:v>
                </c:pt>
                <c:pt idx="1537">
                  <c:v>387.85</c:v>
                </c:pt>
                <c:pt idx="1538">
                  <c:v>391.8</c:v>
                </c:pt>
                <c:pt idx="1539">
                  <c:v>386.8</c:v>
                </c:pt>
                <c:pt idx="1540">
                  <c:v>395.15</c:v>
                </c:pt>
                <c:pt idx="1541">
                  <c:v>402.95</c:v>
                </c:pt>
                <c:pt idx="1542">
                  <c:v>411.5</c:v>
                </c:pt>
                <c:pt idx="1543">
                  <c:v>418.65</c:v>
                </c:pt>
                <c:pt idx="1544">
                  <c:v>423.3</c:v>
                </c:pt>
                <c:pt idx="1545">
                  <c:v>422.1</c:v>
                </c:pt>
                <c:pt idx="1546">
                  <c:v>431</c:v>
                </c:pt>
                <c:pt idx="1547">
                  <c:v>442.3</c:v>
                </c:pt>
                <c:pt idx="1548">
                  <c:v>449.95</c:v>
                </c:pt>
                <c:pt idx="1549">
                  <c:v>454.25</c:v>
                </c:pt>
                <c:pt idx="1550">
                  <c:v>473.3</c:v>
                </c:pt>
                <c:pt idx="1551">
                  <c:v>468.3</c:v>
                </c:pt>
                <c:pt idx="1552">
                  <c:v>443.75</c:v>
                </c:pt>
                <c:pt idx="1553">
                  <c:v>451.6</c:v>
                </c:pt>
                <c:pt idx="1554">
                  <c:v>455.65</c:v>
                </c:pt>
                <c:pt idx="1555">
                  <c:v>460.25</c:v>
                </c:pt>
                <c:pt idx="1556">
                  <c:v>458.85</c:v>
                </c:pt>
                <c:pt idx="1557">
                  <c:v>469.85</c:v>
                </c:pt>
                <c:pt idx="1558">
                  <c:v>462.3</c:v>
                </c:pt>
                <c:pt idx="1559">
                  <c:v>467.1</c:v>
                </c:pt>
                <c:pt idx="1560">
                  <c:v>468.2</c:v>
                </c:pt>
                <c:pt idx="1561">
                  <c:v>469.3</c:v>
                </c:pt>
                <c:pt idx="1562">
                  <c:v>485.3</c:v>
                </c:pt>
                <c:pt idx="1563">
                  <c:v>493.4</c:v>
                </c:pt>
                <c:pt idx="1564">
                  <c:v>517.85</c:v>
                </c:pt>
                <c:pt idx="1565">
                  <c:v>522.20000000000005</c:v>
                </c:pt>
                <c:pt idx="1566">
                  <c:v>522.25</c:v>
                </c:pt>
                <c:pt idx="1567">
                  <c:v>521.75</c:v>
                </c:pt>
                <c:pt idx="1568">
                  <c:v>536.5</c:v>
                </c:pt>
                <c:pt idx="1569">
                  <c:v>543.1</c:v>
                </c:pt>
                <c:pt idx="1570">
                  <c:v>542.70000000000005</c:v>
                </c:pt>
                <c:pt idx="1571">
                  <c:v>542.29999999999995</c:v>
                </c:pt>
                <c:pt idx="1572">
                  <c:v>540.75</c:v>
                </c:pt>
                <c:pt idx="1573">
                  <c:v>578.85</c:v>
                </c:pt>
                <c:pt idx="1574">
                  <c:v>558.5</c:v>
                </c:pt>
                <c:pt idx="1575">
                  <c:v>564.75</c:v>
                </c:pt>
                <c:pt idx="1576">
                  <c:v>595.29999999999995</c:v>
                </c:pt>
                <c:pt idx="1577">
                  <c:v>589.6</c:v>
                </c:pt>
                <c:pt idx="1578">
                  <c:v>608.75</c:v>
                </c:pt>
                <c:pt idx="1579">
                  <c:v>643.9</c:v>
                </c:pt>
                <c:pt idx="1580">
                  <c:v>654.45000000000005</c:v>
                </c:pt>
                <c:pt idx="1581">
                  <c:v>653.45000000000005</c:v>
                </c:pt>
                <c:pt idx="1582">
                  <c:v>623</c:v>
                </c:pt>
                <c:pt idx="1583">
                  <c:v>655.35</c:v>
                </c:pt>
                <c:pt idx="1584">
                  <c:v>637.9</c:v>
                </c:pt>
                <c:pt idx="1585">
                  <c:v>634.15</c:v>
                </c:pt>
                <c:pt idx="1586">
                  <c:v>645.85</c:v>
                </c:pt>
                <c:pt idx="1587">
                  <c:v>671.05</c:v>
                </c:pt>
                <c:pt idx="1588">
                  <c:v>665.4</c:v>
                </c:pt>
                <c:pt idx="1589">
                  <c:v>656.25</c:v>
                </c:pt>
                <c:pt idx="1590">
                  <c:v>640.45000000000005</c:v>
                </c:pt>
                <c:pt idx="1591">
                  <c:v>644.5</c:v>
                </c:pt>
                <c:pt idx="1592">
                  <c:v>659.95</c:v>
                </c:pt>
                <c:pt idx="1593">
                  <c:v>668.1</c:v>
                </c:pt>
                <c:pt idx="1594">
                  <c:v>639.04999999999995</c:v>
                </c:pt>
                <c:pt idx="1595">
                  <c:v>643.85</c:v>
                </c:pt>
                <c:pt idx="1596">
                  <c:v>586.65</c:v>
                </c:pt>
                <c:pt idx="1597">
                  <c:v>574.25</c:v>
                </c:pt>
                <c:pt idx="1598">
                  <c:v>611.9</c:v>
                </c:pt>
                <c:pt idx="1599">
                  <c:v>545.04999999999995</c:v>
                </c:pt>
                <c:pt idx="1600">
                  <c:v>504.3</c:v>
                </c:pt>
                <c:pt idx="1601">
                  <c:v>470.9</c:v>
                </c:pt>
                <c:pt idx="1602">
                  <c:v>510.75</c:v>
                </c:pt>
                <c:pt idx="1603">
                  <c:v>483.9</c:v>
                </c:pt>
                <c:pt idx="1604">
                  <c:v>515.85</c:v>
                </c:pt>
                <c:pt idx="1605">
                  <c:v>538.95000000000005</c:v>
                </c:pt>
                <c:pt idx="1606">
                  <c:v>562.15</c:v>
                </c:pt>
                <c:pt idx="1607">
                  <c:v>547</c:v>
                </c:pt>
                <c:pt idx="1608">
                  <c:v>517.20000000000005</c:v>
                </c:pt>
                <c:pt idx="1609">
                  <c:v>488.95</c:v>
                </c:pt>
                <c:pt idx="1610">
                  <c:v>517.79999999999995</c:v>
                </c:pt>
                <c:pt idx="1611">
                  <c:v>494.4</c:v>
                </c:pt>
                <c:pt idx="1612">
                  <c:v>480.35</c:v>
                </c:pt>
                <c:pt idx="1613">
                  <c:v>460.9</c:v>
                </c:pt>
                <c:pt idx="1614">
                  <c:v>424.9</c:v>
                </c:pt>
                <c:pt idx="1615">
                  <c:v>456.05</c:v>
                </c:pt>
                <c:pt idx="1616">
                  <c:v>426.85</c:v>
                </c:pt>
                <c:pt idx="1617">
                  <c:v>388.1</c:v>
                </c:pt>
                <c:pt idx="1618">
                  <c:v>384.15</c:v>
                </c:pt>
                <c:pt idx="1619">
                  <c:v>413.8</c:v>
                </c:pt>
                <c:pt idx="1620">
                  <c:v>460.3</c:v>
                </c:pt>
                <c:pt idx="1621">
                  <c:v>476.4</c:v>
                </c:pt>
                <c:pt idx="1622">
                  <c:v>465.85</c:v>
                </c:pt>
                <c:pt idx="1623">
                  <c:v>477.9</c:v>
                </c:pt>
                <c:pt idx="1624">
                  <c:v>489.5</c:v>
                </c:pt>
                <c:pt idx="1625">
                  <c:v>512.6</c:v>
                </c:pt>
                <c:pt idx="1626">
                  <c:v>532.35</c:v>
                </c:pt>
                <c:pt idx="1627">
                  <c:v>496.75</c:v>
                </c:pt>
                <c:pt idx="1628">
                  <c:v>518.54999999999995</c:v>
                </c:pt>
                <c:pt idx="1629">
                  <c:v>514.29999999999995</c:v>
                </c:pt>
                <c:pt idx="1630">
                  <c:v>509.7</c:v>
                </c:pt>
                <c:pt idx="1631">
                  <c:v>533.65</c:v>
                </c:pt>
                <c:pt idx="1632">
                  <c:v>542.25</c:v>
                </c:pt>
                <c:pt idx="1633">
                  <c:v>537.79999999999995</c:v>
                </c:pt>
                <c:pt idx="1634">
                  <c:v>563.65</c:v>
                </c:pt>
                <c:pt idx="1635">
                  <c:v>547.35</c:v>
                </c:pt>
                <c:pt idx="1636">
                  <c:v>522.9</c:v>
                </c:pt>
                <c:pt idx="1637">
                  <c:v>527.54999999999995</c:v>
                </c:pt>
                <c:pt idx="1638">
                  <c:v>514.5</c:v>
                </c:pt>
                <c:pt idx="1639">
                  <c:v>519.95000000000005</c:v>
                </c:pt>
                <c:pt idx="1640">
                  <c:v>519.29999999999995</c:v>
                </c:pt>
                <c:pt idx="1641">
                  <c:v>511.35</c:v>
                </c:pt>
                <c:pt idx="1642">
                  <c:v>494.45</c:v>
                </c:pt>
                <c:pt idx="1643">
                  <c:v>477.75</c:v>
                </c:pt>
                <c:pt idx="1644">
                  <c:v>460.2</c:v>
                </c:pt>
                <c:pt idx="1645">
                  <c:v>487.05</c:v>
                </c:pt>
                <c:pt idx="1646">
                  <c:v>483.05</c:v>
                </c:pt>
                <c:pt idx="1647">
                  <c:v>479</c:v>
                </c:pt>
                <c:pt idx="1648">
                  <c:v>495.6</c:v>
                </c:pt>
                <c:pt idx="1649">
                  <c:v>496.45</c:v>
                </c:pt>
                <c:pt idx="1650">
                  <c:v>497.75</c:v>
                </c:pt>
                <c:pt idx="1651">
                  <c:v>497.7</c:v>
                </c:pt>
                <c:pt idx="1652">
                  <c:v>496.2</c:v>
                </c:pt>
                <c:pt idx="1653">
                  <c:v>496.4</c:v>
                </c:pt>
                <c:pt idx="1654">
                  <c:v>511.05</c:v>
                </c:pt>
                <c:pt idx="1655">
                  <c:v>509.7</c:v>
                </c:pt>
                <c:pt idx="1656">
                  <c:v>510.5</c:v>
                </c:pt>
                <c:pt idx="1657">
                  <c:v>503.85</c:v>
                </c:pt>
                <c:pt idx="1658">
                  <c:v>511.15</c:v>
                </c:pt>
                <c:pt idx="1659">
                  <c:v>516.9</c:v>
                </c:pt>
                <c:pt idx="1660">
                  <c:v>516.15</c:v>
                </c:pt>
                <c:pt idx="1661">
                  <c:v>525.35</c:v>
                </c:pt>
                <c:pt idx="1662">
                  <c:v>531.70000000000005</c:v>
                </c:pt>
                <c:pt idx="1663">
                  <c:v>532.45000000000005</c:v>
                </c:pt>
                <c:pt idx="1664">
                  <c:v>518.65</c:v>
                </c:pt>
                <c:pt idx="1665">
                  <c:v>513</c:v>
                </c:pt>
                <c:pt idx="1666">
                  <c:v>508.05</c:v>
                </c:pt>
                <c:pt idx="1667">
                  <c:v>515.45000000000005</c:v>
                </c:pt>
                <c:pt idx="1668">
                  <c:v>505.5</c:v>
                </c:pt>
                <c:pt idx="1669">
                  <c:v>517.45000000000005</c:v>
                </c:pt>
                <c:pt idx="1670">
                  <c:v>525.75</c:v>
                </c:pt>
                <c:pt idx="1671">
                  <c:v>527.54999999999995</c:v>
                </c:pt>
                <c:pt idx="1672">
                  <c:v>517.25</c:v>
                </c:pt>
                <c:pt idx="1673">
                  <c:v>506.85</c:v>
                </c:pt>
                <c:pt idx="1674">
                  <c:v>496.25</c:v>
                </c:pt>
                <c:pt idx="1675">
                  <c:v>501.85</c:v>
                </c:pt>
                <c:pt idx="1676">
                  <c:v>506.1</c:v>
                </c:pt>
                <c:pt idx="1677">
                  <c:v>513.9</c:v>
                </c:pt>
                <c:pt idx="1678">
                  <c:v>521.6</c:v>
                </c:pt>
                <c:pt idx="1679">
                  <c:v>522.20000000000005</c:v>
                </c:pt>
                <c:pt idx="1680">
                  <c:v>525.45000000000005</c:v>
                </c:pt>
                <c:pt idx="1681">
                  <c:v>496.7</c:v>
                </c:pt>
                <c:pt idx="1682">
                  <c:v>501</c:v>
                </c:pt>
                <c:pt idx="1683">
                  <c:v>501.95</c:v>
                </c:pt>
                <c:pt idx="1684">
                  <c:v>508.05</c:v>
                </c:pt>
                <c:pt idx="1685">
                  <c:v>504.3</c:v>
                </c:pt>
                <c:pt idx="1686">
                  <c:v>498.35</c:v>
                </c:pt>
                <c:pt idx="1687">
                  <c:v>488.3</c:v>
                </c:pt>
                <c:pt idx="1688">
                  <c:v>496.15</c:v>
                </c:pt>
                <c:pt idx="1689">
                  <c:v>502.95</c:v>
                </c:pt>
                <c:pt idx="1690">
                  <c:v>496.8</c:v>
                </c:pt>
                <c:pt idx="1691">
                  <c:v>507.7</c:v>
                </c:pt>
                <c:pt idx="1692">
                  <c:v>513.04999999999995</c:v>
                </c:pt>
                <c:pt idx="1693">
                  <c:v>516.35</c:v>
                </c:pt>
                <c:pt idx="1694">
                  <c:v>519.04999999999995</c:v>
                </c:pt>
                <c:pt idx="1695">
                  <c:v>535.65</c:v>
                </c:pt>
                <c:pt idx="1696">
                  <c:v>534.95000000000005</c:v>
                </c:pt>
                <c:pt idx="1697">
                  <c:v>523.75</c:v>
                </c:pt>
                <c:pt idx="1698">
                  <c:v>537.4</c:v>
                </c:pt>
                <c:pt idx="1699">
                  <c:v>536.6</c:v>
                </c:pt>
                <c:pt idx="1700">
                  <c:v>526.29999999999995</c:v>
                </c:pt>
                <c:pt idx="1701">
                  <c:v>517.9</c:v>
                </c:pt>
                <c:pt idx="1702">
                  <c:v>507.1</c:v>
                </c:pt>
                <c:pt idx="1703">
                  <c:v>516.25</c:v>
                </c:pt>
                <c:pt idx="1704">
                  <c:v>511.7</c:v>
                </c:pt>
                <c:pt idx="1705">
                  <c:v>511.75</c:v>
                </c:pt>
                <c:pt idx="1706">
                  <c:v>515.65</c:v>
                </c:pt>
                <c:pt idx="1707">
                  <c:v>509</c:v>
                </c:pt>
                <c:pt idx="1708">
                  <c:v>502.15</c:v>
                </c:pt>
                <c:pt idx="1709">
                  <c:v>508.4</c:v>
                </c:pt>
                <c:pt idx="1710">
                  <c:v>516</c:v>
                </c:pt>
                <c:pt idx="1711">
                  <c:v>508.8</c:v>
                </c:pt>
                <c:pt idx="1712">
                  <c:v>500.55</c:v>
                </c:pt>
                <c:pt idx="1713">
                  <c:v>500.55</c:v>
                </c:pt>
                <c:pt idx="1714">
                  <c:v>498.15</c:v>
                </c:pt>
                <c:pt idx="1715">
                  <c:v>490.45</c:v>
                </c:pt>
                <c:pt idx="1716">
                  <c:v>489.9</c:v>
                </c:pt>
                <c:pt idx="1717">
                  <c:v>486.8</c:v>
                </c:pt>
                <c:pt idx="1718">
                  <c:v>492.65</c:v>
                </c:pt>
                <c:pt idx="1719">
                  <c:v>506.4</c:v>
                </c:pt>
                <c:pt idx="1720">
                  <c:v>497.2</c:v>
                </c:pt>
                <c:pt idx="1721">
                  <c:v>494.15</c:v>
                </c:pt>
                <c:pt idx="1722">
                  <c:v>502.1</c:v>
                </c:pt>
                <c:pt idx="1723">
                  <c:v>502.3</c:v>
                </c:pt>
                <c:pt idx="1724">
                  <c:v>497.1</c:v>
                </c:pt>
                <c:pt idx="1725">
                  <c:v>491.65</c:v>
                </c:pt>
                <c:pt idx="1726">
                  <c:v>486.2</c:v>
                </c:pt>
                <c:pt idx="1727">
                  <c:v>482.3</c:v>
                </c:pt>
                <c:pt idx="1728">
                  <c:v>476.35</c:v>
                </c:pt>
                <c:pt idx="1729">
                  <c:v>462.3</c:v>
                </c:pt>
                <c:pt idx="1730">
                  <c:v>475.7</c:v>
                </c:pt>
                <c:pt idx="1731">
                  <c:v>473.05</c:v>
                </c:pt>
                <c:pt idx="1732">
                  <c:v>471.05</c:v>
                </c:pt>
                <c:pt idx="1733">
                  <c:v>483.1</c:v>
                </c:pt>
                <c:pt idx="1734">
                  <c:v>482.35</c:v>
                </c:pt>
                <c:pt idx="1735">
                  <c:v>476</c:v>
                </c:pt>
                <c:pt idx="1736">
                  <c:v>477.4</c:v>
                </c:pt>
                <c:pt idx="1737">
                  <c:v>467.9</c:v>
                </c:pt>
                <c:pt idx="1738">
                  <c:v>468.15</c:v>
                </c:pt>
                <c:pt idx="1739">
                  <c:v>468.55</c:v>
                </c:pt>
                <c:pt idx="1740">
                  <c:v>493.05</c:v>
                </c:pt>
                <c:pt idx="1741">
                  <c:v>491.05</c:v>
                </c:pt>
                <c:pt idx="1742">
                  <c:v>492.05</c:v>
                </c:pt>
                <c:pt idx="1743">
                  <c:v>484.7</c:v>
                </c:pt>
                <c:pt idx="1744">
                  <c:v>453.85</c:v>
                </c:pt>
                <c:pt idx="1745">
                  <c:v>441.4</c:v>
                </c:pt>
                <c:pt idx="1746">
                  <c:v>436.55</c:v>
                </c:pt>
                <c:pt idx="1747">
                  <c:v>435.8</c:v>
                </c:pt>
                <c:pt idx="1748">
                  <c:v>459.15</c:v>
                </c:pt>
                <c:pt idx="1749">
                  <c:v>468.15</c:v>
                </c:pt>
                <c:pt idx="1750">
                  <c:v>455.05</c:v>
                </c:pt>
                <c:pt idx="1751">
                  <c:v>465.1</c:v>
                </c:pt>
                <c:pt idx="1752">
                  <c:v>468.4</c:v>
                </c:pt>
                <c:pt idx="1753">
                  <c:v>478.6</c:v>
                </c:pt>
                <c:pt idx="1754">
                  <c:v>477.75</c:v>
                </c:pt>
                <c:pt idx="1755">
                  <c:v>481.1</c:v>
                </c:pt>
                <c:pt idx="1756">
                  <c:v>476.45</c:v>
                </c:pt>
                <c:pt idx="1757">
                  <c:v>482.25</c:v>
                </c:pt>
                <c:pt idx="1758">
                  <c:v>478.7</c:v>
                </c:pt>
                <c:pt idx="1759">
                  <c:v>471.45</c:v>
                </c:pt>
                <c:pt idx="1760">
                  <c:v>465.8</c:v>
                </c:pt>
                <c:pt idx="1761">
                  <c:v>468.65</c:v>
                </c:pt>
                <c:pt idx="1762">
                  <c:v>463.95</c:v>
                </c:pt>
                <c:pt idx="1763">
                  <c:v>454.95</c:v>
                </c:pt>
                <c:pt idx="1764">
                  <c:v>452.05</c:v>
                </c:pt>
                <c:pt idx="1765">
                  <c:v>462.1</c:v>
                </c:pt>
                <c:pt idx="1766">
                  <c:v>468.15</c:v>
                </c:pt>
                <c:pt idx="1767">
                  <c:v>486</c:v>
                </c:pt>
                <c:pt idx="1768">
                  <c:v>482.45</c:v>
                </c:pt>
                <c:pt idx="1769">
                  <c:v>484.1</c:v>
                </c:pt>
                <c:pt idx="1770">
                  <c:v>475.75</c:v>
                </c:pt>
                <c:pt idx="1771">
                  <c:v>467.8</c:v>
                </c:pt>
                <c:pt idx="1772">
                  <c:v>471.35</c:v>
                </c:pt>
                <c:pt idx="1773">
                  <c:v>464.6</c:v>
                </c:pt>
                <c:pt idx="1774">
                  <c:v>480.8</c:v>
                </c:pt>
                <c:pt idx="1775">
                  <c:v>510.1</c:v>
                </c:pt>
                <c:pt idx="1776">
                  <c:v>519.25</c:v>
                </c:pt>
                <c:pt idx="1777">
                  <c:v>464.9</c:v>
                </c:pt>
                <c:pt idx="1778">
                  <c:v>457.4</c:v>
                </c:pt>
                <c:pt idx="1779">
                  <c:v>462.65</c:v>
                </c:pt>
                <c:pt idx="1780">
                  <c:v>470</c:v>
                </c:pt>
                <c:pt idx="1781">
                  <c:v>464.9</c:v>
                </c:pt>
                <c:pt idx="1782">
                  <c:v>464.55</c:v>
                </c:pt>
                <c:pt idx="1783">
                  <c:v>462.65</c:v>
                </c:pt>
                <c:pt idx="1784">
                  <c:v>453.3</c:v>
                </c:pt>
                <c:pt idx="1785">
                  <c:v>443.8</c:v>
                </c:pt>
                <c:pt idx="1786">
                  <c:v>432.35</c:v>
                </c:pt>
                <c:pt idx="1787">
                  <c:v>438.55</c:v>
                </c:pt>
                <c:pt idx="1788">
                  <c:v>442.25</c:v>
                </c:pt>
                <c:pt idx="1789">
                  <c:v>443.6</c:v>
                </c:pt>
                <c:pt idx="1790">
                  <c:v>444.35</c:v>
                </c:pt>
                <c:pt idx="1791">
                  <c:v>455</c:v>
                </c:pt>
                <c:pt idx="1792">
                  <c:v>454.7</c:v>
                </c:pt>
                <c:pt idx="1793">
                  <c:v>460.25</c:v>
                </c:pt>
                <c:pt idx="1794">
                  <c:v>470</c:v>
                </c:pt>
                <c:pt idx="1795">
                  <c:v>469</c:v>
                </c:pt>
                <c:pt idx="1796">
                  <c:v>442.5</c:v>
                </c:pt>
                <c:pt idx="1797">
                  <c:v>451.1</c:v>
                </c:pt>
                <c:pt idx="1798">
                  <c:v>443.45</c:v>
                </c:pt>
                <c:pt idx="1799">
                  <c:v>420.75</c:v>
                </c:pt>
                <c:pt idx="1800">
                  <c:v>419.25</c:v>
                </c:pt>
                <c:pt idx="1801">
                  <c:v>413.25</c:v>
                </c:pt>
                <c:pt idx="1802">
                  <c:v>427.75</c:v>
                </c:pt>
                <c:pt idx="1803">
                  <c:v>433.8</c:v>
                </c:pt>
                <c:pt idx="1804">
                  <c:v>435.5</c:v>
                </c:pt>
                <c:pt idx="1805">
                  <c:v>444.75</c:v>
                </c:pt>
                <c:pt idx="1806">
                  <c:v>429.95</c:v>
                </c:pt>
                <c:pt idx="1807">
                  <c:v>433.25</c:v>
                </c:pt>
                <c:pt idx="1808">
                  <c:v>430.55</c:v>
                </c:pt>
                <c:pt idx="1809">
                  <c:v>429.9</c:v>
                </c:pt>
                <c:pt idx="1810">
                  <c:v>423.45</c:v>
                </c:pt>
                <c:pt idx="1811">
                  <c:v>430.15</c:v>
                </c:pt>
                <c:pt idx="1812">
                  <c:v>442.05</c:v>
                </c:pt>
                <c:pt idx="1813">
                  <c:v>438.3</c:v>
                </c:pt>
                <c:pt idx="1814">
                  <c:v>441.8</c:v>
                </c:pt>
                <c:pt idx="1815">
                  <c:v>441.35</c:v>
                </c:pt>
                <c:pt idx="1816">
                  <c:v>439.95</c:v>
                </c:pt>
                <c:pt idx="1817">
                  <c:v>449.65</c:v>
                </c:pt>
                <c:pt idx="1818">
                  <c:v>423.9</c:v>
                </c:pt>
                <c:pt idx="1819">
                  <c:v>431.15</c:v>
                </c:pt>
                <c:pt idx="1820">
                  <c:v>438</c:v>
                </c:pt>
                <c:pt idx="1821">
                  <c:v>465.5</c:v>
                </c:pt>
                <c:pt idx="1822">
                  <c:v>493.45</c:v>
                </c:pt>
                <c:pt idx="1823">
                  <c:v>495.6</c:v>
                </c:pt>
                <c:pt idx="1824">
                  <c:v>511.5</c:v>
                </c:pt>
                <c:pt idx="1825">
                  <c:v>496.05</c:v>
                </c:pt>
                <c:pt idx="1826">
                  <c:v>511.2</c:v>
                </c:pt>
                <c:pt idx="1827">
                  <c:v>534.5</c:v>
                </c:pt>
                <c:pt idx="1828">
                  <c:v>527.95000000000005</c:v>
                </c:pt>
                <c:pt idx="1829">
                  <c:v>511.5</c:v>
                </c:pt>
                <c:pt idx="1830">
                  <c:v>505.8</c:v>
                </c:pt>
                <c:pt idx="1831">
                  <c:v>533.35</c:v>
                </c:pt>
                <c:pt idx="1832">
                  <c:v>557.1</c:v>
                </c:pt>
                <c:pt idx="1833">
                  <c:v>579.75</c:v>
                </c:pt>
                <c:pt idx="1834">
                  <c:v>571.15</c:v>
                </c:pt>
                <c:pt idx="1835">
                  <c:v>560.5</c:v>
                </c:pt>
                <c:pt idx="1836">
                  <c:v>537.25</c:v>
                </c:pt>
                <c:pt idx="1837">
                  <c:v>549.45000000000005</c:v>
                </c:pt>
                <c:pt idx="1838">
                  <c:v>556.9</c:v>
                </c:pt>
                <c:pt idx="1839">
                  <c:v>553.4</c:v>
                </c:pt>
                <c:pt idx="1840">
                  <c:v>552.45000000000005</c:v>
                </c:pt>
                <c:pt idx="1841">
                  <c:v>553.35</c:v>
                </c:pt>
                <c:pt idx="1842">
                  <c:v>562.35</c:v>
                </c:pt>
                <c:pt idx="1843">
                  <c:v>576.4</c:v>
                </c:pt>
                <c:pt idx="1844">
                  <c:v>569.6</c:v>
                </c:pt>
                <c:pt idx="1845">
                  <c:v>591.9</c:v>
                </c:pt>
                <c:pt idx="1846">
                  <c:v>592.25</c:v>
                </c:pt>
                <c:pt idx="1847">
                  <c:v>589.1</c:v>
                </c:pt>
                <c:pt idx="1848">
                  <c:v>598.25</c:v>
                </c:pt>
                <c:pt idx="1849">
                  <c:v>591.4</c:v>
                </c:pt>
                <c:pt idx="1850">
                  <c:v>622.75</c:v>
                </c:pt>
                <c:pt idx="1851">
                  <c:v>628.75</c:v>
                </c:pt>
                <c:pt idx="1852">
                  <c:v>659.65</c:v>
                </c:pt>
                <c:pt idx="1853">
                  <c:v>631.70000000000005</c:v>
                </c:pt>
                <c:pt idx="1854">
                  <c:v>623.04999999999995</c:v>
                </c:pt>
                <c:pt idx="1855">
                  <c:v>626.45000000000005</c:v>
                </c:pt>
                <c:pt idx="1856">
                  <c:v>630.70000000000005</c:v>
                </c:pt>
                <c:pt idx="1857">
                  <c:v>626.79999999999995</c:v>
                </c:pt>
                <c:pt idx="1858">
                  <c:v>632.15</c:v>
                </c:pt>
                <c:pt idx="1859">
                  <c:v>635.1</c:v>
                </c:pt>
                <c:pt idx="1860">
                  <c:v>638.1</c:v>
                </c:pt>
                <c:pt idx="1861">
                  <c:v>641.70000000000005</c:v>
                </c:pt>
                <c:pt idx="1862">
                  <c:v>618.29999999999995</c:v>
                </c:pt>
                <c:pt idx="1863">
                  <c:v>614.95000000000005</c:v>
                </c:pt>
                <c:pt idx="1864">
                  <c:v>585.65</c:v>
                </c:pt>
                <c:pt idx="1865">
                  <c:v>580.1</c:v>
                </c:pt>
                <c:pt idx="1866">
                  <c:v>603.35</c:v>
                </c:pt>
                <c:pt idx="1867">
                  <c:v>596.85</c:v>
                </c:pt>
                <c:pt idx="1868">
                  <c:v>615.75</c:v>
                </c:pt>
                <c:pt idx="1869">
                  <c:v>600.45000000000005</c:v>
                </c:pt>
                <c:pt idx="1870">
                  <c:v>589.15</c:v>
                </c:pt>
                <c:pt idx="1871">
                  <c:v>612.04999999999995</c:v>
                </c:pt>
                <c:pt idx="1872">
                  <c:v>609.4</c:v>
                </c:pt>
                <c:pt idx="1873">
                  <c:v>609.79999999999995</c:v>
                </c:pt>
                <c:pt idx="1874">
                  <c:v>600.15</c:v>
                </c:pt>
                <c:pt idx="1875">
                  <c:v>600.15</c:v>
                </c:pt>
                <c:pt idx="1876">
                  <c:v>604.15</c:v>
                </c:pt>
                <c:pt idx="1877">
                  <c:v>592.65</c:v>
                </c:pt>
                <c:pt idx="1878">
                  <c:v>593.5</c:v>
                </c:pt>
                <c:pt idx="1879">
                  <c:v>597.4</c:v>
                </c:pt>
                <c:pt idx="1880">
                  <c:v>593.45000000000005</c:v>
                </c:pt>
                <c:pt idx="1881">
                  <c:v>600.75</c:v>
                </c:pt>
                <c:pt idx="1882">
                  <c:v>616.35</c:v>
                </c:pt>
                <c:pt idx="1883">
                  <c:v>628.1</c:v>
                </c:pt>
                <c:pt idx="1884">
                  <c:v>623.29999999999995</c:v>
                </c:pt>
                <c:pt idx="1885">
                  <c:v>626.45000000000005</c:v>
                </c:pt>
                <c:pt idx="1886">
                  <c:v>634.04999999999995</c:v>
                </c:pt>
                <c:pt idx="1887">
                  <c:v>655.5</c:v>
                </c:pt>
                <c:pt idx="1888">
                  <c:v>672</c:v>
                </c:pt>
                <c:pt idx="1889">
                  <c:v>695.8</c:v>
                </c:pt>
                <c:pt idx="1890">
                  <c:v>694.8</c:v>
                </c:pt>
                <c:pt idx="1891">
                  <c:v>681.05</c:v>
                </c:pt>
                <c:pt idx="1892">
                  <c:v>682.8</c:v>
                </c:pt>
                <c:pt idx="1893">
                  <c:v>682.5</c:v>
                </c:pt>
                <c:pt idx="1894">
                  <c:v>715.15</c:v>
                </c:pt>
                <c:pt idx="1895">
                  <c:v>721.05</c:v>
                </c:pt>
                <c:pt idx="1896">
                  <c:v>721.75</c:v>
                </c:pt>
                <c:pt idx="1897">
                  <c:v>709.4</c:v>
                </c:pt>
                <c:pt idx="1898">
                  <c:v>703.65</c:v>
                </c:pt>
                <c:pt idx="1899">
                  <c:v>651.6</c:v>
                </c:pt>
                <c:pt idx="1900">
                  <c:v>643.45000000000005</c:v>
                </c:pt>
                <c:pt idx="1901">
                  <c:v>656.25</c:v>
                </c:pt>
                <c:pt idx="1902">
                  <c:v>623.75</c:v>
                </c:pt>
                <c:pt idx="1903">
                  <c:v>639.6</c:v>
                </c:pt>
                <c:pt idx="1904">
                  <c:v>652.35</c:v>
                </c:pt>
                <c:pt idx="1905">
                  <c:v>649.35</c:v>
                </c:pt>
                <c:pt idx="1906">
                  <c:v>639.79999999999995</c:v>
                </c:pt>
                <c:pt idx="1907">
                  <c:v>650.4</c:v>
                </c:pt>
                <c:pt idx="1908">
                  <c:v>652.35</c:v>
                </c:pt>
                <c:pt idx="1909">
                  <c:v>634.95000000000005</c:v>
                </c:pt>
                <c:pt idx="1910">
                  <c:v>642.95000000000005</c:v>
                </c:pt>
                <c:pt idx="1911">
                  <c:v>641.04999999999995</c:v>
                </c:pt>
                <c:pt idx="1912">
                  <c:v>575.45000000000005</c:v>
                </c:pt>
                <c:pt idx="1913">
                  <c:v>544.4</c:v>
                </c:pt>
                <c:pt idx="1914">
                  <c:v>569.29999999999995</c:v>
                </c:pt>
                <c:pt idx="1915">
                  <c:v>546.29999999999995</c:v>
                </c:pt>
                <c:pt idx="1916">
                  <c:v>569.29999999999995</c:v>
                </c:pt>
                <c:pt idx="1917">
                  <c:v>559.79999999999995</c:v>
                </c:pt>
                <c:pt idx="1918">
                  <c:v>582.9</c:v>
                </c:pt>
                <c:pt idx="1919">
                  <c:v>602.9</c:v>
                </c:pt>
                <c:pt idx="1920">
                  <c:v>605.79999999999995</c:v>
                </c:pt>
                <c:pt idx="1921">
                  <c:v>659.95</c:v>
                </c:pt>
                <c:pt idx="1922">
                  <c:v>657.4</c:v>
                </c:pt>
                <c:pt idx="1923">
                  <c:v>689.7</c:v>
                </c:pt>
                <c:pt idx="1924">
                  <c:v>691.6</c:v>
                </c:pt>
                <c:pt idx="1925">
                  <c:v>683.8</c:v>
                </c:pt>
                <c:pt idx="1926">
                  <c:v>682.05</c:v>
                </c:pt>
                <c:pt idx="1927">
                  <c:v>692.7</c:v>
                </c:pt>
                <c:pt idx="1928">
                  <c:v>688.3</c:v>
                </c:pt>
                <c:pt idx="1929">
                  <c:v>693.2</c:v>
                </c:pt>
                <c:pt idx="1930">
                  <c:v>708.75</c:v>
                </c:pt>
                <c:pt idx="1931">
                  <c:v>711.55</c:v>
                </c:pt>
                <c:pt idx="1932">
                  <c:v>706.55</c:v>
                </c:pt>
                <c:pt idx="1933">
                  <c:v>703.75</c:v>
                </c:pt>
                <c:pt idx="1934">
                  <c:v>705.65</c:v>
                </c:pt>
                <c:pt idx="1935">
                  <c:v>710.35</c:v>
                </c:pt>
                <c:pt idx="1936">
                  <c:v>745</c:v>
                </c:pt>
                <c:pt idx="1937">
                  <c:v>739.55</c:v>
                </c:pt>
                <c:pt idx="1938">
                  <c:v>740.45</c:v>
                </c:pt>
                <c:pt idx="1939">
                  <c:v>749.45</c:v>
                </c:pt>
                <c:pt idx="1940">
                  <c:v>744</c:v>
                </c:pt>
                <c:pt idx="1941">
                  <c:v>751.85</c:v>
                </c:pt>
                <c:pt idx="1942">
                  <c:v>795</c:v>
                </c:pt>
                <c:pt idx="1943">
                  <c:v>850.5</c:v>
                </c:pt>
                <c:pt idx="1944">
                  <c:v>841.5</c:v>
                </c:pt>
                <c:pt idx="1945">
                  <c:v>840.5</c:v>
                </c:pt>
                <c:pt idx="1946">
                  <c:v>865</c:v>
                </c:pt>
                <c:pt idx="1947">
                  <c:v>834</c:v>
                </c:pt>
                <c:pt idx="1948">
                  <c:v>789.55</c:v>
                </c:pt>
                <c:pt idx="1949">
                  <c:v>835.6</c:v>
                </c:pt>
                <c:pt idx="1950">
                  <c:v>848.1</c:v>
                </c:pt>
                <c:pt idx="1951">
                  <c:v>850.6</c:v>
                </c:pt>
                <c:pt idx="1952">
                  <c:v>850.35</c:v>
                </c:pt>
                <c:pt idx="1953">
                  <c:v>912</c:v>
                </c:pt>
                <c:pt idx="1954">
                  <c:v>908.15</c:v>
                </c:pt>
                <c:pt idx="1955">
                  <c:v>866.1</c:v>
                </c:pt>
                <c:pt idx="1956">
                  <c:v>835.15</c:v>
                </c:pt>
                <c:pt idx="1957">
                  <c:v>852.15</c:v>
                </c:pt>
                <c:pt idx="1958">
                  <c:v>837.5</c:v>
                </c:pt>
                <c:pt idx="1959">
                  <c:v>894.45</c:v>
                </c:pt>
                <c:pt idx="1960">
                  <c:v>916.25</c:v>
                </c:pt>
                <c:pt idx="1961">
                  <c:v>988.9</c:v>
                </c:pt>
                <c:pt idx="1962">
                  <c:v>987.75</c:v>
                </c:pt>
                <c:pt idx="1963">
                  <c:v>902.5</c:v>
                </c:pt>
                <c:pt idx="1964">
                  <c:v>901.9</c:v>
                </c:pt>
                <c:pt idx="1965">
                  <c:v>905.8</c:v>
                </c:pt>
                <c:pt idx="1966">
                  <c:v>885.65</c:v>
                </c:pt>
                <c:pt idx="1967">
                  <c:v>897.45</c:v>
                </c:pt>
                <c:pt idx="1968">
                  <c:v>879.15</c:v>
                </c:pt>
                <c:pt idx="1969">
                  <c:v>860.35</c:v>
                </c:pt>
                <c:pt idx="1970">
                  <c:v>862.45</c:v>
                </c:pt>
                <c:pt idx="1971">
                  <c:v>848</c:v>
                </c:pt>
                <c:pt idx="1972">
                  <c:v>834</c:v>
                </c:pt>
                <c:pt idx="1973">
                  <c:v>813.95</c:v>
                </c:pt>
                <c:pt idx="1974">
                  <c:v>833.95</c:v>
                </c:pt>
                <c:pt idx="1975">
                  <c:v>858.05</c:v>
                </c:pt>
                <c:pt idx="1976">
                  <c:v>859.85</c:v>
                </c:pt>
                <c:pt idx="1977">
                  <c:v>843.5</c:v>
                </c:pt>
                <c:pt idx="1978">
                  <c:v>862.8</c:v>
                </c:pt>
                <c:pt idx="1979">
                  <c:v>859.3</c:v>
                </c:pt>
                <c:pt idx="1980">
                  <c:v>825.05</c:v>
                </c:pt>
                <c:pt idx="1981">
                  <c:v>818.05</c:v>
                </c:pt>
                <c:pt idx="1982">
                  <c:v>817.65</c:v>
                </c:pt>
                <c:pt idx="1983">
                  <c:v>850.45</c:v>
                </c:pt>
                <c:pt idx="1984">
                  <c:v>848.9</c:v>
                </c:pt>
                <c:pt idx="1985">
                  <c:v>816.6</c:v>
                </c:pt>
                <c:pt idx="1986">
                  <c:v>798.25</c:v>
                </c:pt>
                <c:pt idx="1987">
                  <c:v>825.9</c:v>
                </c:pt>
                <c:pt idx="1988">
                  <c:v>842.2</c:v>
                </c:pt>
                <c:pt idx="1989">
                  <c:v>872.6</c:v>
                </c:pt>
                <c:pt idx="1990">
                  <c:v>865.5</c:v>
                </c:pt>
                <c:pt idx="1991">
                  <c:v>848.15</c:v>
                </c:pt>
                <c:pt idx="1992">
                  <c:v>832.05</c:v>
                </c:pt>
                <c:pt idx="1993">
                  <c:v>833.3</c:v>
                </c:pt>
                <c:pt idx="1994">
                  <c:v>836.3</c:v>
                </c:pt>
                <c:pt idx="1995">
                  <c:v>864.8</c:v>
                </c:pt>
                <c:pt idx="1996">
                  <c:v>890.05</c:v>
                </c:pt>
                <c:pt idx="1997">
                  <c:v>877.05</c:v>
                </c:pt>
                <c:pt idx="1998">
                  <c:v>823.35</c:v>
                </c:pt>
                <c:pt idx="1999">
                  <c:v>817.2</c:v>
                </c:pt>
                <c:pt idx="2000">
                  <c:v>824.3</c:v>
                </c:pt>
                <c:pt idx="2001">
                  <c:v>824.25</c:v>
                </c:pt>
                <c:pt idx="2002">
                  <c:v>864.35</c:v>
                </c:pt>
                <c:pt idx="2003">
                  <c:v>892.8</c:v>
                </c:pt>
                <c:pt idx="2004">
                  <c:v>905.1</c:v>
                </c:pt>
                <c:pt idx="2005">
                  <c:v>931.35</c:v>
                </c:pt>
                <c:pt idx="2006">
                  <c:v>935.4</c:v>
                </c:pt>
                <c:pt idx="2007">
                  <c:v>932.25</c:v>
                </c:pt>
                <c:pt idx="2008">
                  <c:v>933.55</c:v>
                </c:pt>
                <c:pt idx="2009">
                  <c:v>926.15</c:v>
                </c:pt>
                <c:pt idx="2010">
                  <c:v>931.35</c:v>
                </c:pt>
                <c:pt idx="2011">
                  <c:v>925.8</c:v>
                </c:pt>
                <c:pt idx="2012">
                  <c:v>891.3</c:v>
                </c:pt>
                <c:pt idx="2013">
                  <c:v>893.8</c:v>
                </c:pt>
                <c:pt idx="2014">
                  <c:v>854.15</c:v>
                </c:pt>
                <c:pt idx="2015">
                  <c:v>853.3</c:v>
                </c:pt>
                <c:pt idx="2016">
                  <c:v>838.2</c:v>
                </c:pt>
                <c:pt idx="2017">
                  <c:v>852.1</c:v>
                </c:pt>
                <c:pt idx="2018">
                  <c:v>818</c:v>
                </c:pt>
                <c:pt idx="2019">
                  <c:v>810.75</c:v>
                </c:pt>
                <c:pt idx="2020">
                  <c:v>782.5</c:v>
                </c:pt>
                <c:pt idx="2021">
                  <c:v>721.6</c:v>
                </c:pt>
                <c:pt idx="2022">
                  <c:v>670.65</c:v>
                </c:pt>
                <c:pt idx="2023">
                  <c:v>698.55</c:v>
                </c:pt>
                <c:pt idx="2024">
                  <c:v>670.75</c:v>
                </c:pt>
                <c:pt idx="2025">
                  <c:v>715.05</c:v>
                </c:pt>
                <c:pt idx="2026">
                  <c:v>696.7</c:v>
                </c:pt>
                <c:pt idx="2027">
                  <c:v>715.2</c:v>
                </c:pt>
                <c:pt idx="2028">
                  <c:v>723.3</c:v>
                </c:pt>
                <c:pt idx="2029">
                  <c:v>738.6</c:v>
                </c:pt>
                <c:pt idx="2030">
                  <c:v>776.45</c:v>
                </c:pt>
                <c:pt idx="2031">
                  <c:v>802.15</c:v>
                </c:pt>
                <c:pt idx="2032">
                  <c:v>817.05</c:v>
                </c:pt>
                <c:pt idx="2033">
                  <c:v>798.85</c:v>
                </c:pt>
                <c:pt idx="2034">
                  <c:v>771.8</c:v>
                </c:pt>
                <c:pt idx="2035">
                  <c:v>751.35</c:v>
                </c:pt>
                <c:pt idx="2036">
                  <c:v>726.7</c:v>
                </c:pt>
                <c:pt idx="2037">
                  <c:v>710.3</c:v>
                </c:pt>
                <c:pt idx="2038">
                  <c:v>758.1</c:v>
                </c:pt>
                <c:pt idx="2039">
                  <c:v>778.4</c:v>
                </c:pt>
                <c:pt idx="2040">
                  <c:v>818.15</c:v>
                </c:pt>
                <c:pt idx="2041">
                  <c:v>821.2</c:v>
                </c:pt>
                <c:pt idx="2042">
                  <c:v>812.95</c:v>
                </c:pt>
                <c:pt idx="2043">
                  <c:v>772.45</c:v>
                </c:pt>
                <c:pt idx="2044">
                  <c:v>805.8</c:v>
                </c:pt>
                <c:pt idx="2045">
                  <c:v>804.7</c:v>
                </c:pt>
                <c:pt idx="2046">
                  <c:v>809.15</c:v>
                </c:pt>
                <c:pt idx="2047">
                  <c:v>809.6</c:v>
                </c:pt>
                <c:pt idx="2048">
                  <c:v>812.25</c:v>
                </c:pt>
                <c:pt idx="2049">
                  <c:v>824.3</c:v>
                </c:pt>
                <c:pt idx="2050">
                  <c:v>801.75</c:v>
                </c:pt>
                <c:pt idx="2051">
                  <c:v>772.9</c:v>
                </c:pt>
                <c:pt idx="2052">
                  <c:v>777.95</c:v>
                </c:pt>
                <c:pt idx="2053">
                  <c:v>799.2</c:v>
                </c:pt>
                <c:pt idx="2054">
                  <c:v>773.55</c:v>
                </c:pt>
                <c:pt idx="2055">
                  <c:v>812.5</c:v>
                </c:pt>
                <c:pt idx="2056">
                  <c:v>819.15</c:v>
                </c:pt>
                <c:pt idx="2057">
                  <c:v>768.8</c:v>
                </c:pt>
                <c:pt idx="2058">
                  <c:v>696.95</c:v>
                </c:pt>
                <c:pt idx="2059">
                  <c:v>715.1</c:v>
                </c:pt>
                <c:pt idx="2060">
                  <c:v>658.9</c:v>
                </c:pt>
                <c:pt idx="2061">
                  <c:v>639.04999999999995</c:v>
                </c:pt>
                <c:pt idx="2062">
                  <c:v>637.85</c:v>
                </c:pt>
                <c:pt idx="2063">
                  <c:v>591.1</c:v>
                </c:pt>
                <c:pt idx="2064">
                  <c:v>635.85</c:v>
                </c:pt>
                <c:pt idx="2065">
                  <c:v>657.7</c:v>
                </c:pt>
                <c:pt idx="2066">
                  <c:v>655</c:v>
                </c:pt>
                <c:pt idx="2067">
                  <c:v>716.1</c:v>
                </c:pt>
                <c:pt idx="2068">
                  <c:v>694.35</c:v>
                </c:pt>
                <c:pt idx="2069">
                  <c:v>671.4</c:v>
                </c:pt>
                <c:pt idx="2070">
                  <c:v>648.85</c:v>
                </c:pt>
                <c:pt idx="2071">
                  <c:v>660.15</c:v>
                </c:pt>
                <c:pt idx="2072">
                  <c:v>661.4</c:v>
                </c:pt>
                <c:pt idx="2073">
                  <c:v>680.55</c:v>
                </c:pt>
                <c:pt idx="2074">
                  <c:v>657.05</c:v>
                </c:pt>
                <c:pt idx="2075">
                  <c:v>678.85</c:v>
                </c:pt>
                <c:pt idx="2076">
                  <c:v>684.8</c:v>
                </c:pt>
                <c:pt idx="2077">
                  <c:v>693.25</c:v>
                </c:pt>
                <c:pt idx="2078">
                  <c:v>692.15</c:v>
                </c:pt>
                <c:pt idx="2079">
                  <c:v>691.15</c:v>
                </c:pt>
                <c:pt idx="2080">
                  <c:v>717.8</c:v>
                </c:pt>
                <c:pt idx="2081">
                  <c:v>776.25</c:v>
                </c:pt>
                <c:pt idx="2082">
                  <c:v>782.4</c:v>
                </c:pt>
                <c:pt idx="2083">
                  <c:v>797.5</c:v>
                </c:pt>
                <c:pt idx="2084">
                  <c:v>776.35</c:v>
                </c:pt>
                <c:pt idx="2085">
                  <c:v>803.75</c:v>
                </c:pt>
                <c:pt idx="2086">
                  <c:v>778.45</c:v>
                </c:pt>
                <c:pt idx="2087">
                  <c:v>810.4</c:v>
                </c:pt>
                <c:pt idx="2088">
                  <c:v>818.25</c:v>
                </c:pt>
                <c:pt idx="2089">
                  <c:v>797.35</c:v>
                </c:pt>
                <c:pt idx="2090">
                  <c:v>803.9</c:v>
                </c:pt>
                <c:pt idx="2091">
                  <c:v>818.6</c:v>
                </c:pt>
                <c:pt idx="2092">
                  <c:v>823.15</c:v>
                </c:pt>
                <c:pt idx="2093">
                  <c:v>844.9</c:v>
                </c:pt>
                <c:pt idx="2094">
                  <c:v>844.2</c:v>
                </c:pt>
                <c:pt idx="2095">
                  <c:v>842.85</c:v>
                </c:pt>
                <c:pt idx="2096">
                  <c:v>851.4</c:v>
                </c:pt>
                <c:pt idx="2097">
                  <c:v>886.1</c:v>
                </c:pt>
                <c:pt idx="2098">
                  <c:v>881.7</c:v>
                </c:pt>
                <c:pt idx="2099">
                  <c:v>891.15</c:v>
                </c:pt>
                <c:pt idx="2100">
                  <c:v>894.85</c:v>
                </c:pt>
                <c:pt idx="2101">
                  <c:v>922</c:v>
                </c:pt>
                <c:pt idx="2102">
                  <c:v>909.15</c:v>
                </c:pt>
                <c:pt idx="2103">
                  <c:v>897.1</c:v>
                </c:pt>
                <c:pt idx="2104">
                  <c:v>874.6</c:v>
                </c:pt>
                <c:pt idx="2105">
                  <c:v>867</c:v>
                </c:pt>
                <c:pt idx="2106">
                  <c:v>903.35</c:v>
                </c:pt>
                <c:pt idx="2107">
                  <c:v>896.1</c:v>
                </c:pt>
                <c:pt idx="2108">
                  <c:v>902.8</c:v>
                </c:pt>
                <c:pt idx="2109">
                  <c:v>869</c:v>
                </c:pt>
                <c:pt idx="2110">
                  <c:v>861.65</c:v>
                </c:pt>
                <c:pt idx="2111">
                  <c:v>813.75</c:v>
                </c:pt>
                <c:pt idx="2112">
                  <c:v>841.75</c:v>
                </c:pt>
                <c:pt idx="2113">
                  <c:v>824.15</c:v>
                </c:pt>
                <c:pt idx="2114">
                  <c:v>823.2</c:v>
                </c:pt>
                <c:pt idx="2115">
                  <c:v>820.2</c:v>
                </c:pt>
                <c:pt idx="2116">
                  <c:v>836.7</c:v>
                </c:pt>
                <c:pt idx="2117">
                  <c:v>855.85</c:v>
                </c:pt>
                <c:pt idx="2118">
                  <c:v>841</c:v>
                </c:pt>
                <c:pt idx="2119">
                  <c:v>848.95</c:v>
                </c:pt>
                <c:pt idx="2120">
                  <c:v>850.6</c:v>
                </c:pt>
                <c:pt idx="2121">
                  <c:v>822.55</c:v>
                </c:pt>
                <c:pt idx="2122">
                  <c:v>816.8</c:v>
                </c:pt>
                <c:pt idx="2123">
                  <c:v>777.4</c:v>
                </c:pt>
                <c:pt idx="2124">
                  <c:v>745.75</c:v>
                </c:pt>
                <c:pt idx="2125">
                  <c:v>711.1</c:v>
                </c:pt>
                <c:pt idx="2126">
                  <c:v>742.6</c:v>
                </c:pt>
                <c:pt idx="2127">
                  <c:v>756.55</c:v>
                </c:pt>
                <c:pt idx="2128">
                  <c:v>726.75</c:v>
                </c:pt>
                <c:pt idx="2129">
                  <c:v>728.85</c:v>
                </c:pt>
                <c:pt idx="2130">
                  <c:v>697.7</c:v>
                </c:pt>
                <c:pt idx="2131">
                  <c:v>740.8</c:v>
                </c:pt>
                <c:pt idx="2132">
                  <c:v>658.05</c:v>
                </c:pt>
                <c:pt idx="2133">
                  <c:v>640.4</c:v>
                </c:pt>
                <c:pt idx="2134">
                  <c:v>651.9</c:v>
                </c:pt>
                <c:pt idx="2135">
                  <c:v>651.95000000000005</c:v>
                </c:pt>
                <c:pt idx="2136">
                  <c:v>677.6</c:v>
                </c:pt>
                <c:pt idx="2137">
                  <c:v>698.9</c:v>
                </c:pt>
                <c:pt idx="2138">
                  <c:v>666.05</c:v>
                </c:pt>
                <c:pt idx="2139">
                  <c:v>683.4</c:v>
                </c:pt>
                <c:pt idx="2140">
                  <c:v>647.9</c:v>
                </c:pt>
                <c:pt idx="2141">
                  <c:v>625.25</c:v>
                </c:pt>
                <c:pt idx="2142">
                  <c:v>607.4</c:v>
                </c:pt>
                <c:pt idx="2143">
                  <c:v>592.54999999999995</c:v>
                </c:pt>
                <c:pt idx="2144">
                  <c:v>599.04999999999995</c:v>
                </c:pt>
                <c:pt idx="2145">
                  <c:v>625.6</c:v>
                </c:pt>
                <c:pt idx="2146">
                  <c:v>667.55</c:v>
                </c:pt>
                <c:pt idx="2147">
                  <c:v>630.9</c:v>
                </c:pt>
                <c:pt idx="2148">
                  <c:v>617.54999999999995</c:v>
                </c:pt>
                <c:pt idx="2149">
                  <c:v>604.04999999999995</c:v>
                </c:pt>
                <c:pt idx="2150">
                  <c:v>584.45000000000005</c:v>
                </c:pt>
                <c:pt idx="2151">
                  <c:v>630.15</c:v>
                </c:pt>
                <c:pt idx="2152">
                  <c:v>655.1</c:v>
                </c:pt>
                <c:pt idx="2153">
                  <c:v>679.85</c:v>
                </c:pt>
                <c:pt idx="2154">
                  <c:v>691.55</c:v>
                </c:pt>
                <c:pt idx="2155">
                  <c:v>675.9</c:v>
                </c:pt>
                <c:pt idx="2156">
                  <c:v>645.9</c:v>
                </c:pt>
                <c:pt idx="2157">
                  <c:v>644.54999999999995</c:v>
                </c:pt>
                <c:pt idx="2158">
                  <c:v>652.45000000000005</c:v>
                </c:pt>
                <c:pt idx="2159">
                  <c:v>644.79999999999995</c:v>
                </c:pt>
                <c:pt idx="2160">
                  <c:v>607.9</c:v>
                </c:pt>
                <c:pt idx="2161">
                  <c:v>610.4</c:v>
                </c:pt>
                <c:pt idx="2162">
                  <c:v>616.5</c:v>
                </c:pt>
                <c:pt idx="2163">
                  <c:v>602.85</c:v>
                </c:pt>
                <c:pt idx="2164">
                  <c:v>598</c:v>
                </c:pt>
                <c:pt idx="2165">
                  <c:v>605.70000000000005</c:v>
                </c:pt>
                <c:pt idx="2166">
                  <c:v>587.65</c:v>
                </c:pt>
                <c:pt idx="2167">
                  <c:v>593.75</c:v>
                </c:pt>
                <c:pt idx="2168">
                  <c:v>585.20000000000005</c:v>
                </c:pt>
                <c:pt idx="2169">
                  <c:v>577.75</c:v>
                </c:pt>
                <c:pt idx="2170">
                  <c:v>581.35</c:v>
                </c:pt>
                <c:pt idx="2171">
                  <c:v>571.95000000000005</c:v>
                </c:pt>
                <c:pt idx="2172">
                  <c:v>600.70000000000005</c:v>
                </c:pt>
                <c:pt idx="2173">
                  <c:v>584.20000000000005</c:v>
                </c:pt>
                <c:pt idx="2174">
                  <c:v>589.25</c:v>
                </c:pt>
                <c:pt idx="2175">
                  <c:v>582.75</c:v>
                </c:pt>
                <c:pt idx="2176">
                  <c:v>560.35</c:v>
                </c:pt>
                <c:pt idx="2177">
                  <c:v>569</c:v>
                </c:pt>
                <c:pt idx="2178">
                  <c:v>563.6</c:v>
                </c:pt>
                <c:pt idx="2179">
                  <c:v>535.15</c:v>
                </c:pt>
                <c:pt idx="2180">
                  <c:v>526.35</c:v>
                </c:pt>
                <c:pt idx="2181">
                  <c:v>523.65</c:v>
                </c:pt>
                <c:pt idx="2182">
                  <c:v>500.45</c:v>
                </c:pt>
                <c:pt idx="2183">
                  <c:v>486.55</c:v>
                </c:pt>
                <c:pt idx="2184">
                  <c:v>473.75</c:v>
                </c:pt>
                <c:pt idx="2185">
                  <c:v>459.75</c:v>
                </c:pt>
                <c:pt idx="2186">
                  <c:v>479.5</c:v>
                </c:pt>
                <c:pt idx="2187">
                  <c:v>494</c:v>
                </c:pt>
                <c:pt idx="2188">
                  <c:v>470.25</c:v>
                </c:pt>
                <c:pt idx="2189">
                  <c:v>486.05</c:v>
                </c:pt>
                <c:pt idx="2190">
                  <c:v>484.7</c:v>
                </c:pt>
                <c:pt idx="2191">
                  <c:v>461.85</c:v>
                </c:pt>
                <c:pt idx="2192">
                  <c:v>445.95</c:v>
                </c:pt>
                <c:pt idx="2193">
                  <c:v>427.15</c:v>
                </c:pt>
                <c:pt idx="2194">
                  <c:v>438.35</c:v>
                </c:pt>
                <c:pt idx="2195">
                  <c:v>393</c:v>
                </c:pt>
                <c:pt idx="2196">
                  <c:v>350</c:v>
                </c:pt>
                <c:pt idx="2197">
                  <c:v>357.75</c:v>
                </c:pt>
                <c:pt idx="2198">
                  <c:v>338.3</c:v>
                </c:pt>
                <c:pt idx="2199">
                  <c:v>287.39999999999998</c:v>
                </c:pt>
                <c:pt idx="2200">
                  <c:v>304</c:v>
                </c:pt>
                <c:pt idx="2201">
                  <c:v>304.95</c:v>
                </c:pt>
                <c:pt idx="2202">
                  <c:v>272.7</c:v>
                </c:pt>
                <c:pt idx="2203">
                  <c:v>269.10000000000002</c:v>
                </c:pt>
                <c:pt idx="2204">
                  <c:v>247.6</c:v>
                </c:pt>
                <c:pt idx="2205">
                  <c:v>252.1</c:v>
                </c:pt>
                <c:pt idx="2206">
                  <c:v>278.05</c:v>
                </c:pt>
                <c:pt idx="2207">
                  <c:v>245.05</c:v>
                </c:pt>
                <c:pt idx="2208">
                  <c:v>208</c:v>
                </c:pt>
                <c:pt idx="2209">
                  <c:v>178</c:v>
                </c:pt>
                <c:pt idx="2210">
                  <c:v>168.3</c:v>
                </c:pt>
                <c:pt idx="2211">
                  <c:v>182.45</c:v>
                </c:pt>
                <c:pt idx="2212">
                  <c:v>186.85</c:v>
                </c:pt>
                <c:pt idx="2213">
                  <c:v>209.75</c:v>
                </c:pt>
                <c:pt idx="2214">
                  <c:v>225.6</c:v>
                </c:pt>
                <c:pt idx="2215">
                  <c:v>239.7</c:v>
                </c:pt>
                <c:pt idx="2216">
                  <c:v>215.85</c:v>
                </c:pt>
                <c:pt idx="2217">
                  <c:v>186.05</c:v>
                </c:pt>
                <c:pt idx="2218">
                  <c:v>189.5</c:v>
                </c:pt>
                <c:pt idx="2219">
                  <c:v>214.3</c:v>
                </c:pt>
                <c:pt idx="2220">
                  <c:v>191.1</c:v>
                </c:pt>
                <c:pt idx="2221">
                  <c:v>185.05</c:v>
                </c:pt>
                <c:pt idx="2222">
                  <c:v>171.9</c:v>
                </c:pt>
                <c:pt idx="2223">
                  <c:v>166.3</c:v>
                </c:pt>
                <c:pt idx="2224">
                  <c:v>164.75</c:v>
                </c:pt>
                <c:pt idx="2225">
                  <c:v>161.9</c:v>
                </c:pt>
                <c:pt idx="2226">
                  <c:v>157.19999999999999</c:v>
                </c:pt>
                <c:pt idx="2227">
                  <c:v>159.69999999999999</c:v>
                </c:pt>
                <c:pt idx="2228">
                  <c:v>155.94999999999999</c:v>
                </c:pt>
                <c:pt idx="2229">
                  <c:v>150.69999999999999</c:v>
                </c:pt>
                <c:pt idx="2230">
                  <c:v>155.5</c:v>
                </c:pt>
                <c:pt idx="2231">
                  <c:v>151.4</c:v>
                </c:pt>
                <c:pt idx="2232">
                  <c:v>153.4</c:v>
                </c:pt>
                <c:pt idx="2233">
                  <c:v>148.80000000000001</c:v>
                </c:pt>
                <c:pt idx="2234">
                  <c:v>164.7</c:v>
                </c:pt>
                <c:pt idx="2235">
                  <c:v>187.2</c:v>
                </c:pt>
                <c:pt idx="2236">
                  <c:v>182.5</c:v>
                </c:pt>
                <c:pt idx="2237">
                  <c:v>196</c:v>
                </c:pt>
                <c:pt idx="2238">
                  <c:v>217.85</c:v>
                </c:pt>
                <c:pt idx="2239">
                  <c:v>217.7</c:v>
                </c:pt>
                <c:pt idx="2240">
                  <c:v>218.85</c:v>
                </c:pt>
                <c:pt idx="2241">
                  <c:v>227.2</c:v>
                </c:pt>
                <c:pt idx="2242">
                  <c:v>224.95</c:v>
                </c:pt>
                <c:pt idx="2243">
                  <c:v>219.35</c:v>
                </c:pt>
                <c:pt idx="2244">
                  <c:v>222.45</c:v>
                </c:pt>
                <c:pt idx="2245">
                  <c:v>229.1</c:v>
                </c:pt>
                <c:pt idx="2246">
                  <c:v>224.15</c:v>
                </c:pt>
                <c:pt idx="2247">
                  <c:v>221.5</c:v>
                </c:pt>
                <c:pt idx="2248">
                  <c:v>218.25</c:v>
                </c:pt>
                <c:pt idx="2249">
                  <c:v>212</c:v>
                </c:pt>
                <c:pt idx="2250">
                  <c:v>214.8</c:v>
                </c:pt>
                <c:pt idx="2251">
                  <c:v>215.1</c:v>
                </c:pt>
                <c:pt idx="2252">
                  <c:v>217.2</c:v>
                </c:pt>
                <c:pt idx="2253">
                  <c:v>228.7</c:v>
                </c:pt>
                <c:pt idx="2254">
                  <c:v>229.6</c:v>
                </c:pt>
                <c:pt idx="2255">
                  <c:v>245.6</c:v>
                </c:pt>
                <c:pt idx="2256">
                  <c:v>247.05</c:v>
                </c:pt>
                <c:pt idx="2257">
                  <c:v>233.75</c:v>
                </c:pt>
                <c:pt idx="2258">
                  <c:v>215</c:v>
                </c:pt>
                <c:pt idx="2259">
                  <c:v>200.15</c:v>
                </c:pt>
                <c:pt idx="2260">
                  <c:v>202.5</c:v>
                </c:pt>
                <c:pt idx="2261">
                  <c:v>213.1</c:v>
                </c:pt>
                <c:pt idx="2262">
                  <c:v>197.7</c:v>
                </c:pt>
                <c:pt idx="2263">
                  <c:v>204.05</c:v>
                </c:pt>
                <c:pt idx="2264">
                  <c:v>208.55</c:v>
                </c:pt>
                <c:pt idx="2265">
                  <c:v>195.05</c:v>
                </c:pt>
                <c:pt idx="2266">
                  <c:v>188.9</c:v>
                </c:pt>
                <c:pt idx="2267">
                  <c:v>179.25</c:v>
                </c:pt>
                <c:pt idx="2268">
                  <c:v>166.3</c:v>
                </c:pt>
                <c:pt idx="2269">
                  <c:v>171.95</c:v>
                </c:pt>
                <c:pt idx="2270">
                  <c:v>177.2</c:v>
                </c:pt>
                <c:pt idx="2271">
                  <c:v>183.7</c:v>
                </c:pt>
                <c:pt idx="2272">
                  <c:v>184.6</c:v>
                </c:pt>
                <c:pt idx="2273">
                  <c:v>172.5</c:v>
                </c:pt>
                <c:pt idx="2274">
                  <c:v>170.75</c:v>
                </c:pt>
                <c:pt idx="2275">
                  <c:v>179.55</c:v>
                </c:pt>
                <c:pt idx="2276">
                  <c:v>181.8</c:v>
                </c:pt>
                <c:pt idx="2277">
                  <c:v>186.5</c:v>
                </c:pt>
                <c:pt idx="2278">
                  <c:v>199.65</c:v>
                </c:pt>
                <c:pt idx="2279">
                  <c:v>196.85</c:v>
                </c:pt>
                <c:pt idx="2280">
                  <c:v>190.15</c:v>
                </c:pt>
                <c:pt idx="2281">
                  <c:v>185.6</c:v>
                </c:pt>
                <c:pt idx="2282">
                  <c:v>194.15</c:v>
                </c:pt>
                <c:pt idx="2283">
                  <c:v>184.15</c:v>
                </c:pt>
                <c:pt idx="2284">
                  <c:v>171.65</c:v>
                </c:pt>
                <c:pt idx="2285">
                  <c:v>170.75</c:v>
                </c:pt>
                <c:pt idx="2286">
                  <c:v>172.45</c:v>
                </c:pt>
                <c:pt idx="2287">
                  <c:v>168.1</c:v>
                </c:pt>
                <c:pt idx="2288">
                  <c:v>160.75</c:v>
                </c:pt>
                <c:pt idx="2289">
                  <c:v>162.4</c:v>
                </c:pt>
                <c:pt idx="2290">
                  <c:v>163.05000000000001</c:v>
                </c:pt>
                <c:pt idx="2291">
                  <c:v>172.8</c:v>
                </c:pt>
                <c:pt idx="2292">
                  <c:v>159.05000000000001</c:v>
                </c:pt>
                <c:pt idx="2293">
                  <c:v>155.25</c:v>
                </c:pt>
                <c:pt idx="2294">
                  <c:v>156.65</c:v>
                </c:pt>
                <c:pt idx="2295">
                  <c:v>151.80000000000001</c:v>
                </c:pt>
                <c:pt idx="2296">
                  <c:v>156.75</c:v>
                </c:pt>
                <c:pt idx="2297">
                  <c:v>152.35</c:v>
                </c:pt>
                <c:pt idx="2298">
                  <c:v>155.9</c:v>
                </c:pt>
                <c:pt idx="2299">
                  <c:v>167</c:v>
                </c:pt>
                <c:pt idx="2300">
                  <c:v>168.7</c:v>
                </c:pt>
                <c:pt idx="2301">
                  <c:v>168.6</c:v>
                </c:pt>
                <c:pt idx="2302">
                  <c:v>176.5</c:v>
                </c:pt>
                <c:pt idx="2303">
                  <c:v>172.95</c:v>
                </c:pt>
                <c:pt idx="2304">
                  <c:v>176.25</c:v>
                </c:pt>
                <c:pt idx="2305">
                  <c:v>194.4</c:v>
                </c:pt>
                <c:pt idx="2306">
                  <c:v>187.35</c:v>
                </c:pt>
                <c:pt idx="2307">
                  <c:v>194.75</c:v>
                </c:pt>
                <c:pt idx="2308">
                  <c:v>205.45</c:v>
                </c:pt>
                <c:pt idx="2309">
                  <c:v>223.2</c:v>
                </c:pt>
                <c:pt idx="2310">
                  <c:v>196.35</c:v>
                </c:pt>
                <c:pt idx="2311">
                  <c:v>205.9</c:v>
                </c:pt>
                <c:pt idx="2312">
                  <c:v>209.8</c:v>
                </c:pt>
                <c:pt idx="2313">
                  <c:v>225.1</c:v>
                </c:pt>
                <c:pt idx="2314">
                  <c:v>235.65</c:v>
                </c:pt>
                <c:pt idx="2315">
                  <c:v>243.05</c:v>
                </c:pt>
                <c:pt idx="2316">
                  <c:v>261.10000000000002</c:v>
                </c:pt>
                <c:pt idx="2317">
                  <c:v>283.14999999999998</c:v>
                </c:pt>
                <c:pt idx="2318">
                  <c:v>293</c:v>
                </c:pt>
                <c:pt idx="2319">
                  <c:v>269.10000000000002</c:v>
                </c:pt>
                <c:pt idx="2320">
                  <c:v>258.2</c:v>
                </c:pt>
                <c:pt idx="2321">
                  <c:v>262.64999999999998</c:v>
                </c:pt>
                <c:pt idx="2322">
                  <c:v>244.2</c:v>
                </c:pt>
                <c:pt idx="2323">
                  <c:v>240.9</c:v>
                </c:pt>
                <c:pt idx="2324">
                  <c:v>262.85000000000002</c:v>
                </c:pt>
                <c:pt idx="2325">
                  <c:v>261.14999999999998</c:v>
                </c:pt>
                <c:pt idx="2326">
                  <c:v>253.75</c:v>
                </c:pt>
                <c:pt idx="2327">
                  <c:v>234.35</c:v>
                </c:pt>
                <c:pt idx="2328">
                  <c:v>238.1</c:v>
                </c:pt>
                <c:pt idx="2329">
                  <c:v>263.2</c:v>
                </c:pt>
                <c:pt idx="2330">
                  <c:v>286.14999999999998</c:v>
                </c:pt>
                <c:pt idx="2331">
                  <c:v>270.7</c:v>
                </c:pt>
                <c:pt idx="2332">
                  <c:v>294.35000000000002</c:v>
                </c:pt>
                <c:pt idx="2333">
                  <c:v>282.39999999999998</c:v>
                </c:pt>
                <c:pt idx="2334">
                  <c:v>270.64999999999998</c:v>
                </c:pt>
                <c:pt idx="2335">
                  <c:v>275.55</c:v>
                </c:pt>
                <c:pt idx="2336">
                  <c:v>264.35000000000002</c:v>
                </c:pt>
                <c:pt idx="2337">
                  <c:v>264.45</c:v>
                </c:pt>
                <c:pt idx="2338">
                  <c:v>272</c:v>
                </c:pt>
                <c:pt idx="2339">
                  <c:v>318.25</c:v>
                </c:pt>
                <c:pt idx="2340">
                  <c:v>329.5</c:v>
                </c:pt>
                <c:pt idx="2341">
                  <c:v>371.5</c:v>
                </c:pt>
                <c:pt idx="2342">
                  <c:v>365.65</c:v>
                </c:pt>
                <c:pt idx="2343">
                  <c:v>363.65</c:v>
                </c:pt>
                <c:pt idx="2344">
                  <c:v>368.75</c:v>
                </c:pt>
                <c:pt idx="2345">
                  <c:v>361.85</c:v>
                </c:pt>
                <c:pt idx="2346">
                  <c:v>373.5</c:v>
                </c:pt>
                <c:pt idx="2347">
                  <c:v>384.8</c:v>
                </c:pt>
                <c:pt idx="2348">
                  <c:v>405.35</c:v>
                </c:pt>
                <c:pt idx="2349">
                  <c:v>439.3</c:v>
                </c:pt>
                <c:pt idx="2350">
                  <c:v>474.5</c:v>
                </c:pt>
                <c:pt idx="2351">
                  <c:v>488.1</c:v>
                </c:pt>
                <c:pt idx="2352">
                  <c:v>470.65</c:v>
                </c:pt>
                <c:pt idx="2353">
                  <c:v>463.9</c:v>
                </c:pt>
                <c:pt idx="2354">
                  <c:v>416.45</c:v>
                </c:pt>
                <c:pt idx="2355">
                  <c:v>438.2</c:v>
                </c:pt>
                <c:pt idx="2356">
                  <c:v>439.3</c:v>
                </c:pt>
                <c:pt idx="2357">
                  <c:v>452.5</c:v>
                </c:pt>
                <c:pt idx="2358">
                  <c:v>457.75</c:v>
                </c:pt>
                <c:pt idx="2359">
                  <c:v>433.8</c:v>
                </c:pt>
                <c:pt idx="2360">
                  <c:v>450.7</c:v>
                </c:pt>
                <c:pt idx="2361">
                  <c:v>417</c:v>
                </c:pt>
                <c:pt idx="2362">
                  <c:v>388.3</c:v>
                </c:pt>
                <c:pt idx="2363">
                  <c:v>412.55</c:v>
                </c:pt>
                <c:pt idx="2364">
                  <c:v>402.75</c:v>
                </c:pt>
                <c:pt idx="2365">
                  <c:v>400.4</c:v>
                </c:pt>
                <c:pt idx="2366">
                  <c:v>407</c:v>
                </c:pt>
                <c:pt idx="2367">
                  <c:v>399.85</c:v>
                </c:pt>
                <c:pt idx="2368">
                  <c:v>388.55</c:v>
                </c:pt>
                <c:pt idx="2369">
                  <c:v>397.75</c:v>
                </c:pt>
                <c:pt idx="2370">
                  <c:v>390.65</c:v>
                </c:pt>
                <c:pt idx="2371">
                  <c:v>395.95</c:v>
                </c:pt>
                <c:pt idx="2372">
                  <c:v>420.4</c:v>
                </c:pt>
                <c:pt idx="2373">
                  <c:v>437.95</c:v>
                </c:pt>
                <c:pt idx="2374">
                  <c:v>396.55</c:v>
                </c:pt>
                <c:pt idx="2375">
                  <c:v>396.5</c:v>
                </c:pt>
                <c:pt idx="2376">
                  <c:v>362.5</c:v>
                </c:pt>
                <c:pt idx="2377">
                  <c:v>364.05</c:v>
                </c:pt>
                <c:pt idx="2378">
                  <c:v>352.9</c:v>
                </c:pt>
                <c:pt idx="2379">
                  <c:v>339</c:v>
                </c:pt>
                <c:pt idx="2380">
                  <c:v>357.8</c:v>
                </c:pt>
                <c:pt idx="2381">
                  <c:v>380.9</c:v>
                </c:pt>
                <c:pt idx="2382">
                  <c:v>384.2</c:v>
                </c:pt>
                <c:pt idx="2383">
                  <c:v>392.35</c:v>
                </c:pt>
                <c:pt idx="2384">
                  <c:v>391.2</c:v>
                </c:pt>
                <c:pt idx="2385">
                  <c:v>412.15</c:v>
                </c:pt>
                <c:pt idx="2386">
                  <c:v>399.35</c:v>
                </c:pt>
                <c:pt idx="2387">
                  <c:v>415.75</c:v>
                </c:pt>
                <c:pt idx="2388">
                  <c:v>442.5</c:v>
                </c:pt>
                <c:pt idx="2389">
                  <c:v>458.8</c:v>
                </c:pt>
                <c:pt idx="2390">
                  <c:v>471.2</c:v>
                </c:pt>
                <c:pt idx="2391">
                  <c:v>442.35</c:v>
                </c:pt>
                <c:pt idx="2392">
                  <c:v>452.15</c:v>
                </c:pt>
                <c:pt idx="2393">
                  <c:v>462.35</c:v>
                </c:pt>
                <c:pt idx="2394">
                  <c:v>485.2</c:v>
                </c:pt>
                <c:pt idx="2395">
                  <c:v>475.35</c:v>
                </c:pt>
                <c:pt idx="2396">
                  <c:v>473.3</c:v>
                </c:pt>
                <c:pt idx="2397">
                  <c:v>454.4</c:v>
                </c:pt>
                <c:pt idx="2398">
                  <c:v>456.5</c:v>
                </c:pt>
                <c:pt idx="2399">
                  <c:v>456.05</c:v>
                </c:pt>
                <c:pt idx="2400">
                  <c:v>463.1</c:v>
                </c:pt>
                <c:pt idx="2401">
                  <c:v>443.7</c:v>
                </c:pt>
                <c:pt idx="2402">
                  <c:v>470.25</c:v>
                </c:pt>
                <c:pt idx="2403">
                  <c:v>469.95</c:v>
                </c:pt>
                <c:pt idx="2404">
                  <c:v>437.95</c:v>
                </c:pt>
                <c:pt idx="2405">
                  <c:v>451.7</c:v>
                </c:pt>
                <c:pt idx="2406">
                  <c:v>433.75</c:v>
                </c:pt>
                <c:pt idx="2407">
                  <c:v>442.05</c:v>
                </c:pt>
                <c:pt idx="2408">
                  <c:v>444.95</c:v>
                </c:pt>
                <c:pt idx="2409">
                  <c:v>458.15</c:v>
                </c:pt>
                <c:pt idx="2410">
                  <c:v>457.85</c:v>
                </c:pt>
                <c:pt idx="2411">
                  <c:v>460.2</c:v>
                </c:pt>
                <c:pt idx="2412">
                  <c:v>435.7</c:v>
                </c:pt>
                <c:pt idx="2413">
                  <c:v>438.65</c:v>
                </c:pt>
                <c:pt idx="2414">
                  <c:v>424.25</c:v>
                </c:pt>
                <c:pt idx="2415">
                  <c:v>417.1</c:v>
                </c:pt>
                <c:pt idx="2416">
                  <c:v>415.1</c:v>
                </c:pt>
                <c:pt idx="2417">
                  <c:v>420.65</c:v>
                </c:pt>
                <c:pt idx="2418">
                  <c:v>430.25</c:v>
                </c:pt>
                <c:pt idx="2419">
                  <c:v>441.9</c:v>
                </c:pt>
                <c:pt idx="2420">
                  <c:v>456.5</c:v>
                </c:pt>
                <c:pt idx="2421">
                  <c:v>460.65</c:v>
                </c:pt>
                <c:pt idx="2422">
                  <c:v>469.9</c:v>
                </c:pt>
                <c:pt idx="2423">
                  <c:v>469</c:v>
                </c:pt>
                <c:pt idx="2424">
                  <c:v>478.85</c:v>
                </c:pt>
                <c:pt idx="2425">
                  <c:v>492.45</c:v>
                </c:pt>
                <c:pt idx="2426">
                  <c:v>530.1</c:v>
                </c:pt>
                <c:pt idx="2427">
                  <c:v>520.95000000000005</c:v>
                </c:pt>
                <c:pt idx="2428">
                  <c:v>517.85</c:v>
                </c:pt>
                <c:pt idx="2429">
                  <c:v>522.4</c:v>
                </c:pt>
                <c:pt idx="2430">
                  <c:v>520.6</c:v>
                </c:pt>
                <c:pt idx="2431">
                  <c:v>512.65</c:v>
                </c:pt>
                <c:pt idx="2432">
                  <c:v>498.35</c:v>
                </c:pt>
                <c:pt idx="2433">
                  <c:v>504.05</c:v>
                </c:pt>
                <c:pt idx="2434">
                  <c:v>509.45</c:v>
                </c:pt>
                <c:pt idx="2435">
                  <c:v>510.8</c:v>
                </c:pt>
                <c:pt idx="2436">
                  <c:v>497</c:v>
                </c:pt>
                <c:pt idx="2437">
                  <c:v>510.4</c:v>
                </c:pt>
                <c:pt idx="2438">
                  <c:v>516.9</c:v>
                </c:pt>
                <c:pt idx="2439">
                  <c:v>534.95000000000005</c:v>
                </c:pt>
                <c:pt idx="2440">
                  <c:v>532.54999999999995</c:v>
                </c:pt>
                <c:pt idx="2441">
                  <c:v>545.6</c:v>
                </c:pt>
                <c:pt idx="2442">
                  <c:v>571.29999999999995</c:v>
                </c:pt>
                <c:pt idx="2443">
                  <c:v>574.65</c:v>
                </c:pt>
                <c:pt idx="2444">
                  <c:v>566.65</c:v>
                </c:pt>
                <c:pt idx="2445">
                  <c:v>563.20000000000005</c:v>
                </c:pt>
                <c:pt idx="2446">
                  <c:v>575.15</c:v>
                </c:pt>
                <c:pt idx="2447">
                  <c:v>553.15</c:v>
                </c:pt>
                <c:pt idx="2448">
                  <c:v>542.4</c:v>
                </c:pt>
                <c:pt idx="2449">
                  <c:v>529.65</c:v>
                </c:pt>
                <c:pt idx="2450">
                  <c:v>539.85</c:v>
                </c:pt>
                <c:pt idx="2451">
                  <c:v>500.8</c:v>
                </c:pt>
                <c:pt idx="2452">
                  <c:v>481.3</c:v>
                </c:pt>
                <c:pt idx="2453">
                  <c:v>467.65</c:v>
                </c:pt>
                <c:pt idx="2454">
                  <c:v>471.55</c:v>
                </c:pt>
                <c:pt idx="2455">
                  <c:v>445.3</c:v>
                </c:pt>
                <c:pt idx="2456">
                  <c:v>469</c:v>
                </c:pt>
                <c:pt idx="2457">
                  <c:v>485.75</c:v>
                </c:pt>
                <c:pt idx="2458">
                  <c:v>499.8</c:v>
                </c:pt>
                <c:pt idx="2459">
                  <c:v>509.2</c:v>
                </c:pt>
                <c:pt idx="2460">
                  <c:v>504.65</c:v>
                </c:pt>
                <c:pt idx="2461">
                  <c:v>526.54999999999995</c:v>
                </c:pt>
                <c:pt idx="2462">
                  <c:v>512.04999999999995</c:v>
                </c:pt>
                <c:pt idx="2463">
                  <c:v>520.75</c:v>
                </c:pt>
                <c:pt idx="2464">
                  <c:v>536.54999999999995</c:v>
                </c:pt>
                <c:pt idx="2465">
                  <c:v>538.79999999999995</c:v>
                </c:pt>
                <c:pt idx="2466">
                  <c:v>547.4</c:v>
                </c:pt>
                <c:pt idx="2467">
                  <c:v>537.15</c:v>
                </c:pt>
                <c:pt idx="2468">
                  <c:v>552.95000000000005</c:v>
                </c:pt>
                <c:pt idx="2469">
                  <c:v>573.04999999999995</c:v>
                </c:pt>
                <c:pt idx="2470">
                  <c:v>558.70000000000005</c:v>
                </c:pt>
                <c:pt idx="2471">
                  <c:v>563.1</c:v>
                </c:pt>
                <c:pt idx="2472">
                  <c:v>543.70000000000005</c:v>
                </c:pt>
                <c:pt idx="2473">
                  <c:v>544.85</c:v>
                </c:pt>
                <c:pt idx="2474">
                  <c:v>579.20000000000005</c:v>
                </c:pt>
                <c:pt idx="2475">
                  <c:v>581.65</c:v>
                </c:pt>
                <c:pt idx="2476">
                  <c:v>574.79999999999995</c:v>
                </c:pt>
                <c:pt idx="2477">
                  <c:v>583.6</c:v>
                </c:pt>
                <c:pt idx="2478">
                  <c:v>575.95000000000005</c:v>
                </c:pt>
                <c:pt idx="2479">
                  <c:v>555.85</c:v>
                </c:pt>
                <c:pt idx="2480">
                  <c:v>568.20000000000005</c:v>
                </c:pt>
                <c:pt idx="2481">
                  <c:v>544.9</c:v>
                </c:pt>
                <c:pt idx="2482">
                  <c:v>548.95000000000005</c:v>
                </c:pt>
                <c:pt idx="2483">
                  <c:v>546.54999999999995</c:v>
                </c:pt>
                <c:pt idx="2484">
                  <c:v>544.5</c:v>
                </c:pt>
                <c:pt idx="2485">
                  <c:v>546.5</c:v>
                </c:pt>
                <c:pt idx="2486">
                  <c:v>557.65</c:v>
                </c:pt>
                <c:pt idx="2487">
                  <c:v>564.20000000000005</c:v>
                </c:pt>
                <c:pt idx="2488">
                  <c:v>563.25</c:v>
                </c:pt>
                <c:pt idx="2489">
                  <c:v>555.9</c:v>
                </c:pt>
                <c:pt idx="2490">
                  <c:v>577.20000000000005</c:v>
                </c:pt>
                <c:pt idx="2491">
                  <c:v>604.04999999999995</c:v>
                </c:pt>
                <c:pt idx="2492">
                  <c:v>615.6</c:v>
                </c:pt>
                <c:pt idx="2493">
                  <c:v>622.04999999999995</c:v>
                </c:pt>
                <c:pt idx="2494">
                  <c:v>614.79999999999995</c:v>
                </c:pt>
                <c:pt idx="2495">
                  <c:v>617.70000000000005</c:v>
                </c:pt>
                <c:pt idx="2496">
                  <c:v>633.75</c:v>
                </c:pt>
                <c:pt idx="2497">
                  <c:v>649.1</c:v>
                </c:pt>
                <c:pt idx="2498">
                  <c:v>642.04999999999995</c:v>
                </c:pt>
                <c:pt idx="2499">
                  <c:v>649.79999999999995</c:v>
                </c:pt>
                <c:pt idx="2500">
                  <c:v>648.45000000000005</c:v>
                </c:pt>
                <c:pt idx="2501">
                  <c:v>648.5</c:v>
                </c:pt>
                <c:pt idx="2502">
                  <c:v>625.54999999999995</c:v>
                </c:pt>
                <c:pt idx="2503">
                  <c:v>639.25</c:v>
                </c:pt>
                <c:pt idx="2504">
                  <c:v>647.70000000000005</c:v>
                </c:pt>
                <c:pt idx="2505">
                  <c:v>645.15</c:v>
                </c:pt>
                <c:pt idx="2506">
                  <c:v>637.5</c:v>
                </c:pt>
                <c:pt idx="2507">
                  <c:v>637.65</c:v>
                </c:pt>
                <c:pt idx="2508">
                  <c:v>653.70000000000005</c:v>
                </c:pt>
                <c:pt idx="2509">
                  <c:v>648</c:v>
                </c:pt>
                <c:pt idx="2510">
                  <c:v>624.54999999999995</c:v>
                </c:pt>
                <c:pt idx="2511">
                  <c:v>609.9</c:v>
                </c:pt>
                <c:pt idx="2512">
                  <c:v>559.65</c:v>
                </c:pt>
                <c:pt idx="2513">
                  <c:v>585.4</c:v>
                </c:pt>
                <c:pt idx="2514">
                  <c:v>569.1</c:v>
                </c:pt>
                <c:pt idx="2515">
                  <c:v>579.85</c:v>
                </c:pt>
                <c:pt idx="2516">
                  <c:v>573.29999999999995</c:v>
                </c:pt>
                <c:pt idx="2517">
                  <c:v>600.4</c:v>
                </c:pt>
                <c:pt idx="2518">
                  <c:v>577.70000000000005</c:v>
                </c:pt>
                <c:pt idx="2519">
                  <c:v>550.20000000000005</c:v>
                </c:pt>
                <c:pt idx="2520">
                  <c:v>558.95000000000005</c:v>
                </c:pt>
                <c:pt idx="2521">
                  <c:v>533.85</c:v>
                </c:pt>
                <c:pt idx="2522">
                  <c:v>533.54999999999995</c:v>
                </c:pt>
                <c:pt idx="2523">
                  <c:v>522.45000000000005</c:v>
                </c:pt>
                <c:pt idx="2524">
                  <c:v>533.95000000000005</c:v>
                </c:pt>
                <c:pt idx="2525">
                  <c:v>539.9</c:v>
                </c:pt>
                <c:pt idx="2526">
                  <c:v>550.1</c:v>
                </c:pt>
                <c:pt idx="2527">
                  <c:v>584.35</c:v>
                </c:pt>
                <c:pt idx="2528">
                  <c:v>577.15</c:v>
                </c:pt>
                <c:pt idx="2529">
                  <c:v>560.75</c:v>
                </c:pt>
                <c:pt idx="2530">
                  <c:v>572.75</c:v>
                </c:pt>
                <c:pt idx="2531">
                  <c:v>575.5</c:v>
                </c:pt>
                <c:pt idx="2532">
                  <c:v>567.29999999999995</c:v>
                </c:pt>
                <c:pt idx="2533">
                  <c:v>569.25</c:v>
                </c:pt>
                <c:pt idx="2534">
                  <c:v>574.35</c:v>
                </c:pt>
                <c:pt idx="2535">
                  <c:v>608.9</c:v>
                </c:pt>
                <c:pt idx="2536">
                  <c:v>608.20000000000005</c:v>
                </c:pt>
                <c:pt idx="2537">
                  <c:v>617.54999999999995</c:v>
                </c:pt>
                <c:pt idx="2538">
                  <c:v>618.1</c:v>
                </c:pt>
                <c:pt idx="2539">
                  <c:v>621.75</c:v>
                </c:pt>
                <c:pt idx="2540">
                  <c:v>614.70000000000005</c:v>
                </c:pt>
                <c:pt idx="2541">
                  <c:v>612.20000000000005</c:v>
                </c:pt>
                <c:pt idx="2542">
                  <c:v>608.29999999999995</c:v>
                </c:pt>
                <c:pt idx="2543">
                  <c:v>607.54999999999995</c:v>
                </c:pt>
                <c:pt idx="2544">
                  <c:v>610.04999999999995</c:v>
                </c:pt>
                <c:pt idx="2545">
                  <c:v>627.20000000000005</c:v>
                </c:pt>
                <c:pt idx="2546">
                  <c:v>632.1</c:v>
                </c:pt>
                <c:pt idx="2547">
                  <c:v>639.20000000000005</c:v>
                </c:pt>
                <c:pt idx="2548">
                  <c:v>644.25</c:v>
                </c:pt>
                <c:pt idx="2549">
                  <c:v>629.04999999999995</c:v>
                </c:pt>
                <c:pt idx="2550">
                  <c:v>637.95000000000005</c:v>
                </c:pt>
                <c:pt idx="2551">
                  <c:v>638.20000000000005</c:v>
                </c:pt>
                <c:pt idx="2552">
                  <c:v>644.1</c:v>
                </c:pt>
                <c:pt idx="2553">
                  <c:v>643.54999999999995</c:v>
                </c:pt>
                <c:pt idx="2554">
                  <c:v>634.75</c:v>
                </c:pt>
                <c:pt idx="2555">
                  <c:v>632.04999999999995</c:v>
                </c:pt>
                <c:pt idx="2556">
                  <c:v>652.20000000000005</c:v>
                </c:pt>
                <c:pt idx="2557">
                  <c:v>678.5</c:v>
                </c:pt>
                <c:pt idx="2558">
                  <c:v>687.6</c:v>
                </c:pt>
                <c:pt idx="2559">
                  <c:v>685.65</c:v>
                </c:pt>
                <c:pt idx="2560">
                  <c:v>671.25</c:v>
                </c:pt>
                <c:pt idx="2561">
                  <c:v>676.2</c:v>
                </c:pt>
                <c:pt idx="2562">
                  <c:v>684.25</c:v>
                </c:pt>
                <c:pt idx="2563">
                  <c:v>691.95</c:v>
                </c:pt>
                <c:pt idx="2564">
                  <c:v>686.1</c:v>
                </c:pt>
                <c:pt idx="2565">
                  <c:v>695.7</c:v>
                </c:pt>
                <c:pt idx="2566">
                  <c:v>669.8</c:v>
                </c:pt>
                <c:pt idx="2567">
                  <c:v>670.85</c:v>
                </c:pt>
                <c:pt idx="2568">
                  <c:v>668.85</c:v>
                </c:pt>
                <c:pt idx="2569">
                  <c:v>655.29999999999995</c:v>
                </c:pt>
                <c:pt idx="2570">
                  <c:v>648.35</c:v>
                </c:pt>
                <c:pt idx="2571">
                  <c:v>656.85</c:v>
                </c:pt>
                <c:pt idx="2572">
                  <c:v>647.5</c:v>
                </c:pt>
                <c:pt idx="2573">
                  <c:v>624.35</c:v>
                </c:pt>
                <c:pt idx="2574">
                  <c:v>632.65</c:v>
                </c:pt>
                <c:pt idx="2575">
                  <c:v>618.85</c:v>
                </c:pt>
                <c:pt idx="2576">
                  <c:v>607.04999999999995</c:v>
                </c:pt>
                <c:pt idx="2577">
                  <c:v>577.85</c:v>
                </c:pt>
                <c:pt idx="2578">
                  <c:v>573.1</c:v>
                </c:pt>
                <c:pt idx="2579">
                  <c:v>575.9</c:v>
                </c:pt>
                <c:pt idx="2580">
                  <c:v>558.35</c:v>
                </c:pt>
                <c:pt idx="2581">
                  <c:v>601.45000000000005</c:v>
                </c:pt>
                <c:pt idx="2582">
                  <c:v>582.04999999999995</c:v>
                </c:pt>
                <c:pt idx="2583">
                  <c:v>584.45000000000005</c:v>
                </c:pt>
                <c:pt idx="2584">
                  <c:v>575.1</c:v>
                </c:pt>
                <c:pt idx="2585">
                  <c:v>547.95000000000005</c:v>
                </c:pt>
                <c:pt idx="2586">
                  <c:v>536.35</c:v>
                </c:pt>
                <c:pt idx="2587">
                  <c:v>530.29999999999995</c:v>
                </c:pt>
                <c:pt idx="2588">
                  <c:v>512.5</c:v>
                </c:pt>
                <c:pt idx="2589">
                  <c:v>508.15</c:v>
                </c:pt>
                <c:pt idx="2590">
                  <c:v>509.25</c:v>
                </c:pt>
                <c:pt idx="2591">
                  <c:v>501.05</c:v>
                </c:pt>
                <c:pt idx="2592">
                  <c:v>476.65</c:v>
                </c:pt>
                <c:pt idx="2593">
                  <c:v>484.45</c:v>
                </c:pt>
                <c:pt idx="2594">
                  <c:v>492.35</c:v>
                </c:pt>
                <c:pt idx="2595">
                  <c:v>496.85</c:v>
                </c:pt>
                <c:pt idx="2596">
                  <c:v>500.7</c:v>
                </c:pt>
                <c:pt idx="2597">
                  <c:v>480</c:v>
                </c:pt>
                <c:pt idx="2598">
                  <c:v>484.3</c:v>
                </c:pt>
                <c:pt idx="2599">
                  <c:v>485.8</c:v>
                </c:pt>
                <c:pt idx="2600">
                  <c:v>485.25</c:v>
                </c:pt>
                <c:pt idx="2601">
                  <c:v>462.15</c:v>
                </c:pt>
                <c:pt idx="2602">
                  <c:v>451.4</c:v>
                </c:pt>
                <c:pt idx="2603">
                  <c:v>463.05</c:v>
                </c:pt>
                <c:pt idx="2604">
                  <c:v>471.45</c:v>
                </c:pt>
                <c:pt idx="2605">
                  <c:v>473.6</c:v>
                </c:pt>
                <c:pt idx="2606">
                  <c:v>484.2</c:v>
                </c:pt>
                <c:pt idx="2607">
                  <c:v>491.9</c:v>
                </c:pt>
                <c:pt idx="2608">
                  <c:v>485.55</c:v>
                </c:pt>
                <c:pt idx="2609">
                  <c:v>480.95</c:v>
                </c:pt>
                <c:pt idx="2610">
                  <c:v>473.75</c:v>
                </c:pt>
                <c:pt idx="2611">
                  <c:v>504.8</c:v>
                </c:pt>
                <c:pt idx="2612">
                  <c:v>494.05</c:v>
                </c:pt>
                <c:pt idx="2613">
                  <c:v>497.6</c:v>
                </c:pt>
                <c:pt idx="2614">
                  <c:v>498.4</c:v>
                </c:pt>
                <c:pt idx="2615">
                  <c:v>490.05</c:v>
                </c:pt>
                <c:pt idx="2616">
                  <c:v>500.1</c:v>
                </c:pt>
                <c:pt idx="2617">
                  <c:v>481.6</c:v>
                </c:pt>
                <c:pt idx="2618">
                  <c:v>485.65</c:v>
                </c:pt>
                <c:pt idx="2619">
                  <c:v>475</c:v>
                </c:pt>
                <c:pt idx="2620">
                  <c:v>474.95</c:v>
                </c:pt>
                <c:pt idx="2621">
                  <c:v>471.75</c:v>
                </c:pt>
                <c:pt idx="2622">
                  <c:v>480.4</c:v>
                </c:pt>
                <c:pt idx="2623">
                  <c:v>474.9</c:v>
                </c:pt>
                <c:pt idx="2624">
                  <c:v>484.75</c:v>
                </c:pt>
                <c:pt idx="2625">
                  <c:v>495.95</c:v>
                </c:pt>
                <c:pt idx="2626">
                  <c:v>497.75</c:v>
                </c:pt>
                <c:pt idx="2627">
                  <c:v>508.8</c:v>
                </c:pt>
                <c:pt idx="2628">
                  <c:v>505.9</c:v>
                </c:pt>
                <c:pt idx="2629">
                  <c:v>512.75</c:v>
                </c:pt>
                <c:pt idx="2630">
                  <c:v>508.75</c:v>
                </c:pt>
                <c:pt idx="2631">
                  <c:v>511.3</c:v>
                </c:pt>
                <c:pt idx="2632">
                  <c:v>509.35</c:v>
                </c:pt>
                <c:pt idx="2633">
                  <c:v>530.85</c:v>
                </c:pt>
                <c:pt idx="2634">
                  <c:v>540.85</c:v>
                </c:pt>
                <c:pt idx="2635">
                  <c:v>535.65</c:v>
                </c:pt>
                <c:pt idx="2636">
                  <c:v>532.4</c:v>
                </c:pt>
                <c:pt idx="2637">
                  <c:v>529.85</c:v>
                </c:pt>
                <c:pt idx="2638">
                  <c:v>532.6</c:v>
                </c:pt>
                <c:pt idx="2639">
                  <c:v>533.1</c:v>
                </c:pt>
                <c:pt idx="2640">
                  <c:v>537</c:v>
                </c:pt>
                <c:pt idx="2641">
                  <c:v>547.25</c:v>
                </c:pt>
                <c:pt idx="2642">
                  <c:v>547</c:v>
                </c:pt>
                <c:pt idx="2643">
                  <c:v>540.54999999999995</c:v>
                </c:pt>
                <c:pt idx="2644">
                  <c:v>538.25</c:v>
                </c:pt>
                <c:pt idx="2645">
                  <c:v>531.5</c:v>
                </c:pt>
                <c:pt idx="2646">
                  <c:v>540.1</c:v>
                </c:pt>
                <c:pt idx="2647">
                  <c:v>536.35</c:v>
                </c:pt>
                <c:pt idx="2648">
                  <c:v>520.25</c:v>
                </c:pt>
                <c:pt idx="2649">
                  <c:v>519.95000000000005</c:v>
                </c:pt>
                <c:pt idx="2650">
                  <c:v>527.20000000000005</c:v>
                </c:pt>
                <c:pt idx="2651">
                  <c:v>517.79999999999995</c:v>
                </c:pt>
                <c:pt idx="2652">
                  <c:v>513.6</c:v>
                </c:pt>
                <c:pt idx="2653">
                  <c:v>521.85</c:v>
                </c:pt>
                <c:pt idx="2654">
                  <c:v>522.29999999999995</c:v>
                </c:pt>
                <c:pt idx="2655">
                  <c:v>518.9</c:v>
                </c:pt>
                <c:pt idx="2656">
                  <c:v>521.54999999999995</c:v>
                </c:pt>
                <c:pt idx="2657">
                  <c:v>513.75</c:v>
                </c:pt>
                <c:pt idx="2658">
                  <c:v>497</c:v>
                </c:pt>
                <c:pt idx="2659">
                  <c:v>501.85</c:v>
                </c:pt>
                <c:pt idx="2660">
                  <c:v>510.15</c:v>
                </c:pt>
                <c:pt idx="2661">
                  <c:v>527.9</c:v>
                </c:pt>
                <c:pt idx="2662">
                  <c:v>522.70000000000005</c:v>
                </c:pt>
                <c:pt idx="2663">
                  <c:v>537.95000000000005</c:v>
                </c:pt>
                <c:pt idx="2664">
                  <c:v>544.04999999999995</c:v>
                </c:pt>
                <c:pt idx="2665">
                  <c:v>540.95000000000005</c:v>
                </c:pt>
                <c:pt idx="2666">
                  <c:v>575.70000000000005</c:v>
                </c:pt>
                <c:pt idx="2667">
                  <c:v>576.4</c:v>
                </c:pt>
                <c:pt idx="2668">
                  <c:v>580.6</c:v>
                </c:pt>
                <c:pt idx="2669">
                  <c:v>593.65</c:v>
                </c:pt>
                <c:pt idx="2670">
                  <c:v>601.5</c:v>
                </c:pt>
                <c:pt idx="2671">
                  <c:v>596.9</c:v>
                </c:pt>
                <c:pt idx="2672">
                  <c:v>603.70000000000005</c:v>
                </c:pt>
                <c:pt idx="2673">
                  <c:v>595.35</c:v>
                </c:pt>
                <c:pt idx="2674">
                  <c:v>604.79999999999995</c:v>
                </c:pt>
                <c:pt idx="2675">
                  <c:v>618</c:v>
                </c:pt>
                <c:pt idx="2676">
                  <c:v>615.35</c:v>
                </c:pt>
                <c:pt idx="2677">
                  <c:v>618.85</c:v>
                </c:pt>
                <c:pt idx="2678">
                  <c:v>623.5</c:v>
                </c:pt>
                <c:pt idx="2679">
                  <c:v>629.95000000000005</c:v>
                </c:pt>
                <c:pt idx="2680">
                  <c:v>645.9</c:v>
                </c:pt>
                <c:pt idx="2681">
                  <c:v>651.65</c:v>
                </c:pt>
                <c:pt idx="2682">
                  <c:v>653.1</c:v>
                </c:pt>
                <c:pt idx="2683">
                  <c:v>651.85</c:v>
                </c:pt>
                <c:pt idx="2684">
                  <c:v>667.8</c:v>
                </c:pt>
                <c:pt idx="2685">
                  <c:v>669.7</c:v>
                </c:pt>
                <c:pt idx="2686">
                  <c:v>668.35</c:v>
                </c:pt>
                <c:pt idx="2687">
                  <c:v>678.25</c:v>
                </c:pt>
                <c:pt idx="2688">
                  <c:v>649.70000000000005</c:v>
                </c:pt>
                <c:pt idx="2689">
                  <c:v>626.6</c:v>
                </c:pt>
                <c:pt idx="2690">
                  <c:v>640.1</c:v>
                </c:pt>
                <c:pt idx="2691">
                  <c:v>633.35</c:v>
                </c:pt>
                <c:pt idx="2692">
                  <c:v>637.85</c:v>
                </c:pt>
                <c:pt idx="2693">
                  <c:v>652.5</c:v>
                </c:pt>
                <c:pt idx="2694">
                  <c:v>635.85</c:v>
                </c:pt>
                <c:pt idx="2695">
                  <c:v>646.04999999999995</c:v>
                </c:pt>
                <c:pt idx="2696">
                  <c:v>633.15</c:v>
                </c:pt>
                <c:pt idx="2697">
                  <c:v>615.70000000000005</c:v>
                </c:pt>
                <c:pt idx="2698">
                  <c:v>628.4</c:v>
                </c:pt>
                <c:pt idx="2699">
                  <c:v>617.5</c:v>
                </c:pt>
                <c:pt idx="2700">
                  <c:v>620.25</c:v>
                </c:pt>
                <c:pt idx="2701">
                  <c:v>605.65</c:v>
                </c:pt>
                <c:pt idx="2702">
                  <c:v>614.9</c:v>
                </c:pt>
                <c:pt idx="2703">
                  <c:v>603.85</c:v>
                </c:pt>
                <c:pt idx="2704">
                  <c:v>589.4</c:v>
                </c:pt>
                <c:pt idx="2705">
                  <c:v>591.9</c:v>
                </c:pt>
                <c:pt idx="2706">
                  <c:v>599.04999999999995</c:v>
                </c:pt>
                <c:pt idx="2707">
                  <c:v>609.6</c:v>
                </c:pt>
                <c:pt idx="2708">
                  <c:v>621.5</c:v>
                </c:pt>
                <c:pt idx="2709">
                  <c:v>623.54999999999995</c:v>
                </c:pt>
                <c:pt idx="2710">
                  <c:v>633.20000000000005</c:v>
                </c:pt>
                <c:pt idx="2711">
                  <c:v>641.29999999999995</c:v>
                </c:pt>
                <c:pt idx="2712">
                  <c:v>637.4</c:v>
                </c:pt>
                <c:pt idx="2713">
                  <c:v>631.04999999999995</c:v>
                </c:pt>
                <c:pt idx="2714">
                  <c:v>606.95000000000005</c:v>
                </c:pt>
                <c:pt idx="2715">
                  <c:v>618.29999999999995</c:v>
                </c:pt>
                <c:pt idx="2716">
                  <c:v>605.95000000000005</c:v>
                </c:pt>
                <c:pt idx="2717">
                  <c:v>623.45000000000005</c:v>
                </c:pt>
                <c:pt idx="2718">
                  <c:v>606.04999999999995</c:v>
                </c:pt>
                <c:pt idx="2719">
                  <c:v>624.85</c:v>
                </c:pt>
                <c:pt idx="2720">
                  <c:v>612.15</c:v>
                </c:pt>
                <c:pt idx="2721">
                  <c:v>616.6</c:v>
                </c:pt>
                <c:pt idx="2722">
                  <c:v>602.70000000000005</c:v>
                </c:pt>
                <c:pt idx="2723">
                  <c:v>598.79999999999995</c:v>
                </c:pt>
                <c:pt idx="2724">
                  <c:v>591.85</c:v>
                </c:pt>
                <c:pt idx="2725">
                  <c:v>584.79999999999995</c:v>
                </c:pt>
                <c:pt idx="2726">
                  <c:v>613.54999999999995</c:v>
                </c:pt>
                <c:pt idx="2727">
                  <c:v>622.75</c:v>
                </c:pt>
                <c:pt idx="2728">
                  <c:v>614.54999999999995</c:v>
                </c:pt>
                <c:pt idx="2729">
                  <c:v>635.04999999999995</c:v>
                </c:pt>
                <c:pt idx="2730">
                  <c:v>639.35</c:v>
                </c:pt>
                <c:pt idx="2731">
                  <c:v>624.25</c:v>
                </c:pt>
                <c:pt idx="2732">
                  <c:v>604.54999999999995</c:v>
                </c:pt>
                <c:pt idx="2733">
                  <c:v>619</c:v>
                </c:pt>
                <c:pt idx="2734">
                  <c:v>631</c:v>
                </c:pt>
                <c:pt idx="2735">
                  <c:v>646.6</c:v>
                </c:pt>
                <c:pt idx="2736">
                  <c:v>642.75</c:v>
                </c:pt>
                <c:pt idx="2737">
                  <c:v>660.4</c:v>
                </c:pt>
                <c:pt idx="2738">
                  <c:v>666.4</c:v>
                </c:pt>
                <c:pt idx="2739">
                  <c:v>676.2</c:v>
                </c:pt>
                <c:pt idx="2740">
                  <c:v>672.9</c:v>
                </c:pt>
                <c:pt idx="2741">
                  <c:v>661.35</c:v>
                </c:pt>
                <c:pt idx="2742">
                  <c:v>672.85</c:v>
                </c:pt>
                <c:pt idx="2743">
                  <c:v>662.55</c:v>
                </c:pt>
                <c:pt idx="2744">
                  <c:v>665</c:v>
                </c:pt>
                <c:pt idx="2745">
                  <c:v>668.05</c:v>
                </c:pt>
                <c:pt idx="2746">
                  <c:v>672.75</c:v>
                </c:pt>
                <c:pt idx="2747">
                  <c:v>680.4</c:v>
                </c:pt>
                <c:pt idx="2748">
                  <c:v>704.05</c:v>
                </c:pt>
                <c:pt idx="2749">
                  <c:v>694.7</c:v>
                </c:pt>
                <c:pt idx="2750">
                  <c:v>680.95</c:v>
                </c:pt>
                <c:pt idx="2751">
                  <c:v>683.3</c:v>
                </c:pt>
                <c:pt idx="2752">
                  <c:v>661.25</c:v>
                </c:pt>
                <c:pt idx="2753">
                  <c:v>650.70000000000005</c:v>
                </c:pt>
                <c:pt idx="2754">
                  <c:v>646.54999999999995</c:v>
                </c:pt>
                <c:pt idx="2755">
                  <c:v>648.9</c:v>
                </c:pt>
                <c:pt idx="2756">
                  <c:v>637.54999999999995</c:v>
                </c:pt>
                <c:pt idx="2757">
                  <c:v>622.45000000000005</c:v>
                </c:pt>
                <c:pt idx="2758">
                  <c:v>625.65</c:v>
                </c:pt>
                <c:pt idx="2759">
                  <c:v>632.6</c:v>
                </c:pt>
                <c:pt idx="2760">
                  <c:v>639.6</c:v>
                </c:pt>
                <c:pt idx="2761">
                  <c:v>634.20000000000005</c:v>
                </c:pt>
                <c:pt idx="2762">
                  <c:v>629.54999999999995</c:v>
                </c:pt>
                <c:pt idx="2763">
                  <c:v>649.25</c:v>
                </c:pt>
                <c:pt idx="2764">
                  <c:v>655.35</c:v>
                </c:pt>
                <c:pt idx="2765">
                  <c:v>650.1</c:v>
                </c:pt>
                <c:pt idx="2766">
                  <c:v>637.45000000000005</c:v>
                </c:pt>
                <c:pt idx="2767">
                  <c:v>639.70000000000005</c:v>
                </c:pt>
                <c:pt idx="2768">
                  <c:v>631.75</c:v>
                </c:pt>
                <c:pt idx="2769">
                  <c:v>626.25</c:v>
                </c:pt>
                <c:pt idx="2770">
                  <c:v>638.1</c:v>
                </c:pt>
                <c:pt idx="2771">
                  <c:v>635.9</c:v>
                </c:pt>
                <c:pt idx="2772">
                  <c:v>640.4</c:v>
                </c:pt>
                <c:pt idx="2773">
                  <c:v>619.70000000000005</c:v>
                </c:pt>
                <c:pt idx="2774">
                  <c:v>599.15</c:v>
                </c:pt>
                <c:pt idx="2775">
                  <c:v>600.54999999999995</c:v>
                </c:pt>
                <c:pt idx="2776">
                  <c:v>595.29999999999995</c:v>
                </c:pt>
                <c:pt idx="2777">
                  <c:v>620.25</c:v>
                </c:pt>
                <c:pt idx="2778">
                  <c:v>616.6</c:v>
                </c:pt>
                <c:pt idx="2779">
                  <c:v>641.4</c:v>
                </c:pt>
                <c:pt idx="2780">
                  <c:v>655.1</c:v>
                </c:pt>
                <c:pt idx="2781">
                  <c:v>638.35</c:v>
                </c:pt>
                <c:pt idx="2782">
                  <c:v>637.45000000000005</c:v>
                </c:pt>
                <c:pt idx="2783">
                  <c:v>624.35</c:v>
                </c:pt>
                <c:pt idx="2784">
                  <c:v>627</c:v>
                </c:pt>
                <c:pt idx="2785">
                  <c:v>602.65</c:v>
                </c:pt>
                <c:pt idx="2786">
                  <c:v>606.85</c:v>
                </c:pt>
                <c:pt idx="2787">
                  <c:v>607.15</c:v>
                </c:pt>
                <c:pt idx="2788">
                  <c:v>634.45000000000005</c:v>
                </c:pt>
                <c:pt idx="2789">
                  <c:v>624.4</c:v>
                </c:pt>
                <c:pt idx="2790">
                  <c:v>618.20000000000005</c:v>
                </c:pt>
                <c:pt idx="2791">
                  <c:v>602.75</c:v>
                </c:pt>
                <c:pt idx="2792">
                  <c:v>616</c:v>
                </c:pt>
                <c:pt idx="2793">
                  <c:v>612.95000000000005</c:v>
                </c:pt>
                <c:pt idx="2794">
                  <c:v>596.54999999999995</c:v>
                </c:pt>
                <c:pt idx="2795">
                  <c:v>581.29999999999995</c:v>
                </c:pt>
                <c:pt idx="2796">
                  <c:v>601.1</c:v>
                </c:pt>
                <c:pt idx="2797">
                  <c:v>593.29999999999995</c:v>
                </c:pt>
                <c:pt idx="2798">
                  <c:v>599.54999999999995</c:v>
                </c:pt>
                <c:pt idx="2799">
                  <c:v>592.70000000000005</c:v>
                </c:pt>
                <c:pt idx="2800">
                  <c:v>597.15</c:v>
                </c:pt>
                <c:pt idx="2801">
                  <c:v>601.45000000000005</c:v>
                </c:pt>
                <c:pt idx="2802">
                  <c:v>604.79999999999995</c:v>
                </c:pt>
                <c:pt idx="2803">
                  <c:v>610.4</c:v>
                </c:pt>
                <c:pt idx="2804">
                  <c:v>609.75</c:v>
                </c:pt>
                <c:pt idx="2805">
                  <c:v>615.45000000000005</c:v>
                </c:pt>
                <c:pt idx="2806">
                  <c:v>613.4</c:v>
                </c:pt>
                <c:pt idx="2807">
                  <c:v>612.9</c:v>
                </c:pt>
                <c:pt idx="2808">
                  <c:v>615.79999999999995</c:v>
                </c:pt>
                <c:pt idx="2809">
                  <c:v>622.25</c:v>
                </c:pt>
                <c:pt idx="2810">
                  <c:v>626.6</c:v>
                </c:pt>
                <c:pt idx="2811">
                  <c:v>631.15</c:v>
                </c:pt>
                <c:pt idx="2812">
                  <c:v>635.20000000000005</c:v>
                </c:pt>
                <c:pt idx="2813">
                  <c:v>634.4</c:v>
                </c:pt>
                <c:pt idx="2814">
                  <c:v>638.35</c:v>
                </c:pt>
                <c:pt idx="2815">
                  <c:v>629.85</c:v>
                </c:pt>
                <c:pt idx="2816">
                  <c:v>624.95000000000005</c:v>
                </c:pt>
                <c:pt idx="2817">
                  <c:v>636.4</c:v>
                </c:pt>
                <c:pt idx="2818">
                  <c:v>630.6</c:v>
                </c:pt>
                <c:pt idx="2819">
                  <c:v>612.1</c:v>
                </c:pt>
                <c:pt idx="2820">
                  <c:v>609.4</c:v>
                </c:pt>
                <c:pt idx="2821">
                  <c:v>624.5</c:v>
                </c:pt>
                <c:pt idx="2822">
                  <c:v>630.04999999999995</c:v>
                </c:pt>
                <c:pt idx="2823">
                  <c:v>626.70000000000005</c:v>
                </c:pt>
                <c:pt idx="2824">
                  <c:v>627.4</c:v>
                </c:pt>
                <c:pt idx="2825">
                  <c:v>620.04999999999995</c:v>
                </c:pt>
                <c:pt idx="2826">
                  <c:v>613.45000000000005</c:v>
                </c:pt>
                <c:pt idx="2827">
                  <c:v>616.5</c:v>
                </c:pt>
                <c:pt idx="2828">
                  <c:v>614.65</c:v>
                </c:pt>
                <c:pt idx="2829">
                  <c:v>603.25</c:v>
                </c:pt>
                <c:pt idx="2830">
                  <c:v>589.75</c:v>
                </c:pt>
                <c:pt idx="2831">
                  <c:v>583.04999999999995</c:v>
                </c:pt>
                <c:pt idx="2832">
                  <c:v>594.5</c:v>
                </c:pt>
                <c:pt idx="2833">
                  <c:v>595.1</c:v>
                </c:pt>
                <c:pt idx="2834">
                  <c:v>588.4</c:v>
                </c:pt>
                <c:pt idx="2835">
                  <c:v>594.20000000000005</c:v>
                </c:pt>
                <c:pt idx="2836">
                  <c:v>584.70000000000005</c:v>
                </c:pt>
                <c:pt idx="2837">
                  <c:v>594</c:v>
                </c:pt>
                <c:pt idx="2838">
                  <c:v>577.79999999999995</c:v>
                </c:pt>
                <c:pt idx="2839">
                  <c:v>573.95000000000005</c:v>
                </c:pt>
                <c:pt idx="2840">
                  <c:v>571.70000000000005</c:v>
                </c:pt>
                <c:pt idx="2841">
                  <c:v>562.75</c:v>
                </c:pt>
                <c:pt idx="2842">
                  <c:v>579.54999999999995</c:v>
                </c:pt>
                <c:pt idx="2843">
                  <c:v>559.4</c:v>
                </c:pt>
                <c:pt idx="2844">
                  <c:v>566.5</c:v>
                </c:pt>
                <c:pt idx="2845">
                  <c:v>561.20000000000005</c:v>
                </c:pt>
                <c:pt idx="2846">
                  <c:v>574.15</c:v>
                </c:pt>
                <c:pt idx="2847">
                  <c:v>585.20000000000005</c:v>
                </c:pt>
                <c:pt idx="2848">
                  <c:v>579.29999999999995</c:v>
                </c:pt>
                <c:pt idx="2849">
                  <c:v>589</c:v>
                </c:pt>
                <c:pt idx="2850">
                  <c:v>582.29999999999995</c:v>
                </c:pt>
                <c:pt idx="2851">
                  <c:v>574.9</c:v>
                </c:pt>
                <c:pt idx="2852">
                  <c:v>573.25</c:v>
                </c:pt>
                <c:pt idx="2853">
                  <c:v>567.9</c:v>
                </c:pt>
                <c:pt idx="2854">
                  <c:v>577.95000000000005</c:v>
                </c:pt>
                <c:pt idx="2855">
                  <c:v>577.70000000000005</c:v>
                </c:pt>
                <c:pt idx="2856">
                  <c:v>577.04999999999995</c:v>
                </c:pt>
                <c:pt idx="2857">
                  <c:v>569.45000000000005</c:v>
                </c:pt>
                <c:pt idx="2858">
                  <c:v>562.95000000000005</c:v>
                </c:pt>
                <c:pt idx="2859">
                  <c:v>561</c:v>
                </c:pt>
                <c:pt idx="2860">
                  <c:v>561.4</c:v>
                </c:pt>
                <c:pt idx="2861">
                  <c:v>553.25</c:v>
                </c:pt>
                <c:pt idx="2862">
                  <c:v>573.04999999999995</c:v>
                </c:pt>
                <c:pt idx="2863">
                  <c:v>561.15</c:v>
                </c:pt>
                <c:pt idx="2864">
                  <c:v>558.20000000000005</c:v>
                </c:pt>
                <c:pt idx="2865">
                  <c:v>558.1</c:v>
                </c:pt>
                <c:pt idx="2866">
                  <c:v>556.54999999999995</c:v>
                </c:pt>
                <c:pt idx="2867">
                  <c:v>578.95000000000005</c:v>
                </c:pt>
                <c:pt idx="2868">
                  <c:v>589.35</c:v>
                </c:pt>
                <c:pt idx="2869">
                  <c:v>587.25</c:v>
                </c:pt>
                <c:pt idx="2870">
                  <c:v>601.6</c:v>
                </c:pt>
                <c:pt idx="2871">
                  <c:v>610.25</c:v>
                </c:pt>
                <c:pt idx="2872">
                  <c:v>602.29999999999995</c:v>
                </c:pt>
                <c:pt idx="2873">
                  <c:v>597.5</c:v>
                </c:pt>
                <c:pt idx="2874">
                  <c:v>597.4</c:v>
                </c:pt>
                <c:pt idx="2875">
                  <c:v>597.85</c:v>
                </c:pt>
                <c:pt idx="2876">
                  <c:v>606.70000000000005</c:v>
                </c:pt>
                <c:pt idx="2877">
                  <c:v>594.9</c:v>
                </c:pt>
                <c:pt idx="2878">
                  <c:v>587.79999999999995</c:v>
                </c:pt>
                <c:pt idx="2879">
                  <c:v>572</c:v>
                </c:pt>
                <c:pt idx="2880">
                  <c:v>575</c:v>
                </c:pt>
                <c:pt idx="2881">
                  <c:v>576.54999999999995</c:v>
                </c:pt>
                <c:pt idx="2882">
                  <c:v>572.95000000000005</c:v>
                </c:pt>
                <c:pt idx="2883">
                  <c:v>571.6</c:v>
                </c:pt>
                <c:pt idx="2884">
                  <c:v>576.4</c:v>
                </c:pt>
                <c:pt idx="2885">
                  <c:v>575.45000000000005</c:v>
                </c:pt>
                <c:pt idx="2886">
                  <c:v>573.35</c:v>
                </c:pt>
                <c:pt idx="2887">
                  <c:v>584.25</c:v>
                </c:pt>
                <c:pt idx="2888">
                  <c:v>591.25</c:v>
                </c:pt>
                <c:pt idx="2889">
                  <c:v>583.35</c:v>
                </c:pt>
                <c:pt idx="2890">
                  <c:v>579.85</c:v>
                </c:pt>
                <c:pt idx="2891">
                  <c:v>568.65</c:v>
                </c:pt>
                <c:pt idx="2892">
                  <c:v>564</c:v>
                </c:pt>
                <c:pt idx="2893">
                  <c:v>573.79999999999995</c:v>
                </c:pt>
                <c:pt idx="2894">
                  <c:v>564.4</c:v>
                </c:pt>
                <c:pt idx="2895">
                  <c:v>563.35</c:v>
                </c:pt>
                <c:pt idx="2896">
                  <c:v>557.75</c:v>
                </c:pt>
                <c:pt idx="2897">
                  <c:v>532.95000000000005</c:v>
                </c:pt>
                <c:pt idx="2898">
                  <c:v>509.1</c:v>
                </c:pt>
                <c:pt idx="2899">
                  <c:v>485.15</c:v>
                </c:pt>
                <c:pt idx="2900">
                  <c:v>484.95</c:v>
                </c:pt>
                <c:pt idx="2901">
                  <c:v>484.4</c:v>
                </c:pt>
                <c:pt idx="2902">
                  <c:v>474.95</c:v>
                </c:pt>
                <c:pt idx="2903">
                  <c:v>469</c:v>
                </c:pt>
                <c:pt idx="2904">
                  <c:v>472.9</c:v>
                </c:pt>
                <c:pt idx="2905">
                  <c:v>462.6</c:v>
                </c:pt>
                <c:pt idx="2906">
                  <c:v>459.4</c:v>
                </c:pt>
                <c:pt idx="2907">
                  <c:v>469.95</c:v>
                </c:pt>
                <c:pt idx="2908">
                  <c:v>475.5</c:v>
                </c:pt>
                <c:pt idx="2909">
                  <c:v>454.5</c:v>
                </c:pt>
                <c:pt idx="2910">
                  <c:v>443.7</c:v>
                </c:pt>
                <c:pt idx="2911">
                  <c:v>422.3</c:v>
                </c:pt>
                <c:pt idx="2912">
                  <c:v>447.4</c:v>
                </c:pt>
                <c:pt idx="2913">
                  <c:v>468.55</c:v>
                </c:pt>
                <c:pt idx="2914">
                  <c:v>490.1</c:v>
                </c:pt>
                <c:pt idx="2915">
                  <c:v>494.7</c:v>
                </c:pt>
                <c:pt idx="2916">
                  <c:v>495.45</c:v>
                </c:pt>
                <c:pt idx="2917">
                  <c:v>498.5</c:v>
                </c:pt>
                <c:pt idx="2918">
                  <c:v>491.35</c:v>
                </c:pt>
                <c:pt idx="2919">
                  <c:v>476.9</c:v>
                </c:pt>
                <c:pt idx="2920">
                  <c:v>454.85</c:v>
                </c:pt>
                <c:pt idx="2921">
                  <c:v>457.35</c:v>
                </c:pt>
                <c:pt idx="2922">
                  <c:v>469.5</c:v>
                </c:pt>
                <c:pt idx="2923">
                  <c:v>465.65</c:v>
                </c:pt>
                <c:pt idx="2924">
                  <c:v>460.85</c:v>
                </c:pt>
                <c:pt idx="2925">
                  <c:v>453.75</c:v>
                </c:pt>
                <c:pt idx="2926">
                  <c:v>461.1</c:v>
                </c:pt>
                <c:pt idx="2927">
                  <c:v>458.5</c:v>
                </c:pt>
                <c:pt idx="2928">
                  <c:v>442.4</c:v>
                </c:pt>
                <c:pt idx="2929">
                  <c:v>432.8</c:v>
                </c:pt>
                <c:pt idx="2930">
                  <c:v>435.45</c:v>
                </c:pt>
                <c:pt idx="2931">
                  <c:v>438.95</c:v>
                </c:pt>
                <c:pt idx="2932">
                  <c:v>427.4</c:v>
                </c:pt>
                <c:pt idx="2933">
                  <c:v>433.8</c:v>
                </c:pt>
                <c:pt idx="2934">
                  <c:v>415.35</c:v>
                </c:pt>
                <c:pt idx="2935">
                  <c:v>394.65</c:v>
                </c:pt>
                <c:pt idx="2936">
                  <c:v>397.55</c:v>
                </c:pt>
                <c:pt idx="2937">
                  <c:v>400.6</c:v>
                </c:pt>
                <c:pt idx="2938">
                  <c:v>419.7</c:v>
                </c:pt>
                <c:pt idx="2939">
                  <c:v>434.95</c:v>
                </c:pt>
                <c:pt idx="2940">
                  <c:v>433.55</c:v>
                </c:pt>
                <c:pt idx="2941">
                  <c:v>444.1</c:v>
                </c:pt>
                <c:pt idx="2942">
                  <c:v>453.4</c:v>
                </c:pt>
                <c:pt idx="2943">
                  <c:v>437.85</c:v>
                </c:pt>
                <c:pt idx="2944">
                  <c:v>440.05</c:v>
                </c:pt>
                <c:pt idx="2945">
                  <c:v>429.25</c:v>
                </c:pt>
                <c:pt idx="2946">
                  <c:v>434</c:v>
                </c:pt>
                <c:pt idx="2947">
                  <c:v>441.6</c:v>
                </c:pt>
                <c:pt idx="2948">
                  <c:v>433</c:v>
                </c:pt>
                <c:pt idx="2949">
                  <c:v>436.55</c:v>
                </c:pt>
                <c:pt idx="2950">
                  <c:v>452.05</c:v>
                </c:pt>
                <c:pt idx="2951">
                  <c:v>451.3</c:v>
                </c:pt>
                <c:pt idx="2952">
                  <c:v>483.7</c:v>
                </c:pt>
                <c:pt idx="2953">
                  <c:v>482.8</c:v>
                </c:pt>
                <c:pt idx="2954">
                  <c:v>472</c:v>
                </c:pt>
                <c:pt idx="2955">
                  <c:v>467.85</c:v>
                </c:pt>
                <c:pt idx="2956">
                  <c:v>461.7</c:v>
                </c:pt>
                <c:pt idx="2957">
                  <c:v>467.15</c:v>
                </c:pt>
                <c:pt idx="2958">
                  <c:v>467.4</c:v>
                </c:pt>
                <c:pt idx="2959">
                  <c:v>447.6</c:v>
                </c:pt>
                <c:pt idx="2960">
                  <c:v>429.85</c:v>
                </c:pt>
                <c:pt idx="2961">
                  <c:v>412.5</c:v>
                </c:pt>
                <c:pt idx="2962">
                  <c:v>400.45</c:v>
                </c:pt>
                <c:pt idx="2963">
                  <c:v>405.95</c:v>
                </c:pt>
                <c:pt idx="2964">
                  <c:v>400.1</c:v>
                </c:pt>
                <c:pt idx="2965">
                  <c:v>391.4</c:v>
                </c:pt>
                <c:pt idx="2966">
                  <c:v>379.7</c:v>
                </c:pt>
                <c:pt idx="2967">
                  <c:v>391.7</c:v>
                </c:pt>
                <c:pt idx="2968">
                  <c:v>382.65</c:v>
                </c:pt>
                <c:pt idx="2969">
                  <c:v>385.6</c:v>
                </c:pt>
                <c:pt idx="2970">
                  <c:v>374.95</c:v>
                </c:pt>
                <c:pt idx="2971">
                  <c:v>386.95</c:v>
                </c:pt>
                <c:pt idx="2972">
                  <c:v>387.15</c:v>
                </c:pt>
                <c:pt idx="2973">
                  <c:v>385.2</c:v>
                </c:pt>
                <c:pt idx="2974">
                  <c:v>402.65</c:v>
                </c:pt>
                <c:pt idx="2975">
                  <c:v>419.1</c:v>
                </c:pt>
                <c:pt idx="2976">
                  <c:v>411.15</c:v>
                </c:pt>
                <c:pt idx="2977">
                  <c:v>417.55</c:v>
                </c:pt>
                <c:pt idx="2978">
                  <c:v>404.05</c:v>
                </c:pt>
                <c:pt idx="2979">
                  <c:v>397.55</c:v>
                </c:pt>
                <c:pt idx="2980">
                  <c:v>385.45</c:v>
                </c:pt>
                <c:pt idx="2981">
                  <c:v>392.6</c:v>
                </c:pt>
                <c:pt idx="2982">
                  <c:v>375.75</c:v>
                </c:pt>
                <c:pt idx="2983">
                  <c:v>375.25</c:v>
                </c:pt>
                <c:pt idx="2984">
                  <c:v>364.95</c:v>
                </c:pt>
                <c:pt idx="2985">
                  <c:v>363.6</c:v>
                </c:pt>
                <c:pt idx="2986">
                  <c:v>342.75</c:v>
                </c:pt>
                <c:pt idx="2987">
                  <c:v>349.45</c:v>
                </c:pt>
                <c:pt idx="2988">
                  <c:v>353.9</c:v>
                </c:pt>
                <c:pt idx="2989">
                  <c:v>347.3</c:v>
                </c:pt>
                <c:pt idx="2990">
                  <c:v>357.65</c:v>
                </c:pt>
                <c:pt idx="2991">
                  <c:v>349.15</c:v>
                </c:pt>
                <c:pt idx="2992">
                  <c:v>346.85</c:v>
                </c:pt>
                <c:pt idx="2993">
                  <c:v>341.9</c:v>
                </c:pt>
                <c:pt idx="2994">
                  <c:v>335.35</c:v>
                </c:pt>
                <c:pt idx="2995">
                  <c:v>341.1</c:v>
                </c:pt>
                <c:pt idx="2996">
                  <c:v>361.85</c:v>
                </c:pt>
                <c:pt idx="2997">
                  <c:v>363.95</c:v>
                </c:pt>
                <c:pt idx="2998">
                  <c:v>362.6</c:v>
                </c:pt>
                <c:pt idx="2999">
                  <c:v>363.65</c:v>
                </c:pt>
                <c:pt idx="3000">
                  <c:v>362.75</c:v>
                </c:pt>
                <c:pt idx="3001">
                  <c:v>361.75</c:v>
                </c:pt>
                <c:pt idx="3002">
                  <c:v>371.75</c:v>
                </c:pt>
                <c:pt idx="3003">
                  <c:v>383</c:v>
                </c:pt>
                <c:pt idx="3004">
                  <c:v>388.85</c:v>
                </c:pt>
                <c:pt idx="3005">
                  <c:v>415.7</c:v>
                </c:pt>
                <c:pt idx="3006">
                  <c:v>421.75</c:v>
                </c:pt>
                <c:pt idx="3007">
                  <c:v>442.75</c:v>
                </c:pt>
                <c:pt idx="3008">
                  <c:v>424.9</c:v>
                </c:pt>
                <c:pt idx="3009">
                  <c:v>435.85</c:v>
                </c:pt>
                <c:pt idx="3010">
                  <c:v>436.55</c:v>
                </c:pt>
                <c:pt idx="3011">
                  <c:v>426.55</c:v>
                </c:pt>
                <c:pt idx="3012">
                  <c:v>432.35</c:v>
                </c:pt>
                <c:pt idx="3013">
                  <c:v>444.85</c:v>
                </c:pt>
                <c:pt idx="3014">
                  <c:v>458.75</c:v>
                </c:pt>
                <c:pt idx="3015">
                  <c:v>442.3</c:v>
                </c:pt>
                <c:pt idx="3016">
                  <c:v>450.8</c:v>
                </c:pt>
                <c:pt idx="3017">
                  <c:v>470.95</c:v>
                </c:pt>
                <c:pt idx="3018">
                  <c:v>475.9</c:v>
                </c:pt>
                <c:pt idx="3019">
                  <c:v>467.5</c:v>
                </c:pt>
                <c:pt idx="3020">
                  <c:v>467.25</c:v>
                </c:pt>
                <c:pt idx="3021">
                  <c:v>451.35</c:v>
                </c:pt>
                <c:pt idx="3022">
                  <c:v>450.65</c:v>
                </c:pt>
                <c:pt idx="3023">
                  <c:v>452.15</c:v>
                </c:pt>
                <c:pt idx="3024">
                  <c:v>475.05</c:v>
                </c:pt>
                <c:pt idx="3025">
                  <c:v>485.2</c:v>
                </c:pt>
                <c:pt idx="3026">
                  <c:v>487.95</c:v>
                </c:pt>
                <c:pt idx="3027">
                  <c:v>495.15</c:v>
                </c:pt>
                <c:pt idx="3028">
                  <c:v>479.1</c:v>
                </c:pt>
                <c:pt idx="3029">
                  <c:v>478</c:v>
                </c:pt>
                <c:pt idx="3030">
                  <c:v>491.5</c:v>
                </c:pt>
                <c:pt idx="3031">
                  <c:v>470.5</c:v>
                </c:pt>
                <c:pt idx="3032">
                  <c:v>471.4</c:v>
                </c:pt>
                <c:pt idx="3033">
                  <c:v>475.5</c:v>
                </c:pt>
                <c:pt idx="3034">
                  <c:v>442.4</c:v>
                </c:pt>
                <c:pt idx="3035">
                  <c:v>459.8</c:v>
                </c:pt>
                <c:pt idx="3036">
                  <c:v>472.55</c:v>
                </c:pt>
                <c:pt idx="3037">
                  <c:v>462.8</c:v>
                </c:pt>
                <c:pt idx="3038">
                  <c:v>465.9</c:v>
                </c:pt>
                <c:pt idx="3039">
                  <c:v>467.6</c:v>
                </c:pt>
                <c:pt idx="3040">
                  <c:v>450.7</c:v>
                </c:pt>
                <c:pt idx="3041">
                  <c:v>424.95</c:v>
                </c:pt>
                <c:pt idx="3042">
                  <c:v>423.8</c:v>
                </c:pt>
                <c:pt idx="3043">
                  <c:v>455.2</c:v>
                </c:pt>
                <c:pt idx="3044">
                  <c:v>456.4</c:v>
                </c:pt>
                <c:pt idx="3045">
                  <c:v>468.1</c:v>
                </c:pt>
                <c:pt idx="3046">
                  <c:v>460.85</c:v>
                </c:pt>
                <c:pt idx="3047">
                  <c:v>462.75</c:v>
                </c:pt>
                <c:pt idx="3048">
                  <c:v>454.6</c:v>
                </c:pt>
                <c:pt idx="3049">
                  <c:v>448.2</c:v>
                </c:pt>
                <c:pt idx="3050">
                  <c:v>454.8</c:v>
                </c:pt>
                <c:pt idx="3051">
                  <c:v>472.4</c:v>
                </c:pt>
                <c:pt idx="3052">
                  <c:v>449.9</c:v>
                </c:pt>
                <c:pt idx="3053">
                  <c:v>448.5</c:v>
                </c:pt>
                <c:pt idx="3054">
                  <c:v>440.15</c:v>
                </c:pt>
                <c:pt idx="3055">
                  <c:v>447</c:v>
                </c:pt>
                <c:pt idx="3056">
                  <c:v>455.1</c:v>
                </c:pt>
                <c:pt idx="3057">
                  <c:v>453.1</c:v>
                </c:pt>
                <c:pt idx="3058">
                  <c:v>471.75</c:v>
                </c:pt>
                <c:pt idx="3059">
                  <c:v>471.75</c:v>
                </c:pt>
                <c:pt idx="3060">
                  <c:v>478.2</c:v>
                </c:pt>
                <c:pt idx="3061">
                  <c:v>475.55</c:v>
                </c:pt>
                <c:pt idx="3062">
                  <c:v>459.75</c:v>
                </c:pt>
                <c:pt idx="3063">
                  <c:v>452.8</c:v>
                </c:pt>
                <c:pt idx="3064">
                  <c:v>446.35</c:v>
                </c:pt>
                <c:pt idx="3065">
                  <c:v>453.3</c:v>
                </c:pt>
                <c:pt idx="3066">
                  <c:v>449.8</c:v>
                </c:pt>
                <c:pt idx="3067">
                  <c:v>455.15</c:v>
                </c:pt>
                <c:pt idx="3068">
                  <c:v>461.55</c:v>
                </c:pt>
                <c:pt idx="3069">
                  <c:v>465.2</c:v>
                </c:pt>
                <c:pt idx="3070">
                  <c:v>467.15</c:v>
                </c:pt>
                <c:pt idx="3071">
                  <c:v>470.3</c:v>
                </c:pt>
                <c:pt idx="3072">
                  <c:v>462.85</c:v>
                </c:pt>
                <c:pt idx="3073">
                  <c:v>470.25</c:v>
                </c:pt>
                <c:pt idx="3074">
                  <c:v>465.5</c:v>
                </c:pt>
                <c:pt idx="3075">
                  <c:v>466.8</c:v>
                </c:pt>
                <c:pt idx="3076">
                  <c:v>461.15</c:v>
                </c:pt>
                <c:pt idx="3077">
                  <c:v>463.25</c:v>
                </c:pt>
                <c:pt idx="3078">
                  <c:v>463.65</c:v>
                </c:pt>
                <c:pt idx="3079">
                  <c:v>461.85</c:v>
                </c:pt>
                <c:pt idx="3080">
                  <c:v>448.1</c:v>
                </c:pt>
                <c:pt idx="3081">
                  <c:v>432.5</c:v>
                </c:pt>
                <c:pt idx="3082">
                  <c:v>441.6</c:v>
                </c:pt>
                <c:pt idx="3083">
                  <c:v>427.2</c:v>
                </c:pt>
                <c:pt idx="3084">
                  <c:v>417.45</c:v>
                </c:pt>
                <c:pt idx="3085">
                  <c:v>415.6</c:v>
                </c:pt>
                <c:pt idx="3086">
                  <c:v>412</c:v>
                </c:pt>
                <c:pt idx="3087">
                  <c:v>408.2</c:v>
                </c:pt>
                <c:pt idx="3088">
                  <c:v>418.15</c:v>
                </c:pt>
                <c:pt idx="3089">
                  <c:v>400.6</c:v>
                </c:pt>
                <c:pt idx="3090">
                  <c:v>405.85</c:v>
                </c:pt>
                <c:pt idx="3091">
                  <c:v>399.95</c:v>
                </c:pt>
                <c:pt idx="3092">
                  <c:v>402.75</c:v>
                </c:pt>
                <c:pt idx="3093">
                  <c:v>399.3</c:v>
                </c:pt>
                <c:pt idx="3094">
                  <c:v>396.25</c:v>
                </c:pt>
                <c:pt idx="3095">
                  <c:v>398.65</c:v>
                </c:pt>
                <c:pt idx="3096">
                  <c:v>408.6</c:v>
                </c:pt>
                <c:pt idx="3097">
                  <c:v>411.85</c:v>
                </c:pt>
                <c:pt idx="3098">
                  <c:v>415.8</c:v>
                </c:pt>
                <c:pt idx="3099">
                  <c:v>410.3</c:v>
                </c:pt>
                <c:pt idx="3100">
                  <c:v>403.65</c:v>
                </c:pt>
                <c:pt idx="3101">
                  <c:v>397.9</c:v>
                </c:pt>
                <c:pt idx="3102">
                  <c:v>404</c:v>
                </c:pt>
                <c:pt idx="3103">
                  <c:v>398</c:v>
                </c:pt>
                <c:pt idx="3104">
                  <c:v>410</c:v>
                </c:pt>
                <c:pt idx="3105">
                  <c:v>411.1</c:v>
                </c:pt>
                <c:pt idx="3106">
                  <c:v>410.4</c:v>
                </c:pt>
                <c:pt idx="3107">
                  <c:v>409.9</c:v>
                </c:pt>
                <c:pt idx="3108">
                  <c:v>412.9</c:v>
                </c:pt>
                <c:pt idx="3109">
                  <c:v>411.95</c:v>
                </c:pt>
                <c:pt idx="3110">
                  <c:v>406.95</c:v>
                </c:pt>
                <c:pt idx="3111">
                  <c:v>414.55</c:v>
                </c:pt>
                <c:pt idx="3112">
                  <c:v>419.75</c:v>
                </c:pt>
                <c:pt idx="3113">
                  <c:v>420.25</c:v>
                </c:pt>
                <c:pt idx="3114">
                  <c:v>426.8</c:v>
                </c:pt>
                <c:pt idx="3115">
                  <c:v>430.15</c:v>
                </c:pt>
                <c:pt idx="3116">
                  <c:v>418.6</c:v>
                </c:pt>
                <c:pt idx="3117">
                  <c:v>414.65</c:v>
                </c:pt>
                <c:pt idx="3118">
                  <c:v>410.5</c:v>
                </c:pt>
                <c:pt idx="3119">
                  <c:v>420.7</c:v>
                </c:pt>
                <c:pt idx="3120">
                  <c:v>429.05</c:v>
                </c:pt>
                <c:pt idx="3121">
                  <c:v>441.45</c:v>
                </c:pt>
                <c:pt idx="3122">
                  <c:v>446.95</c:v>
                </c:pt>
                <c:pt idx="3123">
                  <c:v>446.35</c:v>
                </c:pt>
                <c:pt idx="3124">
                  <c:v>451.8</c:v>
                </c:pt>
                <c:pt idx="3125">
                  <c:v>451.6</c:v>
                </c:pt>
                <c:pt idx="3126">
                  <c:v>448.25</c:v>
                </c:pt>
                <c:pt idx="3127">
                  <c:v>437.6</c:v>
                </c:pt>
                <c:pt idx="3128">
                  <c:v>438.8</c:v>
                </c:pt>
                <c:pt idx="3129">
                  <c:v>436</c:v>
                </c:pt>
                <c:pt idx="3130">
                  <c:v>428.5</c:v>
                </c:pt>
                <c:pt idx="3131">
                  <c:v>425</c:v>
                </c:pt>
                <c:pt idx="3132">
                  <c:v>407.95</c:v>
                </c:pt>
                <c:pt idx="3133">
                  <c:v>405.8</c:v>
                </c:pt>
                <c:pt idx="3134">
                  <c:v>411.65</c:v>
                </c:pt>
                <c:pt idx="3135">
                  <c:v>414.45</c:v>
                </c:pt>
                <c:pt idx="3136">
                  <c:v>415.95</c:v>
                </c:pt>
                <c:pt idx="3137">
                  <c:v>399.5</c:v>
                </c:pt>
                <c:pt idx="3138">
                  <c:v>396.85</c:v>
                </c:pt>
                <c:pt idx="3139">
                  <c:v>386.5</c:v>
                </c:pt>
                <c:pt idx="3140">
                  <c:v>384</c:v>
                </c:pt>
                <c:pt idx="3141">
                  <c:v>399.15</c:v>
                </c:pt>
                <c:pt idx="3142">
                  <c:v>410.35</c:v>
                </c:pt>
                <c:pt idx="3143">
                  <c:v>414.45</c:v>
                </c:pt>
                <c:pt idx="3144">
                  <c:v>409.55</c:v>
                </c:pt>
                <c:pt idx="3145">
                  <c:v>405.95</c:v>
                </c:pt>
                <c:pt idx="3146">
                  <c:v>397</c:v>
                </c:pt>
                <c:pt idx="3147">
                  <c:v>404.3</c:v>
                </c:pt>
                <c:pt idx="3148">
                  <c:v>406.15</c:v>
                </c:pt>
                <c:pt idx="3149">
                  <c:v>408.05</c:v>
                </c:pt>
                <c:pt idx="3150">
                  <c:v>406.3</c:v>
                </c:pt>
                <c:pt idx="3151">
                  <c:v>400.1</c:v>
                </c:pt>
                <c:pt idx="3152">
                  <c:v>395.45</c:v>
                </c:pt>
                <c:pt idx="3153">
                  <c:v>406.1</c:v>
                </c:pt>
                <c:pt idx="3154">
                  <c:v>398.25</c:v>
                </c:pt>
                <c:pt idx="3155">
                  <c:v>394.8</c:v>
                </c:pt>
                <c:pt idx="3156">
                  <c:v>392.1</c:v>
                </c:pt>
                <c:pt idx="3157">
                  <c:v>392.55</c:v>
                </c:pt>
                <c:pt idx="3158">
                  <c:v>398.55</c:v>
                </c:pt>
                <c:pt idx="3159">
                  <c:v>387.8</c:v>
                </c:pt>
                <c:pt idx="3160">
                  <c:v>385.65</c:v>
                </c:pt>
                <c:pt idx="3161">
                  <c:v>378.2</c:v>
                </c:pt>
                <c:pt idx="3162">
                  <c:v>374.4</c:v>
                </c:pt>
                <c:pt idx="3163">
                  <c:v>365.9</c:v>
                </c:pt>
                <c:pt idx="3164">
                  <c:v>361.4</c:v>
                </c:pt>
                <c:pt idx="3165">
                  <c:v>358</c:v>
                </c:pt>
                <c:pt idx="3166">
                  <c:v>363.7</c:v>
                </c:pt>
                <c:pt idx="3167">
                  <c:v>349.9</c:v>
                </c:pt>
                <c:pt idx="3168">
                  <c:v>351.25</c:v>
                </c:pt>
                <c:pt idx="3169">
                  <c:v>370.9</c:v>
                </c:pt>
                <c:pt idx="3170">
                  <c:v>373.85</c:v>
                </c:pt>
                <c:pt idx="3171">
                  <c:v>380.05</c:v>
                </c:pt>
                <c:pt idx="3172">
                  <c:v>376.95</c:v>
                </c:pt>
                <c:pt idx="3173">
                  <c:v>387.15</c:v>
                </c:pt>
                <c:pt idx="3174">
                  <c:v>387.6</c:v>
                </c:pt>
                <c:pt idx="3175">
                  <c:v>405</c:v>
                </c:pt>
                <c:pt idx="3176">
                  <c:v>409.95</c:v>
                </c:pt>
                <c:pt idx="3177">
                  <c:v>405.3</c:v>
                </c:pt>
                <c:pt idx="3178">
                  <c:v>393.1</c:v>
                </c:pt>
                <c:pt idx="3179">
                  <c:v>409.35</c:v>
                </c:pt>
                <c:pt idx="3180">
                  <c:v>406.7</c:v>
                </c:pt>
                <c:pt idx="3181">
                  <c:v>400.35</c:v>
                </c:pt>
                <c:pt idx="3182">
                  <c:v>396.2</c:v>
                </c:pt>
                <c:pt idx="3183">
                  <c:v>396.3</c:v>
                </c:pt>
                <c:pt idx="3184">
                  <c:v>400.9</c:v>
                </c:pt>
                <c:pt idx="3185">
                  <c:v>398.95</c:v>
                </c:pt>
                <c:pt idx="3186">
                  <c:v>403.8</c:v>
                </c:pt>
                <c:pt idx="3187">
                  <c:v>409</c:v>
                </c:pt>
                <c:pt idx="3188">
                  <c:v>410.55</c:v>
                </c:pt>
                <c:pt idx="3189">
                  <c:v>407.65</c:v>
                </c:pt>
                <c:pt idx="3190">
                  <c:v>412.05</c:v>
                </c:pt>
                <c:pt idx="3191">
                  <c:v>411.6</c:v>
                </c:pt>
                <c:pt idx="3192">
                  <c:v>420.25</c:v>
                </c:pt>
                <c:pt idx="3193">
                  <c:v>420.95</c:v>
                </c:pt>
                <c:pt idx="3194">
                  <c:v>418.9</c:v>
                </c:pt>
                <c:pt idx="3195">
                  <c:v>409.1</c:v>
                </c:pt>
                <c:pt idx="3196">
                  <c:v>407.2</c:v>
                </c:pt>
                <c:pt idx="3197">
                  <c:v>411.75</c:v>
                </c:pt>
                <c:pt idx="3198">
                  <c:v>407.45</c:v>
                </c:pt>
                <c:pt idx="3199">
                  <c:v>407.85</c:v>
                </c:pt>
                <c:pt idx="3200">
                  <c:v>404.4</c:v>
                </c:pt>
                <c:pt idx="3201">
                  <c:v>398.8</c:v>
                </c:pt>
                <c:pt idx="3202">
                  <c:v>399.8</c:v>
                </c:pt>
                <c:pt idx="3203">
                  <c:v>402.05</c:v>
                </c:pt>
                <c:pt idx="3204">
                  <c:v>393.05</c:v>
                </c:pt>
                <c:pt idx="3205">
                  <c:v>392.2</c:v>
                </c:pt>
                <c:pt idx="3206">
                  <c:v>397.45</c:v>
                </c:pt>
                <c:pt idx="3207">
                  <c:v>402.35</c:v>
                </c:pt>
                <c:pt idx="3208">
                  <c:v>397.65</c:v>
                </c:pt>
                <c:pt idx="3209">
                  <c:v>398.95</c:v>
                </c:pt>
                <c:pt idx="3210">
                  <c:v>401.95</c:v>
                </c:pt>
                <c:pt idx="3211">
                  <c:v>403.95</c:v>
                </c:pt>
                <c:pt idx="3212">
                  <c:v>390.55</c:v>
                </c:pt>
                <c:pt idx="3213">
                  <c:v>384.1</c:v>
                </c:pt>
                <c:pt idx="3214">
                  <c:v>385.9</c:v>
                </c:pt>
                <c:pt idx="3215">
                  <c:v>375.4</c:v>
                </c:pt>
                <c:pt idx="3216">
                  <c:v>370.1</c:v>
                </c:pt>
                <c:pt idx="3217">
                  <c:v>363.5</c:v>
                </c:pt>
                <c:pt idx="3218">
                  <c:v>360.55</c:v>
                </c:pt>
                <c:pt idx="3219">
                  <c:v>364.75</c:v>
                </c:pt>
                <c:pt idx="3220">
                  <c:v>365.95</c:v>
                </c:pt>
                <c:pt idx="3221">
                  <c:v>364.85</c:v>
                </c:pt>
                <c:pt idx="3222">
                  <c:v>371.85</c:v>
                </c:pt>
                <c:pt idx="3223">
                  <c:v>375.95</c:v>
                </c:pt>
                <c:pt idx="3224">
                  <c:v>376.8</c:v>
                </c:pt>
                <c:pt idx="3225">
                  <c:v>386.2</c:v>
                </c:pt>
                <c:pt idx="3226">
                  <c:v>390.7</c:v>
                </c:pt>
                <c:pt idx="3227">
                  <c:v>390.15</c:v>
                </c:pt>
                <c:pt idx="3228">
                  <c:v>398.2</c:v>
                </c:pt>
                <c:pt idx="3229">
                  <c:v>399.8</c:v>
                </c:pt>
                <c:pt idx="3230">
                  <c:v>394.25</c:v>
                </c:pt>
                <c:pt idx="3231">
                  <c:v>400.3</c:v>
                </c:pt>
                <c:pt idx="3232">
                  <c:v>396.1</c:v>
                </c:pt>
                <c:pt idx="3233">
                  <c:v>395.45</c:v>
                </c:pt>
                <c:pt idx="3234">
                  <c:v>388.65</c:v>
                </c:pt>
                <c:pt idx="3235">
                  <c:v>397</c:v>
                </c:pt>
                <c:pt idx="3236">
                  <c:v>399.05</c:v>
                </c:pt>
                <c:pt idx="3237">
                  <c:v>414.3</c:v>
                </c:pt>
                <c:pt idx="3238">
                  <c:v>424.1</c:v>
                </c:pt>
                <c:pt idx="3239">
                  <c:v>431.6</c:v>
                </c:pt>
                <c:pt idx="3240">
                  <c:v>430.7</c:v>
                </c:pt>
                <c:pt idx="3241">
                  <c:v>428.6</c:v>
                </c:pt>
                <c:pt idx="3242">
                  <c:v>429.9</c:v>
                </c:pt>
                <c:pt idx="3243">
                  <c:v>430.75</c:v>
                </c:pt>
                <c:pt idx="3244">
                  <c:v>428.55</c:v>
                </c:pt>
                <c:pt idx="3245">
                  <c:v>428.5</c:v>
                </c:pt>
                <c:pt idx="3246">
                  <c:v>438.2</c:v>
                </c:pt>
                <c:pt idx="3247">
                  <c:v>438.15</c:v>
                </c:pt>
                <c:pt idx="3248">
                  <c:v>442.3</c:v>
                </c:pt>
                <c:pt idx="3249">
                  <c:v>433.5</c:v>
                </c:pt>
                <c:pt idx="3250">
                  <c:v>440.9</c:v>
                </c:pt>
                <c:pt idx="3251">
                  <c:v>433.35</c:v>
                </c:pt>
                <c:pt idx="3252">
                  <c:v>422.3</c:v>
                </c:pt>
                <c:pt idx="3253">
                  <c:v>420.5</c:v>
                </c:pt>
                <c:pt idx="3254">
                  <c:v>417.3</c:v>
                </c:pt>
                <c:pt idx="3255">
                  <c:v>423.8</c:v>
                </c:pt>
                <c:pt idx="3256">
                  <c:v>424.8</c:v>
                </c:pt>
                <c:pt idx="3257">
                  <c:v>414.95</c:v>
                </c:pt>
                <c:pt idx="3258">
                  <c:v>418.7</c:v>
                </c:pt>
                <c:pt idx="3259">
                  <c:v>415</c:v>
                </c:pt>
                <c:pt idx="3260">
                  <c:v>414.1</c:v>
                </c:pt>
                <c:pt idx="3261">
                  <c:v>408.7</c:v>
                </c:pt>
                <c:pt idx="3262">
                  <c:v>407.55</c:v>
                </c:pt>
                <c:pt idx="3263">
                  <c:v>404.5</c:v>
                </c:pt>
                <c:pt idx="3264">
                  <c:v>406.75</c:v>
                </c:pt>
                <c:pt idx="3265">
                  <c:v>405.65</c:v>
                </c:pt>
                <c:pt idx="3266">
                  <c:v>399</c:v>
                </c:pt>
                <c:pt idx="3267">
                  <c:v>406.25</c:v>
                </c:pt>
                <c:pt idx="3268">
                  <c:v>404.9</c:v>
                </c:pt>
                <c:pt idx="3269">
                  <c:v>400.85</c:v>
                </c:pt>
                <c:pt idx="3270">
                  <c:v>395.05</c:v>
                </c:pt>
                <c:pt idx="3271">
                  <c:v>394.75</c:v>
                </c:pt>
                <c:pt idx="3272">
                  <c:v>397.45</c:v>
                </c:pt>
                <c:pt idx="3273">
                  <c:v>390.4</c:v>
                </c:pt>
                <c:pt idx="3274">
                  <c:v>387.45</c:v>
                </c:pt>
                <c:pt idx="3275">
                  <c:v>384.8</c:v>
                </c:pt>
                <c:pt idx="3276">
                  <c:v>384.9</c:v>
                </c:pt>
                <c:pt idx="3277">
                  <c:v>376</c:v>
                </c:pt>
                <c:pt idx="3278">
                  <c:v>380.9</c:v>
                </c:pt>
                <c:pt idx="3279">
                  <c:v>376.1</c:v>
                </c:pt>
                <c:pt idx="3280">
                  <c:v>385.25</c:v>
                </c:pt>
                <c:pt idx="3281">
                  <c:v>386.7</c:v>
                </c:pt>
                <c:pt idx="3282">
                  <c:v>379.25</c:v>
                </c:pt>
                <c:pt idx="3283">
                  <c:v>363.9</c:v>
                </c:pt>
                <c:pt idx="3284">
                  <c:v>364.5</c:v>
                </c:pt>
                <c:pt idx="3285">
                  <c:v>360.7</c:v>
                </c:pt>
                <c:pt idx="3286">
                  <c:v>349.45</c:v>
                </c:pt>
                <c:pt idx="3287">
                  <c:v>357.1</c:v>
                </c:pt>
                <c:pt idx="3288">
                  <c:v>341.5</c:v>
                </c:pt>
                <c:pt idx="3289">
                  <c:v>341.1</c:v>
                </c:pt>
                <c:pt idx="3290">
                  <c:v>334.7</c:v>
                </c:pt>
                <c:pt idx="3291">
                  <c:v>344.15</c:v>
                </c:pt>
                <c:pt idx="3292">
                  <c:v>352.75</c:v>
                </c:pt>
                <c:pt idx="3293">
                  <c:v>350.55</c:v>
                </c:pt>
                <c:pt idx="3294">
                  <c:v>359.15</c:v>
                </c:pt>
                <c:pt idx="3295">
                  <c:v>359.35</c:v>
                </c:pt>
                <c:pt idx="3296">
                  <c:v>356.25</c:v>
                </c:pt>
                <c:pt idx="3297">
                  <c:v>352.1</c:v>
                </c:pt>
                <c:pt idx="3298">
                  <c:v>357.1</c:v>
                </c:pt>
                <c:pt idx="3299">
                  <c:v>354.45</c:v>
                </c:pt>
                <c:pt idx="3300">
                  <c:v>349.3</c:v>
                </c:pt>
                <c:pt idx="3301">
                  <c:v>339.7</c:v>
                </c:pt>
                <c:pt idx="3302">
                  <c:v>334.75</c:v>
                </c:pt>
                <c:pt idx="3303">
                  <c:v>327.85</c:v>
                </c:pt>
                <c:pt idx="3304">
                  <c:v>321.85000000000002</c:v>
                </c:pt>
                <c:pt idx="3305">
                  <c:v>314.39999999999998</c:v>
                </c:pt>
                <c:pt idx="3306">
                  <c:v>306.55</c:v>
                </c:pt>
                <c:pt idx="3307">
                  <c:v>312.85000000000002</c:v>
                </c:pt>
                <c:pt idx="3308">
                  <c:v>314.7</c:v>
                </c:pt>
                <c:pt idx="3309">
                  <c:v>319.7</c:v>
                </c:pt>
                <c:pt idx="3310">
                  <c:v>316.85000000000002</c:v>
                </c:pt>
                <c:pt idx="3311">
                  <c:v>304.35000000000002</c:v>
                </c:pt>
                <c:pt idx="3312">
                  <c:v>309.2</c:v>
                </c:pt>
                <c:pt idx="3313">
                  <c:v>305.89999999999998</c:v>
                </c:pt>
                <c:pt idx="3314">
                  <c:v>304.39999999999998</c:v>
                </c:pt>
                <c:pt idx="3315">
                  <c:v>305.25</c:v>
                </c:pt>
                <c:pt idx="3316">
                  <c:v>298.5</c:v>
                </c:pt>
                <c:pt idx="3317">
                  <c:v>299.5</c:v>
                </c:pt>
                <c:pt idx="3318">
                  <c:v>294.45</c:v>
                </c:pt>
                <c:pt idx="3319">
                  <c:v>298.35000000000002</c:v>
                </c:pt>
                <c:pt idx="3320">
                  <c:v>297.05</c:v>
                </c:pt>
                <c:pt idx="3321">
                  <c:v>299.8</c:v>
                </c:pt>
                <c:pt idx="3322">
                  <c:v>306.7</c:v>
                </c:pt>
                <c:pt idx="3323">
                  <c:v>309.10000000000002</c:v>
                </c:pt>
                <c:pt idx="3324">
                  <c:v>312.55</c:v>
                </c:pt>
                <c:pt idx="3325">
                  <c:v>305.05</c:v>
                </c:pt>
                <c:pt idx="3326">
                  <c:v>302.45</c:v>
                </c:pt>
                <c:pt idx="3327">
                  <c:v>302.75</c:v>
                </c:pt>
                <c:pt idx="3328">
                  <c:v>304.60000000000002</c:v>
                </c:pt>
                <c:pt idx="3329">
                  <c:v>311.2</c:v>
                </c:pt>
                <c:pt idx="3330">
                  <c:v>322.55</c:v>
                </c:pt>
                <c:pt idx="3331">
                  <c:v>324.7</c:v>
                </c:pt>
                <c:pt idx="3332">
                  <c:v>318.64999999999998</c:v>
                </c:pt>
                <c:pt idx="3333">
                  <c:v>316.10000000000002</c:v>
                </c:pt>
                <c:pt idx="3334">
                  <c:v>318.5</c:v>
                </c:pt>
                <c:pt idx="3335">
                  <c:v>318.7</c:v>
                </c:pt>
                <c:pt idx="3336">
                  <c:v>305.60000000000002</c:v>
                </c:pt>
                <c:pt idx="3337">
                  <c:v>303.89999999999998</c:v>
                </c:pt>
                <c:pt idx="3338">
                  <c:v>308.3</c:v>
                </c:pt>
                <c:pt idx="3339">
                  <c:v>311.8</c:v>
                </c:pt>
                <c:pt idx="3340">
                  <c:v>311.85000000000002</c:v>
                </c:pt>
                <c:pt idx="3341">
                  <c:v>315.35000000000002</c:v>
                </c:pt>
                <c:pt idx="3342">
                  <c:v>308.60000000000002</c:v>
                </c:pt>
                <c:pt idx="3343">
                  <c:v>305.95</c:v>
                </c:pt>
                <c:pt idx="3344">
                  <c:v>299.55</c:v>
                </c:pt>
                <c:pt idx="3345">
                  <c:v>313</c:v>
                </c:pt>
                <c:pt idx="3346">
                  <c:v>317.14999999999998</c:v>
                </c:pt>
                <c:pt idx="3347">
                  <c:v>321.8</c:v>
                </c:pt>
                <c:pt idx="3348">
                  <c:v>314.55</c:v>
                </c:pt>
                <c:pt idx="3349">
                  <c:v>301.64999999999998</c:v>
                </c:pt>
                <c:pt idx="3350">
                  <c:v>291.75</c:v>
                </c:pt>
                <c:pt idx="3351">
                  <c:v>296.5</c:v>
                </c:pt>
                <c:pt idx="3352">
                  <c:v>298.75</c:v>
                </c:pt>
                <c:pt idx="3353">
                  <c:v>299.10000000000002</c:v>
                </c:pt>
                <c:pt idx="3354">
                  <c:v>295.3</c:v>
                </c:pt>
                <c:pt idx="3355">
                  <c:v>292.05</c:v>
                </c:pt>
                <c:pt idx="3356">
                  <c:v>290.60000000000002</c:v>
                </c:pt>
                <c:pt idx="3357">
                  <c:v>281.2</c:v>
                </c:pt>
                <c:pt idx="3358">
                  <c:v>273.75</c:v>
                </c:pt>
                <c:pt idx="3359">
                  <c:v>266.14999999999998</c:v>
                </c:pt>
                <c:pt idx="3360">
                  <c:v>274.14999999999998</c:v>
                </c:pt>
                <c:pt idx="3361">
                  <c:v>277.05</c:v>
                </c:pt>
                <c:pt idx="3362">
                  <c:v>285.10000000000002</c:v>
                </c:pt>
                <c:pt idx="3363">
                  <c:v>291.10000000000002</c:v>
                </c:pt>
                <c:pt idx="3364">
                  <c:v>272.55</c:v>
                </c:pt>
                <c:pt idx="3365">
                  <c:v>272.05</c:v>
                </c:pt>
                <c:pt idx="3366">
                  <c:v>266.64999999999998</c:v>
                </c:pt>
                <c:pt idx="3367">
                  <c:v>266.45</c:v>
                </c:pt>
                <c:pt idx="3368">
                  <c:v>264.60000000000002</c:v>
                </c:pt>
                <c:pt idx="3369">
                  <c:v>264.14999999999998</c:v>
                </c:pt>
                <c:pt idx="3370">
                  <c:v>273.75</c:v>
                </c:pt>
                <c:pt idx="3371">
                  <c:v>280.7</c:v>
                </c:pt>
                <c:pt idx="3372">
                  <c:v>281.95</c:v>
                </c:pt>
                <c:pt idx="3373">
                  <c:v>269.55</c:v>
                </c:pt>
                <c:pt idx="3374">
                  <c:v>264.8</c:v>
                </c:pt>
                <c:pt idx="3375">
                  <c:v>264.7</c:v>
                </c:pt>
                <c:pt idx="3376">
                  <c:v>259.89999999999998</c:v>
                </c:pt>
                <c:pt idx="3377">
                  <c:v>261.64999999999998</c:v>
                </c:pt>
                <c:pt idx="3378">
                  <c:v>256.2</c:v>
                </c:pt>
                <c:pt idx="3379">
                  <c:v>261.05</c:v>
                </c:pt>
                <c:pt idx="3380">
                  <c:v>262.64999999999998</c:v>
                </c:pt>
                <c:pt idx="3381">
                  <c:v>257.45</c:v>
                </c:pt>
                <c:pt idx="3382">
                  <c:v>251.6</c:v>
                </c:pt>
                <c:pt idx="3383">
                  <c:v>243.2</c:v>
                </c:pt>
                <c:pt idx="3384">
                  <c:v>244.7</c:v>
                </c:pt>
                <c:pt idx="3385">
                  <c:v>241</c:v>
                </c:pt>
                <c:pt idx="3386">
                  <c:v>233.8</c:v>
                </c:pt>
                <c:pt idx="3387">
                  <c:v>234.6</c:v>
                </c:pt>
                <c:pt idx="3388">
                  <c:v>229.6</c:v>
                </c:pt>
                <c:pt idx="3389">
                  <c:v>222.85</c:v>
                </c:pt>
                <c:pt idx="3390">
                  <c:v>218.9</c:v>
                </c:pt>
                <c:pt idx="3391">
                  <c:v>215.4</c:v>
                </c:pt>
                <c:pt idx="3392">
                  <c:v>209.4</c:v>
                </c:pt>
                <c:pt idx="3393">
                  <c:v>215.7</c:v>
                </c:pt>
                <c:pt idx="3394">
                  <c:v>210.15</c:v>
                </c:pt>
                <c:pt idx="3395">
                  <c:v>202.35</c:v>
                </c:pt>
                <c:pt idx="3396">
                  <c:v>207.9</c:v>
                </c:pt>
                <c:pt idx="3397">
                  <c:v>198.25</c:v>
                </c:pt>
                <c:pt idx="3398">
                  <c:v>207.95</c:v>
                </c:pt>
                <c:pt idx="3399">
                  <c:v>218.8</c:v>
                </c:pt>
                <c:pt idx="3400">
                  <c:v>236.55</c:v>
                </c:pt>
                <c:pt idx="3401">
                  <c:v>241.4</c:v>
                </c:pt>
                <c:pt idx="3402">
                  <c:v>250.1</c:v>
                </c:pt>
                <c:pt idx="3403">
                  <c:v>235.35</c:v>
                </c:pt>
                <c:pt idx="3404">
                  <c:v>246.85</c:v>
                </c:pt>
                <c:pt idx="3405">
                  <c:v>257</c:v>
                </c:pt>
                <c:pt idx="3406">
                  <c:v>248.15</c:v>
                </c:pt>
                <c:pt idx="3407">
                  <c:v>274.10000000000002</c:v>
                </c:pt>
                <c:pt idx="3408">
                  <c:v>282.3</c:v>
                </c:pt>
                <c:pt idx="3409">
                  <c:v>277.14999999999998</c:v>
                </c:pt>
                <c:pt idx="3410">
                  <c:v>272.3</c:v>
                </c:pt>
                <c:pt idx="3411">
                  <c:v>279</c:v>
                </c:pt>
                <c:pt idx="3412">
                  <c:v>278.35000000000002</c:v>
                </c:pt>
                <c:pt idx="3413">
                  <c:v>274</c:v>
                </c:pt>
                <c:pt idx="3414">
                  <c:v>289.39999999999998</c:v>
                </c:pt>
                <c:pt idx="3415">
                  <c:v>281.3</c:v>
                </c:pt>
                <c:pt idx="3416">
                  <c:v>289.89999999999998</c:v>
                </c:pt>
                <c:pt idx="3417">
                  <c:v>288.64999999999998</c:v>
                </c:pt>
                <c:pt idx="3418">
                  <c:v>292.14999999999998</c:v>
                </c:pt>
                <c:pt idx="3419">
                  <c:v>300.60000000000002</c:v>
                </c:pt>
                <c:pt idx="3420">
                  <c:v>315.7</c:v>
                </c:pt>
                <c:pt idx="3421">
                  <c:v>302.75</c:v>
                </c:pt>
                <c:pt idx="3422">
                  <c:v>298.3</c:v>
                </c:pt>
                <c:pt idx="3423">
                  <c:v>291.60000000000002</c:v>
                </c:pt>
                <c:pt idx="3424">
                  <c:v>288.2</c:v>
                </c:pt>
                <c:pt idx="3425">
                  <c:v>290.2</c:v>
                </c:pt>
                <c:pt idx="3426">
                  <c:v>310.60000000000002</c:v>
                </c:pt>
                <c:pt idx="3427">
                  <c:v>300</c:v>
                </c:pt>
                <c:pt idx="3428">
                  <c:v>293.5</c:v>
                </c:pt>
                <c:pt idx="3429">
                  <c:v>292.55</c:v>
                </c:pt>
                <c:pt idx="3430">
                  <c:v>291.10000000000002</c:v>
                </c:pt>
                <c:pt idx="3431">
                  <c:v>299.89999999999998</c:v>
                </c:pt>
                <c:pt idx="3432">
                  <c:v>287.39999999999998</c:v>
                </c:pt>
                <c:pt idx="3433">
                  <c:v>271.55</c:v>
                </c:pt>
                <c:pt idx="3434">
                  <c:v>275.75</c:v>
                </c:pt>
                <c:pt idx="3435">
                  <c:v>285.85000000000002</c:v>
                </c:pt>
                <c:pt idx="3436">
                  <c:v>288.45</c:v>
                </c:pt>
                <c:pt idx="3437">
                  <c:v>300.39999999999998</c:v>
                </c:pt>
                <c:pt idx="3438">
                  <c:v>296.8</c:v>
                </c:pt>
                <c:pt idx="3439">
                  <c:v>303.25</c:v>
                </c:pt>
                <c:pt idx="3440">
                  <c:v>308.60000000000002</c:v>
                </c:pt>
                <c:pt idx="3441">
                  <c:v>307.89999999999998</c:v>
                </c:pt>
                <c:pt idx="3442">
                  <c:v>301.60000000000002</c:v>
                </c:pt>
                <c:pt idx="3443">
                  <c:v>310.5</c:v>
                </c:pt>
                <c:pt idx="3444">
                  <c:v>310.10000000000002</c:v>
                </c:pt>
                <c:pt idx="3445">
                  <c:v>328.9</c:v>
                </c:pt>
                <c:pt idx="3446">
                  <c:v>336.1</c:v>
                </c:pt>
                <c:pt idx="3447">
                  <c:v>339.95</c:v>
                </c:pt>
                <c:pt idx="3448">
                  <c:v>335.2</c:v>
                </c:pt>
                <c:pt idx="3449">
                  <c:v>332.15</c:v>
                </c:pt>
                <c:pt idx="3450">
                  <c:v>321.85000000000002</c:v>
                </c:pt>
                <c:pt idx="3451">
                  <c:v>312.3</c:v>
                </c:pt>
                <c:pt idx="3452">
                  <c:v>325.85000000000002</c:v>
                </c:pt>
                <c:pt idx="3453">
                  <c:v>326.60000000000002</c:v>
                </c:pt>
                <c:pt idx="3454">
                  <c:v>334.9</c:v>
                </c:pt>
                <c:pt idx="3455">
                  <c:v>336.15</c:v>
                </c:pt>
                <c:pt idx="3456">
                  <c:v>338.85</c:v>
                </c:pt>
                <c:pt idx="3457">
                  <c:v>338.95</c:v>
                </c:pt>
                <c:pt idx="3458">
                  <c:v>333.3</c:v>
                </c:pt>
                <c:pt idx="3459">
                  <c:v>345.8</c:v>
                </c:pt>
                <c:pt idx="3460">
                  <c:v>355.75</c:v>
                </c:pt>
                <c:pt idx="3461">
                  <c:v>360.8</c:v>
                </c:pt>
                <c:pt idx="3462">
                  <c:v>352.45</c:v>
                </c:pt>
                <c:pt idx="3463">
                  <c:v>357.75</c:v>
                </c:pt>
                <c:pt idx="3464">
                  <c:v>375.35</c:v>
                </c:pt>
                <c:pt idx="3465">
                  <c:v>386.8</c:v>
                </c:pt>
                <c:pt idx="3466">
                  <c:v>383.25</c:v>
                </c:pt>
                <c:pt idx="3467">
                  <c:v>385</c:v>
                </c:pt>
                <c:pt idx="3468">
                  <c:v>382.6</c:v>
                </c:pt>
                <c:pt idx="3469">
                  <c:v>392.45</c:v>
                </c:pt>
                <c:pt idx="3470">
                  <c:v>397.95</c:v>
                </c:pt>
                <c:pt idx="3471">
                  <c:v>391.75</c:v>
                </c:pt>
                <c:pt idx="3472">
                  <c:v>394.75</c:v>
                </c:pt>
                <c:pt idx="3473">
                  <c:v>400.9</c:v>
                </c:pt>
                <c:pt idx="3474">
                  <c:v>400.6</c:v>
                </c:pt>
                <c:pt idx="3475">
                  <c:v>408.3</c:v>
                </c:pt>
                <c:pt idx="3476">
                  <c:v>409.8</c:v>
                </c:pt>
                <c:pt idx="3477">
                  <c:v>413.95</c:v>
                </c:pt>
                <c:pt idx="3478">
                  <c:v>421.4</c:v>
                </c:pt>
                <c:pt idx="3479">
                  <c:v>422.7</c:v>
                </c:pt>
                <c:pt idx="3480">
                  <c:v>420.95</c:v>
                </c:pt>
                <c:pt idx="3481">
                  <c:v>423.3</c:v>
                </c:pt>
                <c:pt idx="3482">
                  <c:v>418.25</c:v>
                </c:pt>
                <c:pt idx="3483">
                  <c:v>412.75</c:v>
                </c:pt>
                <c:pt idx="3484">
                  <c:v>415.15</c:v>
                </c:pt>
                <c:pt idx="3485">
                  <c:v>408.9</c:v>
                </c:pt>
                <c:pt idx="3486">
                  <c:v>408.7</c:v>
                </c:pt>
                <c:pt idx="3487">
                  <c:v>414.9</c:v>
                </c:pt>
                <c:pt idx="3488">
                  <c:v>410.8</c:v>
                </c:pt>
                <c:pt idx="3489">
                  <c:v>417.95</c:v>
                </c:pt>
                <c:pt idx="3490">
                  <c:v>423.15</c:v>
                </c:pt>
                <c:pt idx="3491">
                  <c:v>418.4</c:v>
                </c:pt>
                <c:pt idx="3492">
                  <c:v>425.35</c:v>
                </c:pt>
                <c:pt idx="3493">
                  <c:v>425.05</c:v>
                </c:pt>
                <c:pt idx="3494">
                  <c:v>425.55</c:v>
                </c:pt>
                <c:pt idx="3495">
                  <c:v>424.2</c:v>
                </c:pt>
                <c:pt idx="3496">
                  <c:v>425.9</c:v>
                </c:pt>
                <c:pt idx="3497">
                  <c:v>419.2</c:v>
                </c:pt>
                <c:pt idx="3498">
                  <c:v>412.5</c:v>
                </c:pt>
                <c:pt idx="3499">
                  <c:v>408.3</c:v>
                </c:pt>
                <c:pt idx="3500">
                  <c:v>394.7</c:v>
                </c:pt>
                <c:pt idx="3501">
                  <c:v>392.4</c:v>
                </c:pt>
                <c:pt idx="3502">
                  <c:v>390.8</c:v>
                </c:pt>
                <c:pt idx="3503">
                  <c:v>384.5</c:v>
                </c:pt>
                <c:pt idx="3504">
                  <c:v>385.95</c:v>
                </c:pt>
                <c:pt idx="3505">
                  <c:v>374.35</c:v>
                </c:pt>
                <c:pt idx="3506">
                  <c:v>375</c:v>
                </c:pt>
                <c:pt idx="3507">
                  <c:v>381.1</c:v>
                </c:pt>
                <c:pt idx="3508">
                  <c:v>377.65</c:v>
                </c:pt>
                <c:pt idx="3509">
                  <c:v>374.55</c:v>
                </c:pt>
                <c:pt idx="3510">
                  <c:v>383.6</c:v>
                </c:pt>
                <c:pt idx="3511">
                  <c:v>393.25</c:v>
                </c:pt>
                <c:pt idx="3512">
                  <c:v>389.25</c:v>
                </c:pt>
                <c:pt idx="3513">
                  <c:v>376</c:v>
                </c:pt>
                <c:pt idx="3514">
                  <c:v>353.55</c:v>
                </c:pt>
                <c:pt idx="3515">
                  <c:v>366.65</c:v>
                </c:pt>
                <c:pt idx="3516">
                  <c:v>358</c:v>
                </c:pt>
                <c:pt idx="3517">
                  <c:v>346.55</c:v>
                </c:pt>
                <c:pt idx="3518">
                  <c:v>356.05</c:v>
                </c:pt>
                <c:pt idx="3519">
                  <c:v>343.1</c:v>
                </c:pt>
                <c:pt idx="3520">
                  <c:v>342.95</c:v>
                </c:pt>
                <c:pt idx="3521">
                  <c:v>359.4</c:v>
                </c:pt>
                <c:pt idx="3522">
                  <c:v>361.25</c:v>
                </c:pt>
                <c:pt idx="3523">
                  <c:v>384.45</c:v>
                </c:pt>
                <c:pt idx="3524">
                  <c:v>382.5</c:v>
                </c:pt>
                <c:pt idx="3525">
                  <c:v>389.75</c:v>
                </c:pt>
                <c:pt idx="3526">
                  <c:v>374.35</c:v>
                </c:pt>
                <c:pt idx="3527">
                  <c:v>367.45</c:v>
                </c:pt>
                <c:pt idx="3528">
                  <c:v>370.8</c:v>
                </c:pt>
                <c:pt idx="3529">
                  <c:v>374.05</c:v>
                </c:pt>
                <c:pt idx="3530">
                  <c:v>379.65</c:v>
                </c:pt>
                <c:pt idx="3531">
                  <c:v>373.85</c:v>
                </c:pt>
                <c:pt idx="3532">
                  <c:v>366.75</c:v>
                </c:pt>
                <c:pt idx="3533">
                  <c:v>374.4</c:v>
                </c:pt>
                <c:pt idx="3534">
                  <c:v>369.2</c:v>
                </c:pt>
                <c:pt idx="3535">
                  <c:v>360.55</c:v>
                </c:pt>
                <c:pt idx="3536">
                  <c:v>349.3</c:v>
                </c:pt>
                <c:pt idx="3537">
                  <c:v>343.8</c:v>
                </c:pt>
                <c:pt idx="3538">
                  <c:v>345.3</c:v>
                </c:pt>
                <c:pt idx="3539">
                  <c:v>351.75</c:v>
                </c:pt>
                <c:pt idx="3540">
                  <c:v>355.95</c:v>
                </c:pt>
                <c:pt idx="3541">
                  <c:v>364.2</c:v>
                </c:pt>
                <c:pt idx="3542">
                  <c:v>371.1</c:v>
                </c:pt>
                <c:pt idx="3543">
                  <c:v>364.15</c:v>
                </c:pt>
                <c:pt idx="3544">
                  <c:v>343.75</c:v>
                </c:pt>
                <c:pt idx="3545">
                  <c:v>339.6</c:v>
                </c:pt>
                <c:pt idx="3546">
                  <c:v>336.85</c:v>
                </c:pt>
                <c:pt idx="3547">
                  <c:v>341.7</c:v>
                </c:pt>
                <c:pt idx="3548">
                  <c:v>340.7</c:v>
                </c:pt>
                <c:pt idx="3549">
                  <c:v>356.6</c:v>
                </c:pt>
                <c:pt idx="3550">
                  <c:v>349.95</c:v>
                </c:pt>
                <c:pt idx="3551">
                  <c:v>362.85</c:v>
                </c:pt>
                <c:pt idx="3552">
                  <c:v>362.3</c:v>
                </c:pt>
                <c:pt idx="3553">
                  <c:v>363.1</c:v>
                </c:pt>
                <c:pt idx="3554">
                  <c:v>367.1</c:v>
                </c:pt>
                <c:pt idx="3555">
                  <c:v>374.8</c:v>
                </c:pt>
                <c:pt idx="3556">
                  <c:v>375.4</c:v>
                </c:pt>
                <c:pt idx="3557">
                  <c:v>381.5</c:v>
                </c:pt>
                <c:pt idx="3558">
                  <c:v>393.95</c:v>
                </c:pt>
                <c:pt idx="3559">
                  <c:v>401.15</c:v>
                </c:pt>
                <c:pt idx="3560">
                  <c:v>403.45</c:v>
                </c:pt>
                <c:pt idx="3561">
                  <c:v>397.65</c:v>
                </c:pt>
                <c:pt idx="3562">
                  <c:v>402</c:v>
                </c:pt>
                <c:pt idx="3563">
                  <c:v>406.65</c:v>
                </c:pt>
                <c:pt idx="3564">
                  <c:v>418.75</c:v>
                </c:pt>
                <c:pt idx="3565">
                  <c:v>417.8</c:v>
                </c:pt>
                <c:pt idx="3566">
                  <c:v>419.85</c:v>
                </c:pt>
                <c:pt idx="3567">
                  <c:v>409.15</c:v>
                </c:pt>
                <c:pt idx="3568">
                  <c:v>413.7</c:v>
                </c:pt>
                <c:pt idx="3569">
                  <c:v>418.9</c:v>
                </c:pt>
                <c:pt idx="3570">
                  <c:v>423.5</c:v>
                </c:pt>
                <c:pt idx="3571">
                  <c:v>420.85</c:v>
                </c:pt>
                <c:pt idx="3572">
                  <c:v>426.55</c:v>
                </c:pt>
                <c:pt idx="3573">
                  <c:v>426.9</c:v>
                </c:pt>
                <c:pt idx="3574">
                  <c:v>425.8</c:v>
                </c:pt>
                <c:pt idx="3575">
                  <c:v>405.5</c:v>
                </c:pt>
                <c:pt idx="3576">
                  <c:v>400.65</c:v>
                </c:pt>
                <c:pt idx="3577">
                  <c:v>390.05</c:v>
                </c:pt>
                <c:pt idx="3578">
                  <c:v>397.55</c:v>
                </c:pt>
                <c:pt idx="3579">
                  <c:v>401.75</c:v>
                </c:pt>
                <c:pt idx="3580">
                  <c:v>399.9</c:v>
                </c:pt>
                <c:pt idx="3581">
                  <c:v>402</c:v>
                </c:pt>
                <c:pt idx="3582">
                  <c:v>416.7</c:v>
                </c:pt>
                <c:pt idx="3583">
                  <c:v>420.05</c:v>
                </c:pt>
                <c:pt idx="3584">
                  <c:v>427.1</c:v>
                </c:pt>
                <c:pt idx="3585">
                  <c:v>452.35</c:v>
                </c:pt>
                <c:pt idx="3586">
                  <c:v>460.6</c:v>
                </c:pt>
                <c:pt idx="3587">
                  <c:v>440.9</c:v>
                </c:pt>
                <c:pt idx="3588">
                  <c:v>450.75</c:v>
                </c:pt>
                <c:pt idx="3589">
                  <c:v>467.15</c:v>
                </c:pt>
                <c:pt idx="3590">
                  <c:v>462.55</c:v>
                </c:pt>
                <c:pt idx="3591">
                  <c:v>470.9</c:v>
                </c:pt>
                <c:pt idx="3592">
                  <c:v>478.2</c:v>
                </c:pt>
                <c:pt idx="3593">
                  <c:v>467.65</c:v>
                </c:pt>
                <c:pt idx="3594">
                  <c:v>477.6</c:v>
                </c:pt>
                <c:pt idx="3595">
                  <c:v>469.25</c:v>
                </c:pt>
                <c:pt idx="3596">
                  <c:v>465.95</c:v>
                </c:pt>
                <c:pt idx="3597">
                  <c:v>475.1</c:v>
                </c:pt>
                <c:pt idx="3598">
                  <c:v>492.9</c:v>
                </c:pt>
                <c:pt idx="3599">
                  <c:v>526.79999999999995</c:v>
                </c:pt>
                <c:pt idx="3600">
                  <c:v>537.4</c:v>
                </c:pt>
                <c:pt idx="3601">
                  <c:v>556.95000000000005</c:v>
                </c:pt>
                <c:pt idx="3602">
                  <c:v>560.65</c:v>
                </c:pt>
                <c:pt idx="3603">
                  <c:v>575.25</c:v>
                </c:pt>
                <c:pt idx="3604">
                  <c:v>558.70000000000005</c:v>
                </c:pt>
                <c:pt idx="3605">
                  <c:v>549.45000000000005</c:v>
                </c:pt>
                <c:pt idx="3606">
                  <c:v>549.65</c:v>
                </c:pt>
                <c:pt idx="3607">
                  <c:v>525.54999999999995</c:v>
                </c:pt>
                <c:pt idx="3608">
                  <c:v>524.6</c:v>
                </c:pt>
                <c:pt idx="3609">
                  <c:v>532.29999999999995</c:v>
                </c:pt>
                <c:pt idx="3610">
                  <c:v>521.9</c:v>
                </c:pt>
                <c:pt idx="3611">
                  <c:v>519.45000000000005</c:v>
                </c:pt>
                <c:pt idx="3612">
                  <c:v>519.9</c:v>
                </c:pt>
                <c:pt idx="3613">
                  <c:v>526.9</c:v>
                </c:pt>
                <c:pt idx="3614">
                  <c:v>532.29999999999995</c:v>
                </c:pt>
                <c:pt idx="3615">
                  <c:v>530.95000000000005</c:v>
                </c:pt>
                <c:pt idx="3616">
                  <c:v>525.79999999999995</c:v>
                </c:pt>
                <c:pt idx="3617">
                  <c:v>518.9</c:v>
                </c:pt>
                <c:pt idx="3618">
                  <c:v>528.4</c:v>
                </c:pt>
                <c:pt idx="3619">
                  <c:v>540.65</c:v>
                </c:pt>
                <c:pt idx="3620">
                  <c:v>543.5</c:v>
                </c:pt>
                <c:pt idx="3621">
                  <c:v>539.04999999999995</c:v>
                </c:pt>
                <c:pt idx="3622">
                  <c:v>536.6</c:v>
                </c:pt>
                <c:pt idx="3623">
                  <c:v>536.04999999999995</c:v>
                </c:pt>
                <c:pt idx="3624">
                  <c:v>513.54999999999995</c:v>
                </c:pt>
                <c:pt idx="3625">
                  <c:v>518.35</c:v>
                </c:pt>
                <c:pt idx="3626">
                  <c:v>521.4</c:v>
                </c:pt>
                <c:pt idx="3627">
                  <c:v>501.9</c:v>
                </c:pt>
                <c:pt idx="3628">
                  <c:v>513.4</c:v>
                </c:pt>
                <c:pt idx="3629">
                  <c:v>527.15</c:v>
                </c:pt>
                <c:pt idx="3630">
                  <c:v>542.70000000000005</c:v>
                </c:pt>
                <c:pt idx="3631">
                  <c:v>558.79999999999995</c:v>
                </c:pt>
                <c:pt idx="3632">
                  <c:v>563</c:v>
                </c:pt>
                <c:pt idx="3633">
                  <c:v>562.70000000000005</c:v>
                </c:pt>
                <c:pt idx="3634">
                  <c:v>562.20000000000005</c:v>
                </c:pt>
                <c:pt idx="3635">
                  <c:v>554.54999999999995</c:v>
                </c:pt>
                <c:pt idx="3636">
                  <c:v>568.1</c:v>
                </c:pt>
                <c:pt idx="3637">
                  <c:v>557.6</c:v>
                </c:pt>
                <c:pt idx="3638">
                  <c:v>548.5</c:v>
                </c:pt>
                <c:pt idx="3639">
                  <c:v>546.1</c:v>
                </c:pt>
                <c:pt idx="3640">
                  <c:v>553.4</c:v>
                </c:pt>
                <c:pt idx="3641">
                  <c:v>548.75</c:v>
                </c:pt>
                <c:pt idx="3642">
                  <c:v>551.85</c:v>
                </c:pt>
                <c:pt idx="3643">
                  <c:v>562.20000000000005</c:v>
                </c:pt>
                <c:pt idx="3644">
                  <c:v>550.5</c:v>
                </c:pt>
                <c:pt idx="3645">
                  <c:v>555.79999999999995</c:v>
                </c:pt>
                <c:pt idx="3646">
                  <c:v>537.70000000000005</c:v>
                </c:pt>
                <c:pt idx="3647">
                  <c:v>534.75</c:v>
                </c:pt>
                <c:pt idx="3648">
                  <c:v>542.04999999999995</c:v>
                </c:pt>
                <c:pt idx="3649">
                  <c:v>534.5</c:v>
                </c:pt>
                <c:pt idx="3650">
                  <c:v>541.70000000000005</c:v>
                </c:pt>
                <c:pt idx="3651">
                  <c:v>546.45000000000005</c:v>
                </c:pt>
                <c:pt idx="3652">
                  <c:v>544.1</c:v>
                </c:pt>
                <c:pt idx="3653">
                  <c:v>545.54999999999995</c:v>
                </c:pt>
                <c:pt idx="3654">
                  <c:v>536.6</c:v>
                </c:pt>
                <c:pt idx="3655">
                  <c:v>537.75</c:v>
                </c:pt>
                <c:pt idx="3656">
                  <c:v>512</c:v>
                </c:pt>
                <c:pt idx="3657">
                  <c:v>524.95000000000005</c:v>
                </c:pt>
                <c:pt idx="3658">
                  <c:v>523.20000000000005</c:v>
                </c:pt>
                <c:pt idx="3659">
                  <c:v>513.15</c:v>
                </c:pt>
                <c:pt idx="3660">
                  <c:v>524.1</c:v>
                </c:pt>
                <c:pt idx="3661">
                  <c:v>519.20000000000005</c:v>
                </c:pt>
                <c:pt idx="3662">
                  <c:v>526</c:v>
                </c:pt>
                <c:pt idx="3663">
                  <c:v>509.05</c:v>
                </c:pt>
                <c:pt idx="3664">
                  <c:v>513.4</c:v>
                </c:pt>
                <c:pt idx="3665">
                  <c:v>517.45000000000005</c:v>
                </c:pt>
                <c:pt idx="3666">
                  <c:v>518.65</c:v>
                </c:pt>
                <c:pt idx="3667">
                  <c:v>519.20000000000005</c:v>
                </c:pt>
                <c:pt idx="3668">
                  <c:v>517.6</c:v>
                </c:pt>
                <c:pt idx="3669">
                  <c:v>515.95000000000005</c:v>
                </c:pt>
                <c:pt idx="3670">
                  <c:v>507.7</c:v>
                </c:pt>
                <c:pt idx="3671">
                  <c:v>490.15</c:v>
                </c:pt>
                <c:pt idx="3672">
                  <c:v>498.4</c:v>
                </c:pt>
                <c:pt idx="3673">
                  <c:v>505.45</c:v>
                </c:pt>
                <c:pt idx="3674">
                  <c:v>511</c:v>
                </c:pt>
                <c:pt idx="3675">
                  <c:v>500.9</c:v>
                </c:pt>
                <c:pt idx="3676">
                  <c:v>485.6</c:v>
                </c:pt>
                <c:pt idx="3677">
                  <c:v>472.2</c:v>
                </c:pt>
                <c:pt idx="3678">
                  <c:v>460.4</c:v>
                </c:pt>
                <c:pt idx="3679">
                  <c:v>474.25</c:v>
                </c:pt>
                <c:pt idx="3680">
                  <c:v>466.4</c:v>
                </c:pt>
                <c:pt idx="3681">
                  <c:v>459.05</c:v>
                </c:pt>
                <c:pt idx="3682">
                  <c:v>448.8</c:v>
                </c:pt>
                <c:pt idx="3683">
                  <c:v>440.15</c:v>
                </c:pt>
                <c:pt idx="3684">
                  <c:v>456.15</c:v>
                </c:pt>
                <c:pt idx="3685">
                  <c:v>467.55</c:v>
                </c:pt>
                <c:pt idx="3686">
                  <c:v>448.05</c:v>
                </c:pt>
                <c:pt idx="3687">
                  <c:v>457.75</c:v>
                </c:pt>
                <c:pt idx="3688">
                  <c:v>456.05</c:v>
                </c:pt>
                <c:pt idx="3689">
                  <c:v>439.1</c:v>
                </c:pt>
                <c:pt idx="3690">
                  <c:v>447.55</c:v>
                </c:pt>
                <c:pt idx="3691">
                  <c:v>450.15</c:v>
                </c:pt>
                <c:pt idx="3692">
                  <c:v>455.7</c:v>
                </c:pt>
                <c:pt idx="3693">
                  <c:v>457.15</c:v>
                </c:pt>
                <c:pt idx="3694">
                  <c:v>459.1</c:v>
                </c:pt>
                <c:pt idx="3695">
                  <c:v>450.5</c:v>
                </c:pt>
                <c:pt idx="3696">
                  <c:v>451.2</c:v>
                </c:pt>
                <c:pt idx="3697">
                  <c:v>471.7</c:v>
                </c:pt>
                <c:pt idx="3698">
                  <c:v>474.5</c:v>
                </c:pt>
                <c:pt idx="3699">
                  <c:v>490</c:v>
                </c:pt>
                <c:pt idx="3700">
                  <c:v>489.15</c:v>
                </c:pt>
                <c:pt idx="3701">
                  <c:v>478.1</c:v>
                </c:pt>
                <c:pt idx="3702">
                  <c:v>471.4</c:v>
                </c:pt>
                <c:pt idx="3703">
                  <c:v>470.85</c:v>
                </c:pt>
                <c:pt idx="3704">
                  <c:v>480.3</c:v>
                </c:pt>
                <c:pt idx="3705">
                  <c:v>468.35</c:v>
                </c:pt>
                <c:pt idx="3706">
                  <c:v>471.25</c:v>
                </c:pt>
                <c:pt idx="3707">
                  <c:v>478.15</c:v>
                </c:pt>
                <c:pt idx="3708">
                  <c:v>480.1</c:v>
                </c:pt>
                <c:pt idx="3709">
                  <c:v>486.4</c:v>
                </c:pt>
                <c:pt idx="3710">
                  <c:v>471</c:v>
                </c:pt>
                <c:pt idx="3711">
                  <c:v>466.6</c:v>
                </c:pt>
                <c:pt idx="3712">
                  <c:v>462.9</c:v>
                </c:pt>
                <c:pt idx="3713">
                  <c:v>476.6</c:v>
                </c:pt>
                <c:pt idx="3714">
                  <c:v>464.45</c:v>
                </c:pt>
                <c:pt idx="3715">
                  <c:v>466.25</c:v>
                </c:pt>
                <c:pt idx="3716">
                  <c:v>460.2</c:v>
                </c:pt>
                <c:pt idx="3717">
                  <c:v>473.35</c:v>
                </c:pt>
                <c:pt idx="3718">
                  <c:v>461.15</c:v>
                </c:pt>
                <c:pt idx="3719">
                  <c:v>465.2</c:v>
                </c:pt>
                <c:pt idx="3720">
                  <c:v>463.75</c:v>
                </c:pt>
                <c:pt idx="3721">
                  <c:v>461.85</c:v>
                </c:pt>
                <c:pt idx="3722">
                  <c:v>461.15</c:v>
                </c:pt>
                <c:pt idx="3723">
                  <c:v>451.85</c:v>
                </c:pt>
                <c:pt idx="3724">
                  <c:v>436.3</c:v>
                </c:pt>
                <c:pt idx="3725">
                  <c:v>432.5</c:v>
                </c:pt>
                <c:pt idx="3726">
                  <c:v>418.75</c:v>
                </c:pt>
                <c:pt idx="3727">
                  <c:v>402.7</c:v>
                </c:pt>
                <c:pt idx="3728">
                  <c:v>400.95</c:v>
                </c:pt>
                <c:pt idx="3729">
                  <c:v>389.65</c:v>
                </c:pt>
                <c:pt idx="3730">
                  <c:v>393.45</c:v>
                </c:pt>
                <c:pt idx="3731">
                  <c:v>401.6</c:v>
                </c:pt>
                <c:pt idx="3732">
                  <c:v>405.45</c:v>
                </c:pt>
                <c:pt idx="3733">
                  <c:v>404.05</c:v>
                </c:pt>
                <c:pt idx="3734">
                  <c:v>394.8</c:v>
                </c:pt>
                <c:pt idx="3735">
                  <c:v>395.25</c:v>
                </c:pt>
                <c:pt idx="3736">
                  <c:v>398.25</c:v>
                </c:pt>
                <c:pt idx="3737">
                  <c:v>404.1</c:v>
                </c:pt>
                <c:pt idx="3738">
                  <c:v>396.3</c:v>
                </c:pt>
                <c:pt idx="3739">
                  <c:v>399.4</c:v>
                </c:pt>
                <c:pt idx="3740">
                  <c:v>404.45</c:v>
                </c:pt>
                <c:pt idx="3741">
                  <c:v>410.75</c:v>
                </c:pt>
                <c:pt idx="3742">
                  <c:v>416.7</c:v>
                </c:pt>
                <c:pt idx="3743">
                  <c:v>396.5</c:v>
                </c:pt>
                <c:pt idx="3744">
                  <c:v>388.9</c:v>
                </c:pt>
                <c:pt idx="3745">
                  <c:v>394.95</c:v>
                </c:pt>
                <c:pt idx="3746">
                  <c:v>399.65</c:v>
                </c:pt>
                <c:pt idx="3747">
                  <c:v>396.75</c:v>
                </c:pt>
                <c:pt idx="3748">
                  <c:v>391.5</c:v>
                </c:pt>
                <c:pt idx="3749">
                  <c:v>376.85</c:v>
                </c:pt>
                <c:pt idx="3750">
                  <c:v>384.75</c:v>
                </c:pt>
                <c:pt idx="3751">
                  <c:v>383.4</c:v>
                </c:pt>
                <c:pt idx="3752">
                  <c:v>384.75</c:v>
                </c:pt>
                <c:pt idx="3753">
                  <c:v>402</c:v>
                </c:pt>
                <c:pt idx="3754">
                  <c:v>397.1</c:v>
                </c:pt>
                <c:pt idx="3755">
                  <c:v>403.4</c:v>
                </c:pt>
                <c:pt idx="3756">
                  <c:v>403.1</c:v>
                </c:pt>
                <c:pt idx="3757">
                  <c:v>398.4</c:v>
                </c:pt>
                <c:pt idx="3758">
                  <c:v>391.15</c:v>
                </c:pt>
                <c:pt idx="3759">
                  <c:v>390.4</c:v>
                </c:pt>
                <c:pt idx="3760">
                  <c:v>390.45</c:v>
                </c:pt>
                <c:pt idx="3761">
                  <c:v>383.85</c:v>
                </c:pt>
                <c:pt idx="3762">
                  <c:v>381.1</c:v>
                </c:pt>
                <c:pt idx="3763">
                  <c:v>389.2</c:v>
                </c:pt>
                <c:pt idx="3764">
                  <c:v>379.25</c:v>
                </c:pt>
                <c:pt idx="3765">
                  <c:v>368.65</c:v>
                </c:pt>
                <c:pt idx="3766">
                  <c:v>347.45</c:v>
                </c:pt>
                <c:pt idx="3767">
                  <c:v>357.75</c:v>
                </c:pt>
                <c:pt idx="3768">
                  <c:v>365</c:v>
                </c:pt>
                <c:pt idx="3769">
                  <c:v>365.3</c:v>
                </c:pt>
                <c:pt idx="3770">
                  <c:v>366.55</c:v>
                </c:pt>
                <c:pt idx="3771">
                  <c:v>369.8</c:v>
                </c:pt>
                <c:pt idx="3772">
                  <c:v>367.5</c:v>
                </c:pt>
                <c:pt idx="3773">
                  <c:v>375.25</c:v>
                </c:pt>
                <c:pt idx="3774">
                  <c:v>374.7</c:v>
                </c:pt>
                <c:pt idx="3775">
                  <c:v>367.35</c:v>
                </c:pt>
                <c:pt idx="3776">
                  <c:v>359.1</c:v>
                </c:pt>
                <c:pt idx="3777">
                  <c:v>350.9</c:v>
                </c:pt>
                <c:pt idx="3778">
                  <c:v>345.2</c:v>
                </c:pt>
                <c:pt idx="3779">
                  <c:v>350.65</c:v>
                </c:pt>
                <c:pt idx="3780">
                  <c:v>355.25</c:v>
                </c:pt>
                <c:pt idx="3781">
                  <c:v>352.55</c:v>
                </c:pt>
                <c:pt idx="3782">
                  <c:v>353.15</c:v>
                </c:pt>
                <c:pt idx="3783">
                  <c:v>348.15</c:v>
                </c:pt>
                <c:pt idx="3784">
                  <c:v>343.25</c:v>
                </c:pt>
                <c:pt idx="3785">
                  <c:v>336.3</c:v>
                </c:pt>
                <c:pt idx="3786">
                  <c:v>331.6</c:v>
                </c:pt>
                <c:pt idx="3787">
                  <c:v>325.3</c:v>
                </c:pt>
                <c:pt idx="3788">
                  <c:v>333.2</c:v>
                </c:pt>
                <c:pt idx="3789">
                  <c:v>326.5</c:v>
                </c:pt>
                <c:pt idx="3790">
                  <c:v>326.2</c:v>
                </c:pt>
                <c:pt idx="3791">
                  <c:v>332.55</c:v>
                </c:pt>
                <c:pt idx="3792">
                  <c:v>331.75</c:v>
                </c:pt>
                <c:pt idx="3793">
                  <c:v>336.6</c:v>
                </c:pt>
                <c:pt idx="3794">
                  <c:v>328.7</c:v>
                </c:pt>
                <c:pt idx="3795">
                  <c:v>331.4</c:v>
                </c:pt>
                <c:pt idx="3796">
                  <c:v>327.14999999999998</c:v>
                </c:pt>
                <c:pt idx="3797">
                  <c:v>323.14999999999998</c:v>
                </c:pt>
                <c:pt idx="3798">
                  <c:v>315.60000000000002</c:v>
                </c:pt>
                <c:pt idx="3799">
                  <c:v>315.10000000000002</c:v>
                </c:pt>
                <c:pt idx="3800">
                  <c:v>322.39999999999998</c:v>
                </c:pt>
                <c:pt idx="3801">
                  <c:v>316.75</c:v>
                </c:pt>
                <c:pt idx="3802">
                  <c:v>323.64999999999998</c:v>
                </c:pt>
                <c:pt idx="3803">
                  <c:v>318.10000000000002</c:v>
                </c:pt>
                <c:pt idx="3804">
                  <c:v>333.5</c:v>
                </c:pt>
                <c:pt idx="3805">
                  <c:v>336.1</c:v>
                </c:pt>
                <c:pt idx="3806">
                  <c:v>346.05</c:v>
                </c:pt>
                <c:pt idx="3807">
                  <c:v>342.7</c:v>
                </c:pt>
                <c:pt idx="3808">
                  <c:v>345.2</c:v>
                </c:pt>
                <c:pt idx="3809">
                  <c:v>337.65</c:v>
                </c:pt>
                <c:pt idx="3810">
                  <c:v>337.7</c:v>
                </c:pt>
                <c:pt idx="3811">
                  <c:v>346</c:v>
                </c:pt>
                <c:pt idx="3812">
                  <c:v>344.45</c:v>
                </c:pt>
                <c:pt idx="3813">
                  <c:v>348.25</c:v>
                </c:pt>
                <c:pt idx="3814">
                  <c:v>351.35</c:v>
                </c:pt>
                <c:pt idx="3815">
                  <c:v>369.45</c:v>
                </c:pt>
                <c:pt idx="3816">
                  <c:v>370.5</c:v>
                </c:pt>
                <c:pt idx="3817">
                  <c:v>368.9</c:v>
                </c:pt>
                <c:pt idx="3818">
                  <c:v>371.25</c:v>
                </c:pt>
                <c:pt idx="3819">
                  <c:v>369.95</c:v>
                </c:pt>
                <c:pt idx="3820">
                  <c:v>360.35</c:v>
                </c:pt>
                <c:pt idx="3821">
                  <c:v>361.65</c:v>
                </c:pt>
                <c:pt idx="3822">
                  <c:v>380.1</c:v>
                </c:pt>
                <c:pt idx="3823">
                  <c:v>367.65</c:v>
                </c:pt>
                <c:pt idx="3824">
                  <c:v>367.3</c:v>
                </c:pt>
                <c:pt idx="3825">
                  <c:v>366.7</c:v>
                </c:pt>
                <c:pt idx="3826">
                  <c:v>377.1</c:v>
                </c:pt>
                <c:pt idx="3827">
                  <c:v>353.6</c:v>
                </c:pt>
                <c:pt idx="3828">
                  <c:v>359.5</c:v>
                </c:pt>
                <c:pt idx="3829">
                  <c:v>366.4</c:v>
                </c:pt>
                <c:pt idx="3830">
                  <c:v>364.1</c:v>
                </c:pt>
                <c:pt idx="3831">
                  <c:v>364.15</c:v>
                </c:pt>
                <c:pt idx="3832">
                  <c:v>368.35</c:v>
                </c:pt>
                <c:pt idx="3833">
                  <c:v>361.3</c:v>
                </c:pt>
                <c:pt idx="3834">
                  <c:v>342.25</c:v>
                </c:pt>
                <c:pt idx="3835">
                  <c:v>341.3</c:v>
                </c:pt>
                <c:pt idx="3836">
                  <c:v>332</c:v>
                </c:pt>
                <c:pt idx="3837">
                  <c:v>332.85</c:v>
                </c:pt>
                <c:pt idx="3838">
                  <c:v>328.15</c:v>
                </c:pt>
                <c:pt idx="3839">
                  <c:v>324.7</c:v>
                </c:pt>
                <c:pt idx="3840">
                  <c:v>328.5</c:v>
                </c:pt>
                <c:pt idx="3841">
                  <c:v>329.65</c:v>
                </c:pt>
                <c:pt idx="3842">
                  <c:v>321.75</c:v>
                </c:pt>
                <c:pt idx="3843">
                  <c:v>316.25</c:v>
                </c:pt>
                <c:pt idx="3844">
                  <c:v>308.05</c:v>
                </c:pt>
                <c:pt idx="3845">
                  <c:v>311.10000000000002</c:v>
                </c:pt>
                <c:pt idx="3846">
                  <c:v>302.25</c:v>
                </c:pt>
                <c:pt idx="3847">
                  <c:v>304.75</c:v>
                </c:pt>
                <c:pt idx="3848">
                  <c:v>306</c:v>
                </c:pt>
                <c:pt idx="3849">
                  <c:v>298.7</c:v>
                </c:pt>
                <c:pt idx="3850">
                  <c:v>297.55</c:v>
                </c:pt>
                <c:pt idx="3851">
                  <c:v>297</c:v>
                </c:pt>
                <c:pt idx="3852">
                  <c:v>294.45</c:v>
                </c:pt>
                <c:pt idx="3853">
                  <c:v>305.05</c:v>
                </c:pt>
                <c:pt idx="3854">
                  <c:v>303.7</c:v>
                </c:pt>
                <c:pt idx="3855">
                  <c:v>304.95</c:v>
                </c:pt>
                <c:pt idx="3856">
                  <c:v>310.64999999999998</c:v>
                </c:pt>
                <c:pt idx="3857">
                  <c:v>313.05</c:v>
                </c:pt>
                <c:pt idx="3858">
                  <c:v>304.55</c:v>
                </c:pt>
                <c:pt idx="3859">
                  <c:v>302.7</c:v>
                </c:pt>
                <c:pt idx="3860">
                  <c:v>298.64999999999998</c:v>
                </c:pt>
                <c:pt idx="3861">
                  <c:v>296.3</c:v>
                </c:pt>
                <c:pt idx="3862">
                  <c:v>304.60000000000002</c:v>
                </c:pt>
                <c:pt idx="3863">
                  <c:v>306.95</c:v>
                </c:pt>
                <c:pt idx="3864">
                  <c:v>304.35000000000002</c:v>
                </c:pt>
                <c:pt idx="3865">
                  <c:v>301.2</c:v>
                </c:pt>
                <c:pt idx="3866">
                  <c:v>299</c:v>
                </c:pt>
                <c:pt idx="3867">
                  <c:v>298.2</c:v>
                </c:pt>
                <c:pt idx="3868">
                  <c:v>283.14999999999998</c:v>
                </c:pt>
                <c:pt idx="3869">
                  <c:v>280.5</c:v>
                </c:pt>
                <c:pt idx="3870">
                  <c:v>280.89999999999998</c:v>
                </c:pt>
                <c:pt idx="3871">
                  <c:v>284.45</c:v>
                </c:pt>
                <c:pt idx="3872">
                  <c:v>281.14999999999998</c:v>
                </c:pt>
                <c:pt idx="3873">
                  <c:v>280.39999999999998</c:v>
                </c:pt>
                <c:pt idx="3874">
                  <c:v>280.8</c:v>
                </c:pt>
                <c:pt idx="3875">
                  <c:v>284.05</c:v>
                </c:pt>
                <c:pt idx="3876">
                  <c:v>283.55</c:v>
                </c:pt>
                <c:pt idx="3877">
                  <c:v>274.7</c:v>
                </c:pt>
                <c:pt idx="3878">
                  <c:v>280.39999999999998</c:v>
                </c:pt>
                <c:pt idx="3879">
                  <c:v>269.89999999999998</c:v>
                </c:pt>
                <c:pt idx="3880">
                  <c:v>265.05</c:v>
                </c:pt>
                <c:pt idx="3881">
                  <c:v>250.75</c:v>
                </c:pt>
                <c:pt idx="3882">
                  <c:v>249.25</c:v>
                </c:pt>
                <c:pt idx="3883">
                  <c:v>250.55</c:v>
                </c:pt>
                <c:pt idx="3884">
                  <c:v>248.15</c:v>
                </c:pt>
                <c:pt idx="3885">
                  <c:v>246.9</c:v>
                </c:pt>
                <c:pt idx="3886">
                  <c:v>247.95</c:v>
                </c:pt>
                <c:pt idx="3887">
                  <c:v>256.3</c:v>
                </c:pt>
                <c:pt idx="3888">
                  <c:v>262.3</c:v>
                </c:pt>
                <c:pt idx="3889">
                  <c:v>261</c:v>
                </c:pt>
                <c:pt idx="3890">
                  <c:v>262.05</c:v>
                </c:pt>
                <c:pt idx="3891">
                  <c:v>261.14999999999998</c:v>
                </c:pt>
                <c:pt idx="3892">
                  <c:v>246.8</c:v>
                </c:pt>
                <c:pt idx="3893">
                  <c:v>249.05</c:v>
                </c:pt>
                <c:pt idx="3894">
                  <c:v>233.6</c:v>
                </c:pt>
                <c:pt idx="3895">
                  <c:v>237.6</c:v>
                </c:pt>
                <c:pt idx="3896">
                  <c:v>246.75</c:v>
                </c:pt>
                <c:pt idx="3897">
                  <c:v>252.35</c:v>
                </c:pt>
                <c:pt idx="3898">
                  <c:v>249.8</c:v>
                </c:pt>
                <c:pt idx="3899">
                  <c:v>241.55</c:v>
                </c:pt>
                <c:pt idx="3900">
                  <c:v>237.25</c:v>
                </c:pt>
                <c:pt idx="3901">
                  <c:v>206.1</c:v>
                </c:pt>
                <c:pt idx="3902">
                  <c:v>213.45</c:v>
                </c:pt>
                <c:pt idx="3903">
                  <c:v>215.65</c:v>
                </c:pt>
                <c:pt idx="3904">
                  <c:v>226.4</c:v>
                </c:pt>
                <c:pt idx="3905">
                  <c:v>228.95</c:v>
                </c:pt>
                <c:pt idx="3906">
                  <c:v>225.4</c:v>
                </c:pt>
                <c:pt idx="3907">
                  <c:v>216.3</c:v>
                </c:pt>
                <c:pt idx="3908">
                  <c:v>219.5</c:v>
                </c:pt>
                <c:pt idx="3909">
                  <c:v>229.75</c:v>
                </c:pt>
                <c:pt idx="3910">
                  <c:v>218.9</c:v>
                </c:pt>
                <c:pt idx="3911">
                  <c:v>215.85</c:v>
                </c:pt>
                <c:pt idx="3912">
                  <c:v>228.75</c:v>
                </c:pt>
                <c:pt idx="3913">
                  <c:v>239.5</c:v>
                </c:pt>
                <c:pt idx="3914">
                  <c:v>240.2</c:v>
                </c:pt>
                <c:pt idx="3915">
                  <c:v>232.95</c:v>
                </c:pt>
                <c:pt idx="3916">
                  <c:v>241.8</c:v>
                </c:pt>
                <c:pt idx="3917">
                  <c:v>229.15</c:v>
                </c:pt>
                <c:pt idx="3918">
                  <c:v>230.5</c:v>
                </c:pt>
                <c:pt idx="3919">
                  <c:v>228.1</c:v>
                </c:pt>
                <c:pt idx="3920">
                  <c:v>226.45</c:v>
                </c:pt>
                <c:pt idx="3921">
                  <c:v>220.1</c:v>
                </c:pt>
                <c:pt idx="3922">
                  <c:v>221</c:v>
                </c:pt>
                <c:pt idx="3923">
                  <c:v>215.15</c:v>
                </c:pt>
                <c:pt idx="3924">
                  <c:v>209.25</c:v>
                </c:pt>
                <c:pt idx="3925">
                  <c:v>201.4</c:v>
                </c:pt>
                <c:pt idx="3926">
                  <c:v>212.6</c:v>
                </c:pt>
                <c:pt idx="3927">
                  <c:v>212.25</c:v>
                </c:pt>
                <c:pt idx="3928">
                  <c:v>225</c:v>
                </c:pt>
                <c:pt idx="3929">
                  <c:v>227.5</c:v>
                </c:pt>
                <c:pt idx="3930">
                  <c:v>236.8</c:v>
                </c:pt>
                <c:pt idx="3931">
                  <c:v>240.8</c:v>
                </c:pt>
                <c:pt idx="3932">
                  <c:v>251.1</c:v>
                </c:pt>
                <c:pt idx="3933">
                  <c:v>250.85</c:v>
                </c:pt>
                <c:pt idx="3934">
                  <c:v>245</c:v>
                </c:pt>
                <c:pt idx="3935">
                  <c:v>248.35</c:v>
                </c:pt>
                <c:pt idx="3936">
                  <c:v>255.25</c:v>
                </c:pt>
                <c:pt idx="3937">
                  <c:v>252.9</c:v>
                </c:pt>
                <c:pt idx="3938">
                  <c:v>248.4</c:v>
                </c:pt>
                <c:pt idx="3939">
                  <c:v>240.8</c:v>
                </c:pt>
                <c:pt idx="3940">
                  <c:v>244.4</c:v>
                </c:pt>
                <c:pt idx="3941">
                  <c:v>246</c:v>
                </c:pt>
                <c:pt idx="3942">
                  <c:v>249.65</c:v>
                </c:pt>
                <c:pt idx="3943">
                  <c:v>245.95</c:v>
                </c:pt>
                <c:pt idx="3944">
                  <c:v>247.15</c:v>
                </c:pt>
                <c:pt idx="3945">
                  <c:v>247.6</c:v>
                </c:pt>
                <c:pt idx="3946">
                  <c:v>246.6</c:v>
                </c:pt>
                <c:pt idx="3947">
                  <c:v>238.9</c:v>
                </c:pt>
                <c:pt idx="3948">
                  <c:v>235.7</c:v>
                </c:pt>
                <c:pt idx="3949">
                  <c:v>235.4</c:v>
                </c:pt>
                <c:pt idx="3950">
                  <c:v>225.4</c:v>
                </c:pt>
                <c:pt idx="3951">
                  <c:v>220.25</c:v>
                </c:pt>
                <c:pt idx="3952">
                  <c:v>222.25</c:v>
                </c:pt>
                <c:pt idx="3953">
                  <c:v>218.05</c:v>
                </c:pt>
                <c:pt idx="3954">
                  <c:v>220.45</c:v>
                </c:pt>
                <c:pt idx="3955">
                  <c:v>222.65</c:v>
                </c:pt>
                <c:pt idx="3956">
                  <c:v>230.6</c:v>
                </c:pt>
                <c:pt idx="3957">
                  <c:v>234.55</c:v>
                </c:pt>
                <c:pt idx="3958">
                  <c:v>225.85</c:v>
                </c:pt>
                <c:pt idx="3959">
                  <c:v>228.75</c:v>
                </c:pt>
                <c:pt idx="3960">
                  <c:v>230</c:v>
                </c:pt>
                <c:pt idx="3961">
                  <c:v>224.45</c:v>
                </c:pt>
                <c:pt idx="3962">
                  <c:v>224.35</c:v>
                </c:pt>
                <c:pt idx="3963">
                  <c:v>227.9</c:v>
                </c:pt>
                <c:pt idx="3964">
                  <c:v>231.25</c:v>
                </c:pt>
                <c:pt idx="3965">
                  <c:v>229.6</c:v>
                </c:pt>
                <c:pt idx="3966">
                  <c:v>237.55</c:v>
                </c:pt>
                <c:pt idx="3967">
                  <c:v>243.85</c:v>
                </c:pt>
                <c:pt idx="3968">
                  <c:v>240.15</c:v>
                </c:pt>
                <c:pt idx="3969">
                  <c:v>240.25</c:v>
                </c:pt>
                <c:pt idx="3970">
                  <c:v>243.55</c:v>
                </c:pt>
                <c:pt idx="3971">
                  <c:v>234.75</c:v>
                </c:pt>
                <c:pt idx="3972">
                  <c:v>226.85</c:v>
                </c:pt>
                <c:pt idx="3973">
                  <c:v>233</c:v>
                </c:pt>
                <c:pt idx="3974">
                  <c:v>240.9</c:v>
                </c:pt>
                <c:pt idx="3975">
                  <c:v>245</c:v>
                </c:pt>
                <c:pt idx="3976">
                  <c:v>244.35</c:v>
                </c:pt>
                <c:pt idx="3977">
                  <c:v>244.7</c:v>
                </c:pt>
                <c:pt idx="3978">
                  <c:v>257.10000000000002</c:v>
                </c:pt>
                <c:pt idx="3979">
                  <c:v>255.65</c:v>
                </c:pt>
                <c:pt idx="3980">
                  <c:v>258.45</c:v>
                </c:pt>
                <c:pt idx="3981">
                  <c:v>257.39999999999998</c:v>
                </c:pt>
                <c:pt idx="3982">
                  <c:v>264.45</c:v>
                </c:pt>
                <c:pt idx="3983">
                  <c:v>263.35000000000002</c:v>
                </c:pt>
                <c:pt idx="3984">
                  <c:v>254.1</c:v>
                </c:pt>
                <c:pt idx="3985">
                  <c:v>255.3</c:v>
                </c:pt>
                <c:pt idx="3986">
                  <c:v>258.7</c:v>
                </c:pt>
                <c:pt idx="3987">
                  <c:v>259.8</c:v>
                </c:pt>
                <c:pt idx="3988">
                  <c:v>257.39999999999998</c:v>
                </c:pt>
                <c:pt idx="3989">
                  <c:v>256.89999999999998</c:v>
                </c:pt>
                <c:pt idx="3990">
                  <c:v>274.3</c:v>
                </c:pt>
                <c:pt idx="3991">
                  <c:v>268.75</c:v>
                </c:pt>
                <c:pt idx="3992">
                  <c:v>249.9</c:v>
                </c:pt>
                <c:pt idx="3993">
                  <c:v>253.6</c:v>
                </c:pt>
                <c:pt idx="3994">
                  <c:v>251.65</c:v>
                </c:pt>
                <c:pt idx="3995">
                  <c:v>245.75</c:v>
                </c:pt>
                <c:pt idx="3996">
                  <c:v>246.6</c:v>
                </c:pt>
                <c:pt idx="3997">
                  <c:v>238.75</c:v>
                </c:pt>
                <c:pt idx="3998">
                  <c:v>229.7</c:v>
                </c:pt>
                <c:pt idx="3999">
                  <c:v>235.9</c:v>
                </c:pt>
                <c:pt idx="4000">
                  <c:v>238</c:v>
                </c:pt>
                <c:pt idx="4001">
                  <c:v>232</c:v>
                </c:pt>
                <c:pt idx="4002">
                  <c:v>235.6</c:v>
                </c:pt>
                <c:pt idx="4003">
                  <c:v>247.8</c:v>
                </c:pt>
                <c:pt idx="4004">
                  <c:v>254.9</c:v>
                </c:pt>
                <c:pt idx="4005">
                  <c:v>257.60000000000002</c:v>
                </c:pt>
                <c:pt idx="4006">
                  <c:v>254.2</c:v>
                </c:pt>
                <c:pt idx="4007">
                  <c:v>249.7</c:v>
                </c:pt>
                <c:pt idx="4008">
                  <c:v>249.3</c:v>
                </c:pt>
                <c:pt idx="4009">
                  <c:v>231.45</c:v>
                </c:pt>
                <c:pt idx="4010">
                  <c:v>224</c:v>
                </c:pt>
                <c:pt idx="4011">
                  <c:v>225.95</c:v>
                </c:pt>
                <c:pt idx="4012">
                  <c:v>233.85</c:v>
                </c:pt>
                <c:pt idx="4013">
                  <c:v>234.1</c:v>
                </c:pt>
                <c:pt idx="4014">
                  <c:v>235.5</c:v>
                </c:pt>
                <c:pt idx="4015">
                  <c:v>235.7</c:v>
                </c:pt>
                <c:pt idx="4016">
                  <c:v>224.5</c:v>
                </c:pt>
                <c:pt idx="4017">
                  <c:v>217.5</c:v>
                </c:pt>
                <c:pt idx="4018">
                  <c:v>246.7</c:v>
                </c:pt>
                <c:pt idx="4019">
                  <c:v>244.85</c:v>
                </c:pt>
                <c:pt idx="4020">
                  <c:v>251.25</c:v>
                </c:pt>
                <c:pt idx="4021">
                  <c:v>250.85</c:v>
                </c:pt>
                <c:pt idx="4022">
                  <c:v>253.25</c:v>
                </c:pt>
                <c:pt idx="4023">
                  <c:v>255.25</c:v>
                </c:pt>
                <c:pt idx="4024">
                  <c:v>253.55</c:v>
                </c:pt>
                <c:pt idx="4025">
                  <c:v>247.9</c:v>
                </c:pt>
                <c:pt idx="4026">
                  <c:v>248.15</c:v>
                </c:pt>
                <c:pt idx="4027">
                  <c:v>248.45</c:v>
                </c:pt>
                <c:pt idx="4028">
                  <c:v>249.1</c:v>
                </c:pt>
                <c:pt idx="4029">
                  <c:v>257.05</c:v>
                </c:pt>
                <c:pt idx="4030">
                  <c:v>267.55</c:v>
                </c:pt>
                <c:pt idx="4031">
                  <c:v>287.05</c:v>
                </c:pt>
                <c:pt idx="4032">
                  <c:v>288.55</c:v>
                </c:pt>
                <c:pt idx="4033">
                  <c:v>291.8</c:v>
                </c:pt>
                <c:pt idx="4034">
                  <c:v>295.39999999999998</c:v>
                </c:pt>
                <c:pt idx="4035">
                  <c:v>296.7</c:v>
                </c:pt>
                <c:pt idx="4036">
                  <c:v>294.05</c:v>
                </c:pt>
                <c:pt idx="4037">
                  <c:v>296.7</c:v>
                </c:pt>
                <c:pt idx="4038">
                  <c:v>300.45</c:v>
                </c:pt>
                <c:pt idx="4039">
                  <c:v>299.5</c:v>
                </c:pt>
                <c:pt idx="4040">
                  <c:v>295.89999999999998</c:v>
                </c:pt>
                <c:pt idx="4041">
                  <c:v>302.2</c:v>
                </c:pt>
                <c:pt idx="4042">
                  <c:v>303.55</c:v>
                </c:pt>
                <c:pt idx="4043">
                  <c:v>309.8</c:v>
                </c:pt>
                <c:pt idx="4044">
                  <c:v>317.2</c:v>
                </c:pt>
                <c:pt idx="4045">
                  <c:v>299.14999999999998</c:v>
                </c:pt>
                <c:pt idx="4046">
                  <c:v>303.85000000000002</c:v>
                </c:pt>
                <c:pt idx="4047">
                  <c:v>324.3</c:v>
                </c:pt>
                <c:pt idx="4048">
                  <c:v>319.7</c:v>
                </c:pt>
                <c:pt idx="4049">
                  <c:v>317.75</c:v>
                </c:pt>
                <c:pt idx="4050">
                  <c:v>320.35000000000002</c:v>
                </c:pt>
                <c:pt idx="4051">
                  <c:v>312.3</c:v>
                </c:pt>
                <c:pt idx="4052">
                  <c:v>328.55</c:v>
                </c:pt>
                <c:pt idx="4053">
                  <c:v>323.7</c:v>
                </c:pt>
                <c:pt idx="4054">
                  <c:v>322.10000000000002</c:v>
                </c:pt>
                <c:pt idx="4055">
                  <c:v>331.15</c:v>
                </c:pt>
                <c:pt idx="4056">
                  <c:v>324.5</c:v>
                </c:pt>
                <c:pt idx="4057">
                  <c:v>332.85</c:v>
                </c:pt>
                <c:pt idx="4058">
                  <c:v>335.55</c:v>
                </c:pt>
                <c:pt idx="4059">
                  <c:v>357.45</c:v>
                </c:pt>
                <c:pt idx="4060">
                  <c:v>354.55</c:v>
                </c:pt>
                <c:pt idx="4061">
                  <c:v>353.65</c:v>
                </c:pt>
                <c:pt idx="4062">
                  <c:v>347.45</c:v>
                </c:pt>
                <c:pt idx="4063">
                  <c:v>358.6</c:v>
                </c:pt>
                <c:pt idx="4064">
                  <c:v>356.75</c:v>
                </c:pt>
                <c:pt idx="4065">
                  <c:v>347.6</c:v>
                </c:pt>
                <c:pt idx="4066">
                  <c:v>351.1</c:v>
                </c:pt>
                <c:pt idx="4067">
                  <c:v>346.95</c:v>
                </c:pt>
                <c:pt idx="4068">
                  <c:v>348.9</c:v>
                </c:pt>
                <c:pt idx="4069">
                  <c:v>328.75</c:v>
                </c:pt>
                <c:pt idx="4070">
                  <c:v>331.8</c:v>
                </c:pt>
                <c:pt idx="4071">
                  <c:v>329.3</c:v>
                </c:pt>
                <c:pt idx="4072">
                  <c:v>328.7</c:v>
                </c:pt>
                <c:pt idx="4073">
                  <c:v>328.05</c:v>
                </c:pt>
                <c:pt idx="4074">
                  <c:v>329.8</c:v>
                </c:pt>
                <c:pt idx="4075">
                  <c:v>330.6</c:v>
                </c:pt>
                <c:pt idx="4076">
                  <c:v>322.64999999999998</c:v>
                </c:pt>
                <c:pt idx="4077">
                  <c:v>326.39999999999998</c:v>
                </c:pt>
                <c:pt idx="4078">
                  <c:v>327.14999999999998</c:v>
                </c:pt>
                <c:pt idx="4079">
                  <c:v>329.05</c:v>
                </c:pt>
                <c:pt idx="4080">
                  <c:v>326.25</c:v>
                </c:pt>
                <c:pt idx="4081">
                  <c:v>322.64999999999998</c:v>
                </c:pt>
                <c:pt idx="4082">
                  <c:v>313.55</c:v>
                </c:pt>
                <c:pt idx="4083">
                  <c:v>317.7</c:v>
                </c:pt>
                <c:pt idx="4084">
                  <c:v>324.60000000000002</c:v>
                </c:pt>
                <c:pt idx="4085">
                  <c:v>325.2</c:v>
                </c:pt>
                <c:pt idx="4086">
                  <c:v>329.6</c:v>
                </c:pt>
                <c:pt idx="4087">
                  <c:v>322.35000000000002</c:v>
                </c:pt>
                <c:pt idx="4088">
                  <c:v>334.35</c:v>
                </c:pt>
                <c:pt idx="4089">
                  <c:v>332.15</c:v>
                </c:pt>
                <c:pt idx="4090">
                  <c:v>340.65</c:v>
                </c:pt>
                <c:pt idx="4091">
                  <c:v>338.55</c:v>
                </c:pt>
                <c:pt idx="4092">
                  <c:v>337.85</c:v>
                </c:pt>
                <c:pt idx="4093">
                  <c:v>342.6</c:v>
                </c:pt>
                <c:pt idx="4094">
                  <c:v>341.5</c:v>
                </c:pt>
                <c:pt idx="4095">
                  <c:v>342.05</c:v>
                </c:pt>
                <c:pt idx="4096">
                  <c:v>334.4</c:v>
                </c:pt>
                <c:pt idx="4097">
                  <c:v>323.10000000000002</c:v>
                </c:pt>
                <c:pt idx="4098">
                  <c:v>324.95</c:v>
                </c:pt>
                <c:pt idx="4099">
                  <c:v>330.25</c:v>
                </c:pt>
                <c:pt idx="4100">
                  <c:v>330.5</c:v>
                </c:pt>
                <c:pt idx="4101">
                  <c:v>325.45</c:v>
                </c:pt>
                <c:pt idx="4102">
                  <c:v>336.25</c:v>
                </c:pt>
                <c:pt idx="4103">
                  <c:v>334.05</c:v>
                </c:pt>
                <c:pt idx="4104">
                  <c:v>332.45</c:v>
                </c:pt>
                <c:pt idx="4105">
                  <c:v>333.95</c:v>
                </c:pt>
                <c:pt idx="4106">
                  <c:v>312.64999999999998</c:v>
                </c:pt>
                <c:pt idx="4107">
                  <c:v>310.5</c:v>
                </c:pt>
                <c:pt idx="4108">
                  <c:v>311.5</c:v>
                </c:pt>
                <c:pt idx="4109">
                  <c:v>313.60000000000002</c:v>
                </c:pt>
                <c:pt idx="4110">
                  <c:v>321.95</c:v>
                </c:pt>
                <c:pt idx="4111">
                  <c:v>328.1</c:v>
                </c:pt>
                <c:pt idx="4112">
                  <c:v>331.25</c:v>
                </c:pt>
                <c:pt idx="4113">
                  <c:v>333.65</c:v>
                </c:pt>
                <c:pt idx="4114">
                  <c:v>317.7</c:v>
                </c:pt>
                <c:pt idx="4115">
                  <c:v>318.35000000000002</c:v>
                </c:pt>
                <c:pt idx="4116">
                  <c:v>327</c:v>
                </c:pt>
                <c:pt idx="4117">
                  <c:v>342.3</c:v>
                </c:pt>
                <c:pt idx="4118">
                  <c:v>357.75</c:v>
                </c:pt>
                <c:pt idx="4119">
                  <c:v>359.3</c:v>
                </c:pt>
                <c:pt idx="4120">
                  <c:v>372.9</c:v>
                </c:pt>
                <c:pt idx="4121">
                  <c:v>365.65</c:v>
                </c:pt>
                <c:pt idx="4122">
                  <c:v>370.25</c:v>
                </c:pt>
                <c:pt idx="4123">
                  <c:v>368.45</c:v>
                </c:pt>
                <c:pt idx="4124">
                  <c:v>362.3</c:v>
                </c:pt>
                <c:pt idx="4125">
                  <c:v>365.45</c:v>
                </c:pt>
                <c:pt idx="4126">
                  <c:v>363.65</c:v>
                </c:pt>
                <c:pt idx="4127">
                  <c:v>367.8</c:v>
                </c:pt>
                <c:pt idx="4128">
                  <c:v>363.05</c:v>
                </c:pt>
                <c:pt idx="4129">
                  <c:v>349.85</c:v>
                </c:pt>
                <c:pt idx="4130">
                  <c:v>355.05</c:v>
                </c:pt>
                <c:pt idx="4131">
                  <c:v>364.85</c:v>
                </c:pt>
                <c:pt idx="4132">
                  <c:v>361.85</c:v>
                </c:pt>
                <c:pt idx="4133">
                  <c:v>358.05</c:v>
                </c:pt>
                <c:pt idx="4134">
                  <c:v>373.8</c:v>
                </c:pt>
                <c:pt idx="4135">
                  <c:v>381.7</c:v>
                </c:pt>
                <c:pt idx="4136">
                  <c:v>379.55</c:v>
                </c:pt>
                <c:pt idx="4137">
                  <c:v>375.35</c:v>
                </c:pt>
                <c:pt idx="4138">
                  <c:v>370.3</c:v>
                </c:pt>
                <c:pt idx="4139">
                  <c:v>368.35</c:v>
                </c:pt>
                <c:pt idx="4140">
                  <c:v>374.75</c:v>
                </c:pt>
                <c:pt idx="4141">
                  <c:v>379.15</c:v>
                </c:pt>
                <c:pt idx="4142">
                  <c:v>391.85</c:v>
                </c:pt>
                <c:pt idx="4143">
                  <c:v>387.2</c:v>
                </c:pt>
                <c:pt idx="4144">
                  <c:v>392.15</c:v>
                </c:pt>
                <c:pt idx="4145">
                  <c:v>388.15</c:v>
                </c:pt>
                <c:pt idx="4146">
                  <c:v>385.15</c:v>
                </c:pt>
                <c:pt idx="4147">
                  <c:v>379.95</c:v>
                </c:pt>
                <c:pt idx="4148">
                  <c:v>372.3</c:v>
                </c:pt>
                <c:pt idx="4149">
                  <c:v>369.45</c:v>
                </c:pt>
                <c:pt idx="4150">
                  <c:v>373.75</c:v>
                </c:pt>
                <c:pt idx="4151">
                  <c:v>377.75</c:v>
                </c:pt>
                <c:pt idx="4152">
                  <c:v>370.1</c:v>
                </c:pt>
                <c:pt idx="4153">
                  <c:v>374.6</c:v>
                </c:pt>
                <c:pt idx="4154">
                  <c:v>374.2</c:v>
                </c:pt>
                <c:pt idx="4155">
                  <c:v>385.75</c:v>
                </c:pt>
                <c:pt idx="4156">
                  <c:v>389.95</c:v>
                </c:pt>
                <c:pt idx="4157">
                  <c:v>403</c:v>
                </c:pt>
                <c:pt idx="4158">
                  <c:v>394.6</c:v>
                </c:pt>
                <c:pt idx="4159">
                  <c:v>373.3</c:v>
                </c:pt>
                <c:pt idx="4160">
                  <c:v>373.9</c:v>
                </c:pt>
                <c:pt idx="4161">
                  <c:v>366.4</c:v>
                </c:pt>
                <c:pt idx="4162">
                  <c:v>358.85</c:v>
                </c:pt>
                <c:pt idx="4163">
                  <c:v>361.65</c:v>
                </c:pt>
                <c:pt idx="4164">
                  <c:v>365.6</c:v>
                </c:pt>
                <c:pt idx="4165">
                  <c:v>369.8</c:v>
                </c:pt>
                <c:pt idx="4166">
                  <c:v>377.25</c:v>
                </c:pt>
                <c:pt idx="4167">
                  <c:v>372</c:v>
                </c:pt>
                <c:pt idx="4168">
                  <c:v>369.75</c:v>
                </c:pt>
                <c:pt idx="4169">
                  <c:v>367.95</c:v>
                </c:pt>
                <c:pt idx="4170">
                  <c:v>380.35</c:v>
                </c:pt>
                <c:pt idx="4171">
                  <c:v>368.8</c:v>
                </c:pt>
                <c:pt idx="4172">
                  <c:v>374.25</c:v>
                </c:pt>
                <c:pt idx="4173">
                  <c:v>382.85</c:v>
                </c:pt>
                <c:pt idx="4174">
                  <c:v>391.15</c:v>
                </c:pt>
                <c:pt idx="4175">
                  <c:v>390.7</c:v>
                </c:pt>
                <c:pt idx="4176">
                  <c:v>389.85</c:v>
                </c:pt>
                <c:pt idx="4177">
                  <c:v>406.55</c:v>
                </c:pt>
                <c:pt idx="4178">
                  <c:v>418.4</c:v>
                </c:pt>
                <c:pt idx="4179">
                  <c:v>413.8</c:v>
                </c:pt>
                <c:pt idx="4180">
                  <c:v>412.3</c:v>
                </c:pt>
                <c:pt idx="4181">
                  <c:v>410.8</c:v>
                </c:pt>
                <c:pt idx="4182">
                  <c:v>424.95</c:v>
                </c:pt>
                <c:pt idx="4183">
                  <c:v>426</c:v>
                </c:pt>
                <c:pt idx="4184">
                  <c:v>428.55</c:v>
                </c:pt>
                <c:pt idx="4185">
                  <c:v>427.2</c:v>
                </c:pt>
                <c:pt idx="4186">
                  <c:v>426.05</c:v>
                </c:pt>
                <c:pt idx="4187">
                  <c:v>415.25</c:v>
                </c:pt>
                <c:pt idx="4188">
                  <c:v>398.6</c:v>
                </c:pt>
                <c:pt idx="4189">
                  <c:v>397.15</c:v>
                </c:pt>
                <c:pt idx="4190">
                  <c:v>405.45</c:v>
                </c:pt>
                <c:pt idx="4191">
                  <c:v>404.7</c:v>
                </c:pt>
                <c:pt idx="4192">
                  <c:v>417.7</c:v>
                </c:pt>
                <c:pt idx="4193">
                  <c:v>413.35</c:v>
                </c:pt>
                <c:pt idx="4194">
                  <c:v>403.3</c:v>
                </c:pt>
                <c:pt idx="4195">
                  <c:v>403.1</c:v>
                </c:pt>
                <c:pt idx="4196">
                  <c:v>412.6</c:v>
                </c:pt>
                <c:pt idx="4197">
                  <c:v>408.65</c:v>
                </c:pt>
                <c:pt idx="4198">
                  <c:v>399.35</c:v>
                </c:pt>
                <c:pt idx="4199">
                  <c:v>437</c:v>
                </c:pt>
                <c:pt idx="4200">
                  <c:v>426.5</c:v>
                </c:pt>
                <c:pt idx="4201">
                  <c:v>393.05</c:v>
                </c:pt>
                <c:pt idx="4202">
                  <c:v>392.75</c:v>
                </c:pt>
                <c:pt idx="4203">
                  <c:v>392.75</c:v>
                </c:pt>
                <c:pt idx="4204">
                  <c:v>385.1</c:v>
                </c:pt>
                <c:pt idx="4205">
                  <c:v>371.45</c:v>
                </c:pt>
                <c:pt idx="4206">
                  <c:v>378.05</c:v>
                </c:pt>
                <c:pt idx="4207">
                  <c:v>392.7</c:v>
                </c:pt>
                <c:pt idx="4208">
                  <c:v>398.15</c:v>
                </c:pt>
                <c:pt idx="4209">
                  <c:v>408.75</c:v>
                </c:pt>
                <c:pt idx="4210">
                  <c:v>406.6</c:v>
                </c:pt>
                <c:pt idx="4211">
                  <c:v>408.95</c:v>
                </c:pt>
                <c:pt idx="4212">
                  <c:v>415.05</c:v>
                </c:pt>
                <c:pt idx="4213">
                  <c:v>409.6</c:v>
                </c:pt>
                <c:pt idx="4214">
                  <c:v>406.4</c:v>
                </c:pt>
                <c:pt idx="4215">
                  <c:v>413.5</c:v>
                </c:pt>
                <c:pt idx="4216">
                  <c:v>418.45</c:v>
                </c:pt>
                <c:pt idx="4217">
                  <c:v>411.9</c:v>
                </c:pt>
                <c:pt idx="4218">
                  <c:v>431.3</c:v>
                </c:pt>
                <c:pt idx="4219">
                  <c:v>430.55</c:v>
                </c:pt>
                <c:pt idx="4220">
                  <c:v>424.2</c:v>
                </c:pt>
                <c:pt idx="4221">
                  <c:v>421.1</c:v>
                </c:pt>
                <c:pt idx="4222">
                  <c:v>417.75</c:v>
                </c:pt>
                <c:pt idx="4223">
                  <c:v>419.3</c:v>
                </c:pt>
                <c:pt idx="4224">
                  <c:v>414.05</c:v>
                </c:pt>
                <c:pt idx="4225">
                  <c:v>410.35</c:v>
                </c:pt>
                <c:pt idx="4226">
                  <c:v>403.5</c:v>
                </c:pt>
                <c:pt idx="4227">
                  <c:v>404.5</c:v>
                </c:pt>
                <c:pt idx="4228">
                  <c:v>392.2</c:v>
                </c:pt>
                <c:pt idx="4229">
                  <c:v>390.85</c:v>
                </c:pt>
                <c:pt idx="4230">
                  <c:v>380.1</c:v>
                </c:pt>
                <c:pt idx="4231">
                  <c:v>392.4</c:v>
                </c:pt>
                <c:pt idx="4232">
                  <c:v>388.45</c:v>
                </c:pt>
                <c:pt idx="4233">
                  <c:v>392.35</c:v>
                </c:pt>
                <c:pt idx="4234">
                  <c:v>391.25</c:v>
                </c:pt>
                <c:pt idx="4235">
                  <c:v>406.75</c:v>
                </c:pt>
                <c:pt idx="4236">
                  <c:v>403.3</c:v>
                </c:pt>
                <c:pt idx="4237">
                  <c:v>405.45</c:v>
                </c:pt>
                <c:pt idx="4238">
                  <c:v>419.3</c:v>
                </c:pt>
                <c:pt idx="4239">
                  <c:v>419.55</c:v>
                </c:pt>
                <c:pt idx="4240">
                  <c:v>422</c:v>
                </c:pt>
                <c:pt idx="4241">
                  <c:v>431.9</c:v>
                </c:pt>
                <c:pt idx="4242">
                  <c:v>448.25</c:v>
                </c:pt>
                <c:pt idx="4243">
                  <c:v>447.55</c:v>
                </c:pt>
                <c:pt idx="4244">
                  <c:v>446.35</c:v>
                </c:pt>
                <c:pt idx="4245">
                  <c:v>458.45</c:v>
                </c:pt>
                <c:pt idx="4246">
                  <c:v>454.25</c:v>
                </c:pt>
                <c:pt idx="4247">
                  <c:v>468.35</c:v>
                </c:pt>
                <c:pt idx="4248">
                  <c:v>467.15</c:v>
                </c:pt>
                <c:pt idx="4249">
                  <c:v>454.5</c:v>
                </c:pt>
                <c:pt idx="4250">
                  <c:v>461.8</c:v>
                </c:pt>
                <c:pt idx="4251">
                  <c:v>464.25</c:v>
                </c:pt>
                <c:pt idx="4252">
                  <c:v>469.5</c:v>
                </c:pt>
                <c:pt idx="4253">
                  <c:v>469.3</c:v>
                </c:pt>
                <c:pt idx="4254">
                  <c:v>462.05</c:v>
                </c:pt>
                <c:pt idx="4255">
                  <c:v>463.05</c:v>
                </c:pt>
                <c:pt idx="4256">
                  <c:v>474.6</c:v>
                </c:pt>
                <c:pt idx="4257">
                  <c:v>476.95</c:v>
                </c:pt>
                <c:pt idx="4258">
                  <c:v>472.8</c:v>
                </c:pt>
                <c:pt idx="4259">
                  <c:v>473.4</c:v>
                </c:pt>
                <c:pt idx="4260">
                  <c:v>472.8</c:v>
                </c:pt>
                <c:pt idx="4261">
                  <c:v>470.65</c:v>
                </c:pt>
                <c:pt idx="4262">
                  <c:v>459.85</c:v>
                </c:pt>
                <c:pt idx="4263">
                  <c:v>468.2</c:v>
                </c:pt>
                <c:pt idx="4264">
                  <c:v>472.6</c:v>
                </c:pt>
                <c:pt idx="4265">
                  <c:v>472.4</c:v>
                </c:pt>
                <c:pt idx="4266">
                  <c:v>460.1</c:v>
                </c:pt>
                <c:pt idx="4267">
                  <c:v>469.95</c:v>
                </c:pt>
                <c:pt idx="4268">
                  <c:v>468.2</c:v>
                </c:pt>
                <c:pt idx="4269">
                  <c:v>487.05</c:v>
                </c:pt>
                <c:pt idx="4270">
                  <c:v>490.95</c:v>
                </c:pt>
                <c:pt idx="4271">
                  <c:v>484.05</c:v>
                </c:pt>
                <c:pt idx="4272">
                  <c:v>485.75</c:v>
                </c:pt>
                <c:pt idx="4273">
                  <c:v>480.6</c:v>
                </c:pt>
                <c:pt idx="4274">
                  <c:v>482.7</c:v>
                </c:pt>
                <c:pt idx="4275">
                  <c:v>500.35</c:v>
                </c:pt>
                <c:pt idx="4276">
                  <c:v>494.65</c:v>
                </c:pt>
                <c:pt idx="4277">
                  <c:v>495.1</c:v>
                </c:pt>
                <c:pt idx="4278">
                  <c:v>492.7</c:v>
                </c:pt>
                <c:pt idx="4279">
                  <c:v>482</c:v>
                </c:pt>
                <c:pt idx="4280">
                  <c:v>472.45</c:v>
                </c:pt>
                <c:pt idx="4281">
                  <c:v>469.45</c:v>
                </c:pt>
                <c:pt idx="4282">
                  <c:v>467.75</c:v>
                </c:pt>
                <c:pt idx="4283">
                  <c:v>472.55</c:v>
                </c:pt>
                <c:pt idx="4284">
                  <c:v>479.05</c:v>
                </c:pt>
                <c:pt idx="4285">
                  <c:v>499.65</c:v>
                </c:pt>
                <c:pt idx="4286">
                  <c:v>502.2</c:v>
                </c:pt>
                <c:pt idx="4287">
                  <c:v>496.65</c:v>
                </c:pt>
                <c:pt idx="4288">
                  <c:v>496.4</c:v>
                </c:pt>
                <c:pt idx="4289">
                  <c:v>488.1</c:v>
                </c:pt>
                <c:pt idx="4290">
                  <c:v>495.5</c:v>
                </c:pt>
                <c:pt idx="4291">
                  <c:v>493.2</c:v>
                </c:pt>
                <c:pt idx="4292">
                  <c:v>476.5</c:v>
                </c:pt>
                <c:pt idx="4293">
                  <c:v>480.2</c:v>
                </c:pt>
                <c:pt idx="4294">
                  <c:v>484.4</c:v>
                </c:pt>
                <c:pt idx="4295">
                  <c:v>477.5</c:v>
                </c:pt>
                <c:pt idx="4296">
                  <c:v>482.7</c:v>
                </c:pt>
                <c:pt idx="4297">
                  <c:v>485.85</c:v>
                </c:pt>
                <c:pt idx="4298">
                  <c:v>493.3</c:v>
                </c:pt>
                <c:pt idx="4299">
                  <c:v>501.65</c:v>
                </c:pt>
                <c:pt idx="4300">
                  <c:v>493.2</c:v>
                </c:pt>
                <c:pt idx="4301">
                  <c:v>495.35</c:v>
                </c:pt>
                <c:pt idx="4302">
                  <c:v>488.1</c:v>
                </c:pt>
                <c:pt idx="4303">
                  <c:v>477.4</c:v>
                </c:pt>
                <c:pt idx="4304">
                  <c:v>463.55</c:v>
                </c:pt>
                <c:pt idx="4305">
                  <c:v>462.4</c:v>
                </c:pt>
                <c:pt idx="4306">
                  <c:v>449.9</c:v>
                </c:pt>
                <c:pt idx="4307">
                  <c:v>450.75</c:v>
                </c:pt>
                <c:pt idx="4308">
                  <c:v>454.4</c:v>
                </c:pt>
                <c:pt idx="4309">
                  <c:v>450.85</c:v>
                </c:pt>
                <c:pt idx="4310">
                  <c:v>450.7</c:v>
                </c:pt>
                <c:pt idx="4311">
                  <c:v>454.65</c:v>
                </c:pt>
                <c:pt idx="4312">
                  <c:v>453.8</c:v>
                </c:pt>
                <c:pt idx="4313">
                  <c:v>445.85</c:v>
                </c:pt>
                <c:pt idx="4314">
                  <c:v>449.25</c:v>
                </c:pt>
                <c:pt idx="4315">
                  <c:v>445.05</c:v>
                </c:pt>
                <c:pt idx="4316">
                  <c:v>440.8</c:v>
                </c:pt>
                <c:pt idx="4317">
                  <c:v>442.45</c:v>
                </c:pt>
                <c:pt idx="4318">
                  <c:v>433.6</c:v>
                </c:pt>
                <c:pt idx="4319">
                  <c:v>431.9</c:v>
                </c:pt>
                <c:pt idx="4320">
                  <c:v>433.5</c:v>
                </c:pt>
                <c:pt idx="4321">
                  <c:v>437.45</c:v>
                </c:pt>
                <c:pt idx="4322">
                  <c:v>441.15</c:v>
                </c:pt>
                <c:pt idx="4323">
                  <c:v>436.7</c:v>
                </c:pt>
                <c:pt idx="4324">
                  <c:v>456.05</c:v>
                </c:pt>
                <c:pt idx="4325">
                  <c:v>456.55</c:v>
                </c:pt>
                <c:pt idx="4326">
                  <c:v>493.9</c:v>
                </c:pt>
                <c:pt idx="4327">
                  <c:v>486.25</c:v>
                </c:pt>
                <c:pt idx="4328">
                  <c:v>489.5</c:v>
                </c:pt>
                <c:pt idx="4329">
                  <c:v>486.4</c:v>
                </c:pt>
                <c:pt idx="4330">
                  <c:v>490.4</c:v>
                </c:pt>
                <c:pt idx="4331">
                  <c:v>483.35</c:v>
                </c:pt>
                <c:pt idx="4332">
                  <c:v>484.7</c:v>
                </c:pt>
                <c:pt idx="4333">
                  <c:v>511.75</c:v>
                </c:pt>
                <c:pt idx="4334">
                  <c:v>507.7</c:v>
                </c:pt>
                <c:pt idx="4335">
                  <c:v>511.85</c:v>
                </c:pt>
                <c:pt idx="4336">
                  <c:v>504.7</c:v>
                </c:pt>
                <c:pt idx="4337">
                  <c:v>497.15</c:v>
                </c:pt>
                <c:pt idx="4338">
                  <c:v>491.95</c:v>
                </c:pt>
                <c:pt idx="4339">
                  <c:v>491.3</c:v>
                </c:pt>
                <c:pt idx="4340">
                  <c:v>490.3</c:v>
                </c:pt>
                <c:pt idx="4341">
                  <c:v>490.85</c:v>
                </c:pt>
                <c:pt idx="4342">
                  <c:v>499</c:v>
                </c:pt>
                <c:pt idx="4343">
                  <c:v>507.05</c:v>
                </c:pt>
                <c:pt idx="4344">
                  <c:v>508.4</c:v>
                </c:pt>
                <c:pt idx="4345">
                  <c:v>508.6</c:v>
                </c:pt>
                <c:pt idx="4346">
                  <c:v>502.65</c:v>
                </c:pt>
                <c:pt idx="4347">
                  <c:v>502.55</c:v>
                </c:pt>
                <c:pt idx="4348">
                  <c:v>501.95</c:v>
                </c:pt>
                <c:pt idx="4349">
                  <c:v>519.54999999999995</c:v>
                </c:pt>
                <c:pt idx="4350">
                  <c:v>522.35</c:v>
                </c:pt>
                <c:pt idx="4351">
                  <c:v>517.65</c:v>
                </c:pt>
                <c:pt idx="4352">
                  <c:v>515</c:v>
                </c:pt>
                <c:pt idx="4353">
                  <c:v>507.25</c:v>
                </c:pt>
                <c:pt idx="4354">
                  <c:v>510.9</c:v>
                </c:pt>
                <c:pt idx="4355">
                  <c:v>520.6</c:v>
                </c:pt>
                <c:pt idx="4356">
                  <c:v>535.04999999999995</c:v>
                </c:pt>
                <c:pt idx="4357">
                  <c:v>545.75</c:v>
                </c:pt>
                <c:pt idx="4358">
                  <c:v>550.6</c:v>
                </c:pt>
                <c:pt idx="4359">
                  <c:v>547.54999999999995</c:v>
                </c:pt>
                <c:pt idx="4360">
                  <c:v>549.95000000000005</c:v>
                </c:pt>
                <c:pt idx="4361">
                  <c:v>554.65</c:v>
                </c:pt>
                <c:pt idx="4362">
                  <c:v>553.35</c:v>
                </c:pt>
                <c:pt idx="4363">
                  <c:v>559.35</c:v>
                </c:pt>
                <c:pt idx="4364">
                  <c:v>556.85</c:v>
                </c:pt>
                <c:pt idx="4365">
                  <c:v>559.1</c:v>
                </c:pt>
                <c:pt idx="4366">
                  <c:v>563.95000000000005</c:v>
                </c:pt>
                <c:pt idx="4367">
                  <c:v>558.4</c:v>
                </c:pt>
                <c:pt idx="4368">
                  <c:v>559.79999999999995</c:v>
                </c:pt>
                <c:pt idx="4369">
                  <c:v>563.29999999999995</c:v>
                </c:pt>
                <c:pt idx="4370">
                  <c:v>571.20000000000005</c:v>
                </c:pt>
                <c:pt idx="4371">
                  <c:v>557.20000000000005</c:v>
                </c:pt>
                <c:pt idx="4372">
                  <c:v>553.25</c:v>
                </c:pt>
                <c:pt idx="4373">
                  <c:v>548.5</c:v>
                </c:pt>
                <c:pt idx="4374">
                  <c:v>552.95000000000005</c:v>
                </c:pt>
                <c:pt idx="4375">
                  <c:v>565.75</c:v>
                </c:pt>
                <c:pt idx="4376">
                  <c:v>561.25</c:v>
                </c:pt>
                <c:pt idx="4377">
                  <c:v>551.9</c:v>
                </c:pt>
                <c:pt idx="4378">
                  <c:v>567.1</c:v>
                </c:pt>
                <c:pt idx="4379">
                  <c:v>572.4</c:v>
                </c:pt>
                <c:pt idx="4380">
                  <c:v>569.25</c:v>
                </c:pt>
                <c:pt idx="4381">
                  <c:v>559.29999999999995</c:v>
                </c:pt>
                <c:pt idx="4382">
                  <c:v>575.85</c:v>
                </c:pt>
                <c:pt idx="4383">
                  <c:v>600.04999999999995</c:v>
                </c:pt>
                <c:pt idx="4384">
                  <c:v>616.45000000000005</c:v>
                </c:pt>
                <c:pt idx="4385">
                  <c:v>605.04999999999995</c:v>
                </c:pt>
                <c:pt idx="4386">
                  <c:v>604.35</c:v>
                </c:pt>
                <c:pt idx="4387">
                  <c:v>596.75</c:v>
                </c:pt>
                <c:pt idx="4388">
                  <c:v>623.75</c:v>
                </c:pt>
                <c:pt idx="4389">
                  <c:v>631.20000000000005</c:v>
                </c:pt>
                <c:pt idx="4390">
                  <c:v>625.4</c:v>
                </c:pt>
                <c:pt idx="4391">
                  <c:v>625.65</c:v>
                </c:pt>
                <c:pt idx="4392">
                  <c:v>621.54999999999995</c:v>
                </c:pt>
                <c:pt idx="4393">
                  <c:v>619.6</c:v>
                </c:pt>
                <c:pt idx="4394">
                  <c:v>634.6</c:v>
                </c:pt>
                <c:pt idx="4395">
                  <c:v>639</c:v>
                </c:pt>
                <c:pt idx="4396">
                  <c:v>635.85</c:v>
                </c:pt>
                <c:pt idx="4397">
                  <c:v>630.20000000000005</c:v>
                </c:pt>
                <c:pt idx="4398">
                  <c:v>638.65</c:v>
                </c:pt>
                <c:pt idx="4399">
                  <c:v>638.04999999999995</c:v>
                </c:pt>
                <c:pt idx="4400">
                  <c:v>651.20000000000005</c:v>
                </c:pt>
                <c:pt idx="4401">
                  <c:v>646.54999999999995</c:v>
                </c:pt>
                <c:pt idx="4402">
                  <c:v>652.1</c:v>
                </c:pt>
                <c:pt idx="4403">
                  <c:v>653</c:v>
                </c:pt>
                <c:pt idx="4404">
                  <c:v>652.79999999999995</c:v>
                </c:pt>
                <c:pt idx="4405">
                  <c:v>655.4</c:v>
                </c:pt>
                <c:pt idx="4406">
                  <c:v>662.6</c:v>
                </c:pt>
                <c:pt idx="4407">
                  <c:v>682.9</c:v>
                </c:pt>
                <c:pt idx="4408">
                  <c:v>679.65</c:v>
                </c:pt>
                <c:pt idx="4409">
                  <c:v>677.7</c:v>
                </c:pt>
                <c:pt idx="4410">
                  <c:v>678.95</c:v>
                </c:pt>
                <c:pt idx="4411">
                  <c:v>672.9</c:v>
                </c:pt>
                <c:pt idx="4412">
                  <c:v>676.4</c:v>
                </c:pt>
                <c:pt idx="4413">
                  <c:v>687.65</c:v>
                </c:pt>
                <c:pt idx="4414">
                  <c:v>687.1</c:v>
                </c:pt>
                <c:pt idx="4415">
                  <c:v>654</c:v>
                </c:pt>
                <c:pt idx="4416">
                  <c:v>639.75</c:v>
                </c:pt>
                <c:pt idx="4417">
                  <c:v>654.1</c:v>
                </c:pt>
                <c:pt idx="4418">
                  <c:v>649.35</c:v>
                </c:pt>
                <c:pt idx="4419">
                  <c:v>649.70000000000005</c:v>
                </c:pt>
                <c:pt idx="4420">
                  <c:v>652.54999999999995</c:v>
                </c:pt>
                <c:pt idx="4421">
                  <c:v>660.8</c:v>
                </c:pt>
                <c:pt idx="4422">
                  <c:v>659</c:v>
                </c:pt>
                <c:pt idx="4423">
                  <c:v>661</c:v>
                </c:pt>
                <c:pt idx="4424">
                  <c:v>691.45</c:v>
                </c:pt>
                <c:pt idx="4425">
                  <c:v>697.25</c:v>
                </c:pt>
                <c:pt idx="4426">
                  <c:v>690.8</c:v>
                </c:pt>
                <c:pt idx="4427">
                  <c:v>682.3</c:v>
                </c:pt>
                <c:pt idx="4428">
                  <c:v>691.6</c:v>
                </c:pt>
                <c:pt idx="4429">
                  <c:v>710.85</c:v>
                </c:pt>
                <c:pt idx="4430">
                  <c:v>714.95</c:v>
                </c:pt>
                <c:pt idx="4431">
                  <c:v>712.5</c:v>
                </c:pt>
                <c:pt idx="4432">
                  <c:v>709.6</c:v>
                </c:pt>
                <c:pt idx="4433">
                  <c:v>705.5</c:v>
                </c:pt>
                <c:pt idx="4434">
                  <c:v>712</c:v>
                </c:pt>
                <c:pt idx="4435">
                  <c:v>719.3</c:v>
                </c:pt>
                <c:pt idx="4436">
                  <c:v>717.6</c:v>
                </c:pt>
                <c:pt idx="4437">
                  <c:v>729.2</c:v>
                </c:pt>
                <c:pt idx="4438">
                  <c:v>726.8</c:v>
                </c:pt>
                <c:pt idx="4439">
                  <c:v>718.25</c:v>
                </c:pt>
                <c:pt idx="4440">
                  <c:v>703.8</c:v>
                </c:pt>
                <c:pt idx="4441">
                  <c:v>707.3</c:v>
                </c:pt>
                <c:pt idx="4442">
                  <c:v>706.1</c:v>
                </c:pt>
                <c:pt idx="4443">
                  <c:v>708.9</c:v>
                </c:pt>
                <c:pt idx="4444">
                  <c:v>706.8</c:v>
                </c:pt>
                <c:pt idx="4445">
                  <c:v>693.2</c:v>
                </c:pt>
                <c:pt idx="4446">
                  <c:v>693.15</c:v>
                </c:pt>
                <c:pt idx="4447">
                  <c:v>703.4</c:v>
                </c:pt>
                <c:pt idx="4448">
                  <c:v>702.25</c:v>
                </c:pt>
                <c:pt idx="4449">
                  <c:v>691.05</c:v>
                </c:pt>
                <c:pt idx="4450">
                  <c:v>685.5</c:v>
                </c:pt>
                <c:pt idx="4451">
                  <c:v>677.75</c:v>
                </c:pt>
                <c:pt idx="4452">
                  <c:v>686.35</c:v>
                </c:pt>
                <c:pt idx="4453">
                  <c:v>701.2</c:v>
                </c:pt>
                <c:pt idx="4454">
                  <c:v>702.15</c:v>
                </c:pt>
                <c:pt idx="4455">
                  <c:v>711.35</c:v>
                </c:pt>
                <c:pt idx="4456">
                  <c:v>711.05</c:v>
                </c:pt>
                <c:pt idx="4457">
                  <c:v>712.7</c:v>
                </c:pt>
                <c:pt idx="4458">
                  <c:v>708.45</c:v>
                </c:pt>
                <c:pt idx="4459">
                  <c:v>702.55</c:v>
                </c:pt>
                <c:pt idx="4460">
                  <c:v>703.85</c:v>
                </c:pt>
                <c:pt idx="4461">
                  <c:v>709.3</c:v>
                </c:pt>
                <c:pt idx="4462">
                  <c:v>694.15</c:v>
                </c:pt>
                <c:pt idx="4463">
                  <c:v>680.9</c:v>
                </c:pt>
                <c:pt idx="4464">
                  <c:v>687.8</c:v>
                </c:pt>
                <c:pt idx="4465">
                  <c:v>675.7</c:v>
                </c:pt>
                <c:pt idx="4466">
                  <c:v>667.6</c:v>
                </c:pt>
                <c:pt idx="4467">
                  <c:v>688</c:v>
                </c:pt>
                <c:pt idx="4468">
                  <c:v>697.8</c:v>
                </c:pt>
                <c:pt idx="4469">
                  <c:v>699.55</c:v>
                </c:pt>
                <c:pt idx="4470">
                  <c:v>689.85</c:v>
                </c:pt>
                <c:pt idx="4471">
                  <c:v>680.85</c:v>
                </c:pt>
                <c:pt idx="4472">
                  <c:v>685.75</c:v>
                </c:pt>
                <c:pt idx="4473">
                  <c:v>694.7</c:v>
                </c:pt>
                <c:pt idx="4474">
                  <c:v>704.7</c:v>
                </c:pt>
                <c:pt idx="4475">
                  <c:v>710.2</c:v>
                </c:pt>
                <c:pt idx="4476">
                  <c:v>702.8</c:v>
                </c:pt>
                <c:pt idx="4477">
                  <c:v>714.6</c:v>
                </c:pt>
                <c:pt idx="4478">
                  <c:v>711.2</c:v>
                </c:pt>
                <c:pt idx="4479">
                  <c:v>721.65</c:v>
                </c:pt>
                <c:pt idx="4480">
                  <c:v>723.45</c:v>
                </c:pt>
                <c:pt idx="4481">
                  <c:v>736.25</c:v>
                </c:pt>
                <c:pt idx="4482">
                  <c:v>732.4</c:v>
                </c:pt>
                <c:pt idx="4483">
                  <c:v>722.2</c:v>
                </c:pt>
                <c:pt idx="4484">
                  <c:v>729.3</c:v>
                </c:pt>
                <c:pt idx="4485">
                  <c:v>734.95</c:v>
                </c:pt>
                <c:pt idx="4486">
                  <c:v>760.25</c:v>
                </c:pt>
                <c:pt idx="4487">
                  <c:v>770.7</c:v>
                </c:pt>
                <c:pt idx="4488">
                  <c:v>768.75</c:v>
                </c:pt>
                <c:pt idx="4489">
                  <c:v>772.3</c:v>
                </c:pt>
                <c:pt idx="4490">
                  <c:v>772.85</c:v>
                </c:pt>
                <c:pt idx="4491">
                  <c:v>770.95</c:v>
                </c:pt>
                <c:pt idx="4492">
                  <c:v>770.25</c:v>
                </c:pt>
                <c:pt idx="4493">
                  <c:v>783.5</c:v>
                </c:pt>
                <c:pt idx="4494">
                  <c:v>765.75</c:v>
                </c:pt>
                <c:pt idx="4495">
                  <c:v>774</c:v>
                </c:pt>
                <c:pt idx="4496">
                  <c:v>751.75</c:v>
                </c:pt>
                <c:pt idx="4497">
                  <c:v>753</c:v>
                </c:pt>
                <c:pt idx="4498">
                  <c:v>752.2</c:v>
                </c:pt>
                <c:pt idx="4499">
                  <c:v>779.75</c:v>
                </c:pt>
                <c:pt idx="4500">
                  <c:v>762.1</c:v>
                </c:pt>
                <c:pt idx="4501">
                  <c:v>769.15</c:v>
                </c:pt>
                <c:pt idx="4502">
                  <c:v>783.15</c:v>
                </c:pt>
                <c:pt idx="4503">
                  <c:v>775.85</c:v>
                </c:pt>
                <c:pt idx="4504">
                  <c:v>705.05</c:v>
                </c:pt>
                <c:pt idx="4505">
                  <c:v>696.75</c:v>
                </c:pt>
                <c:pt idx="4506">
                  <c:v>670.45</c:v>
                </c:pt>
                <c:pt idx="4507">
                  <c:v>664.05</c:v>
                </c:pt>
                <c:pt idx="4508">
                  <c:v>664.5</c:v>
                </c:pt>
                <c:pt idx="4509">
                  <c:v>661.8</c:v>
                </c:pt>
                <c:pt idx="4510">
                  <c:v>671.45</c:v>
                </c:pt>
                <c:pt idx="4511">
                  <c:v>685.3</c:v>
                </c:pt>
                <c:pt idx="4512">
                  <c:v>713.1</c:v>
                </c:pt>
                <c:pt idx="4513">
                  <c:v>708</c:v>
                </c:pt>
                <c:pt idx="4514">
                  <c:v>700.55</c:v>
                </c:pt>
                <c:pt idx="4515">
                  <c:v>689.75</c:v>
                </c:pt>
                <c:pt idx="4516">
                  <c:v>648.85</c:v>
                </c:pt>
                <c:pt idx="4517">
                  <c:v>651.29999999999995</c:v>
                </c:pt>
                <c:pt idx="4518">
                  <c:v>640.95000000000005</c:v>
                </c:pt>
                <c:pt idx="4519">
                  <c:v>637.54999999999995</c:v>
                </c:pt>
                <c:pt idx="4520">
                  <c:v>677.75</c:v>
                </c:pt>
                <c:pt idx="4521">
                  <c:v>680.2</c:v>
                </c:pt>
                <c:pt idx="4522">
                  <c:v>671.75</c:v>
                </c:pt>
                <c:pt idx="4523">
                  <c:v>671.6</c:v>
                </c:pt>
                <c:pt idx="4524">
                  <c:v>675.05</c:v>
                </c:pt>
                <c:pt idx="4525">
                  <c:v>655.9</c:v>
                </c:pt>
                <c:pt idx="4526">
                  <c:v>659.75</c:v>
                </c:pt>
                <c:pt idx="4527">
                  <c:v>647.70000000000005</c:v>
                </c:pt>
                <c:pt idx="4528">
                  <c:v>635.9</c:v>
                </c:pt>
                <c:pt idx="4529">
                  <c:v>606.75</c:v>
                </c:pt>
                <c:pt idx="4530">
                  <c:v>622.9</c:v>
                </c:pt>
                <c:pt idx="4531">
                  <c:v>628.85</c:v>
                </c:pt>
                <c:pt idx="4532">
                  <c:v>620.54999999999995</c:v>
                </c:pt>
                <c:pt idx="4533">
                  <c:v>611.75</c:v>
                </c:pt>
                <c:pt idx="4534">
                  <c:v>600.20000000000005</c:v>
                </c:pt>
                <c:pt idx="4535">
                  <c:v>574.95000000000005</c:v>
                </c:pt>
                <c:pt idx="4536">
                  <c:v>593</c:v>
                </c:pt>
                <c:pt idx="4537">
                  <c:v>582.25</c:v>
                </c:pt>
                <c:pt idx="4538">
                  <c:v>580.9</c:v>
                </c:pt>
                <c:pt idx="4539">
                  <c:v>566.5</c:v>
                </c:pt>
                <c:pt idx="4540">
                  <c:v>581.54999999999995</c:v>
                </c:pt>
                <c:pt idx="4541">
                  <c:v>590</c:v>
                </c:pt>
                <c:pt idx="4542">
                  <c:v>571.04999999999995</c:v>
                </c:pt>
                <c:pt idx="4543">
                  <c:v>578.79999999999995</c:v>
                </c:pt>
                <c:pt idx="4544">
                  <c:v>579.70000000000005</c:v>
                </c:pt>
                <c:pt idx="4545">
                  <c:v>560.54999999999995</c:v>
                </c:pt>
                <c:pt idx="4546">
                  <c:v>580.45000000000005</c:v>
                </c:pt>
                <c:pt idx="4547">
                  <c:v>587.20000000000005</c:v>
                </c:pt>
                <c:pt idx="4548">
                  <c:v>586.15</c:v>
                </c:pt>
                <c:pt idx="4549">
                  <c:v>601.9</c:v>
                </c:pt>
                <c:pt idx="4550">
                  <c:v>608.04999999999995</c:v>
                </c:pt>
                <c:pt idx="4551">
                  <c:v>598.4</c:v>
                </c:pt>
                <c:pt idx="4552">
                  <c:v>594.04999999999995</c:v>
                </c:pt>
                <c:pt idx="4553">
                  <c:v>591.6</c:v>
                </c:pt>
                <c:pt idx="4554">
                  <c:v>596.04999999999995</c:v>
                </c:pt>
                <c:pt idx="4555">
                  <c:v>601.6</c:v>
                </c:pt>
                <c:pt idx="4556">
                  <c:v>621.95000000000005</c:v>
                </c:pt>
                <c:pt idx="4557">
                  <c:v>606.20000000000005</c:v>
                </c:pt>
                <c:pt idx="4558">
                  <c:v>606.6</c:v>
                </c:pt>
                <c:pt idx="4559">
                  <c:v>597.54999999999995</c:v>
                </c:pt>
                <c:pt idx="4560">
                  <c:v>586.20000000000005</c:v>
                </c:pt>
                <c:pt idx="4561">
                  <c:v>578.20000000000005</c:v>
                </c:pt>
                <c:pt idx="4562">
                  <c:v>589.79999999999995</c:v>
                </c:pt>
                <c:pt idx="4563">
                  <c:v>594.95000000000005</c:v>
                </c:pt>
                <c:pt idx="4564">
                  <c:v>574.5</c:v>
                </c:pt>
                <c:pt idx="4565">
                  <c:v>585.45000000000005</c:v>
                </c:pt>
                <c:pt idx="4566">
                  <c:v>580.75</c:v>
                </c:pt>
                <c:pt idx="4567">
                  <c:v>596.45000000000005</c:v>
                </c:pt>
                <c:pt idx="4568">
                  <c:v>596.35</c:v>
                </c:pt>
                <c:pt idx="4569">
                  <c:v>603.15</c:v>
                </c:pt>
                <c:pt idx="4570">
                  <c:v>594.15</c:v>
                </c:pt>
                <c:pt idx="4571">
                  <c:v>607.25</c:v>
                </c:pt>
                <c:pt idx="4572">
                  <c:v>610.35</c:v>
                </c:pt>
                <c:pt idx="4573">
                  <c:v>625.95000000000005</c:v>
                </c:pt>
                <c:pt idx="4574">
                  <c:v>621.25</c:v>
                </c:pt>
                <c:pt idx="4575">
                  <c:v>610.29999999999995</c:v>
                </c:pt>
                <c:pt idx="4576">
                  <c:v>591.4</c:v>
                </c:pt>
                <c:pt idx="4577">
                  <c:v>577</c:v>
                </c:pt>
                <c:pt idx="4578">
                  <c:v>576.79999999999995</c:v>
                </c:pt>
                <c:pt idx="4579">
                  <c:v>540.04999999999995</c:v>
                </c:pt>
                <c:pt idx="4580">
                  <c:v>548.20000000000005</c:v>
                </c:pt>
                <c:pt idx="4581">
                  <c:v>568.25</c:v>
                </c:pt>
                <c:pt idx="4582">
                  <c:v>576.65</c:v>
                </c:pt>
                <c:pt idx="4583">
                  <c:v>575.35</c:v>
                </c:pt>
                <c:pt idx="4584">
                  <c:v>577.9</c:v>
                </c:pt>
                <c:pt idx="4585">
                  <c:v>575.65</c:v>
                </c:pt>
                <c:pt idx="4586">
                  <c:v>560.65</c:v>
                </c:pt>
                <c:pt idx="4587">
                  <c:v>566.15</c:v>
                </c:pt>
                <c:pt idx="4588">
                  <c:v>572.1</c:v>
                </c:pt>
                <c:pt idx="4589">
                  <c:v>579.75</c:v>
                </c:pt>
                <c:pt idx="4590">
                  <c:v>602.1</c:v>
                </c:pt>
                <c:pt idx="4591">
                  <c:v>600.5</c:v>
                </c:pt>
                <c:pt idx="4592">
                  <c:v>588.65</c:v>
                </c:pt>
                <c:pt idx="4593">
                  <c:v>580</c:v>
                </c:pt>
                <c:pt idx="4594">
                  <c:v>567.6</c:v>
                </c:pt>
                <c:pt idx="4595">
                  <c:v>569.54999999999995</c:v>
                </c:pt>
                <c:pt idx="4596">
                  <c:v>566</c:v>
                </c:pt>
                <c:pt idx="4597">
                  <c:v>558.5</c:v>
                </c:pt>
                <c:pt idx="4598">
                  <c:v>555</c:v>
                </c:pt>
                <c:pt idx="4599">
                  <c:v>563.25</c:v>
                </c:pt>
                <c:pt idx="4600">
                  <c:v>557.75</c:v>
                </c:pt>
                <c:pt idx="4601">
                  <c:v>561.85</c:v>
                </c:pt>
                <c:pt idx="4602">
                  <c:v>558.6</c:v>
                </c:pt>
                <c:pt idx="4603">
                  <c:v>549.5</c:v>
                </c:pt>
                <c:pt idx="4604">
                  <c:v>543.20000000000005</c:v>
                </c:pt>
                <c:pt idx="4605">
                  <c:v>548.45000000000005</c:v>
                </c:pt>
                <c:pt idx="4606">
                  <c:v>567.75</c:v>
                </c:pt>
                <c:pt idx="4607">
                  <c:v>560.5</c:v>
                </c:pt>
                <c:pt idx="4608">
                  <c:v>566</c:v>
                </c:pt>
                <c:pt idx="4609">
                  <c:v>571.1</c:v>
                </c:pt>
                <c:pt idx="4610">
                  <c:v>553.29999999999995</c:v>
                </c:pt>
                <c:pt idx="4611">
                  <c:v>553.5</c:v>
                </c:pt>
                <c:pt idx="4612">
                  <c:v>555.6</c:v>
                </c:pt>
                <c:pt idx="4613">
                  <c:v>568.65</c:v>
                </c:pt>
                <c:pt idx="4614">
                  <c:v>555.70000000000005</c:v>
                </c:pt>
                <c:pt idx="4615">
                  <c:v>555.20000000000005</c:v>
                </c:pt>
                <c:pt idx="4616">
                  <c:v>558.6</c:v>
                </c:pt>
                <c:pt idx="4617">
                  <c:v>519.25</c:v>
                </c:pt>
                <c:pt idx="4618">
                  <c:v>532.35</c:v>
                </c:pt>
                <c:pt idx="4619">
                  <c:v>504.25</c:v>
                </c:pt>
                <c:pt idx="4620">
                  <c:v>498.65</c:v>
                </c:pt>
                <c:pt idx="4621">
                  <c:v>503.2</c:v>
                </c:pt>
                <c:pt idx="4622">
                  <c:v>516.9</c:v>
                </c:pt>
                <c:pt idx="4623">
                  <c:v>527.4</c:v>
                </c:pt>
                <c:pt idx="4624">
                  <c:v>536</c:v>
                </c:pt>
                <c:pt idx="4625">
                  <c:v>534.85</c:v>
                </c:pt>
                <c:pt idx="4626">
                  <c:v>550.20000000000005</c:v>
                </c:pt>
                <c:pt idx="4627">
                  <c:v>553</c:v>
                </c:pt>
                <c:pt idx="4628">
                  <c:v>563.04999999999995</c:v>
                </c:pt>
                <c:pt idx="4629">
                  <c:v>555.79999999999995</c:v>
                </c:pt>
                <c:pt idx="4630">
                  <c:v>554.29999999999995</c:v>
                </c:pt>
                <c:pt idx="4631">
                  <c:v>554.45000000000005</c:v>
                </c:pt>
                <c:pt idx="4632">
                  <c:v>553.25</c:v>
                </c:pt>
                <c:pt idx="4633">
                  <c:v>573.15</c:v>
                </c:pt>
                <c:pt idx="4634">
                  <c:v>577.5</c:v>
                </c:pt>
                <c:pt idx="4635">
                  <c:v>585.95000000000005</c:v>
                </c:pt>
                <c:pt idx="4636">
                  <c:v>576.70000000000005</c:v>
                </c:pt>
                <c:pt idx="4637">
                  <c:v>568.79999999999995</c:v>
                </c:pt>
                <c:pt idx="4638">
                  <c:v>578.95000000000005</c:v>
                </c:pt>
                <c:pt idx="4639">
                  <c:v>567.54999999999995</c:v>
                </c:pt>
                <c:pt idx="4640">
                  <c:v>580.15</c:v>
                </c:pt>
                <c:pt idx="4641">
                  <c:v>599.4</c:v>
                </c:pt>
                <c:pt idx="4642">
                  <c:v>582.15</c:v>
                </c:pt>
                <c:pt idx="4643">
                  <c:v>571.65</c:v>
                </c:pt>
                <c:pt idx="4644">
                  <c:v>575.6</c:v>
                </c:pt>
                <c:pt idx="4645">
                  <c:v>581.20000000000005</c:v>
                </c:pt>
                <c:pt idx="4646">
                  <c:v>590.35</c:v>
                </c:pt>
                <c:pt idx="4647">
                  <c:v>594.20000000000005</c:v>
                </c:pt>
                <c:pt idx="4648">
                  <c:v>608.35</c:v>
                </c:pt>
                <c:pt idx="4649">
                  <c:v>600.5</c:v>
                </c:pt>
                <c:pt idx="4650">
                  <c:v>600.75</c:v>
                </c:pt>
                <c:pt idx="4651">
                  <c:v>593.04999999999995</c:v>
                </c:pt>
                <c:pt idx="4652">
                  <c:v>594.4</c:v>
                </c:pt>
                <c:pt idx="4653">
                  <c:v>600.29999999999995</c:v>
                </c:pt>
                <c:pt idx="4654">
                  <c:v>619.15</c:v>
                </c:pt>
                <c:pt idx="4655">
                  <c:v>613.65</c:v>
                </c:pt>
                <c:pt idx="4656">
                  <c:v>592.1</c:v>
                </c:pt>
                <c:pt idx="4657">
                  <c:v>605.54999999999995</c:v>
                </c:pt>
                <c:pt idx="4658">
                  <c:v>615</c:v>
                </c:pt>
                <c:pt idx="4659">
                  <c:v>616.4</c:v>
                </c:pt>
                <c:pt idx="4660">
                  <c:v>612.75</c:v>
                </c:pt>
                <c:pt idx="4661">
                  <c:v>621.20000000000005</c:v>
                </c:pt>
                <c:pt idx="4662">
                  <c:v>625.15</c:v>
                </c:pt>
                <c:pt idx="4663">
                  <c:v>607.70000000000005</c:v>
                </c:pt>
                <c:pt idx="4664">
                  <c:v>601</c:v>
                </c:pt>
                <c:pt idx="4665">
                  <c:v>608.9</c:v>
                </c:pt>
                <c:pt idx="4666">
                  <c:v>611.54999999999995</c:v>
                </c:pt>
                <c:pt idx="4667">
                  <c:v>581.25</c:v>
                </c:pt>
                <c:pt idx="4668">
                  <c:v>583.20000000000005</c:v>
                </c:pt>
                <c:pt idx="4669">
                  <c:v>579.6</c:v>
                </c:pt>
                <c:pt idx="4670">
                  <c:v>582.29999999999995</c:v>
                </c:pt>
                <c:pt idx="4671">
                  <c:v>568</c:v>
                </c:pt>
                <c:pt idx="4672">
                  <c:v>559.79999999999995</c:v>
                </c:pt>
                <c:pt idx="4673">
                  <c:v>572.5</c:v>
                </c:pt>
                <c:pt idx="4674">
                  <c:v>583.65</c:v>
                </c:pt>
                <c:pt idx="4675">
                  <c:v>555.15</c:v>
                </c:pt>
                <c:pt idx="4676">
                  <c:v>576.5</c:v>
                </c:pt>
                <c:pt idx="4677">
                  <c:v>570</c:v>
                </c:pt>
                <c:pt idx="4678">
                  <c:v>572.79999999999995</c:v>
                </c:pt>
                <c:pt idx="4679">
                  <c:v>554.65</c:v>
                </c:pt>
                <c:pt idx="4680">
                  <c:v>554.95000000000005</c:v>
                </c:pt>
                <c:pt idx="4681">
                  <c:v>544.75</c:v>
                </c:pt>
                <c:pt idx="4682">
                  <c:v>545.6</c:v>
                </c:pt>
                <c:pt idx="4683">
                  <c:v>550.04999999999995</c:v>
                </c:pt>
                <c:pt idx="4684">
                  <c:v>545.75</c:v>
                </c:pt>
                <c:pt idx="4685">
                  <c:v>551.54999999999995</c:v>
                </c:pt>
                <c:pt idx="4686">
                  <c:v>573.70000000000005</c:v>
                </c:pt>
                <c:pt idx="4687">
                  <c:v>564.5</c:v>
                </c:pt>
                <c:pt idx="4688">
                  <c:v>553.85</c:v>
                </c:pt>
                <c:pt idx="4689">
                  <c:v>556.6</c:v>
                </c:pt>
                <c:pt idx="4690">
                  <c:v>574.04999999999995</c:v>
                </c:pt>
                <c:pt idx="4691">
                  <c:v>577.45000000000005</c:v>
                </c:pt>
                <c:pt idx="4692">
                  <c:v>575.75</c:v>
                </c:pt>
                <c:pt idx="4693">
                  <c:v>580.25</c:v>
                </c:pt>
                <c:pt idx="4694">
                  <c:v>572.20000000000005</c:v>
                </c:pt>
                <c:pt idx="4695">
                  <c:v>582.85</c:v>
                </c:pt>
                <c:pt idx="4696">
                  <c:v>589.20000000000005</c:v>
                </c:pt>
                <c:pt idx="4697">
                  <c:v>589.1</c:v>
                </c:pt>
                <c:pt idx="4698">
                  <c:v>589.35</c:v>
                </c:pt>
                <c:pt idx="4699">
                  <c:v>574.1</c:v>
                </c:pt>
                <c:pt idx="4700">
                  <c:v>582.4</c:v>
                </c:pt>
                <c:pt idx="4701">
                  <c:v>563.29999999999995</c:v>
                </c:pt>
                <c:pt idx="4702">
                  <c:v>551.4</c:v>
                </c:pt>
                <c:pt idx="4703">
                  <c:v>539.65</c:v>
                </c:pt>
                <c:pt idx="4704">
                  <c:v>530.70000000000005</c:v>
                </c:pt>
                <c:pt idx="4705">
                  <c:v>522.29999999999995</c:v>
                </c:pt>
                <c:pt idx="4706">
                  <c:v>523.95000000000005</c:v>
                </c:pt>
                <c:pt idx="4707">
                  <c:v>533.54999999999995</c:v>
                </c:pt>
                <c:pt idx="4708">
                  <c:v>529.5</c:v>
                </c:pt>
                <c:pt idx="4709">
                  <c:v>538.1</c:v>
                </c:pt>
                <c:pt idx="4710">
                  <c:v>538.20000000000005</c:v>
                </c:pt>
                <c:pt idx="4711">
                  <c:v>517.70000000000005</c:v>
                </c:pt>
                <c:pt idx="4712">
                  <c:v>510.2</c:v>
                </c:pt>
                <c:pt idx="4713">
                  <c:v>509.3</c:v>
                </c:pt>
                <c:pt idx="4714">
                  <c:v>502.85</c:v>
                </c:pt>
                <c:pt idx="4715">
                  <c:v>500.75</c:v>
                </c:pt>
                <c:pt idx="4716">
                  <c:v>520.25</c:v>
                </c:pt>
                <c:pt idx="4717">
                  <c:v>512.25</c:v>
                </c:pt>
                <c:pt idx="4718">
                  <c:v>513.54999999999995</c:v>
                </c:pt>
                <c:pt idx="4719">
                  <c:v>524</c:v>
                </c:pt>
                <c:pt idx="4720">
                  <c:v>527</c:v>
                </c:pt>
                <c:pt idx="4721">
                  <c:v>527.4</c:v>
                </c:pt>
                <c:pt idx="4722">
                  <c:v>523.35</c:v>
                </c:pt>
                <c:pt idx="4723">
                  <c:v>520.20000000000005</c:v>
                </c:pt>
                <c:pt idx="4724">
                  <c:v>513.70000000000005</c:v>
                </c:pt>
                <c:pt idx="4725">
                  <c:v>513.45000000000005</c:v>
                </c:pt>
                <c:pt idx="4726">
                  <c:v>506.5</c:v>
                </c:pt>
                <c:pt idx="4727">
                  <c:v>512.85</c:v>
                </c:pt>
                <c:pt idx="4728">
                  <c:v>521.04999999999995</c:v>
                </c:pt>
                <c:pt idx="4729">
                  <c:v>515.75</c:v>
                </c:pt>
                <c:pt idx="4730">
                  <c:v>493.65</c:v>
                </c:pt>
                <c:pt idx="4731">
                  <c:v>481.25</c:v>
                </c:pt>
                <c:pt idx="4732">
                  <c:v>487.65</c:v>
                </c:pt>
                <c:pt idx="4733">
                  <c:v>485.5</c:v>
                </c:pt>
                <c:pt idx="4734">
                  <c:v>491.35</c:v>
                </c:pt>
                <c:pt idx="4735">
                  <c:v>479.2</c:v>
                </c:pt>
                <c:pt idx="4736">
                  <c:v>480.4</c:v>
                </c:pt>
                <c:pt idx="4737">
                  <c:v>474.2</c:v>
                </c:pt>
                <c:pt idx="4738">
                  <c:v>470.85</c:v>
                </c:pt>
                <c:pt idx="4739">
                  <c:v>475.05</c:v>
                </c:pt>
                <c:pt idx="4740">
                  <c:v>474.55</c:v>
                </c:pt>
                <c:pt idx="4741">
                  <c:v>473.15</c:v>
                </c:pt>
                <c:pt idx="4742">
                  <c:v>470.65</c:v>
                </c:pt>
                <c:pt idx="4743">
                  <c:v>471.7</c:v>
                </c:pt>
                <c:pt idx="4744">
                  <c:v>456.55</c:v>
                </c:pt>
                <c:pt idx="4745">
                  <c:v>464.6</c:v>
                </c:pt>
                <c:pt idx="4746">
                  <c:v>460.75</c:v>
                </c:pt>
                <c:pt idx="4747">
                  <c:v>452.9</c:v>
                </c:pt>
                <c:pt idx="4748">
                  <c:v>445.7</c:v>
                </c:pt>
                <c:pt idx="4749">
                  <c:v>443.8</c:v>
                </c:pt>
                <c:pt idx="4750">
                  <c:v>467.45</c:v>
                </c:pt>
                <c:pt idx="4751">
                  <c:v>476.7</c:v>
                </c:pt>
                <c:pt idx="4752">
                  <c:v>474.7</c:v>
                </c:pt>
                <c:pt idx="4753">
                  <c:v>476.05</c:v>
                </c:pt>
                <c:pt idx="4754">
                  <c:v>464.7</c:v>
                </c:pt>
                <c:pt idx="4755">
                  <c:v>485.1</c:v>
                </c:pt>
                <c:pt idx="4756">
                  <c:v>489.05</c:v>
                </c:pt>
                <c:pt idx="4757">
                  <c:v>468.75</c:v>
                </c:pt>
                <c:pt idx="4758">
                  <c:v>480.7</c:v>
                </c:pt>
                <c:pt idx="4759">
                  <c:v>487.4</c:v>
                </c:pt>
                <c:pt idx="4760">
                  <c:v>484</c:v>
                </c:pt>
                <c:pt idx="4761">
                  <c:v>482.55</c:v>
                </c:pt>
                <c:pt idx="4762">
                  <c:v>467.5</c:v>
                </c:pt>
                <c:pt idx="4763">
                  <c:v>465.55</c:v>
                </c:pt>
                <c:pt idx="4764">
                  <c:v>470.95</c:v>
                </c:pt>
                <c:pt idx="4765">
                  <c:v>491.15</c:v>
                </c:pt>
                <c:pt idx="4766">
                  <c:v>498.85</c:v>
                </c:pt>
                <c:pt idx="4767">
                  <c:v>502.3</c:v>
                </c:pt>
                <c:pt idx="4768">
                  <c:v>505.1</c:v>
                </c:pt>
                <c:pt idx="4769">
                  <c:v>503.6</c:v>
                </c:pt>
                <c:pt idx="4770">
                  <c:v>507.1</c:v>
                </c:pt>
                <c:pt idx="4771">
                  <c:v>500.45</c:v>
                </c:pt>
                <c:pt idx="4772">
                  <c:v>507.6</c:v>
                </c:pt>
                <c:pt idx="4773">
                  <c:v>521.75</c:v>
                </c:pt>
                <c:pt idx="4774">
                  <c:v>520.85</c:v>
                </c:pt>
                <c:pt idx="4775">
                  <c:v>521.15</c:v>
                </c:pt>
                <c:pt idx="4776">
                  <c:v>507.85</c:v>
                </c:pt>
                <c:pt idx="4777">
                  <c:v>520.65</c:v>
                </c:pt>
                <c:pt idx="4778">
                  <c:v>525.15</c:v>
                </c:pt>
                <c:pt idx="4779">
                  <c:v>513.75</c:v>
                </c:pt>
                <c:pt idx="4780">
                  <c:v>517.65</c:v>
                </c:pt>
                <c:pt idx="4781">
                  <c:v>515.45000000000005</c:v>
                </c:pt>
                <c:pt idx="4782">
                  <c:v>525.20000000000005</c:v>
                </c:pt>
                <c:pt idx="4783">
                  <c:v>527.5</c:v>
                </c:pt>
                <c:pt idx="4784">
                  <c:v>513.6</c:v>
                </c:pt>
                <c:pt idx="4785">
                  <c:v>518.4</c:v>
                </c:pt>
                <c:pt idx="4786">
                  <c:v>515.15</c:v>
                </c:pt>
                <c:pt idx="4787">
                  <c:v>519.35</c:v>
                </c:pt>
                <c:pt idx="4788">
                  <c:v>515.79999999999995</c:v>
                </c:pt>
                <c:pt idx="4789">
                  <c:v>506.3</c:v>
                </c:pt>
                <c:pt idx="4790">
                  <c:v>521</c:v>
                </c:pt>
                <c:pt idx="4791">
                  <c:v>535.15</c:v>
                </c:pt>
                <c:pt idx="4792">
                  <c:v>530.65</c:v>
                </c:pt>
                <c:pt idx="4793">
                  <c:v>535.45000000000005</c:v>
                </c:pt>
                <c:pt idx="4794">
                  <c:v>530.65</c:v>
                </c:pt>
                <c:pt idx="4795">
                  <c:v>549.29999999999995</c:v>
                </c:pt>
                <c:pt idx="4796">
                  <c:v>549.04999999999995</c:v>
                </c:pt>
                <c:pt idx="4797">
                  <c:v>553.04999999999995</c:v>
                </c:pt>
                <c:pt idx="4798">
                  <c:v>544.4</c:v>
                </c:pt>
                <c:pt idx="4799">
                  <c:v>535.70000000000005</c:v>
                </c:pt>
                <c:pt idx="4800">
                  <c:v>533.65</c:v>
                </c:pt>
                <c:pt idx="4801">
                  <c:v>553.15</c:v>
                </c:pt>
                <c:pt idx="4802">
                  <c:v>553.25</c:v>
                </c:pt>
                <c:pt idx="4803">
                  <c:v>543.1</c:v>
                </c:pt>
                <c:pt idx="4804">
                  <c:v>534.20000000000005</c:v>
                </c:pt>
                <c:pt idx="4805">
                  <c:v>523.35</c:v>
                </c:pt>
                <c:pt idx="4806">
                  <c:v>525.25</c:v>
                </c:pt>
                <c:pt idx="4807">
                  <c:v>510.75</c:v>
                </c:pt>
                <c:pt idx="4808">
                  <c:v>545.25</c:v>
                </c:pt>
                <c:pt idx="4809">
                  <c:v>557.20000000000005</c:v>
                </c:pt>
                <c:pt idx="4810">
                  <c:v>554.95000000000005</c:v>
                </c:pt>
                <c:pt idx="4811">
                  <c:v>547.79999999999995</c:v>
                </c:pt>
                <c:pt idx="4812">
                  <c:v>535.95000000000005</c:v>
                </c:pt>
                <c:pt idx="4813">
                  <c:v>530.6</c:v>
                </c:pt>
                <c:pt idx="4814">
                  <c:v>522.65</c:v>
                </c:pt>
                <c:pt idx="4815">
                  <c:v>519.15</c:v>
                </c:pt>
                <c:pt idx="4816">
                  <c:v>486.8</c:v>
                </c:pt>
                <c:pt idx="4817">
                  <c:v>472.3</c:v>
                </c:pt>
                <c:pt idx="4818">
                  <c:v>469.55</c:v>
                </c:pt>
                <c:pt idx="4819">
                  <c:v>462.95</c:v>
                </c:pt>
                <c:pt idx="4820">
                  <c:v>469.25</c:v>
                </c:pt>
                <c:pt idx="4821">
                  <c:v>469.45</c:v>
                </c:pt>
                <c:pt idx="4822">
                  <c:v>483.8</c:v>
                </c:pt>
                <c:pt idx="4823">
                  <c:v>472.55</c:v>
                </c:pt>
                <c:pt idx="4824">
                  <c:v>473</c:v>
                </c:pt>
                <c:pt idx="4825">
                  <c:v>464.7</c:v>
                </c:pt>
                <c:pt idx="4826">
                  <c:v>484.15</c:v>
                </c:pt>
                <c:pt idx="4827">
                  <c:v>512.54999999999995</c:v>
                </c:pt>
                <c:pt idx="4828">
                  <c:v>507.05</c:v>
                </c:pt>
                <c:pt idx="4829">
                  <c:v>493.3</c:v>
                </c:pt>
                <c:pt idx="4830">
                  <c:v>487.95</c:v>
                </c:pt>
                <c:pt idx="4831">
                  <c:v>488.3</c:v>
                </c:pt>
                <c:pt idx="4832">
                  <c:v>497.65</c:v>
                </c:pt>
                <c:pt idx="4833">
                  <c:v>497.65</c:v>
                </c:pt>
                <c:pt idx="4834">
                  <c:v>484.6</c:v>
                </c:pt>
                <c:pt idx="4835">
                  <c:v>482.1</c:v>
                </c:pt>
                <c:pt idx="4836">
                  <c:v>486.05</c:v>
                </c:pt>
                <c:pt idx="4837">
                  <c:v>492.5</c:v>
                </c:pt>
                <c:pt idx="4838">
                  <c:v>505.85</c:v>
                </c:pt>
                <c:pt idx="4839">
                  <c:v>502.55</c:v>
                </c:pt>
                <c:pt idx="4840">
                  <c:v>501.8</c:v>
                </c:pt>
                <c:pt idx="4841">
                  <c:v>473.1</c:v>
                </c:pt>
                <c:pt idx="4842">
                  <c:v>472.3</c:v>
                </c:pt>
                <c:pt idx="4843">
                  <c:v>494.1</c:v>
                </c:pt>
                <c:pt idx="4844">
                  <c:v>501</c:v>
                </c:pt>
                <c:pt idx="4845">
                  <c:v>497.65</c:v>
                </c:pt>
                <c:pt idx="4846">
                  <c:v>486.25</c:v>
                </c:pt>
                <c:pt idx="4847">
                  <c:v>498</c:v>
                </c:pt>
                <c:pt idx="4848">
                  <c:v>510.6</c:v>
                </c:pt>
                <c:pt idx="4849">
                  <c:v>510.7</c:v>
                </c:pt>
                <c:pt idx="4850">
                  <c:v>504.4</c:v>
                </c:pt>
                <c:pt idx="4851">
                  <c:v>506.95</c:v>
                </c:pt>
                <c:pt idx="4852">
                  <c:v>508.8</c:v>
                </c:pt>
                <c:pt idx="4853">
                  <c:v>510.3</c:v>
                </c:pt>
                <c:pt idx="4854">
                  <c:v>495.3</c:v>
                </c:pt>
                <c:pt idx="4855">
                  <c:v>478.35</c:v>
                </c:pt>
                <c:pt idx="4856">
                  <c:v>468.05</c:v>
                </c:pt>
                <c:pt idx="4857">
                  <c:v>468.45</c:v>
                </c:pt>
                <c:pt idx="4858">
                  <c:v>454.8</c:v>
                </c:pt>
                <c:pt idx="4859">
                  <c:v>462</c:v>
                </c:pt>
                <c:pt idx="4860">
                  <c:v>472.9</c:v>
                </c:pt>
                <c:pt idx="4861">
                  <c:v>468.3</c:v>
                </c:pt>
                <c:pt idx="4862">
                  <c:v>476.7</c:v>
                </c:pt>
                <c:pt idx="4863">
                  <c:v>475.7</c:v>
                </c:pt>
                <c:pt idx="4864">
                  <c:v>466.6</c:v>
                </c:pt>
                <c:pt idx="4865">
                  <c:v>458.05</c:v>
                </c:pt>
                <c:pt idx="4866">
                  <c:v>465.55</c:v>
                </c:pt>
                <c:pt idx="4867">
                  <c:v>459.85</c:v>
                </c:pt>
                <c:pt idx="4868">
                  <c:v>446</c:v>
                </c:pt>
                <c:pt idx="4869">
                  <c:v>440.35</c:v>
                </c:pt>
                <c:pt idx="4870">
                  <c:v>445.5</c:v>
                </c:pt>
                <c:pt idx="4871">
                  <c:v>433.45</c:v>
                </c:pt>
                <c:pt idx="4872">
                  <c:v>415.05</c:v>
                </c:pt>
                <c:pt idx="4873">
                  <c:v>432.05</c:v>
                </c:pt>
                <c:pt idx="4874">
                  <c:v>420</c:v>
                </c:pt>
                <c:pt idx="4875">
                  <c:v>409.1</c:v>
                </c:pt>
                <c:pt idx="4876">
                  <c:v>399.25</c:v>
                </c:pt>
                <c:pt idx="4877">
                  <c:v>401.6</c:v>
                </c:pt>
                <c:pt idx="4878">
                  <c:v>381.9</c:v>
                </c:pt>
                <c:pt idx="4879">
                  <c:v>367.4</c:v>
                </c:pt>
                <c:pt idx="4880">
                  <c:v>362.35</c:v>
                </c:pt>
                <c:pt idx="4881">
                  <c:v>348.7</c:v>
                </c:pt>
                <c:pt idx="4882">
                  <c:v>364.65</c:v>
                </c:pt>
                <c:pt idx="4883">
                  <c:v>363.05</c:v>
                </c:pt>
                <c:pt idx="4884">
                  <c:v>359.55</c:v>
                </c:pt>
                <c:pt idx="4885">
                  <c:v>358.25</c:v>
                </c:pt>
                <c:pt idx="4886">
                  <c:v>343</c:v>
                </c:pt>
                <c:pt idx="4887">
                  <c:v>333.7</c:v>
                </c:pt>
                <c:pt idx="4888">
                  <c:v>345.25</c:v>
                </c:pt>
                <c:pt idx="4889">
                  <c:v>338.05</c:v>
                </c:pt>
                <c:pt idx="4890">
                  <c:v>350.9</c:v>
                </c:pt>
                <c:pt idx="4891">
                  <c:v>336.95</c:v>
                </c:pt>
                <c:pt idx="4892">
                  <c:v>335.55</c:v>
                </c:pt>
                <c:pt idx="4893">
                  <c:v>344.9</c:v>
                </c:pt>
                <c:pt idx="4894">
                  <c:v>331.4</c:v>
                </c:pt>
                <c:pt idx="4895">
                  <c:v>339.25</c:v>
                </c:pt>
                <c:pt idx="4896">
                  <c:v>345.15</c:v>
                </c:pt>
                <c:pt idx="4897">
                  <c:v>355.4</c:v>
                </c:pt>
                <c:pt idx="4898">
                  <c:v>353.8</c:v>
                </c:pt>
                <c:pt idx="4899">
                  <c:v>367.05</c:v>
                </c:pt>
                <c:pt idx="4900">
                  <c:v>365.05</c:v>
                </c:pt>
                <c:pt idx="4901">
                  <c:v>367.35</c:v>
                </c:pt>
                <c:pt idx="4902">
                  <c:v>361.1</c:v>
                </c:pt>
                <c:pt idx="4903">
                  <c:v>344.95</c:v>
                </c:pt>
                <c:pt idx="4904">
                  <c:v>358.25</c:v>
                </c:pt>
                <c:pt idx="4905">
                  <c:v>344.65</c:v>
                </c:pt>
                <c:pt idx="4906">
                  <c:v>368.55</c:v>
                </c:pt>
                <c:pt idx="4907">
                  <c:v>377.35</c:v>
                </c:pt>
                <c:pt idx="4908">
                  <c:v>370.8</c:v>
                </c:pt>
                <c:pt idx="4909">
                  <c:v>362.05</c:v>
                </c:pt>
                <c:pt idx="4910">
                  <c:v>375.75</c:v>
                </c:pt>
                <c:pt idx="4911">
                  <c:v>359.65</c:v>
                </c:pt>
                <c:pt idx="4912">
                  <c:v>360.5</c:v>
                </c:pt>
                <c:pt idx="4913">
                  <c:v>351.55</c:v>
                </c:pt>
                <c:pt idx="4914">
                  <c:v>339.6</c:v>
                </c:pt>
                <c:pt idx="4915">
                  <c:v>333.1</c:v>
                </c:pt>
                <c:pt idx="4916">
                  <c:v>324.8</c:v>
                </c:pt>
                <c:pt idx="4917">
                  <c:v>336.45</c:v>
                </c:pt>
                <c:pt idx="4918">
                  <c:v>329.95</c:v>
                </c:pt>
                <c:pt idx="4919">
                  <c:v>339</c:v>
                </c:pt>
                <c:pt idx="4920">
                  <c:v>344.85</c:v>
                </c:pt>
                <c:pt idx="4921">
                  <c:v>349.2</c:v>
                </c:pt>
                <c:pt idx="4922">
                  <c:v>347.4</c:v>
                </c:pt>
                <c:pt idx="4923">
                  <c:v>356.1</c:v>
                </c:pt>
                <c:pt idx="4924">
                  <c:v>359.6</c:v>
                </c:pt>
                <c:pt idx="4925">
                  <c:v>354.5</c:v>
                </c:pt>
                <c:pt idx="4926">
                  <c:v>356.2</c:v>
                </c:pt>
                <c:pt idx="4927">
                  <c:v>359.9</c:v>
                </c:pt>
                <c:pt idx="4928">
                  <c:v>362.25</c:v>
                </c:pt>
                <c:pt idx="4929">
                  <c:v>365</c:v>
                </c:pt>
                <c:pt idx="4930">
                  <c:v>390.2</c:v>
                </c:pt>
                <c:pt idx="4931">
                  <c:v>388</c:v>
                </c:pt>
                <c:pt idx="4932">
                  <c:v>380.55</c:v>
                </c:pt>
                <c:pt idx="4933">
                  <c:v>399.5</c:v>
                </c:pt>
                <c:pt idx="4934">
                  <c:v>409.15</c:v>
                </c:pt>
                <c:pt idx="4935">
                  <c:v>403.95</c:v>
                </c:pt>
                <c:pt idx="4936">
                  <c:v>404.45</c:v>
                </c:pt>
                <c:pt idx="4937">
                  <c:v>403.1</c:v>
                </c:pt>
                <c:pt idx="4938">
                  <c:v>397.95</c:v>
                </c:pt>
                <c:pt idx="4939">
                  <c:v>401.45</c:v>
                </c:pt>
                <c:pt idx="4940">
                  <c:v>397.9</c:v>
                </c:pt>
                <c:pt idx="4941">
                  <c:v>391.95</c:v>
                </c:pt>
                <c:pt idx="4942">
                  <c:v>394.5</c:v>
                </c:pt>
                <c:pt idx="4943">
                  <c:v>410.05</c:v>
                </c:pt>
                <c:pt idx="4944">
                  <c:v>401.75</c:v>
                </c:pt>
                <c:pt idx="4945">
                  <c:v>398.7</c:v>
                </c:pt>
                <c:pt idx="4946">
                  <c:v>385.1</c:v>
                </c:pt>
                <c:pt idx="4947">
                  <c:v>400</c:v>
                </c:pt>
                <c:pt idx="4948">
                  <c:v>419.5</c:v>
                </c:pt>
                <c:pt idx="4949">
                  <c:v>424.15</c:v>
                </c:pt>
                <c:pt idx="4950">
                  <c:v>421.35</c:v>
                </c:pt>
                <c:pt idx="4951">
                  <c:v>432.1</c:v>
                </c:pt>
                <c:pt idx="4952">
                  <c:v>427.5</c:v>
                </c:pt>
                <c:pt idx="4953">
                  <c:v>420.85</c:v>
                </c:pt>
                <c:pt idx="4954">
                  <c:v>399.65</c:v>
                </c:pt>
                <c:pt idx="4955">
                  <c:v>409.3</c:v>
                </c:pt>
                <c:pt idx="4956">
                  <c:v>399.8</c:v>
                </c:pt>
                <c:pt idx="4957">
                  <c:v>403.25</c:v>
                </c:pt>
                <c:pt idx="4958">
                  <c:v>406.7</c:v>
                </c:pt>
                <c:pt idx="4959">
                  <c:v>402.05</c:v>
                </c:pt>
                <c:pt idx="4960">
                  <c:v>405.55</c:v>
                </c:pt>
                <c:pt idx="4961">
                  <c:v>418.7</c:v>
                </c:pt>
                <c:pt idx="4962">
                  <c:v>428.4</c:v>
                </c:pt>
                <c:pt idx="4963">
                  <c:v>421</c:v>
                </c:pt>
                <c:pt idx="4964">
                  <c:v>439.4</c:v>
                </c:pt>
                <c:pt idx="4965">
                  <c:v>444.75</c:v>
                </c:pt>
                <c:pt idx="4966">
                  <c:v>446.75</c:v>
                </c:pt>
                <c:pt idx="4967">
                  <c:v>461</c:v>
                </c:pt>
                <c:pt idx="4968">
                  <c:v>462.15</c:v>
                </c:pt>
                <c:pt idx="4969">
                  <c:v>463</c:v>
                </c:pt>
                <c:pt idx="4970">
                  <c:v>467.9</c:v>
                </c:pt>
                <c:pt idx="4971">
                  <c:v>469.5</c:v>
                </c:pt>
                <c:pt idx="4972">
                  <c:v>474.75</c:v>
                </c:pt>
                <c:pt idx="4973">
                  <c:v>472.05</c:v>
                </c:pt>
                <c:pt idx="4974">
                  <c:v>467.75</c:v>
                </c:pt>
                <c:pt idx="4975">
                  <c:v>484.85</c:v>
                </c:pt>
                <c:pt idx="4976">
                  <c:v>483.7</c:v>
                </c:pt>
                <c:pt idx="4977">
                  <c:v>473.25</c:v>
                </c:pt>
                <c:pt idx="4978">
                  <c:v>476.1</c:v>
                </c:pt>
                <c:pt idx="4979">
                  <c:v>475.25</c:v>
                </c:pt>
                <c:pt idx="4980">
                  <c:v>483.15</c:v>
                </c:pt>
                <c:pt idx="4981">
                  <c:v>486.2</c:v>
                </c:pt>
                <c:pt idx="4982">
                  <c:v>495.75</c:v>
                </c:pt>
                <c:pt idx="4983">
                  <c:v>498.6</c:v>
                </c:pt>
                <c:pt idx="4984">
                  <c:v>502.1</c:v>
                </c:pt>
                <c:pt idx="4985">
                  <c:v>494.4</c:v>
                </c:pt>
                <c:pt idx="4986">
                  <c:v>495.25</c:v>
                </c:pt>
                <c:pt idx="4987">
                  <c:v>490.65</c:v>
                </c:pt>
                <c:pt idx="4988">
                  <c:v>476.15</c:v>
                </c:pt>
                <c:pt idx="4989">
                  <c:v>475.05</c:v>
                </c:pt>
                <c:pt idx="4990">
                  <c:v>480.25</c:v>
                </c:pt>
                <c:pt idx="4991">
                  <c:v>483.4</c:v>
                </c:pt>
                <c:pt idx="4992">
                  <c:v>462.45</c:v>
                </c:pt>
                <c:pt idx="4993">
                  <c:v>446.25</c:v>
                </c:pt>
                <c:pt idx="4994">
                  <c:v>452.2</c:v>
                </c:pt>
                <c:pt idx="4995">
                  <c:v>448.55</c:v>
                </c:pt>
                <c:pt idx="4996">
                  <c:v>438.7</c:v>
                </c:pt>
                <c:pt idx="4997">
                  <c:v>423.8</c:v>
                </c:pt>
                <c:pt idx="4998">
                  <c:v>436.05</c:v>
                </c:pt>
                <c:pt idx="4999">
                  <c:v>451.9</c:v>
                </c:pt>
                <c:pt idx="5000">
                  <c:v>475.05</c:v>
                </c:pt>
                <c:pt idx="5001">
                  <c:v>477.6</c:v>
                </c:pt>
                <c:pt idx="5002">
                  <c:v>471</c:v>
                </c:pt>
                <c:pt idx="5003">
                  <c:v>443.8</c:v>
                </c:pt>
                <c:pt idx="5004">
                  <c:v>444.1</c:v>
                </c:pt>
                <c:pt idx="5005">
                  <c:v>447.95</c:v>
                </c:pt>
                <c:pt idx="5006">
                  <c:v>441.25</c:v>
                </c:pt>
                <c:pt idx="5007">
                  <c:v>434.55</c:v>
                </c:pt>
                <c:pt idx="5008">
                  <c:v>436.85</c:v>
                </c:pt>
                <c:pt idx="5009">
                  <c:v>431.4</c:v>
                </c:pt>
                <c:pt idx="5010">
                  <c:v>433.2</c:v>
                </c:pt>
                <c:pt idx="5011">
                  <c:v>443.55</c:v>
                </c:pt>
                <c:pt idx="5012">
                  <c:v>415.45</c:v>
                </c:pt>
                <c:pt idx="5013">
                  <c:v>421.3</c:v>
                </c:pt>
                <c:pt idx="5014">
                  <c:v>416.3</c:v>
                </c:pt>
                <c:pt idx="5015">
                  <c:v>412.8</c:v>
                </c:pt>
                <c:pt idx="5016">
                  <c:v>381.75</c:v>
                </c:pt>
                <c:pt idx="5017">
                  <c:v>364.05</c:v>
                </c:pt>
                <c:pt idx="5018">
                  <c:v>387.55</c:v>
                </c:pt>
                <c:pt idx="5019">
                  <c:v>377.15</c:v>
                </c:pt>
                <c:pt idx="5020">
                  <c:v>375.75</c:v>
                </c:pt>
                <c:pt idx="5021">
                  <c:v>351.5</c:v>
                </c:pt>
                <c:pt idx="5022">
                  <c:v>322.3</c:v>
                </c:pt>
                <c:pt idx="5023">
                  <c:v>299.75</c:v>
                </c:pt>
                <c:pt idx="5024">
                  <c:v>287.45</c:v>
                </c:pt>
                <c:pt idx="5025">
                  <c:v>326.7</c:v>
                </c:pt>
                <c:pt idx="5026">
                  <c:v>289.60000000000002</c:v>
                </c:pt>
                <c:pt idx="5027">
                  <c:v>282.75</c:v>
                </c:pt>
                <c:pt idx="5028">
                  <c:v>280.85000000000002</c:v>
                </c:pt>
                <c:pt idx="5029">
                  <c:v>271.85000000000002</c:v>
                </c:pt>
                <c:pt idx="5030">
                  <c:v>297.75</c:v>
                </c:pt>
                <c:pt idx="5031">
                  <c:v>271.14999999999998</c:v>
                </c:pt>
                <c:pt idx="5032">
                  <c:v>271.89999999999998</c:v>
                </c:pt>
                <c:pt idx="5033">
                  <c:v>286.8</c:v>
                </c:pt>
                <c:pt idx="5034">
                  <c:v>284.45</c:v>
                </c:pt>
                <c:pt idx="5035">
                  <c:v>277.25</c:v>
                </c:pt>
                <c:pt idx="5036">
                  <c:v>254.05</c:v>
                </c:pt>
                <c:pt idx="5037">
                  <c:v>269.60000000000002</c:v>
                </c:pt>
                <c:pt idx="5038">
                  <c:v>266.35000000000002</c:v>
                </c:pt>
                <c:pt idx="5039">
                  <c:v>253.75</c:v>
                </c:pt>
                <c:pt idx="5040">
                  <c:v>276.2</c:v>
                </c:pt>
                <c:pt idx="5041">
                  <c:v>274.75</c:v>
                </c:pt>
                <c:pt idx="5042">
                  <c:v>284.85000000000002</c:v>
                </c:pt>
                <c:pt idx="5043">
                  <c:v>282.55</c:v>
                </c:pt>
                <c:pt idx="5044">
                  <c:v>285.14999999999998</c:v>
                </c:pt>
                <c:pt idx="5045">
                  <c:v>288.89999999999998</c:v>
                </c:pt>
                <c:pt idx="5046">
                  <c:v>293.35000000000002</c:v>
                </c:pt>
                <c:pt idx="5047">
                  <c:v>286.39999999999998</c:v>
                </c:pt>
                <c:pt idx="5048">
                  <c:v>265.95</c:v>
                </c:pt>
                <c:pt idx="5049">
                  <c:v>268.35000000000002</c:v>
                </c:pt>
                <c:pt idx="5050">
                  <c:v>270.3</c:v>
                </c:pt>
                <c:pt idx="5051">
                  <c:v>267.55</c:v>
                </c:pt>
                <c:pt idx="5052">
                  <c:v>271.64999999999998</c:v>
                </c:pt>
                <c:pt idx="5053">
                  <c:v>273.55</c:v>
                </c:pt>
                <c:pt idx="5054">
                  <c:v>282.64999999999998</c:v>
                </c:pt>
                <c:pt idx="5055">
                  <c:v>298.3</c:v>
                </c:pt>
                <c:pt idx="5056">
                  <c:v>273.60000000000002</c:v>
                </c:pt>
                <c:pt idx="5057">
                  <c:v>272.64999999999998</c:v>
                </c:pt>
                <c:pt idx="5058">
                  <c:v>277.75</c:v>
                </c:pt>
                <c:pt idx="5059">
                  <c:v>275.85000000000002</c:v>
                </c:pt>
                <c:pt idx="5060">
                  <c:v>272.89999999999998</c:v>
                </c:pt>
                <c:pt idx="5061">
                  <c:v>276.2</c:v>
                </c:pt>
                <c:pt idx="5062">
                  <c:v>273.95</c:v>
                </c:pt>
                <c:pt idx="5063">
                  <c:v>276.55</c:v>
                </c:pt>
                <c:pt idx="5064">
                  <c:v>268.55</c:v>
                </c:pt>
                <c:pt idx="5065">
                  <c:v>273.45</c:v>
                </c:pt>
                <c:pt idx="5066">
                  <c:v>266.60000000000002</c:v>
                </c:pt>
                <c:pt idx="5067">
                  <c:v>272</c:v>
                </c:pt>
                <c:pt idx="5068">
                  <c:v>283.2</c:v>
                </c:pt>
                <c:pt idx="5069">
                  <c:v>283.7</c:v>
                </c:pt>
                <c:pt idx="5070">
                  <c:v>274.45</c:v>
                </c:pt>
                <c:pt idx="5071">
                  <c:v>280.45</c:v>
                </c:pt>
                <c:pt idx="5072">
                  <c:v>287.95</c:v>
                </c:pt>
                <c:pt idx="5073">
                  <c:v>295.5</c:v>
                </c:pt>
                <c:pt idx="5074">
                  <c:v>295.2</c:v>
                </c:pt>
                <c:pt idx="5075">
                  <c:v>315.2</c:v>
                </c:pt>
                <c:pt idx="5076">
                  <c:v>319.39999999999998</c:v>
                </c:pt>
                <c:pt idx="5077">
                  <c:v>317.39999999999998</c:v>
                </c:pt>
                <c:pt idx="5078">
                  <c:v>319.95</c:v>
                </c:pt>
                <c:pt idx="5079">
                  <c:v>338.95</c:v>
                </c:pt>
                <c:pt idx="5080">
                  <c:v>333.6</c:v>
                </c:pt>
                <c:pt idx="5081">
                  <c:v>332.2</c:v>
                </c:pt>
                <c:pt idx="5082">
                  <c:v>324</c:v>
                </c:pt>
                <c:pt idx="5083">
                  <c:v>313.14999999999998</c:v>
                </c:pt>
                <c:pt idx="5084">
                  <c:v>317.60000000000002</c:v>
                </c:pt>
                <c:pt idx="5085">
                  <c:v>306.2</c:v>
                </c:pt>
                <c:pt idx="5086">
                  <c:v>308.95</c:v>
                </c:pt>
                <c:pt idx="5087">
                  <c:v>308.2</c:v>
                </c:pt>
                <c:pt idx="5088">
                  <c:v>318.10000000000002</c:v>
                </c:pt>
                <c:pt idx="5089">
                  <c:v>320.55</c:v>
                </c:pt>
                <c:pt idx="5090">
                  <c:v>325.7</c:v>
                </c:pt>
                <c:pt idx="5091">
                  <c:v>332</c:v>
                </c:pt>
                <c:pt idx="5092">
                  <c:v>326.05</c:v>
                </c:pt>
                <c:pt idx="5093">
                  <c:v>323.10000000000002</c:v>
                </c:pt>
                <c:pt idx="5094">
                  <c:v>323.85000000000002</c:v>
                </c:pt>
                <c:pt idx="5095">
                  <c:v>320.85000000000002</c:v>
                </c:pt>
                <c:pt idx="5096">
                  <c:v>326.7</c:v>
                </c:pt>
                <c:pt idx="5097">
                  <c:v>323.7</c:v>
                </c:pt>
                <c:pt idx="5098">
                  <c:v>334.9</c:v>
                </c:pt>
                <c:pt idx="5099">
                  <c:v>329.9</c:v>
                </c:pt>
                <c:pt idx="5100">
                  <c:v>338.9</c:v>
                </c:pt>
                <c:pt idx="5101">
                  <c:v>330.3</c:v>
                </c:pt>
                <c:pt idx="5102">
                  <c:v>334.2</c:v>
                </c:pt>
                <c:pt idx="5103">
                  <c:v>344.5</c:v>
                </c:pt>
                <c:pt idx="5104">
                  <c:v>338.7</c:v>
                </c:pt>
                <c:pt idx="5105">
                  <c:v>342.1</c:v>
                </c:pt>
                <c:pt idx="5106">
                  <c:v>336.65</c:v>
                </c:pt>
                <c:pt idx="5107">
                  <c:v>339.3</c:v>
                </c:pt>
                <c:pt idx="5108">
                  <c:v>341.65</c:v>
                </c:pt>
                <c:pt idx="5109">
                  <c:v>350.95</c:v>
                </c:pt>
                <c:pt idx="5110">
                  <c:v>352.4</c:v>
                </c:pt>
                <c:pt idx="5111">
                  <c:v>359.15</c:v>
                </c:pt>
                <c:pt idx="5112">
                  <c:v>350.05</c:v>
                </c:pt>
                <c:pt idx="5113">
                  <c:v>351.9</c:v>
                </c:pt>
                <c:pt idx="5114">
                  <c:v>346.1</c:v>
                </c:pt>
                <c:pt idx="5115">
                  <c:v>352.85</c:v>
                </c:pt>
                <c:pt idx="5116">
                  <c:v>358.5</c:v>
                </c:pt>
                <c:pt idx="5117">
                  <c:v>373.75</c:v>
                </c:pt>
                <c:pt idx="5118">
                  <c:v>366.6</c:v>
                </c:pt>
                <c:pt idx="5119">
                  <c:v>366.3</c:v>
                </c:pt>
                <c:pt idx="5120">
                  <c:v>373.5</c:v>
                </c:pt>
                <c:pt idx="5121">
                  <c:v>372.25</c:v>
                </c:pt>
                <c:pt idx="5122">
                  <c:v>395.8</c:v>
                </c:pt>
                <c:pt idx="5123">
                  <c:v>400.45</c:v>
                </c:pt>
                <c:pt idx="5124">
                  <c:v>404.05</c:v>
                </c:pt>
                <c:pt idx="5125">
                  <c:v>410.2</c:v>
                </c:pt>
                <c:pt idx="5126">
                  <c:v>416.45</c:v>
                </c:pt>
                <c:pt idx="5127">
                  <c:v>414.5</c:v>
                </c:pt>
                <c:pt idx="5128">
                  <c:v>413.1</c:v>
                </c:pt>
                <c:pt idx="5129">
                  <c:v>418.5</c:v>
                </c:pt>
                <c:pt idx="5130">
                  <c:v>425.05</c:v>
                </c:pt>
                <c:pt idx="5131">
                  <c:v>434.5</c:v>
                </c:pt>
                <c:pt idx="5132">
                  <c:v>431.7</c:v>
                </c:pt>
                <c:pt idx="5133">
                  <c:v>432.6</c:v>
                </c:pt>
                <c:pt idx="5134">
                  <c:v>428.85</c:v>
                </c:pt>
                <c:pt idx="5135">
                  <c:v>429.5</c:v>
                </c:pt>
                <c:pt idx="5136">
                  <c:v>424</c:v>
                </c:pt>
                <c:pt idx="5137">
                  <c:v>425</c:v>
                </c:pt>
                <c:pt idx="5138">
                  <c:v>426.85</c:v>
                </c:pt>
                <c:pt idx="5139">
                  <c:v>424.2</c:v>
                </c:pt>
                <c:pt idx="5140">
                  <c:v>413</c:v>
                </c:pt>
                <c:pt idx="5141">
                  <c:v>428.65</c:v>
                </c:pt>
                <c:pt idx="5142">
                  <c:v>438.65</c:v>
                </c:pt>
                <c:pt idx="5143">
                  <c:v>438.1</c:v>
                </c:pt>
                <c:pt idx="5144">
                  <c:v>421.3</c:v>
                </c:pt>
                <c:pt idx="5145">
                  <c:v>422.5</c:v>
                </c:pt>
                <c:pt idx="5146">
                  <c:v>405.1</c:v>
                </c:pt>
                <c:pt idx="5147">
                  <c:v>417.4</c:v>
                </c:pt>
                <c:pt idx="5148">
                  <c:v>408</c:v>
                </c:pt>
                <c:pt idx="5149">
                  <c:v>407.5</c:v>
                </c:pt>
                <c:pt idx="5150">
                  <c:v>404.65</c:v>
                </c:pt>
                <c:pt idx="5151">
                  <c:v>405.25</c:v>
                </c:pt>
                <c:pt idx="5152">
                  <c:v>404.6</c:v>
                </c:pt>
                <c:pt idx="5153">
                  <c:v>398.7</c:v>
                </c:pt>
                <c:pt idx="5154">
                  <c:v>395.5</c:v>
                </c:pt>
                <c:pt idx="5155">
                  <c:v>373.4</c:v>
                </c:pt>
                <c:pt idx="5156">
                  <c:v>374.15</c:v>
                </c:pt>
                <c:pt idx="5157">
                  <c:v>361.3</c:v>
                </c:pt>
                <c:pt idx="5158">
                  <c:v>343.9</c:v>
                </c:pt>
                <c:pt idx="5159">
                  <c:v>352.1</c:v>
                </c:pt>
                <c:pt idx="5160">
                  <c:v>361</c:v>
                </c:pt>
                <c:pt idx="5161">
                  <c:v>370.05</c:v>
                </c:pt>
                <c:pt idx="5162">
                  <c:v>359.75</c:v>
                </c:pt>
                <c:pt idx="5163">
                  <c:v>364.95</c:v>
                </c:pt>
                <c:pt idx="5164">
                  <c:v>382.3</c:v>
                </c:pt>
                <c:pt idx="5165">
                  <c:v>377.4</c:v>
                </c:pt>
                <c:pt idx="5166">
                  <c:v>371.1</c:v>
                </c:pt>
                <c:pt idx="5167">
                  <c:v>373.65</c:v>
                </c:pt>
                <c:pt idx="5168">
                  <c:v>369.5</c:v>
                </c:pt>
                <c:pt idx="5169">
                  <c:v>371.1</c:v>
                </c:pt>
                <c:pt idx="5170">
                  <c:v>368.35</c:v>
                </c:pt>
                <c:pt idx="5171">
                  <c:v>375.55</c:v>
                </c:pt>
                <c:pt idx="5172">
                  <c:v>373.9</c:v>
                </c:pt>
                <c:pt idx="5173">
                  <c:v>393.85</c:v>
                </c:pt>
                <c:pt idx="5174">
                  <c:v>395.5</c:v>
                </c:pt>
                <c:pt idx="5175">
                  <c:v>392.4</c:v>
                </c:pt>
                <c:pt idx="5176">
                  <c:v>404.05</c:v>
                </c:pt>
                <c:pt idx="5177">
                  <c:v>409.65</c:v>
                </c:pt>
                <c:pt idx="5178">
                  <c:v>423.45</c:v>
                </c:pt>
                <c:pt idx="5179">
                  <c:v>408.4</c:v>
                </c:pt>
                <c:pt idx="5180">
                  <c:v>411</c:v>
                </c:pt>
                <c:pt idx="5181">
                  <c:v>402.3</c:v>
                </c:pt>
                <c:pt idx="5182">
                  <c:v>401.4</c:v>
                </c:pt>
                <c:pt idx="5183">
                  <c:v>410.55</c:v>
                </c:pt>
                <c:pt idx="5184">
                  <c:v>402.85</c:v>
                </c:pt>
                <c:pt idx="5185">
                  <c:v>406.9</c:v>
                </c:pt>
                <c:pt idx="5186">
                  <c:v>403.9</c:v>
                </c:pt>
                <c:pt idx="5187">
                  <c:v>425.5</c:v>
                </c:pt>
                <c:pt idx="5188">
                  <c:v>426.5</c:v>
                </c:pt>
                <c:pt idx="5189">
                  <c:v>438.3</c:v>
                </c:pt>
                <c:pt idx="5190">
                  <c:v>441.9</c:v>
                </c:pt>
                <c:pt idx="5191">
                  <c:v>473.95</c:v>
                </c:pt>
                <c:pt idx="5192">
                  <c:v>473.15</c:v>
                </c:pt>
                <c:pt idx="5193">
                  <c:v>486.55</c:v>
                </c:pt>
                <c:pt idx="5194">
                  <c:v>492.2</c:v>
                </c:pt>
                <c:pt idx="5195">
                  <c:v>522.70000000000005</c:v>
                </c:pt>
                <c:pt idx="5196">
                  <c:v>517.20000000000005</c:v>
                </c:pt>
                <c:pt idx="5197">
                  <c:v>523.6</c:v>
                </c:pt>
                <c:pt idx="5198">
                  <c:v>532.9</c:v>
                </c:pt>
                <c:pt idx="5199">
                  <c:v>543.1</c:v>
                </c:pt>
                <c:pt idx="5200">
                  <c:v>548.29999999999995</c:v>
                </c:pt>
                <c:pt idx="5201">
                  <c:v>541.25</c:v>
                </c:pt>
                <c:pt idx="5202">
                  <c:v>568.4</c:v>
                </c:pt>
                <c:pt idx="5203">
                  <c:v>577.35</c:v>
                </c:pt>
                <c:pt idx="5204">
                  <c:v>585.79999999999995</c:v>
                </c:pt>
                <c:pt idx="5205">
                  <c:v>604.35</c:v>
                </c:pt>
                <c:pt idx="5206">
                  <c:v>620.9</c:v>
                </c:pt>
                <c:pt idx="5207">
                  <c:v>622.70000000000005</c:v>
                </c:pt>
                <c:pt idx="5208">
                  <c:v>614.54999999999995</c:v>
                </c:pt>
                <c:pt idx="5209">
                  <c:v>613.45000000000005</c:v>
                </c:pt>
                <c:pt idx="5210">
                  <c:v>609.35</c:v>
                </c:pt>
                <c:pt idx="5211">
                  <c:v>610.1</c:v>
                </c:pt>
                <c:pt idx="5212">
                  <c:v>621.70000000000005</c:v>
                </c:pt>
                <c:pt idx="5213">
                  <c:v>626.75</c:v>
                </c:pt>
                <c:pt idx="5214">
                  <c:v>635.35</c:v>
                </c:pt>
                <c:pt idx="5215">
                  <c:v>643.4</c:v>
                </c:pt>
                <c:pt idx="5216">
                  <c:v>635.29999999999995</c:v>
                </c:pt>
                <c:pt idx="5217">
                  <c:v>631.25</c:v>
                </c:pt>
                <c:pt idx="5218">
                  <c:v>595.85</c:v>
                </c:pt>
                <c:pt idx="5219">
                  <c:v>601.35</c:v>
                </c:pt>
                <c:pt idx="5220">
                  <c:v>621.4</c:v>
                </c:pt>
                <c:pt idx="5221">
                  <c:v>622.29999999999995</c:v>
                </c:pt>
                <c:pt idx="5222">
                  <c:v>632.65</c:v>
                </c:pt>
                <c:pt idx="5223">
                  <c:v>632.20000000000005</c:v>
                </c:pt>
                <c:pt idx="5224">
                  <c:v>640.45000000000005</c:v>
                </c:pt>
                <c:pt idx="5225">
                  <c:v>643.65</c:v>
                </c:pt>
                <c:pt idx="5226">
                  <c:v>643.1</c:v>
                </c:pt>
                <c:pt idx="5227">
                  <c:v>693</c:v>
                </c:pt>
                <c:pt idx="5228">
                  <c:v>680.55</c:v>
                </c:pt>
                <c:pt idx="5229">
                  <c:v>683.8</c:v>
                </c:pt>
                <c:pt idx="5230">
                  <c:v>722.8</c:v>
                </c:pt>
                <c:pt idx="5231">
                  <c:v>713.15</c:v>
                </c:pt>
                <c:pt idx="5232">
                  <c:v>695.65</c:v>
                </c:pt>
                <c:pt idx="5233">
                  <c:v>694.9</c:v>
                </c:pt>
                <c:pt idx="5234">
                  <c:v>709.15</c:v>
                </c:pt>
                <c:pt idx="5235">
                  <c:v>706.35</c:v>
                </c:pt>
                <c:pt idx="5236">
                  <c:v>705.9</c:v>
                </c:pt>
                <c:pt idx="5237">
                  <c:v>666.7</c:v>
                </c:pt>
                <c:pt idx="5238">
                  <c:v>681.1</c:v>
                </c:pt>
                <c:pt idx="5239">
                  <c:v>690.15</c:v>
                </c:pt>
                <c:pt idx="5240">
                  <c:v>666.7</c:v>
                </c:pt>
                <c:pt idx="5241">
                  <c:v>647</c:v>
                </c:pt>
                <c:pt idx="5242">
                  <c:v>651.95000000000005</c:v>
                </c:pt>
                <c:pt idx="5243">
                  <c:v>626</c:v>
                </c:pt>
                <c:pt idx="5244">
                  <c:v>623.70000000000005</c:v>
                </c:pt>
                <c:pt idx="5245">
                  <c:v>601</c:v>
                </c:pt>
                <c:pt idx="5246">
                  <c:v>636.1</c:v>
                </c:pt>
                <c:pt idx="5247">
                  <c:v>641.65</c:v>
                </c:pt>
                <c:pt idx="5248">
                  <c:v>653.15</c:v>
                </c:pt>
                <c:pt idx="5249">
                  <c:v>655.95</c:v>
                </c:pt>
                <c:pt idx="5250">
                  <c:v>685.05</c:v>
                </c:pt>
                <c:pt idx="5251">
                  <c:v>702.95</c:v>
                </c:pt>
                <c:pt idx="5252">
                  <c:v>699.2</c:v>
                </c:pt>
                <c:pt idx="5253">
                  <c:v>690.25</c:v>
                </c:pt>
                <c:pt idx="5254">
                  <c:v>694.7</c:v>
                </c:pt>
                <c:pt idx="5255">
                  <c:v>680.5</c:v>
                </c:pt>
                <c:pt idx="5256">
                  <c:v>672.15</c:v>
                </c:pt>
                <c:pt idx="5257">
                  <c:v>699.2</c:v>
                </c:pt>
                <c:pt idx="5258">
                  <c:v>696.8</c:v>
                </c:pt>
                <c:pt idx="5259">
                  <c:v>697.75</c:v>
                </c:pt>
                <c:pt idx="5260">
                  <c:v>670.7</c:v>
                </c:pt>
                <c:pt idx="5261">
                  <c:v>684.55</c:v>
                </c:pt>
                <c:pt idx="5262">
                  <c:v>729.3</c:v>
                </c:pt>
                <c:pt idx="5263">
                  <c:v>727.7</c:v>
                </c:pt>
                <c:pt idx="5264">
                  <c:v>742.9</c:v>
                </c:pt>
                <c:pt idx="5265">
                  <c:v>715.15</c:v>
                </c:pt>
                <c:pt idx="5266">
                  <c:v>730.4</c:v>
                </c:pt>
                <c:pt idx="5267">
                  <c:v>735.5</c:v>
                </c:pt>
                <c:pt idx="5268">
                  <c:v>777.15</c:v>
                </c:pt>
                <c:pt idx="5269">
                  <c:v>757.95</c:v>
                </c:pt>
                <c:pt idx="5270">
                  <c:v>733.3</c:v>
                </c:pt>
                <c:pt idx="5271">
                  <c:v>737.25</c:v>
                </c:pt>
                <c:pt idx="5272">
                  <c:v>706.75</c:v>
                </c:pt>
                <c:pt idx="5273">
                  <c:v>724.5</c:v>
                </c:pt>
                <c:pt idx="5274">
                  <c:v>719.95</c:v>
                </c:pt>
                <c:pt idx="5275">
                  <c:v>736.4</c:v>
                </c:pt>
                <c:pt idx="5276">
                  <c:v>724.05</c:v>
                </c:pt>
                <c:pt idx="5277">
                  <c:v>704.4</c:v>
                </c:pt>
                <c:pt idx="5278">
                  <c:v>704.85</c:v>
                </c:pt>
                <c:pt idx="5279">
                  <c:v>733</c:v>
                </c:pt>
                <c:pt idx="5280">
                  <c:v>743.5</c:v>
                </c:pt>
                <c:pt idx="5281">
                  <c:v>741.15</c:v>
                </c:pt>
                <c:pt idx="5282">
                  <c:v>702.8</c:v>
                </c:pt>
                <c:pt idx="5283">
                  <c:v>723.15</c:v>
                </c:pt>
                <c:pt idx="5284">
                  <c:v>766.85</c:v>
                </c:pt>
                <c:pt idx="5285">
                  <c:v>800</c:v>
                </c:pt>
                <c:pt idx="5286">
                  <c:v>811.85</c:v>
                </c:pt>
                <c:pt idx="5287">
                  <c:v>863.05</c:v>
                </c:pt>
                <c:pt idx="5288">
                  <c:v>867.75</c:v>
                </c:pt>
                <c:pt idx="5289">
                  <c:v>862.85</c:v>
                </c:pt>
                <c:pt idx="5290">
                  <c:v>874.85</c:v>
                </c:pt>
                <c:pt idx="5291">
                  <c:v>918.4</c:v>
                </c:pt>
                <c:pt idx="5292">
                  <c:v>899.5</c:v>
                </c:pt>
                <c:pt idx="5293">
                  <c:v>851.55</c:v>
                </c:pt>
                <c:pt idx="5294">
                  <c:v>879</c:v>
                </c:pt>
                <c:pt idx="5295">
                  <c:v>898.2</c:v>
                </c:pt>
                <c:pt idx="5296">
                  <c:v>890.25</c:v>
                </c:pt>
                <c:pt idx="5297">
                  <c:v>888.05</c:v>
                </c:pt>
                <c:pt idx="5298">
                  <c:v>894</c:v>
                </c:pt>
                <c:pt idx="5299">
                  <c:v>921.4</c:v>
                </c:pt>
                <c:pt idx="5300">
                  <c:v>925.6</c:v>
                </c:pt>
                <c:pt idx="5301">
                  <c:v>940.75</c:v>
                </c:pt>
                <c:pt idx="5302">
                  <c:v>977.75</c:v>
                </c:pt>
                <c:pt idx="5303">
                  <c:v>971.4</c:v>
                </c:pt>
                <c:pt idx="5304">
                  <c:v>1031.3499999999999</c:v>
                </c:pt>
                <c:pt idx="5305">
                  <c:v>1034</c:v>
                </c:pt>
              </c:numCache>
            </c:numRef>
          </c:val>
          <c:smooth val="0"/>
          <c:extLst>
            <c:ext xmlns:c16="http://schemas.microsoft.com/office/drawing/2014/chart" uri="{C3380CC4-5D6E-409C-BE32-E72D297353CC}">
              <c16:uniqueId val="{00000001-D47F-4489-B854-4AB843AA5369}"/>
            </c:ext>
          </c:extLst>
        </c:ser>
        <c:ser>
          <c:idx val="2"/>
          <c:order val="2"/>
          <c:tx>
            <c:strRef>
              <c:f>METALPIVOT!$D$3:$D$4</c:f>
              <c:strCache>
                <c:ptCount val="1"/>
                <c:pt idx="0">
                  <c:v>VEDL</c:v>
                </c:pt>
              </c:strCache>
            </c:strRef>
          </c:tx>
          <c:spPr>
            <a:ln w="28575" cap="rnd">
              <a:solidFill>
                <a:schemeClr val="accent5"/>
              </a:solidFill>
              <a:round/>
            </a:ln>
            <a:effectLst/>
          </c:spPr>
          <c:marker>
            <c:symbol val="none"/>
          </c:marker>
          <c:cat>
            <c:strRef>
              <c:f>METALPIVOT!$A$5:$A$5311</c:f>
              <c:strCache>
                <c:ptCount val="5306"/>
                <c:pt idx="0">
                  <c:v>03-01-2000</c:v>
                </c:pt>
                <c:pt idx="1">
                  <c:v>04-01-2000</c:v>
                </c:pt>
                <c:pt idx="2">
                  <c:v>05-01-2000</c:v>
                </c:pt>
                <c:pt idx="3">
                  <c:v>06-01-2000</c:v>
                </c:pt>
                <c:pt idx="4">
                  <c:v>07-01-2000</c:v>
                </c:pt>
                <c:pt idx="5">
                  <c:v>10-01-2000</c:v>
                </c:pt>
                <c:pt idx="6">
                  <c:v>11-01-2000</c:v>
                </c:pt>
                <c:pt idx="7">
                  <c:v>12-01-2000</c:v>
                </c:pt>
                <c:pt idx="8">
                  <c:v>13-01-2000</c:v>
                </c:pt>
                <c:pt idx="9">
                  <c:v>14-01-2000</c:v>
                </c:pt>
                <c:pt idx="10">
                  <c:v>17-01-2000</c:v>
                </c:pt>
                <c:pt idx="11">
                  <c:v>18-01-2000</c:v>
                </c:pt>
                <c:pt idx="12">
                  <c:v>19-01-2000</c:v>
                </c:pt>
                <c:pt idx="13">
                  <c:v>20-01-2000</c:v>
                </c:pt>
                <c:pt idx="14">
                  <c:v>21-01-2000</c:v>
                </c:pt>
                <c:pt idx="15">
                  <c:v>24-01-2000</c:v>
                </c:pt>
                <c:pt idx="16">
                  <c:v>25-01-2000</c:v>
                </c:pt>
                <c:pt idx="17">
                  <c:v>27-01-2000</c:v>
                </c:pt>
                <c:pt idx="18">
                  <c:v>28-01-2000</c:v>
                </c:pt>
                <c:pt idx="19">
                  <c:v>31-01-2000</c:v>
                </c:pt>
                <c:pt idx="20">
                  <c:v>01-02-2000</c:v>
                </c:pt>
                <c:pt idx="21">
                  <c:v>02-02-2000</c:v>
                </c:pt>
                <c:pt idx="22">
                  <c:v>03-02-2000</c:v>
                </c:pt>
                <c:pt idx="23">
                  <c:v>04-02-2000</c:v>
                </c:pt>
                <c:pt idx="24">
                  <c:v>07-02-2000</c:v>
                </c:pt>
                <c:pt idx="25">
                  <c:v>08-02-2000</c:v>
                </c:pt>
                <c:pt idx="26">
                  <c:v>09-02-2000</c:v>
                </c:pt>
                <c:pt idx="27">
                  <c:v>10-02-2000</c:v>
                </c:pt>
                <c:pt idx="28">
                  <c:v>11-02-2000</c:v>
                </c:pt>
                <c:pt idx="29">
                  <c:v>14-02-2000</c:v>
                </c:pt>
                <c:pt idx="30">
                  <c:v>15-02-2000</c:v>
                </c:pt>
                <c:pt idx="31">
                  <c:v>16-02-2000</c:v>
                </c:pt>
                <c:pt idx="32">
                  <c:v>17-02-2000</c:v>
                </c:pt>
                <c:pt idx="33">
                  <c:v>18-02-2000</c:v>
                </c:pt>
                <c:pt idx="34">
                  <c:v>21-02-2000</c:v>
                </c:pt>
                <c:pt idx="35">
                  <c:v>22-02-2000</c:v>
                </c:pt>
                <c:pt idx="36">
                  <c:v>23-02-2000</c:v>
                </c:pt>
                <c:pt idx="37">
                  <c:v>24-02-2000</c:v>
                </c:pt>
                <c:pt idx="38">
                  <c:v>25-02-2000</c:v>
                </c:pt>
                <c:pt idx="39">
                  <c:v>28-02-2000</c:v>
                </c:pt>
                <c:pt idx="40">
                  <c:v>29-02-2000</c:v>
                </c:pt>
                <c:pt idx="41">
                  <c:v>01-03-2000</c:v>
                </c:pt>
                <c:pt idx="42">
                  <c:v>02-03-2000</c:v>
                </c:pt>
                <c:pt idx="43">
                  <c:v>03-03-2000</c:v>
                </c:pt>
                <c:pt idx="44">
                  <c:v>06-03-2000</c:v>
                </c:pt>
                <c:pt idx="45">
                  <c:v>07-03-2000</c:v>
                </c:pt>
                <c:pt idx="46">
                  <c:v>08-03-2000</c:v>
                </c:pt>
                <c:pt idx="47">
                  <c:v>09-03-2000</c:v>
                </c:pt>
                <c:pt idx="48">
                  <c:v>10-03-2000</c:v>
                </c:pt>
                <c:pt idx="49">
                  <c:v>13-03-2000</c:v>
                </c:pt>
                <c:pt idx="50">
                  <c:v>14-03-2000</c:v>
                </c:pt>
                <c:pt idx="51">
                  <c:v>15-03-2000</c:v>
                </c:pt>
                <c:pt idx="52">
                  <c:v>16-03-2000</c:v>
                </c:pt>
                <c:pt idx="53">
                  <c:v>21-03-2000</c:v>
                </c:pt>
                <c:pt idx="54">
                  <c:v>22-03-2000</c:v>
                </c:pt>
                <c:pt idx="55">
                  <c:v>23-03-2000</c:v>
                </c:pt>
                <c:pt idx="56">
                  <c:v>24-03-2000</c:v>
                </c:pt>
                <c:pt idx="57">
                  <c:v>27-03-2000</c:v>
                </c:pt>
                <c:pt idx="58">
                  <c:v>28-03-2000</c:v>
                </c:pt>
                <c:pt idx="59">
                  <c:v>29-03-2000</c:v>
                </c:pt>
                <c:pt idx="60">
                  <c:v>30-03-2000</c:v>
                </c:pt>
                <c:pt idx="61">
                  <c:v>31-03-2000</c:v>
                </c:pt>
                <c:pt idx="62">
                  <c:v>03-04-2000</c:v>
                </c:pt>
                <c:pt idx="63">
                  <c:v>04-04-2000</c:v>
                </c:pt>
                <c:pt idx="64">
                  <c:v>05-04-2000</c:v>
                </c:pt>
                <c:pt idx="65">
                  <c:v>06-04-2000</c:v>
                </c:pt>
                <c:pt idx="66">
                  <c:v>07-04-2000</c:v>
                </c:pt>
                <c:pt idx="67">
                  <c:v>10-04-2000</c:v>
                </c:pt>
                <c:pt idx="68">
                  <c:v>11-04-2000</c:v>
                </c:pt>
                <c:pt idx="69">
                  <c:v>12-04-2000</c:v>
                </c:pt>
                <c:pt idx="70">
                  <c:v>13-04-2000</c:v>
                </c:pt>
                <c:pt idx="71">
                  <c:v>17-04-2000</c:v>
                </c:pt>
                <c:pt idx="72">
                  <c:v>18-04-2000</c:v>
                </c:pt>
                <c:pt idx="73">
                  <c:v>19-04-2000</c:v>
                </c:pt>
                <c:pt idx="74">
                  <c:v>20-04-2000</c:v>
                </c:pt>
                <c:pt idx="75">
                  <c:v>24-04-2000</c:v>
                </c:pt>
                <c:pt idx="76">
                  <c:v>25-04-2000</c:v>
                </c:pt>
                <c:pt idx="77">
                  <c:v>26-04-2000</c:v>
                </c:pt>
                <c:pt idx="78">
                  <c:v>27-04-2000</c:v>
                </c:pt>
                <c:pt idx="79">
                  <c:v>28-04-2000</c:v>
                </c:pt>
                <c:pt idx="80">
                  <c:v>02-05-2000</c:v>
                </c:pt>
                <c:pt idx="81">
                  <c:v>03-05-2000</c:v>
                </c:pt>
                <c:pt idx="82">
                  <c:v>04-05-2000</c:v>
                </c:pt>
                <c:pt idx="83">
                  <c:v>05-05-2000</c:v>
                </c:pt>
                <c:pt idx="84">
                  <c:v>08-05-2000</c:v>
                </c:pt>
                <c:pt idx="85">
                  <c:v>09-05-2000</c:v>
                </c:pt>
                <c:pt idx="86">
                  <c:v>10-05-2000</c:v>
                </c:pt>
                <c:pt idx="87">
                  <c:v>11-05-2000</c:v>
                </c:pt>
                <c:pt idx="88">
                  <c:v>12-05-2000</c:v>
                </c:pt>
                <c:pt idx="89">
                  <c:v>15-05-2000</c:v>
                </c:pt>
                <c:pt idx="90">
                  <c:v>16-05-2000</c:v>
                </c:pt>
                <c:pt idx="91">
                  <c:v>17-05-2000</c:v>
                </c:pt>
                <c:pt idx="92">
                  <c:v>18-05-2000</c:v>
                </c:pt>
                <c:pt idx="93">
                  <c:v>19-05-2000</c:v>
                </c:pt>
                <c:pt idx="94">
                  <c:v>22-05-2000</c:v>
                </c:pt>
                <c:pt idx="95">
                  <c:v>23-05-2000</c:v>
                </c:pt>
                <c:pt idx="96">
                  <c:v>24-05-2000</c:v>
                </c:pt>
                <c:pt idx="97">
                  <c:v>25-05-2000</c:v>
                </c:pt>
                <c:pt idx="98">
                  <c:v>26-05-2000</c:v>
                </c:pt>
                <c:pt idx="99">
                  <c:v>29-05-2000</c:v>
                </c:pt>
                <c:pt idx="100">
                  <c:v>30-05-2000</c:v>
                </c:pt>
                <c:pt idx="101">
                  <c:v>31-05-2000</c:v>
                </c:pt>
                <c:pt idx="102">
                  <c:v>01-06-2000</c:v>
                </c:pt>
                <c:pt idx="103">
                  <c:v>02-06-2000</c:v>
                </c:pt>
                <c:pt idx="104">
                  <c:v>05-06-2000</c:v>
                </c:pt>
                <c:pt idx="105">
                  <c:v>06-06-2000</c:v>
                </c:pt>
                <c:pt idx="106">
                  <c:v>07-06-2000</c:v>
                </c:pt>
                <c:pt idx="107">
                  <c:v>08-06-2000</c:v>
                </c:pt>
                <c:pt idx="108">
                  <c:v>09-06-2000</c:v>
                </c:pt>
                <c:pt idx="109">
                  <c:v>12-06-2000</c:v>
                </c:pt>
                <c:pt idx="110">
                  <c:v>13-06-2000</c:v>
                </c:pt>
                <c:pt idx="111">
                  <c:v>14-06-2000</c:v>
                </c:pt>
                <c:pt idx="112">
                  <c:v>15-06-2000</c:v>
                </c:pt>
                <c:pt idx="113">
                  <c:v>16-06-2000</c:v>
                </c:pt>
                <c:pt idx="114">
                  <c:v>19-06-2000</c:v>
                </c:pt>
                <c:pt idx="115">
                  <c:v>20-06-2000</c:v>
                </c:pt>
                <c:pt idx="116">
                  <c:v>21-06-2000</c:v>
                </c:pt>
                <c:pt idx="117">
                  <c:v>22-06-2000</c:v>
                </c:pt>
                <c:pt idx="118">
                  <c:v>23-06-2000</c:v>
                </c:pt>
                <c:pt idx="119">
                  <c:v>26-06-2000</c:v>
                </c:pt>
                <c:pt idx="120">
                  <c:v>27-06-2000</c:v>
                </c:pt>
                <c:pt idx="121">
                  <c:v>28-06-2000</c:v>
                </c:pt>
                <c:pt idx="122">
                  <c:v>29-06-2000</c:v>
                </c:pt>
                <c:pt idx="123">
                  <c:v>30-06-2000</c:v>
                </c:pt>
                <c:pt idx="124">
                  <c:v>03-07-2000</c:v>
                </c:pt>
                <c:pt idx="125">
                  <c:v>04-07-2000</c:v>
                </c:pt>
                <c:pt idx="126">
                  <c:v>05-07-2000</c:v>
                </c:pt>
                <c:pt idx="127">
                  <c:v>06-07-2000</c:v>
                </c:pt>
                <c:pt idx="128">
                  <c:v>07-07-2000</c:v>
                </c:pt>
                <c:pt idx="129">
                  <c:v>10-07-2000</c:v>
                </c:pt>
                <c:pt idx="130">
                  <c:v>11-07-2000</c:v>
                </c:pt>
                <c:pt idx="131">
                  <c:v>12-07-2000</c:v>
                </c:pt>
                <c:pt idx="132">
                  <c:v>13-07-2000</c:v>
                </c:pt>
                <c:pt idx="133">
                  <c:v>14-07-2000</c:v>
                </c:pt>
                <c:pt idx="134">
                  <c:v>17-07-2000</c:v>
                </c:pt>
                <c:pt idx="135">
                  <c:v>18-07-2000</c:v>
                </c:pt>
                <c:pt idx="136">
                  <c:v>19-07-2000</c:v>
                </c:pt>
                <c:pt idx="137">
                  <c:v>20-07-2000</c:v>
                </c:pt>
                <c:pt idx="138">
                  <c:v>21-07-2000</c:v>
                </c:pt>
                <c:pt idx="139">
                  <c:v>24-07-2000</c:v>
                </c:pt>
                <c:pt idx="140">
                  <c:v>25-07-2000</c:v>
                </c:pt>
                <c:pt idx="141">
                  <c:v>26-07-2000</c:v>
                </c:pt>
                <c:pt idx="142">
                  <c:v>27-07-2000</c:v>
                </c:pt>
                <c:pt idx="143">
                  <c:v>28-07-2000</c:v>
                </c:pt>
                <c:pt idx="144">
                  <c:v>31-07-2000</c:v>
                </c:pt>
                <c:pt idx="145">
                  <c:v>01-08-2000</c:v>
                </c:pt>
                <c:pt idx="146">
                  <c:v>02-08-2000</c:v>
                </c:pt>
                <c:pt idx="147">
                  <c:v>03-08-2000</c:v>
                </c:pt>
                <c:pt idx="148">
                  <c:v>04-08-2000</c:v>
                </c:pt>
                <c:pt idx="149">
                  <c:v>07-08-2000</c:v>
                </c:pt>
                <c:pt idx="150">
                  <c:v>08-08-2000</c:v>
                </c:pt>
                <c:pt idx="151">
                  <c:v>09-08-2000</c:v>
                </c:pt>
                <c:pt idx="152">
                  <c:v>10-08-2000</c:v>
                </c:pt>
                <c:pt idx="153">
                  <c:v>11-08-2000</c:v>
                </c:pt>
                <c:pt idx="154">
                  <c:v>14-08-2000</c:v>
                </c:pt>
                <c:pt idx="155">
                  <c:v>16-08-2000</c:v>
                </c:pt>
                <c:pt idx="156">
                  <c:v>17-08-2000</c:v>
                </c:pt>
                <c:pt idx="157">
                  <c:v>18-08-2000</c:v>
                </c:pt>
                <c:pt idx="158">
                  <c:v>21-08-2000</c:v>
                </c:pt>
                <c:pt idx="159">
                  <c:v>22-08-2000</c:v>
                </c:pt>
                <c:pt idx="160">
                  <c:v>23-08-2000</c:v>
                </c:pt>
                <c:pt idx="161">
                  <c:v>24-08-2000</c:v>
                </c:pt>
                <c:pt idx="162">
                  <c:v>25-08-2000</c:v>
                </c:pt>
                <c:pt idx="163">
                  <c:v>28-08-2000</c:v>
                </c:pt>
                <c:pt idx="164">
                  <c:v>29-08-2000</c:v>
                </c:pt>
                <c:pt idx="165">
                  <c:v>30-08-2000</c:v>
                </c:pt>
                <c:pt idx="166">
                  <c:v>31-08-2000</c:v>
                </c:pt>
                <c:pt idx="167">
                  <c:v>04-09-2000</c:v>
                </c:pt>
                <c:pt idx="168">
                  <c:v>05-09-2000</c:v>
                </c:pt>
                <c:pt idx="169">
                  <c:v>06-09-2000</c:v>
                </c:pt>
                <c:pt idx="170">
                  <c:v>07-09-2000</c:v>
                </c:pt>
                <c:pt idx="171">
                  <c:v>08-09-2000</c:v>
                </c:pt>
                <c:pt idx="172">
                  <c:v>11-09-2000</c:v>
                </c:pt>
                <c:pt idx="173">
                  <c:v>12-09-2000</c:v>
                </c:pt>
                <c:pt idx="174">
                  <c:v>13-09-2000</c:v>
                </c:pt>
                <c:pt idx="175">
                  <c:v>14-09-2000</c:v>
                </c:pt>
                <c:pt idx="176">
                  <c:v>15-09-2000</c:v>
                </c:pt>
                <c:pt idx="177">
                  <c:v>18-09-2000</c:v>
                </c:pt>
                <c:pt idx="178">
                  <c:v>19-09-2000</c:v>
                </c:pt>
                <c:pt idx="179">
                  <c:v>20-09-2000</c:v>
                </c:pt>
                <c:pt idx="180">
                  <c:v>21-09-2000</c:v>
                </c:pt>
                <c:pt idx="181">
                  <c:v>22-09-2000</c:v>
                </c:pt>
                <c:pt idx="182">
                  <c:v>25-09-2000</c:v>
                </c:pt>
                <c:pt idx="183">
                  <c:v>26-09-2000</c:v>
                </c:pt>
                <c:pt idx="184">
                  <c:v>27-09-2000</c:v>
                </c:pt>
                <c:pt idx="185">
                  <c:v>28-09-2000</c:v>
                </c:pt>
                <c:pt idx="186">
                  <c:v>29-09-2000</c:v>
                </c:pt>
                <c:pt idx="187">
                  <c:v>03-10-2000</c:v>
                </c:pt>
                <c:pt idx="188">
                  <c:v>04-10-2000</c:v>
                </c:pt>
                <c:pt idx="189">
                  <c:v>05-10-2000</c:v>
                </c:pt>
                <c:pt idx="190">
                  <c:v>06-10-2000</c:v>
                </c:pt>
                <c:pt idx="191">
                  <c:v>09-10-2000</c:v>
                </c:pt>
                <c:pt idx="192">
                  <c:v>10-10-2000</c:v>
                </c:pt>
                <c:pt idx="193">
                  <c:v>11-10-2000</c:v>
                </c:pt>
                <c:pt idx="194">
                  <c:v>12-10-2000</c:v>
                </c:pt>
                <c:pt idx="195">
                  <c:v>13-10-2000</c:v>
                </c:pt>
                <c:pt idx="196">
                  <c:v>16-10-2000</c:v>
                </c:pt>
                <c:pt idx="197">
                  <c:v>17-10-2000</c:v>
                </c:pt>
                <c:pt idx="198">
                  <c:v>18-10-2000</c:v>
                </c:pt>
                <c:pt idx="199">
                  <c:v>19-10-2000</c:v>
                </c:pt>
                <c:pt idx="200">
                  <c:v>20-10-2000</c:v>
                </c:pt>
                <c:pt idx="201">
                  <c:v>23-10-2000</c:v>
                </c:pt>
                <c:pt idx="202">
                  <c:v>24-10-2000</c:v>
                </c:pt>
                <c:pt idx="203">
                  <c:v>25-10-2000</c:v>
                </c:pt>
                <c:pt idx="204">
                  <c:v>26-10-2000</c:v>
                </c:pt>
                <c:pt idx="205">
                  <c:v>27-10-2000</c:v>
                </c:pt>
                <c:pt idx="206">
                  <c:v>30-10-2000</c:v>
                </c:pt>
                <c:pt idx="207">
                  <c:v>31-10-2000</c:v>
                </c:pt>
                <c:pt idx="208">
                  <c:v>01-11-2000</c:v>
                </c:pt>
                <c:pt idx="209">
                  <c:v>02-11-2000</c:v>
                </c:pt>
                <c:pt idx="210">
                  <c:v>03-11-2000</c:v>
                </c:pt>
                <c:pt idx="211">
                  <c:v>06-11-2000</c:v>
                </c:pt>
                <c:pt idx="212">
                  <c:v>07-11-2000</c:v>
                </c:pt>
                <c:pt idx="213">
                  <c:v>08-11-2000</c:v>
                </c:pt>
                <c:pt idx="214">
                  <c:v>09-11-2000</c:v>
                </c:pt>
                <c:pt idx="215">
                  <c:v>10-11-2000</c:v>
                </c:pt>
                <c:pt idx="216">
                  <c:v>13-11-2000</c:v>
                </c:pt>
                <c:pt idx="217">
                  <c:v>14-11-2000</c:v>
                </c:pt>
                <c:pt idx="218">
                  <c:v>15-11-2000</c:v>
                </c:pt>
                <c:pt idx="219">
                  <c:v>16-11-2000</c:v>
                </c:pt>
                <c:pt idx="220">
                  <c:v>17-11-2000</c:v>
                </c:pt>
                <c:pt idx="221">
                  <c:v>20-11-2000</c:v>
                </c:pt>
                <c:pt idx="222">
                  <c:v>21-11-2000</c:v>
                </c:pt>
                <c:pt idx="223">
                  <c:v>22-11-2000</c:v>
                </c:pt>
                <c:pt idx="224">
                  <c:v>23-11-2000</c:v>
                </c:pt>
                <c:pt idx="225">
                  <c:v>24-11-2000</c:v>
                </c:pt>
                <c:pt idx="226">
                  <c:v>27-11-2000</c:v>
                </c:pt>
                <c:pt idx="227">
                  <c:v>28-11-2000</c:v>
                </c:pt>
                <c:pt idx="228">
                  <c:v>29-11-2000</c:v>
                </c:pt>
                <c:pt idx="229">
                  <c:v>30-11-2000</c:v>
                </c:pt>
                <c:pt idx="230">
                  <c:v>01-12-2000</c:v>
                </c:pt>
                <c:pt idx="231">
                  <c:v>04-12-2000</c:v>
                </c:pt>
                <c:pt idx="232">
                  <c:v>05-12-2000</c:v>
                </c:pt>
                <c:pt idx="233">
                  <c:v>06-12-2000</c:v>
                </c:pt>
                <c:pt idx="234">
                  <c:v>07-12-2000</c:v>
                </c:pt>
                <c:pt idx="235">
                  <c:v>08-12-2000</c:v>
                </c:pt>
                <c:pt idx="236">
                  <c:v>11-12-2000</c:v>
                </c:pt>
                <c:pt idx="237">
                  <c:v>12-12-2000</c:v>
                </c:pt>
                <c:pt idx="238">
                  <c:v>13-12-2000</c:v>
                </c:pt>
                <c:pt idx="239">
                  <c:v>14-12-2000</c:v>
                </c:pt>
                <c:pt idx="240">
                  <c:v>15-12-2000</c:v>
                </c:pt>
                <c:pt idx="241">
                  <c:v>18-12-2000</c:v>
                </c:pt>
                <c:pt idx="242">
                  <c:v>19-12-2000</c:v>
                </c:pt>
                <c:pt idx="243">
                  <c:v>20-12-2000</c:v>
                </c:pt>
                <c:pt idx="244">
                  <c:v>21-12-2000</c:v>
                </c:pt>
                <c:pt idx="245">
                  <c:v>22-12-2000</c:v>
                </c:pt>
                <c:pt idx="246">
                  <c:v>26-12-2000</c:v>
                </c:pt>
                <c:pt idx="247">
                  <c:v>27-12-2000</c:v>
                </c:pt>
                <c:pt idx="248">
                  <c:v>28-12-2000</c:v>
                </c:pt>
                <c:pt idx="249">
                  <c:v>29-12-2000</c:v>
                </c:pt>
                <c:pt idx="250">
                  <c:v>01-01-2001</c:v>
                </c:pt>
                <c:pt idx="251">
                  <c:v>02-01-2001</c:v>
                </c:pt>
                <c:pt idx="252">
                  <c:v>03-01-2001</c:v>
                </c:pt>
                <c:pt idx="253">
                  <c:v>04-01-2001</c:v>
                </c:pt>
                <c:pt idx="254">
                  <c:v>05-01-2001</c:v>
                </c:pt>
                <c:pt idx="255">
                  <c:v>08-01-2001</c:v>
                </c:pt>
                <c:pt idx="256">
                  <c:v>09-01-2001</c:v>
                </c:pt>
                <c:pt idx="257">
                  <c:v>10-01-2001</c:v>
                </c:pt>
                <c:pt idx="258">
                  <c:v>11-01-2001</c:v>
                </c:pt>
                <c:pt idx="259">
                  <c:v>12-01-2001</c:v>
                </c:pt>
                <c:pt idx="260">
                  <c:v>15-01-2001</c:v>
                </c:pt>
                <c:pt idx="261">
                  <c:v>16-01-2001</c:v>
                </c:pt>
                <c:pt idx="262">
                  <c:v>17-01-2001</c:v>
                </c:pt>
                <c:pt idx="263">
                  <c:v>18-01-2001</c:v>
                </c:pt>
                <c:pt idx="264">
                  <c:v>19-01-2001</c:v>
                </c:pt>
                <c:pt idx="265">
                  <c:v>22-01-2001</c:v>
                </c:pt>
                <c:pt idx="266">
                  <c:v>23-01-2001</c:v>
                </c:pt>
                <c:pt idx="267">
                  <c:v>24-01-2001</c:v>
                </c:pt>
                <c:pt idx="268">
                  <c:v>25-01-2001</c:v>
                </c:pt>
                <c:pt idx="269">
                  <c:v>29-01-2001</c:v>
                </c:pt>
                <c:pt idx="270">
                  <c:v>30-01-2001</c:v>
                </c:pt>
                <c:pt idx="271">
                  <c:v>31-01-2001</c:v>
                </c:pt>
                <c:pt idx="272">
                  <c:v>01-02-2001</c:v>
                </c:pt>
                <c:pt idx="273">
                  <c:v>02-02-2001</c:v>
                </c:pt>
                <c:pt idx="274">
                  <c:v>05-02-2001</c:v>
                </c:pt>
                <c:pt idx="275">
                  <c:v>06-02-2001</c:v>
                </c:pt>
                <c:pt idx="276">
                  <c:v>07-02-2001</c:v>
                </c:pt>
                <c:pt idx="277">
                  <c:v>08-02-2001</c:v>
                </c:pt>
                <c:pt idx="278">
                  <c:v>09-02-2001</c:v>
                </c:pt>
                <c:pt idx="279">
                  <c:v>12-02-2001</c:v>
                </c:pt>
                <c:pt idx="280">
                  <c:v>13-02-2001</c:v>
                </c:pt>
                <c:pt idx="281">
                  <c:v>14-02-2001</c:v>
                </c:pt>
                <c:pt idx="282">
                  <c:v>15-02-2001</c:v>
                </c:pt>
                <c:pt idx="283">
                  <c:v>16-02-2001</c:v>
                </c:pt>
                <c:pt idx="284">
                  <c:v>19-02-2001</c:v>
                </c:pt>
                <c:pt idx="285">
                  <c:v>20-02-2001</c:v>
                </c:pt>
                <c:pt idx="286">
                  <c:v>21-02-2001</c:v>
                </c:pt>
                <c:pt idx="287">
                  <c:v>22-02-2001</c:v>
                </c:pt>
                <c:pt idx="288">
                  <c:v>23-02-2001</c:v>
                </c:pt>
                <c:pt idx="289">
                  <c:v>26-02-2001</c:v>
                </c:pt>
                <c:pt idx="290">
                  <c:v>27-02-2001</c:v>
                </c:pt>
                <c:pt idx="291">
                  <c:v>28-02-2001</c:v>
                </c:pt>
                <c:pt idx="292">
                  <c:v>01-03-2001</c:v>
                </c:pt>
                <c:pt idx="293">
                  <c:v>02-03-2001</c:v>
                </c:pt>
                <c:pt idx="294">
                  <c:v>05-03-2001</c:v>
                </c:pt>
                <c:pt idx="295">
                  <c:v>07-03-2001</c:v>
                </c:pt>
                <c:pt idx="296">
                  <c:v>08-03-2001</c:v>
                </c:pt>
                <c:pt idx="297">
                  <c:v>09-03-2001</c:v>
                </c:pt>
                <c:pt idx="298">
                  <c:v>12-03-2001</c:v>
                </c:pt>
                <c:pt idx="299">
                  <c:v>13-03-2001</c:v>
                </c:pt>
                <c:pt idx="300">
                  <c:v>14-03-2001</c:v>
                </c:pt>
                <c:pt idx="301">
                  <c:v>15-03-2001</c:v>
                </c:pt>
                <c:pt idx="302">
                  <c:v>16-03-2001</c:v>
                </c:pt>
                <c:pt idx="303">
                  <c:v>19-03-2001</c:v>
                </c:pt>
                <c:pt idx="304">
                  <c:v>20-03-2001</c:v>
                </c:pt>
                <c:pt idx="305">
                  <c:v>21-03-2001</c:v>
                </c:pt>
                <c:pt idx="306">
                  <c:v>22-03-2001</c:v>
                </c:pt>
                <c:pt idx="307">
                  <c:v>23-03-2001</c:v>
                </c:pt>
                <c:pt idx="308">
                  <c:v>26-03-2001</c:v>
                </c:pt>
                <c:pt idx="309">
                  <c:v>27-03-2001</c:v>
                </c:pt>
                <c:pt idx="310">
                  <c:v>28-03-2001</c:v>
                </c:pt>
                <c:pt idx="311">
                  <c:v>29-03-2001</c:v>
                </c:pt>
                <c:pt idx="312">
                  <c:v>30-03-2001</c:v>
                </c:pt>
                <c:pt idx="313">
                  <c:v>02-04-2001</c:v>
                </c:pt>
                <c:pt idx="314">
                  <c:v>03-04-2001</c:v>
                </c:pt>
                <c:pt idx="315">
                  <c:v>04-04-2001</c:v>
                </c:pt>
                <c:pt idx="316">
                  <c:v>06-04-2001</c:v>
                </c:pt>
                <c:pt idx="317">
                  <c:v>09-04-2001</c:v>
                </c:pt>
                <c:pt idx="318">
                  <c:v>10-04-2001</c:v>
                </c:pt>
                <c:pt idx="319">
                  <c:v>11-04-2001</c:v>
                </c:pt>
                <c:pt idx="320">
                  <c:v>12-04-2001</c:v>
                </c:pt>
                <c:pt idx="321">
                  <c:v>16-04-2001</c:v>
                </c:pt>
                <c:pt idx="322">
                  <c:v>17-04-2001</c:v>
                </c:pt>
                <c:pt idx="323">
                  <c:v>18-04-2001</c:v>
                </c:pt>
                <c:pt idx="324">
                  <c:v>19-04-2001</c:v>
                </c:pt>
                <c:pt idx="325">
                  <c:v>20-04-2001</c:v>
                </c:pt>
                <c:pt idx="326">
                  <c:v>23-04-2001</c:v>
                </c:pt>
                <c:pt idx="327">
                  <c:v>24-04-2001</c:v>
                </c:pt>
                <c:pt idx="328">
                  <c:v>25-04-2001</c:v>
                </c:pt>
                <c:pt idx="329">
                  <c:v>26-04-2001</c:v>
                </c:pt>
                <c:pt idx="330">
                  <c:v>27-04-2001</c:v>
                </c:pt>
                <c:pt idx="331">
                  <c:v>30-04-2001</c:v>
                </c:pt>
                <c:pt idx="332">
                  <c:v>02-05-2001</c:v>
                </c:pt>
                <c:pt idx="333">
                  <c:v>03-05-2001</c:v>
                </c:pt>
                <c:pt idx="334">
                  <c:v>04-05-2001</c:v>
                </c:pt>
                <c:pt idx="335">
                  <c:v>07-05-2001</c:v>
                </c:pt>
                <c:pt idx="336">
                  <c:v>08-05-2001</c:v>
                </c:pt>
                <c:pt idx="337">
                  <c:v>09-05-2001</c:v>
                </c:pt>
                <c:pt idx="338">
                  <c:v>10-05-2001</c:v>
                </c:pt>
                <c:pt idx="339">
                  <c:v>11-05-2001</c:v>
                </c:pt>
                <c:pt idx="340">
                  <c:v>14-05-2001</c:v>
                </c:pt>
                <c:pt idx="341">
                  <c:v>15-05-2001</c:v>
                </c:pt>
                <c:pt idx="342">
                  <c:v>16-05-2001</c:v>
                </c:pt>
                <c:pt idx="343">
                  <c:v>17-05-2001</c:v>
                </c:pt>
                <c:pt idx="344">
                  <c:v>18-05-2001</c:v>
                </c:pt>
                <c:pt idx="345">
                  <c:v>21-05-2001</c:v>
                </c:pt>
                <c:pt idx="346">
                  <c:v>22-05-2001</c:v>
                </c:pt>
                <c:pt idx="347">
                  <c:v>23-05-2001</c:v>
                </c:pt>
                <c:pt idx="348">
                  <c:v>24-05-2001</c:v>
                </c:pt>
                <c:pt idx="349">
                  <c:v>25-05-2001</c:v>
                </c:pt>
                <c:pt idx="350">
                  <c:v>28-05-2001</c:v>
                </c:pt>
                <c:pt idx="351">
                  <c:v>29-05-2001</c:v>
                </c:pt>
                <c:pt idx="352">
                  <c:v>30-05-2001</c:v>
                </c:pt>
                <c:pt idx="353">
                  <c:v>31-05-2001</c:v>
                </c:pt>
                <c:pt idx="354">
                  <c:v>01-06-2001</c:v>
                </c:pt>
                <c:pt idx="355">
                  <c:v>04-06-2001</c:v>
                </c:pt>
                <c:pt idx="356">
                  <c:v>05-06-2001</c:v>
                </c:pt>
                <c:pt idx="357">
                  <c:v>06-06-2001</c:v>
                </c:pt>
                <c:pt idx="358">
                  <c:v>07-06-2001</c:v>
                </c:pt>
                <c:pt idx="359">
                  <c:v>08-06-2001</c:v>
                </c:pt>
                <c:pt idx="360">
                  <c:v>11-06-2001</c:v>
                </c:pt>
                <c:pt idx="361">
                  <c:v>12-06-2001</c:v>
                </c:pt>
                <c:pt idx="362">
                  <c:v>13-06-2001</c:v>
                </c:pt>
                <c:pt idx="363">
                  <c:v>14-06-2001</c:v>
                </c:pt>
                <c:pt idx="364">
                  <c:v>15-06-2001</c:v>
                </c:pt>
                <c:pt idx="365">
                  <c:v>18-06-2001</c:v>
                </c:pt>
                <c:pt idx="366">
                  <c:v>19-06-2001</c:v>
                </c:pt>
                <c:pt idx="367">
                  <c:v>20-06-2001</c:v>
                </c:pt>
                <c:pt idx="368">
                  <c:v>21-06-2001</c:v>
                </c:pt>
                <c:pt idx="369">
                  <c:v>22-06-2001</c:v>
                </c:pt>
                <c:pt idx="370">
                  <c:v>25-06-2001</c:v>
                </c:pt>
                <c:pt idx="371">
                  <c:v>26-06-2001</c:v>
                </c:pt>
                <c:pt idx="372">
                  <c:v>27-06-2001</c:v>
                </c:pt>
                <c:pt idx="373">
                  <c:v>28-06-2001</c:v>
                </c:pt>
                <c:pt idx="374">
                  <c:v>29-06-2001</c:v>
                </c:pt>
                <c:pt idx="375">
                  <c:v>02-07-2001</c:v>
                </c:pt>
                <c:pt idx="376">
                  <c:v>03-07-2001</c:v>
                </c:pt>
                <c:pt idx="377">
                  <c:v>04-07-2001</c:v>
                </c:pt>
                <c:pt idx="378">
                  <c:v>05-07-2001</c:v>
                </c:pt>
                <c:pt idx="379">
                  <c:v>06-07-2001</c:v>
                </c:pt>
                <c:pt idx="380">
                  <c:v>09-07-2001</c:v>
                </c:pt>
                <c:pt idx="381">
                  <c:v>10-07-2001</c:v>
                </c:pt>
                <c:pt idx="382">
                  <c:v>11-07-2001</c:v>
                </c:pt>
                <c:pt idx="383">
                  <c:v>12-07-2001</c:v>
                </c:pt>
                <c:pt idx="384">
                  <c:v>13-07-2001</c:v>
                </c:pt>
                <c:pt idx="385">
                  <c:v>16-07-2001</c:v>
                </c:pt>
                <c:pt idx="386">
                  <c:v>17-07-2001</c:v>
                </c:pt>
                <c:pt idx="387">
                  <c:v>18-07-2001</c:v>
                </c:pt>
                <c:pt idx="388">
                  <c:v>19-07-2001</c:v>
                </c:pt>
                <c:pt idx="389">
                  <c:v>20-07-2001</c:v>
                </c:pt>
                <c:pt idx="390">
                  <c:v>23-07-2001</c:v>
                </c:pt>
                <c:pt idx="391">
                  <c:v>24-07-2001</c:v>
                </c:pt>
                <c:pt idx="392">
                  <c:v>25-07-2001</c:v>
                </c:pt>
                <c:pt idx="393">
                  <c:v>26-07-2001</c:v>
                </c:pt>
                <c:pt idx="394">
                  <c:v>27-07-2001</c:v>
                </c:pt>
                <c:pt idx="395">
                  <c:v>30-07-2001</c:v>
                </c:pt>
                <c:pt idx="396">
                  <c:v>31-07-2001</c:v>
                </c:pt>
                <c:pt idx="397">
                  <c:v>01-08-2001</c:v>
                </c:pt>
                <c:pt idx="398">
                  <c:v>02-08-2001</c:v>
                </c:pt>
                <c:pt idx="399">
                  <c:v>03-08-2001</c:v>
                </c:pt>
                <c:pt idx="400">
                  <c:v>06-08-2001</c:v>
                </c:pt>
                <c:pt idx="401">
                  <c:v>07-08-2001</c:v>
                </c:pt>
                <c:pt idx="402">
                  <c:v>08-08-2001</c:v>
                </c:pt>
                <c:pt idx="403">
                  <c:v>09-08-2001</c:v>
                </c:pt>
                <c:pt idx="404">
                  <c:v>10-08-2001</c:v>
                </c:pt>
                <c:pt idx="405">
                  <c:v>13-08-2001</c:v>
                </c:pt>
                <c:pt idx="406">
                  <c:v>14-08-2001</c:v>
                </c:pt>
                <c:pt idx="407">
                  <c:v>16-08-2001</c:v>
                </c:pt>
                <c:pt idx="408">
                  <c:v>17-08-2001</c:v>
                </c:pt>
                <c:pt idx="409">
                  <c:v>20-08-2001</c:v>
                </c:pt>
                <c:pt idx="410">
                  <c:v>21-08-2001</c:v>
                </c:pt>
                <c:pt idx="411">
                  <c:v>23-08-2001</c:v>
                </c:pt>
                <c:pt idx="412">
                  <c:v>24-08-2001</c:v>
                </c:pt>
                <c:pt idx="413">
                  <c:v>27-08-2001</c:v>
                </c:pt>
                <c:pt idx="414">
                  <c:v>28-08-2001</c:v>
                </c:pt>
                <c:pt idx="415">
                  <c:v>29-08-2001</c:v>
                </c:pt>
                <c:pt idx="416">
                  <c:v>30-08-2001</c:v>
                </c:pt>
                <c:pt idx="417">
                  <c:v>31-08-2001</c:v>
                </c:pt>
                <c:pt idx="418">
                  <c:v>03-09-2001</c:v>
                </c:pt>
                <c:pt idx="419">
                  <c:v>04-09-2001</c:v>
                </c:pt>
                <c:pt idx="420">
                  <c:v>05-09-2001</c:v>
                </c:pt>
                <c:pt idx="421">
                  <c:v>06-09-2001</c:v>
                </c:pt>
                <c:pt idx="422">
                  <c:v>07-09-2001</c:v>
                </c:pt>
                <c:pt idx="423">
                  <c:v>10-09-2001</c:v>
                </c:pt>
                <c:pt idx="424">
                  <c:v>11-09-2001</c:v>
                </c:pt>
                <c:pt idx="425">
                  <c:v>12-09-2001</c:v>
                </c:pt>
                <c:pt idx="426">
                  <c:v>13-09-2001</c:v>
                </c:pt>
                <c:pt idx="427">
                  <c:v>14-09-2001</c:v>
                </c:pt>
                <c:pt idx="428">
                  <c:v>17-09-2001</c:v>
                </c:pt>
                <c:pt idx="429">
                  <c:v>18-09-2001</c:v>
                </c:pt>
                <c:pt idx="430">
                  <c:v>19-09-2001</c:v>
                </c:pt>
                <c:pt idx="431">
                  <c:v>20-09-2001</c:v>
                </c:pt>
                <c:pt idx="432">
                  <c:v>21-09-2001</c:v>
                </c:pt>
                <c:pt idx="433">
                  <c:v>24-09-2001</c:v>
                </c:pt>
                <c:pt idx="434">
                  <c:v>25-09-2001</c:v>
                </c:pt>
                <c:pt idx="435">
                  <c:v>26-09-2001</c:v>
                </c:pt>
                <c:pt idx="436">
                  <c:v>27-09-2001</c:v>
                </c:pt>
                <c:pt idx="437">
                  <c:v>28-09-2001</c:v>
                </c:pt>
                <c:pt idx="438">
                  <c:v>01-10-2001</c:v>
                </c:pt>
                <c:pt idx="439">
                  <c:v>03-10-2001</c:v>
                </c:pt>
                <c:pt idx="440">
                  <c:v>04-10-2001</c:v>
                </c:pt>
                <c:pt idx="441">
                  <c:v>05-10-2001</c:v>
                </c:pt>
                <c:pt idx="442">
                  <c:v>08-10-2001</c:v>
                </c:pt>
                <c:pt idx="443">
                  <c:v>09-10-2001</c:v>
                </c:pt>
                <c:pt idx="444">
                  <c:v>10-10-2001</c:v>
                </c:pt>
                <c:pt idx="445">
                  <c:v>11-10-2001</c:v>
                </c:pt>
                <c:pt idx="446">
                  <c:v>12-10-2001</c:v>
                </c:pt>
                <c:pt idx="447">
                  <c:v>15-10-2001</c:v>
                </c:pt>
                <c:pt idx="448">
                  <c:v>16-10-2001</c:v>
                </c:pt>
                <c:pt idx="449">
                  <c:v>17-10-2001</c:v>
                </c:pt>
                <c:pt idx="450">
                  <c:v>18-10-2001</c:v>
                </c:pt>
                <c:pt idx="451">
                  <c:v>19-10-2001</c:v>
                </c:pt>
                <c:pt idx="452">
                  <c:v>22-10-2001</c:v>
                </c:pt>
                <c:pt idx="453">
                  <c:v>23-10-2001</c:v>
                </c:pt>
                <c:pt idx="454">
                  <c:v>24-10-2001</c:v>
                </c:pt>
                <c:pt idx="455">
                  <c:v>25-10-2001</c:v>
                </c:pt>
                <c:pt idx="456">
                  <c:v>29-10-2001</c:v>
                </c:pt>
                <c:pt idx="457">
                  <c:v>30-10-2001</c:v>
                </c:pt>
                <c:pt idx="458">
                  <c:v>31-10-2001</c:v>
                </c:pt>
                <c:pt idx="459">
                  <c:v>01-11-2001</c:v>
                </c:pt>
                <c:pt idx="460">
                  <c:v>02-11-2001</c:v>
                </c:pt>
                <c:pt idx="461">
                  <c:v>05-11-2001</c:v>
                </c:pt>
                <c:pt idx="462">
                  <c:v>06-11-2001</c:v>
                </c:pt>
                <c:pt idx="463">
                  <c:v>07-11-2001</c:v>
                </c:pt>
                <c:pt idx="464">
                  <c:v>08-11-2001</c:v>
                </c:pt>
                <c:pt idx="465">
                  <c:v>09-11-2001</c:v>
                </c:pt>
                <c:pt idx="466">
                  <c:v>12-11-2001</c:v>
                </c:pt>
                <c:pt idx="467">
                  <c:v>13-11-2001</c:v>
                </c:pt>
                <c:pt idx="468">
                  <c:v>14-11-2001</c:v>
                </c:pt>
                <c:pt idx="469">
                  <c:v>15-11-2001</c:v>
                </c:pt>
                <c:pt idx="470">
                  <c:v>19-11-2001</c:v>
                </c:pt>
                <c:pt idx="471">
                  <c:v>20-11-2001</c:v>
                </c:pt>
                <c:pt idx="472">
                  <c:v>21-11-2001</c:v>
                </c:pt>
                <c:pt idx="473">
                  <c:v>22-11-2001</c:v>
                </c:pt>
                <c:pt idx="474">
                  <c:v>23-11-2001</c:v>
                </c:pt>
                <c:pt idx="475">
                  <c:v>26-11-2001</c:v>
                </c:pt>
                <c:pt idx="476">
                  <c:v>27-11-2001</c:v>
                </c:pt>
                <c:pt idx="477">
                  <c:v>28-11-2001</c:v>
                </c:pt>
                <c:pt idx="478">
                  <c:v>29-11-2001</c:v>
                </c:pt>
                <c:pt idx="479">
                  <c:v>03-12-2001</c:v>
                </c:pt>
                <c:pt idx="480">
                  <c:v>04-12-2001</c:v>
                </c:pt>
                <c:pt idx="481">
                  <c:v>05-12-2001</c:v>
                </c:pt>
                <c:pt idx="482">
                  <c:v>06-12-2001</c:v>
                </c:pt>
                <c:pt idx="483">
                  <c:v>07-12-2001</c:v>
                </c:pt>
                <c:pt idx="484">
                  <c:v>10-12-2001</c:v>
                </c:pt>
                <c:pt idx="485">
                  <c:v>11-12-2001</c:v>
                </c:pt>
                <c:pt idx="486">
                  <c:v>12-12-2001</c:v>
                </c:pt>
                <c:pt idx="487">
                  <c:v>13-12-2001</c:v>
                </c:pt>
                <c:pt idx="488">
                  <c:v>14-12-2001</c:v>
                </c:pt>
                <c:pt idx="489">
                  <c:v>18-12-2001</c:v>
                </c:pt>
                <c:pt idx="490">
                  <c:v>19-12-2001</c:v>
                </c:pt>
                <c:pt idx="491">
                  <c:v>20-12-2001</c:v>
                </c:pt>
                <c:pt idx="492">
                  <c:v>21-12-2001</c:v>
                </c:pt>
                <c:pt idx="493">
                  <c:v>24-12-2001</c:v>
                </c:pt>
                <c:pt idx="494">
                  <c:v>26-12-2001</c:v>
                </c:pt>
                <c:pt idx="495">
                  <c:v>27-12-2001</c:v>
                </c:pt>
                <c:pt idx="496">
                  <c:v>28-12-2001</c:v>
                </c:pt>
                <c:pt idx="497">
                  <c:v>31-12-2001</c:v>
                </c:pt>
                <c:pt idx="498">
                  <c:v>01-01-2002</c:v>
                </c:pt>
                <c:pt idx="499">
                  <c:v>02-01-2002</c:v>
                </c:pt>
                <c:pt idx="500">
                  <c:v>03-01-2002</c:v>
                </c:pt>
                <c:pt idx="501">
                  <c:v>04-01-2002</c:v>
                </c:pt>
                <c:pt idx="502">
                  <c:v>07-01-2002</c:v>
                </c:pt>
                <c:pt idx="503">
                  <c:v>08-01-2002</c:v>
                </c:pt>
                <c:pt idx="504">
                  <c:v>09-01-2002</c:v>
                </c:pt>
                <c:pt idx="505">
                  <c:v>10-01-2002</c:v>
                </c:pt>
                <c:pt idx="506">
                  <c:v>11-01-2002</c:v>
                </c:pt>
                <c:pt idx="507">
                  <c:v>14-01-2002</c:v>
                </c:pt>
                <c:pt idx="508">
                  <c:v>15-01-2002</c:v>
                </c:pt>
                <c:pt idx="509">
                  <c:v>16-01-2002</c:v>
                </c:pt>
                <c:pt idx="510">
                  <c:v>17-01-2002</c:v>
                </c:pt>
                <c:pt idx="511">
                  <c:v>18-01-2002</c:v>
                </c:pt>
                <c:pt idx="512">
                  <c:v>21-01-2002</c:v>
                </c:pt>
                <c:pt idx="513">
                  <c:v>22-01-2002</c:v>
                </c:pt>
                <c:pt idx="514">
                  <c:v>23-01-2002</c:v>
                </c:pt>
                <c:pt idx="515">
                  <c:v>24-01-2002</c:v>
                </c:pt>
                <c:pt idx="516">
                  <c:v>25-01-2002</c:v>
                </c:pt>
                <c:pt idx="517">
                  <c:v>28-01-2002</c:v>
                </c:pt>
                <c:pt idx="518">
                  <c:v>29-01-2002</c:v>
                </c:pt>
                <c:pt idx="519">
                  <c:v>30-01-2002</c:v>
                </c:pt>
                <c:pt idx="520">
                  <c:v>31-01-2002</c:v>
                </c:pt>
                <c:pt idx="521">
                  <c:v>01-02-2002</c:v>
                </c:pt>
                <c:pt idx="522">
                  <c:v>04-02-2002</c:v>
                </c:pt>
                <c:pt idx="523">
                  <c:v>05-02-2002</c:v>
                </c:pt>
                <c:pt idx="524">
                  <c:v>06-02-2002</c:v>
                </c:pt>
                <c:pt idx="525">
                  <c:v>07-02-2002</c:v>
                </c:pt>
                <c:pt idx="526">
                  <c:v>08-02-2002</c:v>
                </c:pt>
                <c:pt idx="527">
                  <c:v>11-02-2002</c:v>
                </c:pt>
                <c:pt idx="528">
                  <c:v>12-02-2002</c:v>
                </c:pt>
                <c:pt idx="529">
                  <c:v>13-02-2002</c:v>
                </c:pt>
                <c:pt idx="530">
                  <c:v>14-02-2002</c:v>
                </c:pt>
                <c:pt idx="531">
                  <c:v>15-02-2002</c:v>
                </c:pt>
                <c:pt idx="532">
                  <c:v>18-02-2002</c:v>
                </c:pt>
                <c:pt idx="533">
                  <c:v>19-02-2002</c:v>
                </c:pt>
                <c:pt idx="534">
                  <c:v>20-02-2002</c:v>
                </c:pt>
                <c:pt idx="535">
                  <c:v>21-02-2002</c:v>
                </c:pt>
                <c:pt idx="536">
                  <c:v>22-02-2002</c:v>
                </c:pt>
                <c:pt idx="537">
                  <c:v>25-02-2002</c:v>
                </c:pt>
                <c:pt idx="538">
                  <c:v>26-02-2002</c:v>
                </c:pt>
                <c:pt idx="539">
                  <c:v>27-02-2002</c:v>
                </c:pt>
                <c:pt idx="540">
                  <c:v>28-02-2002</c:v>
                </c:pt>
                <c:pt idx="541">
                  <c:v>01-03-2002</c:v>
                </c:pt>
                <c:pt idx="542">
                  <c:v>04-03-2002</c:v>
                </c:pt>
                <c:pt idx="543">
                  <c:v>05-03-2002</c:v>
                </c:pt>
                <c:pt idx="544">
                  <c:v>06-03-2002</c:v>
                </c:pt>
                <c:pt idx="545">
                  <c:v>07-03-2002</c:v>
                </c:pt>
                <c:pt idx="546">
                  <c:v>08-03-2002</c:v>
                </c:pt>
                <c:pt idx="547">
                  <c:v>11-03-2002</c:v>
                </c:pt>
                <c:pt idx="548">
                  <c:v>12-03-2002</c:v>
                </c:pt>
                <c:pt idx="549">
                  <c:v>13-03-2002</c:v>
                </c:pt>
                <c:pt idx="550">
                  <c:v>14-03-2002</c:v>
                </c:pt>
                <c:pt idx="551">
                  <c:v>15-03-2002</c:v>
                </c:pt>
                <c:pt idx="552">
                  <c:v>18-03-2002</c:v>
                </c:pt>
                <c:pt idx="553">
                  <c:v>19-03-2002</c:v>
                </c:pt>
                <c:pt idx="554">
                  <c:v>20-03-2002</c:v>
                </c:pt>
                <c:pt idx="555">
                  <c:v>21-03-2002</c:v>
                </c:pt>
                <c:pt idx="556">
                  <c:v>22-03-2002</c:v>
                </c:pt>
                <c:pt idx="557">
                  <c:v>26-03-2002</c:v>
                </c:pt>
                <c:pt idx="558">
                  <c:v>27-03-2002</c:v>
                </c:pt>
                <c:pt idx="559">
                  <c:v>28-03-2002</c:v>
                </c:pt>
                <c:pt idx="560">
                  <c:v>01-04-2002</c:v>
                </c:pt>
                <c:pt idx="561">
                  <c:v>02-04-2002</c:v>
                </c:pt>
                <c:pt idx="562">
                  <c:v>03-04-2002</c:v>
                </c:pt>
                <c:pt idx="563">
                  <c:v>04-04-2002</c:v>
                </c:pt>
                <c:pt idx="564">
                  <c:v>05-04-2002</c:v>
                </c:pt>
                <c:pt idx="565">
                  <c:v>08-04-2002</c:v>
                </c:pt>
                <c:pt idx="566">
                  <c:v>09-04-2002</c:v>
                </c:pt>
                <c:pt idx="567">
                  <c:v>10-04-2002</c:v>
                </c:pt>
                <c:pt idx="568">
                  <c:v>11-04-2002</c:v>
                </c:pt>
                <c:pt idx="569">
                  <c:v>12-04-2002</c:v>
                </c:pt>
                <c:pt idx="570">
                  <c:v>15-04-2002</c:v>
                </c:pt>
                <c:pt idx="571">
                  <c:v>16-04-2002</c:v>
                </c:pt>
                <c:pt idx="572">
                  <c:v>17-04-2002</c:v>
                </c:pt>
                <c:pt idx="573">
                  <c:v>18-04-2002</c:v>
                </c:pt>
                <c:pt idx="574">
                  <c:v>19-04-2002</c:v>
                </c:pt>
                <c:pt idx="575">
                  <c:v>22-04-2002</c:v>
                </c:pt>
                <c:pt idx="576">
                  <c:v>23-04-2002</c:v>
                </c:pt>
                <c:pt idx="577">
                  <c:v>24-04-2002</c:v>
                </c:pt>
                <c:pt idx="578">
                  <c:v>25-04-2002</c:v>
                </c:pt>
                <c:pt idx="579">
                  <c:v>26-04-2002</c:v>
                </c:pt>
                <c:pt idx="580">
                  <c:v>29-04-2002</c:v>
                </c:pt>
                <c:pt idx="581">
                  <c:v>30-04-2002</c:v>
                </c:pt>
                <c:pt idx="582">
                  <c:v>02-05-2002</c:v>
                </c:pt>
                <c:pt idx="583">
                  <c:v>03-05-2002</c:v>
                </c:pt>
                <c:pt idx="584">
                  <c:v>06-05-2002</c:v>
                </c:pt>
                <c:pt idx="585">
                  <c:v>07-05-2002</c:v>
                </c:pt>
                <c:pt idx="586">
                  <c:v>08-05-2002</c:v>
                </c:pt>
                <c:pt idx="587">
                  <c:v>09-05-2002</c:v>
                </c:pt>
                <c:pt idx="588">
                  <c:v>10-05-2002</c:v>
                </c:pt>
                <c:pt idx="589">
                  <c:v>13-05-2002</c:v>
                </c:pt>
                <c:pt idx="590">
                  <c:v>14-05-2002</c:v>
                </c:pt>
                <c:pt idx="591">
                  <c:v>15-05-2002</c:v>
                </c:pt>
                <c:pt idx="592">
                  <c:v>16-05-2002</c:v>
                </c:pt>
                <c:pt idx="593">
                  <c:v>17-05-2002</c:v>
                </c:pt>
                <c:pt idx="594">
                  <c:v>20-05-2002</c:v>
                </c:pt>
                <c:pt idx="595">
                  <c:v>21-05-2002</c:v>
                </c:pt>
                <c:pt idx="596">
                  <c:v>22-05-2002</c:v>
                </c:pt>
                <c:pt idx="597">
                  <c:v>23-05-2002</c:v>
                </c:pt>
                <c:pt idx="598">
                  <c:v>24-05-2002</c:v>
                </c:pt>
                <c:pt idx="599">
                  <c:v>27-05-2002</c:v>
                </c:pt>
                <c:pt idx="600">
                  <c:v>28-05-2002</c:v>
                </c:pt>
                <c:pt idx="601">
                  <c:v>29-05-2002</c:v>
                </c:pt>
                <c:pt idx="602">
                  <c:v>30-05-2002</c:v>
                </c:pt>
                <c:pt idx="603">
                  <c:v>31-05-2002</c:v>
                </c:pt>
                <c:pt idx="604">
                  <c:v>03-06-2002</c:v>
                </c:pt>
                <c:pt idx="605">
                  <c:v>04-06-2002</c:v>
                </c:pt>
                <c:pt idx="606">
                  <c:v>05-06-2002</c:v>
                </c:pt>
                <c:pt idx="607">
                  <c:v>06-06-2002</c:v>
                </c:pt>
                <c:pt idx="608">
                  <c:v>07-06-2002</c:v>
                </c:pt>
                <c:pt idx="609">
                  <c:v>10-06-2002</c:v>
                </c:pt>
                <c:pt idx="610">
                  <c:v>11-06-2002</c:v>
                </c:pt>
                <c:pt idx="611">
                  <c:v>12-06-2002</c:v>
                </c:pt>
                <c:pt idx="612">
                  <c:v>13-06-2002</c:v>
                </c:pt>
                <c:pt idx="613">
                  <c:v>14-06-2002</c:v>
                </c:pt>
                <c:pt idx="614">
                  <c:v>17-06-2002</c:v>
                </c:pt>
                <c:pt idx="615">
                  <c:v>18-06-2002</c:v>
                </c:pt>
                <c:pt idx="616">
                  <c:v>19-06-2002</c:v>
                </c:pt>
                <c:pt idx="617">
                  <c:v>20-06-2002</c:v>
                </c:pt>
                <c:pt idx="618">
                  <c:v>21-06-2002</c:v>
                </c:pt>
                <c:pt idx="619">
                  <c:v>24-06-2002</c:v>
                </c:pt>
                <c:pt idx="620">
                  <c:v>25-06-2002</c:v>
                </c:pt>
                <c:pt idx="621">
                  <c:v>26-06-2002</c:v>
                </c:pt>
                <c:pt idx="622">
                  <c:v>27-06-2002</c:v>
                </c:pt>
                <c:pt idx="623">
                  <c:v>28-06-2002</c:v>
                </c:pt>
                <c:pt idx="624">
                  <c:v>01-07-2002</c:v>
                </c:pt>
                <c:pt idx="625">
                  <c:v>02-07-2002</c:v>
                </c:pt>
                <c:pt idx="626">
                  <c:v>03-07-2002</c:v>
                </c:pt>
                <c:pt idx="627">
                  <c:v>04-07-2002</c:v>
                </c:pt>
                <c:pt idx="628">
                  <c:v>05-07-2002</c:v>
                </c:pt>
                <c:pt idx="629">
                  <c:v>08-07-2002</c:v>
                </c:pt>
                <c:pt idx="630">
                  <c:v>09-07-2002</c:v>
                </c:pt>
                <c:pt idx="631">
                  <c:v>10-07-2002</c:v>
                </c:pt>
                <c:pt idx="632">
                  <c:v>11-07-2002</c:v>
                </c:pt>
                <c:pt idx="633">
                  <c:v>12-07-2002</c:v>
                </c:pt>
                <c:pt idx="634">
                  <c:v>15-07-2002</c:v>
                </c:pt>
                <c:pt idx="635">
                  <c:v>16-07-2002</c:v>
                </c:pt>
                <c:pt idx="636">
                  <c:v>17-07-2002</c:v>
                </c:pt>
                <c:pt idx="637">
                  <c:v>18-07-2002</c:v>
                </c:pt>
                <c:pt idx="638">
                  <c:v>19-07-2002</c:v>
                </c:pt>
                <c:pt idx="639">
                  <c:v>22-07-2002</c:v>
                </c:pt>
                <c:pt idx="640">
                  <c:v>23-07-2002</c:v>
                </c:pt>
                <c:pt idx="641">
                  <c:v>24-07-2002</c:v>
                </c:pt>
                <c:pt idx="642">
                  <c:v>25-07-2002</c:v>
                </c:pt>
                <c:pt idx="643">
                  <c:v>26-07-2002</c:v>
                </c:pt>
                <c:pt idx="644">
                  <c:v>29-07-2002</c:v>
                </c:pt>
                <c:pt idx="645">
                  <c:v>30-07-2002</c:v>
                </c:pt>
                <c:pt idx="646">
                  <c:v>31-07-2002</c:v>
                </c:pt>
                <c:pt idx="647">
                  <c:v>01-08-2002</c:v>
                </c:pt>
                <c:pt idx="648">
                  <c:v>02-08-2002</c:v>
                </c:pt>
                <c:pt idx="649">
                  <c:v>05-08-2002</c:v>
                </c:pt>
                <c:pt idx="650">
                  <c:v>06-08-2002</c:v>
                </c:pt>
                <c:pt idx="651">
                  <c:v>07-08-2002</c:v>
                </c:pt>
                <c:pt idx="652">
                  <c:v>08-08-2002</c:v>
                </c:pt>
                <c:pt idx="653">
                  <c:v>09-08-2002</c:v>
                </c:pt>
                <c:pt idx="654">
                  <c:v>12-08-2002</c:v>
                </c:pt>
                <c:pt idx="655">
                  <c:v>13-08-2002</c:v>
                </c:pt>
                <c:pt idx="656">
                  <c:v>14-08-2002</c:v>
                </c:pt>
                <c:pt idx="657">
                  <c:v>16-08-2002</c:v>
                </c:pt>
                <c:pt idx="658">
                  <c:v>19-08-2002</c:v>
                </c:pt>
                <c:pt idx="659">
                  <c:v>20-08-2002</c:v>
                </c:pt>
                <c:pt idx="660">
                  <c:v>21-08-2002</c:v>
                </c:pt>
                <c:pt idx="661">
                  <c:v>22-08-2002</c:v>
                </c:pt>
                <c:pt idx="662">
                  <c:v>23-08-2002</c:v>
                </c:pt>
                <c:pt idx="663">
                  <c:v>26-08-2002</c:v>
                </c:pt>
                <c:pt idx="664">
                  <c:v>27-08-2002</c:v>
                </c:pt>
                <c:pt idx="665">
                  <c:v>28-08-2002</c:v>
                </c:pt>
                <c:pt idx="666">
                  <c:v>29-08-2002</c:v>
                </c:pt>
                <c:pt idx="667">
                  <c:v>30-08-2002</c:v>
                </c:pt>
                <c:pt idx="668">
                  <c:v>02-09-2002</c:v>
                </c:pt>
                <c:pt idx="669">
                  <c:v>03-09-2002</c:v>
                </c:pt>
                <c:pt idx="670">
                  <c:v>04-09-2002</c:v>
                </c:pt>
                <c:pt idx="671">
                  <c:v>05-09-2002</c:v>
                </c:pt>
                <c:pt idx="672">
                  <c:v>06-09-2002</c:v>
                </c:pt>
                <c:pt idx="673">
                  <c:v>09-09-2002</c:v>
                </c:pt>
                <c:pt idx="674">
                  <c:v>11-09-2002</c:v>
                </c:pt>
                <c:pt idx="675">
                  <c:v>12-09-2002</c:v>
                </c:pt>
                <c:pt idx="676">
                  <c:v>13-09-2002</c:v>
                </c:pt>
                <c:pt idx="677">
                  <c:v>16-09-2002</c:v>
                </c:pt>
                <c:pt idx="678">
                  <c:v>17-09-2002</c:v>
                </c:pt>
                <c:pt idx="679">
                  <c:v>18-09-2002</c:v>
                </c:pt>
                <c:pt idx="680">
                  <c:v>19-09-2002</c:v>
                </c:pt>
                <c:pt idx="681">
                  <c:v>20-09-2002</c:v>
                </c:pt>
                <c:pt idx="682">
                  <c:v>23-09-2002</c:v>
                </c:pt>
                <c:pt idx="683">
                  <c:v>24-09-2002</c:v>
                </c:pt>
                <c:pt idx="684">
                  <c:v>25-09-2002</c:v>
                </c:pt>
                <c:pt idx="685">
                  <c:v>26-09-2002</c:v>
                </c:pt>
                <c:pt idx="686">
                  <c:v>27-09-2002</c:v>
                </c:pt>
                <c:pt idx="687">
                  <c:v>30-09-2002</c:v>
                </c:pt>
                <c:pt idx="688">
                  <c:v>01-10-2002</c:v>
                </c:pt>
                <c:pt idx="689">
                  <c:v>03-10-2002</c:v>
                </c:pt>
                <c:pt idx="690">
                  <c:v>04-10-2002</c:v>
                </c:pt>
                <c:pt idx="691">
                  <c:v>07-10-2002</c:v>
                </c:pt>
                <c:pt idx="692">
                  <c:v>08-10-2002</c:v>
                </c:pt>
                <c:pt idx="693">
                  <c:v>09-10-2002</c:v>
                </c:pt>
                <c:pt idx="694">
                  <c:v>10-10-2002</c:v>
                </c:pt>
                <c:pt idx="695">
                  <c:v>11-10-2002</c:v>
                </c:pt>
                <c:pt idx="696">
                  <c:v>14-10-2002</c:v>
                </c:pt>
                <c:pt idx="697">
                  <c:v>16-10-2002</c:v>
                </c:pt>
                <c:pt idx="698">
                  <c:v>17-10-2002</c:v>
                </c:pt>
                <c:pt idx="699">
                  <c:v>18-10-2002</c:v>
                </c:pt>
                <c:pt idx="700">
                  <c:v>21-10-2002</c:v>
                </c:pt>
                <c:pt idx="701">
                  <c:v>22-10-2002</c:v>
                </c:pt>
                <c:pt idx="702">
                  <c:v>23-10-2002</c:v>
                </c:pt>
                <c:pt idx="703">
                  <c:v>24-10-2002</c:v>
                </c:pt>
                <c:pt idx="704">
                  <c:v>25-10-2002</c:v>
                </c:pt>
                <c:pt idx="705">
                  <c:v>28-10-2002</c:v>
                </c:pt>
                <c:pt idx="706">
                  <c:v>29-10-2002</c:v>
                </c:pt>
                <c:pt idx="707">
                  <c:v>30-10-2002</c:v>
                </c:pt>
                <c:pt idx="708">
                  <c:v>31-10-2002</c:v>
                </c:pt>
                <c:pt idx="709">
                  <c:v>01-11-2002</c:v>
                </c:pt>
                <c:pt idx="710">
                  <c:v>04-11-2002</c:v>
                </c:pt>
                <c:pt idx="711">
                  <c:v>05-11-2002</c:v>
                </c:pt>
                <c:pt idx="712">
                  <c:v>07-11-2002</c:v>
                </c:pt>
                <c:pt idx="713">
                  <c:v>08-11-2002</c:v>
                </c:pt>
                <c:pt idx="714">
                  <c:v>11-11-2002</c:v>
                </c:pt>
                <c:pt idx="715">
                  <c:v>12-11-2002</c:v>
                </c:pt>
                <c:pt idx="716">
                  <c:v>13-11-2002</c:v>
                </c:pt>
                <c:pt idx="717">
                  <c:v>14-11-2002</c:v>
                </c:pt>
                <c:pt idx="718">
                  <c:v>15-11-2002</c:v>
                </c:pt>
                <c:pt idx="719">
                  <c:v>18-11-2002</c:v>
                </c:pt>
                <c:pt idx="720">
                  <c:v>20-11-2002</c:v>
                </c:pt>
                <c:pt idx="721">
                  <c:v>21-11-2002</c:v>
                </c:pt>
                <c:pt idx="722">
                  <c:v>22-11-2002</c:v>
                </c:pt>
                <c:pt idx="723">
                  <c:v>25-11-2002</c:v>
                </c:pt>
                <c:pt idx="724">
                  <c:v>26-11-2002</c:v>
                </c:pt>
                <c:pt idx="725">
                  <c:v>27-11-2002</c:v>
                </c:pt>
                <c:pt idx="726">
                  <c:v>28-11-2002</c:v>
                </c:pt>
                <c:pt idx="727">
                  <c:v>29-11-2002</c:v>
                </c:pt>
                <c:pt idx="728">
                  <c:v>02-12-2002</c:v>
                </c:pt>
                <c:pt idx="729">
                  <c:v>03-12-2002</c:v>
                </c:pt>
                <c:pt idx="730">
                  <c:v>04-12-2002</c:v>
                </c:pt>
                <c:pt idx="731">
                  <c:v>05-12-2002</c:v>
                </c:pt>
                <c:pt idx="732">
                  <c:v>06-12-2002</c:v>
                </c:pt>
                <c:pt idx="733">
                  <c:v>09-12-2002</c:v>
                </c:pt>
                <c:pt idx="734">
                  <c:v>10-12-2002</c:v>
                </c:pt>
                <c:pt idx="735">
                  <c:v>11-12-2002</c:v>
                </c:pt>
                <c:pt idx="736">
                  <c:v>12-12-2002</c:v>
                </c:pt>
                <c:pt idx="737">
                  <c:v>13-12-2002</c:v>
                </c:pt>
                <c:pt idx="738">
                  <c:v>16-12-2002</c:v>
                </c:pt>
                <c:pt idx="739">
                  <c:v>17-12-2002</c:v>
                </c:pt>
                <c:pt idx="740">
                  <c:v>18-12-2002</c:v>
                </c:pt>
                <c:pt idx="741">
                  <c:v>19-12-2002</c:v>
                </c:pt>
                <c:pt idx="742">
                  <c:v>20-12-2002</c:v>
                </c:pt>
                <c:pt idx="743">
                  <c:v>23-12-2002</c:v>
                </c:pt>
                <c:pt idx="744">
                  <c:v>24-12-2002</c:v>
                </c:pt>
                <c:pt idx="745">
                  <c:v>26-12-2002</c:v>
                </c:pt>
                <c:pt idx="746">
                  <c:v>27-12-2002</c:v>
                </c:pt>
                <c:pt idx="747">
                  <c:v>30-12-2002</c:v>
                </c:pt>
                <c:pt idx="748">
                  <c:v>31-12-2002</c:v>
                </c:pt>
                <c:pt idx="749">
                  <c:v>01-01-2003</c:v>
                </c:pt>
                <c:pt idx="750">
                  <c:v>02-01-2003</c:v>
                </c:pt>
                <c:pt idx="751">
                  <c:v>03-01-2003</c:v>
                </c:pt>
                <c:pt idx="752">
                  <c:v>06-01-2003</c:v>
                </c:pt>
                <c:pt idx="753">
                  <c:v>07-01-2003</c:v>
                </c:pt>
                <c:pt idx="754">
                  <c:v>08-01-2003</c:v>
                </c:pt>
                <c:pt idx="755">
                  <c:v>09-01-2003</c:v>
                </c:pt>
                <c:pt idx="756">
                  <c:v>10-01-2003</c:v>
                </c:pt>
                <c:pt idx="757">
                  <c:v>13-01-2003</c:v>
                </c:pt>
                <c:pt idx="758">
                  <c:v>14-01-2003</c:v>
                </c:pt>
                <c:pt idx="759">
                  <c:v>15-01-2003</c:v>
                </c:pt>
                <c:pt idx="760">
                  <c:v>16-01-2003</c:v>
                </c:pt>
                <c:pt idx="761">
                  <c:v>17-01-2003</c:v>
                </c:pt>
                <c:pt idx="762">
                  <c:v>20-01-2003</c:v>
                </c:pt>
                <c:pt idx="763">
                  <c:v>21-01-2003</c:v>
                </c:pt>
                <c:pt idx="764">
                  <c:v>22-01-2003</c:v>
                </c:pt>
                <c:pt idx="765">
                  <c:v>23-01-2003</c:v>
                </c:pt>
                <c:pt idx="766">
                  <c:v>24-01-2003</c:v>
                </c:pt>
                <c:pt idx="767">
                  <c:v>27-01-2003</c:v>
                </c:pt>
                <c:pt idx="768">
                  <c:v>28-01-2003</c:v>
                </c:pt>
                <c:pt idx="769">
                  <c:v>29-01-2003</c:v>
                </c:pt>
                <c:pt idx="770">
                  <c:v>30-01-2003</c:v>
                </c:pt>
                <c:pt idx="771">
                  <c:v>31-01-2003</c:v>
                </c:pt>
                <c:pt idx="772">
                  <c:v>03-02-2003</c:v>
                </c:pt>
                <c:pt idx="773">
                  <c:v>04-02-2003</c:v>
                </c:pt>
                <c:pt idx="774">
                  <c:v>05-02-2003</c:v>
                </c:pt>
                <c:pt idx="775">
                  <c:v>06-02-2003</c:v>
                </c:pt>
                <c:pt idx="776">
                  <c:v>07-02-2003</c:v>
                </c:pt>
                <c:pt idx="777">
                  <c:v>10-02-2003</c:v>
                </c:pt>
                <c:pt idx="778">
                  <c:v>11-02-2003</c:v>
                </c:pt>
                <c:pt idx="779">
                  <c:v>12-02-2003</c:v>
                </c:pt>
                <c:pt idx="780">
                  <c:v>14-02-2003</c:v>
                </c:pt>
                <c:pt idx="781">
                  <c:v>17-02-2003</c:v>
                </c:pt>
                <c:pt idx="782">
                  <c:v>18-02-2003</c:v>
                </c:pt>
                <c:pt idx="783">
                  <c:v>19-02-2003</c:v>
                </c:pt>
                <c:pt idx="784">
                  <c:v>20-02-2003</c:v>
                </c:pt>
                <c:pt idx="785">
                  <c:v>21-02-2003</c:v>
                </c:pt>
                <c:pt idx="786">
                  <c:v>24-02-2003</c:v>
                </c:pt>
                <c:pt idx="787">
                  <c:v>25-02-2003</c:v>
                </c:pt>
                <c:pt idx="788">
                  <c:v>26-02-2003</c:v>
                </c:pt>
                <c:pt idx="789">
                  <c:v>27-02-2003</c:v>
                </c:pt>
                <c:pt idx="790">
                  <c:v>28-02-2003</c:v>
                </c:pt>
                <c:pt idx="791">
                  <c:v>03-03-2003</c:v>
                </c:pt>
                <c:pt idx="792">
                  <c:v>04-03-2003</c:v>
                </c:pt>
                <c:pt idx="793">
                  <c:v>05-03-2003</c:v>
                </c:pt>
                <c:pt idx="794">
                  <c:v>06-03-2003</c:v>
                </c:pt>
                <c:pt idx="795">
                  <c:v>07-03-2003</c:v>
                </c:pt>
                <c:pt idx="796">
                  <c:v>10-03-2003</c:v>
                </c:pt>
                <c:pt idx="797">
                  <c:v>11-03-2003</c:v>
                </c:pt>
                <c:pt idx="798">
                  <c:v>12-03-2003</c:v>
                </c:pt>
                <c:pt idx="799">
                  <c:v>13-03-2003</c:v>
                </c:pt>
                <c:pt idx="800">
                  <c:v>17-03-2003</c:v>
                </c:pt>
                <c:pt idx="801">
                  <c:v>19-03-2003</c:v>
                </c:pt>
                <c:pt idx="802">
                  <c:v>20-03-2003</c:v>
                </c:pt>
                <c:pt idx="803">
                  <c:v>21-03-2003</c:v>
                </c:pt>
                <c:pt idx="804">
                  <c:v>22-03-2003</c:v>
                </c:pt>
                <c:pt idx="805">
                  <c:v>24-03-2003</c:v>
                </c:pt>
                <c:pt idx="806">
                  <c:v>25-03-2003</c:v>
                </c:pt>
                <c:pt idx="807">
                  <c:v>26-03-2003</c:v>
                </c:pt>
                <c:pt idx="808">
                  <c:v>27-03-2003</c:v>
                </c:pt>
                <c:pt idx="809">
                  <c:v>28-03-2003</c:v>
                </c:pt>
                <c:pt idx="810">
                  <c:v>31-03-2003</c:v>
                </c:pt>
                <c:pt idx="811">
                  <c:v>01-04-2003</c:v>
                </c:pt>
                <c:pt idx="812">
                  <c:v>02-04-2003</c:v>
                </c:pt>
                <c:pt idx="813">
                  <c:v>03-04-2003</c:v>
                </c:pt>
                <c:pt idx="814">
                  <c:v>04-04-2003</c:v>
                </c:pt>
                <c:pt idx="815">
                  <c:v>07-04-2003</c:v>
                </c:pt>
                <c:pt idx="816">
                  <c:v>08-04-2003</c:v>
                </c:pt>
                <c:pt idx="817">
                  <c:v>09-04-2003</c:v>
                </c:pt>
                <c:pt idx="818">
                  <c:v>10-04-2003</c:v>
                </c:pt>
                <c:pt idx="819">
                  <c:v>11-04-2003</c:v>
                </c:pt>
                <c:pt idx="820">
                  <c:v>15-04-2003</c:v>
                </c:pt>
                <c:pt idx="821">
                  <c:v>16-04-2003</c:v>
                </c:pt>
                <c:pt idx="822">
                  <c:v>17-04-2003</c:v>
                </c:pt>
                <c:pt idx="823">
                  <c:v>21-04-2003</c:v>
                </c:pt>
                <c:pt idx="824">
                  <c:v>22-04-2003</c:v>
                </c:pt>
                <c:pt idx="825">
                  <c:v>23-04-2003</c:v>
                </c:pt>
                <c:pt idx="826">
                  <c:v>24-04-2003</c:v>
                </c:pt>
                <c:pt idx="827">
                  <c:v>25-04-2003</c:v>
                </c:pt>
                <c:pt idx="828">
                  <c:v>28-04-2003</c:v>
                </c:pt>
                <c:pt idx="829">
                  <c:v>29-04-2003</c:v>
                </c:pt>
                <c:pt idx="830">
                  <c:v>30-04-2003</c:v>
                </c:pt>
                <c:pt idx="831">
                  <c:v>02-05-2003</c:v>
                </c:pt>
                <c:pt idx="832">
                  <c:v>05-05-2003</c:v>
                </c:pt>
                <c:pt idx="833">
                  <c:v>06-05-2003</c:v>
                </c:pt>
                <c:pt idx="834">
                  <c:v>07-05-2003</c:v>
                </c:pt>
                <c:pt idx="835">
                  <c:v>08-05-2003</c:v>
                </c:pt>
                <c:pt idx="836">
                  <c:v>09-05-2003</c:v>
                </c:pt>
                <c:pt idx="837">
                  <c:v>12-05-2003</c:v>
                </c:pt>
                <c:pt idx="838">
                  <c:v>13-05-2003</c:v>
                </c:pt>
                <c:pt idx="839">
                  <c:v>14-05-2003</c:v>
                </c:pt>
                <c:pt idx="840">
                  <c:v>15-05-2003</c:v>
                </c:pt>
                <c:pt idx="841">
                  <c:v>16-05-2003</c:v>
                </c:pt>
                <c:pt idx="842">
                  <c:v>19-05-2003</c:v>
                </c:pt>
                <c:pt idx="843">
                  <c:v>20-05-2003</c:v>
                </c:pt>
                <c:pt idx="844">
                  <c:v>21-05-2003</c:v>
                </c:pt>
                <c:pt idx="845">
                  <c:v>22-05-2003</c:v>
                </c:pt>
                <c:pt idx="846">
                  <c:v>23-05-2003</c:v>
                </c:pt>
                <c:pt idx="847">
                  <c:v>26-05-2003</c:v>
                </c:pt>
                <c:pt idx="848">
                  <c:v>27-05-2003</c:v>
                </c:pt>
                <c:pt idx="849">
                  <c:v>28-05-2003</c:v>
                </c:pt>
                <c:pt idx="850">
                  <c:v>29-05-2003</c:v>
                </c:pt>
                <c:pt idx="851">
                  <c:v>30-05-2003</c:v>
                </c:pt>
                <c:pt idx="852">
                  <c:v>02-06-2003</c:v>
                </c:pt>
                <c:pt idx="853">
                  <c:v>03-06-2003</c:v>
                </c:pt>
                <c:pt idx="854">
                  <c:v>04-06-2003</c:v>
                </c:pt>
                <c:pt idx="855">
                  <c:v>05-06-2003</c:v>
                </c:pt>
                <c:pt idx="856">
                  <c:v>06-06-2003</c:v>
                </c:pt>
                <c:pt idx="857">
                  <c:v>09-06-2003</c:v>
                </c:pt>
                <c:pt idx="858">
                  <c:v>10-06-2003</c:v>
                </c:pt>
                <c:pt idx="859">
                  <c:v>11-06-2003</c:v>
                </c:pt>
                <c:pt idx="860">
                  <c:v>12-06-2003</c:v>
                </c:pt>
                <c:pt idx="861">
                  <c:v>13-06-2003</c:v>
                </c:pt>
                <c:pt idx="862">
                  <c:v>16-06-2003</c:v>
                </c:pt>
                <c:pt idx="863">
                  <c:v>17-06-2003</c:v>
                </c:pt>
                <c:pt idx="864">
                  <c:v>18-06-2003</c:v>
                </c:pt>
                <c:pt idx="865">
                  <c:v>19-06-2003</c:v>
                </c:pt>
                <c:pt idx="866">
                  <c:v>20-06-2003</c:v>
                </c:pt>
                <c:pt idx="867">
                  <c:v>23-06-2003</c:v>
                </c:pt>
                <c:pt idx="868">
                  <c:v>24-06-2003</c:v>
                </c:pt>
                <c:pt idx="869">
                  <c:v>25-06-2003</c:v>
                </c:pt>
                <c:pt idx="870">
                  <c:v>26-06-2003</c:v>
                </c:pt>
                <c:pt idx="871">
                  <c:v>27-06-2003</c:v>
                </c:pt>
                <c:pt idx="872">
                  <c:v>30-06-2003</c:v>
                </c:pt>
                <c:pt idx="873">
                  <c:v>01-07-2003</c:v>
                </c:pt>
                <c:pt idx="874">
                  <c:v>02-07-2003</c:v>
                </c:pt>
                <c:pt idx="875">
                  <c:v>03-07-2003</c:v>
                </c:pt>
                <c:pt idx="876">
                  <c:v>04-07-2003</c:v>
                </c:pt>
                <c:pt idx="877">
                  <c:v>07-07-2003</c:v>
                </c:pt>
                <c:pt idx="878">
                  <c:v>08-07-2003</c:v>
                </c:pt>
                <c:pt idx="879">
                  <c:v>09-07-2003</c:v>
                </c:pt>
                <c:pt idx="880">
                  <c:v>10-07-2003</c:v>
                </c:pt>
                <c:pt idx="881">
                  <c:v>11-07-2003</c:v>
                </c:pt>
                <c:pt idx="882">
                  <c:v>14-07-2003</c:v>
                </c:pt>
                <c:pt idx="883">
                  <c:v>15-07-2003</c:v>
                </c:pt>
                <c:pt idx="884">
                  <c:v>16-07-2003</c:v>
                </c:pt>
                <c:pt idx="885">
                  <c:v>17-07-2003</c:v>
                </c:pt>
                <c:pt idx="886">
                  <c:v>18-07-2003</c:v>
                </c:pt>
                <c:pt idx="887">
                  <c:v>21-07-2003</c:v>
                </c:pt>
                <c:pt idx="888">
                  <c:v>22-07-2003</c:v>
                </c:pt>
                <c:pt idx="889">
                  <c:v>23-07-2003</c:v>
                </c:pt>
                <c:pt idx="890">
                  <c:v>24-07-2003</c:v>
                </c:pt>
                <c:pt idx="891">
                  <c:v>25-07-2003</c:v>
                </c:pt>
                <c:pt idx="892">
                  <c:v>28-07-2003</c:v>
                </c:pt>
                <c:pt idx="893">
                  <c:v>29-07-2003</c:v>
                </c:pt>
                <c:pt idx="894">
                  <c:v>30-07-2003</c:v>
                </c:pt>
                <c:pt idx="895">
                  <c:v>31-07-2003</c:v>
                </c:pt>
                <c:pt idx="896">
                  <c:v>01-08-2003</c:v>
                </c:pt>
                <c:pt idx="897">
                  <c:v>04-08-2003</c:v>
                </c:pt>
                <c:pt idx="898">
                  <c:v>05-08-2003</c:v>
                </c:pt>
                <c:pt idx="899">
                  <c:v>06-08-2003</c:v>
                </c:pt>
                <c:pt idx="900">
                  <c:v>07-08-2003</c:v>
                </c:pt>
                <c:pt idx="901">
                  <c:v>08-08-2003</c:v>
                </c:pt>
                <c:pt idx="902">
                  <c:v>11-08-2003</c:v>
                </c:pt>
                <c:pt idx="903">
                  <c:v>12-08-2003</c:v>
                </c:pt>
                <c:pt idx="904">
                  <c:v>13-08-2003</c:v>
                </c:pt>
                <c:pt idx="905">
                  <c:v>14-08-2003</c:v>
                </c:pt>
                <c:pt idx="906">
                  <c:v>18-08-2003</c:v>
                </c:pt>
                <c:pt idx="907">
                  <c:v>19-08-2003</c:v>
                </c:pt>
                <c:pt idx="908">
                  <c:v>20-08-2003</c:v>
                </c:pt>
                <c:pt idx="909">
                  <c:v>21-08-2003</c:v>
                </c:pt>
                <c:pt idx="910">
                  <c:v>22-08-2003</c:v>
                </c:pt>
                <c:pt idx="911">
                  <c:v>25-08-2003</c:v>
                </c:pt>
                <c:pt idx="912">
                  <c:v>26-08-2003</c:v>
                </c:pt>
                <c:pt idx="913">
                  <c:v>27-08-2003</c:v>
                </c:pt>
                <c:pt idx="914">
                  <c:v>28-08-2003</c:v>
                </c:pt>
                <c:pt idx="915">
                  <c:v>29-08-2003</c:v>
                </c:pt>
                <c:pt idx="916">
                  <c:v>01-09-2003</c:v>
                </c:pt>
                <c:pt idx="917">
                  <c:v>02-09-2003</c:v>
                </c:pt>
                <c:pt idx="918">
                  <c:v>03-09-2003</c:v>
                </c:pt>
                <c:pt idx="919">
                  <c:v>04-09-2003</c:v>
                </c:pt>
                <c:pt idx="920">
                  <c:v>05-09-2003</c:v>
                </c:pt>
                <c:pt idx="921">
                  <c:v>08-09-2003</c:v>
                </c:pt>
                <c:pt idx="922">
                  <c:v>09-09-2003</c:v>
                </c:pt>
                <c:pt idx="923">
                  <c:v>10-09-2003</c:v>
                </c:pt>
                <c:pt idx="924">
                  <c:v>11-09-2003</c:v>
                </c:pt>
                <c:pt idx="925">
                  <c:v>12-09-2003</c:v>
                </c:pt>
                <c:pt idx="926">
                  <c:v>15-09-2003</c:v>
                </c:pt>
                <c:pt idx="927">
                  <c:v>16-09-2003</c:v>
                </c:pt>
                <c:pt idx="928">
                  <c:v>17-09-2003</c:v>
                </c:pt>
                <c:pt idx="929">
                  <c:v>18-09-2003</c:v>
                </c:pt>
                <c:pt idx="930">
                  <c:v>19-09-2003</c:v>
                </c:pt>
                <c:pt idx="931">
                  <c:v>22-09-2003</c:v>
                </c:pt>
                <c:pt idx="932">
                  <c:v>23-09-2003</c:v>
                </c:pt>
                <c:pt idx="933">
                  <c:v>24-09-2003</c:v>
                </c:pt>
                <c:pt idx="934">
                  <c:v>25-09-2003</c:v>
                </c:pt>
                <c:pt idx="935">
                  <c:v>26-09-2003</c:v>
                </c:pt>
                <c:pt idx="936">
                  <c:v>29-09-2003</c:v>
                </c:pt>
                <c:pt idx="937">
                  <c:v>30-09-2003</c:v>
                </c:pt>
                <c:pt idx="938">
                  <c:v>01-10-2003</c:v>
                </c:pt>
                <c:pt idx="939">
                  <c:v>03-10-2003</c:v>
                </c:pt>
                <c:pt idx="940">
                  <c:v>06-10-2003</c:v>
                </c:pt>
                <c:pt idx="941">
                  <c:v>07-10-2003</c:v>
                </c:pt>
                <c:pt idx="942">
                  <c:v>08-10-2003</c:v>
                </c:pt>
                <c:pt idx="943">
                  <c:v>09-10-2003</c:v>
                </c:pt>
                <c:pt idx="944">
                  <c:v>10-10-2003</c:v>
                </c:pt>
                <c:pt idx="945">
                  <c:v>13-10-2003</c:v>
                </c:pt>
                <c:pt idx="946">
                  <c:v>14-10-2003</c:v>
                </c:pt>
                <c:pt idx="947">
                  <c:v>15-10-2003</c:v>
                </c:pt>
                <c:pt idx="948">
                  <c:v>16-10-2003</c:v>
                </c:pt>
                <c:pt idx="949">
                  <c:v>17-10-2003</c:v>
                </c:pt>
                <c:pt idx="950">
                  <c:v>20-10-2003</c:v>
                </c:pt>
                <c:pt idx="951">
                  <c:v>21-10-2003</c:v>
                </c:pt>
                <c:pt idx="952">
                  <c:v>22-10-2003</c:v>
                </c:pt>
                <c:pt idx="953">
                  <c:v>23-10-2003</c:v>
                </c:pt>
                <c:pt idx="954">
                  <c:v>24-10-2003</c:v>
                </c:pt>
                <c:pt idx="955">
                  <c:v>25-10-2003</c:v>
                </c:pt>
                <c:pt idx="956">
                  <c:v>27-10-2003</c:v>
                </c:pt>
                <c:pt idx="957">
                  <c:v>28-10-2003</c:v>
                </c:pt>
                <c:pt idx="958">
                  <c:v>29-10-2003</c:v>
                </c:pt>
                <c:pt idx="959">
                  <c:v>30-10-2003</c:v>
                </c:pt>
                <c:pt idx="960">
                  <c:v>31-10-2003</c:v>
                </c:pt>
                <c:pt idx="961">
                  <c:v>03-11-2003</c:v>
                </c:pt>
                <c:pt idx="962">
                  <c:v>04-11-2003</c:v>
                </c:pt>
                <c:pt idx="963">
                  <c:v>05-11-2003</c:v>
                </c:pt>
                <c:pt idx="964">
                  <c:v>06-11-2003</c:v>
                </c:pt>
                <c:pt idx="965">
                  <c:v>07-11-2003</c:v>
                </c:pt>
                <c:pt idx="966">
                  <c:v>10-11-2003</c:v>
                </c:pt>
                <c:pt idx="967">
                  <c:v>11-11-2003</c:v>
                </c:pt>
                <c:pt idx="968">
                  <c:v>12-11-2003</c:v>
                </c:pt>
                <c:pt idx="969">
                  <c:v>13-11-2003</c:v>
                </c:pt>
                <c:pt idx="970">
                  <c:v>14-11-2003</c:v>
                </c:pt>
                <c:pt idx="971">
                  <c:v>15-11-2003</c:v>
                </c:pt>
                <c:pt idx="972">
                  <c:v>17-11-2003</c:v>
                </c:pt>
                <c:pt idx="973">
                  <c:v>18-11-2003</c:v>
                </c:pt>
                <c:pt idx="974">
                  <c:v>19-11-2003</c:v>
                </c:pt>
                <c:pt idx="975">
                  <c:v>20-11-2003</c:v>
                </c:pt>
                <c:pt idx="976">
                  <c:v>21-11-2003</c:v>
                </c:pt>
                <c:pt idx="977">
                  <c:v>24-11-2003</c:v>
                </c:pt>
                <c:pt idx="978">
                  <c:v>25-11-2003</c:v>
                </c:pt>
                <c:pt idx="979">
                  <c:v>27-11-2003</c:v>
                </c:pt>
                <c:pt idx="980">
                  <c:v>28-11-2003</c:v>
                </c:pt>
                <c:pt idx="981">
                  <c:v>01-12-2003</c:v>
                </c:pt>
                <c:pt idx="982">
                  <c:v>02-12-2003</c:v>
                </c:pt>
                <c:pt idx="983">
                  <c:v>03-12-2003</c:v>
                </c:pt>
                <c:pt idx="984">
                  <c:v>04-12-2003</c:v>
                </c:pt>
                <c:pt idx="985">
                  <c:v>05-12-2003</c:v>
                </c:pt>
                <c:pt idx="986">
                  <c:v>08-12-2003</c:v>
                </c:pt>
                <c:pt idx="987">
                  <c:v>09-12-2003</c:v>
                </c:pt>
                <c:pt idx="988">
                  <c:v>10-12-2003</c:v>
                </c:pt>
                <c:pt idx="989">
                  <c:v>11-12-2003</c:v>
                </c:pt>
                <c:pt idx="990">
                  <c:v>12-12-2003</c:v>
                </c:pt>
                <c:pt idx="991">
                  <c:v>15-12-2003</c:v>
                </c:pt>
                <c:pt idx="992">
                  <c:v>16-12-2003</c:v>
                </c:pt>
                <c:pt idx="993">
                  <c:v>17-12-2003</c:v>
                </c:pt>
                <c:pt idx="994">
                  <c:v>18-12-2003</c:v>
                </c:pt>
                <c:pt idx="995">
                  <c:v>19-12-2003</c:v>
                </c:pt>
                <c:pt idx="996">
                  <c:v>22-12-2003</c:v>
                </c:pt>
                <c:pt idx="997">
                  <c:v>23-12-2003</c:v>
                </c:pt>
                <c:pt idx="998">
                  <c:v>24-12-2003</c:v>
                </c:pt>
                <c:pt idx="999">
                  <c:v>26-12-2003</c:v>
                </c:pt>
                <c:pt idx="1000">
                  <c:v>29-12-2003</c:v>
                </c:pt>
                <c:pt idx="1001">
                  <c:v>30-12-2003</c:v>
                </c:pt>
                <c:pt idx="1002">
                  <c:v>31-12-2003</c:v>
                </c:pt>
                <c:pt idx="1003">
                  <c:v>01-01-2004</c:v>
                </c:pt>
                <c:pt idx="1004">
                  <c:v>02-01-2004</c:v>
                </c:pt>
                <c:pt idx="1005">
                  <c:v>05-01-2004</c:v>
                </c:pt>
                <c:pt idx="1006">
                  <c:v>06-01-2004</c:v>
                </c:pt>
                <c:pt idx="1007">
                  <c:v>07-01-2004</c:v>
                </c:pt>
                <c:pt idx="1008">
                  <c:v>08-01-2004</c:v>
                </c:pt>
                <c:pt idx="1009">
                  <c:v>09-01-2004</c:v>
                </c:pt>
                <c:pt idx="1010">
                  <c:v>12-01-2004</c:v>
                </c:pt>
                <c:pt idx="1011">
                  <c:v>13-01-2004</c:v>
                </c:pt>
                <c:pt idx="1012">
                  <c:v>14-01-2004</c:v>
                </c:pt>
                <c:pt idx="1013">
                  <c:v>15-01-2004</c:v>
                </c:pt>
                <c:pt idx="1014">
                  <c:v>16-01-2004</c:v>
                </c:pt>
                <c:pt idx="1015">
                  <c:v>19-01-2004</c:v>
                </c:pt>
                <c:pt idx="1016">
                  <c:v>20-01-2004</c:v>
                </c:pt>
                <c:pt idx="1017">
                  <c:v>21-01-2004</c:v>
                </c:pt>
                <c:pt idx="1018">
                  <c:v>22-01-2004</c:v>
                </c:pt>
                <c:pt idx="1019">
                  <c:v>23-01-2004</c:v>
                </c:pt>
                <c:pt idx="1020">
                  <c:v>27-01-2004</c:v>
                </c:pt>
                <c:pt idx="1021">
                  <c:v>28-01-2004</c:v>
                </c:pt>
                <c:pt idx="1022">
                  <c:v>29-01-2004</c:v>
                </c:pt>
                <c:pt idx="1023">
                  <c:v>30-01-2004</c:v>
                </c:pt>
                <c:pt idx="1024">
                  <c:v>03-02-2004</c:v>
                </c:pt>
                <c:pt idx="1025">
                  <c:v>04-02-2004</c:v>
                </c:pt>
                <c:pt idx="1026">
                  <c:v>05-02-2004</c:v>
                </c:pt>
                <c:pt idx="1027">
                  <c:v>06-02-2004</c:v>
                </c:pt>
                <c:pt idx="1028">
                  <c:v>09-02-2004</c:v>
                </c:pt>
                <c:pt idx="1029">
                  <c:v>10-02-2004</c:v>
                </c:pt>
                <c:pt idx="1030">
                  <c:v>11-02-2004</c:v>
                </c:pt>
                <c:pt idx="1031">
                  <c:v>12-02-2004</c:v>
                </c:pt>
                <c:pt idx="1032">
                  <c:v>13-02-2004</c:v>
                </c:pt>
                <c:pt idx="1033">
                  <c:v>16-02-2004</c:v>
                </c:pt>
                <c:pt idx="1034">
                  <c:v>17-02-2004</c:v>
                </c:pt>
                <c:pt idx="1035">
                  <c:v>18-02-2004</c:v>
                </c:pt>
                <c:pt idx="1036">
                  <c:v>19-02-2004</c:v>
                </c:pt>
                <c:pt idx="1037">
                  <c:v>20-02-2004</c:v>
                </c:pt>
                <c:pt idx="1038">
                  <c:v>23-02-2004</c:v>
                </c:pt>
                <c:pt idx="1039">
                  <c:v>24-02-2004</c:v>
                </c:pt>
                <c:pt idx="1040">
                  <c:v>25-02-2004</c:v>
                </c:pt>
                <c:pt idx="1041">
                  <c:v>26-02-2004</c:v>
                </c:pt>
                <c:pt idx="1042">
                  <c:v>27-02-2004</c:v>
                </c:pt>
                <c:pt idx="1043">
                  <c:v>01-03-2004</c:v>
                </c:pt>
                <c:pt idx="1044">
                  <c:v>03-03-2004</c:v>
                </c:pt>
                <c:pt idx="1045">
                  <c:v>04-03-2004</c:v>
                </c:pt>
                <c:pt idx="1046">
                  <c:v>05-03-2004</c:v>
                </c:pt>
                <c:pt idx="1047">
                  <c:v>08-03-2004</c:v>
                </c:pt>
                <c:pt idx="1048">
                  <c:v>09-03-2004</c:v>
                </c:pt>
                <c:pt idx="1049">
                  <c:v>10-03-2004</c:v>
                </c:pt>
                <c:pt idx="1050">
                  <c:v>11-03-2004</c:v>
                </c:pt>
                <c:pt idx="1051">
                  <c:v>12-03-2004</c:v>
                </c:pt>
                <c:pt idx="1052">
                  <c:v>15-03-2004</c:v>
                </c:pt>
                <c:pt idx="1053">
                  <c:v>16-03-2004</c:v>
                </c:pt>
                <c:pt idx="1054">
                  <c:v>17-03-2004</c:v>
                </c:pt>
                <c:pt idx="1055">
                  <c:v>18-03-2004</c:v>
                </c:pt>
                <c:pt idx="1056">
                  <c:v>19-03-2004</c:v>
                </c:pt>
                <c:pt idx="1057">
                  <c:v>22-03-2004</c:v>
                </c:pt>
                <c:pt idx="1058">
                  <c:v>23-03-2004</c:v>
                </c:pt>
                <c:pt idx="1059">
                  <c:v>24-03-2004</c:v>
                </c:pt>
                <c:pt idx="1060">
                  <c:v>25-03-2004</c:v>
                </c:pt>
                <c:pt idx="1061">
                  <c:v>26-03-2004</c:v>
                </c:pt>
                <c:pt idx="1062">
                  <c:v>29-03-2004</c:v>
                </c:pt>
                <c:pt idx="1063">
                  <c:v>30-03-2004</c:v>
                </c:pt>
                <c:pt idx="1064">
                  <c:v>31-03-2004</c:v>
                </c:pt>
                <c:pt idx="1065">
                  <c:v>01-04-2004</c:v>
                </c:pt>
                <c:pt idx="1066">
                  <c:v>02-04-2004</c:v>
                </c:pt>
                <c:pt idx="1067">
                  <c:v>05-04-2004</c:v>
                </c:pt>
                <c:pt idx="1068">
                  <c:v>06-04-2004</c:v>
                </c:pt>
                <c:pt idx="1069">
                  <c:v>07-04-2004</c:v>
                </c:pt>
                <c:pt idx="1070">
                  <c:v>08-04-2004</c:v>
                </c:pt>
                <c:pt idx="1071">
                  <c:v>12-04-2004</c:v>
                </c:pt>
                <c:pt idx="1072">
                  <c:v>13-04-2004</c:v>
                </c:pt>
                <c:pt idx="1073">
                  <c:v>15-04-2004</c:v>
                </c:pt>
                <c:pt idx="1074">
                  <c:v>16-04-2004</c:v>
                </c:pt>
                <c:pt idx="1075">
                  <c:v>17-04-2004</c:v>
                </c:pt>
                <c:pt idx="1076">
                  <c:v>19-04-2004</c:v>
                </c:pt>
                <c:pt idx="1077">
                  <c:v>20-04-2004</c:v>
                </c:pt>
                <c:pt idx="1078">
                  <c:v>21-04-2004</c:v>
                </c:pt>
                <c:pt idx="1079">
                  <c:v>22-04-2004</c:v>
                </c:pt>
                <c:pt idx="1080">
                  <c:v>23-04-2004</c:v>
                </c:pt>
                <c:pt idx="1081">
                  <c:v>27-04-2004</c:v>
                </c:pt>
                <c:pt idx="1082">
                  <c:v>28-04-2004</c:v>
                </c:pt>
                <c:pt idx="1083">
                  <c:v>29-04-2004</c:v>
                </c:pt>
                <c:pt idx="1084">
                  <c:v>30-04-2004</c:v>
                </c:pt>
                <c:pt idx="1085">
                  <c:v>03-05-2004</c:v>
                </c:pt>
                <c:pt idx="1086">
                  <c:v>04-05-2004</c:v>
                </c:pt>
                <c:pt idx="1087">
                  <c:v>05-05-2004</c:v>
                </c:pt>
                <c:pt idx="1088">
                  <c:v>06-05-2004</c:v>
                </c:pt>
                <c:pt idx="1089">
                  <c:v>07-05-2004</c:v>
                </c:pt>
                <c:pt idx="1090">
                  <c:v>10-05-2004</c:v>
                </c:pt>
                <c:pt idx="1091">
                  <c:v>11-05-2004</c:v>
                </c:pt>
                <c:pt idx="1092">
                  <c:v>12-05-2004</c:v>
                </c:pt>
                <c:pt idx="1093">
                  <c:v>13-05-2004</c:v>
                </c:pt>
                <c:pt idx="1094">
                  <c:v>14-05-2004</c:v>
                </c:pt>
                <c:pt idx="1095">
                  <c:v>17-05-2004</c:v>
                </c:pt>
                <c:pt idx="1096">
                  <c:v>18-05-2004</c:v>
                </c:pt>
                <c:pt idx="1097">
                  <c:v>19-05-2004</c:v>
                </c:pt>
                <c:pt idx="1098">
                  <c:v>20-05-2004</c:v>
                </c:pt>
                <c:pt idx="1099">
                  <c:v>21-05-2004</c:v>
                </c:pt>
                <c:pt idx="1100">
                  <c:v>24-05-2004</c:v>
                </c:pt>
                <c:pt idx="1101">
                  <c:v>25-05-2004</c:v>
                </c:pt>
                <c:pt idx="1102">
                  <c:v>26-05-2004</c:v>
                </c:pt>
                <c:pt idx="1103">
                  <c:v>27-05-2004</c:v>
                </c:pt>
                <c:pt idx="1104">
                  <c:v>28-05-2004</c:v>
                </c:pt>
                <c:pt idx="1105">
                  <c:v>31-05-2004</c:v>
                </c:pt>
                <c:pt idx="1106">
                  <c:v>01-06-2004</c:v>
                </c:pt>
                <c:pt idx="1107">
                  <c:v>02-06-2004</c:v>
                </c:pt>
                <c:pt idx="1108">
                  <c:v>03-06-2004</c:v>
                </c:pt>
                <c:pt idx="1109">
                  <c:v>04-06-2004</c:v>
                </c:pt>
                <c:pt idx="1110">
                  <c:v>07-06-2004</c:v>
                </c:pt>
                <c:pt idx="1111">
                  <c:v>08-06-2004</c:v>
                </c:pt>
                <c:pt idx="1112">
                  <c:v>09-06-2004</c:v>
                </c:pt>
                <c:pt idx="1113">
                  <c:v>10-06-2004</c:v>
                </c:pt>
                <c:pt idx="1114">
                  <c:v>11-06-2004</c:v>
                </c:pt>
                <c:pt idx="1115">
                  <c:v>14-06-2004</c:v>
                </c:pt>
                <c:pt idx="1116">
                  <c:v>15-06-2004</c:v>
                </c:pt>
                <c:pt idx="1117">
                  <c:v>16-06-2004</c:v>
                </c:pt>
                <c:pt idx="1118">
                  <c:v>17-06-2004</c:v>
                </c:pt>
                <c:pt idx="1119">
                  <c:v>18-06-2004</c:v>
                </c:pt>
                <c:pt idx="1120">
                  <c:v>21-06-2004</c:v>
                </c:pt>
                <c:pt idx="1121">
                  <c:v>22-06-2004</c:v>
                </c:pt>
                <c:pt idx="1122">
                  <c:v>23-06-2004</c:v>
                </c:pt>
                <c:pt idx="1123">
                  <c:v>24-06-2004</c:v>
                </c:pt>
                <c:pt idx="1124">
                  <c:v>25-06-2004</c:v>
                </c:pt>
                <c:pt idx="1125">
                  <c:v>28-06-2004</c:v>
                </c:pt>
                <c:pt idx="1126">
                  <c:v>29-06-2004</c:v>
                </c:pt>
                <c:pt idx="1127">
                  <c:v>30-06-2004</c:v>
                </c:pt>
                <c:pt idx="1128">
                  <c:v>01-07-2004</c:v>
                </c:pt>
                <c:pt idx="1129">
                  <c:v>02-07-2004</c:v>
                </c:pt>
                <c:pt idx="1130">
                  <c:v>05-07-2004</c:v>
                </c:pt>
                <c:pt idx="1131">
                  <c:v>06-07-2004</c:v>
                </c:pt>
                <c:pt idx="1132">
                  <c:v>07-07-2004</c:v>
                </c:pt>
                <c:pt idx="1133">
                  <c:v>08-07-2004</c:v>
                </c:pt>
                <c:pt idx="1134">
                  <c:v>09-07-2004</c:v>
                </c:pt>
                <c:pt idx="1135">
                  <c:v>12-07-2004</c:v>
                </c:pt>
                <c:pt idx="1136">
                  <c:v>13-07-2004</c:v>
                </c:pt>
                <c:pt idx="1137">
                  <c:v>14-07-2004</c:v>
                </c:pt>
                <c:pt idx="1138">
                  <c:v>15-07-2004</c:v>
                </c:pt>
                <c:pt idx="1139">
                  <c:v>16-07-2004</c:v>
                </c:pt>
                <c:pt idx="1140">
                  <c:v>19-07-2004</c:v>
                </c:pt>
                <c:pt idx="1141">
                  <c:v>20-07-2004</c:v>
                </c:pt>
                <c:pt idx="1142">
                  <c:v>21-07-2004</c:v>
                </c:pt>
                <c:pt idx="1143">
                  <c:v>22-07-2004</c:v>
                </c:pt>
                <c:pt idx="1144">
                  <c:v>23-07-2004</c:v>
                </c:pt>
                <c:pt idx="1145">
                  <c:v>26-07-2004</c:v>
                </c:pt>
                <c:pt idx="1146">
                  <c:v>27-07-2004</c:v>
                </c:pt>
                <c:pt idx="1147">
                  <c:v>28-07-2004</c:v>
                </c:pt>
                <c:pt idx="1148">
                  <c:v>29-07-2004</c:v>
                </c:pt>
                <c:pt idx="1149">
                  <c:v>30-07-2004</c:v>
                </c:pt>
                <c:pt idx="1150">
                  <c:v>02-08-2004</c:v>
                </c:pt>
                <c:pt idx="1151">
                  <c:v>03-08-2004</c:v>
                </c:pt>
                <c:pt idx="1152">
                  <c:v>04-08-2004</c:v>
                </c:pt>
                <c:pt idx="1153">
                  <c:v>05-08-2004</c:v>
                </c:pt>
                <c:pt idx="1154">
                  <c:v>06-08-2004</c:v>
                </c:pt>
                <c:pt idx="1155">
                  <c:v>09-08-2004</c:v>
                </c:pt>
                <c:pt idx="1156">
                  <c:v>10-08-2004</c:v>
                </c:pt>
                <c:pt idx="1157">
                  <c:v>11-08-2004</c:v>
                </c:pt>
                <c:pt idx="1158">
                  <c:v>12-08-2004</c:v>
                </c:pt>
                <c:pt idx="1159">
                  <c:v>13-08-2004</c:v>
                </c:pt>
                <c:pt idx="1160">
                  <c:v>16-08-2004</c:v>
                </c:pt>
                <c:pt idx="1161">
                  <c:v>17-08-2004</c:v>
                </c:pt>
                <c:pt idx="1162">
                  <c:v>18-08-2004</c:v>
                </c:pt>
                <c:pt idx="1163">
                  <c:v>19-08-2004</c:v>
                </c:pt>
                <c:pt idx="1164">
                  <c:v>20-08-2004</c:v>
                </c:pt>
                <c:pt idx="1165">
                  <c:v>23-08-2004</c:v>
                </c:pt>
                <c:pt idx="1166">
                  <c:v>24-08-2004</c:v>
                </c:pt>
                <c:pt idx="1167">
                  <c:v>25-08-2004</c:v>
                </c:pt>
                <c:pt idx="1168">
                  <c:v>26-08-2004</c:v>
                </c:pt>
                <c:pt idx="1169">
                  <c:v>27-08-2004</c:v>
                </c:pt>
                <c:pt idx="1170">
                  <c:v>30-08-2004</c:v>
                </c:pt>
                <c:pt idx="1171">
                  <c:v>31-08-2004</c:v>
                </c:pt>
                <c:pt idx="1172">
                  <c:v>01-09-2004</c:v>
                </c:pt>
                <c:pt idx="1173">
                  <c:v>02-09-2004</c:v>
                </c:pt>
                <c:pt idx="1174">
                  <c:v>03-09-2004</c:v>
                </c:pt>
                <c:pt idx="1175">
                  <c:v>06-09-2004</c:v>
                </c:pt>
                <c:pt idx="1176">
                  <c:v>07-09-2004</c:v>
                </c:pt>
                <c:pt idx="1177">
                  <c:v>08-09-2004</c:v>
                </c:pt>
                <c:pt idx="1178">
                  <c:v>09-09-2004</c:v>
                </c:pt>
                <c:pt idx="1179">
                  <c:v>10-09-2004</c:v>
                </c:pt>
                <c:pt idx="1180">
                  <c:v>13-09-2004</c:v>
                </c:pt>
                <c:pt idx="1181">
                  <c:v>14-09-2004</c:v>
                </c:pt>
                <c:pt idx="1182">
                  <c:v>15-09-2004</c:v>
                </c:pt>
                <c:pt idx="1183">
                  <c:v>16-09-2004</c:v>
                </c:pt>
                <c:pt idx="1184">
                  <c:v>17-09-2004</c:v>
                </c:pt>
                <c:pt idx="1185">
                  <c:v>20-09-2004</c:v>
                </c:pt>
                <c:pt idx="1186">
                  <c:v>21-09-2004</c:v>
                </c:pt>
                <c:pt idx="1187">
                  <c:v>22-09-2004</c:v>
                </c:pt>
                <c:pt idx="1188">
                  <c:v>23-09-2004</c:v>
                </c:pt>
                <c:pt idx="1189">
                  <c:v>24-09-2004</c:v>
                </c:pt>
                <c:pt idx="1190">
                  <c:v>27-09-2004</c:v>
                </c:pt>
                <c:pt idx="1191">
                  <c:v>28-09-2004</c:v>
                </c:pt>
                <c:pt idx="1192">
                  <c:v>29-09-2004</c:v>
                </c:pt>
                <c:pt idx="1193">
                  <c:v>30-09-2004</c:v>
                </c:pt>
                <c:pt idx="1194">
                  <c:v>01-10-2004</c:v>
                </c:pt>
                <c:pt idx="1195">
                  <c:v>04-10-2004</c:v>
                </c:pt>
                <c:pt idx="1196">
                  <c:v>05-10-2004</c:v>
                </c:pt>
                <c:pt idx="1197">
                  <c:v>06-10-2004</c:v>
                </c:pt>
                <c:pt idx="1198">
                  <c:v>07-10-2004</c:v>
                </c:pt>
                <c:pt idx="1199">
                  <c:v>08-10-2004</c:v>
                </c:pt>
                <c:pt idx="1200">
                  <c:v>09-10-2004</c:v>
                </c:pt>
                <c:pt idx="1201">
                  <c:v>11-10-2004</c:v>
                </c:pt>
                <c:pt idx="1202">
                  <c:v>12-10-2004</c:v>
                </c:pt>
                <c:pt idx="1203">
                  <c:v>14-10-2004</c:v>
                </c:pt>
                <c:pt idx="1204">
                  <c:v>15-10-2004</c:v>
                </c:pt>
                <c:pt idx="1205">
                  <c:v>18-10-2004</c:v>
                </c:pt>
                <c:pt idx="1206">
                  <c:v>19-10-2004</c:v>
                </c:pt>
                <c:pt idx="1207">
                  <c:v>20-10-2004</c:v>
                </c:pt>
                <c:pt idx="1208">
                  <c:v>21-10-2004</c:v>
                </c:pt>
                <c:pt idx="1209">
                  <c:v>25-10-2004</c:v>
                </c:pt>
                <c:pt idx="1210">
                  <c:v>26-10-2004</c:v>
                </c:pt>
                <c:pt idx="1211">
                  <c:v>27-10-2004</c:v>
                </c:pt>
                <c:pt idx="1212">
                  <c:v>28-10-2004</c:v>
                </c:pt>
                <c:pt idx="1213">
                  <c:v>29-10-2004</c:v>
                </c:pt>
                <c:pt idx="1214">
                  <c:v>01-11-2004</c:v>
                </c:pt>
                <c:pt idx="1215">
                  <c:v>02-11-2004</c:v>
                </c:pt>
                <c:pt idx="1216">
                  <c:v>03-11-2004</c:v>
                </c:pt>
                <c:pt idx="1217">
                  <c:v>04-11-2004</c:v>
                </c:pt>
                <c:pt idx="1218">
                  <c:v>05-11-2004</c:v>
                </c:pt>
                <c:pt idx="1219">
                  <c:v>08-11-2004</c:v>
                </c:pt>
                <c:pt idx="1220">
                  <c:v>09-11-2004</c:v>
                </c:pt>
                <c:pt idx="1221">
                  <c:v>10-11-2004</c:v>
                </c:pt>
                <c:pt idx="1222">
                  <c:v>11-11-2004</c:v>
                </c:pt>
                <c:pt idx="1223">
                  <c:v>12-11-2004</c:v>
                </c:pt>
                <c:pt idx="1224">
                  <c:v>16-11-2004</c:v>
                </c:pt>
                <c:pt idx="1225">
                  <c:v>17-11-2004</c:v>
                </c:pt>
                <c:pt idx="1226">
                  <c:v>18-11-2004</c:v>
                </c:pt>
                <c:pt idx="1227">
                  <c:v>19-11-2004</c:v>
                </c:pt>
                <c:pt idx="1228">
                  <c:v>22-11-2004</c:v>
                </c:pt>
                <c:pt idx="1229">
                  <c:v>23-11-2004</c:v>
                </c:pt>
                <c:pt idx="1230">
                  <c:v>24-11-2004</c:v>
                </c:pt>
                <c:pt idx="1231">
                  <c:v>25-11-2004</c:v>
                </c:pt>
                <c:pt idx="1232">
                  <c:v>29-11-2004</c:v>
                </c:pt>
                <c:pt idx="1233">
                  <c:v>30-11-2004</c:v>
                </c:pt>
                <c:pt idx="1234">
                  <c:v>01-12-2004</c:v>
                </c:pt>
                <c:pt idx="1235">
                  <c:v>02-12-2004</c:v>
                </c:pt>
                <c:pt idx="1236">
                  <c:v>03-12-2004</c:v>
                </c:pt>
                <c:pt idx="1237">
                  <c:v>06-12-2004</c:v>
                </c:pt>
                <c:pt idx="1238">
                  <c:v>07-12-2004</c:v>
                </c:pt>
                <c:pt idx="1239">
                  <c:v>08-12-2004</c:v>
                </c:pt>
                <c:pt idx="1240">
                  <c:v>09-12-2004</c:v>
                </c:pt>
                <c:pt idx="1241">
                  <c:v>10-12-2004</c:v>
                </c:pt>
                <c:pt idx="1242">
                  <c:v>13-12-2004</c:v>
                </c:pt>
                <c:pt idx="1243">
                  <c:v>14-12-2004</c:v>
                </c:pt>
                <c:pt idx="1244">
                  <c:v>15-12-2004</c:v>
                </c:pt>
                <c:pt idx="1245">
                  <c:v>16-12-2004</c:v>
                </c:pt>
                <c:pt idx="1246">
                  <c:v>17-12-2004</c:v>
                </c:pt>
                <c:pt idx="1247">
                  <c:v>20-12-2004</c:v>
                </c:pt>
                <c:pt idx="1248">
                  <c:v>21-12-2004</c:v>
                </c:pt>
                <c:pt idx="1249">
                  <c:v>22-12-2004</c:v>
                </c:pt>
                <c:pt idx="1250">
                  <c:v>23-12-2004</c:v>
                </c:pt>
                <c:pt idx="1251">
                  <c:v>24-12-2004</c:v>
                </c:pt>
                <c:pt idx="1252">
                  <c:v>27-12-2004</c:v>
                </c:pt>
                <c:pt idx="1253">
                  <c:v>28-12-2004</c:v>
                </c:pt>
                <c:pt idx="1254">
                  <c:v>29-12-2004</c:v>
                </c:pt>
                <c:pt idx="1255">
                  <c:v>30-12-2004</c:v>
                </c:pt>
                <c:pt idx="1256">
                  <c:v>31-12-2004</c:v>
                </c:pt>
                <c:pt idx="1257">
                  <c:v>03-01-2005</c:v>
                </c:pt>
                <c:pt idx="1258">
                  <c:v>04-01-2005</c:v>
                </c:pt>
                <c:pt idx="1259">
                  <c:v>05-01-2005</c:v>
                </c:pt>
                <c:pt idx="1260">
                  <c:v>06-01-2005</c:v>
                </c:pt>
                <c:pt idx="1261">
                  <c:v>07-01-2005</c:v>
                </c:pt>
                <c:pt idx="1262">
                  <c:v>10-01-2005</c:v>
                </c:pt>
                <c:pt idx="1263">
                  <c:v>11-01-2005</c:v>
                </c:pt>
                <c:pt idx="1264">
                  <c:v>12-01-2005</c:v>
                </c:pt>
                <c:pt idx="1265">
                  <c:v>13-01-2005</c:v>
                </c:pt>
                <c:pt idx="1266">
                  <c:v>14-01-2005</c:v>
                </c:pt>
                <c:pt idx="1267">
                  <c:v>17-01-2005</c:v>
                </c:pt>
                <c:pt idx="1268">
                  <c:v>18-01-2005</c:v>
                </c:pt>
                <c:pt idx="1269">
                  <c:v>19-01-2005</c:v>
                </c:pt>
                <c:pt idx="1270">
                  <c:v>20-01-2005</c:v>
                </c:pt>
                <c:pt idx="1271">
                  <c:v>24-01-2005</c:v>
                </c:pt>
                <c:pt idx="1272">
                  <c:v>25-01-2005</c:v>
                </c:pt>
                <c:pt idx="1273">
                  <c:v>27-01-2005</c:v>
                </c:pt>
                <c:pt idx="1274">
                  <c:v>28-01-2005</c:v>
                </c:pt>
                <c:pt idx="1275">
                  <c:v>31-01-2005</c:v>
                </c:pt>
                <c:pt idx="1276">
                  <c:v>01-02-2005</c:v>
                </c:pt>
                <c:pt idx="1277">
                  <c:v>02-02-2005</c:v>
                </c:pt>
                <c:pt idx="1278">
                  <c:v>03-02-2005</c:v>
                </c:pt>
                <c:pt idx="1279">
                  <c:v>04-02-2005</c:v>
                </c:pt>
                <c:pt idx="1280">
                  <c:v>07-02-2005</c:v>
                </c:pt>
                <c:pt idx="1281">
                  <c:v>08-02-2005</c:v>
                </c:pt>
                <c:pt idx="1282">
                  <c:v>09-02-2005</c:v>
                </c:pt>
                <c:pt idx="1283">
                  <c:v>10-02-2005</c:v>
                </c:pt>
                <c:pt idx="1284">
                  <c:v>11-02-2005</c:v>
                </c:pt>
                <c:pt idx="1285">
                  <c:v>14-02-2005</c:v>
                </c:pt>
                <c:pt idx="1286">
                  <c:v>15-02-2005</c:v>
                </c:pt>
                <c:pt idx="1287">
                  <c:v>16-02-2005</c:v>
                </c:pt>
                <c:pt idx="1288">
                  <c:v>17-02-2005</c:v>
                </c:pt>
                <c:pt idx="1289">
                  <c:v>18-02-2005</c:v>
                </c:pt>
                <c:pt idx="1290">
                  <c:v>21-02-2005</c:v>
                </c:pt>
                <c:pt idx="1291">
                  <c:v>22-02-2005</c:v>
                </c:pt>
                <c:pt idx="1292">
                  <c:v>23-02-2005</c:v>
                </c:pt>
                <c:pt idx="1293">
                  <c:v>24-02-2005</c:v>
                </c:pt>
                <c:pt idx="1294">
                  <c:v>25-02-2005</c:v>
                </c:pt>
                <c:pt idx="1295">
                  <c:v>28-02-2005</c:v>
                </c:pt>
                <c:pt idx="1296">
                  <c:v>01-03-2005</c:v>
                </c:pt>
                <c:pt idx="1297">
                  <c:v>02-03-2005</c:v>
                </c:pt>
                <c:pt idx="1298">
                  <c:v>03-03-2005</c:v>
                </c:pt>
                <c:pt idx="1299">
                  <c:v>04-03-2005</c:v>
                </c:pt>
                <c:pt idx="1300">
                  <c:v>07-03-2005</c:v>
                </c:pt>
                <c:pt idx="1301">
                  <c:v>08-03-2005</c:v>
                </c:pt>
                <c:pt idx="1302">
                  <c:v>09-03-2005</c:v>
                </c:pt>
                <c:pt idx="1303">
                  <c:v>10-03-2005</c:v>
                </c:pt>
                <c:pt idx="1304">
                  <c:v>11-03-2005</c:v>
                </c:pt>
                <c:pt idx="1305">
                  <c:v>14-03-2005</c:v>
                </c:pt>
                <c:pt idx="1306">
                  <c:v>15-03-2005</c:v>
                </c:pt>
                <c:pt idx="1307">
                  <c:v>16-03-2005</c:v>
                </c:pt>
                <c:pt idx="1308">
                  <c:v>17-03-2005</c:v>
                </c:pt>
                <c:pt idx="1309">
                  <c:v>18-03-2005</c:v>
                </c:pt>
                <c:pt idx="1310">
                  <c:v>21-03-2005</c:v>
                </c:pt>
                <c:pt idx="1311">
                  <c:v>22-03-2005</c:v>
                </c:pt>
                <c:pt idx="1312">
                  <c:v>23-03-2005</c:v>
                </c:pt>
                <c:pt idx="1313">
                  <c:v>24-03-2005</c:v>
                </c:pt>
                <c:pt idx="1314">
                  <c:v>28-03-2005</c:v>
                </c:pt>
                <c:pt idx="1315">
                  <c:v>29-03-2005</c:v>
                </c:pt>
                <c:pt idx="1316">
                  <c:v>30-03-2005</c:v>
                </c:pt>
                <c:pt idx="1317">
                  <c:v>31-03-2005</c:v>
                </c:pt>
                <c:pt idx="1318">
                  <c:v>01-04-2005</c:v>
                </c:pt>
                <c:pt idx="1319">
                  <c:v>04-04-2005</c:v>
                </c:pt>
                <c:pt idx="1320">
                  <c:v>05-04-2005</c:v>
                </c:pt>
                <c:pt idx="1321">
                  <c:v>06-04-2005</c:v>
                </c:pt>
                <c:pt idx="1322">
                  <c:v>07-04-2005</c:v>
                </c:pt>
                <c:pt idx="1323">
                  <c:v>08-04-2005</c:v>
                </c:pt>
                <c:pt idx="1324">
                  <c:v>11-04-2005</c:v>
                </c:pt>
                <c:pt idx="1325">
                  <c:v>12-04-2005</c:v>
                </c:pt>
                <c:pt idx="1326">
                  <c:v>13-04-2005</c:v>
                </c:pt>
                <c:pt idx="1327">
                  <c:v>15-04-2005</c:v>
                </c:pt>
                <c:pt idx="1328">
                  <c:v>18-04-2005</c:v>
                </c:pt>
                <c:pt idx="1329">
                  <c:v>19-04-2005</c:v>
                </c:pt>
                <c:pt idx="1330">
                  <c:v>20-04-2005</c:v>
                </c:pt>
                <c:pt idx="1331">
                  <c:v>21-04-2005</c:v>
                </c:pt>
                <c:pt idx="1332">
                  <c:v>22-04-2005</c:v>
                </c:pt>
                <c:pt idx="1333">
                  <c:v>25-04-2005</c:v>
                </c:pt>
                <c:pt idx="1334">
                  <c:v>26-04-2005</c:v>
                </c:pt>
                <c:pt idx="1335">
                  <c:v>27-04-2005</c:v>
                </c:pt>
                <c:pt idx="1336">
                  <c:v>28-04-2005</c:v>
                </c:pt>
                <c:pt idx="1337">
                  <c:v>29-04-2005</c:v>
                </c:pt>
                <c:pt idx="1338">
                  <c:v>02-05-2005</c:v>
                </c:pt>
                <c:pt idx="1339">
                  <c:v>03-05-2005</c:v>
                </c:pt>
                <c:pt idx="1340">
                  <c:v>04-05-2005</c:v>
                </c:pt>
                <c:pt idx="1341">
                  <c:v>05-05-2005</c:v>
                </c:pt>
                <c:pt idx="1342">
                  <c:v>06-05-2005</c:v>
                </c:pt>
                <c:pt idx="1343">
                  <c:v>09-05-2005</c:v>
                </c:pt>
                <c:pt idx="1344">
                  <c:v>10-05-2005</c:v>
                </c:pt>
                <c:pt idx="1345">
                  <c:v>11-05-2005</c:v>
                </c:pt>
                <c:pt idx="1346">
                  <c:v>12-05-2005</c:v>
                </c:pt>
                <c:pt idx="1347">
                  <c:v>13-05-2005</c:v>
                </c:pt>
                <c:pt idx="1348">
                  <c:v>16-05-2005</c:v>
                </c:pt>
                <c:pt idx="1349">
                  <c:v>17-05-2005</c:v>
                </c:pt>
                <c:pt idx="1350">
                  <c:v>18-05-2005</c:v>
                </c:pt>
                <c:pt idx="1351">
                  <c:v>19-05-2005</c:v>
                </c:pt>
                <c:pt idx="1352">
                  <c:v>20-05-2005</c:v>
                </c:pt>
                <c:pt idx="1353">
                  <c:v>23-05-2005</c:v>
                </c:pt>
                <c:pt idx="1354">
                  <c:v>24-05-2005</c:v>
                </c:pt>
                <c:pt idx="1355">
                  <c:v>25-05-2005</c:v>
                </c:pt>
                <c:pt idx="1356">
                  <c:v>26-05-2005</c:v>
                </c:pt>
                <c:pt idx="1357">
                  <c:v>27-05-2005</c:v>
                </c:pt>
                <c:pt idx="1358">
                  <c:v>30-05-2005</c:v>
                </c:pt>
                <c:pt idx="1359">
                  <c:v>31-05-2005</c:v>
                </c:pt>
                <c:pt idx="1360">
                  <c:v>01-06-2005</c:v>
                </c:pt>
                <c:pt idx="1361">
                  <c:v>02-06-2005</c:v>
                </c:pt>
                <c:pt idx="1362">
                  <c:v>03-06-2005</c:v>
                </c:pt>
                <c:pt idx="1363">
                  <c:v>04-06-2005</c:v>
                </c:pt>
                <c:pt idx="1364">
                  <c:v>06-06-2005</c:v>
                </c:pt>
                <c:pt idx="1365">
                  <c:v>07-06-2005</c:v>
                </c:pt>
                <c:pt idx="1366">
                  <c:v>08-06-2005</c:v>
                </c:pt>
                <c:pt idx="1367">
                  <c:v>09-06-2005</c:v>
                </c:pt>
                <c:pt idx="1368">
                  <c:v>10-06-2005</c:v>
                </c:pt>
                <c:pt idx="1369">
                  <c:v>13-06-2005</c:v>
                </c:pt>
                <c:pt idx="1370">
                  <c:v>14-06-2005</c:v>
                </c:pt>
                <c:pt idx="1371">
                  <c:v>15-06-2005</c:v>
                </c:pt>
                <c:pt idx="1372">
                  <c:v>16-06-2005</c:v>
                </c:pt>
                <c:pt idx="1373">
                  <c:v>17-06-2005</c:v>
                </c:pt>
                <c:pt idx="1374">
                  <c:v>20-06-2005</c:v>
                </c:pt>
                <c:pt idx="1375">
                  <c:v>21-06-2005</c:v>
                </c:pt>
                <c:pt idx="1376">
                  <c:v>22-06-2005</c:v>
                </c:pt>
                <c:pt idx="1377">
                  <c:v>23-06-2005</c:v>
                </c:pt>
                <c:pt idx="1378">
                  <c:v>24-06-2005</c:v>
                </c:pt>
                <c:pt idx="1379">
                  <c:v>27-06-2005</c:v>
                </c:pt>
                <c:pt idx="1380">
                  <c:v>28-06-2005</c:v>
                </c:pt>
                <c:pt idx="1381">
                  <c:v>29-06-2005</c:v>
                </c:pt>
                <c:pt idx="1382">
                  <c:v>30-06-2005</c:v>
                </c:pt>
                <c:pt idx="1383">
                  <c:v>01-07-2005</c:v>
                </c:pt>
                <c:pt idx="1384">
                  <c:v>04-07-2005</c:v>
                </c:pt>
                <c:pt idx="1385">
                  <c:v>05-07-2005</c:v>
                </c:pt>
                <c:pt idx="1386">
                  <c:v>06-07-2005</c:v>
                </c:pt>
                <c:pt idx="1387">
                  <c:v>07-07-2005</c:v>
                </c:pt>
                <c:pt idx="1388">
                  <c:v>08-07-2005</c:v>
                </c:pt>
                <c:pt idx="1389">
                  <c:v>11-07-2005</c:v>
                </c:pt>
                <c:pt idx="1390">
                  <c:v>12-07-2005</c:v>
                </c:pt>
                <c:pt idx="1391">
                  <c:v>13-07-2005</c:v>
                </c:pt>
                <c:pt idx="1392">
                  <c:v>14-07-2005</c:v>
                </c:pt>
                <c:pt idx="1393">
                  <c:v>15-07-2005</c:v>
                </c:pt>
                <c:pt idx="1394">
                  <c:v>18-07-2005</c:v>
                </c:pt>
                <c:pt idx="1395">
                  <c:v>19-07-2005</c:v>
                </c:pt>
                <c:pt idx="1396">
                  <c:v>20-07-2005</c:v>
                </c:pt>
                <c:pt idx="1397">
                  <c:v>21-07-2005</c:v>
                </c:pt>
                <c:pt idx="1398">
                  <c:v>22-07-2005</c:v>
                </c:pt>
                <c:pt idx="1399">
                  <c:v>25-07-2005</c:v>
                </c:pt>
                <c:pt idx="1400">
                  <c:v>26-07-2005</c:v>
                </c:pt>
                <c:pt idx="1401">
                  <c:v>27-07-2005</c:v>
                </c:pt>
                <c:pt idx="1402">
                  <c:v>29-07-2005</c:v>
                </c:pt>
                <c:pt idx="1403">
                  <c:v>01-08-2005</c:v>
                </c:pt>
                <c:pt idx="1404">
                  <c:v>02-08-2005</c:v>
                </c:pt>
                <c:pt idx="1405">
                  <c:v>03-08-2005</c:v>
                </c:pt>
                <c:pt idx="1406">
                  <c:v>04-08-2005</c:v>
                </c:pt>
                <c:pt idx="1407">
                  <c:v>05-08-2005</c:v>
                </c:pt>
                <c:pt idx="1408">
                  <c:v>08-08-2005</c:v>
                </c:pt>
                <c:pt idx="1409">
                  <c:v>09-08-2005</c:v>
                </c:pt>
                <c:pt idx="1410">
                  <c:v>10-08-2005</c:v>
                </c:pt>
                <c:pt idx="1411">
                  <c:v>11-08-2005</c:v>
                </c:pt>
                <c:pt idx="1412">
                  <c:v>12-08-2005</c:v>
                </c:pt>
                <c:pt idx="1413">
                  <c:v>16-08-2005</c:v>
                </c:pt>
                <c:pt idx="1414">
                  <c:v>17-08-2005</c:v>
                </c:pt>
                <c:pt idx="1415">
                  <c:v>18-08-2005</c:v>
                </c:pt>
                <c:pt idx="1416">
                  <c:v>19-08-2005</c:v>
                </c:pt>
                <c:pt idx="1417">
                  <c:v>22-08-2005</c:v>
                </c:pt>
                <c:pt idx="1418">
                  <c:v>23-08-2005</c:v>
                </c:pt>
                <c:pt idx="1419">
                  <c:v>24-08-2005</c:v>
                </c:pt>
                <c:pt idx="1420">
                  <c:v>25-08-2005</c:v>
                </c:pt>
                <c:pt idx="1421">
                  <c:v>26-08-2005</c:v>
                </c:pt>
                <c:pt idx="1422">
                  <c:v>29-08-2005</c:v>
                </c:pt>
                <c:pt idx="1423">
                  <c:v>30-08-2005</c:v>
                </c:pt>
                <c:pt idx="1424">
                  <c:v>31-08-2005</c:v>
                </c:pt>
                <c:pt idx="1425">
                  <c:v>01-09-2005</c:v>
                </c:pt>
                <c:pt idx="1426">
                  <c:v>02-09-2005</c:v>
                </c:pt>
                <c:pt idx="1427">
                  <c:v>05-09-2005</c:v>
                </c:pt>
                <c:pt idx="1428">
                  <c:v>06-09-2005</c:v>
                </c:pt>
                <c:pt idx="1429">
                  <c:v>08-09-2005</c:v>
                </c:pt>
                <c:pt idx="1430">
                  <c:v>09-09-2005</c:v>
                </c:pt>
                <c:pt idx="1431">
                  <c:v>12-09-2005</c:v>
                </c:pt>
                <c:pt idx="1432">
                  <c:v>13-09-2005</c:v>
                </c:pt>
                <c:pt idx="1433">
                  <c:v>14-09-2005</c:v>
                </c:pt>
                <c:pt idx="1434">
                  <c:v>15-09-2005</c:v>
                </c:pt>
                <c:pt idx="1435">
                  <c:v>16-09-2005</c:v>
                </c:pt>
                <c:pt idx="1436">
                  <c:v>19-09-2005</c:v>
                </c:pt>
                <c:pt idx="1437">
                  <c:v>20-09-2005</c:v>
                </c:pt>
                <c:pt idx="1438">
                  <c:v>21-09-2005</c:v>
                </c:pt>
                <c:pt idx="1439">
                  <c:v>22-09-2005</c:v>
                </c:pt>
                <c:pt idx="1440">
                  <c:v>23-09-2005</c:v>
                </c:pt>
                <c:pt idx="1441">
                  <c:v>26-09-2005</c:v>
                </c:pt>
                <c:pt idx="1442">
                  <c:v>27-09-2005</c:v>
                </c:pt>
                <c:pt idx="1443">
                  <c:v>28-09-2005</c:v>
                </c:pt>
                <c:pt idx="1444">
                  <c:v>29-09-2005</c:v>
                </c:pt>
                <c:pt idx="1445">
                  <c:v>30-09-2005</c:v>
                </c:pt>
                <c:pt idx="1446">
                  <c:v>03-10-2005</c:v>
                </c:pt>
                <c:pt idx="1447">
                  <c:v>04-10-2005</c:v>
                </c:pt>
                <c:pt idx="1448">
                  <c:v>05-10-2005</c:v>
                </c:pt>
                <c:pt idx="1449">
                  <c:v>06-10-2005</c:v>
                </c:pt>
                <c:pt idx="1450">
                  <c:v>07-10-2005</c:v>
                </c:pt>
                <c:pt idx="1451">
                  <c:v>10-10-2005</c:v>
                </c:pt>
                <c:pt idx="1452">
                  <c:v>11-10-2005</c:v>
                </c:pt>
                <c:pt idx="1453">
                  <c:v>13-10-2005</c:v>
                </c:pt>
                <c:pt idx="1454">
                  <c:v>14-10-2005</c:v>
                </c:pt>
                <c:pt idx="1455">
                  <c:v>17-10-2005</c:v>
                </c:pt>
                <c:pt idx="1456">
                  <c:v>18-10-2005</c:v>
                </c:pt>
                <c:pt idx="1457">
                  <c:v>19-10-2005</c:v>
                </c:pt>
                <c:pt idx="1458">
                  <c:v>20-10-2005</c:v>
                </c:pt>
                <c:pt idx="1459">
                  <c:v>21-10-2005</c:v>
                </c:pt>
                <c:pt idx="1460">
                  <c:v>24-10-2005</c:v>
                </c:pt>
                <c:pt idx="1461">
                  <c:v>25-10-2005</c:v>
                </c:pt>
                <c:pt idx="1462">
                  <c:v>26-10-2005</c:v>
                </c:pt>
                <c:pt idx="1463">
                  <c:v>27-10-2005</c:v>
                </c:pt>
                <c:pt idx="1464">
                  <c:v>28-10-2005</c:v>
                </c:pt>
                <c:pt idx="1465">
                  <c:v>31-10-2005</c:v>
                </c:pt>
                <c:pt idx="1466">
                  <c:v>01-11-2005</c:v>
                </c:pt>
                <c:pt idx="1467">
                  <c:v>02-11-2005</c:v>
                </c:pt>
                <c:pt idx="1468">
                  <c:v>07-11-2005</c:v>
                </c:pt>
                <c:pt idx="1469">
                  <c:v>08-11-2005</c:v>
                </c:pt>
                <c:pt idx="1470">
                  <c:v>09-11-2005</c:v>
                </c:pt>
                <c:pt idx="1471">
                  <c:v>10-11-2005</c:v>
                </c:pt>
                <c:pt idx="1472">
                  <c:v>11-11-2005</c:v>
                </c:pt>
                <c:pt idx="1473">
                  <c:v>14-11-2005</c:v>
                </c:pt>
                <c:pt idx="1474">
                  <c:v>16-11-2005</c:v>
                </c:pt>
                <c:pt idx="1475">
                  <c:v>17-11-2005</c:v>
                </c:pt>
                <c:pt idx="1476">
                  <c:v>18-11-2005</c:v>
                </c:pt>
                <c:pt idx="1477">
                  <c:v>21-11-2005</c:v>
                </c:pt>
                <c:pt idx="1478">
                  <c:v>22-11-2005</c:v>
                </c:pt>
                <c:pt idx="1479">
                  <c:v>23-11-2005</c:v>
                </c:pt>
                <c:pt idx="1480">
                  <c:v>24-11-2005</c:v>
                </c:pt>
                <c:pt idx="1481">
                  <c:v>25-11-2005</c:v>
                </c:pt>
                <c:pt idx="1482">
                  <c:v>26-11-2005</c:v>
                </c:pt>
                <c:pt idx="1483">
                  <c:v>28-11-2005</c:v>
                </c:pt>
                <c:pt idx="1484">
                  <c:v>29-11-2005</c:v>
                </c:pt>
                <c:pt idx="1485">
                  <c:v>30-11-2005</c:v>
                </c:pt>
                <c:pt idx="1486">
                  <c:v>01-12-2005</c:v>
                </c:pt>
                <c:pt idx="1487">
                  <c:v>02-12-2005</c:v>
                </c:pt>
                <c:pt idx="1488">
                  <c:v>05-12-2005</c:v>
                </c:pt>
                <c:pt idx="1489">
                  <c:v>06-12-2005</c:v>
                </c:pt>
                <c:pt idx="1490">
                  <c:v>07-12-2005</c:v>
                </c:pt>
                <c:pt idx="1491">
                  <c:v>08-12-2005</c:v>
                </c:pt>
                <c:pt idx="1492">
                  <c:v>09-12-2005</c:v>
                </c:pt>
                <c:pt idx="1493">
                  <c:v>12-12-2005</c:v>
                </c:pt>
                <c:pt idx="1494">
                  <c:v>13-12-2005</c:v>
                </c:pt>
                <c:pt idx="1495">
                  <c:v>14-12-2005</c:v>
                </c:pt>
                <c:pt idx="1496">
                  <c:v>15-12-2005</c:v>
                </c:pt>
                <c:pt idx="1497">
                  <c:v>16-12-2005</c:v>
                </c:pt>
                <c:pt idx="1498">
                  <c:v>19-12-2005</c:v>
                </c:pt>
                <c:pt idx="1499">
                  <c:v>20-12-2005</c:v>
                </c:pt>
                <c:pt idx="1500">
                  <c:v>21-12-2005</c:v>
                </c:pt>
                <c:pt idx="1501">
                  <c:v>22-12-2005</c:v>
                </c:pt>
                <c:pt idx="1502">
                  <c:v>23-12-2005</c:v>
                </c:pt>
                <c:pt idx="1503">
                  <c:v>26-12-2005</c:v>
                </c:pt>
                <c:pt idx="1504">
                  <c:v>27-12-2005</c:v>
                </c:pt>
                <c:pt idx="1505">
                  <c:v>28-12-2005</c:v>
                </c:pt>
                <c:pt idx="1506">
                  <c:v>29-12-2005</c:v>
                </c:pt>
                <c:pt idx="1507">
                  <c:v>30-12-2005</c:v>
                </c:pt>
                <c:pt idx="1508">
                  <c:v>02-01-2006</c:v>
                </c:pt>
                <c:pt idx="1509">
                  <c:v>03-01-2006</c:v>
                </c:pt>
                <c:pt idx="1510">
                  <c:v>04-01-2006</c:v>
                </c:pt>
                <c:pt idx="1511">
                  <c:v>05-01-2006</c:v>
                </c:pt>
                <c:pt idx="1512">
                  <c:v>06-01-2006</c:v>
                </c:pt>
                <c:pt idx="1513">
                  <c:v>09-01-2006</c:v>
                </c:pt>
                <c:pt idx="1514">
                  <c:v>10-01-2006</c:v>
                </c:pt>
                <c:pt idx="1515">
                  <c:v>12-01-2006</c:v>
                </c:pt>
                <c:pt idx="1516">
                  <c:v>13-01-2006</c:v>
                </c:pt>
                <c:pt idx="1517">
                  <c:v>16-01-2006</c:v>
                </c:pt>
                <c:pt idx="1518">
                  <c:v>17-01-2006</c:v>
                </c:pt>
                <c:pt idx="1519">
                  <c:v>18-01-2006</c:v>
                </c:pt>
                <c:pt idx="1520">
                  <c:v>19-01-2006</c:v>
                </c:pt>
                <c:pt idx="1521">
                  <c:v>20-01-2006</c:v>
                </c:pt>
                <c:pt idx="1522">
                  <c:v>23-01-2006</c:v>
                </c:pt>
                <c:pt idx="1523">
                  <c:v>24-01-2006</c:v>
                </c:pt>
                <c:pt idx="1524">
                  <c:v>25-01-2006</c:v>
                </c:pt>
                <c:pt idx="1525">
                  <c:v>27-01-2006</c:v>
                </c:pt>
                <c:pt idx="1526">
                  <c:v>30-01-2006</c:v>
                </c:pt>
                <c:pt idx="1527">
                  <c:v>31-01-2006</c:v>
                </c:pt>
                <c:pt idx="1528">
                  <c:v>01-02-2006</c:v>
                </c:pt>
                <c:pt idx="1529">
                  <c:v>02-02-2006</c:v>
                </c:pt>
                <c:pt idx="1530">
                  <c:v>03-02-2006</c:v>
                </c:pt>
                <c:pt idx="1531">
                  <c:v>06-02-2006</c:v>
                </c:pt>
                <c:pt idx="1532">
                  <c:v>07-02-2006</c:v>
                </c:pt>
                <c:pt idx="1533">
                  <c:v>08-02-2006</c:v>
                </c:pt>
                <c:pt idx="1534">
                  <c:v>10-02-2006</c:v>
                </c:pt>
                <c:pt idx="1535">
                  <c:v>13-02-2006</c:v>
                </c:pt>
                <c:pt idx="1536">
                  <c:v>14-02-2006</c:v>
                </c:pt>
                <c:pt idx="1537">
                  <c:v>15-02-2006</c:v>
                </c:pt>
                <c:pt idx="1538">
                  <c:v>16-02-2006</c:v>
                </c:pt>
                <c:pt idx="1539">
                  <c:v>17-02-2006</c:v>
                </c:pt>
                <c:pt idx="1540">
                  <c:v>20-02-2006</c:v>
                </c:pt>
                <c:pt idx="1541">
                  <c:v>21-02-2006</c:v>
                </c:pt>
                <c:pt idx="1542">
                  <c:v>22-02-2006</c:v>
                </c:pt>
                <c:pt idx="1543">
                  <c:v>23-02-2006</c:v>
                </c:pt>
                <c:pt idx="1544">
                  <c:v>24-02-2006</c:v>
                </c:pt>
                <c:pt idx="1545">
                  <c:v>27-02-2006</c:v>
                </c:pt>
                <c:pt idx="1546">
                  <c:v>28-02-2006</c:v>
                </c:pt>
                <c:pt idx="1547">
                  <c:v>01-03-2006</c:v>
                </c:pt>
                <c:pt idx="1548">
                  <c:v>02-03-2006</c:v>
                </c:pt>
                <c:pt idx="1549">
                  <c:v>03-03-2006</c:v>
                </c:pt>
                <c:pt idx="1550">
                  <c:v>06-03-2006</c:v>
                </c:pt>
                <c:pt idx="1551">
                  <c:v>07-03-2006</c:v>
                </c:pt>
                <c:pt idx="1552">
                  <c:v>08-03-2006</c:v>
                </c:pt>
                <c:pt idx="1553">
                  <c:v>09-03-2006</c:v>
                </c:pt>
                <c:pt idx="1554">
                  <c:v>10-03-2006</c:v>
                </c:pt>
                <c:pt idx="1555">
                  <c:v>13-03-2006</c:v>
                </c:pt>
                <c:pt idx="1556">
                  <c:v>14-03-2006</c:v>
                </c:pt>
                <c:pt idx="1557">
                  <c:v>16-03-2006</c:v>
                </c:pt>
                <c:pt idx="1558">
                  <c:v>17-03-2006</c:v>
                </c:pt>
                <c:pt idx="1559">
                  <c:v>20-03-2006</c:v>
                </c:pt>
                <c:pt idx="1560">
                  <c:v>21-03-2006</c:v>
                </c:pt>
                <c:pt idx="1561">
                  <c:v>22-03-2006</c:v>
                </c:pt>
                <c:pt idx="1562">
                  <c:v>23-03-2006</c:v>
                </c:pt>
                <c:pt idx="1563">
                  <c:v>24-03-2006</c:v>
                </c:pt>
                <c:pt idx="1564">
                  <c:v>27-03-2006</c:v>
                </c:pt>
                <c:pt idx="1565">
                  <c:v>28-03-2006</c:v>
                </c:pt>
                <c:pt idx="1566">
                  <c:v>29-03-2006</c:v>
                </c:pt>
                <c:pt idx="1567">
                  <c:v>30-03-2006</c:v>
                </c:pt>
                <c:pt idx="1568">
                  <c:v>31-03-2006</c:v>
                </c:pt>
                <c:pt idx="1569">
                  <c:v>03-04-2006</c:v>
                </c:pt>
                <c:pt idx="1570">
                  <c:v>04-04-2006</c:v>
                </c:pt>
                <c:pt idx="1571">
                  <c:v>05-04-2006</c:v>
                </c:pt>
                <c:pt idx="1572">
                  <c:v>07-04-2006</c:v>
                </c:pt>
                <c:pt idx="1573">
                  <c:v>10-04-2006</c:v>
                </c:pt>
                <c:pt idx="1574">
                  <c:v>12-04-2006</c:v>
                </c:pt>
                <c:pt idx="1575">
                  <c:v>13-04-2006</c:v>
                </c:pt>
                <c:pt idx="1576">
                  <c:v>17-04-2006</c:v>
                </c:pt>
                <c:pt idx="1577">
                  <c:v>18-04-2006</c:v>
                </c:pt>
                <c:pt idx="1578">
                  <c:v>19-04-2006</c:v>
                </c:pt>
                <c:pt idx="1579">
                  <c:v>20-04-2006</c:v>
                </c:pt>
                <c:pt idx="1580">
                  <c:v>21-04-2006</c:v>
                </c:pt>
                <c:pt idx="1581">
                  <c:v>24-04-2006</c:v>
                </c:pt>
                <c:pt idx="1582">
                  <c:v>25-04-2006</c:v>
                </c:pt>
                <c:pt idx="1583">
                  <c:v>26-04-2006</c:v>
                </c:pt>
                <c:pt idx="1584">
                  <c:v>27-04-2006</c:v>
                </c:pt>
                <c:pt idx="1585">
                  <c:v>28-04-2006</c:v>
                </c:pt>
                <c:pt idx="1586">
                  <c:v>29-04-2006</c:v>
                </c:pt>
                <c:pt idx="1587">
                  <c:v>02-05-2006</c:v>
                </c:pt>
                <c:pt idx="1588">
                  <c:v>03-05-2006</c:v>
                </c:pt>
                <c:pt idx="1589">
                  <c:v>04-05-2006</c:v>
                </c:pt>
                <c:pt idx="1590">
                  <c:v>05-05-2006</c:v>
                </c:pt>
                <c:pt idx="1591">
                  <c:v>08-05-2006</c:v>
                </c:pt>
                <c:pt idx="1592">
                  <c:v>09-05-2006</c:v>
                </c:pt>
                <c:pt idx="1593">
                  <c:v>10-05-2006</c:v>
                </c:pt>
                <c:pt idx="1594">
                  <c:v>11-05-2006</c:v>
                </c:pt>
                <c:pt idx="1595">
                  <c:v>12-05-2006</c:v>
                </c:pt>
                <c:pt idx="1596">
                  <c:v>15-05-2006</c:v>
                </c:pt>
                <c:pt idx="1597">
                  <c:v>16-05-2006</c:v>
                </c:pt>
                <c:pt idx="1598">
                  <c:v>17-05-2006</c:v>
                </c:pt>
                <c:pt idx="1599">
                  <c:v>18-05-2006</c:v>
                </c:pt>
                <c:pt idx="1600">
                  <c:v>19-05-2006</c:v>
                </c:pt>
                <c:pt idx="1601">
                  <c:v>22-05-2006</c:v>
                </c:pt>
                <c:pt idx="1602">
                  <c:v>23-05-2006</c:v>
                </c:pt>
                <c:pt idx="1603">
                  <c:v>24-05-2006</c:v>
                </c:pt>
                <c:pt idx="1604">
                  <c:v>25-05-2006</c:v>
                </c:pt>
                <c:pt idx="1605">
                  <c:v>26-05-2006</c:v>
                </c:pt>
                <c:pt idx="1606">
                  <c:v>29-05-2006</c:v>
                </c:pt>
                <c:pt idx="1607">
                  <c:v>30-05-2006</c:v>
                </c:pt>
                <c:pt idx="1608">
                  <c:v>31-05-2006</c:v>
                </c:pt>
                <c:pt idx="1609">
                  <c:v>01-06-2006</c:v>
                </c:pt>
                <c:pt idx="1610">
                  <c:v>02-06-2006</c:v>
                </c:pt>
                <c:pt idx="1611">
                  <c:v>05-06-2006</c:v>
                </c:pt>
                <c:pt idx="1612">
                  <c:v>06-06-2006</c:v>
                </c:pt>
                <c:pt idx="1613">
                  <c:v>07-06-2006</c:v>
                </c:pt>
                <c:pt idx="1614">
                  <c:v>08-06-2006</c:v>
                </c:pt>
                <c:pt idx="1615">
                  <c:v>09-06-2006</c:v>
                </c:pt>
                <c:pt idx="1616">
                  <c:v>12-06-2006</c:v>
                </c:pt>
                <c:pt idx="1617">
                  <c:v>13-06-2006</c:v>
                </c:pt>
                <c:pt idx="1618">
                  <c:v>14-06-2006</c:v>
                </c:pt>
                <c:pt idx="1619">
                  <c:v>15-06-2006</c:v>
                </c:pt>
                <c:pt idx="1620">
                  <c:v>16-06-2006</c:v>
                </c:pt>
                <c:pt idx="1621">
                  <c:v>19-06-2006</c:v>
                </c:pt>
                <c:pt idx="1622">
                  <c:v>20-06-2006</c:v>
                </c:pt>
                <c:pt idx="1623">
                  <c:v>21-06-2006</c:v>
                </c:pt>
                <c:pt idx="1624">
                  <c:v>22-06-2006</c:v>
                </c:pt>
                <c:pt idx="1625">
                  <c:v>23-06-2006</c:v>
                </c:pt>
                <c:pt idx="1626">
                  <c:v>25-06-2006</c:v>
                </c:pt>
                <c:pt idx="1627">
                  <c:v>26-06-2006</c:v>
                </c:pt>
                <c:pt idx="1628">
                  <c:v>27-06-2006</c:v>
                </c:pt>
                <c:pt idx="1629">
                  <c:v>28-06-2006</c:v>
                </c:pt>
                <c:pt idx="1630">
                  <c:v>29-06-2006</c:v>
                </c:pt>
                <c:pt idx="1631">
                  <c:v>30-06-2006</c:v>
                </c:pt>
                <c:pt idx="1632">
                  <c:v>03-07-2006</c:v>
                </c:pt>
                <c:pt idx="1633">
                  <c:v>04-07-2006</c:v>
                </c:pt>
                <c:pt idx="1634">
                  <c:v>05-07-2006</c:v>
                </c:pt>
                <c:pt idx="1635">
                  <c:v>06-07-2006</c:v>
                </c:pt>
                <c:pt idx="1636">
                  <c:v>07-07-2006</c:v>
                </c:pt>
                <c:pt idx="1637">
                  <c:v>10-07-2006</c:v>
                </c:pt>
                <c:pt idx="1638">
                  <c:v>11-07-2006</c:v>
                </c:pt>
                <c:pt idx="1639">
                  <c:v>12-07-2006</c:v>
                </c:pt>
                <c:pt idx="1640">
                  <c:v>13-07-2006</c:v>
                </c:pt>
                <c:pt idx="1641">
                  <c:v>14-07-2006</c:v>
                </c:pt>
                <c:pt idx="1642">
                  <c:v>17-07-2006</c:v>
                </c:pt>
                <c:pt idx="1643">
                  <c:v>18-07-2006</c:v>
                </c:pt>
                <c:pt idx="1644">
                  <c:v>19-07-2006</c:v>
                </c:pt>
                <c:pt idx="1645">
                  <c:v>20-07-2006</c:v>
                </c:pt>
                <c:pt idx="1646">
                  <c:v>21-07-2006</c:v>
                </c:pt>
                <c:pt idx="1647">
                  <c:v>24-07-2006</c:v>
                </c:pt>
                <c:pt idx="1648">
                  <c:v>25-07-2006</c:v>
                </c:pt>
                <c:pt idx="1649">
                  <c:v>26-07-2006</c:v>
                </c:pt>
                <c:pt idx="1650">
                  <c:v>27-07-2006</c:v>
                </c:pt>
                <c:pt idx="1651">
                  <c:v>28-07-2006</c:v>
                </c:pt>
                <c:pt idx="1652">
                  <c:v>31-07-2006</c:v>
                </c:pt>
                <c:pt idx="1653">
                  <c:v>01-08-2006</c:v>
                </c:pt>
                <c:pt idx="1654">
                  <c:v>02-08-2006</c:v>
                </c:pt>
                <c:pt idx="1655">
                  <c:v>03-08-2006</c:v>
                </c:pt>
                <c:pt idx="1656">
                  <c:v>04-08-2006</c:v>
                </c:pt>
                <c:pt idx="1657">
                  <c:v>07-08-2006</c:v>
                </c:pt>
                <c:pt idx="1658">
                  <c:v>08-08-2006</c:v>
                </c:pt>
                <c:pt idx="1659">
                  <c:v>09-08-2006</c:v>
                </c:pt>
                <c:pt idx="1660">
                  <c:v>10-08-2006</c:v>
                </c:pt>
                <c:pt idx="1661">
                  <c:v>11-08-2006</c:v>
                </c:pt>
                <c:pt idx="1662">
                  <c:v>14-08-2006</c:v>
                </c:pt>
                <c:pt idx="1663">
                  <c:v>16-08-2006</c:v>
                </c:pt>
                <c:pt idx="1664">
                  <c:v>17-08-2006</c:v>
                </c:pt>
                <c:pt idx="1665">
                  <c:v>18-08-2006</c:v>
                </c:pt>
                <c:pt idx="1666">
                  <c:v>21-08-2006</c:v>
                </c:pt>
                <c:pt idx="1667">
                  <c:v>22-08-2006</c:v>
                </c:pt>
                <c:pt idx="1668">
                  <c:v>23-08-2006</c:v>
                </c:pt>
                <c:pt idx="1669">
                  <c:v>24-08-2006</c:v>
                </c:pt>
                <c:pt idx="1670">
                  <c:v>25-08-2006</c:v>
                </c:pt>
                <c:pt idx="1671">
                  <c:v>28-08-2006</c:v>
                </c:pt>
                <c:pt idx="1672">
                  <c:v>29-08-2006</c:v>
                </c:pt>
                <c:pt idx="1673">
                  <c:v>30-08-2006</c:v>
                </c:pt>
                <c:pt idx="1674">
                  <c:v>31-08-2006</c:v>
                </c:pt>
                <c:pt idx="1675">
                  <c:v>01-09-2006</c:v>
                </c:pt>
                <c:pt idx="1676">
                  <c:v>04-09-2006</c:v>
                </c:pt>
                <c:pt idx="1677">
                  <c:v>05-09-2006</c:v>
                </c:pt>
                <c:pt idx="1678">
                  <c:v>06-09-2006</c:v>
                </c:pt>
                <c:pt idx="1679">
                  <c:v>07-09-2006</c:v>
                </c:pt>
                <c:pt idx="1680">
                  <c:v>08-09-2006</c:v>
                </c:pt>
                <c:pt idx="1681">
                  <c:v>11-09-2006</c:v>
                </c:pt>
                <c:pt idx="1682">
                  <c:v>12-09-2006</c:v>
                </c:pt>
                <c:pt idx="1683">
                  <c:v>13-09-2006</c:v>
                </c:pt>
                <c:pt idx="1684">
                  <c:v>14-09-2006</c:v>
                </c:pt>
                <c:pt idx="1685">
                  <c:v>15-09-2006</c:v>
                </c:pt>
                <c:pt idx="1686">
                  <c:v>18-09-2006</c:v>
                </c:pt>
                <c:pt idx="1687">
                  <c:v>19-09-2006</c:v>
                </c:pt>
                <c:pt idx="1688">
                  <c:v>20-09-2006</c:v>
                </c:pt>
                <c:pt idx="1689">
                  <c:v>21-09-2006</c:v>
                </c:pt>
                <c:pt idx="1690">
                  <c:v>22-09-2006</c:v>
                </c:pt>
                <c:pt idx="1691">
                  <c:v>25-09-2006</c:v>
                </c:pt>
                <c:pt idx="1692">
                  <c:v>26-09-2006</c:v>
                </c:pt>
                <c:pt idx="1693">
                  <c:v>27-09-2006</c:v>
                </c:pt>
                <c:pt idx="1694">
                  <c:v>28-09-2006</c:v>
                </c:pt>
                <c:pt idx="1695">
                  <c:v>29-09-2006</c:v>
                </c:pt>
                <c:pt idx="1696">
                  <c:v>03-10-2006</c:v>
                </c:pt>
                <c:pt idx="1697">
                  <c:v>04-10-2006</c:v>
                </c:pt>
                <c:pt idx="1698">
                  <c:v>05-10-2006</c:v>
                </c:pt>
                <c:pt idx="1699">
                  <c:v>06-10-2006</c:v>
                </c:pt>
                <c:pt idx="1700">
                  <c:v>09-10-2006</c:v>
                </c:pt>
                <c:pt idx="1701">
                  <c:v>10-10-2006</c:v>
                </c:pt>
                <c:pt idx="1702">
                  <c:v>11-10-2006</c:v>
                </c:pt>
                <c:pt idx="1703">
                  <c:v>12-10-2006</c:v>
                </c:pt>
                <c:pt idx="1704">
                  <c:v>13-10-2006</c:v>
                </c:pt>
                <c:pt idx="1705">
                  <c:v>16-10-2006</c:v>
                </c:pt>
                <c:pt idx="1706">
                  <c:v>17-10-2006</c:v>
                </c:pt>
                <c:pt idx="1707">
                  <c:v>18-10-2006</c:v>
                </c:pt>
                <c:pt idx="1708">
                  <c:v>19-10-2006</c:v>
                </c:pt>
                <c:pt idx="1709">
                  <c:v>20-10-2006</c:v>
                </c:pt>
                <c:pt idx="1710">
                  <c:v>21-10-2006</c:v>
                </c:pt>
                <c:pt idx="1711">
                  <c:v>23-10-2006</c:v>
                </c:pt>
                <c:pt idx="1712">
                  <c:v>26-10-2006</c:v>
                </c:pt>
                <c:pt idx="1713">
                  <c:v>27-10-2006</c:v>
                </c:pt>
                <c:pt idx="1714">
                  <c:v>30-10-2006</c:v>
                </c:pt>
                <c:pt idx="1715">
                  <c:v>31-10-2006</c:v>
                </c:pt>
                <c:pt idx="1716">
                  <c:v>01-11-2006</c:v>
                </c:pt>
                <c:pt idx="1717">
                  <c:v>02-11-2006</c:v>
                </c:pt>
                <c:pt idx="1718">
                  <c:v>03-11-2006</c:v>
                </c:pt>
                <c:pt idx="1719">
                  <c:v>06-11-2006</c:v>
                </c:pt>
                <c:pt idx="1720">
                  <c:v>07-11-2006</c:v>
                </c:pt>
                <c:pt idx="1721">
                  <c:v>08-11-2006</c:v>
                </c:pt>
                <c:pt idx="1722">
                  <c:v>09-11-2006</c:v>
                </c:pt>
                <c:pt idx="1723">
                  <c:v>10-11-2006</c:v>
                </c:pt>
                <c:pt idx="1724">
                  <c:v>13-11-2006</c:v>
                </c:pt>
                <c:pt idx="1725">
                  <c:v>14-11-2006</c:v>
                </c:pt>
                <c:pt idx="1726">
                  <c:v>15-11-2006</c:v>
                </c:pt>
                <c:pt idx="1727">
                  <c:v>16-11-2006</c:v>
                </c:pt>
                <c:pt idx="1728">
                  <c:v>17-11-2006</c:v>
                </c:pt>
                <c:pt idx="1729">
                  <c:v>20-11-2006</c:v>
                </c:pt>
                <c:pt idx="1730">
                  <c:v>21-11-2006</c:v>
                </c:pt>
                <c:pt idx="1731">
                  <c:v>22-11-2006</c:v>
                </c:pt>
                <c:pt idx="1732">
                  <c:v>23-11-2006</c:v>
                </c:pt>
                <c:pt idx="1733">
                  <c:v>24-11-2006</c:v>
                </c:pt>
                <c:pt idx="1734">
                  <c:v>27-11-2006</c:v>
                </c:pt>
                <c:pt idx="1735">
                  <c:v>28-11-2006</c:v>
                </c:pt>
                <c:pt idx="1736">
                  <c:v>29-11-2006</c:v>
                </c:pt>
                <c:pt idx="1737">
                  <c:v>30-11-2006</c:v>
                </c:pt>
                <c:pt idx="1738">
                  <c:v>01-12-2006</c:v>
                </c:pt>
                <c:pt idx="1739">
                  <c:v>04-12-2006</c:v>
                </c:pt>
                <c:pt idx="1740">
                  <c:v>05-12-2006</c:v>
                </c:pt>
                <c:pt idx="1741">
                  <c:v>06-12-2006</c:v>
                </c:pt>
                <c:pt idx="1742">
                  <c:v>07-12-2006</c:v>
                </c:pt>
                <c:pt idx="1743">
                  <c:v>08-12-2006</c:v>
                </c:pt>
                <c:pt idx="1744">
                  <c:v>11-12-2006</c:v>
                </c:pt>
                <c:pt idx="1745">
                  <c:v>12-12-2006</c:v>
                </c:pt>
                <c:pt idx="1746">
                  <c:v>13-12-2006</c:v>
                </c:pt>
                <c:pt idx="1747">
                  <c:v>14-12-2006</c:v>
                </c:pt>
                <c:pt idx="1748">
                  <c:v>15-12-2006</c:v>
                </c:pt>
                <c:pt idx="1749">
                  <c:v>18-12-2006</c:v>
                </c:pt>
                <c:pt idx="1750">
                  <c:v>19-12-2006</c:v>
                </c:pt>
                <c:pt idx="1751">
                  <c:v>20-12-2006</c:v>
                </c:pt>
                <c:pt idx="1752">
                  <c:v>21-12-2006</c:v>
                </c:pt>
                <c:pt idx="1753">
                  <c:v>22-12-2006</c:v>
                </c:pt>
                <c:pt idx="1754">
                  <c:v>26-12-2006</c:v>
                </c:pt>
                <c:pt idx="1755">
                  <c:v>27-12-2006</c:v>
                </c:pt>
                <c:pt idx="1756">
                  <c:v>28-12-2006</c:v>
                </c:pt>
                <c:pt idx="1757">
                  <c:v>29-12-2006</c:v>
                </c:pt>
                <c:pt idx="1758">
                  <c:v>02-01-2007</c:v>
                </c:pt>
                <c:pt idx="1759">
                  <c:v>03-01-2007</c:v>
                </c:pt>
                <c:pt idx="1760">
                  <c:v>04-01-2007</c:v>
                </c:pt>
                <c:pt idx="1761">
                  <c:v>05-01-2007</c:v>
                </c:pt>
                <c:pt idx="1762">
                  <c:v>08-01-2007</c:v>
                </c:pt>
                <c:pt idx="1763">
                  <c:v>09-01-2007</c:v>
                </c:pt>
                <c:pt idx="1764">
                  <c:v>10-01-2007</c:v>
                </c:pt>
                <c:pt idx="1765">
                  <c:v>11-01-2007</c:v>
                </c:pt>
                <c:pt idx="1766">
                  <c:v>12-01-2007</c:v>
                </c:pt>
                <c:pt idx="1767">
                  <c:v>15-01-2007</c:v>
                </c:pt>
                <c:pt idx="1768">
                  <c:v>16-01-2007</c:v>
                </c:pt>
                <c:pt idx="1769">
                  <c:v>17-01-2007</c:v>
                </c:pt>
                <c:pt idx="1770">
                  <c:v>18-01-2007</c:v>
                </c:pt>
                <c:pt idx="1771">
                  <c:v>19-01-2007</c:v>
                </c:pt>
                <c:pt idx="1772">
                  <c:v>22-01-2007</c:v>
                </c:pt>
                <c:pt idx="1773">
                  <c:v>23-01-2007</c:v>
                </c:pt>
                <c:pt idx="1774">
                  <c:v>24-01-2007</c:v>
                </c:pt>
                <c:pt idx="1775">
                  <c:v>25-01-2007</c:v>
                </c:pt>
                <c:pt idx="1776">
                  <c:v>29-01-2007</c:v>
                </c:pt>
                <c:pt idx="1777">
                  <c:v>31-01-2007</c:v>
                </c:pt>
                <c:pt idx="1778">
                  <c:v>01-02-2007</c:v>
                </c:pt>
                <c:pt idx="1779">
                  <c:v>02-02-2007</c:v>
                </c:pt>
                <c:pt idx="1780">
                  <c:v>05-02-2007</c:v>
                </c:pt>
                <c:pt idx="1781">
                  <c:v>06-02-2007</c:v>
                </c:pt>
                <c:pt idx="1782">
                  <c:v>07-02-2007</c:v>
                </c:pt>
                <c:pt idx="1783">
                  <c:v>08-02-2007</c:v>
                </c:pt>
                <c:pt idx="1784">
                  <c:v>09-02-2007</c:v>
                </c:pt>
                <c:pt idx="1785">
                  <c:v>12-02-2007</c:v>
                </c:pt>
                <c:pt idx="1786">
                  <c:v>13-02-2007</c:v>
                </c:pt>
                <c:pt idx="1787">
                  <c:v>14-02-2007</c:v>
                </c:pt>
                <c:pt idx="1788">
                  <c:v>15-02-2007</c:v>
                </c:pt>
                <c:pt idx="1789">
                  <c:v>19-02-2007</c:v>
                </c:pt>
                <c:pt idx="1790">
                  <c:v>20-02-2007</c:v>
                </c:pt>
                <c:pt idx="1791">
                  <c:v>21-02-2007</c:v>
                </c:pt>
                <c:pt idx="1792">
                  <c:v>22-02-2007</c:v>
                </c:pt>
                <c:pt idx="1793">
                  <c:v>23-02-2007</c:v>
                </c:pt>
                <c:pt idx="1794">
                  <c:v>26-02-2007</c:v>
                </c:pt>
                <c:pt idx="1795">
                  <c:v>27-02-2007</c:v>
                </c:pt>
                <c:pt idx="1796">
                  <c:v>28-02-2007</c:v>
                </c:pt>
                <c:pt idx="1797">
                  <c:v>01-03-2007</c:v>
                </c:pt>
                <c:pt idx="1798">
                  <c:v>02-03-2007</c:v>
                </c:pt>
                <c:pt idx="1799">
                  <c:v>05-03-2007</c:v>
                </c:pt>
                <c:pt idx="1800">
                  <c:v>06-03-2007</c:v>
                </c:pt>
                <c:pt idx="1801">
                  <c:v>07-03-2007</c:v>
                </c:pt>
                <c:pt idx="1802">
                  <c:v>08-03-2007</c:v>
                </c:pt>
                <c:pt idx="1803">
                  <c:v>09-03-2007</c:v>
                </c:pt>
                <c:pt idx="1804">
                  <c:v>12-03-2007</c:v>
                </c:pt>
                <c:pt idx="1805">
                  <c:v>13-03-2007</c:v>
                </c:pt>
                <c:pt idx="1806">
                  <c:v>14-03-2007</c:v>
                </c:pt>
                <c:pt idx="1807">
                  <c:v>15-03-2007</c:v>
                </c:pt>
                <c:pt idx="1808">
                  <c:v>16-03-2007</c:v>
                </c:pt>
                <c:pt idx="1809">
                  <c:v>19-03-2007</c:v>
                </c:pt>
                <c:pt idx="1810">
                  <c:v>20-03-2007</c:v>
                </c:pt>
                <c:pt idx="1811">
                  <c:v>21-03-2007</c:v>
                </c:pt>
                <c:pt idx="1812">
                  <c:v>22-03-2007</c:v>
                </c:pt>
                <c:pt idx="1813">
                  <c:v>23-03-2007</c:v>
                </c:pt>
                <c:pt idx="1814">
                  <c:v>26-03-2007</c:v>
                </c:pt>
                <c:pt idx="1815">
                  <c:v>28-03-2007</c:v>
                </c:pt>
                <c:pt idx="1816">
                  <c:v>29-03-2007</c:v>
                </c:pt>
                <c:pt idx="1817">
                  <c:v>30-03-2007</c:v>
                </c:pt>
                <c:pt idx="1818">
                  <c:v>02-04-2007</c:v>
                </c:pt>
                <c:pt idx="1819">
                  <c:v>03-04-2007</c:v>
                </c:pt>
                <c:pt idx="1820">
                  <c:v>04-04-2007</c:v>
                </c:pt>
                <c:pt idx="1821">
                  <c:v>05-04-2007</c:v>
                </c:pt>
                <c:pt idx="1822">
                  <c:v>09-04-2007</c:v>
                </c:pt>
                <c:pt idx="1823">
                  <c:v>10-04-2007</c:v>
                </c:pt>
                <c:pt idx="1824">
                  <c:v>11-04-2007</c:v>
                </c:pt>
                <c:pt idx="1825">
                  <c:v>12-04-2007</c:v>
                </c:pt>
                <c:pt idx="1826">
                  <c:v>13-04-2007</c:v>
                </c:pt>
                <c:pt idx="1827">
                  <c:v>16-04-2007</c:v>
                </c:pt>
                <c:pt idx="1828">
                  <c:v>17-04-2007</c:v>
                </c:pt>
                <c:pt idx="1829">
                  <c:v>18-04-2007</c:v>
                </c:pt>
                <c:pt idx="1830">
                  <c:v>19-04-2007</c:v>
                </c:pt>
                <c:pt idx="1831">
                  <c:v>20-04-2007</c:v>
                </c:pt>
                <c:pt idx="1832">
                  <c:v>23-04-2007</c:v>
                </c:pt>
                <c:pt idx="1833">
                  <c:v>24-04-2007</c:v>
                </c:pt>
                <c:pt idx="1834">
                  <c:v>25-04-2007</c:v>
                </c:pt>
                <c:pt idx="1835">
                  <c:v>26-04-2007</c:v>
                </c:pt>
                <c:pt idx="1836">
                  <c:v>27-04-2007</c:v>
                </c:pt>
                <c:pt idx="1837">
                  <c:v>30-04-2007</c:v>
                </c:pt>
                <c:pt idx="1838">
                  <c:v>03-05-2007</c:v>
                </c:pt>
                <c:pt idx="1839">
                  <c:v>04-05-2007</c:v>
                </c:pt>
                <c:pt idx="1840">
                  <c:v>07-05-2007</c:v>
                </c:pt>
                <c:pt idx="1841">
                  <c:v>08-05-2007</c:v>
                </c:pt>
                <c:pt idx="1842">
                  <c:v>09-05-2007</c:v>
                </c:pt>
                <c:pt idx="1843">
                  <c:v>10-05-2007</c:v>
                </c:pt>
                <c:pt idx="1844">
                  <c:v>11-05-2007</c:v>
                </c:pt>
                <c:pt idx="1845">
                  <c:v>14-05-2007</c:v>
                </c:pt>
                <c:pt idx="1846">
                  <c:v>15-05-2007</c:v>
                </c:pt>
                <c:pt idx="1847">
                  <c:v>16-05-2007</c:v>
                </c:pt>
                <c:pt idx="1848">
                  <c:v>17-05-2007</c:v>
                </c:pt>
                <c:pt idx="1849">
                  <c:v>18-05-2007</c:v>
                </c:pt>
                <c:pt idx="1850">
                  <c:v>21-05-2007</c:v>
                </c:pt>
                <c:pt idx="1851">
                  <c:v>22-05-2007</c:v>
                </c:pt>
                <c:pt idx="1852">
                  <c:v>23-05-2007</c:v>
                </c:pt>
                <c:pt idx="1853">
                  <c:v>24-05-2007</c:v>
                </c:pt>
                <c:pt idx="1854">
                  <c:v>25-05-2007</c:v>
                </c:pt>
                <c:pt idx="1855">
                  <c:v>28-05-2007</c:v>
                </c:pt>
                <c:pt idx="1856">
                  <c:v>29-05-2007</c:v>
                </c:pt>
                <c:pt idx="1857">
                  <c:v>30-05-2007</c:v>
                </c:pt>
                <c:pt idx="1858">
                  <c:v>31-05-2007</c:v>
                </c:pt>
                <c:pt idx="1859">
                  <c:v>01-06-2007</c:v>
                </c:pt>
                <c:pt idx="1860">
                  <c:v>04-06-2007</c:v>
                </c:pt>
                <c:pt idx="1861">
                  <c:v>05-06-2007</c:v>
                </c:pt>
                <c:pt idx="1862">
                  <c:v>06-06-2007</c:v>
                </c:pt>
                <c:pt idx="1863">
                  <c:v>07-06-2007</c:v>
                </c:pt>
                <c:pt idx="1864">
                  <c:v>08-06-2007</c:v>
                </c:pt>
                <c:pt idx="1865">
                  <c:v>11-06-2007</c:v>
                </c:pt>
                <c:pt idx="1866">
                  <c:v>12-06-2007</c:v>
                </c:pt>
                <c:pt idx="1867">
                  <c:v>13-06-2007</c:v>
                </c:pt>
                <c:pt idx="1868">
                  <c:v>14-06-2007</c:v>
                </c:pt>
                <c:pt idx="1869">
                  <c:v>15-06-2007</c:v>
                </c:pt>
                <c:pt idx="1870">
                  <c:v>18-06-2007</c:v>
                </c:pt>
                <c:pt idx="1871">
                  <c:v>19-06-2007</c:v>
                </c:pt>
                <c:pt idx="1872">
                  <c:v>20-06-2007</c:v>
                </c:pt>
                <c:pt idx="1873">
                  <c:v>21-06-2007</c:v>
                </c:pt>
                <c:pt idx="1874">
                  <c:v>22-06-2007</c:v>
                </c:pt>
                <c:pt idx="1875">
                  <c:v>25-06-2007</c:v>
                </c:pt>
                <c:pt idx="1876">
                  <c:v>26-06-2007</c:v>
                </c:pt>
                <c:pt idx="1877">
                  <c:v>27-06-2007</c:v>
                </c:pt>
                <c:pt idx="1878">
                  <c:v>28-06-2007</c:v>
                </c:pt>
                <c:pt idx="1879">
                  <c:v>29-06-2007</c:v>
                </c:pt>
                <c:pt idx="1880">
                  <c:v>02-07-2007</c:v>
                </c:pt>
                <c:pt idx="1881">
                  <c:v>03-07-2007</c:v>
                </c:pt>
                <c:pt idx="1882">
                  <c:v>04-07-2007</c:v>
                </c:pt>
                <c:pt idx="1883">
                  <c:v>05-07-2007</c:v>
                </c:pt>
                <c:pt idx="1884">
                  <c:v>06-07-2007</c:v>
                </c:pt>
                <c:pt idx="1885">
                  <c:v>09-07-2007</c:v>
                </c:pt>
                <c:pt idx="1886">
                  <c:v>10-07-2007</c:v>
                </c:pt>
                <c:pt idx="1887">
                  <c:v>11-07-2007</c:v>
                </c:pt>
                <c:pt idx="1888">
                  <c:v>12-07-2007</c:v>
                </c:pt>
                <c:pt idx="1889">
                  <c:v>13-07-2007</c:v>
                </c:pt>
                <c:pt idx="1890">
                  <c:v>16-07-2007</c:v>
                </c:pt>
                <c:pt idx="1891">
                  <c:v>17-07-2007</c:v>
                </c:pt>
                <c:pt idx="1892">
                  <c:v>18-07-2007</c:v>
                </c:pt>
                <c:pt idx="1893">
                  <c:v>19-07-2007</c:v>
                </c:pt>
                <c:pt idx="1894">
                  <c:v>20-07-2007</c:v>
                </c:pt>
                <c:pt idx="1895">
                  <c:v>23-07-2007</c:v>
                </c:pt>
                <c:pt idx="1896">
                  <c:v>24-07-2007</c:v>
                </c:pt>
                <c:pt idx="1897">
                  <c:v>25-07-2007</c:v>
                </c:pt>
                <c:pt idx="1898">
                  <c:v>26-07-2007</c:v>
                </c:pt>
                <c:pt idx="1899">
                  <c:v>27-07-2007</c:v>
                </c:pt>
                <c:pt idx="1900">
                  <c:v>30-07-2007</c:v>
                </c:pt>
                <c:pt idx="1901">
                  <c:v>31-07-2007</c:v>
                </c:pt>
                <c:pt idx="1902">
                  <c:v>01-08-2007</c:v>
                </c:pt>
                <c:pt idx="1903">
                  <c:v>02-08-2007</c:v>
                </c:pt>
                <c:pt idx="1904">
                  <c:v>03-08-2007</c:v>
                </c:pt>
                <c:pt idx="1905">
                  <c:v>06-08-2007</c:v>
                </c:pt>
                <c:pt idx="1906">
                  <c:v>07-08-2007</c:v>
                </c:pt>
                <c:pt idx="1907">
                  <c:v>08-08-2007</c:v>
                </c:pt>
                <c:pt idx="1908">
                  <c:v>09-08-2007</c:v>
                </c:pt>
                <c:pt idx="1909">
                  <c:v>10-08-2007</c:v>
                </c:pt>
                <c:pt idx="1910">
                  <c:v>13-08-2007</c:v>
                </c:pt>
                <c:pt idx="1911">
                  <c:v>14-08-2007</c:v>
                </c:pt>
                <c:pt idx="1912">
                  <c:v>16-08-2007</c:v>
                </c:pt>
                <c:pt idx="1913">
                  <c:v>17-08-2007</c:v>
                </c:pt>
                <c:pt idx="1914">
                  <c:v>20-08-2007</c:v>
                </c:pt>
                <c:pt idx="1915">
                  <c:v>21-08-2007</c:v>
                </c:pt>
                <c:pt idx="1916">
                  <c:v>22-08-2007</c:v>
                </c:pt>
                <c:pt idx="1917">
                  <c:v>23-08-2007</c:v>
                </c:pt>
                <c:pt idx="1918">
                  <c:v>24-08-2007</c:v>
                </c:pt>
                <c:pt idx="1919">
                  <c:v>27-08-2007</c:v>
                </c:pt>
                <c:pt idx="1920">
                  <c:v>28-08-2007</c:v>
                </c:pt>
                <c:pt idx="1921">
                  <c:v>29-08-2007</c:v>
                </c:pt>
                <c:pt idx="1922">
                  <c:v>30-08-2007</c:v>
                </c:pt>
                <c:pt idx="1923">
                  <c:v>31-08-2007</c:v>
                </c:pt>
                <c:pt idx="1924">
                  <c:v>03-09-2007</c:v>
                </c:pt>
                <c:pt idx="1925">
                  <c:v>04-09-2007</c:v>
                </c:pt>
                <c:pt idx="1926">
                  <c:v>05-09-2007</c:v>
                </c:pt>
                <c:pt idx="1927">
                  <c:v>06-09-2007</c:v>
                </c:pt>
                <c:pt idx="1928">
                  <c:v>07-09-2007</c:v>
                </c:pt>
                <c:pt idx="1929">
                  <c:v>10-09-2007</c:v>
                </c:pt>
                <c:pt idx="1930">
                  <c:v>11-09-2007</c:v>
                </c:pt>
                <c:pt idx="1931">
                  <c:v>12-09-2007</c:v>
                </c:pt>
                <c:pt idx="1932">
                  <c:v>13-09-2007</c:v>
                </c:pt>
                <c:pt idx="1933">
                  <c:v>14-09-2007</c:v>
                </c:pt>
                <c:pt idx="1934">
                  <c:v>17-09-2007</c:v>
                </c:pt>
                <c:pt idx="1935">
                  <c:v>18-09-2007</c:v>
                </c:pt>
                <c:pt idx="1936">
                  <c:v>19-09-2007</c:v>
                </c:pt>
                <c:pt idx="1937">
                  <c:v>20-09-2007</c:v>
                </c:pt>
                <c:pt idx="1938">
                  <c:v>21-09-2007</c:v>
                </c:pt>
                <c:pt idx="1939">
                  <c:v>24-09-2007</c:v>
                </c:pt>
                <c:pt idx="1940">
                  <c:v>25-09-2007</c:v>
                </c:pt>
                <c:pt idx="1941">
                  <c:v>26-09-2007</c:v>
                </c:pt>
                <c:pt idx="1942">
                  <c:v>27-09-2007</c:v>
                </c:pt>
                <c:pt idx="1943">
                  <c:v>28-09-2007</c:v>
                </c:pt>
                <c:pt idx="1944">
                  <c:v>01-10-2007</c:v>
                </c:pt>
                <c:pt idx="1945">
                  <c:v>03-10-2007</c:v>
                </c:pt>
                <c:pt idx="1946">
                  <c:v>04-10-2007</c:v>
                </c:pt>
                <c:pt idx="1947">
                  <c:v>05-10-2007</c:v>
                </c:pt>
                <c:pt idx="1948">
                  <c:v>08-10-2007</c:v>
                </c:pt>
                <c:pt idx="1949">
                  <c:v>09-10-2007</c:v>
                </c:pt>
                <c:pt idx="1950">
                  <c:v>10-10-2007</c:v>
                </c:pt>
                <c:pt idx="1951">
                  <c:v>11-10-2007</c:v>
                </c:pt>
                <c:pt idx="1952">
                  <c:v>12-10-2007</c:v>
                </c:pt>
                <c:pt idx="1953">
                  <c:v>15-10-2007</c:v>
                </c:pt>
                <c:pt idx="1954">
                  <c:v>16-10-2007</c:v>
                </c:pt>
                <c:pt idx="1955">
                  <c:v>17-10-2007</c:v>
                </c:pt>
                <c:pt idx="1956">
                  <c:v>18-10-2007</c:v>
                </c:pt>
                <c:pt idx="1957">
                  <c:v>19-10-2007</c:v>
                </c:pt>
                <c:pt idx="1958">
                  <c:v>22-10-2007</c:v>
                </c:pt>
                <c:pt idx="1959">
                  <c:v>23-10-2007</c:v>
                </c:pt>
                <c:pt idx="1960">
                  <c:v>24-10-2007</c:v>
                </c:pt>
                <c:pt idx="1961">
                  <c:v>25-10-2007</c:v>
                </c:pt>
                <c:pt idx="1962">
                  <c:v>26-10-2007</c:v>
                </c:pt>
                <c:pt idx="1963">
                  <c:v>29-10-2007</c:v>
                </c:pt>
                <c:pt idx="1964">
                  <c:v>30-10-2007</c:v>
                </c:pt>
                <c:pt idx="1965">
                  <c:v>31-10-2007</c:v>
                </c:pt>
                <c:pt idx="1966">
                  <c:v>01-11-2007</c:v>
                </c:pt>
                <c:pt idx="1967">
                  <c:v>02-11-2007</c:v>
                </c:pt>
                <c:pt idx="1968">
                  <c:v>05-11-2007</c:v>
                </c:pt>
                <c:pt idx="1969">
                  <c:v>06-11-2007</c:v>
                </c:pt>
                <c:pt idx="1970">
                  <c:v>07-11-2007</c:v>
                </c:pt>
                <c:pt idx="1971">
                  <c:v>08-11-2007</c:v>
                </c:pt>
                <c:pt idx="1972">
                  <c:v>09-11-2007</c:v>
                </c:pt>
                <c:pt idx="1973">
                  <c:v>12-11-2007</c:v>
                </c:pt>
                <c:pt idx="1974">
                  <c:v>13-11-2007</c:v>
                </c:pt>
                <c:pt idx="1975">
                  <c:v>14-11-2007</c:v>
                </c:pt>
                <c:pt idx="1976">
                  <c:v>15-11-2007</c:v>
                </c:pt>
                <c:pt idx="1977">
                  <c:v>16-11-2007</c:v>
                </c:pt>
                <c:pt idx="1978">
                  <c:v>19-11-2007</c:v>
                </c:pt>
                <c:pt idx="1979">
                  <c:v>20-11-2007</c:v>
                </c:pt>
                <c:pt idx="1980">
                  <c:v>21-11-2007</c:v>
                </c:pt>
                <c:pt idx="1981">
                  <c:v>22-11-2007</c:v>
                </c:pt>
                <c:pt idx="1982">
                  <c:v>23-11-2007</c:v>
                </c:pt>
                <c:pt idx="1983">
                  <c:v>26-11-2007</c:v>
                </c:pt>
                <c:pt idx="1984">
                  <c:v>27-11-2007</c:v>
                </c:pt>
                <c:pt idx="1985">
                  <c:v>28-11-2007</c:v>
                </c:pt>
                <c:pt idx="1986">
                  <c:v>29-11-2007</c:v>
                </c:pt>
                <c:pt idx="1987">
                  <c:v>30-11-2007</c:v>
                </c:pt>
                <c:pt idx="1988">
                  <c:v>03-12-2007</c:v>
                </c:pt>
                <c:pt idx="1989">
                  <c:v>04-12-2007</c:v>
                </c:pt>
                <c:pt idx="1990">
                  <c:v>05-12-2007</c:v>
                </c:pt>
                <c:pt idx="1991">
                  <c:v>06-12-2007</c:v>
                </c:pt>
                <c:pt idx="1992">
                  <c:v>07-12-2007</c:v>
                </c:pt>
                <c:pt idx="1993">
                  <c:v>10-12-2007</c:v>
                </c:pt>
                <c:pt idx="1994">
                  <c:v>11-12-2007</c:v>
                </c:pt>
                <c:pt idx="1995">
                  <c:v>12-12-2007</c:v>
                </c:pt>
                <c:pt idx="1996">
                  <c:v>13-12-2007</c:v>
                </c:pt>
                <c:pt idx="1997">
                  <c:v>14-12-2007</c:v>
                </c:pt>
                <c:pt idx="1998">
                  <c:v>17-12-2007</c:v>
                </c:pt>
                <c:pt idx="1999">
                  <c:v>18-12-2007</c:v>
                </c:pt>
                <c:pt idx="2000">
                  <c:v>19-12-2007</c:v>
                </c:pt>
                <c:pt idx="2001">
                  <c:v>20-12-2007</c:v>
                </c:pt>
                <c:pt idx="2002">
                  <c:v>24-12-2007</c:v>
                </c:pt>
                <c:pt idx="2003">
                  <c:v>26-12-2007</c:v>
                </c:pt>
                <c:pt idx="2004">
                  <c:v>27-12-2007</c:v>
                </c:pt>
                <c:pt idx="2005">
                  <c:v>28-12-2007</c:v>
                </c:pt>
                <c:pt idx="2006">
                  <c:v>31-12-2007</c:v>
                </c:pt>
                <c:pt idx="2007">
                  <c:v>01-01-2008</c:v>
                </c:pt>
                <c:pt idx="2008">
                  <c:v>02-01-2008</c:v>
                </c:pt>
                <c:pt idx="2009">
                  <c:v>03-01-2008</c:v>
                </c:pt>
                <c:pt idx="2010">
                  <c:v>04-01-2008</c:v>
                </c:pt>
                <c:pt idx="2011">
                  <c:v>07-01-2008</c:v>
                </c:pt>
                <c:pt idx="2012">
                  <c:v>08-01-2008</c:v>
                </c:pt>
                <c:pt idx="2013">
                  <c:v>09-01-2008</c:v>
                </c:pt>
                <c:pt idx="2014">
                  <c:v>10-01-2008</c:v>
                </c:pt>
                <c:pt idx="2015">
                  <c:v>11-01-2008</c:v>
                </c:pt>
                <c:pt idx="2016">
                  <c:v>14-01-2008</c:v>
                </c:pt>
                <c:pt idx="2017">
                  <c:v>15-01-2008</c:v>
                </c:pt>
                <c:pt idx="2018">
                  <c:v>16-01-2008</c:v>
                </c:pt>
                <c:pt idx="2019">
                  <c:v>17-01-2008</c:v>
                </c:pt>
                <c:pt idx="2020">
                  <c:v>18-01-2008</c:v>
                </c:pt>
                <c:pt idx="2021">
                  <c:v>21-01-2008</c:v>
                </c:pt>
                <c:pt idx="2022">
                  <c:v>22-01-2008</c:v>
                </c:pt>
                <c:pt idx="2023">
                  <c:v>23-01-2008</c:v>
                </c:pt>
                <c:pt idx="2024">
                  <c:v>24-01-2008</c:v>
                </c:pt>
                <c:pt idx="2025">
                  <c:v>25-01-2008</c:v>
                </c:pt>
                <c:pt idx="2026">
                  <c:v>28-01-2008</c:v>
                </c:pt>
                <c:pt idx="2027">
                  <c:v>29-01-2008</c:v>
                </c:pt>
                <c:pt idx="2028">
                  <c:v>30-01-2008</c:v>
                </c:pt>
                <c:pt idx="2029">
                  <c:v>31-01-2008</c:v>
                </c:pt>
                <c:pt idx="2030">
                  <c:v>01-02-2008</c:v>
                </c:pt>
                <c:pt idx="2031">
                  <c:v>04-02-2008</c:v>
                </c:pt>
                <c:pt idx="2032">
                  <c:v>05-02-2008</c:v>
                </c:pt>
                <c:pt idx="2033">
                  <c:v>06-02-2008</c:v>
                </c:pt>
                <c:pt idx="2034">
                  <c:v>07-02-2008</c:v>
                </c:pt>
                <c:pt idx="2035">
                  <c:v>08-02-2008</c:v>
                </c:pt>
                <c:pt idx="2036">
                  <c:v>11-02-2008</c:v>
                </c:pt>
                <c:pt idx="2037">
                  <c:v>12-02-2008</c:v>
                </c:pt>
                <c:pt idx="2038">
                  <c:v>13-02-2008</c:v>
                </c:pt>
                <c:pt idx="2039">
                  <c:v>14-02-2008</c:v>
                </c:pt>
                <c:pt idx="2040">
                  <c:v>15-02-2008</c:v>
                </c:pt>
                <c:pt idx="2041">
                  <c:v>18-02-2008</c:v>
                </c:pt>
                <c:pt idx="2042">
                  <c:v>19-02-2008</c:v>
                </c:pt>
                <c:pt idx="2043">
                  <c:v>20-02-2008</c:v>
                </c:pt>
                <c:pt idx="2044">
                  <c:v>21-02-2008</c:v>
                </c:pt>
                <c:pt idx="2045">
                  <c:v>22-02-2008</c:v>
                </c:pt>
                <c:pt idx="2046">
                  <c:v>25-02-2008</c:v>
                </c:pt>
                <c:pt idx="2047">
                  <c:v>26-02-2008</c:v>
                </c:pt>
                <c:pt idx="2048">
                  <c:v>27-02-2008</c:v>
                </c:pt>
                <c:pt idx="2049">
                  <c:v>28-02-2008</c:v>
                </c:pt>
                <c:pt idx="2050">
                  <c:v>29-02-2008</c:v>
                </c:pt>
                <c:pt idx="2051">
                  <c:v>03-03-2008</c:v>
                </c:pt>
                <c:pt idx="2052">
                  <c:v>04-03-2008</c:v>
                </c:pt>
                <c:pt idx="2053">
                  <c:v>05-03-2008</c:v>
                </c:pt>
                <c:pt idx="2054">
                  <c:v>07-03-2008</c:v>
                </c:pt>
                <c:pt idx="2055">
                  <c:v>10-03-2008</c:v>
                </c:pt>
                <c:pt idx="2056">
                  <c:v>11-03-2008</c:v>
                </c:pt>
                <c:pt idx="2057">
                  <c:v>12-03-2008</c:v>
                </c:pt>
                <c:pt idx="2058">
                  <c:v>13-03-2008</c:v>
                </c:pt>
                <c:pt idx="2059">
                  <c:v>14-03-2008</c:v>
                </c:pt>
                <c:pt idx="2060">
                  <c:v>17-03-2008</c:v>
                </c:pt>
                <c:pt idx="2061">
                  <c:v>18-03-2008</c:v>
                </c:pt>
                <c:pt idx="2062">
                  <c:v>19-03-2008</c:v>
                </c:pt>
                <c:pt idx="2063">
                  <c:v>24-03-2008</c:v>
                </c:pt>
                <c:pt idx="2064">
                  <c:v>25-03-2008</c:v>
                </c:pt>
                <c:pt idx="2065">
                  <c:v>26-03-2008</c:v>
                </c:pt>
                <c:pt idx="2066">
                  <c:v>27-03-2008</c:v>
                </c:pt>
                <c:pt idx="2067">
                  <c:v>28-03-2008</c:v>
                </c:pt>
                <c:pt idx="2068">
                  <c:v>31-03-2008</c:v>
                </c:pt>
                <c:pt idx="2069">
                  <c:v>01-04-2008</c:v>
                </c:pt>
                <c:pt idx="2070">
                  <c:v>02-04-2008</c:v>
                </c:pt>
                <c:pt idx="2071">
                  <c:v>03-04-2008</c:v>
                </c:pt>
                <c:pt idx="2072">
                  <c:v>04-04-2008</c:v>
                </c:pt>
                <c:pt idx="2073">
                  <c:v>07-04-2008</c:v>
                </c:pt>
                <c:pt idx="2074">
                  <c:v>08-04-2008</c:v>
                </c:pt>
                <c:pt idx="2075">
                  <c:v>09-04-2008</c:v>
                </c:pt>
                <c:pt idx="2076">
                  <c:v>10-04-2008</c:v>
                </c:pt>
                <c:pt idx="2077">
                  <c:v>11-04-2008</c:v>
                </c:pt>
                <c:pt idx="2078">
                  <c:v>15-04-2008</c:v>
                </c:pt>
                <c:pt idx="2079">
                  <c:v>16-04-2008</c:v>
                </c:pt>
                <c:pt idx="2080">
                  <c:v>17-04-2008</c:v>
                </c:pt>
                <c:pt idx="2081">
                  <c:v>21-04-2008</c:v>
                </c:pt>
                <c:pt idx="2082">
                  <c:v>22-04-2008</c:v>
                </c:pt>
                <c:pt idx="2083">
                  <c:v>23-04-2008</c:v>
                </c:pt>
                <c:pt idx="2084">
                  <c:v>24-04-2008</c:v>
                </c:pt>
                <c:pt idx="2085">
                  <c:v>25-04-2008</c:v>
                </c:pt>
                <c:pt idx="2086">
                  <c:v>28-04-2008</c:v>
                </c:pt>
                <c:pt idx="2087">
                  <c:v>29-04-2008</c:v>
                </c:pt>
                <c:pt idx="2088">
                  <c:v>30-04-2008</c:v>
                </c:pt>
                <c:pt idx="2089">
                  <c:v>02-05-2008</c:v>
                </c:pt>
                <c:pt idx="2090">
                  <c:v>05-05-2008</c:v>
                </c:pt>
                <c:pt idx="2091">
                  <c:v>06-05-2008</c:v>
                </c:pt>
                <c:pt idx="2092">
                  <c:v>07-05-2008</c:v>
                </c:pt>
                <c:pt idx="2093">
                  <c:v>08-05-2008</c:v>
                </c:pt>
                <c:pt idx="2094">
                  <c:v>09-05-2008</c:v>
                </c:pt>
                <c:pt idx="2095">
                  <c:v>12-05-2008</c:v>
                </c:pt>
                <c:pt idx="2096">
                  <c:v>13-05-2008</c:v>
                </c:pt>
                <c:pt idx="2097">
                  <c:v>14-05-2008</c:v>
                </c:pt>
                <c:pt idx="2098">
                  <c:v>15-05-2008</c:v>
                </c:pt>
                <c:pt idx="2099">
                  <c:v>16-05-2008</c:v>
                </c:pt>
                <c:pt idx="2100">
                  <c:v>20-05-2008</c:v>
                </c:pt>
                <c:pt idx="2101">
                  <c:v>21-05-2008</c:v>
                </c:pt>
                <c:pt idx="2102">
                  <c:v>22-05-2008</c:v>
                </c:pt>
                <c:pt idx="2103">
                  <c:v>23-05-2008</c:v>
                </c:pt>
                <c:pt idx="2104">
                  <c:v>26-05-2008</c:v>
                </c:pt>
                <c:pt idx="2105">
                  <c:v>27-05-2008</c:v>
                </c:pt>
                <c:pt idx="2106">
                  <c:v>28-05-2008</c:v>
                </c:pt>
                <c:pt idx="2107">
                  <c:v>29-05-2008</c:v>
                </c:pt>
                <c:pt idx="2108">
                  <c:v>30-05-2008</c:v>
                </c:pt>
                <c:pt idx="2109">
                  <c:v>02-06-2008</c:v>
                </c:pt>
                <c:pt idx="2110">
                  <c:v>03-06-2008</c:v>
                </c:pt>
                <c:pt idx="2111">
                  <c:v>04-06-2008</c:v>
                </c:pt>
                <c:pt idx="2112">
                  <c:v>05-06-2008</c:v>
                </c:pt>
                <c:pt idx="2113">
                  <c:v>06-06-2008</c:v>
                </c:pt>
                <c:pt idx="2114">
                  <c:v>09-06-2008</c:v>
                </c:pt>
                <c:pt idx="2115">
                  <c:v>10-06-2008</c:v>
                </c:pt>
                <c:pt idx="2116">
                  <c:v>11-06-2008</c:v>
                </c:pt>
                <c:pt idx="2117">
                  <c:v>12-06-2008</c:v>
                </c:pt>
                <c:pt idx="2118">
                  <c:v>13-06-2008</c:v>
                </c:pt>
                <c:pt idx="2119">
                  <c:v>16-06-2008</c:v>
                </c:pt>
                <c:pt idx="2120">
                  <c:v>17-06-2008</c:v>
                </c:pt>
                <c:pt idx="2121">
                  <c:v>18-06-2008</c:v>
                </c:pt>
                <c:pt idx="2122">
                  <c:v>19-06-2008</c:v>
                </c:pt>
                <c:pt idx="2123">
                  <c:v>20-06-2008</c:v>
                </c:pt>
                <c:pt idx="2124">
                  <c:v>23-06-2008</c:v>
                </c:pt>
                <c:pt idx="2125">
                  <c:v>24-06-2008</c:v>
                </c:pt>
                <c:pt idx="2126">
                  <c:v>25-06-2008</c:v>
                </c:pt>
                <c:pt idx="2127">
                  <c:v>26-06-2008</c:v>
                </c:pt>
                <c:pt idx="2128">
                  <c:v>27-06-2008</c:v>
                </c:pt>
                <c:pt idx="2129">
                  <c:v>30-06-2008</c:v>
                </c:pt>
                <c:pt idx="2130">
                  <c:v>01-07-2008</c:v>
                </c:pt>
                <c:pt idx="2131">
                  <c:v>02-07-2008</c:v>
                </c:pt>
                <c:pt idx="2132">
                  <c:v>03-07-2008</c:v>
                </c:pt>
                <c:pt idx="2133">
                  <c:v>04-07-2008</c:v>
                </c:pt>
                <c:pt idx="2134">
                  <c:v>07-07-2008</c:v>
                </c:pt>
                <c:pt idx="2135">
                  <c:v>08-07-2008</c:v>
                </c:pt>
                <c:pt idx="2136">
                  <c:v>09-07-2008</c:v>
                </c:pt>
                <c:pt idx="2137">
                  <c:v>10-07-2008</c:v>
                </c:pt>
                <c:pt idx="2138">
                  <c:v>11-07-2008</c:v>
                </c:pt>
                <c:pt idx="2139">
                  <c:v>14-07-2008</c:v>
                </c:pt>
                <c:pt idx="2140">
                  <c:v>15-07-2008</c:v>
                </c:pt>
                <c:pt idx="2141">
                  <c:v>16-07-2008</c:v>
                </c:pt>
                <c:pt idx="2142">
                  <c:v>17-07-2008</c:v>
                </c:pt>
                <c:pt idx="2143">
                  <c:v>18-07-2008</c:v>
                </c:pt>
                <c:pt idx="2144">
                  <c:v>21-07-2008</c:v>
                </c:pt>
                <c:pt idx="2145">
                  <c:v>22-07-2008</c:v>
                </c:pt>
                <c:pt idx="2146">
                  <c:v>23-07-2008</c:v>
                </c:pt>
                <c:pt idx="2147">
                  <c:v>24-07-2008</c:v>
                </c:pt>
                <c:pt idx="2148">
                  <c:v>25-07-2008</c:v>
                </c:pt>
                <c:pt idx="2149">
                  <c:v>28-07-2008</c:v>
                </c:pt>
                <c:pt idx="2150">
                  <c:v>29-07-2008</c:v>
                </c:pt>
                <c:pt idx="2151">
                  <c:v>30-07-2008</c:v>
                </c:pt>
                <c:pt idx="2152">
                  <c:v>31-07-2008</c:v>
                </c:pt>
                <c:pt idx="2153">
                  <c:v>01-08-2008</c:v>
                </c:pt>
                <c:pt idx="2154">
                  <c:v>04-08-2008</c:v>
                </c:pt>
                <c:pt idx="2155">
                  <c:v>05-08-2008</c:v>
                </c:pt>
                <c:pt idx="2156">
                  <c:v>06-08-2008</c:v>
                </c:pt>
                <c:pt idx="2157">
                  <c:v>07-08-2008</c:v>
                </c:pt>
                <c:pt idx="2158">
                  <c:v>08-08-2008</c:v>
                </c:pt>
                <c:pt idx="2159">
                  <c:v>11-08-2008</c:v>
                </c:pt>
                <c:pt idx="2160">
                  <c:v>12-08-2008</c:v>
                </c:pt>
                <c:pt idx="2161">
                  <c:v>13-08-2008</c:v>
                </c:pt>
                <c:pt idx="2162">
                  <c:v>14-08-2008</c:v>
                </c:pt>
                <c:pt idx="2163">
                  <c:v>18-08-2008</c:v>
                </c:pt>
                <c:pt idx="2164">
                  <c:v>19-08-2008</c:v>
                </c:pt>
                <c:pt idx="2165">
                  <c:v>20-08-2008</c:v>
                </c:pt>
                <c:pt idx="2166">
                  <c:v>21-08-2008</c:v>
                </c:pt>
                <c:pt idx="2167">
                  <c:v>22-08-2008</c:v>
                </c:pt>
                <c:pt idx="2168">
                  <c:v>25-08-2008</c:v>
                </c:pt>
                <c:pt idx="2169">
                  <c:v>26-08-2008</c:v>
                </c:pt>
                <c:pt idx="2170">
                  <c:v>27-08-2008</c:v>
                </c:pt>
                <c:pt idx="2171">
                  <c:v>28-08-2008</c:v>
                </c:pt>
                <c:pt idx="2172">
                  <c:v>29-08-2008</c:v>
                </c:pt>
                <c:pt idx="2173">
                  <c:v>01-09-2008</c:v>
                </c:pt>
                <c:pt idx="2174">
                  <c:v>02-09-2008</c:v>
                </c:pt>
                <c:pt idx="2175">
                  <c:v>04-09-2008</c:v>
                </c:pt>
                <c:pt idx="2176">
                  <c:v>05-09-2008</c:v>
                </c:pt>
                <c:pt idx="2177">
                  <c:v>08-09-2008</c:v>
                </c:pt>
                <c:pt idx="2178">
                  <c:v>09-09-2008</c:v>
                </c:pt>
                <c:pt idx="2179">
                  <c:v>10-09-2008</c:v>
                </c:pt>
                <c:pt idx="2180">
                  <c:v>11-09-2008</c:v>
                </c:pt>
                <c:pt idx="2181">
                  <c:v>12-09-2008</c:v>
                </c:pt>
                <c:pt idx="2182">
                  <c:v>15-09-2008</c:v>
                </c:pt>
                <c:pt idx="2183">
                  <c:v>16-09-2008</c:v>
                </c:pt>
                <c:pt idx="2184">
                  <c:v>17-09-2008</c:v>
                </c:pt>
                <c:pt idx="2185">
                  <c:v>18-09-2008</c:v>
                </c:pt>
                <c:pt idx="2186">
                  <c:v>19-09-2008</c:v>
                </c:pt>
                <c:pt idx="2187">
                  <c:v>22-09-2008</c:v>
                </c:pt>
                <c:pt idx="2188">
                  <c:v>23-09-2008</c:v>
                </c:pt>
                <c:pt idx="2189">
                  <c:v>24-09-2008</c:v>
                </c:pt>
                <c:pt idx="2190">
                  <c:v>25-09-2008</c:v>
                </c:pt>
                <c:pt idx="2191">
                  <c:v>26-09-2008</c:v>
                </c:pt>
                <c:pt idx="2192">
                  <c:v>29-09-2008</c:v>
                </c:pt>
                <c:pt idx="2193">
                  <c:v>30-09-2008</c:v>
                </c:pt>
                <c:pt idx="2194">
                  <c:v>01-10-2008</c:v>
                </c:pt>
                <c:pt idx="2195">
                  <c:v>03-10-2008</c:v>
                </c:pt>
                <c:pt idx="2196">
                  <c:v>06-10-2008</c:v>
                </c:pt>
                <c:pt idx="2197">
                  <c:v>07-10-2008</c:v>
                </c:pt>
                <c:pt idx="2198">
                  <c:v>08-10-2008</c:v>
                </c:pt>
                <c:pt idx="2199">
                  <c:v>10-10-2008</c:v>
                </c:pt>
                <c:pt idx="2200">
                  <c:v>13-10-2008</c:v>
                </c:pt>
                <c:pt idx="2201">
                  <c:v>14-10-2008</c:v>
                </c:pt>
                <c:pt idx="2202">
                  <c:v>15-10-2008</c:v>
                </c:pt>
                <c:pt idx="2203">
                  <c:v>16-10-2008</c:v>
                </c:pt>
                <c:pt idx="2204">
                  <c:v>17-10-2008</c:v>
                </c:pt>
                <c:pt idx="2205">
                  <c:v>20-10-2008</c:v>
                </c:pt>
                <c:pt idx="2206">
                  <c:v>21-10-2008</c:v>
                </c:pt>
                <c:pt idx="2207">
                  <c:v>22-10-2008</c:v>
                </c:pt>
                <c:pt idx="2208">
                  <c:v>23-10-2008</c:v>
                </c:pt>
                <c:pt idx="2209">
                  <c:v>24-10-2008</c:v>
                </c:pt>
                <c:pt idx="2210">
                  <c:v>27-10-2008</c:v>
                </c:pt>
                <c:pt idx="2211">
                  <c:v>28-10-2008</c:v>
                </c:pt>
                <c:pt idx="2212">
                  <c:v>29-10-2008</c:v>
                </c:pt>
                <c:pt idx="2213">
                  <c:v>31-10-2008</c:v>
                </c:pt>
                <c:pt idx="2214">
                  <c:v>03-11-2008</c:v>
                </c:pt>
                <c:pt idx="2215">
                  <c:v>04-11-2008</c:v>
                </c:pt>
                <c:pt idx="2216">
                  <c:v>05-11-2008</c:v>
                </c:pt>
                <c:pt idx="2217">
                  <c:v>06-11-2008</c:v>
                </c:pt>
                <c:pt idx="2218">
                  <c:v>07-11-2008</c:v>
                </c:pt>
                <c:pt idx="2219">
                  <c:v>10-11-2008</c:v>
                </c:pt>
                <c:pt idx="2220">
                  <c:v>11-11-2008</c:v>
                </c:pt>
                <c:pt idx="2221">
                  <c:v>12-11-2008</c:v>
                </c:pt>
                <c:pt idx="2222">
                  <c:v>14-11-2008</c:v>
                </c:pt>
                <c:pt idx="2223">
                  <c:v>17-11-2008</c:v>
                </c:pt>
                <c:pt idx="2224">
                  <c:v>18-11-2008</c:v>
                </c:pt>
                <c:pt idx="2225">
                  <c:v>19-11-2008</c:v>
                </c:pt>
                <c:pt idx="2226">
                  <c:v>20-11-2008</c:v>
                </c:pt>
                <c:pt idx="2227">
                  <c:v>21-11-2008</c:v>
                </c:pt>
                <c:pt idx="2228">
                  <c:v>24-11-2008</c:v>
                </c:pt>
                <c:pt idx="2229">
                  <c:v>25-11-2008</c:v>
                </c:pt>
                <c:pt idx="2230">
                  <c:v>26-11-2008</c:v>
                </c:pt>
                <c:pt idx="2231">
                  <c:v>28-11-2008</c:v>
                </c:pt>
                <c:pt idx="2232">
                  <c:v>01-12-2008</c:v>
                </c:pt>
                <c:pt idx="2233">
                  <c:v>02-12-2008</c:v>
                </c:pt>
                <c:pt idx="2234">
                  <c:v>03-12-2008</c:v>
                </c:pt>
                <c:pt idx="2235">
                  <c:v>04-12-2008</c:v>
                </c:pt>
                <c:pt idx="2236">
                  <c:v>05-12-2008</c:v>
                </c:pt>
                <c:pt idx="2237">
                  <c:v>08-12-2008</c:v>
                </c:pt>
                <c:pt idx="2238">
                  <c:v>10-12-2008</c:v>
                </c:pt>
                <c:pt idx="2239">
                  <c:v>11-12-2008</c:v>
                </c:pt>
                <c:pt idx="2240">
                  <c:v>12-12-2008</c:v>
                </c:pt>
                <c:pt idx="2241">
                  <c:v>15-12-2008</c:v>
                </c:pt>
                <c:pt idx="2242">
                  <c:v>16-12-2008</c:v>
                </c:pt>
                <c:pt idx="2243">
                  <c:v>17-12-2008</c:v>
                </c:pt>
                <c:pt idx="2244">
                  <c:v>18-12-2008</c:v>
                </c:pt>
                <c:pt idx="2245">
                  <c:v>19-12-2008</c:v>
                </c:pt>
                <c:pt idx="2246">
                  <c:v>22-12-2008</c:v>
                </c:pt>
                <c:pt idx="2247">
                  <c:v>23-12-2008</c:v>
                </c:pt>
                <c:pt idx="2248">
                  <c:v>24-12-2008</c:v>
                </c:pt>
                <c:pt idx="2249">
                  <c:v>26-12-2008</c:v>
                </c:pt>
                <c:pt idx="2250">
                  <c:v>29-12-2008</c:v>
                </c:pt>
                <c:pt idx="2251">
                  <c:v>30-12-2008</c:v>
                </c:pt>
                <c:pt idx="2252">
                  <c:v>31-12-2008</c:v>
                </c:pt>
                <c:pt idx="2253">
                  <c:v>01-01-2009</c:v>
                </c:pt>
                <c:pt idx="2254">
                  <c:v>02-01-2009</c:v>
                </c:pt>
                <c:pt idx="2255">
                  <c:v>05-01-2009</c:v>
                </c:pt>
                <c:pt idx="2256">
                  <c:v>06-01-2009</c:v>
                </c:pt>
                <c:pt idx="2257">
                  <c:v>07-01-2009</c:v>
                </c:pt>
                <c:pt idx="2258">
                  <c:v>09-01-2009</c:v>
                </c:pt>
                <c:pt idx="2259">
                  <c:v>12-01-2009</c:v>
                </c:pt>
                <c:pt idx="2260">
                  <c:v>13-01-2009</c:v>
                </c:pt>
                <c:pt idx="2261">
                  <c:v>14-01-2009</c:v>
                </c:pt>
                <c:pt idx="2262">
                  <c:v>15-01-2009</c:v>
                </c:pt>
                <c:pt idx="2263">
                  <c:v>16-01-2009</c:v>
                </c:pt>
                <c:pt idx="2264">
                  <c:v>19-01-2009</c:v>
                </c:pt>
                <c:pt idx="2265">
                  <c:v>20-01-2009</c:v>
                </c:pt>
                <c:pt idx="2266">
                  <c:v>21-01-2009</c:v>
                </c:pt>
                <c:pt idx="2267">
                  <c:v>22-01-2009</c:v>
                </c:pt>
                <c:pt idx="2268">
                  <c:v>23-01-2009</c:v>
                </c:pt>
                <c:pt idx="2269">
                  <c:v>27-01-2009</c:v>
                </c:pt>
                <c:pt idx="2270">
                  <c:v>28-01-2009</c:v>
                </c:pt>
                <c:pt idx="2271">
                  <c:v>29-01-2009</c:v>
                </c:pt>
                <c:pt idx="2272">
                  <c:v>30-01-2009</c:v>
                </c:pt>
                <c:pt idx="2273">
                  <c:v>02-02-2009</c:v>
                </c:pt>
                <c:pt idx="2274">
                  <c:v>03-02-2009</c:v>
                </c:pt>
                <c:pt idx="2275">
                  <c:v>04-02-2009</c:v>
                </c:pt>
                <c:pt idx="2276">
                  <c:v>05-02-2009</c:v>
                </c:pt>
                <c:pt idx="2277">
                  <c:v>06-02-2009</c:v>
                </c:pt>
                <c:pt idx="2278">
                  <c:v>09-02-2009</c:v>
                </c:pt>
                <c:pt idx="2279">
                  <c:v>10-02-2009</c:v>
                </c:pt>
                <c:pt idx="2280">
                  <c:v>11-02-2009</c:v>
                </c:pt>
                <c:pt idx="2281">
                  <c:v>12-02-2009</c:v>
                </c:pt>
                <c:pt idx="2282">
                  <c:v>13-02-2009</c:v>
                </c:pt>
                <c:pt idx="2283">
                  <c:v>16-02-2009</c:v>
                </c:pt>
                <c:pt idx="2284">
                  <c:v>17-02-2009</c:v>
                </c:pt>
                <c:pt idx="2285">
                  <c:v>18-02-2009</c:v>
                </c:pt>
                <c:pt idx="2286">
                  <c:v>19-02-2009</c:v>
                </c:pt>
                <c:pt idx="2287">
                  <c:v>20-02-2009</c:v>
                </c:pt>
                <c:pt idx="2288">
                  <c:v>24-02-2009</c:v>
                </c:pt>
                <c:pt idx="2289">
                  <c:v>25-02-2009</c:v>
                </c:pt>
                <c:pt idx="2290">
                  <c:v>26-02-2009</c:v>
                </c:pt>
                <c:pt idx="2291">
                  <c:v>27-02-2009</c:v>
                </c:pt>
                <c:pt idx="2292">
                  <c:v>02-03-2009</c:v>
                </c:pt>
                <c:pt idx="2293">
                  <c:v>03-03-2009</c:v>
                </c:pt>
                <c:pt idx="2294">
                  <c:v>04-03-2009</c:v>
                </c:pt>
                <c:pt idx="2295">
                  <c:v>05-03-2009</c:v>
                </c:pt>
                <c:pt idx="2296">
                  <c:v>06-03-2009</c:v>
                </c:pt>
                <c:pt idx="2297">
                  <c:v>09-03-2009</c:v>
                </c:pt>
                <c:pt idx="2298">
                  <c:v>12-03-2009</c:v>
                </c:pt>
                <c:pt idx="2299">
                  <c:v>13-03-2009</c:v>
                </c:pt>
                <c:pt idx="2300">
                  <c:v>16-03-2009</c:v>
                </c:pt>
                <c:pt idx="2301">
                  <c:v>17-03-2009</c:v>
                </c:pt>
                <c:pt idx="2302">
                  <c:v>18-03-2009</c:v>
                </c:pt>
                <c:pt idx="2303">
                  <c:v>19-03-2009</c:v>
                </c:pt>
                <c:pt idx="2304">
                  <c:v>20-03-2009</c:v>
                </c:pt>
                <c:pt idx="2305">
                  <c:v>23-03-2009</c:v>
                </c:pt>
                <c:pt idx="2306">
                  <c:v>24-03-2009</c:v>
                </c:pt>
                <c:pt idx="2307">
                  <c:v>25-03-2009</c:v>
                </c:pt>
                <c:pt idx="2308">
                  <c:v>26-03-2009</c:v>
                </c:pt>
                <c:pt idx="2309">
                  <c:v>27-03-2009</c:v>
                </c:pt>
                <c:pt idx="2310">
                  <c:v>30-03-2009</c:v>
                </c:pt>
                <c:pt idx="2311">
                  <c:v>31-03-2009</c:v>
                </c:pt>
                <c:pt idx="2312">
                  <c:v>01-04-2009</c:v>
                </c:pt>
                <c:pt idx="2313">
                  <c:v>02-04-2009</c:v>
                </c:pt>
                <c:pt idx="2314">
                  <c:v>06-04-2009</c:v>
                </c:pt>
                <c:pt idx="2315">
                  <c:v>08-04-2009</c:v>
                </c:pt>
                <c:pt idx="2316">
                  <c:v>09-04-2009</c:v>
                </c:pt>
                <c:pt idx="2317">
                  <c:v>13-04-2009</c:v>
                </c:pt>
                <c:pt idx="2318">
                  <c:v>15-04-2009</c:v>
                </c:pt>
                <c:pt idx="2319">
                  <c:v>16-04-2009</c:v>
                </c:pt>
                <c:pt idx="2320">
                  <c:v>17-04-2009</c:v>
                </c:pt>
                <c:pt idx="2321">
                  <c:v>20-04-2009</c:v>
                </c:pt>
                <c:pt idx="2322">
                  <c:v>21-04-2009</c:v>
                </c:pt>
                <c:pt idx="2323">
                  <c:v>22-04-2009</c:v>
                </c:pt>
                <c:pt idx="2324">
                  <c:v>23-04-2009</c:v>
                </c:pt>
                <c:pt idx="2325">
                  <c:v>24-04-2009</c:v>
                </c:pt>
                <c:pt idx="2326">
                  <c:v>27-04-2009</c:v>
                </c:pt>
                <c:pt idx="2327">
                  <c:v>28-04-2009</c:v>
                </c:pt>
                <c:pt idx="2328">
                  <c:v>29-04-2009</c:v>
                </c:pt>
                <c:pt idx="2329">
                  <c:v>04-05-2009</c:v>
                </c:pt>
                <c:pt idx="2330">
                  <c:v>05-05-2009</c:v>
                </c:pt>
                <c:pt idx="2331">
                  <c:v>06-05-2009</c:v>
                </c:pt>
                <c:pt idx="2332">
                  <c:v>07-05-2009</c:v>
                </c:pt>
                <c:pt idx="2333">
                  <c:v>08-05-2009</c:v>
                </c:pt>
                <c:pt idx="2334">
                  <c:v>11-05-2009</c:v>
                </c:pt>
                <c:pt idx="2335">
                  <c:v>12-05-2009</c:v>
                </c:pt>
                <c:pt idx="2336">
                  <c:v>13-05-2009</c:v>
                </c:pt>
                <c:pt idx="2337">
                  <c:v>14-05-2009</c:v>
                </c:pt>
                <c:pt idx="2338">
                  <c:v>15-05-2009</c:v>
                </c:pt>
                <c:pt idx="2339">
                  <c:v>18-05-2009</c:v>
                </c:pt>
                <c:pt idx="2340">
                  <c:v>19-05-2009</c:v>
                </c:pt>
                <c:pt idx="2341">
                  <c:v>20-05-2009</c:v>
                </c:pt>
                <c:pt idx="2342">
                  <c:v>21-05-2009</c:v>
                </c:pt>
                <c:pt idx="2343">
                  <c:v>22-05-2009</c:v>
                </c:pt>
                <c:pt idx="2344">
                  <c:v>25-05-2009</c:v>
                </c:pt>
                <c:pt idx="2345">
                  <c:v>26-05-2009</c:v>
                </c:pt>
                <c:pt idx="2346">
                  <c:v>27-05-2009</c:v>
                </c:pt>
                <c:pt idx="2347">
                  <c:v>28-05-2009</c:v>
                </c:pt>
                <c:pt idx="2348">
                  <c:v>29-05-2009</c:v>
                </c:pt>
                <c:pt idx="2349">
                  <c:v>01-06-2009</c:v>
                </c:pt>
                <c:pt idx="2350">
                  <c:v>02-06-2009</c:v>
                </c:pt>
                <c:pt idx="2351">
                  <c:v>03-06-2009</c:v>
                </c:pt>
                <c:pt idx="2352">
                  <c:v>04-06-2009</c:v>
                </c:pt>
                <c:pt idx="2353">
                  <c:v>05-06-2009</c:v>
                </c:pt>
                <c:pt idx="2354">
                  <c:v>08-06-2009</c:v>
                </c:pt>
                <c:pt idx="2355">
                  <c:v>09-06-2009</c:v>
                </c:pt>
                <c:pt idx="2356">
                  <c:v>10-06-2009</c:v>
                </c:pt>
                <c:pt idx="2357">
                  <c:v>11-06-2009</c:v>
                </c:pt>
                <c:pt idx="2358">
                  <c:v>12-06-2009</c:v>
                </c:pt>
                <c:pt idx="2359">
                  <c:v>15-06-2009</c:v>
                </c:pt>
                <c:pt idx="2360">
                  <c:v>16-06-2009</c:v>
                </c:pt>
                <c:pt idx="2361">
                  <c:v>17-06-2009</c:v>
                </c:pt>
                <c:pt idx="2362">
                  <c:v>18-06-2009</c:v>
                </c:pt>
                <c:pt idx="2363">
                  <c:v>19-06-2009</c:v>
                </c:pt>
                <c:pt idx="2364">
                  <c:v>22-06-2009</c:v>
                </c:pt>
                <c:pt idx="2365">
                  <c:v>23-06-2009</c:v>
                </c:pt>
                <c:pt idx="2366">
                  <c:v>24-06-2009</c:v>
                </c:pt>
                <c:pt idx="2367">
                  <c:v>25-06-2009</c:v>
                </c:pt>
                <c:pt idx="2368">
                  <c:v>26-06-2009</c:v>
                </c:pt>
                <c:pt idx="2369">
                  <c:v>29-06-2009</c:v>
                </c:pt>
                <c:pt idx="2370">
                  <c:v>30-06-2009</c:v>
                </c:pt>
                <c:pt idx="2371">
                  <c:v>01-07-2009</c:v>
                </c:pt>
                <c:pt idx="2372">
                  <c:v>02-07-2009</c:v>
                </c:pt>
                <c:pt idx="2373">
                  <c:v>03-07-2009</c:v>
                </c:pt>
                <c:pt idx="2374">
                  <c:v>06-07-2009</c:v>
                </c:pt>
                <c:pt idx="2375">
                  <c:v>07-07-2009</c:v>
                </c:pt>
                <c:pt idx="2376">
                  <c:v>08-07-2009</c:v>
                </c:pt>
                <c:pt idx="2377">
                  <c:v>09-07-2009</c:v>
                </c:pt>
                <c:pt idx="2378">
                  <c:v>10-07-2009</c:v>
                </c:pt>
                <c:pt idx="2379">
                  <c:v>13-07-2009</c:v>
                </c:pt>
                <c:pt idx="2380">
                  <c:v>14-07-2009</c:v>
                </c:pt>
                <c:pt idx="2381">
                  <c:v>15-07-2009</c:v>
                </c:pt>
                <c:pt idx="2382">
                  <c:v>16-07-2009</c:v>
                </c:pt>
                <c:pt idx="2383">
                  <c:v>17-07-2009</c:v>
                </c:pt>
                <c:pt idx="2384">
                  <c:v>20-07-2009</c:v>
                </c:pt>
                <c:pt idx="2385">
                  <c:v>21-07-2009</c:v>
                </c:pt>
                <c:pt idx="2386">
                  <c:v>22-07-2009</c:v>
                </c:pt>
                <c:pt idx="2387">
                  <c:v>23-07-2009</c:v>
                </c:pt>
                <c:pt idx="2388">
                  <c:v>24-07-2009</c:v>
                </c:pt>
                <c:pt idx="2389">
                  <c:v>27-07-2009</c:v>
                </c:pt>
                <c:pt idx="2390">
                  <c:v>28-07-2009</c:v>
                </c:pt>
                <c:pt idx="2391">
                  <c:v>29-07-2009</c:v>
                </c:pt>
                <c:pt idx="2392">
                  <c:v>30-07-2009</c:v>
                </c:pt>
                <c:pt idx="2393">
                  <c:v>31-07-2009</c:v>
                </c:pt>
                <c:pt idx="2394">
                  <c:v>03-08-2009</c:v>
                </c:pt>
                <c:pt idx="2395">
                  <c:v>04-08-2009</c:v>
                </c:pt>
                <c:pt idx="2396">
                  <c:v>05-08-2009</c:v>
                </c:pt>
                <c:pt idx="2397">
                  <c:v>06-08-2009</c:v>
                </c:pt>
                <c:pt idx="2398">
                  <c:v>07-08-2009</c:v>
                </c:pt>
                <c:pt idx="2399">
                  <c:v>10-08-2009</c:v>
                </c:pt>
                <c:pt idx="2400">
                  <c:v>11-08-2009</c:v>
                </c:pt>
                <c:pt idx="2401">
                  <c:v>12-08-2009</c:v>
                </c:pt>
                <c:pt idx="2402">
                  <c:v>13-08-2009</c:v>
                </c:pt>
                <c:pt idx="2403">
                  <c:v>14-08-2009</c:v>
                </c:pt>
                <c:pt idx="2404">
                  <c:v>17-08-2009</c:v>
                </c:pt>
                <c:pt idx="2405">
                  <c:v>18-08-2009</c:v>
                </c:pt>
                <c:pt idx="2406">
                  <c:v>19-08-2009</c:v>
                </c:pt>
                <c:pt idx="2407">
                  <c:v>20-08-2009</c:v>
                </c:pt>
                <c:pt idx="2408">
                  <c:v>21-08-2009</c:v>
                </c:pt>
                <c:pt idx="2409">
                  <c:v>24-08-2009</c:v>
                </c:pt>
                <c:pt idx="2410">
                  <c:v>25-08-2009</c:v>
                </c:pt>
                <c:pt idx="2411">
                  <c:v>26-08-2009</c:v>
                </c:pt>
                <c:pt idx="2412">
                  <c:v>27-08-2009</c:v>
                </c:pt>
                <c:pt idx="2413">
                  <c:v>28-08-2009</c:v>
                </c:pt>
                <c:pt idx="2414">
                  <c:v>31-08-2009</c:v>
                </c:pt>
                <c:pt idx="2415">
                  <c:v>01-09-2009</c:v>
                </c:pt>
                <c:pt idx="2416">
                  <c:v>02-09-2009</c:v>
                </c:pt>
                <c:pt idx="2417">
                  <c:v>03-09-2009</c:v>
                </c:pt>
                <c:pt idx="2418">
                  <c:v>04-09-2009</c:v>
                </c:pt>
                <c:pt idx="2419">
                  <c:v>07-09-2009</c:v>
                </c:pt>
                <c:pt idx="2420">
                  <c:v>08-09-2009</c:v>
                </c:pt>
                <c:pt idx="2421">
                  <c:v>09-09-2009</c:v>
                </c:pt>
                <c:pt idx="2422">
                  <c:v>10-09-2009</c:v>
                </c:pt>
                <c:pt idx="2423">
                  <c:v>11-09-2009</c:v>
                </c:pt>
                <c:pt idx="2424">
                  <c:v>14-09-2009</c:v>
                </c:pt>
                <c:pt idx="2425">
                  <c:v>15-09-2009</c:v>
                </c:pt>
                <c:pt idx="2426">
                  <c:v>16-09-2009</c:v>
                </c:pt>
                <c:pt idx="2427">
                  <c:v>17-09-2009</c:v>
                </c:pt>
                <c:pt idx="2428">
                  <c:v>18-09-2009</c:v>
                </c:pt>
                <c:pt idx="2429">
                  <c:v>22-09-2009</c:v>
                </c:pt>
                <c:pt idx="2430">
                  <c:v>23-09-2009</c:v>
                </c:pt>
                <c:pt idx="2431">
                  <c:v>24-09-2009</c:v>
                </c:pt>
                <c:pt idx="2432">
                  <c:v>25-09-2009</c:v>
                </c:pt>
                <c:pt idx="2433">
                  <c:v>29-09-2009</c:v>
                </c:pt>
                <c:pt idx="2434">
                  <c:v>30-09-2009</c:v>
                </c:pt>
                <c:pt idx="2435">
                  <c:v>01-10-2009</c:v>
                </c:pt>
                <c:pt idx="2436">
                  <c:v>05-10-2009</c:v>
                </c:pt>
                <c:pt idx="2437">
                  <c:v>06-10-2009</c:v>
                </c:pt>
                <c:pt idx="2438">
                  <c:v>07-10-2009</c:v>
                </c:pt>
                <c:pt idx="2439">
                  <c:v>08-10-2009</c:v>
                </c:pt>
                <c:pt idx="2440">
                  <c:v>09-10-2009</c:v>
                </c:pt>
                <c:pt idx="2441">
                  <c:v>12-10-2009</c:v>
                </c:pt>
                <c:pt idx="2442">
                  <c:v>14-10-2009</c:v>
                </c:pt>
                <c:pt idx="2443">
                  <c:v>15-10-2009</c:v>
                </c:pt>
                <c:pt idx="2444">
                  <c:v>16-10-2009</c:v>
                </c:pt>
                <c:pt idx="2445">
                  <c:v>17-10-2009</c:v>
                </c:pt>
                <c:pt idx="2446">
                  <c:v>20-10-2009</c:v>
                </c:pt>
                <c:pt idx="2447">
                  <c:v>21-10-2009</c:v>
                </c:pt>
                <c:pt idx="2448">
                  <c:v>22-10-2009</c:v>
                </c:pt>
                <c:pt idx="2449">
                  <c:v>23-10-2009</c:v>
                </c:pt>
                <c:pt idx="2450">
                  <c:v>26-10-2009</c:v>
                </c:pt>
                <c:pt idx="2451">
                  <c:v>27-10-2009</c:v>
                </c:pt>
                <c:pt idx="2452">
                  <c:v>28-10-2009</c:v>
                </c:pt>
                <c:pt idx="2453">
                  <c:v>29-10-2009</c:v>
                </c:pt>
                <c:pt idx="2454">
                  <c:v>30-10-2009</c:v>
                </c:pt>
                <c:pt idx="2455">
                  <c:v>03-11-2009</c:v>
                </c:pt>
                <c:pt idx="2456">
                  <c:v>04-11-2009</c:v>
                </c:pt>
                <c:pt idx="2457">
                  <c:v>05-11-2009</c:v>
                </c:pt>
                <c:pt idx="2458">
                  <c:v>06-11-2009</c:v>
                </c:pt>
                <c:pt idx="2459">
                  <c:v>09-11-2009</c:v>
                </c:pt>
                <c:pt idx="2460">
                  <c:v>10-11-2009</c:v>
                </c:pt>
                <c:pt idx="2461">
                  <c:v>11-11-2009</c:v>
                </c:pt>
                <c:pt idx="2462">
                  <c:v>12-11-2009</c:v>
                </c:pt>
                <c:pt idx="2463">
                  <c:v>13-11-2009</c:v>
                </c:pt>
                <c:pt idx="2464">
                  <c:v>16-11-2009</c:v>
                </c:pt>
                <c:pt idx="2465">
                  <c:v>17-11-2009</c:v>
                </c:pt>
                <c:pt idx="2466">
                  <c:v>18-11-2009</c:v>
                </c:pt>
                <c:pt idx="2467">
                  <c:v>19-11-2009</c:v>
                </c:pt>
                <c:pt idx="2468">
                  <c:v>20-11-2009</c:v>
                </c:pt>
                <c:pt idx="2469">
                  <c:v>23-11-2009</c:v>
                </c:pt>
                <c:pt idx="2470">
                  <c:v>24-11-2009</c:v>
                </c:pt>
                <c:pt idx="2471">
                  <c:v>25-11-2009</c:v>
                </c:pt>
                <c:pt idx="2472">
                  <c:v>26-11-2009</c:v>
                </c:pt>
                <c:pt idx="2473">
                  <c:v>27-11-2009</c:v>
                </c:pt>
                <c:pt idx="2474">
                  <c:v>30-11-2009</c:v>
                </c:pt>
                <c:pt idx="2475">
                  <c:v>01-12-2009</c:v>
                </c:pt>
                <c:pt idx="2476">
                  <c:v>02-12-2009</c:v>
                </c:pt>
                <c:pt idx="2477">
                  <c:v>03-12-2009</c:v>
                </c:pt>
                <c:pt idx="2478">
                  <c:v>04-12-2009</c:v>
                </c:pt>
                <c:pt idx="2479">
                  <c:v>07-12-2009</c:v>
                </c:pt>
                <c:pt idx="2480">
                  <c:v>08-12-2009</c:v>
                </c:pt>
                <c:pt idx="2481">
                  <c:v>09-12-2009</c:v>
                </c:pt>
                <c:pt idx="2482">
                  <c:v>10-12-2009</c:v>
                </c:pt>
                <c:pt idx="2483">
                  <c:v>11-12-2009</c:v>
                </c:pt>
                <c:pt idx="2484">
                  <c:v>14-12-2009</c:v>
                </c:pt>
                <c:pt idx="2485">
                  <c:v>15-12-2009</c:v>
                </c:pt>
                <c:pt idx="2486">
                  <c:v>16-12-2009</c:v>
                </c:pt>
                <c:pt idx="2487">
                  <c:v>17-12-2009</c:v>
                </c:pt>
                <c:pt idx="2488">
                  <c:v>18-12-2009</c:v>
                </c:pt>
                <c:pt idx="2489">
                  <c:v>21-12-2009</c:v>
                </c:pt>
                <c:pt idx="2490">
                  <c:v>22-12-2009</c:v>
                </c:pt>
                <c:pt idx="2491">
                  <c:v>23-12-2009</c:v>
                </c:pt>
                <c:pt idx="2492">
                  <c:v>24-12-2009</c:v>
                </c:pt>
                <c:pt idx="2493">
                  <c:v>29-12-2009</c:v>
                </c:pt>
                <c:pt idx="2494">
                  <c:v>30-12-2009</c:v>
                </c:pt>
                <c:pt idx="2495">
                  <c:v>31-12-2009</c:v>
                </c:pt>
                <c:pt idx="2496">
                  <c:v>04-01-2010</c:v>
                </c:pt>
                <c:pt idx="2497">
                  <c:v>05-01-2010</c:v>
                </c:pt>
                <c:pt idx="2498">
                  <c:v>06-01-2010</c:v>
                </c:pt>
                <c:pt idx="2499">
                  <c:v>07-01-2010</c:v>
                </c:pt>
                <c:pt idx="2500">
                  <c:v>08-01-2010</c:v>
                </c:pt>
                <c:pt idx="2501">
                  <c:v>11-01-2010</c:v>
                </c:pt>
                <c:pt idx="2502">
                  <c:v>12-01-2010</c:v>
                </c:pt>
                <c:pt idx="2503">
                  <c:v>13-01-2010</c:v>
                </c:pt>
                <c:pt idx="2504">
                  <c:v>14-01-2010</c:v>
                </c:pt>
                <c:pt idx="2505">
                  <c:v>15-01-2010</c:v>
                </c:pt>
                <c:pt idx="2506">
                  <c:v>18-01-2010</c:v>
                </c:pt>
                <c:pt idx="2507">
                  <c:v>19-01-2010</c:v>
                </c:pt>
                <c:pt idx="2508">
                  <c:v>20-01-2010</c:v>
                </c:pt>
                <c:pt idx="2509">
                  <c:v>21-01-2010</c:v>
                </c:pt>
                <c:pt idx="2510">
                  <c:v>22-01-2010</c:v>
                </c:pt>
                <c:pt idx="2511">
                  <c:v>25-01-2010</c:v>
                </c:pt>
                <c:pt idx="2512">
                  <c:v>27-01-2010</c:v>
                </c:pt>
                <c:pt idx="2513">
                  <c:v>28-01-2010</c:v>
                </c:pt>
                <c:pt idx="2514">
                  <c:v>29-01-2010</c:v>
                </c:pt>
                <c:pt idx="2515">
                  <c:v>01-02-2010</c:v>
                </c:pt>
                <c:pt idx="2516">
                  <c:v>02-02-2010</c:v>
                </c:pt>
                <c:pt idx="2517">
                  <c:v>03-02-2010</c:v>
                </c:pt>
                <c:pt idx="2518">
                  <c:v>04-02-2010</c:v>
                </c:pt>
                <c:pt idx="2519">
                  <c:v>05-02-2010</c:v>
                </c:pt>
                <c:pt idx="2520">
                  <c:v>06-02-2010</c:v>
                </c:pt>
                <c:pt idx="2521">
                  <c:v>08-02-2010</c:v>
                </c:pt>
                <c:pt idx="2522">
                  <c:v>09-02-2010</c:v>
                </c:pt>
                <c:pt idx="2523">
                  <c:v>10-02-2010</c:v>
                </c:pt>
                <c:pt idx="2524">
                  <c:v>11-02-2010</c:v>
                </c:pt>
                <c:pt idx="2525">
                  <c:v>15-02-2010</c:v>
                </c:pt>
                <c:pt idx="2526">
                  <c:v>16-02-2010</c:v>
                </c:pt>
                <c:pt idx="2527">
                  <c:v>17-02-2010</c:v>
                </c:pt>
                <c:pt idx="2528">
                  <c:v>18-02-2010</c:v>
                </c:pt>
                <c:pt idx="2529">
                  <c:v>19-02-2010</c:v>
                </c:pt>
                <c:pt idx="2530">
                  <c:v>22-02-2010</c:v>
                </c:pt>
                <c:pt idx="2531">
                  <c:v>23-02-2010</c:v>
                </c:pt>
                <c:pt idx="2532">
                  <c:v>24-02-2010</c:v>
                </c:pt>
                <c:pt idx="2533">
                  <c:v>25-02-2010</c:v>
                </c:pt>
                <c:pt idx="2534">
                  <c:v>26-02-2010</c:v>
                </c:pt>
                <c:pt idx="2535">
                  <c:v>02-03-2010</c:v>
                </c:pt>
                <c:pt idx="2536">
                  <c:v>03-03-2010</c:v>
                </c:pt>
                <c:pt idx="2537">
                  <c:v>04-03-2010</c:v>
                </c:pt>
                <c:pt idx="2538">
                  <c:v>05-03-2010</c:v>
                </c:pt>
                <c:pt idx="2539">
                  <c:v>08-03-2010</c:v>
                </c:pt>
                <c:pt idx="2540">
                  <c:v>09-03-2010</c:v>
                </c:pt>
                <c:pt idx="2541">
                  <c:v>10-03-2010</c:v>
                </c:pt>
                <c:pt idx="2542">
                  <c:v>11-03-2010</c:v>
                </c:pt>
                <c:pt idx="2543">
                  <c:v>12-03-2010</c:v>
                </c:pt>
                <c:pt idx="2544">
                  <c:v>15-03-2010</c:v>
                </c:pt>
                <c:pt idx="2545">
                  <c:v>16-03-2010</c:v>
                </c:pt>
                <c:pt idx="2546">
                  <c:v>17-03-2010</c:v>
                </c:pt>
                <c:pt idx="2547">
                  <c:v>18-03-2010</c:v>
                </c:pt>
                <c:pt idx="2548">
                  <c:v>19-03-2010</c:v>
                </c:pt>
                <c:pt idx="2549">
                  <c:v>22-03-2010</c:v>
                </c:pt>
                <c:pt idx="2550">
                  <c:v>23-03-2010</c:v>
                </c:pt>
                <c:pt idx="2551">
                  <c:v>25-03-2010</c:v>
                </c:pt>
                <c:pt idx="2552">
                  <c:v>26-03-2010</c:v>
                </c:pt>
                <c:pt idx="2553">
                  <c:v>29-03-2010</c:v>
                </c:pt>
                <c:pt idx="2554">
                  <c:v>30-03-2010</c:v>
                </c:pt>
                <c:pt idx="2555">
                  <c:v>31-03-2010</c:v>
                </c:pt>
                <c:pt idx="2556">
                  <c:v>01-04-2010</c:v>
                </c:pt>
                <c:pt idx="2557">
                  <c:v>05-04-2010</c:v>
                </c:pt>
                <c:pt idx="2558">
                  <c:v>06-04-2010</c:v>
                </c:pt>
                <c:pt idx="2559">
                  <c:v>07-04-2010</c:v>
                </c:pt>
                <c:pt idx="2560">
                  <c:v>08-04-2010</c:v>
                </c:pt>
                <c:pt idx="2561">
                  <c:v>09-04-2010</c:v>
                </c:pt>
                <c:pt idx="2562">
                  <c:v>12-04-2010</c:v>
                </c:pt>
                <c:pt idx="2563">
                  <c:v>13-04-2010</c:v>
                </c:pt>
                <c:pt idx="2564">
                  <c:v>15-04-2010</c:v>
                </c:pt>
                <c:pt idx="2565">
                  <c:v>16-04-2010</c:v>
                </c:pt>
                <c:pt idx="2566">
                  <c:v>19-04-2010</c:v>
                </c:pt>
                <c:pt idx="2567">
                  <c:v>20-04-2010</c:v>
                </c:pt>
                <c:pt idx="2568">
                  <c:v>21-04-2010</c:v>
                </c:pt>
                <c:pt idx="2569">
                  <c:v>22-04-2010</c:v>
                </c:pt>
                <c:pt idx="2570">
                  <c:v>23-04-2010</c:v>
                </c:pt>
                <c:pt idx="2571">
                  <c:v>26-04-2010</c:v>
                </c:pt>
                <c:pt idx="2572">
                  <c:v>27-04-2010</c:v>
                </c:pt>
                <c:pt idx="2573">
                  <c:v>28-04-2010</c:v>
                </c:pt>
                <c:pt idx="2574">
                  <c:v>29-04-2010</c:v>
                </c:pt>
                <c:pt idx="2575">
                  <c:v>30-04-2010</c:v>
                </c:pt>
                <c:pt idx="2576">
                  <c:v>03-05-2010</c:v>
                </c:pt>
                <c:pt idx="2577">
                  <c:v>04-05-2010</c:v>
                </c:pt>
                <c:pt idx="2578">
                  <c:v>05-05-2010</c:v>
                </c:pt>
                <c:pt idx="2579">
                  <c:v>06-05-2010</c:v>
                </c:pt>
                <c:pt idx="2580">
                  <c:v>07-05-2010</c:v>
                </c:pt>
                <c:pt idx="2581">
                  <c:v>10-05-2010</c:v>
                </c:pt>
                <c:pt idx="2582">
                  <c:v>11-05-2010</c:v>
                </c:pt>
                <c:pt idx="2583">
                  <c:v>12-05-2010</c:v>
                </c:pt>
                <c:pt idx="2584">
                  <c:v>13-05-2010</c:v>
                </c:pt>
                <c:pt idx="2585">
                  <c:v>14-05-2010</c:v>
                </c:pt>
                <c:pt idx="2586">
                  <c:v>17-05-2010</c:v>
                </c:pt>
                <c:pt idx="2587">
                  <c:v>18-05-2010</c:v>
                </c:pt>
                <c:pt idx="2588">
                  <c:v>19-05-2010</c:v>
                </c:pt>
                <c:pt idx="2589">
                  <c:v>20-05-2010</c:v>
                </c:pt>
                <c:pt idx="2590">
                  <c:v>21-05-2010</c:v>
                </c:pt>
                <c:pt idx="2591">
                  <c:v>24-05-2010</c:v>
                </c:pt>
                <c:pt idx="2592">
                  <c:v>25-05-2010</c:v>
                </c:pt>
                <c:pt idx="2593">
                  <c:v>26-05-2010</c:v>
                </c:pt>
                <c:pt idx="2594">
                  <c:v>27-05-2010</c:v>
                </c:pt>
                <c:pt idx="2595">
                  <c:v>28-05-2010</c:v>
                </c:pt>
                <c:pt idx="2596">
                  <c:v>31-05-2010</c:v>
                </c:pt>
                <c:pt idx="2597">
                  <c:v>01-06-2010</c:v>
                </c:pt>
                <c:pt idx="2598">
                  <c:v>02-06-2010</c:v>
                </c:pt>
                <c:pt idx="2599">
                  <c:v>03-06-2010</c:v>
                </c:pt>
                <c:pt idx="2600">
                  <c:v>04-06-2010</c:v>
                </c:pt>
                <c:pt idx="2601">
                  <c:v>07-06-2010</c:v>
                </c:pt>
                <c:pt idx="2602">
                  <c:v>08-06-2010</c:v>
                </c:pt>
                <c:pt idx="2603">
                  <c:v>09-06-2010</c:v>
                </c:pt>
                <c:pt idx="2604">
                  <c:v>10-06-2010</c:v>
                </c:pt>
                <c:pt idx="2605">
                  <c:v>11-06-2010</c:v>
                </c:pt>
                <c:pt idx="2606">
                  <c:v>14-06-2010</c:v>
                </c:pt>
                <c:pt idx="2607">
                  <c:v>15-06-2010</c:v>
                </c:pt>
                <c:pt idx="2608">
                  <c:v>16-06-2010</c:v>
                </c:pt>
                <c:pt idx="2609">
                  <c:v>17-06-2010</c:v>
                </c:pt>
                <c:pt idx="2610">
                  <c:v>18-06-2010</c:v>
                </c:pt>
                <c:pt idx="2611">
                  <c:v>21-06-2010</c:v>
                </c:pt>
                <c:pt idx="2612">
                  <c:v>22-06-2010</c:v>
                </c:pt>
                <c:pt idx="2613">
                  <c:v>23-06-2010</c:v>
                </c:pt>
                <c:pt idx="2614">
                  <c:v>24-06-2010</c:v>
                </c:pt>
                <c:pt idx="2615">
                  <c:v>25-06-2010</c:v>
                </c:pt>
                <c:pt idx="2616">
                  <c:v>28-06-2010</c:v>
                </c:pt>
                <c:pt idx="2617">
                  <c:v>29-06-2010</c:v>
                </c:pt>
                <c:pt idx="2618">
                  <c:v>30-06-2010</c:v>
                </c:pt>
                <c:pt idx="2619">
                  <c:v>01-07-2010</c:v>
                </c:pt>
                <c:pt idx="2620">
                  <c:v>02-07-2010</c:v>
                </c:pt>
                <c:pt idx="2621">
                  <c:v>05-07-2010</c:v>
                </c:pt>
                <c:pt idx="2622">
                  <c:v>06-07-2010</c:v>
                </c:pt>
                <c:pt idx="2623">
                  <c:v>07-07-2010</c:v>
                </c:pt>
                <c:pt idx="2624">
                  <c:v>08-07-2010</c:v>
                </c:pt>
                <c:pt idx="2625">
                  <c:v>09-07-2010</c:v>
                </c:pt>
                <c:pt idx="2626">
                  <c:v>12-07-2010</c:v>
                </c:pt>
                <c:pt idx="2627">
                  <c:v>13-07-2010</c:v>
                </c:pt>
                <c:pt idx="2628">
                  <c:v>14-07-2010</c:v>
                </c:pt>
                <c:pt idx="2629">
                  <c:v>15-07-2010</c:v>
                </c:pt>
                <c:pt idx="2630">
                  <c:v>16-07-2010</c:v>
                </c:pt>
                <c:pt idx="2631">
                  <c:v>19-07-2010</c:v>
                </c:pt>
                <c:pt idx="2632">
                  <c:v>20-07-2010</c:v>
                </c:pt>
                <c:pt idx="2633">
                  <c:v>21-07-2010</c:v>
                </c:pt>
                <c:pt idx="2634">
                  <c:v>22-07-2010</c:v>
                </c:pt>
                <c:pt idx="2635">
                  <c:v>23-07-2010</c:v>
                </c:pt>
                <c:pt idx="2636">
                  <c:v>26-07-2010</c:v>
                </c:pt>
                <c:pt idx="2637">
                  <c:v>27-07-2010</c:v>
                </c:pt>
                <c:pt idx="2638">
                  <c:v>28-07-2010</c:v>
                </c:pt>
                <c:pt idx="2639">
                  <c:v>29-07-2010</c:v>
                </c:pt>
                <c:pt idx="2640">
                  <c:v>30-07-2010</c:v>
                </c:pt>
                <c:pt idx="2641">
                  <c:v>02-08-2010</c:v>
                </c:pt>
                <c:pt idx="2642">
                  <c:v>03-08-2010</c:v>
                </c:pt>
                <c:pt idx="2643">
                  <c:v>04-08-2010</c:v>
                </c:pt>
                <c:pt idx="2644">
                  <c:v>05-08-2010</c:v>
                </c:pt>
                <c:pt idx="2645">
                  <c:v>06-08-2010</c:v>
                </c:pt>
                <c:pt idx="2646">
                  <c:v>09-08-2010</c:v>
                </c:pt>
                <c:pt idx="2647">
                  <c:v>10-08-2010</c:v>
                </c:pt>
                <c:pt idx="2648">
                  <c:v>11-08-2010</c:v>
                </c:pt>
                <c:pt idx="2649">
                  <c:v>12-08-2010</c:v>
                </c:pt>
                <c:pt idx="2650">
                  <c:v>13-08-2010</c:v>
                </c:pt>
                <c:pt idx="2651">
                  <c:v>16-08-2010</c:v>
                </c:pt>
                <c:pt idx="2652">
                  <c:v>17-08-2010</c:v>
                </c:pt>
                <c:pt idx="2653">
                  <c:v>18-08-2010</c:v>
                </c:pt>
                <c:pt idx="2654">
                  <c:v>19-08-2010</c:v>
                </c:pt>
                <c:pt idx="2655">
                  <c:v>20-08-2010</c:v>
                </c:pt>
                <c:pt idx="2656">
                  <c:v>23-08-2010</c:v>
                </c:pt>
                <c:pt idx="2657">
                  <c:v>24-08-2010</c:v>
                </c:pt>
                <c:pt idx="2658">
                  <c:v>25-08-2010</c:v>
                </c:pt>
                <c:pt idx="2659">
                  <c:v>26-08-2010</c:v>
                </c:pt>
                <c:pt idx="2660">
                  <c:v>27-08-2010</c:v>
                </c:pt>
                <c:pt idx="2661">
                  <c:v>30-08-2010</c:v>
                </c:pt>
                <c:pt idx="2662">
                  <c:v>31-08-2010</c:v>
                </c:pt>
                <c:pt idx="2663">
                  <c:v>01-09-2010</c:v>
                </c:pt>
                <c:pt idx="2664">
                  <c:v>02-09-2010</c:v>
                </c:pt>
                <c:pt idx="2665">
                  <c:v>03-09-2010</c:v>
                </c:pt>
                <c:pt idx="2666">
                  <c:v>06-09-2010</c:v>
                </c:pt>
                <c:pt idx="2667">
                  <c:v>07-09-2010</c:v>
                </c:pt>
                <c:pt idx="2668">
                  <c:v>08-09-2010</c:v>
                </c:pt>
                <c:pt idx="2669">
                  <c:v>09-09-2010</c:v>
                </c:pt>
                <c:pt idx="2670">
                  <c:v>13-09-2010</c:v>
                </c:pt>
                <c:pt idx="2671">
                  <c:v>14-09-2010</c:v>
                </c:pt>
                <c:pt idx="2672">
                  <c:v>15-09-2010</c:v>
                </c:pt>
                <c:pt idx="2673">
                  <c:v>16-09-2010</c:v>
                </c:pt>
                <c:pt idx="2674">
                  <c:v>17-09-2010</c:v>
                </c:pt>
                <c:pt idx="2675">
                  <c:v>20-09-2010</c:v>
                </c:pt>
                <c:pt idx="2676">
                  <c:v>21-09-2010</c:v>
                </c:pt>
                <c:pt idx="2677">
                  <c:v>22-09-2010</c:v>
                </c:pt>
                <c:pt idx="2678">
                  <c:v>23-09-2010</c:v>
                </c:pt>
                <c:pt idx="2679">
                  <c:v>24-09-2010</c:v>
                </c:pt>
                <c:pt idx="2680">
                  <c:v>27-09-2010</c:v>
                </c:pt>
                <c:pt idx="2681">
                  <c:v>28-09-2010</c:v>
                </c:pt>
                <c:pt idx="2682">
                  <c:v>29-09-2010</c:v>
                </c:pt>
                <c:pt idx="2683">
                  <c:v>30-09-2010</c:v>
                </c:pt>
                <c:pt idx="2684">
                  <c:v>01-10-2010</c:v>
                </c:pt>
                <c:pt idx="2685">
                  <c:v>04-10-2010</c:v>
                </c:pt>
                <c:pt idx="2686">
                  <c:v>05-10-2010</c:v>
                </c:pt>
                <c:pt idx="2687">
                  <c:v>06-10-2010</c:v>
                </c:pt>
                <c:pt idx="2688">
                  <c:v>07-10-2010</c:v>
                </c:pt>
                <c:pt idx="2689">
                  <c:v>08-10-2010</c:v>
                </c:pt>
                <c:pt idx="2690">
                  <c:v>11-10-2010</c:v>
                </c:pt>
                <c:pt idx="2691">
                  <c:v>12-10-2010</c:v>
                </c:pt>
                <c:pt idx="2692">
                  <c:v>13-10-2010</c:v>
                </c:pt>
                <c:pt idx="2693">
                  <c:v>14-10-2010</c:v>
                </c:pt>
                <c:pt idx="2694">
                  <c:v>15-10-2010</c:v>
                </c:pt>
                <c:pt idx="2695">
                  <c:v>18-10-2010</c:v>
                </c:pt>
                <c:pt idx="2696">
                  <c:v>19-10-2010</c:v>
                </c:pt>
                <c:pt idx="2697">
                  <c:v>20-10-2010</c:v>
                </c:pt>
                <c:pt idx="2698">
                  <c:v>21-10-2010</c:v>
                </c:pt>
                <c:pt idx="2699">
                  <c:v>22-10-2010</c:v>
                </c:pt>
                <c:pt idx="2700">
                  <c:v>25-10-2010</c:v>
                </c:pt>
                <c:pt idx="2701">
                  <c:v>26-10-2010</c:v>
                </c:pt>
                <c:pt idx="2702">
                  <c:v>27-10-2010</c:v>
                </c:pt>
                <c:pt idx="2703">
                  <c:v>28-10-2010</c:v>
                </c:pt>
                <c:pt idx="2704">
                  <c:v>29-10-2010</c:v>
                </c:pt>
                <c:pt idx="2705">
                  <c:v>01-11-2010</c:v>
                </c:pt>
                <c:pt idx="2706">
                  <c:v>02-11-2010</c:v>
                </c:pt>
                <c:pt idx="2707">
                  <c:v>03-11-2010</c:v>
                </c:pt>
                <c:pt idx="2708">
                  <c:v>04-11-2010</c:v>
                </c:pt>
                <c:pt idx="2709">
                  <c:v>05-11-2010</c:v>
                </c:pt>
                <c:pt idx="2710">
                  <c:v>08-11-2010</c:v>
                </c:pt>
                <c:pt idx="2711">
                  <c:v>09-11-2010</c:v>
                </c:pt>
                <c:pt idx="2712">
                  <c:v>10-11-2010</c:v>
                </c:pt>
                <c:pt idx="2713">
                  <c:v>11-11-2010</c:v>
                </c:pt>
                <c:pt idx="2714">
                  <c:v>12-11-2010</c:v>
                </c:pt>
                <c:pt idx="2715">
                  <c:v>15-11-2010</c:v>
                </c:pt>
                <c:pt idx="2716">
                  <c:v>16-11-2010</c:v>
                </c:pt>
                <c:pt idx="2717">
                  <c:v>18-11-2010</c:v>
                </c:pt>
                <c:pt idx="2718">
                  <c:v>19-11-2010</c:v>
                </c:pt>
                <c:pt idx="2719">
                  <c:v>22-11-2010</c:v>
                </c:pt>
                <c:pt idx="2720">
                  <c:v>23-11-2010</c:v>
                </c:pt>
                <c:pt idx="2721">
                  <c:v>24-11-2010</c:v>
                </c:pt>
                <c:pt idx="2722">
                  <c:v>25-11-2010</c:v>
                </c:pt>
                <c:pt idx="2723">
                  <c:v>26-11-2010</c:v>
                </c:pt>
                <c:pt idx="2724">
                  <c:v>29-11-2010</c:v>
                </c:pt>
                <c:pt idx="2725">
                  <c:v>30-11-2010</c:v>
                </c:pt>
                <c:pt idx="2726">
                  <c:v>01-12-2010</c:v>
                </c:pt>
                <c:pt idx="2727">
                  <c:v>02-12-2010</c:v>
                </c:pt>
                <c:pt idx="2728">
                  <c:v>03-12-2010</c:v>
                </c:pt>
                <c:pt idx="2729">
                  <c:v>06-12-2010</c:v>
                </c:pt>
                <c:pt idx="2730">
                  <c:v>07-12-2010</c:v>
                </c:pt>
                <c:pt idx="2731">
                  <c:v>08-12-2010</c:v>
                </c:pt>
                <c:pt idx="2732">
                  <c:v>09-12-2010</c:v>
                </c:pt>
                <c:pt idx="2733">
                  <c:v>10-12-2010</c:v>
                </c:pt>
                <c:pt idx="2734">
                  <c:v>13-12-2010</c:v>
                </c:pt>
                <c:pt idx="2735">
                  <c:v>14-12-2010</c:v>
                </c:pt>
                <c:pt idx="2736">
                  <c:v>15-12-2010</c:v>
                </c:pt>
                <c:pt idx="2737">
                  <c:v>16-12-2010</c:v>
                </c:pt>
                <c:pt idx="2738">
                  <c:v>20-12-2010</c:v>
                </c:pt>
                <c:pt idx="2739">
                  <c:v>21-12-2010</c:v>
                </c:pt>
                <c:pt idx="2740">
                  <c:v>22-12-2010</c:v>
                </c:pt>
                <c:pt idx="2741">
                  <c:v>23-12-2010</c:v>
                </c:pt>
                <c:pt idx="2742">
                  <c:v>24-12-2010</c:v>
                </c:pt>
                <c:pt idx="2743">
                  <c:v>27-12-2010</c:v>
                </c:pt>
                <c:pt idx="2744">
                  <c:v>28-12-2010</c:v>
                </c:pt>
                <c:pt idx="2745">
                  <c:v>29-12-2010</c:v>
                </c:pt>
                <c:pt idx="2746">
                  <c:v>30-12-2010</c:v>
                </c:pt>
                <c:pt idx="2747">
                  <c:v>31-12-2010</c:v>
                </c:pt>
                <c:pt idx="2748">
                  <c:v>03-01-2011</c:v>
                </c:pt>
                <c:pt idx="2749">
                  <c:v>04-01-2011</c:v>
                </c:pt>
                <c:pt idx="2750">
                  <c:v>05-01-2011</c:v>
                </c:pt>
                <c:pt idx="2751">
                  <c:v>06-01-2011</c:v>
                </c:pt>
                <c:pt idx="2752">
                  <c:v>07-01-2011</c:v>
                </c:pt>
                <c:pt idx="2753">
                  <c:v>10-01-2011</c:v>
                </c:pt>
                <c:pt idx="2754">
                  <c:v>11-01-2011</c:v>
                </c:pt>
                <c:pt idx="2755">
                  <c:v>12-01-2011</c:v>
                </c:pt>
                <c:pt idx="2756">
                  <c:v>13-01-2011</c:v>
                </c:pt>
                <c:pt idx="2757">
                  <c:v>14-01-2011</c:v>
                </c:pt>
                <c:pt idx="2758">
                  <c:v>17-01-2011</c:v>
                </c:pt>
                <c:pt idx="2759">
                  <c:v>18-01-2011</c:v>
                </c:pt>
                <c:pt idx="2760">
                  <c:v>19-01-2011</c:v>
                </c:pt>
                <c:pt idx="2761">
                  <c:v>20-01-2011</c:v>
                </c:pt>
                <c:pt idx="2762">
                  <c:v>21-01-2011</c:v>
                </c:pt>
                <c:pt idx="2763">
                  <c:v>24-01-2011</c:v>
                </c:pt>
                <c:pt idx="2764">
                  <c:v>25-01-2011</c:v>
                </c:pt>
                <c:pt idx="2765">
                  <c:v>27-01-2011</c:v>
                </c:pt>
                <c:pt idx="2766">
                  <c:v>28-01-2011</c:v>
                </c:pt>
                <c:pt idx="2767">
                  <c:v>31-01-2011</c:v>
                </c:pt>
                <c:pt idx="2768">
                  <c:v>01-02-2011</c:v>
                </c:pt>
                <c:pt idx="2769">
                  <c:v>02-02-2011</c:v>
                </c:pt>
                <c:pt idx="2770">
                  <c:v>03-02-2011</c:v>
                </c:pt>
                <c:pt idx="2771">
                  <c:v>04-02-2011</c:v>
                </c:pt>
                <c:pt idx="2772">
                  <c:v>07-02-2011</c:v>
                </c:pt>
                <c:pt idx="2773">
                  <c:v>08-02-2011</c:v>
                </c:pt>
                <c:pt idx="2774">
                  <c:v>09-02-2011</c:v>
                </c:pt>
                <c:pt idx="2775">
                  <c:v>10-02-2011</c:v>
                </c:pt>
                <c:pt idx="2776">
                  <c:v>11-02-2011</c:v>
                </c:pt>
                <c:pt idx="2777">
                  <c:v>14-02-2011</c:v>
                </c:pt>
                <c:pt idx="2778">
                  <c:v>15-02-2011</c:v>
                </c:pt>
                <c:pt idx="2779">
                  <c:v>16-02-2011</c:v>
                </c:pt>
                <c:pt idx="2780">
                  <c:v>17-02-2011</c:v>
                </c:pt>
                <c:pt idx="2781">
                  <c:v>18-02-2011</c:v>
                </c:pt>
                <c:pt idx="2782">
                  <c:v>21-02-2011</c:v>
                </c:pt>
                <c:pt idx="2783">
                  <c:v>22-02-2011</c:v>
                </c:pt>
                <c:pt idx="2784">
                  <c:v>23-02-2011</c:v>
                </c:pt>
                <c:pt idx="2785">
                  <c:v>24-02-2011</c:v>
                </c:pt>
                <c:pt idx="2786">
                  <c:v>25-02-2011</c:v>
                </c:pt>
                <c:pt idx="2787">
                  <c:v>28-02-2011</c:v>
                </c:pt>
                <c:pt idx="2788">
                  <c:v>01-03-2011</c:v>
                </c:pt>
                <c:pt idx="2789">
                  <c:v>03-03-2011</c:v>
                </c:pt>
                <c:pt idx="2790">
                  <c:v>04-03-2011</c:v>
                </c:pt>
                <c:pt idx="2791">
                  <c:v>07-03-2011</c:v>
                </c:pt>
                <c:pt idx="2792">
                  <c:v>08-03-2011</c:v>
                </c:pt>
                <c:pt idx="2793">
                  <c:v>09-03-2011</c:v>
                </c:pt>
                <c:pt idx="2794">
                  <c:v>10-03-2011</c:v>
                </c:pt>
                <c:pt idx="2795">
                  <c:v>11-03-2011</c:v>
                </c:pt>
                <c:pt idx="2796">
                  <c:v>14-03-2011</c:v>
                </c:pt>
                <c:pt idx="2797">
                  <c:v>15-03-2011</c:v>
                </c:pt>
                <c:pt idx="2798">
                  <c:v>16-03-2011</c:v>
                </c:pt>
                <c:pt idx="2799">
                  <c:v>17-03-2011</c:v>
                </c:pt>
                <c:pt idx="2800">
                  <c:v>18-03-2011</c:v>
                </c:pt>
                <c:pt idx="2801">
                  <c:v>21-03-2011</c:v>
                </c:pt>
                <c:pt idx="2802">
                  <c:v>22-03-2011</c:v>
                </c:pt>
                <c:pt idx="2803">
                  <c:v>23-03-2011</c:v>
                </c:pt>
                <c:pt idx="2804">
                  <c:v>24-03-2011</c:v>
                </c:pt>
                <c:pt idx="2805">
                  <c:v>25-03-2011</c:v>
                </c:pt>
                <c:pt idx="2806">
                  <c:v>28-03-2011</c:v>
                </c:pt>
                <c:pt idx="2807">
                  <c:v>29-03-2011</c:v>
                </c:pt>
                <c:pt idx="2808">
                  <c:v>30-03-2011</c:v>
                </c:pt>
                <c:pt idx="2809">
                  <c:v>31-03-2011</c:v>
                </c:pt>
                <c:pt idx="2810">
                  <c:v>01-04-2011</c:v>
                </c:pt>
                <c:pt idx="2811">
                  <c:v>04-04-2011</c:v>
                </c:pt>
                <c:pt idx="2812">
                  <c:v>05-04-2011</c:v>
                </c:pt>
                <c:pt idx="2813">
                  <c:v>06-04-2011</c:v>
                </c:pt>
                <c:pt idx="2814">
                  <c:v>07-04-2011</c:v>
                </c:pt>
                <c:pt idx="2815">
                  <c:v>08-04-2011</c:v>
                </c:pt>
                <c:pt idx="2816">
                  <c:v>11-04-2011</c:v>
                </c:pt>
                <c:pt idx="2817">
                  <c:v>13-04-2011</c:v>
                </c:pt>
                <c:pt idx="2818">
                  <c:v>15-04-2011</c:v>
                </c:pt>
                <c:pt idx="2819">
                  <c:v>18-04-2011</c:v>
                </c:pt>
                <c:pt idx="2820">
                  <c:v>19-04-2011</c:v>
                </c:pt>
                <c:pt idx="2821">
                  <c:v>20-04-2011</c:v>
                </c:pt>
                <c:pt idx="2822">
                  <c:v>21-04-2011</c:v>
                </c:pt>
                <c:pt idx="2823">
                  <c:v>25-04-2011</c:v>
                </c:pt>
                <c:pt idx="2824">
                  <c:v>26-04-2011</c:v>
                </c:pt>
                <c:pt idx="2825">
                  <c:v>27-04-2011</c:v>
                </c:pt>
                <c:pt idx="2826">
                  <c:v>28-04-2011</c:v>
                </c:pt>
                <c:pt idx="2827">
                  <c:v>29-04-2011</c:v>
                </c:pt>
                <c:pt idx="2828">
                  <c:v>02-05-2011</c:v>
                </c:pt>
                <c:pt idx="2829">
                  <c:v>03-05-2011</c:v>
                </c:pt>
                <c:pt idx="2830">
                  <c:v>04-05-2011</c:v>
                </c:pt>
                <c:pt idx="2831">
                  <c:v>05-05-2011</c:v>
                </c:pt>
                <c:pt idx="2832">
                  <c:v>06-05-2011</c:v>
                </c:pt>
                <c:pt idx="2833">
                  <c:v>09-05-2011</c:v>
                </c:pt>
                <c:pt idx="2834">
                  <c:v>10-05-2011</c:v>
                </c:pt>
                <c:pt idx="2835">
                  <c:v>11-05-2011</c:v>
                </c:pt>
                <c:pt idx="2836">
                  <c:v>12-05-2011</c:v>
                </c:pt>
                <c:pt idx="2837">
                  <c:v>13-05-2011</c:v>
                </c:pt>
                <c:pt idx="2838">
                  <c:v>16-05-2011</c:v>
                </c:pt>
                <c:pt idx="2839">
                  <c:v>17-05-2011</c:v>
                </c:pt>
                <c:pt idx="2840">
                  <c:v>18-05-2011</c:v>
                </c:pt>
                <c:pt idx="2841">
                  <c:v>19-05-2011</c:v>
                </c:pt>
                <c:pt idx="2842">
                  <c:v>20-05-2011</c:v>
                </c:pt>
                <c:pt idx="2843">
                  <c:v>23-05-2011</c:v>
                </c:pt>
                <c:pt idx="2844">
                  <c:v>24-05-2011</c:v>
                </c:pt>
                <c:pt idx="2845">
                  <c:v>25-05-2011</c:v>
                </c:pt>
                <c:pt idx="2846">
                  <c:v>26-05-2011</c:v>
                </c:pt>
                <c:pt idx="2847">
                  <c:v>27-05-2011</c:v>
                </c:pt>
                <c:pt idx="2848">
                  <c:v>30-05-2011</c:v>
                </c:pt>
                <c:pt idx="2849">
                  <c:v>31-05-2011</c:v>
                </c:pt>
                <c:pt idx="2850">
                  <c:v>01-06-2011</c:v>
                </c:pt>
                <c:pt idx="2851">
                  <c:v>02-06-2011</c:v>
                </c:pt>
                <c:pt idx="2852">
                  <c:v>03-06-2011</c:v>
                </c:pt>
                <c:pt idx="2853">
                  <c:v>06-06-2011</c:v>
                </c:pt>
                <c:pt idx="2854">
                  <c:v>07-06-2011</c:v>
                </c:pt>
                <c:pt idx="2855">
                  <c:v>08-06-2011</c:v>
                </c:pt>
                <c:pt idx="2856">
                  <c:v>09-06-2011</c:v>
                </c:pt>
                <c:pt idx="2857">
                  <c:v>10-06-2011</c:v>
                </c:pt>
                <c:pt idx="2858">
                  <c:v>13-06-2011</c:v>
                </c:pt>
                <c:pt idx="2859">
                  <c:v>14-06-2011</c:v>
                </c:pt>
                <c:pt idx="2860">
                  <c:v>15-06-2011</c:v>
                </c:pt>
                <c:pt idx="2861">
                  <c:v>16-06-2011</c:v>
                </c:pt>
                <c:pt idx="2862">
                  <c:v>17-06-2011</c:v>
                </c:pt>
                <c:pt idx="2863">
                  <c:v>20-06-2011</c:v>
                </c:pt>
                <c:pt idx="2864">
                  <c:v>21-06-2011</c:v>
                </c:pt>
                <c:pt idx="2865">
                  <c:v>22-06-2011</c:v>
                </c:pt>
                <c:pt idx="2866">
                  <c:v>23-06-2011</c:v>
                </c:pt>
                <c:pt idx="2867">
                  <c:v>24-06-2011</c:v>
                </c:pt>
                <c:pt idx="2868">
                  <c:v>27-06-2011</c:v>
                </c:pt>
                <c:pt idx="2869">
                  <c:v>28-06-2011</c:v>
                </c:pt>
                <c:pt idx="2870">
                  <c:v>29-06-2011</c:v>
                </c:pt>
                <c:pt idx="2871">
                  <c:v>30-06-2011</c:v>
                </c:pt>
                <c:pt idx="2872">
                  <c:v>01-07-2011</c:v>
                </c:pt>
                <c:pt idx="2873">
                  <c:v>04-07-2011</c:v>
                </c:pt>
                <c:pt idx="2874">
                  <c:v>05-07-2011</c:v>
                </c:pt>
                <c:pt idx="2875">
                  <c:v>06-07-2011</c:v>
                </c:pt>
                <c:pt idx="2876">
                  <c:v>07-07-2011</c:v>
                </c:pt>
                <c:pt idx="2877">
                  <c:v>08-07-2011</c:v>
                </c:pt>
                <c:pt idx="2878">
                  <c:v>11-07-2011</c:v>
                </c:pt>
                <c:pt idx="2879">
                  <c:v>12-07-2011</c:v>
                </c:pt>
                <c:pt idx="2880">
                  <c:v>13-07-2011</c:v>
                </c:pt>
                <c:pt idx="2881">
                  <c:v>14-07-2011</c:v>
                </c:pt>
                <c:pt idx="2882">
                  <c:v>15-07-2011</c:v>
                </c:pt>
                <c:pt idx="2883">
                  <c:v>18-07-2011</c:v>
                </c:pt>
                <c:pt idx="2884">
                  <c:v>19-07-2011</c:v>
                </c:pt>
                <c:pt idx="2885">
                  <c:v>20-07-2011</c:v>
                </c:pt>
                <c:pt idx="2886">
                  <c:v>21-07-2011</c:v>
                </c:pt>
                <c:pt idx="2887">
                  <c:v>22-07-2011</c:v>
                </c:pt>
                <c:pt idx="2888">
                  <c:v>25-07-2011</c:v>
                </c:pt>
                <c:pt idx="2889">
                  <c:v>26-07-2011</c:v>
                </c:pt>
                <c:pt idx="2890">
                  <c:v>27-07-2011</c:v>
                </c:pt>
                <c:pt idx="2891">
                  <c:v>28-07-2011</c:v>
                </c:pt>
                <c:pt idx="2892">
                  <c:v>29-07-2011</c:v>
                </c:pt>
                <c:pt idx="2893">
                  <c:v>01-08-2011</c:v>
                </c:pt>
                <c:pt idx="2894">
                  <c:v>02-08-2011</c:v>
                </c:pt>
                <c:pt idx="2895">
                  <c:v>03-08-2011</c:v>
                </c:pt>
                <c:pt idx="2896">
                  <c:v>04-08-2011</c:v>
                </c:pt>
                <c:pt idx="2897">
                  <c:v>05-08-2011</c:v>
                </c:pt>
                <c:pt idx="2898">
                  <c:v>08-08-2011</c:v>
                </c:pt>
                <c:pt idx="2899">
                  <c:v>09-08-2011</c:v>
                </c:pt>
                <c:pt idx="2900">
                  <c:v>10-08-2011</c:v>
                </c:pt>
                <c:pt idx="2901">
                  <c:v>11-08-2011</c:v>
                </c:pt>
                <c:pt idx="2902">
                  <c:v>12-08-2011</c:v>
                </c:pt>
                <c:pt idx="2903">
                  <c:v>16-08-2011</c:v>
                </c:pt>
                <c:pt idx="2904">
                  <c:v>17-08-2011</c:v>
                </c:pt>
                <c:pt idx="2905">
                  <c:v>18-08-2011</c:v>
                </c:pt>
                <c:pt idx="2906">
                  <c:v>19-08-2011</c:v>
                </c:pt>
                <c:pt idx="2907">
                  <c:v>22-08-2011</c:v>
                </c:pt>
                <c:pt idx="2908">
                  <c:v>23-08-2011</c:v>
                </c:pt>
                <c:pt idx="2909">
                  <c:v>24-08-2011</c:v>
                </c:pt>
                <c:pt idx="2910">
                  <c:v>25-08-2011</c:v>
                </c:pt>
                <c:pt idx="2911">
                  <c:v>26-08-2011</c:v>
                </c:pt>
                <c:pt idx="2912">
                  <c:v>29-08-2011</c:v>
                </c:pt>
                <c:pt idx="2913">
                  <c:v>30-08-2011</c:v>
                </c:pt>
                <c:pt idx="2914">
                  <c:v>02-09-2011</c:v>
                </c:pt>
                <c:pt idx="2915">
                  <c:v>05-09-2011</c:v>
                </c:pt>
                <c:pt idx="2916">
                  <c:v>06-09-2011</c:v>
                </c:pt>
                <c:pt idx="2917">
                  <c:v>07-09-2011</c:v>
                </c:pt>
                <c:pt idx="2918">
                  <c:v>08-09-2011</c:v>
                </c:pt>
                <c:pt idx="2919">
                  <c:v>09-09-2011</c:v>
                </c:pt>
                <c:pt idx="2920">
                  <c:v>12-09-2011</c:v>
                </c:pt>
                <c:pt idx="2921">
                  <c:v>13-09-2011</c:v>
                </c:pt>
                <c:pt idx="2922">
                  <c:v>14-09-2011</c:v>
                </c:pt>
                <c:pt idx="2923">
                  <c:v>15-09-2011</c:v>
                </c:pt>
                <c:pt idx="2924">
                  <c:v>16-09-2011</c:v>
                </c:pt>
                <c:pt idx="2925">
                  <c:v>19-09-2011</c:v>
                </c:pt>
                <c:pt idx="2926">
                  <c:v>20-09-2011</c:v>
                </c:pt>
                <c:pt idx="2927">
                  <c:v>21-09-2011</c:v>
                </c:pt>
                <c:pt idx="2928">
                  <c:v>22-09-2011</c:v>
                </c:pt>
                <c:pt idx="2929">
                  <c:v>23-09-2011</c:v>
                </c:pt>
                <c:pt idx="2930">
                  <c:v>26-09-2011</c:v>
                </c:pt>
                <c:pt idx="2931">
                  <c:v>27-09-2011</c:v>
                </c:pt>
                <c:pt idx="2932">
                  <c:v>28-09-2011</c:v>
                </c:pt>
                <c:pt idx="2933">
                  <c:v>29-09-2011</c:v>
                </c:pt>
                <c:pt idx="2934">
                  <c:v>30-09-2011</c:v>
                </c:pt>
                <c:pt idx="2935">
                  <c:v>03-10-2011</c:v>
                </c:pt>
                <c:pt idx="2936">
                  <c:v>04-10-2011</c:v>
                </c:pt>
                <c:pt idx="2937">
                  <c:v>05-10-2011</c:v>
                </c:pt>
                <c:pt idx="2938">
                  <c:v>07-10-2011</c:v>
                </c:pt>
                <c:pt idx="2939">
                  <c:v>10-10-2011</c:v>
                </c:pt>
                <c:pt idx="2940">
                  <c:v>11-10-2011</c:v>
                </c:pt>
                <c:pt idx="2941">
                  <c:v>12-10-2011</c:v>
                </c:pt>
                <c:pt idx="2942">
                  <c:v>13-10-2011</c:v>
                </c:pt>
                <c:pt idx="2943">
                  <c:v>14-10-2011</c:v>
                </c:pt>
                <c:pt idx="2944">
                  <c:v>17-10-2011</c:v>
                </c:pt>
                <c:pt idx="2945">
                  <c:v>18-10-2011</c:v>
                </c:pt>
                <c:pt idx="2946">
                  <c:v>19-10-2011</c:v>
                </c:pt>
                <c:pt idx="2947">
                  <c:v>20-10-2011</c:v>
                </c:pt>
                <c:pt idx="2948">
                  <c:v>21-10-2011</c:v>
                </c:pt>
                <c:pt idx="2949">
                  <c:v>24-10-2011</c:v>
                </c:pt>
                <c:pt idx="2950">
                  <c:v>25-10-2011</c:v>
                </c:pt>
                <c:pt idx="2951">
                  <c:v>26-10-2011</c:v>
                </c:pt>
                <c:pt idx="2952">
                  <c:v>28-10-2011</c:v>
                </c:pt>
                <c:pt idx="2953">
                  <c:v>31-10-2011</c:v>
                </c:pt>
                <c:pt idx="2954">
                  <c:v>01-11-2011</c:v>
                </c:pt>
                <c:pt idx="2955">
                  <c:v>02-11-2011</c:v>
                </c:pt>
                <c:pt idx="2956">
                  <c:v>03-11-2011</c:v>
                </c:pt>
                <c:pt idx="2957">
                  <c:v>04-11-2011</c:v>
                </c:pt>
                <c:pt idx="2958">
                  <c:v>08-11-2011</c:v>
                </c:pt>
                <c:pt idx="2959">
                  <c:v>09-11-2011</c:v>
                </c:pt>
                <c:pt idx="2960">
                  <c:v>11-11-2011</c:v>
                </c:pt>
                <c:pt idx="2961">
                  <c:v>14-11-2011</c:v>
                </c:pt>
                <c:pt idx="2962">
                  <c:v>15-11-2011</c:v>
                </c:pt>
                <c:pt idx="2963">
                  <c:v>16-11-2011</c:v>
                </c:pt>
                <c:pt idx="2964">
                  <c:v>17-11-2011</c:v>
                </c:pt>
                <c:pt idx="2965">
                  <c:v>18-11-2011</c:v>
                </c:pt>
                <c:pt idx="2966">
                  <c:v>21-11-2011</c:v>
                </c:pt>
                <c:pt idx="2967">
                  <c:v>22-11-2011</c:v>
                </c:pt>
                <c:pt idx="2968">
                  <c:v>23-11-2011</c:v>
                </c:pt>
                <c:pt idx="2969">
                  <c:v>24-11-2011</c:v>
                </c:pt>
                <c:pt idx="2970">
                  <c:v>25-11-2011</c:v>
                </c:pt>
                <c:pt idx="2971">
                  <c:v>28-11-2011</c:v>
                </c:pt>
                <c:pt idx="2972">
                  <c:v>29-11-2011</c:v>
                </c:pt>
                <c:pt idx="2973">
                  <c:v>30-11-2011</c:v>
                </c:pt>
                <c:pt idx="2974">
                  <c:v>01-12-2011</c:v>
                </c:pt>
                <c:pt idx="2975">
                  <c:v>02-12-2011</c:v>
                </c:pt>
                <c:pt idx="2976">
                  <c:v>05-12-2011</c:v>
                </c:pt>
                <c:pt idx="2977">
                  <c:v>07-12-2011</c:v>
                </c:pt>
                <c:pt idx="2978">
                  <c:v>08-12-2011</c:v>
                </c:pt>
                <c:pt idx="2979">
                  <c:v>09-12-2011</c:v>
                </c:pt>
                <c:pt idx="2980">
                  <c:v>12-12-2011</c:v>
                </c:pt>
                <c:pt idx="2981">
                  <c:v>13-12-2011</c:v>
                </c:pt>
                <c:pt idx="2982">
                  <c:v>14-12-2011</c:v>
                </c:pt>
                <c:pt idx="2983">
                  <c:v>15-12-2011</c:v>
                </c:pt>
                <c:pt idx="2984">
                  <c:v>16-12-2011</c:v>
                </c:pt>
                <c:pt idx="2985">
                  <c:v>19-12-2011</c:v>
                </c:pt>
                <c:pt idx="2986">
                  <c:v>20-12-2011</c:v>
                </c:pt>
                <c:pt idx="2987">
                  <c:v>21-12-2011</c:v>
                </c:pt>
                <c:pt idx="2988">
                  <c:v>22-12-2011</c:v>
                </c:pt>
                <c:pt idx="2989">
                  <c:v>23-12-2011</c:v>
                </c:pt>
                <c:pt idx="2990">
                  <c:v>26-12-2011</c:v>
                </c:pt>
                <c:pt idx="2991">
                  <c:v>27-12-2011</c:v>
                </c:pt>
                <c:pt idx="2992">
                  <c:v>28-12-2011</c:v>
                </c:pt>
                <c:pt idx="2993">
                  <c:v>29-12-2011</c:v>
                </c:pt>
                <c:pt idx="2994">
                  <c:v>30-12-2011</c:v>
                </c:pt>
                <c:pt idx="2995">
                  <c:v>02-01-2012</c:v>
                </c:pt>
                <c:pt idx="2996">
                  <c:v>03-01-2012</c:v>
                </c:pt>
                <c:pt idx="2997">
                  <c:v>04-01-2012</c:v>
                </c:pt>
                <c:pt idx="2998">
                  <c:v>05-01-2012</c:v>
                </c:pt>
                <c:pt idx="2999">
                  <c:v>06-01-2012</c:v>
                </c:pt>
                <c:pt idx="3000">
                  <c:v>07-01-2012</c:v>
                </c:pt>
                <c:pt idx="3001">
                  <c:v>09-01-2012</c:v>
                </c:pt>
                <c:pt idx="3002">
                  <c:v>10-01-2012</c:v>
                </c:pt>
                <c:pt idx="3003">
                  <c:v>11-01-2012</c:v>
                </c:pt>
                <c:pt idx="3004">
                  <c:v>12-01-2012</c:v>
                </c:pt>
                <c:pt idx="3005">
                  <c:v>13-01-2012</c:v>
                </c:pt>
                <c:pt idx="3006">
                  <c:v>16-01-2012</c:v>
                </c:pt>
                <c:pt idx="3007">
                  <c:v>17-01-2012</c:v>
                </c:pt>
                <c:pt idx="3008">
                  <c:v>18-01-2012</c:v>
                </c:pt>
                <c:pt idx="3009">
                  <c:v>19-01-2012</c:v>
                </c:pt>
                <c:pt idx="3010">
                  <c:v>20-01-2012</c:v>
                </c:pt>
                <c:pt idx="3011">
                  <c:v>23-01-2012</c:v>
                </c:pt>
                <c:pt idx="3012">
                  <c:v>24-01-2012</c:v>
                </c:pt>
                <c:pt idx="3013">
                  <c:v>25-01-2012</c:v>
                </c:pt>
                <c:pt idx="3014">
                  <c:v>27-01-2012</c:v>
                </c:pt>
                <c:pt idx="3015">
                  <c:v>30-01-2012</c:v>
                </c:pt>
                <c:pt idx="3016">
                  <c:v>31-01-2012</c:v>
                </c:pt>
                <c:pt idx="3017">
                  <c:v>01-02-2012</c:v>
                </c:pt>
                <c:pt idx="3018">
                  <c:v>02-02-2012</c:v>
                </c:pt>
                <c:pt idx="3019">
                  <c:v>03-02-2012</c:v>
                </c:pt>
                <c:pt idx="3020">
                  <c:v>06-02-2012</c:v>
                </c:pt>
                <c:pt idx="3021">
                  <c:v>07-02-2012</c:v>
                </c:pt>
                <c:pt idx="3022">
                  <c:v>08-02-2012</c:v>
                </c:pt>
                <c:pt idx="3023">
                  <c:v>09-02-2012</c:v>
                </c:pt>
                <c:pt idx="3024">
                  <c:v>10-02-2012</c:v>
                </c:pt>
                <c:pt idx="3025">
                  <c:v>13-02-2012</c:v>
                </c:pt>
                <c:pt idx="3026">
                  <c:v>14-02-2012</c:v>
                </c:pt>
                <c:pt idx="3027">
                  <c:v>15-02-2012</c:v>
                </c:pt>
                <c:pt idx="3028">
                  <c:v>16-02-2012</c:v>
                </c:pt>
                <c:pt idx="3029">
                  <c:v>17-02-2012</c:v>
                </c:pt>
                <c:pt idx="3030">
                  <c:v>21-02-2012</c:v>
                </c:pt>
                <c:pt idx="3031">
                  <c:v>22-02-2012</c:v>
                </c:pt>
                <c:pt idx="3032">
                  <c:v>23-02-2012</c:v>
                </c:pt>
                <c:pt idx="3033">
                  <c:v>24-02-2012</c:v>
                </c:pt>
                <c:pt idx="3034">
                  <c:v>27-02-2012</c:v>
                </c:pt>
                <c:pt idx="3035">
                  <c:v>28-02-2012</c:v>
                </c:pt>
                <c:pt idx="3036">
                  <c:v>29-02-2012</c:v>
                </c:pt>
                <c:pt idx="3037">
                  <c:v>01-03-2012</c:v>
                </c:pt>
                <c:pt idx="3038">
                  <c:v>02-03-2012</c:v>
                </c:pt>
                <c:pt idx="3039">
                  <c:v>03-03-2012</c:v>
                </c:pt>
                <c:pt idx="3040">
                  <c:v>05-03-2012</c:v>
                </c:pt>
                <c:pt idx="3041">
                  <c:v>06-03-2012</c:v>
                </c:pt>
                <c:pt idx="3042">
                  <c:v>07-03-2012</c:v>
                </c:pt>
                <c:pt idx="3043">
                  <c:v>09-03-2012</c:v>
                </c:pt>
                <c:pt idx="3044">
                  <c:v>12-03-2012</c:v>
                </c:pt>
                <c:pt idx="3045">
                  <c:v>13-03-2012</c:v>
                </c:pt>
                <c:pt idx="3046">
                  <c:v>14-03-2012</c:v>
                </c:pt>
                <c:pt idx="3047">
                  <c:v>15-03-2012</c:v>
                </c:pt>
                <c:pt idx="3048">
                  <c:v>16-03-2012</c:v>
                </c:pt>
                <c:pt idx="3049">
                  <c:v>19-03-2012</c:v>
                </c:pt>
                <c:pt idx="3050">
                  <c:v>20-03-2012</c:v>
                </c:pt>
                <c:pt idx="3051">
                  <c:v>21-03-2012</c:v>
                </c:pt>
                <c:pt idx="3052">
                  <c:v>22-03-2012</c:v>
                </c:pt>
                <c:pt idx="3053">
                  <c:v>23-03-2012</c:v>
                </c:pt>
                <c:pt idx="3054">
                  <c:v>26-03-2012</c:v>
                </c:pt>
                <c:pt idx="3055">
                  <c:v>27-03-2012</c:v>
                </c:pt>
                <c:pt idx="3056">
                  <c:v>28-03-2012</c:v>
                </c:pt>
                <c:pt idx="3057">
                  <c:v>29-03-2012</c:v>
                </c:pt>
                <c:pt idx="3058">
                  <c:v>30-03-2012</c:v>
                </c:pt>
                <c:pt idx="3059">
                  <c:v>02-04-2012</c:v>
                </c:pt>
                <c:pt idx="3060">
                  <c:v>03-04-2012</c:v>
                </c:pt>
                <c:pt idx="3061">
                  <c:v>04-04-2012</c:v>
                </c:pt>
                <c:pt idx="3062">
                  <c:v>09-04-2012</c:v>
                </c:pt>
                <c:pt idx="3063">
                  <c:v>10-04-2012</c:v>
                </c:pt>
                <c:pt idx="3064">
                  <c:v>11-04-2012</c:v>
                </c:pt>
                <c:pt idx="3065">
                  <c:v>12-04-2012</c:v>
                </c:pt>
                <c:pt idx="3066">
                  <c:v>13-04-2012</c:v>
                </c:pt>
                <c:pt idx="3067">
                  <c:v>16-04-2012</c:v>
                </c:pt>
                <c:pt idx="3068">
                  <c:v>17-04-2012</c:v>
                </c:pt>
                <c:pt idx="3069">
                  <c:v>18-04-2012</c:v>
                </c:pt>
                <c:pt idx="3070">
                  <c:v>19-04-2012</c:v>
                </c:pt>
                <c:pt idx="3071">
                  <c:v>20-04-2012</c:v>
                </c:pt>
                <c:pt idx="3072">
                  <c:v>23-04-2012</c:v>
                </c:pt>
                <c:pt idx="3073">
                  <c:v>24-04-2012</c:v>
                </c:pt>
                <c:pt idx="3074">
                  <c:v>25-04-2012</c:v>
                </c:pt>
                <c:pt idx="3075">
                  <c:v>26-04-2012</c:v>
                </c:pt>
                <c:pt idx="3076">
                  <c:v>27-04-2012</c:v>
                </c:pt>
                <c:pt idx="3077">
                  <c:v>28-04-2012</c:v>
                </c:pt>
                <c:pt idx="3078">
                  <c:v>30-04-2012</c:v>
                </c:pt>
                <c:pt idx="3079">
                  <c:v>02-05-2012</c:v>
                </c:pt>
                <c:pt idx="3080">
                  <c:v>03-05-2012</c:v>
                </c:pt>
                <c:pt idx="3081">
                  <c:v>04-05-2012</c:v>
                </c:pt>
                <c:pt idx="3082">
                  <c:v>07-05-2012</c:v>
                </c:pt>
                <c:pt idx="3083">
                  <c:v>08-05-2012</c:v>
                </c:pt>
                <c:pt idx="3084">
                  <c:v>09-05-2012</c:v>
                </c:pt>
                <c:pt idx="3085">
                  <c:v>10-05-2012</c:v>
                </c:pt>
                <c:pt idx="3086">
                  <c:v>11-05-2012</c:v>
                </c:pt>
                <c:pt idx="3087">
                  <c:v>14-05-2012</c:v>
                </c:pt>
                <c:pt idx="3088">
                  <c:v>15-05-2012</c:v>
                </c:pt>
                <c:pt idx="3089">
                  <c:v>16-05-2012</c:v>
                </c:pt>
                <c:pt idx="3090">
                  <c:v>17-05-2012</c:v>
                </c:pt>
                <c:pt idx="3091">
                  <c:v>18-05-2012</c:v>
                </c:pt>
                <c:pt idx="3092">
                  <c:v>21-05-2012</c:v>
                </c:pt>
                <c:pt idx="3093">
                  <c:v>22-05-2012</c:v>
                </c:pt>
                <c:pt idx="3094">
                  <c:v>23-05-2012</c:v>
                </c:pt>
                <c:pt idx="3095">
                  <c:v>24-05-2012</c:v>
                </c:pt>
                <c:pt idx="3096">
                  <c:v>25-05-2012</c:v>
                </c:pt>
                <c:pt idx="3097">
                  <c:v>28-05-2012</c:v>
                </c:pt>
                <c:pt idx="3098">
                  <c:v>29-05-2012</c:v>
                </c:pt>
                <c:pt idx="3099">
                  <c:v>30-05-2012</c:v>
                </c:pt>
                <c:pt idx="3100">
                  <c:v>31-05-2012</c:v>
                </c:pt>
                <c:pt idx="3101">
                  <c:v>01-06-2012</c:v>
                </c:pt>
                <c:pt idx="3102">
                  <c:v>04-06-2012</c:v>
                </c:pt>
                <c:pt idx="3103">
                  <c:v>05-06-2012</c:v>
                </c:pt>
                <c:pt idx="3104">
                  <c:v>06-06-2012</c:v>
                </c:pt>
                <c:pt idx="3105">
                  <c:v>07-06-2012</c:v>
                </c:pt>
                <c:pt idx="3106">
                  <c:v>08-06-2012</c:v>
                </c:pt>
                <c:pt idx="3107">
                  <c:v>11-06-2012</c:v>
                </c:pt>
                <c:pt idx="3108">
                  <c:v>12-06-2012</c:v>
                </c:pt>
                <c:pt idx="3109">
                  <c:v>13-06-2012</c:v>
                </c:pt>
                <c:pt idx="3110">
                  <c:v>14-06-2012</c:v>
                </c:pt>
                <c:pt idx="3111">
                  <c:v>15-06-2012</c:v>
                </c:pt>
                <c:pt idx="3112">
                  <c:v>18-06-2012</c:v>
                </c:pt>
                <c:pt idx="3113">
                  <c:v>19-06-2012</c:v>
                </c:pt>
                <c:pt idx="3114">
                  <c:v>20-06-2012</c:v>
                </c:pt>
                <c:pt idx="3115">
                  <c:v>21-06-2012</c:v>
                </c:pt>
                <c:pt idx="3116">
                  <c:v>22-06-2012</c:v>
                </c:pt>
                <c:pt idx="3117">
                  <c:v>25-06-2012</c:v>
                </c:pt>
                <c:pt idx="3118">
                  <c:v>26-06-2012</c:v>
                </c:pt>
                <c:pt idx="3119">
                  <c:v>27-06-2012</c:v>
                </c:pt>
                <c:pt idx="3120">
                  <c:v>28-06-2012</c:v>
                </c:pt>
                <c:pt idx="3121">
                  <c:v>29-06-2012</c:v>
                </c:pt>
                <c:pt idx="3122">
                  <c:v>02-07-2012</c:v>
                </c:pt>
                <c:pt idx="3123">
                  <c:v>03-07-2012</c:v>
                </c:pt>
                <c:pt idx="3124">
                  <c:v>04-07-2012</c:v>
                </c:pt>
                <c:pt idx="3125">
                  <c:v>05-07-2012</c:v>
                </c:pt>
                <c:pt idx="3126">
                  <c:v>06-07-2012</c:v>
                </c:pt>
                <c:pt idx="3127">
                  <c:v>09-07-2012</c:v>
                </c:pt>
                <c:pt idx="3128">
                  <c:v>10-07-2012</c:v>
                </c:pt>
                <c:pt idx="3129">
                  <c:v>11-07-2012</c:v>
                </c:pt>
                <c:pt idx="3130">
                  <c:v>12-07-2012</c:v>
                </c:pt>
                <c:pt idx="3131">
                  <c:v>13-07-2012</c:v>
                </c:pt>
                <c:pt idx="3132">
                  <c:v>16-07-2012</c:v>
                </c:pt>
                <c:pt idx="3133">
                  <c:v>17-07-2012</c:v>
                </c:pt>
                <c:pt idx="3134">
                  <c:v>18-07-2012</c:v>
                </c:pt>
                <c:pt idx="3135">
                  <c:v>19-07-2012</c:v>
                </c:pt>
                <c:pt idx="3136">
                  <c:v>20-07-2012</c:v>
                </c:pt>
                <c:pt idx="3137">
                  <c:v>23-07-2012</c:v>
                </c:pt>
                <c:pt idx="3138">
                  <c:v>24-07-2012</c:v>
                </c:pt>
                <c:pt idx="3139">
                  <c:v>25-07-2012</c:v>
                </c:pt>
                <c:pt idx="3140">
                  <c:v>26-07-2012</c:v>
                </c:pt>
                <c:pt idx="3141">
                  <c:v>27-07-2012</c:v>
                </c:pt>
                <c:pt idx="3142">
                  <c:v>30-07-2012</c:v>
                </c:pt>
                <c:pt idx="3143">
                  <c:v>31-07-2012</c:v>
                </c:pt>
                <c:pt idx="3144">
                  <c:v>01-08-2012</c:v>
                </c:pt>
                <c:pt idx="3145">
                  <c:v>02-08-2012</c:v>
                </c:pt>
                <c:pt idx="3146">
                  <c:v>03-08-2012</c:v>
                </c:pt>
                <c:pt idx="3147">
                  <c:v>06-08-2012</c:v>
                </c:pt>
                <c:pt idx="3148">
                  <c:v>07-08-2012</c:v>
                </c:pt>
                <c:pt idx="3149">
                  <c:v>08-08-2012</c:v>
                </c:pt>
                <c:pt idx="3150">
                  <c:v>09-08-2012</c:v>
                </c:pt>
                <c:pt idx="3151">
                  <c:v>10-08-2012</c:v>
                </c:pt>
                <c:pt idx="3152">
                  <c:v>13-08-2012</c:v>
                </c:pt>
                <c:pt idx="3153">
                  <c:v>14-08-2012</c:v>
                </c:pt>
                <c:pt idx="3154">
                  <c:v>16-08-2012</c:v>
                </c:pt>
                <c:pt idx="3155">
                  <c:v>17-08-2012</c:v>
                </c:pt>
                <c:pt idx="3156">
                  <c:v>21-08-2012</c:v>
                </c:pt>
                <c:pt idx="3157">
                  <c:v>22-08-2012</c:v>
                </c:pt>
                <c:pt idx="3158">
                  <c:v>23-08-2012</c:v>
                </c:pt>
                <c:pt idx="3159">
                  <c:v>24-08-2012</c:v>
                </c:pt>
                <c:pt idx="3160">
                  <c:v>27-08-2012</c:v>
                </c:pt>
                <c:pt idx="3161">
                  <c:v>28-08-2012</c:v>
                </c:pt>
                <c:pt idx="3162">
                  <c:v>29-08-2012</c:v>
                </c:pt>
                <c:pt idx="3163">
                  <c:v>30-08-2012</c:v>
                </c:pt>
                <c:pt idx="3164">
                  <c:v>31-08-2012</c:v>
                </c:pt>
                <c:pt idx="3165">
                  <c:v>03-09-2012</c:v>
                </c:pt>
                <c:pt idx="3166">
                  <c:v>04-09-2012</c:v>
                </c:pt>
                <c:pt idx="3167">
                  <c:v>05-09-2012</c:v>
                </c:pt>
                <c:pt idx="3168">
                  <c:v>06-09-2012</c:v>
                </c:pt>
                <c:pt idx="3169">
                  <c:v>07-09-2012</c:v>
                </c:pt>
                <c:pt idx="3170">
                  <c:v>08-09-2012</c:v>
                </c:pt>
                <c:pt idx="3171">
                  <c:v>10-09-2012</c:v>
                </c:pt>
                <c:pt idx="3172">
                  <c:v>11-09-2012</c:v>
                </c:pt>
                <c:pt idx="3173">
                  <c:v>12-09-2012</c:v>
                </c:pt>
                <c:pt idx="3174">
                  <c:v>13-09-2012</c:v>
                </c:pt>
                <c:pt idx="3175">
                  <c:v>14-09-2012</c:v>
                </c:pt>
                <c:pt idx="3176">
                  <c:v>17-09-2012</c:v>
                </c:pt>
                <c:pt idx="3177">
                  <c:v>18-09-2012</c:v>
                </c:pt>
                <c:pt idx="3178">
                  <c:v>20-09-2012</c:v>
                </c:pt>
                <c:pt idx="3179">
                  <c:v>21-09-2012</c:v>
                </c:pt>
                <c:pt idx="3180">
                  <c:v>24-09-2012</c:v>
                </c:pt>
                <c:pt idx="3181">
                  <c:v>25-09-2012</c:v>
                </c:pt>
                <c:pt idx="3182">
                  <c:v>26-09-2012</c:v>
                </c:pt>
                <c:pt idx="3183">
                  <c:v>27-09-2012</c:v>
                </c:pt>
                <c:pt idx="3184">
                  <c:v>28-09-2012</c:v>
                </c:pt>
                <c:pt idx="3185">
                  <c:v>01-10-2012</c:v>
                </c:pt>
                <c:pt idx="3186">
                  <c:v>03-10-2012</c:v>
                </c:pt>
                <c:pt idx="3187">
                  <c:v>04-10-2012</c:v>
                </c:pt>
                <c:pt idx="3188">
                  <c:v>05-10-2012</c:v>
                </c:pt>
                <c:pt idx="3189">
                  <c:v>08-10-2012</c:v>
                </c:pt>
                <c:pt idx="3190">
                  <c:v>09-10-2012</c:v>
                </c:pt>
                <c:pt idx="3191">
                  <c:v>10-10-2012</c:v>
                </c:pt>
                <c:pt idx="3192">
                  <c:v>11-10-2012</c:v>
                </c:pt>
                <c:pt idx="3193">
                  <c:v>12-10-2012</c:v>
                </c:pt>
                <c:pt idx="3194">
                  <c:v>15-10-2012</c:v>
                </c:pt>
                <c:pt idx="3195">
                  <c:v>16-10-2012</c:v>
                </c:pt>
                <c:pt idx="3196">
                  <c:v>17-10-2012</c:v>
                </c:pt>
                <c:pt idx="3197">
                  <c:v>18-10-2012</c:v>
                </c:pt>
                <c:pt idx="3198">
                  <c:v>19-10-2012</c:v>
                </c:pt>
                <c:pt idx="3199">
                  <c:v>22-10-2012</c:v>
                </c:pt>
                <c:pt idx="3200">
                  <c:v>23-10-2012</c:v>
                </c:pt>
                <c:pt idx="3201">
                  <c:v>25-10-2012</c:v>
                </c:pt>
                <c:pt idx="3202">
                  <c:v>26-10-2012</c:v>
                </c:pt>
                <c:pt idx="3203">
                  <c:v>29-10-2012</c:v>
                </c:pt>
                <c:pt idx="3204">
                  <c:v>30-10-2012</c:v>
                </c:pt>
                <c:pt idx="3205">
                  <c:v>31-10-2012</c:v>
                </c:pt>
                <c:pt idx="3206">
                  <c:v>01-11-2012</c:v>
                </c:pt>
                <c:pt idx="3207">
                  <c:v>02-11-2012</c:v>
                </c:pt>
                <c:pt idx="3208">
                  <c:v>05-11-2012</c:v>
                </c:pt>
                <c:pt idx="3209">
                  <c:v>06-11-2012</c:v>
                </c:pt>
                <c:pt idx="3210">
                  <c:v>07-11-2012</c:v>
                </c:pt>
                <c:pt idx="3211">
                  <c:v>08-11-2012</c:v>
                </c:pt>
                <c:pt idx="3212">
                  <c:v>09-11-2012</c:v>
                </c:pt>
                <c:pt idx="3213">
                  <c:v>12-11-2012</c:v>
                </c:pt>
                <c:pt idx="3214">
                  <c:v>13-11-2012</c:v>
                </c:pt>
                <c:pt idx="3215">
                  <c:v>15-11-2012</c:v>
                </c:pt>
                <c:pt idx="3216">
                  <c:v>16-11-2012</c:v>
                </c:pt>
                <c:pt idx="3217">
                  <c:v>19-11-2012</c:v>
                </c:pt>
                <c:pt idx="3218">
                  <c:v>20-11-2012</c:v>
                </c:pt>
                <c:pt idx="3219">
                  <c:v>21-11-2012</c:v>
                </c:pt>
                <c:pt idx="3220">
                  <c:v>22-11-2012</c:v>
                </c:pt>
                <c:pt idx="3221">
                  <c:v>23-11-2012</c:v>
                </c:pt>
                <c:pt idx="3222">
                  <c:v>26-11-2012</c:v>
                </c:pt>
                <c:pt idx="3223">
                  <c:v>27-11-2012</c:v>
                </c:pt>
                <c:pt idx="3224">
                  <c:v>29-11-2012</c:v>
                </c:pt>
                <c:pt idx="3225">
                  <c:v>30-11-2012</c:v>
                </c:pt>
                <c:pt idx="3226">
                  <c:v>03-12-2012</c:v>
                </c:pt>
                <c:pt idx="3227">
                  <c:v>04-12-2012</c:v>
                </c:pt>
                <c:pt idx="3228">
                  <c:v>05-12-2012</c:v>
                </c:pt>
                <c:pt idx="3229">
                  <c:v>06-12-2012</c:v>
                </c:pt>
                <c:pt idx="3230">
                  <c:v>07-12-2012</c:v>
                </c:pt>
                <c:pt idx="3231">
                  <c:v>10-12-2012</c:v>
                </c:pt>
                <c:pt idx="3232">
                  <c:v>11-12-2012</c:v>
                </c:pt>
                <c:pt idx="3233">
                  <c:v>12-12-2012</c:v>
                </c:pt>
                <c:pt idx="3234">
                  <c:v>13-12-2012</c:v>
                </c:pt>
                <c:pt idx="3235">
                  <c:v>14-12-2012</c:v>
                </c:pt>
                <c:pt idx="3236">
                  <c:v>17-12-2012</c:v>
                </c:pt>
                <c:pt idx="3237">
                  <c:v>18-12-2012</c:v>
                </c:pt>
                <c:pt idx="3238">
                  <c:v>19-12-2012</c:v>
                </c:pt>
                <c:pt idx="3239">
                  <c:v>20-12-2012</c:v>
                </c:pt>
                <c:pt idx="3240">
                  <c:v>21-12-2012</c:v>
                </c:pt>
                <c:pt idx="3241">
                  <c:v>24-12-2012</c:v>
                </c:pt>
                <c:pt idx="3242">
                  <c:v>26-12-2012</c:v>
                </c:pt>
                <c:pt idx="3243">
                  <c:v>27-12-2012</c:v>
                </c:pt>
                <c:pt idx="3244">
                  <c:v>28-12-2012</c:v>
                </c:pt>
                <c:pt idx="3245">
                  <c:v>31-12-2012</c:v>
                </c:pt>
                <c:pt idx="3246">
                  <c:v>01-01-2013</c:v>
                </c:pt>
                <c:pt idx="3247">
                  <c:v>02-01-2013</c:v>
                </c:pt>
                <c:pt idx="3248">
                  <c:v>03-01-2013</c:v>
                </c:pt>
                <c:pt idx="3249">
                  <c:v>04-01-2013</c:v>
                </c:pt>
                <c:pt idx="3250">
                  <c:v>07-01-2013</c:v>
                </c:pt>
                <c:pt idx="3251">
                  <c:v>08-01-2013</c:v>
                </c:pt>
                <c:pt idx="3252">
                  <c:v>09-01-2013</c:v>
                </c:pt>
                <c:pt idx="3253">
                  <c:v>10-01-2013</c:v>
                </c:pt>
                <c:pt idx="3254">
                  <c:v>11-01-2013</c:v>
                </c:pt>
                <c:pt idx="3255">
                  <c:v>14-01-2013</c:v>
                </c:pt>
                <c:pt idx="3256">
                  <c:v>15-01-2013</c:v>
                </c:pt>
                <c:pt idx="3257">
                  <c:v>16-01-2013</c:v>
                </c:pt>
                <c:pt idx="3258">
                  <c:v>17-01-2013</c:v>
                </c:pt>
                <c:pt idx="3259">
                  <c:v>18-01-2013</c:v>
                </c:pt>
                <c:pt idx="3260">
                  <c:v>21-01-2013</c:v>
                </c:pt>
                <c:pt idx="3261">
                  <c:v>22-01-2013</c:v>
                </c:pt>
                <c:pt idx="3262">
                  <c:v>23-01-2013</c:v>
                </c:pt>
                <c:pt idx="3263">
                  <c:v>24-01-2013</c:v>
                </c:pt>
                <c:pt idx="3264">
                  <c:v>25-01-2013</c:v>
                </c:pt>
                <c:pt idx="3265">
                  <c:v>28-01-2013</c:v>
                </c:pt>
                <c:pt idx="3266">
                  <c:v>29-01-2013</c:v>
                </c:pt>
                <c:pt idx="3267">
                  <c:v>30-01-2013</c:v>
                </c:pt>
                <c:pt idx="3268">
                  <c:v>31-01-2013</c:v>
                </c:pt>
                <c:pt idx="3269">
                  <c:v>01-02-2013</c:v>
                </c:pt>
                <c:pt idx="3270">
                  <c:v>04-02-2013</c:v>
                </c:pt>
                <c:pt idx="3271">
                  <c:v>05-02-2013</c:v>
                </c:pt>
                <c:pt idx="3272">
                  <c:v>06-02-2013</c:v>
                </c:pt>
                <c:pt idx="3273">
                  <c:v>07-02-2013</c:v>
                </c:pt>
                <c:pt idx="3274">
                  <c:v>08-02-2013</c:v>
                </c:pt>
                <c:pt idx="3275">
                  <c:v>11-02-2013</c:v>
                </c:pt>
                <c:pt idx="3276">
                  <c:v>12-02-2013</c:v>
                </c:pt>
                <c:pt idx="3277">
                  <c:v>13-02-2013</c:v>
                </c:pt>
                <c:pt idx="3278">
                  <c:v>14-02-2013</c:v>
                </c:pt>
                <c:pt idx="3279">
                  <c:v>15-02-2013</c:v>
                </c:pt>
                <c:pt idx="3280">
                  <c:v>18-02-2013</c:v>
                </c:pt>
                <c:pt idx="3281">
                  <c:v>19-02-2013</c:v>
                </c:pt>
                <c:pt idx="3282">
                  <c:v>20-02-2013</c:v>
                </c:pt>
                <c:pt idx="3283">
                  <c:v>21-02-2013</c:v>
                </c:pt>
                <c:pt idx="3284">
                  <c:v>22-02-2013</c:v>
                </c:pt>
                <c:pt idx="3285">
                  <c:v>25-02-2013</c:v>
                </c:pt>
                <c:pt idx="3286">
                  <c:v>26-02-2013</c:v>
                </c:pt>
                <c:pt idx="3287">
                  <c:v>27-02-2013</c:v>
                </c:pt>
                <c:pt idx="3288">
                  <c:v>28-02-2013</c:v>
                </c:pt>
                <c:pt idx="3289">
                  <c:v>01-03-2013</c:v>
                </c:pt>
                <c:pt idx="3290">
                  <c:v>04-03-2013</c:v>
                </c:pt>
                <c:pt idx="3291">
                  <c:v>05-03-2013</c:v>
                </c:pt>
                <c:pt idx="3292">
                  <c:v>06-03-2013</c:v>
                </c:pt>
                <c:pt idx="3293">
                  <c:v>07-03-2013</c:v>
                </c:pt>
                <c:pt idx="3294">
                  <c:v>08-03-2013</c:v>
                </c:pt>
                <c:pt idx="3295">
                  <c:v>11-03-2013</c:v>
                </c:pt>
                <c:pt idx="3296">
                  <c:v>12-03-2013</c:v>
                </c:pt>
                <c:pt idx="3297">
                  <c:v>13-03-2013</c:v>
                </c:pt>
                <c:pt idx="3298">
                  <c:v>14-03-2013</c:v>
                </c:pt>
                <c:pt idx="3299">
                  <c:v>15-03-2013</c:v>
                </c:pt>
                <c:pt idx="3300">
                  <c:v>18-03-2013</c:v>
                </c:pt>
                <c:pt idx="3301">
                  <c:v>19-03-2013</c:v>
                </c:pt>
                <c:pt idx="3302">
                  <c:v>20-03-2013</c:v>
                </c:pt>
                <c:pt idx="3303">
                  <c:v>21-03-2013</c:v>
                </c:pt>
                <c:pt idx="3304">
                  <c:v>22-03-2013</c:v>
                </c:pt>
                <c:pt idx="3305">
                  <c:v>25-03-2013</c:v>
                </c:pt>
                <c:pt idx="3306">
                  <c:v>26-03-2013</c:v>
                </c:pt>
                <c:pt idx="3307">
                  <c:v>28-03-2013</c:v>
                </c:pt>
                <c:pt idx="3308">
                  <c:v>01-04-2013</c:v>
                </c:pt>
                <c:pt idx="3309">
                  <c:v>02-04-2013</c:v>
                </c:pt>
                <c:pt idx="3310">
                  <c:v>03-04-2013</c:v>
                </c:pt>
                <c:pt idx="3311">
                  <c:v>04-04-2013</c:v>
                </c:pt>
                <c:pt idx="3312">
                  <c:v>05-04-2013</c:v>
                </c:pt>
                <c:pt idx="3313">
                  <c:v>08-04-2013</c:v>
                </c:pt>
                <c:pt idx="3314">
                  <c:v>09-04-2013</c:v>
                </c:pt>
                <c:pt idx="3315">
                  <c:v>10-04-2013</c:v>
                </c:pt>
                <c:pt idx="3316">
                  <c:v>11-04-2013</c:v>
                </c:pt>
                <c:pt idx="3317">
                  <c:v>12-04-2013</c:v>
                </c:pt>
                <c:pt idx="3318">
                  <c:v>15-04-2013</c:v>
                </c:pt>
                <c:pt idx="3319">
                  <c:v>16-04-2013</c:v>
                </c:pt>
                <c:pt idx="3320">
                  <c:v>17-04-2013</c:v>
                </c:pt>
                <c:pt idx="3321">
                  <c:v>18-04-2013</c:v>
                </c:pt>
                <c:pt idx="3322">
                  <c:v>22-04-2013</c:v>
                </c:pt>
                <c:pt idx="3323">
                  <c:v>23-04-2013</c:v>
                </c:pt>
                <c:pt idx="3324">
                  <c:v>25-04-2013</c:v>
                </c:pt>
                <c:pt idx="3325">
                  <c:v>26-04-2013</c:v>
                </c:pt>
                <c:pt idx="3326">
                  <c:v>29-04-2013</c:v>
                </c:pt>
                <c:pt idx="3327">
                  <c:v>30-04-2013</c:v>
                </c:pt>
                <c:pt idx="3328">
                  <c:v>02-05-2013</c:v>
                </c:pt>
                <c:pt idx="3329">
                  <c:v>03-05-2013</c:v>
                </c:pt>
                <c:pt idx="3330">
                  <c:v>06-05-2013</c:v>
                </c:pt>
                <c:pt idx="3331">
                  <c:v>07-05-2013</c:v>
                </c:pt>
                <c:pt idx="3332">
                  <c:v>08-05-2013</c:v>
                </c:pt>
                <c:pt idx="3333">
                  <c:v>09-05-2013</c:v>
                </c:pt>
                <c:pt idx="3334">
                  <c:v>10-05-2013</c:v>
                </c:pt>
                <c:pt idx="3335">
                  <c:v>11-05-2013</c:v>
                </c:pt>
                <c:pt idx="3336">
                  <c:v>13-05-2013</c:v>
                </c:pt>
                <c:pt idx="3337">
                  <c:v>14-05-2013</c:v>
                </c:pt>
                <c:pt idx="3338">
                  <c:v>15-05-2013</c:v>
                </c:pt>
                <c:pt idx="3339">
                  <c:v>16-05-2013</c:v>
                </c:pt>
                <c:pt idx="3340">
                  <c:v>17-05-2013</c:v>
                </c:pt>
                <c:pt idx="3341">
                  <c:v>20-05-2013</c:v>
                </c:pt>
                <c:pt idx="3342">
                  <c:v>21-05-2013</c:v>
                </c:pt>
                <c:pt idx="3343">
                  <c:v>22-05-2013</c:v>
                </c:pt>
                <c:pt idx="3344">
                  <c:v>23-05-2013</c:v>
                </c:pt>
                <c:pt idx="3345">
                  <c:v>24-05-2013</c:v>
                </c:pt>
                <c:pt idx="3346">
                  <c:v>27-05-2013</c:v>
                </c:pt>
                <c:pt idx="3347">
                  <c:v>28-05-2013</c:v>
                </c:pt>
                <c:pt idx="3348">
                  <c:v>29-05-2013</c:v>
                </c:pt>
                <c:pt idx="3349">
                  <c:v>30-05-2013</c:v>
                </c:pt>
                <c:pt idx="3350">
                  <c:v>31-05-2013</c:v>
                </c:pt>
                <c:pt idx="3351">
                  <c:v>03-06-2013</c:v>
                </c:pt>
                <c:pt idx="3352">
                  <c:v>04-06-2013</c:v>
                </c:pt>
                <c:pt idx="3353">
                  <c:v>05-06-2013</c:v>
                </c:pt>
                <c:pt idx="3354">
                  <c:v>06-06-2013</c:v>
                </c:pt>
                <c:pt idx="3355">
                  <c:v>07-06-2013</c:v>
                </c:pt>
                <c:pt idx="3356">
                  <c:v>10-06-2013</c:v>
                </c:pt>
                <c:pt idx="3357">
                  <c:v>11-06-2013</c:v>
                </c:pt>
                <c:pt idx="3358">
                  <c:v>12-06-2013</c:v>
                </c:pt>
                <c:pt idx="3359">
                  <c:v>13-06-2013</c:v>
                </c:pt>
                <c:pt idx="3360">
                  <c:v>14-06-2013</c:v>
                </c:pt>
                <c:pt idx="3361">
                  <c:v>17-06-2013</c:v>
                </c:pt>
                <c:pt idx="3362">
                  <c:v>18-06-2013</c:v>
                </c:pt>
                <c:pt idx="3363">
                  <c:v>19-06-2013</c:v>
                </c:pt>
                <c:pt idx="3364">
                  <c:v>20-06-2013</c:v>
                </c:pt>
                <c:pt idx="3365">
                  <c:v>21-06-2013</c:v>
                </c:pt>
                <c:pt idx="3366">
                  <c:v>24-06-2013</c:v>
                </c:pt>
                <c:pt idx="3367">
                  <c:v>25-06-2013</c:v>
                </c:pt>
                <c:pt idx="3368">
                  <c:v>26-06-2013</c:v>
                </c:pt>
                <c:pt idx="3369">
                  <c:v>27-06-2013</c:v>
                </c:pt>
                <c:pt idx="3370">
                  <c:v>28-06-2013</c:v>
                </c:pt>
                <c:pt idx="3371">
                  <c:v>01-07-2013</c:v>
                </c:pt>
                <c:pt idx="3372">
                  <c:v>02-07-2013</c:v>
                </c:pt>
                <c:pt idx="3373">
                  <c:v>03-07-2013</c:v>
                </c:pt>
                <c:pt idx="3374">
                  <c:v>04-07-2013</c:v>
                </c:pt>
                <c:pt idx="3375">
                  <c:v>05-07-2013</c:v>
                </c:pt>
                <c:pt idx="3376">
                  <c:v>08-07-2013</c:v>
                </c:pt>
                <c:pt idx="3377">
                  <c:v>09-07-2013</c:v>
                </c:pt>
                <c:pt idx="3378">
                  <c:v>10-07-2013</c:v>
                </c:pt>
                <c:pt idx="3379">
                  <c:v>11-07-2013</c:v>
                </c:pt>
                <c:pt idx="3380">
                  <c:v>12-07-2013</c:v>
                </c:pt>
                <c:pt idx="3381">
                  <c:v>15-07-2013</c:v>
                </c:pt>
                <c:pt idx="3382">
                  <c:v>16-07-2013</c:v>
                </c:pt>
                <c:pt idx="3383">
                  <c:v>17-07-2013</c:v>
                </c:pt>
                <c:pt idx="3384">
                  <c:v>18-07-2013</c:v>
                </c:pt>
                <c:pt idx="3385">
                  <c:v>19-07-2013</c:v>
                </c:pt>
                <c:pt idx="3386">
                  <c:v>22-07-2013</c:v>
                </c:pt>
                <c:pt idx="3387">
                  <c:v>23-07-2013</c:v>
                </c:pt>
                <c:pt idx="3388">
                  <c:v>24-07-2013</c:v>
                </c:pt>
                <c:pt idx="3389">
                  <c:v>25-07-2013</c:v>
                </c:pt>
                <c:pt idx="3390">
                  <c:v>26-07-2013</c:v>
                </c:pt>
                <c:pt idx="3391">
                  <c:v>29-07-2013</c:v>
                </c:pt>
                <c:pt idx="3392">
                  <c:v>30-07-2013</c:v>
                </c:pt>
                <c:pt idx="3393">
                  <c:v>31-07-2013</c:v>
                </c:pt>
                <c:pt idx="3394">
                  <c:v>01-08-2013</c:v>
                </c:pt>
                <c:pt idx="3395">
                  <c:v>02-08-2013</c:v>
                </c:pt>
                <c:pt idx="3396">
                  <c:v>05-08-2013</c:v>
                </c:pt>
                <c:pt idx="3397">
                  <c:v>06-08-2013</c:v>
                </c:pt>
                <c:pt idx="3398">
                  <c:v>07-08-2013</c:v>
                </c:pt>
                <c:pt idx="3399">
                  <c:v>08-08-2013</c:v>
                </c:pt>
                <c:pt idx="3400">
                  <c:v>12-08-2013</c:v>
                </c:pt>
                <c:pt idx="3401">
                  <c:v>13-08-2013</c:v>
                </c:pt>
                <c:pt idx="3402">
                  <c:v>14-08-2013</c:v>
                </c:pt>
                <c:pt idx="3403">
                  <c:v>16-08-2013</c:v>
                </c:pt>
                <c:pt idx="3404">
                  <c:v>19-08-2013</c:v>
                </c:pt>
                <c:pt idx="3405">
                  <c:v>20-08-2013</c:v>
                </c:pt>
                <c:pt idx="3406">
                  <c:v>21-08-2013</c:v>
                </c:pt>
                <c:pt idx="3407">
                  <c:v>22-08-2013</c:v>
                </c:pt>
                <c:pt idx="3408">
                  <c:v>23-08-2013</c:v>
                </c:pt>
                <c:pt idx="3409">
                  <c:v>26-08-2013</c:v>
                </c:pt>
                <c:pt idx="3410">
                  <c:v>27-08-2013</c:v>
                </c:pt>
                <c:pt idx="3411">
                  <c:v>28-08-2013</c:v>
                </c:pt>
                <c:pt idx="3412">
                  <c:v>29-08-2013</c:v>
                </c:pt>
                <c:pt idx="3413">
                  <c:v>30-08-2013</c:v>
                </c:pt>
                <c:pt idx="3414">
                  <c:v>02-09-2013</c:v>
                </c:pt>
                <c:pt idx="3415">
                  <c:v>03-09-2013</c:v>
                </c:pt>
                <c:pt idx="3416">
                  <c:v>04-09-2013</c:v>
                </c:pt>
                <c:pt idx="3417">
                  <c:v>05-09-2013</c:v>
                </c:pt>
                <c:pt idx="3418">
                  <c:v>06-09-2013</c:v>
                </c:pt>
                <c:pt idx="3419">
                  <c:v>10-09-2013</c:v>
                </c:pt>
                <c:pt idx="3420">
                  <c:v>11-09-2013</c:v>
                </c:pt>
                <c:pt idx="3421">
                  <c:v>12-09-2013</c:v>
                </c:pt>
                <c:pt idx="3422">
                  <c:v>13-09-2013</c:v>
                </c:pt>
                <c:pt idx="3423">
                  <c:v>16-09-2013</c:v>
                </c:pt>
                <c:pt idx="3424">
                  <c:v>17-09-2013</c:v>
                </c:pt>
                <c:pt idx="3425">
                  <c:v>18-09-2013</c:v>
                </c:pt>
                <c:pt idx="3426">
                  <c:v>19-09-2013</c:v>
                </c:pt>
                <c:pt idx="3427">
                  <c:v>20-09-2013</c:v>
                </c:pt>
                <c:pt idx="3428">
                  <c:v>23-09-2013</c:v>
                </c:pt>
                <c:pt idx="3429">
                  <c:v>24-09-2013</c:v>
                </c:pt>
                <c:pt idx="3430">
                  <c:v>25-09-2013</c:v>
                </c:pt>
                <c:pt idx="3431">
                  <c:v>26-09-2013</c:v>
                </c:pt>
                <c:pt idx="3432">
                  <c:v>27-09-2013</c:v>
                </c:pt>
                <c:pt idx="3433">
                  <c:v>30-09-2013</c:v>
                </c:pt>
                <c:pt idx="3434">
                  <c:v>01-10-2013</c:v>
                </c:pt>
                <c:pt idx="3435">
                  <c:v>03-10-2013</c:v>
                </c:pt>
                <c:pt idx="3436">
                  <c:v>04-10-2013</c:v>
                </c:pt>
                <c:pt idx="3437">
                  <c:v>07-10-2013</c:v>
                </c:pt>
                <c:pt idx="3438">
                  <c:v>08-10-2013</c:v>
                </c:pt>
                <c:pt idx="3439">
                  <c:v>09-10-2013</c:v>
                </c:pt>
                <c:pt idx="3440">
                  <c:v>10-10-2013</c:v>
                </c:pt>
                <c:pt idx="3441">
                  <c:v>11-10-2013</c:v>
                </c:pt>
                <c:pt idx="3442">
                  <c:v>14-10-2013</c:v>
                </c:pt>
                <c:pt idx="3443">
                  <c:v>15-10-2013</c:v>
                </c:pt>
                <c:pt idx="3444">
                  <c:v>17-10-2013</c:v>
                </c:pt>
                <c:pt idx="3445">
                  <c:v>18-10-2013</c:v>
                </c:pt>
                <c:pt idx="3446">
                  <c:v>21-10-2013</c:v>
                </c:pt>
                <c:pt idx="3447">
                  <c:v>22-10-2013</c:v>
                </c:pt>
                <c:pt idx="3448">
                  <c:v>23-10-2013</c:v>
                </c:pt>
                <c:pt idx="3449">
                  <c:v>24-10-2013</c:v>
                </c:pt>
                <c:pt idx="3450">
                  <c:v>25-10-2013</c:v>
                </c:pt>
                <c:pt idx="3451">
                  <c:v>28-10-2013</c:v>
                </c:pt>
                <c:pt idx="3452">
                  <c:v>29-10-2013</c:v>
                </c:pt>
                <c:pt idx="3453">
                  <c:v>30-10-2013</c:v>
                </c:pt>
                <c:pt idx="3454">
                  <c:v>31-10-2013</c:v>
                </c:pt>
                <c:pt idx="3455">
                  <c:v>01-11-2013</c:v>
                </c:pt>
                <c:pt idx="3456">
                  <c:v>03-11-2013</c:v>
                </c:pt>
                <c:pt idx="3457">
                  <c:v>05-11-2013</c:v>
                </c:pt>
                <c:pt idx="3458">
                  <c:v>06-11-2013</c:v>
                </c:pt>
                <c:pt idx="3459">
                  <c:v>07-11-2013</c:v>
                </c:pt>
                <c:pt idx="3460">
                  <c:v>08-11-2013</c:v>
                </c:pt>
                <c:pt idx="3461">
                  <c:v>11-11-2013</c:v>
                </c:pt>
                <c:pt idx="3462">
                  <c:v>12-11-2013</c:v>
                </c:pt>
                <c:pt idx="3463">
                  <c:v>13-11-2013</c:v>
                </c:pt>
                <c:pt idx="3464">
                  <c:v>14-11-2013</c:v>
                </c:pt>
                <c:pt idx="3465">
                  <c:v>18-11-2013</c:v>
                </c:pt>
                <c:pt idx="3466">
                  <c:v>19-11-2013</c:v>
                </c:pt>
                <c:pt idx="3467">
                  <c:v>20-11-2013</c:v>
                </c:pt>
                <c:pt idx="3468">
                  <c:v>21-11-2013</c:v>
                </c:pt>
                <c:pt idx="3469">
                  <c:v>22-11-2013</c:v>
                </c:pt>
                <c:pt idx="3470">
                  <c:v>25-11-2013</c:v>
                </c:pt>
                <c:pt idx="3471">
                  <c:v>26-11-2013</c:v>
                </c:pt>
                <c:pt idx="3472">
                  <c:v>27-11-2013</c:v>
                </c:pt>
                <c:pt idx="3473">
                  <c:v>28-11-2013</c:v>
                </c:pt>
                <c:pt idx="3474">
                  <c:v>29-11-2013</c:v>
                </c:pt>
                <c:pt idx="3475">
                  <c:v>02-12-2013</c:v>
                </c:pt>
                <c:pt idx="3476">
                  <c:v>03-12-2013</c:v>
                </c:pt>
                <c:pt idx="3477">
                  <c:v>04-12-2013</c:v>
                </c:pt>
                <c:pt idx="3478">
                  <c:v>05-12-2013</c:v>
                </c:pt>
                <c:pt idx="3479">
                  <c:v>06-12-2013</c:v>
                </c:pt>
                <c:pt idx="3480">
                  <c:v>09-12-2013</c:v>
                </c:pt>
                <c:pt idx="3481">
                  <c:v>10-12-2013</c:v>
                </c:pt>
                <c:pt idx="3482">
                  <c:v>11-12-2013</c:v>
                </c:pt>
                <c:pt idx="3483">
                  <c:v>12-12-2013</c:v>
                </c:pt>
                <c:pt idx="3484">
                  <c:v>13-12-2013</c:v>
                </c:pt>
                <c:pt idx="3485">
                  <c:v>16-12-2013</c:v>
                </c:pt>
                <c:pt idx="3486">
                  <c:v>17-12-2013</c:v>
                </c:pt>
                <c:pt idx="3487">
                  <c:v>18-12-2013</c:v>
                </c:pt>
                <c:pt idx="3488">
                  <c:v>19-12-2013</c:v>
                </c:pt>
                <c:pt idx="3489">
                  <c:v>20-12-2013</c:v>
                </c:pt>
                <c:pt idx="3490">
                  <c:v>23-12-2013</c:v>
                </c:pt>
                <c:pt idx="3491">
                  <c:v>24-12-2013</c:v>
                </c:pt>
                <c:pt idx="3492">
                  <c:v>26-12-2013</c:v>
                </c:pt>
                <c:pt idx="3493">
                  <c:v>27-12-2013</c:v>
                </c:pt>
                <c:pt idx="3494">
                  <c:v>30-12-2013</c:v>
                </c:pt>
                <c:pt idx="3495">
                  <c:v>31-12-2013</c:v>
                </c:pt>
                <c:pt idx="3496">
                  <c:v>01-01-2014</c:v>
                </c:pt>
                <c:pt idx="3497">
                  <c:v>02-01-2014</c:v>
                </c:pt>
                <c:pt idx="3498">
                  <c:v>03-01-2014</c:v>
                </c:pt>
                <c:pt idx="3499">
                  <c:v>06-01-2014</c:v>
                </c:pt>
                <c:pt idx="3500">
                  <c:v>07-01-2014</c:v>
                </c:pt>
                <c:pt idx="3501">
                  <c:v>08-01-2014</c:v>
                </c:pt>
                <c:pt idx="3502">
                  <c:v>09-01-2014</c:v>
                </c:pt>
                <c:pt idx="3503">
                  <c:v>10-01-2014</c:v>
                </c:pt>
                <c:pt idx="3504">
                  <c:v>13-01-2014</c:v>
                </c:pt>
                <c:pt idx="3505">
                  <c:v>14-01-2014</c:v>
                </c:pt>
                <c:pt idx="3506">
                  <c:v>15-01-2014</c:v>
                </c:pt>
                <c:pt idx="3507">
                  <c:v>16-01-2014</c:v>
                </c:pt>
                <c:pt idx="3508">
                  <c:v>17-01-2014</c:v>
                </c:pt>
                <c:pt idx="3509">
                  <c:v>20-01-2014</c:v>
                </c:pt>
                <c:pt idx="3510">
                  <c:v>21-01-2014</c:v>
                </c:pt>
                <c:pt idx="3511">
                  <c:v>22-01-2014</c:v>
                </c:pt>
                <c:pt idx="3512">
                  <c:v>23-01-2014</c:v>
                </c:pt>
                <c:pt idx="3513">
                  <c:v>24-01-2014</c:v>
                </c:pt>
                <c:pt idx="3514">
                  <c:v>27-01-2014</c:v>
                </c:pt>
                <c:pt idx="3515">
                  <c:v>28-01-2014</c:v>
                </c:pt>
                <c:pt idx="3516">
                  <c:v>29-01-2014</c:v>
                </c:pt>
                <c:pt idx="3517">
                  <c:v>30-01-2014</c:v>
                </c:pt>
                <c:pt idx="3518">
                  <c:v>31-01-2014</c:v>
                </c:pt>
                <c:pt idx="3519">
                  <c:v>03-02-2014</c:v>
                </c:pt>
                <c:pt idx="3520">
                  <c:v>04-02-2014</c:v>
                </c:pt>
                <c:pt idx="3521">
                  <c:v>05-02-2014</c:v>
                </c:pt>
                <c:pt idx="3522">
                  <c:v>06-02-2014</c:v>
                </c:pt>
                <c:pt idx="3523">
                  <c:v>07-02-2014</c:v>
                </c:pt>
                <c:pt idx="3524">
                  <c:v>10-02-2014</c:v>
                </c:pt>
                <c:pt idx="3525">
                  <c:v>11-02-2014</c:v>
                </c:pt>
                <c:pt idx="3526">
                  <c:v>12-02-2014</c:v>
                </c:pt>
                <c:pt idx="3527">
                  <c:v>13-02-2014</c:v>
                </c:pt>
                <c:pt idx="3528">
                  <c:v>14-02-2014</c:v>
                </c:pt>
                <c:pt idx="3529">
                  <c:v>17-02-2014</c:v>
                </c:pt>
                <c:pt idx="3530">
                  <c:v>18-02-2014</c:v>
                </c:pt>
                <c:pt idx="3531">
                  <c:v>19-02-2014</c:v>
                </c:pt>
                <c:pt idx="3532">
                  <c:v>20-02-2014</c:v>
                </c:pt>
                <c:pt idx="3533">
                  <c:v>21-02-2014</c:v>
                </c:pt>
                <c:pt idx="3534">
                  <c:v>24-02-2014</c:v>
                </c:pt>
                <c:pt idx="3535">
                  <c:v>25-02-2014</c:v>
                </c:pt>
                <c:pt idx="3536">
                  <c:v>26-02-2014</c:v>
                </c:pt>
                <c:pt idx="3537">
                  <c:v>28-02-2014</c:v>
                </c:pt>
                <c:pt idx="3538">
                  <c:v>03-03-2014</c:v>
                </c:pt>
                <c:pt idx="3539">
                  <c:v>04-03-2014</c:v>
                </c:pt>
                <c:pt idx="3540">
                  <c:v>05-03-2014</c:v>
                </c:pt>
                <c:pt idx="3541">
                  <c:v>06-03-2014</c:v>
                </c:pt>
                <c:pt idx="3542">
                  <c:v>07-03-2014</c:v>
                </c:pt>
                <c:pt idx="3543">
                  <c:v>10-03-2014</c:v>
                </c:pt>
                <c:pt idx="3544">
                  <c:v>11-03-2014</c:v>
                </c:pt>
                <c:pt idx="3545">
                  <c:v>12-03-2014</c:v>
                </c:pt>
                <c:pt idx="3546">
                  <c:v>13-03-2014</c:v>
                </c:pt>
                <c:pt idx="3547">
                  <c:v>14-03-2014</c:v>
                </c:pt>
                <c:pt idx="3548">
                  <c:v>18-03-2014</c:v>
                </c:pt>
                <c:pt idx="3549">
                  <c:v>19-03-2014</c:v>
                </c:pt>
                <c:pt idx="3550">
                  <c:v>20-03-2014</c:v>
                </c:pt>
                <c:pt idx="3551">
                  <c:v>21-03-2014</c:v>
                </c:pt>
                <c:pt idx="3552">
                  <c:v>22-03-2014</c:v>
                </c:pt>
                <c:pt idx="3553">
                  <c:v>24-03-2014</c:v>
                </c:pt>
                <c:pt idx="3554">
                  <c:v>25-03-2014</c:v>
                </c:pt>
                <c:pt idx="3555">
                  <c:v>26-03-2014</c:v>
                </c:pt>
                <c:pt idx="3556">
                  <c:v>27-03-2014</c:v>
                </c:pt>
                <c:pt idx="3557">
                  <c:v>28-03-2014</c:v>
                </c:pt>
                <c:pt idx="3558">
                  <c:v>31-03-2014</c:v>
                </c:pt>
                <c:pt idx="3559">
                  <c:v>01-04-2014</c:v>
                </c:pt>
                <c:pt idx="3560">
                  <c:v>02-04-2014</c:v>
                </c:pt>
                <c:pt idx="3561">
                  <c:v>03-04-2014</c:v>
                </c:pt>
                <c:pt idx="3562">
                  <c:v>04-04-2014</c:v>
                </c:pt>
                <c:pt idx="3563">
                  <c:v>07-04-2014</c:v>
                </c:pt>
                <c:pt idx="3564">
                  <c:v>09-04-2014</c:v>
                </c:pt>
                <c:pt idx="3565">
                  <c:v>10-04-2014</c:v>
                </c:pt>
                <c:pt idx="3566">
                  <c:v>11-04-2014</c:v>
                </c:pt>
                <c:pt idx="3567">
                  <c:v>15-04-2014</c:v>
                </c:pt>
                <c:pt idx="3568">
                  <c:v>16-04-2014</c:v>
                </c:pt>
                <c:pt idx="3569">
                  <c:v>17-04-2014</c:v>
                </c:pt>
                <c:pt idx="3570">
                  <c:v>21-04-2014</c:v>
                </c:pt>
                <c:pt idx="3571">
                  <c:v>22-04-2014</c:v>
                </c:pt>
                <c:pt idx="3572">
                  <c:v>23-04-2014</c:v>
                </c:pt>
                <c:pt idx="3573">
                  <c:v>25-04-2014</c:v>
                </c:pt>
                <c:pt idx="3574">
                  <c:v>28-04-2014</c:v>
                </c:pt>
                <c:pt idx="3575">
                  <c:v>29-04-2014</c:v>
                </c:pt>
                <c:pt idx="3576">
                  <c:v>30-04-2014</c:v>
                </c:pt>
                <c:pt idx="3577">
                  <c:v>02-05-2014</c:v>
                </c:pt>
                <c:pt idx="3578">
                  <c:v>05-05-2014</c:v>
                </c:pt>
                <c:pt idx="3579">
                  <c:v>06-05-2014</c:v>
                </c:pt>
                <c:pt idx="3580">
                  <c:v>07-05-2014</c:v>
                </c:pt>
                <c:pt idx="3581">
                  <c:v>08-05-2014</c:v>
                </c:pt>
                <c:pt idx="3582">
                  <c:v>09-05-2014</c:v>
                </c:pt>
                <c:pt idx="3583">
                  <c:v>12-05-2014</c:v>
                </c:pt>
                <c:pt idx="3584">
                  <c:v>13-05-2014</c:v>
                </c:pt>
                <c:pt idx="3585">
                  <c:v>14-05-2014</c:v>
                </c:pt>
                <c:pt idx="3586">
                  <c:v>15-05-2014</c:v>
                </c:pt>
                <c:pt idx="3587">
                  <c:v>16-05-2014</c:v>
                </c:pt>
                <c:pt idx="3588">
                  <c:v>19-05-2014</c:v>
                </c:pt>
                <c:pt idx="3589">
                  <c:v>20-05-2014</c:v>
                </c:pt>
                <c:pt idx="3590">
                  <c:v>21-05-2014</c:v>
                </c:pt>
                <c:pt idx="3591">
                  <c:v>22-05-2014</c:v>
                </c:pt>
                <c:pt idx="3592">
                  <c:v>23-05-2014</c:v>
                </c:pt>
                <c:pt idx="3593">
                  <c:v>26-05-2014</c:v>
                </c:pt>
                <c:pt idx="3594">
                  <c:v>27-05-2014</c:v>
                </c:pt>
                <c:pt idx="3595">
                  <c:v>28-05-2014</c:v>
                </c:pt>
                <c:pt idx="3596">
                  <c:v>29-05-2014</c:v>
                </c:pt>
                <c:pt idx="3597">
                  <c:v>30-05-2014</c:v>
                </c:pt>
                <c:pt idx="3598">
                  <c:v>02-06-2014</c:v>
                </c:pt>
                <c:pt idx="3599">
                  <c:v>03-06-2014</c:v>
                </c:pt>
                <c:pt idx="3600">
                  <c:v>04-06-2014</c:v>
                </c:pt>
                <c:pt idx="3601">
                  <c:v>05-06-2014</c:v>
                </c:pt>
                <c:pt idx="3602">
                  <c:v>06-06-2014</c:v>
                </c:pt>
                <c:pt idx="3603">
                  <c:v>09-06-2014</c:v>
                </c:pt>
                <c:pt idx="3604">
                  <c:v>10-06-2014</c:v>
                </c:pt>
                <c:pt idx="3605">
                  <c:v>11-06-2014</c:v>
                </c:pt>
                <c:pt idx="3606">
                  <c:v>12-06-2014</c:v>
                </c:pt>
                <c:pt idx="3607">
                  <c:v>13-06-2014</c:v>
                </c:pt>
                <c:pt idx="3608">
                  <c:v>16-06-2014</c:v>
                </c:pt>
                <c:pt idx="3609">
                  <c:v>17-06-2014</c:v>
                </c:pt>
                <c:pt idx="3610">
                  <c:v>18-06-2014</c:v>
                </c:pt>
                <c:pt idx="3611">
                  <c:v>19-06-2014</c:v>
                </c:pt>
                <c:pt idx="3612">
                  <c:v>20-06-2014</c:v>
                </c:pt>
                <c:pt idx="3613">
                  <c:v>23-06-2014</c:v>
                </c:pt>
                <c:pt idx="3614">
                  <c:v>24-06-2014</c:v>
                </c:pt>
                <c:pt idx="3615">
                  <c:v>25-06-2014</c:v>
                </c:pt>
                <c:pt idx="3616">
                  <c:v>26-06-2014</c:v>
                </c:pt>
                <c:pt idx="3617">
                  <c:v>27-06-2014</c:v>
                </c:pt>
                <c:pt idx="3618">
                  <c:v>30-06-2014</c:v>
                </c:pt>
                <c:pt idx="3619">
                  <c:v>01-07-2014</c:v>
                </c:pt>
                <c:pt idx="3620">
                  <c:v>02-07-2014</c:v>
                </c:pt>
                <c:pt idx="3621">
                  <c:v>03-07-2014</c:v>
                </c:pt>
                <c:pt idx="3622">
                  <c:v>04-07-2014</c:v>
                </c:pt>
                <c:pt idx="3623">
                  <c:v>07-07-2014</c:v>
                </c:pt>
                <c:pt idx="3624">
                  <c:v>08-07-2014</c:v>
                </c:pt>
                <c:pt idx="3625">
                  <c:v>09-07-2014</c:v>
                </c:pt>
                <c:pt idx="3626">
                  <c:v>10-07-2014</c:v>
                </c:pt>
                <c:pt idx="3627">
                  <c:v>11-07-2014</c:v>
                </c:pt>
                <c:pt idx="3628">
                  <c:v>14-07-2014</c:v>
                </c:pt>
                <c:pt idx="3629">
                  <c:v>15-07-2014</c:v>
                </c:pt>
                <c:pt idx="3630">
                  <c:v>16-07-2014</c:v>
                </c:pt>
                <c:pt idx="3631">
                  <c:v>17-07-2014</c:v>
                </c:pt>
                <c:pt idx="3632">
                  <c:v>18-07-2014</c:v>
                </c:pt>
                <c:pt idx="3633">
                  <c:v>21-07-2014</c:v>
                </c:pt>
                <c:pt idx="3634">
                  <c:v>22-07-2014</c:v>
                </c:pt>
                <c:pt idx="3635">
                  <c:v>23-07-2014</c:v>
                </c:pt>
                <c:pt idx="3636">
                  <c:v>24-07-2014</c:v>
                </c:pt>
                <c:pt idx="3637">
                  <c:v>25-07-2014</c:v>
                </c:pt>
                <c:pt idx="3638">
                  <c:v>28-07-2014</c:v>
                </c:pt>
                <c:pt idx="3639">
                  <c:v>30-07-2014</c:v>
                </c:pt>
                <c:pt idx="3640">
                  <c:v>31-07-2014</c:v>
                </c:pt>
                <c:pt idx="3641">
                  <c:v>01-08-2014</c:v>
                </c:pt>
                <c:pt idx="3642">
                  <c:v>04-08-2014</c:v>
                </c:pt>
                <c:pt idx="3643">
                  <c:v>05-08-2014</c:v>
                </c:pt>
                <c:pt idx="3644">
                  <c:v>06-08-2014</c:v>
                </c:pt>
                <c:pt idx="3645">
                  <c:v>07-08-2014</c:v>
                </c:pt>
                <c:pt idx="3646">
                  <c:v>08-08-2014</c:v>
                </c:pt>
                <c:pt idx="3647">
                  <c:v>11-08-2014</c:v>
                </c:pt>
                <c:pt idx="3648">
                  <c:v>12-08-2014</c:v>
                </c:pt>
                <c:pt idx="3649">
                  <c:v>13-08-2014</c:v>
                </c:pt>
                <c:pt idx="3650">
                  <c:v>14-08-2014</c:v>
                </c:pt>
                <c:pt idx="3651">
                  <c:v>18-08-2014</c:v>
                </c:pt>
                <c:pt idx="3652">
                  <c:v>19-08-2014</c:v>
                </c:pt>
                <c:pt idx="3653">
                  <c:v>20-08-2014</c:v>
                </c:pt>
                <c:pt idx="3654">
                  <c:v>21-08-2014</c:v>
                </c:pt>
                <c:pt idx="3655">
                  <c:v>22-08-2014</c:v>
                </c:pt>
                <c:pt idx="3656">
                  <c:v>25-08-2014</c:v>
                </c:pt>
                <c:pt idx="3657">
                  <c:v>26-08-2014</c:v>
                </c:pt>
                <c:pt idx="3658">
                  <c:v>27-08-2014</c:v>
                </c:pt>
                <c:pt idx="3659">
                  <c:v>28-08-2014</c:v>
                </c:pt>
                <c:pt idx="3660">
                  <c:v>01-09-2014</c:v>
                </c:pt>
                <c:pt idx="3661">
                  <c:v>02-09-2014</c:v>
                </c:pt>
                <c:pt idx="3662">
                  <c:v>03-09-2014</c:v>
                </c:pt>
                <c:pt idx="3663">
                  <c:v>04-09-2014</c:v>
                </c:pt>
                <c:pt idx="3664">
                  <c:v>05-09-2014</c:v>
                </c:pt>
                <c:pt idx="3665">
                  <c:v>08-09-2014</c:v>
                </c:pt>
                <c:pt idx="3666">
                  <c:v>09-09-2014</c:v>
                </c:pt>
                <c:pt idx="3667">
                  <c:v>10-09-2014</c:v>
                </c:pt>
                <c:pt idx="3668">
                  <c:v>11-09-2014</c:v>
                </c:pt>
                <c:pt idx="3669">
                  <c:v>12-09-2014</c:v>
                </c:pt>
                <c:pt idx="3670">
                  <c:v>15-09-2014</c:v>
                </c:pt>
                <c:pt idx="3671">
                  <c:v>16-09-2014</c:v>
                </c:pt>
                <c:pt idx="3672">
                  <c:v>17-09-2014</c:v>
                </c:pt>
                <c:pt idx="3673">
                  <c:v>18-09-2014</c:v>
                </c:pt>
                <c:pt idx="3674">
                  <c:v>19-09-2014</c:v>
                </c:pt>
                <c:pt idx="3675">
                  <c:v>22-09-2014</c:v>
                </c:pt>
                <c:pt idx="3676">
                  <c:v>23-09-2014</c:v>
                </c:pt>
                <c:pt idx="3677">
                  <c:v>24-09-2014</c:v>
                </c:pt>
                <c:pt idx="3678">
                  <c:v>25-09-2014</c:v>
                </c:pt>
                <c:pt idx="3679">
                  <c:v>26-09-2014</c:v>
                </c:pt>
                <c:pt idx="3680">
                  <c:v>29-09-2014</c:v>
                </c:pt>
                <c:pt idx="3681">
                  <c:v>30-09-2014</c:v>
                </c:pt>
                <c:pt idx="3682">
                  <c:v>01-10-2014</c:v>
                </c:pt>
                <c:pt idx="3683">
                  <c:v>07-10-2014</c:v>
                </c:pt>
                <c:pt idx="3684">
                  <c:v>08-10-2014</c:v>
                </c:pt>
                <c:pt idx="3685">
                  <c:v>09-10-2014</c:v>
                </c:pt>
                <c:pt idx="3686">
                  <c:v>10-10-2014</c:v>
                </c:pt>
                <c:pt idx="3687">
                  <c:v>13-10-2014</c:v>
                </c:pt>
                <c:pt idx="3688">
                  <c:v>14-10-2014</c:v>
                </c:pt>
                <c:pt idx="3689">
                  <c:v>16-10-2014</c:v>
                </c:pt>
                <c:pt idx="3690">
                  <c:v>17-10-2014</c:v>
                </c:pt>
                <c:pt idx="3691">
                  <c:v>20-10-2014</c:v>
                </c:pt>
                <c:pt idx="3692">
                  <c:v>21-10-2014</c:v>
                </c:pt>
                <c:pt idx="3693">
                  <c:v>22-10-2014</c:v>
                </c:pt>
                <c:pt idx="3694">
                  <c:v>23-10-2014</c:v>
                </c:pt>
                <c:pt idx="3695">
                  <c:v>27-10-2014</c:v>
                </c:pt>
                <c:pt idx="3696">
                  <c:v>28-10-2014</c:v>
                </c:pt>
                <c:pt idx="3697">
                  <c:v>29-10-2014</c:v>
                </c:pt>
                <c:pt idx="3698">
                  <c:v>30-10-2014</c:v>
                </c:pt>
                <c:pt idx="3699">
                  <c:v>31-10-2014</c:v>
                </c:pt>
                <c:pt idx="3700">
                  <c:v>03-11-2014</c:v>
                </c:pt>
                <c:pt idx="3701">
                  <c:v>05-11-2014</c:v>
                </c:pt>
                <c:pt idx="3702">
                  <c:v>07-11-2014</c:v>
                </c:pt>
                <c:pt idx="3703">
                  <c:v>10-11-2014</c:v>
                </c:pt>
                <c:pt idx="3704">
                  <c:v>11-11-2014</c:v>
                </c:pt>
                <c:pt idx="3705">
                  <c:v>12-11-2014</c:v>
                </c:pt>
                <c:pt idx="3706">
                  <c:v>13-11-2014</c:v>
                </c:pt>
                <c:pt idx="3707">
                  <c:v>14-11-2014</c:v>
                </c:pt>
                <c:pt idx="3708">
                  <c:v>17-11-2014</c:v>
                </c:pt>
                <c:pt idx="3709">
                  <c:v>18-11-2014</c:v>
                </c:pt>
                <c:pt idx="3710">
                  <c:v>19-11-2014</c:v>
                </c:pt>
                <c:pt idx="3711">
                  <c:v>20-11-2014</c:v>
                </c:pt>
                <c:pt idx="3712">
                  <c:v>21-11-2014</c:v>
                </c:pt>
                <c:pt idx="3713">
                  <c:v>24-11-2014</c:v>
                </c:pt>
                <c:pt idx="3714">
                  <c:v>25-11-2014</c:v>
                </c:pt>
                <c:pt idx="3715">
                  <c:v>26-11-2014</c:v>
                </c:pt>
                <c:pt idx="3716">
                  <c:v>27-11-2014</c:v>
                </c:pt>
                <c:pt idx="3717">
                  <c:v>28-11-2014</c:v>
                </c:pt>
                <c:pt idx="3718">
                  <c:v>01-12-2014</c:v>
                </c:pt>
                <c:pt idx="3719">
                  <c:v>02-12-2014</c:v>
                </c:pt>
                <c:pt idx="3720">
                  <c:v>03-12-2014</c:v>
                </c:pt>
                <c:pt idx="3721">
                  <c:v>04-12-2014</c:v>
                </c:pt>
                <c:pt idx="3722">
                  <c:v>05-12-2014</c:v>
                </c:pt>
                <c:pt idx="3723">
                  <c:v>08-12-2014</c:v>
                </c:pt>
                <c:pt idx="3724">
                  <c:v>09-12-2014</c:v>
                </c:pt>
                <c:pt idx="3725">
                  <c:v>10-12-2014</c:v>
                </c:pt>
                <c:pt idx="3726">
                  <c:v>11-12-2014</c:v>
                </c:pt>
                <c:pt idx="3727">
                  <c:v>12-12-2014</c:v>
                </c:pt>
                <c:pt idx="3728">
                  <c:v>15-12-2014</c:v>
                </c:pt>
                <c:pt idx="3729">
                  <c:v>16-12-2014</c:v>
                </c:pt>
                <c:pt idx="3730">
                  <c:v>17-12-2014</c:v>
                </c:pt>
                <c:pt idx="3731">
                  <c:v>18-12-2014</c:v>
                </c:pt>
                <c:pt idx="3732">
                  <c:v>19-12-2014</c:v>
                </c:pt>
                <c:pt idx="3733">
                  <c:v>22-12-2014</c:v>
                </c:pt>
                <c:pt idx="3734">
                  <c:v>23-12-2014</c:v>
                </c:pt>
                <c:pt idx="3735">
                  <c:v>24-12-2014</c:v>
                </c:pt>
                <c:pt idx="3736">
                  <c:v>26-12-2014</c:v>
                </c:pt>
                <c:pt idx="3737">
                  <c:v>29-12-2014</c:v>
                </c:pt>
                <c:pt idx="3738">
                  <c:v>30-12-2014</c:v>
                </c:pt>
                <c:pt idx="3739">
                  <c:v>31-12-2014</c:v>
                </c:pt>
                <c:pt idx="3740">
                  <c:v>01-01-2015</c:v>
                </c:pt>
                <c:pt idx="3741">
                  <c:v>02-01-2015</c:v>
                </c:pt>
                <c:pt idx="3742">
                  <c:v>05-01-2015</c:v>
                </c:pt>
                <c:pt idx="3743">
                  <c:v>06-01-2015</c:v>
                </c:pt>
                <c:pt idx="3744">
                  <c:v>07-01-2015</c:v>
                </c:pt>
                <c:pt idx="3745">
                  <c:v>08-01-2015</c:v>
                </c:pt>
                <c:pt idx="3746">
                  <c:v>09-01-2015</c:v>
                </c:pt>
                <c:pt idx="3747">
                  <c:v>12-01-2015</c:v>
                </c:pt>
                <c:pt idx="3748">
                  <c:v>13-01-2015</c:v>
                </c:pt>
                <c:pt idx="3749">
                  <c:v>14-01-2015</c:v>
                </c:pt>
                <c:pt idx="3750">
                  <c:v>15-01-2015</c:v>
                </c:pt>
                <c:pt idx="3751">
                  <c:v>16-01-2015</c:v>
                </c:pt>
                <c:pt idx="3752">
                  <c:v>19-01-2015</c:v>
                </c:pt>
                <c:pt idx="3753">
                  <c:v>20-01-2015</c:v>
                </c:pt>
                <c:pt idx="3754">
                  <c:v>21-01-2015</c:v>
                </c:pt>
                <c:pt idx="3755">
                  <c:v>22-01-2015</c:v>
                </c:pt>
                <c:pt idx="3756">
                  <c:v>23-01-2015</c:v>
                </c:pt>
                <c:pt idx="3757">
                  <c:v>27-01-2015</c:v>
                </c:pt>
                <c:pt idx="3758">
                  <c:v>28-01-2015</c:v>
                </c:pt>
                <c:pt idx="3759">
                  <c:v>29-01-2015</c:v>
                </c:pt>
                <c:pt idx="3760">
                  <c:v>30-01-2015</c:v>
                </c:pt>
                <c:pt idx="3761">
                  <c:v>02-02-2015</c:v>
                </c:pt>
                <c:pt idx="3762">
                  <c:v>03-02-2015</c:v>
                </c:pt>
                <c:pt idx="3763">
                  <c:v>04-02-2015</c:v>
                </c:pt>
                <c:pt idx="3764">
                  <c:v>05-02-2015</c:v>
                </c:pt>
                <c:pt idx="3765">
                  <c:v>06-02-2015</c:v>
                </c:pt>
                <c:pt idx="3766">
                  <c:v>09-02-2015</c:v>
                </c:pt>
                <c:pt idx="3767">
                  <c:v>10-02-2015</c:v>
                </c:pt>
                <c:pt idx="3768">
                  <c:v>11-02-2015</c:v>
                </c:pt>
                <c:pt idx="3769">
                  <c:v>12-02-2015</c:v>
                </c:pt>
                <c:pt idx="3770">
                  <c:v>13-02-2015</c:v>
                </c:pt>
                <c:pt idx="3771">
                  <c:v>16-02-2015</c:v>
                </c:pt>
                <c:pt idx="3772">
                  <c:v>18-02-2015</c:v>
                </c:pt>
                <c:pt idx="3773">
                  <c:v>19-02-2015</c:v>
                </c:pt>
                <c:pt idx="3774">
                  <c:v>20-02-2015</c:v>
                </c:pt>
                <c:pt idx="3775">
                  <c:v>23-02-2015</c:v>
                </c:pt>
                <c:pt idx="3776">
                  <c:v>24-02-2015</c:v>
                </c:pt>
                <c:pt idx="3777">
                  <c:v>25-02-2015</c:v>
                </c:pt>
                <c:pt idx="3778">
                  <c:v>26-02-2015</c:v>
                </c:pt>
                <c:pt idx="3779">
                  <c:v>27-02-2015</c:v>
                </c:pt>
                <c:pt idx="3780">
                  <c:v>28-02-2015</c:v>
                </c:pt>
                <c:pt idx="3781">
                  <c:v>02-03-2015</c:v>
                </c:pt>
                <c:pt idx="3782">
                  <c:v>03-03-2015</c:v>
                </c:pt>
                <c:pt idx="3783">
                  <c:v>04-03-2015</c:v>
                </c:pt>
                <c:pt idx="3784">
                  <c:v>05-03-2015</c:v>
                </c:pt>
                <c:pt idx="3785">
                  <c:v>09-03-2015</c:v>
                </c:pt>
                <c:pt idx="3786">
                  <c:v>10-03-2015</c:v>
                </c:pt>
                <c:pt idx="3787">
                  <c:v>11-03-2015</c:v>
                </c:pt>
                <c:pt idx="3788">
                  <c:v>12-03-2015</c:v>
                </c:pt>
                <c:pt idx="3789">
                  <c:v>13-03-2015</c:v>
                </c:pt>
                <c:pt idx="3790">
                  <c:v>16-03-2015</c:v>
                </c:pt>
                <c:pt idx="3791">
                  <c:v>17-03-2015</c:v>
                </c:pt>
                <c:pt idx="3792">
                  <c:v>18-03-2015</c:v>
                </c:pt>
                <c:pt idx="3793">
                  <c:v>19-03-2015</c:v>
                </c:pt>
                <c:pt idx="3794">
                  <c:v>20-03-2015</c:v>
                </c:pt>
                <c:pt idx="3795">
                  <c:v>23-03-2015</c:v>
                </c:pt>
                <c:pt idx="3796">
                  <c:v>24-03-2015</c:v>
                </c:pt>
                <c:pt idx="3797">
                  <c:v>25-03-2015</c:v>
                </c:pt>
                <c:pt idx="3798">
                  <c:v>26-03-2015</c:v>
                </c:pt>
                <c:pt idx="3799">
                  <c:v>27-03-2015</c:v>
                </c:pt>
                <c:pt idx="3800">
                  <c:v>30-03-2015</c:v>
                </c:pt>
                <c:pt idx="3801">
                  <c:v>31-03-2015</c:v>
                </c:pt>
                <c:pt idx="3802">
                  <c:v>01-04-2015</c:v>
                </c:pt>
                <c:pt idx="3803">
                  <c:v>06-04-2015</c:v>
                </c:pt>
                <c:pt idx="3804">
                  <c:v>07-04-2015</c:v>
                </c:pt>
                <c:pt idx="3805">
                  <c:v>08-04-2015</c:v>
                </c:pt>
                <c:pt idx="3806">
                  <c:v>09-04-2015</c:v>
                </c:pt>
                <c:pt idx="3807">
                  <c:v>10-04-2015</c:v>
                </c:pt>
                <c:pt idx="3808">
                  <c:v>13-04-2015</c:v>
                </c:pt>
                <c:pt idx="3809">
                  <c:v>15-04-2015</c:v>
                </c:pt>
                <c:pt idx="3810">
                  <c:v>16-04-2015</c:v>
                </c:pt>
                <c:pt idx="3811">
                  <c:v>17-04-2015</c:v>
                </c:pt>
                <c:pt idx="3812">
                  <c:v>20-04-2015</c:v>
                </c:pt>
                <c:pt idx="3813">
                  <c:v>21-04-2015</c:v>
                </c:pt>
                <c:pt idx="3814">
                  <c:v>22-04-2015</c:v>
                </c:pt>
                <c:pt idx="3815">
                  <c:v>23-04-2015</c:v>
                </c:pt>
                <c:pt idx="3816">
                  <c:v>24-04-2015</c:v>
                </c:pt>
                <c:pt idx="3817">
                  <c:v>27-04-2015</c:v>
                </c:pt>
                <c:pt idx="3818">
                  <c:v>28-04-2015</c:v>
                </c:pt>
                <c:pt idx="3819">
                  <c:v>29-04-2015</c:v>
                </c:pt>
                <c:pt idx="3820">
                  <c:v>30-04-2015</c:v>
                </c:pt>
                <c:pt idx="3821">
                  <c:v>04-05-2015</c:v>
                </c:pt>
                <c:pt idx="3822">
                  <c:v>05-05-2015</c:v>
                </c:pt>
                <c:pt idx="3823">
                  <c:v>06-05-2015</c:v>
                </c:pt>
                <c:pt idx="3824">
                  <c:v>07-05-2015</c:v>
                </c:pt>
                <c:pt idx="3825">
                  <c:v>08-05-2015</c:v>
                </c:pt>
                <c:pt idx="3826">
                  <c:v>11-05-2015</c:v>
                </c:pt>
                <c:pt idx="3827">
                  <c:v>12-05-2015</c:v>
                </c:pt>
                <c:pt idx="3828">
                  <c:v>13-05-2015</c:v>
                </c:pt>
                <c:pt idx="3829">
                  <c:v>14-05-2015</c:v>
                </c:pt>
                <c:pt idx="3830">
                  <c:v>15-05-2015</c:v>
                </c:pt>
                <c:pt idx="3831">
                  <c:v>18-05-2015</c:v>
                </c:pt>
                <c:pt idx="3832">
                  <c:v>19-05-2015</c:v>
                </c:pt>
                <c:pt idx="3833">
                  <c:v>20-05-2015</c:v>
                </c:pt>
                <c:pt idx="3834">
                  <c:v>21-05-2015</c:v>
                </c:pt>
                <c:pt idx="3835">
                  <c:v>22-05-2015</c:v>
                </c:pt>
                <c:pt idx="3836">
                  <c:v>25-05-2015</c:v>
                </c:pt>
                <c:pt idx="3837">
                  <c:v>26-05-2015</c:v>
                </c:pt>
                <c:pt idx="3838">
                  <c:v>27-05-2015</c:v>
                </c:pt>
                <c:pt idx="3839">
                  <c:v>28-05-2015</c:v>
                </c:pt>
                <c:pt idx="3840">
                  <c:v>29-05-2015</c:v>
                </c:pt>
                <c:pt idx="3841">
                  <c:v>01-06-2015</c:v>
                </c:pt>
                <c:pt idx="3842">
                  <c:v>02-06-2015</c:v>
                </c:pt>
                <c:pt idx="3843">
                  <c:v>03-06-2015</c:v>
                </c:pt>
                <c:pt idx="3844">
                  <c:v>04-06-2015</c:v>
                </c:pt>
                <c:pt idx="3845">
                  <c:v>05-06-2015</c:v>
                </c:pt>
                <c:pt idx="3846">
                  <c:v>08-06-2015</c:v>
                </c:pt>
                <c:pt idx="3847">
                  <c:v>09-06-2015</c:v>
                </c:pt>
                <c:pt idx="3848">
                  <c:v>10-06-2015</c:v>
                </c:pt>
                <c:pt idx="3849">
                  <c:v>11-06-2015</c:v>
                </c:pt>
                <c:pt idx="3850">
                  <c:v>12-06-2015</c:v>
                </c:pt>
                <c:pt idx="3851">
                  <c:v>15-06-2015</c:v>
                </c:pt>
                <c:pt idx="3852">
                  <c:v>16-06-2015</c:v>
                </c:pt>
                <c:pt idx="3853">
                  <c:v>17-06-2015</c:v>
                </c:pt>
                <c:pt idx="3854">
                  <c:v>18-06-2015</c:v>
                </c:pt>
                <c:pt idx="3855">
                  <c:v>19-06-2015</c:v>
                </c:pt>
                <c:pt idx="3856">
                  <c:v>22-06-2015</c:v>
                </c:pt>
                <c:pt idx="3857">
                  <c:v>23-06-2015</c:v>
                </c:pt>
                <c:pt idx="3858">
                  <c:v>24-06-2015</c:v>
                </c:pt>
                <c:pt idx="3859">
                  <c:v>25-06-2015</c:v>
                </c:pt>
                <c:pt idx="3860">
                  <c:v>26-06-2015</c:v>
                </c:pt>
                <c:pt idx="3861">
                  <c:v>29-06-2015</c:v>
                </c:pt>
                <c:pt idx="3862">
                  <c:v>30-06-2015</c:v>
                </c:pt>
                <c:pt idx="3863">
                  <c:v>01-07-2015</c:v>
                </c:pt>
                <c:pt idx="3864">
                  <c:v>02-07-2015</c:v>
                </c:pt>
                <c:pt idx="3865">
                  <c:v>03-07-2015</c:v>
                </c:pt>
                <c:pt idx="3866">
                  <c:v>06-07-2015</c:v>
                </c:pt>
                <c:pt idx="3867">
                  <c:v>07-07-2015</c:v>
                </c:pt>
                <c:pt idx="3868">
                  <c:v>08-07-2015</c:v>
                </c:pt>
                <c:pt idx="3869">
                  <c:v>09-07-2015</c:v>
                </c:pt>
                <c:pt idx="3870">
                  <c:v>10-07-2015</c:v>
                </c:pt>
                <c:pt idx="3871">
                  <c:v>13-07-2015</c:v>
                </c:pt>
                <c:pt idx="3872">
                  <c:v>14-07-2015</c:v>
                </c:pt>
                <c:pt idx="3873">
                  <c:v>15-07-2015</c:v>
                </c:pt>
                <c:pt idx="3874">
                  <c:v>16-07-2015</c:v>
                </c:pt>
                <c:pt idx="3875">
                  <c:v>17-07-2015</c:v>
                </c:pt>
                <c:pt idx="3876">
                  <c:v>20-07-2015</c:v>
                </c:pt>
                <c:pt idx="3877">
                  <c:v>21-07-2015</c:v>
                </c:pt>
                <c:pt idx="3878">
                  <c:v>22-07-2015</c:v>
                </c:pt>
                <c:pt idx="3879">
                  <c:v>23-07-2015</c:v>
                </c:pt>
                <c:pt idx="3880">
                  <c:v>24-07-2015</c:v>
                </c:pt>
                <c:pt idx="3881">
                  <c:v>27-07-2015</c:v>
                </c:pt>
                <c:pt idx="3882">
                  <c:v>28-07-2015</c:v>
                </c:pt>
                <c:pt idx="3883">
                  <c:v>29-07-2015</c:v>
                </c:pt>
                <c:pt idx="3884">
                  <c:v>30-07-2015</c:v>
                </c:pt>
                <c:pt idx="3885">
                  <c:v>31-07-2015</c:v>
                </c:pt>
                <c:pt idx="3886">
                  <c:v>03-08-2015</c:v>
                </c:pt>
                <c:pt idx="3887">
                  <c:v>04-08-2015</c:v>
                </c:pt>
                <c:pt idx="3888">
                  <c:v>05-08-2015</c:v>
                </c:pt>
                <c:pt idx="3889">
                  <c:v>06-08-2015</c:v>
                </c:pt>
                <c:pt idx="3890">
                  <c:v>07-08-2015</c:v>
                </c:pt>
                <c:pt idx="3891">
                  <c:v>10-08-2015</c:v>
                </c:pt>
                <c:pt idx="3892">
                  <c:v>11-08-2015</c:v>
                </c:pt>
                <c:pt idx="3893">
                  <c:v>12-08-2015</c:v>
                </c:pt>
                <c:pt idx="3894">
                  <c:v>13-08-2015</c:v>
                </c:pt>
                <c:pt idx="3895">
                  <c:v>14-08-2015</c:v>
                </c:pt>
                <c:pt idx="3896">
                  <c:v>17-08-2015</c:v>
                </c:pt>
                <c:pt idx="3897">
                  <c:v>18-08-2015</c:v>
                </c:pt>
                <c:pt idx="3898">
                  <c:v>19-08-2015</c:v>
                </c:pt>
                <c:pt idx="3899">
                  <c:v>20-08-2015</c:v>
                </c:pt>
                <c:pt idx="3900">
                  <c:v>21-08-2015</c:v>
                </c:pt>
                <c:pt idx="3901">
                  <c:v>24-08-2015</c:v>
                </c:pt>
                <c:pt idx="3902">
                  <c:v>25-08-2015</c:v>
                </c:pt>
                <c:pt idx="3903">
                  <c:v>26-08-2015</c:v>
                </c:pt>
                <c:pt idx="3904">
                  <c:v>27-08-2015</c:v>
                </c:pt>
                <c:pt idx="3905">
                  <c:v>28-08-2015</c:v>
                </c:pt>
                <c:pt idx="3906">
                  <c:v>31-08-2015</c:v>
                </c:pt>
                <c:pt idx="3907">
                  <c:v>01-09-2015</c:v>
                </c:pt>
                <c:pt idx="3908">
                  <c:v>02-09-2015</c:v>
                </c:pt>
                <c:pt idx="3909">
                  <c:v>03-09-2015</c:v>
                </c:pt>
                <c:pt idx="3910">
                  <c:v>04-09-2015</c:v>
                </c:pt>
                <c:pt idx="3911">
                  <c:v>07-09-2015</c:v>
                </c:pt>
                <c:pt idx="3912">
                  <c:v>08-09-2015</c:v>
                </c:pt>
                <c:pt idx="3913">
                  <c:v>09-09-2015</c:v>
                </c:pt>
                <c:pt idx="3914">
                  <c:v>10-09-2015</c:v>
                </c:pt>
                <c:pt idx="3915">
                  <c:v>11-09-2015</c:v>
                </c:pt>
                <c:pt idx="3916">
                  <c:v>14-09-2015</c:v>
                </c:pt>
                <c:pt idx="3917">
                  <c:v>15-09-2015</c:v>
                </c:pt>
                <c:pt idx="3918">
                  <c:v>16-09-2015</c:v>
                </c:pt>
                <c:pt idx="3919">
                  <c:v>18-09-2015</c:v>
                </c:pt>
                <c:pt idx="3920">
                  <c:v>21-09-2015</c:v>
                </c:pt>
                <c:pt idx="3921">
                  <c:v>22-09-2015</c:v>
                </c:pt>
                <c:pt idx="3922">
                  <c:v>23-09-2015</c:v>
                </c:pt>
                <c:pt idx="3923">
                  <c:v>24-09-2015</c:v>
                </c:pt>
                <c:pt idx="3924">
                  <c:v>28-09-2015</c:v>
                </c:pt>
                <c:pt idx="3925">
                  <c:v>29-09-2015</c:v>
                </c:pt>
                <c:pt idx="3926">
                  <c:v>30-09-2015</c:v>
                </c:pt>
                <c:pt idx="3927">
                  <c:v>01-10-2015</c:v>
                </c:pt>
                <c:pt idx="3928">
                  <c:v>05-10-2015</c:v>
                </c:pt>
                <c:pt idx="3929">
                  <c:v>06-10-2015</c:v>
                </c:pt>
                <c:pt idx="3930">
                  <c:v>07-10-2015</c:v>
                </c:pt>
                <c:pt idx="3931">
                  <c:v>08-10-2015</c:v>
                </c:pt>
                <c:pt idx="3932">
                  <c:v>09-10-2015</c:v>
                </c:pt>
                <c:pt idx="3933">
                  <c:v>12-10-2015</c:v>
                </c:pt>
                <c:pt idx="3934">
                  <c:v>13-10-2015</c:v>
                </c:pt>
                <c:pt idx="3935">
                  <c:v>14-10-2015</c:v>
                </c:pt>
                <c:pt idx="3936">
                  <c:v>15-10-2015</c:v>
                </c:pt>
                <c:pt idx="3937">
                  <c:v>16-10-2015</c:v>
                </c:pt>
                <c:pt idx="3938">
                  <c:v>19-10-2015</c:v>
                </c:pt>
                <c:pt idx="3939">
                  <c:v>20-10-2015</c:v>
                </c:pt>
                <c:pt idx="3940">
                  <c:v>21-10-2015</c:v>
                </c:pt>
                <c:pt idx="3941">
                  <c:v>23-10-2015</c:v>
                </c:pt>
                <c:pt idx="3942">
                  <c:v>26-10-2015</c:v>
                </c:pt>
                <c:pt idx="3943">
                  <c:v>27-10-2015</c:v>
                </c:pt>
                <c:pt idx="3944">
                  <c:v>28-10-2015</c:v>
                </c:pt>
                <c:pt idx="3945">
                  <c:v>29-10-2015</c:v>
                </c:pt>
                <c:pt idx="3946">
                  <c:v>30-10-2015</c:v>
                </c:pt>
                <c:pt idx="3947">
                  <c:v>02-11-2015</c:v>
                </c:pt>
                <c:pt idx="3948">
                  <c:v>03-11-2015</c:v>
                </c:pt>
                <c:pt idx="3949">
                  <c:v>04-11-2015</c:v>
                </c:pt>
                <c:pt idx="3950">
                  <c:v>05-11-2015</c:v>
                </c:pt>
                <c:pt idx="3951">
                  <c:v>06-11-2015</c:v>
                </c:pt>
                <c:pt idx="3952">
                  <c:v>09-11-2015</c:v>
                </c:pt>
                <c:pt idx="3953">
                  <c:v>10-11-2015</c:v>
                </c:pt>
                <c:pt idx="3954">
                  <c:v>11-11-2015</c:v>
                </c:pt>
                <c:pt idx="3955">
                  <c:v>13-11-2015</c:v>
                </c:pt>
                <c:pt idx="3956">
                  <c:v>16-11-2015</c:v>
                </c:pt>
                <c:pt idx="3957">
                  <c:v>17-11-2015</c:v>
                </c:pt>
                <c:pt idx="3958">
                  <c:v>18-11-2015</c:v>
                </c:pt>
                <c:pt idx="3959">
                  <c:v>19-11-2015</c:v>
                </c:pt>
                <c:pt idx="3960">
                  <c:v>20-11-2015</c:v>
                </c:pt>
                <c:pt idx="3961">
                  <c:v>23-11-2015</c:v>
                </c:pt>
                <c:pt idx="3962">
                  <c:v>24-11-2015</c:v>
                </c:pt>
                <c:pt idx="3963">
                  <c:v>26-11-2015</c:v>
                </c:pt>
                <c:pt idx="3964">
                  <c:v>27-11-2015</c:v>
                </c:pt>
                <c:pt idx="3965">
                  <c:v>30-11-2015</c:v>
                </c:pt>
                <c:pt idx="3966">
                  <c:v>01-12-2015</c:v>
                </c:pt>
                <c:pt idx="3967">
                  <c:v>02-12-2015</c:v>
                </c:pt>
                <c:pt idx="3968">
                  <c:v>03-12-2015</c:v>
                </c:pt>
                <c:pt idx="3969">
                  <c:v>04-12-2015</c:v>
                </c:pt>
                <c:pt idx="3970">
                  <c:v>07-12-2015</c:v>
                </c:pt>
                <c:pt idx="3971">
                  <c:v>08-12-2015</c:v>
                </c:pt>
                <c:pt idx="3972">
                  <c:v>09-12-2015</c:v>
                </c:pt>
                <c:pt idx="3973">
                  <c:v>10-12-2015</c:v>
                </c:pt>
                <c:pt idx="3974">
                  <c:v>11-12-2015</c:v>
                </c:pt>
                <c:pt idx="3975">
                  <c:v>14-12-2015</c:v>
                </c:pt>
                <c:pt idx="3976">
                  <c:v>15-12-2015</c:v>
                </c:pt>
                <c:pt idx="3977">
                  <c:v>16-12-2015</c:v>
                </c:pt>
                <c:pt idx="3978">
                  <c:v>17-12-2015</c:v>
                </c:pt>
                <c:pt idx="3979">
                  <c:v>18-12-2015</c:v>
                </c:pt>
                <c:pt idx="3980">
                  <c:v>21-12-2015</c:v>
                </c:pt>
                <c:pt idx="3981">
                  <c:v>22-12-2015</c:v>
                </c:pt>
                <c:pt idx="3982">
                  <c:v>23-12-2015</c:v>
                </c:pt>
                <c:pt idx="3983">
                  <c:v>24-12-2015</c:v>
                </c:pt>
                <c:pt idx="3984">
                  <c:v>28-12-2015</c:v>
                </c:pt>
                <c:pt idx="3985">
                  <c:v>29-12-2015</c:v>
                </c:pt>
                <c:pt idx="3986">
                  <c:v>30-12-2015</c:v>
                </c:pt>
                <c:pt idx="3987">
                  <c:v>31-12-2015</c:v>
                </c:pt>
                <c:pt idx="3988">
                  <c:v>01-01-2016</c:v>
                </c:pt>
                <c:pt idx="3989">
                  <c:v>04-01-2016</c:v>
                </c:pt>
                <c:pt idx="3990">
                  <c:v>05-01-2016</c:v>
                </c:pt>
                <c:pt idx="3991">
                  <c:v>06-01-2016</c:v>
                </c:pt>
                <c:pt idx="3992">
                  <c:v>07-01-2016</c:v>
                </c:pt>
                <c:pt idx="3993">
                  <c:v>08-01-2016</c:v>
                </c:pt>
                <c:pt idx="3994">
                  <c:v>11-01-2016</c:v>
                </c:pt>
                <c:pt idx="3995">
                  <c:v>12-01-2016</c:v>
                </c:pt>
                <c:pt idx="3996">
                  <c:v>13-01-2016</c:v>
                </c:pt>
                <c:pt idx="3997">
                  <c:v>14-01-2016</c:v>
                </c:pt>
                <c:pt idx="3998">
                  <c:v>15-01-2016</c:v>
                </c:pt>
                <c:pt idx="3999">
                  <c:v>18-01-2016</c:v>
                </c:pt>
                <c:pt idx="4000">
                  <c:v>19-01-2016</c:v>
                </c:pt>
                <c:pt idx="4001">
                  <c:v>20-01-2016</c:v>
                </c:pt>
                <c:pt idx="4002">
                  <c:v>21-01-2016</c:v>
                </c:pt>
                <c:pt idx="4003">
                  <c:v>22-01-2016</c:v>
                </c:pt>
                <c:pt idx="4004">
                  <c:v>25-01-2016</c:v>
                </c:pt>
                <c:pt idx="4005">
                  <c:v>27-01-2016</c:v>
                </c:pt>
                <c:pt idx="4006">
                  <c:v>28-01-2016</c:v>
                </c:pt>
                <c:pt idx="4007">
                  <c:v>29-01-2016</c:v>
                </c:pt>
                <c:pt idx="4008">
                  <c:v>01-02-2016</c:v>
                </c:pt>
                <c:pt idx="4009">
                  <c:v>02-02-2016</c:v>
                </c:pt>
                <c:pt idx="4010">
                  <c:v>03-02-2016</c:v>
                </c:pt>
                <c:pt idx="4011">
                  <c:v>04-02-2016</c:v>
                </c:pt>
                <c:pt idx="4012">
                  <c:v>05-02-2016</c:v>
                </c:pt>
                <c:pt idx="4013">
                  <c:v>08-02-2016</c:v>
                </c:pt>
                <c:pt idx="4014">
                  <c:v>09-02-2016</c:v>
                </c:pt>
                <c:pt idx="4015">
                  <c:v>10-02-2016</c:v>
                </c:pt>
                <c:pt idx="4016">
                  <c:v>11-02-2016</c:v>
                </c:pt>
                <c:pt idx="4017">
                  <c:v>12-02-2016</c:v>
                </c:pt>
                <c:pt idx="4018">
                  <c:v>15-02-2016</c:v>
                </c:pt>
                <c:pt idx="4019">
                  <c:v>16-02-2016</c:v>
                </c:pt>
                <c:pt idx="4020">
                  <c:v>17-02-2016</c:v>
                </c:pt>
                <c:pt idx="4021">
                  <c:v>18-02-2016</c:v>
                </c:pt>
                <c:pt idx="4022">
                  <c:v>19-02-2016</c:v>
                </c:pt>
                <c:pt idx="4023">
                  <c:v>22-02-2016</c:v>
                </c:pt>
                <c:pt idx="4024">
                  <c:v>23-02-2016</c:v>
                </c:pt>
                <c:pt idx="4025">
                  <c:v>24-02-2016</c:v>
                </c:pt>
                <c:pt idx="4026">
                  <c:v>25-02-2016</c:v>
                </c:pt>
                <c:pt idx="4027">
                  <c:v>26-02-2016</c:v>
                </c:pt>
                <c:pt idx="4028">
                  <c:v>29-02-2016</c:v>
                </c:pt>
                <c:pt idx="4029">
                  <c:v>01-03-2016</c:v>
                </c:pt>
                <c:pt idx="4030">
                  <c:v>02-03-2016</c:v>
                </c:pt>
                <c:pt idx="4031">
                  <c:v>03-03-2016</c:v>
                </c:pt>
                <c:pt idx="4032">
                  <c:v>04-03-2016</c:v>
                </c:pt>
                <c:pt idx="4033">
                  <c:v>08-03-2016</c:v>
                </c:pt>
                <c:pt idx="4034">
                  <c:v>09-03-2016</c:v>
                </c:pt>
                <c:pt idx="4035">
                  <c:v>10-03-2016</c:v>
                </c:pt>
                <c:pt idx="4036">
                  <c:v>11-03-2016</c:v>
                </c:pt>
                <c:pt idx="4037">
                  <c:v>14-03-2016</c:v>
                </c:pt>
                <c:pt idx="4038">
                  <c:v>15-03-2016</c:v>
                </c:pt>
                <c:pt idx="4039">
                  <c:v>16-03-2016</c:v>
                </c:pt>
                <c:pt idx="4040">
                  <c:v>17-03-2016</c:v>
                </c:pt>
                <c:pt idx="4041">
                  <c:v>18-03-2016</c:v>
                </c:pt>
                <c:pt idx="4042">
                  <c:v>21-03-2016</c:v>
                </c:pt>
                <c:pt idx="4043">
                  <c:v>22-03-2016</c:v>
                </c:pt>
                <c:pt idx="4044">
                  <c:v>23-03-2016</c:v>
                </c:pt>
                <c:pt idx="4045">
                  <c:v>28-03-2016</c:v>
                </c:pt>
                <c:pt idx="4046">
                  <c:v>29-03-2016</c:v>
                </c:pt>
                <c:pt idx="4047">
                  <c:v>30-03-2016</c:v>
                </c:pt>
                <c:pt idx="4048">
                  <c:v>31-03-2016</c:v>
                </c:pt>
                <c:pt idx="4049">
                  <c:v>01-04-2016</c:v>
                </c:pt>
                <c:pt idx="4050">
                  <c:v>04-04-2016</c:v>
                </c:pt>
                <c:pt idx="4051">
                  <c:v>05-04-2016</c:v>
                </c:pt>
                <c:pt idx="4052">
                  <c:v>06-04-2016</c:v>
                </c:pt>
                <c:pt idx="4053">
                  <c:v>07-04-2016</c:v>
                </c:pt>
                <c:pt idx="4054">
                  <c:v>08-04-2016</c:v>
                </c:pt>
                <c:pt idx="4055">
                  <c:v>11-04-2016</c:v>
                </c:pt>
                <c:pt idx="4056">
                  <c:v>12-04-2016</c:v>
                </c:pt>
                <c:pt idx="4057">
                  <c:v>13-04-2016</c:v>
                </c:pt>
                <c:pt idx="4058">
                  <c:v>18-04-2016</c:v>
                </c:pt>
                <c:pt idx="4059">
                  <c:v>20-04-2016</c:v>
                </c:pt>
                <c:pt idx="4060">
                  <c:v>21-04-2016</c:v>
                </c:pt>
                <c:pt idx="4061">
                  <c:v>22-04-2016</c:v>
                </c:pt>
                <c:pt idx="4062">
                  <c:v>25-04-2016</c:v>
                </c:pt>
                <c:pt idx="4063">
                  <c:v>26-04-2016</c:v>
                </c:pt>
                <c:pt idx="4064">
                  <c:v>27-04-2016</c:v>
                </c:pt>
                <c:pt idx="4065">
                  <c:v>28-04-2016</c:v>
                </c:pt>
                <c:pt idx="4066">
                  <c:v>29-04-2016</c:v>
                </c:pt>
                <c:pt idx="4067">
                  <c:v>02-05-2016</c:v>
                </c:pt>
                <c:pt idx="4068">
                  <c:v>03-05-2016</c:v>
                </c:pt>
                <c:pt idx="4069">
                  <c:v>04-05-2016</c:v>
                </c:pt>
                <c:pt idx="4070">
                  <c:v>05-05-2016</c:v>
                </c:pt>
                <c:pt idx="4071">
                  <c:v>06-05-2016</c:v>
                </c:pt>
                <c:pt idx="4072">
                  <c:v>09-05-2016</c:v>
                </c:pt>
                <c:pt idx="4073">
                  <c:v>10-05-2016</c:v>
                </c:pt>
                <c:pt idx="4074">
                  <c:v>11-05-2016</c:v>
                </c:pt>
                <c:pt idx="4075">
                  <c:v>12-05-2016</c:v>
                </c:pt>
                <c:pt idx="4076">
                  <c:v>13-05-2016</c:v>
                </c:pt>
                <c:pt idx="4077">
                  <c:v>16-05-2016</c:v>
                </c:pt>
                <c:pt idx="4078">
                  <c:v>17-05-2016</c:v>
                </c:pt>
                <c:pt idx="4079">
                  <c:v>18-05-2016</c:v>
                </c:pt>
                <c:pt idx="4080">
                  <c:v>19-05-2016</c:v>
                </c:pt>
                <c:pt idx="4081">
                  <c:v>20-05-2016</c:v>
                </c:pt>
                <c:pt idx="4082">
                  <c:v>23-05-2016</c:v>
                </c:pt>
                <c:pt idx="4083">
                  <c:v>24-05-2016</c:v>
                </c:pt>
                <c:pt idx="4084">
                  <c:v>25-05-2016</c:v>
                </c:pt>
                <c:pt idx="4085">
                  <c:v>26-05-2016</c:v>
                </c:pt>
                <c:pt idx="4086">
                  <c:v>27-05-2016</c:v>
                </c:pt>
                <c:pt idx="4087">
                  <c:v>30-05-2016</c:v>
                </c:pt>
                <c:pt idx="4088">
                  <c:v>31-05-2016</c:v>
                </c:pt>
                <c:pt idx="4089">
                  <c:v>01-06-2016</c:v>
                </c:pt>
                <c:pt idx="4090">
                  <c:v>02-06-2016</c:v>
                </c:pt>
                <c:pt idx="4091">
                  <c:v>03-06-2016</c:v>
                </c:pt>
                <c:pt idx="4092">
                  <c:v>06-06-2016</c:v>
                </c:pt>
                <c:pt idx="4093">
                  <c:v>07-06-2016</c:v>
                </c:pt>
                <c:pt idx="4094">
                  <c:v>08-06-2016</c:v>
                </c:pt>
                <c:pt idx="4095">
                  <c:v>09-06-2016</c:v>
                </c:pt>
                <c:pt idx="4096">
                  <c:v>10-06-2016</c:v>
                </c:pt>
                <c:pt idx="4097">
                  <c:v>13-06-2016</c:v>
                </c:pt>
                <c:pt idx="4098">
                  <c:v>14-06-2016</c:v>
                </c:pt>
                <c:pt idx="4099">
                  <c:v>15-06-2016</c:v>
                </c:pt>
                <c:pt idx="4100">
                  <c:v>16-06-2016</c:v>
                </c:pt>
                <c:pt idx="4101">
                  <c:v>17-06-2016</c:v>
                </c:pt>
                <c:pt idx="4102">
                  <c:v>20-06-2016</c:v>
                </c:pt>
                <c:pt idx="4103">
                  <c:v>21-06-2016</c:v>
                </c:pt>
                <c:pt idx="4104">
                  <c:v>22-06-2016</c:v>
                </c:pt>
                <c:pt idx="4105">
                  <c:v>23-06-2016</c:v>
                </c:pt>
                <c:pt idx="4106">
                  <c:v>24-06-2016</c:v>
                </c:pt>
                <c:pt idx="4107">
                  <c:v>27-06-2016</c:v>
                </c:pt>
                <c:pt idx="4108">
                  <c:v>28-06-2016</c:v>
                </c:pt>
                <c:pt idx="4109">
                  <c:v>29-06-2016</c:v>
                </c:pt>
                <c:pt idx="4110">
                  <c:v>30-06-2016</c:v>
                </c:pt>
                <c:pt idx="4111">
                  <c:v>01-07-2016</c:v>
                </c:pt>
                <c:pt idx="4112">
                  <c:v>04-07-2016</c:v>
                </c:pt>
                <c:pt idx="4113">
                  <c:v>05-07-2016</c:v>
                </c:pt>
                <c:pt idx="4114">
                  <c:v>07-07-2016</c:v>
                </c:pt>
                <c:pt idx="4115">
                  <c:v>08-07-2016</c:v>
                </c:pt>
                <c:pt idx="4116">
                  <c:v>11-07-2016</c:v>
                </c:pt>
                <c:pt idx="4117">
                  <c:v>12-07-2016</c:v>
                </c:pt>
                <c:pt idx="4118">
                  <c:v>13-07-2016</c:v>
                </c:pt>
                <c:pt idx="4119">
                  <c:v>14-07-2016</c:v>
                </c:pt>
                <c:pt idx="4120">
                  <c:v>15-07-2016</c:v>
                </c:pt>
                <c:pt idx="4121">
                  <c:v>18-07-2016</c:v>
                </c:pt>
                <c:pt idx="4122">
                  <c:v>19-07-2016</c:v>
                </c:pt>
                <c:pt idx="4123">
                  <c:v>20-07-2016</c:v>
                </c:pt>
                <c:pt idx="4124">
                  <c:v>21-07-2016</c:v>
                </c:pt>
                <c:pt idx="4125">
                  <c:v>22-07-2016</c:v>
                </c:pt>
                <c:pt idx="4126">
                  <c:v>25-07-2016</c:v>
                </c:pt>
                <c:pt idx="4127">
                  <c:v>26-07-2016</c:v>
                </c:pt>
                <c:pt idx="4128">
                  <c:v>27-07-2016</c:v>
                </c:pt>
                <c:pt idx="4129">
                  <c:v>28-07-2016</c:v>
                </c:pt>
                <c:pt idx="4130">
                  <c:v>29-07-2016</c:v>
                </c:pt>
                <c:pt idx="4131">
                  <c:v>01-08-2016</c:v>
                </c:pt>
                <c:pt idx="4132">
                  <c:v>02-08-2016</c:v>
                </c:pt>
                <c:pt idx="4133">
                  <c:v>03-08-2016</c:v>
                </c:pt>
                <c:pt idx="4134">
                  <c:v>04-08-2016</c:v>
                </c:pt>
                <c:pt idx="4135">
                  <c:v>05-08-2016</c:v>
                </c:pt>
                <c:pt idx="4136">
                  <c:v>08-08-2016</c:v>
                </c:pt>
                <c:pt idx="4137">
                  <c:v>09-08-2016</c:v>
                </c:pt>
                <c:pt idx="4138">
                  <c:v>10-08-2016</c:v>
                </c:pt>
                <c:pt idx="4139">
                  <c:v>11-08-2016</c:v>
                </c:pt>
                <c:pt idx="4140">
                  <c:v>12-08-2016</c:v>
                </c:pt>
                <c:pt idx="4141">
                  <c:v>16-08-2016</c:v>
                </c:pt>
                <c:pt idx="4142">
                  <c:v>17-08-2016</c:v>
                </c:pt>
                <c:pt idx="4143">
                  <c:v>18-08-2016</c:v>
                </c:pt>
                <c:pt idx="4144">
                  <c:v>19-08-2016</c:v>
                </c:pt>
                <c:pt idx="4145">
                  <c:v>22-08-2016</c:v>
                </c:pt>
                <c:pt idx="4146">
                  <c:v>23-08-2016</c:v>
                </c:pt>
                <c:pt idx="4147">
                  <c:v>24-08-2016</c:v>
                </c:pt>
                <c:pt idx="4148">
                  <c:v>25-08-2016</c:v>
                </c:pt>
                <c:pt idx="4149">
                  <c:v>26-08-2016</c:v>
                </c:pt>
                <c:pt idx="4150">
                  <c:v>29-08-2016</c:v>
                </c:pt>
                <c:pt idx="4151">
                  <c:v>30-08-2016</c:v>
                </c:pt>
                <c:pt idx="4152">
                  <c:v>31-08-2016</c:v>
                </c:pt>
                <c:pt idx="4153">
                  <c:v>01-09-2016</c:v>
                </c:pt>
                <c:pt idx="4154">
                  <c:v>02-09-2016</c:v>
                </c:pt>
                <c:pt idx="4155">
                  <c:v>06-09-2016</c:v>
                </c:pt>
                <c:pt idx="4156">
                  <c:v>07-09-2016</c:v>
                </c:pt>
                <c:pt idx="4157">
                  <c:v>08-09-2016</c:v>
                </c:pt>
                <c:pt idx="4158">
                  <c:v>09-09-2016</c:v>
                </c:pt>
                <c:pt idx="4159">
                  <c:v>12-09-2016</c:v>
                </c:pt>
                <c:pt idx="4160">
                  <c:v>14-09-2016</c:v>
                </c:pt>
                <c:pt idx="4161">
                  <c:v>15-09-2016</c:v>
                </c:pt>
                <c:pt idx="4162">
                  <c:v>16-09-2016</c:v>
                </c:pt>
                <c:pt idx="4163">
                  <c:v>19-09-2016</c:v>
                </c:pt>
                <c:pt idx="4164">
                  <c:v>20-09-2016</c:v>
                </c:pt>
                <c:pt idx="4165">
                  <c:v>21-09-2016</c:v>
                </c:pt>
                <c:pt idx="4166">
                  <c:v>22-09-2016</c:v>
                </c:pt>
                <c:pt idx="4167">
                  <c:v>23-09-2016</c:v>
                </c:pt>
                <c:pt idx="4168">
                  <c:v>26-09-2016</c:v>
                </c:pt>
                <c:pt idx="4169">
                  <c:v>27-09-2016</c:v>
                </c:pt>
                <c:pt idx="4170">
                  <c:v>28-09-2016</c:v>
                </c:pt>
                <c:pt idx="4171">
                  <c:v>29-09-2016</c:v>
                </c:pt>
                <c:pt idx="4172">
                  <c:v>30-09-2016</c:v>
                </c:pt>
                <c:pt idx="4173">
                  <c:v>03-10-2016</c:v>
                </c:pt>
                <c:pt idx="4174">
                  <c:v>04-10-2016</c:v>
                </c:pt>
                <c:pt idx="4175">
                  <c:v>05-10-2016</c:v>
                </c:pt>
                <c:pt idx="4176">
                  <c:v>06-10-2016</c:v>
                </c:pt>
                <c:pt idx="4177">
                  <c:v>07-10-2016</c:v>
                </c:pt>
                <c:pt idx="4178">
                  <c:v>10-10-2016</c:v>
                </c:pt>
                <c:pt idx="4179">
                  <c:v>13-10-2016</c:v>
                </c:pt>
                <c:pt idx="4180">
                  <c:v>14-10-2016</c:v>
                </c:pt>
                <c:pt idx="4181">
                  <c:v>17-10-2016</c:v>
                </c:pt>
                <c:pt idx="4182">
                  <c:v>18-10-2016</c:v>
                </c:pt>
                <c:pt idx="4183">
                  <c:v>19-10-2016</c:v>
                </c:pt>
                <c:pt idx="4184">
                  <c:v>20-10-2016</c:v>
                </c:pt>
                <c:pt idx="4185">
                  <c:v>21-10-2016</c:v>
                </c:pt>
                <c:pt idx="4186">
                  <c:v>24-10-2016</c:v>
                </c:pt>
                <c:pt idx="4187">
                  <c:v>25-10-2016</c:v>
                </c:pt>
                <c:pt idx="4188">
                  <c:v>26-10-2016</c:v>
                </c:pt>
                <c:pt idx="4189">
                  <c:v>27-10-2016</c:v>
                </c:pt>
                <c:pt idx="4190">
                  <c:v>28-10-2016</c:v>
                </c:pt>
                <c:pt idx="4191">
                  <c:v>30-10-2016</c:v>
                </c:pt>
                <c:pt idx="4192">
                  <c:v>01-11-2016</c:v>
                </c:pt>
                <c:pt idx="4193">
                  <c:v>02-11-2016</c:v>
                </c:pt>
                <c:pt idx="4194">
                  <c:v>03-11-2016</c:v>
                </c:pt>
                <c:pt idx="4195">
                  <c:v>04-11-2016</c:v>
                </c:pt>
                <c:pt idx="4196">
                  <c:v>07-11-2016</c:v>
                </c:pt>
                <c:pt idx="4197">
                  <c:v>08-11-2016</c:v>
                </c:pt>
                <c:pt idx="4198">
                  <c:v>09-11-2016</c:v>
                </c:pt>
                <c:pt idx="4199">
                  <c:v>10-11-2016</c:v>
                </c:pt>
                <c:pt idx="4200">
                  <c:v>11-11-2016</c:v>
                </c:pt>
                <c:pt idx="4201">
                  <c:v>15-11-2016</c:v>
                </c:pt>
                <c:pt idx="4202">
                  <c:v>16-11-2016</c:v>
                </c:pt>
                <c:pt idx="4203">
                  <c:v>17-11-2016</c:v>
                </c:pt>
                <c:pt idx="4204">
                  <c:v>18-11-2016</c:v>
                </c:pt>
                <c:pt idx="4205">
                  <c:v>21-11-2016</c:v>
                </c:pt>
                <c:pt idx="4206">
                  <c:v>22-11-2016</c:v>
                </c:pt>
                <c:pt idx="4207">
                  <c:v>23-11-2016</c:v>
                </c:pt>
                <c:pt idx="4208">
                  <c:v>24-11-2016</c:v>
                </c:pt>
                <c:pt idx="4209">
                  <c:v>25-11-2016</c:v>
                </c:pt>
                <c:pt idx="4210">
                  <c:v>28-11-2016</c:v>
                </c:pt>
                <c:pt idx="4211">
                  <c:v>29-11-2016</c:v>
                </c:pt>
                <c:pt idx="4212">
                  <c:v>30-11-2016</c:v>
                </c:pt>
                <c:pt idx="4213">
                  <c:v>01-12-2016</c:v>
                </c:pt>
                <c:pt idx="4214">
                  <c:v>02-12-2016</c:v>
                </c:pt>
                <c:pt idx="4215">
                  <c:v>05-12-2016</c:v>
                </c:pt>
                <c:pt idx="4216">
                  <c:v>06-12-2016</c:v>
                </c:pt>
                <c:pt idx="4217">
                  <c:v>07-12-2016</c:v>
                </c:pt>
                <c:pt idx="4218">
                  <c:v>08-12-2016</c:v>
                </c:pt>
                <c:pt idx="4219">
                  <c:v>09-12-2016</c:v>
                </c:pt>
                <c:pt idx="4220">
                  <c:v>12-12-2016</c:v>
                </c:pt>
                <c:pt idx="4221">
                  <c:v>13-12-2016</c:v>
                </c:pt>
                <c:pt idx="4222">
                  <c:v>14-12-2016</c:v>
                </c:pt>
                <c:pt idx="4223">
                  <c:v>15-12-2016</c:v>
                </c:pt>
                <c:pt idx="4224">
                  <c:v>16-12-2016</c:v>
                </c:pt>
                <c:pt idx="4225">
                  <c:v>19-12-2016</c:v>
                </c:pt>
                <c:pt idx="4226">
                  <c:v>20-12-2016</c:v>
                </c:pt>
                <c:pt idx="4227">
                  <c:v>21-12-2016</c:v>
                </c:pt>
                <c:pt idx="4228">
                  <c:v>22-12-2016</c:v>
                </c:pt>
                <c:pt idx="4229">
                  <c:v>23-12-2016</c:v>
                </c:pt>
                <c:pt idx="4230">
                  <c:v>26-12-2016</c:v>
                </c:pt>
                <c:pt idx="4231">
                  <c:v>27-12-2016</c:v>
                </c:pt>
                <c:pt idx="4232">
                  <c:v>28-12-2016</c:v>
                </c:pt>
                <c:pt idx="4233">
                  <c:v>29-12-2016</c:v>
                </c:pt>
                <c:pt idx="4234">
                  <c:v>30-12-2016</c:v>
                </c:pt>
                <c:pt idx="4235">
                  <c:v>02-01-2017</c:v>
                </c:pt>
                <c:pt idx="4236">
                  <c:v>03-01-2017</c:v>
                </c:pt>
                <c:pt idx="4237">
                  <c:v>04-01-2017</c:v>
                </c:pt>
                <c:pt idx="4238">
                  <c:v>05-01-2017</c:v>
                </c:pt>
                <c:pt idx="4239">
                  <c:v>06-01-2017</c:v>
                </c:pt>
                <c:pt idx="4240">
                  <c:v>09-01-2017</c:v>
                </c:pt>
                <c:pt idx="4241">
                  <c:v>10-01-2017</c:v>
                </c:pt>
                <c:pt idx="4242">
                  <c:v>11-01-2017</c:v>
                </c:pt>
                <c:pt idx="4243">
                  <c:v>12-01-2017</c:v>
                </c:pt>
                <c:pt idx="4244">
                  <c:v>13-01-2017</c:v>
                </c:pt>
                <c:pt idx="4245">
                  <c:v>16-01-2017</c:v>
                </c:pt>
                <c:pt idx="4246">
                  <c:v>17-01-2017</c:v>
                </c:pt>
                <c:pt idx="4247">
                  <c:v>18-01-2017</c:v>
                </c:pt>
                <c:pt idx="4248">
                  <c:v>19-01-2017</c:v>
                </c:pt>
                <c:pt idx="4249">
                  <c:v>20-01-2017</c:v>
                </c:pt>
                <c:pt idx="4250">
                  <c:v>23-01-2017</c:v>
                </c:pt>
                <c:pt idx="4251">
                  <c:v>24-01-2017</c:v>
                </c:pt>
                <c:pt idx="4252">
                  <c:v>25-01-2017</c:v>
                </c:pt>
                <c:pt idx="4253">
                  <c:v>27-01-2017</c:v>
                </c:pt>
                <c:pt idx="4254">
                  <c:v>30-01-2017</c:v>
                </c:pt>
                <c:pt idx="4255">
                  <c:v>31-01-2017</c:v>
                </c:pt>
                <c:pt idx="4256">
                  <c:v>01-02-2017</c:v>
                </c:pt>
                <c:pt idx="4257">
                  <c:v>02-02-2017</c:v>
                </c:pt>
                <c:pt idx="4258">
                  <c:v>03-02-2017</c:v>
                </c:pt>
                <c:pt idx="4259">
                  <c:v>06-02-2017</c:v>
                </c:pt>
                <c:pt idx="4260">
                  <c:v>07-02-2017</c:v>
                </c:pt>
                <c:pt idx="4261">
                  <c:v>08-02-2017</c:v>
                </c:pt>
                <c:pt idx="4262">
                  <c:v>09-02-2017</c:v>
                </c:pt>
                <c:pt idx="4263">
                  <c:v>10-02-2017</c:v>
                </c:pt>
                <c:pt idx="4264">
                  <c:v>13-02-2017</c:v>
                </c:pt>
                <c:pt idx="4265">
                  <c:v>14-02-2017</c:v>
                </c:pt>
                <c:pt idx="4266">
                  <c:v>15-02-2017</c:v>
                </c:pt>
                <c:pt idx="4267">
                  <c:v>16-02-2017</c:v>
                </c:pt>
                <c:pt idx="4268">
                  <c:v>17-02-2017</c:v>
                </c:pt>
                <c:pt idx="4269">
                  <c:v>20-02-2017</c:v>
                </c:pt>
                <c:pt idx="4270">
                  <c:v>21-02-2017</c:v>
                </c:pt>
                <c:pt idx="4271">
                  <c:v>22-02-2017</c:v>
                </c:pt>
                <c:pt idx="4272">
                  <c:v>23-02-2017</c:v>
                </c:pt>
                <c:pt idx="4273">
                  <c:v>27-02-2017</c:v>
                </c:pt>
                <c:pt idx="4274">
                  <c:v>28-02-2017</c:v>
                </c:pt>
                <c:pt idx="4275">
                  <c:v>01-03-2017</c:v>
                </c:pt>
                <c:pt idx="4276">
                  <c:v>02-03-2017</c:v>
                </c:pt>
                <c:pt idx="4277">
                  <c:v>03-03-2017</c:v>
                </c:pt>
                <c:pt idx="4278">
                  <c:v>06-03-2017</c:v>
                </c:pt>
                <c:pt idx="4279">
                  <c:v>07-03-2017</c:v>
                </c:pt>
                <c:pt idx="4280">
                  <c:v>08-03-2017</c:v>
                </c:pt>
                <c:pt idx="4281">
                  <c:v>09-03-2017</c:v>
                </c:pt>
                <c:pt idx="4282">
                  <c:v>10-03-2017</c:v>
                </c:pt>
                <c:pt idx="4283">
                  <c:v>14-03-2017</c:v>
                </c:pt>
                <c:pt idx="4284">
                  <c:v>15-03-2017</c:v>
                </c:pt>
                <c:pt idx="4285">
                  <c:v>16-03-2017</c:v>
                </c:pt>
                <c:pt idx="4286">
                  <c:v>17-03-2017</c:v>
                </c:pt>
                <c:pt idx="4287">
                  <c:v>20-03-2017</c:v>
                </c:pt>
                <c:pt idx="4288">
                  <c:v>21-03-2017</c:v>
                </c:pt>
                <c:pt idx="4289">
                  <c:v>22-03-2017</c:v>
                </c:pt>
                <c:pt idx="4290">
                  <c:v>23-03-2017</c:v>
                </c:pt>
                <c:pt idx="4291">
                  <c:v>24-03-2017</c:v>
                </c:pt>
                <c:pt idx="4292">
                  <c:v>27-03-2017</c:v>
                </c:pt>
                <c:pt idx="4293">
                  <c:v>28-03-2017</c:v>
                </c:pt>
                <c:pt idx="4294">
                  <c:v>29-03-2017</c:v>
                </c:pt>
                <c:pt idx="4295">
                  <c:v>30-03-2017</c:v>
                </c:pt>
                <c:pt idx="4296">
                  <c:v>31-03-2017</c:v>
                </c:pt>
                <c:pt idx="4297">
                  <c:v>03-04-2017</c:v>
                </c:pt>
                <c:pt idx="4298">
                  <c:v>05-04-2017</c:v>
                </c:pt>
                <c:pt idx="4299">
                  <c:v>06-04-2017</c:v>
                </c:pt>
                <c:pt idx="4300">
                  <c:v>07-04-2017</c:v>
                </c:pt>
                <c:pt idx="4301">
                  <c:v>10-04-2017</c:v>
                </c:pt>
                <c:pt idx="4302">
                  <c:v>11-04-2017</c:v>
                </c:pt>
                <c:pt idx="4303">
                  <c:v>12-04-2017</c:v>
                </c:pt>
                <c:pt idx="4304">
                  <c:v>13-04-2017</c:v>
                </c:pt>
                <c:pt idx="4305">
                  <c:v>17-04-2017</c:v>
                </c:pt>
                <c:pt idx="4306">
                  <c:v>18-04-2017</c:v>
                </c:pt>
                <c:pt idx="4307">
                  <c:v>19-04-2017</c:v>
                </c:pt>
                <c:pt idx="4308">
                  <c:v>20-04-2017</c:v>
                </c:pt>
                <c:pt idx="4309">
                  <c:v>21-04-2017</c:v>
                </c:pt>
                <c:pt idx="4310">
                  <c:v>24-04-2017</c:v>
                </c:pt>
                <c:pt idx="4311">
                  <c:v>25-04-2017</c:v>
                </c:pt>
                <c:pt idx="4312">
                  <c:v>26-04-2017</c:v>
                </c:pt>
                <c:pt idx="4313">
                  <c:v>27-04-2017</c:v>
                </c:pt>
                <c:pt idx="4314">
                  <c:v>28-04-2017</c:v>
                </c:pt>
                <c:pt idx="4315">
                  <c:v>02-05-2017</c:v>
                </c:pt>
                <c:pt idx="4316">
                  <c:v>03-05-2017</c:v>
                </c:pt>
                <c:pt idx="4317">
                  <c:v>04-05-2017</c:v>
                </c:pt>
                <c:pt idx="4318">
                  <c:v>05-05-2017</c:v>
                </c:pt>
                <c:pt idx="4319">
                  <c:v>08-05-2017</c:v>
                </c:pt>
                <c:pt idx="4320">
                  <c:v>09-05-2017</c:v>
                </c:pt>
                <c:pt idx="4321">
                  <c:v>10-05-2017</c:v>
                </c:pt>
                <c:pt idx="4322">
                  <c:v>11-05-2017</c:v>
                </c:pt>
                <c:pt idx="4323">
                  <c:v>12-05-2017</c:v>
                </c:pt>
                <c:pt idx="4324">
                  <c:v>15-05-2017</c:v>
                </c:pt>
                <c:pt idx="4325">
                  <c:v>16-05-2017</c:v>
                </c:pt>
                <c:pt idx="4326">
                  <c:v>17-05-2017</c:v>
                </c:pt>
                <c:pt idx="4327">
                  <c:v>18-05-2017</c:v>
                </c:pt>
                <c:pt idx="4328">
                  <c:v>19-05-2017</c:v>
                </c:pt>
                <c:pt idx="4329">
                  <c:v>22-05-2017</c:v>
                </c:pt>
                <c:pt idx="4330">
                  <c:v>23-05-2017</c:v>
                </c:pt>
                <c:pt idx="4331">
                  <c:v>24-05-2017</c:v>
                </c:pt>
                <c:pt idx="4332">
                  <c:v>25-05-2017</c:v>
                </c:pt>
                <c:pt idx="4333">
                  <c:v>26-05-2017</c:v>
                </c:pt>
                <c:pt idx="4334">
                  <c:v>29-05-2017</c:v>
                </c:pt>
                <c:pt idx="4335">
                  <c:v>30-05-2017</c:v>
                </c:pt>
                <c:pt idx="4336">
                  <c:v>31-05-2017</c:v>
                </c:pt>
                <c:pt idx="4337">
                  <c:v>01-06-2017</c:v>
                </c:pt>
                <c:pt idx="4338">
                  <c:v>02-06-2017</c:v>
                </c:pt>
                <c:pt idx="4339">
                  <c:v>05-06-2017</c:v>
                </c:pt>
                <c:pt idx="4340">
                  <c:v>06-06-2017</c:v>
                </c:pt>
                <c:pt idx="4341">
                  <c:v>07-06-2017</c:v>
                </c:pt>
                <c:pt idx="4342">
                  <c:v>08-06-2017</c:v>
                </c:pt>
                <c:pt idx="4343">
                  <c:v>09-06-2017</c:v>
                </c:pt>
                <c:pt idx="4344">
                  <c:v>12-06-2017</c:v>
                </c:pt>
                <c:pt idx="4345">
                  <c:v>13-06-2017</c:v>
                </c:pt>
                <c:pt idx="4346">
                  <c:v>14-06-2017</c:v>
                </c:pt>
                <c:pt idx="4347">
                  <c:v>15-06-2017</c:v>
                </c:pt>
                <c:pt idx="4348">
                  <c:v>16-06-2017</c:v>
                </c:pt>
                <c:pt idx="4349">
                  <c:v>19-06-2017</c:v>
                </c:pt>
                <c:pt idx="4350">
                  <c:v>20-06-2017</c:v>
                </c:pt>
                <c:pt idx="4351">
                  <c:v>21-06-2017</c:v>
                </c:pt>
                <c:pt idx="4352">
                  <c:v>22-06-2017</c:v>
                </c:pt>
                <c:pt idx="4353">
                  <c:v>23-06-2017</c:v>
                </c:pt>
                <c:pt idx="4354">
                  <c:v>27-06-2017</c:v>
                </c:pt>
                <c:pt idx="4355">
                  <c:v>28-06-2017</c:v>
                </c:pt>
                <c:pt idx="4356">
                  <c:v>29-06-2017</c:v>
                </c:pt>
                <c:pt idx="4357">
                  <c:v>30-06-2017</c:v>
                </c:pt>
                <c:pt idx="4358">
                  <c:v>03-07-2017</c:v>
                </c:pt>
                <c:pt idx="4359">
                  <c:v>04-07-2017</c:v>
                </c:pt>
                <c:pt idx="4360">
                  <c:v>05-07-2017</c:v>
                </c:pt>
                <c:pt idx="4361">
                  <c:v>06-07-2017</c:v>
                </c:pt>
                <c:pt idx="4362">
                  <c:v>07-07-2017</c:v>
                </c:pt>
                <c:pt idx="4363">
                  <c:v>10-07-2017</c:v>
                </c:pt>
                <c:pt idx="4364">
                  <c:v>11-07-2017</c:v>
                </c:pt>
                <c:pt idx="4365">
                  <c:v>12-07-2017</c:v>
                </c:pt>
                <c:pt idx="4366">
                  <c:v>13-07-2017</c:v>
                </c:pt>
                <c:pt idx="4367">
                  <c:v>14-07-2017</c:v>
                </c:pt>
                <c:pt idx="4368">
                  <c:v>17-07-2017</c:v>
                </c:pt>
                <c:pt idx="4369">
                  <c:v>18-07-2017</c:v>
                </c:pt>
                <c:pt idx="4370">
                  <c:v>19-07-2017</c:v>
                </c:pt>
                <c:pt idx="4371">
                  <c:v>20-07-2017</c:v>
                </c:pt>
                <c:pt idx="4372">
                  <c:v>21-07-2017</c:v>
                </c:pt>
                <c:pt idx="4373">
                  <c:v>24-07-2017</c:v>
                </c:pt>
                <c:pt idx="4374">
                  <c:v>25-07-2017</c:v>
                </c:pt>
                <c:pt idx="4375">
                  <c:v>26-07-2017</c:v>
                </c:pt>
                <c:pt idx="4376">
                  <c:v>27-07-2017</c:v>
                </c:pt>
                <c:pt idx="4377">
                  <c:v>28-07-2017</c:v>
                </c:pt>
                <c:pt idx="4378">
                  <c:v>31-07-2017</c:v>
                </c:pt>
                <c:pt idx="4379">
                  <c:v>01-08-2017</c:v>
                </c:pt>
                <c:pt idx="4380">
                  <c:v>02-08-2017</c:v>
                </c:pt>
                <c:pt idx="4381">
                  <c:v>03-08-2017</c:v>
                </c:pt>
                <c:pt idx="4382">
                  <c:v>04-08-2017</c:v>
                </c:pt>
                <c:pt idx="4383">
                  <c:v>07-08-2017</c:v>
                </c:pt>
                <c:pt idx="4384">
                  <c:v>08-08-2017</c:v>
                </c:pt>
                <c:pt idx="4385">
                  <c:v>09-08-2017</c:v>
                </c:pt>
                <c:pt idx="4386">
                  <c:v>10-08-2017</c:v>
                </c:pt>
                <c:pt idx="4387">
                  <c:v>11-08-2017</c:v>
                </c:pt>
                <c:pt idx="4388">
                  <c:v>14-08-2017</c:v>
                </c:pt>
                <c:pt idx="4389">
                  <c:v>16-08-2017</c:v>
                </c:pt>
                <c:pt idx="4390">
                  <c:v>17-08-2017</c:v>
                </c:pt>
                <c:pt idx="4391">
                  <c:v>18-08-2017</c:v>
                </c:pt>
                <c:pt idx="4392">
                  <c:v>21-08-2017</c:v>
                </c:pt>
                <c:pt idx="4393">
                  <c:v>22-08-2017</c:v>
                </c:pt>
                <c:pt idx="4394">
                  <c:v>23-08-2017</c:v>
                </c:pt>
                <c:pt idx="4395">
                  <c:v>24-08-2017</c:v>
                </c:pt>
                <c:pt idx="4396">
                  <c:v>28-08-2017</c:v>
                </c:pt>
                <c:pt idx="4397">
                  <c:v>29-08-2017</c:v>
                </c:pt>
                <c:pt idx="4398">
                  <c:v>30-08-2017</c:v>
                </c:pt>
                <c:pt idx="4399">
                  <c:v>31-08-2017</c:v>
                </c:pt>
                <c:pt idx="4400">
                  <c:v>01-09-2017</c:v>
                </c:pt>
                <c:pt idx="4401">
                  <c:v>04-09-2017</c:v>
                </c:pt>
                <c:pt idx="4402">
                  <c:v>05-09-2017</c:v>
                </c:pt>
                <c:pt idx="4403">
                  <c:v>06-09-2017</c:v>
                </c:pt>
                <c:pt idx="4404">
                  <c:v>07-09-2017</c:v>
                </c:pt>
                <c:pt idx="4405">
                  <c:v>08-09-2017</c:v>
                </c:pt>
                <c:pt idx="4406">
                  <c:v>11-09-2017</c:v>
                </c:pt>
                <c:pt idx="4407">
                  <c:v>12-09-2017</c:v>
                </c:pt>
                <c:pt idx="4408">
                  <c:v>13-09-2017</c:v>
                </c:pt>
                <c:pt idx="4409">
                  <c:v>14-09-2017</c:v>
                </c:pt>
                <c:pt idx="4410">
                  <c:v>15-09-2017</c:v>
                </c:pt>
                <c:pt idx="4411">
                  <c:v>18-09-2017</c:v>
                </c:pt>
                <c:pt idx="4412">
                  <c:v>19-09-2017</c:v>
                </c:pt>
                <c:pt idx="4413">
                  <c:v>20-09-2017</c:v>
                </c:pt>
                <c:pt idx="4414">
                  <c:v>21-09-2017</c:v>
                </c:pt>
                <c:pt idx="4415">
                  <c:v>22-09-2017</c:v>
                </c:pt>
                <c:pt idx="4416">
                  <c:v>25-09-2017</c:v>
                </c:pt>
                <c:pt idx="4417">
                  <c:v>26-09-2017</c:v>
                </c:pt>
                <c:pt idx="4418">
                  <c:v>27-09-2017</c:v>
                </c:pt>
                <c:pt idx="4419">
                  <c:v>28-09-2017</c:v>
                </c:pt>
                <c:pt idx="4420">
                  <c:v>29-09-2017</c:v>
                </c:pt>
                <c:pt idx="4421">
                  <c:v>03-10-2017</c:v>
                </c:pt>
                <c:pt idx="4422">
                  <c:v>04-10-2017</c:v>
                </c:pt>
                <c:pt idx="4423">
                  <c:v>05-10-2017</c:v>
                </c:pt>
                <c:pt idx="4424">
                  <c:v>06-10-2017</c:v>
                </c:pt>
                <c:pt idx="4425">
                  <c:v>09-10-2017</c:v>
                </c:pt>
                <c:pt idx="4426">
                  <c:v>10-10-2017</c:v>
                </c:pt>
                <c:pt idx="4427">
                  <c:v>11-10-2017</c:v>
                </c:pt>
                <c:pt idx="4428">
                  <c:v>12-10-2017</c:v>
                </c:pt>
                <c:pt idx="4429">
                  <c:v>13-10-2017</c:v>
                </c:pt>
                <c:pt idx="4430">
                  <c:v>16-10-2017</c:v>
                </c:pt>
                <c:pt idx="4431">
                  <c:v>17-10-2017</c:v>
                </c:pt>
                <c:pt idx="4432">
                  <c:v>18-10-2017</c:v>
                </c:pt>
                <c:pt idx="4433">
                  <c:v>19-10-2017</c:v>
                </c:pt>
                <c:pt idx="4434">
                  <c:v>23-10-2017</c:v>
                </c:pt>
                <c:pt idx="4435">
                  <c:v>24-10-2017</c:v>
                </c:pt>
                <c:pt idx="4436">
                  <c:v>25-10-2017</c:v>
                </c:pt>
                <c:pt idx="4437">
                  <c:v>26-10-2017</c:v>
                </c:pt>
                <c:pt idx="4438">
                  <c:v>27-10-2017</c:v>
                </c:pt>
                <c:pt idx="4439">
                  <c:v>30-10-2017</c:v>
                </c:pt>
                <c:pt idx="4440">
                  <c:v>31-10-2017</c:v>
                </c:pt>
                <c:pt idx="4441">
                  <c:v>01-11-2017</c:v>
                </c:pt>
                <c:pt idx="4442">
                  <c:v>02-11-2017</c:v>
                </c:pt>
                <c:pt idx="4443">
                  <c:v>03-11-2017</c:v>
                </c:pt>
                <c:pt idx="4444">
                  <c:v>06-11-2017</c:v>
                </c:pt>
                <c:pt idx="4445">
                  <c:v>07-11-2017</c:v>
                </c:pt>
                <c:pt idx="4446">
                  <c:v>08-11-2017</c:v>
                </c:pt>
                <c:pt idx="4447">
                  <c:v>09-11-2017</c:v>
                </c:pt>
                <c:pt idx="4448">
                  <c:v>10-11-2017</c:v>
                </c:pt>
                <c:pt idx="4449">
                  <c:v>13-11-2017</c:v>
                </c:pt>
                <c:pt idx="4450">
                  <c:v>14-11-2017</c:v>
                </c:pt>
                <c:pt idx="4451">
                  <c:v>15-11-2017</c:v>
                </c:pt>
                <c:pt idx="4452">
                  <c:v>16-11-2017</c:v>
                </c:pt>
                <c:pt idx="4453">
                  <c:v>17-11-2017</c:v>
                </c:pt>
                <c:pt idx="4454">
                  <c:v>20-11-2017</c:v>
                </c:pt>
                <c:pt idx="4455">
                  <c:v>21-11-2017</c:v>
                </c:pt>
                <c:pt idx="4456">
                  <c:v>22-11-2017</c:v>
                </c:pt>
                <c:pt idx="4457">
                  <c:v>23-11-2017</c:v>
                </c:pt>
                <c:pt idx="4458">
                  <c:v>24-11-2017</c:v>
                </c:pt>
                <c:pt idx="4459">
                  <c:v>27-11-2017</c:v>
                </c:pt>
                <c:pt idx="4460">
                  <c:v>28-11-2017</c:v>
                </c:pt>
                <c:pt idx="4461">
                  <c:v>29-11-2017</c:v>
                </c:pt>
                <c:pt idx="4462">
                  <c:v>30-11-2017</c:v>
                </c:pt>
                <c:pt idx="4463">
                  <c:v>01-12-2017</c:v>
                </c:pt>
                <c:pt idx="4464">
                  <c:v>04-12-2017</c:v>
                </c:pt>
                <c:pt idx="4465">
                  <c:v>05-12-2017</c:v>
                </c:pt>
                <c:pt idx="4466">
                  <c:v>06-12-2017</c:v>
                </c:pt>
                <c:pt idx="4467">
                  <c:v>07-12-2017</c:v>
                </c:pt>
                <c:pt idx="4468">
                  <c:v>08-12-2017</c:v>
                </c:pt>
                <c:pt idx="4469">
                  <c:v>11-12-2017</c:v>
                </c:pt>
                <c:pt idx="4470">
                  <c:v>12-12-2017</c:v>
                </c:pt>
                <c:pt idx="4471">
                  <c:v>13-12-2017</c:v>
                </c:pt>
                <c:pt idx="4472">
                  <c:v>14-12-2017</c:v>
                </c:pt>
                <c:pt idx="4473">
                  <c:v>15-12-2017</c:v>
                </c:pt>
                <c:pt idx="4474">
                  <c:v>18-12-2017</c:v>
                </c:pt>
                <c:pt idx="4475">
                  <c:v>19-12-2017</c:v>
                </c:pt>
                <c:pt idx="4476">
                  <c:v>20-12-2017</c:v>
                </c:pt>
                <c:pt idx="4477">
                  <c:v>21-12-2017</c:v>
                </c:pt>
                <c:pt idx="4478">
                  <c:v>22-12-2017</c:v>
                </c:pt>
                <c:pt idx="4479">
                  <c:v>26-12-2017</c:v>
                </c:pt>
                <c:pt idx="4480">
                  <c:v>27-12-2017</c:v>
                </c:pt>
                <c:pt idx="4481">
                  <c:v>28-12-2017</c:v>
                </c:pt>
                <c:pt idx="4482">
                  <c:v>29-12-2017</c:v>
                </c:pt>
                <c:pt idx="4483">
                  <c:v>01-01-2018</c:v>
                </c:pt>
                <c:pt idx="4484">
                  <c:v>02-01-2018</c:v>
                </c:pt>
                <c:pt idx="4485">
                  <c:v>03-01-2018</c:v>
                </c:pt>
                <c:pt idx="4486">
                  <c:v>04-01-2018</c:v>
                </c:pt>
                <c:pt idx="4487">
                  <c:v>05-01-2018</c:v>
                </c:pt>
                <c:pt idx="4488">
                  <c:v>08-01-2018</c:v>
                </c:pt>
                <c:pt idx="4489">
                  <c:v>09-01-2018</c:v>
                </c:pt>
                <c:pt idx="4490">
                  <c:v>10-01-2018</c:v>
                </c:pt>
                <c:pt idx="4491">
                  <c:v>11-01-2018</c:v>
                </c:pt>
                <c:pt idx="4492">
                  <c:v>12-01-2018</c:v>
                </c:pt>
                <c:pt idx="4493">
                  <c:v>15-01-2018</c:v>
                </c:pt>
                <c:pt idx="4494">
                  <c:v>16-01-2018</c:v>
                </c:pt>
                <c:pt idx="4495">
                  <c:v>17-01-2018</c:v>
                </c:pt>
                <c:pt idx="4496">
                  <c:v>18-01-2018</c:v>
                </c:pt>
                <c:pt idx="4497">
                  <c:v>19-01-2018</c:v>
                </c:pt>
                <c:pt idx="4498">
                  <c:v>22-01-2018</c:v>
                </c:pt>
                <c:pt idx="4499">
                  <c:v>23-01-2018</c:v>
                </c:pt>
                <c:pt idx="4500">
                  <c:v>24-01-2018</c:v>
                </c:pt>
                <c:pt idx="4501">
                  <c:v>25-01-2018</c:v>
                </c:pt>
                <c:pt idx="4502">
                  <c:v>29-01-2018</c:v>
                </c:pt>
                <c:pt idx="4503">
                  <c:v>30-01-2018</c:v>
                </c:pt>
                <c:pt idx="4504">
                  <c:v>31-01-2018</c:v>
                </c:pt>
                <c:pt idx="4505">
                  <c:v>01-02-2018</c:v>
                </c:pt>
                <c:pt idx="4506">
                  <c:v>02-02-2018</c:v>
                </c:pt>
                <c:pt idx="4507">
                  <c:v>05-02-2018</c:v>
                </c:pt>
                <c:pt idx="4508">
                  <c:v>06-02-2018</c:v>
                </c:pt>
                <c:pt idx="4509">
                  <c:v>07-02-2018</c:v>
                </c:pt>
                <c:pt idx="4510">
                  <c:v>08-02-2018</c:v>
                </c:pt>
                <c:pt idx="4511">
                  <c:v>09-02-2018</c:v>
                </c:pt>
                <c:pt idx="4512">
                  <c:v>12-02-2018</c:v>
                </c:pt>
                <c:pt idx="4513">
                  <c:v>14-02-2018</c:v>
                </c:pt>
                <c:pt idx="4514">
                  <c:v>15-02-2018</c:v>
                </c:pt>
                <c:pt idx="4515">
                  <c:v>16-02-2018</c:v>
                </c:pt>
                <c:pt idx="4516">
                  <c:v>19-02-2018</c:v>
                </c:pt>
                <c:pt idx="4517">
                  <c:v>20-02-2018</c:v>
                </c:pt>
                <c:pt idx="4518">
                  <c:v>21-02-2018</c:v>
                </c:pt>
                <c:pt idx="4519">
                  <c:v>22-02-2018</c:v>
                </c:pt>
                <c:pt idx="4520">
                  <c:v>23-02-2018</c:v>
                </c:pt>
                <c:pt idx="4521">
                  <c:v>26-02-2018</c:v>
                </c:pt>
                <c:pt idx="4522">
                  <c:v>27-02-2018</c:v>
                </c:pt>
                <c:pt idx="4523">
                  <c:v>28-02-2018</c:v>
                </c:pt>
                <c:pt idx="4524">
                  <c:v>01-03-2018</c:v>
                </c:pt>
                <c:pt idx="4525">
                  <c:v>05-03-2018</c:v>
                </c:pt>
                <c:pt idx="4526">
                  <c:v>06-03-2018</c:v>
                </c:pt>
                <c:pt idx="4527">
                  <c:v>07-03-2018</c:v>
                </c:pt>
                <c:pt idx="4528">
                  <c:v>08-03-2018</c:v>
                </c:pt>
                <c:pt idx="4529">
                  <c:v>09-03-2018</c:v>
                </c:pt>
                <c:pt idx="4530">
                  <c:v>12-03-2018</c:v>
                </c:pt>
                <c:pt idx="4531">
                  <c:v>13-03-2018</c:v>
                </c:pt>
                <c:pt idx="4532">
                  <c:v>14-03-2018</c:v>
                </c:pt>
                <c:pt idx="4533">
                  <c:v>15-03-2018</c:v>
                </c:pt>
                <c:pt idx="4534">
                  <c:v>16-03-2018</c:v>
                </c:pt>
                <c:pt idx="4535">
                  <c:v>19-03-2018</c:v>
                </c:pt>
                <c:pt idx="4536">
                  <c:v>20-03-2018</c:v>
                </c:pt>
                <c:pt idx="4537">
                  <c:v>21-03-2018</c:v>
                </c:pt>
                <c:pt idx="4538">
                  <c:v>22-03-2018</c:v>
                </c:pt>
                <c:pt idx="4539">
                  <c:v>23-03-2018</c:v>
                </c:pt>
                <c:pt idx="4540">
                  <c:v>26-03-2018</c:v>
                </c:pt>
                <c:pt idx="4541">
                  <c:v>27-03-2018</c:v>
                </c:pt>
                <c:pt idx="4542">
                  <c:v>28-03-2018</c:v>
                </c:pt>
                <c:pt idx="4543">
                  <c:v>02-04-2018</c:v>
                </c:pt>
                <c:pt idx="4544">
                  <c:v>03-04-2018</c:v>
                </c:pt>
                <c:pt idx="4545">
                  <c:v>04-04-2018</c:v>
                </c:pt>
                <c:pt idx="4546">
                  <c:v>05-04-2018</c:v>
                </c:pt>
                <c:pt idx="4547">
                  <c:v>06-04-2018</c:v>
                </c:pt>
                <c:pt idx="4548">
                  <c:v>09-04-2018</c:v>
                </c:pt>
                <c:pt idx="4549">
                  <c:v>10-04-2018</c:v>
                </c:pt>
                <c:pt idx="4550">
                  <c:v>11-04-2018</c:v>
                </c:pt>
                <c:pt idx="4551">
                  <c:v>12-04-2018</c:v>
                </c:pt>
                <c:pt idx="4552">
                  <c:v>13-04-2018</c:v>
                </c:pt>
                <c:pt idx="4553">
                  <c:v>16-04-2018</c:v>
                </c:pt>
                <c:pt idx="4554">
                  <c:v>17-04-2018</c:v>
                </c:pt>
                <c:pt idx="4555">
                  <c:v>18-04-2018</c:v>
                </c:pt>
                <c:pt idx="4556">
                  <c:v>19-04-2018</c:v>
                </c:pt>
                <c:pt idx="4557">
                  <c:v>20-04-2018</c:v>
                </c:pt>
                <c:pt idx="4558">
                  <c:v>23-04-2018</c:v>
                </c:pt>
                <c:pt idx="4559">
                  <c:v>24-04-2018</c:v>
                </c:pt>
                <c:pt idx="4560">
                  <c:v>25-04-2018</c:v>
                </c:pt>
                <c:pt idx="4561">
                  <c:v>26-04-2018</c:v>
                </c:pt>
                <c:pt idx="4562">
                  <c:v>27-04-2018</c:v>
                </c:pt>
                <c:pt idx="4563">
                  <c:v>30-04-2018</c:v>
                </c:pt>
                <c:pt idx="4564">
                  <c:v>02-05-2018</c:v>
                </c:pt>
                <c:pt idx="4565">
                  <c:v>03-05-2018</c:v>
                </c:pt>
                <c:pt idx="4566">
                  <c:v>04-05-2018</c:v>
                </c:pt>
                <c:pt idx="4567">
                  <c:v>07-05-2018</c:v>
                </c:pt>
                <c:pt idx="4568">
                  <c:v>08-05-2018</c:v>
                </c:pt>
                <c:pt idx="4569">
                  <c:v>09-05-2018</c:v>
                </c:pt>
                <c:pt idx="4570">
                  <c:v>10-05-2018</c:v>
                </c:pt>
                <c:pt idx="4571">
                  <c:v>11-05-2018</c:v>
                </c:pt>
                <c:pt idx="4572">
                  <c:v>14-05-2018</c:v>
                </c:pt>
                <c:pt idx="4573">
                  <c:v>15-05-2018</c:v>
                </c:pt>
                <c:pt idx="4574">
                  <c:v>16-05-2018</c:v>
                </c:pt>
                <c:pt idx="4575">
                  <c:v>17-05-2018</c:v>
                </c:pt>
                <c:pt idx="4576">
                  <c:v>18-05-2018</c:v>
                </c:pt>
                <c:pt idx="4577">
                  <c:v>21-05-2018</c:v>
                </c:pt>
                <c:pt idx="4578">
                  <c:v>22-05-2018</c:v>
                </c:pt>
                <c:pt idx="4579">
                  <c:v>23-05-2018</c:v>
                </c:pt>
                <c:pt idx="4580">
                  <c:v>24-05-2018</c:v>
                </c:pt>
                <c:pt idx="4581">
                  <c:v>25-05-2018</c:v>
                </c:pt>
                <c:pt idx="4582">
                  <c:v>28-05-2018</c:v>
                </c:pt>
                <c:pt idx="4583">
                  <c:v>29-05-2018</c:v>
                </c:pt>
                <c:pt idx="4584">
                  <c:v>30-05-2018</c:v>
                </c:pt>
                <c:pt idx="4585">
                  <c:v>31-05-2018</c:v>
                </c:pt>
                <c:pt idx="4586">
                  <c:v>01-06-2018</c:v>
                </c:pt>
                <c:pt idx="4587">
                  <c:v>04-06-2018</c:v>
                </c:pt>
                <c:pt idx="4588">
                  <c:v>05-06-2018</c:v>
                </c:pt>
                <c:pt idx="4589">
                  <c:v>06-06-2018</c:v>
                </c:pt>
                <c:pt idx="4590">
                  <c:v>07-06-2018</c:v>
                </c:pt>
                <c:pt idx="4591">
                  <c:v>08-06-2018</c:v>
                </c:pt>
                <c:pt idx="4592">
                  <c:v>11-06-2018</c:v>
                </c:pt>
                <c:pt idx="4593">
                  <c:v>12-06-2018</c:v>
                </c:pt>
                <c:pt idx="4594">
                  <c:v>13-06-2018</c:v>
                </c:pt>
                <c:pt idx="4595">
                  <c:v>14-06-2018</c:v>
                </c:pt>
                <c:pt idx="4596">
                  <c:v>15-06-2018</c:v>
                </c:pt>
                <c:pt idx="4597">
                  <c:v>18-06-2018</c:v>
                </c:pt>
                <c:pt idx="4598">
                  <c:v>19-06-2018</c:v>
                </c:pt>
                <c:pt idx="4599">
                  <c:v>20-06-2018</c:v>
                </c:pt>
                <c:pt idx="4600">
                  <c:v>21-06-2018</c:v>
                </c:pt>
                <c:pt idx="4601">
                  <c:v>22-06-2018</c:v>
                </c:pt>
                <c:pt idx="4602">
                  <c:v>25-06-2018</c:v>
                </c:pt>
                <c:pt idx="4603">
                  <c:v>26-06-2018</c:v>
                </c:pt>
                <c:pt idx="4604">
                  <c:v>27-06-2018</c:v>
                </c:pt>
                <c:pt idx="4605">
                  <c:v>28-06-2018</c:v>
                </c:pt>
                <c:pt idx="4606">
                  <c:v>29-06-2018</c:v>
                </c:pt>
                <c:pt idx="4607">
                  <c:v>02-07-2018</c:v>
                </c:pt>
                <c:pt idx="4608">
                  <c:v>03-07-2018</c:v>
                </c:pt>
                <c:pt idx="4609">
                  <c:v>04-07-2018</c:v>
                </c:pt>
                <c:pt idx="4610">
                  <c:v>05-07-2018</c:v>
                </c:pt>
                <c:pt idx="4611">
                  <c:v>06-07-2018</c:v>
                </c:pt>
                <c:pt idx="4612">
                  <c:v>09-07-2018</c:v>
                </c:pt>
                <c:pt idx="4613">
                  <c:v>10-07-2018</c:v>
                </c:pt>
                <c:pt idx="4614">
                  <c:v>11-07-2018</c:v>
                </c:pt>
                <c:pt idx="4615">
                  <c:v>12-07-2018</c:v>
                </c:pt>
                <c:pt idx="4616">
                  <c:v>13-07-2018</c:v>
                </c:pt>
                <c:pt idx="4617">
                  <c:v>16-07-2018</c:v>
                </c:pt>
                <c:pt idx="4618">
                  <c:v>17-07-2018</c:v>
                </c:pt>
                <c:pt idx="4619">
                  <c:v>18-07-2018</c:v>
                </c:pt>
                <c:pt idx="4620">
                  <c:v>19-07-2018</c:v>
                </c:pt>
                <c:pt idx="4621">
                  <c:v>20-07-2018</c:v>
                </c:pt>
                <c:pt idx="4622">
                  <c:v>23-07-2018</c:v>
                </c:pt>
                <c:pt idx="4623">
                  <c:v>24-07-2018</c:v>
                </c:pt>
                <c:pt idx="4624">
                  <c:v>25-07-2018</c:v>
                </c:pt>
                <c:pt idx="4625">
                  <c:v>26-07-2018</c:v>
                </c:pt>
                <c:pt idx="4626">
                  <c:v>27-07-2018</c:v>
                </c:pt>
                <c:pt idx="4627">
                  <c:v>30-07-2018</c:v>
                </c:pt>
                <c:pt idx="4628">
                  <c:v>31-07-2018</c:v>
                </c:pt>
                <c:pt idx="4629">
                  <c:v>01-08-2018</c:v>
                </c:pt>
                <c:pt idx="4630">
                  <c:v>02-08-2018</c:v>
                </c:pt>
                <c:pt idx="4631">
                  <c:v>03-08-2018</c:v>
                </c:pt>
                <c:pt idx="4632">
                  <c:v>06-08-2018</c:v>
                </c:pt>
                <c:pt idx="4633">
                  <c:v>07-08-2018</c:v>
                </c:pt>
                <c:pt idx="4634">
                  <c:v>08-08-2018</c:v>
                </c:pt>
                <c:pt idx="4635">
                  <c:v>09-08-2018</c:v>
                </c:pt>
                <c:pt idx="4636">
                  <c:v>10-08-2018</c:v>
                </c:pt>
                <c:pt idx="4637">
                  <c:v>13-08-2018</c:v>
                </c:pt>
                <c:pt idx="4638">
                  <c:v>14-08-2018</c:v>
                </c:pt>
                <c:pt idx="4639">
                  <c:v>16-08-2018</c:v>
                </c:pt>
                <c:pt idx="4640">
                  <c:v>17-08-2018</c:v>
                </c:pt>
                <c:pt idx="4641">
                  <c:v>20-08-2018</c:v>
                </c:pt>
                <c:pt idx="4642">
                  <c:v>21-08-2018</c:v>
                </c:pt>
                <c:pt idx="4643">
                  <c:v>23-08-2018</c:v>
                </c:pt>
                <c:pt idx="4644">
                  <c:v>24-08-2018</c:v>
                </c:pt>
                <c:pt idx="4645">
                  <c:v>27-08-2018</c:v>
                </c:pt>
                <c:pt idx="4646">
                  <c:v>28-08-2018</c:v>
                </c:pt>
                <c:pt idx="4647">
                  <c:v>29-08-2018</c:v>
                </c:pt>
                <c:pt idx="4648">
                  <c:v>30-08-2018</c:v>
                </c:pt>
                <c:pt idx="4649">
                  <c:v>31-08-2018</c:v>
                </c:pt>
                <c:pt idx="4650">
                  <c:v>03-09-2018</c:v>
                </c:pt>
                <c:pt idx="4651">
                  <c:v>04-09-2018</c:v>
                </c:pt>
                <c:pt idx="4652">
                  <c:v>05-09-2018</c:v>
                </c:pt>
                <c:pt idx="4653">
                  <c:v>06-09-2018</c:v>
                </c:pt>
                <c:pt idx="4654">
                  <c:v>07-09-2018</c:v>
                </c:pt>
                <c:pt idx="4655">
                  <c:v>10-09-2018</c:v>
                </c:pt>
                <c:pt idx="4656">
                  <c:v>11-09-2018</c:v>
                </c:pt>
                <c:pt idx="4657">
                  <c:v>12-09-2018</c:v>
                </c:pt>
                <c:pt idx="4658">
                  <c:v>14-09-2018</c:v>
                </c:pt>
                <c:pt idx="4659">
                  <c:v>17-09-2018</c:v>
                </c:pt>
                <c:pt idx="4660">
                  <c:v>18-09-2018</c:v>
                </c:pt>
                <c:pt idx="4661">
                  <c:v>19-09-2018</c:v>
                </c:pt>
                <c:pt idx="4662">
                  <c:v>21-09-2018</c:v>
                </c:pt>
                <c:pt idx="4663">
                  <c:v>24-09-2018</c:v>
                </c:pt>
                <c:pt idx="4664">
                  <c:v>25-09-2018</c:v>
                </c:pt>
                <c:pt idx="4665">
                  <c:v>26-09-2018</c:v>
                </c:pt>
                <c:pt idx="4666">
                  <c:v>27-09-2018</c:v>
                </c:pt>
                <c:pt idx="4667">
                  <c:v>28-09-2018</c:v>
                </c:pt>
                <c:pt idx="4668">
                  <c:v>01-10-2018</c:v>
                </c:pt>
                <c:pt idx="4669">
                  <c:v>03-10-2018</c:v>
                </c:pt>
                <c:pt idx="4670">
                  <c:v>04-10-2018</c:v>
                </c:pt>
                <c:pt idx="4671">
                  <c:v>05-10-2018</c:v>
                </c:pt>
                <c:pt idx="4672">
                  <c:v>08-10-2018</c:v>
                </c:pt>
                <c:pt idx="4673">
                  <c:v>09-10-2018</c:v>
                </c:pt>
                <c:pt idx="4674">
                  <c:v>10-10-2018</c:v>
                </c:pt>
                <c:pt idx="4675">
                  <c:v>11-10-2018</c:v>
                </c:pt>
                <c:pt idx="4676">
                  <c:v>12-10-2018</c:v>
                </c:pt>
                <c:pt idx="4677">
                  <c:v>15-10-2018</c:v>
                </c:pt>
                <c:pt idx="4678">
                  <c:v>16-10-2018</c:v>
                </c:pt>
                <c:pt idx="4679">
                  <c:v>17-10-2018</c:v>
                </c:pt>
                <c:pt idx="4680">
                  <c:v>19-10-2018</c:v>
                </c:pt>
                <c:pt idx="4681">
                  <c:v>22-10-2018</c:v>
                </c:pt>
                <c:pt idx="4682">
                  <c:v>23-10-2018</c:v>
                </c:pt>
                <c:pt idx="4683">
                  <c:v>24-10-2018</c:v>
                </c:pt>
                <c:pt idx="4684">
                  <c:v>25-10-2018</c:v>
                </c:pt>
                <c:pt idx="4685">
                  <c:v>26-10-2018</c:v>
                </c:pt>
                <c:pt idx="4686">
                  <c:v>29-10-2018</c:v>
                </c:pt>
                <c:pt idx="4687">
                  <c:v>30-10-2018</c:v>
                </c:pt>
                <c:pt idx="4688">
                  <c:v>31-10-2018</c:v>
                </c:pt>
                <c:pt idx="4689">
                  <c:v>01-11-2018</c:v>
                </c:pt>
                <c:pt idx="4690">
                  <c:v>02-11-2018</c:v>
                </c:pt>
                <c:pt idx="4691">
                  <c:v>05-11-2018</c:v>
                </c:pt>
                <c:pt idx="4692">
                  <c:v>06-11-2018</c:v>
                </c:pt>
                <c:pt idx="4693">
                  <c:v>07-11-2018</c:v>
                </c:pt>
                <c:pt idx="4694">
                  <c:v>09-11-2018</c:v>
                </c:pt>
                <c:pt idx="4695">
                  <c:v>12-11-2018</c:v>
                </c:pt>
                <c:pt idx="4696">
                  <c:v>13-11-2018</c:v>
                </c:pt>
                <c:pt idx="4697">
                  <c:v>14-11-2018</c:v>
                </c:pt>
                <c:pt idx="4698">
                  <c:v>15-11-2018</c:v>
                </c:pt>
                <c:pt idx="4699">
                  <c:v>16-11-2018</c:v>
                </c:pt>
                <c:pt idx="4700">
                  <c:v>19-11-2018</c:v>
                </c:pt>
                <c:pt idx="4701">
                  <c:v>20-11-2018</c:v>
                </c:pt>
                <c:pt idx="4702">
                  <c:v>21-11-2018</c:v>
                </c:pt>
                <c:pt idx="4703">
                  <c:v>22-11-2018</c:v>
                </c:pt>
                <c:pt idx="4704">
                  <c:v>26-11-2018</c:v>
                </c:pt>
                <c:pt idx="4705">
                  <c:v>27-11-2018</c:v>
                </c:pt>
                <c:pt idx="4706">
                  <c:v>28-11-2018</c:v>
                </c:pt>
                <c:pt idx="4707">
                  <c:v>29-11-2018</c:v>
                </c:pt>
                <c:pt idx="4708">
                  <c:v>30-11-2018</c:v>
                </c:pt>
                <c:pt idx="4709">
                  <c:v>03-12-2018</c:v>
                </c:pt>
                <c:pt idx="4710">
                  <c:v>04-12-2018</c:v>
                </c:pt>
                <c:pt idx="4711">
                  <c:v>05-12-2018</c:v>
                </c:pt>
                <c:pt idx="4712">
                  <c:v>06-12-2018</c:v>
                </c:pt>
                <c:pt idx="4713">
                  <c:v>07-12-2018</c:v>
                </c:pt>
                <c:pt idx="4714">
                  <c:v>10-12-2018</c:v>
                </c:pt>
                <c:pt idx="4715">
                  <c:v>11-12-2018</c:v>
                </c:pt>
                <c:pt idx="4716">
                  <c:v>12-12-2018</c:v>
                </c:pt>
                <c:pt idx="4717">
                  <c:v>13-12-2018</c:v>
                </c:pt>
                <c:pt idx="4718">
                  <c:v>14-12-2018</c:v>
                </c:pt>
                <c:pt idx="4719">
                  <c:v>17-12-2018</c:v>
                </c:pt>
                <c:pt idx="4720">
                  <c:v>18-12-2018</c:v>
                </c:pt>
                <c:pt idx="4721">
                  <c:v>19-12-2018</c:v>
                </c:pt>
                <c:pt idx="4722">
                  <c:v>20-12-2018</c:v>
                </c:pt>
                <c:pt idx="4723">
                  <c:v>21-12-2018</c:v>
                </c:pt>
                <c:pt idx="4724">
                  <c:v>24-12-2018</c:v>
                </c:pt>
                <c:pt idx="4725">
                  <c:v>26-12-2018</c:v>
                </c:pt>
                <c:pt idx="4726">
                  <c:v>27-12-2018</c:v>
                </c:pt>
                <c:pt idx="4727">
                  <c:v>28-12-2018</c:v>
                </c:pt>
                <c:pt idx="4728">
                  <c:v>31-12-2018</c:v>
                </c:pt>
                <c:pt idx="4729">
                  <c:v>01-01-2019</c:v>
                </c:pt>
                <c:pt idx="4730">
                  <c:v>02-01-2019</c:v>
                </c:pt>
                <c:pt idx="4731">
                  <c:v>03-01-2019</c:v>
                </c:pt>
                <c:pt idx="4732">
                  <c:v>04-01-2019</c:v>
                </c:pt>
                <c:pt idx="4733">
                  <c:v>07-01-2019</c:v>
                </c:pt>
                <c:pt idx="4734">
                  <c:v>08-01-2019</c:v>
                </c:pt>
                <c:pt idx="4735">
                  <c:v>09-01-2019</c:v>
                </c:pt>
                <c:pt idx="4736">
                  <c:v>10-01-2019</c:v>
                </c:pt>
                <c:pt idx="4737">
                  <c:v>11-01-2019</c:v>
                </c:pt>
                <c:pt idx="4738">
                  <c:v>14-01-2019</c:v>
                </c:pt>
                <c:pt idx="4739">
                  <c:v>15-01-2019</c:v>
                </c:pt>
                <c:pt idx="4740">
                  <c:v>16-01-2019</c:v>
                </c:pt>
                <c:pt idx="4741">
                  <c:v>17-01-2019</c:v>
                </c:pt>
                <c:pt idx="4742">
                  <c:v>18-01-2019</c:v>
                </c:pt>
                <c:pt idx="4743">
                  <c:v>21-01-2019</c:v>
                </c:pt>
                <c:pt idx="4744">
                  <c:v>22-01-2019</c:v>
                </c:pt>
                <c:pt idx="4745">
                  <c:v>23-01-2019</c:v>
                </c:pt>
                <c:pt idx="4746">
                  <c:v>24-01-2019</c:v>
                </c:pt>
                <c:pt idx="4747">
                  <c:v>25-01-2019</c:v>
                </c:pt>
                <c:pt idx="4748">
                  <c:v>28-01-2019</c:v>
                </c:pt>
                <c:pt idx="4749">
                  <c:v>29-01-2019</c:v>
                </c:pt>
                <c:pt idx="4750">
                  <c:v>30-01-2019</c:v>
                </c:pt>
                <c:pt idx="4751">
                  <c:v>31-01-2019</c:v>
                </c:pt>
                <c:pt idx="4752">
                  <c:v>01-02-2019</c:v>
                </c:pt>
                <c:pt idx="4753">
                  <c:v>04-02-2019</c:v>
                </c:pt>
                <c:pt idx="4754">
                  <c:v>05-02-2019</c:v>
                </c:pt>
                <c:pt idx="4755">
                  <c:v>06-02-2019</c:v>
                </c:pt>
                <c:pt idx="4756">
                  <c:v>07-02-2019</c:v>
                </c:pt>
                <c:pt idx="4757">
                  <c:v>08-02-2019</c:v>
                </c:pt>
                <c:pt idx="4758">
                  <c:v>11-02-2019</c:v>
                </c:pt>
                <c:pt idx="4759">
                  <c:v>12-02-2019</c:v>
                </c:pt>
                <c:pt idx="4760">
                  <c:v>13-02-2019</c:v>
                </c:pt>
                <c:pt idx="4761">
                  <c:v>14-02-2019</c:v>
                </c:pt>
                <c:pt idx="4762">
                  <c:v>15-02-2019</c:v>
                </c:pt>
                <c:pt idx="4763">
                  <c:v>18-02-2019</c:v>
                </c:pt>
                <c:pt idx="4764">
                  <c:v>19-02-2019</c:v>
                </c:pt>
                <c:pt idx="4765">
                  <c:v>20-02-2019</c:v>
                </c:pt>
                <c:pt idx="4766">
                  <c:v>21-02-2019</c:v>
                </c:pt>
                <c:pt idx="4767">
                  <c:v>22-02-2019</c:v>
                </c:pt>
                <c:pt idx="4768">
                  <c:v>25-02-2019</c:v>
                </c:pt>
                <c:pt idx="4769">
                  <c:v>26-02-2019</c:v>
                </c:pt>
                <c:pt idx="4770">
                  <c:v>27-02-2019</c:v>
                </c:pt>
                <c:pt idx="4771">
                  <c:v>28-02-2019</c:v>
                </c:pt>
                <c:pt idx="4772">
                  <c:v>01-03-2019</c:v>
                </c:pt>
                <c:pt idx="4773">
                  <c:v>05-03-2019</c:v>
                </c:pt>
                <c:pt idx="4774">
                  <c:v>06-03-2019</c:v>
                </c:pt>
                <c:pt idx="4775">
                  <c:v>07-03-2019</c:v>
                </c:pt>
                <c:pt idx="4776">
                  <c:v>08-03-2019</c:v>
                </c:pt>
                <c:pt idx="4777">
                  <c:v>11-03-2019</c:v>
                </c:pt>
                <c:pt idx="4778">
                  <c:v>12-03-2019</c:v>
                </c:pt>
                <c:pt idx="4779">
                  <c:v>13-03-2019</c:v>
                </c:pt>
                <c:pt idx="4780">
                  <c:v>14-03-2019</c:v>
                </c:pt>
                <c:pt idx="4781">
                  <c:v>15-03-2019</c:v>
                </c:pt>
                <c:pt idx="4782">
                  <c:v>18-03-2019</c:v>
                </c:pt>
                <c:pt idx="4783">
                  <c:v>19-03-2019</c:v>
                </c:pt>
                <c:pt idx="4784">
                  <c:v>20-03-2019</c:v>
                </c:pt>
                <c:pt idx="4785">
                  <c:v>22-03-2019</c:v>
                </c:pt>
                <c:pt idx="4786">
                  <c:v>25-03-2019</c:v>
                </c:pt>
                <c:pt idx="4787">
                  <c:v>26-03-2019</c:v>
                </c:pt>
                <c:pt idx="4788">
                  <c:v>27-03-2019</c:v>
                </c:pt>
                <c:pt idx="4789">
                  <c:v>28-03-2019</c:v>
                </c:pt>
                <c:pt idx="4790">
                  <c:v>29-03-2019</c:v>
                </c:pt>
                <c:pt idx="4791">
                  <c:v>01-04-2019</c:v>
                </c:pt>
                <c:pt idx="4792">
                  <c:v>02-04-2019</c:v>
                </c:pt>
                <c:pt idx="4793">
                  <c:v>03-04-2019</c:v>
                </c:pt>
                <c:pt idx="4794">
                  <c:v>04-04-2019</c:v>
                </c:pt>
                <c:pt idx="4795">
                  <c:v>05-04-2019</c:v>
                </c:pt>
                <c:pt idx="4796">
                  <c:v>08-04-2019</c:v>
                </c:pt>
                <c:pt idx="4797">
                  <c:v>09-04-2019</c:v>
                </c:pt>
                <c:pt idx="4798">
                  <c:v>10-04-2019</c:v>
                </c:pt>
                <c:pt idx="4799">
                  <c:v>11-04-2019</c:v>
                </c:pt>
                <c:pt idx="4800">
                  <c:v>12-04-2019</c:v>
                </c:pt>
                <c:pt idx="4801">
                  <c:v>15-04-2019</c:v>
                </c:pt>
                <c:pt idx="4802">
                  <c:v>16-04-2019</c:v>
                </c:pt>
                <c:pt idx="4803">
                  <c:v>18-04-2019</c:v>
                </c:pt>
                <c:pt idx="4804">
                  <c:v>22-04-2019</c:v>
                </c:pt>
                <c:pt idx="4805">
                  <c:v>23-04-2019</c:v>
                </c:pt>
                <c:pt idx="4806">
                  <c:v>24-04-2019</c:v>
                </c:pt>
                <c:pt idx="4807">
                  <c:v>25-04-2019</c:v>
                </c:pt>
                <c:pt idx="4808">
                  <c:v>26-04-2019</c:v>
                </c:pt>
                <c:pt idx="4809">
                  <c:v>30-04-2019</c:v>
                </c:pt>
                <c:pt idx="4810">
                  <c:v>02-05-2019</c:v>
                </c:pt>
                <c:pt idx="4811">
                  <c:v>03-05-2019</c:v>
                </c:pt>
                <c:pt idx="4812">
                  <c:v>06-05-2019</c:v>
                </c:pt>
                <c:pt idx="4813">
                  <c:v>07-05-2019</c:v>
                </c:pt>
                <c:pt idx="4814">
                  <c:v>08-05-2019</c:v>
                </c:pt>
                <c:pt idx="4815">
                  <c:v>09-05-2019</c:v>
                </c:pt>
                <c:pt idx="4816">
                  <c:v>10-05-2019</c:v>
                </c:pt>
                <c:pt idx="4817">
                  <c:v>13-05-2019</c:v>
                </c:pt>
                <c:pt idx="4818">
                  <c:v>14-05-2019</c:v>
                </c:pt>
                <c:pt idx="4819">
                  <c:v>15-05-2019</c:v>
                </c:pt>
                <c:pt idx="4820">
                  <c:v>16-05-2019</c:v>
                </c:pt>
                <c:pt idx="4821">
                  <c:v>17-05-2019</c:v>
                </c:pt>
                <c:pt idx="4822">
                  <c:v>20-05-2019</c:v>
                </c:pt>
                <c:pt idx="4823">
                  <c:v>21-05-2019</c:v>
                </c:pt>
                <c:pt idx="4824">
                  <c:v>22-05-2019</c:v>
                </c:pt>
                <c:pt idx="4825">
                  <c:v>23-05-2019</c:v>
                </c:pt>
                <c:pt idx="4826">
                  <c:v>24-05-2019</c:v>
                </c:pt>
                <c:pt idx="4827">
                  <c:v>27-05-2019</c:v>
                </c:pt>
                <c:pt idx="4828">
                  <c:v>28-05-2019</c:v>
                </c:pt>
                <c:pt idx="4829">
                  <c:v>29-05-2019</c:v>
                </c:pt>
                <c:pt idx="4830">
                  <c:v>30-05-2019</c:v>
                </c:pt>
                <c:pt idx="4831">
                  <c:v>31-05-2019</c:v>
                </c:pt>
                <c:pt idx="4832">
                  <c:v>03-06-2019</c:v>
                </c:pt>
                <c:pt idx="4833">
                  <c:v>04-06-2019</c:v>
                </c:pt>
                <c:pt idx="4834">
                  <c:v>06-06-2019</c:v>
                </c:pt>
                <c:pt idx="4835">
                  <c:v>07-06-2019</c:v>
                </c:pt>
                <c:pt idx="4836">
                  <c:v>10-06-2019</c:v>
                </c:pt>
                <c:pt idx="4837">
                  <c:v>11-06-2019</c:v>
                </c:pt>
                <c:pt idx="4838">
                  <c:v>12-06-2019</c:v>
                </c:pt>
                <c:pt idx="4839">
                  <c:v>13-06-2019</c:v>
                </c:pt>
                <c:pt idx="4840">
                  <c:v>14-06-2019</c:v>
                </c:pt>
                <c:pt idx="4841">
                  <c:v>17-06-2019</c:v>
                </c:pt>
                <c:pt idx="4842">
                  <c:v>18-06-2019</c:v>
                </c:pt>
                <c:pt idx="4843">
                  <c:v>19-06-2019</c:v>
                </c:pt>
                <c:pt idx="4844">
                  <c:v>20-06-2019</c:v>
                </c:pt>
                <c:pt idx="4845">
                  <c:v>21-06-2019</c:v>
                </c:pt>
                <c:pt idx="4846">
                  <c:v>24-06-2019</c:v>
                </c:pt>
                <c:pt idx="4847">
                  <c:v>25-06-2019</c:v>
                </c:pt>
                <c:pt idx="4848">
                  <c:v>26-06-2019</c:v>
                </c:pt>
                <c:pt idx="4849">
                  <c:v>27-06-2019</c:v>
                </c:pt>
                <c:pt idx="4850">
                  <c:v>28-06-2019</c:v>
                </c:pt>
                <c:pt idx="4851">
                  <c:v>01-07-2019</c:v>
                </c:pt>
                <c:pt idx="4852">
                  <c:v>02-07-2019</c:v>
                </c:pt>
                <c:pt idx="4853">
                  <c:v>03-07-2019</c:v>
                </c:pt>
                <c:pt idx="4854">
                  <c:v>04-07-2019</c:v>
                </c:pt>
                <c:pt idx="4855">
                  <c:v>05-07-2019</c:v>
                </c:pt>
                <c:pt idx="4856">
                  <c:v>08-07-2019</c:v>
                </c:pt>
                <c:pt idx="4857">
                  <c:v>09-07-2019</c:v>
                </c:pt>
                <c:pt idx="4858">
                  <c:v>10-07-2019</c:v>
                </c:pt>
                <c:pt idx="4859">
                  <c:v>11-07-2019</c:v>
                </c:pt>
                <c:pt idx="4860">
                  <c:v>12-07-2019</c:v>
                </c:pt>
                <c:pt idx="4861">
                  <c:v>15-07-2019</c:v>
                </c:pt>
                <c:pt idx="4862">
                  <c:v>16-07-2019</c:v>
                </c:pt>
                <c:pt idx="4863">
                  <c:v>17-07-2019</c:v>
                </c:pt>
                <c:pt idx="4864">
                  <c:v>18-07-2019</c:v>
                </c:pt>
                <c:pt idx="4865">
                  <c:v>19-07-2019</c:v>
                </c:pt>
                <c:pt idx="4866">
                  <c:v>22-07-2019</c:v>
                </c:pt>
                <c:pt idx="4867">
                  <c:v>23-07-2019</c:v>
                </c:pt>
                <c:pt idx="4868">
                  <c:v>24-07-2019</c:v>
                </c:pt>
                <c:pt idx="4869">
                  <c:v>25-07-2019</c:v>
                </c:pt>
                <c:pt idx="4870">
                  <c:v>26-07-2019</c:v>
                </c:pt>
                <c:pt idx="4871">
                  <c:v>29-07-2019</c:v>
                </c:pt>
                <c:pt idx="4872">
                  <c:v>30-07-2019</c:v>
                </c:pt>
                <c:pt idx="4873">
                  <c:v>31-07-2019</c:v>
                </c:pt>
                <c:pt idx="4874">
                  <c:v>01-08-2019</c:v>
                </c:pt>
                <c:pt idx="4875">
                  <c:v>02-08-2019</c:v>
                </c:pt>
                <c:pt idx="4876">
                  <c:v>05-08-2019</c:v>
                </c:pt>
                <c:pt idx="4877">
                  <c:v>06-08-2019</c:v>
                </c:pt>
                <c:pt idx="4878">
                  <c:v>07-08-2019</c:v>
                </c:pt>
                <c:pt idx="4879">
                  <c:v>08-08-2019</c:v>
                </c:pt>
                <c:pt idx="4880">
                  <c:v>09-08-2019</c:v>
                </c:pt>
                <c:pt idx="4881">
                  <c:v>13-08-2019</c:v>
                </c:pt>
                <c:pt idx="4882">
                  <c:v>14-08-2019</c:v>
                </c:pt>
                <c:pt idx="4883">
                  <c:v>16-08-2019</c:v>
                </c:pt>
                <c:pt idx="4884">
                  <c:v>19-08-2019</c:v>
                </c:pt>
                <c:pt idx="4885">
                  <c:v>20-08-2019</c:v>
                </c:pt>
                <c:pt idx="4886">
                  <c:v>21-08-2019</c:v>
                </c:pt>
                <c:pt idx="4887">
                  <c:v>22-08-2019</c:v>
                </c:pt>
                <c:pt idx="4888">
                  <c:v>23-08-2019</c:v>
                </c:pt>
                <c:pt idx="4889">
                  <c:v>26-08-2019</c:v>
                </c:pt>
                <c:pt idx="4890">
                  <c:v>27-08-2019</c:v>
                </c:pt>
                <c:pt idx="4891">
                  <c:v>28-08-2019</c:v>
                </c:pt>
                <c:pt idx="4892">
                  <c:v>29-08-2019</c:v>
                </c:pt>
                <c:pt idx="4893">
                  <c:v>30-08-2019</c:v>
                </c:pt>
                <c:pt idx="4894">
                  <c:v>03-09-2019</c:v>
                </c:pt>
                <c:pt idx="4895">
                  <c:v>04-09-2019</c:v>
                </c:pt>
                <c:pt idx="4896">
                  <c:v>05-09-2019</c:v>
                </c:pt>
                <c:pt idx="4897">
                  <c:v>06-09-2019</c:v>
                </c:pt>
                <c:pt idx="4898">
                  <c:v>09-09-2019</c:v>
                </c:pt>
                <c:pt idx="4899">
                  <c:v>11-09-2019</c:v>
                </c:pt>
                <c:pt idx="4900">
                  <c:v>12-09-2019</c:v>
                </c:pt>
                <c:pt idx="4901">
                  <c:v>13-09-2019</c:v>
                </c:pt>
                <c:pt idx="4902">
                  <c:v>16-09-2019</c:v>
                </c:pt>
                <c:pt idx="4903">
                  <c:v>17-09-2019</c:v>
                </c:pt>
                <c:pt idx="4904">
                  <c:v>18-09-2019</c:v>
                </c:pt>
                <c:pt idx="4905">
                  <c:v>19-09-2019</c:v>
                </c:pt>
                <c:pt idx="4906">
                  <c:v>20-09-2019</c:v>
                </c:pt>
                <c:pt idx="4907">
                  <c:v>23-09-2019</c:v>
                </c:pt>
                <c:pt idx="4908">
                  <c:v>24-09-2019</c:v>
                </c:pt>
                <c:pt idx="4909">
                  <c:v>25-09-2019</c:v>
                </c:pt>
                <c:pt idx="4910">
                  <c:v>26-09-2019</c:v>
                </c:pt>
                <c:pt idx="4911">
                  <c:v>27-09-2019</c:v>
                </c:pt>
                <c:pt idx="4912">
                  <c:v>30-09-2019</c:v>
                </c:pt>
                <c:pt idx="4913">
                  <c:v>01-10-2019</c:v>
                </c:pt>
                <c:pt idx="4914">
                  <c:v>03-10-2019</c:v>
                </c:pt>
                <c:pt idx="4915">
                  <c:v>04-10-2019</c:v>
                </c:pt>
                <c:pt idx="4916">
                  <c:v>07-10-2019</c:v>
                </c:pt>
                <c:pt idx="4917">
                  <c:v>09-10-2019</c:v>
                </c:pt>
                <c:pt idx="4918">
                  <c:v>10-10-2019</c:v>
                </c:pt>
                <c:pt idx="4919">
                  <c:v>11-10-2019</c:v>
                </c:pt>
                <c:pt idx="4920">
                  <c:v>14-10-2019</c:v>
                </c:pt>
                <c:pt idx="4921">
                  <c:v>15-10-2019</c:v>
                </c:pt>
                <c:pt idx="4922">
                  <c:v>16-10-2019</c:v>
                </c:pt>
                <c:pt idx="4923">
                  <c:v>17-10-2019</c:v>
                </c:pt>
                <c:pt idx="4924">
                  <c:v>18-10-2019</c:v>
                </c:pt>
                <c:pt idx="4925">
                  <c:v>22-10-2019</c:v>
                </c:pt>
                <c:pt idx="4926">
                  <c:v>23-10-2019</c:v>
                </c:pt>
                <c:pt idx="4927">
                  <c:v>24-10-2019</c:v>
                </c:pt>
                <c:pt idx="4928">
                  <c:v>25-10-2019</c:v>
                </c:pt>
                <c:pt idx="4929">
                  <c:v>27-10-2019</c:v>
                </c:pt>
                <c:pt idx="4930">
                  <c:v>29-10-2019</c:v>
                </c:pt>
                <c:pt idx="4931">
                  <c:v>30-10-2019</c:v>
                </c:pt>
                <c:pt idx="4932">
                  <c:v>31-10-2019</c:v>
                </c:pt>
                <c:pt idx="4933">
                  <c:v>01-11-2019</c:v>
                </c:pt>
                <c:pt idx="4934">
                  <c:v>04-11-2019</c:v>
                </c:pt>
                <c:pt idx="4935">
                  <c:v>05-11-2019</c:v>
                </c:pt>
                <c:pt idx="4936">
                  <c:v>06-11-2019</c:v>
                </c:pt>
                <c:pt idx="4937">
                  <c:v>07-11-2019</c:v>
                </c:pt>
                <c:pt idx="4938">
                  <c:v>08-11-2019</c:v>
                </c:pt>
                <c:pt idx="4939">
                  <c:v>11-11-2019</c:v>
                </c:pt>
                <c:pt idx="4940">
                  <c:v>13-11-2019</c:v>
                </c:pt>
                <c:pt idx="4941">
                  <c:v>14-11-2019</c:v>
                </c:pt>
                <c:pt idx="4942">
                  <c:v>15-11-2019</c:v>
                </c:pt>
                <c:pt idx="4943">
                  <c:v>18-11-2019</c:v>
                </c:pt>
                <c:pt idx="4944">
                  <c:v>19-11-2019</c:v>
                </c:pt>
                <c:pt idx="4945">
                  <c:v>20-11-2019</c:v>
                </c:pt>
                <c:pt idx="4946">
                  <c:v>21-11-2019</c:v>
                </c:pt>
                <c:pt idx="4947">
                  <c:v>22-11-2019</c:v>
                </c:pt>
                <c:pt idx="4948">
                  <c:v>25-11-2019</c:v>
                </c:pt>
                <c:pt idx="4949">
                  <c:v>26-11-2019</c:v>
                </c:pt>
                <c:pt idx="4950">
                  <c:v>27-11-2019</c:v>
                </c:pt>
                <c:pt idx="4951">
                  <c:v>28-11-2019</c:v>
                </c:pt>
                <c:pt idx="4952">
                  <c:v>29-11-2019</c:v>
                </c:pt>
                <c:pt idx="4953">
                  <c:v>02-12-2019</c:v>
                </c:pt>
                <c:pt idx="4954">
                  <c:v>03-12-2019</c:v>
                </c:pt>
                <c:pt idx="4955">
                  <c:v>04-12-2019</c:v>
                </c:pt>
                <c:pt idx="4956">
                  <c:v>05-12-2019</c:v>
                </c:pt>
                <c:pt idx="4957">
                  <c:v>06-12-2019</c:v>
                </c:pt>
                <c:pt idx="4958">
                  <c:v>09-12-2019</c:v>
                </c:pt>
                <c:pt idx="4959">
                  <c:v>10-12-2019</c:v>
                </c:pt>
                <c:pt idx="4960">
                  <c:v>11-12-2019</c:v>
                </c:pt>
                <c:pt idx="4961">
                  <c:v>12-12-2019</c:v>
                </c:pt>
                <c:pt idx="4962">
                  <c:v>13-12-2019</c:v>
                </c:pt>
                <c:pt idx="4963">
                  <c:v>16-12-2019</c:v>
                </c:pt>
                <c:pt idx="4964">
                  <c:v>17-12-2019</c:v>
                </c:pt>
                <c:pt idx="4965">
                  <c:v>18-12-2019</c:v>
                </c:pt>
                <c:pt idx="4966">
                  <c:v>19-12-2019</c:v>
                </c:pt>
                <c:pt idx="4967">
                  <c:v>20-12-2019</c:v>
                </c:pt>
                <c:pt idx="4968">
                  <c:v>23-12-2019</c:v>
                </c:pt>
                <c:pt idx="4969">
                  <c:v>24-12-2019</c:v>
                </c:pt>
                <c:pt idx="4970">
                  <c:v>26-12-2019</c:v>
                </c:pt>
                <c:pt idx="4971">
                  <c:v>27-12-2019</c:v>
                </c:pt>
                <c:pt idx="4972">
                  <c:v>30-12-2019</c:v>
                </c:pt>
                <c:pt idx="4973">
                  <c:v>31-12-2019</c:v>
                </c:pt>
                <c:pt idx="4974">
                  <c:v>01-01-2020</c:v>
                </c:pt>
                <c:pt idx="4975">
                  <c:v>02-01-2020</c:v>
                </c:pt>
                <c:pt idx="4976">
                  <c:v>03-01-2020</c:v>
                </c:pt>
                <c:pt idx="4977">
                  <c:v>06-01-2020</c:v>
                </c:pt>
                <c:pt idx="4978">
                  <c:v>07-01-2020</c:v>
                </c:pt>
                <c:pt idx="4979">
                  <c:v>08-01-2020</c:v>
                </c:pt>
                <c:pt idx="4980">
                  <c:v>09-01-2020</c:v>
                </c:pt>
                <c:pt idx="4981">
                  <c:v>10-01-2020</c:v>
                </c:pt>
                <c:pt idx="4982">
                  <c:v>13-01-2020</c:v>
                </c:pt>
                <c:pt idx="4983">
                  <c:v>14-01-2020</c:v>
                </c:pt>
                <c:pt idx="4984">
                  <c:v>15-01-2020</c:v>
                </c:pt>
                <c:pt idx="4985">
                  <c:v>16-01-2020</c:v>
                </c:pt>
                <c:pt idx="4986">
                  <c:v>17-01-2020</c:v>
                </c:pt>
                <c:pt idx="4987">
                  <c:v>20-01-2020</c:v>
                </c:pt>
                <c:pt idx="4988">
                  <c:v>21-01-2020</c:v>
                </c:pt>
                <c:pt idx="4989">
                  <c:v>22-01-2020</c:v>
                </c:pt>
                <c:pt idx="4990">
                  <c:v>23-01-2020</c:v>
                </c:pt>
                <c:pt idx="4991">
                  <c:v>24-01-2020</c:v>
                </c:pt>
                <c:pt idx="4992">
                  <c:v>27-01-2020</c:v>
                </c:pt>
                <c:pt idx="4993">
                  <c:v>28-01-2020</c:v>
                </c:pt>
                <c:pt idx="4994">
                  <c:v>29-01-2020</c:v>
                </c:pt>
                <c:pt idx="4995">
                  <c:v>30-01-2020</c:v>
                </c:pt>
                <c:pt idx="4996">
                  <c:v>31-01-2020</c:v>
                </c:pt>
                <c:pt idx="4997">
                  <c:v>01-02-2020</c:v>
                </c:pt>
                <c:pt idx="4998">
                  <c:v>03-02-2020</c:v>
                </c:pt>
                <c:pt idx="4999">
                  <c:v>04-02-2020</c:v>
                </c:pt>
                <c:pt idx="5000">
                  <c:v>05-02-2020</c:v>
                </c:pt>
                <c:pt idx="5001">
                  <c:v>06-02-2020</c:v>
                </c:pt>
                <c:pt idx="5002">
                  <c:v>07-02-2020</c:v>
                </c:pt>
                <c:pt idx="5003">
                  <c:v>10-02-2020</c:v>
                </c:pt>
                <c:pt idx="5004">
                  <c:v>11-02-2020</c:v>
                </c:pt>
                <c:pt idx="5005">
                  <c:v>12-02-2020</c:v>
                </c:pt>
                <c:pt idx="5006">
                  <c:v>13-02-2020</c:v>
                </c:pt>
                <c:pt idx="5007">
                  <c:v>14-02-2020</c:v>
                </c:pt>
                <c:pt idx="5008">
                  <c:v>17-02-2020</c:v>
                </c:pt>
                <c:pt idx="5009">
                  <c:v>18-02-2020</c:v>
                </c:pt>
                <c:pt idx="5010">
                  <c:v>19-02-2020</c:v>
                </c:pt>
                <c:pt idx="5011">
                  <c:v>20-02-2020</c:v>
                </c:pt>
                <c:pt idx="5012">
                  <c:v>24-02-2020</c:v>
                </c:pt>
                <c:pt idx="5013">
                  <c:v>25-02-2020</c:v>
                </c:pt>
                <c:pt idx="5014">
                  <c:v>26-02-2020</c:v>
                </c:pt>
                <c:pt idx="5015">
                  <c:v>27-02-2020</c:v>
                </c:pt>
                <c:pt idx="5016">
                  <c:v>28-02-2020</c:v>
                </c:pt>
                <c:pt idx="5017">
                  <c:v>02-03-2020</c:v>
                </c:pt>
                <c:pt idx="5018">
                  <c:v>03-03-2020</c:v>
                </c:pt>
                <c:pt idx="5019">
                  <c:v>04-03-2020</c:v>
                </c:pt>
                <c:pt idx="5020">
                  <c:v>05-03-2020</c:v>
                </c:pt>
                <c:pt idx="5021">
                  <c:v>06-03-2020</c:v>
                </c:pt>
                <c:pt idx="5022">
                  <c:v>09-03-2020</c:v>
                </c:pt>
                <c:pt idx="5023">
                  <c:v>11-03-2020</c:v>
                </c:pt>
                <c:pt idx="5024">
                  <c:v>12-03-2020</c:v>
                </c:pt>
                <c:pt idx="5025">
                  <c:v>13-03-2020</c:v>
                </c:pt>
                <c:pt idx="5026">
                  <c:v>16-03-2020</c:v>
                </c:pt>
                <c:pt idx="5027">
                  <c:v>17-03-2020</c:v>
                </c:pt>
                <c:pt idx="5028">
                  <c:v>18-03-2020</c:v>
                </c:pt>
                <c:pt idx="5029">
                  <c:v>19-03-2020</c:v>
                </c:pt>
                <c:pt idx="5030">
                  <c:v>20-03-2020</c:v>
                </c:pt>
                <c:pt idx="5031">
                  <c:v>23-03-2020</c:v>
                </c:pt>
                <c:pt idx="5032">
                  <c:v>24-03-2020</c:v>
                </c:pt>
                <c:pt idx="5033">
                  <c:v>25-03-2020</c:v>
                </c:pt>
                <c:pt idx="5034">
                  <c:v>26-03-2020</c:v>
                </c:pt>
                <c:pt idx="5035">
                  <c:v>27-03-2020</c:v>
                </c:pt>
                <c:pt idx="5036">
                  <c:v>30-03-2020</c:v>
                </c:pt>
                <c:pt idx="5037">
                  <c:v>31-03-2020</c:v>
                </c:pt>
                <c:pt idx="5038">
                  <c:v>01-04-2020</c:v>
                </c:pt>
                <c:pt idx="5039">
                  <c:v>03-04-2020</c:v>
                </c:pt>
                <c:pt idx="5040">
                  <c:v>07-04-2020</c:v>
                </c:pt>
                <c:pt idx="5041">
                  <c:v>08-04-2020</c:v>
                </c:pt>
                <c:pt idx="5042">
                  <c:v>09-04-2020</c:v>
                </c:pt>
                <c:pt idx="5043">
                  <c:v>13-04-2020</c:v>
                </c:pt>
                <c:pt idx="5044">
                  <c:v>15-04-2020</c:v>
                </c:pt>
                <c:pt idx="5045">
                  <c:v>16-04-2020</c:v>
                </c:pt>
                <c:pt idx="5046">
                  <c:v>17-04-2020</c:v>
                </c:pt>
                <c:pt idx="5047">
                  <c:v>20-04-2020</c:v>
                </c:pt>
                <c:pt idx="5048">
                  <c:v>21-04-2020</c:v>
                </c:pt>
                <c:pt idx="5049">
                  <c:v>22-04-2020</c:v>
                </c:pt>
                <c:pt idx="5050">
                  <c:v>23-04-2020</c:v>
                </c:pt>
                <c:pt idx="5051">
                  <c:v>24-04-2020</c:v>
                </c:pt>
                <c:pt idx="5052">
                  <c:v>27-04-2020</c:v>
                </c:pt>
                <c:pt idx="5053">
                  <c:v>28-04-2020</c:v>
                </c:pt>
                <c:pt idx="5054">
                  <c:v>29-04-2020</c:v>
                </c:pt>
                <c:pt idx="5055">
                  <c:v>30-04-2020</c:v>
                </c:pt>
                <c:pt idx="5056">
                  <c:v>04-05-2020</c:v>
                </c:pt>
                <c:pt idx="5057">
                  <c:v>05-05-2020</c:v>
                </c:pt>
                <c:pt idx="5058">
                  <c:v>06-05-2020</c:v>
                </c:pt>
                <c:pt idx="5059">
                  <c:v>07-05-2020</c:v>
                </c:pt>
                <c:pt idx="5060">
                  <c:v>08-05-2020</c:v>
                </c:pt>
                <c:pt idx="5061">
                  <c:v>11-05-2020</c:v>
                </c:pt>
                <c:pt idx="5062">
                  <c:v>12-05-2020</c:v>
                </c:pt>
                <c:pt idx="5063">
                  <c:v>13-05-2020</c:v>
                </c:pt>
                <c:pt idx="5064">
                  <c:v>14-05-2020</c:v>
                </c:pt>
                <c:pt idx="5065">
                  <c:v>15-05-2020</c:v>
                </c:pt>
                <c:pt idx="5066">
                  <c:v>18-05-2020</c:v>
                </c:pt>
                <c:pt idx="5067">
                  <c:v>19-05-2020</c:v>
                </c:pt>
                <c:pt idx="5068">
                  <c:v>20-05-2020</c:v>
                </c:pt>
                <c:pt idx="5069">
                  <c:v>21-05-2020</c:v>
                </c:pt>
                <c:pt idx="5070">
                  <c:v>22-05-2020</c:v>
                </c:pt>
                <c:pt idx="5071">
                  <c:v>26-05-2020</c:v>
                </c:pt>
                <c:pt idx="5072">
                  <c:v>27-05-2020</c:v>
                </c:pt>
                <c:pt idx="5073">
                  <c:v>28-05-2020</c:v>
                </c:pt>
                <c:pt idx="5074">
                  <c:v>29-05-2020</c:v>
                </c:pt>
                <c:pt idx="5075">
                  <c:v>01-06-2020</c:v>
                </c:pt>
                <c:pt idx="5076">
                  <c:v>02-06-2020</c:v>
                </c:pt>
                <c:pt idx="5077">
                  <c:v>03-06-2020</c:v>
                </c:pt>
                <c:pt idx="5078">
                  <c:v>04-06-2020</c:v>
                </c:pt>
                <c:pt idx="5079">
                  <c:v>05-06-2020</c:v>
                </c:pt>
                <c:pt idx="5080">
                  <c:v>08-06-2020</c:v>
                </c:pt>
                <c:pt idx="5081">
                  <c:v>09-06-2020</c:v>
                </c:pt>
                <c:pt idx="5082">
                  <c:v>10-06-2020</c:v>
                </c:pt>
                <c:pt idx="5083">
                  <c:v>11-06-2020</c:v>
                </c:pt>
                <c:pt idx="5084">
                  <c:v>12-06-2020</c:v>
                </c:pt>
                <c:pt idx="5085">
                  <c:v>15-06-2020</c:v>
                </c:pt>
                <c:pt idx="5086">
                  <c:v>16-06-2020</c:v>
                </c:pt>
                <c:pt idx="5087">
                  <c:v>17-06-2020</c:v>
                </c:pt>
                <c:pt idx="5088">
                  <c:v>18-06-2020</c:v>
                </c:pt>
                <c:pt idx="5089">
                  <c:v>19-06-2020</c:v>
                </c:pt>
                <c:pt idx="5090">
                  <c:v>22-06-2020</c:v>
                </c:pt>
                <c:pt idx="5091">
                  <c:v>23-06-2020</c:v>
                </c:pt>
                <c:pt idx="5092">
                  <c:v>24-06-2020</c:v>
                </c:pt>
                <c:pt idx="5093">
                  <c:v>25-06-2020</c:v>
                </c:pt>
                <c:pt idx="5094">
                  <c:v>26-06-2020</c:v>
                </c:pt>
                <c:pt idx="5095">
                  <c:v>29-06-2020</c:v>
                </c:pt>
                <c:pt idx="5096">
                  <c:v>30-06-2020</c:v>
                </c:pt>
                <c:pt idx="5097">
                  <c:v>01-07-2020</c:v>
                </c:pt>
                <c:pt idx="5098">
                  <c:v>02-07-2020</c:v>
                </c:pt>
                <c:pt idx="5099">
                  <c:v>03-07-2020</c:v>
                </c:pt>
                <c:pt idx="5100">
                  <c:v>06-07-2020</c:v>
                </c:pt>
                <c:pt idx="5101">
                  <c:v>07-07-2020</c:v>
                </c:pt>
                <c:pt idx="5102">
                  <c:v>08-07-2020</c:v>
                </c:pt>
                <c:pt idx="5103">
                  <c:v>09-07-2020</c:v>
                </c:pt>
                <c:pt idx="5104">
                  <c:v>10-07-2020</c:v>
                </c:pt>
                <c:pt idx="5105">
                  <c:v>13-07-2020</c:v>
                </c:pt>
                <c:pt idx="5106">
                  <c:v>14-07-2020</c:v>
                </c:pt>
                <c:pt idx="5107">
                  <c:v>15-07-2020</c:v>
                </c:pt>
                <c:pt idx="5108">
                  <c:v>16-07-2020</c:v>
                </c:pt>
                <c:pt idx="5109">
                  <c:v>17-07-2020</c:v>
                </c:pt>
                <c:pt idx="5110">
                  <c:v>20-07-2020</c:v>
                </c:pt>
                <c:pt idx="5111">
                  <c:v>21-07-2020</c:v>
                </c:pt>
                <c:pt idx="5112">
                  <c:v>22-07-2020</c:v>
                </c:pt>
                <c:pt idx="5113">
                  <c:v>23-07-2020</c:v>
                </c:pt>
                <c:pt idx="5114">
                  <c:v>24-07-2020</c:v>
                </c:pt>
                <c:pt idx="5115">
                  <c:v>27-07-2020</c:v>
                </c:pt>
                <c:pt idx="5116">
                  <c:v>28-07-2020</c:v>
                </c:pt>
                <c:pt idx="5117">
                  <c:v>29-07-2020</c:v>
                </c:pt>
                <c:pt idx="5118">
                  <c:v>30-07-2020</c:v>
                </c:pt>
                <c:pt idx="5119">
                  <c:v>31-07-2020</c:v>
                </c:pt>
                <c:pt idx="5120">
                  <c:v>03-08-2020</c:v>
                </c:pt>
                <c:pt idx="5121">
                  <c:v>04-08-2020</c:v>
                </c:pt>
                <c:pt idx="5122">
                  <c:v>05-08-2020</c:v>
                </c:pt>
                <c:pt idx="5123">
                  <c:v>06-08-2020</c:v>
                </c:pt>
                <c:pt idx="5124">
                  <c:v>07-08-2020</c:v>
                </c:pt>
                <c:pt idx="5125">
                  <c:v>10-08-2020</c:v>
                </c:pt>
                <c:pt idx="5126">
                  <c:v>11-08-2020</c:v>
                </c:pt>
                <c:pt idx="5127">
                  <c:v>12-08-2020</c:v>
                </c:pt>
                <c:pt idx="5128">
                  <c:v>13-08-2020</c:v>
                </c:pt>
                <c:pt idx="5129">
                  <c:v>14-08-2020</c:v>
                </c:pt>
                <c:pt idx="5130">
                  <c:v>17-08-2020</c:v>
                </c:pt>
                <c:pt idx="5131">
                  <c:v>18-08-2020</c:v>
                </c:pt>
                <c:pt idx="5132">
                  <c:v>19-08-2020</c:v>
                </c:pt>
                <c:pt idx="5133">
                  <c:v>20-08-2020</c:v>
                </c:pt>
                <c:pt idx="5134">
                  <c:v>21-08-2020</c:v>
                </c:pt>
                <c:pt idx="5135">
                  <c:v>24-08-2020</c:v>
                </c:pt>
                <c:pt idx="5136">
                  <c:v>25-08-2020</c:v>
                </c:pt>
                <c:pt idx="5137">
                  <c:v>26-08-2020</c:v>
                </c:pt>
                <c:pt idx="5138">
                  <c:v>27-08-2020</c:v>
                </c:pt>
                <c:pt idx="5139">
                  <c:v>28-08-2020</c:v>
                </c:pt>
                <c:pt idx="5140">
                  <c:v>31-08-2020</c:v>
                </c:pt>
                <c:pt idx="5141">
                  <c:v>01-09-2020</c:v>
                </c:pt>
                <c:pt idx="5142">
                  <c:v>02-09-2020</c:v>
                </c:pt>
                <c:pt idx="5143">
                  <c:v>03-09-2020</c:v>
                </c:pt>
                <c:pt idx="5144">
                  <c:v>04-09-2020</c:v>
                </c:pt>
                <c:pt idx="5145">
                  <c:v>07-09-2020</c:v>
                </c:pt>
                <c:pt idx="5146">
                  <c:v>08-09-2020</c:v>
                </c:pt>
                <c:pt idx="5147">
                  <c:v>09-09-2020</c:v>
                </c:pt>
                <c:pt idx="5148">
                  <c:v>10-09-2020</c:v>
                </c:pt>
                <c:pt idx="5149">
                  <c:v>11-09-2020</c:v>
                </c:pt>
                <c:pt idx="5150">
                  <c:v>14-09-2020</c:v>
                </c:pt>
                <c:pt idx="5151">
                  <c:v>15-09-2020</c:v>
                </c:pt>
                <c:pt idx="5152">
                  <c:v>16-09-2020</c:v>
                </c:pt>
                <c:pt idx="5153">
                  <c:v>17-09-2020</c:v>
                </c:pt>
                <c:pt idx="5154">
                  <c:v>18-09-2020</c:v>
                </c:pt>
                <c:pt idx="5155">
                  <c:v>21-09-2020</c:v>
                </c:pt>
                <c:pt idx="5156">
                  <c:v>22-09-2020</c:v>
                </c:pt>
                <c:pt idx="5157">
                  <c:v>23-09-2020</c:v>
                </c:pt>
                <c:pt idx="5158">
                  <c:v>24-09-2020</c:v>
                </c:pt>
                <c:pt idx="5159">
                  <c:v>25-09-2020</c:v>
                </c:pt>
                <c:pt idx="5160">
                  <c:v>28-09-2020</c:v>
                </c:pt>
                <c:pt idx="5161">
                  <c:v>29-09-2020</c:v>
                </c:pt>
                <c:pt idx="5162">
                  <c:v>30-09-2020</c:v>
                </c:pt>
                <c:pt idx="5163">
                  <c:v>01-10-2020</c:v>
                </c:pt>
                <c:pt idx="5164">
                  <c:v>05-10-2020</c:v>
                </c:pt>
                <c:pt idx="5165">
                  <c:v>06-10-2020</c:v>
                </c:pt>
                <c:pt idx="5166">
                  <c:v>07-10-2020</c:v>
                </c:pt>
                <c:pt idx="5167">
                  <c:v>08-10-2020</c:v>
                </c:pt>
                <c:pt idx="5168">
                  <c:v>09-10-2020</c:v>
                </c:pt>
                <c:pt idx="5169">
                  <c:v>12-10-2020</c:v>
                </c:pt>
                <c:pt idx="5170">
                  <c:v>13-10-2020</c:v>
                </c:pt>
                <c:pt idx="5171">
                  <c:v>14-10-2020</c:v>
                </c:pt>
                <c:pt idx="5172">
                  <c:v>15-10-2020</c:v>
                </c:pt>
                <c:pt idx="5173">
                  <c:v>16-10-2020</c:v>
                </c:pt>
                <c:pt idx="5174">
                  <c:v>19-10-2020</c:v>
                </c:pt>
                <c:pt idx="5175">
                  <c:v>20-10-2020</c:v>
                </c:pt>
                <c:pt idx="5176">
                  <c:v>21-10-2020</c:v>
                </c:pt>
                <c:pt idx="5177">
                  <c:v>22-10-2020</c:v>
                </c:pt>
                <c:pt idx="5178">
                  <c:v>23-10-2020</c:v>
                </c:pt>
                <c:pt idx="5179">
                  <c:v>26-10-2020</c:v>
                </c:pt>
                <c:pt idx="5180">
                  <c:v>27-10-2020</c:v>
                </c:pt>
                <c:pt idx="5181">
                  <c:v>28-10-2020</c:v>
                </c:pt>
                <c:pt idx="5182">
                  <c:v>29-10-2020</c:v>
                </c:pt>
                <c:pt idx="5183">
                  <c:v>30-10-2020</c:v>
                </c:pt>
                <c:pt idx="5184">
                  <c:v>02-11-2020</c:v>
                </c:pt>
                <c:pt idx="5185">
                  <c:v>03-11-2020</c:v>
                </c:pt>
                <c:pt idx="5186">
                  <c:v>04-11-2020</c:v>
                </c:pt>
                <c:pt idx="5187">
                  <c:v>05-11-2020</c:v>
                </c:pt>
                <c:pt idx="5188">
                  <c:v>06-11-2020</c:v>
                </c:pt>
                <c:pt idx="5189">
                  <c:v>09-11-2020</c:v>
                </c:pt>
                <c:pt idx="5190">
                  <c:v>10-11-2020</c:v>
                </c:pt>
                <c:pt idx="5191">
                  <c:v>11-11-2020</c:v>
                </c:pt>
                <c:pt idx="5192">
                  <c:v>12-11-2020</c:v>
                </c:pt>
                <c:pt idx="5193">
                  <c:v>13-11-2020</c:v>
                </c:pt>
                <c:pt idx="5194">
                  <c:v>14-11-2020</c:v>
                </c:pt>
                <c:pt idx="5195">
                  <c:v>17-11-2020</c:v>
                </c:pt>
                <c:pt idx="5196">
                  <c:v>18-11-2020</c:v>
                </c:pt>
                <c:pt idx="5197">
                  <c:v>19-11-2020</c:v>
                </c:pt>
                <c:pt idx="5198">
                  <c:v>20-11-2020</c:v>
                </c:pt>
                <c:pt idx="5199">
                  <c:v>23-11-2020</c:v>
                </c:pt>
                <c:pt idx="5200">
                  <c:v>24-11-2020</c:v>
                </c:pt>
                <c:pt idx="5201">
                  <c:v>25-11-2020</c:v>
                </c:pt>
                <c:pt idx="5202">
                  <c:v>26-11-2020</c:v>
                </c:pt>
                <c:pt idx="5203">
                  <c:v>27-11-2020</c:v>
                </c:pt>
                <c:pt idx="5204">
                  <c:v>01-12-2020</c:v>
                </c:pt>
                <c:pt idx="5205">
                  <c:v>02-12-2020</c:v>
                </c:pt>
                <c:pt idx="5206">
                  <c:v>03-12-2020</c:v>
                </c:pt>
                <c:pt idx="5207">
                  <c:v>04-12-2020</c:v>
                </c:pt>
                <c:pt idx="5208">
                  <c:v>07-12-2020</c:v>
                </c:pt>
                <c:pt idx="5209">
                  <c:v>08-12-2020</c:v>
                </c:pt>
                <c:pt idx="5210">
                  <c:v>09-12-2020</c:v>
                </c:pt>
                <c:pt idx="5211">
                  <c:v>10-12-2020</c:v>
                </c:pt>
                <c:pt idx="5212">
                  <c:v>11-12-2020</c:v>
                </c:pt>
                <c:pt idx="5213">
                  <c:v>14-12-2020</c:v>
                </c:pt>
                <c:pt idx="5214">
                  <c:v>15-12-2020</c:v>
                </c:pt>
                <c:pt idx="5215">
                  <c:v>16-12-2020</c:v>
                </c:pt>
                <c:pt idx="5216">
                  <c:v>17-12-2020</c:v>
                </c:pt>
                <c:pt idx="5217">
                  <c:v>18-12-2020</c:v>
                </c:pt>
                <c:pt idx="5218">
                  <c:v>21-12-2020</c:v>
                </c:pt>
                <c:pt idx="5219">
                  <c:v>22-12-2020</c:v>
                </c:pt>
                <c:pt idx="5220">
                  <c:v>23-12-2020</c:v>
                </c:pt>
                <c:pt idx="5221">
                  <c:v>24-12-2020</c:v>
                </c:pt>
                <c:pt idx="5222">
                  <c:v>28-12-2020</c:v>
                </c:pt>
                <c:pt idx="5223">
                  <c:v>29-12-2020</c:v>
                </c:pt>
                <c:pt idx="5224">
                  <c:v>30-12-2020</c:v>
                </c:pt>
                <c:pt idx="5225">
                  <c:v>31-12-2020</c:v>
                </c:pt>
                <c:pt idx="5226">
                  <c:v>01-01-2021</c:v>
                </c:pt>
                <c:pt idx="5227">
                  <c:v>04-01-2021</c:v>
                </c:pt>
                <c:pt idx="5228">
                  <c:v>05-01-2021</c:v>
                </c:pt>
                <c:pt idx="5229">
                  <c:v>06-01-2021</c:v>
                </c:pt>
                <c:pt idx="5230">
                  <c:v>07-01-2021</c:v>
                </c:pt>
                <c:pt idx="5231">
                  <c:v>08-01-2021</c:v>
                </c:pt>
                <c:pt idx="5232">
                  <c:v>11-01-2021</c:v>
                </c:pt>
                <c:pt idx="5233">
                  <c:v>12-01-2021</c:v>
                </c:pt>
                <c:pt idx="5234">
                  <c:v>13-01-2021</c:v>
                </c:pt>
                <c:pt idx="5235">
                  <c:v>14-01-2021</c:v>
                </c:pt>
                <c:pt idx="5236">
                  <c:v>15-01-2021</c:v>
                </c:pt>
                <c:pt idx="5237">
                  <c:v>18-01-2021</c:v>
                </c:pt>
                <c:pt idx="5238">
                  <c:v>19-01-2021</c:v>
                </c:pt>
                <c:pt idx="5239">
                  <c:v>20-01-2021</c:v>
                </c:pt>
                <c:pt idx="5240">
                  <c:v>21-01-2021</c:v>
                </c:pt>
                <c:pt idx="5241">
                  <c:v>22-01-2021</c:v>
                </c:pt>
                <c:pt idx="5242">
                  <c:v>25-01-2021</c:v>
                </c:pt>
                <c:pt idx="5243">
                  <c:v>27-01-2021</c:v>
                </c:pt>
                <c:pt idx="5244">
                  <c:v>28-01-2021</c:v>
                </c:pt>
                <c:pt idx="5245">
                  <c:v>29-01-2021</c:v>
                </c:pt>
                <c:pt idx="5246">
                  <c:v>01-02-2021</c:v>
                </c:pt>
                <c:pt idx="5247">
                  <c:v>02-02-2021</c:v>
                </c:pt>
                <c:pt idx="5248">
                  <c:v>03-02-2021</c:v>
                </c:pt>
                <c:pt idx="5249">
                  <c:v>04-02-2021</c:v>
                </c:pt>
                <c:pt idx="5250">
                  <c:v>05-02-2021</c:v>
                </c:pt>
                <c:pt idx="5251">
                  <c:v>08-02-2021</c:v>
                </c:pt>
                <c:pt idx="5252">
                  <c:v>09-02-2021</c:v>
                </c:pt>
                <c:pt idx="5253">
                  <c:v>10-02-2021</c:v>
                </c:pt>
                <c:pt idx="5254">
                  <c:v>11-02-2021</c:v>
                </c:pt>
                <c:pt idx="5255">
                  <c:v>12-02-2021</c:v>
                </c:pt>
                <c:pt idx="5256">
                  <c:v>15-02-2021</c:v>
                </c:pt>
                <c:pt idx="5257">
                  <c:v>16-02-2021</c:v>
                </c:pt>
                <c:pt idx="5258">
                  <c:v>17-02-2021</c:v>
                </c:pt>
                <c:pt idx="5259">
                  <c:v>18-02-2021</c:v>
                </c:pt>
                <c:pt idx="5260">
                  <c:v>19-02-2021</c:v>
                </c:pt>
                <c:pt idx="5261">
                  <c:v>22-02-2021</c:v>
                </c:pt>
                <c:pt idx="5262">
                  <c:v>23-02-2021</c:v>
                </c:pt>
                <c:pt idx="5263">
                  <c:v>24-02-2021</c:v>
                </c:pt>
                <c:pt idx="5264">
                  <c:v>25-02-2021</c:v>
                </c:pt>
                <c:pt idx="5265">
                  <c:v>26-02-2021</c:v>
                </c:pt>
                <c:pt idx="5266">
                  <c:v>01-03-2021</c:v>
                </c:pt>
                <c:pt idx="5267">
                  <c:v>02-03-2021</c:v>
                </c:pt>
                <c:pt idx="5268">
                  <c:v>03-03-2021</c:v>
                </c:pt>
                <c:pt idx="5269">
                  <c:v>04-03-2021</c:v>
                </c:pt>
                <c:pt idx="5270">
                  <c:v>05-03-2021</c:v>
                </c:pt>
                <c:pt idx="5271">
                  <c:v>08-03-2021</c:v>
                </c:pt>
                <c:pt idx="5272">
                  <c:v>09-03-2021</c:v>
                </c:pt>
                <c:pt idx="5273">
                  <c:v>10-03-2021</c:v>
                </c:pt>
                <c:pt idx="5274">
                  <c:v>12-03-2021</c:v>
                </c:pt>
                <c:pt idx="5275">
                  <c:v>15-03-2021</c:v>
                </c:pt>
                <c:pt idx="5276">
                  <c:v>16-03-2021</c:v>
                </c:pt>
                <c:pt idx="5277">
                  <c:v>17-03-2021</c:v>
                </c:pt>
                <c:pt idx="5278">
                  <c:v>18-03-2021</c:v>
                </c:pt>
                <c:pt idx="5279">
                  <c:v>19-03-2021</c:v>
                </c:pt>
                <c:pt idx="5280">
                  <c:v>22-03-2021</c:v>
                </c:pt>
                <c:pt idx="5281">
                  <c:v>23-03-2021</c:v>
                </c:pt>
                <c:pt idx="5282">
                  <c:v>24-03-2021</c:v>
                </c:pt>
                <c:pt idx="5283">
                  <c:v>25-03-2021</c:v>
                </c:pt>
                <c:pt idx="5284">
                  <c:v>26-03-2021</c:v>
                </c:pt>
                <c:pt idx="5285">
                  <c:v>30-03-2021</c:v>
                </c:pt>
                <c:pt idx="5286">
                  <c:v>31-03-2021</c:v>
                </c:pt>
                <c:pt idx="5287">
                  <c:v>01-04-2021</c:v>
                </c:pt>
                <c:pt idx="5288">
                  <c:v>05-04-2021</c:v>
                </c:pt>
                <c:pt idx="5289">
                  <c:v>06-04-2021</c:v>
                </c:pt>
                <c:pt idx="5290">
                  <c:v>07-04-2021</c:v>
                </c:pt>
                <c:pt idx="5291">
                  <c:v>08-04-2021</c:v>
                </c:pt>
                <c:pt idx="5292">
                  <c:v>09-04-2021</c:v>
                </c:pt>
                <c:pt idx="5293">
                  <c:v>12-04-2021</c:v>
                </c:pt>
                <c:pt idx="5294">
                  <c:v>13-04-2021</c:v>
                </c:pt>
                <c:pt idx="5295">
                  <c:v>15-04-2021</c:v>
                </c:pt>
                <c:pt idx="5296">
                  <c:v>16-04-2021</c:v>
                </c:pt>
                <c:pt idx="5297">
                  <c:v>19-04-2021</c:v>
                </c:pt>
                <c:pt idx="5298">
                  <c:v>20-04-2021</c:v>
                </c:pt>
                <c:pt idx="5299">
                  <c:v>22-04-2021</c:v>
                </c:pt>
                <c:pt idx="5300">
                  <c:v>23-04-2021</c:v>
                </c:pt>
                <c:pt idx="5301">
                  <c:v>26-04-2021</c:v>
                </c:pt>
                <c:pt idx="5302">
                  <c:v>27-04-2021</c:v>
                </c:pt>
                <c:pt idx="5303">
                  <c:v>28-04-2021</c:v>
                </c:pt>
                <c:pt idx="5304">
                  <c:v>29-04-2021</c:v>
                </c:pt>
                <c:pt idx="5305">
                  <c:v>30-04-2021</c:v>
                </c:pt>
              </c:strCache>
            </c:strRef>
          </c:cat>
          <c:val>
            <c:numRef>
              <c:f>METALPIVOT!$D$5:$D$5311</c:f>
              <c:numCache>
                <c:formatCode>General</c:formatCode>
                <c:ptCount val="5306"/>
                <c:pt idx="0">
                  <c:v>116.35</c:v>
                </c:pt>
                <c:pt idx="1">
                  <c:v>114.7</c:v>
                </c:pt>
                <c:pt idx="2">
                  <c:v>114</c:v>
                </c:pt>
                <c:pt idx="3">
                  <c:v>119.3</c:v>
                </c:pt>
                <c:pt idx="4">
                  <c:v>116.5</c:v>
                </c:pt>
                <c:pt idx="5">
                  <c:v>119</c:v>
                </c:pt>
                <c:pt idx="6">
                  <c:v>114.55</c:v>
                </c:pt>
                <c:pt idx="7">
                  <c:v>115.45</c:v>
                </c:pt>
                <c:pt idx="8">
                  <c:v>115.1</c:v>
                </c:pt>
                <c:pt idx="9">
                  <c:v>113.9</c:v>
                </c:pt>
                <c:pt idx="10">
                  <c:v>115.55</c:v>
                </c:pt>
                <c:pt idx="11">
                  <c:v>114.05</c:v>
                </c:pt>
                <c:pt idx="12">
                  <c:v>117.4</c:v>
                </c:pt>
                <c:pt idx="13">
                  <c:v>116.4</c:v>
                </c:pt>
                <c:pt idx="14">
                  <c:v>114.2</c:v>
                </c:pt>
                <c:pt idx="15">
                  <c:v>112</c:v>
                </c:pt>
                <c:pt idx="16">
                  <c:v>107.55</c:v>
                </c:pt>
                <c:pt idx="17">
                  <c:v>108.2</c:v>
                </c:pt>
                <c:pt idx="18">
                  <c:v>105.75</c:v>
                </c:pt>
                <c:pt idx="19">
                  <c:v>97.3</c:v>
                </c:pt>
                <c:pt idx="20">
                  <c:v>97.85</c:v>
                </c:pt>
                <c:pt idx="21">
                  <c:v>100.25</c:v>
                </c:pt>
                <c:pt idx="22">
                  <c:v>100.95</c:v>
                </c:pt>
                <c:pt idx="23">
                  <c:v>97.3</c:v>
                </c:pt>
                <c:pt idx="24">
                  <c:v>95</c:v>
                </c:pt>
                <c:pt idx="25">
                  <c:v>92.5</c:v>
                </c:pt>
                <c:pt idx="26">
                  <c:v>91.05</c:v>
                </c:pt>
                <c:pt idx="27">
                  <c:v>89.8</c:v>
                </c:pt>
                <c:pt idx="28">
                  <c:v>87.9</c:v>
                </c:pt>
                <c:pt idx="29">
                  <c:v>83.8</c:v>
                </c:pt>
                <c:pt idx="30">
                  <c:v>84.15</c:v>
                </c:pt>
                <c:pt idx="31">
                  <c:v>86.75</c:v>
                </c:pt>
                <c:pt idx="32">
                  <c:v>84</c:v>
                </c:pt>
                <c:pt idx="33">
                  <c:v>80.099999999999994</c:v>
                </c:pt>
                <c:pt idx="34">
                  <c:v>78.150000000000006</c:v>
                </c:pt>
                <c:pt idx="35">
                  <c:v>73.2</c:v>
                </c:pt>
                <c:pt idx="36">
                  <c:v>74.599999999999994</c:v>
                </c:pt>
                <c:pt idx="37">
                  <c:v>74.55</c:v>
                </c:pt>
                <c:pt idx="38">
                  <c:v>69.900000000000006</c:v>
                </c:pt>
                <c:pt idx="39">
                  <c:v>72.45</c:v>
                </c:pt>
                <c:pt idx="40">
                  <c:v>70.349999999999994</c:v>
                </c:pt>
                <c:pt idx="41">
                  <c:v>73.099999999999994</c:v>
                </c:pt>
                <c:pt idx="42">
                  <c:v>68</c:v>
                </c:pt>
                <c:pt idx="43">
                  <c:v>64.599999999999994</c:v>
                </c:pt>
                <c:pt idx="44">
                  <c:v>65.099999999999994</c:v>
                </c:pt>
                <c:pt idx="45">
                  <c:v>61.7</c:v>
                </c:pt>
                <c:pt idx="46">
                  <c:v>61.25</c:v>
                </c:pt>
                <c:pt idx="47">
                  <c:v>62.3</c:v>
                </c:pt>
                <c:pt idx="48">
                  <c:v>60.2</c:v>
                </c:pt>
                <c:pt idx="49">
                  <c:v>58.4</c:v>
                </c:pt>
                <c:pt idx="50">
                  <c:v>62.8</c:v>
                </c:pt>
                <c:pt idx="51">
                  <c:v>67.849999999999994</c:v>
                </c:pt>
                <c:pt idx="52">
                  <c:v>68.2</c:v>
                </c:pt>
                <c:pt idx="53">
                  <c:v>66.5</c:v>
                </c:pt>
                <c:pt idx="54">
                  <c:v>63.95</c:v>
                </c:pt>
                <c:pt idx="55">
                  <c:v>60.95</c:v>
                </c:pt>
                <c:pt idx="56">
                  <c:v>61.25</c:v>
                </c:pt>
                <c:pt idx="57">
                  <c:v>62.95</c:v>
                </c:pt>
                <c:pt idx="58">
                  <c:v>61.05</c:v>
                </c:pt>
                <c:pt idx="59">
                  <c:v>61.15</c:v>
                </c:pt>
                <c:pt idx="60">
                  <c:v>64.3</c:v>
                </c:pt>
                <c:pt idx="61">
                  <c:v>64.5</c:v>
                </c:pt>
                <c:pt idx="62">
                  <c:v>66.75</c:v>
                </c:pt>
                <c:pt idx="63">
                  <c:v>61.45</c:v>
                </c:pt>
                <c:pt idx="64">
                  <c:v>63.4</c:v>
                </c:pt>
                <c:pt idx="65">
                  <c:v>62.45</c:v>
                </c:pt>
                <c:pt idx="66">
                  <c:v>60.95</c:v>
                </c:pt>
                <c:pt idx="67">
                  <c:v>65.25</c:v>
                </c:pt>
                <c:pt idx="68">
                  <c:v>63.25</c:v>
                </c:pt>
                <c:pt idx="69">
                  <c:v>64.75</c:v>
                </c:pt>
                <c:pt idx="70">
                  <c:v>62.95</c:v>
                </c:pt>
                <c:pt idx="71">
                  <c:v>63.4</c:v>
                </c:pt>
                <c:pt idx="72">
                  <c:v>63.1</c:v>
                </c:pt>
                <c:pt idx="73">
                  <c:v>61.3</c:v>
                </c:pt>
                <c:pt idx="74">
                  <c:v>59.05</c:v>
                </c:pt>
                <c:pt idx="75">
                  <c:v>58.7</c:v>
                </c:pt>
                <c:pt idx="76">
                  <c:v>55.9</c:v>
                </c:pt>
                <c:pt idx="77">
                  <c:v>59.35</c:v>
                </c:pt>
                <c:pt idx="78">
                  <c:v>57.9</c:v>
                </c:pt>
                <c:pt idx="79">
                  <c:v>56.15</c:v>
                </c:pt>
                <c:pt idx="80">
                  <c:v>52.55</c:v>
                </c:pt>
                <c:pt idx="81">
                  <c:v>53.25</c:v>
                </c:pt>
                <c:pt idx="82">
                  <c:v>53.8</c:v>
                </c:pt>
                <c:pt idx="83">
                  <c:v>53.7</c:v>
                </c:pt>
                <c:pt idx="84">
                  <c:v>54.05</c:v>
                </c:pt>
                <c:pt idx="85">
                  <c:v>53.2</c:v>
                </c:pt>
                <c:pt idx="86">
                  <c:v>53.7</c:v>
                </c:pt>
                <c:pt idx="87">
                  <c:v>52.75</c:v>
                </c:pt>
                <c:pt idx="88">
                  <c:v>50.8</c:v>
                </c:pt>
                <c:pt idx="89">
                  <c:v>51.8</c:v>
                </c:pt>
                <c:pt idx="90">
                  <c:v>50.15</c:v>
                </c:pt>
                <c:pt idx="91">
                  <c:v>52</c:v>
                </c:pt>
                <c:pt idx="92">
                  <c:v>49.2</c:v>
                </c:pt>
                <c:pt idx="93">
                  <c:v>46.45</c:v>
                </c:pt>
                <c:pt idx="94">
                  <c:v>46.65</c:v>
                </c:pt>
                <c:pt idx="95">
                  <c:v>46.7</c:v>
                </c:pt>
                <c:pt idx="96">
                  <c:v>48.3</c:v>
                </c:pt>
                <c:pt idx="97">
                  <c:v>49.65</c:v>
                </c:pt>
                <c:pt idx="98">
                  <c:v>50.85</c:v>
                </c:pt>
                <c:pt idx="99">
                  <c:v>53.95</c:v>
                </c:pt>
                <c:pt idx="100">
                  <c:v>53.95</c:v>
                </c:pt>
                <c:pt idx="101">
                  <c:v>54.15</c:v>
                </c:pt>
                <c:pt idx="102">
                  <c:v>54.65</c:v>
                </c:pt>
                <c:pt idx="103">
                  <c:v>53.95</c:v>
                </c:pt>
                <c:pt idx="104">
                  <c:v>56.95</c:v>
                </c:pt>
                <c:pt idx="105">
                  <c:v>58.75</c:v>
                </c:pt>
                <c:pt idx="106">
                  <c:v>58.25</c:v>
                </c:pt>
                <c:pt idx="107">
                  <c:v>57.65</c:v>
                </c:pt>
                <c:pt idx="108">
                  <c:v>56.15</c:v>
                </c:pt>
                <c:pt idx="109">
                  <c:v>58.15</c:v>
                </c:pt>
                <c:pt idx="110">
                  <c:v>59.05</c:v>
                </c:pt>
                <c:pt idx="111">
                  <c:v>61.6</c:v>
                </c:pt>
                <c:pt idx="112">
                  <c:v>60.65</c:v>
                </c:pt>
                <c:pt idx="113">
                  <c:v>60.15</c:v>
                </c:pt>
                <c:pt idx="114">
                  <c:v>60.65</c:v>
                </c:pt>
                <c:pt idx="115">
                  <c:v>57.9</c:v>
                </c:pt>
                <c:pt idx="116">
                  <c:v>59.5</c:v>
                </c:pt>
                <c:pt idx="117">
                  <c:v>61.3</c:v>
                </c:pt>
                <c:pt idx="118">
                  <c:v>59.95</c:v>
                </c:pt>
                <c:pt idx="119">
                  <c:v>58.3</c:v>
                </c:pt>
                <c:pt idx="120">
                  <c:v>55.55</c:v>
                </c:pt>
                <c:pt idx="121">
                  <c:v>56.1</c:v>
                </c:pt>
                <c:pt idx="122">
                  <c:v>55.5</c:v>
                </c:pt>
                <c:pt idx="123">
                  <c:v>55.15</c:v>
                </c:pt>
                <c:pt idx="124">
                  <c:v>55.05</c:v>
                </c:pt>
                <c:pt idx="125">
                  <c:v>54.3</c:v>
                </c:pt>
                <c:pt idx="126">
                  <c:v>55.75</c:v>
                </c:pt>
                <c:pt idx="127">
                  <c:v>55.2</c:v>
                </c:pt>
                <c:pt idx="128">
                  <c:v>55</c:v>
                </c:pt>
                <c:pt idx="129">
                  <c:v>57.2</c:v>
                </c:pt>
                <c:pt idx="130">
                  <c:v>59.55</c:v>
                </c:pt>
                <c:pt idx="131">
                  <c:v>63.8</c:v>
                </c:pt>
                <c:pt idx="132">
                  <c:v>60.95</c:v>
                </c:pt>
                <c:pt idx="133">
                  <c:v>62.75</c:v>
                </c:pt>
                <c:pt idx="134">
                  <c:v>63.2</c:v>
                </c:pt>
                <c:pt idx="135">
                  <c:v>61.25</c:v>
                </c:pt>
                <c:pt idx="136">
                  <c:v>61</c:v>
                </c:pt>
                <c:pt idx="137">
                  <c:v>58.05</c:v>
                </c:pt>
                <c:pt idx="138">
                  <c:v>55.2</c:v>
                </c:pt>
                <c:pt idx="139">
                  <c:v>51.35</c:v>
                </c:pt>
                <c:pt idx="140">
                  <c:v>51.9</c:v>
                </c:pt>
                <c:pt idx="141">
                  <c:v>53.1</c:v>
                </c:pt>
                <c:pt idx="142">
                  <c:v>53.2</c:v>
                </c:pt>
                <c:pt idx="143">
                  <c:v>53</c:v>
                </c:pt>
                <c:pt idx="144">
                  <c:v>49.65</c:v>
                </c:pt>
                <c:pt idx="145">
                  <c:v>47.5</c:v>
                </c:pt>
                <c:pt idx="146">
                  <c:v>47.45</c:v>
                </c:pt>
                <c:pt idx="147">
                  <c:v>45</c:v>
                </c:pt>
                <c:pt idx="148">
                  <c:v>42.5</c:v>
                </c:pt>
                <c:pt idx="149">
                  <c:v>42.5</c:v>
                </c:pt>
                <c:pt idx="150">
                  <c:v>42.7</c:v>
                </c:pt>
                <c:pt idx="151">
                  <c:v>44.5</c:v>
                </c:pt>
                <c:pt idx="152">
                  <c:v>43.25</c:v>
                </c:pt>
                <c:pt idx="153">
                  <c:v>42.65</c:v>
                </c:pt>
                <c:pt idx="154">
                  <c:v>43.6</c:v>
                </c:pt>
                <c:pt idx="155">
                  <c:v>45.85</c:v>
                </c:pt>
                <c:pt idx="156">
                  <c:v>44.8</c:v>
                </c:pt>
                <c:pt idx="157">
                  <c:v>43.9</c:v>
                </c:pt>
                <c:pt idx="158">
                  <c:v>45.55</c:v>
                </c:pt>
                <c:pt idx="159">
                  <c:v>46.15</c:v>
                </c:pt>
                <c:pt idx="160">
                  <c:v>46</c:v>
                </c:pt>
                <c:pt idx="161">
                  <c:v>45.1</c:v>
                </c:pt>
                <c:pt idx="162">
                  <c:v>45</c:v>
                </c:pt>
                <c:pt idx="163">
                  <c:v>45.7</c:v>
                </c:pt>
                <c:pt idx="164">
                  <c:v>45.4</c:v>
                </c:pt>
                <c:pt idx="165">
                  <c:v>45.7</c:v>
                </c:pt>
                <c:pt idx="166">
                  <c:v>44.95</c:v>
                </c:pt>
                <c:pt idx="167">
                  <c:v>45.6</c:v>
                </c:pt>
                <c:pt idx="168">
                  <c:v>47.15</c:v>
                </c:pt>
                <c:pt idx="169">
                  <c:v>50.95</c:v>
                </c:pt>
                <c:pt idx="170">
                  <c:v>55.05</c:v>
                </c:pt>
                <c:pt idx="171">
                  <c:v>54.45</c:v>
                </c:pt>
                <c:pt idx="172">
                  <c:v>55.05</c:v>
                </c:pt>
                <c:pt idx="173">
                  <c:v>53</c:v>
                </c:pt>
                <c:pt idx="174">
                  <c:v>51.6</c:v>
                </c:pt>
                <c:pt idx="175">
                  <c:v>50.8</c:v>
                </c:pt>
                <c:pt idx="176">
                  <c:v>47.6</c:v>
                </c:pt>
                <c:pt idx="177">
                  <c:v>46.1</c:v>
                </c:pt>
                <c:pt idx="178">
                  <c:v>44.75</c:v>
                </c:pt>
                <c:pt idx="179">
                  <c:v>46.3</c:v>
                </c:pt>
                <c:pt idx="180">
                  <c:v>46</c:v>
                </c:pt>
                <c:pt idx="181">
                  <c:v>44.05</c:v>
                </c:pt>
                <c:pt idx="182">
                  <c:v>45</c:v>
                </c:pt>
                <c:pt idx="183">
                  <c:v>43.65</c:v>
                </c:pt>
                <c:pt idx="184">
                  <c:v>44.65</c:v>
                </c:pt>
                <c:pt idx="185">
                  <c:v>44.9</c:v>
                </c:pt>
                <c:pt idx="186">
                  <c:v>44.1</c:v>
                </c:pt>
                <c:pt idx="187">
                  <c:v>44.45</c:v>
                </c:pt>
                <c:pt idx="188">
                  <c:v>45.15</c:v>
                </c:pt>
                <c:pt idx="189">
                  <c:v>44.4</c:v>
                </c:pt>
                <c:pt idx="190">
                  <c:v>43.95</c:v>
                </c:pt>
                <c:pt idx="191">
                  <c:v>43.05</c:v>
                </c:pt>
                <c:pt idx="192">
                  <c:v>42.2</c:v>
                </c:pt>
                <c:pt idx="193">
                  <c:v>42.7</c:v>
                </c:pt>
                <c:pt idx="194">
                  <c:v>41.75</c:v>
                </c:pt>
                <c:pt idx="195">
                  <c:v>40.35</c:v>
                </c:pt>
                <c:pt idx="196">
                  <c:v>40.9</c:v>
                </c:pt>
                <c:pt idx="197">
                  <c:v>39.799999999999997</c:v>
                </c:pt>
                <c:pt idx="198">
                  <c:v>40.450000000000003</c:v>
                </c:pt>
                <c:pt idx="199">
                  <c:v>40.35</c:v>
                </c:pt>
                <c:pt idx="200">
                  <c:v>40.049999999999997</c:v>
                </c:pt>
                <c:pt idx="201">
                  <c:v>38.1</c:v>
                </c:pt>
                <c:pt idx="202">
                  <c:v>39</c:v>
                </c:pt>
                <c:pt idx="203">
                  <c:v>39.6</c:v>
                </c:pt>
                <c:pt idx="205">
                  <c:v>41</c:v>
                </c:pt>
                <c:pt idx="206">
                  <c:v>40</c:v>
                </c:pt>
                <c:pt idx="207">
                  <c:v>39.299999999999997</c:v>
                </c:pt>
                <c:pt idx="208">
                  <c:v>40.799999999999997</c:v>
                </c:pt>
                <c:pt idx="209">
                  <c:v>43.95</c:v>
                </c:pt>
                <c:pt idx="210">
                  <c:v>45.85</c:v>
                </c:pt>
                <c:pt idx="211">
                  <c:v>46.75</c:v>
                </c:pt>
                <c:pt idx="212">
                  <c:v>47.95</c:v>
                </c:pt>
                <c:pt idx="213">
                  <c:v>47.65</c:v>
                </c:pt>
                <c:pt idx="214">
                  <c:v>46.65</c:v>
                </c:pt>
                <c:pt idx="215">
                  <c:v>49.7</c:v>
                </c:pt>
                <c:pt idx="216">
                  <c:v>47.4</c:v>
                </c:pt>
                <c:pt idx="217">
                  <c:v>49</c:v>
                </c:pt>
                <c:pt idx="218">
                  <c:v>48.35</c:v>
                </c:pt>
                <c:pt idx="219">
                  <c:v>49</c:v>
                </c:pt>
                <c:pt idx="220">
                  <c:v>50.5</c:v>
                </c:pt>
                <c:pt idx="221">
                  <c:v>50</c:v>
                </c:pt>
                <c:pt idx="222">
                  <c:v>50.15</c:v>
                </c:pt>
                <c:pt idx="223">
                  <c:v>53.8</c:v>
                </c:pt>
                <c:pt idx="224">
                  <c:v>53.95</c:v>
                </c:pt>
                <c:pt idx="225">
                  <c:v>54.5</c:v>
                </c:pt>
                <c:pt idx="226">
                  <c:v>58.55</c:v>
                </c:pt>
                <c:pt idx="227">
                  <c:v>63.15</c:v>
                </c:pt>
                <c:pt idx="228">
                  <c:v>68.2</c:v>
                </c:pt>
                <c:pt idx="229">
                  <c:v>73.7</c:v>
                </c:pt>
                <c:pt idx="230">
                  <c:v>79.599999999999994</c:v>
                </c:pt>
                <c:pt idx="231">
                  <c:v>85.75</c:v>
                </c:pt>
                <c:pt idx="232">
                  <c:v>92.55</c:v>
                </c:pt>
                <c:pt idx="233">
                  <c:v>85.15</c:v>
                </c:pt>
                <c:pt idx="234">
                  <c:v>78.349999999999994</c:v>
                </c:pt>
                <c:pt idx="235">
                  <c:v>83.8</c:v>
                </c:pt>
                <c:pt idx="236">
                  <c:v>81.75</c:v>
                </c:pt>
                <c:pt idx="237">
                  <c:v>79.05</c:v>
                </c:pt>
                <c:pt idx="238">
                  <c:v>79.599999999999994</c:v>
                </c:pt>
                <c:pt idx="239">
                  <c:v>78.599999999999994</c:v>
                </c:pt>
                <c:pt idx="240">
                  <c:v>75.599999999999994</c:v>
                </c:pt>
                <c:pt idx="241">
                  <c:v>80.599999999999994</c:v>
                </c:pt>
                <c:pt idx="242">
                  <c:v>79.05</c:v>
                </c:pt>
                <c:pt idx="243">
                  <c:v>79.7</c:v>
                </c:pt>
                <c:pt idx="244">
                  <c:v>78.2</c:v>
                </c:pt>
                <c:pt idx="245">
                  <c:v>75.8</c:v>
                </c:pt>
                <c:pt idx="246">
                  <c:v>70.599999999999994</c:v>
                </c:pt>
                <c:pt idx="247">
                  <c:v>70.900000000000006</c:v>
                </c:pt>
                <c:pt idx="248">
                  <c:v>72.55</c:v>
                </c:pt>
                <c:pt idx="249">
                  <c:v>73.849999999999994</c:v>
                </c:pt>
                <c:pt idx="250">
                  <c:v>76</c:v>
                </c:pt>
                <c:pt idx="251">
                  <c:v>78.25</c:v>
                </c:pt>
                <c:pt idx="252">
                  <c:v>81.099999999999994</c:v>
                </c:pt>
                <c:pt idx="253">
                  <c:v>78.5</c:v>
                </c:pt>
                <c:pt idx="254">
                  <c:v>77.2</c:v>
                </c:pt>
                <c:pt idx="255">
                  <c:v>78.95</c:v>
                </c:pt>
                <c:pt idx="256">
                  <c:v>85.2</c:v>
                </c:pt>
                <c:pt idx="257">
                  <c:v>87.5</c:v>
                </c:pt>
                <c:pt idx="258">
                  <c:v>83.45</c:v>
                </c:pt>
                <c:pt idx="259">
                  <c:v>90.15</c:v>
                </c:pt>
                <c:pt idx="260">
                  <c:v>93.8</c:v>
                </c:pt>
                <c:pt idx="261">
                  <c:v>88.6</c:v>
                </c:pt>
                <c:pt idx="262">
                  <c:v>89.3</c:v>
                </c:pt>
                <c:pt idx="263">
                  <c:v>89.6</c:v>
                </c:pt>
                <c:pt idx="264">
                  <c:v>86.4</c:v>
                </c:pt>
                <c:pt idx="265">
                  <c:v>85.95</c:v>
                </c:pt>
                <c:pt idx="266">
                  <c:v>87.65</c:v>
                </c:pt>
                <c:pt idx="267">
                  <c:v>87.65</c:v>
                </c:pt>
                <c:pt idx="268">
                  <c:v>94.7</c:v>
                </c:pt>
                <c:pt idx="269">
                  <c:v>97</c:v>
                </c:pt>
                <c:pt idx="270">
                  <c:v>100.65</c:v>
                </c:pt>
                <c:pt idx="271">
                  <c:v>100.35</c:v>
                </c:pt>
                <c:pt idx="272">
                  <c:v>96.4</c:v>
                </c:pt>
                <c:pt idx="273">
                  <c:v>95.1</c:v>
                </c:pt>
                <c:pt idx="274">
                  <c:v>97.8</c:v>
                </c:pt>
                <c:pt idx="275">
                  <c:v>98.95</c:v>
                </c:pt>
                <c:pt idx="276">
                  <c:v>100</c:v>
                </c:pt>
                <c:pt idx="277">
                  <c:v>102.4</c:v>
                </c:pt>
                <c:pt idx="278">
                  <c:v>103.35</c:v>
                </c:pt>
                <c:pt idx="279">
                  <c:v>105.1</c:v>
                </c:pt>
                <c:pt idx="280">
                  <c:v>105.3</c:v>
                </c:pt>
                <c:pt idx="281">
                  <c:v>106.35</c:v>
                </c:pt>
                <c:pt idx="282">
                  <c:v>110.3</c:v>
                </c:pt>
                <c:pt idx="283">
                  <c:v>106.2</c:v>
                </c:pt>
                <c:pt idx="284">
                  <c:v>98</c:v>
                </c:pt>
                <c:pt idx="285">
                  <c:v>97.85</c:v>
                </c:pt>
                <c:pt idx="286">
                  <c:v>97.05</c:v>
                </c:pt>
                <c:pt idx="287">
                  <c:v>94.5</c:v>
                </c:pt>
                <c:pt idx="288">
                  <c:v>89.1</c:v>
                </c:pt>
                <c:pt idx="289">
                  <c:v>86.65</c:v>
                </c:pt>
                <c:pt idx="290">
                  <c:v>82.5</c:v>
                </c:pt>
                <c:pt idx="291">
                  <c:v>83.4</c:v>
                </c:pt>
                <c:pt idx="292">
                  <c:v>85.15</c:v>
                </c:pt>
                <c:pt idx="293">
                  <c:v>78.95</c:v>
                </c:pt>
                <c:pt idx="294">
                  <c:v>75.8</c:v>
                </c:pt>
                <c:pt idx="295">
                  <c:v>77.599999999999994</c:v>
                </c:pt>
                <c:pt idx="296">
                  <c:v>77</c:v>
                </c:pt>
                <c:pt idx="297">
                  <c:v>71.05</c:v>
                </c:pt>
                <c:pt idx="298">
                  <c:v>65.400000000000006</c:v>
                </c:pt>
                <c:pt idx="299">
                  <c:v>60.2</c:v>
                </c:pt>
                <c:pt idx="300">
                  <c:v>63.9</c:v>
                </c:pt>
                <c:pt idx="301">
                  <c:v>61.4</c:v>
                </c:pt>
                <c:pt idx="302">
                  <c:v>57.4</c:v>
                </c:pt>
                <c:pt idx="303">
                  <c:v>55.25</c:v>
                </c:pt>
                <c:pt idx="304">
                  <c:v>56.25</c:v>
                </c:pt>
                <c:pt idx="305">
                  <c:v>57.4</c:v>
                </c:pt>
                <c:pt idx="306">
                  <c:v>57</c:v>
                </c:pt>
                <c:pt idx="307">
                  <c:v>54.2</c:v>
                </c:pt>
                <c:pt idx="308">
                  <c:v>52.15</c:v>
                </c:pt>
                <c:pt idx="309">
                  <c:v>55.9</c:v>
                </c:pt>
                <c:pt idx="310">
                  <c:v>58.45</c:v>
                </c:pt>
                <c:pt idx="311">
                  <c:v>56.7</c:v>
                </c:pt>
                <c:pt idx="312">
                  <c:v>52.9</c:v>
                </c:pt>
                <c:pt idx="313">
                  <c:v>50.65</c:v>
                </c:pt>
                <c:pt idx="314">
                  <c:v>52.95</c:v>
                </c:pt>
                <c:pt idx="315">
                  <c:v>52.9</c:v>
                </c:pt>
                <c:pt idx="316">
                  <c:v>52.75</c:v>
                </c:pt>
                <c:pt idx="317">
                  <c:v>52</c:v>
                </c:pt>
                <c:pt idx="318">
                  <c:v>52.5</c:v>
                </c:pt>
                <c:pt idx="319">
                  <c:v>51</c:v>
                </c:pt>
                <c:pt idx="320">
                  <c:v>47.95</c:v>
                </c:pt>
                <c:pt idx="321">
                  <c:v>50.95</c:v>
                </c:pt>
                <c:pt idx="322">
                  <c:v>52.15</c:v>
                </c:pt>
                <c:pt idx="323">
                  <c:v>55.95</c:v>
                </c:pt>
                <c:pt idx="324">
                  <c:v>53.65</c:v>
                </c:pt>
                <c:pt idx="325">
                  <c:v>53.55</c:v>
                </c:pt>
                <c:pt idx="326">
                  <c:v>57.85</c:v>
                </c:pt>
                <c:pt idx="327">
                  <c:v>62.5</c:v>
                </c:pt>
                <c:pt idx="328">
                  <c:v>67.5</c:v>
                </c:pt>
                <c:pt idx="329">
                  <c:v>66.349999999999994</c:v>
                </c:pt>
                <c:pt idx="330">
                  <c:v>61.05</c:v>
                </c:pt>
                <c:pt idx="331">
                  <c:v>61.7</c:v>
                </c:pt>
                <c:pt idx="332">
                  <c:v>61.05</c:v>
                </c:pt>
                <c:pt idx="333">
                  <c:v>57.05</c:v>
                </c:pt>
                <c:pt idx="334">
                  <c:v>57.65</c:v>
                </c:pt>
                <c:pt idx="335">
                  <c:v>56.95</c:v>
                </c:pt>
                <c:pt idx="336">
                  <c:v>55.65</c:v>
                </c:pt>
                <c:pt idx="337">
                  <c:v>58.75</c:v>
                </c:pt>
                <c:pt idx="338">
                  <c:v>58.35</c:v>
                </c:pt>
                <c:pt idx="339">
                  <c:v>55.55</c:v>
                </c:pt>
                <c:pt idx="340">
                  <c:v>54.75</c:v>
                </c:pt>
                <c:pt idx="341">
                  <c:v>52.55</c:v>
                </c:pt>
                <c:pt idx="342">
                  <c:v>55.85</c:v>
                </c:pt>
                <c:pt idx="343">
                  <c:v>55.05</c:v>
                </c:pt>
                <c:pt idx="344">
                  <c:v>54.4</c:v>
                </c:pt>
                <c:pt idx="345">
                  <c:v>56.35</c:v>
                </c:pt>
                <c:pt idx="346">
                  <c:v>57.1</c:v>
                </c:pt>
                <c:pt idx="347">
                  <c:v>57.95</c:v>
                </c:pt>
                <c:pt idx="348">
                  <c:v>56.55</c:v>
                </c:pt>
                <c:pt idx="349">
                  <c:v>54.85</c:v>
                </c:pt>
                <c:pt idx="350">
                  <c:v>57.25</c:v>
                </c:pt>
                <c:pt idx="351">
                  <c:v>61.85</c:v>
                </c:pt>
                <c:pt idx="352">
                  <c:v>63.5</c:v>
                </c:pt>
                <c:pt idx="353">
                  <c:v>61.55</c:v>
                </c:pt>
                <c:pt idx="354">
                  <c:v>60.05</c:v>
                </c:pt>
                <c:pt idx="355">
                  <c:v>57.05</c:v>
                </c:pt>
                <c:pt idx="356">
                  <c:v>55.35</c:v>
                </c:pt>
                <c:pt idx="357">
                  <c:v>56.05</c:v>
                </c:pt>
                <c:pt idx="358">
                  <c:v>53</c:v>
                </c:pt>
                <c:pt idx="359">
                  <c:v>53.8</c:v>
                </c:pt>
                <c:pt idx="360">
                  <c:v>54.4</c:v>
                </c:pt>
                <c:pt idx="361">
                  <c:v>54.05</c:v>
                </c:pt>
                <c:pt idx="362">
                  <c:v>58.4</c:v>
                </c:pt>
                <c:pt idx="363">
                  <c:v>62.35</c:v>
                </c:pt>
                <c:pt idx="364">
                  <c:v>58.45</c:v>
                </c:pt>
                <c:pt idx="365">
                  <c:v>56.5</c:v>
                </c:pt>
                <c:pt idx="366">
                  <c:v>56.15</c:v>
                </c:pt>
                <c:pt idx="367">
                  <c:v>55.35</c:v>
                </c:pt>
                <c:pt idx="368">
                  <c:v>53.2</c:v>
                </c:pt>
                <c:pt idx="369">
                  <c:v>49.15</c:v>
                </c:pt>
                <c:pt idx="370">
                  <c:v>47</c:v>
                </c:pt>
                <c:pt idx="371">
                  <c:v>50.65</c:v>
                </c:pt>
                <c:pt idx="372">
                  <c:v>51.3</c:v>
                </c:pt>
                <c:pt idx="373">
                  <c:v>51.25</c:v>
                </c:pt>
                <c:pt idx="374">
                  <c:v>50.7</c:v>
                </c:pt>
                <c:pt idx="375">
                  <c:v>51.65</c:v>
                </c:pt>
                <c:pt idx="376">
                  <c:v>51.85</c:v>
                </c:pt>
                <c:pt idx="377">
                  <c:v>51.75</c:v>
                </c:pt>
                <c:pt idx="378">
                  <c:v>52.35</c:v>
                </c:pt>
                <c:pt idx="379">
                  <c:v>52</c:v>
                </c:pt>
                <c:pt idx="380">
                  <c:v>50</c:v>
                </c:pt>
                <c:pt idx="381">
                  <c:v>51.25</c:v>
                </c:pt>
                <c:pt idx="382">
                  <c:v>51.9</c:v>
                </c:pt>
                <c:pt idx="383">
                  <c:v>52.8</c:v>
                </c:pt>
                <c:pt idx="384">
                  <c:v>53.15</c:v>
                </c:pt>
                <c:pt idx="385">
                  <c:v>52.55</c:v>
                </c:pt>
                <c:pt idx="386">
                  <c:v>52.6</c:v>
                </c:pt>
                <c:pt idx="387">
                  <c:v>53.85</c:v>
                </c:pt>
                <c:pt idx="388">
                  <c:v>53.65</c:v>
                </c:pt>
                <c:pt idx="389">
                  <c:v>53.8</c:v>
                </c:pt>
                <c:pt idx="390">
                  <c:v>53.4</c:v>
                </c:pt>
                <c:pt idx="391">
                  <c:v>51.15</c:v>
                </c:pt>
                <c:pt idx="392">
                  <c:v>50.7</c:v>
                </c:pt>
                <c:pt idx="393">
                  <c:v>51.15</c:v>
                </c:pt>
                <c:pt idx="394">
                  <c:v>51.05</c:v>
                </c:pt>
                <c:pt idx="395">
                  <c:v>51.95</c:v>
                </c:pt>
                <c:pt idx="396">
                  <c:v>52.25</c:v>
                </c:pt>
                <c:pt idx="397">
                  <c:v>51.55</c:v>
                </c:pt>
                <c:pt idx="398">
                  <c:v>50.65</c:v>
                </c:pt>
                <c:pt idx="399">
                  <c:v>51.4</c:v>
                </c:pt>
                <c:pt idx="400">
                  <c:v>51.75</c:v>
                </c:pt>
                <c:pt idx="401">
                  <c:v>50.25</c:v>
                </c:pt>
                <c:pt idx="402">
                  <c:v>50.7</c:v>
                </c:pt>
                <c:pt idx="403">
                  <c:v>52.1</c:v>
                </c:pt>
                <c:pt idx="404">
                  <c:v>51.95</c:v>
                </c:pt>
                <c:pt idx="405">
                  <c:v>52</c:v>
                </c:pt>
                <c:pt idx="406">
                  <c:v>52.05</c:v>
                </c:pt>
                <c:pt idx="407">
                  <c:v>52.7</c:v>
                </c:pt>
                <c:pt idx="408">
                  <c:v>52</c:v>
                </c:pt>
                <c:pt idx="409">
                  <c:v>52.4</c:v>
                </c:pt>
                <c:pt idx="410">
                  <c:v>51.45</c:v>
                </c:pt>
                <c:pt idx="411">
                  <c:v>52</c:v>
                </c:pt>
                <c:pt idx="412">
                  <c:v>51.7</c:v>
                </c:pt>
                <c:pt idx="413">
                  <c:v>51.65</c:v>
                </c:pt>
                <c:pt idx="414">
                  <c:v>51.95</c:v>
                </c:pt>
                <c:pt idx="415">
                  <c:v>51.9</c:v>
                </c:pt>
                <c:pt idx="416">
                  <c:v>53.45</c:v>
                </c:pt>
                <c:pt idx="417">
                  <c:v>55.05</c:v>
                </c:pt>
                <c:pt idx="418">
                  <c:v>55.3</c:v>
                </c:pt>
                <c:pt idx="419">
                  <c:v>54.25</c:v>
                </c:pt>
                <c:pt idx="420">
                  <c:v>55.15</c:v>
                </c:pt>
                <c:pt idx="421">
                  <c:v>54.9</c:v>
                </c:pt>
                <c:pt idx="422">
                  <c:v>54.4</c:v>
                </c:pt>
                <c:pt idx="423">
                  <c:v>55.05</c:v>
                </c:pt>
                <c:pt idx="424">
                  <c:v>55</c:v>
                </c:pt>
                <c:pt idx="425">
                  <c:v>55.15</c:v>
                </c:pt>
                <c:pt idx="426">
                  <c:v>55.1</c:v>
                </c:pt>
                <c:pt idx="427">
                  <c:v>50.9</c:v>
                </c:pt>
                <c:pt idx="428">
                  <c:v>45.25</c:v>
                </c:pt>
                <c:pt idx="429">
                  <c:v>47.7</c:v>
                </c:pt>
                <c:pt idx="430">
                  <c:v>48.65</c:v>
                </c:pt>
                <c:pt idx="431">
                  <c:v>47.65</c:v>
                </c:pt>
                <c:pt idx="432">
                  <c:v>46.65</c:v>
                </c:pt>
                <c:pt idx="433">
                  <c:v>47.1</c:v>
                </c:pt>
                <c:pt idx="434">
                  <c:v>46.5</c:v>
                </c:pt>
                <c:pt idx="435">
                  <c:v>46.2</c:v>
                </c:pt>
                <c:pt idx="436">
                  <c:v>47</c:v>
                </c:pt>
                <c:pt idx="437">
                  <c:v>49</c:v>
                </c:pt>
                <c:pt idx="438">
                  <c:v>47.05</c:v>
                </c:pt>
                <c:pt idx="439">
                  <c:v>46.5</c:v>
                </c:pt>
                <c:pt idx="440">
                  <c:v>46.5</c:v>
                </c:pt>
                <c:pt idx="441">
                  <c:v>47</c:v>
                </c:pt>
                <c:pt idx="442">
                  <c:v>46.1</c:v>
                </c:pt>
                <c:pt idx="443">
                  <c:v>47</c:v>
                </c:pt>
                <c:pt idx="444">
                  <c:v>46.8</c:v>
                </c:pt>
                <c:pt idx="445">
                  <c:v>46.15</c:v>
                </c:pt>
                <c:pt idx="446">
                  <c:v>46.4</c:v>
                </c:pt>
                <c:pt idx="447">
                  <c:v>46.15</c:v>
                </c:pt>
                <c:pt idx="448">
                  <c:v>46.45</c:v>
                </c:pt>
                <c:pt idx="449">
                  <c:v>46.4</c:v>
                </c:pt>
                <c:pt idx="450">
                  <c:v>46.55</c:v>
                </c:pt>
                <c:pt idx="451">
                  <c:v>46.9</c:v>
                </c:pt>
                <c:pt idx="452">
                  <c:v>49.15</c:v>
                </c:pt>
                <c:pt idx="453">
                  <c:v>49.65</c:v>
                </c:pt>
                <c:pt idx="454">
                  <c:v>46.45</c:v>
                </c:pt>
                <c:pt idx="455">
                  <c:v>46.4</c:v>
                </c:pt>
                <c:pt idx="456">
                  <c:v>45.8</c:v>
                </c:pt>
                <c:pt idx="457">
                  <c:v>45.6</c:v>
                </c:pt>
                <c:pt idx="458">
                  <c:v>45.35</c:v>
                </c:pt>
                <c:pt idx="459">
                  <c:v>45.85</c:v>
                </c:pt>
                <c:pt idx="460">
                  <c:v>45.95</c:v>
                </c:pt>
                <c:pt idx="461">
                  <c:v>45.65</c:v>
                </c:pt>
                <c:pt idx="462">
                  <c:v>45.8</c:v>
                </c:pt>
                <c:pt idx="463">
                  <c:v>47.75</c:v>
                </c:pt>
                <c:pt idx="464">
                  <c:v>49</c:v>
                </c:pt>
                <c:pt idx="465">
                  <c:v>51.25</c:v>
                </c:pt>
                <c:pt idx="466">
                  <c:v>53.95</c:v>
                </c:pt>
                <c:pt idx="467">
                  <c:v>53.85</c:v>
                </c:pt>
                <c:pt idx="468">
                  <c:v>54.3</c:v>
                </c:pt>
                <c:pt idx="469">
                  <c:v>54.15</c:v>
                </c:pt>
                <c:pt idx="470">
                  <c:v>54.45</c:v>
                </c:pt>
                <c:pt idx="471">
                  <c:v>53.05</c:v>
                </c:pt>
                <c:pt idx="472">
                  <c:v>52.75</c:v>
                </c:pt>
                <c:pt idx="473">
                  <c:v>52.9</c:v>
                </c:pt>
                <c:pt idx="474">
                  <c:v>55</c:v>
                </c:pt>
                <c:pt idx="475">
                  <c:v>61.3</c:v>
                </c:pt>
                <c:pt idx="476">
                  <c:v>59.1</c:v>
                </c:pt>
                <c:pt idx="477">
                  <c:v>56.7</c:v>
                </c:pt>
                <c:pt idx="478">
                  <c:v>56.05</c:v>
                </c:pt>
                <c:pt idx="479">
                  <c:v>55.95</c:v>
                </c:pt>
                <c:pt idx="480">
                  <c:v>59.2</c:v>
                </c:pt>
                <c:pt idx="481">
                  <c:v>58.25</c:v>
                </c:pt>
                <c:pt idx="482">
                  <c:v>57.85</c:v>
                </c:pt>
                <c:pt idx="483">
                  <c:v>58</c:v>
                </c:pt>
                <c:pt idx="484">
                  <c:v>61.55</c:v>
                </c:pt>
                <c:pt idx="485">
                  <c:v>59.4</c:v>
                </c:pt>
                <c:pt idx="486">
                  <c:v>57.3</c:v>
                </c:pt>
                <c:pt idx="487">
                  <c:v>53.3</c:v>
                </c:pt>
                <c:pt idx="488">
                  <c:v>54.75</c:v>
                </c:pt>
                <c:pt idx="489">
                  <c:v>53.7</c:v>
                </c:pt>
                <c:pt idx="490">
                  <c:v>51.6</c:v>
                </c:pt>
                <c:pt idx="491">
                  <c:v>51.5</c:v>
                </c:pt>
                <c:pt idx="492">
                  <c:v>49.35</c:v>
                </c:pt>
                <c:pt idx="493">
                  <c:v>48.25</c:v>
                </c:pt>
                <c:pt idx="494">
                  <c:v>48.5</c:v>
                </c:pt>
                <c:pt idx="495">
                  <c:v>48.3</c:v>
                </c:pt>
                <c:pt idx="496">
                  <c:v>48.3</c:v>
                </c:pt>
                <c:pt idx="497">
                  <c:v>50.05</c:v>
                </c:pt>
                <c:pt idx="498">
                  <c:v>50.5</c:v>
                </c:pt>
                <c:pt idx="499">
                  <c:v>50.55</c:v>
                </c:pt>
                <c:pt idx="500">
                  <c:v>50.1</c:v>
                </c:pt>
                <c:pt idx="501">
                  <c:v>50.05</c:v>
                </c:pt>
                <c:pt idx="502">
                  <c:v>51.85</c:v>
                </c:pt>
                <c:pt idx="503">
                  <c:v>52.15</c:v>
                </c:pt>
                <c:pt idx="504">
                  <c:v>50.1</c:v>
                </c:pt>
                <c:pt idx="505">
                  <c:v>49.65</c:v>
                </c:pt>
                <c:pt idx="506">
                  <c:v>48.25</c:v>
                </c:pt>
                <c:pt idx="507">
                  <c:v>50.2</c:v>
                </c:pt>
                <c:pt idx="508">
                  <c:v>49.65</c:v>
                </c:pt>
                <c:pt idx="509">
                  <c:v>49.8</c:v>
                </c:pt>
                <c:pt idx="510">
                  <c:v>50.6</c:v>
                </c:pt>
                <c:pt idx="511">
                  <c:v>50.55</c:v>
                </c:pt>
                <c:pt idx="512">
                  <c:v>51.85</c:v>
                </c:pt>
                <c:pt idx="513">
                  <c:v>50.8</c:v>
                </c:pt>
                <c:pt idx="514">
                  <c:v>51.8</c:v>
                </c:pt>
                <c:pt idx="515">
                  <c:v>50.15</c:v>
                </c:pt>
                <c:pt idx="516">
                  <c:v>47.85</c:v>
                </c:pt>
                <c:pt idx="517">
                  <c:v>47.65</c:v>
                </c:pt>
                <c:pt idx="518">
                  <c:v>46.6</c:v>
                </c:pt>
                <c:pt idx="519">
                  <c:v>46.95</c:v>
                </c:pt>
                <c:pt idx="520">
                  <c:v>47.75</c:v>
                </c:pt>
                <c:pt idx="521">
                  <c:v>47.95</c:v>
                </c:pt>
                <c:pt idx="522">
                  <c:v>46.5</c:v>
                </c:pt>
                <c:pt idx="523">
                  <c:v>46.25</c:v>
                </c:pt>
                <c:pt idx="524">
                  <c:v>46.65</c:v>
                </c:pt>
                <c:pt idx="525">
                  <c:v>47.2</c:v>
                </c:pt>
                <c:pt idx="526">
                  <c:v>47.15</c:v>
                </c:pt>
                <c:pt idx="527">
                  <c:v>48.9</c:v>
                </c:pt>
                <c:pt idx="528">
                  <c:v>50.45</c:v>
                </c:pt>
                <c:pt idx="529">
                  <c:v>49.85</c:v>
                </c:pt>
                <c:pt idx="530">
                  <c:v>50.8</c:v>
                </c:pt>
                <c:pt idx="531">
                  <c:v>50.85</c:v>
                </c:pt>
                <c:pt idx="532">
                  <c:v>50.7</c:v>
                </c:pt>
                <c:pt idx="533">
                  <c:v>50.05</c:v>
                </c:pt>
                <c:pt idx="534">
                  <c:v>49.15</c:v>
                </c:pt>
                <c:pt idx="535">
                  <c:v>48.6</c:v>
                </c:pt>
                <c:pt idx="536">
                  <c:v>49.25</c:v>
                </c:pt>
                <c:pt idx="537">
                  <c:v>49.7</c:v>
                </c:pt>
                <c:pt idx="538">
                  <c:v>50.35</c:v>
                </c:pt>
                <c:pt idx="539">
                  <c:v>50</c:v>
                </c:pt>
                <c:pt idx="540">
                  <c:v>48.05</c:v>
                </c:pt>
                <c:pt idx="541">
                  <c:v>48.15</c:v>
                </c:pt>
                <c:pt idx="542">
                  <c:v>48</c:v>
                </c:pt>
                <c:pt idx="543">
                  <c:v>47.3</c:v>
                </c:pt>
                <c:pt idx="544">
                  <c:v>46.8</c:v>
                </c:pt>
                <c:pt idx="545">
                  <c:v>47.15</c:v>
                </c:pt>
                <c:pt idx="546">
                  <c:v>46.7</c:v>
                </c:pt>
                <c:pt idx="547">
                  <c:v>47.1</c:v>
                </c:pt>
                <c:pt idx="548">
                  <c:v>46.55</c:v>
                </c:pt>
                <c:pt idx="549">
                  <c:v>46.2</c:v>
                </c:pt>
                <c:pt idx="550">
                  <c:v>47.75</c:v>
                </c:pt>
                <c:pt idx="551">
                  <c:v>47.95</c:v>
                </c:pt>
                <c:pt idx="552">
                  <c:v>49.5</c:v>
                </c:pt>
                <c:pt idx="553">
                  <c:v>50.45</c:v>
                </c:pt>
                <c:pt idx="554">
                  <c:v>49</c:v>
                </c:pt>
                <c:pt idx="555">
                  <c:v>48.85</c:v>
                </c:pt>
                <c:pt idx="556">
                  <c:v>48.6</c:v>
                </c:pt>
                <c:pt idx="557">
                  <c:v>48.05</c:v>
                </c:pt>
                <c:pt idx="558">
                  <c:v>48.8</c:v>
                </c:pt>
                <c:pt idx="559">
                  <c:v>48.3</c:v>
                </c:pt>
                <c:pt idx="560">
                  <c:v>48.3</c:v>
                </c:pt>
                <c:pt idx="561">
                  <c:v>48.25</c:v>
                </c:pt>
                <c:pt idx="562">
                  <c:v>47.4</c:v>
                </c:pt>
                <c:pt idx="563">
                  <c:v>48.5</c:v>
                </c:pt>
                <c:pt idx="564">
                  <c:v>49.45</c:v>
                </c:pt>
                <c:pt idx="565">
                  <c:v>51.15</c:v>
                </c:pt>
                <c:pt idx="566">
                  <c:v>53.45</c:v>
                </c:pt>
                <c:pt idx="567">
                  <c:v>54.2</c:v>
                </c:pt>
                <c:pt idx="568">
                  <c:v>54.05</c:v>
                </c:pt>
                <c:pt idx="569">
                  <c:v>55.55</c:v>
                </c:pt>
                <c:pt idx="570">
                  <c:v>57.1</c:v>
                </c:pt>
                <c:pt idx="571">
                  <c:v>56.85</c:v>
                </c:pt>
                <c:pt idx="572">
                  <c:v>57.35</c:v>
                </c:pt>
                <c:pt idx="573">
                  <c:v>59.9</c:v>
                </c:pt>
                <c:pt idx="574">
                  <c:v>57.2</c:v>
                </c:pt>
                <c:pt idx="575">
                  <c:v>57.05</c:v>
                </c:pt>
                <c:pt idx="576">
                  <c:v>57.1</c:v>
                </c:pt>
                <c:pt idx="577">
                  <c:v>56.9</c:v>
                </c:pt>
                <c:pt idx="578">
                  <c:v>57.15</c:v>
                </c:pt>
                <c:pt idx="579">
                  <c:v>58.05</c:v>
                </c:pt>
                <c:pt idx="580">
                  <c:v>58.25</c:v>
                </c:pt>
                <c:pt idx="581">
                  <c:v>57.85</c:v>
                </c:pt>
                <c:pt idx="582">
                  <c:v>58.65</c:v>
                </c:pt>
                <c:pt idx="583">
                  <c:v>61.4</c:v>
                </c:pt>
                <c:pt idx="584">
                  <c:v>67.3</c:v>
                </c:pt>
                <c:pt idx="585">
                  <c:v>69.400000000000006</c:v>
                </c:pt>
                <c:pt idx="586">
                  <c:v>68.349999999999994</c:v>
                </c:pt>
                <c:pt idx="587">
                  <c:v>69.55</c:v>
                </c:pt>
                <c:pt idx="588">
                  <c:v>67.349999999999994</c:v>
                </c:pt>
                <c:pt idx="589">
                  <c:v>65.150000000000006</c:v>
                </c:pt>
                <c:pt idx="590">
                  <c:v>69.45</c:v>
                </c:pt>
                <c:pt idx="591">
                  <c:v>69.25</c:v>
                </c:pt>
                <c:pt idx="592">
                  <c:v>64.650000000000006</c:v>
                </c:pt>
                <c:pt idx="593">
                  <c:v>66.8</c:v>
                </c:pt>
                <c:pt idx="594">
                  <c:v>60.8</c:v>
                </c:pt>
                <c:pt idx="595">
                  <c:v>59.05</c:v>
                </c:pt>
                <c:pt idx="596">
                  <c:v>60.2</c:v>
                </c:pt>
                <c:pt idx="597">
                  <c:v>58.45</c:v>
                </c:pt>
                <c:pt idx="598">
                  <c:v>62.4</c:v>
                </c:pt>
                <c:pt idx="599">
                  <c:v>66.05</c:v>
                </c:pt>
                <c:pt idx="600">
                  <c:v>67.7</c:v>
                </c:pt>
                <c:pt idx="601">
                  <c:v>70.2</c:v>
                </c:pt>
                <c:pt idx="602">
                  <c:v>71.400000000000006</c:v>
                </c:pt>
                <c:pt idx="603">
                  <c:v>68.55</c:v>
                </c:pt>
                <c:pt idx="604">
                  <c:v>71.75</c:v>
                </c:pt>
                <c:pt idx="605">
                  <c:v>84.95</c:v>
                </c:pt>
                <c:pt idx="606">
                  <c:v>83.75</c:v>
                </c:pt>
                <c:pt idx="607">
                  <c:v>97.55</c:v>
                </c:pt>
                <c:pt idx="608">
                  <c:v>90.55</c:v>
                </c:pt>
                <c:pt idx="609">
                  <c:v>99.85</c:v>
                </c:pt>
                <c:pt idx="610">
                  <c:v>97.55</c:v>
                </c:pt>
                <c:pt idx="611">
                  <c:v>93.25</c:v>
                </c:pt>
                <c:pt idx="612">
                  <c:v>88.1</c:v>
                </c:pt>
                <c:pt idx="613">
                  <c:v>97.1</c:v>
                </c:pt>
                <c:pt idx="614">
                  <c:v>96.35</c:v>
                </c:pt>
                <c:pt idx="615">
                  <c:v>111.35</c:v>
                </c:pt>
                <c:pt idx="616">
                  <c:v>113.05</c:v>
                </c:pt>
                <c:pt idx="617">
                  <c:v>110.8</c:v>
                </c:pt>
                <c:pt idx="618">
                  <c:v>110.6</c:v>
                </c:pt>
                <c:pt idx="619">
                  <c:v>107.85</c:v>
                </c:pt>
                <c:pt idx="620">
                  <c:v>111.2</c:v>
                </c:pt>
                <c:pt idx="621">
                  <c:v>108.3</c:v>
                </c:pt>
                <c:pt idx="622">
                  <c:v>117.15</c:v>
                </c:pt>
                <c:pt idx="623">
                  <c:v>119.05</c:v>
                </c:pt>
                <c:pt idx="624">
                  <c:v>116.75</c:v>
                </c:pt>
                <c:pt idx="625">
                  <c:v>113.65</c:v>
                </c:pt>
                <c:pt idx="626">
                  <c:v>117.25</c:v>
                </c:pt>
                <c:pt idx="627">
                  <c:v>115.1</c:v>
                </c:pt>
                <c:pt idx="628">
                  <c:v>115.15</c:v>
                </c:pt>
                <c:pt idx="629">
                  <c:v>114.8</c:v>
                </c:pt>
                <c:pt idx="630">
                  <c:v>107.3</c:v>
                </c:pt>
                <c:pt idx="631">
                  <c:v>103.65</c:v>
                </c:pt>
                <c:pt idx="632">
                  <c:v>101.35</c:v>
                </c:pt>
                <c:pt idx="633">
                  <c:v>102.9</c:v>
                </c:pt>
                <c:pt idx="634">
                  <c:v>95.15</c:v>
                </c:pt>
                <c:pt idx="635">
                  <c:v>91.4</c:v>
                </c:pt>
                <c:pt idx="636">
                  <c:v>94.55</c:v>
                </c:pt>
                <c:pt idx="637">
                  <c:v>95.8</c:v>
                </c:pt>
                <c:pt idx="638">
                  <c:v>92.3</c:v>
                </c:pt>
                <c:pt idx="639">
                  <c:v>87.7</c:v>
                </c:pt>
                <c:pt idx="640">
                  <c:v>90.2</c:v>
                </c:pt>
                <c:pt idx="641">
                  <c:v>92.7</c:v>
                </c:pt>
                <c:pt idx="642">
                  <c:v>90.95</c:v>
                </c:pt>
                <c:pt idx="643">
                  <c:v>85.25</c:v>
                </c:pt>
                <c:pt idx="644">
                  <c:v>84.45</c:v>
                </c:pt>
                <c:pt idx="645">
                  <c:v>79.5</c:v>
                </c:pt>
                <c:pt idx="646">
                  <c:v>77.3</c:v>
                </c:pt>
                <c:pt idx="647">
                  <c:v>78.900000000000006</c:v>
                </c:pt>
                <c:pt idx="648">
                  <c:v>79.599999999999994</c:v>
                </c:pt>
                <c:pt idx="649">
                  <c:v>83.15</c:v>
                </c:pt>
                <c:pt idx="650">
                  <c:v>84.2</c:v>
                </c:pt>
                <c:pt idx="651">
                  <c:v>84.2</c:v>
                </c:pt>
                <c:pt idx="652">
                  <c:v>79.75</c:v>
                </c:pt>
                <c:pt idx="653">
                  <c:v>79.900000000000006</c:v>
                </c:pt>
                <c:pt idx="654">
                  <c:v>79.8</c:v>
                </c:pt>
                <c:pt idx="655">
                  <c:v>78.25</c:v>
                </c:pt>
                <c:pt idx="656">
                  <c:v>78.150000000000006</c:v>
                </c:pt>
                <c:pt idx="657">
                  <c:v>79.599999999999994</c:v>
                </c:pt>
                <c:pt idx="658">
                  <c:v>79.3</c:v>
                </c:pt>
                <c:pt idx="659">
                  <c:v>79.900000000000006</c:v>
                </c:pt>
                <c:pt idx="660">
                  <c:v>79.5</c:v>
                </c:pt>
                <c:pt idx="661">
                  <c:v>79.099999999999994</c:v>
                </c:pt>
                <c:pt idx="662">
                  <c:v>81.150000000000006</c:v>
                </c:pt>
                <c:pt idx="663">
                  <c:v>84.45</c:v>
                </c:pt>
                <c:pt idx="664">
                  <c:v>82.95</c:v>
                </c:pt>
                <c:pt idx="665">
                  <c:v>82.25</c:v>
                </c:pt>
                <c:pt idx="666">
                  <c:v>81.05</c:v>
                </c:pt>
                <c:pt idx="667">
                  <c:v>83.4</c:v>
                </c:pt>
                <c:pt idx="668">
                  <c:v>83.7</c:v>
                </c:pt>
                <c:pt idx="669">
                  <c:v>82</c:v>
                </c:pt>
                <c:pt idx="670">
                  <c:v>81.150000000000006</c:v>
                </c:pt>
                <c:pt idx="671">
                  <c:v>83.4</c:v>
                </c:pt>
                <c:pt idx="672">
                  <c:v>83.35</c:v>
                </c:pt>
                <c:pt idx="673">
                  <c:v>86.65</c:v>
                </c:pt>
                <c:pt idx="674">
                  <c:v>85.95</c:v>
                </c:pt>
                <c:pt idx="675">
                  <c:v>86.25</c:v>
                </c:pt>
                <c:pt idx="676">
                  <c:v>89.05</c:v>
                </c:pt>
                <c:pt idx="677">
                  <c:v>89.35</c:v>
                </c:pt>
                <c:pt idx="678">
                  <c:v>89.45</c:v>
                </c:pt>
                <c:pt idx="679">
                  <c:v>89</c:v>
                </c:pt>
                <c:pt idx="680">
                  <c:v>85.15</c:v>
                </c:pt>
                <c:pt idx="681">
                  <c:v>84.1</c:v>
                </c:pt>
                <c:pt idx="682">
                  <c:v>83.2</c:v>
                </c:pt>
                <c:pt idx="683">
                  <c:v>82</c:v>
                </c:pt>
                <c:pt idx="684">
                  <c:v>80.5</c:v>
                </c:pt>
                <c:pt idx="685">
                  <c:v>82.35</c:v>
                </c:pt>
                <c:pt idx="686">
                  <c:v>81.849999999999994</c:v>
                </c:pt>
                <c:pt idx="687">
                  <c:v>79.599999999999994</c:v>
                </c:pt>
                <c:pt idx="688">
                  <c:v>78.650000000000006</c:v>
                </c:pt>
                <c:pt idx="689">
                  <c:v>79.099999999999994</c:v>
                </c:pt>
                <c:pt idx="690">
                  <c:v>77.8</c:v>
                </c:pt>
                <c:pt idx="691">
                  <c:v>79.55</c:v>
                </c:pt>
                <c:pt idx="692">
                  <c:v>80.349999999999994</c:v>
                </c:pt>
                <c:pt idx="693">
                  <c:v>80.45</c:v>
                </c:pt>
                <c:pt idx="694">
                  <c:v>79.849999999999994</c:v>
                </c:pt>
                <c:pt idx="695">
                  <c:v>80.349999999999994</c:v>
                </c:pt>
                <c:pt idx="696">
                  <c:v>79.7</c:v>
                </c:pt>
                <c:pt idx="697">
                  <c:v>77</c:v>
                </c:pt>
                <c:pt idx="698">
                  <c:v>74.3</c:v>
                </c:pt>
                <c:pt idx="699">
                  <c:v>74.55</c:v>
                </c:pt>
                <c:pt idx="700">
                  <c:v>74.400000000000006</c:v>
                </c:pt>
                <c:pt idx="701">
                  <c:v>73.5</c:v>
                </c:pt>
                <c:pt idx="702">
                  <c:v>72.55</c:v>
                </c:pt>
                <c:pt idx="703">
                  <c:v>69.25</c:v>
                </c:pt>
                <c:pt idx="704">
                  <c:v>70.05</c:v>
                </c:pt>
                <c:pt idx="705">
                  <c:v>70.3</c:v>
                </c:pt>
                <c:pt idx="706">
                  <c:v>66.2</c:v>
                </c:pt>
                <c:pt idx="707">
                  <c:v>65.150000000000006</c:v>
                </c:pt>
                <c:pt idx="708">
                  <c:v>65.599999999999994</c:v>
                </c:pt>
                <c:pt idx="709">
                  <c:v>60.55</c:v>
                </c:pt>
                <c:pt idx="710">
                  <c:v>60.8</c:v>
                </c:pt>
                <c:pt idx="711">
                  <c:v>58.5</c:v>
                </c:pt>
                <c:pt idx="712">
                  <c:v>59.1</c:v>
                </c:pt>
                <c:pt idx="713">
                  <c:v>63.75</c:v>
                </c:pt>
                <c:pt idx="714">
                  <c:v>62.4</c:v>
                </c:pt>
                <c:pt idx="715">
                  <c:v>61</c:v>
                </c:pt>
                <c:pt idx="716">
                  <c:v>60.4</c:v>
                </c:pt>
                <c:pt idx="717">
                  <c:v>60.6</c:v>
                </c:pt>
                <c:pt idx="718">
                  <c:v>61.3</c:v>
                </c:pt>
                <c:pt idx="719">
                  <c:v>62.6</c:v>
                </c:pt>
                <c:pt idx="720">
                  <c:v>67.099999999999994</c:v>
                </c:pt>
                <c:pt idx="721">
                  <c:v>65.8</c:v>
                </c:pt>
                <c:pt idx="722">
                  <c:v>65.45</c:v>
                </c:pt>
                <c:pt idx="723">
                  <c:v>67.55</c:v>
                </c:pt>
                <c:pt idx="724">
                  <c:v>66.650000000000006</c:v>
                </c:pt>
                <c:pt idx="725">
                  <c:v>64.599999999999994</c:v>
                </c:pt>
                <c:pt idx="726">
                  <c:v>66.5</c:v>
                </c:pt>
                <c:pt idx="727">
                  <c:v>67.5</c:v>
                </c:pt>
                <c:pt idx="728">
                  <c:v>71.05</c:v>
                </c:pt>
                <c:pt idx="729">
                  <c:v>69.900000000000006</c:v>
                </c:pt>
                <c:pt idx="730">
                  <c:v>68.2</c:v>
                </c:pt>
                <c:pt idx="731">
                  <c:v>68.849999999999994</c:v>
                </c:pt>
                <c:pt idx="732">
                  <c:v>70.7</c:v>
                </c:pt>
                <c:pt idx="733">
                  <c:v>68.8</c:v>
                </c:pt>
                <c:pt idx="734">
                  <c:v>67.5</c:v>
                </c:pt>
                <c:pt idx="735">
                  <c:v>67.349999999999994</c:v>
                </c:pt>
                <c:pt idx="736">
                  <c:v>66.8</c:v>
                </c:pt>
                <c:pt idx="737">
                  <c:v>66.55</c:v>
                </c:pt>
                <c:pt idx="738">
                  <c:v>66.400000000000006</c:v>
                </c:pt>
                <c:pt idx="739">
                  <c:v>65.650000000000006</c:v>
                </c:pt>
                <c:pt idx="740">
                  <c:v>65.150000000000006</c:v>
                </c:pt>
                <c:pt idx="741">
                  <c:v>66.8</c:v>
                </c:pt>
                <c:pt idx="742">
                  <c:v>69.099999999999994</c:v>
                </c:pt>
                <c:pt idx="743">
                  <c:v>71.25</c:v>
                </c:pt>
                <c:pt idx="744">
                  <c:v>71.849999999999994</c:v>
                </c:pt>
                <c:pt idx="745">
                  <c:v>72</c:v>
                </c:pt>
                <c:pt idx="746">
                  <c:v>70.8</c:v>
                </c:pt>
                <c:pt idx="747">
                  <c:v>69.849999999999994</c:v>
                </c:pt>
                <c:pt idx="748">
                  <c:v>68.95</c:v>
                </c:pt>
                <c:pt idx="749">
                  <c:v>69.650000000000006</c:v>
                </c:pt>
                <c:pt idx="750">
                  <c:v>68.8</c:v>
                </c:pt>
                <c:pt idx="751">
                  <c:v>67.7</c:v>
                </c:pt>
                <c:pt idx="752">
                  <c:v>67.25</c:v>
                </c:pt>
                <c:pt idx="753">
                  <c:v>67.599999999999994</c:v>
                </c:pt>
                <c:pt idx="754">
                  <c:v>67.95</c:v>
                </c:pt>
                <c:pt idx="755">
                  <c:v>68.05</c:v>
                </c:pt>
                <c:pt idx="756">
                  <c:v>67.150000000000006</c:v>
                </c:pt>
                <c:pt idx="757">
                  <c:v>66.45</c:v>
                </c:pt>
                <c:pt idx="758">
                  <c:v>67</c:v>
                </c:pt>
                <c:pt idx="759">
                  <c:v>67.7</c:v>
                </c:pt>
                <c:pt idx="760">
                  <c:v>76.2</c:v>
                </c:pt>
                <c:pt idx="761">
                  <c:v>77.400000000000006</c:v>
                </c:pt>
                <c:pt idx="762">
                  <c:v>75.849999999999994</c:v>
                </c:pt>
                <c:pt idx="763">
                  <c:v>76.5</c:v>
                </c:pt>
                <c:pt idx="764">
                  <c:v>76</c:v>
                </c:pt>
                <c:pt idx="765">
                  <c:v>74.45</c:v>
                </c:pt>
                <c:pt idx="766">
                  <c:v>71.5</c:v>
                </c:pt>
                <c:pt idx="767">
                  <c:v>67.2</c:v>
                </c:pt>
                <c:pt idx="768">
                  <c:v>69.75</c:v>
                </c:pt>
                <c:pt idx="769">
                  <c:v>70.099999999999994</c:v>
                </c:pt>
                <c:pt idx="770">
                  <c:v>66</c:v>
                </c:pt>
                <c:pt idx="771">
                  <c:v>65.349999999999994</c:v>
                </c:pt>
                <c:pt idx="772">
                  <c:v>68.599999999999994</c:v>
                </c:pt>
                <c:pt idx="773">
                  <c:v>69.599999999999994</c:v>
                </c:pt>
                <c:pt idx="774">
                  <c:v>68.95</c:v>
                </c:pt>
                <c:pt idx="775">
                  <c:v>68.55</c:v>
                </c:pt>
                <c:pt idx="776">
                  <c:v>67.8</c:v>
                </c:pt>
                <c:pt idx="777">
                  <c:v>66.7</c:v>
                </c:pt>
                <c:pt idx="778">
                  <c:v>66.400000000000006</c:v>
                </c:pt>
                <c:pt idx="779">
                  <c:v>66.05</c:v>
                </c:pt>
                <c:pt idx="780">
                  <c:v>65.8</c:v>
                </c:pt>
                <c:pt idx="781">
                  <c:v>69.05</c:v>
                </c:pt>
                <c:pt idx="782">
                  <c:v>72.5</c:v>
                </c:pt>
                <c:pt idx="783">
                  <c:v>77.05</c:v>
                </c:pt>
                <c:pt idx="784">
                  <c:v>73.900000000000006</c:v>
                </c:pt>
                <c:pt idx="785">
                  <c:v>73.8</c:v>
                </c:pt>
                <c:pt idx="786">
                  <c:v>72.150000000000006</c:v>
                </c:pt>
                <c:pt idx="787">
                  <c:v>72.25</c:v>
                </c:pt>
                <c:pt idx="788">
                  <c:v>73.400000000000006</c:v>
                </c:pt>
                <c:pt idx="789">
                  <c:v>73.400000000000006</c:v>
                </c:pt>
                <c:pt idx="790">
                  <c:v>71.45</c:v>
                </c:pt>
                <c:pt idx="791">
                  <c:v>71.650000000000006</c:v>
                </c:pt>
                <c:pt idx="792">
                  <c:v>70.45</c:v>
                </c:pt>
                <c:pt idx="793">
                  <c:v>69.099999999999994</c:v>
                </c:pt>
                <c:pt idx="794">
                  <c:v>67.55</c:v>
                </c:pt>
                <c:pt idx="795">
                  <c:v>65.599999999999994</c:v>
                </c:pt>
                <c:pt idx="796">
                  <c:v>65.45</c:v>
                </c:pt>
                <c:pt idx="797">
                  <c:v>64.7</c:v>
                </c:pt>
                <c:pt idx="798">
                  <c:v>65.7</c:v>
                </c:pt>
                <c:pt idx="799">
                  <c:v>64.3</c:v>
                </c:pt>
                <c:pt idx="800">
                  <c:v>62.65</c:v>
                </c:pt>
                <c:pt idx="801">
                  <c:v>63.9</c:v>
                </c:pt>
                <c:pt idx="802">
                  <c:v>63.5</c:v>
                </c:pt>
                <c:pt idx="803">
                  <c:v>66.75</c:v>
                </c:pt>
                <c:pt idx="804">
                  <c:v>66.7</c:v>
                </c:pt>
                <c:pt idx="805">
                  <c:v>64.45</c:v>
                </c:pt>
                <c:pt idx="806">
                  <c:v>63.3</c:v>
                </c:pt>
                <c:pt idx="807">
                  <c:v>63.6</c:v>
                </c:pt>
                <c:pt idx="808">
                  <c:v>63.35</c:v>
                </c:pt>
                <c:pt idx="809">
                  <c:v>63.05</c:v>
                </c:pt>
                <c:pt idx="810">
                  <c:v>61.35</c:v>
                </c:pt>
                <c:pt idx="811">
                  <c:v>62.2</c:v>
                </c:pt>
                <c:pt idx="812">
                  <c:v>62.85</c:v>
                </c:pt>
                <c:pt idx="813">
                  <c:v>63.15</c:v>
                </c:pt>
                <c:pt idx="814">
                  <c:v>65.5</c:v>
                </c:pt>
                <c:pt idx="815">
                  <c:v>70.05</c:v>
                </c:pt>
                <c:pt idx="816">
                  <c:v>77.05</c:v>
                </c:pt>
                <c:pt idx="817">
                  <c:v>81.900000000000006</c:v>
                </c:pt>
                <c:pt idx="818">
                  <c:v>75.400000000000006</c:v>
                </c:pt>
                <c:pt idx="819">
                  <c:v>75.599999999999994</c:v>
                </c:pt>
                <c:pt idx="820">
                  <c:v>74.400000000000006</c:v>
                </c:pt>
                <c:pt idx="821">
                  <c:v>73.099999999999994</c:v>
                </c:pt>
                <c:pt idx="822">
                  <c:v>75.7</c:v>
                </c:pt>
                <c:pt idx="823">
                  <c:v>82.5</c:v>
                </c:pt>
                <c:pt idx="824">
                  <c:v>83.1</c:v>
                </c:pt>
                <c:pt idx="825">
                  <c:v>86.6</c:v>
                </c:pt>
                <c:pt idx="826">
                  <c:v>86.2</c:v>
                </c:pt>
                <c:pt idx="827">
                  <c:v>82.3</c:v>
                </c:pt>
                <c:pt idx="828">
                  <c:v>82.85</c:v>
                </c:pt>
                <c:pt idx="829">
                  <c:v>81.5</c:v>
                </c:pt>
                <c:pt idx="830">
                  <c:v>82.25</c:v>
                </c:pt>
                <c:pt idx="831">
                  <c:v>82.95</c:v>
                </c:pt>
                <c:pt idx="832">
                  <c:v>90</c:v>
                </c:pt>
                <c:pt idx="833">
                  <c:v>94.2</c:v>
                </c:pt>
                <c:pt idx="834">
                  <c:v>93.95</c:v>
                </c:pt>
                <c:pt idx="835">
                  <c:v>90.7</c:v>
                </c:pt>
                <c:pt idx="836">
                  <c:v>94.25</c:v>
                </c:pt>
                <c:pt idx="837">
                  <c:v>94.1</c:v>
                </c:pt>
                <c:pt idx="838">
                  <c:v>106.7</c:v>
                </c:pt>
                <c:pt idx="839">
                  <c:v>118.05</c:v>
                </c:pt>
                <c:pt idx="840">
                  <c:v>120.65</c:v>
                </c:pt>
                <c:pt idx="841">
                  <c:v>117.55</c:v>
                </c:pt>
                <c:pt idx="842">
                  <c:v>125.55</c:v>
                </c:pt>
                <c:pt idx="843">
                  <c:v>142.15</c:v>
                </c:pt>
                <c:pt idx="844">
                  <c:v>135.55000000000001</c:v>
                </c:pt>
                <c:pt idx="845">
                  <c:v>131.15</c:v>
                </c:pt>
                <c:pt idx="846">
                  <c:v>134.80000000000001</c:v>
                </c:pt>
                <c:pt idx="847">
                  <c:v>140.1</c:v>
                </c:pt>
                <c:pt idx="848">
                  <c:v>139.4</c:v>
                </c:pt>
                <c:pt idx="849">
                  <c:v>137</c:v>
                </c:pt>
                <c:pt idx="850">
                  <c:v>136.6</c:v>
                </c:pt>
                <c:pt idx="851">
                  <c:v>133.4</c:v>
                </c:pt>
                <c:pt idx="852">
                  <c:v>134.6</c:v>
                </c:pt>
                <c:pt idx="853">
                  <c:v>132.35</c:v>
                </c:pt>
                <c:pt idx="854">
                  <c:v>138</c:v>
                </c:pt>
                <c:pt idx="855">
                  <c:v>140</c:v>
                </c:pt>
                <c:pt idx="856">
                  <c:v>136.44999999999999</c:v>
                </c:pt>
                <c:pt idx="857">
                  <c:v>141.44999999999999</c:v>
                </c:pt>
                <c:pt idx="858">
                  <c:v>139.80000000000001</c:v>
                </c:pt>
                <c:pt idx="859">
                  <c:v>137.25</c:v>
                </c:pt>
                <c:pt idx="860">
                  <c:v>140.55000000000001</c:v>
                </c:pt>
                <c:pt idx="861">
                  <c:v>141.44999999999999</c:v>
                </c:pt>
                <c:pt idx="862">
                  <c:v>156.25</c:v>
                </c:pt>
                <c:pt idx="863">
                  <c:v>158.05000000000001</c:v>
                </c:pt>
                <c:pt idx="864">
                  <c:v>152.44999999999999</c:v>
                </c:pt>
                <c:pt idx="865">
                  <c:v>152.35</c:v>
                </c:pt>
                <c:pt idx="866">
                  <c:v>151.5</c:v>
                </c:pt>
                <c:pt idx="867">
                  <c:v>146.6</c:v>
                </c:pt>
                <c:pt idx="868">
                  <c:v>149.80000000000001</c:v>
                </c:pt>
                <c:pt idx="869">
                  <c:v>150.15</c:v>
                </c:pt>
                <c:pt idx="870">
                  <c:v>153.4</c:v>
                </c:pt>
                <c:pt idx="871">
                  <c:v>157.80000000000001</c:v>
                </c:pt>
                <c:pt idx="872">
                  <c:v>165.95</c:v>
                </c:pt>
                <c:pt idx="873">
                  <c:v>167.65</c:v>
                </c:pt>
                <c:pt idx="874">
                  <c:v>164.6</c:v>
                </c:pt>
                <c:pt idx="875">
                  <c:v>163.75</c:v>
                </c:pt>
                <c:pt idx="876">
                  <c:v>181.7</c:v>
                </c:pt>
                <c:pt idx="877">
                  <c:v>191.1</c:v>
                </c:pt>
                <c:pt idx="878">
                  <c:v>186.6</c:v>
                </c:pt>
                <c:pt idx="879">
                  <c:v>180.55</c:v>
                </c:pt>
                <c:pt idx="880">
                  <c:v>182.15</c:v>
                </c:pt>
                <c:pt idx="881">
                  <c:v>183.45</c:v>
                </c:pt>
                <c:pt idx="882">
                  <c:v>194.15</c:v>
                </c:pt>
                <c:pt idx="883">
                  <c:v>185.15</c:v>
                </c:pt>
                <c:pt idx="884">
                  <c:v>183.85</c:v>
                </c:pt>
                <c:pt idx="885">
                  <c:v>173.7</c:v>
                </c:pt>
                <c:pt idx="886">
                  <c:v>180.25</c:v>
                </c:pt>
                <c:pt idx="887">
                  <c:v>173.05</c:v>
                </c:pt>
                <c:pt idx="888">
                  <c:v>168.8</c:v>
                </c:pt>
                <c:pt idx="889">
                  <c:v>162.85</c:v>
                </c:pt>
                <c:pt idx="890">
                  <c:v>160.9</c:v>
                </c:pt>
                <c:pt idx="891">
                  <c:v>169.3</c:v>
                </c:pt>
                <c:pt idx="892">
                  <c:v>180.2</c:v>
                </c:pt>
                <c:pt idx="893">
                  <c:v>179.95</c:v>
                </c:pt>
                <c:pt idx="894">
                  <c:v>178.7</c:v>
                </c:pt>
                <c:pt idx="895">
                  <c:v>171.65</c:v>
                </c:pt>
                <c:pt idx="896">
                  <c:v>165.45</c:v>
                </c:pt>
                <c:pt idx="897">
                  <c:v>167.05</c:v>
                </c:pt>
                <c:pt idx="898">
                  <c:v>161</c:v>
                </c:pt>
                <c:pt idx="899">
                  <c:v>162.35</c:v>
                </c:pt>
                <c:pt idx="900">
                  <c:v>175.65</c:v>
                </c:pt>
                <c:pt idx="901">
                  <c:v>178.25</c:v>
                </c:pt>
                <c:pt idx="902">
                  <c:v>182.6</c:v>
                </c:pt>
                <c:pt idx="903">
                  <c:v>183.4</c:v>
                </c:pt>
                <c:pt idx="904">
                  <c:v>185.05</c:v>
                </c:pt>
                <c:pt idx="905">
                  <c:v>188.35</c:v>
                </c:pt>
                <c:pt idx="906">
                  <c:v>214.4</c:v>
                </c:pt>
                <c:pt idx="907">
                  <c:v>221.8</c:v>
                </c:pt>
                <c:pt idx="908">
                  <c:v>215.25</c:v>
                </c:pt>
                <c:pt idx="909">
                  <c:v>215.05</c:v>
                </c:pt>
                <c:pt idx="910">
                  <c:v>216.05</c:v>
                </c:pt>
                <c:pt idx="911">
                  <c:v>212.8</c:v>
                </c:pt>
                <c:pt idx="912">
                  <c:v>222.6</c:v>
                </c:pt>
                <c:pt idx="913">
                  <c:v>216</c:v>
                </c:pt>
                <c:pt idx="914">
                  <c:v>210.75</c:v>
                </c:pt>
                <c:pt idx="915">
                  <c:v>210.6</c:v>
                </c:pt>
                <c:pt idx="916">
                  <c:v>223.25</c:v>
                </c:pt>
                <c:pt idx="917">
                  <c:v>237.2</c:v>
                </c:pt>
                <c:pt idx="918">
                  <c:v>232.2</c:v>
                </c:pt>
                <c:pt idx="919">
                  <c:v>249.25</c:v>
                </c:pt>
                <c:pt idx="920">
                  <c:v>262.95</c:v>
                </c:pt>
                <c:pt idx="921">
                  <c:v>275.2</c:v>
                </c:pt>
                <c:pt idx="922">
                  <c:v>274.75</c:v>
                </c:pt>
                <c:pt idx="923">
                  <c:v>266.39999999999998</c:v>
                </c:pt>
                <c:pt idx="924">
                  <c:v>279.05</c:v>
                </c:pt>
                <c:pt idx="925">
                  <c:v>257.10000000000002</c:v>
                </c:pt>
                <c:pt idx="926">
                  <c:v>267.35000000000002</c:v>
                </c:pt>
                <c:pt idx="927">
                  <c:v>277.89999999999998</c:v>
                </c:pt>
                <c:pt idx="928">
                  <c:v>289</c:v>
                </c:pt>
                <c:pt idx="929">
                  <c:v>269.95</c:v>
                </c:pt>
                <c:pt idx="930">
                  <c:v>271.60000000000002</c:v>
                </c:pt>
                <c:pt idx="931">
                  <c:v>262.55</c:v>
                </c:pt>
                <c:pt idx="932">
                  <c:v>275.64999999999998</c:v>
                </c:pt>
                <c:pt idx="933">
                  <c:v>273.2</c:v>
                </c:pt>
                <c:pt idx="934">
                  <c:v>283.60000000000002</c:v>
                </c:pt>
                <c:pt idx="935">
                  <c:v>282.5</c:v>
                </c:pt>
                <c:pt idx="936">
                  <c:v>283.85000000000002</c:v>
                </c:pt>
                <c:pt idx="937">
                  <c:v>303.64999999999998</c:v>
                </c:pt>
                <c:pt idx="938">
                  <c:v>305.8</c:v>
                </c:pt>
                <c:pt idx="939">
                  <c:v>306.14999999999998</c:v>
                </c:pt>
                <c:pt idx="940">
                  <c:v>303.05</c:v>
                </c:pt>
                <c:pt idx="941">
                  <c:v>292.60000000000002</c:v>
                </c:pt>
                <c:pt idx="942">
                  <c:v>288.75</c:v>
                </c:pt>
                <c:pt idx="943">
                  <c:v>297.60000000000002</c:v>
                </c:pt>
                <c:pt idx="944">
                  <c:v>293.05</c:v>
                </c:pt>
                <c:pt idx="945">
                  <c:v>294.5</c:v>
                </c:pt>
                <c:pt idx="946">
                  <c:v>282.60000000000002</c:v>
                </c:pt>
                <c:pt idx="947">
                  <c:v>291.89999999999998</c:v>
                </c:pt>
                <c:pt idx="948">
                  <c:v>303.64999999999998</c:v>
                </c:pt>
                <c:pt idx="949">
                  <c:v>295.10000000000002</c:v>
                </c:pt>
                <c:pt idx="950">
                  <c:v>285.45</c:v>
                </c:pt>
                <c:pt idx="951">
                  <c:v>264.89999999999998</c:v>
                </c:pt>
                <c:pt idx="952">
                  <c:v>266.2</c:v>
                </c:pt>
                <c:pt idx="953">
                  <c:v>272.75</c:v>
                </c:pt>
                <c:pt idx="954">
                  <c:v>279.75</c:v>
                </c:pt>
                <c:pt idx="955">
                  <c:v>284.64999999999998</c:v>
                </c:pt>
                <c:pt idx="956">
                  <c:v>270.75</c:v>
                </c:pt>
                <c:pt idx="957">
                  <c:v>281.8</c:v>
                </c:pt>
                <c:pt idx="958">
                  <c:v>279.10000000000002</c:v>
                </c:pt>
                <c:pt idx="959">
                  <c:v>304.45</c:v>
                </c:pt>
                <c:pt idx="960">
                  <c:v>311</c:v>
                </c:pt>
                <c:pt idx="961">
                  <c:v>316.60000000000002</c:v>
                </c:pt>
                <c:pt idx="962">
                  <c:v>307.64999999999998</c:v>
                </c:pt>
                <c:pt idx="963">
                  <c:v>328.05</c:v>
                </c:pt>
                <c:pt idx="964">
                  <c:v>373.95</c:v>
                </c:pt>
                <c:pt idx="965">
                  <c:v>358</c:v>
                </c:pt>
                <c:pt idx="966">
                  <c:v>368.95</c:v>
                </c:pt>
                <c:pt idx="967">
                  <c:v>368.25</c:v>
                </c:pt>
                <c:pt idx="968">
                  <c:v>412.9</c:v>
                </c:pt>
                <c:pt idx="969">
                  <c:v>402.55</c:v>
                </c:pt>
                <c:pt idx="970">
                  <c:v>394.55</c:v>
                </c:pt>
                <c:pt idx="971">
                  <c:v>410.65</c:v>
                </c:pt>
                <c:pt idx="972">
                  <c:v>435.25</c:v>
                </c:pt>
                <c:pt idx="973">
                  <c:v>428.05</c:v>
                </c:pt>
                <c:pt idx="974">
                  <c:v>409.35</c:v>
                </c:pt>
                <c:pt idx="975">
                  <c:v>398</c:v>
                </c:pt>
                <c:pt idx="976">
                  <c:v>425.2</c:v>
                </c:pt>
                <c:pt idx="977">
                  <c:v>418.85</c:v>
                </c:pt>
                <c:pt idx="978">
                  <c:v>424.2</c:v>
                </c:pt>
                <c:pt idx="979">
                  <c:v>426.8</c:v>
                </c:pt>
                <c:pt idx="980">
                  <c:v>441.5</c:v>
                </c:pt>
                <c:pt idx="981">
                  <c:v>448.7</c:v>
                </c:pt>
                <c:pt idx="982">
                  <c:v>485.35</c:v>
                </c:pt>
                <c:pt idx="983">
                  <c:v>482.55</c:v>
                </c:pt>
                <c:pt idx="984">
                  <c:v>500.1</c:v>
                </c:pt>
                <c:pt idx="985">
                  <c:v>501.05</c:v>
                </c:pt>
                <c:pt idx="986">
                  <c:v>523.35</c:v>
                </c:pt>
                <c:pt idx="987">
                  <c:v>550.20000000000005</c:v>
                </c:pt>
                <c:pt idx="988">
                  <c:v>536.79999999999995</c:v>
                </c:pt>
                <c:pt idx="989">
                  <c:v>517.6</c:v>
                </c:pt>
                <c:pt idx="990">
                  <c:v>547.35</c:v>
                </c:pt>
                <c:pt idx="991">
                  <c:v>555.65</c:v>
                </c:pt>
                <c:pt idx="992">
                  <c:v>541.04999999999995</c:v>
                </c:pt>
                <c:pt idx="993">
                  <c:v>522.54999999999995</c:v>
                </c:pt>
                <c:pt idx="994">
                  <c:v>531.1</c:v>
                </c:pt>
                <c:pt idx="995">
                  <c:v>560.5</c:v>
                </c:pt>
                <c:pt idx="996">
                  <c:v>616.54999999999995</c:v>
                </c:pt>
                <c:pt idx="997">
                  <c:v>593.25</c:v>
                </c:pt>
                <c:pt idx="998">
                  <c:v>566.25</c:v>
                </c:pt>
                <c:pt idx="999">
                  <c:v>591.5</c:v>
                </c:pt>
                <c:pt idx="1000">
                  <c:v>614.1</c:v>
                </c:pt>
                <c:pt idx="1001">
                  <c:v>596.20000000000005</c:v>
                </c:pt>
                <c:pt idx="1002">
                  <c:v>593.4</c:v>
                </c:pt>
                <c:pt idx="1003">
                  <c:v>597.65</c:v>
                </c:pt>
                <c:pt idx="1004">
                  <c:v>607.45000000000005</c:v>
                </c:pt>
                <c:pt idx="1005">
                  <c:v>603.85</c:v>
                </c:pt>
                <c:pt idx="1006">
                  <c:v>580.9</c:v>
                </c:pt>
                <c:pt idx="1007">
                  <c:v>585.35</c:v>
                </c:pt>
                <c:pt idx="1008">
                  <c:v>608.25</c:v>
                </c:pt>
                <c:pt idx="1009">
                  <c:v>580.4</c:v>
                </c:pt>
                <c:pt idx="1010">
                  <c:v>573.20000000000005</c:v>
                </c:pt>
                <c:pt idx="1011">
                  <c:v>597.85</c:v>
                </c:pt>
                <c:pt idx="1012">
                  <c:v>657.65</c:v>
                </c:pt>
                <c:pt idx="1013">
                  <c:v>661.25</c:v>
                </c:pt>
                <c:pt idx="1014">
                  <c:v>655.75</c:v>
                </c:pt>
                <c:pt idx="1015">
                  <c:v>677.75</c:v>
                </c:pt>
                <c:pt idx="1016">
                  <c:v>643.85</c:v>
                </c:pt>
                <c:pt idx="1017">
                  <c:v>602.85</c:v>
                </c:pt>
                <c:pt idx="1018">
                  <c:v>598.4</c:v>
                </c:pt>
                <c:pt idx="1019">
                  <c:v>618.25</c:v>
                </c:pt>
                <c:pt idx="1020">
                  <c:v>623.1</c:v>
                </c:pt>
                <c:pt idx="1021">
                  <c:v>629</c:v>
                </c:pt>
                <c:pt idx="1022">
                  <c:v>625.95000000000005</c:v>
                </c:pt>
                <c:pt idx="1023">
                  <c:v>604.70000000000005</c:v>
                </c:pt>
                <c:pt idx="1024">
                  <c:v>607.29999999999995</c:v>
                </c:pt>
                <c:pt idx="1025">
                  <c:v>604.9</c:v>
                </c:pt>
                <c:pt idx="1026">
                  <c:v>600.6</c:v>
                </c:pt>
                <c:pt idx="1027">
                  <c:v>589.20000000000005</c:v>
                </c:pt>
                <c:pt idx="1028">
                  <c:v>581.1</c:v>
                </c:pt>
                <c:pt idx="1029">
                  <c:v>556.79999999999995</c:v>
                </c:pt>
                <c:pt idx="1030">
                  <c:v>592.95000000000005</c:v>
                </c:pt>
                <c:pt idx="1031">
                  <c:v>650.04999999999995</c:v>
                </c:pt>
                <c:pt idx="1032">
                  <c:v>675.1</c:v>
                </c:pt>
                <c:pt idx="1033">
                  <c:v>695.95</c:v>
                </c:pt>
                <c:pt idx="1034">
                  <c:v>665.15</c:v>
                </c:pt>
                <c:pt idx="1035">
                  <c:v>652.75</c:v>
                </c:pt>
                <c:pt idx="1036">
                  <c:v>638.75</c:v>
                </c:pt>
                <c:pt idx="1037">
                  <c:v>620.4</c:v>
                </c:pt>
                <c:pt idx="1038">
                  <c:v>623.1</c:v>
                </c:pt>
                <c:pt idx="1039">
                  <c:v>618.70000000000005</c:v>
                </c:pt>
                <c:pt idx="1040">
                  <c:v>608.20000000000005</c:v>
                </c:pt>
                <c:pt idx="1041">
                  <c:v>599.5</c:v>
                </c:pt>
                <c:pt idx="1042">
                  <c:v>583.65</c:v>
                </c:pt>
                <c:pt idx="1043">
                  <c:v>603.15</c:v>
                </c:pt>
                <c:pt idx="1044">
                  <c:v>634.20000000000005</c:v>
                </c:pt>
                <c:pt idx="1045">
                  <c:v>624.85</c:v>
                </c:pt>
                <c:pt idx="1046">
                  <c:v>621.6</c:v>
                </c:pt>
                <c:pt idx="1047">
                  <c:v>600.25</c:v>
                </c:pt>
                <c:pt idx="1048">
                  <c:v>596.95000000000005</c:v>
                </c:pt>
                <c:pt idx="1049">
                  <c:v>578.79999999999995</c:v>
                </c:pt>
                <c:pt idx="1050">
                  <c:v>537.5</c:v>
                </c:pt>
                <c:pt idx="1051">
                  <c:v>511.1</c:v>
                </c:pt>
                <c:pt idx="1052">
                  <c:v>483.35</c:v>
                </c:pt>
                <c:pt idx="1053">
                  <c:v>470.3</c:v>
                </c:pt>
                <c:pt idx="1054">
                  <c:v>487.9</c:v>
                </c:pt>
                <c:pt idx="1055">
                  <c:v>474.4</c:v>
                </c:pt>
                <c:pt idx="1056">
                  <c:v>473.25</c:v>
                </c:pt>
                <c:pt idx="1057">
                  <c:v>450.75</c:v>
                </c:pt>
                <c:pt idx="1058">
                  <c:v>440.25</c:v>
                </c:pt>
                <c:pt idx="1059">
                  <c:v>419.3</c:v>
                </c:pt>
                <c:pt idx="1060">
                  <c:v>461.25</c:v>
                </c:pt>
                <c:pt idx="1061">
                  <c:v>482.75</c:v>
                </c:pt>
                <c:pt idx="1062">
                  <c:v>483.75</c:v>
                </c:pt>
                <c:pt idx="1063">
                  <c:v>482.85</c:v>
                </c:pt>
                <c:pt idx="1064">
                  <c:v>478.5</c:v>
                </c:pt>
                <c:pt idx="1065">
                  <c:v>499.2</c:v>
                </c:pt>
                <c:pt idx="1066">
                  <c:v>520.29999999999995</c:v>
                </c:pt>
                <c:pt idx="1067">
                  <c:v>513.20000000000005</c:v>
                </c:pt>
                <c:pt idx="1068">
                  <c:v>488.8</c:v>
                </c:pt>
                <c:pt idx="1069">
                  <c:v>491.7</c:v>
                </c:pt>
                <c:pt idx="1070">
                  <c:v>482.65</c:v>
                </c:pt>
                <c:pt idx="1071">
                  <c:v>485.65</c:v>
                </c:pt>
                <c:pt idx="1072">
                  <c:v>479.95</c:v>
                </c:pt>
                <c:pt idx="1073">
                  <c:v>459.05</c:v>
                </c:pt>
                <c:pt idx="1074">
                  <c:v>440.8</c:v>
                </c:pt>
                <c:pt idx="1075">
                  <c:v>449.9</c:v>
                </c:pt>
                <c:pt idx="1076">
                  <c:v>440.35</c:v>
                </c:pt>
                <c:pt idx="1077">
                  <c:v>429.95</c:v>
                </c:pt>
                <c:pt idx="1078">
                  <c:v>445.3</c:v>
                </c:pt>
                <c:pt idx="1079">
                  <c:v>447.15</c:v>
                </c:pt>
                <c:pt idx="1080">
                  <c:v>468.8</c:v>
                </c:pt>
                <c:pt idx="1081">
                  <c:v>444.15</c:v>
                </c:pt>
                <c:pt idx="1082">
                  <c:v>446.8</c:v>
                </c:pt>
                <c:pt idx="1083">
                  <c:v>426.9</c:v>
                </c:pt>
                <c:pt idx="1084">
                  <c:v>417.95</c:v>
                </c:pt>
                <c:pt idx="1085">
                  <c:v>377.85</c:v>
                </c:pt>
                <c:pt idx="1086">
                  <c:v>384.55</c:v>
                </c:pt>
                <c:pt idx="1087">
                  <c:v>405.2</c:v>
                </c:pt>
                <c:pt idx="1088">
                  <c:v>407.15</c:v>
                </c:pt>
                <c:pt idx="1089">
                  <c:v>394.45</c:v>
                </c:pt>
                <c:pt idx="1090">
                  <c:v>398.35</c:v>
                </c:pt>
                <c:pt idx="1091">
                  <c:v>377.65</c:v>
                </c:pt>
                <c:pt idx="1092">
                  <c:v>381.55</c:v>
                </c:pt>
                <c:pt idx="1093">
                  <c:v>387.25</c:v>
                </c:pt>
                <c:pt idx="1094">
                  <c:v>348.7</c:v>
                </c:pt>
                <c:pt idx="1095">
                  <c:v>313.85000000000002</c:v>
                </c:pt>
                <c:pt idx="1096">
                  <c:v>283.89999999999998</c:v>
                </c:pt>
                <c:pt idx="1097">
                  <c:v>312.3</c:v>
                </c:pt>
                <c:pt idx="1098">
                  <c:v>343.55</c:v>
                </c:pt>
                <c:pt idx="1099">
                  <c:v>377.95</c:v>
                </c:pt>
                <c:pt idx="1100">
                  <c:v>415.75</c:v>
                </c:pt>
                <c:pt idx="1101">
                  <c:v>397.55</c:v>
                </c:pt>
                <c:pt idx="1102">
                  <c:v>396.3</c:v>
                </c:pt>
                <c:pt idx="1103">
                  <c:v>384.2</c:v>
                </c:pt>
                <c:pt idx="1104">
                  <c:v>350.15</c:v>
                </c:pt>
                <c:pt idx="1105">
                  <c:v>353.85</c:v>
                </c:pt>
                <c:pt idx="1106">
                  <c:v>352.4</c:v>
                </c:pt>
                <c:pt idx="1107">
                  <c:v>363.9</c:v>
                </c:pt>
                <c:pt idx="1108">
                  <c:v>347.15</c:v>
                </c:pt>
                <c:pt idx="1109">
                  <c:v>381.25</c:v>
                </c:pt>
                <c:pt idx="1110">
                  <c:v>361.4</c:v>
                </c:pt>
                <c:pt idx="1111">
                  <c:v>368.5</c:v>
                </c:pt>
                <c:pt idx="1112">
                  <c:v>371.05</c:v>
                </c:pt>
                <c:pt idx="1113">
                  <c:v>367.25</c:v>
                </c:pt>
                <c:pt idx="1114">
                  <c:v>356.4</c:v>
                </c:pt>
                <c:pt idx="1115">
                  <c:v>326</c:v>
                </c:pt>
                <c:pt idx="1116">
                  <c:v>337.3</c:v>
                </c:pt>
                <c:pt idx="1117">
                  <c:v>334.95</c:v>
                </c:pt>
                <c:pt idx="1118">
                  <c:v>336.8</c:v>
                </c:pt>
                <c:pt idx="1119">
                  <c:v>331.8</c:v>
                </c:pt>
                <c:pt idx="1120">
                  <c:v>341</c:v>
                </c:pt>
                <c:pt idx="1121">
                  <c:v>341.85</c:v>
                </c:pt>
                <c:pt idx="1122">
                  <c:v>322.45</c:v>
                </c:pt>
                <c:pt idx="1123">
                  <c:v>329.85</c:v>
                </c:pt>
                <c:pt idx="1124">
                  <c:v>362.85</c:v>
                </c:pt>
                <c:pt idx="1125">
                  <c:v>390</c:v>
                </c:pt>
                <c:pt idx="1126">
                  <c:v>392.25</c:v>
                </c:pt>
                <c:pt idx="1127">
                  <c:v>384.65</c:v>
                </c:pt>
                <c:pt idx="1128">
                  <c:v>389.9</c:v>
                </c:pt>
                <c:pt idx="1129">
                  <c:v>381.05</c:v>
                </c:pt>
                <c:pt idx="1130">
                  <c:v>361.2</c:v>
                </c:pt>
                <c:pt idx="1131">
                  <c:v>392.55</c:v>
                </c:pt>
                <c:pt idx="1132">
                  <c:v>381.4</c:v>
                </c:pt>
                <c:pt idx="1133">
                  <c:v>352.15</c:v>
                </c:pt>
                <c:pt idx="1134">
                  <c:v>370.35</c:v>
                </c:pt>
                <c:pt idx="1135">
                  <c:v>387.65</c:v>
                </c:pt>
                <c:pt idx="1136">
                  <c:v>388</c:v>
                </c:pt>
                <c:pt idx="1137">
                  <c:v>405.05</c:v>
                </c:pt>
                <c:pt idx="1138">
                  <c:v>425.15</c:v>
                </c:pt>
                <c:pt idx="1139">
                  <c:v>434.1</c:v>
                </c:pt>
                <c:pt idx="1140">
                  <c:v>432.8</c:v>
                </c:pt>
                <c:pt idx="1141">
                  <c:v>431.2</c:v>
                </c:pt>
                <c:pt idx="1142">
                  <c:v>440.95</c:v>
                </c:pt>
                <c:pt idx="1143">
                  <c:v>464.4</c:v>
                </c:pt>
                <c:pt idx="1144">
                  <c:v>475.95</c:v>
                </c:pt>
                <c:pt idx="1145">
                  <c:v>458.15</c:v>
                </c:pt>
                <c:pt idx="1146">
                  <c:v>454.4</c:v>
                </c:pt>
                <c:pt idx="1147">
                  <c:v>496.15</c:v>
                </c:pt>
                <c:pt idx="1148">
                  <c:v>516</c:v>
                </c:pt>
                <c:pt idx="1149">
                  <c:v>538</c:v>
                </c:pt>
                <c:pt idx="1150">
                  <c:v>536.45000000000005</c:v>
                </c:pt>
                <c:pt idx="1151">
                  <c:v>537.15</c:v>
                </c:pt>
                <c:pt idx="1152">
                  <c:v>539.65</c:v>
                </c:pt>
                <c:pt idx="1153">
                  <c:v>563.04999999999995</c:v>
                </c:pt>
                <c:pt idx="1154">
                  <c:v>561.6</c:v>
                </c:pt>
                <c:pt idx="1155">
                  <c:v>570.04999999999995</c:v>
                </c:pt>
                <c:pt idx="1156">
                  <c:v>577.35</c:v>
                </c:pt>
                <c:pt idx="1157">
                  <c:v>547</c:v>
                </c:pt>
                <c:pt idx="1158">
                  <c:v>553</c:v>
                </c:pt>
                <c:pt idx="1159">
                  <c:v>542.4</c:v>
                </c:pt>
                <c:pt idx="1160">
                  <c:v>544</c:v>
                </c:pt>
                <c:pt idx="1161">
                  <c:v>547.85</c:v>
                </c:pt>
                <c:pt idx="1162">
                  <c:v>531.35</c:v>
                </c:pt>
                <c:pt idx="1163">
                  <c:v>558.1</c:v>
                </c:pt>
                <c:pt idx="1164">
                  <c:v>569.1</c:v>
                </c:pt>
                <c:pt idx="1165">
                  <c:v>532.85</c:v>
                </c:pt>
                <c:pt idx="1166">
                  <c:v>539.1</c:v>
                </c:pt>
                <c:pt idx="1167">
                  <c:v>537.35</c:v>
                </c:pt>
                <c:pt idx="1168">
                  <c:v>548.6</c:v>
                </c:pt>
                <c:pt idx="1169">
                  <c:v>543.6</c:v>
                </c:pt>
                <c:pt idx="1170">
                  <c:v>556</c:v>
                </c:pt>
                <c:pt idx="1171">
                  <c:v>563.29999999999995</c:v>
                </c:pt>
                <c:pt idx="1172">
                  <c:v>556.4</c:v>
                </c:pt>
                <c:pt idx="1173">
                  <c:v>550.6</c:v>
                </c:pt>
                <c:pt idx="1174">
                  <c:v>556.6</c:v>
                </c:pt>
                <c:pt idx="1175">
                  <c:v>571.70000000000005</c:v>
                </c:pt>
                <c:pt idx="1176">
                  <c:v>565.20000000000005</c:v>
                </c:pt>
                <c:pt idx="1177">
                  <c:v>579.15</c:v>
                </c:pt>
                <c:pt idx="1178">
                  <c:v>571.04999999999995</c:v>
                </c:pt>
                <c:pt idx="1179">
                  <c:v>591.54999999999995</c:v>
                </c:pt>
                <c:pt idx="1180">
                  <c:v>592.70000000000005</c:v>
                </c:pt>
                <c:pt idx="1181">
                  <c:v>596.79999999999995</c:v>
                </c:pt>
                <c:pt idx="1182">
                  <c:v>601.79999999999995</c:v>
                </c:pt>
                <c:pt idx="1183">
                  <c:v>614.1</c:v>
                </c:pt>
                <c:pt idx="1184">
                  <c:v>606.54999999999995</c:v>
                </c:pt>
                <c:pt idx="1185">
                  <c:v>607.95000000000005</c:v>
                </c:pt>
                <c:pt idx="1186">
                  <c:v>623.95000000000005</c:v>
                </c:pt>
                <c:pt idx="1187">
                  <c:v>613.95000000000005</c:v>
                </c:pt>
                <c:pt idx="1188">
                  <c:v>604</c:v>
                </c:pt>
                <c:pt idx="1189">
                  <c:v>611.45000000000005</c:v>
                </c:pt>
                <c:pt idx="1190">
                  <c:v>603</c:v>
                </c:pt>
                <c:pt idx="1191">
                  <c:v>593.25</c:v>
                </c:pt>
                <c:pt idx="1192">
                  <c:v>620.04999999999995</c:v>
                </c:pt>
                <c:pt idx="1193">
                  <c:v>636.29999999999995</c:v>
                </c:pt>
                <c:pt idx="1194">
                  <c:v>694.9</c:v>
                </c:pt>
                <c:pt idx="1195">
                  <c:v>691.25</c:v>
                </c:pt>
                <c:pt idx="1196">
                  <c:v>736.75</c:v>
                </c:pt>
                <c:pt idx="1197">
                  <c:v>741.65</c:v>
                </c:pt>
                <c:pt idx="1198">
                  <c:v>741.1</c:v>
                </c:pt>
                <c:pt idx="1199">
                  <c:v>743.65</c:v>
                </c:pt>
                <c:pt idx="1200">
                  <c:v>738.45</c:v>
                </c:pt>
                <c:pt idx="1201">
                  <c:v>746.2</c:v>
                </c:pt>
                <c:pt idx="1202">
                  <c:v>726.9</c:v>
                </c:pt>
                <c:pt idx="1203">
                  <c:v>675.55</c:v>
                </c:pt>
                <c:pt idx="1204">
                  <c:v>692.1</c:v>
                </c:pt>
                <c:pt idx="1205">
                  <c:v>693.5</c:v>
                </c:pt>
                <c:pt idx="1206">
                  <c:v>705.55</c:v>
                </c:pt>
                <c:pt idx="1207">
                  <c:v>680.2</c:v>
                </c:pt>
                <c:pt idx="1208">
                  <c:v>684.4</c:v>
                </c:pt>
                <c:pt idx="1209">
                  <c:v>676.2</c:v>
                </c:pt>
                <c:pt idx="1210">
                  <c:v>690.75</c:v>
                </c:pt>
                <c:pt idx="1211">
                  <c:v>736.1</c:v>
                </c:pt>
                <c:pt idx="1212">
                  <c:v>776.1</c:v>
                </c:pt>
                <c:pt idx="1213">
                  <c:v>752</c:v>
                </c:pt>
                <c:pt idx="1214">
                  <c:v>769</c:v>
                </c:pt>
                <c:pt idx="1215">
                  <c:v>789.2</c:v>
                </c:pt>
                <c:pt idx="1216">
                  <c:v>817.55</c:v>
                </c:pt>
                <c:pt idx="1217">
                  <c:v>827.3</c:v>
                </c:pt>
                <c:pt idx="1218">
                  <c:v>843.15</c:v>
                </c:pt>
                <c:pt idx="1219">
                  <c:v>840.55</c:v>
                </c:pt>
                <c:pt idx="1220">
                  <c:v>829.55</c:v>
                </c:pt>
                <c:pt idx="1221">
                  <c:v>825.8</c:v>
                </c:pt>
                <c:pt idx="1222">
                  <c:v>817.75</c:v>
                </c:pt>
                <c:pt idx="1223">
                  <c:v>822.65</c:v>
                </c:pt>
                <c:pt idx="1224">
                  <c:v>831.55</c:v>
                </c:pt>
                <c:pt idx="1225">
                  <c:v>827.75</c:v>
                </c:pt>
                <c:pt idx="1226">
                  <c:v>815.25</c:v>
                </c:pt>
                <c:pt idx="1227">
                  <c:v>793.7</c:v>
                </c:pt>
                <c:pt idx="1228">
                  <c:v>803.65</c:v>
                </c:pt>
                <c:pt idx="1229">
                  <c:v>810.7</c:v>
                </c:pt>
                <c:pt idx="1230">
                  <c:v>813.7</c:v>
                </c:pt>
                <c:pt idx="1231">
                  <c:v>819.15</c:v>
                </c:pt>
                <c:pt idx="1232">
                  <c:v>825.2</c:v>
                </c:pt>
                <c:pt idx="1233">
                  <c:v>809</c:v>
                </c:pt>
                <c:pt idx="1234">
                  <c:v>801.4</c:v>
                </c:pt>
                <c:pt idx="1235">
                  <c:v>811.8</c:v>
                </c:pt>
                <c:pt idx="1236">
                  <c:v>806.2</c:v>
                </c:pt>
                <c:pt idx="1237">
                  <c:v>792.8</c:v>
                </c:pt>
                <c:pt idx="1238">
                  <c:v>849.55</c:v>
                </c:pt>
                <c:pt idx="1239">
                  <c:v>821.95</c:v>
                </c:pt>
                <c:pt idx="1240">
                  <c:v>815.45</c:v>
                </c:pt>
                <c:pt idx="1241">
                  <c:v>804.7</c:v>
                </c:pt>
                <c:pt idx="1242">
                  <c:v>830.4</c:v>
                </c:pt>
                <c:pt idx="1243">
                  <c:v>883.85</c:v>
                </c:pt>
                <c:pt idx="1244">
                  <c:v>875.5</c:v>
                </c:pt>
                <c:pt idx="1245">
                  <c:v>917.5</c:v>
                </c:pt>
                <c:pt idx="1246">
                  <c:v>940.95</c:v>
                </c:pt>
                <c:pt idx="1247">
                  <c:v>990.3</c:v>
                </c:pt>
                <c:pt idx="1248">
                  <c:v>1006.85</c:v>
                </c:pt>
                <c:pt idx="1249">
                  <c:v>991.45</c:v>
                </c:pt>
                <c:pt idx="1250">
                  <c:v>1010.55</c:v>
                </c:pt>
                <c:pt idx="1251">
                  <c:v>1018.1</c:v>
                </c:pt>
                <c:pt idx="1252">
                  <c:v>1006.95</c:v>
                </c:pt>
                <c:pt idx="1253">
                  <c:v>1016.9</c:v>
                </c:pt>
                <c:pt idx="1254">
                  <c:v>1002.4</c:v>
                </c:pt>
                <c:pt idx="1255">
                  <c:v>1043.25</c:v>
                </c:pt>
                <c:pt idx="1256">
                  <c:v>1032.8</c:v>
                </c:pt>
                <c:pt idx="1257">
                  <c:v>1029.8499999999999</c:v>
                </c:pt>
                <c:pt idx="1258">
                  <c:v>1023.8</c:v>
                </c:pt>
                <c:pt idx="1259">
                  <c:v>976.15</c:v>
                </c:pt>
                <c:pt idx="1260">
                  <c:v>953.5</c:v>
                </c:pt>
                <c:pt idx="1261">
                  <c:v>985.4</c:v>
                </c:pt>
                <c:pt idx="1262">
                  <c:v>960.45</c:v>
                </c:pt>
                <c:pt idx="1263">
                  <c:v>925.35</c:v>
                </c:pt>
                <c:pt idx="1264">
                  <c:v>875.7</c:v>
                </c:pt>
                <c:pt idx="1265">
                  <c:v>898.8</c:v>
                </c:pt>
                <c:pt idx="1266">
                  <c:v>938.65</c:v>
                </c:pt>
                <c:pt idx="1267">
                  <c:v>1023.2</c:v>
                </c:pt>
                <c:pt idx="1268">
                  <c:v>1014.05</c:v>
                </c:pt>
                <c:pt idx="1269">
                  <c:v>1065.4000000000001</c:v>
                </c:pt>
                <c:pt idx="1270">
                  <c:v>1031.95</c:v>
                </c:pt>
                <c:pt idx="1271">
                  <c:v>1136.2</c:v>
                </c:pt>
                <c:pt idx="1272">
                  <c:v>1133.5999999999999</c:v>
                </c:pt>
                <c:pt idx="1273">
                  <c:v>1234.5999999999999</c:v>
                </c:pt>
                <c:pt idx="1274">
                  <c:v>1254.05</c:v>
                </c:pt>
                <c:pt idx="1275">
                  <c:v>1317.9</c:v>
                </c:pt>
                <c:pt idx="1276">
                  <c:v>1345.6</c:v>
                </c:pt>
                <c:pt idx="1277">
                  <c:v>1417</c:v>
                </c:pt>
                <c:pt idx="1278">
                  <c:v>1445.05</c:v>
                </c:pt>
                <c:pt idx="1279">
                  <c:v>1401.8</c:v>
                </c:pt>
                <c:pt idx="1280">
                  <c:v>1398.5</c:v>
                </c:pt>
                <c:pt idx="1281">
                  <c:v>1379.4</c:v>
                </c:pt>
                <c:pt idx="1282">
                  <c:v>1353.15</c:v>
                </c:pt>
                <c:pt idx="1283">
                  <c:v>1387.4</c:v>
                </c:pt>
                <c:pt idx="1284">
                  <c:v>1422.25</c:v>
                </c:pt>
                <c:pt idx="1285">
                  <c:v>1501.35</c:v>
                </c:pt>
                <c:pt idx="1286">
                  <c:v>1496.65</c:v>
                </c:pt>
                <c:pt idx="1287">
                  <c:v>739.45</c:v>
                </c:pt>
                <c:pt idx="1288">
                  <c:v>715.1</c:v>
                </c:pt>
                <c:pt idx="1289">
                  <c:v>725.55</c:v>
                </c:pt>
                <c:pt idx="1290">
                  <c:v>717.8</c:v>
                </c:pt>
                <c:pt idx="1291">
                  <c:v>807.3</c:v>
                </c:pt>
                <c:pt idx="1292">
                  <c:v>819.3</c:v>
                </c:pt>
                <c:pt idx="1293">
                  <c:v>827.8</c:v>
                </c:pt>
                <c:pt idx="1294">
                  <c:v>796.3</c:v>
                </c:pt>
                <c:pt idx="1295">
                  <c:v>814</c:v>
                </c:pt>
                <c:pt idx="1296">
                  <c:v>834.2</c:v>
                </c:pt>
                <c:pt idx="1297">
                  <c:v>831.2</c:v>
                </c:pt>
                <c:pt idx="1298">
                  <c:v>831.8</c:v>
                </c:pt>
                <c:pt idx="1299">
                  <c:v>821.7</c:v>
                </c:pt>
                <c:pt idx="1300">
                  <c:v>852.65</c:v>
                </c:pt>
                <c:pt idx="1301">
                  <c:v>875.15</c:v>
                </c:pt>
                <c:pt idx="1302">
                  <c:v>844</c:v>
                </c:pt>
                <c:pt idx="1303">
                  <c:v>841.75</c:v>
                </c:pt>
                <c:pt idx="1304">
                  <c:v>842.1</c:v>
                </c:pt>
                <c:pt idx="1305">
                  <c:v>844</c:v>
                </c:pt>
                <c:pt idx="1306">
                  <c:v>832.55</c:v>
                </c:pt>
                <c:pt idx="1307">
                  <c:v>833.95</c:v>
                </c:pt>
                <c:pt idx="1308">
                  <c:v>817.75</c:v>
                </c:pt>
                <c:pt idx="1309">
                  <c:v>813.25</c:v>
                </c:pt>
                <c:pt idx="1310">
                  <c:v>809.3</c:v>
                </c:pt>
                <c:pt idx="1311">
                  <c:v>782.6</c:v>
                </c:pt>
                <c:pt idx="1312">
                  <c:v>724.85</c:v>
                </c:pt>
                <c:pt idx="1313">
                  <c:v>740.8</c:v>
                </c:pt>
                <c:pt idx="1314">
                  <c:v>765.65</c:v>
                </c:pt>
                <c:pt idx="1315">
                  <c:v>745.65</c:v>
                </c:pt>
                <c:pt idx="1316">
                  <c:v>720.85</c:v>
                </c:pt>
                <c:pt idx="1317">
                  <c:v>731.7</c:v>
                </c:pt>
                <c:pt idx="1318">
                  <c:v>755.3</c:v>
                </c:pt>
                <c:pt idx="1319">
                  <c:v>753.15</c:v>
                </c:pt>
                <c:pt idx="1320">
                  <c:v>724.55</c:v>
                </c:pt>
                <c:pt idx="1321">
                  <c:v>773.75</c:v>
                </c:pt>
                <c:pt idx="1322">
                  <c:v>736.4</c:v>
                </c:pt>
                <c:pt idx="1323">
                  <c:v>730</c:v>
                </c:pt>
                <c:pt idx="1324">
                  <c:v>730.25</c:v>
                </c:pt>
                <c:pt idx="1325">
                  <c:v>733.45</c:v>
                </c:pt>
                <c:pt idx="1326">
                  <c:v>729</c:v>
                </c:pt>
                <c:pt idx="1327">
                  <c:v>686.95</c:v>
                </c:pt>
                <c:pt idx="1328">
                  <c:v>661.55</c:v>
                </c:pt>
                <c:pt idx="1329">
                  <c:v>658.1</c:v>
                </c:pt>
                <c:pt idx="1330">
                  <c:v>695.55</c:v>
                </c:pt>
                <c:pt idx="1331">
                  <c:v>723.1</c:v>
                </c:pt>
                <c:pt idx="1332">
                  <c:v>743.75</c:v>
                </c:pt>
                <c:pt idx="1333">
                  <c:v>715.5</c:v>
                </c:pt>
                <c:pt idx="1334">
                  <c:v>710.4</c:v>
                </c:pt>
                <c:pt idx="1335">
                  <c:v>700.55</c:v>
                </c:pt>
                <c:pt idx="1336">
                  <c:v>700.6</c:v>
                </c:pt>
                <c:pt idx="1337">
                  <c:v>686.2</c:v>
                </c:pt>
                <c:pt idx="1338">
                  <c:v>673.15</c:v>
                </c:pt>
                <c:pt idx="1339">
                  <c:v>654.1</c:v>
                </c:pt>
                <c:pt idx="1340">
                  <c:v>640.15</c:v>
                </c:pt>
                <c:pt idx="1341">
                  <c:v>660.7</c:v>
                </c:pt>
                <c:pt idx="1342">
                  <c:v>655.25</c:v>
                </c:pt>
                <c:pt idx="1343">
                  <c:v>676.6</c:v>
                </c:pt>
                <c:pt idx="1344">
                  <c:v>658.1</c:v>
                </c:pt>
                <c:pt idx="1345">
                  <c:v>647.35</c:v>
                </c:pt>
                <c:pt idx="1346">
                  <c:v>662.2</c:v>
                </c:pt>
                <c:pt idx="1347">
                  <c:v>648.54999999999995</c:v>
                </c:pt>
                <c:pt idx="1348">
                  <c:v>644.15</c:v>
                </c:pt>
                <c:pt idx="1349">
                  <c:v>644.1</c:v>
                </c:pt>
                <c:pt idx="1350">
                  <c:v>641.65</c:v>
                </c:pt>
                <c:pt idx="1351">
                  <c:v>670.05</c:v>
                </c:pt>
                <c:pt idx="1352">
                  <c:v>661.5</c:v>
                </c:pt>
                <c:pt idx="1353">
                  <c:v>646.4</c:v>
                </c:pt>
                <c:pt idx="1354">
                  <c:v>644.1</c:v>
                </c:pt>
                <c:pt idx="1355">
                  <c:v>635.65</c:v>
                </c:pt>
                <c:pt idx="1356">
                  <c:v>616.4</c:v>
                </c:pt>
                <c:pt idx="1357">
                  <c:v>625.45000000000005</c:v>
                </c:pt>
                <c:pt idx="1358">
                  <c:v>638.15</c:v>
                </c:pt>
                <c:pt idx="1359">
                  <c:v>655.1</c:v>
                </c:pt>
                <c:pt idx="1360">
                  <c:v>653.4</c:v>
                </c:pt>
                <c:pt idx="1361">
                  <c:v>631.45000000000005</c:v>
                </c:pt>
                <c:pt idx="1362">
                  <c:v>626.79999999999995</c:v>
                </c:pt>
                <c:pt idx="1363">
                  <c:v>622.75</c:v>
                </c:pt>
                <c:pt idx="1364">
                  <c:v>625.20000000000005</c:v>
                </c:pt>
                <c:pt idx="1365">
                  <c:v>621.5</c:v>
                </c:pt>
                <c:pt idx="1366">
                  <c:v>613.79999999999995</c:v>
                </c:pt>
                <c:pt idx="1367">
                  <c:v>615.15</c:v>
                </c:pt>
                <c:pt idx="1368">
                  <c:v>608.04999999999995</c:v>
                </c:pt>
                <c:pt idx="1369">
                  <c:v>572.20000000000005</c:v>
                </c:pt>
                <c:pt idx="1370">
                  <c:v>584.20000000000005</c:v>
                </c:pt>
                <c:pt idx="1371">
                  <c:v>590.5</c:v>
                </c:pt>
                <c:pt idx="1372">
                  <c:v>575.04999999999995</c:v>
                </c:pt>
                <c:pt idx="1373">
                  <c:v>572.54999999999995</c:v>
                </c:pt>
                <c:pt idx="1374">
                  <c:v>602.70000000000005</c:v>
                </c:pt>
                <c:pt idx="1375">
                  <c:v>602.65</c:v>
                </c:pt>
                <c:pt idx="1376">
                  <c:v>602.1</c:v>
                </c:pt>
                <c:pt idx="1377">
                  <c:v>599.6</c:v>
                </c:pt>
                <c:pt idx="1378">
                  <c:v>586.4</c:v>
                </c:pt>
                <c:pt idx="1379">
                  <c:v>591.70000000000005</c:v>
                </c:pt>
                <c:pt idx="1380">
                  <c:v>589.4</c:v>
                </c:pt>
                <c:pt idx="1381">
                  <c:v>593.85</c:v>
                </c:pt>
                <c:pt idx="1382">
                  <c:v>579.20000000000005</c:v>
                </c:pt>
                <c:pt idx="1383">
                  <c:v>576.85</c:v>
                </c:pt>
                <c:pt idx="1384">
                  <c:v>596.9</c:v>
                </c:pt>
                <c:pt idx="1385">
                  <c:v>611.85</c:v>
                </c:pt>
                <c:pt idx="1386">
                  <c:v>648.54999999999995</c:v>
                </c:pt>
                <c:pt idx="1387">
                  <c:v>665.9</c:v>
                </c:pt>
                <c:pt idx="1388">
                  <c:v>698</c:v>
                </c:pt>
                <c:pt idx="1389">
                  <c:v>691.95</c:v>
                </c:pt>
                <c:pt idx="1390">
                  <c:v>671.4</c:v>
                </c:pt>
                <c:pt idx="1391">
                  <c:v>657.75</c:v>
                </c:pt>
                <c:pt idx="1392">
                  <c:v>658.2</c:v>
                </c:pt>
                <c:pt idx="1393">
                  <c:v>663.95</c:v>
                </c:pt>
                <c:pt idx="1394">
                  <c:v>681.65</c:v>
                </c:pt>
                <c:pt idx="1395">
                  <c:v>674.2</c:v>
                </c:pt>
                <c:pt idx="1396">
                  <c:v>679.85</c:v>
                </c:pt>
                <c:pt idx="1397">
                  <c:v>715.95</c:v>
                </c:pt>
                <c:pt idx="1398">
                  <c:v>719.7</c:v>
                </c:pt>
                <c:pt idx="1399">
                  <c:v>710.5</c:v>
                </c:pt>
                <c:pt idx="1400">
                  <c:v>702.9</c:v>
                </c:pt>
                <c:pt idx="1401">
                  <c:v>715.7</c:v>
                </c:pt>
                <c:pt idx="1402">
                  <c:v>714.25</c:v>
                </c:pt>
                <c:pt idx="1403">
                  <c:v>718.1</c:v>
                </c:pt>
                <c:pt idx="1404">
                  <c:v>732.65</c:v>
                </c:pt>
                <c:pt idx="1405">
                  <c:v>741.2</c:v>
                </c:pt>
                <c:pt idx="1406">
                  <c:v>746.05</c:v>
                </c:pt>
                <c:pt idx="1407">
                  <c:v>746.75</c:v>
                </c:pt>
                <c:pt idx="1408">
                  <c:v>733.85</c:v>
                </c:pt>
                <c:pt idx="1409">
                  <c:v>727.1</c:v>
                </c:pt>
                <c:pt idx="1410">
                  <c:v>749.25</c:v>
                </c:pt>
                <c:pt idx="1411">
                  <c:v>767.05</c:v>
                </c:pt>
                <c:pt idx="1412">
                  <c:v>752.35</c:v>
                </c:pt>
                <c:pt idx="1413">
                  <c:v>743.65</c:v>
                </c:pt>
                <c:pt idx="1414">
                  <c:v>743.65</c:v>
                </c:pt>
                <c:pt idx="1415">
                  <c:v>711.85</c:v>
                </c:pt>
                <c:pt idx="1416">
                  <c:v>711.35</c:v>
                </c:pt>
                <c:pt idx="1417">
                  <c:v>718.8</c:v>
                </c:pt>
                <c:pt idx="1418">
                  <c:v>689.2</c:v>
                </c:pt>
                <c:pt idx="1419">
                  <c:v>671.65</c:v>
                </c:pt>
                <c:pt idx="1420">
                  <c:v>692</c:v>
                </c:pt>
                <c:pt idx="1421">
                  <c:v>728.6</c:v>
                </c:pt>
                <c:pt idx="1422">
                  <c:v>704.4</c:v>
                </c:pt>
                <c:pt idx="1423">
                  <c:v>720</c:v>
                </c:pt>
                <c:pt idx="1424">
                  <c:v>726.8</c:v>
                </c:pt>
                <c:pt idx="1425">
                  <c:v>729.5</c:v>
                </c:pt>
                <c:pt idx="1426">
                  <c:v>740.5</c:v>
                </c:pt>
                <c:pt idx="1427">
                  <c:v>764.7</c:v>
                </c:pt>
                <c:pt idx="1428">
                  <c:v>776.15</c:v>
                </c:pt>
                <c:pt idx="1429">
                  <c:v>785.05</c:v>
                </c:pt>
                <c:pt idx="1430">
                  <c:v>793.2</c:v>
                </c:pt>
                <c:pt idx="1431">
                  <c:v>777.5</c:v>
                </c:pt>
                <c:pt idx="1432">
                  <c:v>757.4</c:v>
                </c:pt>
                <c:pt idx="1433">
                  <c:v>758.6</c:v>
                </c:pt>
                <c:pt idx="1434">
                  <c:v>793.9</c:v>
                </c:pt>
                <c:pt idx="1435">
                  <c:v>863.65</c:v>
                </c:pt>
                <c:pt idx="1436">
                  <c:v>1049.05</c:v>
                </c:pt>
                <c:pt idx="1437">
                  <c:v>985</c:v>
                </c:pt>
                <c:pt idx="1438">
                  <c:v>954.65</c:v>
                </c:pt>
                <c:pt idx="1439">
                  <c:v>989.5</c:v>
                </c:pt>
                <c:pt idx="1440">
                  <c:v>966.3</c:v>
                </c:pt>
                <c:pt idx="1441">
                  <c:v>1000.7</c:v>
                </c:pt>
                <c:pt idx="1442">
                  <c:v>1023.8</c:v>
                </c:pt>
                <c:pt idx="1443">
                  <c:v>1020.9</c:v>
                </c:pt>
                <c:pt idx="1444">
                  <c:v>1048.45</c:v>
                </c:pt>
                <c:pt idx="1445">
                  <c:v>1049.9000000000001</c:v>
                </c:pt>
                <c:pt idx="1446">
                  <c:v>1050.8</c:v>
                </c:pt>
                <c:pt idx="1447">
                  <c:v>1072.9000000000001</c:v>
                </c:pt>
                <c:pt idx="1448">
                  <c:v>1068.75</c:v>
                </c:pt>
                <c:pt idx="1449">
                  <c:v>990.95</c:v>
                </c:pt>
                <c:pt idx="1450">
                  <c:v>959.9</c:v>
                </c:pt>
                <c:pt idx="1451">
                  <c:v>944</c:v>
                </c:pt>
                <c:pt idx="1452">
                  <c:v>921.45</c:v>
                </c:pt>
                <c:pt idx="1453">
                  <c:v>902</c:v>
                </c:pt>
                <c:pt idx="1454">
                  <c:v>918.35</c:v>
                </c:pt>
                <c:pt idx="1455">
                  <c:v>967.8</c:v>
                </c:pt>
                <c:pt idx="1456">
                  <c:v>954.4</c:v>
                </c:pt>
                <c:pt idx="1457">
                  <c:v>909.2</c:v>
                </c:pt>
                <c:pt idx="1458">
                  <c:v>966.95</c:v>
                </c:pt>
                <c:pt idx="1459">
                  <c:v>965.55</c:v>
                </c:pt>
                <c:pt idx="1460">
                  <c:v>946.45</c:v>
                </c:pt>
                <c:pt idx="1461">
                  <c:v>938.35</c:v>
                </c:pt>
                <c:pt idx="1462">
                  <c:v>949.55</c:v>
                </c:pt>
                <c:pt idx="1463">
                  <c:v>907.3</c:v>
                </c:pt>
                <c:pt idx="1464">
                  <c:v>831.1</c:v>
                </c:pt>
                <c:pt idx="1465">
                  <c:v>943.65</c:v>
                </c:pt>
                <c:pt idx="1466">
                  <c:v>954.3</c:v>
                </c:pt>
                <c:pt idx="1467">
                  <c:v>961.55</c:v>
                </c:pt>
                <c:pt idx="1468">
                  <c:v>960.5</c:v>
                </c:pt>
                <c:pt idx="1469">
                  <c:v>999.4</c:v>
                </c:pt>
                <c:pt idx="1470">
                  <c:v>1003.85</c:v>
                </c:pt>
                <c:pt idx="1471">
                  <c:v>998.05</c:v>
                </c:pt>
                <c:pt idx="1472">
                  <c:v>1009.4</c:v>
                </c:pt>
                <c:pt idx="1473">
                  <c:v>999.55</c:v>
                </c:pt>
                <c:pt idx="1474">
                  <c:v>996.7</c:v>
                </c:pt>
                <c:pt idx="1475">
                  <c:v>985.95</c:v>
                </c:pt>
                <c:pt idx="1476">
                  <c:v>990.05</c:v>
                </c:pt>
                <c:pt idx="1477">
                  <c:v>981.25</c:v>
                </c:pt>
                <c:pt idx="1478">
                  <c:v>971.75</c:v>
                </c:pt>
                <c:pt idx="1479">
                  <c:v>972.15</c:v>
                </c:pt>
                <c:pt idx="1480">
                  <c:v>1008.45</c:v>
                </c:pt>
                <c:pt idx="1481">
                  <c:v>1019</c:v>
                </c:pt>
                <c:pt idx="1482">
                  <c:v>1005.65</c:v>
                </c:pt>
                <c:pt idx="1483">
                  <c:v>1015.3</c:v>
                </c:pt>
                <c:pt idx="1484">
                  <c:v>1041.7</c:v>
                </c:pt>
                <c:pt idx="1485">
                  <c:v>1026.25</c:v>
                </c:pt>
                <c:pt idx="1486">
                  <c:v>1041.05</c:v>
                </c:pt>
                <c:pt idx="1487">
                  <c:v>1065.4000000000001</c:v>
                </c:pt>
                <c:pt idx="1488">
                  <c:v>1068.95</c:v>
                </c:pt>
                <c:pt idx="1489">
                  <c:v>1094.6500000000001</c:v>
                </c:pt>
                <c:pt idx="1490">
                  <c:v>1101.0999999999999</c:v>
                </c:pt>
                <c:pt idx="1491">
                  <c:v>1085.55</c:v>
                </c:pt>
                <c:pt idx="1492">
                  <c:v>1090.8</c:v>
                </c:pt>
                <c:pt idx="1493">
                  <c:v>1115.4000000000001</c:v>
                </c:pt>
                <c:pt idx="1494">
                  <c:v>1130.75</c:v>
                </c:pt>
                <c:pt idx="1495">
                  <c:v>1091</c:v>
                </c:pt>
                <c:pt idx="1496">
                  <c:v>1086.5</c:v>
                </c:pt>
                <c:pt idx="1497">
                  <c:v>1067.7</c:v>
                </c:pt>
                <c:pt idx="1498">
                  <c:v>1046.4000000000001</c:v>
                </c:pt>
                <c:pt idx="1499">
                  <c:v>1042.8499999999999</c:v>
                </c:pt>
                <c:pt idx="1500">
                  <c:v>1015.45</c:v>
                </c:pt>
                <c:pt idx="1501">
                  <c:v>1006.45</c:v>
                </c:pt>
                <c:pt idx="1502">
                  <c:v>1045.9000000000001</c:v>
                </c:pt>
                <c:pt idx="1503">
                  <c:v>993.8</c:v>
                </c:pt>
                <c:pt idx="1504">
                  <c:v>1024.8</c:v>
                </c:pt>
                <c:pt idx="1505">
                  <c:v>1035.45</c:v>
                </c:pt>
                <c:pt idx="1506">
                  <c:v>1022.3</c:v>
                </c:pt>
                <c:pt idx="1507">
                  <c:v>1010.8</c:v>
                </c:pt>
                <c:pt idx="1508">
                  <c:v>1009.35</c:v>
                </c:pt>
                <c:pt idx="1509">
                  <c:v>1017.7</c:v>
                </c:pt>
                <c:pt idx="1510">
                  <c:v>1056.1500000000001</c:v>
                </c:pt>
                <c:pt idx="1511">
                  <c:v>1048.95</c:v>
                </c:pt>
                <c:pt idx="1512">
                  <c:v>1034.55</c:v>
                </c:pt>
                <c:pt idx="1513">
                  <c:v>1040.05</c:v>
                </c:pt>
                <c:pt idx="1514">
                  <c:v>1018.1</c:v>
                </c:pt>
                <c:pt idx="1515">
                  <c:v>987.15</c:v>
                </c:pt>
                <c:pt idx="1516">
                  <c:v>1000.3</c:v>
                </c:pt>
                <c:pt idx="1517">
                  <c:v>1001.2</c:v>
                </c:pt>
                <c:pt idx="1518">
                  <c:v>974.35</c:v>
                </c:pt>
                <c:pt idx="1519">
                  <c:v>940.25</c:v>
                </c:pt>
                <c:pt idx="1520">
                  <c:v>964.75</c:v>
                </c:pt>
                <c:pt idx="1521">
                  <c:v>974.35</c:v>
                </c:pt>
                <c:pt idx="1522">
                  <c:v>966.1</c:v>
                </c:pt>
                <c:pt idx="1523">
                  <c:v>987.65</c:v>
                </c:pt>
                <c:pt idx="1524">
                  <c:v>1045.6500000000001</c:v>
                </c:pt>
                <c:pt idx="1525">
                  <c:v>1049.1500000000001</c:v>
                </c:pt>
                <c:pt idx="1526">
                  <c:v>1065.45</c:v>
                </c:pt>
                <c:pt idx="1527">
                  <c:v>1059</c:v>
                </c:pt>
                <c:pt idx="1528">
                  <c:v>1041.5</c:v>
                </c:pt>
                <c:pt idx="1529">
                  <c:v>1033.4000000000001</c:v>
                </c:pt>
                <c:pt idx="1530">
                  <c:v>1005.25</c:v>
                </c:pt>
                <c:pt idx="1531">
                  <c:v>1048</c:v>
                </c:pt>
                <c:pt idx="1532">
                  <c:v>1076.7</c:v>
                </c:pt>
                <c:pt idx="1533">
                  <c:v>1026.9000000000001</c:v>
                </c:pt>
                <c:pt idx="1534">
                  <c:v>1045.1500000000001</c:v>
                </c:pt>
                <c:pt idx="1535">
                  <c:v>1037.55</c:v>
                </c:pt>
                <c:pt idx="1536">
                  <c:v>1036.8</c:v>
                </c:pt>
                <c:pt idx="1537">
                  <c:v>1043</c:v>
                </c:pt>
                <c:pt idx="1538">
                  <c:v>1033.6500000000001</c:v>
                </c:pt>
                <c:pt idx="1539">
                  <c:v>1000.1</c:v>
                </c:pt>
                <c:pt idx="1540">
                  <c:v>974.4</c:v>
                </c:pt>
                <c:pt idx="1541">
                  <c:v>1014.9</c:v>
                </c:pt>
                <c:pt idx="1542">
                  <c:v>1031.6500000000001</c:v>
                </c:pt>
                <c:pt idx="1543">
                  <c:v>1027.5999999999999</c:v>
                </c:pt>
                <c:pt idx="1544">
                  <c:v>1033.8499999999999</c:v>
                </c:pt>
                <c:pt idx="1545">
                  <c:v>1058.3</c:v>
                </c:pt>
                <c:pt idx="1546">
                  <c:v>1127.8</c:v>
                </c:pt>
                <c:pt idx="1547">
                  <c:v>1129.5</c:v>
                </c:pt>
                <c:pt idx="1548">
                  <c:v>1191.5999999999999</c:v>
                </c:pt>
                <c:pt idx="1549">
                  <c:v>1161.7</c:v>
                </c:pt>
                <c:pt idx="1550">
                  <c:v>1161.05</c:v>
                </c:pt>
                <c:pt idx="1551">
                  <c:v>1144.3</c:v>
                </c:pt>
                <c:pt idx="1552">
                  <c:v>1138.9000000000001</c:v>
                </c:pt>
                <c:pt idx="1553">
                  <c:v>1140.95</c:v>
                </c:pt>
                <c:pt idx="1554">
                  <c:v>1134.95</c:v>
                </c:pt>
                <c:pt idx="1555">
                  <c:v>1103.7</c:v>
                </c:pt>
                <c:pt idx="1556">
                  <c:v>1079.95</c:v>
                </c:pt>
                <c:pt idx="1557">
                  <c:v>1154.55</c:v>
                </c:pt>
                <c:pt idx="1558">
                  <c:v>1162.5999999999999</c:v>
                </c:pt>
                <c:pt idx="1559">
                  <c:v>1240.05</c:v>
                </c:pt>
                <c:pt idx="1560">
                  <c:v>1227.75</c:v>
                </c:pt>
                <c:pt idx="1561">
                  <c:v>1197.2</c:v>
                </c:pt>
                <c:pt idx="1562">
                  <c:v>1166.3</c:v>
                </c:pt>
                <c:pt idx="1563">
                  <c:v>1165.75</c:v>
                </c:pt>
                <c:pt idx="1564">
                  <c:v>1179.8</c:v>
                </c:pt>
                <c:pt idx="1565">
                  <c:v>1236.45</c:v>
                </c:pt>
                <c:pt idx="1566">
                  <c:v>1240.7</c:v>
                </c:pt>
                <c:pt idx="1567">
                  <c:v>1258.3</c:v>
                </c:pt>
                <c:pt idx="1568">
                  <c:v>1284.7</c:v>
                </c:pt>
                <c:pt idx="1569">
                  <c:v>1307.45</c:v>
                </c:pt>
                <c:pt idx="1570">
                  <c:v>1331.1</c:v>
                </c:pt>
                <c:pt idx="1571">
                  <c:v>1358.65</c:v>
                </c:pt>
                <c:pt idx="1572">
                  <c:v>1357.7</c:v>
                </c:pt>
                <c:pt idx="1573">
                  <c:v>1327.75</c:v>
                </c:pt>
                <c:pt idx="1574">
                  <c:v>1248.25</c:v>
                </c:pt>
                <c:pt idx="1575">
                  <c:v>1184.1500000000001</c:v>
                </c:pt>
                <c:pt idx="1576">
                  <c:v>1217.25</c:v>
                </c:pt>
                <c:pt idx="1577">
                  <c:v>1233.7</c:v>
                </c:pt>
                <c:pt idx="1578">
                  <c:v>1306.8</c:v>
                </c:pt>
                <c:pt idx="1579">
                  <c:v>1324.5</c:v>
                </c:pt>
                <c:pt idx="1580">
                  <c:v>1340.2</c:v>
                </c:pt>
                <c:pt idx="1581">
                  <c:v>1329.9</c:v>
                </c:pt>
                <c:pt idx="1582">
                  <c:v>1293.8</c:v>
                </c:pt>
                <c:pt idx="1583">
                  <c:v>1288.1500000000001</c:v>
                </c:pt>
                <c:pt idx="1584">
                  <c:v>1307.45</c:v>
                </c:pt>
                <c:pt idx="1585">
                  <c:v>1248.3499999999999</c:v>
                </c:pt>
                <c:pt idx="1586">
                  <c:v>1337.2</c:v>
                </c:pt>
                <c:pt idx="1587">
                  <c:v>1331.25</c:v>
                </c:pt>
                <c:pt idx="1588">
                  <c:v>1421.6</c:v>
                </c:pt>
                <c:pt idx="1589">
                  <c:v>1528.35</c:v>
                </c:pt>
                <c:pt idx="1590">
                  <c:v>1498.8</c:v>
                </c:pt>
                <c:pt idx="1591">
                  <c:v>1593.2</c:v>
                </c:pt>
                <c:pt idx="1592">
                  <c:v>1525.4</c:v>
                </c:pt>
                <c:pt idx="1593">
                  <c:v>1533.75</c:v>
                </c:pt>
                <c:pt idx="1594">
                  <c:v>1513.3</c:v>
                </c:pt>
                <c:pt idx="1595">
                  <c:v>1465.05</c:v>
                </c:pt>
                <c:pt idx="1596">
                  <c:v>1289.2</c:v>
                </c:pt>
                <c:pt idx="1597">
                  <c:v>1320.1</c:v>
                </c:pt>
                <c:pt idx="1598">
                  <c:v>1405.5</c:v>
                </c:pt>
                <c:pt idx="1599">
                  <c:v>1241.8499999999999</c:v>
                </c:pt>
                <c:pt idx="1600">
                  <c:v>1278.75</c:v>
                </c:pt>
                <c:pt idx="1601">
                  <c:v>1239.5999999999999</c:v>
                </c:pt>
                <c:pt idx="1602">
                  <c:v>1249.7</c:v>
                </c:pt>
                <c:pt idx="1603">
                  <c:v>1221.2</c:v>
                </c:pt>
                <c:pt idx="1604">
                  <c:v>1209</c:v>
                </c:pt>
                <c:pt idx="1605">
                  <c:v>1268</c:v>
                </c:pt>
                <c:pt idx="1606">
                  <c:v>1259.05</c:v>
                </c:pt>
                <c:pt idx="1607">
                  <c:v>1288.3499999999999</c:v>
                </c:pt>
                <c:pt idx="1608">
                  <c:v>1219.3499999999999</c:v>
                </c:pt>
                <c:pt idx="1609">
                  <c:v>1203.55</c:v>
                </c:pt>
                <c:pt idx="1610">
                  <c:v>1162.8</c:v>
                </c:pt>
                <c:pt idx="1611">
                  <c:v>1222.3499999999999</c:v>
                </c:pt>
                <c:pt idx="1612">
                  <c:v>1145.05</c:v>
                </c:pt>
                <c:pt idx="1613">
                  <c:v>1018.6</c:v>
                </c:pt>
                <c:pt idx="1614">
                  <c:v>1032.55</c:v>
                </c:pt>
                <c:pt idx="1615">
                  <c:v>1018.1</c:v>
                </c:pt>
                <c:pt idx="1616">
                  <c:v>927.15</c:v>
                </c:pt>
                <c:pt idx="1617">
                  <c:v>854.7</c:v>
                </c:pt>
                <c:pt idx="1618">
                  <c:v>819.65</c:v>
                </c:pt>
                <c:pt idx="1619">
                  <c:v>933.1</c:v>
                </c:pt>
                <c:pt idx="1620">
                  <c:v>1029</c:v>
                </c:pt>
                <c:pt idx="1621">
                  <c:v>984.7</c:v>
                </c:pt>
                <c:pt idx="1622">
                  <c:v>962.75</c:v>
                </c:pt>
                <c:pt idx="1623">
                  <c:v>1047.25</c:v>
                </c:pt>
                <c:pt idx="1624">
                  <c:v>1050</c:v>
                </c:pt>
                <c:pt idx="1625">
                  <c:v>1134.75</c:v>
                </c:pt>
                <c:pt idx="1626">
                  <c:v>1140.2</c:v>
                </c:pt>
                <c:pt idx="1627">
                  <c:v>1095.3499999999999</c:v>
                </c:pt>
                <c:pt idx="1628">
                  <c:v>1107</c:v>
                </c:pt>
                <c:pt idx="1629">
                  <c:v>1046.8</c:v>
                </c:pt>
                <c:pt idx="1630">
                  <c:v>1086.75</c:v>
                </c:pt>
                <c:pt idx="1631">
                  <c:v>1116.9000000000001</c:v>
                </c:pt>
                <c:pt idx="1632">
                  <c:v>1108.25</c:v>
                </c:pt>
                <c:pt idx="1633">
                  <c:v>1083.95</c:v>
                </c:pt>
                <c:pt idx="1634">
                  <c:v>1093.5</c:v>
                </c:pt>
                <c:pt idx="1635">
                  <c:v>1084.05</c:v>
                </c:pt>
                <c:pt idx="1636">
                  <c:v>1088.6500000000001</c:v>
                </c:pt>
                <c:pt idx="1637">
                  <c:v>1064.0999999999999</c:v>
                </c:pt>
                <c:pt idx="1638">
                  <c:v>1056.75</c:v>
                </c:pt>
                <c:pt idx="1639">
                  <c:v>1045.3</c:v>
                </c:pt>
                <c:pt idx="1640">
                  <c:v>1029.75</c:v>
                </c:pt>
                <c:pt idx="1641">
                  <c:v>1008.15</c:v>
                </c:pt>
                <c:pt idx="1642">
                  <c:v>958.45</c:v>
                </c:pt>
                <c:pt idx="1643">
                  <c:v>928.45</c:v>
                </c:pt>
                <c:pt idx="1644">
                  <c:v>854.55</c:v>
                </c:pt>
                <c:pt idx="1645">
                  <c:v>928.95</c:v>
                </c:pt>
                <c:pt idx="1646">
                  <c:v>908.6</c:v>
                </c:pt>
                <c:pt idx="1647">
                  <c:v>913.65</c:v>
                </c:pt>
                <c:pt idx="1648">
                  <c:v>903.95</c:v>
                </c:pt>
                <c:pt idx="1649">
                  <c:v>950.5</c:v>
                </c:pt>
                <c:pt idx="1650">
                  <c:v>927.75</c:v>
                </c:pt>
                <c:pt idx="1651">
                  <c:v>938.4</c:v>
                </c:pt>
                <c:pt idx="1652">
                  <c:v>969</c:v>
                </c:pt>
                <c:pt idx="1653">
                  <c:v>969.15</c:v>
                </c:pt>
                <c:pt idx="1654">
                  <c:v>972.55</c:v>
                </c:pt>
                <c:pt idx="1655">
                  <c:v>954.8</c:v>
                </c:pt>
                <c:pt idx="1656">
                  <c:v>925.35</c:v>
                </c:pt>
                <c:pt idx="1657">
                  <c:v>923.35</c:v>
                </c:pt>
                <c:pt idx="1658">
                  <c:v>930.65</c:v>
                </c:pt>
                <c:pt idx="1659">
                  <c:v>962.8</c:v>
                </c:pt>
                <c:pt idx="1660">
                  <c:v>975.7</c:v>
                </c:pt>
                <c:pt idx="1661">
                  <c:v>1000.25</c:v>
                </c:pt>
                <c:pt idx="1662">
                  <c:v>1025.5999999999999</c:v>
                </c:pt>
                <c:pt idx="1663">
                  <c:v>1029.05</c:v>
                </c:pt>
                <c:pt idx="1664">
                  <c:v>1018.5</c:v>
                </c:pt>
                <c:pt idx="1665">
                  <c:v>1009.7</c:v>
                </c:pt>
                <c:pt idx="1666">
                  <c:v>1035.9000000000001</c:v>
                </c:pt>
                <c:pt idx="1667">
                  <c:v>1012.15</c:v>
                </c:pt>
                <c:pt idx="1668">
                  <c:v>1004.6</c:v>
                </c:pt>
                <c:pt idx="1669">
                  <c:v>997.1</c:v>
                </c:pt>
                <c:pt idx="1670">
                  <c:v>990.75</c:v>
                </c:pt>
                <c:pt idx="1671">
                  <c:v>1009.55</c:v>
                </c:pt>
                <c:pt idx="1672">
                  <c:v>988.3</c:v>
                </c:pt>
                <c:pt idx="1673">
                  <c:v>979.65</c:v>
                </c:pt>
                <c:pt idx="1674">
                  <c:v>953.95</c:v>
                </c:pt>
                <c:pt idx="1675">
                  <c:v>934.95</c:v>
                </c:pt>
                <c:pt idx="1676">
                  <c:v>934.15</c:v>
                </c:pt>
                <c:pt idx="1677">
                  <c:v>949.3</c:v>
                </c:pt>
                <c:pt idx="1678">
                  <c:v>985.35</c:v>
                </c:pt>
                <c:pt idx="1679">
                  <c:v>982.95</c:v>
                </c:pt>
                <c:pt idx="1680">
                  <c:v>984.8</c:v>
                </c:pt>
                <c:pt idx="1681">
                  <c:v>972.95</c:v>
                </c:pt>
                <c:pt idx="1682">
                  <c:v>978.5</c:v>
                </c:pt>
                <c:pt idx="1683">
                  <c:v>983.65</c:v>
                </c:pt>
                <c:pt idx="1684">
                  <c:v>976.15</c:v>
                </c:pt>
                <c:pt idx="1685">
                  <c:v>967.6</c:v>
                </c:pt>
                <c:pt idx="1686">
                  <c:v>955.05</c:v>
                </c:pt>
                <c:pt idx="1687">
                  <c:v>954.35</c:v>
                </c:pt>
                <c:pt idx="1688">
                  <c:v>955.9</c:v>
                </c:pt>
                <c:pt idx="1689">
                  <c:v>976.45</c:v>
                </c:pt>
                <c:pt idx="1690">
                  <c:v>961.95</c:v>
                </c:pt>
                <c:pt idx="1691">
                  <c:v>955.55</c:v>
                </c:pt>
                <c:pt idx="1692">
                  <c:v>977.75</c:v>
                </c:pt>
                <c:pt idx="1693">
                  <c:v>981.75</c:v>
                </c:pt>
                <c:pt idx="1694">
                  <c:v>965.5</c:v>
                </c:pt>
                <c:pt idx="1695">
                  <c:v>975.75</c:v>
                </c:pt>
                <c:pt idx="1696">
                  <c:v>1062.05</c:v>
                </c:pt>
                <c:pt idx="1697">
                  <c:v>1016.3</c:v>
                </c:pt>
                <c:pt idx="1698">
                  <c:v>1022.65</c:v>
                </c:pt>
                <c:pt idx="1699">
                  <c:v>1067.8</c:v>
                </c:pt>
                <c:pt idx="1700">
                  <c:v>1062.4000000000001</c:v>
                </c:pt>
                <c:pt idx="1701">
                  <c:v>1085.75</c:v>
                </c:pt>
                <c:pt idx="1702">
                  <c:v>1102.25</c:v>
                </c:pt>
                <c:pt idx="1703">
                  <c:v>1125.4000000000001</c:v>
                </c:pt>
                <c:pt idx="1704">
                  <c:v>1128.75</c:v>
                </c:pt>
                <c:pt idx="1705">
                  <c:v>1131.25</c:v>
                </c:pt>
                <c:pt idx="1706">
                  <c:v>1122.8</c:v>
                </c:pt>
                <c:pt idx="1707">
                  <c:v>1122.5999999999999</c:v>
                </c:pt>
                <c:pt idx="1708">
                  <c:v>1080.5999999999999</c:v>
                </c:pt>
                <c:pt idx="1709">
                  <c:v>1088.95</c:v>
                </c:pt>
                <c:pt idx="1710">
                  <c:v>1097.3</c:v>
                </c:pt>
                <c:pt idx="1711">
                  <c:v>1089</c:v>
                </c:pt>
                <c:pt idx="1712">
                  <c:v>1126.5999999999999</c:v>
                </c:pt>
                <c:pt idx="1713">
                  <c:v>1205.75</c:v>
                </c:pt>
                <c:pt idx="1714">
                  <c:v>1142.8499999999999</c:v>
                </c:pt>
                <c:pt idx="1715">
                  <c:v>1188.3</c:v>
                </c:pt>
                <c:pt idx="1716">
                  <c:v>1256.9000000000001</c:v>
                </c:pt>
                <c:pt idx="1717">
                  <c:v>1240.4000000000001</c:v>
                </c:pt>
                <c:pt idx="1718">
                  <c:v>1218.2</c:v>
                </c:pt>
                <c:pt idx="1719">
                  <c:v>1219.05</c:v>
                </c:pt>
                <c:pt idx="1720">
                  <c:v>1277.1500000000001</c:v>
                </c:pt>
                <c:pt idx="1721">
                  <c:v>1224.45</c:v>
                </c:pt>
                <c:pt idx="1722">
                  <c:v>1273.95</c:v>
                </c:pt>
                <c:pt idx="1723">
                  <c:v>1268.5999999999999</c:v>
                </c:pt>
                <c:pt idx="1724">
                  <c:v>1260.55</c:v>
                </c:pt>
                <c:pt idx="1725">
                  <c:v>1275.25</c:v>
                </c:pt>
                <c:pt idx="1726">
                  <c:v>1259.05</c:v>
                </c:pt>
                <c:pt idx="1727">
                  <c:v>1248.5999999999999</c:v>
                </c:pt>
                <c:pt idx="1728">
                  <c:v>1195.3499999999999</c:v>
                </c:pt>
                <c:pt idx="1729">
                  <c:v>1176.55</c:v>
                </c:pt>
                <c:pt idx="1730">
                  <c:v>1231.95</c:v>
                </c:pt>
                <c:pt idx="1731">
                  <c:v>1265.6500000000001</c:v>
                </c:pt>
                <c:pt idx="1732">
                  <c:v>1270.3499999999999</c:v>
                </c:pt>
                <c:pt idx="1733">
                  <c:v>1264.4000000000001</c:v>
                </c:pt>
                <c:pt idx="1734">
                  <c:v>1261.2</c:v>
                </c:pt>
                <c:pt idx="1735">
                  <c:v>1249.25</c:v>
                </c:pt>
                <c:pt idx="1736">
                  <c:v>1262.1500000000001</c:v>
                </c:pt>
                <c:pt idx="1737">
                  <c:v>1264.1500000000001</c:v>
                </c:pt>
                <c:pt idx="1738">
                  <c:v>1272.8</c:v>
                </c:pt>
                <c:pt idx="1739">
                  <c:v>1259.75</c:v>
                </c:pt>
                <c:pt idx="1740">
                  <c:v>1287.1500000000001</c:v>
                </c:pt>
                <c:pt idx="1741">
                  <c:v>1265.5</c:v>
                </c:pt>
                <c:pt idx="1742">
                  <c:v>1265.0999999999999</c:v>
                </c:pt>
                <c:pt idx="1743">
                  <c:v>1251.95</c:v>
                </c:pt>
                <c:pt idx="1744">
                  <c:v>1240.6500000000001</c:v>
                </c:pt>
                <c:pt idx="1745">
                  <c:v>1161</c:v>
                </c:pt>
                <c:pt idx="1746">
                  <c:v>1216</c:v>
                </c:pt>
                <c:pt idx="1747">
                  <c:v>1223.0999999999999</c:v>
                </c:pt>
                <c:pt idx="1748">
                  <c:v>1230.7</c:v>
                </c:pt>
                <c:pt idx="1749">
                  <c:v>1218.75</c:v>
                </c:pt>
                <c:pt idx="1750">
                  <c:v>1198.55</c:v>
                </c:pt>
                <c:pt idx="1751">
                  <c:v>1186.25</c:v>
                </c:pt>
                <c:pt idx="1752">
                  <c:v>1237.1500000000001</c:v>
                </c:pt>
                <c:pt idx="1753">
                  <c:v>1396.3</c:v>
                </c:pt>
                <c:pt idx="1754">
                  <c:v>1413.3</c:v>
                </c:pt>
                <c:pt idx="1755">
                  <c:v>1390.2</c:v>
                </c:pt>
                <c:pt idx="1756">
                  <c:v>1398.6</c:v>
                </c:pt>
                <c:pt idx="1757">
                  <c:v>1411</c:v>
                </c:pt>
                <c:pt idx="1758">
                  <c:v>1432.9</c:v>
                </c:pt>
                <c:pt idx="1759">
                  <c:v>1498.65</c:v>
                </c:pt>
                <c:pt idx="1760">
                  <c:v>1552.25</c:v>
                </c:pt>
                <c:pt idx="1761">
                  <c:v>1725.95</c:v>
                </c:pt>
                <c:pt idx="1762">
                  <c:v>1656.7</c:v>
                </c:pt>
                <c:pt idx="1763">
                  <c:v>1703.9</c:v>
                </c:pt>
                <c:pt idx="1764">
                  <c:v>1692.6</c:v>
                </c:pt>
                <c:pt idx="1765">
                  <c:v>1685.8</c:v>
                </c:pt>
                <c:pt idx="1766">
                  <c:v>1698.9</c:v>
                </c:pt>
                <c:pt idx="1767">
                  <c:v>1706.1</c:v>
                </c:pt>
                <c:pt idx="1768">
                  <c:v>1702.8</c:v>
                </c:pt>
                <c:pt idx="1769">
                  <c:v>1652.15</c:v>
                </c:pt>
                <c:pt idx="1770">
                  <c:v>1639.75</c:v>
                </c:pt>
                <c:pt idx="1771">
                  <c:v>1641.6</c:v>
                </c:pt>
                <c:pt idx="1772">
                  <c:v>1678.75</c:v>
                </c:pt>
                <c:pt idx="1773">
                  <c:v>1647.25</c:v>
                </c:pt>
                <c:pt idx="1774">
                  <c:v>1816.8</c:v>
                </c:pt>
                <c:pt idx="1775">
                  <c:v>1930.3</c:v>
                </c:pt>
                <c:pt idx="1776">
                  <c:v>1948.2</c:v>
                </c:pt>
                <c:pt idx="1777">
                  <c:v>1896.7</c:v>
                </c:pt>
                <c:pt idx="1778">
                  <c:v>1898.5</c:v>
                </c:pt>
                <c:pt idx="1779">
                  <c:v>1861.4</c:v>
                </c:pt>
                <c:pt idx="1780">
                  <c:v>1848.45</c:v>
                </c:pt>
                <c:pt idx="1781">
                  <c:v>1924.7</c:v>
                </c:pt>
                <c:pt idx="1782">
                  <c:v>1883.15</c:v>
                </c:pt>
                <c:pt idx="1783">
                  <c:v>1876.55</c:v>
                </c:pt>
                <c:pt idx="1784">
                  <c:v>1830.65</c:v>
                </c:pt>
                <c:pt idx="1785">
                  <c:v>1818.65</c:v>
                </c:pt>
                <c:pt idx="1786">
                  <c:v>1842.9</c:v>
                </c:pt>
                <c:pt idx="1787">
                  <c:v>1879.75</c:v>
                </c:pt>
                <c:pt idx="1788">
                  <c:v>1903.7</c:v>
                </c:pt>
                <c:pt idx="1789">
                  <c:v>1901.8</c:v>
                </c:pt>
                <c:pt idx="1790">
                  <c:v>1927.7</c:v>
                </c:pt>
                <c:pt idx="1791">
                  <c:v>1930.45</c:v>
                </c:pt>
                <c:pt idx="1792">
                  <c:v>1884.7</c:v>
                </c:pt>
                <c:pt idx="1793">
                  <c:v>1881.3</c:v>
                </c:pt>
                <c:pt idx="1794">
                  <c:v>1994.25</c:v>
                </c:pt>
                <c:pt idx="1795">
                  <c:v>1948.8</c:v>
                </c:pt>
                <c:pt idx="1796">
                  <c:v>1782.95</c:v>
                </c:pt>
                <c:pt idx="1797">
                  <c:v>1648.5</c:v>
                </c:pt>
                <c:pt idx="1798">
                  <c:v>1662.45</c:v>
                </c:pt>
                <c:pt idx="1799">
                  <c:v>1638.75</c:v>
                </c:pt>
                <c:pt idx="1800">
                  <c:v>1683.2</c:v>
                </c:pt>
                <c:pt idx="1801">
                  <c:v>1613.8</c:v>
                </c:pt>
                <c:pt idx="1802">
                  <c:v>1601.35</c:v>
                </c:pt>
                <c:pt idx="1803">
                  <c:v>1591.35</c:v>
                </c:pt>
                <c:pt idx="1804">
                  <c:v>1594.9</c:v>
                </c:pt>
                <c:pt idx="1805">
                  <c:v>1584.9</c:v>
                </c:pt>
                <c:pt idx="1806">
                  <c:v>1586.5</c:v>
                </c:pt>
                <c:pt idx="1807">
                  <c:v>1596.4</c:v>
                </c:pt>
                <c:pt idx="1808">
                  <c:v>1602.7</c:v>
                </c:pt>
                <c:pt idx="1809">
                  <c:v>1621.5</c:v>
                </c:pt>
                <c:pt idx="1810">
                  <c:v>1675.7</c:v>
                </c:pt>
                <c:pt idx="1811">
                  <c:v>1721.8</c:v>
                </c:pt>
                <c:pt idx="1812">
                  <c:v>1735.35</c:v>
                </c:pt>
                <c:pt idx="1813">
                  <c:v>1701.9</c:v>
                </c:pt>
                <c:pt idx="1814">
                  <c:v>1744.85</c:v>
                </c:pt>
                <c:pt idx="1815">
                  <c:v>1798.5</c:v>
                </c:pt>
                <c:pt idx="1816">
                  <c:v>1742.55</c:v>
                </c:pt>
                <c:pt idx="1817">
                  <c:v>1703.45</c:v>
                </c:pt>
                <c:pt idx="1818">
                  <c:v>1675.7</c:v>
                </c:pt>
                <c:pt idx="1819">
                  <c:v>1715.25</c:v>
                </c:pt>
                <c:pt idx="1820">
                  <c:v>1711</c:v>
                </c:pt>
                <c:pt idx="1821">
                  <c:v>1719.5</c:v>
                </c:pt>
                <c:pt idx="1822">
                  <c:v>1716.1</c:v>
                </c:pt>
                <c:pt idx="1823">
                  <c:v>1756.8</c:v>
                </c:pt>
                <c:pt idx="1824">
                  <c:v>1749.5</c:v>
                </c:pt>
                <c:pt idx="1825">
                  <c:v>1660.55</c:v>
                </c:pt>
                <c:pt idx="1826">
                  <c:v>1692.55</c:v>
                </c:pt>
                <c:pt idx="1827">
                  <c:v>1690.5</c:v>
                </c:pt>
                <c:pt idx="1828">
                  <c:v>1737.55</c:v>
                </c:pt>
                <c:pt idx="1829">
                  <c:v>1739.55</c:v>
                </c:pt>
                <c:pt idx="1830">
                  <c:v>1726.65</c:v>
                </c:pt>
                <c:pt idx="1831">
                  <c:v>1752.3</c:v>
                </c:pt>
                <c:pt idx="1832">
                  <c:v>1742.1</c:v>
                </c:pt>
                <c:pt idx="1833">
                  <c:v>1699.9</c:v>
                </c:pt>
                <c:pt idx="1834">
                  <c:v>1764.25</c:v>
                </c:pt>
                <c:pt idx="1835">
                  <c:v>1770.05</c:v>
                </c:pt>
                <c:pt idx="1836">
                  <c:v>1765.6</c:v>
                </c:pt>
                <c:pt idx="1837">
                  <c:v>1781.8</c:v>
                </c:pt>
                <c:pt idx="1838">
                  <c:v>1749.85</c:v>
                </c:pt>
                <c:pt idx="1839">
                  <c:v>1748.75</c:v>
                </c:pt>
                <c:pt idx="1840">
                  <c:v>1725.6</c:v>
                </c:pt>
                <c:pt idx="1841">
                  <c:v>1698.7</c:v>
                </c:pt>
                <c:pt idx="1842">
                  <c:v>1699.75</c:v>
                </c:pt>
                <c:pt idx="1843">
                  <c:v>1696</c:v>
                </c:pt>
                <c:pt idx="1844">
                  <c:v>1692.4</c:v>
                </c:pt>
                <c:pt idx="1845">
                  <c:v>1697.5</c:v>
                </c:pt>
                <c:pt idx="1846">
                  <c:v>1709.55</c:v>
                </c:pt>
                <c:pt idx="1847">
                  <c:v>1716.55</c:v>
                </c:pt>
                <c:pt idx="1848">
                  <c:v>1703.1</c:v>
                </c:pt>
                <c:pt idx="1849">
                  <c:v>1692.85</c:v>
                </c:pt>
                <c:pt idx="1850">
                  <c:v>1679.05</c:v>
                </c:pt>
                <c:pt idx="1851">
                  <c:v>1703</c:v>
                </c:pt>
                <c:pt idx="1852">
                  <c:v>1687.5</c:v>
                </c:pt>
                <c:pt idx="1853">
                  <c:v>1687.1</c:v>
                </c:pt>
                <c:pt idx="1854">
                  <c:v>1669.65</c:v>
                </c:pt>
                <c:pt idx="1855">
                  <c:v>1675.85</c:v>
                </c:pt>
                <c:pt idx="1856">
                  <c:v>1674.65</c:v>
                </c:pt>
                <c:pt idx="1857">
                  <c:v>1682.95</c:v>
                </c:pt>
                <c:pt idx="1858">
                  <c:v>1677.1</c:v>
                </c:pt>
                <c:pt idx="1859">
                  <c:v>1675.75</c:v>
                </c:pt>
                <c:pt idx="1860">
                  <c:v>1673.55</c:v>
                </c:pt>
                <c:pt idx="1861">
                  <c:v>1661.05</c:v>
                </c:pt>
                <c:pt idx="1862">
                  <c:v>1647.5</c:v>
                </c:pt>
                <c:pt idx="1863">
                  <c:v>1692.3</c:v>
                </c:pt>
                <c:pt idx="1864">
                  <c:v>1693.6</c:v>
                </c:pt>
                <c:pt idx="1865">
                  <c:v>1701.1</c:v>
                </c:pt>
                <c:pt idx="1866">
                  <c:v>1693.1</c:v>
                </c:pt>
                <c:pt idx="1867">
                  <c:v>1691.35</c:v>
                </c:pt>
                <c:pt idx="1868">
                  <c:v>1761.65</c:v>
                </c:pt>
                <c:pt idx="1869">
                  <c:v>1753.55</c:v>
                </c:pt>
                <c:pt idx="1870">
                  <c:v>1779.65</c:v>
                </c:pt>
                <c:pt idx="1871">
                  <c:v>1759.35</c:v>
                </c:pt>
                <c:pt idx="1872">
                  <c:v>1743.9</c:v>
                </c:pt>
                <c:pt idx="1873">
                  <c:v>1753.5</c:v>
                </c:pt>
                <c:pt idx="1874">
                  <c:v>1747.55</c:v>
                </c:pt>
                <c:pt idx="1875">
                  <c:v>1756</c:v>
                </c:pt>
                <c:pt idx="1876">
                  <c:v>1753.35</c:v>
                </c:pt>
                <c:pt idx="1877">
                  <c:v>1754.25</c:v>
                </c:pt>
                <c:pt idx="1878">
                  <c:v>1761.8</c:v>
                </c:pt>
                <c:pt idx="1879">
                  <c:v>1776.6</c:v>
                </c:pt>
                <c:pt idx="1880">
                  <c:v>1780.55</c:v>
                </c:pt>
                <c:pt idx="1881">
                  <c:v>1803.9</c:v>
                </c:pt>
                <c:pt idx="1882">
                  <c:v>1811.6</c:v>
                </c:pt>
                <c:pt idx="1883">
                  <c:v>1798.2</c:v>
                </c:pt>
                <c:pt idx="1884">
                  <c:v>1790.55</c:v>
                </c:pt>
                <c:pt idx="1885">
                  <c:v>1787.7</c:v>
                </c:pt>
                <c:pt idx="1886">
                  <c:v>1774.75</c:v>
                </c:pt>
                <c:pt idx="1887">
                  <c:v>1785.9</c:v>
                </c:pt>
                <c:pt idx="1888">
                  <c:v>1799.5</c:v>
                </c:pt>
                <c:pt idx="1889">
                  <c:v>1911.1</c:v>
                </c:pt>
                <c:pt idx="1890">
                  <c:v>1904.45</c:v>
                </c:pt>
                <c:pt idx="1891">
                  <c:v>1879.3</c:v>
                </c:pt>
                <c:pt idx="1892">
                  <c:v>1873.2</c:v>
                </c:pt>
                <c:pt idx="1893">
                  <c:v>1875.25</c:v>
                </c:pt>
                <c:pt idx="1894">
                  <c:v>1898.5</c:v>
                </c:pt>
                <c:pt idx="1895">
                  <c:v>1858.45</c:v>
                </c:pt>
                <c:pt idx="1896">
                  <c:v>1847.5</c:v>
                </c:pt>
                <c:pt idx="1897">
                  <c:v>1843.7</c:v>
                </c:pt>
                <c:pt idx="1898">
                  <c:v>1843.25</c:v>
                </c:pt>
                <c:pt idx="1899">
                  <c:v>1801.3</c:v>
                </c:pt>
                <c:pt idx="1900">
                  <c:v>1805.9</c:v>
                </c:pt>
                <c:pt idx="1901">
                  <c:v>1801.1</c:v>
                </c:pt>
                <c:pt idx="1902">
                  <c:v>1771.3</c:v>
                </c:pt>
                <c:pt idx="1903">
                  <c:v>1783.9</c:v>
                </c:pt>
                <c:pt idx="1904">
                  <c:v>1804.6</c:v>
                </c:pt>
                <c:pt idx="1905">
                  <c:v>1808.8</c:v>
                </c:pt>
                <c:pt idx="1906">
                  <c:v>1797.8</c:v>
                </c:pt>
                <c:pt idx="1907">
                  <c:v>1821.9</c:v>
                </c:pt>
                <c:pt idx="1908">
                  <c:v>1826.95</c:v>
                </c:pt>
                <c:pt idx="1909">
                  <c:v>1794.85</c:v>
                </c:pt>
                <c:pt idx="1910">
                  <c:v>1793.2</c:v>
                </c:pt>
                <c:pt idx="1911">
                  <c:v>1795.75</c:v>
                </c:pt>
                <c:pt idx="1912">
                  <c:v>1750.65</c:v>
                </c:pt>
                <c:pt idx="1913">
                  <c:v>1702.6</c:v>
                </c:pt>
                <c:pt idx="1914">
                  <c:v>1721.4</c:v>
                </c:pt>
                <c:pt idx="1915">
                  <c:v>1716.05</c:v>
                </c:pt>
                <c:pt idx="1916">
                  <c:v>1734.85</c:v>
                </c:pt>
                <c:pt idx="1917">
                  <c:v>1742.85</c:v>
                </c:pt>
                <c:pt idx="1918">
                  <c:v>1759</c:v>
                </c:pt>
                <c:pt idx="1919">
                  <c:v>1811.5</c:v>
                </c:pt>
                <c:pt idx="1920">
                  <c:v>1870.4</c:v>
                </c:pt>
                <c:pt idx="1921">
                  <c:v>1926.2</c:v>
                </c:pt>
                <c:pt idx="1922">
                  <c:v>1946.1</c:v>
                </c:pt>
                <c:pt idx="1923">
                  <c:v>1944.3</c:v>
                </c:pt>
                <c:pt idx="1924">
                  <c:v>1946.15</c:v>
                </c:pt>
                <c:pt idx="1925">
                  <c:v>1960.1</c:v>
                </c:pt>
                <c:pt idx="1926">
                  <c:v>1995.05</c:v>
                </c:pt>
                <c:pt idx="1927">
                  <c:v>1992.3</c:v>
                </c:pt>
                <c:pt idx="1928">
                  <c:v>1959.4</c:v>
                </c:pt>
                <c:pt idx="1929">
                  <c:v>1995.1</c:v>
                </c:pt>
                <c:pt idx="1930">
                  <c:v>2070.1999999999998</c:v>
                </c:pt>
                <c:pt idx="1931">
                  <c:v>2154.1999999999998</c:v>
                </c:pt>
                <c:pt idx="1932">
                  <c:v>2131.1</c:v>
                </c:pt>
                <c:pt idx="1933">
                  <c:v>2110.1</c:v>
                </c:pt>
                <c:pt idx="1934">
                  <c:v>2166.1999999999998</c:v>
                </c:pt>
                <c:pt idx="1935">
                  <c:v>2165.8000000000002</c:v>
                </c:pt>
                <c:pt idx="1936">
                  <c:v>2218.5</c:v>
                </c:pt>
                <c:pt idx="1937">
                  <c:v>2308</c:v>
                </c:pt>
                <c:pt idx="1938">
                  <c:v>2320.5500000000002</c:v>
                </c:pt>
                <c:pt idx="1939">
                  <c:v>2277.25</c:v>
                </c:pt>
                <c:pt idx="1940">
                  <c:v>2246</c:v>
                </c:pt>
                <c:pt idx="1941">
                  <c:v>2228.9</c:v>
                </c:pt>
                <c:pt idx="1942">
                  <c:v>2360.15</c:v>
                </c:pt>
                <c:pt idx="1943">
                  <c:v>2524.25</c:v>
                </c:pt>
                <c:pt idx="1944">
                  <c:v>2600.35</c:v>
                </c:pt>
                <c:pt idx="1945">
                  <c:v>2704.9</c:v>
                </c:pt>
                <c:pt idx="1946">
                  <c:v>2760</c:v>
                </c:pt>
                <c:pt idx="1947">
                  <c:v>2814.8</c:v>
                </c:pt>
                <c:pt idx="1948">
                  <c:v>2700.5</c:v>
                </c:pt>
                <c:pt idx="1949">
                  <c:v>2821.05</c:v>
                </c:pt>
                <c:pt idx="1950">
                  <c:v>2842.2</c:v>
                </c:pt>
                <c:pt idx="1951">
                  <c:v>2860.2</c:v>
                </c:pt>
                <c:pt idx="1952">
                  <c:v>2926.4</c:v>
                </c:pt>
                <c:pt idx="1953">
                  <c:v>3302.5</c:v>
                </c:pt>
                <c:pt idx="1954">
                  <c:v>3373.2</c:v>
                </c:pt>
                <c:pt idx="1955">
                  <c:v>3200.9</c:v>
                </c:pt>
                <c:pt idx="1956">
                  <c:v>3025.15</c:v>
                </c:pt>
                <c:pt idx="1957">
                  <c:v>2744.1</c:v>
                </c:pt>
                <c:pt idx="1958">
                  <c:v>2794.7</c:v>
                </c:pt>
                <c:pt idx="1959">
                  <c:v>3091.45</c:v>
                </c:pt>
                <c:pt idx="1960">
                  <c:v>3264.55</c:v>
                </c:pt>
                <c:pt idx="1961">
                  <c:v>3334.15</c:v>
                </c:pt>
                <c:pt idx="1962">
                  <c:v>3401.15</c:v>
                </c:pt>
                <c:pt idx="1963">
                  <c:v>3562.4</c:v>
                </c:pt>
                <c:pt idx="1964">
                  <c:v>3627.15</c:v>
                </c:pt>
                <c:pt idx="1965">
                  <c:v>3732.35</c:v>
                </c:pt>
                <c:pt idx="1966">
                  <c:v>3637.45</c:v>
                </c:pt>
                <c:pt idx="1967">
                  <c:v>3636.1</c:v>
                </c:pt>
                <c:pt idx="1968">
                  <c:v>3608.35</c:v>
                </c:pt>
                <c:pt idx="1969">
                  <c:v>3489.35</c:v>
                </c:pt>
                <c:pt idx="1970">
                  <c:v>3655.4</c:v>
                </c:pt>
                <c:pt idx="1971">
                  <c:v>3543.7</c:v>
                </c:pt>
                <c:pt idx="1972">
                  <c:v>3552.55</c:v>
                </c:pt>
                <c:pt idx="1973">
                  <c:v>3597.3</c:v>
                </c:pt>
                <c:pt idx="1974">
                  <c:v>3523.55</c:v>
                </c:pt>
                <c:pt idx="1975">
                  <c:v>3640.2</c:v>
                </c:pt>
                <c:pt idx="1976">
                  <c:v>3712.5</c:v>
                </c:pt>
                <c:pt idx="1977">
                  <c:v>3724.65</c:v>
                </c:pt>
                <c:pt idx="1978">
                  <c:v>3685.9</c:v>
                </c:pt>
                <c:pt idx="1979">
                  <c:v>3578.7</c:v>
                </c:pt>
                <c:pt idx="1980">
                  <c:v>3325.35</c:v>
                </c:pt>
                <c:pt idx="1981">
                  <c:v>3304.5</c:v>
                </c:pt>
                <c:pt idx="1982">
                  <c:v>3354.95</c:v>
                </c:pt>
                <c:pt idx="1983">
                  <c:v>3410.5</c:v>
                </c:pt>
                <c:pt idx="1984">
                  <c:v>3386.95</c:v>
                </c:pt>
                <c:pt idx="1985">
                  <c:v>3332.45</c:v>
                </c:pt>
                <c:pt idx="1986">
                  <c:v>3260.7</c:v>
                </c:pt>
                <c:pt idx="1987">
                  <c:v>3450.7</c:v>
                </c:pt>
                <c:pt idx="1988">
                  <c:v>3500.65</c:v>
                </c:pt>
                <c:pt idx="1989">
                  <c:v>3607.45</c:v>
                </c:pt>
                <c:pt idx="1990">
                  <c:v>3588.95</c:v>
                </c:pt>
                <c:pt idx="1991">
                  <c:v>3593.1</c:v>
                </c:pt>
                <c:pt idx="1992">
                  <c:v>3556.55</c:v>
                </c:pt>
                <c:pt idx="1993">
                  <c:v>3585.95</c:v>
                </c:pt>
                <c:pt idx="1994">
                  <c:v>3581.75</c:v>
                </c:pt>
                <c:pt idx="1995">
                  <c:v>3670.9</c:v>
                </c:pt>
                <c:pt idx="1996">
                  <c:v>3775.45</c:v>
                </c:pt>
                <c:pt idx="1997">
                  <c:v>3891.2</c:v>
                </c:pt>
                <c:pt idx="1998">
                  <c:v>3676.95</c:v>
                </c:pt>
                <c:pt idx="1999">
                  <c:v>3544.95</c:v>
                </c:pt>
                <c:pt idx="2000">
                  <c:v>3627.25</c:v>
                </c:pt>
                <c:pt idx="2001">
                  <c:v>3624.9</c:v>
                </c:pt>
                <c:pt idx="2002">
                  <c:v>3781.35</c:v>
                </c:pt>
                <c:pt idx="2003">
                  <c:v>3739.95</c:v>
                </c:pt>
                <c:pt idx="2004">
                  <c:v>3671.35</c:v>
                </c:pt>
                <c:pt idx="2005">
                  <c:v>3796.7</c:v>
                </c:pt>
                <c:pt idx="2006">
                  <c:v>3821.2</c:v>
                </c:pt>
                <c:pt idx="2007">
                  <c:v>3870.75</c:v>
                </c:pt>
                <c:pt idx="2008">
                  <c:v>3855.95</c:v>
                </c:pt>
                <c:pt idx="2009">
                  <c:v>3806.9</c:v>
                </c:pt>
                <c:pt idx="2010">
                  <c:v>3797.45</c:v>
                </c:pt>
                <c:pt idx="2011">
                  <c:v>3747.55</c:v>
                </c:pt>
                <c:pt idx="2012">
                  <c:v>3717.65</c:v>
                </c:pt>
                <c:pt idx="2013">
                  <c:v>3576.7</c:v>
                </c:pt>
                <c:pt idx="2014">
                  <c:v>3510</c:v>
                </c:pt>
                <c:pt idx="2015">
                  <c:v>3466.3</c:v>
                </c:pt>
                <c:pt idx="2016">
                  <c:v>3455.1</c:v>
                </c:pt>
                <c:pt idx="2017">
                  <c:v>3380.55</c:v>
                </c:pt>
                <c:pt idx="2018">
                  <c:v>3334.95</c:v>
                </c:pt>
                <c:pt idx="2019">
                  <c:v>3375.7</c:v>
                </c:pt>
                <c:pt idx="2020">
                  <c:v>3202.5</c:v>
                </c:pt>
                <c:pt idx="2021">
                  <c:v>2481.5500000000002</c:v>
                </c:pt>
                <c:pt idx="2022">
                  <c:v>2610.1</c:v>
                </c:pt>
                <c:pt idx="2023">
                  <c:v>2996.3</c:v>
                </c:pt>
                <c:pt idx="2024">
                  <c:v>3063.6</c:v>
                </c:pt>
                <c:pt idx="2025">
                  <c:v>3306.4</c:v>
                </c:pt>
                <c:pt idx="2026">
                  <c:v>3208.85</c:v>
                </c:pt>
                <c:pt idx="2027">
                  <c:v>3169.9</c:v>
                </c:pt>
                <c:pt idx="2028">
                  <c:v>2997.95</c:v>
                </c:pt>
                <c:pt idx="2029">
                  <c:v>3038.35</c:v>
                </c:pt>
                <c:pt idx="2030">
                  <c:v>3032.65</c:v>
                </c:pt>
                <c:pt idx="2031">
                  <c:v>3256.5</c:v>
                </c:pt>
                <c:pt idx="2032">
                  <c:v>3218.4</c:v>
                </c:pt>
                <c:pt idx="2033">
                  <c:v>3170.15</c:v>
                </c:pt>
                <c:pt idx="2034">
                  <c:v>3071.55</c:v>
                </c:pt>
                <c:pt idx="2035">
                  <c:v>2965.25</c:v>
                </c:pt>
                <c:pt idx="2036">
                  <c:v>2844.65</c:v>
                </c:pt>
                <c:pt idx="2037">
                  <c:v>3013.25</c:v>
                </c:pt>
                <c:pt idx="2038">
                  <c:v>3117.3</c:v>
                </c:pt>
                <c:pt idx="2039">
                  <c:v>3154.55</c:v>
                </c:pt>
                <c:pt idx="2040">
                  <c:v>3152.8</c:v>
                </c:pt>
                <c:pt idx="2041">
                  <c:v>3335.8</c:v>
                </c:pt>
                <c:pt idx="2042">
                  <c:v>3335.65</c:v>
                </c:pt>
                <c:pt idx="2043">
                  <c:v>3323.8</c:v>
                </c:pt>
                <c:pt idx="2044">
                  <c:v>3365.15</c:v>
                </c:pt>
                <c:pt idx="2045">
                  <c:v>3309.3</c:v>
                </c:pt>
                <c:pt idx="2046">
                  <c:v>3167.15</c:v>
                </c:pt>
                <c:pt idx="2047">
                  <c:v>3139.9</c:v>
                </c:pt>
                <c:pt idx="2048">
                  <c:v>3123</c:v>
                </c:pt>
                <c:pt idx="2049">
                  <c:v>3246.85</c:v>
                </c:pt>
                <c:pt idx="2050">
                  <c:v>3464.65</c:v>
                </c:pt>
                <c:pt idx="2051">
                  <c:v>3336.1</c:v>
                </c:pt>
                <c:pt idx="2052">
                  <c:v>3447.75</c:v>
                </c:pt>
                <c:pt idx="2053">
                  <c:v>3375.5</c:v>
                </c:pt>
                <c:pt idx="2054">
                  <c:v>3201.35</c:v>
                </c:pt>
                <c:pt idx="2055">
                  <c:v>3315.95</c:v>
                </c:pt>
                <c:pt idx="2056">
                  <c:v>3455.3</c:v>
                </c:pt>
                <c:pt idx="2057">
                  <c:v>3591</c:v>
                </c:pt>
                <c:pt idx="2058">
                  <c:v>3239.35</c:v>
                </c:pt>
                <c:pt idx="2059">
                  <c:v>3330.1</c:v>
                </c:pt>
                <c:pt idx="2060">
                  <c:v>2937.1</c:v>
                </c:pt>
                <c:pt idx="2061">
                  <c:v>2909.4</c:v>
                </c:pt>
                <c:pt idx="2062">
                  <c:v>3177.2</c:v>
                </c:pt>
                <c:pt idx="2063">
                  <c:v>3023.25</c:v>
                </c:pt>
                <c:pt idx="2064">
                  <c:v>3173.75</c:v>
                </c:pt>
                <c:pt idx="2065">
                  <c:v>3071.2</c:v>
                </c:pt>
                <c:pt idx="2066">
                  <c:v>3085.15</c:v>
                </c:pt>
                <c:pt idx="2067">
                  <c:v>3160.8</c:v>
                </c:pt>
                <c:pt idx="2068">
                  <c:v>3151.55</c:v>
                </c:pt>
                <c:pt idx="2069">
                  <c:v>2947.35</c:v>
                </c:pt>
                <c:pt idx="2070">
                  <c:v>2856.1</c:v>
                </c:pt>
                <c:pt idx="2071">
                  <c:v>2849.7</c:v>
                </c:pt>
                <c:pt idx="2072">
                  <c:v>2743.3</c:v>
                </c:pt>
                <c:pt idx="2073">
                  <c:v>2823.85</c:v>
                </c:pt>
                <c:pt idx="2074">
                  <c:v>2868</c:v>
                </c:pt>
                <c:pt idx="2075">
                  <c:v>3000.95</c:v>
                </c:pt>
                <c:pt idx="2076">
                  <c:v>3096.15</c:v>
                </c:pt>
                <c:pt idx="2077">
                  <c:v>3108.6</c:v>
                </c:pt>
                <c:pt idx="2078">
                  <c:v>3039.8</c:v>
                </c:pt>
                <c:pt idx="2079">
                  <c:v>3199.6</c:v>
                </c:pt>
                <c:pt idx="2080">
                  <c:v>3215.4</c:v>
                </c:pt>
                <c:pt idx="2081">
                  <c:v>3211.9</c:v>
                </c:pt>
                <c:pt idx="2082">
                  <c:v>3272.45</c:v>
                </c:pt>
                <c:pt idx="2083">
                  <c:v>3344.95</c:v>
                </c:pt>
                <c:pt idx="2084">
                  <c:v>3482.5</c:v>
                </c:pt>
                <c:pt idx="2085">
                  <c:v>3500.05</c:v>
                </c:pt>
                <c:pt idx="2086">
                  <c:v>3704.95</c:v>
                </c:pt>
                <c:pt idx="2087">
                  <c:v>4172.6000000000004</c:v>
                </c:pt>
                <c:pt idx="2088">
                  <c:v>4216.45</c:v>
                </c:pt>
                <c:pt idx="2089">
                  <c:v>4344.2</c:v>
                </c:pt>
                <c:pt idx="2090">
                  <c:v>4337.2</c:v>
                </c:pt>
                <c:pt idx="2091">
                  <c:v>4212.6000000000004</c:v>
                </c:pt>
                <c:pt idx="2092">
                  <c:v>3993.45</c:v>
                </c:pt>
                <c:pt idx="2093">
                  <c:v>4029.3</c:v>
                </c:pt>
                <c:pt idx="2094">
                  <c:v>4020.7</c:v>
                </c:pt>
                <c:pt idx="2095">
                  <c:v>3932.1</c:v>
                </c:pt>
                <c:pt idx="2096">
                  <c:v>3959.9</c:v>
                </c:pt>
                <c:pt idx="2097">
                  <c:v>4134.2</c:v>
                </c:pt>
                <c:pt idx="2098">
                  <c:v>4260.8</c:v>
                </c:pt>
                <c:pt idx="2099">
                  <c:v>4288.8999999999996</c:v>
                </c:pt>
                <c:pt idx="2100">
                  <c:v>4174.75</c:v>
                </c:pt>
                <c:pt idx="2101">
                  <c:v>4139.3</c:v>
                </c:pt>
                <c:pt idx="2102">
                  <c:v>4085.7</c:v>
                </c:pt>
                <c:pt idx="2103">
                  <c:v>4067.2</c:v>
                </c:pt>
                <c:pt idx="2104">
                  <c:v>3987.2</c:v>
                </c:pt>
                <c:pt idx="2105">
                  <c:v>3978.25</c:v>
                </c:pt>
                <c:pt idx="2106">
                  <c:v>4066.3</c:v>
                </c:pt>
                <c:pt idx="2107">
                  <c:v>4134.8</c:v>
                </c:pt>
                <c:pt idx="2108">
                  <c:v>4292.05</c:v>
                </c:pt>
                <c:pt idx="2109">
                  <c:v>3938.75</c:v>
                </c:pt>
                <c:pt idx="2110">
                  <c:v>3916.7</c:v>
                </c:pt>
                <c:pt idx="2111">
                  <c:v>3563.75</c:v>
                </c:pt>
                <c:pt idx="2112">
                  <c:v>3538</c:v>
                </c:pt>
                <c:pt idx="2113">
                  <c:v>3688.7</c:v>
                </c:pt>
                <c:pt idx="2114">
                  <c:v>3712.25</c:v>
                </c:pt>
                <c:pt idx="2115">
                  <c:v>3744.95</c:v>
                </c:pt>
                <c:pt idx="2116">
                  <c:v>3773.25</c:v>
                </c:pt>
                <c:pt idx="2117">
                  <c:v>3845.25</c:v>
                </c:pt>
                <c:pt idx="2118">
                  <c:v>3752.4</c:v>
                </c:pt>
                <c:pt idx="2119">
                  <c:v>3676.15</c:v>
                </c:pt>
                <c:pt idx="2120">
                  <c:v>3731.65</c:v>
                </c:pt>
                <c:pt idx="2121">
                  <c:v>3698.15</c:v>
                </c:pt>
                <c:pt idx="2122">
                  <c:v>3674.5</c:v>
                </c:pt>
                <c:pt idx="2123">
                  <c:v>3508.4</c:v>
                </c:pt>
                <c:pt idx="2124">
                  <c:v>3373.6</c:v>
                </c:pt>
                <c:pt idx="2125">
                  <c:v>3297.45</c:v>
                </c:pt>
                <c:pt idx="2126">
                  <c:v>3365.7</c:v>
                </c:pt>
                <c:pt idx="2127">
                  <c:v>3427.2</c:v>
                </c:pt>
                <c:pt idx="2128">
                  <c:v>3415.15</c:v>
                </c:pt>
                <c:pt idx="2129">
                  <c:v>3385.3</c:v>
                </c:pt>
                <c:pt idx="2130">
                  <c:v>3054.5</c:v>
                </c:pt>
                <c:pt idx="2131">
                  <c:v>3243.9</c:v>
                </c:pt>
                <c:pt idx="2132">
                  <c:v>3019.75</c:v>
                </c:pt>
                <c:pt idx="2133">
                  <c:v>2994.05</c:v>
                </c:pt>
                <c:pt idx="2134">
                  <c:v>3018.5</c:v>
                </c:pt>
                <c:pt idx="2135">
                  <c:v>2936.5</c:v>
                </c:pt>
                <c:pt idx="2136">
                  <c:v>3019.1</c:v>
                </c:pt>
                <c:pt idx="2137">
                  <c:v>3071.05</c:v>
                </c:pt>
                <c:pt idx="2138">
                  <c:v>3006.1</c:v>
                </c:pt>
                <c:pt idx="2139">
                  <c:v>2998.4</c:v>
                </c:pt>
                <c:pt idx="2140">
                  <c:v>2895</c:v>
                </c:pt>
                <c:pt idx="2141">
                  <c:v>2752.6</c:v>
                </c:pt>
                <c:pt idx="2142">
                  <c:v>2753</c:v>
                </c:pt>
                <c:pt idx="2143">
                  <c:v>2719.9</c:v>
                </c:pt>
                <c:pt idx="2144">
                  <c:v>2687.55</c:v>
                </c:pt>
                <c:pt idx="2145">
                  <c:v>2884.2</c:v>
                </c:pt>
                <c:pt idx="2146">
                  <c:v>3302.8</c:v>
                </c:pt>
                <c:pt idx="2147">
                  <c:v>3195.15</c:v>
                </c:pt>
                <c:pt idx="2148">
                  <c:v>3096.6</c:v>
                </c:pt>
                <c:pt idx="2149">
                  <c:v>3172.5</c:v>
                </c:pt>
                <c:pt idx="2150">
                  <c:v>3234.4</c:v>
                </c:pt>
                <c:pt idx="2151">
                  <c:v>3335.7</c:v>
                </c:pt>
                <c:pt idx="2152">
                  <c:v>3372.7</c:v>
                </c:pt>
                <c:pt idx="2153">
                  <c:v>3483.9</c:v>
                </c:pt>
                <c:pt idx="2154">
                  <c:v>3541.65</c:v>
                </c:pt>
                <c:pt idx="2155">
                  <c:v>3337.65</c:v>
                </c:pt>
                <c:pt idx="2156">
                  <c:v>3298.75</c:v>
                </c:pt>
                <c:pt idx="2157">
                  <c:v>3306.6</c:v>
                </c:pt>
                <c:pt idx="2158">
                  <c:v>175.75</c:v>
                </c:pt>
                <c:pt idx="2159">
                  <c:v>181.3</c:v>
                </c:pt>
                <c:pt idx="2160">
                  <c:v>177.2</c:v>
                </c:pt>
                <c:pt idx="2161">
                  <c:v>175.25</c:v>
                </c:pt>
                <c:pt idx="2162">
                  <c:v>175.25</c:v>
                </c:pt>
                <c:pt idx="2163">
                  <c:v>173.15</c:v>
                </c:pt>
                <c:pt idx="2164">
                  <c:v>165.55</c:v>
                </c:pt>
                <c:pt idx="2165">
                  <c:v>167.05</c:v>
                </c:pt>
                <c:pt idx="2166">
                  <c:v>158.75</c:v>
                </c:pt>
                <c:pt idx="2167">
                  <c:v>154.5</c:v>
                </c:pt>
                <c:pt idx="2168">
                  <c:v>154.05000000000001</c:v>
                </c:pt>
                <c:pt idx="2169">
                  <c:v>155.30000000000001</c:v>
                </c:pt>
                <c:pt idx="2170">
                  <c:v>155.75</c:v>
                </c:pt>
                <c:pt idx="2171">
                  <c:v>155.44999999999999</c:v>
                </c:pt>
                <c:pt idx="2172">
                  <c:v>158.5</c:v>
                </c:pt>
                <c:pt idx="2173">
                  <c:v>155.19999999999999</c:v>
                </c:pt>
                <c:pt idx="2174">
                  <c:v>151.30000000000001</c:v>
                </c:pt>
                <c:pt idx="2175">
                  <c:v>151.94999999999999</c:v>
                </c:pt>
                <c:pt idx="2176">
                  <c:v>148.75</c:v>
                </c:pt>
                <c:pt idx="2177">
                  <c:v>148.85</c:v>
                </c:pt>
                <c:pt idx="2178">
                  <c:v>147.69999999999999</c:v>
                </c:pt>
                <c:pt idx="2179">
                  <c:v>141.9</c:v>
                </c:pt>
                <c:pt idx="2180">
                  <c:v>136.75</c:v>
                </c:pt>
                <c:pt idx="2181">
                  <c:v>135.85</c:v>
                </c:pt>
                <c:pt idx="2182">
                  <c:v>129.4</c:v>
                </c:pt>
                <c:pt idx="2183">
                  <c:v>119.85</c:v>
                </c:pt>
                <c:pt idx="2184">
                  <c:v>112.1</c:v>
                </c:pt>
                <c:pt idx="2185">
                  <c:v>103.8</c:v>
                </c:pt>
                <c:pt idx="2186">
                  <c:v>109.2</c:v>
                </c:pt>
                <c:pt idx="2187">
                  <c:v>123.35</c:v>
                </c:pt>
                <c:pt idx="2188">
                  <c:v>126.65</c:v>
                </c:pt>
                <c:pt idx="2189">
                  <c:v>123.5</c:v>
                </c:pt>
                <c:pt idx="2190">
                  <c:v>116.75</c:v>
                </c:pt>
                <c:pt idx="2191">
                  <c:v>116.85</c:v>
                </c:pt>
                <c:pt idx="2192">
                  <c:v>116.15</c:v>
                </c:pt>
                <c:pt idx="2193">
                  <c:v>119.85</c:v>
                </c:pt>
                <c:pt idx="2194">
                  <c:v>116.8</c:v>
                </c:pt>
                <c:pt idx="2195">
                  <c:v>107.95</c:v>
                </c:pt>
                <c:pt idx="2196">
                  <c:v>102.75</c:v>
                </c:pt>
                <c:pt idx="2197">
                  <c:v>104.5</c:v>
                </c:pt>
                <c:pt idx="2198">
                  <c:v>97.3</c:v>
                </c:pt>
                <c:pt idx="2199">
                  <c:v>91.05</c:v>
                </c:pt>
                <c:pt idx="2200">
                  <c:v>92.5</c:v>
                </c:pt>
                <c:pt idx="2201">
                  <c:v>87.1</c:v>
                </c:pt>
                <c:pt idx="2202">
                  <c:v>81.25</c:v>
                </c:pt>
                <c:pt idx="2203">
                  <c:v>84.1</c:v>
                </c:pt>
                <c:pt idx="2204">
                  <c:v>78.5</c:v>
                </c:pt>
                <c:pt idx="2205">
                  <c:v>80.45</c:v>
                </c:pt>
                <c:pt idx="2206">
                  <c:v>85.2</c:v>
                </c:pt>
                <c:pt idx="2207">
                  <c:v>82</c:v>
                </c:pt>
                <c:pt idx="2208">
                  <c:v>76.900000000000006</c:v>
                </c:pt>
                <c:pt idx="2209">
                  <c:v>74.150000000000006</c:v>
                </c:pt>
                <c:pt idx="2210">
                  <c:v>73.349999999999994</c:v>
                </c:pt>
                <c:pt idx="2211">
                  <c:v>77.349999999999994</c:v>
                </c:pt>
                <c:pt idx="2212">
                  <c:v>80.75</c:v>
                </c:pt>
                <c:pt idx="2213">
                  <c:v>80.599999999999994</c:v>
                </c:pt>
                <c:pt idx="2214">
                  <c:v>83.3</c:v>
                </c:pt>
                <c:pt idx="2215">
                  <c:v>84.4</c:v>
                </c:pt>
                <c:pt idx="2216">
                  <c:v>81.150000000000006</c:v>
                </c:pt>
                <c:pt idx="2217">
                  <c:v>77.349999999999994</c:v>
                </c:pt>
                <c:pt idx="2218">
                  <c:v>79.849999999999994</c:v>
                </c:pt>
                <c:pt idx="2219">
                  <c:v>85.7</c:v>
                </c:pt>
                <c:pt idx="2220">
                  <c:v>78.400000000000006</c:v>
                </c:pt>
                <c:pt idx="2221">
                  <c:v>79.650000000000006</c:v>
                </c:pt>
                <c:pt idx="2222">
                  <c:v>78.5</c:v>
                </c:pt>
                <c:pt idx="2223">
                  <c:v>79.150000000000006</c:v>
                </c:pt>
                <c:pt idx="2224">
                  <c:v>77.25</c:v>
                </c:pt>
                <c:pt idx="2225">
                  <c:v>76.400000000000006</c:v>
                </c:pt>
                <c:pt idx="2226">
                  <c:v>70.45</c:v>
                </c:pt>
                <c:pt idx="2227">
                  <c:v>70.2</c:v>
                </c:pt>
                <c:pt idx="2228">
                  <c:v>62.9</c:v>
                </c:pt>
                <c:pt idx="2229">
                  <c:v>70.2</c:v>
                </c:pt>
                <c:pt idx="2230">
                  <c:v>70.400000000000006</c:v>
                </c:pt>
                <c:pt idx="2231">
                  <c:v>74.650000000000006</c:v>
                </c:pt>
                <c:pt idx="2232">
                  <c:v>72.5</c:v>
                </c:pt>
                <c:pt idx="2233">
                  <c:v>73.45</c:v>
                </c:pt>
                <c:pt idx="2234">
                  <c:v>74.2</c:v>
                </c:pt>
                <c:pt idx="2235">
                  <c:v>78.5</c:v>
                </c:pt>
                <c:pt idx="2236">
                  <c:v>76.150000000000006</c:v>
                </c:pt>
                <c:pt idx="2237">
                  <c:v>73.599999999999994</c:v>
                </c:pt>
                <c:pt idx="2238">
                  <c:v>78.7</c:v>
                </c:pt>
                <c:pt idx="2239">
                  <c:v>80.400000000000006</c:v>
                </c:pt>
                <c:pt idx="2240">
                  <c:v>78</c:v>
                </c:pt>
                <c:pt idx="2241">
                  <c:v>85.6</c:v>
                </c:pt>
                <c:pt idx="2242">
                  <c:v>86.65</c:v>
                </c:pt>
                <c:pt idx="2243">
                  <c:v>81.95</c:v>
                </c:pt>
                <c:pt idx="2244">
                  <c:v>84.5</c:v>
                </c:pt>
                <c:pt idx="2245">
                  <c:v>84.35</c:v>
                </c:pt>
                <c:pt idx="2246">
                  <c:v>85.2</c:v>
                </c:pt>
                <c:pt idx="2247">
                  <c:v>85.45</c:v>
                </c:pt>
                <c:pt idx="2248">
                  <c:v>84.1</c:v>
                </c:pt>
                <c:pt idx="2249">
                  <c:v>80.75</c:v>
                </c:pt>
                <c:pt idx="2250">
                  <c:v>83.35</c:v>
                </c:pt>
                <c:pt idx="2251">
                  <c:v>85.95</c:v>
                </c:pt>
                <c:pt idx="2252">
                  <c:v>85.85</c:v>
                </c:pt>
                <c:pt idx="2253">
                  <c:v>92.6</c:v>
                </c:pt>
                <c:pt idx="2254">
                  <c:v>92.05</c:v>
                </c:pt>
                <c:pt idx="2255">
                  <c:v>95.85</c:v>
                </c:pt>
                <c:pt idx="2256">
                  <c:v>94.8</c:v>
                </c:pt>
                <c:pt idx="2257">
                  <c:v>87.7</c:v>
                </c:pt>
                <c:pt idx="2258">
                  <c:v>81.099999999999994</c:v>
                </c:pt>
                <c:pt idx="2259">
                  <c:v>76.7</c:v>
                </c:pt>
                <c:pt idx="2260">
                  <c:v>72.7</c:v>
                </c:pt>
                <c:pt idx="2261">
                  <c:v>76.05</c:v>
                </c:pt>
                <c:pt idx="2262">
                  <c:v>74.150000000000006</c:v>
                </c:pt>
                <c:pt idx="2263">
                  <c:v>77.900000000000006</c:v>
                </c:pt>
                <c:pt idx="2264">
                  <c:v>78.650000000000006</c:v>
                </c:pt>
                <c:pt idx="2265">
                  <c:v>75.150000000000006</c:v>
                </c:pt>
                <c:pt idx="2266">
                  <c:v>71.7</c:v>
                </c:pt>
                <c:pt idx="2267">
                  <c:v>70.599999999999994</c:v>
                </c:pt>
                <c:pt idx="2268">
                  <c:v>68.400000000000006</c:v>
                </c:pt>
                <c:pt idx="2269">
                  <c:v>72.75</c:v>
                </c:pt>
                <c:pt idx="2270">
                  <c:v>80.650000000000006</c:v>
                </c:pt>
                <c:pt idx="2271">
                  <c:v>81.3</c:v>
                </c:pt>
                <c:pt idx="2272">
                  <c:v>84.95</c:v>
                </c:pt>
                <c:pt idx="2273">
                  <c:v>79.8</c:v>
                </c:pt>
                <c:pt idx="2274">
                  <c:v>81.05</c:v>
                </c:pt>
                <c:pt idx="2275">
                  <c:v>86.6</c:v>
                </c:pt>
                <c:pt idx="2276">
                  <c:v>91.05</c:v>
                </c:pt>
                <c:pt idx="2277">
                  <c:v>98.75</c:v>
                </c:pt>
                <c:pt idx="2278">
                  <c:v>99.95</c:v>
                </c:pt>
                <c:pt idx="2279">
                  <c:v>99.8</c:v>
                </c:pt>
                <c:pt idx="2280">
                  <c:v>97</c:v>
                </c:pt>
                <c:pt idx="2281">
                  <c:v>93.65</c:v>
                </c:pt>
                <c:pt idx="2282">
                  <c:v>95.65</c:v>
                </c:pt>
                <c:pt idx="2283">
                  <c:v>90.9</c:v>
                </c:pt>
                <c:pt idx="2284">
                  <c:v>87.1</c:v>
                </c:pt>
                <c:pt idx="2285">
                  <c:v>89.2</c:v>
                </c:pt>
                <c:pt idx="2286">
                  <c:v>87.7</c:v>
                </c:pt>
                <c:pt idx="2287">
                  <c:v>81.7</c:v>
                </c:pt>
                <c:pt idx="2288">
                  <c:v>81.7</c:v>
                </c:pt>
                <c:pt idx="2289">
                  <c:v>79.7</c:v>
                </c:pt>
                <c:pt idx="2290">
                  <c:v>82.3</c:v>
                </c:pt>
                <c:pt idx="2291">
                  <c:v>81</c:v>
                </c:pt>
                <c:pt idx="2292">
                  <c:v>76</c:v>
                </c:pt>
                <c:pt idx="2293">
                  <c:v>73.25</c:v>
                </c:pt>
                <c:pt idx="2294">
                  <c:v>76.05</c:v>
                </c:pt>
                <c:pt idx="2295">
                  <c:v>73.900000000000006</c:v>
                </c:pt>
                <c:pt idx="2296">
                  <c:v>72.599999999999994</c:v>
                </c:pt>
                <c:pt idx="2297">
                  <c:v>72.099999999999994</c:v>
                </c:pt>
                <c:pt idx="2298">
                  <c:v>76.05</c:v>
                </c:pt>
                <c:pt idx="2299">
                  <c:v>79.650000000000006</c:v>
                </c:pt>
                <c:pt idx="2300">
                  <c:v>83.3</c:v>
                </c:pt>
                <c:pt idx="2301">
                  <c:v>83.15</c:v>
                </c:pt>
                <c:pt idx="2302">
                  <c:v>84.85</c:v>
                </c:pt>
                <c:pt idx="2303">
                  <c:v>85.25</c:v>
                </c:pt>
                <c:pt idx="2304">
                  <c:v>87.15</c:v>
                </c:pt>
                <c:pt idx="2305">
                  <c:v>88.6</c:v>
                </c:pt>
                <c:pt idx="2306">
                  <c:v>86.1</c:v>
                </c:pt>
                <c:pt idx="2307">
                  <c:v>88.9</c:v>
                </c:pt>
                <c:pt idx="2308">
                  <c:v>98.4</c:v>
                </c:pt>
                <c:pt idx="2309">
                  <c:v>107.8</c:v>
                </c:pt>
                <c:pt idx="2310">
                  <c:v>102.3</c:v>
                </c:pt>
                <c:pt idx="2311">
                  <c:v>99.6</c:v>
                </c:pt>
                <c:pt idx="2312">
                  <c:v>100.1</c:v>
                </c:pt>
                <c:pt idx="2313">
                  <c:v>105.2</c:v>
                </c:pt>
                <c:pt idx="2314">
                  <c:v>105.65</c:v>
                </c:pt>
                <c:pt idx="2315">
                  <c:v>106.4</c:v>
                </c:pt>
                <c:pt idx="2316">
                  <c:v>112.55</c:v>
                </c:pt>
                <c:pt idx="2317">
                  <c:v>115.75</c:v>
                </c:pt>
                <c:pt idx="2318">
                  <c:v>119.15</c:v>
                </c:pt>
                <c:pt idx="2319">
                  <c:v>110.05</c:v>
                </c:pt>
                <c:pt idx="2320">
                  <c:v>110.7</c:v>
                </c:pt>
                <c:pt idx="2321">
                  <c:v>116.3</c:v>
                </c:pt>
                <c:pt idx="2322">
                  <c:v>115.25</c:v>
                </c:pt>
                <c:pt idx="2323">
                  <c:v>115.15</c:v>
                </c:pt>
                <c:pt idx="2324">
                  <c:v>119.6</c:v>
                </c:pt>
                <c:pt idx="2325">
                  <c:v>124.35</c:v>
                </c:pt>
                <c:pt idx="2326">
                  <c:v>121.7</c:v>
                </c:pt>
                <c:pt idx="2327">
                  <c:v>112.3</c:v>
                </c:pt>
                <c:pt idx="2328">
                  <c:v>111.85</c:v>
                </c:pt>
                <c:pt idx="2329">
                  <c:v>120.25</c:v>
                </c:pt>
                <c:pt idx="2330">
                  <c:v>121.3</c:v>
                </c:pt>
                <c:pt idx="2331">
                  <c:v>119.7</c:v>
                </c:pt>
                <c:pt idx="2332">
                  <c:v>126.5</c:v>
                </c:pt>
                <c:pt idx="2333">
                  <c:v>130.65</c:v>
                </c:pt>
                <c:pt idx="2334">
                  <c:v>138.05000000000001</c:v>
                </c:pt>
                <c:pt idx="2335">
                  <c:v>138.94999999999999</c:v>
                </c:pt>
                <c:pt idx="2336">
                  <c:v>137.05000000000001</c:v>
                </c:pt>
                <c:pt idx="2337">
                  <c:v>137.6</c:v>
                </c:pt>
                <c:pt idx="2338">
                  <c:v>145.75</c:v>
                </c:pt>
                <c:pt idx="2339">
                  <c:v>168.3</c:v>
                </c:pt>
                <c:pt idx="2340">
                  <c:v>156.35</c:v>
                </c:pt>
                <c:pt idx="2341">
                  <c:v>165.35</c:v>
                </c:pt>
                <c:pt idx="2342">
                  <c:v>160.75</c:v>
                </c:pt>
                <c:pt idx="2343">
                  <c:v>160.25</c:v>
                </c:pt>
                <c:pt idx="2344">
                  <c:v>161.75</c:v>
                </c:pt>
                <c:pt idx="2345">
                  <c:v>154.55000000000001</c:v>
                </c:pt>
                <c:pt idx="2346">
                  <c:v>165.85</c:v>
                </c:pt>
                <c:pt idx="2347">
                  <c:v>163.35</c:v>
                </c:pt>
                <c:pt idx="2348">
                  <c:v>165.4</c:v>
                </c:pt>
                <c:pt idx="2349">
                  <c:v>169.7</c:v>
                </c:pt>
                <c:pt idx="2350">
                  <c:v>169.15</c:v>
                </c:pt>
                <c:pt idx="2351">
                  <c:v>166.35</c:v>
                </c:pt>
                <c:pt idx="2352">
                  <c:v>162.9</c:v>
                </c:pt>
                <c:pt idx="2353">
                  <c:v>156.85</c:v>
                </c:pt>
                <c:pt idx="2354">
                  <c:v>152.4</c:v>
                </c:pt>
                <c:pt idx="2355">
                  <c:v>175.3</c:v>
                </c:pt>
                <c:pt idx="2356">
                  <c:v>180.1</c:v>
                </c:pt>
                <c:pt idx="2357">
                  <c:v>192.15</c:v>
                </c:pt>
                <c:pt idx="2358">
                  <c:v>203</c:v>
                </c:pt>
                <c:pt idx="2359">
                  <c:v>203.1</c:v>
                </c:pt>
                <c:pt idx="2360">
                  <c:v>200.9</c:v>
                </c:pt>
                <c:pt idx="2361">
                  <c:v>187.95</c:v>
                </c:pt>
                <c:pt idx="2362">
                  <c:v>186.8</c:v>
                </c:pt>
                <c:pt idx="2363">
                  <c:v>188</c:v>
                </c:pt>
                <c:pt idx="2364">
                  <c:v>189.8</c:v>
                </c:pt>
                <c:pt idx="2365">
                  <c:v>181.35</c:v>
                </c:pt>
                <c:pt idx="2366">
                  <c:v>186.45</c:v>
                </c:pt>
                <c:pt idx="2367">
                  <c:v>186.8</c:v>
                </c:pt>
                <c:pt idx="2368">
                  <c:v>192.35</c:v>
                </c:pt>
                <c:pt idx="2369">
                  <c:v>186.9</c:v>
                </c:pt>
                <c:pt idx="2370">
                  <c:v>182.6</c:v>
                </c:pt>
                <c:pt idx="2371">
                  <c:v>185.4</c:v>
                </c:pt>
                <c:pt idx="2372">
                  <c:v>189.9</c:v>
                </c:pt>
                <c:pt idx="2373">
                  <c:v>187</c:v>
                </c:pt>
                <c:pt idx="2374">
                  <c:v>179.5</c:v>
                </c:pt>
                <c:pt idx="2375">
                  <c:v>184.45</c:v>
                </c:pt>
                <c:pt idx="2376">
                  <c:v>189.45</c:v>
                </c:pt>
                <c:pt idx="2377">
                  <c:v>192.9</c:v>
                </c:pt>
                <c:pt idx="2378">
                  <c:v>186.4</c:v>
                </c:pt>
                <c:pt idx="2379">
                  <c:v>183.45</c:v>
                </c:pt>
                <c:pt idx="2380">
                  <c:v>198.5</c:v>
                </c:pt>
                <c:pt idx="2381">
                  <c:v>213.2</c:v>
                </c:pt>
                <c:pt idx="2382">
                  <c:v>210.95</c:v>
                </c:pt>
                <c:pt idx="2383">
                  <c:v>218.35</c:v>
                </c:pt>
                <c:pt idx="2384">
                  <c:v>236.5</c:v>
                </c:pt>
                <c:pt idx="2385">
                  <c:v>233.3</c:v>
                </c:pt>
                <c:pt idx="2386">
                  <c:v>227.15</c:v>
                </c:pt>
                <c:pt idx="2387">
                  <c:v>234.5</c:v>
                </c:pt>
                <c:pt idx="2388">
                  <c:v>233.6</c:v>
                </c:pt>
                <c:pt idx="2389">
                  <c:v>228.2</c:v>
                </c:pt>
                <c:pt idx="2390">
                  <c:v>245.3</c:v>
                </c:pt>
                <c:pt idx="2391">
                  <c:v>239.15</c:v>
                </c:pt>
                <c:pt idx="2392">
                  <c:v>233</c:v>
                </c:pt>
                <c:pt idx="2393">
                  <c:v>241</c:v>
                </c:pt>
                <c:pt idx="2394">
                  <c:v>242.05</c:v>
                </c:pt>
                <c:pt idx="2395">
                  <c:v>238.1</c:v>
                </c:pt>
                <c:pt idx="2396">
                  <c:v>253.25</c:v>
                </c:pt>
                <c:pt idx="2397">
                  <c:v>248.25</c:v>
                </c:pt>
                <c:pt idx="2398">
                  <c:v>240.05</c:v>
                </c:pt>
                <c:pt idx="2399">
                  <c:v>245.8</c:v>
                </c:pt>
                <c:pt idx="2400">
                  <c:v>250.35</c:v>
                </c:pt>
                <c:pt idx="2401">
                  <c:v>228</c:v>
                </c:pt>
                <c:pt idx="2402">
                  <c:v>243.15</c:v>
                </c:pt>
                <c:pt idx="2403">
                  <c:v>241.45</c:v>
                </c:pt>
                <c:pt idx="2404">
                  <c:v>228</c:v>
                </c:pt>
                <c:pt idx="2405">
                  <c:v>226.05</c:v>
                </c:pt>
                <c:pt idx="2406">
                  <c:v>218.05</c:v>
                </c:pt>
                <c:pt idx="2407">
                  <c:v>218.6</c:v>
                </c:pt>
                <c:pt idx="2408">
                  <c:v>216.15</c:v>
                </c:pt>
                <c:pt idx="2409">
                  <c:v>220.85</c:v>
                </c:pt>
                <c:pt idx="2410">
                  <c:v>222.95</c:v>
                </c:pt>
                <c:pt idx="2411">
                  <c:v>221</c:v>
                </c:pt>
                <c:pt idx="2412">
                  <c:v>216</c:v>
                </c:pt>
                <c:pt idx="2413">
                  <c:v>217.1</c:v>
                </c:pt>
                <c:pt idx="2414">
                  <c:v>212.3</c:v>
                </c:pt>
                <c:pt idx="2415">
                  <c:v>213.4</c:v>
                </c:pt>
                <c:pt idx="2416">
                  <c:v>210.05</c:v>
                </c:pt>
                <c:pt idx="2417">
                  <c:v>214.1</c:v>
                </c:pt>
                <c:pt idx="2418">
                  <c:v>216.7</c:v>
                </c:pt>
                <c:pt idx="2419">
                  <c:v>219.15</c:v>
                </c:pt>
                <c:pt idx="2420">
                  <c:v>223.95</c:v>
                </c:pt>
                <c:pt idx="2421">
                  <c:v>226.3</c:v>
                </c:pt>
                <c:pt idx="2422">
                  <c:v>239.75</c:v>
                </c:pt>
                <c:pt idx="2423">
                  <c:v>242.1</c:v>
                </c:pt>
                <c:pt idx="2424">
                  <c:v>246.1</c:v>
                </c:pt>
                <c:pt idx="2425">
                  <c:v>262.2</c:v>
                </c:pt>
                <c:pt idx="2426">
                  <c:v>268.25</c:v>
                </c:pt>
                <c:pt idx="2427">
                  <c:v>269.64999999999998</c:v>
                </c:pt>
                <c:pt idx="2428">
                  <c:v>278</c:v>
                </c:pt>
                <c:pt idx="2429">
                  <c:v>279.89999999999998</c:v>
                </c:pt>
                <c:pt idx="2430">
                  <c:v>276.35000000000002</c:v>
                </c:pt>
                <c:pt idx="2431">
                  <c:v>271.75</c:v>
                </c:pt>
                <c:pt idx="2432">
                  <c:v>256.85000000000002</c:v>
                </c:pt>
                <c:pt idx="2433">
                  <c:v>265.2</c:v>
                </c:pt>
                <c:pt idx="2434">
                  <c:v>265.7</c:v>
                </c:pt>
                <c:pt idx="2435">
                  <c:v>267.39999999999998</c:v>
                </c:pt>
                <c:pt idx="2436">
                  <c:v>267.60000000000002</c:v>
                </c:pt>
                <c:pt idx="2437">
                  <c:v>275.45</c:v>
                </c:pt>
                <c:pt idx="2438">
                  <c:v>289.2</c:v>
                </c:pt>
                <c:pt idx="2439">
                  <c:v>288.85000000000002</c:v>
                </c:pt>
                <c:pt idx="2440">
                  <c:v>287.39999999999998</c:v>
                </c:pt>
                <c:pt idx="2441">
                  <c:v>301.10000000000002</c:v>
                </c:pt>
                <c:pt idx="2442">
                  <c:v>341.15</c:v>
                </c:pt>
                <c:pt idx="2443">
                  <c:v>346.25</c:v>
                </c:pt>
                <c:pt idx="2444">
                  <c:v>354.7</c:v>
                </c:pt>
                <c:pt idx="2445">
                  <c:v>358.05</c:v>
                </c:pt>
                <c:pt idx="2446">
                  <c:v>347.55</c:v>
                </c:pt>
                <c:pt idx="2447">
                  <c:v>319.45</c:v>
                </c:pt>
                <c:pt idx="2448">
                  <c:v>321.10000000000002</c:v>
                </c:pt>
                <c:pt idx="2449">
                  <c:v>323.85000000000002</c:v>
                </c:pt>
                <c:pt idx="2450">
                  <c:v>315.89999999999998</c:v>
                </c:pt>
                <c:pt idx="2451">
                  <c:v>276.25</c:v>
                </c:pt>
                <c:pt idx="2452">
                  <c:v>295.60000000000002</c:v>
                </c:pt>
                <c:pt idx="2453">
                  <c:v>299.55</c:v>
                </c:pt>
                <c:pt idx="2454">
                  <c:v>302.45</c:v>
                </c:pt>
                <c:pt idx="2455">
                  <c:v>282.64999999999998</c:v>
                </c:pt>
                <c:pt idx="2456">
                  <c:v>296.14999999999998</c:v>
                </c:pt>
                <c:pt idx="2457">
                  <c:v>298.25</c:v>
                </c:pt>
                <c:pt idx="2458">
                  <c:v>312.64999999999998</c:v>
                </c:pt>
                <c:pt idx="2459">
                  <c:v>317.85000000000002</c:v>
                </c:pt>
                <c:pt idx="2460">
                  <c:v>330.55</c:v>
                </c:pt>
                <c:pt idx="2461">
                  <c:v>352.8</c:v>
                </c:pt>
                <c:pt idx="2462">
                  <c:v>337.55</c:v>
                </c:pt>
                <c:pt idx="2463">
                  <c:v>345.65</c:v>
                </c:pt>
                <c:pt idx="2464">
                  <c:v>358.25</c:v>
                </c:pt>
                <c:pt idx="2465">
                  <c:v>359.7</c:v>
                </c:pt>
                <c:pt idx="2466">
                  <c:v>368.1</c:v>
                </c:pt>
                <c:pt idx="2467">
                  <c:v>368.8</c:v>
                </c:pt>
                <c:pt idx="2468">
                  <c:v>359.85</c:v>
                </c:pt>
                <c:pt idx="2469">
                  <c:v>361.95</c:v>
                </c:pt>
                <c:pt idx="2470">
                  <c:v>374.75</c:v>
                </c:pt>
                <c:pt idx="2471">
                  <c:v>377.95</c:v>
                </c:pt>
                <c:pt idx="2472">
                  <c:v>375.7</c:v>
                </c:pt>
                <c:pt idx="2473">
                  <c:v>360.05</c:v>
                </c:pt>
                <c:pt idx="2474">
                  <c:v>368.25</c:v>
                </c:pt>
                <c:pt idx="2475">
                  <c:v>368.1</c:v>
                </c:pt>
                <c:pt idx="2476">
                  <c:v>369.95</c:v>
                </c:pt>
                <c:pt idx="2477">
                  <c:v>380.15</c:v>
                </c:pt>
                <c:pt idx="2478">
                  <c:v>385.2</c:v>
                </c:pt>
                <c:pt idx="2479">
                  <c:v>378.75</c:v>
                </c:pt>
                <c:pt idx="2480">
                  <c:v>382.9</c:v>
                </c:pt>
                <c:pt idx="2481">
                  <c:v>379.95</c:v>
                </c:pt>
                <c:pt idx="2482">
                  <c:v>377.05</c:v>
                </c:pt>
                <c:pt idx="2483">
                  <c:v>376.65</c:v>
                </c:pt>
                <c:pt idx="2484">
                  <c:v>369.25</c:v>
                </c:pt>
                <c:pt idx="2485">
                  <c:v>370.55</c:v>
                </c:pt>
                <c:pt idx="2486">
                  <c:v>372.75</c:v>
                </c:pt>
                <c:pt idx="2487">
                  <c:v>368.8</c:v>
                </c:pt>
                <c:pt idx="2488">
                  <c:v>366.1</c:v>
                </c:pt>
                <c:pt idx="2489">
                  <c:v>364</c:v>
                </c:pt>
                <c:pt idx="2490">
                  <c:v>380.45</c:v>
                </c:pt>
                <c:pt idx="2491">
                  <c:v>392.65</c:v>
                </c:pt>
                <c:pt idx="2492">
                  <c:v>403.85</c:v>
                </c:pt>
                <c:pt idx="2493">
                  <c:v>406.05</c:v>
                </c:pt>
                <c:pt idx="2494">
                  <c:v>411.05</c:v>
                </c:pt>
                <c:pt idx="2495">
                  <c:v>410.8</c:v>
                </c:pt>
                <c:pt idx="2496">
                  <c:v>413.85</c:v>
                </c:pt>
                <c:pt idx="2497">
                  <c:v>416.9</c:v>
                </c:pt>
                <c:pt idx="2498">
                  <c:v>412.45</c:v>
                </c:pt>
                <c:pt idx="2499">
                  <c:v>407.8</c:v>
                </c:pt>
                <c:pt idx="2500">
                  <c:v>404.2</c:v>
                </c:pt>
                <c:pt idx="2501">
                  <c:v>413.95</c:v>
                </c:pt>
                <c:pt idx="2502">
                  <c:v>404.55</c:v>
                </c:pt>
                <c:pt idx="2503">
                  <c:v>404.15</c:v>
                </c:pt>
                <c:pt idx="2504">
                  <c:v>419</c:v>
                </c:pt>
                <c:pt idx="2505">
                  <c:v>411.4</c:v>
                </c:pt>
                <c:pt idx="2506">
                  <c:v>409.9</c:v>
                </c:pt>
                <c:pt idx="2507">
                  <c:v>406.15</c:v>
                </c:pt>
                <c:pt idx="2508">
                  <c:v>404.15</c:v>
                </c:pt>
                <c:pt idx="2509">
                  <c:v>387.85</c:v>
                </c:pt>
                <c:pt idx="2510">
                  <c:v>385.6</c:v>
                </c:pt>
                <c:pt idx="2511">
                  <c:v>373.6</c:v>
                </c:pt>
                <c:pt idx="2512">
                  <c:v>354.6</c:v>
                </c:pt>
                <c:pt idx="2513">
                  <c:v>353.4</c:v>
                </c:pt>
                <c:pt idx="2514">
                  <c:v>346.75</c:v>
                </c:pt>
                <c:pt idx="2515">
                  <c:v>365.25</c:v>
                </c:pt>
                <c:pt idx="2516">
                  <c:v>356.6</c:v>
                </c:pt>
                <c:pt idx="2517">
                  <c:v>369.75</c:v>
                </c:pt>
                <c:pt idx="2518">
                  <c:v>360.45</c:v>
                </c:pt>
                <c:pt idx="2519">
                  <c:v>345.55</c:v>
                </c:pt>
                <c:pt idx="2520">
                  <c:v>353.1</c:v>
                </c:pt>
                <c:pt idx="2521">
                  <c:v>362.35</c:v>
                </c:pt>
                <c:pt idx="2522">
                  <c:v>360.4</c:v>
                </c:pt>
                <c:pt idx="2523">
                  <c:v>367.7</c:v>
                </c:pt>
                <c:pt idx="2524">
                  <c:v>382.7</c:v>
                </c:pt>
                <c:pt idx="2525">
                  <c:v>379.8</c:v>
                </c:pt>
                <c:pt idx="2526">
                  <c:v>377</c:v>
                </c:pt>
                <c:pt idx="2527">
                  <c:v>387.1</c:v>
                </c:pt>
                <c:pt idx="2528">
                  <c:v>383.9</c:v>
                </c:pt>
                <c:pt idx="2529">
                  <c:v>373.55</c:v>
                </c:pt>
                <c:pt idx="2530">
                  <c:v>365.9</c:v>
                </c:pt>
                <c:pt idx="2531">
                  <c:v>377.75</c:v>
                </c:pt>
                <c:pt idx="2532">
                  <c:v>377</c:v>
                </c:pt>
                <c:pt idx="2533">
                  <c:v>380.85</c:v>
                </c:pt>
                <c:pt idx="2534">
                  <c:v>400.35</c:v>
                </c:pt>
                <c:pt idx="2535">
                  <c:v>417.65</c:v>
                </c:pt>
                <c:pt idx="2536">
                  <c:v>427.1</c:v>
                </c:pt>
                <c:pt idx="2537">
                  <c:v>456.65</c:v>
                </c:pt>
                <c:pt idx="2538">
                  <c:v>447.35</c:v>
                </c:pt>
                <c:pt idx="2539">
                  <c:v>444.85</c:v>
                </c:pt>
                <c:pt idx="2540">
                  <c:v>440.3</c:v>
                </c:pt>
                <c:pt idx="2541">
                  <c:v>438.25</c:v>
                </c:pt>
                <c:pt idx="2542">
                  <c:v>428.9</c:v>
                </c:pt>
                <c:pt idx="2543">
                  <c:v>433</c:v>
                </c:pt>
                <c:pt idx="2544">
                  <c:v>437.45</c:v>
                </c:pt>
                <c:pt idx="2545">
                  <c:v>440.1</c:v>
                </c:pt>
                <c:pt idx="2546">
                  <c:v>444.95</c:v>
                </c:pt>
                <c:pt idx="2547">
                  <c:v>437.35</c:v>
                </c:pt>
                <c:pt idx="2548">
                  <c:v>452.2</c:v>
                </c:pt>
                <c:pt idx="2549">
                  <c:v>445.25</c:v>
                </c:pt>
                <c:pt idx="2550">
                  <c:v>448.85</c:v>
                </c:pt>
                <c:pt idx="2551">
                  <c:v>451.95</c:v>
                </c:pt>
                <c:pt idx="2552">
                  <c:v>455.4</c:v>
                </c:pt>
                <c:pt idx="2553">
                  <c:v>455.6</c:v>
                </c:pt>
                <c:pt idx="2554">
                  <c:v>457.35</c:v>
                </c:pt>
                <c:pt idx="2555">
                  <c:v>470.45</c:v>
                </c:pt>
                <c:pt idx="2556">
                  <c:v>470.4</c:v>
                </c:pt>
                <c:pt idx="2557">
                  <c:v>474.1</c:v>
                </c:pt>
                <c:pt idx="2558">
                  <c:v>475.2</c:v>
                </c:pt>
                <c:pt idx="2559">
                  <c:v>480</c:v>
                </c:pt>
                <c:pt idx="2560">
                  <c:v>490.65</c:v>
                </c:pt>
                <c:pt idx="2561">
                  <c:v>468.75</c:v>
                </c:pt>
                <c:pt idx="2562">
                  <c:v>456.05</c:v>
                </c:pt>
                <c:pt idx="2563">
                  <c:v>455.95</c:v>
                </c:pt>
                <c:pt idx="2564">
                  <c:v>458.1</c:v>
                </c:pt>
                <c:pt idx="2565">
                  <c:v>471.55</c:v>
                </c:pt>
                <c:pt idx="2566">
                  <c:v>459.35</c:v>
                </c:pt>
                <c:pt idx="2567">
                  <c:v>456.2</c:v>
                </c:pt>
                <c:pt idx="2568">
                  <c:v>461.75</c:v>
                </c:pt>
                <c:pt idx="2569">
                  <c:v>457.15</c:v>
                </c:pt>
                <c:pt idx="2570">
                  <c:v>441.5</c:v>
                </c:pt>
                <c:pt idx="2571">
                  <c:v>440.5</c:v>
                </c:pt>
                <c:pt idx="2572">
                  <c:v>431.2</c:v>
                </c:pt>
                <c:pt idx="2573">
                  <c:v>427.85</c:v>
                </c:pt>
                <c:pt idx="2574">
                  <c:v>425.65</c:v>
                </c:pt>
                <c:pt idx="2575">
                  <c:v>428.95</c:v>
                </c:pt>
                <c:pt idx="2576">
                  <c:v>402.2</c:v>
                </c:pt>
                <c:pt idx="2577">
                  <c:v>385.65</c:v>
                </c:pt>
                <c:pt idx="2578">
                  <c:v>398.35</c:v>
                </c:pt>
                <c:pt idx="2579">
                  <c:v>392.6</c:v>
                </c:pt>
                <c:pt idx="2580">
                  <c:v>390.6</c:v>
                </c:pt>
                <c:pt idx="2581">
                  <c:v>411.3</c:v>
                </c:pt>
                <c:pt idx="2582">
                  <c:v>400.65</c:v>
                </c:pt>
                <c:pt idx="2583">
                  <c:v>404.6</c:v>
                </c:pt>
                <c:pt idx="2584">
                  <c:v>394.65</c:v>
                </c:pt>
                <c:pt idx="2585">
                  <c:v>374.7</c:v>
                </c:pt>
                <c:pt idx="2586">
                  <c:v>389.6</c:v>
                </c:pt>
                <c:pt idx="2587">
                  <c:v>368.55</c:v>
                </c:pt>
                <c:pt idx="2588">
                  <c:v>359.1</c:v>
                </c:pt>
                <c:pt idx="2589">
                  <c:v>351.15</c:v>
                </c:pt>
                <c:pt idx="2590">
                  <c:v>340.65</c:v>
                </c:pt>
                <c:pt idx="2591">
                  <c:v>338.4</c:v>
                </c:pt>
                <c:pt idx="2592">
                  <c:v>309.10000000000002</c:v>
                </c:pt>
                <c:pt idx="2593">
                  <c:v>325.25</c:v>
                </c:pt>
                <c:pt idx="2594">
                  <c:v>337.3</c:v>
                </c:pt>
                <c:pt idx="2595">
                  <c:v>373.75</c:v>
                </c:pt>
                <c:pt idx="2596">
                  <c:v>381.9</c:v>
                </c:pt>
                <c:pt idx="2597">
                  <c:v>362.15</c:v>
                </c:pt>
                <c:pt idx="2598">
                  <c:v>373</c:v>
                </c:pt>
                <c:pt idx="2599">
                  <c:v>381.6</c:v>
                </c:pt>
                <c:pt idx="2600">
                  <c:v>369.2</c:v>
                </c:pt>
                <c:pt idx="2601">
                  <c:v>347.35</c:v>
                </c:pt>
                <c:pt idx="2602">
                  <c:v>339.65</c:v>
                </c:pt>
                <c:pt idx="2603">
                  <c:v>348.8</c:v>
                </c:pt>
                <c:pt idx="2604">
                  <c:v>354.1</c:v>
                </c:pt>
                <c:pt idx="2605">
                  <c:v>353.95</c:v>
                </c:pt>
                <c:pt idx="2606">
                  <c:v>353.75</c:v>
                </c:pt>
                <c:pt idx="2607">
                  <c:v>352.15</c:v>
                </c:pt>
                <c:pt idx="2608">
                  <c:v>354.35</c:v>
                </c:pt>
                <c:pt idx="2609">
                  <c:v>360.05</c:v>
                </c:pt>
                <c:pt idx="2610">
                  <c:v>353.7</c:v>
                </c:pt>
                <c:pt idx="2611">
                  <c:v>387.85</c:v>
                </c:pt>
                <c:pt idx="2612">
                  <c:v>375.7</c:v>
                </c:pt>
                <c:pt idx="2613">
                  <c:v>375.25</c:v>
                </c:pt>
                <c:pt idx="2614">
                  <c:v>379.7</c:v>
                </c:pt>
                <c:pt idx="2615">
                  <c:v>367.4</c:v>
                </c:pt>
                <c:pt idx="2616">
                  <c:v>370.15</c:v>
                </c:pt>
                <c:pt idx="2617">
                  <c:v>355.8</c:v>
                </c:pt>
                <c:pt idx="2618">
                  <c:v>352.65</c:v>
                </c:pt>
                <c:pt idx="2619">
                  <c:v>351.6</c:v>
                </c:pt>
                <c:pt idx="2620">
                  <c:v>346.9</c:v>
                </c:pt>
                <c:pt idx="2621">
                  <c:v>346.8</c:v>
                </c:pt>
                <c:pt idx="2622">
                  <c:v>357.15</c:v>
                </c:pt>
                <c:pt idx="2623">
                  <c:v>347.05</c:v>
                </c:pt>
                <c:pt idx="2624">
                  <c:v>350.6</c:v>
                </c:pt>
                <c:pt idx="2625">
                  <c:v>352.3</c:v>
                </c:pt>
                <c:pt idx="2626">
                  <c:v>355.8</c:v>
                </c:pt>
                <c:pt idx="2627">
                  <c:v>358</c:v>
                </c:pt>
                <c:pt idx="2628">
                  <c:v>351.35</c:v>
                </c:pt>
                <c:pt idx="2629">
                  <c:v>339.65</c:v>
                </c:pt>
                <c:pt idx="2630">
                  <c:v>343.25</c:v>
                </c:pt>
                <c:pt idx="2631">
                  <c:v>348.35</c:v>
                </c:pt>
                <c:pt idx="2632">
                  <c:v>353.85</c:v>
                </c:pt>
                <c:pt idx="2633">
                  <c:v>365.55</c:v>
                </c:pt>
                <c:pt idx="2634">
                  <c:v>366.75</c:v>
                </c:pt>
                <c:pt idx="2635">
                  <c:v>364.9</c:v>
                </c:pt>
                <c:pt idx="2636">
                  <c:v>366.1</c:v>
                </c:pt>
                <c:pt idx="2637">
                  <c:v>368.3</c:v>
                </c:pt>
                <c:pt idx="2638">
                  <c:v>372.45</c:v>
                </c:pt>
                <c:pt idx="2639">
                  <c:v>369.5</c:v>
                </c:pt>
                <c:pt idx="2640">
                  <c:v>361.25</c:v>
                </c:pt>
                <c:pt idx="2641">
                  <c:v>361.65</c:v>
                </c:pt>
                <c:pt idx="2642">
                  <c:v>369.95</c:v>
                </c:pt>
                <c:pt idx="2643">
                  <c:v>372.15</c:v>
                </c:pt>
                <c:pt idx="2644">
                  <c:v>367.1</c:v>
                </c:pt>
                <c:pt idx="2645">
                  <c:v>364.35</c:v>
                </c:pt>
                <c:pt idx="2646">
                  <c:v>373.25</c:v>
                </c:pt>
                <c:pt idx="2647">
                  <c:v>377</c:v>
                </c:pt>
                <c:pt idx="2648">
                  <c:v>370.4</c:v>
                </c:pt>
                <c:pt idx="2649">
                  <c:v>352.65</c:v>
                </c:pt>
                <c:pt idx="2650">
                  <c:v>353.6</c:v>
                </c:pt>
                <c:pt idx="2651">
                  <c:v>322</c:v>
                </c:pt>
                <c:pt idx="2652">
                  <c:v>318.7</c:v>
                </c:pt>
                <c:pt idx="2653">
                  <c:v>321.85000000000002</c:v>
                </c:pt>
                <c:pt idx="2654">
                  <c:v>328.65</c:v>
                </c:pt>
                <c:pt idx="2655">
                  <c:v>328.5</c:v>
                </c:pt>
                <c:pt idx="2656">
                  <c:v>327.45</c:v>
                </c:pt>
                <c:pt idx="2657">
                  <c:v>325</c:v>
                </c:pt>
                <c:pt idx="2658">
                  <c:v>322.3</c:v>
                </c:pt>
                <c:pt idx="2659">
                  <c:v>320.95</c:v>
                </c:pt>
                <c:pt idx="2660">
                  <c:v>317.95</c:v>
                </c:pt>
                <c:pt idx="2661">
                  <c:v>317.8</c:v>
                </c:pt>
                <c:pt idx="2662">
                  <c:v>317.8</c:v>
                </c:pt>
                <c:pt idx="2663">
                  <c:v>325.8</c:v>
                </c:pt>
                <c:pt idx="2664">
                  <c:v>323.14999999999998</c:v>
                </c:pt>
                <c:pt idx="2665">
                  <c:v>317.05</c:v>
                </c:pt>
                <c:pt idx="2666">
                  <c:v>320.60000000000002</c:v>
                </c:pt>
                <c:pt idx="2667">
                  <c:v>319.55</c:v>
                </c:pt>
                <c:pt idx="2668">
                  <c:v>315.10000000000002</c:v>
                </c:pt>
                <c:pt idx="2669">
                  <c:v>311.39999999999998</c:v>
                </c:pt>
                <c:pt idx="2670">
                  <c:v>323.14999999999998</c:v>
                </c:pt>
                <c:pt idx="2671">
                  <c:v>319.14999999999998</c:v>
                </c:pt>
                <c:pt idx="2672">
                  <c:v>323</c:v>
                </c:pt>
                <c:pt idx="2673">
                  <c:v>322.05</c:v>
                </c:pt>
                <c:pt idx="2674">
                  <c:v>325.05</c:v>
                </c:pt>
                <c:pt idx="2675">
                  <c:v>335.75</c:v>
                </c:pt>
                <c:pt idx="2676">
                  <c:v>338.8</c:v>
                </c:pt>
                <c:pt idx="2677">
                  <c:v>334.95</c:v>
                </c:pt>
                <c:pt idx="2678">
                  <c:v>334.05</c:v>
                </c:pt>
                <c:pt idx="2679">
                  <c:v>334.7</c:v>
                </c:pt>
                <c:pt idx="2680">
                  <c:v>337</c:v>
                </c:pt>
                <c:pt idx="2681">
                  <c:v>333.7</c:v>
                </c:pt>
                <c:pt idx="2682">
                  <c:v>328.55</c:v>
                </c:pt>
                <c:pt idx="2683">
                  <c:v>328.2</c:v>
                </c:pt>
                <c:pt idx="2684">
                  <c:v>345.05</c:v>
                </c:pt>
                <c:pt idx="2685">
                  <c:v>363.35</c:v>
                </c:pt>
                <c:pt idx="2686">
                  <c:v>362</c:v>
                </c:pt>
                <c:pt idx="2687">
                  <c:v>367.1</c:v>
                </c:pt>
                <c:pt idx="2688">
                  <c:v>354.2</c:v>
                </c:pt>
                <c:pt idx="2689">
                  <c:v>350.15</c:v>
                </c:pt>
                <c:pt idx="2690">
                  <c:v>357.15</c:v>
                </c:pt>
                <c:pt idx="2691">
                  <c:v>351.7</c:v>
                </c:pt>
                <c:pt idx="2692">
                  <c:v>359.15</c:v>
                </c:pt>
                <c:pt idx="2693">
                  <c:v>374.9</c:v>
                </c:pt>
                <c:pt idx="2694">
                  <c:v>374.2</c:v>
                </c:pt>
                <c:pt idx="2695">
                  <c:v>372.4</c:v>
                </c:pt>
                <c:pt idx="2696">
                  <c:v>359.3</c:v>
                </c:pt>
                <c:pt idx="2697">
                  <c:v>348.2</c:v>
                </c:pt>
                <c:pt idx="2698">
                  <c:v>351.75</c:v>
                </c:pt>
                <c:pt idx="2699">
                  <c:v>342.15</c:v>
                </c:pt>
                <c:pt idx="2700">
                  <c:v>335.7</c:v>
                </c:pt>
                <c:pt idx="2701">
                  <c:v>329.7</c:v>
                </c:pt>
                <c:pt idx="2702">
                  <c:v>330.9</c:v>
                </c:pt>
                <c:pt idx="2703">
                  <c:v>323.60000000000002</c:v>
                </c:pt>
                <c:pt idx="2704">
                  <c:v>321.60000000000002</c:v>
                </c:pt>
                <c:pt idx="2705">
                  <c:v>328.05</c:v>
                </c:pt>
                <c:pt idx="2706">
                  <c:v>326.14999999999998</c:v>
                </c:pt>
                <c:pt idx="2707">
                  <c:v>329.8</c:v>
                </c:pt>
                <c:pt idx="2708">
                  <c:v>335.05</c:v>
                </c:pt>
                <c:pt idx="2709">
                  <c:v>337.15</c:v>
                </c:pt>
                <c:pt idx="2710">
                  <c:v>342</c:v>
                </c:pt>
                <c:pt idx="2711">
                  <c:v>343.8</c:v>
                </c:pt>
                <c:pt idx="2712">
                  <c:v>342.4</c:v>
                </c:pt>
                <c:pt idx="2713">
                  <c:v>339.4</c:v>
                </c:pt>
                <c:pt idx="2714">
                  <c:v>333.6</c:v>
                </c:pt>
                <c:pt idx="2715">
                  <c:v>340.9</c:v>
                </c:pt>
                <c:pt idx="2716">
                  <c:v>337.8</c:v>
                </c:pt>
                <c:pt idx="2717">
                  <c:v>341.45</c:v>
                </c:pt>
                <c:pt idx="2718">
                  <c:v>331.6</c:v>
                </c:pt>
                <c:pt idx="2719">
                  <c:v>334.45</c:v>
                </c:pt>
                <c:pt idx="2720">
                  <c:v>326</c:v>
                </c:pt>
                <c:pt idx="2721">
                  <c:v>324</c:v>
                </c:pt>
                <c:pt idx="2722">
                  <c:v>317.89999999999998</c:v>
                </c:pt>
                <c:pt idx="2723">
                  <c:v>299.55</c:v>
                </c:pt>
                <c:pt idx="2724">
                  <c:v>311.55</c:v>
                </c:pt>
                <c:pt idx="2725">
                  <c:v>307.7</c:v>
                </c:pt>
                <c:pt idx="2726">
                  <c:v>299.55</c:v>
                </c:pt>
                <c:pt idx="2727">
                  <c:v>303.60000000000002</c:v>
                </c:pt>
                <c:pt idx="2728">
                  <c:v>308.14999999999998</c:v>
                </c:pt>
                <c:pt idx="2729">
                  <c:v>302.3</c:v>
                </c:pt>
                <c:pt idx="2730">
                  <c:v>307.64999999999998</c:v>
                </c:pt>
                <c:pt idx="2731">
                  <c:v>303.64999999999998</c:v>
                </c:pt>
                <c:pt idx="2732">
                  <c:v>294.35000000000002</c:v>
                </c:pt>
                <c:pt idx="2733">
                  <c:v>298.10000000000002</c:v>
                </c:pt>
                <c:pt idx="2734">
                  <c:v>301.05</c:v>
                </c:pt>
                <c:pt idx="2735">
                  <c:v>304</c:v>
                </c:pt>
                <c:pt idx="2736">
                  <c:v>299.5</c:v>
                </c:pt>
                <c:pt idx="2737">
                  <c:v>293.89999999999998</c:v>
                </c:pt>
                <c:pt idx="2738">
                  <c:v>288.85000000000002</c:v>
                </c:pt>
                <c:pt idx="2739">
                  <c:v>301.14999999999998</c:v>
                </c:pt>
                <c:pt idx="2740">
                  <c:v>304.64999999999998</c:v>
                </c:pt>
                <c:pt idx="2741">
                  <c:v>309.39999999999998</c:v>
                </c:pt>
                <c:pt idx="2742">
                  <c:v>316.14999999999998</c:v>
                </c:pt>
                <c:pt idx="2743">
                  <c:v>320.05</c:v>
                </c:pt>
                <c:pt idx="2744">
                  <c:v>321.45</c:v>
                </c:pt>
                <c:pt idx="2745">
                  <c:v>323</c:v>
                </c:pt>
                <c:pt idx="2746">
                  <c:v>324.64999999999998</c:v>
                </c:pt>
                <c:pt idx="2747">
                  <c:v>328.55</c:v>
                </c:pt>
                <c:pt idx="2748">
                  <c:v>340.1</c:v>
                </c:pt>
                <c:pt idx="2749">
                  <c:v>335.8</c:v>
                </c:pt>
                <c:pt idx="2750">
                  <c:v>342</c:v>
                </c:pt>
                <c:pt idx="2751">
                  <c:v>344.2</c:v>
                </c:pt>
                <c:pt idx="2752">
                  <c:v>331.85</c:v>
                </c:pt>
                <c:pt idx="2753">
                  <c:v>321.25</c:v>
                </c:pt>
                <c:pt idx="2754">
                  <c:v>332.1</c:v>
                </c:pt>
                <c:pt idx="2755">
                  <c:v>341.95</c:v>
                </c:pt>
                <c:pt idx="2756">
                  <c:v>336.25</c:v>
                </c:pt>
                <c:pt idx="2757">
                  <c:v>326.85000000000002</c:v>
                </c:pt>
                <c:pt idx="2758">
                  <c:v>318.60000000000002</c:v>
                </c:pt>
                <c:pt idx="2759">
                  <c:v>314.3</c:v>
                </c:pt>
                <c:pt idx="2760">
                  <c:v>323.7</c:v>
                </c:pt>
                <c:pt idx="2761">
                  <c:v>329</c:v>
                </c:pt>
                <c:pt idx="2762">
                  <c:v>336.6</c:v>
                </c:pt>
                <c:pt idx="2763">
                  <c:v>330.05</c:v>
                </c:pt>
                <c:pt idx="2764">
                  <c:v>325.89999999999998</c:v>
                </c:pt>
                <c:pt idx="2765">
                  <c:v>330.4</c:v>
                </c:pt>
                <c:pt idx="2766">
                  <c:v>329.4</c:v>
                </c:pt>
                <c:pt idx="2767">
                  <c:v>326.10000000000002</c:v>
                </c:pt>
                <c:pt idx="2768">
                  <c:v>323.25</c:v>
                </c:pt>
                <c:pt idx="2769">
                  <c:v>317.75</c:v>
                </c:pt>
                <c:pt idx="2770">
                  <c:v>325.55</c:v>
                </c:pt>
                <c:pt idx="2771">
                  <c:v>318.7</c:v>
                </c:pt>
                <c:pt idx="2772">
                  <c:v>319.39999999999998</c:v>
                </c:pt>
                <c:pt idx="2773">
                  <c:v>318.10000000000002</c:v>
                </c:pt>
                <c:pt idx="2774">
                  <c:v>297.55</c:v>
                </c:pt>
                <c:pt idx="2775">
                  <c:v>294.55</c:v>
                </c:pt>
                <c:pt idx="2776">
                  <c:v>293.95</c:v>
                </c:pt>
                <c:pt idx="2777">
                  <c:v>307.8</c:v>
                </c:pt>
                <c:pt idx="2778">
                  <c:v>308.64999999999998</c:v>
                </c:pt>
                <c:pt idx="2779">
                  <c:v>308.5</c:v>
                </c:pt>
                <c:pt idx="2780">
                  <c:v>311.14999999999998</c:v>
                </c:pt>
                <c:pt idx="2781">
                  <c:v>311.39999999999998</c:v>
                </c:pt>
                <c:pt idx="2782">
                  <c:v>308.75</c:v>
                </c:pt>
                <c:pt idx="2783">
                  <c:v>300.95</c:v>
                </c:pt>
                <c:pt idx="2784">
                  <c:v>297.3</c:v>
                </c:pt>
                <c:pt idx="2785">
                  <c:v>281.45</c:v>
                </c:pt>
                <c:pt idx="2786">
                  <c:v>282.5</c:v>
                </c:pt>
                <c:pt idx="2787">
                  <c:v>261.2</c:v>
                </c:pt>
                <c:pt idx="2788">
                  <c:v>270.55</c:v>
                </c:pt>
                <c:pt idx="2789">
                  <c:v>274.2</c:v>
                </c:pt>
                <c:pt idx="2790">
                  <c:v>276.05</c:v>
                </c:pt>
                <c:pt idx="2791">
                  <c:v>271.55</c:v>
                </c:pt>
                <c:pt idx="2792">
                  <c:v>277.45</c:v>
                </c:pt>
                <c:pt idx="2793">
                  <c:v>280.45</c:v>
                </c:pt>
                <c:pt idx="2794">
                  <c:v>274.7</c:v>
                </c:pt>
                <c:pt idx="2795">
                  <c:v>270.05</c:v>
                </c:pt>
                <c:pt idx="2796">
                  <c:v>271.85000000000002</c:v>
                </c:pt>
                <c:pt idx="2797">
                  <c:v>261.60000000000002</c:v>
                </c:pt>
                <c:pt idx="2798">
                  <c:v>263.39999999999998</c:v>
                </c:pt>
                <c:pt idx="2799">
                  <c:v>260.10000000000002</c:v>
                </c:pt>
                <c:pt idx="2800">
                  <c:v>259.75</c:v>
                </c:pt>
                <c:pt idx="2801">
                  <c:v>259</c:v>
                </c:pt>
                <c:pt idx="2802">
                  <c:v>263.14999999999998</c:v>
                </c:pt>
                <c:pt idx="2803">
                  <c:v>275</c:v>
                </c:pt>
                <c:pt idx="2804">
                  <c:v>273.75</c:v>
                </c:pt>
                <c:pt idx="2805">
                  <c:v>279</c:v>
                </c:pt>
                <c:pt idx="2806">
                  <c:v>275.05</c:v>
                </c:pt>
                <c:pt idx="2807">
                  <c:v>286.85000000000002</c:v>
                </c:pt>
                <c:pt idx="2808">
                  <c:v>288.10000000000002</c:v>
                </c:pt>
                <c:pt idx="2809">
                  <c:v>291.35000000000002</c:v>
                </c:pt>
                <c:pt idx="2810">
                  <c:v>298.3</c:v>
                </c:pt>
                <c:pt idx="2811">
                  <c:v>294.14999999999998</c:v>
                </c:pt>
                <c:pt idx="2812">
                  <c:v>314.75</c:v>
                </c:pt>
                <c:pt idx="2813">
                  <c:v>325.75</c:v>
                </c:pt>
                <c:pt idx="2814">
                  <c:v>315.8</c:v>
                </c:pt>
                <c:pt idx="2815">
                  <c:v>313.14999999999998</c:v>
                </c:pt>
                <c:pt idx="2816">
                  <c:v>319.39999999999998</c:v>
                </c:pt>
                <c:pt idx="2817">
                  <c:v>321.2</c:v>
                </c:pt>
                <c:pt idx="2818">
                  <c:v>316.10000000000002</c:v>
                </c:pt>
                <c:pt idx="2819">
                  <c:v>305.14999999999998</c:v>
                </c:pt>
                <c:pt idx="2820">
                  <c:v>307.14999999999998</c:v>
                </c:pt>
                <c:pt idx="2821">
                  <c:v>308.45</c:v>
                </c:pt>
                <c:pt idx="2822">
                  <c:v>321.89999999999998</c:v>
                </c:pt>
                <c:pt idx="2823">
                  <c:v>326.7</c:v>
                </c:pt>
                <c:pt idx="2824">
                  <c:v>323.3</c:v>
                </c:pt>
                <c:pt idx="2825">
                  <c:v>320.10000000000002</c:v>
                </c:pt>
                <c:pt idx="2826">
                  <c:v>319.35000000000002</c:v>
                </c:pt>
                <c:pt idx="2827">
                  <c:v>313.89999999999998</c:v>
                </c:pt>
                <c:pt idx="2828">
                  <c:v>314.25</c:v>
                </c:pt>
                <c:pt idx="2829">
                  <c:v>305.85000000000002</c:v>
                </c:pt>
                <c:pt idx="2830">
                  <c:v>301.35000000000002</c:v>
                </c:pt>
                <c:pt idx="2831">
                  <c:v>298.64999999999998</c:v>
                </c:pt>
                <c:pt idx="2832">
                  <c:v>290.35000000000002</c:v>
                </c:pt>
                <c:pt idx="2833">
                  <c:v>295.5</c:v>
                </c:pt>
                <c:pt idx="2834">
                  <c:v>298.64999999999998</c:v>
                </c:pt>
                <c:pt idx="2835">
                  <c:v>303.25</c:v>
                </c:pt>
                <c:pt idx="2836">
                  <c:v>291.35000000000002</c:v>
                </c:pt>
                <c:pt idx="2837">
                  <c:v>297</c:v>
                </c:pt>
                <c:pt idx="2838">
                  <c:v>300.39999999999998</c:v>
                </c:pt>
                <c:pt idx="2839">
                  <c:v>299.95</c:v>
                </c:pt>
                <c:pt idx="2840">
                  <c:v>297.60000000000002</c:v>
                </c:pt>
                <c:pt idx="2841">
                  <c:v>296</c:v>
                </c:pt>
                <c:pt idx="2842">
                  <c:v>293.14999999999998</c:v>
                </c:pt>
                <c:pt idx="2843">
                  <c:v>280.05</c:v>
                </c:pt>
                <c:pt idx="2844">
                  <c:v>275.2</c:v>
                </c:pt>
                <c:pt idx="2845">
                  <c:v>270.35000000000002</c:v>
                </c:pt>
                <c:pt idx="2846">
                  <c:v>277.39999999999998</c:v>
                </c:pt>
                <c:pt idx="2847">
                  <c:v>281.64999999999998</c:v>
                </c:pt>
                <c:pt idx="2848">
                  <c:v>282.5</c:v>
                </c:pt>
                <c:pt idx="2849">
                  <c:v>289.89999999999998</c:v>
                </c:pt>
                <c:pt idx="2850">
                  <c:v>293.35000000000002</c:v>
                </c:pt>
                <c:pt idx="2851">
                  <c:v>283.05</c:v>
                </c:pt>
                <c:pt idx="2852">
                  <c:v>289.3</c:v>
                </c:pt>
                <c:pt idx="2853">
                  <c:v>285.3</c:v>
                </c:pt>
                <c:pt idx="2854">
                  <c:v>287.39999999999998</c:v>
                </c:pt>
                <c:pt idx="2855">
                  <c:v>287.8</c:v>
                </c:pt>
                <c:pt idx="2856">
                  <c:v>289.8</c:v>
                </c:pt>
                <c:pt idx="2857">
                  <c:v>286.45</c:v>
                </c:pt>
                <c:pt idx="2858">
                  <c:v>281.55</c:v>
                </c:pt>
                <c:pt idx="2859">
                  <c:v>282.64999999999998</c:v>
                </c:pt>
                <c:pt idx="2860">
                  <c:v>283.64999999999998</c:v>
                </c:pt>
                <c:pt idx="2861">
                  <c:v>280.3</c:v>
                </c:pt>
                <c:pt idx="2862">
                  <c:v>272.10000000000002</c:v>
                </c:pt>
                <c:pt idx="2863">
                  <c:v>265.14999999999998</c:v>
                </c:pt>
                <c:pt idx="2864">
                  <c:v>267.45</c:v>
                </c:pt>
                <c:pt idx="2865">
                  <c:v>268.85000000000002</c:v>
                </c:pt>
                <c:pt idx="2866">
                  <c:v>264.95</c:v>
                </c:pt>
                <c:pt idx="2867">
                  <c:v>280.3</c:v>
                </c:pt>
                <c:pt idx="2868">
                  <c:v>286.10000000000002</c:v>
                </c:pt>
                <c:pt idx="2869">
                  <c:v>283.8</c:v>
                </c:pt>
                <c:pt idx="2870">
                  <c:v>289.64999999999998</c:v>
                </c:pt>
                <c:pt idx="2871">
                  <c:v>282.05</c:v>
                </c:pt>
                <c:pt idx="2872">
                  <c:v>283.95</c:v>
                </c:pt>
                <c:pt idx="2873">
                  <c:v>284.85000000000002</c:v>
                </c:pt>
                <c:pt idx="2874">
                  <c:v>287</c:v>
                </c:pt>
                <c:pt idx="2875">
                  <c:v>291.2</c:v>
                </c:pt>
                <c:pt idx="2876">
                  <c:v>294.55</c:v>
                </c:pt>
                <c:pt idx="2877">
                  <c:v>281.75</c:v>
                </c:pt>
                <c:pt idx="2878">
                  <c:v>283.14999999999998</c:v>
                </c:pt>
                <c:pt idx="2879">
                  <c:v>280.89999999999998</c:v>
                </c:pt>
                <c:pt idx="2880">
                  <c:v>286.60000000000002</c:v>
                </c:pt>
                <c:pt idx="2881">
                  <c:v>296.39999999999998</c:v>
                </c:pt>
                <c:pt idx="2882">
                  <c:v>290.14999999999998</c:v>
                </c:pt>
                <c:pt idx="2883">
                  <c:v>286.8</c:v>
                </c:pt>
                <c:pt idx="2884">
                  <c:v>290.10000000000002</c:v>
                </c:pt>
                <c:pt idx="2885">
                  <c:v>285.25</c:v>
                </c:pt>
                <c:pt idx="2886">
                  <c:v>278.05</c:v>
                </c:pt>
                <c:pt idx="2887">
                  <c:v>284.75</c:v>
                </c:pt>
                <c:pt idx="2888">
                  <c:v>281.25</c:v>
                </c:pt>
                <c:pt idx="2889">
                  <c:v>279.7</c:v>
                </c:pt>
                <c:pt idx="2890">
                  <c:v>287.85000000000002</c:v>
                </c:pt>
                <c:pt idx="2891">
                  <c:v>290.7</c:v>
                </c:pt>
                <c:pt idx="2892">
                  <c:v>275.05</c:v>
                </c:pt>
                <c:pt idx="2893">
                  <c:v>268.95</c:v>
                </c:pt>
                <c:pt idx="2894">
                  <c:v>262</c:v>
                </c:pt>
                <c:pt idx="2895">
                  <c:v>268.14999999999998</c:v>
                </c:pt>
                <c:pt idx="2896">
                  <c:v>261.95</c:v>
                </c:pt>
                <c:pt idx="2897">
                  <c:v>248.25</c:v>
                </c:pt>
                <c:pt idx="2898">
                  <c:v>241.2</c:v>
                </c:pt>
                <c:pt idx="2899">
                  <c:v>234.8</c:v>
                </c:pt>
                <c:pt idx="2900">
                  <c:v>241.1</c:v>
                </c:pt>
                <c:pt idx="2901">
                  <c:v>239.85</c:v>
                </c:pt>
                <c:pt idx="2902">
                  <c:v>240.5</c:v>
                </c:pt>
                <c:pt idx="2903">
                  <c:v>230.8</c:v>
                </c:pt>
                <c:pt idx="2904">
                  <c:v>231.8</c:v>
                </c:pt>
                <c:pt idx="2905">
                  <c:v>226.4</c:v>
                </c:pt>
                <c:pt idx="2906">
                  <c:v>222.75</c:v>
                </c:pt>
                <c:pt idx="2907">
                  <c:v>220.3</c:v>
                </c:pt>
                <c:pt idx="2908">
                  <c:v>222.75</c:v>
                </c:pt>
                <c:pt idx="2909">
                  <c:v>218.45</c:v>
                </c:pt>
                <c:pt idx="2910">
                  <c:v>217.8</c:v>
                </c:pt>
                <c:pt idx="2911">
                  <c:v>203.8</c:v>
                </c:pt>
                <c:pt idx="2912">
                  <c:v>212.7</c:v>
                </c:pt>
                <c:pt idx="2913">
                  <c:v>234.05</c:v>
                </c:pt>
                <c:pt idx="2914">
                  <c:v>232.45</c:v>
                </c:pt>
                <c:pt idx="2915">
                  <c:v>232.45</c:v>
                </c:pt>
                <c:pt idx="2916">
                  <c:v>232.95</c:v>
                </c:pt>
                <c:pt idx="2917">
                  <c:v>233.4</c:v>
                </c:pt>
                <c:pt idx="2918">
                  <c:v>232.2</c:v>
                </c:pt>
                <c:pt idx="2919">
                  <c:v>228.3</c:v>
                </c:pt>
                <c:pt idx="2920">
                  <c:v>222.6</c:v>
                </c:pt>
                <c:pt idx="2921">
                  <c:v>227.4</c:v>
                </c:pt>
                <c:pt idx="2922">
                  <c:v>223.35</c:v>
                </c:pt>
                <c:pt idx="2923">
                  <c:v>224.2</c:v>
                </c:pt>
                <c:pt idx="2924">
                  <c:v>223.9</c:v>
                </c:pt>
                <c:pt idx="2925">
                  <c:v>220</c:v>
                </c:pt>
                <c:pt idx="2926">
                  <c:v>223.55</c:v>
                </c:pt>
                <c:pt idx="2927">
                  <c:v>220.15</c:v>
                </c:pt>
                <c:pt idx="2928">
                  <c:v>213.1</c:v>
                </c:pt>
                <c:pt idx="2929">
                  <c:v>207.1</c:v>
                </c:pt>
                <c:pt idx="2930">
                  <c:v>199.2</c:v>
                </c:pt>
                <c:pt idx="2931">
                  <c:v>200.1</c:v>
                </c:pt>
                <c:pt idx="2932">
                  <c:v>195.85</c:v>
                </c:pt>
                <c:pt idx="2933">
                  <c:v>191.2</c:v>
                </c:pt>
                <c:pt idx="2934">
                  <c:v>200.55</c:v>
                </c:pt>
                <c:pt idx="2935">
                  <c:v>194.3</c:v>
                </c:pt>
                <c:pt idx="2936">
                  <c:v>193.45</c:v>
                </c:pt>
                <c:pt idx="2937">
                  <c:v>192.95</c:v>
                </c:pt>
                <c:pt idx="2938">
                  <c:v>205</c:v>
                </c:pt>
                <c:pt idx="2939">
                  <c:v>216.25</c:v>
                </c:pt>
                <c:pt idx="2940">
                  <c:v>223.6</c:v>
                </c:pt>
                <c:pt idx="2941">
                  <c:v>228.95</c:v>
                </c:pt>
                <c:pt idx="2942">
                  <c:v>229.15</c:v>
                </c:pt>
                <c:pt idx="2943">
                  <c:v>219.95</c:v>
                </c:pt>
                <c:pt idx="2944">
                  <c:v>220</c:v>
                </c:pt>
                <c:pt idx="2945">
                  <c:v>218.65</c:v>
                </c:pt>
                <c:pt idx="2946">
                  <c:v>214.2</c:v>
                </c:pt>
                <c:pt idx="2947">
                  <c:v>209.15</c:v>
                </c:pt>
                <c:pt idx="2948">
                  <c:v>206.15</c:v>
                </c:pt>
                <c:pt idx="2949">
                  <c:v>209</c:v>
                </c:pt>
                <c:pt idx="2950">
                  <c:v>211.2</c:v>
                </c:pt>
                <c:pt idx="2951">
                  <c:v>205</c:v>
                </c:pt>
                <c:pt idx="2952">
                  <c:v>205.6</c:v>
                </c:pt>
                <c:pt idx="2953">
                  <c:v>207.35</c:v>
                </c:pt>
                <c:pt idx="2954">
                  <c:v>208.3</c:v>
                </c:pt>
                <c:pt idx="2955">
                  <c:v>207.75</c:v>
                </c:pt>
                <c:pt idx="2956">
                  <c:v>210.9</c:v>
                </c:pt>
                <c:pt idx="2957">
                  <c:v>209.95</c:v>
                </c:pt>
                <c:pt idx="2958">
                  <c:v>212.45</c:v>
                </c:pt>
                <c:pt idx="2959">
                  <c:v>207</c:v>
                </c:pt>
                <c:pt idx="2960">
                  <c:v>207</c:v>
                </c:pt>
                <c:pt idx="2961">
                  <c:v>202.3</c:v>
                </c:pt>
                <c:pt idx="2962">
                  <c:v>199.5</c:v>
                </c:pt>
                <c:pt idx="2963">
                  <c:v>201</c:v>
                </c:pt>
                <c:pt idx="2964">
                  <c:v>192.45</c:v>
                </c:pt>
                <c:pt idx="2965">
                  <c:v>183.55</c:v>
                </c:pt>
                <c:pt idx="2966">
                  <c:v>171.25</c:v>
                </c:pt>
                <c:pt idx="2967">
                  <c:v>175.15</c:v>
                </c:pt>
                <c:pt idx="2968">
                  <c:v>171.6</c:v>
                </c:pt>
                <c:pt idx="2969">
                  <c:v>176.15</c:v>
                </c:pt>
                <c:pt idx="2970">
                  <c:v>171.5</c:v>
                </c:pt>
                <c:pt idx="2971">
                  <c:v>180.75</c:v>
                </c:pt>
                <c:pt idx="2972">
                  <c:v>181.3</c:v>
                </c:pt>
                <c:pt idx="2973">
                  <c:v>183.5</c:v>
                </c:pt>
                <c:pt idx="2974">
                  <c:v>189.25</c:v>
                </c:pt>
                <c:pt idx="2975">
                  <c:v>190.25</c:v>
                </c:pt>
                <c:pt idx="2976">
                  <c:v>191.7</c:v>
                </c:pt>
                <c:pt idx="2977">
                  <c:v>188.5</c:v>
                </c:pt>
                <c:pt idx="2978">
                  <c:v>178.75</c:v>
                </c:pt>
                <c:pt idx="2979">
                  <c:v>174.6</c:v>
                </c:pt>
                <c:pt idx="2980">
                  <c:v>171.95</c:v>
                </c:pt>
                <c:pt idx="2981">
                  <c:v>173</c:v>
                </c:pt>
                <c:pt idx="2982">
                  <c:v>169.75</c:v>
                </c:pt>
                <c:pt idx="2983">
                  <c:v>164.35</c:v>
                </c:pt>
                <c:pt idx="2984">
                  <c:v>162.05000000000001</c:v>
                </c:pt>
                <c:pt idx="2985">
                  <c:v>158.05000000000001</c:v>
                </c:pt>
                <c:pt idx="2986">
                  <c:v>149.6</c:v>
                </c:pt>
                <c:pt idx="2987">
                  <c:v>162</c:v>
                </c:pt>
                <c:pt idx="2988">
                  <c:v>159.69999999999999</c:v>
                </c:pt>
                <c:pt idx="2989">
                  <c:v>161.69999999999999</c:v>
                </c:pt>
                <c:pt idx="2990">
                  <c:v>163.9</c:v>
                </c:pt>
                <c:pt idx="2991">
                  <c:v>162.19999999999999</c:v>
                </c:pt>
                <c:pt idx="2992">
                  <c:v>159.5</c:v>
                </c:pt>
                <c:pt idx="2993">
                  <c:v>159.85</c:v>
                </c:pt>
                <c:pt idx="2994">
                  <c:v>163.4</c:v>
                </c:pt>
                <c:pt idx="2995">
                  <c:v>157.1</c:v>
                </c:pt>
                <c:pt idx="2996">
                  <c:v>163.44999999999999</c:v>
                </c:pt>
                <c:pt idx="2997">
                  <c:v>165.75</c:v>
                </c:pt>
                <c:pt idx="2998">
                  <c:v>164</c:v>
                </c:pt>
                <c:pt idx="2999">
                  <c:v>165.45</c:v>
                </c:pt>
                <c:pt idx="3000">
                  <c:v>165.7</c:v>
                </c:pt>
                <c:pt idx="3001">
                  <c:v>162.25</c:v>
                </c:pt>
                <c:pt idx="3002">
                  <c:v>167.6</c:v>
                </c:pt>
                <c:pt idx="3003">
                  <c:v>176.95</c:v>
                </c:pt>
                <c:pt idx="3004">
                  <c:v>186.2</c:v>
                </c:pt>
                <c:pt idx="3005">
                  <c:v>186.45</c:v>
                </c:pt>
                <c:pt idx="3006">
                  <c:v>190.4</c:v>
                </c:pt>
                <c:pt idx="3007">
                  <c:v>192.35</c:v>
                </c:pt>
                <c:pt idx="3008">
                  <c:v>188.85</c:v>
                </c:pt>
                <c:pt idx="3009">
                  <c:v>189.45</c:v>
                </c:pt>
                <c:pt idx="3010">
                  <c:v>189.5</c:v>
                </c:pt>
                <c:pt idx="3011">
                  <c:v>188.25</c:v>
                </c:pt>
                <c:pt idx="3012">
                  <c:v>189.35</c:v>
                </c:pt>
                <c:pt idx="3013">
                  <c:v>200.7</c:v>
                </c:pt>
                <c:pt idx="3014">
                  <c:v>214.75</c:v>
                </c:pt>
                <c:pt idx="3015">
                  <c:v>203.75</c:v>
                </c:pt>
                <c:pt idx="3016">
                  <c:v>217.95</c:v>
                </c:pt>
                <c:pt idx="3017">
                  <c:v>222</c:v>
                </c:pt>
                <c:pt idx="3018">
                  <c:v>232.45</c:v>
                </c:pt>
                <c:pt idx="3019">
                  <c:v>230.65</c:v>
                </c:pt>
                <c:pt idx="3020">
                  <c:v>229.2</c:v>
                </c:pt>
                <c:pt idx="3021">
                  <c:v>221.6</c:v>
                </c:pt>
                <c:pt idx="3022">
                  <c:v>226.65</c:v>
                </c:pt>
                <c:pt idx="3023">
                  <c:v>229.3</c:v>
                </c:pt>
                <c:pt idx="3024">
                  <c:v>234.9</c:v>
                </c:pt>
                <c:pt idx="3025">
                  <c:v>245.9</c:v>
                </c:pt>
                <c:pt idx="3026">
                  <c:v>244.7</c:v>
                </c:pt>
                <c:pt idx="3027">
                  <c:v>249.1</c:v>
                </c:pt>
                <c:pt idx="3028">
                  <c:v>252.55</c:v>
                </c:pt>
                <c:pt idx="3029">
                  <c:v>244.6</c:v>
                </c:pt>
                <c:pt idx="3030">
                  <c:v>246.75</c:v>
                </c:pt>
                <c:pt idx="3031">
                  <c:v>236.45</c:v>
                </c:pt>
                <c:pt idx="3032">
                  <c:v>227.25</c:v>
                </c:pt>
                <c:pt idx="3033">
                  <c:v>226.7</c:v>
                </c:pt>
                <c:pt idx="3034">
                  <c:v>203.85</c:v>
                </c:pt>
                <c:pt idx="3035">
                  <c:v>208.1</c:v>
                </c:pt>
                <c:pt idx="3036">
                  <c:v>214.4</c:v>
                </c:pt>
                <c:pt idx="3037">
                  <c:v>212.75</c:v>
                </c:pt>
                <c:pt idx="3038">
                  <c:v>212.05</c:v>
                </c:pt>
                <c:pt idx="3039">
                  <c:v>210.8</c:v>
                </c:pt>
                <c:pt idx="3040">
                  <c:v>205.95</c:v>
                </c:pt>
                <c:pt idx="3041">
                  <c:v>198.3</c:v>
                </c:pt>
                <c:pt idx="3042">
                  <c:v>192.8</c:v>
                </c:pt>
                <c:pt idx="3043">
                  <c:v>201.2</c:v>
                </c:pt>
                <c:pt idx="3044">
                  <c:v>199.8</c:v>
                </c:pt>
                <c:pt idx="3045">
                  <c:v>208.75</c:v>
                </c:pt>
                <c:pt idx="3046">
                  <c:v>210.45</c:v>
                </c:pt>
                <c:pt idx="3047">
                  <c:v>205.4</c:v>
                </c:pt>
                <c:pt idx="3048">
                  <c:v>198.6</c:v>
                </c:pt>
                <c:pt idx="3049">
                  <c:v>198.05</c:v>
                </c:pt>
                <c:pt idx="3050">
                  <c:v>199</c:v>
                </c:pt>
                <c:pt idx="3051">
                  <c:v>203.3</c:v>
                </c:pt>
                <c:pt idx="3052">
                  <c:v>198</c:v>
                </c:pt>
                <c:pt idx="3053">
                  <c:v>198.65</c:v>
                </c:pt>
                <c:pt idx="3054">
                  <c:v>188.9</c:v>
                </c:pt>
                <c:pt idx="3055">
                  <c:v>195.45</c:v>
                </c:pt>
                <c:pt idx="3056">
                  <c:v>189.85</c:v>
                </c:pt>
                <c:pt idx="3057">
                  <c:v>188.5</c:v>
                </c:pt>
                <c:pt idx="3058">
                  <c:v>194.7</c:v>
                </c:pt>
                <c:pt idx="3059">
                  <c:v>192.65</c:v>
                </c:pt>
                <c:pt idx="3060">
                  <c:v>198.5</c:v>
                </c:pt>
                <c:pt idx="3061">
                  <c:v>194.7</c:v>
                </c:pt>
                <c:pt idx="3062">
                  <c:v>186.65</c:v>
                </c:pt>
                <c:pt idx="3063">
                  <c:v>183.35</c:v>
                </c:pt>
                <c:pt idx="3064">
                  <c:v>179.45</c:v>
                </c:pt>
                <c:pt idx="3065">
                  <c:v>184.95</c:v>
                </c:pt>
                <c:pt idx="3066">
                  <c:v>186.2</c:v>
                </c:pt>
                <c:pt idx="3067">
                  <c:v>184.85</c:v>
                </c:pt>
                <c:pt idx="3068">
                  <c:v>190.05</c:v>
                </c:pt>
                <c:pt idx="3069">
                  <c:v>191.15</c:v>
                </c:pt>
                <c:pt idx="3070">
                  <c:v>193.15</c:v>
                </c:pt>
                <c:pt idx="3071">
                  <c:v>189.9</c:v>
                </c:pt>
                <c:pt idx="3072">
                  <c:v>181.45</c:v>
                </c:pt>
                <c:pt idx="3073">
                  <c:v>182.35</c:v>
                </c:pt>
                <c:pt idx="3074">
                  <c:v>186</c:v>
                </c:pt>
                <c:pt idx="3075">
                  <c:v>185.45</c:v>
                </c:pt>
                <c:pt idx="3076">
                  <c:v>183.65</c:v>
                </c:pt>
                <c:pt idx="3077">
                  <c:v>185.35</c:v>
                </c:pt>
                <c:pt idx="3078">
                  <c:v>188.4</c:v>
                </c:pt>
                <c:pt idx="3079">
                  <c:v>188.2</c:v>
                </c:pt>
                <c:pt idx="3080">
                  <c:v>188.05</c:v>
                </c:pt>
                <c:pt idx="3081">
                  <c:v>180.6</c:v>
                </c:pt>
                <c:pt idx="3082">
                  <c:v>183.8</c:v>
                </c:pt>
                <c:pt idx="3083">
                  <c:v>180.55</c:v>
                </c:pt>
                <c:pt idx="3084">
                  <c:v>176.95</c:v>
                </c:pt>
                <c:pt idx="3085">
                  <c:v>175.1</c:v>
                </c:pt>
                <c:pt idx="3086">
                  <c:v>178.9</c:v>
                </c:pt>
                <c:pt idx="3087">
                  <c:v>181.05</c:v>
                </c:pt>
                <c:pt idx="3088">
                  <c:v>189.8</c:v>
                </c:pt>
                <c:pt idx="3089">
                  <c:v>186.8</c:v>
                </c:pt>
                <c:pt idx="3090">
                  <c:v>186.35</c:v>
                </c:pt>
                <c:pt idx="3091">
                  <c:v>193.9</c:v>
                </c:pt>
                <c:pt idx="3092">
                  <c:v>194.1</c:v>
                </c:pt>
                <c:pt idx="3093">
                  <c:v>183.95</c:v>
                </c:pt>
                <c:pt idx="3094">
                  <c:v>178</c:v>
                </c:pt>
                <c:pt idx="3095">
                  <c:v>179.25</c:v>
                </c:pt>
                <c:pt idx="3096">
                  <c:v>181.4</c:v>
                </c:pt>
                <c:pt idx="3097">
                  <c:v>187.25</c:v>
                </c:pt>
                <c:pt idx="3098">
                  <c:v>185.25</c:v>
                </c:pt>
                <c:pt idx="3099">
                  <c:v>183.25</c:v>
                </c:pt>
                <c:pt idx="3100">
                  <c:v>187.15</c:v>
                </c:pt>
                <c:pt idx="3101">
                  <c:v>181.55</c:v>
                </c:pt>
                <c:pt idx="3102">
                  <c:v>177.25</c:v>
                </c:pt>
                <c:pt idx="3103">
                  <c:v>175.85</c:v>
                </c:pt>
                <c:pt idx="3104">
                  <c:v>181.3</c:v>
                </c:pt>
                <c:pt idx="3105">
                  <c:v>186.95</c:v>
                </c:pt>
                <c:pt idx="3106">
                  <c:v>188.45</c:v>
                </c:pt>
                <c:pt idx="3107">
                  <c:v>185.6</c:v>
                </c:pt>
                <c:pt idx="3108">
                  <c:v>189.05</c:v>
                </c:pt>
                <c:pt idx="3109">
                  <c:v>187.35</c:v>
                </c:pt>
                <c:pt idx="3110">
                  <c:v>187.65</c:v>
                </c:pt>
                <c:pt idx="3111">
                  <c:v>185.15</c:v>
                </c:pt>
                <c:pt idx="3112">
                  <c:v>182.5</c:v>
                </c:pt>
                <c:pt idx="3113">
                  <c:v>177.15</c:v>
                </c:pt>
                <c:pt idx="3114">
                  <c:v>182.4</c:v>
                </c:pt>
                <c:pt idx="3115">
                  <c:v>186.1</c:v>
                </c:pt>
                <c:pt idx="3116">
                  <c:v>186.8</c:v>
                </c:pt>
                <c:pt idx="3117">
                  <c:v>187.35</c:v>
                </c:pt>
                <c:pt idx="3118">
                  <c:v>184.65</c:v>
                </c:pt>
                <c:pt idx="3119">
                  <c:v>191.45</c:v>
                </c:pt>
                <c:pt idx="3120">
                  <c:v>185.85</c:v>
                </c:pt>
                <c:pt idx="3121">
                  <c:v>191.65</c:v>
                </c:pt>
                <c:pt idx="3122">
                  <c:v>191.6</c:v>
                </c:pt>
                <c:pt idx="3123">
                  <c:v>195.05</c:v>
                </c:pt>
                <c:pt idx="3124">
                  <c:v>203.35</c:v>
                </c:pt>
                <c:pt idx="3125">
                  <c:v>202.4</c:v>
                </c:pt>
                <c:pt idx="3126">
                  <c:v>198.35</c:v>
                </c:pt>
                <c:pt idx="3127">
                  <c:v>195.95</c:v>
                </c:pt>
                <c:pt idx="3128">
                  <c:v>200.35</c:v>
                </c:pt>
                <c:pt idx="3129">
                  <c:v>197.45</c:v>
                </c:pt>
                <c:pt idx="3130">
                  <c:v>192.8</c:v>
                </c:pt>
                <c:pt idx="3131">
                  <c:v>190.95</c:v>
                </c:pt>
                <c:pt idx="3132">
                  <c:v>186.45</c:v>
                </c:pt>
                <c:pt idx="3133">
                  <c:v>185.6</c:v>
                </c:pt>
                <c:pt idx="3134">
                  <c:v>191</c:v>
                </c:pt>
                <c:pt idx="3135">
                  <c:v>193.55</c:v>
                </c:pt>
                <c:pt idx="3136">
                  <c:v>192.55</c:v>
                </c:pt>
                <c:pt idx="3137">
                  <c:v>183.55</c:v>
                </c:pt>
                <c:pt idx="3138">
                  <c:v>185.95</c:v>
                </c:pt>
                <c:pt idx="3139">
                  <c:v>183</c:v>
                </c:pt>
                <c:pt idx="3140">
                  <c:v>178.35</c:v>
                </c:pt>
                <c:pt idx="3141">
                  <c:v>182.95</c:v>
                </c:pt>
                <c:pt idx="3142">
                  <c:v>187.5</c:v>
                </c:pt>
                <c:pt idx="3143">
                  <c:v>190.2</c:v>
                </c:pt>
                <c:pt idx="3144">
                  <c:v>186.2</c:v>
                </c:pt>
                <c:pt idx="3145">
                  <c:v>184.85</c:v>
                </c:pt>
                <c:pt idx="3146">
                  <c:v>181.4</c:v>
                </c:pt>
                <c:pt idx="3147">
                  <c:v>183.4</c:v>
                </c:pt>
                <c:pt idx="3148">
                  <c:v>182.7</c:v>
                </c:pt>
                <c:pt idx="3149">
                  <c:v>184.55</c:v>
                </c:pt>
                <c:pt idx="3150">
                  <c:v>188.15</c:v>
                </c:pt>
                <c:pt idx="3151">
                  <c:v>191.2</c:v>
                </c:pt>
                <c:pt idx="3152">
                  <c:v>195.15</c:v>
                </c:pt>
                <c:pt idx="3153">
                  <c:v>193.15</c:v>
                </c:pt>
                <c:pt idx="3154">
                  <c:v>188.1</c:v>
                </c:pt>
                <c:pt idx="3155">
                  <c:v>187.1</c:v>
                </c:pt>
                <c:pt idx="3156">
                  <c:v>193.65</c:v>
                </c:pt>
                <c:pt idx="3157">
                  <c:v>190.5</c:v>
                </c:pt>
                <c:pt idx="3158">
                  <c:v>190.4</c:v>
                </c:pt>
                <c:pt idx="3159">
                  <c:v>191.9</c:v>
                </c:pt>
                <c:pt idx="3160">
                  <c:v>187.5</c:v>
                </c:pt>
                <c:pt idx="3161">
                  <c:v>182.4</c:v>
                </c:pt>
                <c:pt idx="3162">
                  <c:v>172.35</c:v>
                </c:pt>
                <c:pt idx="3163">
                  <c:v>172.55</c:v>
                </c:pt>
                <c:pt idx="3164">
                  <c:v>171.45</c:v>
                </c:pt>
                <c:pt idx="3165">
                  <c:v>169.6</c:v>
                </c:pt>
                <c:pt idx="3166">
                  <c:v>169.95</c:v>
                </c:pt>
                <c:pt idx="3167">
                  <c:v>164.15</c:v>
                </c:pt>
                <c:pt idx="3168">
                  <c:v>163.1</c:v>
                </c:pt>
                <c:pt idx="3169">
                  <c:v>167.05</c:v>
                </c:pt>
                <c:pt idx="3170">
                  <c:v>170</c:v>
                </c:pt>
                <c:pt idx="3171">
                  <c:v>169.75</c:v>
                </c:pt>
                <c:pt idx="3172">
                  <c:v>159.30000000000001</c:v>
                </c:pt>
                <c:pt idx="3173">
                  <c:v>162.6</c:v>
                </c:pt>
                <c:pt idx="3174">
                  <c:v>160.15</c:v>
                </c:pt>
                <c:pt idx="3175">
                  <c:v>169.2</c:v>
                </c:pt>
                <c:pt idx="3176">
                  <c:v>176.25</c:v>
                </c:pt>
                <c:pt idx="3177">
                  <c:v>176.25</c:v>
                </c:pt>
                <c:pt idx="3178">
                  <c:v>171.15</c:v>
                </c:pt>
                <c:pt idx="3179">
                  <c:v>181.15</c:v>
                </c:pt>
                <c:pt idx="3180">
                  <c:v>181.05</c:v>
                </c:pt>
                <c:pt idx="3181">
                  <c:v>177.85</c:v>
                </c:pt>
                <c:pt idx="3182">
                  <c:v>175.9</c:v>
                </c:pt>
                <c:pt idx="3183">
                  <c:v>169.75</c:v>
                </c:pt>
                <c:pt idx="3184">
                  <c:v>171.2</c:v>
                </c:pt>
                <c:pt idx="3185">
                  <c:v>173.35</c:v>
                </c:pt>
                <c:pt idx="3186">
                  <c:v>176.55</c:v>
                </c:pt>
                <c:pt idx="3187">
                  <c:v>175.1</c:v>
                </c:pt>
                <c:pt idx="3188">
                  <c:v>172.15</c:v>
                </c:pt>
                <c:pt idx="3189">
                  <c:v>170.95</c:v>
                </c:pt>
                <c:pt idx="3190">
                  <c:v>173</c:v>
                </c:pt>
                <c:pt idx="3191">
                  <c:v>170.45</c:v>
                </c:pt>
                <c:pt idx="3192">
                  <c:v>173.95</c:v>
                </c:pt>
                <c:pt idx="3193">
                  <c:v>173.75</c:v>
                </c:pt>
                <c:pt idx="3194">
                  <c:v>171.9</c:v>
                </c:pt>
                <c:pt idx="3195">
                  <c:v>168.5</c:v>
                </c:pt>
                <c:pt idx="3196">
                  <c:v>169.8</c:v>
                </c:pt>
                <c:pt idx="3197">
                  <c:v>171.2</c:v>
                </c:pt>
                <c:pt idx="3198">
                  <c:v>169.05</c:v>
                </c:pt>
                <c:pt idx="3199">
                  <c:v>167.55</c:v>
                </c:pt>
                <c:pt idx="3200">
                  <c:v>166.85</c:v>
                </c:pt>
                <c:pt idx="3201">
                  <c:v>169.1</c:v>
                </c:pt>
                <c:pt idx="3202">
                  <c:v>169.85</c:v>
                </c:pt>
                <c:pt idx="3203">
                  <c:v>168.15</c:v>
                </c:pt>
                <c:pt idx="3204">
                  <c:v>166.9</c:v>
                </c:pt>
                <c:pt idx="3205">
                  <c:v>171.15</c:v>
                </c:pt>
                <c:pt idx="3206">
                  <c:v>171.95</c:v>
                </c:pt>
                <c:pt idx="3207">
                  <c:v>175.8</c:v>
                </c:pt>
                <c:pt idx="3208">
                  <c:v>176.8</c:v>
                </c:pt>
                <c:pt idx="3209">
                  <c:v>175.5</c:v>
                </c:pt>
                <c:pt idx="3210">
                  <c:v>176.6</c:v>
                </c:pt>
                <c:pt idx="3211">
                  <c:v>178.25</c:v>
                </c:pt>
                <c:pt idx="3212">
                  <c:v>173.2</c:v>
                </c:pt>
                <c:pt idx="3213">
                  <c:v>174.3</c:v>
                </c:pt>
                <c:pt idx="3214">
                  <c:v>173.55</c:v>
                </c:pt>
                <c:pt idx="3215">
                  <c:v>169.85</c:v>
                </c:pt>
                <c:pt idx="3216">
                  <c:v>168.2</c:v>
                </c:pt>
                <c:pt idx="3217">
                  <c:v>166.35</c:v>
                </c:pt>
                <c:pt idx="3218">
                  <c:v>163.85</c:v>
                </c:pt>
                <c:pt idx="3219">
                  <c:v>166.3</c:v>
                </c:pt>
                <c:pt idx="3220">
                  <c:v>167.3</c:v>
                </c:pt>
                <c:pt idx="3221">
                  <c:v>166.05</c:v>
                </c:pt>
                <c:pt idx="3222">
                  <c:v>167.95</c:v>
                </c:pt>
                <c:pt idx="3223">
                  <c:v>172.45</c:v>
                </c:pt>
                <c:pt idx="3224">
                  <c:v>178.45</c:v>
                </c:pt>
                <c:pt idx="3225">
                  <c:v>182.2</c:v>
                </c:pt>
                <c:pt idx="3226">
                  <c:v>182.4</c:v>
                </c:pt>
                <c:pt idx="3227">
                  <c:v>180.3</c:v>
                </c:pt>
                <c:pt idx="3228">
                  <c:v>189</c:v>
                </c:pt>
                <c:pt idx="3229">
                  <c:v>192</c:v>
                </c:pt>
                <c:pt idx="3230">
                  <c:v>187.8</c:v>
                </c:pt>
                <c:pt idx="3231">
                  <c:v>188.4</c:v>
                </c:pt>
                <c:pt idx="3232">
                  <c:v>187.9</c:v>
                </c:pt>
                <c:pt idx="3233">
                  <c:v>187.65</c:v>
                </c:pt>
                <c:pt idx="3234">
                  <c:v>181.05</c:v>
                </c:pt>
                <c:pt idx="3235">
                  <c:v>187.75</c:v>
                </c:pt>
                <c:pt idx="3236">
                  <c:v>193</c:v>
                </c:pt>
                <c:pt idx="3237">
                  <c:v>195</c:v>
                </c:pt>
                <c:pt idx="3238">
                  <c:v>198.05</c:v>
                </c:pt>
                <c:pt idx="3239">
                  <c:v>199.3</c:v>
                </c:pt>
                <c:pt idx="3240">
                  <c:v>194.7</c:v>
                </c:pt>
                <c:pt idx="3241">
                  <c:v>192.35</c:v>
                </c:pt>
                <c:pt idx="3242">
                  <c:v>193.95</c:v>
                </c:pt>
                <c:pt idx="3243">
                  <c:v>192.4</c:v>
                </c:pt>
                <c:pt idx="3244">
                  <c:v>194.95</c:v>
                </c:pt>
                <c:pt idx="3245">
                  <c:v>195.45</c:v>
                </c:pt>
                <c:pt idx="3246">
                  <c:v>198.6</c:v>
                </c:pt>
                <c:pt idx="3247">
                  <c:v>202.9</c:v>
                </c:pt>
                <c:pt idx="3248">
                  <c:v>204.4</c:v>
                </c:pt>
                <c:pt idx="3249">
                  <c:v>201.7</c:v>
                </c:pt>
                <c:pt idx="3250">
                  <c:v>202.65</c:v>
                </c:pt>
                <c:pt idx="3251">
                  <c:v>199.7</c:v>
                </c:pt>
                <c:pt idx="3252">
                  <c:v>196.85</c:v>
                </c:pt>
                <c:pt idx="3253">
                  <c:v>193.3</c:v>
                </c:pt>
                <c:pt idx="3254">
                  <c:v>194.4</c:v>
                </c:pt>
                <c:pt idx="3255">
                  <c:v>196.85</c:v>
                </c:pt>
                <c:pt idx="3256">
                  <c:v>194</c:v>
                </c:pt>
                <c:pt idx="3257">
                  <c:v>190.6</c:v>
                </c:pt>
                <c:pt idx="3258">
                  <c:v>189.65</c:v>
                </c:pt>
                <c:pt idx="3259">
                  <c:v>187.15</c:v>
                </c:pt>
                <c:pt idx="3260">
                  <c:v>186.85</c:v>
                </c:pt>
                <c:pt idx="3261">
                  <c:v>185.05</c:v>
                </c:pt>
                <c:pt idx="3262">
                  <c:v>184.65</c:v>
                </c:pt>
                <c:pt idx="3263">
                  <c:v>178.2</c:v>
                </c:pt>
                <c:pt idx="3264">
                  <c:v>183.2</c:v>
                </c:pt>
                <c:pt idx="3265">
                  <c:v>183.05</c:v>
                </c:pt>
                <c:pt idx="3266">
                  <c:v>183.35</c:v>
                </c:pt>
                <c:pt idx="3267">
                  <c:v>186.8</c:v>
                </c:pt>
                <c:pt idx="3268">
                  <c:v>186.55</c:v>
                </c:pt>
                <c:pt idx="3269">
                  <c:v>183.65</c:v>
                </c:pt>
                <c:pt idx="3270">
                  <c:v>180.35</c:v>
                </c:pt>
                <c:pt idx="3271">
                  <c:v>177.75</c:v>
                </c:pt>
                <c:pt idx="3272">
                  <c:v>179.15</c:v>
                </c:pt>
                <c:pt idx="3273">
                  <c:v>174.4</c:v>
                </c:pt>
                <c:pt idx="3274">
                  <c:v>169.85</c:v>
                </c:pt>
                <c:pt idx="3275">
                  <c:v>171.8</c:v>
                </c:pt>
                <c:pt idx="3276">
                  <c:v>170.65</c:v>
                </c:pt>
                <c:pt idx="3277">
                  <c:v>165.9</c:v>
                </c:pt>
                <c:pt idx="3278">
                  <c:v>163.15</c:v>
                </c:pt>
                <c:pt idx="3279">
                  <c:v>165</c:v>
                </c:pt>
                <c:pt idx="3280">
                  <c:v>167.9</c:v>
                </c:pt>
                <c:pt idx="3281">
                  <c:v>170.9</c:v>
                </c:pt>
                <c:pt idx="3282">
                  <c:v>169.95</c:v>
                </c:pt>
                <c:pt idx="3283">
                  <c:v>163.75</c:v>
                </c:pt>
                <c:pt idx="3284">
                  <c:v>162.69999999999999</c:v>
                </c:pt>
                <c:pt idx="3285">
                  <c:v>161</c:v>
                </c:pt>
                <c:pt idx="3286">
                  <c:v>158.80000000000001</c:v>
                </c:pt>
                <c:pt idx="3287">
                  <c:v>161.15</c:v>
                </c:pt>
                <c:pt idx="3288">
                  <c:v>154.85</c:v>
                </c:pt>
                <c:pt idx="3289">
                  <c:v>153.94999999999999</c:v>
                </c:pt>
                <c:pt idx="3290">
                  <c:v>148.85</c:v>
                </c:pt>
                <c:pt idx="3291">
                  <c:v>156.75</c:v>
                </c:pt>
                <c:pt idx="3292">
                  <c:v>162.05000000000001</c:v>
                </c:pt>
                <c:pt idx="3293">
                  <c:v>165.05</c:v>
                </c:pt>
                <c:pt idx="3294">
                  <c:v>167.15</c:v>
                </c:pt>
                <c:pt idx="3295">
                  <c:v>166.45</c:v>
                </c:pt>
                <c:pt idx="3296">
                  <c:v>164</c:v>
                </c:pt>
                <c:pt idx="3297">
                  <c:v>163.85</c:v>
                </c:pt>
                <c:pt idx="3298">
                  <c:v>165.15</c:v>
                </c:pt>
                <c:pt idx="3299">
                  <c:v>164.6</c:v>
                </c:pt>
                <c:pt idx="3300">
                  <c:v>161.9</c:v>
                </c:pt>
                <c:pt idx="3301">
                  <c:v>155.25</c:v>
                </c:pt>
                <c:pt idx="3302">
                  <c:v>153.6</c:v>
                </c:pt>
                <c:pt idx="3303">
                  <c:v>152.19999999999999</c:v>
                </c:pt>
                <c:pt idx="3304">
                  <c:v>153.94999999999999</c:v>
                </c:pt>
                <c:pt idx="3305">
                  <c:v>151.80000000000001</c:v>
                </c:pt>
                <c:pt idx="3306">
                  <c:v>151.65</c:v>
                </c:pt>
                <c:pt idx="3307">
                  <c:v>155.5</c:v>
                </c:pt>
                <c:pt idx="3308">
                  <c:v>151.35</c:v>
                </c:pt>
                <c:pt idx="3309">
                  <c:v>156.9</c:v>
                </c:pt>
                <c:pt idx="3310">
                  <c:v>152.69999999999999</c:v>
                </c:pt>
                <c:pt idx="3311">
                  <c:v>147</c:v>
                </c:pt>
                <c:pt idx="3312">
                  <c:v>149.94999999999999</c:v>
                </c:pt>
                <c:pt idx="3313">
                  <c:v>145.94999999999999</c:v>
                </c:pt>
                <c:pt idx="3314">
                  <c:v>146</c:v>
                </c:pt>
                <c:pt idx="3315">
                  <c:v>147.25</c:v>
                </c:pt>
                <c:pt idx="3316">
                  <c:v>147.19999999999999</c:v>
                </c:pt>
                <c:pt idx="3317">
                  <c:v>147.94999999999999</c:v>
                </c:pt>
                <c:pt idx="3318">
                  <c:v>143.6</c:v>
                </c:pt>
                <c:pt idx="3319">
                  <c:v>143.4</c:v>
                </c:pt>
                <c:pt idx="3320">
                  <c:v>149.25</c:v>
                </c:pt>
                <c:pt idx="3321">
                  <c:v>151.5</c:v>
                </c:pt>
                <c:pt idx="3322">
                  <c:v>152.1</c:v>
                </c:pt>
                <c:pt idx="3323">
                  <c:v>151.5</c:v>
                </c:pt>
                <c:pt idx="3324">
                  <c:v>154.19999999999999</c:v>
                </c:pt>
                <c:pt idx="3325">
                  <c:v>152.44999999999999</c:v>
                </c:pt>
                <c:pt idx="3326">
                  <c:v>155.19999999999999</c:v>
                </c:pt>
                <c:pt idx="3327">
                  <c:v>158.75</c:v>
                </c:pt>
                <c:pt idx="3328">
                  <c:v>158.05000000000001</c:v>
                </c:pt>
                <c:pt idx="3329">
                  <c:v>160.9</c:v>
                </c:pt>
                <c:pt idx="3330">
                  <c:v>164.25</c:v>
                </c:pt>
                <c:pt idx="3331">
                  <c:v>164.05</c:v>
                </c:pt>
                <c:pt idx="3332">
                  <c:v>164.7</c:v>
                </c:pt>
                <c:pt idx="3333">
                  <c:v>162.44999999999999</c:v>
                </c:pt>
                <c:pt idx="3334">
                  <c:v>162.75</c:v>
                </c:pt>
                <c:pt idx="3335">
                  <c:v>164.3</c:v>
                </c:pt>
                <c:pt idx="3336">
                  <c:v>159.15</c:v>
                </c:pt>
                <c:pt idx="3337">
                  <c:v>160.65</c:v>
                </c:pt>
                <c:pt idx="3338">
                  <c:v>163.95</c:v>
                </c:pt>
                <c:pt idx="3339">
                  <c:v>168.05</c:v>
                </c:pt>
                <c:pt idx="3340">
                  <c:v>166.1</c:v>
                </c:pt>
                <c:pt idx="3341">
                  <c:v>165.35</c:v>
                </c:pt>
                <c:pt idx="3342">
                  <c:v>162.35</c:v>
                </c:pt>
                <c:pt idx="3343">
                  <c:v>161.1</c:v>
                </c:pt>
                <c:pt idx="3344">
                  <c:v>156.65</c:v>
                </c:pt>
                <c:pt idx="3345">
                  <c:v>160.15</c:v>
                </c:pt>
                <c:pt idx="3346">
                  <c:v>163.9</c:v>
                </c:pt>
                <c:pt idx="3347">
                  <c:v>161.75</c:v>
                </c:pt>
                <c:pt idx="3348">
                  <c:v>158.69999999999999</c:v>
                </c:pt>
                <c:pt idx="3349">
                  <c:v>157.65</c:v>
                </c:pt>
                <c:pt idx="3350">
                  <c:v>163.9</c:v>
                </c:pt>
                <c:pt idx="3351">
                  <c:v>160.94999999999999</c:v>
                </c:pt>
                <c:pt idx="3352">
                  <c:v>157.6</c:v>
                </c:pt>
                <c:pt idx="3353">
                  <c:v>158.25</c:v>
                </c:pt>
                <c:pt idx="3354">
                  <c:v>156.69999999999999</c:v>
                </c:pt>
                <c:pt idx="3355">
                  <c:v>154.5</c:v>
                </c:pt>
                <c:pt idx="3356">
                  <c:v>151.85</c:v>
                </c:pt>
                <c:pt idx="3357">
                  <c:v>147.19999999999999</c:v>
                </c:pt>
                <c:pt idx="3358">
                  <c:v>144.35</c:v>
                </c:pt>
                <c:pt idx="3359">
                  <c:v>139.65</c:v>
                </c:pt>
                <c:pt idx="3360">
                  <c:v>142.1</c:v>
                </c:pt>
                <c:pt idx="3361">
                  <c:v>140.25</c:v>
                </c:pt>
                <c:pt idx="3362">
                  <c:v>141.9</c:v>
                </c:pt>
                <c:pt idx="3363">
                  <c:v>145.94999999999999</c:v>
                </c:pt>
                <c:pt idx="3364">
                  <c:v>139.85</c:v>
                </c:pt>
                <c:pt idx="3365">
                  <c:v>138.4</c:v>
                </c:pt>
                <c:pt idx="3366">
                  <c:v>134.30000000000001</c:v>
                </c:pt>
                <c:pt idx="3367">
                  <c:v>134.25</c:v>
                </c:pt>
                <c:pt idx="3368">
                  <c:v>134.4</c:v>
                </c:pt>
                <c:pt idx="3369">
                  <c:v>138.4</c:v>
                </c:pt>
                <c:pt idx="3370">
                  <c:v>142.80000000000001</c:v>
                </c:pt>
                <c:pt idx="3371">
                  <c:v>149.05000000000001</c:v>
                </c:pt>
                <c:pt idx="3372">
                  <c:v>151</c:v>
                </c:pt>
                <c:pt idx="3373">
                  <c:v>143.94999999999999</c:v>
                </c:pt>
                <c:pt idx="3374">
                  <c:v>142.05000000000001</c:v>
                </c:pt>
                <c:pt idx="3375">
                  <c:v>143.19999999999999</c:v>
                </c:pt>
                <c:pt idx="3376">
                  <c:v>141</c:v>
                </c:pt>
                <c:pt idx="3377">
                  <c:v>143.44999999999999</c:v>
                </c:pt>
                <c:pt idx="3378">
                  <c:v>141.5</c:v>
                </c:pt>
                <c:pt idx="3379">
                  <c:v>150.4</c:v>
                </c:pt>
                <c:pt idx="3380">
                  <c:v>152.05000000000001</c:v>
                </c:pt>
                <c:pt idx="3381">
                  <c:v>156.4</c:v>
                </c:pt>
                <c:pt idx="3382">
                  <c:v>152.15</c:v>
                </c:pt>
                <c:pt idx="3383">
                  <c:v>150.85</c:v>
                </c:pt>
                <c:pt idx="3384">
                  <c:v>149.6</c:v>
                </c:pt>
                <c:pt idx="3385">
                  <c:v>146.05000000000001</c:v>
                </c:pt>
                <c:pt idx="3386">
                  <c:v>145.80000000000001</c:v>
                </c:pt>
                <c:pt idx="3387">
                  <c:v>147.85</c:v>
                </c:pt>
                <c:pt idx="3388">
                  <c:v>143.35</c:v>
                </c:pt>
                <c:pt idx="3389">
                  <c:v>139.94999999999999</c:v>
                </c:pt>
                <c:pt idx="3390">
                  <c:v>131.19999999999999</c:v>
                </c:pt>
                <c:pt idx="3391">
                  <c:v>125.4</c:v>
                </c:pt>
                <c:pt idx="3392">
                  <c:v>123.75</c:v>
                </c:pt>
                <c:pt idx="3393">
                  <c:v>127.85</c:v>
                </c:pt>
                <c:pt idx="3394">
                  <c:v>127.2</c:v>
                </c:pt>
                <c:pt idx="3395">
                  <c:v>123.9</c:v>
                </c:pt>
                <c:pt idx="3396">
                  <c:v>129.94999999999999</c:v>
                </c:pt>
                <c:pt idx="3397">
                  <c:v>125.05</c:v>
                </c:pt>
                <c:pt idx="3398">
                  <c:v>130.94999999999999</c:v>
                </c:pt>
                <c:pt idx="3399">
                  <c:v>131.44999999999999</c:v>
                </c:pt>
                <c:pt idx="3400">
                  <c:v>135.25</c:v>
                </c:pt>
                <c:pt idx="3401">
                  <c:v>136.1</c:v>
                </c:pt>
                <c:pt idx="3402">
                  <c:v>139.69999999999999</c:v>
                </c:pt>
                <c:pt idx="3403">
                  <c:v>130.25</c:v>
                </c:pt>
                <c:pt idx="3404">
                  <c:v>129.85</c:v>
                </c:pt>
                <c:pt idx="3405">
                  <c:v>151.1</c:v>
                </c:pt>
                <c:pt idx="3406">
                  <c:v>137.5</c:v>
                </c:pt>
                <c:pt idx="3407">
                  <c:v>155.80000000000001</c:v>
                </c:pt>
                <c:pt idx="3408">
                  <c:v>153.05000000000001</c:v>
                </c:pt>
                <c:pt idx="3409">
                  <c:v>167.7</c:v>
                </c:pt>
                <c:pt idx="3410">
                  <c:v>168.35</c:v>
                </c:pt>
                <c:pt idx="3411">
                  <c:v>169.15</c:v>
                </c:pt>
                <c:pt idx="3412">
                  <c:v>192.45</c:v>
                </c:pt>
                <c:pt idx="3413">
                  <c:v>188.75</c:v>
                </c:pt>
                <c:pt idx="3414">
                  <c:v>188.8</c:v>
                </c:pt>
                <c:pt idx="3415">
                  <c:v>184.45</c:v>
                </c:pt>
                <c:pt idx="3416">
                  <c:v>186.75</c:v>
                </c:pt>
                <c:pt idx="3417">
                  <c:v>178.65</c:v>
                </c:pt>
                <c:pt idx="3418">
                  <c:v>175.5</c:v>
                </c:pt>
                <c:pt idx="3419">
                  <c:v>186.75</c:v>
                </c:pt>
                <c:pt idx="3420">
                  <c:v>188.25</c:v>
                </c:pt>
                <c:pt idx="3421">
                  <c:v>183.45</c:v>
                </c:pt>
                <c:pt idx="3422">
                  <c:v>183.9</c:v>
                </c:pt>
                <c:pt idx="3423">
                  <c:v>176.85</c:v>
                </c:pt>
                <c:pt idx="3424">
                  <c:v>180.55</c:v>
                </c:pt>
                <c:pt idx="3425">
                  <c:v>177.6</c:v>
                </c:pt>
                <c:pt idx="3426">
                  <c:v>185.6</c:v>
                </c:pt>
                <c:pt idx="3427">
                  <c:v>178</c:v>
                </c:pt>
                <c:pt idx="3428">
                  <c:v>183.9</c:v>
                </c:pt>
                <c:pt idx="3429">
                  <c:v>182.05</c:v>
                </c:pt>
                <c:pt idx="3430">
                  <c:v>188.75</c:v>
                </c:pt>
                <c:pt idx="3431">
                  <c:v>186.75</c:v>
                </c:pt>
                <c:pt idx="3432">
                  <c:v>182.7</c:v>
                </c:pt>
                <c:pt idx="3433">
                  <c:v>180.75</c:v>
                </c:pt>
                <c:pt idx="3434">
                  <c:v>175.25</c:v>
                </c:pt>
                <c:pt idx="3435">
                  <c:v>188.15</c:v>
                </c:pt>
                <c:pt idx="3436">
                  <c:v>187.15</c:v>
                </c:pt>
                <c:pt idx="3437">
                  <c:v>188.4</c:v>
                </c:pt>
                <c:pt idx="3438">
                  <c:v>186.15</c:v>
                </c:pt>
                <c:pt idx="3439">
                  <c:v>184.3</c:v>
                </c:pt>
                <c:pt idx="3440">
                  <c:v>187.05</c:v>
                </c:pt>
                <c:pt idx="3441">
                  <c:v>183.2</c:v>
                </c:pt>
                <c:pt idx="3442">
                  <c:v>183.45</c:v>
                </c:pt>
                <c:pt idx="3443">
                  <c:v>184.85</c:v>
                </c:pt>
                <c:pt idx="3444">
                  <c:v>184.2</c:v>
                </c:pt>
                <c:pt idx="3445">
                  <c:v>194.9</c:v>
                </c:pt>
                <c:pt idx="3446">
                  <c:v>199.05</c:v>
                </c:pt>
                <c:pt idx="3447">
                  <c:v>198.85</c:v>
                </c:pt>
                <c:pt idx="3448">
                  <c:v>198.55</c:v>
                </c:pt>
                <c:pt idx="3449">
                  <c:v>198.8</c:v>
                </c:pt>
                <c:pt idx="3450">
                  <c:v>202.35</c:v>
                </c:pt>
                <c:pt idx="3451">
                  <c:v>195.7</c:v>
                </c:pt>
                <c:pt idx="3452">
                  <c:v>200.85</c:v>
                </c:pt>
                <c:pt idx="3453">
                  <c:v>198.1</c:v>
                </c:pt>
                <c:pt idx="3454">
                  <c:v>202</c:v>
                </c:pt>
                <c:pt idx="3455">
                  <c:v>206.6</c:v>
                </c:pt>
                <c:pt idx="3456">
                  <c:v>207.2</c:v>
                </c:pt>
                <c:pt idx="3457">
                  <c:v>202.2</c:v>
                </c:pt>
                <c:pt idx="3458">
                  <c:v>197.1</c:v>
                </c:pt>
                <c:pt idx="3459">
                  <c:v>198.7</c:v>
                </c:pt>
                <c:pt idx="3460">
                  <c:v>199.85</c:v>
                </c:pt>
                <c:pt idx="3461">
                  <c:v>198.75</c:v>
                </c:pt>
                <c:pt idx="3462">
                  <c:v>192</c:v>
                </c:pt>
                <c:pt idx="3463">
                  <c:v>187.6</c:v>
                </c:pt>
                <c:pt idx="3464">
                  <c:v>190.85</c:v>
                </c:pt>
                <c:pt idx="3465">
                  <c:v>188.35</c:v>
                </c:pt>
                <c:pt idx="3466">
                  <c:v>184.7</c:v>
                </c:pt>
                <c:pt idx="3467">
                  <c:v>186.75</c:v>
                </c:pt>
                <c:pt idx="3468">
                  <c:v>179.3</c:v>
                </c:pt>
                <c:pt idx="3469">
                  <c:v>174.35</c:v>
                </c:pt>
                <c:pt idx="3470">
                  <c:v>174.55</c:v>
                </c:pt>
                <c:pt idx="3471">
                  <c:v>176.2</c:v>
                </c:pt>
                <c:pt idx="3472">
                  <c:v>174.15</c:v>
                </c:pt>
                <c:pt idx="3473">
                  <c:v>175.1</c:v>
                </c:pt>
                <c:pt idx="3474">
                  <c:v>183.1</c:v>
                </c:pt>
                <c:pt idx="3475">
                  <c:v>183.85</c:v>
                </c:pt>
                <c:pt idx="3476">
                  <c:v>181.3</c:v>
                </c:pt>
                <c:pt idx="3477">
                  <c:v>182.25</c:v>
                </c:pt>
                <c:pt idx="3478">
                  <c:v>180.9</c:v>
                </c:pt>
                <c:pt idx="3479">
                  <c:v>182.3</c:v>
                </c:pt>
                <c:pt idx="3480">
                  <c:v>191.85</c:v>
                </c:pt>
                <c:pt idx="3481">
                  <c:v>196.2</c:v>
                </c:pt>
                <c:pt idx="3482">
                  <c:v>196.15</c:v>
                </c:pt>
                <c:pt idx="3483">
                  <c:v>194.6</c:v>
                </c:pt>
                <c:pt idx="3484">
                  <c:v>191.9</c:v>
                </c:pt>
                <c:pt idx="3485">
                  <c:v>200.55</c:v>
                </c:pt>
                <c:pt idx="3486">
                  <c:v>202.95</c:v>
                </c:pt>
                <c:pt idx="3487">
                  <c:v>201.05</c:v>
                </c:pt>
                <c:pt idx="3488">
                  <c:v>204.9</c:v>
                </c:pt>
                <c:pt idx="3489">
                  <c:v>202.65</c:v>
                </c:pt>
                <c:pt idx="3490">
                  <c:v>203.65</c:v>
                </c:pt>
                <c:pt idx="3491">
                  <c:v>199</c:v>
                </c:pt>
                <c:pt idx="3492">
                  <c:v>199.45</c:v>
                </c:pt>
                <c:pt idx="3493">
                  <c:v>201.3</c:v>
                </c:pt>
                <c:pt idx="3494">
                  <c:v>202.75</c:v>
                </c:pt>
                <c:pt idx="3495">
                  <c:v>201.95</c:v>
                </c:pt>
                <c:pt idx="3496">
                  <c:v>202</c:v>
                </c:pt>
                <c:pt idx="3497">
                  <c:v>199.85</c:v>
                </c:pt>
                <c:pt idx="3498">
                  <c:v>199.15</c:v>
                </c:pt>
                <c:pt idx="3499">
                  <c:v>198.95</c:v>
                </c:pt>
                <c:pt idx="3500">
                  <c:v>194.5</c:v>
                </c:pt>
                <c:pt idx="3501">
                  <c:v>191.5</c:v>
                </c:pt>
                <c:pt idx="3502">
                  <c:v>200.35</c:v>
                </c:pt>
                <c:pt idx="3503">
                  <c:v>196.85</c:v>
                </c:pt>
                <c:pt idx="3504">
                  <c:v>195.9</c:v>
                </c:pt>
                <c:pt idx="3505">
                  <c:v>192.55</c:v>
                </c:pt>
                <c:pt idx="3506">
                  <c:v>197.2</c:v>
                </c:pt>
                <c:pt idx="3507">
                  <c:v>200.1</c:v>
                </c:pt>
                <c:pt idx="3508">
                  <c:v>200.6</c:v>
                </c:pt>
                <c:pt idx="3509">
                  <c:v>205.5</c:v>
                </c:pt>
                <c:pt idx="3510">
                  <c:v>208.75</c:v>
                </c:pt>
                <c:pt idx="3511">
                  <c:v>210.45</c:v>
                </c:pt>
                <c:pt idx="3512">
                  <c:v>208.85</c:v>
                </c:pt>
                <c:pt idx="3513">
                  <c:v>202.7</c:v>
                </c:pt>
                <c:pt idx="3514">
                  <c:v>195.05</c:v>
                </c:pt>
                <c:pt idx="3515">
                  <c:v>199.9</c:v>
                </c:pt>
                <c:pt idx="3516">
                  <c:v>193.6</c:v>
                </c:pt>
                <c:pt idx="3517">
                  <c:v>187.2</c:v>
                </c:pt>
                <c:pt idx="3518">
                  <c:v>188.4</c:v>
                </c:pt>
                <c:pt idx="3519">
                  <c:v>185.6</c:v>
                </c:pt>
                <c:pt idx="3520">
                  <c:v>184.6</c:v>
                </c:pt>
                <c:pt idx="3521">
                  <c:v>184.7</c:v>
                </c:pt>
                <c:pt idx="3522">
                  <c:v>183.35</c:v>
                </c:pt>
                <c:pt idx="3523">
                  <c:v>189.9</c:v>
                </c:pt>
                <c:pt idx="3524">
                  <c:v>187.95</c:v>
                </c:pt>
                <c:pt idx="3525">
                  <c:v>188.8</c:v>
                </c:pt>
                <c:pt idx="3526">
                  <c:v>187.5</c:v>
                </c:pt>
                <c:pt idx="3527">
                  <c:v>188.85</c:v>
                </c:pt>
                <c:pt idx="3528">
                  <c:v>189.6</c:v>
                </c:pt>
                <c:pt idx="3529">
                  <c:v>188.7</c:v>
                </c:pt>
                <c:pt idx="3530">
                  <c:v>189.25</c:v>
                </c:pt>
                <c:pt idx="3531">
                  <c:v>186.15</c:v>
                </c:pt>
                <c:pt idx="3532">
                  <c:v>185.25</c:v>
                </c:pt>
                <c:pt idx="3533">
                  <c:v>186</c:v>
                </c:pt>
                <c:pt idx="3534">
                  <c:v>183.9</c:v>
                </c:pt>
                <c:pt idx="3535">
                  <c:v>179.45</c:v>
                </c:pt>
                <c:pt idx="3536">
                  <c:v>175</c:v>
                </c:pt>
                <c:pt idx="3537">
                  <c:v>177.65</c:v>
                </c:pt>
                <c:pt idx="3538">
                  <c:v>174.45</c:v>
                </c:pt>
                <c:pt idx="3539">
                  <c:v>182.5</c:v>
                </c:pt>
                <c:pt idx="3540">
                  <c:v>182.45</c:v>
                </c:pt>
                <c:pt idx="3541">
                  <c:v>186.3</c:v>
                </c:pt>
                <c:pt idx="3542">
                  <c:v>186.3</c:v>
                </c:pt>
                <c:pt idx="3543">
                  <c:v>183.95</c:v>
                </c:pt>
                <c:pt idx="3544">
                  <c:v>177.8</c:v>
                </c:pt>
                <c:pt idx="3545">
                  <c:v>175.75</c:v>
                </c:pt>
                <c:pt idx="3546">
                  <c:v>172.8</c:v>
                </c:pt>
                <c:pt idx="3547">
                  <c:v>171.5</c:v>
                </c:pt>
                <c:pt idx="3548">
                  <c:v>172.5</c:v>
                </c:pt>
                <c:pt idx="3549">
                  <c:v>175.85</c:v>
                </c:pt>
                <c:pt idx="3550">
                  <c:v>172.8</c:v>
                </c:pt>
                <c:pt idx="3551">
                  <c:v>175.9</c:v>
                </c:pt>
                <c:pt idx="3552">
                  <c:v>175.35</c:v>
                </c:pt>
                <c:pt idx="3553">
                  <c:v>178.35</c:v>
                </c:pt>
                <c:pt idx="3554">
                  <c:v>175.05</c:v>
                </c:pt>
                <c:pt idx="3555">
                  <c:v>182.45</c:v>
                </c:pt>
                <c:pt idx="3556">
                  <c:v>180.45</c:v>
                </c:pt>
                <c:pt idx="3557">
                  <c:v>182.95</c:v>
                </c:pt>
                <c:pt idx="3558">
                  <c:v>188.55</c:v>
                </c:pt>
                <c:pt idx="3559">
                  <c:v>192.4</c:v>
                </c:pt>
                <c:pt idx="3560">
                  <c:v>189.3</c:v>
                </c:pt>
                <c:pt idx="3561">
                  <c:v>190.65</c:v>
                </c:pt>
                <c:pt idx="3562">
                  <c:v>190.1</c:v>
                </c:pt>
                <c:pt idx="3563">
                  <c:v>194.4</c:v>
                </c:pt>
                <c:pt idx="3564">
                  <c:v>197.65</c:v>
                </c:pt>
                <c:pt idx="3565">
                  <c:v>198.3</c:v>
                </c:pt>
                <c:pt idx="3566">
                  <c:v>196.05</c:v>
                </c:pt>
                <c:pt idx="3567">
                  <c:v>189.9</c:v>
                </c:pt>
                <c:pt idx="3568">
                  <c:v>190.1</c:v>
                </c:pt>
                <c:pt idx="3569">
                  <c:v>192.7</c:v>
                </c:pt>
                <c:pt idx="3570">
                  <c:v>201.65</c:v>
                </c:pt>
                <c:pt idx="3571">
                  <c:v>193.65</c:v>
                </c:pt>
                <c:pt idx="3572">
                  <c:v>192.55</c:v>
                </c:pt>
                <c:pt idx="3573">
                  <c:v>193.55</c:v>
                </c:pt>
                <c:pt idx="3574">
                  <c:v>193.15</c:v>
                </c:pt>
                <c:pt idx="3575">
                  <c:v>190.6</c:v>
                </c:pt>
                <c:pt idx="3576">
                  <c:v>185.35</c:v>
                </c:pt>
                <c:pt idx="3577">
                  <c:v>180.55</c:v>
                </c:pt>
                <c:pt idx="3578">
                  <c:v>180.4</c:v>
                </c:pt>
                <c:pt idx="3579">
                  <c:v>180.05</c:v>
                </c:pt>
                <c:pt idx="3580">
                  <c:v>178.75</c:v>
                </c:pt>
                <c:pt idx="3581">
                  <c:v>180</c:v>
                </c:pt>
                <c:pt idx="3582">
                  <c:v>183.4</c:v>
                </c:pt>
                <c:pt idx="3583">
                  <c:v>189.5</c:v>
                </c:pt>
                <c:pt idx="3584">
                  <c:v>192.95</c:v>
                </c:pt>
                <c:pt idx="3585">
                  <c:v>197.15</c:v>
                </c:pt>
                <c:pt idx="3586">
                  <c:v>193.6</c:v>
                </c:pt>
                <c:pt idx="3587">
                  <c:v>214.95</c:v>
                </c:pt>
                <c:pt idx="3588">
                  <c:v>227.75</c:v>
                </c:pt>
                <c:pt idx="3589">
                  <c:v>245.75</c:v>
                </c:pt>
                <c:pt idx="3590">
                  <c:v>249.2</c:v>
                </c:pt>
                <c:pt idx="3591">
                  <c:v>259.05</c:v>
                </c:pt>
                <c:pt idx="3592">
                  <c:v>268.35000000000002</c:v>
                </c:pt>
                <c:pt idx="3593">
                  <c:v>279.2</c:v>
                </c:pt>
                <c:pt idx="3594">
                  <c:v>276.60000000000002</c:v>
                </c:pt>
                <c:pt idx="3595">
                  <c:v>276.45</c:v>
                </c:pt>
                <c:pt idx="3596">
                  <c:v>275.5</c:v>
                </c:pt>
                <c:pt idx="3597">
                  <c:v>280.45</c:v>
                </c:pt>
                <c:pt idx="3598">
                  <c:v>280</c:v>
                </c:pt>
                <c:pt idx="3599">
                  <c:v>297.95</c:v>
                </c:pt>
                <c:pt idx="3600">
                  <c:v>295.3</c:v>
                </c:pt>
                <c:pt idx="3601">
                  <c:v>314.5</c:v>
                </c:pt>
                <c:pt idx="3602">
                  <c:v>306.60000000000002</c:v>
                </c:pt>
                <c:pt idx="3603">
                  <c:v>307.89999999999998</c:v>
                </c:pt>
                <c:pt idx="3604">
                  <c:v>300.5</c:v>
                </c:pt>
                <c:pt idx="3605">
                  <c:v>294.8</c:v>
                </c:pt>
                <c:pt idx="3606">
                  <c:v>292.5</c:v>
                </c:pt>
                <c:pt idx="3607">
                  <c:v>289.60000000000002</c:v>
                </c:pt>
                <c:pt idx="3608">
                  <c:v>290.10000000000002</c:v>
                </c:pt>
                <c:pt idx="3609">
                  <c:v>297.3</c:v>
                </c:pt>
                <c:pt idx="3610">
                  <c:v>297.45</c:v>
                </c:pt>
                <c:pt idx="3611">
                  <c:v>295.05</c:v>
                </c:pt>
                <c:pt idx="3612">
                  <c:v>291.85000000000002</c:v>
                </c:pt>
                <c:pt idx="3613">
                  <c:v>296.85000000000002</c:v>
                </c:pt>
                <c:pt idx="3614">
                  <c:v>298.64999999999998</c:v>
                </c:pt>
                <c:pt idx="3615">
                  <c:v>296.39999999999998</c:v>
                </c:pt>
                <c:pt idx="3616">
                  <c:v>294.2</c:v>
                </c:pt>
                <c:pt idx="3617">
                  <c:v>289.35000000000002</c:v>
                </c:pt>
                <c:pt idx="3618">
                  <c:v>292.35000000000002</c:v>
                </c:pt>
                <c:pt idx="3619">
                  <c:v>296.2</c:v>
                </c:pt>
                <c:pt idx="3620">
                  <c:v>310.10000000000002</c:v>
                </c:pt>
                <c:pt idx="3621">
                  <c:v>310.60000000000002</c:v>
                </c:pt>
                <c:pt idx="3622">
                  <c:v>305</c:v>
                </c:pt>
                <c:pt idx="3623">
                  <c:v>307.64999999999998</c:v>
                </c:pt>
                <c:pt idx="3624">
                  <c:v>296.3</c:v>
                </c:pt>
                <c:pt idx="3625">
                  <c:v>294.39999999999998</c:v>
                </c:pt>
                <c:pt idx="3626">
                  <c:v>294.39999999999998</c:v>
                </c:pt>
                <c:pt idx="3627">
                  <c:v>292.45</c:v>
                </c:pt>
                <c:pt idx="3628">
                  <c:v>289.05</c:v>
                </c:pt>
                <c:pt idx="3629">
                  <c:v>288.5</c:v>
                </c:pt>
                <c:pt idx="3630">
                  <c:v>296.75</c:v>
                </c:pt>
                <c:pt idx="3631">
                  <c:v>302.2</c:v>
                </c:pt>
                <c:pt idx="3632">
                  <c:v>298.8</c:v>
                </c:pt>
                <c:pt idx="3633">
                  <c:v>295.05</c:v>
                </c:pt>
                <c:pt idx="3634">
                  <c:v>297.25</c:v>
                </c:pt>
                <c:pt idx="3635">
                  <c:v>295.60000000000002</c:v>
                </c:pt>
                <c:pt idx="3636">
                  <c:v>298.14999999999998</c:v>
                </c:pt>
                <c:pt idx="3637">
                  <c:v>292.3</c:v>
                </c:pt>
                <c:pt idx="3638">
                  <c:v>290.14999999999998</c:v>
                </c:pt>
                <c:pt idx="3639">
                  <c:v>291.95</c:v>
                </c:pt>
                <c:pt idx="3640">
                  <c:v>290.25</c:v>
                </c:pt>
                <c:pt idx="3641">
                  <c:v>281.89999999999998</c:v>
                </c:pt>
                <c:pt idx="3642">
                  <c:v>289.55</c:v>
                </c:pt>
                <c:pt idx="3643">
                  <c:v>294.89999999999998</c:v>
                </c:pt>
                <c:pt idx="3644">
                  <c:v>288.55</c:v>
                </c:pt>
                <c:pt idx="3645">
                  <c:v>284.64999999999998</c:v>
                </c:pt>
                <c:pt idx="3646">
                  <c:v>267.8</c:v>
                </c:pt>
                <c:pt idx="3647">
                  <c:v>275.39999999999998</c:v>
                </c:pt>
                <c:pt idx="3648">
                  <c:v>278.35000000000002</c:v>
                </c:pt>
                <c:pt idx="3649">
                  <c:v>281.55</c:v>
                </c:pt>
                <c:pt idx="3650">
                  <c:v>289.5</c:v>
                </c:pt>
                <c:pt idx="3651">
                  <c:v>293.2</c:v>
                </c:pt>
                <c:pt idx="3652">
                  <c:v>296.85000000000002</c:v>
                </c:pt>
                <c:pt idx="3653">
                  <c:v>295</c:v>
                </c:pt>
                <c:pt idx="3654">
                  <c:v>289.85000000000002</c:v>
                </c:pt>
                <c:pt idx="3655">
                  <c:v>291.7</c:v>
                </c:pt>
                <c:pt idx="3656">
                  <c:v>280.05</c:v>
                </c:pt>
                <c:pt idx="3657">
                  <c:v>280.89999999999998</c:v>
                </c:pt>
                <c:pt idx="3658">
                  <c:v>276.39999999999998</c:v>
                </c:pt>
                <c:pt idx="3659">
                  <c:v>277.14999999999998</c:v>
                </c:pt>
                <c:pt idx="3660">
                  <c:v>283.25</c:v>
                </c:pt>
                <c:pt idx="3661">
                  <c:v>277.8</c:v>
                </c:pt>
                <c:pt idx="3662">
                  <c:v>280.14999999999998</c:v>
                </c:pt>
                <c:pt idx="3663">
                  <c:v>278.45</c:v>
                </c:pt>
                <c:pt idx="3664">
                  <c:v>281.5</c:v>
                </c:pt>
                <c:pt idx="3665">
                  <c:v>284.45</c:v>
                </c:pt>
                <c:pt idx="3666">
                  <c:v>281.8</c:v>
                </c:pt>
                <c:pt idx="3667">
                  <c:v>286.2</c:v>
                </c:pt>
                <c:pt idx="3668">
                  <c:v>286.64999999999998</c:v>
                </c:pt>
                <c:pt idx="3669">
                  <c:v>290.3</c:v>
                </c:pt>
                <c:pt idx="3670">
                  <c:v>286.5</c:v>
                </c:pt>
                <c:pt idx="3671">
                  <c:v>285.05</c:v>
                </c:pt>
                <c:pt idx="3672">
                  <c:v>284.60000000000002</c:v>
                </c:pt>
                <c:pt idx="3673">
                  <c:v>284.8</c:v>
                </c:pt>
                <c:pt idx="3674">
                  <c:v>284.8</c:v>
                </c:pt>
                <c:pt idx="3675">
                  <c:v>283.25</c:v>
                </c:pt>
                <c:pt idx="3676">
                  <c:v>280.35000000000002</c:v>
                </c:pt>
                <c:pt idx="3677">
                  <c:v>281.60000000000002</c:v>
                </c:pt>
                <c:pt idx="3678">
                  <c:v>273.2</c:v>
                </c:pt>
                <c:pt idx="3679">
                  <c:v>274.95</c:v>
                </c:pt>
                <c:pt idx="3680">
                  <c:v>270.64999999999998</c:v>
                </c:pt>
                <c:pt idx="3681">
                  <c:v>272.5</c:v>
                </c:pt>
                <c:pt idx="3682">
                  <c:v>270.89999999999998</c:v>
                </c:pt>
                <c:pt idx="3683">
                  <c:v>258.5</c:v>
                </c:pt>
                <c:pt idx="3684">
                  <c:v>257.2</c:v>
                </c:pt>
                <c:pt idx="3685">
                  <c:v>261.85000000000002</c:v>
                </c:pt>
                <c:pt idx="3686">
                  <c:v>249.75</c:v>
                </c:pt>
                <c:pt idx="3687">
                  <c:v>249.85</c:v>
                </c:pt>
                <c:pt idx="3688">
                  <c:v>249.55</c:v>
                </c:pt>
                <c:pt idx="3689">
                  <c:v>239.15</c:v>
                </c:pt>
                <c:pt idx="3690">
                  <c:v>232.65</c:v>
                </c:pt>
                <c:pt idx="3691">
                  <c:v>237.65</c:v>
                </c:pt>
                <c:pt idx="3692">
                  <c:v>248.5</c:v>
                </c:pt>
                <c:pt idx="3693">
                  <c:v>249.75</c:v>
                </c:pt>
                <c:pt idx="3694">
                  <c:v>248.85</c:v>
                </c:pt>
                <c:pt idx="3695">
                  <c:v>249.05</c:v>
                </c:pt>
                <c:pt idx="3696">
                  <c:v>250.65</c:v>
                </c:pt>
                <c:pt idx="3697">
                  <c:v>255.35</c:v>
                </c:pt>
                <c:pt idx="3698">
                  <c:v>253.05</c:v>
                </c:pt>
                <c:pt idx="3699">
                  <c:v>255.95</c:v>
                </c:pt>
                <c:pt idx="3700">
                  <c:v>262.25</c:v>
                </c:pt>
                <c:pt idx="3701">
                  <c:v>250.85</c:v>
                </c:pt>
                <c:pt idx="3702">
                  <c:v>246.1</c:v>
                </c:pt>
                <c:pt idx="3703">
                  <c:v>245.15</c:v>
                </c:pt>
                <c:pt idx="3704">
                  <c:v>244.25</c:v>
                </c:pt>
                <c:pt idx="3705">
                  <c:v>241.75</c:v>
                </c:pt>
                <c:pt idx="3706">
                  <c:v>235.5</c:v>
                </c:pt>
                <c:pt idx="3707">
                  <c:v>240.15</c:v>
                </c:pt>
                <c:pt idx="3708">
                  <c:v>237.95</c:v>
                </c:pt>
                <c:pt idx="3709">
                  <c:v>246.95</c:v>
                </c:pt>
                <c:pt idx="3710">
                  <c:v>240.4</c:v>
                </c:pt>
                <c:pt idx="3711">
                  <c:v>234.6</c:v>
                </c:pt>
                <c:pt idx="3712">
                  <c:v>237.6</c:v>
                </c:pt>
                <c:pt idx="3713">
                  <c:v>235.8</c:v>
                </c:pt>
                <c:pt idx="3714">
                  <c:v>235.4</c:v>
                </c:pt>
                <c:pt idx="3715">
                  <c:v>241.1</c:v>
                </c:pt>
                <c:pt idx="3716">
                  <c:v>238.35</c:v>
                </c:pt>
                <c:pt idx="3717">
                  <c:v>231.35</c:v>
                </c:pt>
                <c:pt idx="3718">
                  <c:v>226.7</c:v>
                </c:pt>
                <c:pt idx="3719">
                  <c:v>229.05</c:v>
                </c:pt>
                <c:pt idx="3720">
                  <c:v>230.85</c:v>
                </c:pt>
                <c:pt idx="3721">
                  <c:v>237.15</c:v>
                </c:pt>
                <c:pt idx="3722">
                  <c:v>241.75</c:v>
                </c:pt>
                <c:pt idx="3723">
                  <c:v>232.75</c:v>
                </c:pt>
                <c:pt idx="3724">
                  <c:v>220.75</c:v>
                </c:pt>
                <c:pt idx="3725">
                  <c:v>222.6</c:v>
                </c:pt>
                <c:pt idx="3726">
                  <c:v>221.95</c:v>
                </c:pt>
                <c:pt idx="3727">
                  <c:v>215.9</c:v>
                </c:pt>
                <c:pt idx="3728">
                  <c:v>209.9</c:v>
                </c:pt>
                <c:pt idx="3729">
                  <c:v>193.6</c:v>
                </c:pt>
                <c:pt idx="3730">
                  <c:v>200.9</c:v>
                </c:pt>
                <c:pt idx="3731">
                  <c:v>203.75</c:v>
                </c:pt>
                <c:pt idx="3732">
                  <c:v>208.25</c:v>
                </c:pt>
                <c:pt idx="3733">
                  <c:v>210.85</c:v>
                </c:pt>
                <c:pt idx="3734">
                  <c:v>204.25</c:v>
                </c:pt>
                <c:pt idx="3735">
                  <c:v>205.35</c:v>
                </c:pt>
                <c:pt idx="3736">
                  <c:v>207.5</c:v>
                </c:pt>
                <c:pt idx="3737">
                  <c:v>215.3</c:v>
                </c:pt>
                <c:pt idx="3738">
                  <c:v>212.35</c:v>
                </c:pt>
                <c:pt idx="3739">
                  <c:v>214.5</c:v>
                </c:pt>
                <c:pt idx="3740">
                  <c:v>219.25</c:v>
                </c:pt>
                <c:pt idx="3741">
                  <c:v>222.3</c:v>
                </c:pt>
                <c:pt idx="3742">
                  <c:v>219.8</c:v>
                </c:pt>
                <c:pt idx="3743">
                  <c:v>209.05</c:v>
                </c:pt>
                <c:pt idx="3744">
                  <c:v>209</c:v>
                </c:pt>
                <c:pt idx="3745">
                  <c:v>210.5</c:v>
                </c:pt>
                <c:pt idx="3746">
                  <c:v>207.8</c:v>
                </c:pt>
                <c:pt idx="3747">
                  <c:v>206.25</c:v>
                </c:pt>
                <c:pt idx="3748">
                  <c:v>204.6</c:v>
                </c:pt>
                <c:pt idx="3749">
                  <c:v>188.1</c:v>
                </c:pt>
                <c:pt idx="3750">
                  <c:v>189.7</c:v>
                </c:pt>
                <c:pt idx="3751">
                  <c:v>193.25</c:v>
                </c:pt>
                <c:pt idx="3752">
                  <c:v>193.15</c:v>
                </c:pt>
                <c:pt idx="3753">
                  <c:v>204.15</c:v>
                </c:pt>
                <c:pt idx="3754">
                  <c:v>199.65</c:v>
                </c:pt>
                <c:pt idx="3755">
                  <c:v>201.1</c:v>
                </c:pt>
                <c:pt idx="3756">
                  <c:v>205.4</c:v>
                </c:pt>
                <c:pt idx="3757">
                  <c:v>207.3</c:v>
                </c:pt>
                <c:pt idx="3758">
                  <c:v>201.15</c:v>
                </c:pt>
                <c:pt idx="3759">
                  <c:v>201.45</c:v>
                </c:pt>
                <c:pt idx="3760">
                  <c:v>201.95</c:v>
                </c:pt>
                <c:pt idx="3761">
                  <c:v>198.2</c:v>
                </c:pt>
                <c:pt idx="3762">
                  <c:v>210.7</c:v>
                </c:pt>
                <c:pt idx="3763">
                  <c:v>216.6</c:v>
                </c:pt>
                <c:pt idx="3764">
                  <c:v>207.8</c:v>
                </c:pt>
                <c:pt idx="3765">
                  <c:v>210.6</c:v>
                </c:pt>
                <c:pt idx="3766">
                  <c:v>200.8</c:v>
                </c:pt>
                <c:pt idx="3767">
                  <c:v>206.35</c:v>
                </c:pt>
                <c:pt idx="3768">
                  <c:v>208.25</c:v>
                </c:pt>
                <c:pt idx="3769">
                  <c:v>212.65</c:v>
                </c:pt>
                <c:pt idx="3770">
                  <c:v>212.2</c:v>
                </c:pt>
                <c:pt idx="3771">
                  <c:v>211.55</c:v>
                </c:pt>
                <c:pt idx="3772">
                  <c:v>205.2</c:v>
                </c:pt>
                <c:pt idx="3773">
                  <c:v>219.05</c:v>
                </c:pt>
                <c:pt idx="3774">
                  <c:v>217.3</c:v>
                </c:pt>
                <c:pt idx="3775">
                  <c:v>219.55</c:v>
                </c:pt>
                <c:pt idx="3776">
                  <c:v>211.35</c:v>
                </c:pt>
                <c:pt idx="3777">
                  <c:v>210.75</c:v>
                </c:pt>
                <c:pt idx="3778">
                  <c:v>208.25</c:v>
                </c:pt>
                <c:pt idx="3779">
                  <c:v>217.2</c:v>
                </c:pt>
                <c:pt idx="3780">
                  <c:v>217.6</c:v>
                </c:pt>
                <c:pt idx="3781">
                  <c:v>218.2</c:v>
                </c:pt>
                <c:pt idx="3782">
                  <c:v>222.05</c:v>
                </c:pt>
                <c:pt idx="3783">
                  <c:v>212.4</c:v>
                </c:pt>
                <c:pt idx="3784">
                  <c:v>210.15</c:v>
                </c:pt>
                <c:pt idx="3785">
                  <c:v>199.1</c:v>
                </c:pt>
                <c:pt idx="3786">
                  <c:v>197.6</c:v>
                </c:pt>
                <c:pt idx="3787">
                  <c:v>192.7</c:v>
                </c:pt>
                <c:pt idx="3788">
                  <c:v>200.6</c:v>
                </c:pt>
                <c:pt idx="3789">
                  <c:v>195.9</c:v>
                </c:pt>
                <c:pt idx="3790">
                  <c:v>185.5</c:v>
                </c:pt>
                <c:pt idx="3791">
                  <c:v>192.9</c:v>
                </c:pt>
                <c:pt idx="3792">
                  <c:v>193.95</c:v>
                </c:pt>
                <c:pt idx="3793">
                  <c:v>191.5</c:v>
                </c:pt>
                <c:pt idx="3794">
                  <c:v>187.85</c:v>
                </c:pt>
                <c:pt idx="3795">
                  <c:v>190.95</c:v>
                </c:pt>
                <c:pt idx="3796">
                  <c:v>193.85</c:v>
                </c:pt>
                <c:pt idx="3797">
                  <c:v>196.8</c:v>
                </c:pt>
                <c:pt idx="3798">
                  <c:v>188.3</c:v>
                </c:pt>
                <c:pt idx="3799">
                  <c:v>188.4</c:v>
                </c:pt>
                <c:pt idx="3800">
                  <c:v>189.15</c:v>
                </c:pt>
                <c:pt idx="3801">
                  <c:v>189.5</c:v>
                </c:pt>
                <c:pt idx="3802">
                  <c:v>190.15</c:v>
                </c:pt>
                <c:pt idx="3803">
                  <c:v>191.5</c:v>
                </c:pt>
                <c:pt idx="3804">
                  <c:v>197.75</c:v>
                </c:pt>
                <c:pt idx="3805">
                  <c:v>193.6</c:v>
                </c:pt>
                <c:pt idx="3806">
                  <c:v>194.65</c:v>
                </c:pt>
                <c:pt idx="3807">
                  <c:v>202.35</c:v>
                </c:pt>
                <c:pt idx="3808">
                  <c:v>200.55</c:v>
                </c:pt>
                <c:pt idx="3809">
                  <c:v>206.25</c:v>
                </c:pt>
                <c:pt idx="3810">
                  <c:v>204.1</c:v>
                </c:pt>
                <c:pt idx="3811">
                  <c:v>211.25</c:v>
                </c:pt>
                <c:pt idx="3812">
                  <c:v>207.9</c:v>
                </c:pt>
                <c:pt idx="3813">
                  <c:v>211.1</c:v>
                </c:pt>
                <c:pt idx="3814">
                  <c:v>211</c:v>
                </c:pt>
                <c:pt idx="3815">
                  <c:v>211.5</c:v>
                </c:pt>
                <c:pt idx="3816">
                  <c:v>204.9</c:v>
                </c:pt>
                <c:pt idx="3817">
                  <c:v>210</c:v>
                </c:pt>
                <c:pt idx="3818">
                  <c:v>211.9</c:v>
                </c:pt>
                <c:pt idx="3819">
                  <c:v>207.05</c:v>
                </c:pt>
                <c:pt idx="3820">
                  <c:v>209.85</c:v>
                </c:pt>
                <c:pt idx="3821">
                  <c:v>212.4</c:v>
                </c:pt>
                <c:pt idx="3822">
                  <c:v>226.7</c:v>
                </c:pt>
                <c:pt idx="3823">
                  <c:v>220.15</c:v>
                </c:pt>
                <c:pt idx="3824">
                  <c:v>218.15</c:v>
                </c:pt>
                <c:pt idx="3825">
                  <c:v>217.95</c:v>
                </c:pt>
                <c:pt idx="3826">
                  <c:v>230.3</c:v>
                </c:pt>
                <c:pt idx="3827">
                  <c:v>218.25</c:v>
                </c:pt>
                <c:pt idx="3828">
                  <c:v>218.15</c:v>
                </c:pt>
                <c:pt idx="3829">
                  <c:v>214.75</c:v>
                </c:pt>
                <c:pt idx="3830">
                  <c:v>210.35</c:v>
                </c:pt>
                <c:pt idx="3831">
                  <c:v>211.15</c:v>
                </c:pt>
                <c:pt idx="3832">
                  <c:v>215.05</c:v>
                </c:pt>
                <c:pt idx="3833">
                  <c:v>216.05</c:v>
                </c:pt>
                <c:pt idx="3834">
                  <c:v>209</c:v>
                </c:pt>
                <c:pt idx="3835">
                  <c:v>206.2</c:v>
                </c:pt>
                <c:pt idx="3836">
                  <c:v>199.4</c:v>
                </c:pt>
                <c:pt idx="3837">
                  <c:v>195.1</c:v>
                </c:pt>
                <c:pt idx="3838">
                  <c:v>191.6</c:v>
                </c:pt>
                <c:pt idx="3839">
                  <c:v>196.75</c:v>
                </c:pt>
                <c:pt idx="3840">
                  <c:v>196.45</c:v>
                </c:pt>
                <c:pt idx="3841">
                  <c:v>197.7</c:v>
                </c:pt>
                <c:pt idx="3842">
                  <c:v>194.75</c:v>
                </c:pt>
                <c:pt idx="3843">
                  <c:v>188.3</c:v>
                </c:pt>
                <c:pt idx="3844">
                  <c:v>184.2</c:v>
                </c:pt>
                <c:pt idx="3845">
                  <c:v>182.8</c:v>
                </c:pt>
                <c:pt idx="3846">
                  <c:v>177.05</c:v>
                </c:pt>
                <c:pt idx="3847">
                  <c:v>182.55</c:v>
                </c:pt>
                <c:pt idx="3848">
                  <c:v>185</c:v>
                </c:pt>
                <c:pt idx="3849">
                  <c:v>188</c:v>
                </c:pt>
                <c:pt idx="3850">
                  <c:v>183.8</c:v>
                </c:pt>
                <c:pt idx="3851">
                  <c:v>181.35</c:v>
                </c:pt>
                <c:pt idx="3852">
                  <c:v>178.5</c:v>
                </c:pt>
                <c:pt idx="3853">
                  <c:v>172.65</c:v>
                </c:pt>
                <c:pt idx="3854">
                  <c:v>173.2</c:v>
                </c:pt>
                <c:pt idx="3855">
                  <c:v>174.85</c:v>
                </c:pt>
                <c:pt idx="3856">
                  <c:v>176.55</c:v>
                </c:pt>
                <c:pt idx="3857">
                  <c:v>176.45</c:v>
                </c:pt>
                <c:pt idx="3858">
                  <c:v>176.1</c:v>
                </c:pt>
                <c:pt idx="3859">
                  <c:v>179.6</c:v>
                </c:pt>
                <c:pt idx="3860">
                  <c:v>174.85</c:v>
                </c:pt>
                <c:pt idx="3861">
                  <c:v>172.7</c:v>
                </c:pt>
                <c:pt idx="3862">
                  <c:v>174.15</c:v>
                </c:pt>
                <c:pt idx="3863">
                  <c:v>176</c:v>
                </c:pt>
                <c:pt idx="3864">
                  <c:v>173.55</c:v>
                </c:pt>
                <c:pt idx="3865">
                  <c:v>170.55</c:v>
                </c:pt>
                <c:pt idx="3866">
                  <c:v>163.4</c:v>
                </c:pt>
                <c:pt idx="3867">
                  <c:v>158.55000000000001</c:v>
                </c:pt>
                <c:pt idx="3868">
                  <c:v>145.69999999999999</c:v>
                </c:pt>
                <c:pt idx="3869">
                  <c:v>138.9</c:v>
                </c:pt>
                <c:pt idx="3870">
                  <c:v>146.19999999999999</c:v>
                </c:pt>
                <c:pt idx="3871">
                  <c:v>147.55000000000001</c:v>
                </c:pt>
                <c:pt idx="3872">
                  <c:v>145.25</c:v>
                </c:pt>
                <c:pt idx="3873">
                  <c:v>145.5</c:v>
                </c:pt>
                <c:pt idx="3874">
                  <c:v>143.65</c:v>
                </c:pt>
                <c:pt idx="3875">
                  <c:v>145.55000000000001</c:v>
                </c:pt>
                <c:pt idx="3876">
                  <c:v>143.19999999999999</c:v>
                </c:pt>
                <c:pt idx="3877">
                  <c:v>136.35</c:v>
                </c:pt>
                <c:pt idx="3878">
                  <c:v>136.1</c:v>
                </c:pt>
                <c:pt idx="3879">
                  <c:v>135.5</c:v>
                </c:pt>
                <c:pt idx="3880">
                  <c:v>132.44999999999999</c:v>
                </c:pt>
                <c:pt idx="3881">
                  <c:v>128.5</c:v>
                </c:pt>
                <c:pt idx="3882">
                  <c:v>128.65</c:v>
                </c:pt>
                <c:pt idx="3883">
                  <c:v>130.4</c:v>
                </c:pt>
                <c:pt idx="3884">
                  <c:v>129.85</c:v>
                </c:pt>
                <c:pt idx="3885">
                  <c:v>130.25</c:v>
                </c:pt>
                <c:pt idx="3886">
                  <c:v>126.95</c:v>
                </c:pt>
                <c:pt idx="3887">
                  <c:v>127.45</c:v>
                </c:pt>
                <c:pt idx="3888">
                  <c:v>127.7</c:v>
                </c:pt>
                <c:pt idx="3889">
                  <c:v>126.6</c:v>
                </c:pt>
                <c:pt idx="3890">
                  <c:v>129.30000000000001</c:v>
                </c:pt>
                <c:pt idx="3891">
                  <c:v>127.8</c:v>
                </c:pt>
                <c:pt idx="3892">
                  <c:v>123.55</c:v>
                </c:pt>
                <c:pt idx="3893">
                  <c:v>113.85</c:v>
                </c:pt>
                <c:pt idx="3894">
                  <c:v>103.4</c:v>
                </c:pt>
                <c:pt idx="3895">
                  <c:v>107.1</c:v>
                </c:pt>
                <c:pt idx="3896">
                  <c:v>105</c:v>
                </c:pt>
                <c:pt idx="3897">
                  <c:v>102.85</c:v>
                </c:pt>
                <c:pt idx="3898">
                  <c:v>102.5</c:v>
                </c:pt>
                <c:pt idx="3899">
                  <c:v>98.6</c:v>
                </c:pt>
                <c:pt idx="3900">
                  <c:v>94.6</c:v>
                </c:pt>
                <c:pt idx="3901">
                  <c:v>81.099999999999994</c:v>
                </c:pt>
                <c:pt idx="3902">
                  <c:v>86.4</c:v>
                </c:pt>
                <c:pt idx="3903">
                  <c:v>85.55</c:v>
                </c:pt>
                <c:pt idx="3904">
                  <c:v>91.15</c:v>
                </c:pt>
                <c:pt idx="3905">
                  <c:v>96.55</c:v>
                </c:pt>
                <c:pt idx="3906">
                  <c:v>98.65</c:v>
                </c:pt>
                <c:pt idx="3907">
                  <c:v>94.75</c:v>
                </c:pt>
                <c:pt idx="3908">
                  <c:v>94.1</c:v>
                </c:pt>
                <c:pt idx="3909">
                  <c:v>98.25</c:v>
                </c:pt>
                <c:pt idx="3910">
                  <c:v>93.25</c:v>
                </c:pt>
                <c:pt idx="3911">
                  <c:v>89.85</c:v>
                </c:pt>
                <c:pt idx="3912">
                  <c:v>93.5</c:v>
                </c:pt>
                <c:pt idx="3913">
                  <c:v>99.9</c:v>
                </c:pt>
                <c:pt idx="3914">
                  <c:v>99.75</c:v>
                </c:pt>
                <c:pt idx="3915">
                  <c:v>97</c:v>
                </c:pt>
                <c:pt idx="3916">
                  <c:v>101.3</c:v>
                </c:pt>
                <c:pt idx="3917">
                  <c:v>96.7</c:v>
                </c:pt>
                <c:pt idx="3918">
                  <c:v>98.9</c:v>
                </c:pt>
                <c:pt idx="3919">
                  <c:v>98.95</c:v>
                </c:pt>
                <c:pt idx="3920">
                  <c:v>98.4</c:v>
                </c:pt>
                <c:pt idx="3921">
                  <c:v>92.35</c:v>
                </c:pt>
                <c:pt idx="3922">
                  <c:v>95.05</c:v>
                </c:pt>
                <c:pt idx="3923">
                  <c:v>95.6</c:v>
                </c:pt>
                <c:pt idx="3924">
                  <c:v>91.2</c:v>
                </c:pt>
                <c:pt idx="3925">
                  <c:v>86.2</c:v>
                </c:pt>
                <c:pt idx="3926">
                  <c:v>84.7</c:v>
                </c:pt>
                <c:pt idx="3927">
                  <c:v>83.4</c:v>
                </c:pt>
                <c:pt idx="3928">
                  <c:v>84.55</c:v>
                </c:pt>
                <c:pt idx="3929">
                  <c:v>85.7</c:v>
                </c:pt>
                <c:pt idx="3930">
                  <c:v>90.75</c:v>
                </c:pt>
                <c:pt idx="3931">
                  <c:v>92.9</c:v>
                </c:pt>
                <c:pt idx="3932">
                  <c:v>103.6</c:v>
                </c:pt>
                <c:pt idx="3933">
                  <c:v>110.9</c:v>
                </c:pt>
                <c:pt idx="3934">
                  <c:v>107.75</c:v>
                </c:pt>
                <c:pt idx="3935">
                  <c:v>107.9</c:v>
                </c:pt>
                <c:pt idx="3936">
                  <c:v>109.25</c:v>
                </c:pt>
                <c:pt idx="3937">
                  <c:v>108.6</c:v>
                </c:pt>
                <c:pt idx="3938">
                  <c:v>108.15</c:v>
                </c:pt>
                <c:pt idx="3939">
                  <c:v>101.25</c:v>
                </c:pt>
                <c:pt idx="3940">
                  <c:v>105.1</c:v>
                </c:pt>
                <c:pt idx="3941">
                  <c:v>102.15</c:v>
                </c:pt>
                <c:pt idx="3942">
                  <c:v>104.85</c:v>
                </c:pt>
                <c:pt idx="3943">
                  <c:v>104.8</c:v>
                </c:pt>
                <c:pt idx="3944">
                  <c:v>105.05</c:v>
                </c:pt>
                <c:pt idx="3945">
                  <c:v>107.1</c:v>
                </c:pt>
                <c:pt idx="3946">
                  <c:v>99.95</c:v>
                </c:pt>
                <c:pt idx="3947">
                  <c:v>96.95</c:v>
                </c:pt>
                <c:pt idx="3948">
                  <c:v>98.4</c:v>
                </c:pt>
                <c:pt idx="3949">
                  <c:v>98.7</c:v>
                </c:pt>
                <c:pt idx="3950">
                  <c:v>94.05</c:v>
                </c:pt>
                <c:pt idx="3951">
                  <c:v>92.2</c:v>
                </c:pt>
                <c:pt idx="3952">
                  <c:v>93.65</c:v>
                </c:pt>
                <c:pt idx="3953">
                  <c:v>90.05</c:v>
                </c:pt>
                <c:pt idx="3954">
                  <c:v>91</c:v>
                </c:pt>
                <c:pt idx="3955">
                  <c:v>87.25</c:v>
                </c:pt>
                <c:pt idx="3956">
                  <c:v>89.55</c:v>
                </c:pt>
                <c:pt idx="3957">
                  <c:v>92.05</c:v>
                </c:pt>
                <c:pt idx="3958">
                  <c:v>89.15</c:v>
                </c:pt>
                <c:pt idx="3959">
                  <c:v>91.65</c:v>
                </c:pt>
                <c:pt idx="3960">
                  <c:v>93.15</c:v>
                </c:pt>
                <c:pt idx="3961">
                  <c:v>90.45</c:v>
                </c:pt>
                <c:pt idx="3962">
                  <c:v>90.2</c:v>
                </c:pt>
                <c:pt idx="3963">
                  <c:v>90.25</c:v>
                </c:pt>
                <c:pt idx="3964">
                  <c:v>91.9</c:v>
                </c:pt>
                <c:pt idx="3965">
                  <c:v>89.95</c:v>
                </c:pt>
                <c:pt idx="3966">
                  <c:v>94.15</c:v>
                </c:pt>
                <c:pt idx="3967">
                  <c:v>94.25</c:v>
                </c:pt>
                <c:pt idx="3968">
                  <c:v>92.1</c:v>
                </c:pt>
                <c:pt idx="3969">
                  <c:v>91.5</c:v>
                </c:pt>
                <c:pt idx="3970">
                  <c:v>91.25</c:v>
                </c:pt>
                <c:pt idx="3971">
                  <c:v>87.15</c:v>
                </c:pt>
                <c:pt idx="3972">
                  <c:v>82.25</c:v>
                </c:pt>
                <c:pt idx="3973">
                  <c:v>83.1</c:v>
                </c:pt>
                <c:pt idx="3974">
                  <c:v>83.45</c:v>
                </c:pt>
                <c:pt idx="3975">
                  <c:v>84.3</c:v>
                </c:pt>
                <c:pt idx="3976">
                  <c:v>83.8</c:v>
                </c:pt>
                <c:pt idx="3977">
                  <c:v>84.05</c:v>
                </c:pt>
                <c:pt idx="3978">
                  <c:v>87.15</c:v>
                </c:pt>
                <c:pt idx="3979">
                  <c:v>84.3</c:v>
                </c:pt>
                <c:pt idx="3980">
                  <c:v>86.55</c:v>
                </c:pt>
                <c:pt idx="3981">
                  <c:v>86.05</c:v>
                </c:pt>
                <c:pt idx="3982">
                  <c:v>89.3</c:v>
                </c:pt>
                <c:pt idx="3983">
                  <c:v>91.95</c:v>
                </c:pt>
                <c:pt idx="3984">
                  <c:v>91.9</c:v>
                </c:pt>
                <c:pt idx="3985">
                  <c:v>91.95</c:v>
                </c:pt>
                <c:pt idx="3986">
                  <c:v>91.95</c:v>
                </c:pt>
                <c:pt idx="3987">
                  <c:v>90.4</c:v>
                </c:pt>
                <c:pt idx="3988">
                  <c:v>91.65</c:v>
                </c:pt>
                <c:pt idx="3989">
                  <c:v>88.95</c:v>
                </c:pt>
                <c:pt idx="3990">
                  <c:v>92.4</c:v>
                </c:pt>
                <c:pt idx="3991">
                  <c:v>88.9</c:v>
                </c:pt>
                <c:pt idx="3992">
                  <c:v>81.150000000000006</c:v>
                </c:pt>
                <c:pt idx="3993">
                  <c:v>81.05</c:v>
                </c:pt>
                <c:pt idx="3994">
                  <c:v>85</c:v>
                </c:pt>
                <c:pt idx="3995">
                  <c:v>84.25</c:v>
                </c:pt>
                <c:pt idx="3996">
                  <c:v>80.95</c:v>
                </c:pt>
                <c:pt idx="3997">
                  <c:v>79.349999999999994</c:v>
                </c:pt>
                <c:pt idx="3998">
                  <c:v>72.849999999999994</c:v>
                </c:pt>
                <c:pt idx="3999">
                  <c:v>68.7</c:v>
                </c:pt>
                <c:pt idx="4000">
                  <c:v>69.25</c:v>
                </c:pt>
                <c:pt idx="4001">
                  <c:v>63.9</c:v>
                </c:pt>
                <c:pt idx="4002">
                  <c:v>62.4</c:v>
                </c:pt>
                <c:pt idx="4003">
                  <c:v>64.7</c:v>
                </c:pt>
                <c:pt idx="4004">
                  <c:v>64.400000000000006</c:v>
                </c:pt>
                <c:pt idx="4005">
                  <c:v>63.8</c:v>
                </c:pt>
                <c:pt idx="4006">
                  <c:v>67.3</c:v>
                </c:pt>
                <c:pt idx="4007">
                  <c:v>71.75</c:v>
                </c:pt>
                <c:pt idx="4008">
                  <c:v>70.400000000000006</c:v>
                </c:pt>
                <c:pt idx="4009">
                  <c:v>64.900000000000006</c:v>
                </c:pt>
                <c:pt idx="4010">
                  <c:v>61.65</c:v>
                </c:pt>
                <c:pt idx="4011">
                  <c:v>67.75</c:v>
                </c:pt>
                <c:pt idx="4012">
                  <c:v>73.900000000000006</c:v>
                </c:pt>
                <c:pt idx="4013">
                  <c:v>71.7</c:v>
                </c:pt>
                <c:pt idx="4014">
                  <c:v>69.75</c:v>
                </c:pt>
                <c:pt idx="4015">
                  <c:v>67.25</c:v>
                </c:pt>
                <c:pt idx="4016">
                  <c:v>62.3</c:v>
                </c:pt>
                <c:pt idx="4017">
                  <c:v>63.25</c:v>
                </c:pt>
                <c:pt idx="4018">
                  <c:v>75</c:v>
                </c:pt>
                <c:pt idx="4019">
                  <c:v>71.349999999999994</c:v>
                </c:pt>
                <c:pt idx="4020">
                  <c:v>74.400000000000006</c:v>
                </c:pt>
                <c:pt idx="4021">
                  <c:v>75.849999999999994</c:v>
                </c:pt>
                <c:pt idx="4022">
                  <c:v>74.650000000000006</c:v>
                </c:pt>
                <c:pt idx="4023">
                  <c:v>74.099999999999994</c:v>
                </c:pt>
                <c:pt idx="4024">
                  <c:v>73.05</c:v>
                </c:pt>
                <c:pt idx="4025">
                  <c:v>70.900000000000006</c:v>
                </c:pt>
                <c:pt idx="4026">
                  <c:v>69.599999999999994</c:v>
                </c:pt>
                <c:pt idx="4027">
                  <c:v>71.8</c:v>
                </c:pt>
                <c:pt idx="4028">
                  <c:v>70.599999999999994</c:v>
                </c:pt>
                <c:pt idx="4029">
                  <c:v>74.95</c:v>
                </c:pt>
                <c:pt idx="4030">
                  <c:v>78.150000000000006</c:v>
                </c:pt>
                <c:pt idx="4031">
                  <c:v>83.95</c:v>
                </c:pt>
                <c:pt idx="4032">
                  <c:v>87.4</c:v>
                </c:pt>
                <c:pt idx="4033">
                  <c:v>90.35</c:v>
                </c:pt>
                <c:pt idx="4034">
                  <c:v>87.85</c:v>
                </c:pt>
                <c:pt idx="4035">
                  <c:v>88.25</c:v>
                </c:pt>
                <c:pt idx="4036">
                  <c:v>87.35</c:v>
                </c:pt>
                <c:pt idx="4037">
                  <c:v>89</c:v>
                </c:pt>
                <c:pt idx="4038">
                  <c:v>88.1</c:v>
                </c:pt>
                <c:pt idx="4039">
                  <c:v>86.3</c:v>
                </c:pt>
                <c:pt idx="4040">
                  <c:v>86.25</c:v>
                </c:pt>
                <c:pt idx="4041">
                  <c:v>92.3</c:v>
                </c:pt>
                <c:pt idx="4042">
                  <c:v>94</c:v>
                </c:pt>
                <c:pt idx="4043">
                  <c:v>96.2</c:v>
                </c:pt>
                <c:pt idx="4044">
                  <c:v>96.85</c:v>
                </c:pt>
                <c:pt idx="4045">
                  <c:v>87.95</c:v>
                </c:pt>
                <c:pt idx="4046">
                  <c:v>87.7</c:v>
                </c:pt>
                <c:pt idx="4047">
                  <c:v>91.65</c:v>
                </c:pt>
                <c:pt idx="4048">
                  <c:v>89.85</c:v>
                </c:pt>
                <c:pt idx="4049">
                  <c:v>90.05</c:v>
                </c:pt>
                <c:pt idx="4050">
                  <c:v>90.65</c:v>
                </c:pt>
                <c:pt idx="4051">
                  <c:v>85.85</c:v>
                </c:pt>
                <c:pt idx="4052">
                  <c:v>87.55</c:v>
                </c:pt>
                <c:pt idx="4053">
                  <c:v>85.8</c:v>
                </c:pt>
                <c:pt idx="4054">
                  <c:v>87.45</c:v>
                </c:pt>
                <c:pt idx="4055">
                  <c:v>90.3</c:v>
                </c:pt>
                <c:pt idx="4056">
                  <c:v>90.6</c:v>
                </c:pt>
                <c:pt idx="4057">
                  <c:v>94</c:v>
                </c:pt>
                <c:pt idx="4058">
                  <c:v>97.5</c:v>
                </c:pt>
                <c:pt idx="4059">
                  <c:v>106.35</c:v>
                </c:pt>
                <c:pt idx="4060">
                  <c:v>105.05</c:v>
                </c:pt>
                <c:pt idx="4061">
                  <c:v>104.9</c:v>
                </c:pt>
                <c:pt idx="4062">
                  <c:v>102</c:v>
                </c:pt>
                <c:pt idx="4063">
                  <c:v>106.45</c:v>
                </c:pt>
                <c:pt idx="4064">
                  <c:v>104.85</c:v>
                </c:pt>
                <c:pt idx="4065">
                  <c:v>99.8</c:v>
                </c:pt>
                <c:pt idx="4066">
                  <c:v>103.8</c:v>
                </c:pt>
                <c:pt idx="4067">
                  <c:v>110.7</c:v>
                </c:pt>
                <c:pt idx="4068">
                  <c:v>110</c:v>
                </c:pt>
                <c:pt idx="4069">
                  <c:v>104.65</c:v>
                </c:pt>
                <c:pt idx="4070">
                  <c:v>104.7</c:v>
                </c:pt>
                <c:pt idx="4071">
                  <c:v>103.55</c:v>
                </c:pt>
                <c:pt idx="4072">
                  <c:v>103.7</c:v>
                </c:pt>
                <c:pt idx="4073">
                  <c:v>100.6</c:v>
                </c:pt>
                <c:pt idx="4074">
                  <c:v>99.65</c:v>
                </c:pt>
                <c:pt idx="4075">
                  <c:v>102.9</c:v>
                </c:pt>
                <c:pt idx="4076">
                  <c:v>98</c:v>
                </c:pt>
                <c:pt idx="4077">
                  <c:v>99.95</c:v>
                </c:pt>
                <c:pt idx="4078">
                  <c:v>100.05</c:v>
                </c:pt>
                <c:pt idx="4079">
                  <c:v>99.25</c:v>
                </c:pt>
                <c:pt idx="4080">
                  <c:v>94.95</c:v>
                </c:pt>
                <c:pt idx="4081">
                  <c:v>96.95</c:v>
                </c:pt>
                <c:pt idx="4082">
                  <c:v>97.5</c:v>
                </c:pt>
                <c:pt idx="4083">
                  <c:v>96.8</c:v>
                </c:pt>
                <c:pt idx="4084">
                  <c:v>99.3</c:v>
                </c:pt>
                <c:pt idx="4085">
                  <c:v>104.05</c:v>
                </c:pt>
                <c:pt idx="4086">
                  <c:v>102.8</c:v>
                </c:pt>
                <c:pt idx="4087">
                  <c:v>106.5</c:v>
                </c:pt>
                <c:pt idx="4088">
                  <c:v>108.55</c:v>
                </c:pt>
                <c:pt idx="4089">
                  <c:v>105.05</c:v>
                </c:pt>
                <c:pt idx="4090">
                  <c:v>106.75</c:v>
                </c:pt>
                <c:pt idx="4091">
                  <c:v>104.65</c:v>
                </c:pt>
                <c:pt idx="4092">
                  <c:v>106.25</c:v>
                </c:pt>
                <c:pt idx="4093">
                  <c:v>110.05</c:v>
                </c:pt>
                <c:pt idx="4094">
                  <c:v>112</c:v>
                </c:pt>
                <c:pt idx="4095">
                  <c:v>112.8</c:v>
                </c:pt>
                <c:pt idx="4096">
                  <c:v>116.8</c:v>
                </c:pt>
                <c:pt idx="4097">
                  <c:v>113.95</c:v>
                </c:pt>
                <c:pt idx="4098">
                  <c:v>114.75</c:v>
                </c:pt>
                <c:pt idx="4099">
                  <c:v>119.7</c:v>
                </c:pt>
                <c:pt idx="4100">
                  <c:v>122.45</c:v>
                </c:pt>
                <c:pt idx="4101">
                  <c:v>122.55</c:v>
                </c:pt>
                <c:pt idx="4102">
                  <c:v>128.5</c:v>
                </c:pt>
                <c:pt idx="4103">
                  <c:v>125.45</c:v>
                </c:pt>
                <c:pt idx="4104">
                  <c:v>126.75</c:v>
                </c:pt>
                <c:pt idx="4105">
                  <c:v>126.6</c:v>
                </c:pt>
                <c:pt idx="4106">
                  <c:v>117.85</c:v>
                </c:pt>
                <c:pt idx="4107">
                  <c:v>122.35</c:v>
                </c:pt>
                <c:pt idx="4108">
                  <c:v>123.15</c:v>
                </c:pt>
                <c:pt idx="4109">
                  <c:v>127.35</c:v>
                </c:pt>
                <c:pt idx="4110">
                  <c:v>131.94999999999999</c:v>
                </c:pt>
                <c:pt idx="4111">
                  <c:v>135.19999999999999</c:v>
                </c:pt>
                <c:pt idx="4112">
                  <c:v>138.65</c:v>
                </c:pt>
                <c:pt idx="4113">
                  <c:v>137.1</c:v>
                </c:pt>
                <c:pt idx="4114">
                  <c:v>143.44999999999999</c:v>
                </c:pt>
                <c:pt idx="4115">
                  <c:v>143.1</c:v>
                </c:pt>
                <c:pt idx="4116">
                  <c:v>148.65</c:v>
                </c:pt>
                <c:pt idx="4117">
                  <c:v>159.80000000000001</c:v>
                </c:pt>
                <c:pt idx="4118">
                  <c:v>163.55000000000001</c:v>
                </c:pt>
                <c:pt idx="4119">
                  <c:v>164</c:v>
                </c:pt>
                <c:pt idx="4120">
                  <c:v>163.35</c:v>
                </c:pt>
                <c:pt idx="4121">
                  <c:v>160.15</c:v>
                </c:pt>
                <c:pt idx="4122">
                  <c:v>160.19999999999999</c:v>
                </c:pt>
                <c:pt idx="4123">
                  <c:v>161.69999999999999</c:v>
                </c:pt>
                <c:pt idx="4124">
                  <c:v>157.1</c:v>
                </c:pt>
                <c:pt idx="4125">
                  <c:v>169.3</c:v>
                </c:pt>
                <c:pt idx="4126">
                  <c:v>172.15</c:v>
                </c:pt>
                <c:pt idx="4127">
                  <c:v>169.75</c:v>
                </c:pt>
                <c:pt idx="4128">
                  <c:v>168.45</c:v>
                </c:pt>
                <c:pt idx="4129">
                  <c:v>169.5</c:v>
                </c:pt>
                <c:pt idx="4130">
                  <c:v>164.65</c:v>
                </c:pt>
                <c:pt idx="4131">
                  <c:v>165.95</c:v>
                </c:pt>
                <c:pt idx="4132">
                  <c:v>156.25</c:v>
                </c:pt>
                <c:pt idx="4133">
                  <c:v>157.19999999999999</c:v>
                </c:pt>
                <c:pt idx="4134">
                  <c:v>161.65</c:v>
                </c:pt>
                <c:pt idx="4135">
                  <c:v>169.1</c:v>
                </c:pt>
                <c:pt idx="4136">
                  <c:v>169.55</c:v>
                </c:pt>
                <c:pt idx="4137">
                  <c:v>165.05</c:v>
                </c:pt>
                <c:pt idx="4138">
                  <c:v>164.45</c:v>
                </c:pt>
                <c:pt idx="4139">
                  <c:v>161.4</c:v>
                </c:pt>
                <c:pt idx="4140">
                  <c:v>166.2</c:v>
                </c:pt>
                <c:pt idx="4141">
                  <c:v>169.45</c:v>
                </c:pt>
                <c:pt idx="4142">
                  <c:v>171.1</c:v>
                </c:pt>
                <c:pt idx="4143">
                  <c:v>172.9</c:v>
                </c:pt>
                <c:pt idx="4144">
                  <c:v>179.3</c:v>
                </c:pt>
                <c:pt idx="4145">
                  <c:v>176.6</c:v>
                </c:pt>
                <c:pt idx="4146">
                  <c:v>174.05</c:v>
                </c:pt>
                <c:pt idx="4147">
                  <c:v>176</c:v>
                </c:pt>
                <c:pt idx="4148">
                  <c:v>169.9</c:v>
                </c:pt>
                <c:pt idx="4149">
                  <c:v>169.25</c:v>
                </c:pt>
                <c:pt idx="4150">
                  <c:v>173.35</c:v>
                </c:pt>
                <c:pt idx="4151">
                  <c:v>175.2</c:v>
                </c:pt>
                <c:pt idx="4152">
                  <c:v>170</c:v>
                </c:pt>
                <c:pt idx="4153">
                  <c:v>170.2</c:v>
                </c:pt>
                <c:pt idx="4154">
                  <c:v>172.25</c:v>
                </c:pt>
                <c:pt idx="4155">
                  <c:v>174.6</c:v>
                </c:pt>
                <c:pt idx="4156">
                  <c:v>173.6</c:v>
                </c:pt>
                <c:pt idx="4157">
                  <c:v>175.3</c:v>
                </c:pt>
                <c:pt idx="4158">
                  <c:v>171.25</c:v>
                </c:pt>
                <c:pt idx="4159">
                  <c:v>161.30000000000001</c:v>
                </c:pt>
                <c:pt idx="4160">
                  <c:v>165.85</c:v>
                </c:pt>
                <c:pt idx="4161">
                  <c:v>165.6</c:v>
                </c:pt>
                <c:pt idx="4162">
                  <c:v>162.19999999999999</c:v>
                </c:pt>
                <c:pt idx="4163">
                  <c:v>164.7</c:v>
                </c:pt>
                <c:pt idx="4164">
                  <c:v>164.15</c:v>
                </c:pt>
                <c:pt idx="4165">
                  <c:v>165.25</c:v>
                </c:pt>
                <c:pt idx="4166">
                  <c:v>168.65</c:v>
                </c:pt>
                <c:pt idx="4167">
                  <c:v>170.4</c:v>
                </c:pt>
                <c:pt idx="4168">
                  <c:v>168.6</c:v>
                </c:pt>
                <c:pt idx="4169">
                  <c:v>166.6</c:v>
                </c:pt>
                <c:pt idx="4170">
                  <c:v>174.8</c:v>
                </c:pt>
                <c:pt idx="4171">
                  <c:v>168.6</c:v>
                </c:pt>
                <c:pt idx="4172">
                  <c:v>172.05</c:v>
                </c:pt>
                <c:pt idx="4173">
                  <c:v>178.75</c:v>
                </c:pt>
                <c:pt idx="4174">
                  <c:v>187</c:v>
                </c:pt>
                <c:pt idx="4175">
                  <c:v>191.7</c:v>
                </c:pt>
                <c:pt idx="4176">
                  <c:v>197.5</c:v>
                </c:pt>
                <c:pt idx="4177">
                  <c:v>194.85</c:v>
                </c:pt>
                <c:pt idx="4178">
                  <c:v>199.55</c:v>
                </c:pt>
                <c:pt idx="4179">
                  <c:v>196</c:v>
                </c:pt>
                <c:pt idx="4180">
                  <c:v>195.7</c:v>
                </c:pt>
                <c:pt idx="4181">
                  <c:v>193</c:v>
                </c:pt>
                <c:pt idx="4182">
                  <c:v>196.4</c:v>
                </c:pt>
                <c:pt idx="4183">
                  <c:v>198.5</c:v>
                </c:pt>
                <c:pt idx="4184">
                  <c:v>207.6</c:v>
                </c:pt>
                <c:pt idx="4185">
                  <c:v>203.1</c:v>
                </c:pt>
                <c:pt idx="4186">
                  <c:v>202.35</c:v>
                </c:pt>
                <c:pt idx="4187">
                  <c:v>203.95</c:v>
                </c:pt>
                <c:pt idx="4188">
                  <c:v>201.4</c:v>
                </c:pt>
                <c:pt idx="4189">
                  <c:v>199.65</c:v>
                </c:pt>
                <c:pt idx="4190">
                  <c:v>202.6</c:v>
                </c:pt>
                <c:pt idx="4191">
                  <c:v>202.55</c:v>
                </c:pt>
                <c:pt idx="4192">
                  <c:v>219.8</c:v>
                </c:pt>
                <c:pt idx="4193">
                  <c:v>218.25</c:v>
                </c:pt>
                <c:pt idx="4194">
                  <c:v>217.8</c:v>
                </c:pt>
                <c:pt idx="4195">
                  <c:v>212.75</c:v>
                </c:pt>
                <c:pt idx="4196">
                  <c:v>215.75</c:v>
                </c:pt>
                <c:pt idx="4197">
                  <c:v>219.85</c:v>
                </c:pt>
                <c:pt idx="4198">
                  <c:v>217.65</c:v>
                </c:pt>
                <c:pt idx="4199">
                  <c:v>229.3</c:v>
                </c:pt>
                <c:pt idx="4200">
                  <c:v>229.8</c:v>
                </c:pt>
                <c:pt idx="4201">
                  <c:v>209.55</c:v>
                </c:pt>
                <c:pt idx="4202">
                  <c:v>206.7</c:v>
                </c:pt>
                <c:pt idx="4203">
                  <c:v>213.9</c:v>
                </c:pt>
                <c:pt idx="4204">
                  <c:v>203.35</c:v>
                </c:pt>
                <c:pt idx="4205">
                  <c:v>196.75</c:v>
                </c:pt>
                <c:pt idx="4206">
                  <c:v>206.9</c:v>
                </c:pt>
                <c:pt idx="4207">
                  <c:v>216.8</c:v>
                </c:pt>
                <c:pt idx="4208">
                  <c:v>221.8</c:v>
                </c:pt>
                <c:pt idx="4209">
                  <c:v>223.25</c:v>
                </c:pt>
                <c:pt idx="4210">
                  <c:v>228.6</c:v>
                </c:pt>
                <c:pt idx="4211">
                  <c:v>228.55</c:v>
                </c:pt>
                <c:pt idx="4212">
                  <c:v>229.85</c:v>
                </c:pt>
                <c:pt idx="4213">
                  <c:v>226.9</c:v>
                </c:pt>
                <c:pt idx="4214">
                  <c:v>223.05</c:v>
                </c:pt>
                <c:pt idx="4215">
                  <c:v>226.6</c:v>
                </c:pt>
                <c:pt idx="4216">
                  <c:v>229.1</c:v>
                </c:pt>
                <c:pt idx="4217">
                  <c:v>231.45</c:v>
                </c:pt>
                <c:pt idx="4218">
                  <c:v>242.95</c:v>
                </c:pt>
                <c:pt idx="4219">
                  <c:v>245.45</c:v>
                </c:pt>
                <c:pt idx="4220">
                  <c:v>246.8</c:v>
                </c:pt>
                <c:pt idx="4221">
                  <c:v>239.95</c:v>
                </c:pt>
                <c:pt idx="4222">
                  <c:v>235.9</c:v>
                </c:pt>
                <c:pt idx="4223">
                  <c:v>236.1</c:v>
                </c:pt>
                <c:pt idx="4224">
                  <c:v>230.3</c:v>
                </c:pt>
                <c:pt idx="4225">
                  <c:v>227.25</c:v>
                </c:pt>
                <c:pt idx="4226">
                  <c:v>224.4</c:v>
                </c:pt>
                <c:pt idx="4227">
                  <c:v>226.1</c:v>
                </c:pt>
                <c:pt idx="4228">
                  <c:v>216.65</c:v>
                </c:pt>
                <c:pt idx="4229">
                  <c:v>216.65</c:v>
                </c:pt>
                <c:pt idx="4230">
                  <c:v>208.55</c:v>
                </c:pt>
                <c:pt idx="4231">
                  <c:v>214.65</c:v>
                </c:pt>
                <c:pt idx="4232">
                  <c:v>211.9</c:v>
                </c:pt>
                <c:pt idx="4233">
                  <c:v>217</c:v>
                </c:pt>
                <c:pt idx="4234">
                  <c:v>216.15</c:v>
                </c:pt>
                <c:pt idx="4235">
                  <c:v>220.95</c:v>
                </c:pt>
                <c:pt idx="4236">
                  <c:v>219.65</c:v>
                </c:pt>
                <c:pt idx="4237">
                  <c:v>216.8</c:v>
                </c:pt>
                <c:pt idx="4238">
                  <c:v>227.65</c:v>
                </c:pt>
                <c:pt idx="4239">
                  <c:v>230.6</c:v>
                </c:pt>
                <c:pt idx="4240">
                  <c:v>232.55</c:v>
                </c:pt>
                <c:pt idx="4241">
                  <c:v>232.6</c:v>
                </c:pt>
                <c:pt idx="4242">
                  <c:v>237.6</c:v>
                </c:pt>
                <c:pt idx="4243">
                  <c:v>240.75</c:v>
                </c:pt>
                <c:pt idx="4244">
                  <c:v>238.3</c:v>
                </c:pt>
                <c:pt idx="4245">
                  <c:v>243.35</c:v>
                </c:pt>
                <c:pt idx="4246">
                  <c:v>236.1</c:v>
                </c:pt>
                <c:pt idx="4247">
                  <c:v>244.4</c:v>
                </c:pt>
                <c:pt idx="4248">
                  <c:v>245.25</c:v>
                </c:pt>
                <c:pt idx="4249">
                  <c:v>238.55</c:v>
                </c:pt>
                <c:pt idx="4250">
                  <c:v>245.25</c:v>
                </c:pt>
                <c:pt idx="4251">
                  <c:v>252.45</c:v>
                </c:pt>
                <c:pt idx="4252">
                  <c:v>258.60000000000002</c:v>
                </c:pt>
                <c:pt idx="4253">
                  <c:v>257.55</c:v>
                </c:pt>
                <c:pt idx="4254">
                  <c:v>260.7</c:v>
                </c:pt>
                <c:pt idx="4255">
                  <c:v>253.1</c:v>
                </c:pt>
                <c:pt idx="4256">
                  <c:v>260.55</c:v>
                </c:pt>
                <c:pt idx="4257">
                  <c:v>259.85000000000002</c:v>
                </c:pt>
                <c:pt idx="4258">
                  <c:v>250.75</c:v>
                </c:pt>
                <c:pt idx="4259">
                  <c:v>250.75</c:v>
                </c:pt>
                <c:pt idx="4260">
                  <c:v>248.05</c:v>
                </c:pt>
                <c:pt idx="4261">
                  <c:v>252.35</c:v>
                </c:pt>
                <c:pt idx="4262">
                  <c:v>249.3</c:v>
                </c:pt>
                <c:pt idx="4263">
                  <c:v>248</c:v>
                </c:pt>
                <c:pt idx="4264">
                  <c:v>256.14999999999998</c:v>
                </c:pt>
                <c:pt idx="4265">
                  <c:v>253.6</c:v>
                </c:pt>
                <c:pt idx="4266">
                  <c:v>247.65</c:v>
                </c:pt>
                <c:pt idx="4267">
                  <c:v>263.2</c:v>
                </c:pt>
                <c:pt idx="4268">
                  <c:v>263.45</c:v>
                </c:pt>
                <c:pt idx="4269">
                  <c:v>270.39999999999998</c:v>
                </c:pt>
                <c:pt idx="4270">
                  <c:v>268.85000000000002</c:v>
                </c:pt>
                <c:pt idx="4271">
                  <c:v>262.89999999999998</c:v>
                </c:pt>
                <c:pt idx="4272">
                  <c:v>262.85000000000002</c:v>
                </c:pt>
                <c:pt idx="4273">
                  <c:v>255.55</c:v>
                </c:pt>
                <c:pt idx="4274">
                  <c:v>259.10000000000002</c:v>
                </c:pt>
                <c:pt idx="4275">
                  <c:v>265.5</c:v>
                </c:pt>
                <c:pt idx="4276">
                  <c:v>270.89999999999998</c:v>
                </c:pt>
                <c:pt idx="4277">
                  <c:v>267.5</c:v>
                </c:pt>
                <c:pt idx="4278">
                  <c:v>266.25</c:v>
                </c:pt>
                <c:pt idx="4279">
                  <c:v>260.35000000000002</c:v>
                </c:pt>
                <c:pt idx="4280">
                  <c:v>252.2</c:v>
                </c:pt>
                <c:pt idx="4281">
                  <c:v>252.6</c:v>
                </c:pt>
                <c:pt idx="4282">
                  <c:v>248.5</c:v>
                </c:pt>
                <c:pt idx="4283">
                  <c:v>253.7</c:v>
                </c:pt>
                <c:pt idx="4284">
                  <c:v>256.10000000000002</c:v>
                </c:pt>
                <c:pt idx="4285">
                  <c:v>264.55</c:v>
                </c:pt>
                <c:pt idx="4286">
                  <c:v>264.85000000000002</c:v>
                </c:pt>
                <c:pt idx="4287">
                  <c:v>263.3</c:v>
                </c:pt>
                <c:pt idx="4288">
                  <c:v>261.64999999999998</c:v>
                </c:pt>
                <c:pt idx="4289">
                  <c:v>261.10000000000002</c:v>
                </c:pt>
                <c:pt idx="4290">
                  <c:v>265.7</c:v>
                </c:pt>
                <c:pt idx="4291">
                  <c:v>267.05</c:v>
                </c:pt>
                <c:pt idx="4292">
                  <c:v>261.2</c:v>
                </c:pt>
                <c:pt idx="4293">
                  <c:v>265.10000000000002</c:v>
                </c:pt>
                <c:pt idx="4294">
                  <c:v>268.8</c:v>
                </c:pt>
                <c:pt idx="4295">
                  <c:v>274.5</c:v>
                </c:pt>
                <c:pt idx="4296">
                  <c:v>274.95</c:v>
                </c:pt>
                <c:pt idx="4297">
                  <c:v>272.7</c:v>
                </c:pt>
                <c:pt idx="4298">
                  <c:v>272.64999999999998</c:v>
                </c:pt>
                <c:pt idx="4299">
                  <c:v>270.35000000000002</c:v>
                </c:pt>
                <c:pt idx="4300">
                  <c:v>268.8</c:v>
                </c:pt>
                <c:pt idx="4301">
                  <c:v>272.35000000000002</c:v>
                </c:pt>
                <c:pt idx="4302">
                  <c:v>252.75</c:v>
                </c:pt>
                <c:pt idx="4303">
                  <c:v>258.25</c:v>
                </c:pt>
                <c:pt idx="4304">
                  <c:v>243.6</c:v>
                </c:pt>
                <c:pt idx="4305">
                  <c:v>235.8</c:v>
                </c:pt>
                <c:pt idx="4306">
                  <c:v>230.2</c:v>
                </c:pt>
                <c:pt idx="4307">
                  <c:v>234.15</c:v>
                </c:pt>
                <c:pt idx="4308">
                  <c:v>233.55</c:v>
                </c:pt>
                <c:pt idx="4309">
                  <c:v>231.85</c:v>
                </c:pt>
                <c:pt idx="4310">
                  <c:v>231.75</c:v>
                </c:pt>
                <c:pt idx="4311">
                  <c:v>235.35</c:v>
                </c:pt>
                <c:pt idx="4312">
                  <c:v>234.5</c:v>
                </c:pt>
                <c:pt idx="4313">
                  <c:v>233.85</c:v>
                </c:pt>
                <c:pt idx="4314">
                  <c:v>243.55</c:v>
                </c:pt>
                <c:pt idx="4315">
                  <c:v>241.85</c:v>
                </c:pt>
                <c:pt idx="4316">
                  <c:v>240.1</c:v>
                </c:pt>
                <c:pt idx="4317">
                  <c:v>232.5</c:v>
                </c:pt>
                <c:pt idx="4318">
                  <c:v>223.75</c:v>
                </c:pt>
                <c:pt idx="4319">
                  <c:v>221.85</c:v>
                </c:pt>
                <c:pt idx="4320">
                  <c:v>225.4</c:v>
                </c:pt>
                <c:pt idx="4321">
                  <c:v>228.6</c:v>
                </c:pt>
                <c:pt idx="4322">
                  <c:v>236</c:v>
                </c:pt>
                <c:pt idx="4323">
                  <c:v>236.75</c:v>
                </c:pt>
                <c:pt idx="4324">
                  <c:v>240.9</c:v>
                </c:pt>
                <c:pt idx="4325">
                  <c:v>238.1</c:v>
                </c:pt>
                <c:pt idx="4326">
                  <c:v>242.35</c:v>
                </c:pt>
                <c:pt idx="4327">
                  <c:v>231.15</c:v>
                </c:pt>
                <c:pt idx="4328">
                  <c:v>230.35</c:v>
                </c:pt>
                <c:pt idx="4329">
                  <c:v>228.9</c:v>
                </c:pt>
                <c:pt idx="4330">
                  <c:v>230.75</c:v>
                </c:pt>
                <c:pt idx="4331">
                  <c:v>223.9</c:v>
                </c:pt>
                <c:pt idx="4332">
                  <c:v>232.6</c:v>
                </c:pt>
                <c:pt idx="4333">
                  <c:v>242.65</c:v>
                </c:pt>
                <c:pt idx="4334">
                  <c:v>244.2</c:v>
                </c:pt>
                <c:pt idx="4335">
                  <c:v>244.9</c:v>
                </c:pt>
                <c:pt idx="4336">
                  <c:v>238.65</c:v>
                </c:pt>
                <c:pt idx="4337">
                  <c:v>231.25</c:v>
                </c:pt>
                <c:pt idx="4338">
                  <c:v>228.85</c:v>
                </c:pt>
                <c:pt idx="4339">
                  <c:v>229.4</c:v>
                </c:pt>
                <c:pt idx="4340">
                  <c:v>229.4</c:v>
                </c:pt>
                <c:pt idx="4341">
                  <c:v>233.2</c:v>
                </c:pt>
                <c:pt idx="4342">
                  <c:v>234.55</c:v>
                </c:pt>
                <c:pt idx="4343">
                  <c:v>244.75</c:v>
                </c:pt>
                <c:pt idx="4344">
                  <c:v>245.1</c:v>
                </c:pt>
                <c:pt idx="4345">
                  <c:v>238.5</c:v>
                </c:pt>
                <c:pt idx="4346">
                  <c:v>235.95</c:v>
                </c:pt>
                <c:pt idx="4347">
                  <c:v>235.9</c:v>
                </c:pt>
                <c:pt idx="4348">
                  <c:v>236.8</c:v>
                </c:pt>
                <c:pt idx="4349">
                  <c:v>241.9</c:v>
                </c:pt>
                <c:pt idx="4350">
                  <c:v>241.5</c:v>
                </c:pt>
                <c:pt idx="4351">
                  <c:v>238.6</c:v>
                </c:pt>
                <c:pt idx="4352">
                  <c:v>234.25</c:v>
                </c:pt>
                <c:pt idx="4353">
                  <c:v>236.85</c:v>
                </c:pt>
                <c:pt idx="4354">
                  <c:v>237.15</c:v>
                </c:pt>
                <c:pt idx="4355">
                  <c:v>242.55</c:v>
                </c:pt>
                <c:pt idx="4356">
                  <c:v>251.2</c:v>
                </c:pt>
                <c:pt idx="4357">
                  <c:v>249.05</c:v>
                </c:pt>
                <c:pt idx="4358">
                  <c:v>254.3</c:v>
                </c:pt>
                <c:pt idx="4359">
                  <c:v>255.25</c:v>
                </c:pt>
                <c:pt idx="4360">
                  <c:v>261.39999999999998</c:v>
                </c:pt>
                <c:pt idx="4361">
                  <c:v>261.64999999999998</c:v>
                </c:pt>
                <c:pt idx="4362">
                  <c:v>257.10000000000002</c:v>
                </c:pt>
                <c:pt idx="4363">
                  <c:v>260.7</c:v>
                </c:pt>
                <c:pt idx="4364">
                  <c:v>257.60000000000002</c:v>
                </c:pt>
                <c:pt idx="4365">
                  <c:v>259.89999999999998</c:v>
                </c:pt>
                <c:pt idx="4366">
                  <c:v>263.05</c:v>
                </c:pt>
                <c:pt idx="4367">
                  <c:v>262.3</c:v>
                </c:pt>
                <c:pt idx="4368">
                  <c:v>269.45</c:v>
                </c:pt>
                <c:pt idx="4369">
                  <c:v>268.35000000000002</c:v>
                </c:pt>
                <c:pt idx="4370">
                  <c:v>273.35000000000002</c:v>
                </c:pt>
                <c:pt idx="4371">
                  <c:v>269.55</c:v>
                </c:pt>
                <c:pt idx="4372">
                  <c:v>268.35000000000002</c:v>
                </c:pt>
                <c:pt idx="4373">
                  <c:v>264.60000000000002</c:v>
                </c:pt>
                <c:pt idx="4374">
                  <c:v>274.25</c:v>
                </c:pt>
                <c:pt idx="4375">
                  <c:v>280.95</c:v>
                </c:pt>
                <c:pt idx="4376">
                  <c:v>279.89999999999998</c:v>
                </c:pt>
                <c:pt idx="4377">
                  <c:v>274.60000000000002</c:v>
                </c:pt>
                <c:pt idx="4378">
                  <c:v>279.85000000000002</c:v>
                </c:pt>
                <c:pt idx="4379">
                  <c:v>282.05</c:v>
                </c:pt>
                <c:pt idx="4380">
                  <c:v>280.95</c:v>
                </c:pt>
                <c:pt idx="4381">
                  <c:v>279.95</c:v>
                </c:pt>
                <c:pt idx="4382">
                  <c:v>288.85000000000002</c:v>
                </c:pt>
                <c:pt idx="4383">
                  <c:v>287.7</c:v>
                </c:pt>
                <c:pt idx="4384">
                  <c:v>297.7</c:v>
                </c:pt>
                <c:pt idx="4385">
                  <c:v>300.2</c:v>
                </c:pt>
                <c:pt idx="4386">
                  <c:v>298.8</c:v>
                </c:pt>
                <c:pt idx="4387">
                  <c:v>279.10000000000002</c:v>
                </c:pt>
                <c:pt idx="4388">
                  <c:v>289.14999999999998</c:v>
                </c:pt>
                <c:pt idx="4389">
                  <c:v>297.2</c:v>
                </c:pt>
                <c:pt idx="4390">
                  <c:v>304.8</c:v>
                </c:pt>
                <c:pt idx="4391">
                  <c:v>298.39999999999998</c:v>
                </c:pt>
                <c:pt idx="4392">
                  <c:v>293.8</c:v>
                </c:pt>
                <c:pt idx="4393">
                  <c:v>293.05</c:v>
                </c:pt>
                <c:pt idx="4394">
                  <c:v>299.60000000000002</c:v>
                </c:pt>
                <c:pt idx="4395">
                  <c:v>298.55</c:v>
                </c:pt>
                <c:pt idx="4396">
                  <c:v>301.35000000000002</c:v>
                </c:pt>
                <c:pt idx="4397">
                  <c:v>299.05</c:v>
                </c:pt>
                <c:pt idx="4398">
                  <c:v>305.55</c:v>
                </c:pt>
                <c:pt idx="4399">
                  <c:v>308.89999999999998</c:v>
                </c:pt>
                <c:pt idx="4400">
                  <c:v>314.95</c:v>
                </c:pt>
                <c:pt idx="4401">
                  <c:v>315.8</c:v>
                </c:pt>
                <c:pt idx="4402">
                  <c:v>318.10000000000002</c:v>
                </c:pt>
                <c:pt idx="4403">
                  <c:v>318.25</c:v>
                </c:pt>
                <c:pt idx="4404">
                  <c:v>326.8</c:v>
                </c:pt>
                <c:pt idx="4405">
                  <c:v>330.1</c:v>
                </c:pt>
                <c:pt idx="4406">
                  <c:v>329.7</c:v>
                </c:pt>
                <c:pt idx="4407">
                  <c:v>330.7</c:v>
                </c:pt>
                <c:pt idx="4408">
                  <c:v>327.10000000000002</c:v>
                </c:pt>
                <c:pt idx="4409">
                  <c:v>319.7</c:v>
                </c:pt>
                <c:pt idx="4410">
                  <c:v>319</c:v>
                </c:pt>
                <c:pt idx="4411">
                  <c:v>325.85000000000002</c:v>
                </c:pt>
                <c:pt idx="4412">
                  <c:v>323.25</c:v>
                </c:pt>
                <c:pt idx="4413">
                  <c:v>323.25</c:v>
                </c:pt>
                <c:pt idx="4414">
                  <c:v>322.55</c:v>
                </c:pt>
                <c:pt idx="4415">
                  <c:v>307.89999999999998</c:v>
                </c:pt>
                <c:pt idx="4416">
                  <c:v>306.8</c:v>
                </c:pt>
                <c:pt idx="4417">
                  <c:v>318.25</c:v>
                </c:pt>
                <c:pt idx="4418">
                  <c:v>310.35000000000002</c:v>
                </c:pt>
                <c:pt idx="4419">
                  <c:v>308.89999999999998</c:v>
                </c:pt>
                <c:pt idx="4420">
                  <c:v>314.25</c:v>
                </c:pt>
                <c:pt idx="4421">
                  <c:v>318.25</c:v>
                </c:pt>
                <c:pt idx="4422">
                  <c:v>319.10000000000002</c:v>
                </c:pt>
                <c:pt idx="4423">
                  <c:v>318.39999999999998</c:v>
                </c:pt>
                <c:pt idx="4424">
                  <c:v>327.14999999999998</c:v>
                </c:pt>
                <c:pt idx="4425">
                  <c:v>324</c:v>
                </c:pt>
                <c:pt idx="4426">
                  <c:v>321</c:v>
                </c:pt>
                <c:pt idx="4427">
                  <c:v>313.39999999999998</c:v>
                </c:pt>
                <c:pt idx="4428">
                  <c:v>319.5</c:v>
                </c:pt>
                <c:pt idx="4429">
                  <c:v>321.39999999999998</c:v>
                </c:pt>
                <c:pt idx="4430">
                  <c:v>335.2</c:v>
                </c:pt>
                <c:pt idx="4431">
                  <c:v>334.35</c:v>
                </c:pt>
                <c:pt idx="4432">
                  <c:v>331.45</c:v>
                </c:pt>
                <c:pt idx="4433">
                  <c:v>327.95</c:v>
                </c:pt>
                <c:pt idx="4434">
                  <c:v>329.2</c:v>
                </c:pt>
                <c:pt idx="4435">
                  <c:v>333.65</c:v>
                </c:pt>
                <c:pt idx="4436">
                  <c:v>335.9</c:v>
                </c:pt>
                <c:pt idx="4437">
                  <c:v>342.85</c:v>
                </c:pt>
                <c:pt idx="4438">
                  <c:v>339.85</c:v>
                </c:pt>
                <c:pt idx="4439">
                  <c:v>340.95</c:v>
                </c:pt>
                <c:pt idx="4440">
                  <c:v>331.85</c:v>
                </c:pt>
                <c:pt idx="4441">
                  <c:v>343.35</c:v>
                </c:pt>
                <c:pt idx="4442">
                  <c:v>340.8</c:v>
                </c:pt>
                <c:pt idx="4443">
                  <c:v>338.1</c:v>
                </c:pt>
                <c:pt idx="4444">
                  <c:v>338.9</c:v>
                </c:pt>
                <c:pt idx="4445">
                  <c:v>335.7</c:v>
                </c:pt>
                <c:pt idx="4446">
                  <c:v>321.89999999999998</c:v>
                </c:pt>
                <c:pt idx="4447">
                  <c:v>323.75</c:v>
                </c:pt>
                <c:pt idx="4448">
                  <c:v>323.85000000000002</c:v>
                </c:pt>
                <c:pt idx="4449">
                  <c:v>314.7</c:v>
                </c:pt>
                <c:pt idx="4450">
                  <c:v>308.95</c:v>
                </c:pt>
                <c:pt idx="4451">
                  <c:v>295.5</c:v>
                </c:pt>
                <c:pt idx="4452">
                  <c:v>301.3</c:v>
                </c:pt>
                <c:pt idx="4453">
                  <c:v>307.60000000000002</c:v>
                </c:pt>
                <c:pt idx="4454">
                  <c:v>313.89999999999998</c:v>
                </c:pt>
                <c:pt idx="4455">
                  <c:v>312.89999999999998</c:v>
                </c:pt>
                <c:pt idx="4456">
                  <c:v>309.45</c:v>
                </c:pt>
                <c:pt idx="4457">
                  <c:v>308.8</c:v>
                </c:pt>
                <c:pt idx="4458">
                  <c:v>305.89999999999998</c:v>
                </c:pt>
                <c:pt idx="4459">
                  <c:v>305.25</c:v>
                </c:pt>
                <c:pt idx="4460">
                  <c:v>302.8</c:v>
                </c:pt>
                <c:pt idx="4461">
                  <c:v>298.35000000000002</c:v>
                </c:pt>
                <c:pt idx="4462">
                  <c:v>295.45</c:v>
                </c:pt>
                <c:pt idx="4463">
                  <c:v>286.7</c:v>
                </c:pt>
                <c:pt idx="4464">
                  <c:v>290.05</c:v>
                </c:pt>
                <c:pt idx="4465">
                  <c:v>288.45</c:v>
                </c:pt>
                <c:pt idx="4466">
                  <c:v>281.8</c:v>
                </c:pt>
                <c:pt idx="4467">
                  <c:v>285.64999999999998</c:v>
                </c:pt>
                <c:pt idx="4468">
                  <c:v>291.2</c:v>
                </c:pt>
                <c:pt idx="4469">
                  <c:v>291.35000000000002</c:v>
                </c:pt>
                <c:pt idx="4470">
                  <c:v>293.14999999999998</c:v>
                </c:pt>
                <c:pt idx="4471">
                  <c:v>283.55</c:v>
                </c:pt>
                <c:pt idx="4472">
                  <c:v>284.55</c:v>
                </c:pt>
                <c:pt idx="4473">
                  <c:v>298</c:v>
                </c:pt>
                <c:pt idx="4474">
                  <c:v>308.39999999999998</c:v>
                </c:pt>
                <c:pt idx="4475">
                  <c:v>316.25</c:v>
                </c:pt>
                <c:pt idx="4476">
                  <c:v>317.25</c:v>
                </c:pt>
                <c:pt idx="4477">
                  <c:v>317.14999999999998</c:v>
                </c:pt>
                <c:pt idx="4478">
                  <c:v>316.55</c:v>
                </c:pt>
                <c:pt idx="4479">
                  <c:v>321.95</c:v>
                </c:pt>
                <c:pt idx="4480">
                  <c:v>326.2</c:v>
                </c:pt>
                <c:pt idx="4481">
                  <c:v>332.7</c:v>
                </c:pt>
                <c:pt idx="4482">
                  <c:v>329.9</c:v>
                </c:pt>
                <c:pt idx="4483">
                  <c:v>325.45</c:v>
                </c:pt>
                <c:pt idx="4484">
                  <c:v>327.75</c:v>
                </c:pt>
                <c:pt idx="4485">
                  <c:v>332.5</c:v>
                </c:pt>
                <c:pt idx="4486">
                  <c:v>339.1</c:v>
                </c:pt>
                <c:pt idx="4487">
                  <c:v>339.55</c:v>
                </c:pt>
                <c:pt idx="4488">
                  <c:v>340.25</c:v>
                </c:pt>
                <c:pt idx="4489">
                  <c:v>337.7</c:v>
                </c:pt>
                <c:pt idx="4490">
                  <c:v>334.8</c:v>
                </c:pt>
                <c:pt idx="4491">
                  <c:v>333.9</c:v>
                </c:pt>
                <c:pt idx="4492">
                  <c:v>339.55</c:v>
                </c:pt>
                <c:pt idx="4493">
                  <c:v>339.2</c:v>
                </c:pt>
                <c:pt idx="4494">
                  <c:v>330.15</c:v>
                </c:pt>
                <c:pt idx="4495">
                  <c:v>334.9</c:v>
                </c:pt>
                <c:pt idx="4496">
                  <c:v>326.7</c:v>
                </c:pt>
                <c:pt idx="4497">
                  <c:v>331.65</c:v>
                </c:pt>
                <c:pt idx="4498">
                  <c:v>326.95</c:v>
                </c:pt>
                <c:pt idx="4499">
                  <c:v>343.5</c:v>
                </c:pt>
                <c:pt idx="4500">
                  <c:v>340</c:v>
                </c:pt>
                <c:pt idx="4501">
                  <c:v>345.6</c:v>
                </c:pt>
                <c:pt idx="4502">
                  <c:v>345</c:v>
                </c:pt>
                <c:pt idx="4503">
                  <c:v>341.3</c:v>
                </c:pt>
                <c:pt idx="4504">
                  <c:v>340.35</c:v>
                </c:pt>
                <c:pt idx="4505">
                  <c:v>341.45</c:v>
                </c:pt>
                <c:pt idx="4506">
                  <c:v>334.3</c:v>
                </c:pt>
                <c:pt idx="4507">
                  <c:v>328.85</c:v>
                </c:pt>
                <c:pt idx="4508">
                  <c:v>321.64999999999998</c:v>
                </c:pt>
                <c:pt idx="4509">
                  <c:v>315.7</c:v>
                </c:pt>
                <c:pt idx="4510">
                  <c:v>314.45</c:v>
                </c:pt>
                <c:pt idx="4511">
                  <c:v>316.3</c:v>
                </c:pt>
                <c:pt idx="4512">
                  <c:v>315.55</c:v>
                </c:pt>
                <c:pt idx="4513">
                  <c:v>315.75</c:v>
                </c:pt>
                <c:pt idx="4514">
                  <c:v>324.39999999999998</c:v>
                </c:pt>
                <c:pt idx="4515">
                  <c:v>319.75</c:v>
                </c:pt>
                <c:pt idx="4516">
                  <c:v>320.35000000000002</c:v>
                </c:pt>
                <c:pt idx="4517">
                  <c:v>328.7</c:v>
                </c:pt>
                <c:pt idx="4518">
                  <c:v>327.60000000000002</c:v>
                </c:pt>
                <c:pt idx="4519">
                  <c:v>328.65</c:v>
                </c:pt>
                <c:pt idx="4520">
                  <c:v>337.9</c:v>
                </c:pt>
                <c:pt idx="4521">
                  <c:v>343.15</c:v>
                </c:pt>
                <c:pt idx="4522">
                  <c:v>340.6</c:v>
                </c:pt>
                <c:pt idx="4523">
                  <c:v>329.75</c:v>
                </c:pt>
                <c:pt idx="4524">
                  <c:v>323.25</c:v>
                </c:pt>
                <c:pt idx="4525">
                  <c:v>315.89999999999998</c:v>
                </c:pt>
                <c:pt idx="4526">
                  <c:v>313.45</c:v>
                </c:pt>
                <c:pt idx="4527">
                  <c:v>309.35000000000002</c:v>
                </c:pt>
                <c:pt idx="4528">
                  <c:v>308.39999999999998</c:v>
                </c:pt>
                <c:pt idx="4529">
                  <c:v>304.14999999999998</c:v>
                </c:pt>
                <c:pt idx="4530">
                  <c:v>317.39999999999998</c:v>
                </c:pt>
                <c:pt idx="4531">
                  <c:v>321.05</c:v>
                </c:pt>
                <c:pt idx="4532">
                  <c:v>318.95</c:v>
                </c:pt>
                <c:pt idx="4533">
                  <c:v>316.95</c:v>
                </c:pt>
                <c:pt idx="4534">
                  <c:v>308.89999999999998</c:v>
                </c:pt>
                <c:pt idx="4535">
                  <c:v>307.2</c:v>
                </c:pt>
                <c:pt idx="4536">
                  <c:v>287.10000000000002</c:v>
                </c:pt>
                <c:pt idx="4537">
                  <c:v>285.75</c:v>
                </c:pt>
                <c:pt idx="4538">
                  <c:v>291.8</c:v>
                </c:pt>
                <c:pt idx="4539">
                  <c:v>276</c:v>
                </c:pt>
                <c:pt idx="4540">
                  <c:v>283.3</c:v>
                </c:pt>
                <c:pt idx="4541">
                  <c:v>287</c:v>
                </c:pt>
                <c:pt idx="4542">
                  <c:v>277.85000000000002</c:v>
                </c:pt>
                <c:pt idx="4543">
                  <c:v>282.3</c:v>
                </c:pt>
                <c:pt idx="4544">
                  <c:v>283.2</c:v>
                </c:pt>
                <c:pt idx="4545">
                  <c:v>274.3</c:v>
                </c:pt>
                <c:pt idx="4546">
                  <c:v>289.89999999999998</c:v>
                </c:pt>
                <c:pt idx="4547">
                  <c:v>285.05</c:v>
                </c:pt>
                <c:pt idx="4548">
                  <c:v>281.35000000000002</c:v>
                </c:pt>
                <c:pt idx="4549">
                  <c:v>284.10000000000002</c:v>
                </c:pt>
                <c:pt idx="4550">
                  <c:v>296.8</c:v>
                </c:pt>
                <c:pt idx="4551">
                  <c:v>288.7</c:v>
                </c:pt>
                <c:pt idx="4552">
                  <c:v>291.64999999999998</c:v>
                </c:pt>
                <c:pt idx="4553">
                  <c:v>290.3</c:v>
                </c:pt>
                <c:pt idx="4554">
                  <c:v>288.8</c:v>
                </c:pt>
                <c:pt idx="4555">
                  <c:v>291.10000000000002</c:v>
                </c:pt>
                <c:pt idx="4556">
                  <c:v>311.7</c:v>
                </c:pt>
                <c:pt idx="4557">
                  <c:v>308.60000000000002</c:v>
                </c:pt>
                <c:pt idx="4558">
                  <c:v>305.05</c:v>
                </c:pt>
                <c:pt idx="4559">
                  <c:v>297.39999999999998</c:v>
                </c:pt>
                <c:pt idx="4560">
                  <c:v>290.2</c:v>
                </c:pt>
                <c:pt idx="4561">
                  <c:v>290.3</c:v>
                </c:pt>
                <c:pt idx="4562">
                  <c:v>294.05</c:v>
                </c:pt>
                <c:pt idx="4563">
                  <c:v>298.39999999999998</c:v>
                </c:pt>
                <c:pt idx="4564">
                  <c:v>283.39999999999998</c:v>
                </c:pt>
                <c:pt idx="4565">
                  <c:v>286.2</c:v>
                </c:pt>
                <c:pt idx="4566">
                  <c:v>281.64999999999998</c:v>
                </c:pt>
                <c:pt idx="4567">
                  <c:v>285.45</c:v>
                </c:pt>
                <c:pt idx="4568">
                  <c:v>282.89999999999998</c:v>
                </c:pt>
                <c:pt idx="4569">
                  <c:v>283.14999999999998</c:v>
                </c:pt>
                <c:pt idx="4570">
                  <c:v>279.7</c:v>
                </c:pt>
                <c:pt idx="4571">
                  <c:v>286.95</c:v>
                </c:pt>
                <c:pt idx="4572">
                  <c:v>282.10000000000002</c:v>
                </c:pt>
                <c:pt idx="4573">
                  <c:v>281.7</c:v>
                </c:pt>
                <c:pt idx="4574">
                  <c:v>278.8</c:v>
                </c:pt>
                <c:pt idx="4575">
                  <c:v>276.95</c:v>
                </c:pt>
                <c:pt idx="4576">
                  <c:v>270.3</c:v>
                </c:pt>
                <c:pt idx="4577">
                  <c:v>263.85000000000002</c:v>
                </c:pt>
                <c:pt idx="4578">
                  <c:v>269.95</c:v>
                </c:pt>
                <c:pt idx="4579">
                  <c:v>252.65</c:v>
                </c:pt>
                <c:pt idx="4580">
                  <c:v>250.6</c:v>
                </c:pt>
                <c:pt idx="4581">
                  <c:v>251.8</c:v>
                </c:pt>
                <c:pt idx="4582">
                  <c:v>253.65</c:v>
                </c:pt>
                <c:pt idx="4583">
                  <c:v>253.25</c:v>
                </c:pt>
                <c:pt idx="4584">
                  <c:v>251.1</c:v>
                </c:pt>
                <c:pt idx="4585">
                  <c:v>248.3</c:v>
                </c:pt>
                <c:pt idx="4586">
                  <c:v>248.25</c:v>
                </c:pt>
                <c:pt idx="4587">
                  <c:v>246.75</c:v>
                </c:pt>
                <c:pt idx="4588">
                  <c:v>246.25</c:v>
                </c:pt>
                <c:pt idx="4589">
                  <c:v>246.45</c:v>
                </c:pt>
                <c:pt idx="4590">
                  <c:v>247.2</c:v>
                </c:pt>
                <c:pt idx="4591">
                  <c:v>246.3</c:v>
                </c:pt>
                <c:pt idx="4592">
                  <c:v>246.1</c:v>
                </c:pt>
                <c:pt idx="4593">
                  <c:v>245.5</c:v>
                </c:pt>
                <c:pt idx="4594">
                  <c:v>243.1</c:v>
                </c:pt>
                <c:pt idx="4595">
                  <c:v>240.05</c:v>
                </c:pt>
                <c:pt idx="4596">
                  <c:v>238.6</c:v>
                </c:pt>
                <c:pt idx="4597">
                  <c:v>232.2</c:v>
                </c:pt>
                <c:pt idx="4598">
                  <c:v>224.3</c:v>
                </c:pt>
                <c:pt idx="4599">
                  <c:v>228.7</c:v>
                </c:pt>
                <c:pt idx="4600">
                  <c:v>229.05</c:v>
                </c:pt>
                <c:pt idx="4601">
                  <c:v>228.55</c:v>
                </c:pt>
                <c:pt idx="4602">
                  <c:v>230.65</c:v>
                </c:pt>
                <c:pt idx="4603">
                  <c:v>231.45</c:v>
                </c:pt>
                <c:pt idx="4604">
                  <c:v>230.1</c:v>
                </c:pt>
                <c:pt idx="4605">
                  <c:v>230</c:v>
                </c:pt>
                <c:pt idx="4606">
                  <c:v>236.2</c:v>
                </c:pt>
                <c:pt idx="4607">
                  <c:v>239.85</c:v>
                </c:pt>
                <c:pt idx="4608">
                  <c:v>231.05</c:v>
                </c:pt>
                <c:pt idx="4609">
                  <c:v>228.05</c:v>
                </c:pt>
                <c:pt idx="4610">
                  <c:v>221.3</c:v>
                </c:pt>
                <c:pt idx="4611">
                  <c:v>219.1</c:v>
                </c:pt>
                <c:pt idx="4612">
                  <c:v>226.6</c:v>
                </c:pt>
                <c:pt idx="4613">
                  <c:v>226.05</c:v>
                </c:pt>
                <c:pt idx="4614">
                  <c:v>218.1</c:v>
                </c:pt>
                <c:pt idx="4615">
                  <c:v>211.4</c:v>
                </c:pt>
                <c:pt idx="4616">
                  <c:v>210.45</c:v>
                </c:pt>
                <c:pt idx="4617">
                  <c:v>206.4</c:v>
                </c:pt>
                <c:pt idx="4618">
                  <c:v>210.1</c:v>
                </c:pt>
                <c:pt idx="4619">
                  <c:v>203.7</c:v>
                </c:pt>
                <c:pt idx="4620">
                  <c:v>208.2</c:v>
                </c:pt>
                <c:pt idx="4621">
                  <c:v>202.4</c:v>
                </c:pt>
                <c:pt idx="4622">
                  <c:v>211.6</c:v>
                </c:pt>
                <c:pt idx="4623">
                  <c:v>216.25</c:v>
                </c:pt>
                <c:pt idx="4624">
                  <c:v>218.95</c:v>
                </c:pt>
                <c:pt idx="4625">
                  <c:v>216.5</c:v>
                </c:pt>
                <c:pt idx="4626">
                  <c:v>219.75</c:v>
                </c:pt>
                <c:pt idx="4627">
                  <c:v>224.9</c:v>
                </c:pt>
                <c:pt idx="4628">
                  <c:v>222.2</c:v>
                </c:pt>
                <c:pt idx="4629">
                  <c:v>218.2</c:v>
                </c:pt>
                <c:pt idx="4630">
                  <c:v>214.15</c:v>
                </c:pt>
                <c:pt idx="4631">
                  <c:v>222.4</c:v>
                </c:pt>
                <c:pt idx="4632">
                  <c:v>224.35</c:v>
                </c:pt>
                <c:pt idx="4633">
                  <c:v>226.8</c:v>
                </c:pt>
                <c:pt idx="4634">
                  <c:v>224.8</c:v>
                </c:pt>
                <c:pt idx="4635">
                  <c:v>230.6</c:v>
                </c:pt>
                <c:pt idx="4636">
                  <c:v>223.7</c:v>
                </c:pt>
                <c:pt idx="4637">
                  <c:v>216.3</c:v>
                </c:pt>
                <c:pt idx="4638">
                  <c:v>215.1</c:v>
                </c:pt>
                <c:pt idx="4639">
                  <c:v>208.8</c:v>
                </c:pt>
                <c:pt idx="4640">
                  <c:v>215.2</c:v>
                </c:pt>
                <c:pt idx="4641">
                  <c:v>221.85</c:v>
                </c:pt>
                <c:pt idx="4642">
                  <c:v>218.85</c:v>
                </c:pt>
                <c:pt idx="4643">
                  <c:v>214.8</c:v>
                </c:pt>
                <c:pt idx="4644">
                  <c:v>224.05</c:v>
                </c:pt>
                <c:pt idx="4645">
                  <c:v>225.5</c:v>
                </c:pt>
                <c:pt idx="4646">
                  <c:v>230.3</c:v>
                </c:pt>
                <c:pt idx="4647">
                  <c:v>228.05</c:v>
                </c:pt>
                <c:pt idx="4648">
                  <c:v>230</c:v>
                </c:pt>
                <c:pt idx="4649">
                  <c:v>227.7</c:v>
                </c:pt>
                <c:pt idx="4650">
                  <c:v>228.45</c:v>
                </c:pt>
                <c:pt idx="4651">
                  <c:v>224.8</c:v>
                </c:pt>
                <c:pt idx="4652">
                  <c:v>229.45</c:v>
                </c:pt>
                <c:pt idx="4653">
                  <c:v>229.9</c:v>
                </c:pt>
                <c:pt idx="4654">
                  <c:v>230.25</c:v>
                </c:pt>
                <c:pt idx="4655">
                  <c:v>223.5</c:v>
                </c:pt>
                <c:pt idx="4656">
                  <c:v>219.65</c:v>
                </c:pt>
                <c:pt idx="4657">
                  <c:v>223.6</c:v>
                </c:pt>
                <c:pt idx="4658">
                  <c:v>235.6</c:v>
                </c:pt>
                <c:pt idx="4659">
                  <c:v>234.9</c:v>
                </c:pt>
                <c:pt idx="4660">
                  <c:v>230.15</c:v>
                </c:pt>
                <c:pt idx="4661">
                  <c:v>230.1</c:v>
                </c:pt>
                <c:pt idx="4662">
                  <c:v>230.45</c:v>
                </c:pt>
                <c:pt idx="4663">
                  <c:v>229.9</c:v>
                </c:pt>
                <c:pt idx="4664">
                  <c:v>230.4</c:v>
                </c:pt>
                <c:pt idx="4665">
                  <c:v>241.55</c:v>
                </c:pt>
                <c:pt idx="4666">
                  <c:v>240.65</c:v>
                </c:pt>
                <c:pt idx="4667">
                  <c:v>232.3</c:v>
                </c:pt>
                <c:pt idx="4668">
                  <c:v>232.65</c:v>
                </c:pt>
                <c:pt idx="4669">
                  <c:v>240.1</c:v>
                </c:pt>
                <c:pt idx="4670">
                  <c:v>239.4</c:v>
                </c:pt>
                <c:pt idx="4671">
                  <c:v>231.65</c:v>
                </c:pt>
                <c:pt idx="4672">
                  <c:v>206.75</c:v>
                </c:pt>
                <c:pt idx="4673">
                  <c:v>212.1</c:v>
                </c:pt>
                <c:pt idx="4674">
                  <c:v>218.15</c:v>
                </c:pt>
                <c:pt idx="4675">
                  <c:v>207.9</c:v>
                </c:pt>
                <c:pt idx="4676">
                  <c:v>214.3</c:v>
                </c:pt>
                <c:pt idx="4677">
                  <c:v>210.6</c:v>
                </c:pt>
                <c:pt idx="4678">
                  <c:v>212.45</c:v>
                </c:pt>
                <c:pt idx="4679">
                  <c:v>207.95</c:v>
                </c:pt>
                <c:pt idx="4680">
                  <c:v>211.1</c:v>
                </c:pt>
                <c:pt idx="4681">
                  <c:v>213.55</c:v>
                </c:pt>
                <c:pt idx="4682">
                  <c:v>210.35</c:v>
                </c:pt>
                <c:pt idx="4683">
                  <c:v>211.9</c:v>
                </c:pt>
                <c:pt idx="4684">
                  <c:v>204.6</c:v>
                </c:pt>
                <c:pt idx="4685">
                  <c:v>203.65</c:v>
                </c:pt>
                <c:pt idx="4686">
                  <c:v>211.4</c:v>
                </c:pt>
                <c:pt idx="4687">
                  <c:v>211.2</c:v>
                </c:pt>
                <c:pt idx="4688">
                  <c:v>211.15</c:v>
                </c:pt>
                <c:pt idx="4689">
                  <c:v>212.8</c:v>
                </c:pt>
                <c:pt idx="4690">
                  <c:v>225.9</c:v>
                </c:pt>
                <c:pt idx="4691">
                  <c:v>222.45</c:v>
                </c:pt>
                <c:pt idx="4692">
                  <c:v>207.4</c:v>
                </c:pt>
                <c:pt idx="4693">
                  <c:v>209.75</c:v>
                </c:pt>
                <c:pt idx="4694">
                  <c:v>209.05</c:v>
                </c:pt>
                <c:pt idx="4695">
                  <c:v>203.15</c:v>
                </c:pt>
                <c:pt idx="4696">
                  <c:v>205.6</c:v>
                </c:pt>
                <c:pt idx="4697">
                  <c:v>204.1</c:v>
                </c:pt>
                <c:pt idx="4698">
                  <c:v>207.55</c:v>
                </c:pt>
                <c:pt idx="4699">
                  <c:v>206.8</c:v>
                </c:pt>
                <c:pt idx="4700">
                  <c:v>211.35</c:v>
                </c:pt>
                <c:pt idx="4701">
                  <c:v>205.25</c:v>
                </c:pt>
                <c:pt idx="4702">
                  <c:v>201.9</c:v>
                </c:pt>
                <c:pt idx="4703">
                  <c:v>199.6</c:v>
                </c:pt>
                <c:pt idx="4704">
                  <c:v>195.8</c:v>
                </c:pt>
                <c:pt idx="4705">
                  <c:v>195</c:v>
                </c:pt>
                <c:pt idx="4706">
                  <c:v>192.95</c:v>
                </c:pt>
                <c:pt idx="4707">
                  <c:v>198.8</c:v>
                </c:pt>
                <c:pt idx="4708">
                  <c:v>195.85</c:v>
                </c:pt>
                <c:pt idx="4709">
                  <c:v>202.95</c:v>
                </c:pt>
                <c:pt idx="4710">
                  <c:v>206.2</c:v>
                </c:pt>
                <c:pt idx="4711">
                  <c:v>198.4</c:v>
                </c:pt>
                <c:pt idx="4712">
                  <c:v>195.35</c:v>
                </c:pt>
                <c:pt idx="4713">
                  <c:v>195.7</c:v>
                </c:pt>
                <c:pt idx="4714">
                  <c:v>192.55</c:v>
                </c:pt>
                <c:pt idx="4715">
                  <c:v>193.55</c:v>
                </c:pt>
                <c:pt idx="4716">
                  <c:v>199.3</c:v>
                </c:pt>
                <c:pt idx="4717">
                  <c:v>200.65</c:v>
                </c:pt>
                <c:pt idx="4718">
                  <c:v>201.6</c:v>
                </c:pt>
                <c:pt idx="4719">
                  <c:v>205.5</c:v>
                </c:pt>
                <c:pt idx="4720">
                  <c:v>208.55</c:v>
                </c:pt>
                <c:pt idx="4721">
                  <c:v>206.85</c:v>
                </c:pt>
                <c:pt idx="4722">
                  <c:v>202.75</c:v>
                </c:pt>
                <c:pt idx="4723">
                  <c:v>200.05</c:v>
                </c:pt>
                <c:pt idx="4724">
                  <c:v>196.4</c:v>
                </c:pt>
                <c:pt idx="4725">
                  <c:v>196.4</c:v>
                </c:pt>
                <c:pt idx="4726">
                  <c:v>195.85</c:v>
                </c:pt>
                <c:pt idx="4727">
                  <c:v>199.4</c:v>
                </c:pt>
                <c:pt idx="4728">
                  <c:v>202.2</c:v>
                </c:pt>
                <c:pt idx="4729">
                  <c:v>202.1</c:v>
                </c:pt>
                <c:pt idx="4730">
                  <c:v>193.15</c:v>
                </c:pt>
                <c:pt idx="4731">
                  <c:v>187.95</c:v>
                </c:pt>
                <c:pt idx="4732">
                  <c:v>192.9</c:v>
                </c:pt>
                <c:pt idx="4733">
                  <c:v>193.45</c:v>
                </c:pt>
                <c:pt idx="4734">
                  <c:v>195.65</c:v>
                </c:pt>
                <c:pt idx="4735">
                  <c:v>194.75</c:v>
                </c:pt>
                <c:pt idx="4736">
                  <c:v>195.45</c:v>
                </c:pt>
                <c:pt idx="4737">
                  <c:v>196.6</c:v>
                </c:pt>
                <c:pt idx="4738">
                  <c:v>193.05</c:v>
                </c:pt>
                <c:pt idx="4739">
                  <c:v>198.9</c:v>
                </c:pt>
                <c:pt idx="4740">
                  <c:v>196.3</c:v>
                </c:pt>
                <c:pt idx="4741">
                  <c:v>197.45</c:v>
                </c:pt>
                <c:pt idx="4742">
                  <c:v>198.7</c:v>
                </c:pt>
                <c:pt idx="4743">
                  <c:v>198.45</c:v>
                </c:pt>
                <c:pt idx="4744">
                  <c:v>191.5</c:v>
                </c:pt>
                <c:pt idx="4745">
                  <c:v>192.8</c:v>
                </c:pt>
                <c:pt idx="4746">
                  <c:v>193.5</c:v>
                </c:pt>
                <c:pt idx="4747">
                  <c:v>194.7</c:v>
                </c:pt>
                <c:pt idx="4748">
                  <c:v>191.5</c:v>
                </c:pt>
                <c:pt idx="4749">
                  <c:v>192.65</c:v>
                </c:pt>
                <c:pt idx="4750">
                  <c:v>194.1</c:v>
                </c:pt>
                <c:pt idx="4751">
                  <c:v>197.35</c:v>
                </c:pt>
                <c:pt idx="4752">
                  <c:v>162.15</c:v>
                </c:pt>
                <c:pt idx="4753">
                  <c:v>161.35</c:v>
                </c:pt>
                <c:pt idx="4754">
                  <c:v>162.6</c:v>
                </c:pt>
                <c:pt idx="4755">
                  <c:v>163.75</c:v>
                </c:pt>
                <c:pt idx="4756">
                  <c:v>163.44999999999999</c:v>
                </c:pt>
                <c:pt idx="4757">
                  <c:v>154.15</c:v>
                </c:pt>
                <c:pt idx="4758">
                  <c:v>152.15</c:v>
                </c:pt>
                <c:pt idx="4759">
                  <c:v>152.85</c:v>
                </c:pt>
                <c:pt idx="4760">
                  <c:v>150.69999999999999</c:v>
                </c:pt>
                <c:pt idx="4761">
                  <c:v>151.75</c:v>
                </c:pt>
                <c:pt idx="4762">
                  <c:v>147.30000000000001</c:v>
                </c:pt>
                <c:pt idx="4763">
                  <c:v>148</c:v>
                </c:pt>
                <c:pt idx="4764">
                  <c:v>153.1</c:v>
                </c:pt>
                <c:pt idx="4765">
                  <c:v>160.25</c:v>
                </c:pt>
                <c:pt idx="4766">
                  <c:v>164.6</c:v>
                </c:pt>
                <c:pt idx="4767">
                  <c:v>169.65</c:v>
                </c:pt>
                <c:pt idx="4768">
                  <c:v>171.25</c:v>
                </c:pt>
                <c:pt idx="4769">
                  <c:v>169.7</c:v>
                </c:pt>
                <c:pt idx="4770">
                  <c:v>164.65</c:v>
                </c:pt>
                <c:pt idx="4771">
                  <c:v>169.4</c:v>
                </c:pt>
                <c:pt idx="4772">
                  <c:v>173.45</c:v>
                </c:pt>
                <c:pt idx="4773">
                  <c:v>174.95</c:v>
                </c:pt>
                <c:pt idx="4774">
                  <c:v>178.5</c:v>
                </c:pt>
                <c:pt idx="4775">
                  <c:v>176.05</c:v>
                </c:pt>
                <c:pt idx="4776">
                  <c:v>172.35</c:v>
                </c:pt>
                <c:pt idx="4777">
                  <c:v>177.1</c:v>
                </c:pt>
                <c:pt idx="4778">
                  <c:v>178.45</c:v>
                </c:pt>
                <c:pt idx="4779">
                  <c:v>171.6</c:v>
                </c:pt>
                <c:pt idx="4780">
                  <c:v>173.6</c:v>
                </c:pt>
                <c:pt idx="4781">
                  <c:v>175.7</c:v>
                </c:pt>
                <c:pt idx="4782">
                  <c:v>173.3</c:v>
                </c:pt>
                <c:pt idx="4783">
                  <c:v>172.7</c:v>
                </c:pt>
                <c:pt idx="4784">
                  <c:v>174.55</c:v>
                </c:pt>
                <c:pt idx="4785">
                  <c:v>173.9</c:v>
                </c:pt>
                <c:pt idx="4786">
                  <c:v>168.25</c:v>
                </c:pt>
                <c:pt idx="4787">
                  <c:v>173.6</c:v>
                </c:pt>
                <c:pt idx="4788">
                  <c:v>175.45</c:v>
                </c:pt>
                <c:pt idx="4789">
                  <c:v>178.05</c:v>
                </c:pt>
                <c:pt idx="4790">
                  <c:v>184.45</c:v>
                </c:pt>
                <c:pt idx="4791">
                  <c:v>188.9</c:v>
                </c:pt>
                <c:pt idx="4792">
                  <c:v>187.9</c:v>
                </c:pt>
                <c:pt idx="4793">
                  <c:v>185.8</c:v>
                </c:pt>
                <c:pt idx="4794">
                  <c:v>187.2</c:v>
                </c:pt>
                <c:pt idx="4795">
                  <c:v>191.7</c:v>
                </c:pt>
                <c:pt idx="4796">
                  <c:v>186.65</c:v>
                </c:pt>
                <c:pt idx="4797">
                  <c:v>190</c:v>
                </c:pt>
                <c:pt idx="4798">
                  <c:v>188.5</c:v>
                </c:pt>
                <c:pt idx="4799">
                  <c:v>181.15</c:v>
                </c:pt>
                <c:pt idx="4800">
                  <c:v>183.9</c:v>
                </c:pt>
                <c:pt idx="4801">
                  <c:v>184.7</c:v>
                </c:pt>
                <c:pt idx="4802">
                  <c:v>184.95</c:v>
                </c:pt>
                <c:pt idx="4803">
                  <c:v>178.6</c:v>
                </c:pt>
                <c:pt idx="4804">
                  <c:v>175</c:v>
                </c:pt>
                <c:pt idx="4805">
                  <c:v>174.8</c:v>
                </c:pt>
                <c:pt idx="4806">
                  <c:v>174.8</c:v>
                </c:pt>
                <c:pt idx="4807">
                  <c:v>170.45</c:v>
                </c:pt>
                <c:pt idx="4808">
                  <c:v>169.7</c:v>
                </c:pt>
                <c:pt idx="4809">
                  <c:v>166.85</c:v>
                </c:pt>
                <c:pt idx="4810">
                  <c:v>168.3</c:v>
                </c:pt>
                <c:pt idx="4811">
                  <c:v>167.7</c:v>
                </c:pt>
                <c:pt idx="4812">
                  <c:v>166.75</c:v>
                </c:pt>
                <c:pt idx="4813">
                  <c:v>163.5</c:v>
                </c:pt>
                <c:pt idx="4814">
                  <c:v>159.4</c:v>
                </c:pt>
                <c:pt idx="4815">
                  <c:v>157.15</c:v>
                </c:pt>
                <c:pt idx="4816">
                  <c:v>155.94999999999999</c:v>
                </c:pt>
                <c:pt idx="4817">
                  <c:v>154.19999999999999</c:v>
                </c:pt>
                <c:pt idx="4818">
                  <c:v>160.75</c:v>
                </c:pt>
                <c:pt idx="4819">
                  <c:v>160.05000000000001</c:v>
                </c:pt>
                <c:pt idx="4820">
                  <c:v>163.5</c:v>
                </c:pt>
                <c:pt idx="4821">
                  <c:v>160.94999999999999</c:v>
                </c:pt>
                <c:pt idx="4822">
                  <c:v>167.1</c:v>
                </c:pt>
                <c:pt idx="4823">
                  <c:v>165.45</c:v>
                </c:pt>
                <c:pt idx="4824">
                  <c:v>166.3</c:v>
                </c:pt>
                <c:pt idx="4825">
                  <c:v>157.35</c:v>
                </c:pt>
                <c:pt idx="4826">
                  <c:v>163.9</c:v>
                </c:pt>
                <c:pt idx="4827">
                  <c:v>166.5</c:v>
                </c:pt>
                <c:pt idx="4828">
                  <c:v>169.55</c:v>
                </c:pt>
                <c:pt idx="4829">
                  <c:v>165.85</c:v>
                </c:pt>
                <c:pt idx="4830">
                  <c:v>164</c:v>
                </c:pt>
                <c:pt idx="4831">
                  <c:v>160.55000000000001</c:v>
                </c:pt>
                <c:pt idx="4832">
                  <c:v>164.2</c:v>
                </c:pt>
                <c:pt idx="4833">
                  <c:v>165.9</c:v>
                </c:pt>
                <c:pt idx="4834">
                  <c:v>163.1</c:v>
                </c:pt>
                <c:pt idx="4835">
                  <c:v>164.2</c:v>
                </c:pt>
                <c:pt idx="4836">
                  <c:v>165.2</c:v>
                </c:pt>
                <c:pt idx="4837">
                  <c:v>169.35</c:v>
                </c:pt>
                <c:pt idx="4838">
                  <c:v>170.1</c:v>
                </c:pt>
                <c:pt idx="4839">
                  <c:v>168.45</c:v>
                </c:pt>
                <c:pt idx="4840">
                  <c:v>169.55</c:v>
                </c:pt>
                <c:pt idx="4841">
                  <c:v>164.05</c:v>
                </c:pt>
                <c:pt idx="4842">
                  <c:v>168.1</c:v>
                </c:pt>
                <c:pt idx="4843">
                  <c:v>168.5</c:v>
                </c:pt>
                <c:pt idx="4844">
                  <c:v>172</c:v>
                </c:pt>
                <c:pt idx="4845">
                  <c:v>172.4</c:v>
                </c:pt>
                <c:pt idx="4846">
                  <c:v>168.45</c:v>
                </c:pt>
                <c:pt idx="4847">
                  <c:v>170.35</c:v>
                </c:pt>
                <c:pt idx="4848">
                  <c:v>177.85</c:v>
                </c:pt>
                <c:pt idx="4849">
                  <c:v>176.85</c:v>
                </c:pt>
                <c:pt idx="4850">
                  <c:v>174.35</c:v>
                </c:pt>
                <c:pt idx="4851">
                  <c:v>174.05</c:v>
                </c:pt>
                <c:pt idx="4852">
                  <c:v>174.65</c:v>
                </c:pt>
                <c:pt idx="4853">
                  <c:v>172.7</c:v>
                </c:pt>
                <c:pt idx="4854">
                  <c:v>171.05</c:v>
                </c:pt>
                <c:pt idx="4855">
                  <c:v>163.65</c:v>
                </c:pt>
                <c:pt idx="4856">
                  <c:v>161.94999999999999</c:v>
                </c:pt>
                <c:pt idx="4857">
                  <c:v>161.5</c:v>
                </c:pt>
                <c:pt idx="4858">
                  <c:v>160</c:v>
                </c:pt>
                <c:pt idx="4859">
                  <c:v>163.65</c:v>
                </c:pt>
                <c:pt idx="4860">
                  <c:v>167.65</c:v>
                </c:pt>
                <c:pt idx="4861">
                  <c:v>166.75</c:v>
                </c:pt>
                <c:pt idx="4862">
                  <c:v>166.9</c:v>
                </c:pt>
                <c:pt idx="4863">
                  <c:v>168.65</c:v>
                </c:pt>
                <c:pt idx="4864">
                  <c:v>163.05000000000001</c:v>
                </c:pt>
                <c:pt idx="4865">
                  <c:v>161.25</c:v>
                </c:pt>
                <c:pt idx="4866">
                  <c:v>167.25</c:v>
                </c:pt>
                <c:pt idx="4867">
                  <c:v>168.1</c:v>
                </c:pt>
                <c:pt idx="4868">
                  <c:v>165.05</c:v>
                </c:pt>
                <c:pt idx="4869">
                  <c:v>171.45</c:v>
                </c:pt>
                <c:pt idx="4870">
                  <c:v>164.1</c:v>
                </c:pt>
                <c:pt idx="4871">
                  <c:v>155.65</c:v>
                </c:pt>
                <c:pt idx="4872">
                  <c:v>150.6</c:v>
                </c:pt>
                <c:pt idx="4873">
                  <c:v>154.1</c:v>
                </c:pt>
                <c:pt idx="4874">
                  <c:v>145.44999999999999</c:v>
                </c:pt>
                <c:pt idx="4875">
                  <c:v>143</c:v>
                </c:pt>
                <c:pt idx="4876">
                  <c:v>140.69999999999999</c:v>
                </c:pt>
                <c:pt idx="4877">
                  <c:v>140.80000000000001</c:v>
                </c:pt>
                <c:pt idx="4878">
                  <c:v>136.65</c:v>
                </c:pt>
                <c:pt idx="4879">
                  <c:v>138.69999999999999</c:v>
                </c:pt>
                <c:pt idx="4880">
                  <c:v>141.5</c:v>
                </c:pt>
                <c:pt idx="4881">
                  <c:v>139.75</c:v>
                </c:pt>
                <c:pt idx="4882">
                  <c:v>146.55000000000001</c:v>
                </c:pt>
                <c:pt idx="4883">
                  <c:v>144.4</c:v>
                </c:pt>
                <c:pt idx="4884">
                  <c:v>144.30000000000001</c:v>
                </c:pt>
                <c:pt idx="4885">
                  <c:v>142.4</c:v>
                </c:pt>
                <c:pt idx="4886">
                  <c:v>139.94999999999999</c:v>
                </c:pt>
                <c:pt idx="4887">
                  <c:v>129.05000000000001</c:v>
                </c:pt>
                <c:pt idx="4888">
                  <c:v>137.4</c:v>
                </c:pt>
                <c:pt idx="4889">
                  <c:v>135.05000000000001</c:v>
                </c:pt>
                <c:pt idx="4890">
                  <c:v>138.1</c:v>
                </c:pt>
                <c:pt idx="4891">
                  <c:v>132.35</c:v>
                </c:pt>
                <c:pt idx="4892">
                  <c:v>135.75</c:v>
                </c:pt>
                <c:pt idx="4893">
                  <c:v>139.15</c:v>
                </c:pt>
                <c:pt idx="4894">
                  <c:v>134.15</c:v>
                </c:pt>
                <c:pt idx="4895">
                  <c:v>136.69999999999999</c:v>
                </c:pt>
                <c:pt idx="4896">
                  <c:v>139.30000000000001</c:v>
                </c:pt>
                <c:pt idx="4897">
                  <c:v>141.80000000000001</c:v>
                </c:pt>
                <c:pt idx="4898">
                  <c:v>141.25</c:v>
                </c:pt>
                <c:pt idx="4899">
                  <c:v>146.30000000000001</c:v>
                </c:pt>
                <c:pt idx="4900">
                  <c:v>145.44999999999999</c:v>
                </c:pt>
                <c:pt idx="4901">
                  <c:v>149.30000000000001</c:v>
                </c:pt>
                <c:pt idx="4902">
                  <c:v>148.65</c:v>
                </c:pt>
                <c:pt idx="4903">
                  <c:v>145.4</c:v>
                </c:pt>
                <c:pt idx="4904">
                  <c:v>149.69999999999999</c:v>
                </c:pt>
                <c:pt idx="4905">
                  <c:v>146.15</c:v>
                </c:pt>
                <c:pt idx="4906">
                  <c:v>158.94999999999999</c:v>
                </c:pt>
                <c:pt idx="4907">
                  <c:v>157.9</c:v>
                </c:pt>
                <c:pt idx="4908">
                  <c:v>159.94999999999999</c:v>
                </c:pt>
                <c:pt idx="4909">
                  <c:v>156.19999999999999</c:v>
                </c:pt>
                <c:pt idx="4910">
                  <c:v>166.1</c:v>
                </c:pt>
                <c:pt idx="4911">
                  <c:v>157.25</c:v>
                </c:pt>
                <c:pt idx="4912">
                  <c:v>154.15</c:v>
                </c:pt>
                <c:pt idx="4913">
                  <c:v>151.30000000000001</c:v>
                </c:pt>
                <c:pt idx="4914">
                  <c:v>144.4</c:v>
                </c:pt>
                <c:pt idx="4915">
                  <c:v>143.30000000000001</c:v>
                </c:pt>
                <c:pt idx="4916">
                  <c:v>142.65</c:v>
                </c:pt>
                <c:pt idx="4917">
                  <c:v>145.69999999999999</c:v>
                </c:pt>
                <c:pt idx="4918">
                  <c:v>141.15</c:v>
                </c:pt>
                <c:pt idx="4919">
                  <c:v>147.05000000000001</c:v>
                </c:pt>
                <c:pt idx="4920">
                  <c:v>147.80000000000001</c:v>
                </c:pt>
                <c:pt idx="4921">
                  <c:v>153.5</c:v>
                </c:pt>
                <c:pt idx="4922">
                  <c:v>149.9</c:v>
                </c:pt>
                <c:pt idx="4923">
                  <c:v>148.30000000000001</c:v>
                </c:pt>
                <c:pt idx="4924">
                  <c:v>150.25</c:v>
                </c:pt>
                <c:pt idx="4925">
                  <c:v>149.15</c:v>
                </c:pt>
                <c:pt idx="4926">
                  <c:v>146.25</c:v>
                </c:pt>
                <c:pt idx="4927">
                  <c:v>145.69999999999999</c:v>
                </c:pt>
                <c:pt idx="4928">
                  <c:v>142.19999999999999</c:v>
                </c:pt>
                <c:pt idx="4929">
                  <c:v>144.65</c:v>
                </c:pt>
                <c:pt idx="4930">
                  <c:v>149.5</c:v>
                </c:pt>
                <c:pt idx="4931">
                  <c:v>150.1</c:v>
                </c:pt>
                <c:pt idx="4932">
                  <c:v>148.35</c:v>
                </c:pt>
                <c:pt idx="4933">
                  <c:v>153.05000000000001</c:v>
                </c:pt>
                <c:pt idx="4934">
                  <c:v>157.6</c:v>
                </c:pt>
                <c:pt idx="4935">
                  <c:v>157.5</c:v>
                </c:pt>
                <c:pt idx="4936">
                  <c:v>157.94999999999999</c:v>
                </c:pt>
                <c:pt idx="4937">
                  <c:v>160.94999999999999</c:v>
                </c:pt>
                <c:pt idx="4938">
                  <c:v>155.5</c:v>
                </c:pt>
                <c:pt idx="4939">
                  <c:v>152.69999999999999</c:v>
                </c:pt>
                <c:pt idx="4940">
                  <c:v>148.4</c:v>
                </c:pt>
                <c:pt idx="4941">
                  <c:v>144</c:v>
                </c:pt>
                <c:pt idx="4942">
                  <c:v>142.1</c:v>
                </c:pt>
                <c:pt idx="4943">
                  <c:v>143.4</c:v>
                </c:pt>
                <c:pt idx="4944">
                  <c:v>141.69999999999999</c:v>
                </c:pt>
                <c:pt idx="4945">
                  <c:v>141.44999999999999</c:v>
                </c:pt>
                <c:pt idx="4946">
                  <c:v>139.05000000000001</c:v>
                </c:pt>
                <c:pt idx="4947">
                  <c:v>142.25</c:v>
                </c:pt>
                <c:pt idx="4948">
                  <c:v>146.15</c:v>
                </c:pt>
                <c:pt idx="4949">
                  <c:v>145.1</c:v>
                </c:pt>
                <c:pt idx="4950">
                  <c:v>146.94999999999999</c:v>
                </c:pt>
                <c:pt idx="4951">
                  <c:v>147.4</c:v>
                </c:pt>
                <c:pt idx="4952">
                  <c:v>144.6</c:v>
                </c:pt>
                <c:pt idx="4953">
                  <c:v>144.69999999999999</c:v>
                </c:pt>
                <c:pt idx="4954">
                  <c:v>139.69999999999999</c:v>
                </c:pt>
                <c:pt idx="4955">
                  <c:v>144.19999999999999</c:v>
                </c:pt>
                <c:pt idx="4956">
                  <c:v>142.5</c:v>
                </c:pt>
                <c:pt idx="4957">
                  <c:v>141.94999999999999</c:v>
                </c:pt>
                <c:pt idx="4958">
                  <c:v>142.6</c:v>
                </c:pt>
                <c:pt idx="4959">
                  <c:v>140.85</c:v>
                </c:pt>
                <c:pt idx="4960">
                  <c:v>138.5</c:v>
                </c:pt>
                <c:pt idx="4961">
                  <c:v>144</c:v>
                </c:pt>
                <c:pt idx="4962">
                  <c:v>149.4</c:v>
                </c:pt>
                <c:pt idx="4963">
                  <c:v>147.15</c:v>
                </c:pt>
                <c:pt idx="4964">
                  <c:v>152.35</c:v>
                </c:pt>
                <c:pt idx="4965">
                  <c:v>152.80000000000001</c:v>
                </c:pt>
                <c:pt idx="4966">
                  <c:v>149.35</c:v>
                </c:pt>
                <c:pt idx="4967">
                  <c:v>144.25</c:v>
                </c:pt>
                <c:pt idx="4968">
                  <c:v>147.75</c:v>
                </c:pt>
                <c:pt idx="4969">
                  <c:v>148.05000000000001</c:v>
                </c:pt>
                <c:pt idx="4970">
                  <c:v>150.69999999999999</c:v>
                </c:pt>
                <c:pt idx="4971">
                  <c:v>151.75</c:v>
                </c:pt>
                <c:pt idx="4972">
                  <c:v>154.5</c:v>
                </c:pt>
                <c:pt idx="4973">
                  <c:v>152.44999999999999</c:v>
                </c:pt>
                <c:pt idx="4974">
                  <c:v>154.6</c:v>
                </c:pt>
                <c:pt idx="4975">
                  <c:v>159.44999999999999</c:v>
                </c:pt>
                <c:pt idx="4976">
                  <c:v>157.75</c:v>
                </c:pt>
                <c:pt idx="4977">
                  <c:v>150.55000000000001</c:v>
                </c:pt>
                <c:pt idx="4978">
                  <c:v>156</c:v>
                </c:pt>
                <c:pt idx="4979">
                  <c:v>157.35</c:v>
                </c:pt>
                <c:pt idx="4980">
                  <c:v>158.15</c:v>
                </c:pt>
                <c:pt idx="4981">
                  <c:v>159.94999999999999</c:v>
                </c:pt>
                <c:pt idx="4982">
                  <c:v>160.44999999999999</c:v>
                </c:pt>
                <c:pt idx="4983">
                  <c:v>165</c:v>
                </c:pt>
                <c:pt idx="4984">
                  <c:v>164.65</c:v>
                </c:pt>
                <c:pt idx="4985">
                  <c:v>162.25</c:v>
                </c:pt>
                <c:pt idx="4986">
                  <c:v>159.5</c:v>
                </c:pt>
                <c:pt idx="4987">
                  <c:v>156.9</c:v>
                </c:pt>
                <c:pt idx="4988">
                  <c:v>153.9</c:v>
                </c:pt>
                <c:pt idx="4989">
                  <c:v>153.19999999999999</c:v>
                </c:pt>
                <c:pt idx="4990">
                  <c:v>154.15</c:v>
                </c:pt>
                <c:pt idx="4991">
                  <c:v>155.9</c:v>
                </c:pt>
                <c:pt idx="4992">
                  <c:v>148.85</c:v>
                </c:pt>
                <c:pt idx="4993">
                  <c:v>142.19999999999999</c:v>
                </c:pt>
                <c:pt idx="4994">
                  <c:v>142.19999999999999</c:v>
                </c:pt>
                <c:pt idx="4995">
                  <c:v>140.94999999999999</c:v>
                </c:pt>
                <c:pt idx="4996">
                  <c:v>137.9</c:v>
                </c:pt>
                <c:pt idx="4997">
                  <c:v>134.9</c:v>
                </c:pt>
                <c:pt idx="4998">
                  <c:v>134.15</c:v>
                </c:pt>
                <c:pt idx="4999">
                  <c:v>138.55000000000001</c:v>
                </c:pt>
                <c:pt idx="5000">
                  <c:v>143.1</c:v>
                </c:pt>
                <c:pt idx="5001">
                  <c:v>143.85</c:v>
                </c:pt>
                <c:pt idx="5002">
                  <c:v>144.6</c:v>
                </c:pt>
                <c:pt idx="5003">
                  <c:v>140.30000000000001</c:v>
                </c:pt>
                <c:pt idx="5004">
                  <c:v>140.75</c:v>
                </c:pt>
                <c:pt idx="5005">
                  <c:v>141.55000000000001</c:v>
                </c:pt>
                <c:pt idx="5006">
                  <c:v>142.5</c:v>
                </c:pt>
                <c:pt idx="5007">
                  <c:v>141.1</c:v>
                </c:pt>
                <c:pt idx="5008">
                  <c:v>142.1</c:v>
                </c:pt>
                <c:pt idx="5009">
                  <c:v>140.55000000000001</c:v>
                </c:pt>
                <c:pt idx="5010">
                  <c:v>142.65</c:v>
                </c:pt>
                <c:pt idx="5011">
                  <c:v>142.35</c:v>
                </c:pt>
                <c:pt idx="5012">
                  <c:v>133.19999999999999</c:v>
                </c:pt>
                <c:pt idx="5013">
                  <c:v>132.69999999999999</c:v>
                </c:pt>
                <c:pt idx="5014">
                  <c:v>130.25</c:v>
                </c:pt>
                <c:pt idx="5015">
                  <c:v>130.55000000000001</c:v>
                </c:pt>
                <c:pt idx="5016">
                  <c:v>114</c:v>
                </c:pt>
                <c:pt idx="5017">
                  <c:v>110.95</c:v>
                </c:pt>
                <c:pt idx="5018">
                  <c:v>119.55</c:v>
                </c:pt>
                <c:pt idx="5019">
                  <c:v>119.35</c:v>
                </c:pt>
                <c:pt idx="5020">
                  <c:v>117.1</c:v>
                </c:pt>
                <c:pt idx="5021">
                  <c:v>111.05</c:v>
                </c:pt>
                <c:pt idx="5022">
                  <c:v>94.9</c:v>
                </c:pt>
                <c:pt idx="5023">
                  <c:v>92</c:v>
                </c:pt>
                <c:pt idx="5024">
                  <c:v>79.849999999999994</c:v>
                </c:pt>
                <c:pt idx="5025">
                  <c:v>84.05</c:v>
                </c:pt>
                <c:pt idx="5026">
                  <c:v>74.849999999999994</c:v>
                </c:pt>
                <c:pt idx="5027">
                  <c:v>75</c:v>
                </c:pt>
                <c:pt idx="5028">
                  <c:v>72.95</c:v>
                </c:pt>
                <c:pt idx="5029">
                  <c:v>69.349999999999994</c:v>
                </c:pt>
                <c:pt idx="5030">
                  <c:v>75.45</c:v>
                </c:pt>
                <c:pt idx="5031">
                  <c:v>62.65</c:v>
                </c:pt>
                <c:pt idx="5032">
                  <c:v>62.8</c:v>
                </c:pt>
                <c:pt idx="5033">
                  <c:v>64.2</c:v>
                </c:pt>
                <c:pt idx="5034">
                  <c:v>65.8</c:v>
                </c:pt>
                <c:pt idx="5035">
                  <c:v>63.75</c:v>
                </c:pt>
                <c:pt idx="5036">
                  <c:v>61.55</c:v>
                </c:pt>
                <c:pt idx="5037">
                  <c:v>64.7</c:v>
                </c:pt>
                <c:pt idx="5038">
                  <c:v>62.65</c:v>
                </c:pt>
                <c:pt idx="5039">
                  <c:v>62.8</c:v>
                </c:pt>
                <c:pt idx="5040">
                  <c:v>66.75</c:v>
                </c:pt>
                <c:pt idx="5041">
                  <c:v>70.3</c:v>
                </c:pt>
                <c:pt idx="5042">
                  <c:v>76.8</c:v>
                </c:pt>
                <c:pt idx="5043">
                  <c:v>78.3</c:v>
                </c:pt>
                <c:pt idx="5044">
                  <c:v>78.599999999999994</c:v>
                </c:pt>
                <c:pt idx="5045">
                  <c:v>82.7</c:v>
                </c:pt>
                <c:pt idx="5046">
                  <c:v>84.1</c:v>
                </c:pt>
                <c:pt idx="5047">
                  <c:v>81.45</c:v>
                </c:pt>
                <c:pt idx="5048">
                  <c:v>78.45</c:v>
                </c:pt>
                <c:pt idx="5049">
                  <c:v>76.099999999999994</c:v>
                </c:pt>
                <c:pt idx="5050">
                  <c:v>77.599999999999994</c:v>
                </c:pt>
                <c:pt idx="5051">
                  <c:v>77.95</c:v>
                </c:pt>
                <c:pt idx="5052">
                  <c:v>78.45</c:v>
                </c:pt>
                <c:pt idx="5053">
                  <c:v>76.849999999999994</c:v>
                </c:pt>
                <c:pt idx="5054">
                  <c:v>79.150000000000006</c:v>
                </c:pt>
                <c:pt idx="5055">
                  <c:v>89.55</c:v>
                </c:pt>
                <c:pt idx="5056">
                  <c:v>79.95</c:v>
                </c:pt>
                <c:pt idx="5057">
                  <c:v>78.900000000000006</c:v>
                </c:pt>
                <c:pt idx="5058">
                  <c:v>79.45</c:v>
                </c:pt>
                <c:pt idx="5059">
                  <c:v>78.55</c:v>
                </c:pt>
                <c:pt idx="5060">
                  <c:v>77.400000000000006</c:v>
                </c:pt>
                <c:pt idx="5061">
                  <c:v>79.599999999999994</c:v>
                </c:pt>
                <c:pt idx="5062">
                  <c:v>89.05</c:v>
                </c:pt>
                <c:pt idx="5063">
                  <c:v>90.25</c:v>
                </c:pt>
                <c:pt idx="5064">
                  <c:v>89.15</c:v>
                </c:pt>
                <c:pt idx="5065">
                  <c:v>92.95</c:v>
                </c:pt>
                <c:pt idx="5066">
                  <c:v>92.5</c:v>
                </c:pt>
                <c:pt idx="5067">
                  <c:v>90</c:v>
                </c:pt>
                <c:pt idx="5068">
                  <c:v>88.55</c:v>
                </c:pt>
                <c:pt idx="5069">
                  <c:v>90.2</c:v>
                </c:pt>
                <c:pt idx="5070">
                  <c:v>89.1</c:v>
                </c:pt>
                <c:pt idx="5071">
                  <c:v>87.9</c:v>
                </c:pt>
                <c:pt idx="5072">
                  <c:v>87.9</c:v>
                </c:pt>
                <c:pt idx="5073">
                  <c:v>89.95</c:v>
                </c:pt>
                <c:pt idx="5074">
                  <c:v>92.2</c:v>
                </c:pt>
                <c:pt idx="5075">
                  <c:v>93.65</c:v>
                </c:pt>
                <c:pt idx="5076">
                  <c:v>96.9</c:v>
                </c:pt>
                <c:pt idx="5077">
                  <c:v>96.7</c:v>
                </c:pt>
                <c:pt idx="5078">
                  <c:v>104.4</c:v>
                </c:pt>
                <c:pt idx="5079">
                  <c:v>105.3</c:v>
                </c:pt>
                <c:pt idx="5080">
                  <c:v>105.1</c:v>
                </c:pt>
                <c:pt idx="5081">
                  <c:v>104.6</c:v>
                </c:pt>
                <c:pt idx="5082">
                  <c:v>106.1</c:v>
                </c:pt>
                <c:pt idx="5083">
                  <c:v>101.05</c:v>
                </c:pt>
                <c:pt idx="5084">
                  <c:v>103.3</c:v>
                </c:pt>
                <c:pt idx="5085">
                  <c:v>102.4</c:v>
                </c:pt>
                <c:pt idx="5086">
                  <c:v>103.85</c:v>
                </c:pt>
                <c:pt idx="5087">
                  <c:v>102.1</c:v>
                </c:pt>
                <c:pt idx="5088">
                  <c:v>107</c:v>
                </c:pt>
                <c:pt idx="5089">
                  <c:v>105.25</c:v>
                </c:pt>
                <c:pt idx="5090">
                  <c:v>110.05</c:v>
                </c:pt>
                <c:pt idx="5091">
                  <c:v>110</c:v>
                </c:pt>
                <c:pt idx="5092">
                  <c:v>109.45</c:v>
                </c:pt>
                <c:pt idx="5093">
                  <c:v>111.25</c:v>
                </c:pt>
                <c:pt idx="5094">
                  <c:v>109.95</c:v>
                </c:pt>
                <c:pt idx="5095">
                  <c:v>107.95</c:v>
                </c:pt>
                <c:pt idx="5096">
                  <c:v>106.4</c:v>
                </c:pt>
                <c:pt idx="5097">
                  <c:v>107.7</c:v>
                </c:pt>
                <c:pt idx="5098">
                  <c:v>106.4</c:v>
                </c:pt>
                <c:pt idx="5099">
                  <c:v>106.45</c:v>
                </c:pt>
                <c:pt idx="5100">
                  <c:v>110.25</c:v>
                </c:pt>
                <c:pt idx="5101">
                  <c:v>107.6</c:v>
                </c:pt>
                <c:pt idx="5102">
                  <c:v>110.4</c:v>
                </c:pt>
                <c:pt idx="5103">
                  <c:v>112</c:v>
                </c:pt>
                <c:pt idx="5104">
                  <c:v>110.35</c:v>
                </c:pt>
                <c:pt idx="5105">
                  <c:v>112.4</c:v>
                </c:pt>
                <c:pt idx="5106">
                  <c:v>108.9</c:v>
                </c:pt>
                <c:pt idx="5107">
                  <c:v>109.1</c:v>
                </c:pt>
                <c:pt idx="5108">
                  <c:v>108.9</c:v>
                </c:pt>
                <c:pt idx="5109">
                  <c:v>109.15</c:v>
                </c:pt>
                <c:pt idx="5110">
                  <c:v>108.1</c:v>
                </c:pt>
                <c:pt idx="5111">
                  <c:v>110.8</c:v>
                </c:pt>
                <c:pt idx="5112">
                  <c:v>112.1</c:v>
                </c:pt>
                <c:pt idx="5113">
                  <c:v>113.95</c:v>
                </c:pt>
                <c:pt idx="5114">
                  <c:v>112.05</c:v>
                </c:pt>
                <c:pt idx="5115">
                  <c:v>109.85</c:v>
                </c:pt>
                <c:pt idx="5116">
                  <c:v>110.85</c:v>
                </c:pt>
                <c:pt idx="5117">
                  <c:v>110</c:v>
                </c:pt>
                <c:pt idx="5118">
                  <c:v>110.9</c:v>
                </c:pt>
                <c:pt idx="5119">
                  <c:v>113.8</c:v>
                </c:pt>
                <c:pt idx="5120">
                  <c:v>115.3</c:v>
                </c:pt>
                <c:pt idx="5121">
                  <c:v>119.05</c:v>
                </c:pt>
                <c:pt idx="5122">
                  <c:v>121.95</c:v>
                </c:pt>
                <c:pt idx="5123">
                  <c:v>122.75</c:v>
                </c:pt>
                <c:pt idx="5124">
                  <c:v>122.8</c:v>
                </c:pt>
                <c:pt idx="5125">
                  <c:v>125.2</c:v>
                </c:pt>
                <c:pt idx="5126">
                  <c:v>125.6</c:v>
                </c:pt>
                <c:pt idx="5127">
                  <c:v>123.4</c:v>
                </c:pt>
                <c:pt idx="5128">
                  <c:v>124.45</c:v>
                </c:pt>
                <c:pt idx="5129">
                  <c:v>122.65</c:v>
                </c:pt>
                <c:pt idx="5130">
                  <c:v>127.95</c:v>
                </c:pt>
                <c:pt idx="5131">
                  <c:v>126.8</c:v>
                </c:pt>
                <c:pt idx="5132">
                  <c:v>129.05000000000001</c:v>
                </c:pt>
                <c:pt idx="5133">
                  <c:v>128.94999999999999</c:v>
                </c:pt>
                <c:pt idx="5134">
                  <c:v>130.69999999999999</c:v>
                </c:pt>
                <c:pt idx="5135">
                  <c:v>128.80000000000001</c:v>
                </c:pt>
                <c:pt idx="5136">
                  <c:v>130.05000000000001</c:v>
                </c:pt>
                <c:pt idx="5137">
                  <c:v>128.94999999999999</c:v>
                </c:pt>
                <c:pt idx="5138">
                  <c:v>127.85</c:v>
                </c:pt>
                <c:pt idx="5139">
                  <c:v>128.85</c:v>
                </c:pt>
                <c:pt idx="5140">
                  <c:v>128.65</c:v>
                </c:pt>
                <c:pt idx="5141">
                  <c:v>132</c:v>
                </c:pt>
                <c:pt idx="5142">
                  <c:v>131.1</c:v>
                </c:pt>
                <c:pt idx="5143">
                  <c:v>128.5</c:v>
                </c:pt>
                <c:pt idx="5144">
                  <c:v>125.95</c:v>
                </c:pt>
                <c:pt idx="5145">
                  <c:v>127.9</c:v>
                </c:pt>
                <c:pt idx="5146">
                  <c:v>125.55</c:v>
                </c:pt>
                <c:pt idx="5147">
                  <c:v>127.95</c:v>
                </c:pt>
                <c:pt idx="5148">
                  <c:v>130.44999999999999</c:v>
                </c:pt>
                <c:pt idx="5149">
                  <c:v>131.9</c:v>
                </c:pt>
                <c:pt idx="5150">
                  <c:v>129.65</c:v>
                </c:pt>
                <c:pt idx="5151">
                  <c:v>131.55000000000001</c:v>
                </c:pt>
                <c:pt idx="5152">
                  <c:v>134.30000000000001</c:v>
                </c:pt>
                <c:pt idx="5153">
                  <c:v>134.30000000000001</c:v>
                </c:pt>
                <c:pt idx="5154">
                  <c:v>130.94999999999999</c:v>
                </c:pt>
                <c:pt idx="5155">
                  <c:v>128.94999999999999</c:v>
                </c:pt>
                <c:pt idx="5156">
                  <c:v>127.15</c:v>
                </c:pt>
                <c:pt idx="5157">
                  <c:v>130</c:v>
                </c:pt>
                <c:pt idx="5158">
                  <c:v>131.75</c:v>
                </c:pt>
                <c:pt idx="5159">
                  <c:v>137.05000000000001</c:v>
                </c:pt>
                <c:pt idx="5160">
                  <c:v>139.1</c:v>
                </c:pt>
                <c:pt idx="5161">
                  <c:v>139.94999999999999</c:v>
                </c:pt>
                <c:pt idx="5162">
                  <c:v>136.9</c:v>
                </c:pt>
                <c:pt idx="5163">
                  <c:v>137.44999999999999</c:v>
                </c:pt>
                <c:pt idx="5164">
                  <c:v>137.80000000000001</c:v>
                </c:pt>
                <c:pt idx="5165">
                  <c:v>137.9</c:v>
                </c:pt>
                <c:pt idx="5166">
                  <c:v>123.35</c:v>
                </c:pt>
                <c:pt idx="5167">
                  <c:v>117.9</c:v>
                </c:pt>
                <c:pt idx="5168">
                  <c:v>121.85</c:v>
                </c:pt>
                <c:pt idx="5169">
                  <c:v>96.95</c:v>
                </c:pt>
                <c:pt idx="5170">
                  <c:v>99.65</c:v>
                </c:pt>
                <c:pt idx="5171">
                  <c:v>98.45</c:v>
                </c:pt>
                <c:pt idx="5172">
                  <c:v>94.95</c:v>
                </c:pt>
                <c:pt idx="5173">
                  <c:v>94.9</c:v>
                </c:pt>
                <c:pt idx="5174">
                  <c:v>96.75</c:v>
                </c:pt>
                <c:pt idx="5175">
                  <c:v>99.25</c:v>
                </c:pt>
                <c:pt idx="5176">
                  <c:v>101.2</c:v>
                </c:pt>
                <c:pt idx="5177">
                  <c:v>104.45</c:v>
                </c:pt>
                <c:pt idx="5178">
                  <c:v>104.75</c:v>
                </c:pt>
                <c:pt idx="5179">
                  <c:v>103.85</c:v>
                </c:pt>
                <c:pt idx="5180">
                  <c:v>102.5</c:v>
                </c:pt>
                <c:pt idx="5181">
                  <c:v>95.4</c:v>
                </c:pt>
                <c:pt idx="5182">
                  <c:v>95.45</c:v>
                </c:pt>
                <c:pt idx="5183">
                  <c:v>95.75</c:v>
                </c:pt>
                <c:pt idx="5184">
                  <c:v>94.7</c:v>
                </c:pt>
                <c:pt idx="5185">
                  <c:v>94.85</c:v>
                </c:pt>
                <c:pt idx="5186">
                  <c:v>92</c:v>
                </c:pt>
                <c:pt idx="5187">
                  <c:v>94.25</c:v>
                </c:pt>
                <c:pt idx="5188">
                  <c:v>94.75</c:v>
                </c:pt>
                <c:pt idx="5189">
                  <c:v>98.8</c:v>
                </c:pt>
                <c:pt idx="5190">
                  <c:v>99.75</c:v>
                </c:pt>
                <c:pt idx="5191">
                  <c:v>101.9</c:v>
                </c:pt>
                <c:pt idx="5192">
                  <c:v>103.45</c:v>
                </c:pt>
                <c:pt idx="5193">
                  <c:v>107.5</c:v>
                </c:pt>
                <c:pt idx="5194">
                  <c:v>108.05</c:v>
                </c:pt>
                <c:pt idx="5195">
                  <c:v>107.35</c:v>
                </c:pt>
                <c:pt idx="5196">
                  <c:v>108.9</c:v>
                </c:pt>
                <c:pt idx="5197">
                  <c:v>112.1</c:v>
                </c:pt>
                <c:pt idx="5198">
                  <c:v>111.05</c:v>
                </c:pt>
                <c:pt idx="5199">
                  <c:v>113.05</c:v>
                </c:pt>
                <c:pt idx="5200">
                  <c:v>115.8</c:v>
                </c:pt>
                <c:pt idx="5201">
                  <c:v>114.05</c:v>
                </c:pt>
                <c:pt idx="5202">
                  <c:v>118.8</c:v>
                </c:pt>
                <c:pt idx="5203">
                  <c:v>120.75</c:v>
                </c:pt>
                <c:pt idx="5204">
                  <c:v>121.55</c:v>
                </c:pt>
                <c:pt idx="5205">
                  <c:v>124.15</c:v>
                </c:pt>
                <c:pt idx="5206">
                  <c:v>126.4</c:v>
                </c:pt>
                <c:pt idx="5207">
                  <c:v>128.94999999999999</c:v>
                </c:pt>
                <c:pt idx="5208">
                  <c:v>132.05000000000001</c:v>
                </c:pt>
                <c:pt idx="5209">
                  <c:v>136.25</c:v>
                </c:pt>
                <c:pt idx="5210">
                  <c:v>143.55000000000001</c:v>
                </c:pt>
                <c:pt idx="5211">
                  <c:v>144.1</c:v>
                </c:pt>
                <c:pt idx="5212">
                  <c:v>146.5</c:v>
                </c:pt>
                <c:pt idx="5213">
                  <c:v>146.65</c:v>
                </c:pt>
                <c:pt idx="5214">
                  <c:v>145.75</c:v>
                </c:pt>
                <c:pt idx="5215">
                  <c:v>148</c:v>
                </c:pt>
                <c:pt idx="5216">
                  <c:v>146.5</c:v>
                </c:pt>
                <c:pt idx="5217">
                  <c:v>147.4</c:v>
                </c:pt>
                <c:pt idx="5218">
                  <c:v>133.65</c:v>
                </c:pt>
                <c:pt idx="5219">
                  <c:v>139.1</c:v>
                </c:pt>
                <c:pt idx="5220">
                  <c:v>150.44999999999999</c:v>
                </c:pt>
                <c:pt idx="5221">
                  <c:v>162.85</c:v>
                </c:pt>
                <c:pt idx="5222">
                  <c:v>163.44999999999999</c:v>
                </c:pt>
                <c:pt idx="5223">
                  <c:v>160.1</c:v>
                </c:pt>
                <c:pt idx="5224">
                  <c:v>162.05000000000001</c:v>
                </c:pt>
                <c:pt idx="5225">
                  <c:v>161.4</c:v>
                </c:pt>
                <c:pt idx="5226">
                  <c:v>160.4</c:v>
                </c:pt>
                <c:pt idx="5227">
                  <c:v>170.25</c:v>
                </c:pt>
                <c:pt idx="5228">
                  <c:v>169</c:v>
                </c:pt>
                <c:pt idx="5229">
                  <c:v>180.3</c:v>
                </c:pt>
                <c:pt idx="5230">
                  <c:v>185.5</c:v>
                </c:pt>
                <c:pt idx="5231">
                  <c:v>182.05</c:v>
                </c:pt>
                <c:pt idx="5232">
                  <c:v>179.15</c:v>
                </c:pt>
                <c:pt idx="5233">
                  <c:v>181.1</c:v>
                </c:pt>
                <c:pt idx="5234">
                  <c:v>180.5</c:v>
                </c:pt>
                <c:pt idx="5235">
                  <c:v>176.4</c:v>
                </c:pt>
                <c:pt idx="5236">
                  <c:v>175.6</c:v>
                </c:pt>
                <c:pt idx="5237">
                  <c:v>168.7</c:v>
                </c:pt>
                <c:pt idx="5238">
                  <c:v>174</c:v>
                </c:pt>
                <c:pt idx="5239">
                  <c:v>173.7</c:v>
                </c:pt>
                <c:pt idx="5240">
                  <c:v>169.05</c:v>
                </c:pt>
                <c:pt idx="5241">
                  <c:v>165.55</c:v>
                </c:pt>
                <c:pt idx="5242">
                  <c:v>165.2</c:v>
                </c:pt>
                <c:pt idx="5243">
                  <c:v>162.94999999999999</c:v>
                </c:pt>
                <c:pt idx="5244">
                  <c:v>162.75</c:v>
                </c:pt>
                <c:pt idx="5245">
                  <c:v>161.25</c:v>
                </c:pt>
                <c:pt idx="5246">
                  <c:v>171.35</c:v>
                </c:pt>
                <c:pt idx="5247">
                  <c:v>173.25</c:v>
                </c:pt>
                <c:pt idx="5248">
                  <c:v>173.9</c:v>
                </c:pt>
                <c:pt idx="5249">
                  <c:v>176.4</c:v>
                </c:pt>
                <c:pt idx="5250">
                  <c:v>174.45</c:v>
                </c:pt>
                <c:pt idx="5251">
                  <c:v>178</c:v>
                </c:pt>
                <c:pt idx="5252">
                  <c:v>181.75</c:v>
                </c:pt>
                <c:pt idx="5253">
                  <c:v>186.1</c:v>
                </c:pt>
                <c:pt idx="5254">
                  <c:v>187.45</c:v>
                </c:pt>
                <c:pt idx="5255">
                  <c:v>182.35</c:v>
                </c:pt>
                <c:pt idx="5256">
                  <c:v>184.05</c:v>
                </c:pt>
                <c:pt idx="5257">
                  <c:v>190.25</c:v>
                </c:pt>
                <c:pt idx="5258">
                  <c:v>192.85</c:v>
                </c:pt>
                <c:pt idx="5259">
                  <c:v>195.25</c:v>
                </c:pt>
                <c:pt idx="5260">
                  <c:v>190.8</c:v>
                </c:pt>
                <c:pt idx="5261">
                  <c:v>204.25</c:v>
                </c:pt>
                <c:pt idx="5262">
                  <c:v>208.55</c:v>
                </c:pt>
                <c:pt idx="5263">
                  <c:v>204.55</c:v>
                </c:pt>
                <c:pt idx="5264">
                  <c:v>208.15</c:v>
                </c:pt>
                <c:pt idx="5265">
                  <c:v>207.3</c:v>
                </c:pt>
                <c:pt idx="5266">
                  <c:v>213.6</c:v>
                </c:pt>
                <c:pt idx="5267">
                  <c:v>214.75</c:v>
                </c:pt>
                <c:pt idx="5268">
                  <c:v>219.3</c:v>
                </c:pt>
                <c:pt idx="5269">
                  <c:v>213.25</c:v>
                </c:pt>
                <c:pt idx="5270">
                  <c:v>219.25</c:v>
                </c:pt>
                <c:pt idx="5271">
                  <c:v>224.8</c:v>
                </c:pt>
                <c:pt idx="5272">
                  <c:v>224.5</c:v>
                </c:pt>
                <c:pt idx="5273">
                  <c:v>226.25</c:v>
                </c:pt>
                <c:pt idx="5274">
                  <c:v>221.4</c:v>
                </c:pt>
                <c:pt idx="5275">
                  <c:v>226.25</c:v>
                </c:pt>
                <c:pt idx="5276">
                  <c:v>226.5</c:v>
                </c:pt>
                <c:pt idx="5277">
                  <c:v>224.8</c:v>
                </c:pt>
                <c:pt idx="5278">
                  <c:v>221.85</c:v>
                </c:pt>
                <c:pt idx="5279">
                  <c:v>222.2</c:v>
                </c:pt>
                <c:pt idx="5280">
                  <c:v>223.6</c:v>
                </c:pt>
                <c:pt idx="5281">
                  <c:v>223.75</c:v>
                </c:pt>
                <c:pt idx="5282">
                  <c:v>223.4</c:v>
                </c:pt>
                <c:pt idx="5283">
                  <c:v>222.5</c:v>
                </c:pt>
                <c:pt idx="5284">
                  <c:v>226.85</c:v>
                </c:pt>
                <c:pt idx="5285">
                  <c:v>230.1</c:v>
                </c:pt>
                <c:pt idx="5286">
                  <c:v>228.75</c:v>
                </c:pt>
                <c:pt idx="5287">
                  <c:v>231.25</c:v>
                </c:pt>
                <c:pt idx="5288">
                  <c:v>231.75</c:v>
                </c:pt>
                <c:pt idx="5289">
                  <c:v>233.55</c:v>
                </c:pt>
                <c:pt idx="5290">
                  <c:v>236.85</c:v>
                </c:pt>
                <c:pt idx="5291">
                  <c:v>237.75</c:v>
                </c:pt>
                <c:pt idx="5292">
                  <c:v>231.35</c:v>
                </c:pt>
                <c:pt idx="5293">
                  <c:v>213.2</c:v>
                </c:pt>
                <c:pt idx="5294">
                  <c:v>218.45</c:v>
                </c:pt>
                <c:pt idx="5295">
                  <c:v>225.35</c:v>
                </c:pt>
                <c:pt idx="5296">
                  <c:v>231.8</c:v>
                </c:pt>
                <c:pt idx="5297">
                  <c:v>228.05</c:v>
                </c:pt>
                <c:pt idx="5298">
                  <c:v>226.1</c:v>
                </c:pt>
                <c:pt idx="5299">
                  <c:v>226.5</c:v>
                </c:pt>
                <c:pt idx="5300">
                  <c:v>228</c:v>
                </c:pt>
                <c:pt idx="5301">
                  <c:v>236.65</c:v>
                </c:pt>
                <c:pt idx="5302">
                  <c:v>243.35</c:v>
                </c:pt>
                <c:pt idx="5303">
                  <c:v>243.9</c:v>
                </c:pt>
                <c:pt idx="5304">
                  <c:v>255.05</c:v>
                </c:pt>
                <c:pt idx="5305">
                  <c:v>257.25</c:v>
                </c:pt>
              </c:numCache>
            </c:numRef>
          </c:val>
          <c:smooth val="0"/>
          <c:extLst>
            <c:ext xmlns:c16="http://schemas.microsoft.com/office/drawing/2014/chart" uri="{C3380CC4-5D6E-409C-BE32-E72D297353CC}">
              <c16:uniqueId val="{00000002-D47F-4489-B854-4AB843AA5369}"/>
            </c:ext>
          </c:extLst>
        </c:ser>
        <c:dLbls>
          <c:showLegendKey val="0"/>
          <c:showVal val="0"/>
          <c:showCatName val="0"/>
          <c:showSerName val="0"/>
          <c:showPercent val="0"/>
          <c:showBubbleSize val="0"/>
        </c:dLbls>
        <c:smooth val="0"/>
        <c:axId val="1347525152"/>
        <c:axId val="1347528512"/>
      </c:lineChart>
      <c:catAx>
        <c:axId val="13475251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347528512"/>
        <c:crosses val="autoZero"/>
        <c:auto val="1"/>
        <c:lblAlgn val="ctr"/>
        <c:lblOffset val="100"/>
        <c:noMultiLvlLbl val="0"/>
      </c:catAx>
      <c:valAx>
        <c:axId val="13475285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34752515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withinLinear" id="14">
  <a:schemeClr val="accent1"/>
</cs:colorStyle>
</file>

<file path=ppt/charts/colors2.xml><?xml version="1.0" encoding="utf-8"?>
<cs:colorStyle xmlns:cs="http://schemas.microsoft.com/office/drawing/2012/chartStyle" xmlns:a="http://schemas.openxmlformats.org/drawingml/2006/main" meth="withinLinear" id="16">
  <a:schemeClr val="accent3"/>
</cs:colorStyle>
</file>

<file path=ppt/charts/colors3.xml><?xml version="1.0" encoding="utf-8"?>
<cs:colorStyle xmlns:cs="http://schemas.microsoft.com/office/drawing/2012/chartStyle" xmlns:a="http://schemas.openxmlformats.org/drawingml/2006/main" meth="withinLinearReversed" id="23">
  <a:schemeClr val="accent3"/>
</cs:colorStyle>
</file>

<file path=ppt/charts/colors4.xml><?xml version="1.0" encoding="utf-8"?>
<cs:colorStyle xmlns:cs="http://schemas.microsoft.com/office/drawing/2012/chartStyle" xmlns:a="http://schemas.openxmlformats.org/drawingml/2006/main" meth="withinLinear" id="14">
  <a:schemeClr val="accent1"/>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charts/style6.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302">
  <cs:axisTitle>
    <cs:lnRef idx="0"/>
    <cs:fillRef idx="0"/>
    <cs:effectRef idx="0"/>
    <cs:fontRef idx="minor">
      <a:schemeClr val="tx2"/>
    </cs:fontRef>
    <cs:defRPr sz="900"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900" kern="1200"/>
  </cs:chartArea>
  <cs:dataLabel>
    <cs:lnRef idx="0"/>
    <cs:fillRef idx="0"/>
    <cs:effectRef idx="0"/>
    <cs:fontRef idx="minor">
      <a:schemeClr val="tx2"/>
    </cs:fontRef>
    <cs:defRPr sz="900"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900"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900"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1600"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900"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900" kern="1200"/>
  </cs:valueAxis>
  <cs:wall>
    <cs:lnRef idx="0"/>
    <cs:fillRef idx="0"/>
    <cs:effectRef idx="0"/>
    <cs:fontRef idx="minor">
      <a:schemeClr val="tx2"/>
    </cs:fontRef>
  </cs:wall>
</cs:chartStyle>
</file>

<file path=ppt/charts/style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CDB2145-7031-41F1-952F-EB6E23266B1F}" type="doc">
      <dgm:prSet loTypeId="urn:microsoft.com/office/officeart/2005/8/layout/orgChart1" loCatId="hierarchy" qsTypeId="urn:microsoft.com/office/officeart/2005/8/quickstyle/simple1" qsCatId="simple" csTypeId="urn:microsoft.com/office/officeart/2005/8/colors/colorful2" csCatId="colorful" phldr="1"/>
      <dgm:spPr/>
      <dgm:t>
        <a:bodyPr/>
        <a:lstStyle/>
        <a:p>
          <a:endParaRPr lang="en-IN"/>
        </a:p>
      </dgm:t>
    </dgm:pt>
    <dgm:pt modelId="{92EB2B55-4875-4590-913F-FE7A9828EE32}">
      <dgm:prSet phldrT="[Text]" phldr="0"/>
      <dgm:spPr/>
      <dgm:t>
        <a:bodyPr/>
        <a:lstStyle/>
        <a:p>
          <a:r>
            <a:rPr lang="en-IN" dirty="0">
              <a:ln>
                <a:solidFill>
                  <a:schemeClr val="bg1"/>
                </a:solidFill>
              </a:ln>
            </a:rPr>
            <a:t>TOP SECTORS IN THE NIFTY 50</a:t>
          </a:r>
        </a:p>
      </dgm:t>
    </dgm:pt>
    <dgm:pt modelId="{53618812-440F-440C-BA0C-D2B9DFAAEFC6}" type="parTrans" cxnId="{496FA62C-E2F6-465E-A47D-55B6DD92E009}">
      <dgm:prSet/>
      <dgm:spPr/>
      <dgm:t>
        <a:bodyPr/>
        <a:lstStyle/>
        <a:p>
          <a:endParaRPr lang="en-IN"/>
        </a:p>
      </dgm:t>
    </dgm:pt>
    <dgm:pt modelId="{56DBA2D9-993F-4C50-A4C6-354F840D8B51}" type="sibTrans" cxnId="{496FA62C-E2F6-465E-A47D-55B6DD92E009}">
      <dgm:prSet/>
      <dgm:spPr/>
      <dgm:t>
        <a:bodyPr/>
        <a:lstStyle/>
        <a:p>
          <a:endParaRPr lang="en-IN"/>
        </a:p>
      </dgm:t>
    </dgm:pt>
    <dgm:pt modelId="{D7D1837B-A80D-40B7-A5FD-4A01250B89EA}">
      <dgm:prSet phldrT="[Text]" phldr="0"/>
      <dgm:spPr/>
      <dgm:t>
        <a:bodyPr/>
        <a:lstStyle/>
        <a:p>
          <a:r>
            <a:rPr lang="en-IN" dirty="0"/>
            <a:t>FINANCIAL SERVICES </a:t>
          </a:r>
        </a:p>
      </dgm:t>
    </dgm:pt>
    <dgm:pt modelId="{12E7F63E-C59F-4C98-B8FF-5023798C67A6}" type="parTrans" cxnId="{AE7FB397-61E1-49D5-8879-CB12E105523D}">
      <dgm:prSet/>
      <dgm:spPr/>
      <dgm:t>
        <a:bodyPr/>
        <a:lstStyle/>
        <a:p>
          <a:endParaRPr lang="en-IN"/>
        </a:p>
      </dgm:t>
    </dgm:pt>
    <dgm:pt modelId="{3B719F73-487B-4CCC-9509-6C9B59BEE01B}" type="sibTrans" cxnId="{AE7FB397-61E1-49D5-8879-CB12E105523D}">
      <dgm:prSet/>
      <dgm:spPr/>
      <dgm:t>
        <a:bodyPr/>
        <a:lstStyle/>
        <a:p>
          <a:endParaRPr lang="en-IN"/>
        </a:p>
      </dgm:t>
    </dgm:pt>
    <dgm:pt modelId="{164D96BE-2821-41A5-8EF0-91FC5942D88E}">
      <dgm:prSet phldrT="[Text]" phldr="0"/>
      <dgm:spPr/>
      <dgm:t>
        <a:bodyPr/>
        <a:lstStyle/>
        <a:p>
          <a:r>
            <a:rPr lang="en-IN" dirty="0"/>
            <a:t>IT</a:t>
          </a:r>
        </a:p>
      </dgm:t>
    </dgm:pt>
    <dgm:pt modelId="{14B82F77-A7C2-44D3-9386-DDE7BEFADC9F}" type="parTrans" cxnId="{10AC89F0-BB71-4CF7-B092-964961D293E9}">
      <dgm:prSet/>
      <dgm:spPr/>
      <dgm:t>
        <a:bodyPr/>
        <a:lstStyle/>
        <a:p>
          <a:endParaRPr lang="en-IN"/>
        </a:p>
      </dgm:t>
    </dgm:pt>
    <dgm:pt modelId="{427E4B84-04B2-4077-A49D-020FBABA7D67}" type="sibTrans" cxnId="{10AC89F0-BB71-4CF7-B092-964961D293E9}">
      <dgm:prSet/>
      <dgm:spPr/>
      <dgm:t>
        <a:bodyPr/>
        <a:lstStyle/>
        <a:p>
          <a:endParaRPr lang="en-IN"/>
        </a:p>
      </dgm:t>
    </dgm:pt>
    <dgm:pt modelId="{6E57B83C-CA75-4A2B-919C-73BCC2E88160}">
      <dgm:prSet phldrT="[Text]" phldr="0"/>
      <dgm:spPr/>
      <dgm:t>
        <a:bodyPr/>
        <a:lstStyle/>
        <a:p>
          <a:r>
            <a:rPr lang="en-IN" dirty="0"/>
            <a:t>ENERGY</a:t>
          </a:r>
        </a:p>
      </dgm:t>
    </dgm:pt>
    <dgm:pt modelId="{604C07F2-DA6A-4613-8133-62EA85BC707B}" type="parTrans" cxnId="{36010527-CEDF-4AAA-932C-04BE3EE3306A}">
      <dgm:prSet/>
      <dgm:spPr/>
      <dgm:t>
        <a:bodyPr/>
        <a:lstStyle/>
        <a:p>
          <a:endParaRPr lang="en-IN"/>
        </a:p>
      </dgm:t>
    </dgm:pt>
    <dgm:pt modelId="{08C93102-55D8-4D3E-9D2A-67D2C18CB6BF}" type="sibTrans" cxnId="{36010527-CEDF-4AAA-932C-04BE3EE3306A}">
      <dgm:prSet/>
      <dgm:spPr/>
      <dgm:t>
        <a:bodyPr/>
        <a:lstStyle/>
        <a:p>
          <a:endParaRPr lang="en-IN"/>
        </a:p>
      </dgm:t>
    </dgm:pt>
    <dgm:pt modelId="{F11B5471-884E-458E-9406-F99A5BECDC4B}">
      <dgm:prSet/>
      <dgm:spPr/>
      <dgm:t>
        <a:bodyPr/>
        <a:lstStyle/>
        <a:p>
          <a:r>
            <a:rPr lang="en-IN" dirty="0"/>
            <a:t>HDFC Bank</a:t>
          </a:r>
        </a:p>
      </dgm:t>
    </dgm:pt>
    <dgm:pt modelId="{37169D8E-6C44-42E3-BE8D-243AD508D839}" type="parTrans" cxnId="{5367C0F2-BCE0-41AB-A0EC-6934046D1058}">
      <dgm:prSet/>
      <dgm:spPr/>
      <dgm:t>
        <a:bodyPr/>
        <a:lstStyle/>
        <a:p>
          <a:endParaRPr lang="en-IN"/>
        </a:p>
      </dgm:t>
    </dgm:pt>
    <dgm:pt modelId="{2355274C-2A42-4BBF-9FB7-EAE6523B6CB4}" type="sibTrans" cxnId="{5367C0F2-BCE0-41AB-A0EC-6934046D1058}">
      <dgm:prSet/>
      <dgm:spPr/>
      <dgm:t>
        <a:bodyPr/>
        <a:lstStyle/>
        <a:p>
          <a:endParaRPr lang="en-IN"/>
        </a:p>
      </dgm:t>
    </dgm:pt>
    <dgm:pt modelId="{84132B78-9AA4-4B3B-86EA-C2C3F1AD0E98}">
      <dgm:prSet/>
      <dgm:spPr/>
      <dgm:t>
        <a:bodyPr/>
        <a:lstStyle/>
        <a:p>
          <a:r>
            <a:rPr lang="en-IN" dirty="0"/>
            <a:t>ICICI Bank</a:t>
          </a:r>
        </a:p>
      </dgm:t>
    </dgm:pt>
    <dgm:pt modelId="{0AF31188-87E9-4D62-A664-DB2E32092B20}" type="parTrans" cxnId="{6E9463C8-2FD2-4E0F-869C-449F063A2088}">
      <dgm:prSet/>
      <dgm:spPr/>
      <dgm:t>
        <a:bodyPr/>
        <a:lstStyle/>
        <a:p>
          <a:endParaRPr lang="en-IN"/>
        </a:p>
      </dgm:t>
    </dgm:pt>
    <dgm:pt modelId="{BA5B75FC-3D4E-41F7-B3AE-7E1FCBC2728C}" type="sibTrans" cxnId="{6E9463C8-2FD2-4E0F-869C-449F063A2088}">
      <dgm:prSet/>
      <dgm:spPr/>
      <dgm:t>
        <a:bodyPr/>
        <a:lstStyle/>
        <a:p>
          <a:endParaRPr lang="en-IN"/>
        </a:p>
      </dgm:t>
    </dgm:pt>
    <dgm:pt modelId="{EF75E46C-B60F-487B-9120-FDBB1A2C9A82}">
      <dgm:prSet/>
      <dgm:spPr/>
      <dgm:t>
        <a:bodyPr/>
        <a:lstStyle/>
        <a:p>
          <a:r>
            <a:rPr lang="en-IN" dirty="0"/>
            <a:t>HDFC</a:t>
          </a:r>
        </a:p>
      </dgm:t>
    </dgm:pt>
    <dgm:pt modelId="{AC9D8BD2-D897-4D11-B1FA-F2D02021C14C}" type="parTrans" cxnId="{C4A37808-859F-4724-B172-5B303221F785}">
      <dgm:prSet/>
      <dgm:spPr/>
      <dgm:t>
        <a:bodyPr/>
        <a:lstStyle/>
        <a:p>
          <a:endParaRPr lang="en-IN"/>
        </a:p>
      </dgm:t>
    </dgm:pt>
    <dgm:pt modelId="{05A89320-450C-4E94-8C6E-4A2F79E18666}" type="sibTrans" cxnId="{C4A37808-859F-4724-B172-5B303221F785}">
      <dgm:prSet/>
      <dgm:spPr/>
      <dgm:t>
        <a:bodyPr/>
        <a:lstStyle/>
        <a:p>
          <a:endParaRPr lang="en-IN"/>
        </a:p>
      </dgm:t>
    </dgm:pt>
    <dgm:pt modelId="{54A7F07B-0B2C-4174-8A93-0400BBA0F03C}">
      <dgm:prSet/>
      <dgm:spPr/>
      <dgm:t>
        <a:bodyPr/>
        <a:lstStyle/>
        <a:p>
          <a:r>
            <a:rPr lang="en-IN" dirty="0"/>
            <a:t>Reliance</a:t>
          </a:r>
        </a:p>
      </dgm:t>
    </dgm:pt>
    <dgm:pt modelId="{199F33C8-2C3B-494F-A43D-96BF61ED3AC4}" type="parTrans" cxnId="{7A975AA2-B378-4EA8-BD66-F6172E26DA3C}">
      <dgm:prSet/>
      <dgm:spPr/>
      <dgm:t>
        <a:bodyPr/>
        <a:lstStyle/>
        <a:p>
          <a:endParaRPr lang="en-IN"/>
        </a:p>
      </dgm:t>
    </dgm:pt>
    <dgm:pt modelId="{E6C398F7-0B34-4C00-AD6D-AB6935C6DB5F}" type="sibTrans" cxnId="{7A975AA2-B378-4EA8-BD66-F6172E26DA3C}">
      <dgm:prSet/>
      <dgm:spPr/>
      <dgm:t>
        <a:bodyPr/>
        <a:lstStyle/>
        <a:p>
          <a:endParaRPr lang="en-IN"/>
        </a:p>
      </dgm:t>
    </dgm:pt>
    <dgm:pt modelId="{E27B2A07-1B9E-45E0-8B5A-6BC4F7961E51}">
      <dgm:prSet/>
      <dgm:spPr/>
      <dgm:t>
        <a:bodyPr/>
        <a:lstStyle/>
        <a:p>
          <a:r>
            <a:rPr lang="en-IN" dirty="0"/>
            <a:t>ONGC</a:t>
          </a:r>
        </a:p>
      </dgm:t>
    </dgm:pt>
    <dgm:pt modelId="{BFB0A902-90CD-49DF-A9F5-BF8D1F377998}" type="parTrans" cxnId="{9E895582-0763-44F9-9603-84F95A2BCB5B}">
      <dgm:prSet/>
      <dgm:spPr/>
      <dgm:t>
        <a:bodyPr/>
        <a:lstStyle/>
        <a:p>
          <a:endParaRPr lang="en-IN"/>
        </a:p>
      </dgm:t>
    </dgm:pt>
    <dgm:pt modelId="{9BB12C13-D67E-426B-BF07-4A205ED89486}" type="sibTrans" cxnId="{9E895582-0763-44F9-9603-84F95A2BCB5B}">
      <dgm:prSet/>
      <dgm:spPr/>
      <dgm:t>
        <a:bodyPr/>
        <a:lstStyle/>
        <a:p>
          <a:endParaRPr lang="en-IN"/>
        </a:p>
      </dgm:t>
    </dgm:pt>
    <dgm:pt modelId="{86106A70-AD9F-483A-8D95-808B96EFCA9D}">
      <dgm:prSet/>
      <dgm:spPr/>
      <dgm:t>
        <a:bodyPr/>
        <a:lstStyle/>
        <a:p>
          <a:r>
            <a:rPr lang="en-IN" dirty="0" err="1"/>
            <a:t>Powergrid</a:t>
          </a:r>
          <a:endParaRPr lang="en-IN" dirty="0"/>
        </a:p>
      </dgm:t>
    </dgm:pt>
    <dgm:pt modelId="{ACF81C16-D3F8-469C-AD25-39DC7258C833}" type="parTrans" cxnId="{B2961451-089B-430B-A77A-07A8F347EF2B}">
      <dgm:prSet/>
      <dgm:spPr/>
      <dgm:t>
        <a:bodyPr/>
        <a:lstStyle/>
        <a:p>
          <a:endParaRPr lang="en-IN"/>
        </a:p>
      </dgm:t>
    </dgm:pt>
    <dgm:pt modelId="{2E06BA8D-D6E7-4B69-AB04-6B2EE06389FA}" type="sibTrans" cxnId="{B2961451-089B-430B-A77A-07A8F347EF2B}">
      <dgm:prSet/>
      <dgm:spPr/>
      <dgm:t>
        <a:bodyPr/>
        <a:lstStyle/>
        <a:p>
          <a:endParaRPr lang="en-IN"/>
        </a:p>
      </dgm:t>
    </dgm:pt>
    <dgm:pt modelId="{440C97E1-E1E9-465D-8F2F-D289159BDA3A}">
      <dgm:prSet/>
      <dgm:spPr/>
      <dgm:t>
        <a:bodyPr/>
        <a:lstStyle/>
        <a:p>
          <a:r>
            <a:rPr lang="en-IN" dirty="0"/>
            <a:t>TCS</a:t>
          </a:r>
        </a:p>
      </dgm:t>
    </dgm:pt>
    <dgm:pt modelId="{D678C719-8337-4CA3-83E7-9564A863CAE9}" type="parTrans" cxnId="{FECE3225-418D-4FBB-9B75-C43084564BCD}">
      <dgm:prSet/>
      <dgm:spPr/>
      <dgm:t>
        <a:bodyPr/>
        <a:lstStyle/>
        <a:p>
          <a:endParaRPr lang="en-IN"/>
        </a:p>
      </dgm:t>
    </dgm:pt>
    <dgm:pt modelId="{103DE277-C82E-4476-811B-2DDF20EE95B6}" type="sibTrans" cxnId="{FECE3225-418D-4FBB-9B75-C43084564BCD}">
      <dgm:prSet/>
      <dgm:spPr/>
      <dgm:t>
        <a:bodyPr/>
        <a:lstStyle/>
        <a:p>
          <a:endParaRPr lang="en-IN"/>
        </a:p>
      </dgm:t>
    </dgm:pt>
    <dgm:pt modelId="{E7313FE6-EFB0-48C5-B9E2-BCDA94B595BD}">
      <dgm:prSet/>
      <dgm:spPr/>
      <dgm:t>
        <a:bodyPr/>
        <a:lstStyle/>
        <a:p>
          <a:r>
            <a:rPr lang="en-IN" dirty="0"/>
            <a:t>Infosys</a:t>
          </a:r>
        </a:p>
      </dgm:t>
    </dgm:pt>
    <dgm:pt modelId="{79AEE670-4323-4CC9-86C6-F1F719EFB7B9}" type="parTrans" cxnId="{BA6D5F08-C2C1-40B5-9DAE-BEF87B7CB37C}">
      <dgm:prSet/>
      <dgm:spPr/>
      <dgm:t>
        <a:bodyPr/>
        <a:lstStyle/>
        <a:p>
          <a:endParaRPr lang="en-IN"/>
        </a:p>
      </dgm:t>
    </dgm:pt>
    <dgm:pt modelId="{CA8F5724-9171-431E-AFC5-BA80F7CA084A}" type="sibTrans" cxnId="{BA6D5F08-C2C1-40B5-9DAE-BEF87B7CB37C}">
      <dgm:prSet/>
      <dgm:spPr/>
      <dgm:t>
        <a:bodyPr/>
        <a:lstStyle/>
        <a:p>
          <a:endParaRPr lang="en-IN"/>
        </a:p>
      </dgm:t>
    </dgm:pt>
    <dgm:pt modelId="{3E2EA28B-AE43-42CC-8B20-4AD32D25ECFA}">
      <dgm:prSet/>
      <dgm:spPr/>
      <dgm:t>
        <a:bodyPr/>
        <a:lstStyle/>
        <a:p>
          <a:r>
            <a:rPr lang="en-IN" dirty="0"/>
            <a:t>Wipro</a:t>
          </a:r>
        </a:p>
      </dgm:t>
    </dgm:pt>
    <dgm:pt modelId="{9735D4DA-0D6C-4F50-9914-80177A746315}" type="parTrans" cxnId="{516BED1C-1FFC-4BBB-81EA-894D76FC8737}">
      <dgm:prSet/>
      <dgm:spPr/>
      <dgm:t>
        <a:bodyPr/>
        <a:lstStyle/>
        <a:p>
          <a:endParaRPr lang="en-IN"/>
        </a:p>
      </dgm:t>
    </dgm:pt>
    <dgm:pt modelId="{75CB3F6C-23FA-412E-B596-7651C6F01168}" type="sibTrans" cxnId="{516BED1C-1FFC-4BBB-81EA-894D76FC8737}">
      <dgm:prSet/>
      <dgm:spPr/>
      <dgm:t>
        <a:bodyPr/>
        <a:lstStyle/>
        <a:p>
          <a:endParaRPr lang="en-IN"/>
        </a:p>
      </dgm:t>
    </dgm:pt>
    <dgm:pt modelId="{D2E54F97-E1A7-48DD-A867-34C946963499}">
      <dgm:prSet/>
      <dgm:spPr/>
      <dgm:t>
        <a:bodyPr/>
        <a:lstStyle/>
        <a:p>
          <a:r>
            <a:rPr lang="en-IN" dirty="0"/>
            <a:t>CONSUMER GOODS</a:t>
          </a:r>
        </a:p>
      </dgm:t>
    </dgm:pt>
    <dgm:pt modelId="{FC88E2F2-29DE-4B94-8112-655260DEFA6B}" type="parTrans" cxnId="{047B6050-B5EC-46FD-9C65-616E9297045E}">
      <dgm:prSet/>
      <dgm:spPr/>
      <dgm:t>
        <a:bodyPr/>
        <a:lstStyle/>
        <a:p>
          <a:endParaRPr lang="en-IN"/>
        </a:p>
      </dgm:t>
    </dgm:pt>
    <dgm:pt modelId="{1CD9BF99-A0B3-4A5E-A7CD-17FE5B08ED13}" type="sibTrans" cxnId="{047B6050-B5EC-46FD-9C65-616E9297045E}">
      <dgm:prSet/>
      <dgm:spPr/>
      <dgm:t>
        <a:bodyPr/>
        <a:lstStyle/>
        <a:p>
          <a:endParaRPr lang="en-IN"/>
        </a:p>
      </dgm:t>
    </dgm:pt>
    <dgm:pt modelId="{BD3F19A3-0ADC-45C9-9FB3-5286570B6477}">
      <dgm:prSet/>
      <dgm:spPr/>
      <dgm:t>
        <a:bodyPr/>
        <a:lstStyle/>
        <a:p>
          <a:r>
            <a:rPr lang="en-IN" dirty="0"/>
            <a:t>Hindustan Unilever</a:t>
          </a:r>
        </a:p>
      </dgm:t>
    </dgm:pt>
    <dgm:pt modelId="{EB6C9C79-8ABF-4649-9085-5A8DED2E1615}" type="parTrans" cxnId="{540A2E4B-73DE-4797-8E42-2D854E2FE194}">
      <dgm:prSet/>
      <dgm:spPr/>
      <dgm:t>
        <a:bodyPr/>
        <a:lstStyle/>
        <a:p>
          <a:endParaRPr lang="en-IN"/>
        </a:p>
      </dgm:t>
    </dgm:pt>
    <dgm:pt modelId="{CE0B068A-7A4E-4E5A-9DF1-B72FD1FDB5F6}" type="sibTrans" cxnId="{540A2E4B-73DE-4797-8E42-2D854E2FE194}">
      <dgm:prSet/>
      <dgm:spPr/>
      <dgm:t>
        <a:bodyPr/>
        <a:lstStyle/>
        <a:p>
          <a:endParaRPr lang="en-IN"/>
        </a:p>
      </dgm:t>
    </dgm:pt>
    <dgm:pt modelId="{4E18FF12-2F92-4A14-9116-4B162F81F4AD}">
      <dgm:prSet/>
      <dgm:spPr/>
      <dgm:t>
        <a:bodyPr/>
        <a:lstStyle/>
        <a:p>
          <a:r>
            <a:rPr lang="en-IN" dirty="0"/>
            <a:t>Asian Paints</a:t>
          </a:r>
        </a:p>
      </dgm:t>
    </dgm:pt>
    <dgm:pt modelId="{DB668854-6E56-4493-817A-6673B2F64298}" type="parTrans" cxnId="{D34267C4-167A-47EF-BFA1-373832001D5D}">
      <dgm:prSet/>
      <dgm:spPr/>
      <dgm:t>
        <a:bodyPr/>
        <a:lstStyle/>
        <a:p>
          <a:endParaRPr lang="en-IN"/>
        </a:p>
      </dgm:t>
    </dgm:pt>
    <dgm:pt modelId="{49E81D4F-2B39-4272-BE3C-BD14F2CD68CD}" type="sibTrans" cxnId="{D34267C4-167A-47EF-BFA1-373832001D5D}">
      <dgm:prSet/>
      <dgm:spPr/>
      <dgm:t>
        <a:bodyPr/>
        <a:lstStyle/>
        <a:p>
          <a:endParaRPr lang="en-IN"/>
        </a:p>
      </dgm:t>
    </dgm:pt>
    <dgm:pt modelId="{5CC5C488-4D6E-4DFC-9C07-1CCE08A368A5}">
      <dgm:prSet/>
      <dgm:spPr/>
      <dgm:t>
        <a:bodyPr/>
        <a:lstStyle/>
        <a:p>
          <a:r>
            <a:rPr lang="en-IN" dirty="0"/>
            <a:t>ITC</a:t>
          </a:r>
        </a:p>
      </dgm:t>
    </dgm:pt>
    <dgm:pt modelId="{B17A6D6A-F5EC-430B-BB10-0EC83E150D12}" type="parTrans" cxnId="{0EC8FB95-1395-4EF3-9125-762710D65D25}">
      <dgm:prSet/>
      <dgm:spPr/>
      <dgm:t>
        <a:bodyPr/>
        <a:lstStyle/>
        <a:p>
          <a:endParaRPr lang="en-IN"/>
        </a:p>
      </dgm:t>
    </dgm:pt>
    <dgm:pt modelId="{2EA147CC-B5E1-4E98-8FBA-3DC4D7887D1C}" type="sibTrans" cxnId="{0EC8FB95-1395-4EF3-9125-762710D65D25}">
      <dgm:prSet/>
      <dgm:spPr/>
      <dgm:t>
        <a:bodyPr/>
        <a:lstStyle/>
        <a:p>
          <a:endParaRPr lang="en-IN"/>
        </a:p>
      </dgm:t>
    </dgm:pt>
    <dgm:pt modelId="{43DDF1E5-E299-443F-943D-4DC50FF8582D}">
      <dgm:prSet/>
      <dgm:spPr/>
      <dgm:t>
        <a:bodyPr/>
        <a:lstStyle/>
        <a:p>
          <a:r>
            <a:rPr lang="en-IN" dirty="0"/>
            <a:t>METALS</a:t>
          </a:r>
        </a:p>
      </dgm:t>
    </dgm:pt>
    <dgm:pt modelId="{E7E929C3-5A97-4D85-8CD0-0D3C4A8BA0D3}" type="parTrans" cxnId="{A7271D3B-F58B-4E40-81FC-EB65DE2063D6}">
      <dgm:prSet/>
      <dgm:spPr/>
      <dgm:t>
        <a:bodyPr/>
        <a:lstStyle/>
        <a:p>
          <a:endParaRPr lang="en-IN"/>
        </a:p>
      </dgm:t>
    </dgm:pt>
    <dgm:pt modelId="{AC6CBFAC-81DA-4830-BE41-AFD0C0300A91}" type="sibTrans" cxnId="{A7271D3B-F58B-4E40-81FC-EB65DE2063D6}">
      <dgm:prSet/>
      <dgm:spPr/>
      <dgm:t>
        <a:bodyPr/>
        <a:lstStyle/>
        <a:p>
          <a:endParaRPr lang="en-IN"/>
        </a:p>
      </dgm:t>
    </dgm:pt>
    <dgm:pt modelId="{84EC6CBB-1F6A-405F-8B05-C1BF083017A0}">
      <dgm:prSet/>
      <dgm:spPr/>
      <dgm:t>
        <a:bodyPr/>
        <a:lstStyle/>
        <a:p>
          <a:r>
            <a:rPr lang="en-IN" dirty="0"/>
            <a:t>JSW</a:t>
          </a:r>
        </a:p>
      </dgm:t>
    </dgm:pt>
    <dgm:pt modelId="{4043E1F4-4FC5-4AB0-AC21-05B724750DC2}" type="parTrans" cxnId="{EA2A2466-FF4F-4D7E-A0DB-0C1B1408E434}">
      <dgm:prSet/>
      <dgm:spPr/>
      <dgm:t>
        <a:bodyPr/>
        <a:lstStyle/>
        <a:p>
          <a:endParaRPr lang="en-IN"/>
        </a:p>
      </dgm:t>
    </dgm:pt>
    <dgm:pt modelId="{29E82F9A-42FA-4EAD-BB57-E6F0ADC80129}" type="sibTrans" cxnId="{EA2A2466-FF4F-4D7E-A0DB-0C1B1408E434}">
      <dgm:prSet/>
      <dgm:spPr/>
      <dgm:t>
        <a:bodyPr/>
        <a:lstStyle/>
        <a:p>
          <a:endParaRPr lang="en-IN"/>
        </a:p>
      </dgm:t>
    </dgm:pt>
    <dgm:pt modelId="{E03D5183-353D-48F9-B66A-253A78AC5CC3}">
      <dgm:prSet/>
      <dgm:spPr/>
      <dgm:t>
        <a:bodyPr/>
        <a:lstStyle/>
        <a:p>
          <a:r>
            <a:rPr lang="en-IN" dirty="0"/>
            <a:t>Tata Steel</a:t>
          </a:r>
        </a:p>
      </dgm:t>
    </dgm:pt>
    <dgm:pt modelId="{6D28C706-9D84-467C-82F1-0196045929F3}" type="parTrans" cxnId="{6FFD8297-55B3-4054-8CFC-A752E4379C11}">
      <dgm:prSet/>
      <dgm:spPr/>
      <dgm:t>
        <a:bodyPr/>
        <a:lstStyle/>
        <a:p>
          <a:endParaRPr lang="en-IN"/>
        </a:p>
      </dgm:t>
    </dgm:pt>
    <dgm:pt modelId="{2541A810-4D11-4D88-A300-328F2BFD5735}" type="sibTrans" cxnId="{6FFD8297-55B3-4054-8CFC-A752E4379C11}">
      <dgm:prSet/>
      <dgm:spPr/>
      <dgm:t>
        <a:bodyPr/>
        <a:lstStyle/>
        <a:p>
          <a:endParaRPr lang="en-IN"/>
        </a:p>
      </dgm:t>
    </dgm:pt>
    <dgm:pt modelId="{935F45A7-F8C3-4ECD-AFE7-3706C68FDCD3}">
      <dgm:prSet/>
      <dgm:spPr/>
      <dgm:t>
        <a:bodyPr/>
        <a:lstStyle/>
        <a:p>
          <a:r>
            <a:rPr lang="en-IN" dirty="0"/>
            <a:t>Vedanta</a:t>
          </a:r>
        </a:p>
      </dgm:t>
    </dgm:pt>
    <dgm:pt modelId="{99BE9478-EDCD-45FB-AC4A-32A3F4B1EF0C}" type="parTrans" cxnId="{AB1C6133-79D5-4FA1-88DA-EC30AF5CD048}">
      <dgm:prSet/>
      <dgm:spPr/>
      <dgm:t>
        <a:bodyPr/>
        <a:lstStyle/>
        <a:p>
          <a:endParaRPr lang="en-IN"/>
        </a:p>
      </dgm:t>
    </dgm:pt>
    <dgm:pt modelId="{FD65770D-2E17-4A75-B2EA-B8845B666DB9}" type="sibTrans" cxnId="{AB1C6133-79D5-4FA1-88DA-EC30AF5CD048}">
      <dgm:prSet/>
      <dgm:spPr/>
      <dgm:t>
        <a:bodyPr/>
        <a:lstStyle/>
        <a:p>
          <a:endParaRPr lang="en-IN"/>
        </a:p>
      </dgm:t>
    </dgm:pt>
    <dgm:pt modelId="{7CA250DF-6DE1-449F-BE5C-A057157E54BE}" type="pres">
      <dgm:prSet presAssocID="{1CDB2145-7031-41F1-952F-EB6E23266B1F}" presName="hierChild1" presStyleCnt="0">
        <dgm:presLayoutVars>
          <dgm:orgChart val="1"/>
          <dgm:chPref val="1"/>
          <dgm:dir/>
          <dgm:animOne val="branch"/>
          <dgm:animLvl val="lvl"/>
          <dgm:resizeHandles/>
        </dgm:presLayoutVars>
      </dgm:prSet>
      <dgm:spPr/>
    </dgm:pt>
    <dgm:pt modelId="{C6E2FC7C-EC2A-4844-B75E-6E527386C9B8}" type="pres">
      <dgm:prSet presAssocID="{92EB2B55-4875-4590-913F-FE7A9828EE32}" presName="hierRoot1" presStyleCnt="0">
        <dgm:presLayoutVars>
          <dgm:hierBranch val="init"/>
        </dgm:presLayoutVars>
      </dgm:prSet>
      <dgm:spPr/>
    </dgm:pt>
    <dgm:pt modelId="{23D6F862-8C3A-46EA-9AF3-ACE5A635807D}" type="pres">
      <dgm:prSet presAssocID="{92EB2B55-4875-4590-913F-FE7A9828EE32}" presName="rootComposite1" presStyleCnt="0"/>
      <dgm:spPr/>
    </dgm:pt>
    <dgm:pt modelId="{2D97662B-9BE7-46E1-87EA-69FE9B10F3F9}" type="pres">
      <dgm:prSet presAssocID="{92EB2B55-4875-4590-913F-FE7A9828EE32}" presName="rootText1" presStyleLbl="node0" presStyleIdx="0" presStyleCnt="1" custScaleX="121452">
        <dgm:presLayoutVars>
          <dgm:chPref val="3"/>
        </dgm:presLayoutVars>
      </dgm:prSet>
      <dgm:spPr/>
    </dgm:pt>
    <dgm:pt modelId="{05EB1A91-C5EE-476E-BDB9-911C1B164C5D}" type="pres">
      <dgm:prSet presAssocID="{92EB2B55-4875-4590-913F-FE7A9828EE32}" presName="rootConnector1" presStyleLbl="node1" presStyleIdx="0" presStyleCnt="0"/>
      <dgm:spPr/>
    </dgm:pt>
    <dgm:pt modelId="{BB462C4B-26E8-48AB-8D79-6BE6C95BAB9D}" type="pres">
      <dgm:prSet presAssocID="{92EB2B55-4875-4590-913F-FE7A9828EE32}" presName="hierChild2" presStyleCnt="0"/>
      <dgm:spPr/>
    </dgm:pt>
    <dgm:pt modelId="{FA448B3F-B699-4EB5-8DC8-84E54FB8730F}" type="pres">
      <dgm:prSet presAssocID="{12E7F63E-C59F-4C98-B8FF-5023798C67A6}" presName="Name37" presStyleLbl="parChTrans1D2" presStyleIdx="0" presStyleCnt="5"/>
      <dgm:spPr/>
    </dgm:pt>
    <dgm:pt modelId="{AE4D9B0B-FD03-40F7-AB77-88B803A10C30}" type="pres">
      <dgm:prSet presAssocID="{D7D1837B-A80D-40B7-A5FD-4A01250B89EA}" presName="hierRoot2" presStyleCnt="0">
        <dgm:presLayoutVars>
          <dgm:hierBranch val="init"/>
        </dgm:presLayoutVars>
      </dgm:prSet>
      <dgm:spPr/>
    </dgm:pt>
    <dgm:pt modelId="{2075719C-46F5-40DB-AE6C-D663A7F7C0F6}" type="pres">
      <dgm:prSet presAssocID="{D7D1837B-A80D-40B7-A5FD-4A01250B89EA}" presName="rootComposite" presStyleCnt="0"/>
      <dgm:spPr/>
    </dgm:pt>
    <dgm:pt modelId="{E2584664-704A-4F85-8D71-9BF9B805FBF2}" type="pres">
      <dgm:prSet presAssocID="{D7D1837B-A80D-40B7-A5FD-4A01250B89EA}" presName="rootText" presStyleLbl="node2" presStyleIdx="0" presStyleCnt="5">
        <dgm:presLayoutVars>
          <dgm:chPref val="3"/>
        </dgm:presLayoutVars>
      </dgm:prSet>
      <dgm:spPr/>
    </dgm:pt>
    <dgm:pt modelId="{E19A979B-F4AE-4D72-A35E-3DBCD3D07FCF}" type="pres">
      <dgm:prSet presAssocID="{D7D1837B-A80D-40B7-A5FD-4A01250B89EA}" presName="rootConnector" presStyleLbl="node2" presStyleIdx="0" presStyleCnt="5"/>
      <dgm:spPr/>
    </dgm:pt>
    <dgm:pt modelId="{3386D26B-2884-4B8F-99E9-7C5735EAA68C}" type="pres">
      <dgm:prSet presAssocID="{D7D1837B-A80D-40B7-A5FD-4A01250B89EA}" presName="hierChild4" presStyleCnt="0"/>
      <dgm:spPr/>
    </dgm:pt>
    <dgm:pt modelId="{3FBC08A8-7B61-41DE-9820-E989872CC4B3}" type="pres">
      <dgm:prSet presAssocID="{37169D8E-6C44-42E3-BE8D-243AD508D839}" presName="Name37" presStyleLbl="parChTrans1D3" presStyleIdx="0" presStyleCnt="15"/>
      <dgm:spPr/>
    </dgm:pt>
    <dgm:pt modelId="{3499D2EE-44D2-400B-A0C2-22AF5A9CD17E}" type="pres">
      <dgm:prSet presAssocID="{F11B5471-884E-458E-9406-F99A5BECDC4B}" presName="hierRoot2" presStyleCnt="0">
        <dgm:presLayoutVars>
          <dgm:hierBranch val="init"/>
        </dgm:presLayoutVars>
      </dgm:prSet>
      <dgm:spPr/>
    </dgm:pt>
    <dgm:pt modelId="{5E345056-5B5F-4827-A596-6F592664C54F}" type="pres">
      <dgm:prSet presAssocID="{F11B5471-884E-458E-9406-F99A5BECDC4B}" presName="rootComposite" presStyleCnt="0"/>
      <dgm:spPr/>
    </dgm:pt>
    <dgm:pt modelId="{368F8617-B291-4AF8-BD05-B447E22D59CF}" type="pres">
      <dgm:prSet presAssocID="{F11B5471-884E-458E-9406-F99A5BECDC4B}" presName="rootText" presStyleLbl="node3" presStyleIdx="0" presStyleCnt="15">
        <dgm:presLayoutVars>
          <dgm:chPref val="3"/>
        </dgm:presLayoutVars>
      </dgm:prSet>
      <dgm:spPr/>
    </dgm:pt>
    <dgm:pt modelId="{6F849B75-9F3F-45E6-92A5-8925162607F1}" type="pres">
      <dgm:prSet presAssocID="{F11B5471-884E-458E-9406-F99A5BECDC4B}" presName="rootConnector" presStyleLbl="node3" presStyleIdx="0" presStyleCnt="15"/>
      <dgm:spPr/>
    </dgm:pt>
    <dgm:pt modelId="{48F6AC83-FEBD-41B2-BBAB-E9679B9202DA}" type="pres">
      <dgm:prSet presAssocID="{F11B5471-884E-458E-9406-F99A5BECDC4B}" presName="hierChild4" presStyleCnt="0"/>
      <dgm:spPr/>
    </dgm:pt>
    <dgm:pt modelId="{21DB611A-E324-4361-AB4F-15D7D0B990F8}" type="pres">
      <dgm:prSet presAssocID="{F11B5471-884E-458E-9406-F99A5BECDC4B}" presName="hierChild5" presStyleCnt="0"/>
      <dgm:spPr/>
    </dgm:pt>
    <dgm:pt modelId="{375C8122-151C-448C-8F09-795FED40667C}" type="pres">
      <dgm:prSet presAssocID="{0AF31188-87E9-4D62-A664-DB2E32092B20}" presName="Name37" presStyleLbl="parChTrans1D3" presStyleIdx="1" presStyleCnt="15"/>
      <dgm:spPr/>
    </dgm:pt>
    <dgm:pt modelId="{B37C13FB-A6E2-47A6-A77F-16CF6433C280}" type="pres">
      <dgm:prSet presAssocID="{84132B78-9AA4-4B3B-86EA-C2C3F1AD0E98}" presName="hierRoot2" presStyleCnt="0">
        <dgm:presLayoutVars>
          <dgm:hierBranch val="init"/>
        </dgm:presLayoutVars>
      </dgm:prSet>
      <dgm:spPr/>
    </dgm:pt>
    <dgm:pt modelId="{CEB17079-F8C9-40D8-B750-6F11B31A9600}" type="pres">
      <dgm:prSet presAssocID="{84132B78-9AA4-4B3B-86EA-C2C3F1AD0E98}" presName="rootComposite" presStyleCnt="0"/>
      <dgm:spPr/>
    </dgm:pt>
    <dgm:pt modelId="{F47DDF5A-26BB-43AD-8E68-68C4AC055FE7}" type="pres">
      <dgm:prSet presAssocID="{84132B78-9AA4-4B3B-86EA-C2C3F1AD0E98}" presName="rootText" presStyleLbl="node3" presStyleIdx="1" presStyleCnt="15">
        <dgm:presLayoutVars>
          <dgm:chPref val="3"/>
        </dgm:presLayoutVars>
      </dgm:prSet>
      <dgm:spPr/>
    </dgm:pt>
    <dgm:pt modelId="{3AE8CD46-AEFD-41D6-944A-EEF6C83FFB73}" type="pres">
      <dgm:prSet presAssocID="{84132B78-9AA4-4B3B-86EA-C2C3F1AD0E98}" presName="rootConnector" presStyleLbl="node3" presStyleIdx="1" presStyleCnt="15"/>
      <dgm:spPr/>
    </dgm:pt>
    <dgm:pt modelId="{89F63F9D-D6F2-4785-8EDD-B0730DB20E9C}" type="pres">
      <dgm:prSet presAssocID="{84132B78-9AA4-4B3B-86EA-C2C3F1AD0E98}" presName="hierChild4" presStyleCnt="0"/>
      <dgm:spPr/>
    </dgm:pt>
    <dgm:pt modelId="{9DAA34DE-4017-4704-9633-9588DDB739EF}" type="pres">
      <dgm:prSet presAssocID="{84132B78-9AA4-4B3B-86EA-C2C3F1AD0E98}" presName="hierChild5" presStyleCnt="0"/>
      <dgm:spPr/>
    </dgm:pt>
    <dgm:pt modelId="{E253791F-1B94-4B28-9A04-44794704B52B}" type="pres">
      <dgm:prSet presAssocID="{AC9D8BD2-D897-4D11-B1FA-F2D02021C14C}" presName="Name37" presStyleLbl="parChTrans1D3" presStyleIdx="2" presStyleCnt="15"/>
      <dgm:spPr/>
    </dgm:pt>
    <dgm:pt modelId="{B6F804FC-2D84-4227-90A7-195C93497A4E}" type="pres">
      <dgm:prSet presAssocID="{EF75E46C-B60F-487B-9120-FDBB1A2C9A82}" presName="hierRoot2" presStyleCnt="0">
        <dgm:presLayoutVars>
          <dgm:hierBranch val="init"/>
        </dgm:presLayoutVars>
      </dgm:prSet>
      <dgm:spPr/>
    </dgm:pt>
    <dgm:pt modelId="{AE8271F1-A607-496C-819A-FA22DAF864AB}" type="pres">
      <dgm:prSet presAssocID="{EF75E46C-B60F-487B-9120-FDBB1A2C9A82}" presName="rootComposite" presStyleCnt="0"/>
      <dgm:spPr/>
    </dgm:pt>
    <dgm:pt modelId="{4431AE3C-F4F4-499F-A9CB-7B5AF14A519D}" type="pres">
      <dgm:prSet presAssocID="{EF75E46C-B60F-487B-9120-FDBB1A2C9A82}" presName="rootText" presStyleLbl="node3" presStyleIdx="2" presStyleCnt="15">
        <dgm:presLayoutVars>
          <dgm:chPref val="3"/>
        </dgm:presLayoutVars>
      </dgm:prSet>
      <dgm:spPr/>
    </dgm:pt>
    <dgm:pt modelId="{DC2AA821-4714-43EF-86D9-5F4B5FA2B785}" type="pres">
      <dgm:prSet presAssocID="{EF75E46C-B60F-487B-9120-FDBB1A2C9A82}" presName="rootConnector" presStyleLbl="node3" presStyleIdx="2" presStyleCnt="15"/>
      <dgm:spPr/>
    </dgm:pt>
    <dgm:pt modelId="{6DBCCDA9-295C-43EA-9724-32883DA67A94}" type="pres">
      <dgm:prSet presAssocID="{EF75E46C-B60F-487B-9120-FDBB1A2C9A82}" presName="hierChild4" presStyleCnt="0"/>
      <dgm:spPr/>
    </dgm:pt>
    <dgm:pt modelId="{B4684384-E61E-4B68-9F54-F65094C0720E}" type="pres">
      <dgm:prSet presAssocID="{EF75E46C-B60F-487B-9120-FDBB1A2C9A82}" presName="hierChild5" presStyleCnt="0"/>
      <dgm:spPr/>
    </dgm:pt>
    <dgm:pt modelId="{7D58D47B-D1A1-4155-9567-FA7E1624C1A4}" type="pres">
      <dgm:prSet presAssocID="{D7D1837B-A80D-40B7-A5FD-4A01250B89EA}" presName="hierChild5" presStyleCnt="0"/>
      <dgm:spPr/>
    </dgm:pt>
    <dgm:pt modelId="{320960FC-B2B0-4D0A-9AD9-6C329B1B02BB}" type="pres">
      <dgm:prSet presAssocID="{14B82F77-A7C2-44D3-9386-DDE7BEFADC9F}" presName="Name37" presStyleLbl="parChTrans1D2" presStyleIdx="1" presStyleCnt="5"/>
      <dgm:spPr/>
    </dgm:pt>
    <dgm:pt modelId="{25BC3959-56A8-43F2-AFB2-19904B6F6554}" type="pres">
      <dgm:prSet presAssocID="{164D96BE-2821-41A5-8EF0-91FC5942D88E}" presName="hierRoot2" presStyleCnt="0">
        <dgm:presLayoutVars>
          <dgm:hierBranch val="init"/>
        </dgm:presLayoutVars>
      </dgm:prSet>
      <dgm:spPr/>
    </dgm:pt>
    <dgm:pt modelId="{9A83279C-5548-42A6-8D2E-6A338A580092}" type="pres">
      <dgm:prSet presAssocID="{164D96BE-2821-41A5-8EF0-91FC5942D88E}" presName="rootComposite" presStyleCnt="0"/>
      <dgm:spPr/>
    </dgm:pt>
    <dgm:pt modelId="{8B028D1A-A32A-425C-A8FF-FCDD015C63AF}" type="pres">
      <dgm:prSet presAssocID="{164D96BE-2821-41A5-8EF0-91FC5942D88E}" presName="rootText" presStyleLbl="node2" presStyleIdx="1" presStyleCnt="5">
        <dgm:presLayoutVars>
          <dgm:chPref val="3"/>
        </dgm:presLayoutVars>
      </dgm:prSet>
      <dgm:spPr/>
    </dgm:pt>
    <dgm:pt modelId="{2B84A5C1-B9B5-4772-ADE4-335F6E84EC98}" type="pres">
      <dgm:prSet presAssocID="{164D96BE-2821-41A5-8EF0-91FC5942D88E}" presName="rootConnector" presStyleLbl="node2" presStyleIdx="1" presStyleCnt="5"/>
      <dgm:spPr/>
    </dgm:pt>
    <dgm:pt modelId="{EA93B213-7373-4F2C-B549-893A173DF412}" type="pres">
      <dgm:prSet presAssocID="{164D96BE-2821-41A5-8EF0-91FC5942D88E}" presName="hierChild4" presStyleCnt="0"/>
      <dgm:spPr/>
    </dgm:pt>
    <dgm:pt modelId="{78A1FD37-2D78-4F83-8A54-A65F2B320DB3}" type="pres">
      <dgm:prSet presAssocID="{D678C719-8337-4CA3-83E7-9564A863CAE9}" presName="Name37" presStyleLbl="parChTrans1D3" presStyleIdx="3" presStyleCnt="15"/>
      <dgm:spPr/>
    </dgm:pt>
    <dgm:pt modelId="{4CBE154F-D886-4724-8970-0F9E0D7A4EF5}" type="pres">
      <dgm:prSet presAssocID="{440C97E1-E1E9-465D-8F2F-D289159BDA3A}" presName="hierRoot2" presStyleCnt="0">
        <dgm:presLayoutVars>
          <dgm:hierBranch val="init"/>
        </dgm:presLayoutVars>
      </dgm:prSet>
      <dgm:spPr/>
    </dgm:pt>
    <dgm:pt modelId="{41B2EBA6-6AA4-4E01-9891-11673B05B430}" type="pres">
      <dgm:prSet presAssocID="{440C97E1-E1E9-465D-8F2F-D289159BDA3A}" presName="rootComposite" presStyleCnt="0"/>
      <dgm:spPr/>
    </dgm:pt>
    <dgm:pt modelId="{271A14A4-0193-4296-8E34-847790328547}" type="pres">
      <dgm:prSet presAssocID="{440C97E1-E1E9-465D-8F2F-D289159BDA3A}" presName="rootText" presStyleLbl="node3" presStyleIdx="3" presStyleCnt="15">
        <dgm:presLayoutVars>
          <dgm:chPref val="3"/>
        </dgm:presLayoutVars>
      </dgm:prSet>
      <dgm:spPr/>
    </dgm:pt>
    <dgm:pt modelId="{1858FDAC-88D4-43E5-8BEE-39E20AC4F705}" type="pres">
      <dgm:prSet presAssocID="{440C97E1-E1E9-465D-8F2F-D289159BDA3A}" presName="rootConnector" presStyleLbl="node3" presStyleIdx="3" presStyleCnt="15"/>
      <dgm:spPr/>
    </dgm:pt>
    <dgm:pt modelId="{07BA1501-4B2C-40A9-A1E5-B90786C79D3A}" type="pres">
      <dgm:prSet presAssocID="{440C97E1-E1E9-465D-8F2F-D289159BDA3A}" presName="hierChild4" presStyleCnt="0"/>
      <dgm:spPr/>
    </dgm:pt>
    <dgm:pt modelId="{D5F81AB6-164A-47EC-B205-E3BA9E8E77FC}" type="pres">
      <dgm:prSet presAssocID="{440C97E1-E1E9-465D-8F2F-D289159BDA3A}" presName="hierChild5" presStyleCnt="0"/>
      <dgm:spPr/>
    </dgm:pt>
    <dgm:pt modelId="{300C6F69-0A90-487B-83E3-37F46B1D589C}" type="pres">
      <dgm:prSet presAssocID="{79AEE670-4323-4CC9-86C6-F1F719EFB7B9}" presName="Name37" presStyleLbl="parChTrans1D3" presStyleIdx="4" presStyleCnt="15"/>
      <dgm:spPr/>
    </dgm:pt>
    <dgm:pt modelId="{71AED282-83EB-412C-92FD-2CFA82AF8B61}" type="pres">
      <dgm:prSet presAssocID="{E7313FE6-EFB0-48C5-B9E2-BCDA94B595BD}" presName="hierRoot2" presStyleCnt="0">
        <dgm:presLayoutVars>
          <dgm:hierBranch val="init"/>
        </dgm:presLayoutVars>
      </dgm:prSet>
      <dgm:spPr/>
    </dgm:pt>
    <dgm:pt modelId="{85C19449-F0DD-4AE8-9904-861AFA4A8F97}" type="pres">
      <dgm:prSet presAssocID="{E7313FE6-EFB0-48C5-B9E2-BCDA94B595BD}" presName="rootComposite" presStyleCnt="0"/>
      <dgm:spPr/>
    </dgm:pt>
    <dgm:pt modelId="{D5354452-DD21-4438-AD54-DC39353947E5}" type="pres">
      <dgm:prSet presAssocID="{E7313FE6-EFB0-48C5-B9E2-BCDA94B595BD}" presName="rootText" presStyleLbl="node3" presStyleIdx="4" presStyleCnt="15">
        <dgm:presLayoutVars>
          <dgm:chPref val="3"/>
        </dgm:presLayoutVars>
      </dgm:prSet>
      <dgm:spPr/>
    </dgm:pt>
    <dgm:pt modelId="{E4C9E82E-AEF3-4A1B-9B53-CD8CE43A65FC}" type="pres">
      <dgm:prSet presAssocID="{E7313FE6-EFB0-48C5-B9E2-BCDA94B595BD}" presName="rootConnector" presStyleLbl="node3" presStyleIdx="4" presStyleCnt="15"/>
      <dgm:spPr/>
    </dgm:pt>
    <dgm:pt modelId="{F01328BF-D7AF-47D4-98D3-B1E3B8528502}" type="pres">
      <dgm:prSet presAssocID="{E7313FE6-EFB0-48C5-B9E2-BCDA94B595BD}" presName="hierChild4" presStyleCnt="0"/>
      <dgm:spPr/>
    </dgm:pt>
    <dgm:pt modelId="{9F300E64-E84E-4C43-9895-2F847355BB12}" type="pres">
      <dgm:prSet presAssocID="{E7313FE6-EFB0-48C5-B9E2-BCDA94B595BD}" presName="hierChild5" presStyleCnt="0"/>
      <dgm:spPr/>
    </dgm:pt>
    <dgm:pt modelId="{0335B8AF-4E06-4471-A60D-D3ABEA81D3FE}" type="pres">
      <dgm:prSet presAssocID="{9735D4DA-0D6C-4F50-9914-80177A746315}" presName="Name37" presStyleLbl="parChTrans1D3" presStyleIdx="5" presStyleCnt="15"/>
      <dgm:spPr/>
    </dgm:pt>
    <dgm:pt modelId="{1F534D37-88FB-4992-AA00-5F5966164B0E}" type="pres">
      <dgm:prSet presAssocID="{3E2EA28B-AE43-42CC-8B20-4AD32D25ECFA}" presName="hierRoot2" presStyleCnt="0">
        <dgm:presLayoutVars>
          <dgm:hierBranch val="init"/>
        </dgm:presLayoutVars>
      </dgm:prSet>
      <dgm:spPr/>
    </dgm:pt>
    <dgm:pt modelId="{4FBCA846-B4FD-4606-BB0A-BB9A2D8D288F}" type="pres">
      <dgm:prSet presAssocID="{3E2EA28B-AE43-42CC-8B20-4AD32D25ECFA}" presName="rootComposite" presStyleCnt="0"/>
      <dgm:spPr/>
    </dgm:pt>
    <dgm:pt modelId="{D11B163A-38CF-40B9-8478-AEB097158E98}" type="pres">
      <dgm:prSet presAssocID="{3E2EA28B-AE43-42CC-8B20-4AD32D25ECFA}" presName="rootText" presStyleLbl="node3" presStyleIdx="5" presStyleCnt="15">
        <dgm:presLayoutVars>
          <dgm:chPref val="3"/>
        </dgm:presLayoutVars>
      </dgm:prSet>
      <dgm:spPr/>
    </dgm:pt>
    <dgm:pt modelId="{6D9A11B9-B8A8-4F60-AB26-C079A914E18C}" type="pres">
      <dgm:prSet presAssocID="{3E2EA28B-AE43-42CC-8B20-4AD32D25ECFA}" presName="rootConnector" presStyleLbl="node3" presStyleIdx="5" presStyleCnt="15"/>
      <dgm:spPr/>
    </dgm:pt>
    <dgm:pt modelId="{2A90422B-2897-48DF-A94D-313F721ED51F}" type="pres">
      <dgm:prSet presAssocID="{3E2EA28B-AE43-42CC-8B20-4AD32D25ECFA}" presName="hierChild4" presStyleCnt="0"/>
      <dgm:spPr/>
    </dgm:pt>
    <dgm:pt modelId="{1C496AFF-EF4B-4C38-803F-F1983EEA0954}" type="pres">
      <dgm:prSet presAssocID="{3E2EA28B-AE43-42CC-8B20-4AD32D25ECFA}" presName="hierChild5" presStyleCnt="0"/>
      <dgm:spPr/>
    </dgm:pt>
    <dgm:pt modelId="{C5592A81-4AB4-4361-8B53-4CDB726794B1}" type="pres">
      <dgm:prSet presAssocID="{164D96BE-2821-41A5-8EF0-91FC5942D88E}" presName="hierChild5" presStyleCnt="0"/>
      <dgm:spPr/>
    </dgm:pt>
    <dgm:pt modelId="{F81A5DBE-218B-4046-A868-1ECB38B95CBB}" type="pres">
      <dgm:prSet presAssocID="{604C07F2-DA6A-4613-8133-62EA85BC707B}" presName="Name37" presStyleLbl="parChTrans1D2" presStyleIdx="2" presStyleCnt="5"/>
      <dgm:spPr/>
    </dgm:pt>
    <dgm:pt modelId="{1E79468F-0290-4D20-A285-EAE3125B5F57}" type="pres">
      <dgm:prSet presAssocID="{6E57B83C-CA75-4A2B-919C-73BCC2E88160}" presName="hierRoot2" presStyleCnt="0">
        <dgm:presLayoutVars>
          <dgm:hierBranch val="init"/>
        </dgm:presLayoutVars>
      </dgm:prSet>
      <dgm:spPr/>
    </dgm:pt>
    <dgm:pt modelId="{4BA9FDC7-13B9-436E-BC63-4FABFEE9B565}" type="pres">
      <dgm:prSet presAssocID="{6E57B83C-CA75-4A2B-919C-73BCC2E88160}" presName="rootComposite" presStyleCnt="0"/>
      <dgm:spPr/>
    </dgm:pt>
    <dgm:pt modelId="{A88B92DC-42CF-4F34-8D6A-78D85275E988}" type="pres">
      <dgm:prSet presAssocID="{6E57B83C-CA75-4A2B-919C-73BCC2E88160}" presName="rootText" presStyleLbl="node2" presStyleIdx="2" presStyleCnt="5">
        <dgm:presLayoutVars>
          <dgm:chPref val="3"/>
        </dgm:presLayoutVars>
      </dgm:prSet>
      <dgm:spPr/>
    </dgm:pt>
    <dgm:pt modelId="{5CEEA981-4BB1-4A00-ADD5-A38F968C8BE1}" type="pres">
      <dgm:prSet presAssocID="{6E57B83C-CA75-4A2B-919C-73BCC2E88160}" presName="rootConnector" presStyleLbl="node2" presStyleIdx="2" presStyleCnt="5"/>
      <dgm:spPr/>
    </dgm:pt>
    <dgm:pt modelId="{20F8F901-3D8C-42B9-82C3-CF273FE04440}" type="pres">
      <dgm:prSet presAssocID="{6E57B83C-CA75-4A2B-919C-73BCC2E88160}" presName="hierChild4" presStyleCnt="0"/>
      <dgm:spPr/>
    </dgm:pt>
    <dgm:pt modelId="{0990138F-23BC-4136-B465-ECF31F2CD62F}" type="pres">
      <dgm:prSet presAssocID="{199F33C8-2C3B-494F-A43D-96BF61ED3AC4}" presName="Name37" presStyleLbl="parChTrans1D3" presStyleIdx="6" presStyleCnt="15"/>
      <dgm:spPr/>
    </dgm:pt>
    <dgm:pt modelId="{CF5EC2A8-5D95-434E-A2FD-1973E54CF7C5}" type="pres">
      <dgm:prSet presAssocID="{54A7F07B-0B2C-4174-8A93-0400BBA0F03C}" presName="hierRoot2" presStyleCnt="0">
        <dgm:presLayoutVars>
          <dgm:hierBranch val="init"/>
        </dgm:presLayoutVars>
      </dgm:prSet>
      <dgm:spPr/>
    </dgm:pt>
    <dgm:pt modelId="{18BF6048-DBBA-445E-89E3-F41E722F5BE9}" type="pres">
      <dgm:prSet presAssocID="{54A7F07B-0B2C-4174-8A93-0400BBA0F03C}" presName="rootComposite" presStyleCnt="0"/>
      <dgm:spPr/>
    </dgm:pt>
    <dgm:pt modelId="{64B5D17F-1AF9-43F4-ABB7-3E5D334138E8}" type="pres">
      <dgm:prSet presAssocID="{54A7F07B-0B2C-4174-8A93-0400BBA0F03C}" presName="rootText" presStyleLbl="node3" presStyleIdx="6" presStyleCnt="15">
        <dgm:presLayoutVars>
          <dgm:chPref val="3"/>
        </dgm:presLayoutVars>
      </dgm:prSet>
      <dgm:spPr/>
    </dgm:pt>
    <dgm:pt modelId="{7F91A088-7564-44A7-93B4-68B417049527}" type="pres">
      <dgm:prSet presAssocID="{54A7F07B-0B2C-4174-8A93-0400BBA0F03C}" presName="rootConnector" presStyleLbl="node3" presStyleIdx="6" presStyleCnt="15"/>
      <dgm:spPr/>
    </dgm:pt>
    <dgm:pt modelId="{DFCE49B9-0710-4FCF-93A9-3AF0ED656DEB}" type="pres">
      <dgm:prSet presAssocID="{54A7F07B-0B2C-4174-8A93-0400BBA0F03C}" presName="hierChild4" presStyleCnt="0"/>
      <dgm:spPr/>
    </dgm:pt>
    <dgm:pt modelId="{AE86D2CA-8769-4E68-B605-22E4AA78377D}" type="pres">
      <dgm:prSet presAssocID="{54A7F07B-0B2C-4174-8A93-0400BBA0F03C}" presName="hierChild5" presStyleCnt="0"/>
      <dgm:spPr/>
    </dgm:pt>
    <dgm:pt modelId="{83DE2383-90A1-4A1F-BD3A-751623B15C3F}" type="pres">
      <dgm:prSet presAssocID="{BFB0A902-90CD-49DF-A9F5-BF8D1F377998}" presName="Name37" presStyleLbl="parChTrans1D3" presStyleIdx="7" presStyleCnt="15"/>
      <dgm:spPr/>
    </dgm:pt>
    <dgm:pt modelId="{DD730BAF-4BDD-412F-B381-EC9714317A82}" type="pres">
      <dgm:prSet presAssocID="{E27B2A07-1B9E-45E0-8B5A-6BC4F7961E51}" presName="hierRoot2" presStyleCnt="0">
        <dgm:presLayoutVars>
          <dgm:hierBranch val="init"/>
        </dgm:presLayoutVars>
      </dgm:prSet>
      <dgm:spPr/>
    </dgm:pt>
    <dgm:pt modelId="{F2FBDC8B-AAB8-4429-BA30-BBE435AE3D18}" type="pres">
      <dgm:prSet presAssocID="{E27B2A07-1B9E-45E0-8B5A-6BC4F7961E51}" presName="rootComposite" presStyleCnt="0"/>
      <dgm:spPr/>
    </dgm:pt>
    <dgm:pt modelId="{FAE51D8B-48DB-4F95-B516-09BDC2F5FA33}" type="pres">
      <dgm:prSet presAssocID="{E27B2A07-1B9E-45E0-8B5A-6BC4F7961E51}" presName="rootText" presStyleLbl="node3" presStyleIdx="7" presStyleCnt="15">
        <dgm:presLayoutVars>
          <dgm:chPref val="3"/>
        </dgm:presLayoutVars>
      </dgm:prSet>
      <dgm:spPr/>
    </dgm:pt>
    <dgm:pt modelId="{4C6E6B61-CBEA-4BAE-92D2-2AE6AED6B6B0}" type="pres">
      <dgm:prSet presAssocID="{E27B2A07-1B9E-45E0-8B5A-6BC4F7961E51}" presName="rootConnector" presStyleLbl="node3" presStyleIdx="7" presStyleCnt="15"/>
      <dgm:spPr/>
    </dgm:pt>
    <dgm:pt modelId="{4ACD17B8-E4C6-444A-BB52-B0B2B7ACF131}" type="pres">
      <dgm:prSet presAssocID="{E27B2A07-1B9E-45E0-8B5A-6BC4F7961E51}" presName="hierChild4" presStyleCnt="0"/>
      <dgm:spPr/>
    </dgm:pt>
    <dgm:pt modelId="{F8B9BAC9-BFC1-4BAB-82EF-D5803F80AE11}" type="pres">
      <dgm:prSet presAssocID="{E27B2A07-1B9E-45E0-8B5A-6BC4F7961E51}" presName="hierChild5" presStyleCnt="0"/>
      <dgm:spPr/>
    </dgm:pt>
    <dgm:pt modelId="{422D065C-49CB-4F13-AFD5-69A21A98F21E}" type="pres">
      <dgm:prSet presAssocID="{ACF81C16-D3F8-469C-AD25-39DC7258C833}" presName="Name37" presStyleLbl="parChTrans1D3" presStyleIdx="8" presStyleCnt="15"/>
      <dgm:spPr/>
    </dgm:pt>
    <dgm:pt modelId="{190CD55E-62F8-48D6-89B1-77D9A9F7169F}" type="pres">
      <dgm:prSet presAssocID="{86106A70-AD9F-483A-8D95-808B96EFCA9D}" presName="hierRoot2" presStyleCnt="0">
        <dgm:presLayoutVars>
          <dgm:hierBranch val="init"/>
        </dgm:presLayoutVars>
      </dgm:prSet>
      <dgm:spPr/>
    </dgm:pt>
    <dgm:pt modelId="{A10FCB54-B730-466A-92B1-D16E58DAF747}" type="pres">
      <dgm:prSet presAssocID="{86106A70-AD9F-483A-8D95-808B96EFCA9D}" presName="rootComposite" presStyleCnt="0"/>
      <dgm:spPr/>
    </dgm:pt>
    <dgm:pt modelId="{70E3C19C-3CB6-4D61-A23F-3CDF8980B225}" type="pres">
      <dgm:prSet presAssocID="{86106A70-AD9F-483A-8D95-808B96EFCA9D}" presName="rootText" presStyleLbl="node3" presStyleIdx="8" presStyleCnt="15">
        <dgm:presLayoutVars>
          <dgm:chPref val="3"/>
        </dgm:presLayoutVars>
      </dgm:prSet>
      <dgm:spPr/>
    </dgm:pt>
    <dgm:pt modelId="{A012BE2C-3458-4AF4-B722-60DDFB94335C}" type="pres">
      <dgm:prSet presAssocID="{86106A70-AD9F-483A-8D95-808B96EFCA9D}" presName="rootConnector" presStyleLbl="node3" presStyleIdx="8" presStyleCnt="15"/>
      <dgm:spPr/>
    </dgm:pt>
    <dgm:pt modelId="{6AA72238-5851-481D-93C4-AA0E7D893E4A}" type="pres">
      <dgm:prSet presAssocID="{86106A70-AD9F-483A-8D95-808B96EFCA9D}" presName="hierChild4" presStyleCnt="0"/>
      <dgm:spPr/>
    </dgm:pt>
    <dgm:pt modelId="{352A9662-3717-4835-84E7-01AADA66E3E3}" type="pres">
      <dgm:prSet presAssocID="{86106A70-AD9F-483A-8D95-808B96EFCA9D}" presName="hierChild5" presStyleCnt="0"/>
      <dgm:spPr/>
    </dgm:pt>
    <dgm:pt modelId="{8A9951F6-3BD9-483B-9FD5-5A8229B1E17D}" type="pres">
      <dgm:prSet presAssocID="{6E57B83C-CA75-4A2B-919C-73BCC2E88160}" presName="hierChild5" presStyleCnt="0"/>
      <dgm:spPr/>
    </dgm:pt>
    <dgm:pt modelId="{5CE70562-4884-475C-A80A-09FCDC3DD7E4}" type="pres">
      <dgm:prSet presAssocID="{FC88E2F2-29DE-4B94-8112-655260DEFA6B}" presName="Name37" presStyleLbl="parChTrans1D2" presStyleIdx="3" presStyleCnt="5"/>
      <dgm:spPr/>
    </dgm:pt>
    <dgm:pt modelId="{AFB491B7-F1C1-49CC-8B97-3525598904F3}" type="pres">
      <dgm:prSet presAssocID="{D2E54F97-E1A7-48DD-A867-34C946963499}" presName="hierRoot2" presStyleCnt="0">
        <dgm:presLayoutVars>
          <dgm:hierBranch val="init"/>
        </dgm:presLayoutVars>
      </dgm:prSet>
      <dgm:spPr/>
    </dgm:pt>
    <dgm:pt modelId="{C76C94B1-9099-4203-A9C9-CE5FADF19F94}" type="pres">
      <dgm:prSet presAssocID="{D2E54F97-E1A7-48DD-A867-34C946963499}" presName="rootComposite" presStyleCnt="0"/>
      <dgm:spPr/>
    </dgm:pt>
    <dgm:pt modelId="{DE4E0191-77CF-421F-B7F0-497F13962702}" type="pres">
      <dgm:prSet presAssocID="{D2E54F97-E1A7-48DD-A867-34C946963499}" presName="rootText" presStyleLbl="node2" presStyleIdx="3" presStyleCnt="5">
        <dgm:presLayoutVars>
          <dgm:chPref val="3"/>
        </dgm:presLayoutVars>
      </dgm:prSet>
      <dgm:spPr/>
    </dgm:pt>
    <dgm:pt modelId="{090A3270-48E9-4224-8B42-65D93CD947DB}" type="pres">
      <dgm:prSet presAssocID="{D2E54F97-E1A7-48DD-A867-34C946963499}" presName="rootConnector" presStyleLbl="node2" presStyleIdx="3" presStyleCnt="5"/>
      <dgm:spPr/>
    </dgm:pt>
    <dgm:pt modelId="{D4EF5A38-F7A2-402D-AC91-9D323BE0F4AA}" type="pres">
      <dgm:prSet presAssocID="{D2E54F97-E1A7-48DD-A867-34C946963499}" presName="hierChild4" presStyleCnt="0"/>
      <dgm:spPr/>
    </dgm:pt>
    <dgm:pt modelId="{B0BAE532-C4E8-4818-983E-710D51AA7868}" type="pres">
      <dgm:prSet presAssocID="{EB6C9C79-8ABF-4649-9085-5A8DED2E1615}" presName="Name37" presStyleLbl="parChTrans1D3" presStyleIdx="9" presStyleCnt="15"/>
      <dgm:spPr/>
    </dgm:pt>
    <dgm:pt modelId="{6C6B1836-8AD0-48E0-90C8-635B48819EF1}" type="pres">
      <dgm:prSet presAssocID="{BD3F19A3-0ADC-45C9-9FB3-5286570B6477}" presName="hierRoot2" presStyleCnt="0">
        <dgm:presLayoutVars>
          <dgm:hierBranch val="init"/>
        </dgm:presLayoutVars>
      </dgm:prSet>
      <dgm:spPr/>
    </dgm:pt>
    <dgm:pt modelId="{CA91E421-A8D8-4E2D-ABD8-5065F2E0D150}" type="pres">
      <dgm:prSet presAssocID="{BD3F19A3-0ADC-45C9-9FB3-5286570B6477}" presName="rootComposite" presStyleCnt="0"/>
      <dgm:spPr/>
    </dgm:pt>
    <dgm:pt modelId="{D54CAAFD-7E64-45F6-8EDC-8C5CC875AAA1}" type="pres">
      <dgm:prSet presAssocID="{BD3F19A3-0ADC-45C9-9FB3-5286570B6477}" presName="rootText" presStyleLbl="node3" presStyleIdx="9" presStyleCnt="15">
        <dgm:presLayoutVars>
          <dgm:chPref val="3"/>
        </dgm:presLayoutVars>
      </dgm:prSet>
      <dgm:spPr/>
    </dgm:pt>
    <dgm:pt modelId="{5FB730D7-1C5D-4061-93F0-7C99A85B04F3}" type="pres">
      <dgm:prSet presAssocID="{BD3F19A3-0ADC-45C9-9FB3-5286570B6477}" presName="rootConnector" presStyleLbl="node3" presStyleIdx="9" presStyleCnt="15"/>
      <dgm:spPr/>
    </dgm:pt>
    <dgm:pt modelId="{5D26D34F-5FDA-4695-8202-795B0D8622F0}" type="pres">
      <dgm:prSet presAssocID="{BD3F19A3-0ADC-45C9-9FB3-5286570B6477}" presName="hierChild4" presStyleCnt="0"/>
      <dgm:spPr/>
    </dgm:pt>
    <dgm:pt modelId="{864CF748-32BD-44D8-971A-7C137EB79D25}" type="pres">
      <dgm:prSet presAssocID="{BD3F19A3-0ADC-45C9-9FB3-5286570B6477}" presName="hierChild5" presStyleCnt="0"/>
      <dgm:spPr/>
    </dgm:pt>
    <dgm:pt modelId="{EE736B83-EE72-423D-B003-F749B3245575}" type="pres">
      <dgm:prSet presAssocID="{DB668854-6E56-4493-817A-6673B2F64298}" presName="Name37" presStyleLbl="parChTrans1D3" presStyleIdx="10" presStyleCnt="15"/>
      <dgm:spPr/>
    </dgm:pt>
    <dgm:pt modelId="{3EE3CF4C-D45D-47A8-A8EE-64C9FD6FB96B}" type="pres">
      <dgm:prSet presAssocID="{4E18FF12-2F92-4A14-9116-4B162F81F4AD}" presName="hierRoot2" presStyleCnt="0">
        <dgm:presLayoutVars>
          <dgm:hierBranch val="init"/>
        </dgm:presLayoutVars>
      </dgm:prSet>
      <dgm:spPr/>
    </dgm:pt>
    <dgm:pt modelId="{AD7B7221-294B-4521-8526-1D9AAB0B0E60}" type="pres">
      <dgm:prSet presAssocID="{4E18FF12-2F92-4A14-9116-4B162F81F4AD}" presName="rootComposite" presStyleCnt="0"/>
      <dgm:spPr/>
    </dgm:pt>
    <dgm:pt modelId="{F2B089EE-31EB-42A7-8ED6-F0334E69324F}" type="pres">
      <dgm:prSet presAssocID="{4E18FF12-2F92-4A14-9116-4B162F81F4AD}" presName="rootText" presStyleLbl="node3" presStyleIdx="10" presStyleCnt="15">
        <dgm:presLayoutVars>
          <dgm:chPref val="3"/>
        </dgm:presLayoutVars>
      </dgm:prSet>
      <dgm:spPr/>
    </dgm:pt>
    <dgm:pt modelId="{BA9325C9-7D2D-49CE-BCB4-4967ECB5A789}" type="pres">
      <dgm:prSet presAssocID="{4E18FF12-2F92-4A14-9116-4B162F81F4AD}" presName="rootConnector" presStyleLbl="node3" presStyleIdx="10" presStyleCnt="15"/>
      <dgm:spPr/>
    </dgm:pt>
    <dgm:pt modelId="{F8BAD707-7498-4DB0-8C0D-94BAEEE6DD5E}" type="pres">
      <dgm:prSet presAssocID="{4E18FF12-2F92-4A14-9116-4B162F81F4AD}" presName="hierChild4" presStyleCnt="0"/>
      <dgm:spPr/>
    </dgm:pt>
    <dgm:pt modelId="{B2859925-6E8C-4ED3-B8C5-CF5D773A92DF}" type="pres">
      <dgm:prSet presAssocID="{4E18FF12-2F92-4A14-9116-4B162F81F4AD}" presName="hierChild5" presStyleCnt="0"/>
      <dgm:spPr/>
    </dgm:pt>
    <dgm:pt modelId="{F4661129-704B-4A61-9A94-8BB65A5C1E9E}" type="pres">
      <dgm:prSet presAssocID="{B17A6D6A-F5EC-430B-BB10-0EC83E150D12}" presName="Name37" presStyleLbl="parChTrans1D3" presStyleIdx="11" presStyleCnt="15"/>
      <dgm:spPr/>
    </dgm:pt>
    <dgm:pt modelId="{3100EEEC-EFB7-4C49-8E08-E8EC81DA6F8D}" type="pres">
      <dgm:prSet presAssocID="{5CC5C488-4D6E-4DFC-9C07-1CCE08A368A5}" presName="hierRoot2" presStyleCnt="0">
        <dgm:presLayoutVars>
          <dgm:hierBranch val="init"/>
        </dgm:presLayoutVars>
      </dgm:prSet>
      <dgm:spPr/>
    </dgm:pt>
    <dgm:pt modelId="{9FD62B9A-D3E1-4423-B5B2-44736168813D}" type="pres">
      <dgm:prSet presAssocID="{5CC5C488-4D6E-4DFC-9C07-1CCE08A368A5}" presName="rootComposite" presStyleCnt="0"/>
      <dgm:spPr/>
    </dgm:pt>
    <dgm:pt modelId="{A846F833-488D-46B0-8C43-BC3187EE3246}" type="pres">
      <dgm:prSet presAssocID="{5CC5C488-4D6E-4DFC-9C07-1CCE08A368A5}" presName="rootText" presStyleLbl="node3" presStyleIdx="11" presStyleCnt="15">
        <dgm:presLayoutVars>
          <dgm:chPref val="3"/>
        </dgm:presLayoutVars>
      </dgm:prSet>
      <dgm:spPr/>
    </dgm:pt>
    <dgm:pt modelId="{EE1057DB-0437-4EA6-91BD-F820B477CF3A}" type="pres">
      <dgm:prSet presAssocID="{5CC5C488-4D6E-4DFC-9C07-1CCE08A368A5}" presName="rootConnector" presStyleLbl="node3" presStyleIdx="11" presStyleCnt="15"/>
      <dgm:spPr/>
    </dgm:pt>
    <dgm:pt modelId="{BB84F81E-E1FC-4B12-9F6D-BC263E66C5AF}" type="pres">
      <dgm:prSet presAssocID="{5CC5C488-4D6E-4DFC-9C07-1CCE08A368A5}" presName="hierChild4" presStyleCnt="0"/>
      <dgm:spPr/>
    </dgm:pt>
    <dgm:pt modelId="{E3063E94-CE07-490B-BD55-B006327AC825}" type="pres">
      <dgm:prSet presAssocID="{5CC5C488-4D6E-4DFC-9C07-1CCE08A368A5}" presName="hierChild5" presStyleCnt="0"/>
      <dgm:spPr/>
    </dgm:pt>
    <dgm:pt modelId="{4892A7FF-9E80-4D9A-BBA2-670DD81A458E}" type="pres">
      <dgm:prSet presAssocID="{D2E54F97-E1A7-48DD-A867-34C946963499}" presName="hierChild5" presStyleCnt="0"/>
      <dgm:spPr/>
    </dgm:pt>
    <dgm:pt modelId="{FC61F2C5-0174-475C-8968-F16A6F045D4B}" type="pres">
      <dgm:prSet presAssocID="{E7E929C3-5A97-4D85-8CD0-0D3C4A8BA0D3}" presName="Name37" presStyleLbl="parChTrans1D2" presStyleIdx="4" presStyleCnt="5"/>
      <dgm:spPr/>
    </dgm:pt>
    <dgm:pt modelId="{54209372-2C79-4FC1-8C8C-9F36F51F3CC0}" type="pres">
      <dgm:prSet presAssocID="{43DDF1E5-E299-443F-943D-4DC50FF8582D}" presName="hierRoot2" presStyleCnt="0">
        <dgm:presLayoutVars>
          <dgm:hierBranch val="init"/>
        </dgm:presLayoutVars>
      </dgm:prSet>
      <dgm:spPr/>
    </dgm:pt>
    <dgm:pt modelId="{D19807E1-E179-4437-BB5D-3024A2AAAF8B}" type="pres">
      <dgm:prSet presAssocID="{43DDF1E5-E299-443F-943D-4DC50FF8582D}" presName="rootComposite" presStyleCnt="0"/>
      <dgm:spPr/>
    </dgm:pt>
    <dgm:pt modelId="{D95DA48D-FFB0-4684-9394-33BB8C743A0D}" type="pres">
      <dgm:prSet presAssocID="{43DDF1E5-E299-443F-943D-4DC50FF8582D}" presName="rootText" presStyleLbl="node2" presStyleIdx="4" presStyleCnt="5">
        <dgm:presLayoutVars>
          <dgm:chPref val="3"/>
        </dgm:presLayoutVars>
      </dgm:prSet>
      <dgm:spPr/>
    </dgm:pt>
    <dgm:pt modelId="{2E1B6BF3-B097-4F8D-9290-48149B34B2CE}" type="pres">
      <dgm:prSet presAssocID="{43DDF1E5-E299-443F-943D-4DC50FF8582D}" presName="rootConnector" presStyleLbl="node2" presStyleIdx="4" presStyleCnt="5"/>
      <dgm:spPr/>
    </dgm:pt>
    <dgm:pt modelId="{4229CB63-5ABB-461D-A87F-1EB9DF08EA58}" type="pres">
      <dgm:prSet presAssocID="{43DDF1E5-E299-443F-943D-4DC50FF8582D}" presName="hierChild4" presStyleCnt="0"/>
      <dgm:spPr/>
    </dgm:pt>
    <dgm:pt modelId="{25A6D740-05AF-4649-9E18-6F00AB3EE38F}" type="pres">
      <dgm:prSet presAssocID="{4043E1F4-4FC5-4AB0-AC21-05B724750DC2}" presName="Name37" presStyleLbl="parChTrans1D3" presStyleIdx="12" presStyleCnt="15"/>
      <dgm:spPr/>
    </dgm:pt>
    <dgm:pt modelId="{E55628A1-B0A5-4B92-8E57-C963C0977AAC}" type="pres">
      <dgm:prSet presAssocID="{84EC6CBB-1F6A-405F-8B05-C1BF083017A0}" presName="hierRoot2" presStyleCnt="0">
        <dgm:presLayoutVars>
          <dgm:hierBranch val="init"/>
        </dgm:presLayoutVars>
      </dgm:prSet>
      <dgm:spPr/>
    </dgm:pt>
    <dgm:pt modelId="{9FD35974-3863-48FE-820F-7EF729B4894F}" type="pres">
      <dgm:prSet presAssocID="{84EC6CBB-1F6A-405F-8B05-C1BF083017A0}" presName="rootComposite" presStyleCnt="0"/>
      <dgm:spPr/>
    </dgm:pt>
    <dgm:pt modelId="{C1AEB57B-85D3-40FB-AFB8-D08823CFA1EE}" type="pres">
      <dgm:prSet presAssocID="{84EC6CBB-1F6A-405F-8B05-C1BF083017A0}" presName="rootText" presStyleLbl="node3" presStyleIdx="12" presStyleCnt="15">
        <dgm:presLayoutVars>
          <dgm:chPref val="3"/>
        </dgm:presLayoutVars>
      </dgm:prSet>
      <dgm:spPr/>
    </dgm:pt>
    <dgm:pt modelId="{9E3B97B3-2447-4A40-8126-54FB43540026}" type="pres">
      <dgm:prSet presAssocID="{84EC6CBB-1F6A-405F-8B05-C1BF083017A0}" presName="rootConnector" presStyleLbl="node3" presStyleIdx="12" presStyleCnt="15"/>
      <dgm:spPr/>
    </dgm:pt>
    <dgm:pt modelId="{44BDED47-4AC0-4AC2-9DCA-56176AA5F9DA}" type="pres">
      <dgm:prSet presAssocID="{84EC6CBB-1F6A-405F-8B05-C1BF083017A0}" presName="hierChild4" presStyleCnt="0"/>
      <dgm:spPr/>
    </dgm:pt>
    <dgm:pt modelId="{3A80EBB8-E121-4AF0-9DE9-51DD95EF1183}" type="pres">
      <dgm:prSet presAssocID="{84EC6CBB-1F6A-405F-8B05-C1BF083017A0}" presName="hierChild5" presStyleCnt="0"/>
      <dgm:spPr/>
    </dgm:pt>
    <dgm:pt modelId="{03956806-8946-4833-B6A4-DE14F060979F}" type="pres">
      <dgm:prSet presAssocID="{6D28C706-9D84-467C-82F1-0196045929F3}" presName="Name37" presStyleLbl="parChTrans1D3" presStyleIdx="13" presStyleCnt="15"/>
      <dgm:spPr/>
    </dgm:pt>
    <dgm:pt modelId="{92281571-6C69-42AF-9F74-CFFD3F1D04F1}" type="pres">
      <dgm:prSet presAssocID="{E03D5183-353D-48F9-B66A-253A78AC5CC3}" presName="hierRoot2" presStyleCnt="0">
        <dgm:presLayoutVars>
          <dgm:hierBranch val="init"/>
        </dgm:presLayoutVars>
      </dgm:prSet>
      <dgm:spPr/>
    </dgm:pt>
    <dgm:pt modelId="{2043421E-7E32-4BDE-BB2E-2D8190736565}" type="pres">
      <dgm:prSet presAssocID="{E03D5183-353D-48F9-B66A-253A78AC5CC3}" presName="rootComposite" presStyleCnt="0"/>
      <dgm:spPr/>
    </dgm:pt>
    <dgm:pt modelId="{D442772A-CA86-499E-ADAA-BC035F059EE4}" type="pres">
      <dgm:prSet presAssocID="{E03D5183-353D-48F9-B66A-253A78AC5CC3}" presName="rootText" presStyleLbl="node3" presStyleIdx="13" presStyleCnt="15">
        <dgm:presLayoutVars>
          <dgm:chPref val="3"/>
        </dgm:presLayoutVars>
      </dgm:prSet>
      <dgm:spPr/>
    </dgm:pt>
    <dgm:pt modelId="{0ADF9066-D378-446A-BF7F-DDDAA0B1A30F}" type="pres">
      <dgm:prSet presAssocID="{E03D5183-353D-48F9-B66A-253A78AC5CC3}" presName="rootConnector" presStyleLbl="node3" presStyleIdx="13" presStyleCnt="15"/>
      <dgm:spPr/>
    </dgm:pt>
    <dgm:pt modelId="{B9E54E31-76E8-474A-9080-58C4536F5FE0}" type="pres">
      <dgm:prSet presAssocID="{E03D5183-353D-48F9-B66A-253A78AC5CC3}" presName="hierChild4" presStyleCnt="0"/>
      <dgm:spPr/>
    </dgm:pt>
    <dgm:pt modelId="{0A51EDBF-7C27-431A-B8C5-F427993E3A25}" type="pres">
      <dgm:prSet presAssocID="{E03D5183-353D-48F9-B66A-253A78AC5CC3}" presName="hierChild5" presStyleCnt="0"/>
      <dgm:spPr/>
    </dgm:pt>
    <dgm:pt modelId="{68E9AC69-E395-4941-9359-379672FC58B2}" type="pres">
      <dgm:prSet presAssocID="{99BE9478-EDCD-45FB-AC4A-32A3F4B1EF0C}" presName="Name37" presStyleLbl="parChTrans1D3" presStyleIdx="14" presStyleCnt="15"/>
      <dgm:spPr/>
    </dgm:pt>
    <dgm:pt modelId="{0EEE4C1A-DA81-4B48-A7C5-DE9A807B770F}" type="pres">
      <dgm:prSet presAssocID="{935F45A7-F8C3-4ECD-AFE7-3706C68FDCD3}" presName="hierRoot2" presStyleCnt="0">
        <dgm:presLayoutVars>
          <dgm:hierBranch val="init"/>
        </dgm:presLayoutVars>
      </dgm:prSet>
      <dgm:spPr/>
    </dgm:pt>
    <dgm:pt modelId="{8797294D-DA13-4461-907F-724F18FE09B6}" type="pres">
      <dgm:prSet presAssocID="{935F45A7-F8C3-4ECD-AFE7-3706C68FDCD3}" presName="rootComposite" presStyleCnt="0"/>
      <dgm:spPr/>
    </dgm:pt>
    <dgm:pt modelId="{33FB3AFC-9455-4309-888F-DB8830BF5F54}" type="pres">
      <dgm:prSet presAssocID="{935F45A7-F8C3-4ECD-AFE7-3706C68FDCD3}" presName="rootText" presStyleLbl="node3" presStyleIdx="14" presStyleCnt="15">
        <dgm:presLayoutVars>
          <dgm:chPref val="3"/>
        </dgm:presLayoutVars>
      </dgm:prSet>
      <dgm:spPr/>
    </dgm:pt>
    <dgm:pt modelId="{C56A47F5-C2C6-4B34-9B3E-EB546F30A6F5}" type="pres">
      <dgm:prSet presAssocID="{935F45A7-F8C3-4ECD-AFE7-3706C68FDCD3}" presName="rootConnector" presStyleLbl="node3" presStyleIdx="14" presStyleCnt="15"/>
      <dgm:spPr/>
    </dgm:pt>
    <dgm:pt modelId="{CBB5CD7F-88A2-4718-B775-9261B421ACBF}" type="pres">
      <dgm:prSet presAssocID="{935F45A7-F8C3-4ECD-AFE7-3706C68FDCD3}" presName="hierChild4" presStyleCnt="0"/>
      <dgm:spPr/>
    </dgm:pt>
    <dgm:pt modelId="{AF38272D-B785-4D87-AED6-C61834A2D008}" type="pres">
      <dgm:prSet presAssocID="{935F45A7-F8C3-4ECD-AFE7-3706C68FDCD3}" presName="hierChild5" presStyleCnt="0"/>
      <dgm:spPr/>
    </dgm:pt>
    <dgm:pt modelId="{213B97E2-4FA1-422E-BA86-E9EA364C0CDB}" type="pres">
      <dgm:prSet presAssocID="{43DDF1E5-E299-443F-943D-4DC50FF8582D}" presName="hierChild5" presStyleCnt="0"/>
      <dgm:spPr/>
    </dgm:pt>
    <dgm:pt modelId="{DD8FB8A6-CC43-43E6-8526-48D62EABDCE0}" type="pres">
      <dgm:prSet presAssocID="{92EB2B55-4875-4590-913F-FE7A9828EE32}" presName="hierChild3" presStyleCnt="0"/>
      <dgm:spPr/>
    </dgm:pt>
  </dgm:ptLst>
  <dgm:cxnLst>
    <dgm:cxn modelId="{20E0C700-D315-433F-8920-52BDCD758B02}" type="presOf" srcId="{E27B2A07-1B9E-45E0-8B5A-6BC4F7961E51}" destId="{FAE51D8B-48DB-4F95-B516-09BDC2F5FA33}" srcOrd="0" destOrd="0" presId="urn:microsoft.com/office/officeart/2005/8/layout/orgChart1"/>
    <dgm:cxn modelId="{BA6D5F08-C2C1-40B5-9DAE-BEF87B7CB37C}" srcId="{164D96BE-2821-41A5-8EF0-91FC5942D88E}" destId="{E7313FE6-EFB0-48C5-B9E2-BCDA94B595BD}" srcOrd="1" destOrd="0" parTransId="{79AEE670-4323-4CC9-86C6-F1F719EFB7B9}" sibTransId="{CA8F5724-9171-431E-AFC5-BA80F7CA084A}"/>
    <dgm:cxn modelId="{C4A37808-859F-4724-B172-5B303221F785}" srcId="{D7D1837B-A80D-40B7-A5FD-4A01250B89EA}" destId="{EF75E46C-B60F-487B-9120-FDBB1A2C9A82}" srcOrd="2" destOrd="0" parTransId="{AC9D8BD2-D897-4D11-B1FA-F2D02021C14C}" sibTransId="{05A89320-450C-4E94-8C6E-4A2F79E18666}"/>
    <dgm:cxn modelId="{7B2E6710-9161-4A6B-BDE4-6401B9A168DF}" type="presOf" srcId="{FC88E2F2-29DE-4B94-8112-655260DEFA6B}" destId="{5CE70562-4884-475C-A80A-09FCDC3DD7E4}" srcOrd="0" destOrd="0" presId="urn:microsoft.com/office/officeart/2005/8/layout/orgChart1"/>
    <dgm:cxn modelId="{512CF612-E89D-43AC-A3B7-E897EB17E56B}" type="presOf" srcId="{54A7F07B-0B2C-4174-8A93-0400BBA0F03C}" destId="{7F91A088-7564-44A7-93B4-68B417049527}" srcOrd="1" destOrd="0" presId="urn:microsoft.com/office/officeart/2005/8/layout/orgChart1"/>
    <dgm:cxn modelId="{40DE2A14-6692-41CE-ADF9-B5844967A7B4}" type="presOf" srcId="{D7D1837B-A80D-40B7-A5FD-4A01250B89EA}" destId="{E2584664-704A-4F85-8D71-9BF9B805FBF2}" srcOrd="0" destOrd="0" presId="urn:microsoft.com/office/officeart/2005/8/layout/orgChart1"/>
    <dgm:cxn modelId="{FEF80218-9398-49B2-923A-4D9780FB7AA4}" type="presOf" srcId="{D7D1837B-A80D-40B7-A5FD-4A01250B89EA}" destId="{E19A979B-F4AE-4D72-A35E-3DBCD3D07FCF}" srcOrd="1" destOrd="0" presId="urn:microsoft.com/office/officeart/2005/8/layout/orgChart1"/>
    <dgm:cxn modelId="{C941CD1B-5DB9-4872-8ACE-B09AA2938F8E}" type="presOf" srcId="{54A7F07B-0B2C-4174-8A93-0400BBA0F03C}" destId="{64B5D17F-1AF9-43F4-ABB7-3E5D334138E8}" srcOrd="0" destOrd="0" presId="urn:microsoft.com/office/officeart/2005/8/layout/orgChart1"/>
    <dgm:cxn modelId="{516BED1C-1FFC-4BBB-81EA-894D76FC8737}" srcId="{164D96BE-2821-41A5-8EF0-91FC5942D88E}" destId="{3E2EA28B-AE43-42CC-8B20-4AD32D25ECFA}" srcOrd="2" destOrd="0" parTransId="{9735D4DA-0D6C-4F50-9914-80177A746315}" sibTransId="{75CB3F6C-23FA-412E-B596-7651C6F01168}"/>
    <dgm:cxn modelId="{8B14F420-AA83-4940-A916-1285B524BAC1}" type="presOf" srcId="{43DDF1E5-E299-443F-943D-4DC50FF8582D}" destId="{2E1B6BF3-B097-4F8D-9290-48149B34B2CE}" srcOrd="1" destOrd="0" presId="urn:microsoft.com/office/officeart/2005/8/layout/orgChart1"/>
    <dgm:cxn modelId="{07074423-351C-4185-938F-F928C47B2AA4}" type="presOf" srcId="{EF75E46C-B60F-487B-9120-FDBB1A2C9A82}" destId="{DC2AA821-4714-43EF-86D9-5F4B5FA2B785}" srcOrd="1" destOrd="0" presId="urn:microsoft.com/office/officeart/2005/8/layout/orgChart1"/>
    <dgm:cxn modelId="{68CCDC23-4547-4190-8444-EF3AFD8A30D8}" type="presOf" srcId="{84132B78-9AA4-4B3B-86EA-C2C3F1AD0E98}" destId="{F47DDF5A-26BB-43AD-8E68-68C4AC055FE7}" srcOrd="0" destOrd="0" presId="urn:microsoft.com/office/officeart/2005/8/layout/orgChart1"/>
    <dgm:cxn modelId="{532BAD24-58F1-4C00-9455-505A6C783B16}" type="presOf" srcId="{5CC5C488-4D6E-4DFC-9C07-1CCE08A368A5}" destId="{EE1057DB-0437-4EA6-91BD-F820B477CF3A}" srcOrd="1" destOrd="0" presId="urn:microsoft.com/office/officeart/2005/8/layout/orgChart1"/>
    <dgm:cxn modelId="{FECE3225-418D-4FBB-9B75-C43084564BCD}" srcId="{164D96BE-2821-41A5-8EF0-91FC5942D88E}" destId="{440C97E1-E1E9-465D-8F2F-D289159BDA3A}" srcOrd="0" destOrd="0" parTransId="{D678C719-8337-4CA3-83E7-9564A863CAE9}" sibTransId="{103DE277-C82E-4476-811B-2DDF20EE95B6}"/>
    <dgm:cxn modelId="{A06D0A26-A242-4289-8B60-C2A0096EDD3F}" type="presOf" srcId="{5CC5C488-4D6E-4DFC-9C07-1CCE08A368A5}" destId="{A846F833-488D-46B0-8C43-BC3187EE3246}" srcOrd="0" destOrd="0" presId="urn:microsoft.com/office/officeart/2005/8/layout/orgChart1"/>
    <dgm:cxn modelId="{36010527-CEDF-4AAA-932C-04BE3EE3306A}" srcId="{92EB2B55-4875-4590-913F-FE7A9828EE32}" destId="{6E57B83C-CA75-4A2B-919C-73BCC2E88160}" srcOrd="2" destOrd="0" parTransId="{604C07F2-DA6A-4613-8133-62EA85BC707B}" sibTransId="{08C93102-55D8-4D3E-9D2A-67D2C18CB6BF}"/>
    <dgm:cxn modelId="{58B1172B-D077-4B1E-9B78-F6EE72102E12}" type="presOf" srcId="{9735D4DA-0D6C-4F50-9914-80177A746315}" destId="{0335B8AF-4E06-4471-A60D-D3ABEA81D3FE}" srcOrd="0" destOrd="0" presId="urn:microsoft.com/office/officeart/2005/8/layout/orgChart1"/>
    <dgm:cxn modelId="{496FA62C-E2F6-465E-A47D-55B6DD92E009}" srcId="{1CDB2145-7031-41F1-952F-EB6E23266B1F}" destId="{92EB2B55-4875-4590-913F-FE7A9828EE32}" srcOrd="0" destOrd="0" parTransId="{53618812-440F-440C-BA0C-D2B9DFAAEFC6}" sibTransId="{56DBA2D9-993F-4C50-A4C6-354F840D8B51}"/>
    <dgm:cxn modelId="{DEDF6E32-9911-49D0-9D10-A6ED98926174}" type="presOf" srcId="{E7313FE6-EFB0-48C5-B9E2-BCDA94B595BD}" destId="{E4C9E82E-AEF3-4A1B-9B53-CD8CE43A65FC}" srcOrd="1" destOrd="0" presId="urn:microsoft.com/office/officeart/2005/8/layout/orgChart1"/>
    <dgm:cxn modelId="{AB1C6133-79D5-4FA1-88DA-EC30AF5CD048}" srcId="{43DDF1E5-E299-443F-943D-4DC50FF8582D}" destId="{935F45A7-F8C3-4ECD-AFE7-3706C68FDCD3}" srcOrd="2" destOrd="0" parTransId="{99BE9478-EDCD-45FB-AC4A-32A3F4B1EF0C}" sibTransId="{FD65770D-2E17-4A75-B2EA-B8845B666DB9}"/>
    <dgm:cxn modelId="{650B9635-E216-4581-BF5D-04FA02E79BA2}" type="presOf" srcId="{6D28C706-9D84-467C-82F1-0196045929F3}" destId="{03956806-8946-4833-B6A4-DE14F060979F}" srcOrd="0" destOrd="0" presId="urn:microsoft.com/office/officeart/2005/8/layout/orgChart1"/>
    <dgm:cxn modelId="{A7271D3B-F58B-4E40-81FC-EB65DE2063D6}" srcId="{92EB2B55-4875-4590-913F-FE7A9828EE32}" destId="{43DDF1E5-E299-443F-943D-4DC50FF8582D}" srcOrd="4" destOrd="0" parTransId="{E7E929C3-5A97-4D85-8CD0-0D3C4A8BA0D3}" sibTransId="{AC6CBFAC-81DA-4830-BE41-AFD0C0300A91}"/>
    <dgm:cxn modelId="{0074673C-9B21-449F-A08F-0580CE0C0D7B}" type="presOf" srcId="{79AEE670-4323-4CC9-86C6-F1F719EFB7B9}" destId="{300C6F69-0A90-487B-83E3-37F46B1D589C}" srcOrd="0" destOrd="0" presId="urn:microsoft.com/office/officeart/2005/8/layout/orgChart1"/>
    <dgm:cxn modelId="{3D5D3241-D0E6-4536-8C58-F6D99BB9402E}" type="presOf" srcId="{92EB2B55-4875-4590-913F-FE7A9828EE32}" destId="{05EB1A91-C5EE-476E-BDB9-911C1B164C5D}" srcOrd="1" destOrd="0" presId="urn:microsoft.com/office/officeart/2005/8/layout/orgChart1"/>
    <dgm:cxn modelId="{E5A27541-A73D-4EDA-A21F-02D2EFCF3AE6}" type="presOf" srcId="{F11B5471-884E-458E-9406-F99A5BECDC4B}" destId="{368F8617-B291-4AF8-BD05-B447E22D59CF}" srcOrd="0" destOrd="0" presId="urn:microsoft.com/office/officeart/2005/8/layout/orgChart1"/>
    <dgm:cxn modelId="{7264AB41-69C6-46C2-B6AB-D646CCED640D}" type="presOf" srcId="{14B82F77-A7C2-44D3-9386-DDE7BEFADC9F}" destId="{320960FC-B2B0-4D0A-9AD9-6C329B1B02BB}" srcOrd="0" destOrd="0" presId="urn:microsoft.com/office/officeart/2005/8/layout/orgChart1"/>
    <dgm:cxn modelId="{EA2A2466-FF4F-4D7E-A0DB-0C1B1408E434}" srcId="{43DDF1E5-E299-443F-943D-4DC50FF8582D}" destId="{84EC6CBB-1F6A-405F-8B05-C1BF083017A0}" srcOrd="0" destOrd="0" parTransId="{4043E1F4-4FC5-4AB0-AC21-05B724750DC2}" sibTransId="{29E82F9A-42FA-4EAD-BB57-E6F0ADC80129}"/>
    <dgm:cxn modelId="{AFF05246-C47A-4490-880E-1A7E675402E2}" type="presOf" srcId="{84132B78-9AA4-4B3B-86EA-C2C3F1AD0E98}" destId="{3AE8CD46-AEFD-41D6-944A-EEF6C83FFB73}" srcOrd="1" destOrd="0" presId="urn:microsoft.com/office/officeart/2005/8/layout/orgChart1"/>
    <dgm:cxn modelId="{2BDF3247-9545-4470-8AD6-6182F29AE759}" type="presOf" srcId="{F11B5471-884E-458E-9406-F99A5BECDC4B}" destId="{6F849B75-9F3F-45E6-92A5-8925162607F1}" srcOrd="1" destOrd="0" presId="urn:microsoft.com/office/officeart/2005/8/layout/orgChart1"/>
    <dgm:cxn modelId="{38679847-60CE-44FA-B755-034C43B793D4}" type="presOf" srcId="{164D96BE-2821-41A5-8EF0-91FC5942D88E}" destId="{8B028D1A-A32A-425C-A8FF-FCDD015C63AF}" srcOrd="0" destOrd="0" presId="urn:microsoft.com/office/officeart/2005/8/layout/orgChart1"/>
    <dgm:cxn modelId="{D6E72D48-F081-4802-85B3-7A39D57A88CF}" type="presOf" srcId="{84EC6CBB-1F6A-405F-8B05-C1BF083017A0}" destId="{9E3B97B3-2447-4A40-8126-54FB43540026}" srcOrd="1" destOrd="0" presId="urn:microsoft.com/office/officeart/2005/8/layout/orgChart1"/>
    <dgm:cxn modelId="{667D4668-EF7D-42DF-B77F-2D4B98C72762}" type="presOf" srcId="{0AF31188-87E9-4D62-A664-DB2E32092B20}" destId="{375C8122-151C-448C-8F09-795FED40667C}" srcOrd="0" destOrd="0" presId="urn:microsoft.com/office/officeart/2005/8/layout/orgChart1"/>
    <dgm:cxn modelId="{7D1AD748-F4D0-45C1-BF65-E7DF3E75E013}" type="presOf" srcId="{43DDF1E5-E299-443F-943D-4DC50FF8582D}" destId="{D95DA48D-FFB0-4684-9394-33BB8C743A0D}" srcOrd="0" destOrd="0" presId="urn:microsoft.com/office/officeart/2005/8/layout/orgChart1"/>
    <dgm:cxn modelId="{540A2E4B-73DE-4797-8E42-2D854E2FE194}" srcId="{D2E54F97-E1A7-48DD-A867-34C946963499}" destId="{BD3F19A3-0ADC-45C9-9FB3-5286570B6477}" srcOrd="0" destOrd="0" parTransId="{EB6C9C79-8ABF-4649-9085-5A8DED2E1615}" sibTransId="{CE0B068A-7A4E-4E5A-9DF1-B72FD1FDB5F6}"/>
    <dgm:cxn modelId="{990BB24B-667D-409A-A2F0-368070164229}" type="presOf" srcId="{ACF81C16-D3F8-469C-AD25-39DC7258C833}" destId="{422D065C-49CB-4F13-AFD5-69A21A98F21E}" srcOrd="0" destOrd="0" presId="urn:microsoft.com/office/officeart/2005/8/layout/orgChart1"/>
    <dgm:cxn modelId="{5942924E-0745-4786-986F-7DD40EAFE797}" type="presOf" srcId="{84EC6CBB-1F6A-405F-8B05-C1BF083017A0}" destId="{C1AEB57B-85D3-40FB-AFB8-D08823CFA1EE}" srcOrd="0" destOrd="0" presId="urn:microsoft.com/office/officeart/2005/8/layout/orgChart1"/>
    <dgm:cxn modelId="{047B6050-B5EC-46FD-9C65-616E9297045E}" srcId="{92EB2B55-4875-4590-913F-FE7A9828EE32}" destId="{D2E54F97-E1A7-48DD-A867-34C946963499}" srcOrd="3" destOrd="0" parTransId="{FC88E2F2-29DE-4B94-8112-655260DEFA6B}" sibTransId="{1CD9BF99-A0B3-4A5E-A7CD-17FE5B08ED13}"/>
    <dgm:cxn modelId="{B2961451-089B-430B-A77A-07A8F347EF2B}" srcId="{6E57B83C-CA75-4A2B-919C-73BCC2E88160}" destId="{86106A70-AD9F-483A-8D95-808B96EFCA9D}" srcOrd="2" destOrd="0" parTransId="{ACF81C16-D3F8-469C-AD25-39DC7258C833}" sibTransId="{2E06BA8D-D6E7-4B69-AB04-6B2EE06389FA}"/>
    <dgm:cxn modelId="{3F350C72-80DD-4D84-86B7-764872544C77}" type="presOf" srcId="{BD3F19A3-0ADC-45C9-9FB3-5286570B6477}" destId="{D54CAAFD-7E64-45F6-8EDC-8C5CC875AAA1}" srcOrd="0" destOrd="0" presId="urn:microsoft.com/office/officeart/2005/8/layout/orgChart1"/>
    <dgm:cxn modelId="{D7E3EC54-FF8F-4BF3-9B9D-29EE6465EE3B}" type="presOf" srcId="{E03D5183-353D-48F9-B66A-253A78AC5CC3}" destId="{D442772A-CA86-499E-ADAA-BC035F059EE4}" srcOrd="0" destOrd="0" presId="urn:microsoft.com/office/officeart/2005/8/layout/orgChart1"/>
    <dgm:cxn modelId="{2E40DB57-0EB6-4830-BF09-6F5E68438EC1}" type="presOf" srcId="{3E2EA28B-AE43-42CC-8B20-4AD32D25ECFA}" destId="{D11B163A-38CF-40B9-8478-AEB097158E98}" srcOrd="0" destOrd="0" presId="urn:microsoft.com/office/officeart/2005/8/layout/orgChart1"/>
    <dgm:cxn modelId="{9EBA307A-D6E3-4905-97F5-D792C1D5DD24}" type="presOf" srcId="{4043E1F4-4FC5-4AB0-AC21-05B724750DC2}" destId="{25A6D740-05AF-4649-9E18-6F00AB3EE38F}" srcOrd="0" destOrd="0" presId="urn:microsoft.com/office/officeart/2005/8/layout/orgChart1"/>
    <dgm:cxn modelId="{2710CD7A-CD7B-4D42-BAA6-7F64191154D9}" type="presOf" srcId="{E03D5183-353D-48F9-B66A-253A78AC5CC3}" destId="{0ADF9066-D378-446A-BF7F-DDDAA0B1A30F}" srcOrd="1" destOrd="0" presId="urn:microsoft.com/office/officeart/2005/8/layout/orgChart1"/>
    <dgm:cxn modelId="{9E895582-0763-44F9-9603-84F95A2BCB5B}" srcId="{6E57B83C-CA75-4A2B-919C-73BCC2E88160}" destId="{E27B2A07-1B9E-45E0-8B5A-6BC4F7961E51}" srcOrd="1" destOrd="0" parTransId="{BFB0A902-90CD-49DF-A9F5-BF8D1F377998}" sibTransId="{9BB12C13-D67E-426B-BF07-4A205ED89486}"/>
    <dgm:cxn modelId="{960E0B83-CA21-4D94-AC15-B22F02BDA6B5}" type="presOf" srcId="{DB668854-6E56-4493-817A-6673B2F64298}" destId="{EE736B83-EE72-423D-B003-F749B3245575}" srcOrd="0" destOrd="0" presId="urn:microsoft.com/office/officeart/2005/8/layout/orgChart1"/>
    <dgm:cxn modelId="{F37FAC89-D4CD-4313-A4D2-6FD99BD4021E}" type="presOf" srcId="{E7313FE6-EFB0-48C5-B9E2-BCDA94B595BD}" destId="{D5354452-DD21-4438-AD54-DC39353947E5}" srcOrd="0" destOrd="0" presId="urn:microsoft.com/office/officeart/2005/8/layout/orgChart1"/>
    <dgm:cxn modelId="{4CEFBB95-9F8E-419F-A9E8-E091945FFEA1}" type="presOf" srcId="{86106A70-AD9F-483A-8D95-808B96EFCA9D}" destId="{A012BE2C-3458-4AF4-B722-60DDFB94335C}" srcOrd="1" destOrd="0" presId="urn:microsoft.com/office/officeart/2005/8/layout/orgChart1"/>
    <dgm:cxn modelId="{0EC8FB95-1395-4EF3-9125-762710D65D25}" srcId="{D2E54F97-E1A7-48DD-A867-34C946963499}" destId="{5CC5C488-4D6E-4DFC-9C07-1CCE08A368A5}" srcOrd="2" destOrd="0" parTransId="{B17A6D6A-F5EC-430B-BB10-0EC83E150D12}" sibTransId="{2EA147CC-B5E1-4E98-8FBA-3DC4D7887D1C}"/>
    <dgm:cxn modelId="{FAC2F896-9592-4E90-9C46-3B56F2AEA755}" type="presOf" srcId="{4E18FF12-2F92-4A14-9116-4B162F81F4AD}" destId="{BA9325C9-7D2D-49CE-BCB4-4967ECB5A789}" srcOrd="1" destOrd="0" presId="urn:microsoft.com/office/officeart/2005/8/layout/orgChart1"/>
    <dgm:cxn modelId="{6FFD8297-55B3-4054-8CFC-A752E4379C11}" srcId="{43DDF1E5-E299-443F-943D-4DC50FF8582D}" destId="{E03D5183-353D-48F9-B66A-253A78AC5CC3}" srcOrd="1" destOrd="0" parTransId="{6D28C706-9D84-467C-82F1-0196045929F3}" sibTransId="{2541A810-4D11-4D88-A300-328F2BFD5735}"/>
    <dgm:cxn modelId="{AE7FB397-61E1-49D5-8879-CB12E105523D}" srcId="{92EB2B55-4875-4590-913F-FE7A9828EE32}" destId="{D7D1837B-A80D-40B7-A5FD-4A01250B89EA}" srcOrd="0" destOrd="0" parTransId="{12E7F63E-C59F-4C98-B8FF-5023798C67A6}" sibTransId="{3B719F73-487B-4CCC-9509-6C9B59BEE01B}"/>
    <dgm:cxn modelId="{1C84619B-396F-4463-839E-FE5D72464B80}" type="presOf" srcId="{AC9D8BD2-D897-4D11-B1FA-F2D02021C14C}" destId="{E253791F-1B94-4B28-9A04-44794704B52B}" srcOrd="0" destOrd="0" presId="urn:microsoft.com/office/officeart/2005/8/layout/orgChart1"/>
    <dgm:cxn modelId="{FFB113A0-4DB7-4A5F-B31A-28311FE6BCAA}" type="presOf" srcId="{4E18FF12-2F92-4A14-9116-4B162F81F4AD}" destId="{F2B089EE-31EB-42A7-8ED6-F0334E69324F}" srcOrd="0" destOrd="0" presId="urn:microsoft.com/office/officeart/2005/8/layout/orgChart1"/>
    <dgm:cxn modelId="{E0709FA1-ED60-4CFF-A689-96BBA4030719}" type="presOf" srcId="{99BE9478-EDCD-45FB-AC4A-32A3F4B1EF0C}" destId="{68E9AC69-E395-4941-9359-379672FC58B2}" srcOrd="0" destOrd="0" presId="urn:microsoft.com/office/officeart/2005/8/layout/orgChart1"/>
    <dgm:cxn modelId="{7A975AA2-B378-4EA8-BD66-F6172E26DA3C}" srcId="{6E57B83C-CA75-4A2B-919C-73BCC2E88160}" destId="{54A7F07B-0B2C-4174-8A93-0400BBA0F03C}" srcOrd="0" destOrd="0" parTransId="{199F33C8-2C3B-494F-A43D-96BF61ED3AC4}" sibTransId="{E6C398F7-0B34-4C00-AD6D-AB6935C6DB5F}"/>
    <dgm:cxn modelId="{E12947A7-23EF-4192-A698-4DC3AF5431D9}" type="presOf" srcId="{440C97E1-E1E9-465D-8F2F-D289159BDA3A}" destId="{271A14A4-0193-4296-8E34-847790328547}" srcOrd="0" destOrd="0" presId="urn:microsoft.com/office/officeart/2005/8/layout/orgChart1"/>
    <dgm:cxn modelId="{ECA909AA-F1E3-45F9-BCEB-F2CE1819878A}" type="presOf" srcId="{6E57B83C-CA75-4A2B-919C-73BCC2E88160}" destId="{A88B92DC-42CF-4F34-8D6A-78D85275E988}" srcOrd="0" destOrd="0" presId="urn:microsoft.com/office/officeart/2005/8/layout/orgChart1"/>
    <dgm:cxn modelId="{CA3696AC-971E-4327-91DA-A34540125E90}" type="presOf" srcId="{D678C719-8337-4CA3-83E7-9564A863CAE9}" destId="{78A1FD37-2D78-4F83-8A54-A65F2B320DB3}" srcOrd="0" destOrd="0" presId="urn:microsoft.com/office/officeart/2005/8/layout/orgChart1"/>
    <dgm:cxn modelId="{C46730B4-BE3D-440B-B511-D2A2A909CB69}" type="presOf" srcId="{440C97E1-E1E9-465D-8F2F-D289159BDA3A}" destId="{1858FDAC-88D4-43E5-8BEE-39E20AC4F705}" srcOrd="1" destOrd="0" presId="urn:microsoft.com/office/officeart/2005/8/layout/orgChart1"/>
    <dgm:cxn modelId="{4AE0F3B4-FB14-4D38-8306-A0C340B1335C}" type="presOf" srcId="{EB6C9C79-8ABF-4649-9085-5A8DED2E1615}" destId="{B0BAE532-C4E8-4818-983E-710D51AA7868}" srcOrd="0" destOrd="0" presId="urn:microsoft.com/office/officeart/2005/8/layout/orgChart1"/>
    <dgm:cxn modelId="{738339B6-35FF-4D72-A68A-E0FCF63DA538}" type="presOf" srcId="{12E7F63E-C59F-4C98-B8FF-5023798C67A6}" destId="{FA448B3F-B699-4EB5-8DC8-84E54FB8730F}" srcOrd="0" destOrd="0" presId="urn:microsoft.com/office/officeart/2005/8/layout/orgChart1"/>
    <dgm:cxn modelId="{54A1B6BA-B91C-46D4-B0D0-730C6805A011}" type="presOf" srcId="{935F45A7-F8C3-4ECD-AFE7-3706C68FDCD3}" destId="{33FB3AFC-9455-4309-888F-DB8830BF5F54}" srcOrd="0" destOrd="0" presId="urn:microsoft.com/office/officeart/2005/8/layout/orgChart1"/>
    <dgm:cxn modelId="{4EDE27BC-474B-4BFD-95AA-9D5AEDDF7131}" type="presOf" srcId="{BFB0A902-90CD-49DF-A9F5-BF8D1F377998}" destId="{83DE2383-90A1-4A1F-BD3A-751623B15C3F}" srcOrd="0" destOrd="0" presId="urn:microsoft.com/office/officeart/2005/8/layout/orgChart1"/>
    <dgm:cxn modelId="{5DD91FBE-A525-4A5A-8313-AA9181595675}" type="presOf" srcId="{935F45A7-F8C3-4ECD-AFE7-3706C68FDCD3}" destId="{C56A47F5-C2C6-4B34-9B3E-EB546F30A6F5}" srcOrd="1" destOrd="0" presId="urn:microsoft.com/office/officeart/2005/8/layout/orgChart1"/>
    <dgm:cxn modelId="{D34267C4-167A-47EF-BFA1-373832001D5D}" srcId="{D2E54F97-E1A7-48DD-A867-34C946963499}" destId="{4E18FF12-2F92-4A14-9116-4B162F81F4AD}" srcOrd="1" destOrd="0" parTransId="{DB668854-6E56-4493-817A-6673B2F64298}" sibTransId="{49E81D4F-2B39-4272-BE3C-BD14F2CD68CD}"/>
    <dgm:cxn modelId="{2F554AC5-D4BD-4C8B-9719-91FC3A596D7F}" type="presOf" srcId="{199F33C8-2C3B-494F-A43D-96BF61ED3AC4}" destId="{0990138F-23BC-4136-B465-ECF31F2CD62F}" srcOrd="0" destOrd="0" presId="urn:microsoft.com/office/officeart/2005/8/layout/orgChart1"/>
    <dgm:cxn modelId="{6E9463C8-2FD2-4E0F-869C-449F063A2088}" srcId="{D7D1837B-A80D-40B7-A5FD-4A01250B89EA}" destId="{84132B78-9AA4-4B3B-86EA-C2C3F1AD0E98}" srcOrd="1" destOrd="0" parTransId="{0AF31188-87E9-4D62-A664-DB2E32092B20}" sibTransId="{BA5B75FC-3D4E-41F7-B3AE-7E1FCBC2728C}"/>
    <dgm:cxn modelId="{FB2CD8CA-999E-4973-B930-0ECD1D4E0E1C}" type="presOf" srcId="{BD3F19A3-0ADC-45C9-9FB3-5286570B6477}" destId="{5FB730D7-1C5D-4061-93F0-7C99A85B04F3}" srcOrd="1" destOrd="0" presId="urn:microsoft.com/office/officeart/2005/8/layout/orgChart1"/>
    <dgm:cxn modelId="{30F345CB-33D7-40DC-A764-4D36F033689F}" type="presOf" srcId="{B17A6D6A-F5EC-430B-BB10-0EC83E150D12}" destId="{F4661129-704B-4A61-9A94-8BB65A5C1E9E}" srcOrd="0" destOrd="0" presId="urn:microsoft.com/office/officeart/2005/8/layout/orgChart1"/>
    <dgm:cxn modelId="{8BD066CD-1057-4D36-8DCB-E5E574383DDB}" type="presOf" srcId="{E27B2A07-1B9E-45E0-8B5A-6BC4F7961E51}" destId="{4C6E6B61-CBEA-4BAE-92D2-2AE6AED6B6B0}" srcOrd="1" destOrd="0" presId="urn:microsoft.com/office/officeart/2005/8/layout/orgChart1"/>
    <dgm:cxn modelId="{D4A2C7CE-50E3-499C-B55B-5B87C9DA32EE}" type="presOf" srcId="{D2E54F97-E1A7-48DD-A867-34C946963499}" destId="{090A3270-48E9-4224-8B42-65D93CD947DB}" srcOrd="1" destOrd="0" presId="urn:microsoft.com/office/officeart/2005/8/layout/orgChart1"/>
    <dgm:cxn modelId="{D338DBDC-5B1B-41C2-9B6B-36C9C5EDD35B}" type="presOf" srcId="{EF75E46C-B60F-487B-9120-FDBB1A2C9A82}" destId="{4431AE3C-F4F4-499F-A9CB-7B5AF14A519D}" srcOrd="0" destOrd="0" presId="urn:microsoft.com/office/officeart/2005/8/layout/orgChart1"/>
    <dgm:cxn modelId="{ABCB49EA-AD25-4B35-B8CA-45B8450D3B3C}" type="presOf" srcId="{6E57B83C-CA75-4A2B-919C-73BCC2E88160}" destId="{5CEEA981-4BB1-4A00-ADD5-A38F968C8BE1}" srcOrd="1" destOrd="0" presId="urn:microsoft.com/office/officeart/2005/8/layout/orgChart1"/>
    <dgm:cxn modelId="{026907EE-2242-48D5-BD62-DCC30E773AE1}" type="presOf" srcId="{E7E929C3-5A97-4D85-8CD0-0D3C4A8BA0D3}" destId="{FC61F2C5-0174-475C-8968-F16A6F045D4B}" srcOrd="0" destOrd="0" presId="urn:microsoft.com/office/officeart/2005/8/layout/orgChart1"/>
    <dgm:cxn modelId="{10AC89F0-BB71-4CF7-B092-964961D293E9}" srcId="{92EB2B55-4875-4590-913F-FE7A9828EE32}" destId="{164D96BE-2821-41A5-8EF0-91FC5942D88E}" srcOrd="1" destOrd="0" parTransId="{14B82F77-A7C2-44D3-9386-DDE7BEFADC9F}" sibTransId="{427E4B84-04B2-4077-A49D-020FBABA7D67}"/>
    <dgm:cxn modelId="{5367C0F2-BCE0-41AB-A0EC-6934046D1058}" srcId="{D7D1837B-A80D-40B7-A5FD-4A01250B89EA}" destId="{F11B5471-884E-458E-9406-F99A5BECDC4B}" srcOrd="0" destOrd="0" parTransId="{37169D8E-6C44-42E3-BE8D-243AD508D839}" sibTransId="{2355274C-2A42-4BBF-9FB7-EAE6523B6CB4}"/>
    <dgm:cxn modelId="{A5C2D9F4-C13B-41BB-8F4A-72730C00A261}" type="presOf" srcId="{164D96BE-2821-41A5-8EF0-91FC5942D88E}" destId="{2B84A5C1-B9B5-4772-ADE4-335F6E84EC98}" srcOrd="1" destOrd="0" presId="urn:microsoft.com/office/officeart/2005/8/layout/orgChart1"/>
    <dgm:cxn modelId="{6F3394F7-3DE8-4CF2-A5A9-87FB8C103DAA}" type="presOf" srcId="{37169D8E-6C44-42E3-BE8D-243AD508D839}" destId="{3FBC08A8-7B61-41DE-9820-E989872CC4B3}" srcOrd="0" destOrd="0" presId="urn:microsoft.com/office/officeart/2005/8/layout/orgChart1"/>
    <dgm:cxn modelId="{ABD428FD-32FE-4B40-B463-D8F1B52D6A19}" type="presOf" srcId="{D2E54F97-E1A7-48DD-A867-34C946963499}" destId="{DE4E0191-77CF-421F-B7F0-497F13962702}" srcOrd="0" destOrd="0" presId="urn:microsoft.com/office/officeart/2005/8/layout/orgChart1"/>
    <dgm:cxn modelId="{E43784FD-70DD-4F4A-B145-FDDB26AEC804}" type="presOf" srcId="{92EB2B55-4875-4590-913F-FE7A9828EE32}" destId="{2D97662B-9BE7-46E1-87EA-69FE9B10F3F9}" srcOrd="0" destOrd="0" presId="urn:microsoft.com/office/officeart/2005/8/layout/orgChart1"/>
    <dgm:cxn modelId="{0AEF33FE-FED6-4CB3-A6BB-60FC2EC82F21}" type="presOf" srcId="{604C07F2-DA6A-4613-8133-62EA85BC707B}" destId="{F81A5DBE-218B-4046-A868-1ECB38B95CBB}" srcOrd="0" destOrd="0" presId="urn:microsoft.com/office/officeart/2005/8/layout/orgChart1"/>
    <dgm:cxn modelId="{8AB0B2FE-5697-4FC6-81D8-10EC9DA32A29}" type="presOf" srcId="{3E2EA28B-AE43-42CC-8B20-4AD32D25ECFA}" destId="{6D9A11B9-B8A8-4F60-AB26-C079A914E18C}" srcOrd="1" destOrd="0" presId="urn:microsoft.com/office/officeart/2005/8/layout/orgChart1"/>
    <dgm:cxn modelId="{7E159DFF-8ED2-440B-A25C-BD9733FF4A5C}" type="presOf" srcId="{1CDB2145-7031-41F1-952F-EB6E23266B1F}" destId="{7CA250DF-6DE1-449F-BE5C-A057157E54BE}" srcOrd="0" destOrd="0" presId="urn:microsoft.com/office/officeart/2005/8/layout/orgChart1"/>
    <dgm:cxn modelId="{E4CDC2FF-3CD3-4C20-BFA7-5571B386CA84}" type="presOf" srcId="{86106A70-AD9F-483A-8D95-808B96EFCA9D}" destId="{70E3C19C-3CB6-4D61-A23F-3CDF8980B225}" srcOrd="0" destOrd="0" presId="urn:microsoft.com/office/officeart/2005/8/layout/orgChart1"/>
    <dgm:cxn modelId="{3FC85676-AB05-44C1-BF93-DB85AB89D306}" type="presParOf" srcId="{7CA250DF-6DE1-449F-BE5C-A057157E54BE}" destId="{C6E2FC7C-EC2A-4844-B75E-6E527386C9B8}" srcOrd="0" destOrd="0" presId="urn:microsoft.com/office/officeart/2005/8/layout/orgChart1"/>
    <dgm:cxn modelId="{107B91A6-92A2-4B50-A1EE-893A581E90C5}" type="presParOf" srcId="{C6E2FC7C-EC2A-4844-B75E-6E527386C9B8}" destId="{23D6F862-8C3A-46EA-9AF3-ACE5A635807D}" srcOrd="0" destOrd="0" presId="urn:microsoft.com/office/officeart/2005/8/layout/orgChart1"/>
    <dgm:cxn modelId="{4976E625-CA1A-424F-B605-4C92124E8A44}" type="presParOf" srcId="{23D6F862-8C3A-46EA-9AF3-ACE5A635807D}" destId="{2D97662B-9BE7-46E1-87EA-69FE9B10F3F9}" srcOrd="0" destOrd="0" presId="urn:microsoft.com/office/officeart/2005/8/layout/orgChart1"/>
    <dgm:cxn modelId="{ABA6CDEE-17D4-4B6D-9810-2579945E0FF5}" type="presParOf" srcId="{23D6F862-8C3A-46EA-9AF3-ACE5A635807D}" destId="{05EB1A91-C5EE-476E-BDB9-911C1B164C5D}" srcOrd="1" destOrd="0" presId="urn:microsoft.com/office/officeart/2005/8/layout/orgChart1"/>
    <dgm:cxn modelId="{64E64DEA-DC26-43D6-B4F6-3AEF140672A6}" type="presParOf" srcId="{C6E2FC7C-EC2A-4844-B75E-6E527386C9B8}" destId="{BB462C4B-26E8-48AB-8D79-6BE6C95BAB9D}" srcOrd="1" destOrd="0" presId="urn:microsoft.com/office/officeart/2005/8/layout/orgChart1"/>
    <dgm:cxn modelId="{E4882990-58B4-46FD-8E00-8DAF3730A467}" type="presParOf" srcId="{BB462C4B-26E8-48AB-8D79-6BE6C95BAB9D}" destId="{FA448B3F-B699-4EB5-8DC8-84E54FB8730F}" srcOrd="0" destOrd="0" presId="urn:microsoft.com/office/officeart/2005/8/layout/orgChart1"/>
    <dgm:cxn modelId="{D7D00527-7E94-45FC-9BE9-2749EB57C8AE}" type="presParOf" srcId="{BB462C4B-26E8-48AB-8D79-6BE6C95BAB9D}" destId="{AE4D9B0B-FD03-40F7-AB77-88B803A10C30}" srcOrd="1" destOrd="0" presId="urn:microsoft.com/office/officeart/2005/8/layout/orgChart1"/>
    <dgm:cxn modelId="{D0136F47-9839-41B0-A137-0C48F739751D}" type="presParOf" srcId="{AE4D9B0B-FD03-40F7-AB77-88B803A10C30}" destId="{2075719C-46F5-40DB-AE6C-D663A7F7C0F6}" srcOrd="0" destOrd="0" presId="urn:microsoft.com/office/officeart/2005/8/layout/orgChart1"/>
    <dgm:cxn modelId="{807FFC44-E238-40A0-ACE1-3141743632DE}" type="presParOf" srcId="{2075719C-46F5-40DB-AE6C-D663A7F7C0F6}" destId="{E2584664-704A-4F85-8D71-9BF9B805FBF2}" srcOrd="0" destOrd="0" presId="urn:microsoft.com/office/officeart/2005/8/layout/orgChart1"/>
    <dgm:cxn modelId="{3B2E7385-84A1-4632-A65C-82B8FD98E897}" type="presParOf" srcId="{2075719C-46F5-40DB-AE6C-D663A7F7C0F6}" destId="{E19A979B-F4AE-4D72-A35E-3DBCD3D07FCF}" srcOrd="1" destOrd="0" presId="urn:microsoft.com/office/officeart/2005/8/layout/orgChart1"/>
    <dgm:cxn modelId="{AE2ED53D-8DC7-4CA1-8859-0E0F206CB13E}" type="presParOf" srcId="{AE4D9B0B-FD03-40F7-AB77-88B803A10C30}" destId="{3386D26B-2884-4B8F-99E9-7C5735EAA68C}" srcOrd="1" destOrd="0" presId="urn:microsoft.com/office/officeart/2005/8/layout/orgChart1"/>
    <dgm:cxn modelId="{04F75E89-FEC8-43B1-80B2-A0F15329B34C}" type="presParOf" srcId="{3386D26B-2884-4B8F-99E9-7C5735EAA68C}" destId="{3FBC08A8-7B61-41DE-9820-E989872CC4B3}" srcOrd="0" destOrd="0" presId="urn:microsoft.com/office/officeart/2005/8/layout/orgChart1"/>
    <dgm:cxn modelId="{87D8F662-A238-49F7-B3EA-64D56E88390E}" type="presParOf" srcId="{3386D26B-2884-4B8F-99E9-7C5735EAA68C}" destId="{3499D2EE-44D2-400B-A0C2-22AF5A9CD17E}" srcOrd="1" destOrd="0" presId="urn:microsoft.com/office/officeart/2005/8/layout/orgChart1"/>
    <dgm:cxn modelId="{DDC3925B-FAED-41AE-A8C0-69E6DC2408EC}" type="presParOf" srcId="{3499D2EE-44D2-400B-A0C2-22AF5A9CD17E}" destId="{5E345056-5B5F-4827-A596-6F592664C54F}" srcOrd="0" destOrd="0" presId="urn:microsoft.com/office/officeart/2005/8/layout/orgChart1"/>
    <dgm:cxn modelId="{F375104F-9FB5-4D18-B564-F0E9E0D255BA}" type="presParOf" srcId="{5E345056-5B5F-4827-A596-6F592664C54F}" destId="{368F8617-B291-4AF8-BD05-B447E22D59CF}" srcOrd="0" destOrd="0" presId="urn:microsoft.com/office/officeart/2005/8/layout/orgChart1"/>
    <dgm:cxn modelId="{624C1FF5-6346-4864-ACCD-6ACD9EF99302}" type="presParOf" srcId="{5E345056-5B5F-4827-A596-6F592664C54F}" destId="{6F849B75-9F3F-45E6-92A5-8925162607F1}" srcOrd="1" destOrd="0" presId="urn:microsoft.com/office/officeart/2005/8/layout/orgChart1"/>
    <dgm:cxn modelId="{781328B1-0B4D-4A3F-9BC1-F42C66ABA05A}" type="presParOf" srcId="{3499D2EE-44D2-400B-A0C2-22AF5A9CD17E}" destId="{48F6AC83-FEBD-41B2-BBAB-E9679B9202DA}" srcOrd="1" destOrd="0" presId="urn:microsoft.com/office/officeart/2005/8/layout/orgChart1"/>
    <dgm:cxn modelId="{C5B6EBF8-43AD-4728-AB87-56191D94A693}" type="presParOf" srcId="{3499D2EE-44D2-400B-A0C2-22AF5A9CD17E}" destId="{21DB611A-E324-4361-AB4F-15D7D0B990F8}" srcOrd="2" destOrd="0" presId="urn:microsoft.com/office/officeart/2005/8/layout/orgChart1"/>
    <dgm:cxn modelId="{28020C0E-D292-4CD4-AF61-09A42268513C}" type="presParOf" srcId="{3386D26B-2884-4B8F-99E9-7C5735EAA68C}" destId="{375C8122-151C-448C-8F09-795FED40667C}" srcOrd="2" destOrd="0" presId="urn:microsoft.com/office/officeart/2005/8/layout/orgChart1"/>
    <dgm:cxn modelId="{FC1E8028-DC4E-45F4-A1F9-6A3AA588A3D5}" type="presParOf" srcId="{3386D26B-2884-4B8F-99E9-7C5735EAA68C}" destId="{B37C13FB-A6E2-47A6-A77F-16CF6433C280}" srcOrd="3" destOrd="0" presId="urn:microsoft.com/office/officeart/2005/8/layout/orgChart1"/>
    <dgm:cxn modelId="{75F906F6-2246-4897-92DC-8AB2B240BF82}" type="presParOf" srcId="{B37C13FB-A6E2-47A6-A77F-16CF6433C280}" destId="{CEB17079-F8C9-40D8-B750-6F11B31A9600}" srcOrd="0" destOrd="0" presId="urn:microsoft.com/office/officeart/2005/8/layout/orgChart1"/>
    <dgm:cxn modelId="{CC5E30FF-B44C-4F96-87FE-A5DCB9C6E770}" type="presParOf" srcId="{CEB17079-F8C9-40D8-B750-6F11B31A9600}" destId="{F47DDF5A-26BB-43AD-8E68-68C4AC055FE7}" srcOrd="0" destOrd="0" presId="urn:microsoft.com/office/officeart/2005/8/layout/orgChart1"/>
    <dgm:cxn modelId="{68E87968-FA27-4D1D-807D-7523FD6B922A}" type="presParOf" srcId="{CEB17079-F8C9-40D8-B750-6F11B31A9600}" destId="{3AE8CD46-AEFD-41D6-944A-EEF6C83FFB73}" srcOrd="1" destOrd="0" presId="urn:microsoft.com/office/officeart/2005/8/layout/orgChart1"/>
    <dgm:cxn modelId="{7E809874-6715-4B6C-B02C-4F7DD6C694CF}" type="presParOf" srcId="{B37C13FB-A6E2-47A6-A77F-16CF6433C280}" destId="{89F63F9D-D6F2-4785-8EDD-B0730DB20E9C}" srcOrd="1" destOrd="0" presId="urn:microsoft.com/office/officeart/2005/8/layout/orgChart1"/>
    <dgm:cxn modelId="{4225A97E-0A24-4EE3-885D-20A6A9178E6F}" type="presParOf" srcId="{B37C13FB-A6E2-47A6-A77F-16CF6433C280}" destId="{9DAA34DE-4017-4704-9633-9588DDB739EF}" srcOrd="2" destOrd="0" presId="urn:microsoft.com/office/officeart/2005/8/layout/orgChart1"/>
    <dgm:cxn modelId="{C84751EE-A66E-410B-ABC7-7FE3F75EB732}" type="presParOf" srcId="{3386D26B-2884-4B8F-99E9-7C5735EAA68C}" destId="{E253791F-1B94-4B28-9A04-44794704B52B}" srcOrd="4" destOrd="0" presId="urn:microsoft.com/office/officeart/2005/8/layout/orgChart1"/>
    <dgm:cxn modelId="{605E7F1C-4794-46C5-98E8-8DE4121E87D4}" type="presParOf" srcId="{3386D26B-2884-4B8F-99E9-7C5735EAA68C}" destId="{B6F804FC-2D84-4227-90A7-195C93497A4E}" srcOrd="5" destOrd="0" presId="urn:microsoft.com/office/officeart/2005/8/layout/orgChart1"/>
    <dgm:cxn modelId="{E8D58D4D-316D-4832-B472-C5C13DDF7437}" type="presParOf" srcId="{B6F804FC-2D84-4227-90A7-195C93497A4E}" destId="{AE8271F1-A607-496C-819A-FA22DAF864AB}" srcOrd="0" destOrd="0" presId="urn:microsoft.com/office/officeart/2005/8/layout/orgChart1"/>
    <dgm:cxn modelId="{3300D884-DFE8-4A02-A3D3-F494B1EEA9F3}" type="presParOf" srcId="{AE8271F1-A607-496C-819A-FA22DAF864AB}" destId="{4431AE3C-F4F4-499F-A9CB-7B5AF14A519D}" srcOrd="0" destOrd="0" presId="urn:microsoft.com/office/officeart/2005/8/layout/orgChart1"/>
    <dgm:cxn modelId="{AE9718BA-CEEF-420D-8E76-6B31DC940B60}" type="presParOf" srcId="{AE8271F1-A607-496C-819A-FA22DAF864AB}" destId="{DC2AA821-4714-43EF-86D9-5F4B5FA2B785}" srcOrd="1" destOrd="0" presId="urn:microsoft.com/office/officeart/2005/8/layout/orgChart1"/>
    <dgm:cxn modelId="{9913EDA1-7E06-4A9C-A777-2DDE4C3E069B}" type="presParOf" srcId="{B6F804FC-2D84-4227-90A7-195C93497A4E}" destId="{6DBCCDA9-295C-43EA-9724-32883DA67A94}" srcOrd="1" destOrd="0" presId="urn:microsoft.com/office/officeart/2005/8/layout/orgChart1"/>
    <dgm:cxn modelId="{898957FA-B729-45E0-9D60-8B54E771962E}" type="presParOf" srcId="{B6F804FC-2D84-4227-90A7-195C93497A4E}" destId="{B4684384-E61E-4B68-9F54-F65094C0720E}" srcOrd="2" destOrd="0" presId="urn:microsoft.com/office/officeart/2005/8/layout/orgChart1"/>
    <dgm:cxn modelId="{F32B7E19-E801-4E4A-A913-9506F7D0E027}" type="presParOf" srcId="{AE4D9B0B-FD03-40F7-AB77-88B803A10C30}" destId="{7D58D47B-D1A1-4155-9567-FA7E1624C1A4}" srcOrd="2" destOrd="0" presId="urn:microsoft.com/office/officeart/2005/8/layout/orgChart1"/>
    <dgm:cxn modelId="{15AF37CD-3670-453B-89A9-F553AAB891FC}" type="presParOf" srcId="{BB462C4B-26E8-48AB-8D79-6BE6C95BAB9D}" destId="{320960FC-B2B0-4D0A-9AD9-6C329B1B02BB}" srcOrd="2" destOrd="0" presId="urn:microsoft.com/office/officeart/2005/8/layout/orgChart1"/>
    <dgm:cxn modelId="{5411BE86-39B1-473B-A134-5BE17B864D30}" type="presParOf" srcId="{BB462C4B-26E8-48AB-8D79-6BE6C95BAB9D}" destId="{25BC3959-56A8-43F2-AFB2-19904B6F6554}" srcOrd="3" destOrd="0" presId="urn:microsoft.com/office/officeart/2005/8/layout/orgChart1"/>
    <dgm:cxn modelId="{7EE540BD-9D19-46C1-B0B1-B3090C78D524}" type="presParOf" srcId="{25BC3959-56A8-43F2-AFB2-19904B6F6554}" destId="{9A83279C-5548-42A6-8D2E-6A338A580092}" srcOrd="0" destOrd="0" presId="urn:microsoft.com/office/officeart/2005/8/layout/orgChart1"/>
    <dgm:cxn modelId="{F42CEABF-5218-44DB-8B99-F65E213440F7}" type="presParOf" srcId="{9A83279C-5548-42A6-8D2E-6A338A580092}" destId="{8B028D1A-A32A-425C-A8FF-FCDD015C63AF}" srcOrd="0" destOrd="0" presId="urn:microsoft.com/office/officeart/2005/8/layout/orgChart1"/>
    <dgm:cxn modelId="{C12B0E42-6CAB-4C70-AA61-76F8F263FDC5}" type="presParOf" srcId="{9A83279C-5548-42A6-8D2E-6A338A580092}" destId="{2B84A5C1-B9B5-4772-ADE4-335F6E84EC98}" srcOrd="1" destOrd="0" presId="urn:microsoft.com/office/officeart/2005/8/layout/orgChart1"/>
    <dgm:cxn modelId="{C6BA8C5F-652D-4489-8C9E-721528D9EEB7}" type="presParOf" srcId="{25BC3959-56A8-43F2-AFB2-19904B6F6554}" destId="{EA93B213-7373-4F2C-B549-893A173DF412}" srcOrd="1" destOrd="0" presId="urn:microsoft.com/office/officeart/2005/8/layout/orgChart1"/>
    <dgm:cxn modelId="{7CB6992F-CD99-410A-A0F7-5BC3CD450910}" type="presParOf" srcId="{EA93B213-7373-4F2C-B549-893A173DF412}" destId="{78A1FD37-2D78-4F83-8A54-A65F2B320DB3}" srcOrd="0" destOrd="0" presId="urn:microsoft.com/office/officeart/2005/8/layout/orgChart1"/>
    <dgm:cxn modelId="{B0E8EFA7-2888-4208-9A22-DFBA0DEA6A3D}" type="presParOf" srcId="{EA93B213-7373-4F2C-B549-893A173DF412}" destId="{4CBE154F-D886-4724-8970-0F9E0D7A4EF5}" srcOrd="1" destOrd="0" presId="urn:microsoft.com/office/officeart/2005/8/layout/orgChart1"/>
    <dgm:cxn modelId="{3B08E633-587E-4D4C-B70D-3C5B2F5FAF96}" type="presParOf" srcId="{4CBE154F-D886-4724-8970-0F9E0D7A4EF5}" destId="{41B2EBA6-6AA4-4E01-9891-11673B05B430}" srcOrd="0" destOrd="0" presId="urn:microsoft.com/office/officeart/2005/8/layout/orgChart1"/>
    <dgm:cxn modelId="{EE56D87B-CA1F-4AB5-987E-66B8A7491C5F}" type="presParOf" srcId="{41B2EBA6-6AA4-4E01-9891-11673B05B430}" destId="{271A14A4-0193-4296-8E34-847790328547}" srcOrd="0" destOrd="0" presId="urn:microsoft.com/office/officeart/2005/8/layout/orgChart1"/>
    <dgm:cxn modelId="{589E186E-C316-4948-8567-519AD9A1BB0A}" type="presParOf" srcId="{41B2EBA6-6AA4-4E01-9891-11673B05B430}" destId="{1858FDAC-88D4-43E5-8BEE-39E20AC4F705}" srcOrd="1" destOrd="0" presId="urn:microsoft.com/office/officeart/2005/8/layout/orgChart1"/>
    <dgm:cxn modelId="{F0E97347-8C5C-4430-9F8D-06DDB43ACDCF}" type="presParOf" srcId="{4CBE154F-D886-4724-8970-0F9E0D7A4EF5}" destId="{07BA1501-4B2C-40A9-A1E5-B90786C79D3A}" srcOrd="1" destOrd="0" presId="urn:microsoft.com/office/officeart/2005/8/layout/orgChart1"/>
    <dgm:cxn modelId="{18E9B214-30C8-4957-BC4D-0EE2AA76EE6F}" type="presParOf" srcId="{4CBE154F-D886-4724-8970-0F9E0D7A4EF5}" destId="{D5F81AB6-164A-47EC-B205-E3BA9E8E77FC}" srcOrd="2" destOrd="0" presId="urn:microsoft.com/office/officeart/2005/8/layout/orgChart1"/>
    <dgm:cxn modelId="{19F17733-0B4E-4487-80B4-A33E9E43E5E6}" type="presParOf" srcId="{EA93B213-7373-4F2C-B549-893A173DF412}" destId="{300C6F69-0A90-487B-83E3-37F46B1D589C}" srcOrd="2" destOrd="0" presId="urn:microsoft.com/office/officeart/2005/8/layout/orgChart1"/>
    <dgm:cxn modelId="{39E8CF52-028C-4ACC-AF97-90D194227728}" type="presParOf" srcId="{EA93B213-7373-4F2C-B549-893A173DF412}" destId="{71AED282-83EB-412C-92FD-2CFA82AF8B61}" srcOrd="3" destOrd="0" presId="urn:microsoft.com/office/officeart/2005/8/layout/orgChart1"/>
    <dgm:cxn modelId="{67451930-AD63-4DFB-AE02-35A2F0144A1D}" type="presParOf" srcId="{71AED282-83EB-412C-92FD-2CFA82AF8B61}" destId="{85C19449-F0DD-4AE8-9904-861AFA4A8F97}" srcOrd="0" destOrd="0" presId="urn:microsoft.com/office/officeart/2005/8/layout/orgChart1"/>
    <dgm:cxn modelId="{F9DDA412-0645-48D0-89A0-4A2CDC0815EE}" type="presParOf" srcId="{85C19449-F0DD-4AE8-9904-861AFA4A8F97}" destId="{D5354452-DD21-4438-AD54-DC39353947E5}" srcOrd="0" destOrd="0" presId="urn:microsoft.com/office/officeart/2005/8/layout/orgChart1"/>
    <dgm:cxn modelId="{5FC15E1A-7957-4C11-9F83-371F8C3EEFF0}" type="presParOf" srcId="{85C19449-F0DD-4AE8-9904-861AFA4A8F97}" destId="{E4C9E82E-AEF3-4A1B-9B53-CD8CE43A65FC}" srcOrd="1" destOrd="0" presId="urn:microsoft.com/office/officeart/2005/8/layout/orgChart1"/>
    <dgm:cxn modelId="{62AEDFD1-3510-4B89-A2AA-0E7BB677A658}" type="presParOf" srcId="{71AED282-83EB-412C-92FD-2CFA82AF8B61}" destId="{F01328BF-D7AF-47D4-98D3-B1E3B8528502}" srcOrd="1" destOrd="0" presId="urn:microsoft.com/office/officeart/2005/8/layout/orgChart1"/>
    <dgm:cxn modelId="{4E88B2D8-2104-4024-9323-A7DD15E631FF}" type="presParOf" srcId="{71AED282-83EB-412C-92FD-2CFA82AF8B61}" destId="{9F300E64-E84E-4C43-9895-2F847355BB12}" srcOrd="2" destOrd="0" presId="urn:microsoft.com/office/officeart/2005/8/layout/orgChart1"/>
    <dgm:cxn modelId="{73DA026F-C7D2-466E-8F5D-1C57D52DF550}" type="presParOf" srcId="{EA93B213-7373-4F2C-B549-893A173DF412}" destId="{0335B8AF-4E06-4471-A60D-D3ABEA81D3FE}" srcOrd="4" destOrd="0" presId="urn:microsoft.com/office/officeart/2005/8/layout/orgChart1"/>
    <dgm:cxn modelId="{CEDF7E5D-53CA-4115-B396-37E76460CAFD}" type="presParOf" srcId="{EA93B213-7373-4F2C-B549-893A173DF412}" destId="{1F534D37-88FB-4992-AA00-5F5966164B0E}" srcOrd="5" destOrd="0" presId="urn:microsoft.com/office/officeart/2005/8/layout/orgChart1"/>
    <dgm:cxn modelId="{540A4D63-6746-41A2-968A-E4132129CE18}" type="presParOf" srcId="{1F534D37-88FB-4992-AA00-5F5966164B0E}" destId="{4FBCA846-B4FD-4606-BB0A-BB9A2D8D288F}" srcOrd="0" destOrd="0" presId="urn:microsoft.com/office/officeart/2005/8/layout/orgChart1"/>
    <dgm:cxn modelId="{CC84F157-5346-4F43-8744-2A98622C7F35}" type="presParOf" srcId="{4FBCA846-B4FD-4606-BB0A-BB9A2D8D288F}" destId="{D11B163A-38CF-40B9-8478-AEB097158E98}" srcOrd="0" destOrd="0" presId="urn:microsoft.com/office/officeart/2005/8/layout/orgChart1"/>
    <dgm:cxn modelId="{4946D84A-D4B7-47BC-91FD-E8EEC42D35E9}" type="presParOf" srcId="{4FBCA846-B4FD-4606-BB0A-BB9A2D8D288F}" destId="{6D9A11B9-B8A8-4F60-AB26-C079A914E18C}" srcOrd="1" destOrd="0" presId="urn:microsoft.com/office/officeart/2005/8/layout/orgChart1"/>
    <dgm:cxn modelId="{F2EADAFD-C249-466B-8A70-A628FD8EDA50}" type="presParOf" srcId="{1F534D37-88FB-4992-AA00-5F5966164B0E}" destId="{2A90422B-2897-48DF-A94D-313F721ED51F}" srcOrd="1" destOrd="0" presId="urn:microsoft.com/office/officeart/2005/8/layout/orgChart1"/>
    <dgm:cxn modelId="{5D0E00A3-CCDC-4E4A-9B3B-6B3ABEEF2B2D}" type="presParOf" srcId="{1F534D37-88FB-4992-AA00-5F5966164B0E}" destId="{1C496AFF-EF4B-4C38-803F-F1983EEA0954}" srcOrd="2" destOrd="0" presId="urn:microsoft.com/office/officeart/2005/8/layout/orgChart1"/>
    <dgm:cxn modelId="{435E1CC9-1CC7-4374-AD30-DBBD4C395A52}" type="presParOf" srcId="{25BC3959-56A8-43F2-AFB2-19904B6F6554}" destId="{C5592A81-4AB4-4361-8B53-4CDB726794B1}" srcOrd="2" destOrd="0" presId="urn:microsoft.com/office/officeart/2005/8/layout/orgChart1"/>
    <dgm:cxn modelId="{1D1B0EA9-9AA2-4FF0-8E4A-D83E27A15A2B}" type="presParOf" srcId="{BB462C4B-26E8-48AB-8D79-6BE6C95BAB9D}" destId="{F81A5DBE-218B-4046-A868-1ECB38B95CBB}" srcOrd="4" destOrd="0" presId="urn:microsoft.com/office/officeart/2005/8/layout/orgChart1"/>
    <dgm:cxn modelId="{EDF96BCB-C3EA-4737-B882-223A7CD3EB16}" type="presParOf" srcId="{BB462C4B-26E8-48AB-8D79-6BE6C95BAB9D}" destId="{1E79468F-0290-4D20-A285-EAE3125B5F57}" srcOrd="5" destOrd="0" presId="urn:microsoft.com/office/officeart/2005/8/layout/orgChart1"/>
    <dgm:cxn modelId="{1D0A8B42-6006-449C-BE2A-089274B330E1}" type="presParOf" srcId="{1E79468F-0290-4D20-A285-EAE3125B5F57}" destId="{4BA9FDC7-13B9-436E-BC63-4FABFEE9B565}" srcOrd="0" destOrd="0" presId="urn:microsoft.com/office/officeart/2005/8/layout/orgChart1"/>
    <dgm:cxn modelId="{1FFC1450-D581-41DC-B1FF-24AD4FAFCABA}" type="presParOf" srcId="{4BA9FDC7-13B9-436E-BC63-4FABFEE9B565}" destId="{A88B92DC-42CF-4F34-8D6A-78D85275E988}" srcOrd="0" destOrd="0" presId="urn:microsoft.com/office/officeart/2005/8/layout/orgChart1"/>
    <dgm:cxn modelId="{F0519211-445C-4EF7-BA95-DD6B939008DF}" type="presParOf" srcId="{4BA9FDC7-13B9-436E-BC63-4FABFEE9B565}" destId="{5CEEA981-4BB1-4A00-ADD5-A38F968C8BE1}" srcOrd="1" destOrd="0" presId="urn:microsoft.com/office/officeart/2005/8/layout/orgChart1"/>
    <dgm:cxn modelId="{96575974-53EB-4B09-8D7E-E2FD9DEE510D}" type="presParOf" srcId="{1E79468F-0290-4D20-A285-EAE3125B5F57}" destId="{20F8F901-3D8C-42B9-82C3-CF273FE04440}" srcOrd="1" destOrd="0" presId="urn:microsoft.com/office/officeart/2005/8/layout/orgChart1"/>
    <dgm:cxn modelId="{95CF99C9-E559-4961-8975-B35EC6ABC468}" type="presParOf" srcId="{20F8F901-3D8C-42B9-82C3-CF273FE04440}" destId="{0990138F-23BC-4136-B465-ECF31F2CD62F}" srcOrd="0" destOrd="0" presId="urn:microsoft.com/office/officeart/2005/8/layout/orgChart1"/>
    <dgm:cxn modelId="{C0666176-028C-4BF7-BCF3-436602E817DB}" type="presParOf" srcId="{20F8F901-3D8C-42B9-82C3-CF273FE04440}" destId="{CF5EC2A8-5D95-434E-A2FD-1973E54CF7C5}" srcOrd="1" destOrd="0" presId="urn:microsoft.com/office/officeart/2005/8/layout/orgChart1"/>
    <dgm:cxn modelId="{C10ECB85-4AC8-490D-9832-82E3AC22DE4A}" type="presParOf" srcId="{CF5EC2A8-5D95-434E-A2FD-1973E54CF7C5}" destId="{18BF6048-DBBA-445E-89E3-F41E722F5BE9}" srcOrd="0" destOrd="0" presId="urn:microsoft.com/office/officeart/2005/8/layout/orgChart1"/>
    <dgm:cxn modelId="{9A89DECC-CA10-4061-8803-0EEB62259D75}" type="presParOf" srcId="{18BF6048-DBBA-445E-89E3-F41E722F5BE9}" destId="{64B5D17F-1AF9-43F4-ABB7-3E5D334138E8}" srcOrd="0" destOrd="0" presId="urn:microsoft.com/office/officeart/2005/8/layout/orgChart1"/>
    <dgm:cxn modelId="{E1EC5D6D-6CF2-42C5-A9EF-7AF0139BC407}" type="presParOf" srcId="{18BF6048-DBBA-445E-89E3-F41E722F5BE9}" destId="{7F91A088-7564-44A7-93B4-68B417049527}" srcOrd="1" destOrd="0" presId="urn:microsoft.com/office/officeart/2005/8/layout/orgChart1"/>
    <dgm:cxn modelId="{81FEF9F6-E8D0-43C5-A74F-F10C4FBEE10E}" type="presParOf" srcId="{CF5EC2A8-5D95-434E-A2FD-1973E54CF7C5}" destId="{DFCE49B9-0710-4FCF-93A9-3AF0ED656DEB}" srcOrd="1" destOrd="0" presId="urn:microsoft.com/office/officeart/2005/8/layout/orgChart1"/>
    <dgm:cxn modelId="{36BB4020-BB78-4F2F-AE09-BF49B9D56BA7}" type="presParOf" srcId="{CF5EC2A8-5D95-434E-A2FD-1973E54CF7C5}" destId="{AE86D2CA-8769-4E68-B605-22E4AA78377D}" srcOrd="2" destOrd="0" presId="urn:microsoft.com/office/officeart/2005/8/layout/orgChart1"/>
    <dgm:cxn modelId="{ED9B88AE-04A8-4919-8C75-75CE3345137D}" type="presParOf" srcId="{20F8F901-3D8C-42B9-82C3-CF273FE04440}" destId="{83DE2383-90A1-4A1F-BD3A-751623B15C3F}" srcOrd="2" destOrd="0" presId="urn:microsoft.com/office/officeart/2005/8/layout/orgChart1"/>
    <dgm:cxn modelId="{5D876A08-C1C0-4CBD-B168-CB15ECFAF88C}" type="presParOf" srcId="{20F8F901-3D8C-42B9-82C3-CF273FE04440}" destId="{DD730BAF-4BDD-412F-B381-EC9714317A82}" srcOrd="3" destOrd="0" presId="urn:microsoft.com/office/officeart/2005/8/layout/orgChart1"/>
    <dgm:cxn modelId="{14DCF277-FE73-4727-971F-544EA89DB049}" type="presParOf" srcId="{DD730BAF-4BDD-412F-B381-EC9714317A82}" destId="{F2FBDC8B-AAB8-4429-BA30-BBE435AE3D18}" srcOrd="0" destOrd="0" presId="urn:microsoft.com/office/officeart/2005/8/layout/orgChart1"/>
    <dgm:cxn modelId="{CAFECDE6-A873-45F6-BE79-4B6D78461222}" type="presParOf" srcId="{F2FBDC8B-AAB8-4429-BA30-BBE435AE3D18}" destId="{FAE51D8B-48DB-4F95-B516-09BDC2F5FA33}" srcOrd="0" destOrd="0" presId="urn:microsoft.com/office/officeart/2005/8/layout/orgChart1"/>
    <dgm:cxn modelId="{63B63B46-1C14-44E1-BD72-C11F7F9A590F}" type="presParOf" srcId="{F2FBDC8B-AAB8-4429-BA30-BBE435AE3D18}" destId="{4C6E6B61-CBEA-4BAE-92D2-2AE6AED6B6B0}" srcOrd="1" destOrd="0" presId="urn:microsoft.com/office/officeart/2005/8/layout/orgChart1"/>
    <dgm:cxn modelId="{8318C766-3A6C-4394-AB13-2D37DAB8FB94}" type="presParOf" srcId="{DD730BAF-4BDD-412F-B381-EC9714317A82}" destId="{4ACD17B8-E4C6-444A-BB52-B0B2B7ACF131}" srcOrd="1" destOrd="0" presId="urn:microsoft.com/office/officeart/2005/8/layout/orgChart1"/>
    <dgm:cxn modelId="{6DBB6F4D-0F93-48C8-9DA6-5F8F28431F05}" type="presParOf" srcId="{DD730BAF-4BDD-412F-B381-EC9714317A82}" destId="{F8B9BAC9-BFC1-4BAB-82EF-D5803F80AE11}" srcOrd="2" destOrd="0" presId="urn:microsoft.com/office/officeart/2005/8/layout/orgChart1"/>
    <dgm:cxn modelId="{EA40CA8D-71E8-4460-9D67-76DF535D1FAD}" type="presParOf" srcId="{20F8F901-3D8C-42B9-82C3-CF273FE04440}" destId="{422D065C-49CB-4F13-AFD5-69A21A98F21E}" srcOrd="4" destOrd="0" presId="urn:microsoft.com/office/officeart/2005/8/layout/orgChart1"/>
    <dgm:cxn modelId="{AF3577AA-3A1E-4480-908F-E8AF1320920D}" type="presParOf" srcId="{20F8F901-3D8C-42B9-82C3-CF273FE04440}" destId="{190CD55E-62F8-48D6-89B1-77D9A9F7169F}" srcOrd="5" destOrd="0" presId="urn:microsoft.com/office/officeart/2005/8/layout/orgChart1"/>
    <dgm:cxn modelId="{DE069C98-565F-45AC-9714-68AE7078151C}" type="presParOf" srcId="{190CD55E-62F8-48D6-89B1-77D9A9F7169F}" destId="{A10FCB54-B730-466A-92B1-D16E58DAF747}" srcOrd="0" destOrd="0" presId="urn:microsoft.com/office/officeart/2005/8/layout/orgChart1"/>
    <dgm:cxn modelId="{BA8267CA-D530-4030-B9EF-20A97EDAE2DD}" type="presParOf" srcId="{A10FCB54-B730-466A-92B1-D16E58DAF747}" destId="{70E3C19C-3CB6-4D61-A23F-3CDF8980B225}" srcOrd="0" destOrd="0" presId="urn:microsoft.com/office/officeart/2005/8/layout/orgChart1"/>
    <dgm:cxn modelId="{11D4AFB8-4E30-419B-8BA7-1E368D85CBB2}" type="presParOf" srcId="{A10FCB54-B730-466A-92B1-D16E58DAF747}" destId="{A012BE2C-3458-4AF4-B722-60DDFB94335C}" srcOrd="1" destOrd="0" presId="urn:microsoft.com/office/officeart/2005/8/layout/orgChart1"/>
    <dgm:cxn modelId="{E3B584B3-1932-4E98-945C-ED519461F2BC}" type="presParOf" srcId="{190CD55E-62F8-48D6-89B1-77D9A9F7169F}" destId="{6AA72238-5851-481D-93C4-AA0E7D893E4A}" srcOrd="1" destOrd="0" presId="urn:microsoft.com/office/officeart/2005/8/layout/orgChart1"/>
    <dgm:cxn modelId="{65CC5A89-0213-47BC-8F29-5EED1680376B}" type="presParOf" srcId="{190CD55E-62F8-48D6-89B1-77D9A9F7169F}" destId="{352A9662-3717-4835-84E7-01AADA66E3E3}" srcOrd="2" destOrd="0" presId="urn:microsoft.com/office/officeart/2005/8/layout/orgChart1"/>
    <dgm:cxn modelId="{58A526AD-4AC7-46AD-964A-4572AC646825}" type="presParOf" srcId="{1E79468F-0290-4D20-A285-EAE3125B5F57}" destId="{8A9951F6-3BD9-483B-9FD5-5A8229B1E17D}" srcOrd="2" destOrd="0" presId="urn:microsoft.com/office/officeart/2005/8/layout/orgChart1"/>
    <dgm:cxn modelId="{60B8308E-C097-46E7-B58A-9134B2AACECC}" type="presParOf" srcId="{BB462C4B-26E8-48AB-8D79-6BE6C95BAB9D}" destId="{5CE70562-4884-475C-A80A-09FCDC3DD7E4}" srcOrd="6" destOrd="0" presId="urn:microsoft.com/office/officeart/2005/8/layout/orgChart1"/>
    <dgm:cxn modelId="{A6A37E2F-FB4F-487B-808A-190BE797AB90}" type="presParOf" srcId="{BB462C4B-26E8-48AB-8D79-6BE6C95BAB9D}" destId="{AFB491B7-F1C1-49CC-8B97-3525598904F3}" srcOrd="7" destOrd="0" presId="urn:microsoft.com/office/officeart/2005/8/layout/orgChart1"/>
    <dgm:cxn modelId="{36F5CF51-3B81-43A3-889F-660414DDFEDD}" type="presParOf" srcId="{AFB491B7-F1C1-49CC-8B97-3525598904F3}" destId="{C76C94B1-9099-4203-A9C9-CE5FADF19F94}" srcOrd="0" destOrd="0" presId="urn:microsoft.com/office/officeart/2005/8/layout/orgChart1"/>
    <dgm:cxn modelId="{ACE6E987-BDD4-4687-BB54-1CEDE6ACE8FA}" type="presParOf" srcId="{C76C94B1-9099-4203-A9C9-CE5FADF19F94}" destId="{DE4E0191-77CF-421F-B7F0-497F13962702}" srcOrd="0" destOrd="0" presId="urn:microsoft.com/office/officeart/2005/8/layout/orgChart1"/>
    <dgm:cxn modelId="{821F0AB6-EFD9-48D3-B633-06E0151934B8}" type="presParOf" srcId="{C76C94B1-9099-4203-A9C9-CE5FADF19F94}" destId="{090A3270-48E9-4224-8B42-65D93CD947DB}" srcOrd="1" destOrd="0" presId="urn:microsoft.com/office/officeart/2005/8/layout/orgChart1"/>
    <dgm:cxn modelId="{752D411E-C43A-42F8-9547-210EEC8EF689}" type="presParOf" srcId="{AFB491B7-F1C1-49CC-8B97-3525598904F3}" destId="{D4EF5A38-F7A2-402D-AC91-9D323BE0F4AA}" srcOrd="1" destOrd="0" presId="urn:microsoft.com/office/officeart/2005/8/layout/orgChart1"/>
    <dgm:cxn modelId="{020AA7C9-6C7D-42A3-B106-BD4EA166E70C}" type="presParOf" srcId="{D4EF5A38-F7A2-402D-AC91-9D323BE0F4AA}" destId="{B0BAE532-C4E8-4818-983E-710D51AA7868}" srcOrd="0" destOrd="0" presId="urn:microsoft.com/office/officeart/2005/8/layout/orgChart1"/>
    <dgm:cxn modelId="{95491182-3E58-4BAF-B282-A2ABECB26FA5}" type="presParOf" srcId="{D4EF5A38-F7A2-402D-AC91-9D323BE0F4AA}" destId="{6C6B1836-8AD0-48E0-90C8-635B48819EF1}" srcOrd="1" destOrd="0" presId="urn:microsoft.com/office/officeart/2005/8/layout/orgChart1"/>
    <dgm:cxn modelId="{66D9DE07-4BDC-455D-AFFE-87B574971A74}" type="presParOf" srcId="{6C6B1836-8AD0-48E0-90C8-635B48819EF1}" destId="{CA91E421-A8D8-4E2D-ABD8-5065F2E0D150}" srcOrd="0" destOrd="0" presId="urn:microsoft.com/office/officeart/2005/8/layout/orgChart1"/>
    <dgm:cxn modelId="{D3E7BD70-D45B-4FC5-B849-F2FEAFE99D87}" type="presParOf" srcId="{CA91E421-A8D8-4E2D-ABD8-5065F2E0D150}" destId="{D54CAAFD-7E64-45F6-8EDC-8C5CC875AAA1}" srcOrd="0" destOrd="0" presId="urn:microsoft.com/office/officeart/2005/8/layout/orgChart1"/>
    <dgm:cxn modelId="{624F77FF-A6A0-498F-BD7C-BD54380D0427}" type="presParOf" srcId="{CA91E421-A8D8-4E2D-ABD8-5065F2E0D150}" destId="{5FB730D7-1C5D-4061-93F0-7C99A85B04F3}" srcOrd="1" destOrd="0" presId="urn:microsoft.com/office/officeart/2005/8/layout/orgChart1"/>
    <dgm:cxn modelId="{CBDA5F53-49B0-41B1-8AB3-A0DB5ECF9410}" type="presParOf" srcId="{6C6B1836-8AD0-48E0-90C8-635B48819EF1}" destId="{5D26D34F-5FDA-4695-8202-795B0D8622F0}" srcOrd="1" destOrd="0" presId="urn:microsoft.com/office/officeart/2005/8/layout/orgChart1"/>
    <dgm:cxn modelId="{EDD3DE6E-C73A-4F05-B8C7-5F4716CE88DF}" type="presParOf" srcId="{6C6B1836-8AD0-48E0-90C8-635B48819EF1}" destId="{864CF748-32BD-44D8-971A-7C137EB79D25}" srcOrd="2" destOrd="0" presId="urn:microsoft.com/office/officeart/2005/8/layout/orgChart1"/>
    <dgm:cxn modelId="{337C7318-373F-4913-BBC3-AA0F64582C95}" type="presParOf" srcId="{D4EF5A38-F7A2-402D-AC91-9D323BE0F4AA}" destId="{EE736B83-EE72-423D-B003-F749B3245575}" srcOrd="2" destOrd="0" presId="urn:microsoft.com/office/officeart/2005/8/layout/orgChart1"/>
    <dgm:cxn modelId="{1AD6B9BE-84DF-4A45-9071-305D145D8406}" type="presParOf" srcId="{D4EF5A38-F7A2-402D-AC91-9D323BE0F4AA}" destId="{3EE3CF4C-D45D-47A8-A8EE-64C9FD6FB96B}" srcOrd="3" destOrd="0" presId="urn:microsoft.com/office/officeart/2005/8/layout/orgChart1"/>
    <dgm:cxn modelId="{154E1AE5-9302-41B8-A70B-AFC379E6D902}" type="presParOf" srcId="{3EE3CF4C-D45D-47A8-A8EE-64C9FD6FB96B}" destId="{AD7B7221-294B-4521-8526-1D9AAB0B0E60}" srcOrd="0" destOrd="0" presId="urn:microsoft.com/office/officeart/2005/8/layout/orgChart1"/>
    <dgm:cxn modelId="{A60FACBE-5E8C-4040-B876-58C3F49A2D3D}" type="presParOf" srcId="{AD7B7221-294B-4521-8526-1D9AAB0B0E60}" destId="{F2B089EE-31EB-42A7-8ED6-F0334E69324F}" srcOrd="0" destOrd="0" presId="urn:microsoft.com/office/officeart/2005/8/layout/orgChart1"/>
    <dgm:cxn modelId="{400FFDFC-8021-4D5E-94A7-6CD8F6AB70E7}" type="presParOf" srcId="{AD7B7221-294B-4521-8526-1D9AAB0B0E60}" destId="{BA9325C9-7D2D-49CE-BCB4-4967ECB5A789}" srcOrd="1" destOrd="0" presId="urn:microsoft.com/office/officeart/2005/8/layout/orgChart1"/>
    <dgm:cxn modelId="{3D9B9102-C261-4C0E-86C6-9AD243CD14A5}" type="presParOf" srcId="{3EE3CF4C-D45D-47A8-A8EE-64C9FD6FB96B}" destId="{F8BAD707-7498-4DB0-8C0D-94BAEEE6DD5E}" srcOrd="1" destOrd="0" presId="urn:microsoft.com/office/officeart/2005/8/layout/orgChart1"/>
    <dgm:cxn modelId="{C37635AC-C0A0-4BF7-B885-C48DA58C74E6}" type="presParOf" srcId="{3EE3CF4C-D45D-47A8-A8EE-64C9FD6FB96B}" destId="{B2859925-6E8C-4ED3-B8C5-CF5D773A92DF}" srcOrd="2" destOrd="0" presId="urn:microsoft.com/office/officeart/2005/8/layout/orgChart1"/>
    <dgm:cxn modelId="{C275465E-B2DC-4C45-9A0E-82A61EF3EE46}" type="presParOf" srcId="{D4EF5A38-F7A2-402D-AC91-9D323BE0F4AA}" destId="{F4661129-704B-4A61-9A94-8BB65A5C1E9E}" srcOrd="4" destOrd="0" presId="urn:microsoft.com/office/officeart/2005/8/layout/orgChart1"/>
    <dgm:cxn modelId="{0F7898C6-4CAD-4406-A100-D1C33CBC40CB}" type="presParOf" srcId="{D4EF5A38-F7A2-402D-AC91-9D323BE0F4AA}" destId="{3100EEEC-EFB7-4C49-8E08-E8EC81DA6F8D}" srcOrd="5" destOrd="0" presId="urn:microsoft.com/office/officeart/2005/8/layout/orgChart1"/>
    <dgm:cxn modelId="{D7E9E55E-D27C-4D19-8F21-D87765230158}" type="presParOf" srcId="{3100EEEC-EFB7-4C49-8E08-E8EC81DA6F8D}" destId="{9FD62B9A-D3E1-4423-B5B2-44736168813D}" srcOrd="0" destOrd="0" presId="urn:microsoft.com/office/officeart/2005/8/layout/orgChart1"/>
    <dgm:cxn modelId="{F7914215-EDBA-4519-8092-FD878EB52C13}" type="presParOf" srcId="{9FD62B9A-D3E1-4423-B5B2-44736168813D}" destId="{A846F833-488D-46B0-8C43-BC3187EE3246}" srcOrd="0" destOrd="0" presId="urn:microsoft.com/office/officeart/2005/8/layout/orgChart1"/>
    <dgm:cxn modelId="{763DC304-F713-46FE-A32F-F069ACD3EF5A}" type="presParOf" srcId="{9FD62B9A-D3E1-4423-B5B2-44736168813D}" destId="{EE1057DB-0437-4EA6-91BD-F820B477CF3A}" srcOrd="1" destOrd="0" presId="urn:microsoft.com/office/officeart/2005/8/layout/orgChart1"/>
    <dgm:cxn modelId="{8CC1FC12-CFB6-4C74-A647-76D9E8844BC9}" type="presParOf" srcId="{3100EEEC-EFB7-4C49-8E08-E8EC81DA6F8D}" destId="{BB84F81E-E1FC-4B12-9F6D-BC263E66C5AF}" srcOrd="1" destOrd="0" presId="urn:microsoft.com/office/officeart/2005/8/layout/orgChart1"/>
    <dgm:cxn modelId="{DBAD5704-AA8A-4CE2-AB41-3C22DE9E144E}" type="presParOf" srcId="{3100EEEC-EFB7-4C49-8E08-E8EC81DA6F8D}" destId="{E3063E94-CE07-490B-BD55-B006327AC825}" srcOrd="2" destOrd="0" presId="urn:microsoft.com/office/officeart/2005/8/layout/orgChart1"/>
    <dgm:cxn modelId="{DC1F575F-DF54-4347-B6CF-E315B754EC0A}" type="presParOf" srcId="{AFB491B7-F1C1-49CC-8B97-3525598904F3}" destId="{4892A7FF-9E80-4D9A-BBA2-670DD81A458E}" srcOrd="2" destOrd="0" presId="urn:microsoft.com/office/officeart/2005/8/layout/orgChart1"/>
    <dgm:cxn modelId="{1A74A801-C4F8-42EA-8653-EAFCDC163EA9}" type="presParOf" srcId="{BB462C4B-26E8-48AB-8D79-6BE6C95BAB9D}" destId="{FC61F2C5-0174-475C-8968-F16A6F045D4B}" srcOrd="8" destOrd="0" presId="urn:microsoft.com/office/officeart/2005/8/layout/orgChart1"/>
    <dgm:cxn modelId="{5E8F5C17-CCB0-4B7A-8F27-2524DA9E22FF}" type="presParOf" srcId="{BB462C4B-26E8-48AB-8D79-6BE6C95BAB9D}" destId="{54209372-2C79-4FC1-8C8C-9F36F51F3CC0}" srcOrd="9" destOrd="0" presId="urn:microsoft.com/office/officeart/2005/8/layout/orgChart1"/>
    <dgm:cxn modelId="{F6007D7A-E078-4061-AA3D-04FA1DCAF8E0}" type="presParOf" srcId="{54209372-2C79-4FC1-8C8C-9F36F51F3CC0}" destId="{D19807E1-E179-4437-BB5D-3024A2AAAF8B}" srcOrd="0" destOrd="0" presId="urn:microsoft.com/office/officeart/2005/8/layout/orgChart1"/>
    <dgm:cxn modelId="{64FCAC53-6D38-4BF4-BBD3-DF9AD2C6DC07}" type="presParOf" srcId="{D19807E1-E179-4437-BB5D-3024A2AAAF8B}" destId="{D95DA48D-FFB0-4684-9394-33BB8C743A0D}" srcOrd="0" destOrd="0" presId="urn:microsoft.com/office/officeart/2005/8/layout/orgChart1"/>
    <dgm:cxn modelId="{0A282712-56A8-40E9-9642-065E23E0D447}" type="presParOf" srcId="{D19807E1-E179-4437-BB5D-3024A2AAAF8B}" destId="{2E1B6BF3-B097-4F8D-9290-48149B34B2CE}" srcOrd="1" destOrd="0" presId="urn:microsoft.com/office/officeart/2005/8/layout/orgChart1"/>
    <dgm:cxn modelId="{7C946AE9-3FC0-4D13-B067-7FF80B3C2845}" type="presParOf" srcId="{54209372-2C79-4FC1-8C8C-9F36F51F3CC0}" destId="{4229CB63-5ABB-461D-A87F-1EB9DF08EA58}" srcOrd="1" destOrd="0" presId="urn:microsoft.com/office/officeart/2005/8/layout/orgChart1"/>
    <dgm:cxn modelId="{6D929BC6-B035-4B5C-9D92-A81A9EEE3DB6}" type="presParOf" srcId="{4229CB63-5ABB-461D-A87F-1EB9DF08EA58}" destId="{25A6D740-05AF-4649-9E18-6F00AB3EE38F}" srcOrd="0" destOrd="0" presId="urn:microsoft.com/office/officeart/2005/8/layout/orgChart1"/>
    <dgm:cxn modelId="{B6048670-4BC4-4406-AFC8-0108BC78178C}" type="presParOf" srcId="{4229CB63-5ABB-461D-A87F-1EB9DF08EA58}" destId="{E55628A1-B0A5-4B92-8E57-C963C0977AAC}" srcOrd="1" destOrd="0" presId="urn:microsoft.com/office/officeart/2005/8/layout/orgChart1"/>
    <dgm:cxn modelId="{10E39033-44CE-4DF6-9172-8380335D53BD}" type="presParOf" srcId="{E55628A1-B0A5-4B92-8E57-C963C0977AAC}" destId="{9FD35974-3863-48FE-820F-7EF729B4894F}" srcOrd="0" destOrd="0" presId="urn:microsoft.com/office/officeart/2005/8/layout/orgChart1"/>
    <dgm:cxn modelId="{1F14D6D0-8473-41A3-96B0-5F1BFB35E0D1}" type="presParOf" srcId="{9FD35974-3863-48FE-820F-7EF729B4894F}" destId="{C1AEB57B-85D3-40FB-AFB8-D08823CFA1EE}" srcOrd="0" destOrd="0" presId="urn:microsoft.com/office/officeart/2005/8/layout/orgChart1"/>
    <dgm:cxn modelId="{EE893394-A219-4B30-89C8-4A2359AAA4D6}" type="presParOf" srcId="{9FD35974-3863-48FE-820F-7EF729B4894F}" destId="{9E3B97B3-2447-4A40-8126-54FB43540026}" srcOrd="1" destOrd="0" presId="urn:microsoft.com/office/officeart/2005/8/layout/orgChart1"/>
    <dgm:cxn modelId="{139F5E28-58D2-440C-A9AB-E354EB2B4723}" type="presParOf" srcId="{E55628A1-B0A5-4B92-8E57-C963C0977AAC}" destId="{44BDED47-4AC0-4AC2-9DCA-56176AA5F9DA}" srcOrd="1" destOrd="0" presId="urn:microsoft.com/office/officeart/2005/8/layout/orgChart1"/>
    <dgm:cxn modelId="{90A52694-F46D-4BE4-B6B5-BD9A33CED886}" type="presParOf" srcId="{E55628A1-B0A5-4B92-8E57-C963C0977AAC}" destId="{3A80EBB8-E121-4AF0-9DE9-51DD95EF1183}" srcOrd="2" destOrd="0" presId="urn:microsoft.com/office/officeart/2005/8/layout/orgChart1"/>
    <dgm:cxn modelId="{6155ABD3-D447-4541-B95B-70A64AEED29C}" type="presParOf" srcId="{4229CB63-5ABB-461D-A87F-1EB9DF08EA58}" destId="{03956806-8946-4833-B6A4-DE14F060979F}" srcOrd="2" destOrd="0" presId="urn:microsoft.com/office/officeart/2005/8/layout/orgChart1"/>
    <dgm:cxn modelId="{528EEDCC-85A8-4105-9C77-FD3F8989F84A}" type="presParOf" srcId="{4229CB63-5ABB-461D-A87F-1EB9DF08EA58}" destId="{92281571-6C69-42AF-9F74-CFFD3F1D04F1}" srcOrd="3" destOrd="0" presId="urn:microsoft.com/office/officeart/2005/8/layout/orgChart1"/>
    <dgm:cxn modelId="{78CD3559-F41E-4320-AF7F-D3C04AA6682D}" type="presParOf" srcId="{92281571-6C69-42AF-9F74-CFFD3F1D04F1}" destId="{2043421E-7E32-4BDE-BB2E-2D8190736565}" srcOrd="0" destOrd="0" presId="urn:microsoft.com/office/officeart/2005/8/layout/orgChart1"/>
    <dgm:cxn modelId="{050EE224-65DD-4EF3-9294-FD4EDC8D89E4}" type="presParOf" srcId="{2043421E-7E32-4BDE-BB2E-2D8190736565}" destId="{D442772A-CA86-499E-ADAA-BC035F059EE4}" srcOrd="0" destOrd="0" presId="urn:microsoft.com/office/officeart/2005/8/layout/orgChart1"/>
    <dgm:cxn modelId="{F6FACAAC-E4DB-44E1-98C9-A669EA928F8C}" type="presParOf" srcId="{2043421E-7E32-4BDE-BB2E-2D8190736565}" destId="{0ADF9066-D378-446A-BF7F-DDDAA0B1A30F}" srcOrd="1" destOrd="0" presId="urn:microsoft.com/office/officeart/2005/8/layout/orgChart1"/>
    <dgm:cxn modelId="{D806C3E3-91C4-4611-98B9-8C447F202C17}" type="presParOf" srcId="{92281571-6C69-42AF-9F74-CFFD3F1D04F1}" destId="{B9E54E31-76E8-474A-9080-58C4536F5FE0}" srcOrd="1" destOrd="0" presId="urn:microsoft.com/office/officeart/2005/8/layout/orgChart1"/>
    <dgm:cxn modelId="{9CB3683F-B685-4B8D-9F30-3AB78C222B3C}" type="presParOf" srcId="{92281571-6C69-42AF-9F74-CFFD3F1D04F1}" destId="{0A51EDBF-7C27-431A-B8C5-F427993E3A25}" srcOrd="2" destOrd="0" presId="urn:microsoft.com/office/officeart/2005/8/layout/orgChart1"/>
    <dgm:cxn modelId="{563DAC95-73C6-4501-9CDA-AC00FE8AC864}" type="presParOf" srcId="{4229CB63-5ABB-461D-A87F-1EB9DF08EA58}" destId="{68E9AC69-E395-4941-9359-379672FC58B2}" srcOrd="4" destOrd="0" presId="urn:microsoft.com/office/officeart/2005/8/layout/orgChart1"/>
    <dgm:cxn modelId="{898232EE-61F0-4796-BCE5-4D7185849910}" type="presParOf" srcId="{4229CB63-5ABB-461D-A87F-1EB9DF08EA58}" destId="{0EEE4C1A-DA81-4B48-A7C5-DE9A807B770F}" srcOrd="5" destOrd="0" presId="urn:microsoft.com/office/officeart/2005/8/layout/orgChart1"/>
    <dgm:cxn modelId="{96EBD7BB-9C64-4754-A2DB-B534B476E7B7}" type="presParOf" srcId="{0EEE4C1A-DA81-4B48-A7C5-DE9A807B770F}" destId="{8797294D-DA13-4461-907F-724F18FE09B6}" srcOrd="0" destOrd="0" presId="urn:microsoft.com/office/officeart/2005/8/layout/orgChart1"/>
    <dgm:cxn modelId="{B3F3ADF3-C3CA-4315-ADE3-DD0EA5779992}" type="presParOf" srcId="{8797294D-DA13-4461-907F-724F18FE09B6}" destId="{33FB3AFC-9455-4309-888F-DB8830BF5F54}" srcOrd="0" destOrd="0" presId="urn:microsoft.com/office/officeart/2005/8/layout/orgChart1"/>
    <dgm:cxn modelId="{65A45F11-3DC0-4B1A-B30B-8A246064BC4E}" type="presParOf" srcId="{8797294D-DA13-4461-907F-724F18FE09B6}" destId="{C56A47F5-C2C6-4B34-9B3E-EB546F30A6F5}" srcOrd="1" destOrd="0" presId="urn:microsoft.com/office/officeart/2005/8/layout/orgChart1"/>
    <dgm:cxn modelId="{9DA885F1-0FC0-47D1-BD55-A57047301806}" type="presParOf" srcId="{0EEE4C1A-DA81-4B48-A7C5-DE9A807B770F}" destId="{CBB5CD7F-88A2-4718-B775-9261B421ACBF}" srcOrd="1" destOrd="0" presId="urn:microsoft.com/office/officeart/2005/8/layout/orgChart1"/>
    <dgm:cxn modelId="{02056EC6-825D-4D49-B2BB-91A42A7D191C}" type="presParOf" srcId="{0EEE4C1A-DA81-4B48-A7C5-DE9A807B770F}" destId="{AF38272D-B785-4D87-AED6-C61834A2D008}" srcOrd="2" destOrd="0" presId="urn:microsoft.com/office/officeart/2005/8/layout/orgChart1"/>
    <dgm:cxn modelId="{A9C628C7-EBB8-465D-A5EC-A1C0B9F238EB}" type="presParOf" srcId="{54209372-2C79-4FC1-8C8C-9F36F51F3CC0}" destId="{213B97E2-4FA1-422E-BA86-E9EA364C0CDB}" srcOrd="2" destOrd="0" presId="urn:microsoft.com/office/officeart/2005/8/layout/orgChart1"/>
    <dgm:cxn modelId="{7962F8B3-0E48-4DA6-B53C-D8495E053803}" type="presParOf" srcId="{C6E2FC7C-EC2A-4844-B75E-6E527386C9B8}" destId="{DD8FB8A6-CC43-43E6-8526-48D62EABDCE0}"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E9AC69-E395-4941-9359-379672FC58B2}">
      <dsp:nvSpPr>
        <dsp:cNvPr id="0" name=""/>
        <dsp:cNvSpPr/>
      </dsp:nvSpPr>
      <dsp:spPr>
        <a:xfrm>
          <a:off x="8148192" y="1758075"/>
          <a:ext cx="217858" cy="2730494"/>
        </a:xfrm>
        <a:custGeom>
          <a:avLst/>
          <a:gdLst/>
          <a:ahLst/>
          <a:cxnLst/>
          <a:rect l="0" t="0" r="0" b="0"/>
          <a:pathLst>
            <a:path>
              <a:moveTo>
                <a:pt x="0" y="0"/>
              </a:moveTo>
              <a:lnTo>
                <a:pt x="0" y="2730494"/>
              </a:lnTo>
              <a:lnTo>
                <a:pt x="217858" y="2730494"/>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3956806-8946-4833-B6A4-DE14F060979F}">
      <dsp:nvSpPr>
        <dsp:cNvPr id="0" name=""/>
        <dsp:cNvSpPr/>
      </dsp:nvSpPr>
      <dsp:spPr>
        <a:xfrm>
          <a:off x="8148192" y="1758075"/>
          <a:ext cx="217858" cy="1699297"/>
        </a:xfrm>
        <a:custGeom>
          <a:avLst/>
          <a:gdLst/>
          <a:ahLst/>
          <a:cxnLst/>
          <a:rect l="0" t="0" r="0" b="0"/>
          <a:pathLst>
            <a:path>
              <a:moveTo>
                <a:pt x="0" y="0"/>
              </a:moveTo>
              <a:lnTo>
                <a:pt x="0" y="1699297"/>
              </a:lnTo>
              <a:lnTo>
                <a:pt x="217858" y="1699297"/>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5A6D740-05AF-4649-9E18-6F00AB3EE38F}">
      <dsp:nvSpPr>
        <dsp:cNvPr id="0" name=""/>
        <dsp:cNvSpPr/>
      </dsp:nvSpPr>
      <dsp:spPr>
        <a:xfrm>
          <a:off x="8148192" y="1758075"/>
          <a:ext cx="217858" cy="668099"/>
        </a:xfrm>
        <a:custGeom>
          <a:avLst/>
          <a:gdLst/>
          <a:ahLst/>
          <a:cxnLst/>
          <a:rect l="0" t="0" r="0" b="0"/>
          <a:pathLst>
            <a:path>
              <a:moveTo>
                <a:pt x="0" y="0"/>
              </a:moveTo>
              <a:lnTo>
                <a:pt x="0" y="668099"/>
              </a:lnTo>
              <a:lnTo>
                <a:pt x="217858" y="668099"/>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C61F2C5-0174-475C-8968-F16A6F045D4B}">
      <dsp:nvSpPr>
        <dsp:cNvPr id="0" name=""/>
        <dsp:cNvSpPr/>
      </dsp:nvSpPr>
      <dsp:spPr>
        <a:xfrm>
          <a:off x="5214363" y="726877"/>
          <a:ext cx="3514785" cy="305002"/>
        </a:xfrm>
        <a:custGeom>
          <a:avLst/>
          <a:gdLst/>
          <a:ahLst/>
          <a:cxnLst/>
          <a:rect l="0" t="0" r="0" b="0"/>
          <a:pathLst>
            <a:path>
              <a:moveTo>
                <a:pt x="0" y="0"/>
              </a:moveTo>
              <a:lnTo>
                <a:pt x="0" y="152501"/>
              </a:lnTo>
              <a:lnTo>
                <a:pt x="3514785" y="152501"/>
              </a:lnTo>
              <a:lnTo>
                <a:pt x="3514785" y="305002"/>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4661129-704B-4A61-9A94-8BB65A5C1E9E}">
      <dsp:nvSpPr>
        <dsp:cNvPr id="0" name=""/>
        <dsp:cNvSpPr/>
      </dsp:nvSpPr>
      <dsp:spPr>
        <a:xfrm>
          <a:off x="6390799" y="1758075"/>
          <a:ext cx="217858" cy="2730494"/>
        </a:xfrm>
        <a:custGeom>
          <a:avLst/>
          <a:gdLst/>
          <a:ahLst/>
          <a:cxnLst/>
          <a:rect l="0" t="0" r="0" b="0"/>
          <a:pathLst>
            <a:path>
              <a:moveTo>
                <a:pt x="0" y="0"/>
              </a:moveTo>
              <a:lnTo>
                <a:pt x="0" y="2730494"/>
              </a:lnTo>
              <a:lnTo>
                <a:pt x="217858" y="2730494"/>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E736B83-EE72-423D-B003-F749B3245575}">
      <dsp:nvSpPr>
        <dsp:cNvPr id="0" name=""/>
        <dsp:cNvSpPr/>
      </dsp:nvSpPr>
      <dsp:spPr>
        <a:xfrm>
          <a:off x="6390799" y="1758075"/>
          <a:ext cx="217858" cy="1699297"/>
        </a:xfrm>
        <a:custGeom>
          <a:avLst/>
          <a:gdLst/>
          <a:ahLst/>
          <a:cxnLst/>
          <a:rect l="0" t="0" r="0" b="0"/>
          <a:pathLst>
            <a:path>
              <a:moveTo>
                <a:pt x="0" y="0"/>
              </a:moveTo>
              <a:lnTo>
                <a:pt x="0" y="1699297"/>
              </a:lnTo>
              <a:lnTo>
                <a:pt x="217858" y="1699297"/>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0BAE532-C4E8-4818-983E-710D51AA7868}">
      <dsp:nvSpPr>
        <dsp:cNvPr id="0" name=""/>
        <dsp:cNvSpPr/>
      </dsp:nvSpPr>
      <dsp:spPr>
        <a:xfrm>
          <a:off x="6390799" y="1758075"/>
          <a:ext cx="217858" cy="668099"/>
        </a:xfrm>
        <a:custGeom>
          <a:avLst/>
          <a:gdLst/>
          <a:ahLst/>
          <a:cxnLst/>
          <a:rect l="0" t="0" r="0" b="0"/>
          <a:pathLst>
            <a:path>
              <a:moveTo>
                <a:pt x="0" y="0"/>
              </a:moveTo>
              <a:lnTo>
                <a:pt x="0" y="668099"/>
              </a:lnTo>
              <a:lnTo>
                <a:pt x="217858" y="668099"/>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CE70562-4884-475C-A80A-09FCDC3DD7E4}">
      <dsp:nvSpPr>
        <dsp:cNvPr id="0" name=""/>
        <dsp:cNvSpPr/>
      </dsp:nvSpPr>
      <dsp:spPr>
        <a:xfrm>
          <a:off x="5214363" y="726877"/>
          <a:ext cx="1757392" cy="305002"/>
        </a:xfrm>
        <a:custGeom>
          <a:avLst/>
          <a:gdLst/>
          <a:ahLst/>
          <a:cxnLst/>
          <a:rect l="0" t="0" r="0" b="0"/>
          <a:pathLst>
            <a:path>
              <a:moveTo>
                <a:pt x="0" y="0"/>
              </a:moveTo>
              <a:lnTo>
                <a:pt x="0" y="152501"/>
              </a:lnTo>
              <a:lnTo>
                <a:pt x="1757392" y="152501"/>
              </a:lnTo>
              <a:lnTo>
                <a:pt x="1757392" y="305002"/>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22D065C-49CB-4F13-AFD5-69A21A98F21E}">
      <dsp:nvSpPr>
        <dsp:cNvPr id="0" name=""/>
        <dsp:cNvSpPr/>
      </dsp:nvSpPr>
      <dsp:spPr>
        <a:xfrm>
          <a:off x="4633406" y="1758075"/>
          <a:ext cx="217858" cy="2730494"/>
        </a:xfrm>
        <a:custGeom>
          <a:avLst/>
          <a:gdLst/>
          <a:ahLst/>
          <a:cxnLst/>
          <a:rect l="0" t="0" r="0" b="0"/>
          <a:pathLst>
            <a:path>
              <a:moveTo>
                <a:pt x="0" y="0"/>
              </a:moveTo>
              <a:lnTo>
                <a:pt x="0" y="2730494"/>
              </a:lnTo>
              <a:lnTo>
                <a:pt x="217858" y="2730494"/>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3DE2383-90A1-4A1F-BD3A-751623B15C3F}">
      <dsp:nvSpPr>
        <dsp:cNvPr id="0" name=""/>
        <dsp:cNvSpPr/>
      </dsp:nvSpPr>
      <dsp:spPr>
        <a:xfrm>
          <a:off x="4633406" y="1758075"/>
          <a:ext cx="217858" cy="1699297"/>
        </a:xfrm>
        <a:custGeom>
          <a:avLst/>
          <a:gdLst/>
          <a:ahLst/>
          <a:cxnLst/>
          <a:rect l="0" t="0" r="0" b="0"/>
          <a:pathLst>
            <a:path>
              <a:moveTo>
                <a:pt x="0" y="0"/>
              </a:moveTo>
              <a:lnTo>
                <a:pt x="0" y="1699297"/>
              </a:lnTo>
              <a:lnTo>
                <a:pt x="217858" y="1699297"/>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990138F-23BC-4136-B465-ECF31F2CD62F}">
      <dsp:nvSpPr>
        <dsp:cNvPr id="0" name=""/>
        <dsp:cNvSpPr/>
      </dsp:nvSpPr>
      <dsp:spPr>
        <a:xfrm>
          <a:off x="4633406" y="1758075"/>
          <a:ext cx="217858" cy="668099"/>
        </a:xfrm>
        <a:custGeom>
          <a:avLst/>
          <a:gdLst/>
          <a:ahLst/>
          <a:cxnLst/>
          <a:rect l="0" t="0" r="0" b="0"/>
          <a:pathLst>
            <a:path>
              <a:moveTo>
                <a:pt x="0" y="0"/>
              </a:moveTo>
              <a:lnTo>
                <a:pt x="0" y="668099"/>
              </a:lnTo>
              <a:lnTo>
                <a:pt x="217858" y="668099"/>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81A5DBE-218B-4046-A868-1ECB38B95CBB}">
      <dsp:nvSpPr>
        <dsp:cNvPr id="0" name=""/>
        <dsp:cNvSpPr/>
      </dsp:nvSpPr>
      <dsp:spPr>
        <a:xfrm>
          <a:off x="5168643" y="726877"/>
          <a:ext cx="91440" cy="305002"/>
        </a:xfrm>
        <a:custGeom>
          <a:avLst/>
          <a:gdLst/>
          <a:ahLst/>
          <a:cxnLst/>
          <a:rect l="0" t="0" r="0" b="0"/>
          <a:pathLst>
            <a:path>
              <a:moveTo>
                <a:pt x="45720" y="0"/>
              </a:moveTo>
              <a:lnTo>
                <a:pt x="45720" y="305002"/>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335B8AF-4E06-4471-A60D-D3ABEA81D3FE}">
      <dsp:nvSpPr>
        <dsp:cNvPr id="0" name=""/>
        <dsp:cNvSpPr/>
      </dsp:nvSpPr>
      <dsp:spPr>
        <a:xfrm>
          <a:off x="2876013" y="1758075"/>
          <a:ext cx="217858" cy="2730494"/>
        </a:xfrm>
        <a:custGeom>
          <a:avLst/>
          <a:gdLst/>
          <a:ahLst/>
          <a:cxnLst/>
          <a:rect l="0" t="0" r="0" b="0"/>
          <a:pathLst>
            <a:path>
              <a:moveTo>
                <a:pt x="0" y="0"/>
              </a:moveTo>
              <a:lnTo>
                <a:pt x="0" y="2730494"/>
              </a:lnTo>
              <a:lnTo>
                <a:pt x="217858" y="2730494"/>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00C6F69-0A90-487B-83E3-37F46B1D589C}">
      <dsp:nvSpPr>
        <dsp:cNvPr id="0" name=""/>
        <dsp:cNvSpPr/>
      </dsp:nvSpPr>
      <dsp:spPr>
        <a:xfrm>
          <a:off x="2876013" y="1758075"/>
          <a:ext cx="217858" cy="1699297"/>
        </a:xfrm>
        <a:custGeom>
          <a:avLst/>
          <a:gdLst/>
          <a:ahLst/>
          <a:cxnLst/>
          <a:rect l="0" t="0" r="0" b="0"/>
          <a:pathLst>
            <a:path>
              <a:moveTo>
                <a:pt x="0" y="0"/>
              </a:moveTo>
              <a:lnTo>
                <a:pt x="0" y="1699297"/>
              </a:lnTo>
              <a:lnTo>
                <a:pt x="217858" y="1699297"/>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8A1FD37-2D78-4F83-8A54-A65F2B320DB3}">
      <dsp:nvSpPr>
        <dsp:cNvPr id="0" name=""/>
        <dsp:cNvSpPr/>
      </dsp:nvSpPr>
      <dsp:spPr>
        <a:xfrm>
          <a:off x="2876013" y="1758075"/>
          <a:ext cx="217858" cy="668099"/>
        </a:xfrm>
        <a:custGeom>
          <a:avLst/>
          <a:gdLst/>
          <a:ahLst/>
          <a:cxnLst/>
          <a:rect l="0" t="0" r="0" b="0"/>
          <a:pathLst>
            <a:path>
              <a:moveTo>
                <a:pt x="0" y="0"/>
              </a:moveTo>
              <a:lnTo>
                <a:pt x="0" y="668099"/>
              </a:lnTo>
              <a:lnTo>
                <a:pt x="217858" y="668099"/>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20960FC-B2B0-4D0A-9AD9-6C329B1B02BB}">
      <dsp:nvSpPr>
        <dsp:cNvPr id="0" name=""/>
        <dsp:cNvSpPr/>
      </dsp:nvSpPr>
      <dsp:spPr>
        <a:xfrm>
          <a:off x="3456970" y="726877"/>
          <a:ext cx="1757392" cy="305002"/>
        </a:xfrm>
        <a:custGeom>
          <a:avLst/>
          <a:gdLst/>
          <a:ahLst/>
          <a:cxnLst/>
          <a:rect l="0" t="0" r="0" b="0"/>
          <a:pathLst>
            <a:path>
              <a:moveTo>
                <a:pt x="1757392" y="0"/>
              </a:moveTo>
              <a:lnTo>
                <a:pt x="1757392" y="152501"/>
              </a:lnTo>
              <a:lnTo>
                <a:pt x="0" y="152501"/>
              </a:lnTo>
              <a:lnTo>
                <a:pt x="0" y="305002"/>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253791F-1B94-4B28-9A04-44794704B52B}">
      <dsp:nvSpPr>
        <dsp:cNvPr id="0" name=""/>
        <dsp:cNvSpPr/>
      </dsp:nvSpPr>
      <dsp:spPr>
        <a:xfrm>
          <a:off x="1118620" y="1758075"/>
          <a:ext cx="217858" cy="2730494"/>
        </a:xfrm>
        <a:custGeom>
          <a:avLst/>
          <a:gdLst/>
          <a:ahLst/>
          <a:cxnLst/>
          <a:rect l="0" t="0" r="0" b="0"/>
          <a:pathLst>
            <a:path>
              <a:moveTo>
                <a:pt x="0" y="0"/>
              </a:moveTo>
              <a:lnTo>
                <a:pt x="0" y="2730494"/>
              </a:lnTo>
              <a:lnTo>
                <a:pt x="217858" y="2730494"/>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75C8122-151C-448C-8F09-795FED40667C}">
      <dsp:nvSpPr>
        <dsp:cNvPr id="0" name=""/>
        <dsp:cNvSpPr/>
      </dsp:nvSpPr>
      <dsp:spPr>
        <a:xfrm>
          <a:off x="1118620" y="1758075"/>
          <a:ext cx="217858" cy="1699297"/>
        </a:xfrm>
        <a:custGeom>
          <a:avLst/>
          <a:gdLst/>
          <a:ahLst/>
          <a:cxnLst/>
          <a:rect l="0" t="0" r="0" b="0"/>
          <a:pathLst>
            <a:path>
              <a:moveTo>
                <a:pt x="0" y="0"/>
              </a:moveTo>
              <a:lnTo>
                <a:pt x="0" y="1699297"/>
              </a:lnTo>
              <a:lnTo>
                <a:pt x="217858" y="1699297"/>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FBC08A8-7B61-41DE-9820-E989872CC4B3}">
      <dsp:nvSpPr>
        <dsp:cNvPr id="0" name=""/>
        <dsp:cNvSpPr/>
      </dsp:nvSpPr>
      <dsp:spPr>
        <a:xfrm>
          <a:off x="1118620" y="1758075"/>
          <a:ext cx="217858" cy="668099"/>
        </a:xfrm>
        <a:custGeom>
          <a:avLst/>
          <a:gdLst/>
          <a:ahLst/>
          <a:cxnLst/>
          <a:rect l="0" t="0" r="0" b="0"/>
          <a:pathLst>
            <a:path>
              <a:moveTo>
                <a:pt x="0" y="0"/>
              </a:moveTo>
              <a:lnTo>
                <a:pt x="0" y="668099"/>
              </a:lnTo>
              <a:lnTo>
                <a:pt x="217858" y="668099"/>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A448B3F-B699-4EB5-8DC8-84E54FB8730F}">
      <dsp:nvSpPr>
        <dsp:cNvPr id="0" name=""/>
        <dsp:cNvSpPr/>
      </dsp:nvSpPr>
      <dsp:spPr>
        <a:xfrm>
          <a:off x="1699577" y="726877"/>
          <a:ext cx="3514785" cy="305002"/>
        </a:xfrm>
        <a:custGeom>
          <a:avLst/>
          <a:gdLst/>
          <a:ahLst/>
          <a:cxnLst/>
          <a:rect l="0" t="0" r="0" b="0"/>
          <a:pathLst>
            <a:path>
              <a:moveTo>
                <a:pt x="3514785" y="0"/>
              </a:moveTo>
              <a:lnTo>
                <a:pt x="3514785" y="152501"/>
              </a:lnTo>
              <a:lnTo>
                <a:pt x="0" y="152501"/>
              </a:lnTo>
              <a:lnTo>
                <a:pt x="0" y="305002"/>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D97662B-9BE7-46E1-87EA-69FE9B10F3F9}">
      <dsp:nvSpPr>
        <dsp:cNvPr id="0" name=""/>
        <dsp:cNvSpPr/>
      </dsp:nvSpPr>
      <dsp:spPr>
        <a:xfrm>
          <a:off x="4332384" y="682"/>
          <a:ext cx="1763957" cy="72619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kern="1200" dirty="0">
              <a:ln>
                <a:solidFill>
                  <a:schemeClr val="bg1"/>
                </a:solidFill>
              </a:ln>
            </a:rPr>
            <a:t>TOP SECTORS IN THE NIFTY 50</a:t>
          </a:r>
        </a:p>
      </dsp:txBody>
      <dsp:txXfrm>
        <a:off x="4332384" y="682"/>
        <a:ext cx="1763957" cy="726195"/>
      </dsp:txXfrm>
    </dsp:sp>
    <dsp:sp modelId="{E2584664-704A-4F85-8D71-9BF9B805FBF2}">
      <dsp:nvSpPr>
        <dsp:cNvPr id="0" name=""/>
        <dsp:cNvSpPr/>
      </dsp:nvSpPr>
      <dsp:spPr>
        <a:xfrm>
          <a:off x="973381" y="1031879"/>
          <a:ext cx="1452390" cy="726195"/>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kern="1200" dirty="0"/>
            <a:t>FINANCIAL SERVICES </a:t>
          </a:r>
        </a:p>
      </dsp:txBody>
      <dsp:txXfrm>
        <a:off x="973381" y="1031879"/>
        <a:ext cx="1452390" cy="726195"/>
      </dsp:txXfrm>
    </dsp:sp>
    <dsp:sp modelId="{368F8617-B291-4AF8-BD05-B447E22D59CF}">
      <dsp:nvSpPr>
        <dsp:cNvPr id="0" name=""/>
        <dsp:cNvSpPr/>
      </dsp:nvSpPr>
      <dsp:spPr>
        <a:xfrm>
          <a:off x="1336479" y="2063077"/>
          <a:ext cx="1452390" cy="726195"/>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kern="1200" dirty="0"/>
            <a:t>HDFC Bank</a:t>
          </a:r>
        </a:p>
      </dsp:txBody>
      <dsp:txXfrm>
        <a:off x="1336479" y="2063077"/>
        <a:ext cx="1452390" cy="726195"/>
      </dsp:txXfrm>
    </dsp:sp>
    <dsp:sp modelId="{F47DDF5A-26BB-43AD-8E68-68C4AC055FE7}">
      <dsp:nvSpPr>
        <dsp:cNvPr id="0" name=""/>
        <dsp:cNvSpPr/>
      </dsp:nvSpPr>
      <dsp:spPr>
        <a:xfrm>
          <a:off x="1336479" y="3094274"/>
          <a:ext cx="1452390" cy="726195"/>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kern="1200" dirty="0"/>
            <a:t>ICICI Bank</a:t>
          </a:r>
        </a:p>
      </dsp:txBody>
      <dsp:txXfrm>
        <a:off x="1336479" y="3094274"/>
        <a:ext cx="1452390" cy="726195"/>
      </dsp:txXfrm>
    </dsp:sp>
    <dsp:sp modelId="{4431AE3C-F4F4-499F-A9CB-7B5AF14A519D}">
      <dsp:nvSpPr>
        <dsp:cNvPr id="0" name=""/>
        <dsp:cNvSpPr/>
      </dsp:nvSpPr>
      <dsp:spPr>
        <a:xfrm>
          <a:off x="1336479" y="4125472"/>
          <a:ext cx="1452390" cy="726195"/>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kern="1200" dirty="0"/>
            <a:t>HDFC</a:t>
          </a:r>
        </a:p>
      </dsp:txBody>
      <dsp:txXfrm>
        <a:off x="1336479" y="4125472"/>
        <a:ext cx="1452390" cy="726195"/>
      </dsp:txXfrm>
    </dsp:sp>
    <dsp:sp modelId="{8B028D1A-A32A-425C-A8FF-FCDD015C63AF}">
      <dsp:nvSpPr>
        <dsp:cNvPr id="0" name=""/>
        <dsp:cNvSpPr/>
      </dsp:nvSpPr>
      <dsp:spPr>
        <a:xfrm>
          <a:off x="2730774" y="1031879"/>
          <a:ext cx="1452390" cy="726195"/>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kern="1200" dirty="0"/>
            <a:t>IT</a:t>
          </a:r>
        </a:p>
      </dsp:txBody>
      <dsp:txXfrm>
        <a:off x="2730774" y="1031879"/>
        <a:ext cx="1452390" cy="726195"/>
      </dsp:txXfrm>
    </dsp:sp>
    <dsp:sp modelId="{271A14A4-0193-4296-8E34-847790328547}">
      <dsp:nvSpPr>
        <dsp:cNvPr id="0" name=""/>
        <dsp:cNvSpPr/>
      </dsp:nvSpPr>
      <dsp:spPr>
        <a:xfrm>
          <a:off x="3093872" y="2063077"/>
          <a:ext cx="1452390" cy="726195"/>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kern="1200" dirty="0"/>
            <a:t>TCS</a:t>
          </a:r>
        </a:p>
      </dsp:txBody>
      <dsp:txXfrm>
        <a:off x="3093872" y="2063077"/>
        <a:ext cx="1452390" cy="726195"/>
      </dsp:txXfrm>
    </dsp:sp>
    <dsp:sp modelId="{D5354452-DD21-4438-AD54-DC39353947E5}">
      <dsp:nvSpPr>
        <dsp:cNvPr id="0" name=""/>
        <dsp:cNvSpPr/>
      </dsp:nvSpPr>
      <dsp:spPr>
        <a:xfrm>
          <a:off x="3093872" y="3094274"/>
          <a:ext cx="1452390" cy="726195"/>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kern="1200" dirty="0"/>
            <a:t>Infosys</a:t>
          </a:r>
        </a:p>
      </dsp:txBody>
      <dsp:txXfrm>
        <a:off x="3093872" y="3094274"/>
        <a:ext cx="1452390" cy="726195"/>
      </dsp:txXfrm>
    </dsp:sp>
    <dsp:sp modelId="{D11B163A-38CF-40B9-8478-AEB097158E98}">
      <dsp:nvSpPr>
        <dsp:cNvPr id="0" name=""/>
        <dsp:cNvSpPr/>
      </dsp:nvSpPr>
      <dsp:spPr>
        <a:xfrm>
          <a:off x="3093872" y="4125472"/>
          <a:ext cx="1452390" cy="726195"/>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kern="1200" dirty="0"/>
            <a:t>Wipro</a:t>
          </a:r>
        </a:p>
      </dsp:txBody>
      <dsp:txXfrm>
        <a:off x="3093872" y="4125472"/>
        <a:ext cx="1452390" cy="726195"/>
      </dsp:txXfrm>
    </dsp:sp>
    <dsp:sp modelId="{A88B92DC-42CF-4F34-8D6A-78D85275E988}">
      <dsp:nvSpPr>
        <dsp:cNvPr id="0" name=""/>
        <dsp:cNvSpPr/>
      </dsp:nvSpPr>
      <dsp:spPr>
        <a:xfrm>
          <a:off x="4488167" y="1031879"/>
          <a:ext cx="1452390" cy="726195"/>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kern="1200" dirty="0"/>
            <a:t>ENERGY</a:t>
          </a:r>
        </a:p>
      </dsp:txBody>
      <dsp:txXfrm>
        <a:off x="4488167" y="1031879"/>
        <a:ext cx="1452390" cy="726195"/>
      </dsp:txXfrm>
    </dsp:sp>
    <dsp:sp modelId="{64B5D17F-1AF9-43F4-ABB7-3E5D334138E8}">
      <dsp:nvSpPr>
        <dsp:cNvPr id="0" name=""/>
        <dsp:cNvSpPr/>
      </dsp:nvSpPr>
      <dsp:spPr>
        <a:xfrm>
          <a:off x="4851265" y="2063077"/>
          <a:ext cx="1452390" cy="726195"/>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kern="1200" dirty="0"/>
            <a:t>Reliance</a:t>
          </a:r>
        </a:p>
      </dsp:txBody>
      <dsp:txXfrm>
        <a:off x="4851265" y="2063077"/>
        <a:ext cx="1452390" cy="726195"/>
      </dsp:txXfrm>
    </dsp:sp>
    <dsp:sp modelId="{FAE51D8B-48DB-4F95-B516-09BDC2F5FA33}">
      <dsp:nvSpPr>
        <dsp:cNvPr id="0" name=""/>
        <dsp:cNvSpPr/>
      </dsp:nvSpPr>
      <dsp:spPr>
        <a:xfrm>
          <a:off x="4851265" y="3094274"/>
          <a:ext cx="1452390" cy="726195"/>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kern="1200" dirty="0"/>
            <a:t>ONGC</a:t>
          </a:r>
        </a:p>
      </dsp:txBody>
      <dsp:txXfrm>
        <a:off x="4851265" y="3094274"/>
        <a:ext cx="1452390" cy="726195"/>
      </dsp:txXfrm>
    </dsp:sp>
    <dsp:sp modelId="{70E3C19C-3CB6-4D61-A23F-3CDF8980B225}">
      <dsp:nvSpPr>
        <dsp:cNvPr id="0" name=""/>
        <dsp:cNvSpPr/>
      </dsp:nvSpPr>
      <dsp:spPr>
        <a:xfrm>
          <a:off x="4851265" y="4125472"/>
          <a:ext cx="1452390" cy="726195"/>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kern="1200" dirty="0" err="1"/>
            <a:t>Powergrid</a:t>
          </a:r>
          <a:endParaRPr lang="en-IN" sz="1800" kern="1200" dirty="0"/>
        </a:p>
      </dsp:txBody>
      <dsp:txXfrm>
        <a:off x="4851265" y="4125472"/>
        <a:ext cx="1452390" cy="726195"/>
      </dsp:txXfrm>
    </dsp:sp>
    <dsp:sp modelId="{DE4E0191-77CF-421F-B7F0-497F13962702}">
      <dsp:nvSpPr>
        <dsp:cNvPr id="0" name=""/>
        <dsp:cNvSpPr/>
      </dsp:nvSpPr>
      <dsp:spPr>
        <a:xfrm>
          <a:off x="6245560" y="1031879"/>
          <a:ext cx="1452390" cy="726195"/>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kern="1200" dirty="0"/>
            <a:t>CONSUMER GOODS</a:t>
          </a:r>
        </a:p>
      </dsp:txBody>
      <dsp:txXfrm>
        <a:off x="6245560" y="1031879"/>
        <a:ext cx="1452390" cy="726195"/>
      </dsp:txXfrm>
    </dsp:sp>
    <dsp:sp modelId="{D54CAAFD-7E64-45F6-8EDC-8C5CC875AAA1}">
      <dsp:nvSpPr>
        <dsp:cNvPr id="0" name=""/>
        <dsp:cNvSpPr/>
      </dsp:nvSpPr>
      <dsp:spPr>
        <a:xfrm>
          <a:off x="6608658" y="2063077"/>
          <a:ext cx="1452390" cy="726195"/>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kern="1200" dirty="0"/>
            <a:t>Hindustan Unilever</a:t>
          </a:r>
        </a:p>
      </dsp:txBody>
      <dsp:txXfrm>
        <a:off x="6608658" y="2063077"/>
        <a:ext cx="1452390" cy="726195"/>
      </dsp:txXfrm>
    </dsp:sp>
    <dsp:sp modelId="{F2B089EE-31EB-42A7-8ED6-F0334E69324F}">
      <dsp:nvSpPr>
        <dsp:cNvPr id="0" name=""/>
        <dsp:cNvSpPr/>
      </dsp:nvSpPr>
      <dsp:spPr>
        <a:xfrm>
          <a:off x="6608658" y="3094274"/>
          <a:ext cx="1452390" cy="726195"/>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kern="1200" dirty="0"/>
            <a:t>Asian Paints</a:t>
          </a:r>
        </a:p>
      </dsp:txBody>
      <dsp:txXfrm>
        <a:off x="6608658" y="3094274"/>
        <a:ext cx="1452390" cy="726195"/>
      </dsp:txXfrm>
    </dsp:sp>
    <dsp:sp modelId="{A846F833-488D-46B0-8C43-BC3187EE3246}">
      <dsp:nvSpPr>
        <dsp:cNvPr id="0" name=""/>
        <dsp:cNvSpPr/>
      </dsp:nvSpPr>
      <dsp:spPr>
        <a:xfrm>
          <a:off x="6608658" y="4125472"/>
          <a:ext cx="1452390" cy="726195"/>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kern="1200" dirty="0"/>
            <a:t>ITC</a:t>
          </a:r>
        </a:p>
      </dsp:txBody>
      <dsp:txXfrm>
        <a:off x="6608658" y="4125472"/>
        <a:ext cx="1452390" cy="726195"/>
      </dsp:txXfrm>
    </dsp:sp>
    <dsp:sp modelId="{D95DA48D-FFB0-4684-9394-33BB8C743A0D}">
      <dsp:nvSpPr>
        <dsp:cNvPr id="0" name=""/>
        <dsp:cNvSpPr/>
      </dsp:nvSpPr>
      <dsp:spPr>
        <a:xfrm>
          <a:off x="8002953" y="1031879"/>
          <a:ext cx="1452390" cy="726195"/>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kern="1200" dirty="0"/>
            <a:t>METALS</a:t>
          </a:r>
        </a:p>
      </dsp:txBody>
      <dsp:txXfrm>
        <a:off x="8002953" y="1031879"/>
        <a:ext cx="1452390" cy="726195"/>
      </dsp:txXfrm>
    </dsp:sp>
    <dsp:sp modelId="{C1AEB57B-85D3-40FB-AFB8-D08823CFA1EE}">
      <dsp:nvSpPr>
        <dsp:cNvPr id="0" name=""/>
        <dsp:cNvSpPr/>
      </dsp:nvSpPr>
      <dsp:spPr>
        <a:xfrm>
          <a:off x="8366051" y="2063077"/>
          <a:ext cx="1452390" cy="726195"/>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kern="1200" dirty="0"/>
            <a:t>JSW</a:t>
          </a:r>
        </a:p>
      </dsp:txBody>
      <dsp:txXfrm>
        <a:off x="8366051" y="2063077"/>
        <a:ext cx="1452390" cy="726195"/>
      </dsp:txXfrm>
    </dsp:sp>
    <dsp:sp modelId="{D442772A-CA86-499E-ADAA-BC035F059EE4}">
      <dsp:nvSpPr>
        <dsp:cNvPr id="0" name=""/>
        <dsp:cNvSpPr/>
      </dsp:nvSpPr>
      <dsp:spPr>
        <a:xfrm>
          <a:off x="8366051" y="3094274"/>
          <a:ext cx="1452390" cy="726195"/>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kern="1200" dirty="0"/>
            <a:t>Tata Steel</a:t>
          </a:r>
        </a:p>
      </dsp:txBody>
      <dsp:txXfrm>
        <a:off x="8366051" y="3094274"/>
        <a:ext cx="1452390" cy="726195"/>
      </dsp:txXfrm>
    </dsp:sp>
    <dsp:sp modelId="{33FB3AFC-9455-4309-888F-DB8830BF5F54}">
      <dsp:nvSpPr>
        <dsp:cNvPr id="0" name=""/>
        <dsp:cNvSpPr/>
      </dsp:nvSpPr>
      <dsp:spPr>
        <a:xfrm>
          <a:off x="8366051" y="4125472"/>
          <a:ext cx="1452390" cy="726195"/>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kern="1200" dirty="0"/>
            <a:t>Vedanta</a:t>
          </a:r>
        </a:p>
      </dsp:txBody>
      <dsp:txXfrm>
        <a:off x="8366051" y="4125472"/>
        <a:ext cx="1452390" cy="726195"/>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10/22/2026</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10/22/2026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DD6F49-EBB7-4CCF-97A8-E526BB28BB69}" type="slidenum">
              <a:rPr lang="en-US" smtClean="0"/>
              <a:t>7</a:t>
            </a:fld>
            <a:endParaRPr lang="en-US" dirty="0"/>
          </a:p>
        </p:txBody>
      </p:sp>
    </p:spTree>
    <p:extLst>
      <p:ext uri="{BB962C8B-B14F-4D97-AF65-F5344CB8AC3E}">
        <p14:creationId xmlns:p14="http://schemas.microsoft.com/office/powerpoint/2010/main" val="177247705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34029" y="5109525"/>
            <a:ext cx="10923934" cy="747715"/>
          </a:xfrm>
        </p:spPr>
        <p:txBody>
          <a:bodyPr anchor="b">
            <a:normAutofit/>
          </a:bodyPr>
          <a:lstStyle>
            <a:lvl1pPr algn="l">
              <a:defRPr sz="4800">
                <a:solidFill>
                  <a:srgbClr val="EEECE7"/>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34029" y="5857241"/>
            <a:ext cx="10923934" cy="365760"/>
          </a:xfrm>
        </p:spPr>
        <p:txBody>
          <a:bodyPr anchor="t">
            <a:normAutofit/>
          </a:bodyPr>
          <a:lstStyle>
            <a:lvl1pPr marL="0" indent="0" algn="l">
              <a:buNone/>
              <a:defRPr sz="200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0" y="0"/>
            <a:ext cx="12191999" cy="4986425"/>
          </a:xfrm>
          <a:blipFill dpi="0" rotWithShape="1">
            <a:blip r:embed="rId2">
              <a:alphaModFix amt="60000"/>
            </a:blip>
            <a:srcRect/>
            <a:stretch>
              <a:fillRect/>
            </a:stretch>
          </a:blipFill>
        </p:spPr>
        <p:txBody>
          <a:bodyPr/>
          <a:lstStyle>
            <a:lvl1pPr marL="0" indent="0">
              <a:buNone/>
              <a:defRPr/>
            </a:lvl1pPr>
          </a:lstStyle>
          <a:p>
            <a:r>
              <a:rPr lang="en-US"/>
              <a:t>Click icon to add picture</a:t>
            </a:r>
            <a:endParaRPr lang="en-US" dirty="0"/>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lvl1pPr>
              <a:defRPr>
                <a:solidFill>
                  <a:schemeClr val="bg2"/>
                </a:solidFill>
              </a:defRPr>
            </a:lvl1pPr>
          </a:lstStyle>
          <a:p>
            <a:fld id="{599C1539-FE55-754C-8140-4DE5A3D0093E}" type="datetime1">
              <a:rPr lang="en-US" smtClean="0"/>
              <a:pPr/>
              <a:t>10/22/2026</a:t>
            </a:fld>
            <a:endParaRPr lang="en-US" dirty="0"/>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lvl1pPr>
              <a:defRPr>
                <a:solidFill>
                  <a:schemeClr val="bg2"/>
                </a:solidFill>
              </a:defRPr>
            </a:lvl1pPr>
          </a:lstStyle>
          <a:p>
            <a:r>
              <a:rPr lang="en-US" dirty="0"/>
              <a:t>Sample Footer Text</a:t>
            </a:r>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lvl1pPr>
              <a:defRPr>
                <a:solidFill>
                  <a:schemeClr val="bg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03932997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30" y="634998"/>
            <a:ext cx="10923933" cy="1113477"/>
          </a:xfrm>
        </p:spPr>
        <p:txBody>
          <a:bodyPr>
            <a:normAutofit/>
          </a:bodyPr>
          <a:lstStyle>
            <a:lvl1pPr>
              <a:defRPr sz="6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34030" y="1748474"/>
            <a:ext cx="10923933" cy="4474526"/>
          </a:xfrm>
        </p:spPr>
        <p:txBody>
          <a:bodyPr>
            <a:normAutofit/>
          </a:bodyPr>
          <a:lstStyle>
            <a:lvl1pPr marL="0" indent="0">
              <a:buNone/>
              <a:defRPr sz="2000"/>
            </a:lvl1pPr>
            <a:lvl2pPr marL="228600" indent="0">
              <a:buNone/>
              <a:defRPr sz="2000"/>
            </a:lvl2pPr>
            <a:lvl3pPr marL="457200" indent="0">
              <a:buNone/>
              <a:defRPr sz="2000"/>
            </a:lvl3pPr>
          </a:lstStyle>
          <a:p>
            <a:pPr lvl="0"/>
            <a:r>
              <a:rPr lang="en-US"/>
              <a:t>Click to edit Master text styles</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33FB2205-A044-144F-84D4-6B27EB969208}" type="datetime1">
              <a:rPr lang="en-US" smtClean="0"/>
              <a:t>10/22/2026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2883520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168895" y="1129554"/>
            <a:ext cx="4389067" cy="3475236"/>
          </a:xfrm>
        </p:spPr>
        <p:txBody>
          <a:bodyPr anchor="b">
            <a:normAutofit/>
          </a:bodyPr>
          <a:lstStyle>
            <a:lvl1pPr algn="l">
              <a:defRPr sz="6000">
                <a:solidFill>
                  <a:schemeClr val="accent4"/>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168896" y="4731335"/>
            <a:ext cx="4389065" cy="1184585"/>
          </a:xfrm>
        </p:spPr>
        <p:txBody>
          <a:bodyPr anchor="t">
            <a:normAutofit/>
          </a:bodyPr>
          <a:lstStyle>
            <a:lvl1pPr marL="0" indent="0" algn="l">
              <a:buNone/>
              <a:defRPr sz="20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0" y="0"/>
            <a:ext cx="6584950" cy="6858000"/>
          </a:xfrm>
          <a:blipFill dpi="0" rotWithShape="1">
            <a:blip r:embed="rId2">
              <a:alphaModFix amt="60000"/>
            </a:blip>
            <a:srcRect/>
            <a:stretch>
              <a:fillRect/>
            </a:stretch>
          </a:blipFill>
        </p:spPr>
        <p:txBody>
          <a:bodyPr/>
          <a:lstStyle>
            <a:lvl1pPr marL="0" indent="0">
              <a:buNone/>
              <a:defRPr/>
            </a:lvl1pPr>
          </a:lstStyle>
          <a:p>
            <a:r>
              <a:rPr lang="en-US"/>
              <a:t>Click icon to add picture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168895" y="6453002"/>
            <a:ext cx="1707625" cy="365125"/>
          </a:xfrm>
        </p:spPr>
        <p:txBody>
          <a:bodyPr/>
          <a:lstStyle>
            <a:lvl1pPr>
              <a:defRPr>
                <a:solidFill>
                  <a:schemeClr val="accent4"/>
                </a:solidFill>
                <a:effectLst/>
              </a:defRPr>
            </a:lvl1pPr>
          </a:lstStyle>
          <a:p>
            <a:fld id="{975B86B3-5BD1-E04D-94CB-C9396197D104}" type="datetime1">
              <a:rPr lang="en-US" smtClean="0"/>
              <a:pPr/>
              <a:t>10/22/2026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accent4"/>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accent4"/>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48905858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34030" y="634998"/>
            <a:ext cx="4528174" cy="3726813"/>
          </a:xfrm>
        </p:spPr>
        <p:txBody>
          <a:bodyPr anchor="t">
            <a:normAutofit/>
          </a:bodyPr>
          <a:lstStyle>
            <a:lvl1pPr algn="l">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34030" y="4728526"/>
            <a:ext cx="4528174" cy="1525970"/>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634030" y="6453002"/>
            <a:ext cx="1951777" cy="365125"/>
          </a:xfrm>
        </p:spPr>
        <p:txBody>
          <a:bodyPr/>
          <a:lstStyle/>
          <a:p>
            <a:fld id="{EB2FD61D-E394-764E-8C81-698A049422CE}" type="datetime1">
              <a:rPr lang="en-US" smtClean="0"/>
              <a:t>10/22/2026</a:t>
            </a:fld>
            <a:endParaRPr lang="en-US" dirty="0"/>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1980262" y="6453002"/>
            <a:ext cx="2805405" cy="365125"/>
          </a:xfrm>
        </p:spPr>
        <p:txBody>
          <a:bodyPr/>
          <a:lstStyle/>
          <a:p>
            <a:r>
              <a:rPr lang="en-US" dirty="0"/>
              <a:t>Sample Footer Text</a:t>
            </a:r>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4735903" y="6453002"/>
            <a:ext cx="429207" cy="365125"/>
          </a:xfrm>
        </p:spPr>
        <p:txBody>
          <a:bodyPr/>
          <a:lstStyle/>
          <a:p>
            <a:fld id="{CC057153-B650-4DEB-B370-79DDCFDCE934}" type="slidenum">
              <a:rPr lang="en-US" smtClean="0"/>
              <a:t>‹#›</a:t>
            </a:fld>
            <a:endParaRPr lang="en-US" dirty="0"/>
          </a:p>
        </p:txBody>
      </p:sp>
      <p:sp>
        <p:nvSpPr>
          <p:cNvPr id="10" name="Picture Placeholder 10">
            <a:extLst>
              <a:ext uri="{FF2B5EF4-FFF2-40B4-BE49-F238E27FC236}">
                <a16:creationId xmlns:a16="http://schemas.microsoft.com/office/drawing/2014/main" id="{883B58F2-F2D6-81F9-E650-151885974CD1}"/>
              </a:ext>
            </a:extLst>
          </p:cNvPr>
          <p:cNvSpPr>
            <a:spLocks noGrp="1"/>
          </p:cNvSpPr>
          <p:nvPr>
            <p:ph type="pic" sz="quarter" idx="17"/>
          </p:nvPr>
        </p:nvSpPr>
        <p:spPr>
          <a:xfrm>
            <a:off x="5607050" y="0"/>
            <a:ext cx="6584950" cy="6858000"/>
          </a:xfrm>
          <a:blipFill dpi="0" rotWithShape="1">
            <a:blip r:embed="rId2">
              <a:alphaModFix amt="60000"/>
            </a:blip>
            <a:srcRect/>
            <a:stretch>
              <a:fillRect/>
            </a:stretch>
          </a:blipFill>
        </p:spPr>
        <p:txBody>
          <a:bodyPr/>
          <a:lstStyle>
            <a:lvl1pPr marL="0" indent="0">
              <a:buNone/>
              <a:defRPr/>
            </a:lvl1pPr>
          </a:lstStyle>
          <a:p>
            <a:r>
              <a:rPr lang="en-US"/>
              <a:t>Click icon to add picture</a:t>
            </a:r>
            <a:endParaRPr lang="en-US" dirty="0"/>
          </a:p>
        </p:txBody>
      </p:sp>
    </p:spTree>
    <p:extLst>
      <p:ext uri="{BB962C8B-B14F-4D97-AF65-F5344CB8AC3E}">
        <p14:creationId xmlns:p14="http://schemas.microsoft.com/office/powerpoint/2010/main" val="363481605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4">
    <p:bg>
      <p:bgPr>
        <a:solidFill>
          <a:schemeClr val="accent4"/>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3930B334-E396-5C4C-43D3-2A48CE284D4B}"/>
              </a:ext>
            </a:extLst>
          </p:cNvPr>
          <p:cNvSpPr/>
          <p:nvPr/>
        </p:nvSpPr>
        <p:spPr>
          <a:xfrm>
            <a:off x="8729046" y="2877190"/>
            <a:ext cx="3462954" cy="298005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 name="Picture Placeholder 10">
            <a:extLst>
              <a:ext uri="{FF2B5EF4-FFF2-40B4-BE49-F238E27FC236}">
                <a16:creationId xmlns:a16="http://schemas.microsoft.com/office/drawing/2014/main" id="{6E5507DD-C973-C66D-E3C6-62510D0C11BC}"/>
              </a:ext>
            </a:extLst>
          </p:cNvPr>
          <p:cNvSpPr>
            <a:spLocks noGrp="1"/>
          </p:cNvSpPr>
          <p:nvPr>
            <p:ph type="pic" sz="quarter" idx="17"/>
          </p:nvPr>
        </p:nvSpPr>
        <p:spPr>
          <a:xfrm>
            <a:off x="0" y="0"/>
            <a:ext cx="12192000" cy="6858000"/>
          </a:xfrm>
          <a:custGeom>
            <a:avLst/>
            <a:gdLst>
              <a:gd name="connsiteX0" fmla="*/ 0 w 12192000"/>
              <a:gd name="connsiteY0" fmla="*/ 5861050 h 6858000"/>
              <a:gd name="connsiteX1" fmla="*/ 12192000 w 12192000"/>
              <a:gd name="connsiteY1" fmla="*/ 5861050 h 6858000"/>
              <a:gd name="connsiteX2" fmla="*/ 12192000 w 12192000"/>
              <a:gd name="connsiteY2" fmla="*/ 6858000 h 6858000"/>
              <a:gd name="connsiteX3" fmla="*/ 0 w 12192000"/>
              <a:gd name="connsiteY3" fmla="*/ 6858000 h 6858000"/>
              <a:gd name="connsiteX4" fmla="*/ 0 w 12192000"/>
              <a:gd name="connsiteY4" fmla="*/ 0 h 6858000"/>
              <a:gd name="connsiteX5" fmla="*/ 12192000 w 12192000"/>
              <a:gd name="connsiteY5" fmla="*/ 0 h 6858000"/>
              <a:gd name="connsiteX6" fmla="*/ 12192000 w 12192000"/>
              <a:gd name="connsiteY6" fmla="*/ 2876550 h 6858000"/>
              <a:gd name="connsiteX7" fmla="*/ 0 w 12192000"/>
              <a:gd name="connsiteY7" fmla="*/ 28765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0" y="5861050"/>
                </a:moveTo>
                <a:lnTo>
                  <a:pt x="12192000" y="5861050"/>
                </a:lnTo>
                <a:lnTo>
                  <a:pt x="12192000" y="6858000"/>
                </a:lnTo>
                <a:lnTo>
                  <a:pt x="0" y="6858000"/>
                </a:lnTo>
                <a:close/>
                <a:moveTo>
                  <a:pt x="0" y="0"/>
                </a:moveTo>
                <a:lnTo>
                  <a:pt x="12192000" y="0"/>
                </a:lnTo>
                <a:lnTo>
                  <a:pt x="12192000" y="2876550"/>
                </a:lnTo>
                <a:lnTo>
                  <a:pt x="0" y="2876550"/>
                </a:lnTo>
                <a:close/>
              </a:path>
            </a:pathLst>
          </a:custGeom>
          <a:blipFill>
            <a:blip r:embed="rId2">
              <a:alphaModFix amt="60000"/>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190626" y="3627120"/>
            <a:ext cx="6981822" cy="1482404"/>
          </a:xfrm>
        </p:spPr>
        <p:txBody>
          <a:bodyPr lIns="0" tIns="0" rIns="0" bIns="0" anchor="b">
            <a:noAutofit/>
          </a:bodyPr>
          <a:lstStyle>
            <a:lvl1pPr algn="l">
              <a:defRPr sz="6000">
                <a:solidFill>
                  <a:schemeClr val="bg2"/>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9115429" y="3242949"/>
            <a:ext cx="2442535" cy="1866575"/>
          </a:xfrm>
        </p:spPr>
        <p:txBody>
          <a:bodyPr lIns="0" tIns="0" rIns="0" bIns="0" anchor="b">
            <a:normAutofit/>
          </a:bodyPr>
          <a:lstStyle>
            <a:lvl1pPr marL="0" indent="0" algn="l">
              <a:buNone/>
              <a:defRPr sz="20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a:xfrm>
            <a:off x="1190626" y="6453002"/>
            <a:ext cx="3494314" cy="365125"/>
          </a:xfrm>
        </p:spPr>
        <p:txBody>
          <a:bodyPr/>
          <a:lstStyle>
            <a:lvl1pPr>
              <a:defRPr>
                <a:solidFill>
                  <a:schemeClr val="bg2"/>
                </a:solidFill>
              </a:defRPr>
            </a:lvl1pPr>
          </a:lstStyle>
          <a:p>
            <a:fld id="{A1C12C21-8A94-AC4F-B16A-3379E3B15E57}" type="datetime1">
              <a:rPr lang="en-US" smtClean="0"/>
              <a:pPr/>
              <a:t>10/22/2026</a:t>
            </a:fld>
            <a:endParaRPr lang="en-US" dirty="0"/>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lvl1pPr>
              <a:defRPr>
                <a:solidFill>
                  <a:schemeClr val="bg2"/>
                </a:solidFill>
              </a:defRPr>
            </a:lvl1pPr>
          </a:lstStyle>
          <a:p>
            <a:r>
              <a:rPr lang="en-US" dirty="0"/>
              <a:t>Sample Footer Text</a:t>
            </a:r>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lvl1pPr>
              <a:defRPr>
                <a:solidFill>
                  <a:schemeClr val="bg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57552027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34028" y="634999"/>
            <a:ext cx="7538425" cy="3549440"/>
          </a:xfrm>
        </p:spPr>
        <p:txBody>
          <a:bodyPr anchor="t">
            <a:normAutofit/>
          </a:bodyPr>
          <a:lstStyle>
            <a:lvl1pPr algn="l">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34028" y="4473553"/>
            <a:ext cx="7152042" cy="1545336"/>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946CB47E-82E0-3845-BBEC-EA5A4D477986}" type="datetime1">
              <a:rPr lang="en-US" smtClean="0"/>
              <a:t>10/22/2026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65757074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2">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34029" y="854239"/>
            <a:ext cx="8095016" cy="3592629"/>
          </a:xfrm>
        </p:spPr>
        <p:txBody>
          <a:bodyPr anchor="b">
            <a:normAutofit/>
          </a:bodyPr>
          <a:lstStyle>
            <a:lvl1pPr algn="l">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33009" y="4617138"/>
            <a:ext cx="8095015" cy="1014984"/>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A5C0E9F3-5B47-F74C-AF17-7545C3075BA9}" type="datetime1">
              <a:rPr lang="en-US" smtClean="0"/>
              <a:t>10/22/2026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08734755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3">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318302"/>
            <a:ext cx="8229600" cy="2621154"/>
          </a:xfrm>
        </p:spPr>
        <p:txBody>
          <a:bodyPr anchor="b">
            <a:normAutofit/>
          </a:bodyPr>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039647"/>
            <a:ext cx="7588155" cy="1414091"/>
          </a:xfrm>
        </p:spPr>
        <p:txBody>
          <a:bodyPr>
            <a:normAutofit/>
          </a:bodyPr>
          <a:lstStyle>
            <a:lvl1pPr marL="0" indent="0" algn="ct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58404D65-9F66-8B4B-99E1-04D718E2D598}" type="datetime1">
              <a:rPr lang="en-US" smtClean="0"/>
              <a:t>10/22/2026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2650838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34028" y="1748474"/>
            <a:ext cx="7739086" cy="4474526"/>
          </a:xfrm>
        </p:spPr>
        <p:txBody>
          <a:bodyPr anchor="b">
            <a:normAutofit/>
          </a:bodyPr>
          <a:lstStyle>
            <a:lvl1pPr algn="l">
              <a:defRPr sz="7400">
                <a:solidFill>
                  <a:schemeClr val="tx2"/>
                </a:solidFill>
              </a:defRPr>
            </a:lvl1p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EBF9D5A3-011E-2448-8EA7-ED1DA93C950A}" type="datetime1">
              <a:rPr lang="en-US" smtClean="0"/>
              <a:pPr/>
              <a:t>10/22/2026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71831748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2">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190626" y="3981766"/>
            <a:ext cx="9424363" cy="2241234"/>
          </a:xfrm>
        </p:spPr>
        <p:txBody>
          <a:bodyPr anchor="b">
            <a:normAutofit/>
          </a:bodyPr>
          <a:lstStyle>
            <a:lvl1pPr algn="l">
              <a:lnSpc>
                <a:spcPct val="80000"/>
              </a:lnSpc>
              <a:defRPr sz="7400"/>
            </a:lvl1pPr>
          </a:lstStyle>
          <a:p>
            <a:r>
              <a:rPr lang="en-US"/>
              <a:t>Click to edit Master title style</a:t>
            </a:r>
            <a:endParaRPr lang="en-US" dirty="0"/>
          </a:p>
        </p:txBody>
      </p:sp>
      <p:sp>
        <p:nvSpPr>
          <p:cNvPr id="49" name="Picture Placeholder 10">
            <a:extLst>
              <a:ext uri="{FF2B5EF4-FFF2-40B4-BE49-F238E27FC236}">
                <a16:creationId xmlns:a16="http://schemas.microsoft.com/office/drawing/2014/main" id="{B05677CF-A118-7926-8335-C9BDFBBEBCFD}"/>
              </a:ext>
            </a:extLst>
          </p:cNvPr>
          <p:cNvSpPr>
            <a:spLocks noGrp="1"/>
          </p:cNvSpPr>
          <p:nvPr>
            <p:ph type="pic" sz="quarter" idx="13"/>
          </p:nvPr>
        </p:nvSpPr>
        <p:spPr>
          <a:xfrm>
            <a:off x="-1" y="0"/>
            <a:ext cx="12192000" cy="3385050"/>
          </a:xfrm>
          <a:blipFill dpi="0" rotWithShape="1">
            <a:blip r:embed="rId2">
              <a:alphaModFix amt="60000"/>
            </a:blip>
            <a:srcRect/>
            <a:stretch>
              <a:fillRect/>
            </a:stretch>
          </a:blipFill>
        </p:spPr>
        <p:txBody>
          <a:bodyPr/>
          <a:lstStyle>
            <a:lvl1pPr marL="0" indent="0">
              <a:buNone/>
              <a:defRPr/>
            </a:lvl1pPr>
          </a:lstStyle>
          <a:p>
            <a:r>
              <a:rPr lang="en-US"/>
              <a:t>Click icon to add picture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190626" y="6453002"/>
            <a:ext cx="3494314" cy="365125"/>
          </a:xfrm>
        </p:spPr>
        <p:txBody>
          <a:bodyPr/>
          <a:lstStyle/>
          <a:p>
            <a:fld id="{EBF9D5A3-011E-2448-8EA7-ED1DA93C950A}" type="datetime1">
              <a:rPr lang="en-US" smtClean="0"/>
              <a:t>10/22/2026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430141" y="6453002"/>
            <a:ext cx="2805405" cy="365125"/>
          </a:xfrm>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0185782" y="6453002"/>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22609000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Header 3">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190626" y="3981766"/>
            <a:ext cx="9424363" cy="2241234"/>
          </a:xfrm>
        </p:spPr>
        <p:txBody>
          <a:bodyPr anchor="b">
            <a:normAutofit/>
          </a:bodyPr>
          <a:lstStyle>
            <a:lvl1pPr algn="l">
              <a:lnSpc>
                <a:spcPct val="80000"/>
              </a:lnSpc>
              <a:defRPr sz="7400">
                <a:solidFill>
                  <a:schemeClr val="tx2"/>
                </a:solidFill>
              </a:defRPr>
            </a:lvl1pPr>
          </a:lstStyle>
          <a:p>
            <a:r>
              <a:rPr lang="en-US"/>
              <a:t>Click to edit Master title style</a:t>
            </a:r>
            <a:endParaRPr lang="en-US" dirty="0"/>
          </a:p>
        </p:txBody>
      </p:sp>
      <p:sp>
        <p:nvSpPr>
          <p:cNvPr id="49" name="Picture Placeholder 10">
            <a:extLst>
              <a:ext uri="{FF2B5EF4-FFF2-40B4-BE49-F238E27FC236}">
                <a16:creationId xmlns:a16="http://schemas.microsoft.com/office/drawing/2014/main" id="{B05677CF-A118-7926-8335-C9BDFBBEBCFD}"/>
              </a:ext>
            </a:extLst>
          </p:cNvPr>
          <p:cNvSpPr>
            <a:spLocks noGrp="1"/>
          </p:cNvSpPr>
          <p:nvPr>
            <p:ph type="pic" sz="quarter" idx="13"/>
          </p:nvPr>
        </p:nvSpPr>
        <p:spPr>
          <a:xfrm>
            <a:off x="-1" y="0"/>
            <a:ext cx="12192000" cy="3385050"/>
          </a:xfrm>
          <a:blipFill dpi="0" rotWithShape="1">
            <a:blip r:embed="rId2">
              <a:alphaModFix amt="60000"/>
            </a:blip>
            <a:srcRect/>
            <a:stretch>
              <a:fillRect/>
            </a:stretch>
          </a:blipFill>
        </p:spPr>
        <p:txBody>
          <a:bodyPr/>
          <a:lstStyle>
            <a:lvl1pPr marL="0" indent="0">
              <a:buNone/>
              <a:defRPr/>
            </a:lvl1pPr>
          </a:lstStyle>
          <a:p>
            <a:r>
              <a:rPr lang="en-US"/>
              <a:t>Click icon to add picture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190626" y="6453002"/>
            <a:ext cx="3494314" cy="365125"/>
          </a:xfrm>
        </p:spPr>
        <p:txBody>
          <a:bodyPr/>
          <a:lstStyle>
            <a:lvl1pPr>
              <a:defRPr>
                <a:solidFill>
                  <a:schemeClr val="tx2"/>
                </a:solidFill>
              </a:defRPr>
            </a:lvl1pPr>
          </a:lstStyle>
          <a:p>
            <a:fld id="{EBF9D5A3-011E-2448-8EA7-ED1DA93C950A}" type="datetime1">
              <a:rPr lang="en-US" smtClean="0"/>
              <a:pPr/>
              <a:t>10/22/2026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430141" y="6453002"/>
            <a:ext cx="2805405" cy="365125"/>
          </a:xfrm>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0185782" y="6453002"/>
            <a:ext cx="429207" cy="365125"/>
          </a:xfrm>
        </p:spPr>
        <p:txBody>
          <a:bodyPr/>
          <a:lstStyle>
            <a:lvl1pPr>
              <a:defRPr>
                <a:solidFill>
                  <a:schemeClr val="tx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71492109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12647" y="664108"/>
            <a:ext cx="8467558" cy="1554480"/>
          </a:xfrm>
        </p:spPr>
        <p:txBody>
          <a:bodyPr anchor="b">
            <a:normAutofit/>
          </a:bodyPr>
          <a:lstStyle>
            <a:lvl1pPr>
              <a:defRPr sz="4800">
                <a:solidFill>
                  <a:schemeClr val="accent4"/>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7" y="2333860"/>
            <a:ext cx="8467558" cy="3689909"/>
          </a:xfrm>
        </p:spPr>
        <p:txBody>
          <a:bodyPr>
            <a:normAutofit/>
          </a:bodyPr>
          <a:lstStyle>
            <a:lvl1pPr marL="0" indent="0">
              <a:buFont typeface="Arial" panose="020B0604020202020204" pitchFamily="34" charset="0"/>
              <a:buNone/>
              <a:defRPr sz="2400">
                <a:solidFill>
                  <a:schemeClr val="accent4"/>
                </a:solidFill>
              </a:defRPr>
            </a:lvl1pPr>
            <a:lvl2pPr marL="228600" indent="0">
              <a:buFont typeface="Arial" panose="020B0604020202020204" pitchFamily="34" charset="0"/>
              <a:buNone/>
              <a:defRPr sz="2000">
                <a:solidFill>
                  <a:schemeClr val="accent4"/>
                </a:solidFill>
              </a:defRPr>
            </a:lvl2pPr>
            <a:lvl3pPr marL="457200" indent="0">
              <a:buFont typeface="Arial" panose="020B0604020202020204" pitchFamily="34" charset="0"/>
              <a:buNone/>
              <a:defRPr sz="1800">
                <a:solidFill>
                  <a:schemeClr val="accent4"/>
                </a:solidFill>
              </a:defRPr>
            </a:lvl3pPr>
            <a:lvl4pPr marL="1028700" indent="-342900">
              <a:buFont typeface="+mj-lt"/>
              <a:buAutoNum type="arabicPeriod"/>
              <a:defRPr sz="16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accent4"/>
                </a:solidFill>
              </a:defRPr>
            </a:lvl1pPr>
          </a:lstStyle>
          <a:p>
            <a:fld id="{837980FC-551F-7648-B663-D4725C73371A}" type="datetime1">
              <a:rPr lang="en-US" smtClean="0"/>
              <a:pPr/>
              <a:t>10/22/2026</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accent4"/>
                </a:solidFill>
              </a:defRPr>
            </a:lvl1pPr>
          </a:lstStyle>
          <a:p>
            <a:r>
              <a:rPr lang="en-US" dirty="0"/>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accent4"/>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7873016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genda with Picture">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858000" y="1161288"/>
            <a:ext cx="4663440" cy="1554480"/>
          </a:xfrm>
        </p:spPr>
        <p:txBody>
          <a:bodyPr anchor="b">
            <a:normAutofit/>
          </a:bodyPr>
          <a:lstStyle>
            <a:lvl1pPr>
              <a:defRPr sz="4800">
                <a:solidFill>
                  <a:schemeClr val="bg2"/>
                </a:solidFill>
              </a:defRPr>
            </a:lvl1pPr>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9AC20259-235D-F9C3-3788-C1457976F5AC}"/>
              </a:ext>
            </a:extLst>
          </p:cNvPr>
          <p:cNvSpPr>
            <a:spLocks noGrp="1"/>
          </p:cNvSpPr>
          <p:nvPr>
            <p:ph type="pic" sz="quarter" idx="14"/>
          </p:nvPr>
        </p:nvSpPr>
        <p:spPr>
          <a:xfrm>
            <a:off x="0" y="0"/>
            <a:ext cx="6099048" cy="6858000"/>
          </a:xfrm>
          <a:blipFill dpi="0" rotWithShape="1">
            <a:blip r:embed="rId2">
              <a:alphaModFix amt="60000"/>
            </a:blip>
            <a:srcRect/>
            <a:stretch>
              <a:fillRect/>
            </a:stretch>
          </a:blipFill>
        </p:spPr>
        <p:txBody>
          <a:bodyPr/>
          <a:lstStyle>
            <a:lvl1pPr marL="0" indent="0">
              <a:buNone/>
              <a:defRPr/>
            </a:lvl1pPr>
          </a:lstStyle>
          <a:p>
            <a:r>
              <a:rPr lang="en-US"/>
              <a:t>Click icon to add picture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858000" y="2825496"/>
            <a:ext cx="4663440" cy="3337560"/>
          </a:xfrm>
        </p:spPr>
        <p:txBody>
          <a:bodyPr>
            <a:normAutofit/>
          </a:bodyPr>
          <a:lstStyle>
            <a:lvl1pPr marL="0" indent="0">
              <a:buFont typeface="Arial" panose="020B0604020202020204" pitchFamily="34" charset="0"/>
              <a:buNone/>
              <a:defRPr sz="2000">
                <a:solidFill>
                  <a:schemeClr val="bg2"/>
                </a:solidFill>
              </a:defRPr>
            </a:lvl1pPr>
            <a:lvl2pPr marL="228600" indent="0">
              <a:buFont typeface="Arial" panose="020B0604020202020204" pitchFamily="34" charset="0"/>
              <a:buNone/>
              <a:defRPr sz="1600">
                <a:solidFill>
                  <a:schemeClr val="bg2"/>
                </a:solidFill>
              </a:defRPr>
            </a:lvl2pPr>
            <a:lvl3pPr marL="457200" indent="0">
              <a:buFont typeface="Arial" panose="020B0604020202020204" pitchFamily="34" charset="0"/>
              <a:buNone/>
              <a:defRPr sz="1600">
                <a:solidFill>
                  <a:schemeClr val="bg2"/>
                </a:solidFill>
              </a:defRPr>
            </a:lvl3pPr>
            <a:lvl4pPr marL="1028700" indent="-342900">
              <a:buFont typeface="+mj-lt"/>
              <a:buAutoNum type="arabicPeriod"/>
              <a:defRPr sz="1400">
                <a:solidFill>
                  <a:srgbClr val="EEECE7"/>
                </a:solidFill>
              </a:defRPr>
            </a:lvl4pPr>
            <a:lvl5pPr marL="914400" indent="0">
              <a:buFont typeface="+mj-lt"/>
              <a:buNone/>
              <a:defRPr sz="1200">
                <a:solidFill>
                  <a:srgbClr val="EEECE7"/>
                </a:solidFill>
              </a:defRPr>
            </a:lvl5pPr>
          </a:lstStyle>
          <a:p>
            <a:pPr lvl="0"/>
            <a:r>
              <a:rPr lang="en-US"/>
              <a:t>Click to edit Master text styles</a:t>
            </a:r>
          </a:p>
          <a:p>
            <a:pPr lvl="1"/>
            <a:r>
              <a:rPr lang="en-US"/>
              <a:t>Second level</a:t>
            </a:r>
          </a:p>
          <a:p>
            <a:pPr lvl="2"/>
            <a:r>
              <a:rPr lang="en-US"/>
              <a:t>Third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857999" y="6453002"/>
            <a:ext cx="1996689" cy="365125"/>
          </a:xfrm>
        </p:spPr>
        <p:txBody>
          <a:bodyPr/>
          <a:lstStyle>
            <a:lvl1pPr>
              <a:defRPr>
                <a:solidFill>
                  <a:schemeClr val="bg2"/>
                </a:solidFill>
              </a:defRPr>
            </a:lvl1pPr>
          </a:lstStyle>
          <a:p>
            <a:fld id="{C607721C-58DF-ED4A-AFB2-38ECD840304F}" type="datetime1">
              <a:rPr lang="en-US" smtClean="0"/>
              <a:pPr/>
              <a:t>10/22/2026</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bg2"/>
                </a:solidFill>
              </a:defRPr>
            </a:lvl1pPr>
          </a:lstStyle>
          <a:p>
            <a:r>
              <a:rPr lang="en-US" dirty="0"/>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bg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9189784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genda with Picture 2">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190628" y="634999"/>
            <a:ext cx="4156760" cy="1493619"/>
          </a:xfrm>
        </p:spPr>
        <p:txBody>
          <a:bodyPr anchor="b">
            <a:noAutofit/>
          </a:bodyPr>
          <a:lstStyle>
            <a:lvl1pPr>
              <a:defRPr sz="4800">
                <a:solidFill>
                  <a:schemeClr val="bg2"/>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190628" y="2495334"/>
            <a:ext cx="4156760" cy="2979952"/>
          </a:xfrm>
        </p:spPr>
        <p:txBody>
          <a:bodyPr anchor="ctr">
            <a:normAutofit/>
          </a:bodyPr>
          <a:lstStyle>
            <a:lvl1pPr marL="457200" indent="-457200">
              <a:buFont typeface="+mj-lt"/>
              <a:buAutoNum type="arabicPeriod"/>
              <a:defRPr sz="2000" b="0">
                <a:solidFill>
                  <a:schemeClr val="bg2"/>
                </a:solidFill>
              </a:defRPr>
            </a:lvl1pPr>
            <a:lvl2pPr marL="228600" indent="0">
              <a:buFont typeface="+mj-lt"/>
              <a:buNone/>
              <a:defRPr sz="1800">
                <a:solidFill>
                  <a:schemeClr val="bg2"/>
                </a:solidFill>
              </a:defRPr>
            </a:lvl2pPr>
            <a:lvl3pPr marL="457200" indent="0">
              <a:buFont typeface="+mj-lt"/>
              <a:buNone/>
              <a:defRPr sz="1600">
                <a:solidFill>
                  <a:schemeClr val="bg2"/>
                </a:solidFill>
              </a:defRPr>
            </a:lvl3pPr>
            <a:lvl4pPr marL="685800" indent="0">
              <a:buFont typeface="+mj-lt"/>
              <a:buNone/>
              <a:defRPr sz="1400">
                <a:solidFill>
                  <a:srgbClr val="EEECE7"/>
                </a:solidFill>
              </a:defRPr>
            </a:lvl4pPr>
            <a:lvl5pPr marL="914400" indent="0">
              <a:buFont typeface="+mj-lt"/>
              <a:buNone/>
              <a:defRPr sz="1200">
                <a:solidFill>
                  <a:srgbClr val="EEECE7"/>
                </a:solidFill>
              </a:defRPr>
            </a:lvl5pPr>
          </a:lstStyle>
          <a:p>
            <a:pPr lvl="0"/>
            <a:r>
              <a:rPr lang="en-US"/>
              <a:t>Click to edit Master text styles</a:t>
            </a:r>
          </a:p>
          <a:p>
            <a:pPr lvl="1"/>
            <a:r>
              <a:rPr lang="en-US"/>
              <a:t>Second level</a:t>
            </a:r>
          </a:p>
          <a:p>
            <a:pPr lvl="2"/>
            <a:r>
              <a:rPr lang="en-US"/>
              <a:t>Third level</a:t>
            </a:r>
          </a:p>
        </p:txBody>
      </p:sp>
      <p:sp>
        <p:nvSpPr>
          <p:cNvPr id="30" name="Date Placeholder 4">
            <a:extLst>
              <a:ext uri="{FF2B5EF4-FFF2-40B4-BE49-F238E27FC236}">
                <a16:creationId xmlns:a16="http://schemas.microsoft.com/office/drawing/2014/main" id="{C02E0912-74EC-6BFE-8EE5-E2826FFF5BC6}"/>
              </a:ext>
            </a:extLst>
          </p:cNvPr>
          <p:cNvSpPr>
            <a:spLocks noGrp="1"/>
          </p:cNvSpPr>
          <p:nvPr>
            <p:ph type="dt" sz="half" idx="10"/>
          </p:nvPr>
        </p:nvSpPr>
        <p:spPr>
          <a:xfrm>
            <a:off x="1190627" y="6453002"/>
            <a:ext cx="2031073" cy="365125"/>
          </a:xfrm>
        </p:spPr>
        <p:txBody>
          <a:bodyPr/>
          <a:lstStyle>
            <a:lvl1pPr>
              <a:defRPr>
                <a:solidFill>
                  <a:schemeClr val="bg2"/>
                </a:solidFill>
              </a:defRPr>
            </a:lvl1pPr>
          </a:lstStyle>
          <a:p>
            <a:fld id="{EF855CF3-0CDC-6146-833E-B14CBD3A1129}" type="datetime1">
              <a:rPr lang="en-US" smtClean="0"/>
              <a:pPr/>
              <a:t>10/22/2026</a:t>
            </a:fld>
            <a:endParaRPr lang="en-US" dirty="0"/>
          </a:p>
        </p:txBody>
      </p:sp>
      <p:sp>
        <p:nvSpPr>
          <p:cNvPr id="31" name="Footer Placeholder 5">
            <a:extLst>
              <a:ext uri="{FF2B5EF4-FFF2-40B4-BE49-F238E27FC236}">
                <a16:creationId xmlns:a16="http://schemas.microsoft.com/office/drawing/2014/main" id="{C319B48F-3D66-C908-6D0C-EA40F5757839}"/>
              </a:ext>
            </a:extLst>
          </p:cNvPr>
          <p:cNvSpPr>
            <a:spLocks noGrp="1"/>
          </p:cNvSpPr>
          <p:nvPr>
            <p:ph type="ftr" sz="quarter" idx="11"/>
          </p:nvPr>
        </p:nvSpPr>
        <p:spPr>
          <a:xfrm>
            <a:off x="2168233" y="6453002"/>
            <a:ext cx="2805405" cy="365125"/>
          </a:xfrm>
        </p:spPr>
        <p:txBody>
          <a:bodyPr/>
          <a:lstStyle>
            <a:lvl1pPr>
              <a:defRPr>
                <a:solidFill>
                  <a:schemeClr val="bg2"/>
                </a:solidFill>
                <a:effectLst/>
              </a:defRPr>
            </a:lvl1pPr>
          </a:lstStyle>
          <a:p>
            <a:r>
              <a:rPr lang="en-US" dirty="0"/>
              <a:t>Sample Footer Text</a:t>
            </a:r>
          </a:p>
        </p:txBody>
      </p:sp>
      <p:sp>
        <p:nvSpPr>
          <p:cNvPr id="32" name="Slide Number Placeholder 6">
            <a:extLst>
              <a:ext uri="{FF2B5EF4-FFF2-40B4-BE49-F238E27FC236}">
                <a16:creationId xmlns:a16="http://schemas.microsoft.com/office/drawing/2014/main" id="{7E01ACE0-4DE0-ECB1-531E-E0796354CEE8}"/>
              </a:ext>
            </a:extLst>
          </p:cNvPr>
          <p:cNvSpPr>
            <a:spLocks noGrp="1"/>
          </p:cNvSpPr>
          <p:nvPr>
            <p:ph type="sldNum" sz="quarter" idx="12"/>
          </p:nvPr>
        </p:nvSpPr>
        <p:spPr>
          <a:xfrm>
            <a:off x="4923874" y="6453002"/>
            <a:ext cx="429207" cy="365125"/>
          </a:xfrm>
        </p:spPr>
        <p:txBody>
          <a:bodyPr/>
          <a:lstStyle>
            <a:lvl1pPr>
              <a:defRPr>
                <a:solidFill>
                  <a:schemeClr val="bg2"/>
                </a:solidFill>
                <a:effectLst/>
              </a:defRPr>
            </a:lvl1pPr>
          </a:lstStyle>
          <a:p>
            <a:fld id="{CC057153-B650-4DEB-B370-79DDCFDCE934}" type="slidenum">
              <a:rPr lang="en-US" smtClean="0"/>
              <a:pPr/>
              <a:t>‹#›</a:t>
            </a:fld>
            <a:endParaRPr lang="en-US" dirty="0"/>
          </a:p>
        </p:txBody>
      </p:sp>
      <p:sp>
        <p:nvSpPr>
          <p:cNvPr id="8" name="Picture Placeholder 7">
            <a:extLst>
              <a:ext uri="{FF2B5EF4-FFF2-40B4-BE49-F238E27FC236}">
                <a16:creationId xmlns:a16="http://schemas.microsoft.com/office/drawing/2014/main" id="{9AC20259-235D-F9C3-3788-C1457976F5AC}"/>
              </a:ext>
            </a:extLst>
          </p:cNvPr>
          <p:cNvSpPr>
            <a:spLocks noGrp="1"/>
          </p:cNvSpPr>
          <p:nvPr>
            <p:ph type="pic" sz="quarter" idx="14"/>
          </p:nvPr>
        </p:nvSpPr>
        <p:spPr>
          <a:xfrm>
            <a:off x="6092952" y="0"/>
            <a:ext cx="6099048" cy="6858000"/>
          </a:xfrm>
          <a:blipFill dpi="0" rotWithShape="1">
            <a:blip r:embed="rId2">
              <a:alphaModFix amt="60000"/>
            </a:blip>
            <a:srcRect/>
            <a:stretch>
              <a:fillRect/>
            </a:stretch>
          </a:blipFill>
        </p:spPr>
        <p:txBody>
          <a:bodyPr/>
          <a:lstStyle>
            <a:lvl1pPr marL="0" indent="0">
              <a:buNone/>
              <a:defRPr/>
            </a:lvl1pPr>
          </a:lstStyle>
          <a:p>
            <a:r>
              <a:rPr lang="en-US"/>
              <a:t>Click icon to add picture</a:t>
            </a:r>
            <a:endParaRPr lang="en-US" dirty="0"/>
          </a:p>
        </p:txBody>
      </p:sp>
    </p:spTree>
    <p:extLst>
      <p:ext uri="{BB962C8B-B14F-4D97-AF65-F5344CB8AC3E}">
        <p14:creationId xmlns:p14="http://schemas.microsoft.com/office/powerpoint/2010/main" val="40303328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2">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385975"/>
            <a:ext cx="4325112" cy="2454796"/>
          </a:xfrm>
        </p:spPr>
        <p:txBody>
          <a:bodyPr>
            <a:normAutofit/>
          </a:bodyPr>
          <a:lstStyle>
            <a:lvl1pPr>
              <a:defRPr sz="48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386584"/>
            <a:ext cx="4325112" cy="2459736"/>
          </a:xfrm>
        </p:spPr>
        <p:txBody>
          <a:bodyPr>
            <a:normAutofit/>
          </a:bodyPr>
          <a:lstStyle>
            <a:lvl1pPr marL="0" indent="0">
              <a:buNone/>
              <a:defRPr sz="1600"/>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A9C9ADEB-1D4E-034B-9A9A-EEA797696EBB}" type="datetime1">
              <a:rPr lang="en-US" smtClean="0"/>
              <a:t>10/22/2026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5315198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3">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258568"/>
            <a:ext cx="3813048" cy="3557016"/>
          </a:xfrm>
        </p:spPr>
        <p:txBody>
          <a:bodyPr>
            <a:normAutofit/>
          </a:bodyPr>
          <a:lstStyle>
            <a:lvl1pPr>
              <a:defRPr sz="48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2254250"/>
            <a:ext cx="4956175" cy="3556000"/>
          </a:xfrm>
        </p:spPr>
        <p:txBody>
          <a:bodyPr>
            <a:normAutofit/>
          </a:bodyPr>
          <a:lstStyle>
            <a:lvl1pPr marL="0" indent="0">
              <a:buNone/>
              <a:defRPr sz="1600"/>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787CD63-9FC5-9546-95C0-FE78C46AB848}" type="datetime1">
              <a:rPr lang="en-US" smtClean="0"/>
              <a:t>10/22/2026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9483816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4">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28" y="1537853"/>
            <a:ext cx="4328499" cy="4685147"/>
          </a:xfrm>
        </p:spPr>
        <p:txBody>
          <a:bodyPr>
            <a:normAutofit/>
          </a:bodyPr>
          <a:lstStyle>
            <a:lvl1pPr>
              <a:defRPr sz="48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348912" y="1537853"/>
            <a:ext cx="5652468" cy="4685147"/>
          </a:xfrm>
        </p:spPr>
        <p:txBody>
          <a:bodyPr>
            <a:normAutofit/>
          </a:bodyPr>
          <a:lstStyle>
            <a:lvl1pPr marL="0" indent="0">
              <a:buNone/>
              <a:defRPr sz="1600"/>
            </a:lvl1pPr>
          </a:lstStyle>
          <a:p>
            <a:pPr lvl="0"/>
            <a:r>
              <a:rPr lang="en-US"/>
              <a:t>Click to edit Master text styles</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3F791FE1-1806-F743-B3DF-DC818C5E0CFA}" type="datetime1">
              <a:rPr lang="en-US" smtClean="0"/>
              <a:t>10/22/2026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7816532" y="6453002"/>
            <a:ext cx="2805405" cy="365125"/>
          </a:xfr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0572173" y="6453002"/>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1372074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5">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29" y="877456"/>
            <a:ext cx="4328498" cy="4940661"/>
          </a:xfrm>
        </p:spPr>
        <p:txBody>
          <a:bodyPr>
            <a:normAutofit/>
          </a:bodyPr>
          <a:lstStyle>
            <a:lvl1pPr>
              <a:defRPr sz="48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348911" y="877456"/>
            <a:ext cx="6209051" cy="5345544"/>
          </a:xfrm>
        </p:spPr>
        <p:txBody>
          <a:bodyPr>
            <a:normAutofit/>
          </a:bodyPr>
          <a:lstStyle>
            <a:lvl1pPr marL="0" indent="0">
              <a:buNone/>
              <a:defRPr sz="1600"/>
            </a:lvl1pPr>
          </a:lstStyle>
          <a:p>
            <a:pPr lvl="0"/>
            <a:r>
              <a:rPr lang="en-US"/>
              <a:t>Click to edit Master text styles</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3436AED-CD20-E042-9D89-B5C40BFC938F}" type="datetime1">
              <a:rPr lang="en-US" smtClean="0"/>
              <a:t>10/22/2026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61986842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6">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28" y="634999"/>
            <a:ext cx="3385523" cy="5588001"/>
          </a:xfrm>
        </p:spPr>
        <p:txBody>
          <a:bodyPr>
            <a:normAutofit/>
          </a:bodyPr>
          <a:lstStyle>
            <a:lvl1pPr>
              <a:defRPr sz="48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405935" y="634999"/>
            <a:ext cx="7152027" cy="5588002"/>
          </a:xfrm>
        </p:spPr>
        <p:txBody>
          <a:bodyPr>
            <a:normAutofit/>
          </a:bodyPr>
          <a:lstStyle>
            <a:lvl1pPr marL="0" indent="0">
              <a:buNone/>
              <a:defRPr sz="1600"/>
            </a:lvl1pPr>
          </a:lstStyle>
          <a:p>
            <a:pPr lvl="0"/>
            <a:r>
              <a:rPr lang="en-US"/>
              <a:t>Click to edit Master text styles</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34029" y="6453002"/>
            <a:ext cx="3392464" cy="365125"/>
          </a:xfrm>
        </p:spPr>
        <p:txBody>
          <a:bodyPr/>
          <a:lstStyle/>
          <a:p>
            <a:fld id="{963ECC65-EBE4-ED49-BC09-ED8715E14D2F}" type="datetime1">
              <a:rPr lang="en-US" smtClean="0"/>
              <a:t>10/22/2026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0457711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7">
    <p:bg>
      <p:bgPr>
        <a:solidFill>
          <a:schemeClr val="accent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F0D05F3-FFA6-9003-2472-7EE883F3F125}"/>
              </a:ext>
            </a:extLst>
          </p:cNvPr>
          <p:cNvSpPr/>
          <p:nvPr/>
        </p:nvSpPr>
        <p:spPr>
          <a:xfrm>
            <a:off x="-1" y="0"/>
            <a:ext cx="4969469" cy="6858000"/>
          </a:xfrm>
          <a:prstGeom prst="rect">
            <a:avLst/>
          </a:prstGeom>
          <a:solidFill>
            <a:schemeClr val="accent4"/>
          </a:solidFill>
          <a:ln w="476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30" y="1001715"/>
            <a:ext cx="3771899" cy="3360096"/>
          </a:xfrm>
        </p:spPr>
        <p:txBody>
          <a:bodyPr>
            <a:normAutofit/>
          </a:bodyPr>
          <a:lstStyle>
            <a:lvl1pPr>
              <a:defRPr sz="4800">
                <a:solidFill>
                  <a:schemeClr val="bg2"/>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355853" y="1001715"/>
            <a:ext cx="6202112" cy="5221284"/>
          </a:xfrm>
        </p:spPr>
        <p:txBody>
          <a:bodyPr>
            <a:normAutofit/>
          </a:bodyPr>
          <a:lstStyle>
            <a:lvl1pPr marL="0" indent="0">
              <a:buNone/>
              <a:defRPr sz="1600">
                <a:solidFill>
                  <a:schemeClr val="accent4"/>
                </a:solidFill>
              </a:defRPr>
            </a:lvl1pPr>
            <a:lvl2pPr marL="228600" indent="0">
              <a:buNone/>
              <a:defRPr>
                <a:solidFill>
                  <a:srgbClr val="212121"/>
                </a:solidFill>
              </a:defRPr>
            </a:lvl2pPr>
            <a:lvl3pPr marL="457200" indent="0">
              <a:buNone/>
              <a:defRPr>
                <a:solidFill>
                  <a:srgbClr val="212121"/>
                </a:solidFill>
              </a:defRPr>
            </a:lvl3pPr>
            <a:lvl4pPr marL="685800" indent="0">
              <a:buNone/>
              <a:defRPr>
                <a:solidFill>
                  <a:srgbClr val="212121"/>
                </a:solidFill>
              </a:defRPr>
            </a:lvl4pPr>
            <a:lvl5pPr marL="914400" indent="0">
              <a:buNone/>
              <a:defRPr>
                <a:solidFill>
                  <a:srgbClr val="212121"/>
                </a:solidFill>
              </a:defRPr>
            </a:lvl5pPr>
          </a:lstStyle>
          <a:p>
            <a:pPr lvl="0"/>
            <a:r>
              <a:rPr lang="en-US"/>
              <a:t>Click to edit Master text styles</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34030" y="6453002"/>
            <a:ext cx="3494314" cy="365125"/>
          </a:xfrm>
        </p:spPr>
        <p:txBody>
          <a:bodyPr/>
          <a:lstStyle>
            <a:lvl1pPr>
              <a:defRPr>
                <a:solidFill>
                  <a:schemeClr val="bg2"/>
                </a:solidFill>
              </a:defRPr>
            </a:lvl1pPr>
          </a:lstStyle>
          <a:p>
            <a:fld id="{963ECC65-EBE4-ED49-BC09-ED8715E14D2F}" type="datetime1">
              <a:rPr lang="en-US" smtClean="0"/>
              <a:pPr/>
              <a:t>10/22/2026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accent4"/>
                </a:solidFill>
              </a:defRPr>
            </a:lvl1p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accent4"/>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09882137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8">
    <p:bg>
      <p:bgPr>
        <a:solidFill>
          <a:schemeClr val="accent2"/>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C7832F5-5743-B852-CFBD-A453688C9E3D}"/>
              </a:ext>
            </a:extLst>
          </p:cNvPr>
          <p:cNvSpPr>
            <a:spLocks noGrp="1"/>
          </p:cNvSpPr>
          <p:nvPr>
            <p:ph type="title"/>
          </p:nvPr>
        </p:nvSpPr>
        <p:spPr>
          <a:xfrm>
            <a:off x="1190627" y="634998"/>
            <a:ext cx="9810752" cy="1113477"/>
          </a:xfrm>
        </p:spPr>
        <p:txBody>
          <a:bodyPr anchor="ctr">
            <a:normAutofit/>
          </a:bodyPr>
          <a:lstStyle>
            <a:lvl1pPr>
              <a:defRPr sz="6000"/>
            </a:lvl1pPr>
          </a:lstStyle>
          <a:p>
            <a:r>
              <a:rPr lang="en-US"/>
              <a:t>Click to edit Master title style</a:t>
            </a:r>
            <a:endParaRPr lang="en-US" dirty="0"/>
          </a:p>
        </p:txBody>
      </p:sp>
      <p:sp>
        <p:nvSpPr>
          <p:cNvPr id="15" name="Content Placeholder 2">
            <a:extLst>
              <a:ext uri="{FF2B5EF4-FFF2-40B4-BE49-F238E27FC236}">
                <a16:creationId xmlns:a16="http://schemas.microsoft.com/office/drawing/2014/main" id="{7520727E-663D-7628-6197-3DD428E0276A}"/>
              </a:ext>
            </a:extLst>
          </p:cNvPr>
          <p:cNvSpPr>
            <a:spLocks noGrp="1"/>
          </p:cNvSpPr>
          <p:nvPr>
            <p:ph idx="1"/>
          </p:nvPr>
        </p:nvSpPr>
        <p:spPr>
          <a:xfrm>
            <a:off x="1190627" y="2129474"/>
            <a:ext cx="9810752" cy="4093526"/>
          </a:xfrm>
        </p:spPr>
        <p:txBody>
          <a:bodyPr>
            <a:normAutofit/>
          </a:bodyPr>
          <a:lstStyle>
            <a:lvl1pPr marL="0" indent="0">
              <a:buNone/>
              <a:defRPr sz="2000"/>
            </a:lvl1pPr>
            <a:lvl2pPr marL="228600" indent="0">
              <a:buNone/>
              <a:defRPr sz="2000"/>
            </a:lvl2pPr>
            <a:lvl3pPr marL="457200" indent="0">
              <a:buNone/>
              <a:defRPr sz="2000"/>
            </a:lvl3pPr>
          </a:lstStyle>
          <a:p>
            <a:pPr lvl="0"/>
            <a:r>
              <a:rPr lang="en-US"/>
              <a:t>Click to edit Master text styles</a:t>
            </a:r>
          </a:p>
        </p:txBody>
      </p:sp>
      <p:sp>
        <p:nvSpPr>
          <p:cNvPr id="12" name="Date Placeholder 3">
            <a:extLst>
              <a:ext uri="{FF2B5EF4-FFF2-40B4-BE49-F238E27FC236}">
                <a16:creationId xmlns:a16="http://schemas.microsoft.com/office/drawing/2014/main" id="{5E108DBA-B2DF-B1F4-86B4-10B43D8013C4}"/>
              </a:ext>
            </a:extLst>
          </p:cNvPr>
          <p:cNvSpPr>
            <a:spLocks noGrp="1"/>
          </p:cNvSpPr>
          <p:nvPr>
            <p:ph type="dt" sz="half" idx="10"/>
          </p:nvPr>
        </p:nvSpPr>
        <p:spPr>
          <a:xfrm>
            <a:off x="1189917" y="6453002"/>
            <a:ext cx="3772610" cy="365125"/>
          </a:xfrm>
        </p:spPr>
        <p:txBody>
          <a:bodyPr/>
          <a:lstStyle/>
          <a:p>
            <a:fld id="{33FB2205-A044-144F-84D4-6B27EB969208}" type="datetime1">
              <a:rPr lang="en-US" smtClean="0"/>
              <a:t>10/22/2026</a:t>
            </a:fld>
            <a:endParaRPr lang="en-US" dirty="0"/>
          </a:p>
        </p:txBody>
      </p:sp>
      <p:sp>
        <p:nvSpPr>
          <p:cNvPr id="13" name="Footer Placeholder 4">
            <a:extLst>
              <a:ext uri="{FF2B5EF4-FFF2-40B4-BE49-F238E27FC236}">
                <a16:creationId xmlns:a16="http://schemas.microsoft.com/office/drawing/2014/main" id="{62434A56-2457-3A7F-DA99-C2DF07C2EE3E}"/>
              </a:ext>
            </a:extLst>
          </p:cNvPr>
          <p:cNvSpPr>
            <a:spLocks noGrp="1"/>
          </p:cNvSpPr>
          <p:nvPr>
            <p:ph type="ftr" sz="quarter" idx="11"/>
          </p:nvPr>
        </p:nvSpPr>
        <p:spPr>
          <a:xfrm>
            <a:off x="7816531" y="6453002"/>
            <a:ext cx="2805405" cy="365125"/>
          </a:xfrm>
        </p:spPr>
        <p:txBody>
          <a:bodyPr/>
          <a:lstStyle/>
          <a:p>
            <a:r>
              <a:rPr lang="en-US" dirty="0"/>
              <a:t>Sample Footer Text</a:t>
            </a:r>
          </a:p>
        </p:txBody>
      </p:sp>
      <p:sp>
        <p:nvSpPr>
          <p:cNvPr id="14" name="Slide Number Placeholder 5">
            <a:extLst>
              <a:ext uri="{FF2B5EF4-FFF2-40B4-BE49-F238E27FC236}">
                <a16:creationId xmlns:a16="http://schemas.microsoft.com/office/drawing/2014/main" id="{89527412-BB07-9FB8-4801-2558FA87660A}"/>
              </a:ext>
            </a:extLst>
          </p:cNvPr>
          <p:cNvSpPr>
            <a:spLocks noGrp="1"/>
          </p:cNvSpPr>
          <p:nvPr>
            <p:ph type="sldNum" sz="quarter" idx="12"/>
          </p:nvPr>
        </p:nvSpPr>
        <p:spPr>
          <a:xfrm>
            <a:off x="10572172" y="6453002"/>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7794170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9">
    <p:bg>
      <p:bgPr>
        <a:solidFill>
          <a:schemeClr val="accent2"/>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F11D39F5-1C3E-0C82-7C38-50FAC164C4D7}"/>
              </a:ext>
            </a:extLst>
          </p:cNvPr>
          <p:cNvSpPr/>
          <p:nvPr/>
        </p:nvSpPr>
        <p:spPr>
          <a:xfrm rot="5400000">
            <a:off x="7975599" y="2641600"/>
            <a:ext cx="6858000" cy="1574800"/>
          </a:xfrm>
          <a:prstGeom prst="rect">
            <a:avLst/>
          </a:prstGeom>
          <a:solidFill>
            <a:schemeClr val="bg2"/>
          </a:solidFill>
          <a:ln w="476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90628" y="634998"/>
            <a:ext cx="7538418" cy="1494477"/>
          </a:xfrm>
        </p:spPr>
        <p:txBody>
          <a:bodyPr anchor="b"/>
          <a:lstStyle/>
          <a:p>
            <a:r>
              <a:rPr lang="en-US"/>
              <a:t>Click to edit Master title style</a:t>
            </a:r>
            <a:endParaRPr lang="en-US" dirty="0"/>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1190627" y="2694626"/>
            <a:ext cx="7538418" cy="3528373"/>
          </a:xfrm>
        </p:spPr>
        <p:txBody>
          <a:bodyPr>
            <a:normAutofit/>
          </a:bodyPr>
          <a:lstStyle>
            <a:lvl1pPr marL="0" indent="0">
              <a:buNone/>
              <a:defRPr sz="1600"/>
            </a:lvl1pPr>
            <a:lvl2pPr marL="228600" indent="0">
              <a:buNone/>
              <a:defRPr sz="1800"/>
            </a:lvl2pPr>
            <a:lvl3pPr marL="457200" indent="0">
              <a:buNone/>
              <a:defRPr sz="1800"/>
            </a:lvl3pPr>
          </a:lstStyle>
          <a:p>
            <a:pPr lvl="0"/>
            <a:r>
              <a:rPr lang="en-US"/>
              <a:t>Click to edit Master text styles</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190627" y="6421438"/>
            <a:ext cx="3494314" cy="365125"/>
          </a:xfrm>
        </p:spPr>
        <p:txBody>
          <a:bodyPr/>
          <a:lstStyle/>
          <a:p>
            <a:fld id="{98B6B797-8C96-7B40-858A-31DC30E46B99}" type="datetime1">
              <a:rPr lang="en-US" smtClean="0"/>
              <a:t>10/22/2026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544197" y="6421438"/>
            <a:ext cx="2805405" cy="365125"/>
          </a:xfr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8299838" y="6421438"/>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32897657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48912" y="634999"/>
            <a:ext cx="6208788" cy="1143000"/>
          </a:xfrm>
        </p:spPr>
        <p:txBody>
          <a:bodyPr anchor="b"/>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1"/>
            <a:ext cx="4793885" cy="6858000"/>
          </a:xfrm>
          <a:blipFill dpi="0" rotWithShape="1">
            <a:blip r:embed="rId2">
              <a:alphaModFix amt="60000"/>
            </a:blip>
            <a:srcRect/>
            <a:stretch>
              <a:fillRect/>
            </a:stretch>
          </a:blipFill>
        </p:spPr>
        <p:txBody>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48911" y="1915159"/>
            <a:ext cx="6209051" cy="4307841"/>
          </a:xfrm>
        </p:spPr>
        <p:txBody>
          <a:bodyPr>
            <a:normAutofit/>
          </a:bodyPr>
          <a:lstStyle>
            <a:lvl1pPr marL="0" indent="0">
              <a:buNone/>
              <a:defRPr sz="1600"/>
            </a:lvl1pPr>
          </a:lstStyle>
          <a:p>
            <a:pPr lvl="0"/>
            <a:r>
              <a:rPr lang="en-US"/>
              <a:t>Click to edit Master text styles</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5348911" y="6453002"/>
            <a:ext cx="3337584" cy="365125"/>
          </a:xfrm>
        </p:spPr>
        <p:txBody>
          <a:bodyPr/>
          <a:lstStyle/>
          <a:p>
            <a:fld id="{BFA5863C-A0B8-5146-806B-13D8F1D9F15D}" type="datetime1">
              <a:rPr lang="en-US" smtClean="0"/>
              <a:t>10/22/2026</a:t>
            </a:fld>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p:txBody>
          <a:bodyPr/>
          <a:lstStyle/>
          <a:p>
            <a:r>
              <a:rPr lang="en-US" dirty="0"/>
              <a:t>Sample Footer Text</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93973805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2">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3902" y="660216"/>
            <a:ext cx="6209067" cy="1143000"/>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34028" y="1940376"/>
            <a:ext cx="6209067" cy="4282624"/>
          </a:xfrm>
        </p:spPr>
        <p:txBody>
          <a:bodyPr>
            <a:normAutofit/>
          </a:bodyPr>
          <a:lstStyle>
            <a:lvl1pPr marL="0" indent="0">
              <a:buNone/>
              <a:defRPr sz="1600"/>
            </a:lvl1pPr>
          </a:lstStyle>
          <a:p>
            <a:pPr lvl="0"/>
            <a:r>
              <a:rPr lang="en-US"/>
              <a:t>Click to edit Master text styles</a:t>
            </a:r>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p:txBody>
          <a:bodyPr/>
          <a:lstStyle/>
          <a:p>
            <a:fld id="{816B9C00-63B5-9D48-BD54-5CD50E6D1896}" type="datetime1">
              <a:rPr lang="en-US" smtClean="0"/>
              <a:t>10/22/2026</a:t>
            </a:fld>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3658121" y="6453002"/>
            <a:ext cx="2805405" cy="365125"/>
          </a:xfrm>
        </p:spPr>
        <p:txBody>
          <a:bodyPr/>
          <a:lstStyle/>
          <a:p>
            <a:r>
              <a:rPr lang="en-US" dirty="0"/>
              <a:t>Sample Footer Text</a:t>
            </a:r>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413762" y="6453002"/>
            <a:ext cx="429207" cy="365125"/>
          </a:xfrm>
        </p:spPr>
        <p:txBody>
          <a:bodyPr/>
          <a:lstStyle/>
          <a:p>
            <a:fld id="{CC057153-B650-4DEB-B370-79DDCFDCE934}" type="slidenum">
              <a:rPr lang="en-US" smtClean="0"/>
              <a:t>‹#›</a:t>
            </a:fld>
            <a:endParaRPr lang="en-US" dirty="0"/>
          </a:p>
        </p:txBody>
      </p:sp>
      <p:sp>
        <p:nvSpPr>
          <p:cNvPr id="4" name="Picture Placeholder 10">
            <a:extLst>
              <a:ext uri="{FF2B5EF4-FFF2-40B4-BE49-F238E27FC236}">
                <a16:creationId xmlns:a16="http://schemas.microsoft.com/office/drawing/2014/main" id="{8B3FD125-D624-AEDF-7CA5-B4D5FEC26E7B}"/>
              </a:ext>
            </a:extLst>
          </p:cNvPr>
          <p:cNvSpPr>
            <a:spLocks noGrp="1"/>
          </p:cNvSpPr>
          <p:nvPr>
            <p:ph type="pic" sz="quarter" idx="18"/>
          </p:nvPr>
        </p:nvSpPr>
        <p:spPr>
          <a:xfrm>
            <a:off x="7398115" y="1"/>
            <a:ext cx="4793885" cy="6858000"/>
          </a:xfrm>
          <a:blipFill dpi="0" rotWithShape="1">
            <a:blip r:embed="rId2">
              <a:alphaModFix amt="60000"/>
            </a:blip>
            <a:srcRect/>
            <a:stretch>
              <a:fillRect/>
            </a:stretch>
          </a:blipFill>
        </p:spPr>
        <p:txBody>
          <a:bodyPr/>
          <a:lstStyle>
            <a:lvl1pPr marL="0" indent="0">
              <a:buNone/>
              <a:defRPr/>
            </a:lvl1pPr>
          </a:lstStyle>
          <a:p>
            <a:r>
              <a:rPr lang="en-US"/>
              <a:t>Click icon to add picture</a:t>
            </a:r>
            <a:endParaRPr lang="en-US" dirty="0"/>
          </a:p>
        </p:txBody>
      </p:sp>
    </p:spTree>
    <p:extLst>
      <p:ext uri="{BB962C8B-B14F-4D97-AF65-F5344CB8AC3E}">
        <p14:creationId xmlns:p14="http://schemas.microsoft.com/office/powerpoint/2010/main" val="395365390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3">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57395" y="634999"/>
            <a:ext cx="6900567" cy="883474"/>
          </a:xfrm>
        </p:spPr>
        <p:txBody>
          <a:bodyPr anchor="b"/>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1"/>
            <a:ext cx="4023360" cy="6858000"/>
          </a:xfrm>
          <a:blipFill dpi="0" rotWithShape="1">
            <a:blip r:embed="rId2">
              <a:alphaModFix amt="60000"/>
            </a:blip>
            <a:srcRect/>
            <a:stretch>
              <a:fillRect/>
            </a:stretch>
          </a:blipFill>
        </p:spPr>
        <p:txBody>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57395" y="1748474"/>
            <a:ext cx="6900567" cy="4474525"/>
          </a:xfrm>
        </p:spPr>
        <p:txBody>
          <a:bodyPr>
            <a:normAutofit/>
          </a:bodyPr>
          <a:lstStyle>
            <a:lvl1pPr marL="0" indent="0">
              <a:buNone/>
              <a:defRPr sz="1600"/>
            </a:lvl1pPr>
          </a:lstStyle>
          <a:p>
            <a:pPr lvl="0"/>
            <a:r>
              <a:rPr lang="en-US"/>
              <a:t>Click to edit Master text styles</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4657395" y="6453002"/>
            <a:ext cx="3494314" cy="365125"/>
          </a:xfrm>
        </p:spPr>
        <p:txBody>
          <a:bodyPr/>
          <a:lstStyle/>
          <a:p>
            <a:fld id="{704ADAB5-C8B9-EA4F-9B54-B9C671E97959}" type="datetime1">
              <a:rPr lang="en-US" smtClean="0"/>
              <a:t>10/22/2026</a:t>
            </a:fld>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65242244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4">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9" y="634999"/>
            <a:ext cx="6595446" cy="1113474"/>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34029" y="1748474"/>
            <a:ext cx="6595450" cy="4474526"/>
          </a:xfrm>
        </p:spPr>
        <p:txBody>
          <a:bodyPr/>
          <a:lstStyle>
            <a:lvl1pPr marL="0" indent="0">
              <a:buNone/>
              <a:defRPr/>
            </a:lvl1pPr>
          </a:lstStyle>
          <a:p>
            <a:pPr lvl="0"/>
            <a:r>
              <a:rPr lang="en-US"/>
              <a:t>Click to edit Master text styles</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p:txBody>
          <a:bodyPr/>
          <a:lstStyle/>
          <a:p>
            <a:fld id="{05D2C4BB-DA67-B545-8C46-DE9F222B5CD8}" type="datetime1">
              <a:rPr lang="en-US" smtClean="0"/>
              <a:t>10/22/2026</a:t>
            </a:fld>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4044627" y="6453002"/>
            <a:ext cx="2805405" cy="365125"/>
          </a:xfrm>
        </p:spPr>
        <p:txBody>
          <a:bodyPr/>
          <a:lstStyle/>
          <a:p>
            <a:r>
              <a:rPr lang="en-US" dirty="0"/>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6800268" y="6453002"/>
            <a:ext cx="429207" cy="365125"/>
          </a:xfrm>
        </p:spPr>
        <p:txBody>
          <a:bodyPr/>
          <a:lstStyle/>
          <a:p>
            <a:fld id="{CC057153-B650-4DEB-B370-79DDCFDCE934}" type="slidenum">
              <a:rPr lang="en-US" smtClean="0"/>
              <a:t>‹#›</a:t>
            </a:fld>
            <a:endParaRPr lang="en-US" dirty="0"/>
          </a:p>
        </p:txBody>
      </p:sp>
      <p:sp>
        <p:nvSpPr>
          <p:cNvPr id="3" name="Picture Placeholder 10">
            <a:extLst>
              <a:ext uri="{FF2B5EF4-FFF2-40B4-BE49-F238E27FC236}">
                <a16:creationId xmlns:a16="http://schemas.microsoft.com/office/drawing/2014/main" id="{7EFBCD2C-CE3F-48B5-7374-15896E8E2FEB}"/>
              </a:ext>
            </a:extLst>
          </p:cNvPr>
          <p:cNvSpPr>
            <a:spLocks noGrp="1"/>
          </p:cNvSpPr>
          <p:nvPr>
            <p:ph type="pic" sz="quarter" idx="18"/>
          </p:nvPr>
        </p:nvSpPr>
        <p:spPr>
          <a:xfrm>
            <a:off x="8168640" y="1"/>
            <a:ext cx="4023360" cy="6858000"/>
          </a:xfrm>
          <a:blipFill dpi="0" rotWithShape="1">
            <a:blip r:embed="rId2">
              <a:alphaModFix amt="60000"/>
            </a:blip>
            <a:srcRect/>
            <a:stretch>
              <a:fillRect/>
            </a:stretch>
          </a:blipFill>
        </p:spPr>
        <p:txBody>
          <a:bodyPr/>
          <a:lstStyle>
            <a:lvl1pPr marL="0" indent="0">
              <a:buNone/>
              <a:defRPr/>
            </a:lvl1pPr>
          </a:lstStyle>
          <a:p>
            <a:r>
              <a:rPr lang="en-US"/>
              <a:t>Click icon to add picture</a:t>
            </a:r>
            <a:endParaRPr lang="en-US" dirty="0"/>
          </a:p>
        </p:txBody>
      </p:sp>
    </p:spTree>
    <p:extLst>
      <p:ext uri="{BB962C8B-B14F-4D97-AF65-F5344CB8AC3E}">
        <p14:creationId xmlns:p14="http://schemas.microsoft.com/office/powerpoint/2010/main" val="386551916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5">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45544" y="634999"/>
            <a:ext cx="4312418" cy="1494476"/>
          </a:xfrm>
        </p:spPr>
        <p:txBody>
          <a:bodyPr anchor="b"/>
          <a:lstStyle>
            <a:lvl1pPr>
              <a:defRPr>
                <a:solidFill>
                  <a:schemeClr val="accent4"/>
                </a:solidFill>
              </a:defRPr>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6611509" cy="6858000"/>
          </a:xfrm>
          <a:blipFill dpi="0" rotWithShape="1">
            <a:blip r:embed="rId2">
              <a:alphaModFix amt="60000"/>
            </a:blip>
            <a:srcRect/>
            <a:stretch>
              <a:fillRect/>
            </a:stretch>
          </a:blipFill>
        </p:spPr>
        <p:txBody>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45480" y="2129475"/>
            <a:ext cx="4313171" cy="4093525"/>
          </a:xfrm>
        </p:spPr>
        <p:txBody>
          <a:bodyPr>
            <a:normAutofit/>
          </a:bodyPr>
          <a:lstStyle>
            <a:lvl1pPr marL="0" indent="0">
              <a:buNone/>
              <a:defRPr sz="1600">
                <a:solidFill>
                  <a:schemeClr val="accent4"/>
                </a:solidFill>
              </a:defRPr>
            </a:lvl1pPr>
            <a:lvl2pPr marL="228600" indent="0">
              <a:buNone/>
              <a:defRPr sz="1600">
                <a:solidFill>
                  <a:schemeClr val="accent4"/>
                </a:solidFill>
              </a:defRPr>
            </a:lvl2pPr>
            <a:lvl3pPr marL="457200" indent="0">
              <a:buNone/>
              <a:defRPr sz="1600">
                <a:solidFill>
                  <a:schemeClr val="accent4"/>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253745" y="6453002"/>
            <a:ext cx="1622776" cy="365125"/>
          </a:xfrm>
        </p:spPr>
        <p:txBody>
          <a:bodyPr/>
          <a:lstStyle>
            <a:lvl1pPr>
              <a:defRPr>
                <a:solidFill>
                  <a:schemeClr val="accent4"/>
                </a:solidFill>
                <a:effectLst/>
              </a:defRPr>
            </a:lvl1pPr>
          </a:lstStyle>
          <a:p>
            <a:fld id="{D57B857B-6F63-1F48-955E-B52C073CE06D}" type="datetime1">
              <a:rPr lang="en-US" smtClean="0"/>
              <a:pPr/>
              <a:t>10/22/2026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accent4"/>
                </a:solidFill>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accent4"/>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91626269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6">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83413"/>
            <a:ext cx="4361688" cy="1527048"/>
          </a:xfrm>
        </p:spPr>
        <p:txBody>
          <a:bodyPr anchor="b"/>
          <a:lstStyle>
            <a:lvl1pPr>
              <a:defRPr>
                <a:solidFill>
                  <a:schemeClr val="bg2"/>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2212975"/>
            <a:ext cx="4360863" cy="4095750"/>
          </a:xfrm>
        </p:spPr>
        <p:txBody>
          <a:bodyPr>
            <a:normAutofit/>
          </a:bodyPr>
          <a:lstStyle>
            <a:lvl1pPr marL="0" indent="0">
              <a:buFont typeface="Arial" panose="020B0604020202020204" pitchFamily="34" charset="0"/>
              <a:buNone/>
              <a:defRPr sz="1600">
                <a:solidFill>
                  <a:schemeClr val="bg2"/>
                </a:solidFill>
              </a:defRPr>
            </a:lvl1pPr>
            <a:lvl2pPr marL="228600" indent="0">
              <a:buFont typeface="Arial" panose="020B0604020202020204" pitchFamily="34" charset="0"/>
              <a:buNone/>
              <a:defRPr sz="1600">
                <a:solidFill>
                  <a:schemeClr val="bg2"/>
                </a:solidFill>
              </a:defRPr>
            </a:lvl2pPr>
            <a:lvl3pPr marL="457200" indent="0">
              <a:buFont typeface="Arial" panose="020B0604020202020204" pitchFamily="34" charset="0"/>
              <a:buNone/>
              <a:defRPr sz="1600">
                <a:solidFill>
                  <a:schemeClr val="bg2"/>
                </a:solidFill>
              </a:defRPr>
            </a:lvl3pPr>
          </a:lstStyle>
          <a:p>
            <a:pPr lvl="0"/>
            <a:r>
              <a:rPr lang="en-US"/>
              <a:t>Click to edit Master text styles</a:t>
            </a:r>
          </a:p>
          <a:p>
            <a:pPr lvl="1"/>
            <a:r>
              <a:rPr lang="en-US"/>
              <a:t>Second level</a:t>
            </a:r>
          </a:p>
          <a:p>
            <a:pPr lvl="2"/>
            <a:r>
              <a:rPr lang="en-US"/>
              <a:t>Third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12648" y="6453002"/>
            <a:ext cx="2031073" cy="365125"/>
          </a:xfrm>
        </p:spPr>
        <p:txBody>
          <a:bodyPr/>
          <a:lstStyle>
            <a:lvl1pPr>
              <a:defRPr>
                <a:solidFill>
                  <a:schemeClr val="bg2"/>
                </a:solidFill>
              </a:defRPr>
            </a:lvl1pPr>
          </a:lstStyle>
          <a:p>
            <a:fld id="{EF855CF3-0CDC-6146-833E-B14CBD3A1129}" type="datetime1">
              <a:rPr lang="en-US" smtClean="0"/>
              <a:pPr/>
              <a:t>10/22/2026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788790" y="6453002"/>
            <a:ext cx="2805405" cy="365125"/>
          </a:xfrm>
        </p:spPr>
        <p:txBody>
          <a:bodyPr/>
          <a:lstStyle>
            <a:lvl1pPr>
              <a:defRPr>
                <a:solidFill>
                  <a:schemeClr val="bg2"/>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544431" y="6453002"/>
            <a:ext cx="429207" cy="365125"/>
          </a:xfrm>
        </p:spPr>
        <p:txBody>
          <a:bodyPr/>
          <a:lstStyle>
            <a:lvl1pPr>
              <a:defRPr>
                <a:solidFill>
                  <a:schemeClr val="bg2"/>
                </a:solidFill>
                <a:effectLst/>
              </a:defRPr>
            </a:lvl1pPr>
          </a:lstStyle>
          <a:p>
            <a:fld id="{CC057153-B650-4DEB-B370-79DDCFDCE934}" type="slidenum">
              <a:rPr lang="en-US" smtClean="0"/>
              <a:pPr/>
              <a:t>‹#›</a:t>
            </a:fld>
            <a:endParaRPr lang="en-US" dirty="0"/>
          </a:p>
        </p:txBody>
      </p:sp>
      <p:sp>
        <p:nvSpPr>
          <p:cNvPr id="3" name="Picture Placeholder 10">
            <a:extLst>
              <a:ext uri="{FF2B5EF4-FFF2-40B4-BE49-F238E27FC236}">
                <a16:creationId xmlns:a16="http://schemas.microsoft.com/office/drawing/2014/main" id="{E89FF669-6F70-0BBE-AEF9-386870F53818}"/>
              </a:ext>
            </a:extLst>
          </p:cNvPr>
          <p:cNvSpPr>
            <a:spLocks noGrp="1"/>
          </p:cNvSpPr>
          <p:nvPr>
            <p:ph type="pic" sz="quarter" idx="15"/>
          </p:nvPr>
        </p:nvSpPr>
        <p:spPr>
          <a:xfrm>
            <a:off x="5580491" y="0"/>
            <a:ext cx="6611509" cy="6858000"/>
          </a:xfrm>
          <a:blipFill dpi="0" rotWithShape="1">
            <a:blip r:embed="rId2">
              <a:alphaModFix amt="60000"/>
            </a:blip>
            <a:srcRect/>
            <a:stretch>
              <a:fillRect/>
            </a:stretch>
          </a:blipFill>
        </p:spPr>
        <p:txBody>
          <a:bodyPr/>
          <a:lstStyle>
            <a:lvl1pPr marL="0" indent="0">
              <a:buNone/>
              <a:defRPr/>
            </a:lvl1pPr>
          </a:lstStyle>
          <a:p>
            <a:r>
              <a:rPr lang="en-US"/>
              <a:t>Click icon to add picture</a:t>
            </a:r>
            <a:endParaRPr lang="en-US" dirty="0"/>
          </a:p>
        </p:txBody>
      </p:sp>
    </p:spTree>
    <p:extLst>
      <p:ext uri="{BB962C8B-B14F-4D97-AF65-F5344CB8AC3E}">
        <p14:creationId xmlns:p14="http://schemas.microsoft.com/office/powerpoint/2010/main" val="242167505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7">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14034" y="634999"/>
            <a:ext cx="4343792" cy="1113473"/>
          </a:xfrm>
        </p:spPr>
        <p:txBody>
          <a:bodyPr anchor="b">
            <a:noAutofit/>
          </a:bodyPr>
          <a:lstStyle>
            <a:lvl1pPr>
              <a:defRPr sz="4800">
                <a:solidFill>
                  <a:schemeClr val="accent4"/>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6492240" cy="6858000"/>
          </a:xfrm>
          <a:blipFill dpi="0" rotWithShape="1">
            <a:blip r:embed="rId2">
              <a:alphaModFix amt="60000"/>
            </a:blip>
            <a:srcRect/>
            <a:stretch>
              <a:fillRect/>
            </a:stretch>
          </a:blipFill>
        </p:spPr>
        <p:txBody>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24097" y="2129472"/>
            <a:ext cx="4333866" cy="4093527"/>
          </a:xfrm>
        </p:spPr>
        <p:txBody>
          <a:bodyPr>
            <a:normAutofit/>
          </a:bodyPr>
          <a:lstStyle>
            <a:lvl1pPr>
              <a:defRPr sz="1600">
                <a:solidFill>
                  <a:schemeClr val="accent4"/>
                </a:solidFill>
              </a:defRPr>
            </a:lvl1pPr>
            <a:lvl2pPr>
              <a:defRPr sz="1600">
                <a:solidFill>
                  <a:schemeClr val="accent4"/>
                </a:solidFill>
              </a:defRPr>
            </a:lvl2pPr>
            <a:lvl3pPr>
              <a:defRPr sz="1600">
                <a:solidFill>
                  <a:schemeClr val="accent4"/>
                </a:solidFill>
              </a:defRPr>
            </a:lvl3pPr>
          </a:lstStyle>
          <a:p>
            <a:pPr lvl="0"/>
            <a:r>
              <a:rPr lang="en-US"/>
              <a:t>Click to edit Master text styles</a:t>
            </a:r>
          </a:p>
          <a:p>
            <a:pPr lvl="1"/>
            <a:r>
              <a:rPr lang="en-US"/>
              <a:t>Second level</a:t>
            </a:r>
          </a:p>
          <a:p>
            <a:pPr lvl="2"/>
            <a:r>
              <a:rPr lang="en-US"/>
              <a:t>Third level</a:t>
            </a:r>
          </a:p>
        </p:txBody>
      </p:sp>
      <p:sp>
        <p:nvSpPr>
          <p:cNvPr id="29" name="Date Placeholder 4">
            <a:extLst>
              <a:ext uri="{FF2B5EF4-FFF2-40B4-BE49-F238E27FC236}">
                <a16:creationId xmlns:a16="http://schemas.microsoft.com/office/drawing/2014/main" id="{5BA59051-2E37-B44E-3BE4-036CFCEC01F4}"/>
              </a:ext>
            </a:extLst>
          </p:cNvPr>
          <p:cNvSpPr>
            <a:spLocks noGrp="1"/>
          </p:cNvSpPr>
          <p:nvPr>
            <p:ph type="dt" sz="half" idx="10"/>
          </p:nvPr>
        </p:nvSpPr>
        <p:spPr>
          <a:xfrm>
            <a:off x="7214034" y="6455100"/>
            <a:ext cx="1622776" cy="365125"/>
          </a:xfrm>
        </p:spPr>
        <p:txBody>
          <a:bodyPr/>
          <a:lstStyle>
            <a:lvl1pPr>
              <a:defRPr>
                <a:solidFill>
                  <a:schemeClr val="accent4"/>
                </a:solidFill>
                <a:effectLst/>
              </a:defRPr>
            </a:lvl1pPr>
          </a:lstStyle>
          <a:p>
            <a:fld id="{D57B857B-6F63-1F48-955E-B52C073CE06D}" type="datetime1">
              <a:rPr lang="en-US" smtClean="0"/>
              <a:pPr/>
              <a:t>10/22/2026</a:t>
            </a:fld>
            <a:endParaRPr lang="en-US" dirty="0"/>
          </a:p>
        </p:txBody>
      </p:sp>
      <p:sp>
        <p:nvSpPr>
          <p:cNvPr id="30" name="Footer Placeholder 5">
            <a:extLst>
              <a:ext uri="{FF2B5EF4-FFF2-40B4-BE49-F238E27FC236}">
                <a16:creationId xmlns:a16="http://schemas.microsoft.com/office/drawing/2014/main" id="{4869ACB0-9C5A-6BE0-8C80-D9E0A37A0D8F}"/>
              </a:ext>
            </a:extLst>
          </p:cNvPr>
          <p:cNvSpPr>
            <a:spLocks noGrp="1"/>
          </p:cNvSpPr>
          <p:nvPr>
            <p:ph type="ftr" sz="quarter" idx="11"/>
          </p:nvPr>
        </p:nvSpPr>
        <p:spPr>
          <a:xfrm>
            <a:off x="8373114" y="6453002"/>
            <a:ext cx="2805405" cy="365125"/>
          </a:xfrm>
        </p:spPr>
        <p:txBody>
          <a:bodyPr/>
          <a:lstStyle>
            <a:lvl1pPr>
              <a:defRPr>
                <a:solidFill>
                  <a:schemeClr val="accent4"/>
                </a:solidFill>
              </a:defRPr>
            </a:lvl1pPr>
          </a:lstStyle>
          <a:p>
            <a:r>
              <a:rPr lang="en-US" dirty="0"/>
              <a:t>Sample Footer Text</a:t>
            </a:r>
          </a:p>
        </p:txBody>
      </p:sp>
      <p:sp>
        <p:nvSpPr>
          <p:cNvPr id="31" name="Slide Number Placeholder 6">
            <a:extLst>
              <a:ext uri="{FF2B5EF4-FFF2-40B4-BE49-F238E27FC236}">
                <a16:creationId xmlns:a16="http://schemas.microsoft.com/office/drawing/2014/main" id="{C03A7A90-B1A7-F3FA-F3F7-2FFCEF01B5A9}"/>
              </a:ext>
            </a:extLst>
          </p:cNvPr>
          <p:cNvSpPr>
            <a:spLocks noGrp="1"/>
          </p:cNvSpPr>
          <p:nvPr>
            <p:ph type="sldNum" sz="quarter" idx="12"/>
          </p:nvPr>
        </p:nvSpPr>
        <p:spPr>
          <a:xfrm>
            <a:off x="11128755" y="6453002"/>
            <a:ext cx="429207" cy="365125"/>
          </a:xfrm>
        </p:spPr>
        <p:txBody>
          <a:bodyPr/>
          <a:lstStyle>
            <a:lvl1pPr>
              <a:defRPr>
                <a:solidFill>
                  <a:schemeClr val="accent4"/>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28472582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8">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9" y="634998"/>
            <a:ext cx="4714755" cy="1113477"/>
          </a:xfrm>
        </p:spPr>
        <p:txBody>
          <a:bodyPr anchor="b">
            <a:noAutofit/>
          </a:bodyPr>
          <a:lstStyle>
            <a:lvl1pPr>
              <a:defRPr sz="4800">
                <a:solidFill>
                  <a:schemeClr val="accent4"/>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34155" y="2129475"/>
            <a:ext cx="4714755" cy="4093526"/>
          </a:xfrm>
        </p:spPr>
        <p:txBody>
          <a:bodyPr>
            <a:normAutofit/>
          </a:bodyPr>
          <a:lstStyle>
            <a:lvl1pPr marL="0" indent="0">
              <a:buNone/>
              <a:defRPr sz="1600">
                <a:solidFill>
                  <a:schemeClr val="accent4"/>
                </a:solidFill>
              </a:defRPr>
            </a:lvl1pPr>
            <a:lvl2pPr marL="228600" indent="0">
              <a:buNone/>
              <a:defRPr sz="1600">
                <a:solidFill>
                  <a:schemeClr val="accent4"/>
                </a:solidFill>
              </a:defRPr>
            </a:lvl2pPr>
            <a:lvl3pPr marL="457200" indent="0">
              <a:buNone/>
              <a:defRPr sz="1600">
                <a:solidFill>
                  <a:schemeClr val="accent4"/>
                </a:solidFill>
              </a:defRPr>
            </a:lvl3pPr>
          </a:lstStyle>
          <a:p>
            <a:pPr lvl="0"/>
            <a:r>
              <a:rPr lang="en-US"/>
              <a:t>Click to edit Master text styles</a:t>
            </a:r>
          </a:p>
          <a:p>
            <a:pPr lvl="1"/>
            <a:r>
              <a:rPr lang="en-US"/>
              <a:t>Second level</a:t>
            </a:r>
          </a:p>
          <a:p>
            <a:pPr lvl="2"/>
            <a:r>
              <a:rPr lang="en-US"/>
              <a:t>Third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34029" y="6453002"/>
            <a:ext cx="2031073" cy="365125"/>
          </a:xfrm>
        </p:spPr>
        <p:txBody>
          <a:bodyPr/>
          <a:lstStyle>
            <a:lvl1pPr>
              <a:defRPr>
                <a:solidFill>
                  <a:schemeClr val="accent4"/>
                </a:solidFill>
              </a:defRPr>
            </a:lvl1pPr>
          </a:lstStyle>
          <a:p>
            <a:fld id="{1F24CE17-0024-E947-9A0B-6CE584FBBF88}" type="datetime1">
              <a:rPr lang="en-US" smtClean="0"/>
              <a:pPr/>
              <a:t>10/22/2026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453002"/>
            <a:ext cx="2805405" cy="365125"/>
          </a:xfrm>
        </p:spPr>
        <p:txBody>
          <a:bodyPr/>
          <a:lstStyle>
            <a:lvl1pPr>
              <a:defRPr>
                <a:solidFill>
                  <a:schemeClr val="accent4"/>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453002"/>
            <a:ext cx="429207" cy="365125"/>
          </a:xfrm>
        </p:spPr>
        <p:txBody>
          <a:bodyPr/>
          <a:lstStyle>
            <a:lvl1pPr>
              <a:defRPr>
                <a:solidFill>
                  <a:schemeClr val="accent4"/>
                </a:solidFill>
                <a:effectLst/>
              </a:defRPr>
            </a:lvl1pPr>
          </a:lstStyle>
          <a:p>
            <a:fld id="{CC057153-B650-4DEB-B370-79DDCFDCE934}" type="slidenum">
              <a:rPr lang="en-US" smtClean="0"/>
              <a:pPr/>
              <a:t>‹#›</a:t>
            </a:fld>
            <a:endParaRPr lang="en-US" dirty="0"/>
          </a:p>
        </p:txBody>
      </p:sp>
      <p:sp>
        <p:nvSpPr>
          <p:cNvPr id="3" name="Picture Placeholder 10">
            <a:extLst>
              <a:ext uri="{FF2B5EF4-FFF2-40B4-BE49-F238E27FC236}">
                <a16:creationId xmlns:a16="http://schemas.microsoft.com/office/drawing/2014/main" id="{8B63F1E3-73AB-2C61-9938-4FE7FCF5653D}"/>
              </a:ext>
            </a:extLst>
          </p:cNvPr>
          <p:cNvSpPr>
            <a:spLocks noGrp="1"/>
          </p:cNvSpPr>
          <p:nvPr>
            <p:ph type="pic" sz="quarter" idx="15"/>
          </p:nvPr>
        </p:nvSpPr>
        <p:spPr>
          <a:xfrm>
            <a:off x="5699760" y="0"/>
            <a:ext cx="6492240" cy="6858000"/>
          </a:xfrm>
          <a:blipFill dpi="0" rotWithShape="1">
            <a:blip r:embed="rId2">
              <a:alphaModFix amt="60000"/>
            </a:blip>
            <a:srcRect/>
            <a:stretch>
              <a:fillRect/>
            </a:stretch>
          </a:blipFill>
        </p:spPr>
        <p:txBody>
          <a:bodyPr/>
          <a:lstStyle>
            <a:lvl1pPr marL="0" indent="0">
              <a:buNone/>
              <a:defRPr/>
            </a:lvl1pPr>
          </a:lstStyle>
          <a:p>
            <a:r>
              <a:rPr lang="en-US"/>
              <a:t>Click icon to add picture</a:t>
            </a:r>
            <a:endParaRPr lang="en-US" dirty="0"/>
          </a:p>
        </p:txBody>
      </p:sp>
    </p:spTree>
    <p:extLst>
      <p:ext uri="{BB962C8B-B14F-4D97-AF65-F5344CB8AC3E}">
        <p14:creationId xmlns:p14="http://schemas.microsoft.com/office/powerpoint/2010/main" val="371182599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9">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72455" y="634999"/>
            <a:ext cx="3385508" cy="1475462"/>
          </a:xfrm>
        </p:spPr>
        <p:txBody>
          <a:bodyPr anchor="b">
            <a:noAutofit/>
          </a:bodyPr>
          <a:lstStyle>
            <a:lvl1pPr>
              <a:defRPr sz="48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7584144" cy="6858000"/>
          </a:xfrm>
          <a:blipFill dpi="0" rotWithShape="1">
            <a:blip r:embed="rId2">
              <a:alphaModFix amt="60000"/>
            </a:blip>
            <a:srcRect/>
            <a:stretch>
              <a:fillRect/>
            </a:stretch>
          </a:blipFill>
        </p:spPr>
        <p:txBody>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172582" y="2212975"/>
            <a:ext cx="3385508" cy="4010025"/>
          </a:xfrm>
        </p:spPr>
        <p:txBody>
          <a:bodyPr>
            <a:normAutofit/>
          </a:bodyPr>
          <a:lstStyle>
            <a:lvl1pPr marL="285750" indent="-285750">
              <a:buFont typeface="Arial" panose="020B0604020202020204" pitchFamily="34" charset="0"/>
              <a:buChar char="•"/>
              <a:defRPr sz="16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600"/>
            </a:lvl3pPr>
          </a:lstStyle>
          <a:p>
            <a:pPr lvl="0"/>
            <a:r>
              <a:rPr lang="en-US"/>
              <a:t>Click to edit Master text styles</a:t>
            </a:r>
          </a:p>
          <a:p>
            <a:pPr lvl="1"/>
            <a:r>
              <a:rPr lang="en-US"/>
              <a:t>Second level</a:t>
            </a:r>
          </a:p>
          <a:p>
            <a:pPr lvl="2"/>
            <a:r>
              <a:rPr lang="en-US"/>
              <a:t>Third level</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8172455" y="6453002"/>
            <a:ext cx="922372" cy="365125"/>
          </a:xfrm>
        </p:spPr>
        <p:txBody>
          <a:bodyPr/>
          <a:lstStyle/>
          <a:p>
            <a:fld id="{DDF14E10-FD0B-374B-9C00-8A777EDA3C5C}" type="datetime1">
              <a:rPr lang="en-US" smtClean="0"/>
              <a:t>10/22/2026</a:t>
            </a:fld>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8591763" y="6453002"/>
            <a:ext cx="2546891" cy="365125"/>
          </a:xfrm>
        </p:spPr>
        <p:txBody>
          <a:bodyPr/>
          <a:lstStyle/>
          <a:p>
            <a:r>
              <a:rPr lang="en-US" dirty="0"/>
              <a:t>Sample Footer Text</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28756" y="6453002"/>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3742825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0">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30" y="634999"/>
            <a:ext cx="3380186" cy="1475462"/>
          </a:xfrm>
        </p:spPr>
        <p:txBody>
          <a:bodyPr anchor="b">
            <a:noAutofit/>
          </a:bodyPr>
          <a:lstStyle>
            <a:lvl1pPr>
              <a:defRPr sz="4800">
                <a:solidFill>
                  <a:schemeClr val="accent4"/>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34030" y="2212975"/>
            <a:ext cx="3380186" cy="4010025"/>
          </a:xfrm>
        </p:spPr>
        <p:txBody>
          <a:bodyPr>
            <a:normAutofit/>
          </a:bodyPr>
          <a:lstStyle>
            <a:lvl1pPr marL="0" indent="0">
              <a:buNone/>
              <a:defRPr sz="1600">
                <a:solidFill>
                  <a:schemeClr val="accent4"/>
                </a:solidFill>
              </a:defRPr>
            </a:lvl1pPr>
            <a:lvl2pPr marL="228600" indent="0">
              <a:buNone/>
              <a:defRPr sz="1600"/>
            </a:lvl2pPr>
            <a:lvl3pPr marL="457200" indent="0">
              <a:buNone/>
              <a:defRPr sz="1600"/>
            </a:lvl3pPr>
          </a:lstStyle>
          <a:p>
            <a:pPr lvl="0"/>
            <a:r>
              <a:rPr lang="en-US"/>
              <a:t>Click to edit Master text styles</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34030" y="6453002"/>
            <a:ext cx="1067625" cy="365125"/>
          </a:xfrm>
        </p:spPr>
        <p:txBody>
          <a:bodyPr/>
          <a:lstStyle>
            <a:lvl1pPr>
              <a:defRPr>
                <a:solidFill>
                  <a:schemeClr val="accent4"/>
                </a:solidFill>
              </a:defRPr>
            </a:lvl1pPr>
          </a:lstStyle>
          <a:p>
            <a:fld id="{A1924E00-0C44-1C49-925D-DDDBF73CC386}" type="datetime1">
              <a:rPr lang="en-US" smtClean="0"/>
              <a:pPr/>
              <a:t>10/22/2026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29368" y="6453002"/>
            <a:ext cx="2805405" cy="365125"/>
          </a:xfrm>
        </p:spPr>
        <p:txBody>
          <a:bodyPr/>
          <a:lstStyle>
            <a:lvl1pPr>
              <a:defRPr>
                <a:solidFill>
                  <a:schemeClr val="accent4"/>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585009" y="6453002"/>
            <a:ext cx="429207" cy="365125"/>
          </a:xfrm>
        </p:spPr>
        <p:txBody>
          <a:bodyPr/>
          <a:lstStyle>
            <a:lvl1pPr>
              <a:defRPr>
                <a:solidFill>
                  <a:schemeClr val="accent4"/>
                </a:solidFill>
                <a:effectLst/>
              </a:defRPr>
            </a:lvl1pPr>
          </a:lstStyle>
          <a:p>
            <a:fld id="{CC057153-B650-4DEB-B370-79DDCFDCE934}" type="slidenum">
              <a:rPr lang="en-US" smtClean="0"/>
              <a:pPr/>
              <a:t>‹#›</a:t>
            </a:fld>
            <a:endParaRPr lang="en-US" dirty="0"/>
          </a:p>
        </p:txBody>
      </p:sp>
      <p:sp>
        <p:nvSpPr>
          <p:cNvPr id="3" name="Picture Placeholder 10">
            <a:extLst>
              <a:ext uri="{FF2B5EF4-FFF2-40B4-BE49-F238E27FC236}">
                <a16:creationId xmlns:a16="http://schemas.microsoft.com/office/drawing/2014/main" id="{7F8AAA09-9D34-924D-6A0F-78D966786605}"/>
              </a:ext>
            </a:extLst>
          </p:cNvPr>
          <p:cNvSpPr>
            <a:spLocks noGrp="1"/>
          </p:cNvSpPr>
          <p:nvPr>
            <p:ph type="pic" sz="quarter" idx="15"/>
          </p:nvPr>
        </p:nvSpPr>
        <p:spPr>
          <a:xfrm>
            <a:off x="4607856" y="0"/>
            <a:ext cx="7584144" cy="6858000"/>
          </a:xfrm>
          <a:blipFill dpi="0" rotWithShape="1">
            <a:blip r:embed="rId2">
              <a:alphaModFix amt="60000"/>
            </a:blip>
            <a:srcRect/>
            <a:stretch>
              <a:fillRect/>
            </a:stretch>
          </a:blipFill>
        </p:spPr>
        <p:txBody>
          <a:bodyPr/>
          <a:lstStyle>
            <a:lvl1pPr marL="0" indent="0">
              <a:buNone/>
              <a:defRPr/>
            </a:lvl1pPr>
          </a:lstStyle>
          <a:p>
            <a:r>
              <a:rPr lang="en-US"/>
              <a:t>Click icon to add picture</a:t>
            </a:r>
            <a:endParaRPr lang="en-US" dirty="0"/>
          </a:p>
        </p:txBody>
      </p:sp>
    </p:spTree>
    <p:extLst>
      <p:ext uri="{BB962C8B-B14F-4D97-AF65-F5344CB8AC3E}">
        <p14:creationId xmlns:p14="http://schemas.microsoft.com/office/powerpoint/2010/main" val="254390269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1">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72454" y="1078992"/>
            <a:ext cx="3385508" cy="1942773"/>
          </a:xfrm>
        </p:spPr>
        <p:txBody>
          <a:bodyPr anchor="b"/>
          <a:lstStyle>
            <a:lvl1pPr>
              <a:defRPr>
                <a:solidFill>
                  <a:schemeClr val="accent4"/>
                </a:solidFill>
              </a:defRPr>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7781365" cy="6858000"/>
          </a:xfrm>
          <a:blipFill dpi="0" rotWithShape="1">
            <a:blip r:embed="rId2">
              <a:alphaModFix amt="60000"/>
            </a:blip>
            <a:srcRect/>
            <a:stretch>
              <a:fillRect/>
            </a:stretch>
          </a:blipFill>
        </p:spPr>
        <p:txBody>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72454" y="3099816"/>
            <a:ext cx="3385508" cy="2953512"/>
          </a:xfrm>
        </p:spPr>
        <p:txBody>
          <a:bodyPr>
            <a:normAutofit/>
          </a:bodyPr>
          <a:lstStyle>
            <a:lvl1pPr marL="0" indent="0">
              <a:buNone/>
              <a:defRPr sz="1600">
                <a:solidFill>
                  <a:schemeClr val="accent4"/>
                </a:solidFill>
              </a:defRPr>
            </a:lvl1pPr>
            <a:lvl2pPr marL="228600" indent="0">
              <a:buNone/>
              <a:defRPr sz="1600">
                <a:solidFill>
                  <a:schemeClr val="accent4"/>
                </a:solidFill>
              </a:defRPr>
            </a:lvl2pPr>
            <a:lvl3pPr marL="457200" indent="0">
              <a:buNone/>
              <a:defRPr sz="1600">
                <a:solidFill>
                  <a:schemeClr val="accent4"/>
                </a:solidFill>
              </a:defRPr>
            </a:lvl3pPr>
            <a:lvl4pPr marL="685800" indent="0">
              <a:buNone/>
              <a:defRPr sz="1100"/>
            </a:lvl4pPr>
            <a:lvl5pPr marL="914400" indent="0">
              <a:buNone/>
              <a:defRPr sz="1050"/>
            </a:lvl5pPr>
          </a:lstStyle>
          <a:p>
            <a:pPr lvl="0"/>
            <a:r>
              <a:rPr lang="en-US"/>
              <a:t>Click to edit Master text styles</a:t>
            </a:r>
          </a:p>
          <a:p>
            <a:pPr lvl="1"/>
            <a:r>
              <a:rPr lang="en-US"/>
              <a:t>Second level</a:t>
            </a:r>
          </a:p>
          <a:p>
            <a:pPr lvl="2"/>
            <a:r>
              <a:rPr lang="en-US"/>
              <a:t>Third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172454" y="6453002"/>
            <a:ext cx="1003659" cy="365125"/>
          </a:xfrm>
        </p:spPr>
        <p:txBody>
          <a:bodyPr/>
          <a:lstStyle>
            <a:lvl1pPr>
              <a:defRPr>
                <a:solidFill>
                  <a:schemeClr val="accent4"/>
                </a:solidFill>
                <a:effectLst/>
              </a:defRPr>
            </a:lvl1pPr>
          </a:lstStyle>
          <a:p>
            <a:fld id="{83D5EE98-F02F-2744-8D3C-AF0227FFB7C1}" type="datetime1">
              <a:rPr lang="en-US" smtClean="0"/>
              <a:pPr/>
              <a:t>10/22/2026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793590" y="6453002"/>
            <a:ext cx="2335165" cy="365125"/>
          </a:xfrm>
        </p:spPr>
        <p:txBody>
          <a:bodyPr/>
          <a:lstStyle>
            <a:lvl1pPr>
              <a:defRPr>
                <a:solidFill>
                  <a:schemeClr val="accent4"/>
                </a:solidFill>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28755" y="6453002"/>
            <a:ext cx="429207" cy="365125"/>
          </a:xfrm>
        </p:spPr>
        <p:txBody>
          <a:bodyPr/>
          <a:lstStyle>
            <a:lvl1pPr>
              <a:defRPr>
                <a:solidFill>
                  <a:schemeClr val="accent4"/>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52337874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2">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50032" y="4958527"/>
            <a:ext cx="3739896" cy="1264473"/>
          </a:xfrm>
        </p:spPr>
        <p:txBody>
          <a:bodyPr anchor="t">
            <a:noAutofit/>
          </a:bodyPr>
          <a:lstStyle>
            <a:lvl1pPr>
              <a:defRPr sz="48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4635132"/>
          </a:xfrm>
          <a:blipFill dpi="0" rotWithShape="1">
            <a:blip r:embed="rId2">
              <a:alphaModFix amt="60000"/>
            </a:blip>
            <a:srcRect/>
            <a:stretch>
              <a:fillRect/>
            </a:stretch>
          </a:blipFill>
        </p:spPr>
        <p:txBody>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4958527"/>
            <a:ext cx="6208722" cy="1264473"/>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600"/>
            </a:lvl2pPr>
            <a:lvl3pPr marL="457200" indent="0">
              <a:buFont typeface="Arial" panose="020B0604020202020204" pitchFamily="34" charset="0"/>
              <a:buNone/>
              <a:defRPr sz="16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6949B263-2653-0541-BF47-C4DC4E1A75E5}" type="datetime1">
              <a:rPr lang="en-US" smtClean="0"/>
              <a:t>10/22/2026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7146524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3">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9" y="4162318"/>
            <a:ext cx="2828932" cy="2060682"/>
          </a:xfrm>
        </p:spPr>
        <p:txBody>
          <a:bodyPr anchor="t">
            <a:noAutofit/>
          </a:bodyPr>
          <a:lstStyle>
            <a:lvl1pPr>
              <a:defRPr sz="48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3778270"/>
          </a:xfrm>
          <a:blipFill dpi="0" rotWithShape="1">
            <a:blip r:embed="rId2">
              <a:alphaModFix amt="60000"/>
            </a:blip>
            <a:srcRect/>
            <a:stretch>
              <a:fillRect/>
            </a:stretch>
          </a:blipFill>
        </p:spPr>
        <p:txBody>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019547" y="4162318"/>
            <a:ext cx="7538416" cy="2060682"/>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600"/>
            </a:lvl2pPr>
            <a:lvl3pPr marL="457200" indent="0">
              <a:buFont typeface="Arial" panose="020B0604020202020204" pitchFamily="34" charset="0"/>
              <a:buNone/>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5607C65-C299-8D48-9E06-344E064C3039}" type="datetime1">
              <a:rPr lang="en-US" smtClean="0"/>
              <a:t>10/22/2026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12805075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4">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9" y="634999"/>
            <a:ext cx="2828931" cy="2242190"/>
          </a:xfrm>
        </p:spPr>
        <p:txBody>
          <a:bodyPr anchor="t">
            <a:noAutofit/>
          </a:bodyPr>
          <a:lstStyle>
            <a:lvl1pPr>
              <a:defRPr sz="4800"/>
            </a:lvl1pPr>
          </a:lstStyle>
          <a:p>
            <a:r>
              <a:rPr lang="en-US"/>
              <a:t>Click to edit Master title style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34029" y="59778"/>
            <a:ext cx="3494314" cy="365125"/>
          </a:xfrm>
        </p:spPr>
        <p:txBody>
          <a:bodyPr/>
          <a:lstStyle/>
          <a:p>
            <a:fld id="{2F0AB329-227C-D24B-9518-10762846747E}" type="datetime1">
              <a:rPr lang="en-US" smtClean="0"/>
              <a:t>10/22/2026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373116" y="59778"/>
            <a:ext cx="2805405" cy="365125"/>
          </a:xfr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28757" y="59778"/>
            <a:ext cx="429207" cy="365125"/>
          </a:xfrm>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019552" y="634999"/>
            <a:ext cx="7538412" cy="2242190"/>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600"/>
            </a:lvl2pPr>
            <a:lvl3pPr marL="457200" indent="0">
              <a:buFont typeface="Arial" panose="020B0604020202020204" pitchFamily="34" charset="0"/>
              <a:buNone/>
              <a:defRPr sz="16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p:txBody>
      </p:sp>
      <p:sp>
        <p:nvSpPr>
          <p:cNvPr id="3" name="Picture Placeholder 10">
            <a:extLst>
              <a:ext uri="{FF2B5EF4-FFF2-40B4-BE49-F238E27FC236}">
                <a16:creationId xmlns:a16="http://schemas.microsoft.com/office/drawing/2014/main" id="{3789E4D2-0090-6657-3957-76E3A7DF5D14}"/>
              </a:ext>
            </a:extLst>
          </p:cNvPr>
          <p:cNvSpPr>
            <a:spLocks noGrp="1"/>
          </p:cNvSpPr>
          <p:nvPr>
            <p:ph type="pic" sz="quarter" idx="15"/>
          </p:nvPr>
        </p:nvSpPr>
        <p:spPr>
          <a:xfrm>
            <a:off x="-1" y="3079730"/>
            <a:ext cx="12192000" cy="3778270"/>
          </a:xfrm>
          <a:blipFill dpi="0" rotWithShape="1">
            <a:blip r:embed="rId2">
              <a:alphaModFix amt="60000"/>
            </a:blip>
            <a:srcRect/>
            <a:stretch>
              <a:fillRect/>
            </a:stretch>
          </a:blipFill>
        </p:spPr>
        <p:txBody>
          <a:bodyPr/>
          <a:lstStyle>
            <a:lvl1pPr marL="0" indent="0">
              <a:buNone/>
              <a:defRPr/>
            </a:lvl1pPr>
          </a:lstStyle>
          <a:p>
            <a:r>
              <a:rPr lang="en-US"/>
              <a:t>Click icon to add picture</a:t>
            </a:r>
            <a:endParaRPr lang="en-US" dirty="0"/>
          </a:p>
        </p:txBody>
      </p:sp>
    </p:spTree>
    <p:extLst>
      <p:ext uri="{BB962C8B-B14F-4D97-AF65-F5344CB8AC3E}">
        <p14:creationId xmlns:p14="http://schemas.microsoft.com/office/powerpoint/2010/main" val="68026449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5">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8" y="634999"/>
            <a:ext cx="10923933" cy="938968"/>
          </a:xfrm>
        </p:spPr>
        <p:txBody>
          <a:bodyPr anchor="ct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606912" y="1828801"/>
            <a:ext cx="6172200" cy="4425696"/>
          </a:xfrm>
          <a:blipFill dpi="0" rotWithShape="1">
            <a:blip r:embed="rId2">
              <a:alphaModFix amt="60000"/>
            </a:blip>
            <a:srcRect/>
            <a:stretch>
              <a:fillRect/>
            </a:stretch>
          </a:blipFill>
        </p:spPr>
        <p:txBody>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224097" y="1828801"/>
            <a:ext cx="4333865" cy="4394200"/>
          </a:xfrm>
        </p:spPr>
        <p:txBody>
          <a:bodyPr>
            <a:normAutofit/>
          </a:bodyPr>
          <a:lstStyle>
            <a:lvl1pPr marL="0" indent="0">
              <a:buNone/>
              <a:defRPr sz="1600"/>
            </a:lvl1pPr>
          </a:lstStyle>
          <a:p>
            <a:pPr lvl="0"/>
            <a:r>
              <a:rPr lang="en-US"/>
              <a:t>Click to edit Master text styles</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98D7FFD0-5877-974E-8763-5E65A5A0C616}" type="datetime1">
              <a:rPr lang="en-US" smtClean="0"/>
              <a:t>10/22/2026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67698766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t with Picture 16">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8" y="634999"/>
            <a:ext cx="4714883" cy="1367536"/>
          </a:xfrm>
        </p:spPr>
        <p:txBody>
          <a:bodyPr>
            <a:normAutofit/>
          </a:bodyPr>
          <a:lstStyle>
            <a:lvl1pPr>
              <a:defRPr sz="4800">
                <a:solidFill>
                  <a:schemeClr val="accent4"/>
                </a:solidFill>
              </a:defRPr>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634028" y="2181352"/>
            <a:ext cx="4672584" cy="4041648"/>
          </a:xfrm>
          <a:blipFill dpi="0" rotWithShape="1">
            <a:blip r:embed="rId2">
              <a:alphaModFix amt="60000"/>
            </a:blip>
            <a:srcRect/>
            <a:stretch>
              <a:fillRect/>
            </a:stretch>
          </a:blipFill>
        </p:spPr>
        <p:txBody>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905498" y="634999"/>
            <a:ext cx="5652464" cy="5588001"/>
          </a:xfrm>
        </p:spPr>
        <p:txBody>
          <a:bodyPr>
            <a:normAutofit/>
          </a:bodyPr>
          <a:lstStyle>
            <a:lvl1pPr marL="0" indent="0">
              <a:buFont typeface="Arial" panose="020B0604020202020204" pitchFamily="34" charset="0"/>
              <a:buNone/>
              <a:defRPr sz="1600">
                <a:solidFill>
                  <a:schemeClr val="accent4"/>
                </a:solidFill>
              </a:defRPr>
            </a:lvl1pPr>
            <a:lvl2pPr marL="228600" indent="0">
              <a:buFont typeface="Arial" panose="020B0604020202020204" pitchFamily="34" charset="0"/>
              <a:buNone/>
              <a:defRPr sz="1600">
                <a:solidFill>
                  <a:schemeClr val="accent4"/>
                </a:solidFill>
              </a:defRPr>
            </a:lvl2pPr>
            <a:lvl3pPr marL="457200" indent="0">
              <a:buFont typeface="Arial" panose="020B0604020202020204" pitchFamily="34" charset="0"/>
              <a:buNone/>
              <a:defRPr sz="1600">
                <a:solidFill>
                  <a:schemeClr val="accent4"/>
                </a:solidFill>
              </a:defRPr>
            </a:lvl3pPr>
          </a:lstStyle>
          <a:p>
            <a:pPr lvl="0"/>
            <a:r>
              <a:rPr lang="en-US"/>
              <a:t>Click to edit Master text styles</a:t>
            </a:r>
          </a:p>
          <a:p>
            <a:pPr lvl="1"/>
            <a:r>
              <a:rPr lang="en-US"/>
              <a:t>Second level</a:t>
            </a:r>
          </a:p>
          <a:p>
            <a:pPr lvl="2"/>
            <a:r>
              <a:rPr lang="en-US"/>
              <a:t>Third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accent4"/>
                </a:solidFill>
              </a:defRPr>
            </a:lvl1pPr>
          </a:lstStyle>
          <a:p>
            <a:fld id="{7BF1F40F-A1B9-304C-BB24-0A8B44048542}" type="datetime1">
              <a:rPr lang="en-US" smtClean="0"/>
              <a:pPr/>
              <a:t>10/22/2026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accent4"/>
                </a:solidFill>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accent4"/>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97840181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ontent with Picture 17">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8" y="634999"/>
            <a:ext cx="3768109" cy="1369114"/>
          </a:xfrm>
        </p:spPr>
        <p:txBody>
          <a:bodyPr anchor="t">
            <a:noAutofit/>
          </a:bodyPr>
          <a:lstStyle>
            <a:lvl1pPr>
              <a:defRPr sz="48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634028" y="2181352"/>
            <a:ext cx="3490176" cy="4041648"/>
          </a:xfrm>
          <a:blipFill dpi="0" rotWithShape="1">
            <a:blip r:embed="rId2">
              <a:alphaModFix amt="60000"/>
            </a:blip>
            <a:srcRect/>
            <a:stretch>
              <a:fillRect/>
            </a:stretch>
          </a:blipFill>
        </p:spPr>
        <p:txBody>
          <a:bodyPr/>
          <a:lstStyle>
            <a:lvl1pPr marL="0" indent="0">
              <a:buFont typeface="Arial" panose="020B0604020202020204" pitchFamily="34" charse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62522" y="634999"/>
            <a:ext cx="6595440" cy="5588001"/>
          </a:xfrm>
        </p:spPr>
        <p:txBody>
          <a:bodyPr>
            <a:normAutofit/>
          </a:bodyPr>
          <a:lstStyle>
            <a:lvl1pPr marL="0" indent="0">
              <a:buNone/>
              <a:defRPr sz="1600"/>
            </a:lvl1pPr>
          </a:lstStyle>
          <a:p>
            <a:pPr lvl="0"/>
            <a:r>
              <a:rPr lang="en-US"/>
              <a:t>Click to edit Master text styles</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085BE6FB-EB11-4F48-B051-ECD85CC4C2D1}" type="datetime1">
              <a:rPr lang="en-US" smtClean="0"/>
              <a:t>10/22/2026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93688518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ontent with Picture 18">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43230" y="1001714"/>
            <a:ext cx="4158148" cy="1875475"/>
          </a:xfrm>
        </p:spPr>
        <p:txBody>
          <a:bodyPr anchor="b"/>
          <a:lstStyle>
            <a:lvl1pPr>
              <a:defRPr>
                <a:solidFill>
                  <a:schemeClr val="accent4"/>
                </a:solidFill>
              </a:defRPr>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6096000" cy="6858000"/>
          </a:xfrm>
          <a:blipFill dpi="0" rotWithShape="1">
            <a:blip r:embed="rId2">
              <a:alphaModFix amt="60000"/>
            </a:blip>
            <a:srcRect/>
            <a:stretch>
              <a:fillRect l="-1" r="-8457"/>
            </a:stretch>
          </a:blipFill>
        </p:spPr>
        <p:txBody>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6843095" y="3242950"/>
            <a:ext cx="4158283" cy="2232336"/>
          </a:xfrm>
        </p:spPr>
        <p:txBody>
          <a:bodyPr>
            <a:normAutofit/>
          </a:bodyPr>
          <a:lstStyle>
            <a:lvl1pPr marL="0" indent="0">
              <a:buNone/>
              <a:defRPr sz="1600">
                <a:solidFill>
                  <a:schemeClr val="accent4"/>
                </a:solidFill>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843095" y="6453002"/>
            <a:ext cx="1622776" cy="365125"/>
          </a:xfrm>
        </p:spPr>
        <p:txBody>
          <a:bodyPr/>
          <a:lstStyle>
            <a:lvl1pPr>
              <a:defRPr>
                <a:solidFill>
                  <a:schemeClr val="accent4"/>
                </a:solidFill>
                <a:effectLst/>
              </a:defRPr>
            </a:lvl1pPr>
          </a:lstStyle>
          <a:p>
            <a:fld id="{D57B857B-6F63-1F48-955E-B52C073CE06D}" type="datetime1">
              <a:rPr lang="en-US" smtClean="0"/>
              <a:pPr/>
              <a:t>10/22/2026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816530" y="6453002"/>
            <a:ext cx="2805405" cy="365125"/>
          </a:xfrm>
        </p:spPr>
        <p:txBody>
          <a:bodyPr/>
          <a:lstStyle>
            <a:lvl1pPr>
              <a:defRPr>
                <a:solidFill>
                  <a:schemeClr val="accent4"/>
                </a:solidFill>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572171" y="6453002"/>
            <a:ext cx="429207" cy="365125"/>
          </a:xfrm>
        </p:spPr>
        <p:txBody>
          <a:bodyPr/>
          <a:lstStyle>
            <a:lvl1pPr>
              <a:defRPr>
                <a:solidFill>
                  <a:schemeClr val="accent4"/>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02769316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Content with Picture 19">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190627" y="1001715"/>
            <a:ext cx="4156761" cy="1874520"/>
          </a:xfrm>
        </p:spPr>
        <p:txBody>
          <a:bodyPr lIns="0" anchor="b">
            <a:normAutofit/>
          </a:bodyPr>
          <a:lstStyle>
            <a:lvl1pPr>
              <a:defRPr sz="4800">
                <a:solidFill>
                  <a:schemeClr val="bg2"/>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190628" y="3242950"/>
            <a:ext cx="4156760" cy="2232336"/>
          </a:xfrm>
        </p:spPr>
        <p:txBody>
          <a:bodyPr lIns="0" anchor="t">
            <a:normAutofit/>
          </a:bodyPr>
          <a:lstStyle>
            <a:lvl1pPr marL="0" indent="0">
              <a:buFont typeface="+mj-lt"/>
              <a:buNone/>
              <a:defRPr sz="1600">
                <a:solidFill>
                  <a:schemeClr val="bg2"/>
                </a:solidFill>
              </a:defRPr>
            </a:lvl1pPr>
            <a:lvl2pPr marL="228600" indent="0">
              <a:buFont typeface="+mj-lt"/>
              <a:buNone/>
              <a:defRPr sz="1800">
                <a:solidFill>
                  <a:srgbClr val="EEECE7"/>
                </a:solidFill>
              </a:defRPr>
            </a:lvl2pPr>
            <a:lvl3pPr marL="457200" indent="0">
              <a:buFont typeface="+mj-lt"/>
              <a:buNone/>
              <a:defRPr sz="1600">
                <a:solidFill>
                  <a:srgbClr val="EEECE7"/>
                </a:solidFill>
              </a:defRPr>
            </a:lvl3pPr>
            <a:lvl4pPr marL="685800" indent="0">
              <a:buFont typeface="+mj-lt"/>
              <a:buNone/>
              <a:defRPr sz="1400">
                <a:solidFill>
                  <a:srgbClr val="EEECE7"/>
                </a:solidFill>
              </a:defRPr>
            </a:lvl4pPr>
            <a:lvl5pPr marL="914400" indent="0">
              <a:buFont typeface="+mj-lt"/>
              <a:buNone/>
              <a:defRPr sz="1200">
                <a:solidFill>
                  <a:srgbClr val="EEECE7"/>
                </a:solidFill>
              </a:defRPr>
            </a:lvl5pPr>
          </a:lstStyle>
          <a:p>
            <a:pPr lvl="0"/>
            <a:r>
              <a:rPr lang="en-US"/>
              <a:t>Click to edit Master text styles</a:t>
            </a:r>
          </a:p>
        </p:txBody>
      </p:sp>
      <p:sp>
        <p:nvSpPr>
          <p:cNvPr id="30" name="Date Placeholder 4">
            <a:extLst>
              <a:ext uri="{FF2B5EF4-FFF2-40B4-BE49-F238E27FC236}">
                <a16:creationId xmlns:a16="http://schemas.microsoft.com/office/drawing/2014/main" id="{C02E0912-74EC-6BFE-8EE5-E2826FFF5BC6}"/>
              </a:ext>
            </a:extLst>
          </p:cNvPr>
          <p:cNvSpPr>
            <a:spLocks noGrp="1"/>
          </p:cNvSpPr>
          <p:nvPr>
            <p:ph type="dt" sz="half" idx="10"/>
          </p:nvPr>
        </p:nvSpPr>
        <p:spPr>
          <a:xfrm>
            <a:off x="1190627" y="6453002"/>
            <a:ext cx="2031073" cy="365125"/>
          </a:xfrm>
        </p:spPr>
        <p:txBody>
          <a:bodyPr/>
          <a:lstStyle>
            <a:lvl1pPr>
              <a:defRPr>
                <a:solidFill>
                  <a:schemeClr val="bg2"/>
                </a:solidFill>
              </a:defRPr>
            </a:lvl1pPr>
          </a:lstStyle>
          <a:p>
            <a:fld id="{EF855CF3-0CDC-6146-833E-B14CBD3A1129}" type="datetime1">
              <a:rPr lang="en-US" smtClean="0"/>
              <a:pPr/>
              <a:t>10/22/2026</a:t>
            </a:fld>
            <a:endParaRPr lang="en-US" dirty="0"/>
          </a:p>
        </p:txBody>
      </p:sp>
      <p:sp>
        <p:nvSpPr>
          <p:cNvPr id="31" name="Footer Placeholder 5">
            <a:extLst>
              <a:ext uri="{FF2B5EF4-FFF2-40B4-BE49-F238E27FC236}">
                <a16:creationId xmlns:a16="http://schemas.microsoft.com/office/drawing/2014/main" id="{C319B48F-3D66-C908-6D0C-EA40F5757839}"/>
              </a:ext>
            </a:extLst>
          </p:cNvPr>
          <p:cNvSpPr>
            <a:spLocks noGrp="1"/>
          </p:cNvSpPr>
          <p:nvPr>
            <p:ph type="ftr" sz="quarter" idx="11"/>
          </p:nvPr>
        </p:nvSpPr>
        <p:spPr>
          <a:xfrm>
            <a:off x="2168233" y="6453002"/>
            <a:ext cx="2805405" cy="365125"/>
          </a:xfrm>
        </p:spPr>
        <p:txBody>
          <a:bodyPr/>
          <a:lstStyle>
            <a:lvl1pPr>
              <a:defRPr>
                <a:solidFill>
                  <a:schemeClr val="bg2"/>
                </a:solidFill>
                <a:effectLst/>
              </a:defRPr>
            </a:lvl1pPr>
          </a:lstStyle>
          <a:p>
            <a:r>
              <a:rPr lang="en-US" dirty="0"/>
              <a:t>Sample Footer Text</a:t>
            </a:r>
          </a:p>
        </p:txBody>
      </p:sp>
      <p:sp>
        <p:nvSpPr>
          <p:cNvPr id="32" name="Slide Number Placeholder 6">
            <a:extLst>
              <a:ext uri="{FF2B5EF4-FFF2-40B4-BE49-F238E27FC236}">
                <a16:creationId xmlns:a16="http://schemas.microsoft.com/office/drawing/2014/main" id="{7E01ACE0-4DE0-ECB1-531E-E0796354CEE8}"/>
              </a:ext>
            </a:extLst>
          </p:cNvPr>
          <p:cNvSpPr>
            <a:spLocks noGrp="1"/>
          </p:cNvSpPr>
          <p:nvPr>
            <p:ph type="sldNum" sz="quarter" idx="12"/>
          </p:nvPr>
        </p:nvSpPr>
        <p:spPr>
          <a:xfrm>
            <a:off x="4923874" y="6453002"/>
            <a:ext cx="429207" cy="365125"/>
          </a:xfrm>
        </p:spPr>
        <p:txBody>
          <a:bodyPr/>
          <a:lstStyle>
            <a:lvl1pPr>
              <a:defRPr>
                <a:solidFill>
                  <a:schemeClr val="bg2"/>
                </a:solidFill>
                <a:effectLst/>
              </a:defRPr>
            </a:lvl1pPr>
          </a:lstStyle>
          <a:p>
            <a:fld id="{CC057153-B650-4DEB-B370-79DDCFDCE934}" type="slidenum">
              <a:rPr lang="en-US" smtClean="0"/>
              <a:pPr/>
              <a:t>‹#›</a:t>
            </a:fld>
            <a:endParaRPr lang="en-US" dirty="0"/>
          </a:p>
        </p:txBody>
      </p:sp>
      <p:sp>
        <p:nvSpPr>
          <p:cNvPr id="8" name="Picture Placeholder 7">
            <a:extLst>
              <a:ext uri="{FF2B5EF4-FFF2-40B4-BE49-F238E27FC236}">
                <a16:creationId xmlns:a16="http://schemas.microsoft.com/office/drawing/2014/main" id="{9AC20259-235D-F9C3-3788-C1457976F5AC}"/>
              </a:ext>
            </a:extLst>
          </p:cNvPr>
          <p:cNvSpPr>
            <a:spLocks noGrp="1"/>
          </p:cNvSpPr>
          <p:nvPr>
            <p:ph type="pic" sz="quarter" idx="14"/>
          </p:nvPr>
        </p:nvSpPr>
        <p:spPr>
          <a:xfrm>
            <a:off x="6092952" y="0"/>
            <a:ext cx="6099048" cy="6858000"/>
          </a:xfrm>
          <a:blipFill dpi="0" rotWithShape="1">
            <a:blip r:embed="rId2">
              <a:alphaModFix amt="60000"/>
            </a:blip>
            <a:srcRect/>
            <a:stretch>
              <a:fillRect/>
            </a:stretch>
          </a:blipFill>
        </p:spPr>
        <p:txBody>
          <a:bodyPr/>
          <a:lstStyle>
            <a:lvl1pPr marL="0" indent="0">
              <a:buNone/>
              <a:defRPr/>
            </a:lvl1pPr>
          </a:lstStyle>
          <a:p>
            <a:r>
              <a:rPr lang="en-US"/>
              <a:t>Click icon to add picture</a:t>
            </a:r>
            <a:endParaRPr lang="en-US" dirty="0"/>
          </a:p>
        </p:txBody>
      </p:sp>
    </p:spTree>
    <p:extLst>
      <p:ext uri="{BB962C8B-B14F-4D97-AF65-F5344CB8AC3E}">
        <p14:creationId xmlns:p14="http://schemas.microsoft.com/office/powerpoint/2010/main" val="3293509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Number Larg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634019" y="4718304"/>
            <a:ext cx="6209075" cy="1353312"/>
          </a:xfrm>
        </p:spPr>
        <p:txBody>
          <a:bodyPr>
            <a:normAutofit/>
          </a:bodyPr>
          <a:lstStyle>
            <a:lvl1pPr>
              <a:lnSpc>
                <a:spcPct val="120000"/>
              </a:lnSpc>
              <a:defRPr sz="2000" b="0" i="0">
                <a:solidFill>
                  <a:schemeClr val="accent4"/>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634028" y="634999"/>
            <a:ext cx="10923934" cy="4302760"/>
          </a:xfrm>
        </p:spPr>
        <p:txBody>
          <a:bodyPr anchor="b">
            <a:normAutofit/>
          </a:bodyPr>
          <a:lstStyle>
            <a:lvl1pPr marL="0" indent="0">
              <a:lnSpc>
                <a:spcPct val="90000"/>
              </a:lnSpc>
              <a:spcBef>
                <a:spcPts val="0"/>
              </a:spcBef>
              <a:buNone/>
              <a:defRPr sz="27000" b="1" i="0">
                <a:solidFill>
                  <a:schemeClr val="accent4"/>
                </a:solidFill>
                <a:latin typeface="+mj-lt"/>
                <a:cs typeface="Times New Roman" panose="02020603050405020304" pitchFamily="18" charset="0"/>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accent4"/>
                </a:solidFill>
              </a:defRPr>
            </a:lvl1pPr>
          </a:lstStyle>
          <a:p>
            <a:fld id="{0EE7096D-ECC9-704C-B459-3FE0DBD114B3}" type="datetime1">
              <a:rPr lang="en-US" smtClean="0"/>
              <a:pPr/>
              <a:t>10/22/2026</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accent4"/>
                </a:solidFill>
              </a:defRPr>
            </a:lvl1pPr>
          </a:lstStyle>
          <a:p>
            <a:r>
              <a:rPr lang="en-US" dirty="0"/>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accent4"/>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54450201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Number Large 2">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133602" y="4809744"/>
            <a:ext cx="7924802" cy="1408177"/>
          </a:xfrm>
        </p:spPr>
        <p:txBody>
          <a:bodyPr>
            <a:normAutofit/>
          </a:bodyPr>
          <a:lstStyle>
            <a:lvl1pPr algn="ctr">
              <a:lnSpc>
                <a:spcPct val="110000"/>
              </a:lnSpc>
              <a:defRPr sz="2000" b="0" i="0">
                <a:solidFill>
                  <a:schemeClr val="accent4"/>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914400" y="640079"/>
            <a:ext cx="10381129" cy="4206240"/>
          </a:xfrm>
        </p:spPr>
        <p:txBody>
          <a:bodyPr anchor="b">
            <a:normAutofit/>
          </a:bodyPr>
          <a:lstStyle>
            <a:lvl1pPr marL="0" indent="0" algn="ctr">
              <a:lnSpc>
                <a:spcPct val="90000"/>
              </a:lnSpc>
              <a:buNone/>
              <a:defRPr sz="27000" b="1" i="0">
                <a:solidFill>
                  <a:schemeClr val="accent4"/>
                </a:solidFill>
                <a:latin typeface="+mj-lt"/>
                <a:cs typeface="Times New Roman" panose="02020603050405020304" pitchFamily="18" charset="0"/>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accent4"/>
                </a:solidFill>
              </a:defRPr>
            </a:lvl1pPr>
          </a:lstStyle>
          <a:p>
            <a:fld id="{ADD35398-EB28-174B-A40C-D96FB403AA79}" type="datetime1">
              <a:rPr lang="en-US" smtClean="0"/>
              <a:pPr/>
              <a:t>10/22/2026</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accent4"/>
                </a:solidFill>
              </a:defRPr>
            </a:lvl1pPr>
          </a:lstStyle>
          <a:p>
            <a:r>
              <a:rPr lang="en-US" dirty="0"/>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accent4"/>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13516178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Number Large 3">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519980" y="4809744"/>
            <a:ext cx="7152034" cy="1408177"/>
          </a:xfrm>
        </p:spPr>
        <p:txBody>
          <a:bodyPr>
            <a:normAutofit/>
          </a:bodyPr>
          <a:lstStyle>
            <a:lvl1pPr algn="ctr">
              <a:lnSpc>
                <a:spcPct val="110000"/>
              </a:lnSpc>
              <a:defRPr sz="2000" b="0" i="0">
                <a:solidFill>
                  <a:schemeClr val="accent4"/>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634029" y="640079"/>
            <a:ext cx="10923933" cy="4206240"/>
          </a:xfrm>
        </p:spPr>
        <p:txBody>
          <a:bodyPr anchor="b">
            <a:normAutofit/>
          </a:bodyPr>
          <a:lstStyle>
            <a:lvl1pPr marL="0" indent="0" algn="ctr">
              <a:lnSpc>
                <a:spcPct val="90000"/>
              </a:lnSpc>
              <a:buNone/>
              <a:defRPr sz="27000" b="1" i="0">
                <a:solidFill>
                  <a:schemeClr val="accent4"/>
                </a:solidFill>
                <a:latin typeface="+mj-lt"/>
                <a:cs typeface="Times New Roman" panose="02020603050405020304" pitchFamily="18" charset="0"/>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accent4"/>
                </a:solidFill>
              </a:defRPr>
            </a:lvl1pPr>
          </a:lstStyle>
          <a:p>
            <a:fld id="{07370EA1-5BA4-AC47-BAC7-9DC01D8C75BF}" type="datetime1">
              <a:rPr lang="en-US" smtClean="0"/>
              <a:pPr/>
              <a:t>10/22/2026</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accent4"/>
                </a:solidFill>
              </a:defRPr>
            </a:lvl1pPr>
          </a:lstStyle>
          <a:p>
            <a:r>
              <a:rPr lang="en-US" dirty="0"/>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accent4"/>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426995049"/>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Number Large 4">
    <p:bg>
      <p:bgPr>
        <a:solidFill>
          <a:schemeClr val="bg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97A3088-1CC6-BE54-7A62-79A3F16EC6E9}"/>
              </a:ext>
            </a:extLst>
          </p:cNvPr>
          <p:cNvSpPr/>
          <p:nvPr/>
        </p:nvSpPr>
        <p:spPr>
          <a:xfrm>
            <a:off x="0" y="4728526"/>
            <a:ext cx="12192000" cy="2129474"/>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190626" y="5099669"/>
            <a:ext cx="8481387" cy="756615"/>
          </a:xfrm>
        </p:spPr>
        <p:txBody>
          <a:bodyPr anchor="t">
            <a:normAutofit/>
          </a:bodyPr>
          <a:lstStyle>
            <a:lvl1pPr>
              <a:lnSpc>
                <a:spcPct val="120000"/>
              </a:lnSpc>
              <a:defRPr sz="2000" b="0" i="0">
                <a:solidFill>
                  <a:schemeClr val="bg2"/>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1190626" y="1381760"/>
            <a:ext cx="8481387" cy="2980050"/>
          </a:xfrm>
        </p:spPr>
        <p:txBody>
          <a:bodyPr anchor="ctr">
            <a:noAutofit/>
          </a:bodyPr>
          <a:lstStyle>
            <a:lvl1pPr marL="0" indent="0">
              <a:lnSpc>
                <a:spcPct val="90000"/>
              </a:lnSpc>
              <a:spcBef>
                <a:spcPts val="0"/>
              </a:spcBef>
              <a:buNone/>
              <a:defRPr sz="27000" b="1" i="0">
                <a:solidFill>
                  <a:schemeClr val="accent4"/>
                </a:solidFill>
                <a:latin typeface="+mj-lt"/>
                <a:cs typeface="Times New Roman" panose="02020603050405020304" pitchFamily="18" charset="0"/>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1190626" y="6453002"/>
            <a:ext cx="3494314" cy="365125"/>
          </a:xfrm>
        </p:spPr>
        <p:txBody>
          <a:bodyPr/>
          <a:lstStyle>
            <a:lvl1pPr>
              <a:defRPr>
                <a:solidFill>
                  <a:schemeClr val="bg2"/>
                </a:solidFill>
              </a:defRPr>
            </a:lvl1pPr>
          </a:lstStyle>
          <a:p>
            <a:fld id="{0EE7096D-ECC9-704C-B459-3FE0DBD114B3}" type="datetime1">
              <a:rPr lang="en-US" smtClean="0"/>
              <a:pPr/>
              <a:t>10/22/2026</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6487165" y="6453002"/>
            <a:ext cx="2805405" cy="365125"/>
          </a:xfrm>
        </p:spPr>
        <p:txBody>
          <a:bodyPr/>
          <a:lstStyle>
            <a:lvl1pPr>
              <a:defRPr>
                <a:solidFill>
                  <a:schemeClr val="bg2"/>
                </a:solidFill>
              </a:defRPr>
            </a:lvl1pPr>
          </a:lstStyle>
          <a:p>
            <a:r>
              <a:rPr lang="en-US" dirty="0"/>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9242806" y="6453002"/>
            <a:ext cx="429207" cy="365125"/>
          </a:xfrm>
        </p:spPr>
        <p:txBody>
          <a:bodyPr/>
          <a:lstStyle>
            <a:lvl1pPr>
              <a:defRPr>
                <a:solidFill>
                  <a:schemeClr val="bg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91056625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34028" y="634999"/>
            <a:ext cx="8095017" cy="5588002"/>
          </a:xfrm>
        </p:spPr>
        <p:txBody>
          <a:bodyPr anchor="ctr">
            <a:noAutofit/>
          </a:bodyPr>
          <a:lstStyle>
            <a:lvl1pPr marL="0" indent="0">
              <a:lnSpc>
                <a:spcPct val="80000"/>
              </a:lnSpc>
              <a:buNone/>
              <a:defRPr sz="5000" b="0"/>
            </a:lvl1pPr>
            <a:lvl2pPr marL="228600" indent="0">
              <a:lnSpc>
                <a:spcPct val="80000"/>
              </a:lnSpc>
              <a:buNone/>
              <a:defRPr sz="4800" b="0"/>
            </a:lvl2pPr>
            <a:lvl3pPr marL="457200" indent="0">
              <a:lnSpc>
                <a:spcPct val="80000"/>
              </a:lnSpc>
              <a:buNone/>
              <a:defRPr sz="4400" b="0"/>
            </a:lvl3pPr>
            <a:lvl4pPr marL="685800" indent="0">
              <a:lnSpc>
                <a:spcPct val="100000"/>
              </a:lnSpc>
              <a:buNone/>
              <a:defRPr sz="4000" b="1"/>
            </a:lvl4pPr>
            <a:lvl5pPr marL="914400" indent="0">
              <a:lnSpc>
                <a:spcPct val="100000"/>
              </a:lnSpc>
              <a:buNone/>
              <a:defRPr sz="3600" b="1"/>
            </a:lvl5pPr>
          </a:lstStyle>
          <a:p>
            <a:pPr lvl="0"/>
            <a:r>
              <a:rPr lang="en-US" dirty="0"/>
              <a:t>Click to add Statement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5BBCAABF-89DB-3F47-B027-BF3E61AFFB8D}" type="datetime1">
              <a:rPr lang="en-US" smtClean="0"/>
              <a:t>10/22/2026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27704752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tatement 2">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34028" y="1929384"/>
            <a:ext cx="8095017" cy="4142232"/>
          </a:xfrm>
        </p:spPr>
        <p:txBody>
          <a:bodyPr anchor="b">
            <a:noAutofit/>
          </a:bodyPr>
          <a:lstStyle>
            <a:lvl1pPr marL="0" indent="0">
              <a:lnSpc>
                <a:spcPct val="80000"/>
              </a:lnSpc>
              <a:buNone/>
              <a:defRPr sz="5000" b="0"/>
            </a:lvl1pPr>
            <a:lvl2pPr marL="228600" indent="0">
              <a:lnSpc>
                <a:spcPct val="80000"/>
              </a:lnSpc>
              <a:buNone/>
              <a:defRPr sz="4400" b="0"/>
            </a:lvl2pPr>
            <a:lvl3pPr marL="457200" indent="0">
              <a:lnSpc>
                <a:spcPct val="80000"/>
              </a:lnSpc>
              <a:buNone/>
              <a:defRPr sz="4000" b="0"/>
            </a:lvl3pPr>
            <a:lvl4pPr marL="685800" indent="0">
              <a:lnSpc>
                <a:spcPct val="100000"/>
              </a:lnSpc>
              <a:buNone/>
              <a:defRPr sz="3600" b="1"/>
            </a:lvl4pPr>
            <a:lvl5pPr marL="914400" indent="0">
              <a:lnSpc>
                <a:spcPct val="100000"/>
              </a:lnSpc>
              <a:buNone/>
              <a:defRPr sz="3200" b="1"/>
            </a:lvl5pPr>
          </a:lstStyle>
          <a:p>
            <a:pPr lvl="0"/>
            <a:r>
              <a:rPr lang="en-US" dirty="0"/>
              <a:t>Click to add Statement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56DD3CBE-3A6D-5549-8694-6C42B456079C}" type="datetime1">
              <a:rPr lang="en-US" smtClean="0"/>
              <a:t>10/22/2026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20609279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tatement 3">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34028" y="634998"/>
            <a:ext cx="8095017" cy="5588002"/>
          </a:xfrm>
        </p:spPr>
        <p:txBody>
          <a:bodyPr anchor="t">
            <a:noAutofit/>
          </a:bodyPr>
          <a:lstStyle>
            <a:lvl1pPr marL="0" indent="0">
              <a:lnSpc>
                <a:spcPct val="80000"/>
              </a:lnSpc>
              <a:buNone/>
              <a:defRPr sz="5000" b="0"/>
            </a:lvl1pPr>
            <a:lvl2pPr marL="228600" indent="0">
              <a:lnSpc>
                <a:spcPct val="80000"/>
              </a:lnSpc>
              <a:buNone/>
              <a:defRPr sz="4400" b="0"/>
            </a:lvl2pPr>
            <a:lvl3pPr marL="457200" indent="0">
              <a:lnSpc>
                <a:spcPct val="80000"/>
              </a:lnSpc>
              <a:buNone/>
              <a:defRPr sz="4000" b="0"/>
            </a:lvl3pPr>
            <a:lvl4pPr marL="685800" indent="0">
              <a:lnSpc>
                <a:spcPct val="100000"/>
              </a:lnSpc>
              <a:buNone/>
              <a:defRPr sz="3600" b="1"/>
            </a:lvl4pPr>
            <a:lvl5pPr marL="914400" indent="0">
              <a:lnSpc>
                <a:spcPct val="100000"/>
              </a:lnSpc>
              <a:buNone/>
              <a:defRPr sz="3200" b="1"/>
            </a:lvl5pPr>
          </a:lstStyle>
          <a:p>
            <a:pPr lvl="0"/>
            <a:r>
              <a:rPr lang="en-US" dirty="0"/>
              <a:t>Click to add Statement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CFABDC33-792D-BF4E-9DE7-199C5B30538C}" type="datetime1">
              <a:rPr lang="en-US" smtClean="0"/>
              <a:t>10/22/2026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0291151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Statement 4">
    <p:bg>
      <p:bgPr>
        <a:solidFill>
          <a:schemeClr val="accent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7232E05-ABB8-BE6D-4573-761B2737EAE0}"/>
              </a:ext>
            </a:extLst>
          </p:cNvPr>
          <p:cNvSpPr/>
          <p:nvPr/>
        </p:nvSpPr>
        <p:spPr>
          <a:xfrm rot="-10800000">
            <a:off x="0" y="5473700"/>
            <a:ext cx="12192000" cy="1384299"/>
          </a:xfrm>
          <a:prstGeom prst="rect">
            <a:avLst/>
          </a:prstGeom>
          <a:solidFill>
            <a:schemeClr val="accent4"/>
          </a:solidFill>
          <a:ln w="476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824662" y="1001715"/>
            <a:ext cx="8542687" cy="4107810"/>
          </a:xfrm>
        </p:spPr>
        <p:txBody>
          <a:bodyPr anchor="ctr">
            <a:noAutofit/>
          </a:bodyPr>
          <a:lstStyle>
            <a:lvl1pPr marL="0" indent="0">
              <a:lnSpc>
                <a:spcPct val="100000"/>
              </a:lnSpc>
              <a:buNone/>
              <a:defRPr sz="5000" b="0"/>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dirty="0"/>
              <a:t>Click to add Statement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1824662" y="6453002"/>
            <a:ext cx="3494314" cy="365125"/>
          </a:xfrm>
        </p:spPr>
        <p:txBody>
          <a:bodyPr/>
          <a:lstStyle>
            <a:lvl1pPr>
              <a:defRPr>
                <a:solidFill>
                  <a:schemeClr val="bg2"/>
                </a:solidFill>
              </a:defRPr>
            </a:lvl1pPr>
          </a:lstStyle>
          <a:p>
            <a:fld id="{56DD3CBE-3A6D-5549-8694-6C42B456079C}" type="datetime1">
              <a:rPr lang="en-US" smtClean="0"/>
              <a:pPr/>
              <a:t>10/22/2026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7182490" y="6453002"/>
            <a:ext cx="2805405" cy="365125"/>
          </a:xfrm>
        </p:spPr>
        <p:txBody>
          <a:bodyPr/>
          <a:lstStyle>
            <a:lvl1pPr>
              <a:defRPr>
                <a:solidFill>
                  <a:schemeClr val="bg2"/>
                </a:solidFill>
              </a:defRPr>
            </a:lvl1p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9938131" y="6453002"/>
            <a:ext cx="429207" cy="365125"/>
          </a:xfrm>
        </p:spPr>
        <p:txBody>
          <a:bodyPr/>
          <a:lstStyle>
            <a:lvl1pPr>
              <a:defRPr>
                <a:solidFill>
                  <a:schemeClr val="bg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16090739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Quot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824661" y="5431536"/>
            <a:ext cx="8790327" cy="466344"/>
          </a:xfrm>
        </p:spPr>
        <p:txBody>
          <a:bodyPr anchor="ctr">
            <a:normAutofit/>
          </a:bodyPr>
          <a:lstStyle>
            <a:lvl1pPr>
              <a:lnSpc>
                <a:spcPct val="120000"/>
              </a:lnSpc>
              <a:defRPr sz="2000" b="0" i="0">
                <a:solidFill>
                  <a:schemeClr val="accent4"/>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577004" y="1188720"/>
            <a:ext cx="9037985" cy="3657600"/>
          </a:xfrm>
        </p:spPr>
        <p:txBody>
          <a:bodyPr anchor="ctr">
            <a:normAutofit/>
          </a:bodyPr>
          <a:lstStyle>
            <a:lvl1pPr marL="164592" indent="-164592">
              <a:lnSpc>
                <a:spcPct val="100000"/>
              </a:lnSpc>
              <a:spcBef>
                <a:spcPts val="0"/>
              </a:spcBef>
              <a:buNone/>
              <a:defRPr sz="6000" b="1">
                <a:solidFill>
                  <a:schemeClr val="accent4"/>
                </a:solidFill>
                <a:latin typeface="+mj-lt"/>
                <a:cs typeface="Times New Roman" panose="02020603050405020304" pitchFamily="18" charset="0"/>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accent4"/>
                </a:solidFill>
              </a:defRPr>
            </a:lvl1pPr>
          </a:lstStyle>
          <a:p>
            <a:fld id="{32871E99-B1AF-2544-8ABC-7E96B52AD80C}" type="datetime1">
              <a:rPr lang="en-US" smtClean="0"/>
              <a:pPr/>
              <a:t>10/22/2026</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accent4"/>
                </a:solidFill>
              </a:defRPr>
            </a:lvl1pPr>
          </a:lstStyle>
          <a:p>
            <a:r>
              <a:rPr lang="en-US" dirty="0"/>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accent4"/>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03219841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Quote 2">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577004" y="5349240"/>
            <a:ext cx="9037985" cy="466344"/>
          </a:xfrm>
        </p:spPr>
        <p:txBody>
          <a:bodyPr anchor="ctr">
            <a:normAutofit/>
          </a:bodyPr>
          <a:lstStyle>
            <a:lvl1pPr>
              <a:lnSpc>
                <a:spcPct val="120000"/>
              </a:lnSpc>
              <a:defRPr sz="2000" b="0" i="0">
                <a:solidFill>
                  <a:schemeClr val="accent4"/>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577004" y="1344168"/>
            <a:ext cx="9037985" cy="3291840"/>
          </a:xfrm>
        </p:spPr>
        <p:txBody>
          <a:bodyPr anchor="ctr">
            <a:normAutofit/>
          </a:bodyPr>
          <a:lstStyle>
            <a:lvl1pPr marL="164592" indent="-164592">
              <a:lnSpc>
                <a:spcPct val="100000"/>
              </a:lnSpc>
              <a:spcBef>
                <a:spcPts val="0"/>
              </a:spcBef>
              <a:buNone/>
              <a:defRPr sz="6000" b="1" i="0">
                <a:solidFill>
                  <a:schemeClr val="accent4"/>
                </a:solidFill>
                <a:latin typeface="+mj-lt"/>
                <a:cs typeface="Times New Roman" panose="02020603050405020304" pitchFamily="18" charset="0"/>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accent4"/>
                </a:solidFill>
              </a:defRPr>
            </a:lvl1pPr>
          </a:lstStyle>
          <a:p>
            <a:fld id="{709CB95A-28A9-764B-82F3-523AFC520B08}" type="datetime1">
              <a:rPr lang="en-US" smtClean="0"/>
              <a:pPr/>
              <a:t>10/22/2026</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accent4"/>
                </a:solidFill>
              </a:defRPr>
            </a:lvl1pPr>
          </a:lstStyle>
          <a:p>
            <a:r>
              <a:rPr lang="en-US" dirty="0"/>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accent4"/>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576784063"/>
      </p:ext>
    </p:extLst>
  </p:cSld>
  <p:clrMapOvr>
    <a:overrideClrMapping bg1="dk1" tx1="lt1" bg2="dk2" tx2="lt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Quote 3">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790040" y="5669280"/>
            <a:ext cx="8881973" cy="466344"/>
          </a:xfrm>
        </p:spPr>
        <p:txBody>
          <a:bodyPr anchor="ctr">
            <a:normAutofit/>
          </a:bodyPr>
          <a:lstStyle>
            <a:lvl1pPr>
              <a:lnSpc>
                <a:spcPct val="120000"/>
              </a:lnSpc>
              <a:defRPr sz="2000" b="0" i="0">
                <a:solidFill>
                  <a:schemeClr val="accent4"/>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34028" y="1097280"/>
            <a:ext cx="9037986" cy="3474720"/>
          </a:xfrm>
        </p:spPr>
        <p:txBody>
          <a:bodyPr anchor="ctr">
            <a:normAutofit/>
          </a:bodyPr>
          <a:lstStyle>
            <a:lvl1pPr marL="164592" indent="-164592">
              <a:lnSpc>
                <a:spcPct val="100000"/>
              </a:lnSpc>
              <a:spcBef>
                <a:spcPts val="0"/>
              </a:spcBef>
              <a:buNone/>
              <a:defRPr sz="6000" b="1" i="0">
                <a:solidFill>
                  <a:schemeClr val="accent4"/>
                </a:solidFill>
                <a:latin typeface="+mj-lt"/>
                <a:cs typeface="Times New Roman" panose="02020603050405020304" pitchFamily="18" charset="0"/>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accent4"/>
                </a:solidFill>
              </a:defRPr>
            </a:lvl1pPr>
          </a:lstStyle>
          <a:p>
            <a:fld id="{64FF7E46-5096-014D-BC27-4A461B337064}" type="datetime1">
              <a:rPr lang="en-US" smtClean="0"/>
              <a:pPr/>
              <a:t>10/22/2026</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accent4"/>
                </a:solidFill>
              </a:defRPr>
            </a:lvl1pPr>
          </a:lstStyle>
          <a:p>
            <a:r>
              <a:rPr lang="en-US" dirty="0"/>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accent4"/>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73376356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Quote 4">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190627" y="5109526"/>
            <a:ext cx="9810752" cy="747715"/>
          </a:xfrm>
        </p:spPr>
        <p:txBody>
          <a:bodyPr anchor="ctr">
            <a:normAutofit/>
          </a:bodyPr>
          <a:lstStyle>
            <a:lvl1pPr>
              <a:lnSpc>
                <a:spcPct val="120000"/>
              </a:lnSpc>
              <a:defRPr sz="2000" b="0" i="0">
                <a:solidFill>
                  <a:schemeClr val="accent4"/>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914400" y="2496190"/>
            <a:ext cx="10086979" cy="1865621"/>
          </a:xfrm>
        </p:spPr>
        <p:txBody>
          <a:bodyPr anchor="b">
            <a:normAutofit/>
          </a:bodyPr>
          <a:lstStyle>
            <a:lvl1pPr marL="438912" indent="-438912">
              <a:lnSpc>
                <a:spcPct val="85000"/>
              </a:lnSpc>
              <a:spcBef>
                <a:spcPts val="0"/>
              </a:spcBef>
              <a:buNone/>
              <a:defRPr sz="6000" b="1">
                <a:solidFill>
                  <a:schemeClr val="accent4"/>
                </a:solidFill>
                <a:latin typeface="+mj-lt"/>
                <a:cs typeface="Times New Roman" panose="02020603050405020304" pitchFamily="18" charset="0"/>
              </a:defRPr>
            </a:lvl1pPr>
          </a:lstStyle>
          <a:p>
            <a:pPr lvl="0"/>
            <a:r>
              <a:rPr lang="en-US" dirty="0"/>
              <a:t>Click to add Quote</a:t>
            </a:r>
          </a:p>
        </p:txBody>
      </p:sp>
      <p:sp>
        <p:nvSpPr>
          <p:cNvPr id="28" name="Rectangle 27">
            <a:extLst>
              <a:ext uri="{FF2B5EF4-FFF2-40B4-BE49-F238E27FC236}">
                <a16:creationId xmlns:a16="http://schemas.microsoft.com/office/drawing/2014/main" id="{80B2A5AD-D5FE-CAFA-CA21-CF7AA15D171E}"/>
              </a:ext>
            </a:extLst>
          </p:cNvPr>
          <p:cNvSpPr/>
          <p:nvPr/>
        </p:nvSpPr>
        <p:spPr>
          <a:xfrm rot="-10800000">
            <a:off x="0" y="1"/>
            <a:ext cx="12192000" cy="1384299"/>
          </a:xfrm>
          <a:prstGeom prst="rect">
            <a:avLst/>
          </a:prstGeom>
          <a:solidFill>
            <a:schemeClr val="tx2"/>
          </a:solidFill>
          <a:ln w="476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914400" y="6453002"/>
            <a:ext cx="3494314" cy="365125"/>
          </a:xfrm>
        </p:spPr>
        <p:txBody>
          <a:bodyPr/>
          <a:lstStyle>
            <a:lvl1pPr>
              <a:defRPr>
                <a:solidFill>
                  <a:schemeClr val="accent4"/>
                </a:solidFill>
              </a:defRPr>
            </a:lvl1pPr>
          </a:lstStyle>
          <a:p>
            <a:fld id="{32871E99-B1AF-2544-8ABC-7E96B52AD80C}" type="datetime1">
              <a:rPr lang="en-US" smtClean="0"/>
              <a:pPr/>
              <a:t>10/22/2026</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7816531" y="6453002"/>
            <a:ext cx="2805405" cy="365125"/>
          </a:xfrm>
        </p:spPr>
        <p:txBody>
          <a:bodyPr/>
          <a:lstStyle>
            <a:lvl1pPr>
              <a:defRPr>
                <a:solidFill>
                  <a:schemeClr val="accent4"/>
                </a:solidFill>
              </a:defRPr>
            </a:lvl1pPr>
          </a:lstStyle>
          <a:p>
            <a:r>
              <a:rPr lang="en-US" dirty="0"/>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0572172" y="6453002"/>
            <a:ext cx="429207" cy="365125"/>
          </a:xfrm>
        </p:spPr>
        <p:txBody>
          <a:bodyPr/>
          <a:lstStyle>
            <a:lvl1pPr>
              <a:defRPr>
                <a:solidFill>
                  <a:schemeClr val="accent4"/>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05342030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wo Conten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9" y="634998"/>
            <a:ext cx="10923932" cy="1113477"/>
          </a:xfrm>
        </p:spPr>
        <p:txBody>
          <a:bodyPr/>
          <a:lstStyle/>
          <a:p>
            <a:r>
              <a:rPr lang="en-US"/>
              <a:t>Click to edit Master title style</a:t>
            </a:r>
            <a:endParaRPr lang="en-US" dirty="0"/>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634028" y="1748476"/>
            <a:ext cx="5266091" cy="4474524"/>
          </a:xfrm>
        </p:spPr>
        <p:txBody>
          <a:bodyPr>
            <a:normAutofit/>
          </a:bodyPr>
          <a:lstStyle>
            <a:lvl1pPr marL="0" indent="0">
              <a:buNone/>
              <a:defRPr sz="1600" b="0" i="0">
                <a:latin typeface="Avenir Next LT Pro Light" panose="020B0304020202020204" pitchFamily="34" charset="77"/>
              </a:defRPr>
            </a:lvl1pPr>
            <a:lvl2pPr marL="228600" indent="0">
              <a:buNone/>
              <a:defRPr sz="1600" b="0" i="0">
                <a:latin typeface="Avenir Next LT Pro Light" panose="020B0304020202020204" pitchFamily="34" charset="77"/>
              </a:defRPr>
            </a:lvl2pPr>
            <a:lvl3pPr marL="457200" indent="0">
              <a:buNone/>
              <a:defRPr sz="1600" b="0" i="0">
                <a:latin typeface="Avenir Next LT Pro Light" panose="020B0304020202020204" pitchFamily="34" charset="77"/>
              </a:defRPr>
            </a:lvl3pPr>
          </a:lstStyle>
          <a:p>
            <a:pPr lvl="0"/>
            <a:r>
              <a:rPr lang="en-US"/>
              <a:t>Click to edit Master text styles</a:t>
            </a:r>
          </a:p>
          <a:p>
            <a:pPr lvl="1"/>
            <a:r>
              <a:rPr lang="en-US"/>
              <a:t>Second level</a:t>
            </a:r>
          </a:p>
          <a:p>
            <a:pPr lvl="2"/>
            <a:r>
              <a:rPr lang="en-US"/>
              <a:t>Third level</a:t>
            </a:r>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6286499" y="1748476"/>
            <a:ext cx="5271461" cy="4474524"/>
          </a:xfrm>
        </p:spPr>
        <p:txBody>
          <a:bodyPr>
            <a:normAutofit/>
          </a:bodyPr>
          <a:lstStyle>
            <a:lvl1pPr marL="0" indent="0">
              <a:buNone/>
              <a:defRPr sz="1600" b="0" i="0">
                <a:latin typeface="Avenir Next LT Pro Light" panose="020B0304020202020204" pitchFamily="34" charset="77"/>
              </a:defRPr>
            </a:lvl1pPr>
            <a:lvl2pPr marL="228600" indent="0">
              <a:buNone/>
              <a:defRPr sz="1600" b="0" i="0">
                <a:latin typeface="Avenir Next LT Pro Light" panose="020B0304020202020204" pitchFamily="34" charset="77"/>
              </a:defRPr>
            </a:lvl2pPr>
            <a:lvl3pPr marL="457200" indent="0">
              <a:buNone/>
              <a:defRPr sz="1600" b="0" i="0">
                <a:latin typeface="Avenir Next LT Pro Light" panose="020B0304020202020204" pitchFamily="34" charset="77"/>
              </a:defRPr>
            </a:lvl3pPr>
          </a:lstStyle>
          <a:p>
            <a:pPr lvl="0"/>
            <a:r>
              <a:rPr lang="en-US"/>
              <a:t>Click to edit Master text styles</a:t>
            </a:r>
          </a:p>
          <a:p>
            <a:pPr lvl="1"/>
            <a:r>
              <a:rPr lang="en-US"/>
              <a:t>Second level</a:t>
            </a:r>
          </a:p>
          <a:p>
            <a:pPr lvl="2"/>
            <a:r>
              <a:rPr lang="en-US"/>
              <a:t>Third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98B6B797-8C96-7B40-858A-31DC30E46B99}" type="datetime1">
              <a:rPr lang="en-US" smtClean="0"/>
              <a:t>10/22/2026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18906304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wo Content 2">
    <p:bg>
      <p:bgPr>
        <a:solidFill>
          <a:schemeClr val="accent2"/>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F11D39F5-1C3E-0C82-7C38-50FAC164C4D7}"/>
              </a:ext>
            </a:extLst>
          </p:cNvPr>
          <p:cNvSpPr/>
          <p:nvPr/>
        </p:nvSpPr>
        <p:spPr>
          <a:xfrm rot="5400000">
            <a:off x="-2641600" y="2641600"/>
            <a:ext cx="6858000" cy="1574800"/>
          </a:xfrm>
          <a:prstGeom prst="rect">
            <a:avLst/>
          </a:prstGeom>
          <a:solidFill>
            <a:schemeClr val="tx2"/>
          </a:solidFill>
          <a:ln w="476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2519979" y="634998"/>
            <a:ext cx="8481399" cy="1494477"/>
          </a:xfrm>
        </p:spPr>
        <p:txBody>
          <a:bodyPr anchor="b"/>
          <a:lstStyle/>
          <a:p>
            <a:r>
              <a:rPr lang="en-US"/>
              <a:t>Click to edit Master title style</a:t>
            </a:r>
            <a:endParaRPr lang="en-US" dirty="0"/>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2514604" y="2726190"/>
            <a:ext cx="3771900" cy="2749095"/>
          </a:xfrm>
        </p:spPr>
        <p:txBody>
          <a:bodyPr>
            <a:normAutofit/>
          </a:bodyPr>
          <a:lstStyle>
            <a:lvl1pPr marL="0" indent="0">
              <a:buNone/>
              <a:defRPr sz="1600"/>
            </a:lvl1pPr>
            <a:lvl2pPr marL="228600" indent="0">
              <a:buNone/>
              <a:defRPr sz="1800"/>
            </a:lvl2pPr>
            <a:lvl3pPr marL="457200" indent="0">
              <a:buNone/>
              <a:defRPr sz="1800"/>
            </a:lvl3pPr>
          </a:lstStyle>
          <a:p>
            <a:pPr lvl="0"/>
            <a:r>
              <a:rPr lang="en-US"/>
              <a:t>Click to edit Master text styles</a:t>
            </a:r>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7224097" y="2726190"/>
            <a:ext cx="3777282" cy="2749095"/>
          </a:xfrm>
        </p:spPr>
        <p:txBody>
          <a:bodyPr>
            <a:normAutofit/>
          </a:bodyPr>
          <a:lstStyle>
            <a:lvl1pPr marL="0" indent="0">
              <a:buNone/>
              <a:defRPr sz="1600"/>
            </a:lvl1pPr>
            <a:lvl2pPr marL="228600" indent="0">
              <a:buNone/>
              <a:defRPr sz="1800"/>
            </a:lvl2pPr>
            <a:lvl3pPr marL="457200" indent="0">
              <a:buNone/>
              <a:defRPr sz="1800"/>
            </a:lvl3pPr>
          </a:lstStyle>
          <a:p>
            <a:pPr lvl="0"/>
            <a:r>
              <a:rPr lang="en-US"/>
              <a:t>Click to edit Master text styles</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2515965" y="6453002"/>
            <a:ext cx="3494314" cy="365125"/>
          </a:xfrm>
        </p:spPr>
        <p:txBody>
          <a:bodyPr/>
          <a:lstStyle/>
          <a:p>
            <a:fld id="{98B6B797-8C96-7B40-858A-31DC30E46B99}" type="datetime1">
              <a:rPr lang="en-US" smtClean="0"/>
              <a:t>10/22/2026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816530" y="6453002"/>
            <a:ext cx="2805405" cy="365125"/>
          </a:xfr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572171" y="6453002"/>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74649159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Comparis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60495" y="634999"/>
            <a:ext cx="10897465" cy="1113475"/>
          </a:xfrm>
        </p:spPr>
        <p:txBody>
          <a:bodyPr/>
          <a:lstStyle>
            <a:lvl1pPr>
              <a:defRPr b="1" i="0">
                <a:latin typeface="Times New Roman" panose="02020603050405020304" pitchFamily="18" charset="0"/>
                <a:cs typeface="Times New Roman" panose="02020603050405020304" pitchFamily="18" charset="0"/>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34028" y="1685735"/>
            <a:ext cx="5266085" cy="559834"/>
          </a:xfrm>
        </p:spPr>
        <p:txBody>
          <a:bodyPr anchor="b">
            <a:normAutofit/>
          </a:bodyPr>
          <a:lstStyle>
            <a:lvl1pPr marL="0" indent="0">
              <a:lnSpc>
                <a:spcPct val="90000"/>
              </a:lnSpc>
              <a:buNone/>
              <a:defRPr sz="2000" b="1" i="0" cap="none" baseline="0">
                <a:latin typeface="Avenir Next LT Pro Demi" panose="020B0504020202020204" pitchFamily="34"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634028" y="2387600"/>
            <a:ext cx="5266085" cy="3835400"/>
          </a:xfrm>
        </p:spPr>
        <p:txBody>
          <a:bodyPr>
            <a:normAutofit/>
          </a:bodyPr>
          <a:lstStyle>
            <a:lvl1pPr marL="0" indent="0">
              <a:buNone/>
              <a:defRPr sz="1600" b="0" i="0">
                <a:latin typeface="Avenir Next LT Pro" panose="020B0504020202020204" pitchFamily="34" charset="77"/>
              </a:defRPr>
            </a:lvl1pPr>
            <a:lvl2pPr marL="228600" indent="0">
              <a:buNone/>
              <a:defRPr sz="1600" b="0" i="0">
                <a:latin typeface="Avenir Next LT Pro" panose="020B0504020202020204" pitchFamily="34" charset="77"/>
              </a:defRPr>
            </a:lvl2pPr>
            <a:lvl3pPr marL="457200" indent="0">
              <a:buNone/>
              <a:defRPr sz="1600" b="0" i="0">
                <a:latin typeface="Avenir Next LT Pro" panose="020B0504020202020204" pitchFamily="34" charset="77"/>
              </a:defRPr>
            </a:lvl3pPr>
          </a:lstStyle>
          <a:p>
            <a:pPr lvl="0"/>
            <a:r>
              <a:rPr lang="en-US"/>
              <a:t>Click to edit Master text styles</a:t>
            </a:r>
          </a:p>
          <a:p>
            <a:pPr lvl="1"/>
            <a:r>
              <a:rPr lang="en-US"/>
              <a:t>Second level</a:t>
            </a:r>
          </a:p>
          <a:p>
            <a:pPr lvl="2"/>
            <a:r>
              <a:rPr lang="en-US"/>
              <a:t>Third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86498" y="1685735"/>
            <a:ext cx="5271463" cy="559834"/>
          </a:xfrm>
        </p:spPr>
        <p:txBody>
          <a:bodyPr anchor="b">
            <a:normAutofit/>
          </a:bodyPr>
          <a:lstStyle>
            <a:lvl1pPr marL="0" indent="0">
              <a:lnSpc>
                <a:spcPct val="90000"/>
              </a:lnSpc>
              <a:buNone/>
              <a:defRPr sz="2000" b="1" i="0" cap="none" baseline="0">
                <a:latin typeface="Avenir Next LT Pro Demi" panose="020B0504020202020204" pitchFamily="34"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Text Placeholder 12">
            <a:extLst>
              <a:ext uri="{FF2B5EF4-FFF2-40B4-BE49-F238E27FC236}">
                <a16:creationId xmlns:a16="http://schemas.microsoft.com/office/drawing/2014/main" id="{20D5795C-6228-AA6F-1CF7-AD7010686BC6}"/>
              </a:ext>
            </a:extLst>
          </p:cNvPr>
          <p:cNvSpPr>
            <a:spLocks noGrp="1"/>
          </p:cNvSpPr>
          <p:nvPr>
            <p:ph type="body" sz="quarter" idx="14"/>
          </p:nvPr>
        </p:nvSpPr>
        <p:spPr>
          <a:xfrm>
            <a:off x="6286500" y="2387600"/>
            <a:ext cx="5271462" cy="3835400"/>
          </a:xfrm>
        </p:spPr>
        <p:txBody>
          <a:bodyPr>
            <a:normAutofit/>
          </a:bodyPr>
          <a:lstStyle>
            <a:lvl1pPr marL="0" indent="0">
              <a:buNone/>
              <a:defRPr sz="1600" b="0" i="0">
                <a:latin typeface="Avenir Next LT Pro" panose="020B0504020202020204" pitchFamily="34" charset="77"/>
              </a:defRPr>
            </a:lvl1pPr>
            <a:lvl2pPr marL="228600" indent="0">
              <a:buNone/>
              <a:defRPr sz="1600" b="0" i="0">
                <a:latin typeface="Avenir Next LT Pro" panose="020B0504020202020204" pitchFamily="34" charset="77"/>
              </a:defRPr>
            </a:lvl2pPr>
            <a:lvl3pPr marL="457200" indent="0">
              <a:buNone/>
              <a:defRPr sz="1600" b="0" i="0">
                <a:latin typeface="Avenir Next LT Pro" panose="020B0504020202020204" pitchFamily="34" charset="77"/>
              </a:defRPr>
            </a:lvl3pPr>
          </a:lstStyle>
          <a:p>
            <a:pPr lvl="0"/>
            <a:r>
              <a:rPr lang="en-US"/>
              <a:t>Click to edit Master text styles</a:t>
            </a:r>
          </a:p>
          <a:p>
            <a:pPr lvl="1"/>
            <a:r>
              <a:rPr lang="en-US"/>
              <a:t>Second level</a:t>
            </a:r>
          </a:p>
          <a:p>
            <a:pPr lvl="2"/>
            <a:r>
              <a:rPr lang="en-US"/>
              <a:t>Third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A7E46317-D46A-0048-A871-AEF9DE49A7CF}" type="datetime1">
              <a:rPr lang="en-US" smtClean="0"/>
              <a:t>10/22/2026</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6358868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lvl1pPr>
              <a:defRPr b="1" i="0">
                <a:latin typeface="Times New Roman" panose="02020603050405020304" pitchFamily="18" charset="0"/>
                <a:cs typeface="Times New Roman" panose="02020603050405020304" pitchFamily="18" charset="0"/>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FAA61185-F2DE-8040-8984-4BB660A07A30}" type="datetime1">
              <a:rPr lang="en-US" smtClean="0"/>
              <a:t>10/22/2026</a:t>
            </a:fld>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3961835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6C94ADBD-4F70-7340-AA85-2018E3C9401A}" type="datetime1">
              <a:rPr lang="en-US" smtClean="0"/>
              <a:t>10/22/2026</a:t>
            </a:fld>
            <a:endParaRPr lang="en-US" dirty="0"/>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dirty="0"/>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76637563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34028" y="634999"/>
            <a:ext cx="3771908" cy="1488134"/>
          </a:xfrm>
        </p:spPr>
        <p:txBody>
          <a:bodyPr anchor="t">
            <a:normAutofit/>
          </a:bodyPr>
          <a:lstStyle>
            <a:lvl1pPr>
              <a:defRPr sz="48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34028" y="2495234"/>
            <a:ext cx="3771908" cy="3727766"/>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962527" y="634999"/>
            <a:ext cx="6595435" cy="5588001"/>
          </a:xfrm>
        </p:spPr>
        <p:txBody>
          <a:bodyPr>
            <a:normAutofit/>
          </a:bodyPr>
          <a:lstStyle>
            <a:lvl1pPr marL="0" indent="0">
              <a:buNone/>
              <a:defRPr sz="1600"/>
            </a:lvl1pPr>
            <a:lvl2pPr marL="228600" indent="0">
              <a:buNone/>
              <a:defRPr sz="1600"/>
            </a:lvl2pPr>
            <a:lvl3pPr marL="457200" indent="0">
              <a:buNone/>
              <a:defRPr sz="16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292D1322-2C70-6641-9F75-CA20FA3485FD}" type="datetime1">
              <a:rPr lang="en-US" smtClean="0"/>
              <a:t>10/22/2026</a:t>
            </a:fld>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83349037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34028" y="634998"/>
            <a:ext cx="3771908" cy="2242191"/>
          </a:xfrm>
        </p:spPr>
        <p:txBody>
          <a:bodyPr anchor="t">
            <a:normAutofit/>
          </a:bodyPr>
          <a:lstStyle>
            <a:lvl1pPr>
              <a:defRPr sz="48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33968" y="2877189"/>
            <a:ext cx="3761368" cy="3345811"/>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557784"/>
            <a:ext cx="6519080" cy="5779007"/>
          </a:xfrm>
          <a:blipFill dpi="0" rotWithShape="1">
            <a:blip r:embed="rId2">
              <a:alphaModFix amt="60000"/>
            </a:blip>
            <a:srcRect/>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C681172F-8B87-C246-AF2A-44BADFF81A4F}" type="datetime1">
              <a:rPr lang="en-US" smtClean="0"/>
              <a:t>10/22/2026</a:t>
            </a:fld>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92800249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29" y="634999"/>
            <a:ext cx="7322954" cy="2607951"/>
          </a:xfrm>
        </p:spPr>
        <p:txBody>
          <a:bodyPr anchor="b">
            <a:noAutofit/>
          </a:bodyPr>
          <a:lstStyle>
            <a:lvl1pPr>
              <a:defRPr sz="6000">
                <a:solidFill>
                  <a:schemeClr val="tx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41479" y="3615051"/>
            <a:ext cx="10861669" cy="2607949"/>
          </a:xfrm>
        </p:spPr>
        <p:txBody>
          <a:bodyPr>
            <a:normAutofit/>
          </a:bodyPr>
          <a:lstStyle>
            <a:lvl1pPr marL="0" indent="0">
              <a:buNone/>
              <a:defRPr sz="2000">
                <a:solidFill>
                  <a:schemeClr val="tx1"/>
                </a:solidFill>
              </a:defRPr>
            </a:lvl1pPr>
            <a:lvl2pPr marL="228600" indent="0">
              <a:buNone/>
              <a:defRPr sz="2000">
                <a:solidFill>
                  <a:schemeClr val="tx1"/>
                </a:solidFill>
              </a:defRPr>
            </a:lvl2pPr>
            <a:lvl3pPr marL="457200" indent="0">
              <a:buNone/>
              <a:defRPr sz="2000">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7DE46D60-4824-2B46-A429-6FFFC876163D}" type="datetime1">
              <a:rPr lang="en-US" smtClean="0"/>
              <a:pPr/>
              <a:t>10/22/2026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032368632"/>
      </p:ext>
    </p:extLst>
  </p:cSld>
  <p:clrMapOvr>
    <a:overrideClrMapping bg1="lt1" tx1="dk1" bg2="lt2" tx2="dk2" accent1="accent1" accent2="accent2" accent3="accent3" accent4="accent4" accent5="accent5" accent6="accent6" hlink="hlink" folHlink="folHlink"/>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29" y="1627318"/>
            <a:ext cx="8481400" cy="1842020"/>
          </a:xfrm>
        </p:spPr>
        <p:txBody>
          <a:bodyPr anchor="b">
            <a:noAutofit/>
          </a:bodyPr>
          <a:lstStyle>
            <a:lvl1pPr>
              <a:defRPr sz="6000">
                <a:solidFill>
                  <a:schemeClr val="accent4"/>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34157" y="3622674"/>
            <a:ext cx="8481271" cy="1279615"/>
          </a:xfrm>
        </p:spPr>
        <p:txBody>
          <a:bodyPr>
            <a:noAutofit/>
          </a:bodyPr>
          <a:lstStyle>
            <a:lvl1pPr marL="0" indent="0">
              <a:buNone/>
              <a:defRPr sz="2000">
                <a:solidFill>
                  <a:schemeClr val="accent4"/>
                </a:solidFill>
              </a:defRPr>
            </a:lvl1pPr>
            <a:lvl2pPr marL="228600" indent="0">
              <a:buNone/>
              <a:defRPr sz="2000"/>
            </a:lvl2pPr>
            <a:lvl3pPr marL="457200" indent="0">
              <a:buNone/>
              <a:defRPr sz="1800"/>
            </a:lvl3pPr>
            <a:lvl4pPr marL="685800" indent="0">
              <a:buNone/>
              <a:defRPr sz="1600"/>
            </a:lvl4pPr>
            <a:lvl5pPr marL="914400" indent="0">
              <a:buNone/>
              <a:defRPr sz="1400"/>
            </a:lvl5pPr>
          </a:lstStyle>
          <a:p>
            <a:pPr lvl="0"/>
            <a:r>
              <a:rPr lang="en-US"/>
              <a:t>Click to edit Master text styles</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accent4"/>
                </a:solidFill>
              </a:defRPr>
            </a:lvl1pPr>
          </a:lstStyle>
          <a:p>
            <a:fld id="{749DCBF9-491D-F34D-B5AD-D621777F4E56}" type="datetime1">
              <a:rPr lang="en-US" smtClean="0"/>
              <a:pPr/>
              <a:t>10/22/2026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accent4"/>
                </a:solidFill>
              </a:defRPr>
            </a:lvl1p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accent4"/>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538280859"/>
      </p:ext>
    </p:extLst>
  </p:cSld>
  <p:clrMapOvr>
    <a:overrideClrMapping bg1="lt1" tx1="dk1" bg2="lt2" tx2="dk2" accent1="accent1" accent2="accent2" accent3="accent3" accent4="accent4" accent5="accent5" accent6="accent6" hlink="hlink" folHlink="folHlink"/>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Conclusion 3">
    <p:bg>
      <p:bgPr>
        <a:solidFill>
          <a:schemeClr val="accent2"/>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FC7910A-FDD4-CFB6-5D08-8738CFD7F6FC}"/>
              </a:ext>
            </a:extLst>
          </p:cNvPr>
          <p:cNvSpPr>
            <a:spLocks noGrp="1"/>
          </p:cNvSpPr>
          <p:nvPr>
            <p:ph type="title"/>
          </p:nvPr>
        </p:nvSpPr>
        <p:spPr>
          <a:xfrm>
            <a:off x="2519980" y="1001715"/>
            <a:ext cx="8481399" cy="1875475"/>
          </a:xfrm>
        </p:spPr>
        <p:txBody>
          <a:bodyPr anchor="b">
            <a:noAutofit/>
          </a:bodyPr>
          <a:lstStyle>
            <a:lvl1pPr>
              <a:defRPr sz="6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2519980" y="3594099"/>
            <a:ext cx="8481400" cy="2743200"/>
          </a:xfrm>
        </p:spPr>
        <p:txBody>
          <a:bodyPr>
            <a:normAutofit/>
          </a:bodyPr>
          <a:lstStyle>
            <a:lvl1pPr marL="0" indent="0">
              <a:buNone/>
              <a:defRPr sz="2000"/>
            </a:lvl1pPr>
            <a:lvl2pPr marL="228600" indent="0">
              <a:buNone/>
              <a:defRPr sz="2000"/>
            </a:lvl2pPr>
            <a:lvl3pPr marL="457200" indent="0">
              <a:buNone/>
              <a:defRPr sz="2000"/>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2519979" y="6453002"/>
            <a:ext cx="3494314" cy="365125"/>
          </a:xfrm>
        </p:spPr>
        <p:txBody>
          <a:bodyPr/>
          <a:lstStyle/>
          <a:p>
            <a:fld id="{7DE46D60-4824-2B46-A429-6FFFC876163D}" type="datetime1">
              <a:rPr lang="en-US" smtClean="0"/>
              <a:t>10/22/2026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7816531" y="6453002"/>
            <a:ext cx="2805405" cy="365125"/>
          </a:xfr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0572172" y="6453002"/>
            <a:ext cx="429207" cy="365125"/>
          </a:xfrm>
        </p:spPr>
        <p:txBody>
          <a:bodyPr/>
          <a:lstStyle/>
          <a:p>
            <a:fld id="{CC057153-B650-4DEB-B370-79DDCFDCE934}" type="slidenum">
              <a:rPr lang="en-US" smtClean="0"/>
              <a:t>‹#›</a:t>
            </a:fld>
            <a:endParaRPr lang="en-US" dirty="0"/>
          </a:p>
        </p:txBody>
      </p:sp>
      <p:sp>
        <p:nvSpPr>
          <p:cNvPr id="3" name="Rectangle 2">
            <a:extLst>
              <a:ext uri="{FF2B5EF4-FFF2-40B4-BE49-F238E27FC236}">
                <a16:creationId xmlns:a16="http://schemas.microsoft.com/office/drawing/2014/main" id="{94C3DD8A-D366-C703-9E6F-DD3DBC4C8F89}"/>
              </a:ext>
            </a:extLst>
          </p:cNvPr>
          <p:cNvSpPr/>
          <p:nvPr/>
        </p:nvSpPr>
        <p:spPr>
          <a:xfrm rot="5400000">
            <a:off x="-2641600" y="2641600"/>
            <a:ext cx="6858000" cy="1574800"/>
          </a:xfrm>
          <a:prstGeom prst="rect">
            <a:avLst/>
          </a:prstGeom>
          <a:solidFill>
            <a:schemeClr val="bg2"/>
          </a:solidFill>
          <a:ln w="476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059697077"/>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634029" y="6453002"/>
            <a:ext cx="3494314" cy="365125"/>
          </a:xfrm>
          <a:prstGeom prst="rect">
            <a:avLst/>
          </a:prstGeom>
        </p:spPr>
        <p:txBody>
          <a:bodyPr vert="horz" lIns="0" tIns="0" rIns="0" bIns="0" rtlCol="0" anchor="ctr"/>
          <a:lstStyle>
            <a:lvl1pPr algn="l">
              <a:defRPr sz="900" b="0" i="0">
                <a:solidFill>
                  <a:schemeClr val="accent4"/>
                </a:solidFill>
                <a:latin typeface="+mn-lt"/>
              </a:defRPr>
            </a:lvl1pPr>
          </a:lstStyle>
          <a:p>
            <a:fld id="{751CB43A-CDDD-6A4B-A6FC-B11CEFA147CB}" type="datetime1">
              <a:rPr lang="en-US" smtClean="0"/>
              <a:pPr/>
              <a:t>10/22/2026</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373114" y="6453002"/>
            <a:ext cx="2805405" cy="365125"/>
          </a:xfrm>
          <a:prstGeom prst="rect">
            <a:avLst/>
          </a:prstGeom>
        </p:spPr>
        <p:txBody>
          <a:bodyPr vert="horz" lIns="0" tIns="0" rIns="0" bIns="0" rtlCol="0" anchor="ctr"/>
          <a:lstStyle>
            <a:lvl1pPr algn="r">
              <a:defRPr sz="900" b="0" i="0">
                <a:solidFill>
                  <a:schemeClr val="accent4"/>
                </a:solidFill>
                <a:latin typeface="+mn-lt"/>
              </a:defRPr>
            </a:lvl1pPr>
          </a:lstStyle>
          <a:p>
            <a:r>
              <a:rPr lang="en-US" dirty="0"/>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28755" y="6453002"/>
            <a:ext cx="429207" cy="365125"/>
          </a:xfrm>
          <a:prstGeom prst="rect">
            <a:avLst/>
          </a:prstGeom>
        </p:spPr>
        <p:txBody>
          <a:bodyPr vert="horz" lIns="0" tIns="0" rIns="0" bIns="0" rtlCol="0" anchor="ctr"/>
          <a:lstStyle>
            <a:lvl1pPr algn="r">
              <a:defRPr sz="900" b="0" i="0">
                <a:solidFill>
                  <a:schemeClr val="accent4"/>
                </a:solidFill>
                <a:latin typeface="+mn-lt"/>
              </a:defRPr>
            </a:lvl1pPr>
          </a:lstStyle>
          <a:p>
            <a:fld id="{CC057153-B650-4DEB-B370-79DDCFDCE934}" type="slidenum">
              <a:rPr lang="en-US" smtClean="0"/>
              <a:pPr/>
              <a:t>‹#›</a:t>
            </a:fld>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34029" y="1748474"/>
            <a:ext cx="10923933" cy="4474526"/>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p:txBody>
      </p:sp>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34030" y="634998"/>
            <a:ext cx="10923934" cy="1113475"/>
          </a:xfrm>
          <a:prstGeom prst="rect">
            <a:avLst/>
          </a:prstGeom>
        </p:spPr>
        <p:txBody>
          <a:bodyPr vert="horz" lIns="0" tIns="0" rIns="0" bIns="0" rtlCol="0" anchor="t">
            <a:normAutofit/>
          </a:bodyPr>
          <a:lstStyle/>
          <a:p>
            <a:r>
              <a:rPr lang="en-US"/>
              <a:t>Click to edit Master title style</a:t>
            </a:r>
            <a:endParaRPr lang="en-US" dirty="0"/>
          </a:p>
        </p:txBody>
      </p:sp>
    </p:spTree>
    <p:extLst>
      <p:ext uri="{BB962C8B-B14F-4D97-AF65-F5344CB8AC3E}">
        <p14:creationId xmlns:p14="http://schemas.microsoft.com/office/powerpoint/2010/main" val="3626120239"/>
      </p:ext>
    </p:extLst>
  </p:cSld>
  <p:clrMap bg1="lt1" tx1="dk1" bg2="lt2" tx2="dk2" accent1="accent1" accent2="accent2" accent3="accent3" accent4="accent4" accent5="accent5" accent6="accent6" hlink="hlink" folHlink="folHlink"/>
  <p:sldLayoutIdLst>
    <p:sldLayoutId id="2147484037" r:id="rId1"/>
    <p:sldLayoutId id="2147484038" r:id="rId2"/>
    <p:sldLayoutId id="2147484040" r:id="rId3"/>
    <p:sldLayoutId id="2147484041" r:id="rId4"/>
    <p:sldLayoutId id="2147484042" r:id="rId5"/>
    <p:sldLayoutId id="2147484043" r:id="rId6"/>
    <p:sldLayoutId id="2147484044" r:id="rId7"/>
    <p:sldLayoutId id="2147484045" r:id="rId8"/>
    <p:sldLayoutId id="2147484046" r:id="rId9"/>
    <p:sldLayoutId id="2147484047" r:id="rId10"/>
    <p:sldLayoutId id="2147484048" r:id="rId11"/>
    <p:sldLayoutId id="2147484049" r:id="rId12"/>
    <p:sldLayoutId id="2147484050" r:id="rId13"/>
    <p:sldLayoutId id="2147484051" r:id="rId14"/>
    <p:sldLayoutId id="2147484052" r:id="rId15"/>
    <p:sldLayoutId id="2147484053" r:id="rId16"/>
    <p:sldLayoutId id="2147484054" r:id="rId17"/>
    <p:sldLayoutId id="2147484055" r:id="rId18"/>
    <p:sldLayoutId id="2147484056" r:id="rId19"/>
    <p:sldLayoutId id="2147484057" r:id="rId20"/>
    <p:sldLayoutId id="2147484039" r:id="rId21"/>
    <p:sldLayoutId id="2147484091" r:id="rId22"/>
    <p:sldLayoutId id="2147484058" r:id="rId23"/>
    <p:sldLayoutId id="2147484059" r:id="rId24"/>
    <p:sldLayoutId id="2147484060" r:id="rId25"/>
    <p:sldLayoutId id="2147484061" r:id="rId26"/>
    <p:sldLayoutId id="2147484062" r:id="rId27"/>
    <p:sldLayoutId id="2147484063" r:id="rId28"/>
    <p:sldLayoutId id="2147484064" r:id="rId29"/>
    <p:sldLayoutId id="2147484065" r:id="rId30"/>
    <p:sldLayoutId id="2147484066" r:id="rId31"/>
    <p:sldLayoutId id="2147484067" r:id="rId32"/>
    <p:sldLayoutId id="2147484068" r:id="rId33"/>
    <p:sldLayoutId id="2147484069" r:id="rId34"/>
    <p:sldLayoutId id="2147484070" r:id="rId35"/>
    <p:sldLayoutId id="2147484071" r:id="rId36"/>
    <p:sldLayoutId id="2147484072" r:id="rId37"/>
    <p:sldLayoutId id="2147484073" r:id="rId38"/>
    <p:sldLayoutId id="2147484074" r:id="rId39"/>
    <p:sldLayoutId id="2147484075" r:id="rId40"/>
    <p:sldLayoutId id="2147484076" r:id="rId41"/>
    <p:sldLayoutId id="2147484077" r:id="rId42"/>
    <p:sldLayoutId id="2147484078" r:id="rId43"/>
    <p:sldLayoutId id="2147484079" r:id="rId44"/>
    <p:sldLayoutId id="2147484080" r:id="rId45"/>
    <p:sldLayoutId id="2147484081" r:id="rId46"/>
    <p:sldLayoutId id="2147484082" r:id="rId47"/>
    <p:sldLayoutId id="2147484083" r:id="rId48"/>
    <p:sldLayoutId id="2147484084" r:id="rId49"/>
    <p:sldLayoutId id="2147484085" r:id="rId50"/>
    <p:sldLayoutId id="2147484086" r:id="rId51"/>
    <p:sldLayoutId id="2147484087" r:id="rId52"/>
    <p:sldLayoutId id="2147484088" r:id="rId53"/>
    <p:sldLayoutId id="2147484089" r:id="rId54"/>
    <p:sldLayoutId id="2147484090" r:id="rId55"/>
    <p:sldLayoutId id="2147484092" r:id="rId56"/>
    <p:sldLayoutId id="2147484093" r:id="rId57"/>
    <p:sldLayoutId id="2147484094" r:id="rId58"/>
    <p:sldLayoutId id="2147484095" r:id="rId59"/>
    <p:sldLayoutId id="2147484096" r:id="rId60"/>
    <p:sldLayoutId id="2147484097" r:id="rId61"/>
    <p:sldLayoutId id="2147484099" r:id="rId62"/>
    <p:sldLayoutId id="2147484098" r:id="rId63"/>
  </p:sldLayoutIdLst>
  <p:hf sldNum="0" hdr="0" ftr="0" dt="0"/>
  <p:txStyles>
    <p:titleStyle>
      <a:lvl1pPr algn="l" defTabSz="914400" rtl="0" eaLnBrk="1" latinLnBrk="0" hangingPunct="1">
        <a:lnSpc>
          <a:spcPct val="80000"/>
        </a:lnSpc>
        <a:spcBef>
          <a:spcPct val="0"/>
        </a:spcBef>
        <a:buNone/>
        <a:defRPr sz="4800" b="1" kern="1200" spc="20" baseline="0">
          <a:solidFill>
            <a:schemeClr val="accent4"/>
          </a:solidFill>
          <a:latin typeface="+mj-lt"/>
          <a:ea typeface="+mj-ea"/>
          <a:cs typeface="Times New Roman" panose="02020603050405020304" pitchFamily="18" charset="0"/>
        </a:defRPr>
      </a:lvl1pPr>
    </p:titleStyle>
    <p:bodyStyle>
      <a:lvl1pPr marL="228600" indent="-228600" algn="l" defTabSz="914400" rtl="0" eaLnBrk="1" latinLnBrk="0" hangingPunct="1">
        <a:lnSpc>
          <a:spcPct val="104000"/>
        </a:lnSpc>
        <a:spcBef>
          <a:spcPts val="1000"/>
        </a:spcBef>
        <a:buFont typeface="Arial" panose="020B0604020202020204" pitchFamily="34" charset="0"/>
        <a:buChar char="•"/>
        <a:defRPr sz="1800" b="0" i="0" kern="1200" spc="20" baseline="0">
          <a:solidFill>
            <a:schemeClr val="accent4"/>
          </a:solidFill>
          <a:latin typeface="+mn-lt"/>
          <a:ea typeface="+mn-ea"/>
          <a:cs typeface="+mn-cs"/>
        </a:defRPr>
      </a:lvl1pPr>
      <a:lvl2pPr marL="457200" indent="-228600" algn="l" defTabSz="914400" rtl="0" eaLnBrk="1" latinLnBrk="0" hangingPunct="1">
        <a:lnSpc>
          <a:spcPct val="104000"/>
        </a:lnSpc>
        <a:spcBef>
          <a:spcPts val="500"/>
        </a:spcBef>
        <a:buFont typeface="Arial" panose="020B0604020202020204" pitchFamily="34" charset="0"/>
        <a:buChar char="•"/>
        <a:defRPr sz="1600" b="0" i="0" kern="1200" spc="20" baseline="0">
          <a:solidFill>
            <a:schemeClr val="accent4"/>
          </a:solidFill>
          <a:latin typeface="+mn-lt"/>
          <a:ea typeface="+mn-ea"/>
          <a:cs typeface="+mn-cs"/>
        </a:defRPr>
      </a:lvl2pPr>
      <a:lvl3pPr marL="685800" indent="-228600" algn="l" defTabSz="914400" rtl="0" eaLnBrk="1" latinLnBrk="0" hangingPunct="1">
        <a:lnSpc>
          <a:spcPct val="104000"/>
        </a:lnSpc>
        <a:spcBef>
          <a:spcPts val="500"/>
        </a:spcBef>
        <a:buFont typeface="Arial" panose="020B0604020202020204" pitchFamily="34" charset="0"/>
        <a:buChar char="•"/>
        <a:defRPr sz="1400" b="0" i="0" kern="1200" spc="20" baseline="0">
          <a:solidFill>
            <a:schemeClr val="accent4"/>
          </a:solidFill>
          <a:latin typeface="+mn-lt"/>
          <a:ea typeface="+mn-ea"/>
          <a:cs typeface="+mn-cs"/>
        </a:defRPr>
      </a:lvl3pPr>
      <a:lvl4pPr marL="914400" indent="-228600" algn="l" defTabSz="914400" rtl="0" eaLnBrk="1" latinLnBrk="0" hangingPunct="1">
        <a:lnSpc>
          <a:spcPct val="100000"/>
        </a:lnSpc>
        <a:spcBef>
          <a:spcPts val="500"/>
        </a:spcBef>
        <a:buFont typeface="Arial" panose="020B0604020202020204" pitchFamily="34" charset="0"/>
        <a:buChar char="•"/>
        <a:defRPr sz="1400" b="0" i="0" kern="1200">
          <a:solidFill>
            <a:schemeClr val="tx1"/>
          </a:solidFill>
          <a:latin typeface="Avenir Next LT Pro Light" panose="020B0304020202020204" pitchFamily="34" charset="77"/>
          <a:ea typeface="+mn-ea"/>
          <a:cs typeface="+mn-cs"/>
        </a:defRPr>
      </a:lvl4pPr>
      <a:lvl5pPr marL="1143000" indent="-228600" algn="l" defTabSz="914400" rtl="0" eaLnBrk="1" latinLnBrk="0" hangingPunct="1">
        <a:lnSpc>
          <a:spcPct val="100000"/>
        </a:lnSpc>
        <a:spcBef>
          <a:spcPts val="500"/>
        </a:spcBef>
        <a:buFont typeface="Arial" panose="020B0604020202020204" pitchFamily="34" charset="0"/>
        <a:buChar char="•"/>
        <a:defRPr sz="1200" b="0" i="0" kern="1200">
          <a:solidFill>
            <a:schemeClr val="tx1"/>
          </a:solidFill>
          <a:latin typeface="Avenir Next LT Pro Light" panose="020B03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1.png"/><Relationship Id="rId1" Type="http://schemas.openxmlformats.org/officeDocument/2006/relationships/slideLayout" Target="../slideLayouts/slideLayout45.xml"/><Relationship Id="rId4" Type="http://schemas.openxmlformats.org/officeDocument/2006/relationships/hyperlink" Target="https://pxhere.com/en/photo/1597538" TargetMode="External"/></Relationships>
</file>

<file path=ppt/slides/_rels/slide5.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hyperlink" Target="https://www.nseindia.com/static/regulations/listing-compliance/nse-market-capitalisation-all-companies" TargetMode="External"/><Relationship Id="rId2" Type="http://schemas.openxmlformats.org/officeDocument/2006/relationships/hyperlink" Target="https://www.kaggle.com/datasets/rohanrao/nifty50-stock-market-data?select=VEDL.csv" TargetMode="External"/><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55.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53.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11.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40.xml"/></Relationships>
</file>

<file path=ppt/slides/_rels/slide12.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41.xml"/></Relationships>
</file>

<file path=ppt/slides/_rels/slide13.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40.xml"/></Relationships>
</file>

<file path=ppt/slides/_rels/slide14.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41.xml"/></Relationships>
</file>

<file path=ppt/slides/_rels/slide15.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40.xml"/></Relationships>
</file>

<file path=ppt/slides/_rels/slide16.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41.xml"/></Relationships>
</file>

<file path=ppt/slides/_rels/slide17.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40.xml"/></Relationships>
</file>

<file path=ppt/slides/_rels/slide18.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41.xml"/></Relationships>
</file>

<file path=ppt/slides/_rels/slide19.xml.rels><?xml version="1.0" encoding="UTF-8" standalone="yes"?>
<Relationships xmlns="http://schemas.openxmlformats.org/package/2006/relationships"><Relationship Id="rId2" Type="http://schemas.openxmlformats.org/officeDocument/2006/relationships/chart" Target="../charts/chart13.xml"/><Relationship Id="rId1" Type="http://schemas.openxmlformats.org/officeDocument/2006/relationships/slideLayout" Target="../slideLayouts/slideLayout4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4.png"/><Relationship Id="rId1" Type="http://schemas.openxmlformats.org/officeDocument/2006/relationships/slideLayout" Target="../slideLayouts/slideLayout20.xml"/><Relationship Id="rId4" Type="http://schemas.openxmlformats.org/officeDocument/2006/relationships/hyperlink" Target="https://en.wikipedia.org/wiki/Finance"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2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descr="A group of people walking on the sidewalk">
            <a:extLst>
              <a:ext uri="{FF2B5EF4-FFF2-40B4-BE49-F238E27FC236}">
                <a16:creationId xmlns:a16="http://schemas.microsoft.com/office/drawing/2014/main" id="{B3D2A9F4-5054-8973-491F-3B916CFA4271}"/>
              </a:ext>
            </a:extLst>
          </p:cNvPr>
          <p:cNvPicPr>
            <a:picLocks noGrp="1" noChangeAspect="1"/>
          </p:cNvPicPr>
          <p:nvPr>
            <p:ph type="pic" sz="quarter" idx="17"/>
          </p:nvPr>
        </p:nvPicPr>
        <p:blipFill>
          <a:blip r:embed="rId2">
            <a:extLst>
              <a:ext uri="{28A0092B-C50C-407E-A947-70E740481C1C}">
                <a14:useLocalDpi xmlns:a14="http://schemas.microsoft.com/office/drawing/2010/main" val="0"/>
              </a:ext>
            </a:extLst>
          </a:blip>
          <a:srcRect/>
          <a:stretch/>
        </p:blipFill>
        <p:spPr>
          <a:xfrm>
            <a:off x="0" y="0"/>
            <a:ext cx="12192000" cy="6858000"/>
          </a:xfrm>
        </p:spPr>
      </p:pic>
      <p:sp>
        <p:nvSpPr>
          <p:cNvPr id="2" name="Title 1">
            <a:extLst>
              <a:ext uri="{FF2B5EF4-FFF2-40B4-BE49-F238E27FC236}">
                <a16:creationId xmlns:a16="http://schemas.microsoft.com/office/drawing/2014/main" id="{1F057989-07E4-B482-9F2A-EBF670F7FA92}"/>
              </a:ext>
            </a:extLst>
          </p:cNvPr>
          <p:cNvSpPr>
            <a:spLocks noGrp="1"/>
          </p:cNvSpPr>
          <p:nvPr>
            <p:ph type="ctrTitle"/>
          </p:nvPr>
        </p:nvSpPr>
        <p:spPr>
          <a:xfrm>
            <a:off x="634036" y="3429000"/>
            <a:ext cx="7538412" cy="1680524"/>
          </a:xfrm>
        </p:spPr>
        <p:txBody>
          <a:bodyPr/>
          <a:lstStyle/>
          <a:p>
            <a:r>
              <a:rPr lang="en-US" dirty="0"/>
              <a:t>Stock Price Trend Analysis Dashboard</a:t>
            </a:r>
          </a:p>
        </p:txBody>
      </p:sp>
      <p:sp>
        <p:nvSpPr>
          <p:cNvPr id="3" name="Subtitle 2">
            <a:extLst>
              <a:ext uri="{FF2B5EF4-FFF2-40B4-BE49-F238E27FC236}">
                <a16:creationId xmlns:a16="http://schemas.microsoft.com/office/drawing/2014/main" id="{363CF5F8-0028-8636-5006-5D5C52B32774}"/>
              </a:ext>
            </a:extLst>
          </p:cNvPr>
          <p:cNvSpPr>
            <a:spLocks noGrp="1"/>
          </p:cNvSpPr>
          <p:nvPr>
            <p:ph type="subTitle" idx="1"/>
          </p:nvPr>
        </p:nvSpPr>
        <p:spPr>
          <a:xfrm>
            <a:off x="9115429" y="3433124"/>
            <a:ext cx="2442535" cy="1866575"/>
          </a:xfrm>
        </p:spPr>
        <p:txBody>
          <a:bodyPr>
            <a:normAutofit/>
          </a:bodyPr>
          <a:lstStyle/>
          <a:p>
            <a:r>
              <a:rPr lang="en-US" dirty="0"/>
              <a:t>Presented by </a:t>
            </a:r>
            <a:br>
              <a:rPr lang="en-US" dirty="0"/>
            </a:br>
            <a:r>
              <a:rPr lang="en-US" dirty="0"/>
              <a:t>Anaia Suvarna</a:t>
            </a:r>
          </a:p>
          <a:p>
            <a:endParaRPr lang="en-US" dirty="0"/>
          </a:p>
          <a:p>
            <a:r>
              <a:rPr lang="en-US" dirty="0"/>
              <a:t>Date: 16/09/2026</a:t>
            </a:r>
          </a:p>
          <a:p>
            <a:endParaRPr lang="en-US" dirty="0"/>
          </a:p>
        </p:txBody>
      </p:sp>
    </p:spTree>
    <p:extLst>
      <p:ext uri="{BB962C8B-B14F-4D97-AF65-F5344CB8AC3E}">
        <p14:creationId xmlns:p14="http://schemas.microsoft.com/office/powerpoint/2010/main" val="17738313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0D9FB-B08B-6550-BEBF-B430741924E7}"/>
              </a:ext>
            </a:extLst>
          </p:cNvPr>
          <p:cNvSpPr>
            <a:spLocks noGrp="1"/>
          </p:cNvSpPr>
          <p:nvPr>
            <p:ph type="title"/>
          </p:nvPr>
        </p:nvSpPr>
        <p:spPr>
          <a:xfrm>
            <a:off x="523874" y="634999"/>
            <a:ext cx="4823513" cy="1493619"/>
          </a:xfrm>
        </p:spPr>
        <p:txBody>
          <a:bodyPr/>
          <a:lstStyle/>
          <a:p>
            <a:r>
              <a:rPr lang="en-US" dirty="0"/>
              <a:t>Agenda</a:t>
            </a:r>
          </a:p>
        </p:txBody>
      </p:sp>
      <p:sp>
        <p:nvSpPr>
          <p:cNvPr id="3" name="Content Placeholder 2">
            <a:extLst>
              <a:ext uri="{FF2B5EF4-FFF2-40B4-BE49-F238E27FC236}">
                <a16:creationId xmlns:a16="http://schemas.microsoft.com/office/drawing/2014/main" id="{79BC7904-BA22-561E-1DE0-8E716FCEA69E}"/>
              </a:ext>
            </a:extLst>
          </p:cNvPr>
          <p:cNvSpPr>
            <a:spLocks noGrp="1"/>
          </p:cNvSpPr>
          <p:nvPr>
            <p:ph sz="quarter" idx="13"/>
          </p:nvPr>
        </p:nvSpPr>
        <p:spPr>
          <a:xfrm>
            <a:off x="523875" y="2495333"/>
            <a:ext cx="4823513" cy="3114891"/>
          </a:xfrm>
        </p:spPr>
        <p:txBody>
          <a:bodyPr>
            <a:normAutofit fontScale="92500" lnSpcReduction="10000"/>
          </a:bodyPr>
          <a:lstStyle/>
          <a:p>
            <a:r>
              <a:rPr lang="en-US" dirty="0"/>
              <a:t>Problem Statement </a:t>
            </a:r>
          </a:p>
          <a:p>
            <a:r>
              <a:rPr lang="en-US" dirty="0"/>
              <a:t>Overview</a:t>
            </a:r>
          </a:p>
          <a:p>
            <a:r>
              <a:rPr lang="en-US" dirty="0"/>
              <a:t>Prospective Users</a:t>
            </a:r>
          </a:p>
          <a:p>
            <a:r>
              <a:rPr lang="en-US" dirty="0"/>
              <a:t>Data Overview</a:t>
            </a:r>
          </a:p>
          <a:p>
            <a:r>
              <a:rPr lang="en-US" dirty="0"/>
              <a:t>Dashboard Design</a:t>
            </a:r>
          </a:p>
          <a:p>
            <a:r>
              <a:rPr lang="en-US" dirty="0"/>
              <a:t>Key Insights</a:t>
            </a:r>
          </a:p>
          <a:p>
            <a:r>
              <a:rPr lang="en-US" dirty="0"/>
              <a:t>Future Enhancements</a:t>
            </a:r>
          </a:p>
          <a:p>
            <a:r>
              <a:rPr lang="en-US" dirty="0"/>
              <a:t>Conclusion</a:t>
            </a:r>
          </a:p>
        </p:txBody>
      </p:sp>
      <p:pic>
        <p:nvPicPr>
          <p:cNvPr id="24" name="Picture Placeholder 23" descr="A group of yellow taxi cabs on a street">
            <a:extLst>
              <a:ext uri="{FF2B5EF4-FFF2-40B4-BE49-F238E27FC236}">
                <a16:creationId xmlns:a16="http://schemas.microsoft.com/office/drawing/2014/main" id="{2DA944FF-88B2-91C2-C93D-71CA568050EA}"/>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l="46" r="46"/>
          <a:stretch/>
        </p:blipFill>
        <p:spPr>
          <a:xfrm>
            <a:off x="6092952" y="0"/>
            <a:ext cx="6099048" cy="6858000"/>
          </a:xfrm>
        </p:spPr>
      </p:pic>
    </p:spTree>
    <p:extLst>
      <p:ext uri="{BB962C8B-B14F-4D97-AF65-F5344CB8AC3E}">
        <p14:creationId xmlns:p14="http://schemas.microsoft.com/office/powerpoint/2010/main" val="15451770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C7084-C959-6935-0D99-455326A78F99}"/>
              </a:ext>
            </a:extLst>
          </p:cNvPr>
          <p:cNvSpPr>
            <a:spLocks noGrp="1"/>
          </p:cNvSpPr>
          <p:nvPr>
            <p:ph type="ctrTitle"/>
          </p:nvPr>
        </p:nvSpPr>
        <p:spPr>
          <a:xfrm>
            <a:off x="228600" y="938214"/>
            <a:ext cx="4105275" cy="2752724"/>
          </a:xfrm>
        </p:spPr>
        <p:txBody>
          <a:bodyPr>
            <a:normAutofit fontScale="90000"/>
          </a:bodyPr>
          <a:lstStyle/>
          <a:p>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r>
              <a:rPr lang="en-US" dirty="0"/>
              <a:t>                          </a:t>
            </a:r>
            <a:br>
              <a:rPr lang="en-US" dirty="0"/>
            </a:br>
            <a:r>
              <a:rPr lang="en-US" dirty="0"/>
              <a:t>Problem</a:t>
            </a:r>
            <a:br>
              <a:rPr lang="en-US" dirty="0"/>
            </a:br>
            <a:r>
              <a:rPr lang="en-US" dirty="0"/>
              <a:t>Statement </a:t>
            </a:r>
            <a:br>
              <a:rPr lang="en-US" dirty="0"/>
            </a:br>
            <a:endParaRPr lang="en-US" dirty="0"/>
          </a:p>
        </p:txBody>
      </p:sp>
      <p:pic>
        <p:nvPicPr>
          <p:cNvPr id="14" name="Picture Placeholder 13" descr="A group of people crossing a street">
            <a:extLst>
              <a:ext uri="{FF2B5EF4-FFF2-40B4-BE49-F238E27FC236}">
                <a16:creationId xmlns:a16="http://schemas.microsoft.com/office/drawing/2014/main" id="{786FAFD7-EF2D-E331-DB21-90A4369D32C3}"/>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t="86" b="86"/>
          <a:stretch/>
        </p:blipFill>
        <p:spPr>
          <a:xfrm>
            <a:off x="0" y="4543424"/>
            <a:ext cx="12192000" cy="2314575"/>
          </a:xfrm>
        </p:spPr>
      </p:pic>
      <p:sp>
        <p:nvSpPr>
          <p:cNvPr id="3" name="TextBox 2">
            <a:extLst>
              <a:ext uri="{FF2B5EF4-FFF2-40B4-BE49-F238E27FC236}">
                <a16:creationId xmlns:a16="http://schemas.microsoft.com/office/drawing/2014/main" id="{ABE6077A-1177-37C5-A613-68A8F5CC915F}"/>
              </a:ext>
            </a:extLst>
          </p:cNvPr>
          <p:cNvSpPr txBox="1"/>
          <p:nvPr/>
        </p:nvSpPr>
        <p:spPr>
          <a:xfrm>
            <a:off x="4152900" y="190499"/>
            <a:ext cx="7810500" cy="3970318"/>
          </a:xfrm>
          <a:prstGeom prst="rect">
            <a:avLst/>
          </a:prstGeom>
          <a:noFill/>
        </p:spPr>
        <p:txBody>
          <a:bodyPr wrap="square" rtlCol="0">
            <a:spAutoFit/>
          </a:bodyPr>
          <a:lstStyle/>
          <a:p>
            <a:r>
              <a:rPr lang="en-IN" u="sng" dirty="0">
                <a:solidFill>
                  <a:schemeClr val="bg1"/>
                </a:solidFill>
              </a:rPr>
              <a:t>What does this project help with?</a:t>
            </a:r>
          </a:p>
          <a:p>
            <a:endParaRPr lang="en-IN" dirty="0">
              <a:solidFill>
                <a:schemeClr val="bg1"/>
              </a:solidFill>
            </a:endParaRPr>
          </a:p>
          <a:p>
            <a:pPr marL="285750" indent="-285750">
              <a:buFont typeface="Arial" panose="020B0604020202020204" pitchFamily="34" charset="0"/>
              <a:buChar char="•"/>
            </a:pPr>
            <a:r>
              <a:rPr lang="en-IN" dirty="0">
                <a:solidFill>
                  <a:schemeClr val="bg1"/>
                </a:solidFill>
              </a:rPr>
              <a:t>Investors in the stock markets often find it a tedious task to compare different companies’ performances against each other. </a:t>
            </a:r>
          </a:p>
          <a:p>
            <a:endParaRPr lang="en-IN" dirty="0">
              <a:solidFill>
                <a:schemeClr val="bg1"/>
              </a:solidFill>
            </a:endParaRPr>
          </a:p>
          <a:p>
            <a:pPr marL="285750" indent="-285750">
              <a:buFont typeface="Arial" panose="020B0604020202020204" pitchFamily="34" charset="0"/>
              <a:buChar char="•"/>
            </a:pPr>
            <a:r>
              <a:rPr lang="en-IN" dirty="0">
                <a:solidFill>
                  <a:schemeClr val="bg1"/>
                </a:solidFill>
              </a:rPr>
              <a:t>The project investigates:</a:t>
            </a:r>
          </a:p>
          <a:p>
            <a:pPr marL="742950" lvl="1" indent="-285750">
              <a:buFont typeface="Avenir Next LT Pro Light" panose="020B0304020202020204" pitchFamily="34" charset="0"/>
              <a:buChar char="–"/>
            </a:pPr>
            <a:r>
              <a:rPr lang="en-IN" dirty="0">
                <a:solidFill>
                  <a:schemeClr val="bg1"/>
                </a:solidFill>
              </a:rPr>
              <a:t>the performance of NIFTY 50 companies and sectors over time </a:t>
            </a:r>
          </a:p>
          <a:p>
            <a:pPr marL="742950" lvl="1" indent="-285750">
              <a:buFont typeface="Avenir Next LT Pro Light" panose="020B0304020202020204" pitchFamily="34" charset="0"/>
              <a:buChar char="–"/>
            </a:pPr>
            <a:r>
              <a:rPr lang="en-IN" dirty="0">
                <a:solidFill>
                  <a:schemeClr val="bg1"/>
                </a:solidFill>
              </a:rPr>
              <a:t>the distribution of market capitalization among them</a:t>
            </a:r>
          </a:p>
          <a:p>
            <a:pPr marL="285750" indent="-285750">
              <a:buFont typeface="Avenir Next LT Pro Light" panose="020B0304020202020204" pitchFamily="34" charset="0"/>
              <a:buChar char="–"/>
            </a:pPr>
            <a:endParaRPr lang="en-IN" dirty="0">
              <a:solidFill>
                <a:schemeClr val="bg1"/>
              </a:solidFill>
            </a:endParaRPr>
          </a:p>
          <a:p>
            <a:pPr marL="285750" indent="-285750">
              <a:buFont typeface="Arial" panose="020B0604020202020204" pitchFamily="34" charset="0"/>
              <a:buChar char="•"/>
            </a:pPr>
            <a:r>
              <a:rPr lang="en-IN" dirty="0">
                <a:solidFill>
                  <a:schemeClr val="bg1"/>
                </a:solidFill>
              </a:rPr>
              <a:t>Helps identify market leaders, sector dominance, and concentration within the index. </a:t>
            </a:r>
          </a:p>
          <a:p>
            <a:pPr marL="285750" indent="-285750">
              <a:buFont typeface="Arial" panose="020B0604020202020204" pitchFamily="34" charset="0"/>
              <a:buChar char="•"/>
            </a:pPr>
            <a:endParaRPr lang="en-IN" dirty="0">
              <a:solidFill>
                <a:schemeClr val="bg1"/>
              </a:solidFill>
            </a:endParaRPr>
          </a:p>
          <a:p>
            <a:pPr marL="285750" indent="-285750">
              <a:buFont typeface="Arial" panose="020B0604020202020204" pitchFamily="34" charset="0"/>
              <a:buChar char="•"/>
            </a:pPr>
            <a:r>
              <a:rPr lang="en-IN" dirty="0">
                <a:solidFill>
                  <a:schemeClr val="bg1"/>
                </a:solidFill>
              </a:rPr>
              <a:t>Helps potential investors choose wisely by comparing leading sectors with each other as well as companies within sectors.</a:t>
            </a:r>
          </a:p>
        </p:txBody>
      </p:sp>
    </p:spTree>
    <p:extLst>
      <p:ext uri="{BB962C8B-B14F-4D97-AF65-F5344CB8AC3E}">
        <p14:creationId xmlns:p14="http://schemas.microsoft.com/office/powerpoint/2010/main" val="17518853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50F18A-49D8-F475-560D-48F33D57C768}"/>
              </a:ext>
            </a:extLst>
          </p:cNvPr>
          <p:cNvSpPr>
            <a:spLocks noGrp="1"/>
          </p:cNvSpPr>
          <p:nvPr>
            <p:ph sz="quarter" idx="13"/>
          </p:nvPr>
        </p:nvSpPr>
        <p:spPr>
          <a:xfrm>
            <a:off x="180976" y="226994"/>
            <a:ext cx="4533899" cy="3867149"/>
          </a:xfrm>
        </p:spPr>
        <p:txBody>
          <a:bodyPr>
            <a:noAutofit/>
          </a:bodyPr>
          <a:lstStyle/>
          <a:p>
            <a:r>
              <a:rPr lang="en-US" sz="8000" dirty="0"/>
              <a:t>Overview</a:t>
            </a:r>
          </a:p>
        </p:txBody>
      </p:sp>
      <p:sp>
        <p:nvSpPr>
          <p:cNvPr id="4" name="TextBox 3">
            <a:extLst>
              <a:ext uri="{FF2B5EF4-FFF2-40B4-BE49-F238E27FC236}">
                <a16:creationId xmlns:a16="http://schemas.microsoft.com/office/drawing/2014/main" id="{7413D52D-A56F-CCF2-330E-2B1A50FEA5BF}"/>
              </a:ext>
            </a:extLst>
          </p:cNvPr>
          <p:cNvSpPr txBox="1"/>
          <p:nvPr/>
        </p:nvSpPr>
        <p:spPr>
          <a:xfrm>
            <a:off x="4714875" y="123825"/>
            <a:ext cx="7362824" cy="3970318"/>
          </a:xfrm>
          <a:prstGeom prst="rect">
            <a:avLst/>
          </a:prstGeom>
          <a:noFill/>
        </p:spPr>
        <p:txBody>
          <a:bodyPr wrap="square" rtlCol="0">
            <a:spAutoFit/>
          </a:bodyPr>
          <a:lstStyle/>
          <a:p>
            <a:r>
              <a:rPr lang="en-IN" u="sng" dirty="0"/>
              <a:t>What does the dashboard show?</a:t>
            </a:r>
          </a:p>
          <a:p>
            <a:endParaRPr lang="en-IN" dirty="0"/>
          </a:p>
          <a:p>
            <a:pPr marL="285750" indent="-285750">
              <a:buFont typeface="Arial" panose="020B0604020202020204" pitchFamily="34" charset="0"/>
              <a:buChar char="•"/>
            </a:pPr>
            <a:r>
              <a:rPr lang="en-IN" dirty="0"/>
              <a:t>Performance of NIFTY 50 stocks over 20 years</a:t>
            </a:r>
          </a:p>
          <a:p>
            <a:endParaRPr lang="en-IN" dirty="0"/>
          </a:p>
          <a:p>
            <a:pPr marL="285750" indent="-285750">
              <a:buFont typeface="Arial" panose="020B0604020202020204" pitchFamily="34" charset="0"/>
              <a:buChar char="•"/>
            </a:pPr>
            <a:r>
              <a:rPr lang="en-IN" dirty="0"/>
              <a:t>Highlights individual performances of the dominating sectors and the companies within them</a:t>
            </a:r>
          </a:p>
          <a:p>
            <a:endParaRPr lang="en-IN" dirty="0"/>
          </a:p>
          <a:p>
            <a:pPr marL="285750" indent="-285750">
              <a:buFont typeface="Arial" panose="020B0604020202020204" pitchFamily="34" charset="0"/>
              <a:buChar char="•"/>
            </a:pPr>
            <a:r>
              <a:rPr lang="en-IN" dirty="0"/>
              <a:t>Compares the market cap contribution and stability of:</a:t>
            </a:r>
          </a:p>
          <a:p>
            <a:pPr marL="742950" lvl="1" indent="-285750">
              <a:buFont typeface="Avenir Next LT Pro Light" panose="020B0304020202020204" pitchFamily="34" charset="0"/>
              <a:buChar char="–"/>
            </a:pPr>
            <a:r>
              <a:rPr lang="en-IN" dirty="0"/>
              <a:t>the leading companies of the NIFTY 50</a:t>
            </a:r>
          </a:p>
          <a:p>
            <a:pPr marL="742950" lvl="1" indent="-285750">
              <a:buFont typeface="Avenir Next LT Pro Light" panose="020B0304020202020204" pitchFamily="34" charset="0"/>
              <a:buChar char="–"/>
            </a:pPr>
            <a:r>
              <a:rPr lang="en-IN" dirty="0"/>
              <a:t>the leading sectors of the NIFTY 50</a:t>
            </a:r>
          </a:p>
          <a:p>
            <a:endParaRPr lang="en-IN" dirty="0"/>
          </a:p>
          <a:p>
            <a:pPr marL="285750" indent="-285750">
              <a:buFont typeface="Arial" panose="020B0604020202020204" pitchFamily="34" charset="0"/>
              <a:buChar char="•"/>
            </a:pPr>
            <a:r>
              <a:rPr lang="en-IN" dirty="0"/>
              <a:t>Helps understand market cap concentration within the largest sectors and their leading companies</a:t>
            </a:r>
          </a:p>
          <a:p>
            <a:endParaRPr lang="en-IN" dirty="0"/>
          </a:p>
        </p:txBody>
      </p:sp>
      <p:pic>
        <p:nvPicPr>
          <p:cNvPr id="5" name="Picture Placeholder 13">
            <a:extLst>
              <a:ext uri="{FF2B5EF4-FFF2-40B4-BE49-F238E27FC236}">
                <a16:creationId xmlns:a16="http://schemas.microsoft.com/office/drawing/2014/main" id="{2EE9D56D-A357-918E-F508-7EB610BE279B}"/>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val="0"/>
              </a:ext>
              <a:ext uri="{837473B0-CC2E-450A-ABE3-18F120FF3D39}">
                <a1611:picAttrSrcUrl xmlns:a1611="http://schemas.microsoft.com/office/drawing/2016/11/main" r:id="rId4"/>
              </a:ext>
            </a:extLst>
          </a:blip>
          <a:srcRect t="35689" b="35689"/>
          <a:stretch/>
        </p:blipFill>
        <p:spPr>
          <a:xfrm>
            <a:off x="0" y="4715509"/>
            <a:ext cx="12192000" cy="2142491"/>
          </a:xfrm>
          <a:prstGeom prst="rect">
            <a:avLst/>
          </a:prstGeom>
        </p:spPr>
      </p:pic>
    </p:spTree>
    <p:extLst>
      <p:ext uri="{BB962C8B-B14F-4D97-AF65-F5344CB8AC3E}">
        <p14:creationId xmlns:p14="http://schemas.microsoft.com/office/powerpoint/2010/main" val="24927821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Placeholder 14" descr="A group of people sitting around a round table">
            <a:extLst>
              <a:ext uri="{FF2B5EF4-FFF2-40B4-BE49-F238E27FC236}">
                <a16:creationId xmlns:a16="http://schemas.microsoft.com/office/drawing/2014/main" id="{E493CA46-6311-6973-56C6-BA3467A44664}"/>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t="95" b="95"/>
          <a:stretch/>
        </p:blipFill>
        <p:spPr>
          <a:xfrm>
            <a:off x="0" y="0"/>
            <a:ext cx="12192000" cy="2647950"/>
          </a:xfrm>
        </p:spPr>
      </p:pic>
      <p:sp>
        <p:nvSpPr>
          <p:cNvPr id="5" name="TextBox 4">
            <a:extLst>
              <a:ext uri="{FF2B5EF4-FFF2-40B4-BE49-F238E27FC236}">
                <a16:creationId xmlns:a16="http://schemas.microsoft.com/office/drawing/2014/main" id="{09A5D199-4DDF-7B31-F7CD-154832E43AF9}"/>
              </a:ext>
            </a:extLst>
          </p:cNvPr>
          <p:cNvSpPr txBox="1"/>
          <p:nvPr/>
        </p:nvSpPr>
        <p:spPr>
          <a:xfrm>
            <a:off x="180975" y="3333749"/>
            <a:ext cx="4733925" cy="2123658"/>
          </a:xfrm>
          <a:prstGeom prst="rect">
            <a:avLst/>
          </a:prstGeom>
          <a:noFill/>
        </p:spPr>
        <p:txBody>
          <a:bodyPr wrap="square" rtlCol="0">
            <a:spAutoFit/>
          </a:bodyPr>
          <a:lstStyle/>
          <a:p>
            <a:r>
              <a:rPr lang="en-IN" sz="6600" dirty="0">
                <a:latin typeface="+mj-lt"/>
              </a:rPr>
              <a:t>Prospective</a:t>
            </a:r>
          </a:p>
          <a:p>
            <a:r>
              <a:rPr lang="en-IN" sz="6600" dirty="0">
                <a:latin typeface="+mj-lt"/>
              </a:rPr>
              <a:t>Users</a:t>
            </a:r>
          </a:p>
        </p:txBody>
      </p:sp>
      <p:sp>
        <p:nvSpPr>
          <p:cNvPr id="6" name="TextBox 5">
            <a:extLst>
              <a:ext uri="{FF2B5EF4-FFF2-40B4-BE49-F238E27FC236}">
                <a16:creationId xmlns:a16="http://schemas.microsoft.com/office/drawing/2014/main" id="{A4771DCE-D832-F83C-7813-9603CC2456E8}"/>
              </a:ext>
            </a:extLst>
          </p:cNvPr>
          <p:cNvSpPr txBox="1"/>
          <p:nvPr/>
        </p:nvSpPr>
        <p:spPr>
          <a:xfrm>
            <a:off x="4781550" y="2771775"/>
            <a:ext cx="7143751" cy="3693319"/>
          </a:xfrm>
          <a:prstGeom prst="rect">
            <a:avLst/>
          </a:prstGeom>
          <a:noFill/>
        </p:spPr>
        <p:txBody>
          <a:bodyPr wrap="square" rtlCol="0">
            <a:spAutoFit/>
          </a:bodyPr>
          <a:lstStyle/>
          <a:p>
            <a:r>
              <a:rPr lang="en-IN" u="sng" dirty="0"/>
              <a:t>Who can use this dashboard?</a:t>
            </a:r>
          </a:p>
          <a:p>
            <a:endParaRPr lang="en-IN" dirty="0"/>
          </a:p>
          <a:p>
            <a:pPr marL="285750" indent="-285750">
              <a:buFont typeface="Arial" panose="020B0604020202020204" pitchFamily="34" charset="0"/>
              <a:buChar char="•"/>
            </a:pPr>
            <a:r>
              <a:rPr lang="en-IN" dirty="0"/>
              <a:t>Investors and retail buyers </a:t>
            </a:r>
          </a:p>
          <a:p>
            <a:pPr marL="742950" lvl="1" indent="-285750">
              <a:buFont typeface="Avenir Next LT Pro Light" panose="020B0304020202020204" pitchFamily="34" charset="0"/>
              <a:buChar char="–"/>
            </a:pPr>
            <a:r>
              <a:rPr lang="en-IN" dirty="0"/>
              <a:t>to assess the past performance of the stocks (by market cap)</a:t>
            </a:r>
          </a:p>
          <a:p>
            <a:endParaRPr lang="en-IN" dirty="0"/>
          </a:p>
          <a:p>
            <a:pPr marL="285750" indent="-285750">
              <a:buFont typeface="Arial" panose="020B0604020202020204" pitchFamily="34" charset="0"/>
              <a:buChar char="•"/>
            </a:pPr>
            <a:r>
              <a:rPr lang="en-IN" dirty="0"/>
              <a:t>Traders and stockbrokers</a:t>
            </a:r>
          </a:p>
          <a:p>
            <a:pPr marL="742950" lvl="1" indent="-285750">
              <a:buFont typeface="Avenir Next LT Pro Light" panose="020B0304020202020204" pitchFamily="34" charset="0"/>
              <a:buChar char="–"/>
            </a:pPr>
            <a:r>
              <a:rPr lang="en-IN" dirty="0"/>
              <a:t>to predict patterns and trends using the line graphs </a:t>
            </a:r>
          </a:p>
          <a:p>
            <a:pPr marL="742950" lvl="1" indent="-285750">
              <a:buFont typeface="Avenir Next LT Pro Light" panose="020B0304020202020204" pitchFamily="34" charset="0"/>
              <a:buChar char="–"/>
            </a:pPr>
            <a:r>
              <a:rPr lang="en-IN" dirty="0"/>
              <a:t>to anticipate future crashes in the stock market </a:t>
            </a:r>
          </a:p>
          <a:p>
            <a:endParaRPr lang="en-IN" dirty="0"/>
          </a:p>
          <a:p>
            <a:pPr marL="285750" indent="-285750">
              <a:buFont typeface="Arial" panose="020B0604020202020204" pitchFamily="34" charset="0"/>
              <a:buChar char="•"/>
            </a:pPr>
            <a:r>
              <a:rPr lang="en-IN" dirty="0"/>
              <a:t>Financial analysts and the executive boards of companies </a:t>
            </a:r>
          </a:p>
          <a:p>
            <a:pPr marL="742950" lvl="1" indent="-285750">
              <a:buFont typeface="Avenir Next LT Pro Light" panose="020B0304020202020204" pitchFamily="34" charset="0"/>
              <a:buChar char="–"/>
            </a:pPr>
            <a:r>
              <a:rPr lang="en-IN" dirty="0"/>
              <a:t>to foresee a company’s prospective growth</a:t>
            </a:r>
          </a:p>
          <a:p>
            <a:pPr marL="742950" lvl="1" indent="-285750">
              <a:buFont typeface="Avenir Next LT Pro Light" panose="020B0304020202020204" pitchFamily="34" charset="0"/>
              <a:buChar char="–"/>
            </a:pPr>
            <a:r>
              <a:rPr lang="en-IN" dirty="0"/>
              <a:t>to plan how to better equip the company to recover from possible losses</a:t>
            </a:r>
          </a:p>
        </p:txBody>
      </p:sp>
    </p:spTree>
    <p:extLst>
      <p:ext uri="{BB962C8B-B14F-4D97-AF65-F5344CB8AC3E}">
        <p14:creationId xmlns:p14="http://schemas.microsoft.com/office/powerpoint/2010/main" val="18583877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4BB16D-2F4A-F938-64C3-F8B6808F5004}"/>
              </a:ext>
            </a:extLst>
          </p:cNvPr>
          <p:cNvSpPr>
            <a:spLocks noGrp="1"/>
          </p:cNvSpPr>
          <p:nvPr>
            <p:ph type="title"/>
          </p:nvPr>
        </p:nvSpPr>
        <p:spPr>
          <a:xfrm>
            <a:off x="781050" y="152400"/>
            <a:ext cx="7947996" cy="1142999"/>
          </a:xfrm>
        </p:spPr>
        <p:txBody>
          <a:bodyPr>
            <a:normAutofit/>
          </a:bodyPr>
          <a:lstStyle/>
          <a:p>
            <a:r>
              <a:rPr lang="en-US" sz="6000" dirty="0"/>
              <a:t>Data Overview</a:t>
            </a:r>
          </a:p>
        </p:txBody>
      </p:sp>
      <p:sp>
        <p:nvSpPr>
          <p:cNvPr id="5" name="Content Placeholder 4">
            <a:extLst>
              <a:ext uri="{FF2B5EF4-FFF2-40B4-BE49-F238E27FC236}">
                <a16:creationId xmlns:a16="http://schemas.microsoft.com/office/drawing/2014/main" id="{6BCE1C32-E3BE-E820-0C0D-D82105EBFBD0}"/>
              </a:ext>
            </a:extLst>
          </p:cNvPr>
          <p:cNvSpPr>
            <a:spLocks noGrp="1"/>
          </p:cNvSpPr>
          <p:nvPr>
            <p:ph type="body" sz="quarter" idx="13"/>
          </p:nvPr>
        </p:nvSpPr>
        <p:spPr>
          <a:xfrm>
            <a:off x="781050" y="1581150"/>
            <a:ext cx="8162925" cy="5048250"/>
          </a:xfrm>
        </p:spPr>
        <p:txBody>
          <a:bodyPr>
            <a:normAutofit/>
          </a:bodyPr>
          <a:lstStyle/>
          <a:p>
            <a:r>
              <a:rPr lang="en-US" b="1" dirty="0">
                <a:latin typeface="Avenir Next LT Pro Demi" panose="020B0704020202020204" pitchFamily="34" charset="0"/>
              </a:rPr>
              <a:t>Data Source</a:t>
            </a:r>
          </a:p>
          <a:p>
            <a:pPr marL="285750" indent="-285750">
              <a:buFont typeface="Arial" panose="020B0604020202020204" pitchFamily="34" charset="0"/>
              <a:buChar char="•"/>
            </a:pPr>
            <a:r>
              <a:rPr lang="en-US" dirty="0"/>
              <a:t>Kaggle: </a:t>
            </a:r>
            <a:r>
              <a:rPr lang="en-IN" u="sng" dirty="0">
                <a:hlinkClick r:id="rId2"/>
              </a:rPr>
              <a:t>https://www.kaggle.com/datasets/rohanrao/nifty50-stock-market-data?select=VEDL.csv</a:t>
            </a:r>
            <a:endParaRPr lang="en-IN" u="sng" dirty="0"/>
          </a:p>
          <a:p>
            <a:pPr marL="285750" indent="-285750">
              <a:buFont typeface="Arial" panose="020B0604020202020204" pitchFamily="34" charset="0"/>
              <a:buChar char="•"/>
            </a:pPr>
            <a:r>
              <a:rPr lang="en-IN" dirty="0"/>
              <a:t>NSE website: </a:t>
            </a:r>
            <a:r>
              <a:rPr lang="en-IN" u="sng" dirty="0">
                <a:hlinkClick r:id="rId3"/>
              </a:rPr>
              <a:t>https://www.nseindia.com/static/regulations/listing-compliance/nse-market-capitalisation-all-companies</a:t>
            </a:r>
            <a:endParaRPr lang="en-IN" u="sng" dirty="0"/>
          </a:p>
          <a:p>
            <a:pPr>
              <a:lnSpc>
                <a:spcPct val="100000"/>
              </a:lnSpc>
            </a:pPr>
            <a:r>
              <a:rPr lang="en-US" b="1" dirty="0">
                <a:latin typeface="Avenir Next LT Pro Demi" panose="020B0704020202020204" pitchFamily="34" charset="0"/>
              </a:rPr>
              <a:t>Data Size</a:t>
            </a:r>
          </a:p>
          <a:p>
            <a:pPr marL="285750" indent="-285750">
              <a:lnSpc>
                <a:spcPct val="100000"/>
              </a:lnSpc>
              <a:buFont typeface="Arial" panose="020B0604020202020204" pitchFamily="34" charset="0"/>
              <a:buChar char="•"/>
            </a:pPr>
            <a:r>
              <a:rPr lang="en-US" dirty="0"/>
              <a:t>There are 15 sheets of data, each with:</a:t>
            </a:r>
          </a:p>
          <a:p>
            <a:pPr marL="514350" lvl="1" indent="-285750">
              <a:lnSpc>
                <a:spcPct val="100000"/>
              </a:lnSpc>
              <a:buFont typeface="Avenir Next LT Pro Light" panose="020B0304020202020204" pitchFamily="34" charset="0"/>
              <a:buChar char="–"/>
            </a:pPr>
            <a:r>
              <a:rPr lang="en-US" sz="1600" dirty="0"/>
              <a:t>15 columns</a:t>
            </a:r>
          </a:p>
          <a:p>
            <a:pPr marL="514350" lvl="1" indent="-285750">
              <a:lnSpc>
                <a:spcPct val="100000"/>
              </a:lnSpc>
              <a:buFont typeface="Avenir Next LT Pro Light" panose="020B0304020202020204" pitchFamily="34" charset="0"/>
              <a:buChar char="–"/>
            </a:pPr>
            <a:r>
              <a:rPr lang="en-US" sz="1600" dirty="0"/>
              <a:t>5000 rows of data</a:t>
            </a:r>
          </a:p>
          <a:p>
            <a:r>
              <a:rPr lang="en-US" b="1" dirty="0">
                <a:latin typeface="Avenir Next LT Pro Demi" panose="020B0704020202020204" pitchFamily="34" charset="0"/>
              </a:rPr>
              <a:t>Data Fields </a:t>
            </a:r>
          </a:p>
          <a:p>
            <a:pPr marL="285750" indent="-285750">
              <a:buFont typeface="Arial" panose="020B0604020202020204" pitchFamily="34" charset="0"/>
              <a:buChar char="•"/>
            </a:pPr>
            <a:r>
              <a:rPr lang="en-US" dirty="0"/>
              <a:t>Date, symbol, series, previous close, open, high, low, last, close, VWAP, volume, turnover, trades, deliverable volume, % deliverable volume</a:t>
            </a:r>
          </a:p>
          <a:p>
            <a:pPr marL="285750" indent="-285750">
              <a:buFont typeface="Arial" panose="020B0604020202020204" pitchFamily="34" charset="0"/>
              <a:buChar char="•"/>
            </a:pPr>
            <a:r>
              <a:rPr lang="en-US" dirty="0"/>
              <a:t>Market capitalization (for 2020) in a separate sheet </a:t>
            </a:r>
          </a:p>
        </p:txBody>
      </p:sp>
      <p:sp>
        <p:nvSpPr>
          <p:cNvPr id="3" name="Rectangle 2">
            <a:extLst>
              <a:ext uri="{FF2B5EF4-FFF2-40B4-BE49-F238E27FC236}">
                <a16:creationId xmlns:a16="http://schemas.microsoft.com/office/drawing/2014/main" id="{D5674A55-938B-876C-A440-F4B797B0D9BC}"/>
              </a:ext>
            </a:extLst>
          </p:cNvPr>
          <p:cNvSpPr/>
          <p:nvPr/>
        </p:nvSpPr>
        <p:spPr>
          <a:xfrm>
            <a:off x="10629900" y="0"/>
            <a:ext cx="1562100" cy="6858000"/>
          </a:xfrm>
          <a:prstGeom prst="rect">
            <a:avLst/>
          </a:prstGeom>
        </p:spPr>
        <p:style>
          <a:lnRef idx="3">
            <a:schemeClr val="lt1"/>
          </a:lnRef>
          <a:fillRef idx="1">
            <a:schemeClr val="dk1"/>
          </a:fillRef>
          <a:effectRef idx="1">
            <a:schemeClr val="dk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ABB36C75-71C1-0C06-B61F-4DC740951C4D}"/>
              </a:ext>
            </a:extLst>
          </p:cNvPr>
          <p:cNvSpPr/>
          <p:nvPr/>
        </p:nvSpPr>
        <p:spPr>
          <a:xfrm>
            <a:off x="10629900" y="0"/>
            <a:ext cx="1562100" cy="685800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8349363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BD05B-626E-805B-3979-F4B5AD4C5C7D}"/>
              </a:ext>
            </a:extLst>
          </p:cNvPr>
          <p:cNvSpPr>
            <a:spLocks noGrp="1"/>
          </p:cNvSpPr>
          <p:nvPr>
            <p:ph type="title"/>
          </p:nvPr>
        </p:nvSpPr>
        <p:spPr>
          <a:xfrm>
            <a:off x="1857374" y="400051"/>
            <a:ext cx="9144004" cy="1276350"/>
          </a:xfrm>
        </p:spPr>
        <p:txBody>
          <a:bodyPr/>
          <a:lstStyle/>
          <a:p>
            <a:r>
              <a:rPr lang="en-US" sz="6000" dirty="0"/>
              <a:t>Dashboard</a:t>
            </a:r>
            <a:r>
              <a:rPr lang="en-US" dirty="0"/>
              <a:t> </a:t>
            </a:r>
            <a:r>
              <a:rPr lang="en-US" sz="6000" dirty="0"/>
              <a:t>Design</a:t>
            </a:r>
          </a:p>
        </p:txBody>
      </p:sp>
      <p:sp>
        <p:nvSpPr>
          <p:cNvPr id="3" name="Text Placeholder 2">
            <a:extLst>
              <a:ext uri="{FF2B5EF4-FFF2-40B4-BE49-F238E27FC236}">
                <a16:creationId xmlns:a16="http://schemas.microsoft.com/office/drawing/2014/main" id="{3794CB10-2DF4-DC09-AC0F-609BF112137B}"/>
              </a:ext>
            </a:extLst>
          </p:cNvPr>
          <p:cNvSpPr>
            <a:spLocks noGrp="1"/>
          </p:cNvSpPr>
          <p:nvPr>
            <p:ph type="body" sz="quarter" idx="13"/>
          </p:nvPr>
        </p:nvSpPr>
        <p:spPr>
          <a:xfrm>
            <a:off x="1857374" y="2295526"/>
            <a:ext cx="1771646" cy="3179759"/>
          </a:xfrm>
        </p:spPr>
        <p:txBody>
          <a:bodyPr>
            <a:normAutofit fontScale="92500" lnSpcReduction="10000"/>
          </a:bodyPr>
          <a:lstStyle/>
          <a:p>
            <a:r>
              <a:rPr lang="en-US" b="1" dirty="0">
                <a:latin typeface="Avenir Next LT Pro Demi" panose="020B0704020202020204" pitchFamily="34" charset="0"/>
              </a:rPr>
              <a:t>KPI Cards</a:t>
            </a:r>
          </a:p>
          <a:p>
            <a:br>
              <a:rPr lang="en-US" dirty="0"/>
            </a:br>
            <a:br>
              <a:rPr lang="en-US" dirty="0"/>
            </a:br>
            <a:r>
              <a:rPr lang="en-US" sz="1700" dirty="0"/>
              <a:t>Total companies </a:t>
            </a:r>
          </a:p>
          <a:p>
            <a:r>
              <a:rPr lang="en-US" sz="1700" dirty="0"/>
              <a:t>Total market cap        (as of Dec 2021)</a:t>
            </a:r>
          </a:p>
          <a:p>
            <a:r>
              <a:rPr lang="en-US" sz="1700" dirty="0"/>
              <a:t>Largest sector </a:t>
            </a:r>
          </a:p>
          <a:p>
            <a:r>
              <a:rPr lang="en-US" sz="1700" dirty="0"/>
              <a:t>Top company</a:t>
            </a:r>
          </a:p>
          <a:p>
            <a:r>
              <a:rPr lang="en-US" sz="1700" dirty="0"/>
              <a:t>Total market cap contribution of   top companies </a:t>
            </a:r>
          </a:p>
        </p:txBody>
      </p:sp>
      <p:sp>
        <p:nvSpPr>
          <p:cNvPr id="4" name="Text Placeholder 3">
            <a:extLst>
              <a:ext uri="{FF2B5EF4-FFF2-40B4-BE49-F238E27FC236}">
                <a16:creationId xmlns:a16="http://schemas.microsoft.com/office/drawing/2014/main" id="{CEE9B55B-919C-6C32-408E-D46E6B1DEACA}"/>
              </a:ext>
            </a:extLst>
          </p:cNvPr>
          <p:cNvSpPr>
            <a:spLocks noGrp="1"/>
          </p:cNvSpPr>
          <p:nvPr>
            <p:ph type="body" sz="quarter" idx="14"/>
          </p:nvPr>
        </p:nvSpPr>
        <p:spPr>
          <a:xfrm>
            <a:off x="3733800" y="2295526"/>
            <a:ext cx="2066925" cy="3179760"/>
          </a:xfrm>
        </p:spPr>
        <p:txBody>
          <a:bodyPr>
            <a:normAutofit/>
          </a:bodyPr>
          <a:lstStyle/>
          <a:p>
            <a:r>
              <a:rPr lang="en-US" b="1" dirty="0">
                <a:latin typeface="Avenir Next LT Pro Demi" panose="020B0704020202020204" pitchFamily="34" charset="0"/>
              </a:rPr>
              <a:t>Pie Chart</a:t>
            </a:r>
            <a:br>
              <a:rPr lang="en-US" dirty="0"/>
            </a:br>
            <a:endParaRPr lang="en-US" dirty="0"/>
          </a:p>
          <a:p>
            <a:br>
              <a:rPr lang="en-US" dirty="0"/>
            </a:br>
            <a:r>
              <a:rPr lang="en-IN" dirty="0"/>
              <a:t>% contribution of the top 5 sectors to the total market cap of the 50 companies </a:t>
            </a:r>
            <a:endParaRPr lang="en-US" dirty="0"/>
          </a:p>
        </p:txBody>
      </p:sp>
      <p:sp>
        <p:nvSpPr>
          <p:cNvPr id="5" name="Text Placeholder 3">
            <a:extLst>
              <a:ext uri="{FF2B5EF4-FFF2-40B4-BE49-F238E27FC236}">
                <a16:creationId xmlns:a16="http://schemas.microsoft.com/office/drawing/2014/main" id="{B0B6F837-9941-BA68-C369-DBBA1ACE2D7A}"/>
              </a:ext>
            </a:extLst>
          </p:cNvPr>
          <p:cNvSpPr txBox="1">
            <a:spLocks/>
          </p:cNvSpPr>
          <p:nvPr/>
        </p:nvSpPr>
        <p:spPr>
          <a:xfrm>
            <a:off x="5915025" y="2295526"/>
            <a:ext cx="2066925" cy="3179760"/>
          </a:xfrm>
          <a:prstGeom prst="rect">
            <a:avLst/>
          </a:prstGeom>
        </p:spPr>
        <p:txBody>
          <a:bodyPr vert="horz" lIns="0" tIns="0" rIns="0" bIns="0" rtlCol="0">
            <a:normAutofit/>
          </a:bodyPr>
          <a:lstStyle>
            <a:lvl1pPr marL="0" indent="0" algn="l" defTabSz="914400" rtl="0" eaLnBrk="1" latinLnBrk="0" hangingPunct="1">
              <a:lnSpc>
                <a:spcPct val="104000"/>
              </a:lnSpc>
              <a:spcBef>
                <a:spcPts val="1000"/>
              </a:spcBef>
              <a:buFont typeface="Arial" panose="020B0604020202020204" pitchFamily="34" charset="0"/>
              <a:buNone/>
              <a:defRPr sz="1600" b="0" i="0" kern="1200" spc="20" baseline="0">
                <a:solidFill>
                  <a:schemeClr val="accent4"/>
                </a:solidFill>
                <a:latin typeface="+mn-lt"/>
                <a:ea typeface="+mn-ea"/>
                <a:cs typeface="+mn-cs"/>
              </a:defRPr>
            </a:lvl1pPr>
            <a:lvl2pPr marL="228600" indent="0" algn="l" defTabSz="914400" rtl="0" eaLnBrk="1" latinLnBrk="0" hangingPunct="1">
              <a:lnSpc>
                <a:spcPct val="104000"/>
              </a:lnSpc>
              <a:spcBef>
                <a:spcPts val="500"/>
              </a:spcBef>
              <a:buFont typeface="Arial" panose="020B0604020202020204" pitchFamily="34" charset="0"/>
              <a:buNone/>
              <a:defRPr sz="1800" b="0" i="0" kern="1200" spc="20" baseline="0">
                <a:solidFill>
                  <a:schemeClr val="accent4"/>
                </a:solidFill>
                <a:latin typeface="+mn-lt"/>
                <a:ea typeface="+mn-ea"/>
                <a:cs typeface="+mn-cs"/>
              </a:defRPr>
            </a:lvl2pPr>
            <a:lvl3pPr marL="457200" indent="0" algn="l" defTabSz="914400" rtl="0" eaLnBrk="1" latinLnBrk="0" hangingPunct="1">
              <a:lnSpc>
                <a:spcPct val="104000"/>
              </a:lnSpc>
              <a:spcBef>
                <a:spcPts val="500"/>
              </a:spcBef>
              <a:buFont typeface="Arial" panose="020B0604020202020204" pitchFamily="34" charset="0"/>
              <a:buNone/>
              <a:defRPr sz="1800" b="0" i="0" kern="1200" spc="20" baseline="0">
                <a:solidFill>
                  <a:schemeClr val="accent4"/>
                </a:solidFill>
                <a:latin typeface="+mn-lt"/>
                <a:ea typeface="+mn-ea"/>
                <a:cs typeface="+mn-cs"/>
              </a:defRPr>
            </a:lvl3pPr>
            <a:lvl4pPr marL="914400" indent="-228600" algn="l" defTabSz="914400" rtl="0" eaLnBrk="1" latinLnBrk="0" hangingPunct="1">
              <a:lnSpc>
                <a:spcPct val="100000"/>
              </a:lnSpc>
              <a:spcBef>
                <a:spcPts val="500"/>
              </a:spcBef>
              <a:buFont typeface="Arial" panose="020B0604020202020204" pitchFamily="34" charset="0"/>
              <a:buChar char="•"/>
              <a:defRPr sz="1400" b="0" i="0" kern="1200">
                <a:solidFill>
                  <a:schemeClr val="tx1"/>
                </a:solidFill>
                <a:latin typeface="Avenir Next LT Pro Light" panose="020B0304020202020204" pitchFamily="34" charset="77"/>
                <a:ea typeface="+mn-ea"/>
                <a:cs typeface="+mn-cs"/>
              </a:defRPr>
            </a:lvl4pPr>
            <a:lvl5pPr marL="1143000" indent="-228600" algn="l" defTabSz="914400" rtl="0" eaLnBrk="1" latinLnBrk="0" hangingPunct="1">
              <a:lnSpc>
                <a:spcPct val="100000"/>
              </a:lnSpc>
              <a:spcBef>
                <a:spcPts val="500"/>
              </a:spcBef>
              <a:buFont typeface="Arial" panose="020B0604020202020204" pitchFamily="34" charset="0"/>
              <a:buChar char="•"/>
              <a:defRPr sz="1200" b="0" i="0" kern="1200">
                <a:solidFill>
                  <a:schemeClr val="tx1"/>
                </a:solidFill>
                <a:latin typeface="Avenir Next LT Pro Light" panose="020B03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latin typeface="Avenir Next LT Pro Demi" panose="020B0704020202020204" pitchFamily="34" charset="0"/>
              </a:rPr>
              <a:t>2-D Bar Chart</a:t>
            </a:r>
            <a:br>
              <a:rPr lang="en-US" dirty="0"/>
            </a:br>
            <a:endParaRPr lang="en-US" dirty="0"/>
          </a:p>
          <a:p>
            <a:br>
              <a:rPr lang="en-US" dirty="0"/>
            </a:br>
            <a:r>
              <a:rPr lang="en-IN" dirty="0"/>
              <a:t>Contribution of each company to the overall market cap of the 50 companies</a:t>
            </a:r>
          </a:p>
          <a:p>
            <a:endParaRPr lang="en-US" dirty="0"/>
          </a:p>
        </p:txBody>
      </p:sp>
      <p:sp>
        <p:nvSpPr>
          <p:cNvPr id="6" name="Text Placeholder 3">
            <a:extLst>
              <a:ext uri="{FF2B5EF4-FFF2-40B4-BE49-F238E27FC236}">
                <a16:creationId xmlns:a16="http://schemas.microsoft.com/office/drawing/2014/main" id="{191CF5B6-87EF-1E11-68BE-66D8B4C3A9DC}"/>
              </a:ext>
            </a:extLst>
          </p:cNvPr>
          <p:cNvSpPr txBox="1">
            <a:spLocks/>
          </p:cNvSpPr>
          <p:nvPr/>
        </p:nvSpPr>
        <p:spPr>
          <a:xfrm>
            <a:off x="8086730" y="2228850"/>
            <a:ext cx="1857369" cy="3246436"/>
          </a:xfrm>
          <a:prstGeom prst="rect">
            <a:avLst/>
          </a:prstGeom>
        </p:spPr>
        <p:txBody>
          <a:bodyPr vert="horz" lIns="0" tIns="0" rIns="0" bIns="0" rtlCol="0">
            <a:normAutofit/>
          </a:bodyPr>
          <a:lstStyle>
            <a:lvl1pPr marL="0" indent="0" algn="l" defTabSz="914400" rtl="0" eaLnBrk="1" latinLnBrk="0" hangingPunct="1">
              <a:lnSpc>
                <a:spcPct val="104000"/>
              </a:lnSpc>
              <a:spcBef>
                <a:spcPts val="1000"/>
              </a:spcBef>
              <a:buFont typeface="Arial" panose="020B0604020202020204" pitchFamily="34" charset="0"/>
              <a:buNone/>
              <a:defRPr sz="1600" b="0" i="0" kern="1200" spc="20" baseline="0">
                <a:solidFill>
                  <a:schemeClr val="accent4"/>
                </a:solidFill>
                <a:latin typeface="+mn-lt"/>
                <a:ea typeface="+mn-ea"/>
                <a:cs typeface="+mn-cs"/>
              </a:defRPr>
            </a:lvl1pPr>
            <a:lvl2pPr marL="228600" indent="0" algn="l" defTabSz="914400" rtl="0" eaLnBrk="1" latinLnBrk="0" hangingPunct="1">
              <a:lnSpc>
                <a:spcPct val="104000"/>
              </a:lnSpc>
              <a:spcBef>
                <a:spcPts val="500"/>
              </a:spcBef>
              <a:buFont typeface="Arial" panose="020B0604020202020204" pitchFamily="34" charset="0"/>
              <a:buNone/>
              <a:defRPr sz="1800" b="0" i="0" kern="1200" spc="20" baseline="0">
                <a:solidFill>
                  <a:schemeClr val="accent4"/>
                </a:solidFill>
                <a:latin typeface="+mn-lt"/>
                <a:ea typeface="+mn-ea"/>
                <a:cs typeface="+mn-cs"/>
              </a:defRPr>
            </a:lvl2pPr>
            <a:lvl3pPr marL="457200" indent="0" algn="l" defTabSz="914400" rtl="0" eaLnBrk="1" latinLnBrk="0" hangingPunct="1">
              <a:lnSpc>
                <a:spcPct val="104000"/>
              </a:lnSpc>
              <a:spcBef>
                <a:spcPts val="500"/>
              </a:spcBef>
              <a:buFont typeface="Arial" panose="020B0604020202020204" pitchFamily="34" charset="0"/>
              <a:buNone/>
              <a:defRPr sz="1800" b="0" i="0" kern="1200" spc="20" baseline="0">
                <a:solidFill>
                  <a:schemeClr val="accent4"/>
                </a:solidFill>
                <a:latin typeface="+mn-lt"/>
                <a:ea typeface="+mn-ea"/>
                <a:cs typeface="+mn-cs"/>
              </a:defRPr>
            </a:lvl3pPr>
            <a:lvl4pPr marL="914400" indent="-228600" algn="l" defTabSz="914400" rtl="0" eaLnBrk="1" latinLnBrk="0" hangingPunct="1">
              <a:lnSpc>
                <a:spcPct val="100000"/>
              </a:lnSpc>
              <a:spcBef>
                <a:spcPts val="500"/>
              </a:spcBef>
              <a:buFont typeface="Arial" panose="020B0604020202020204" pitchFamily="34" charset="0"/>
              <a:buChar char="•"/>
              <a:defRPr sz="1400" b="0" i="0" kern="1200">
                <a:solidFill>
                  <a:schemeClr val="tx1"/>
                </a:solidFill>
                <a:latin typeface="Avenir Next LT Pro Light" panose="020B0304020202020204" pitchFamily="34" charset="77"/>
                <a:ea typeface="+mn-ea"/>
                <a:cs typeface="+mn-cs"/>
              </a:defRPr>
            </a:lvl4pPr>
            <a:lvl5pPr marL="1143000" indent="-228600" algn="l" defTabSz="914400" rtl="0" eaLnBrk="1" latinLnBrk="0" hangingPunct="1">
              <a:lnSpc>
                <a:spcPct val="100000"/>
              </a:lnSpc>
              <a:spcBef>
                <a:spcPts val="500"/>
              </a:spcBef>
              <a:buFont typeface="Arial" panose="020B0604020202020204" pitchFamily="34" charset="0"/>
              <a:buChar char="•"/>
              <a:defRPr sz="1200" b="0" i="0" kern="1200">
                <a:solidFill>
                  <a:schemeClr val="tx1"/>
                </a:solidFill>
                <a:latin typeface="Avenir Next LT Pro Light" panose="020B03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latin typeface="Avenir Next LT Pro Demi" panose="020B0704020202020204" pitchFamily="34" charset="0"/>
              </a:rPr>
              <a:t>2-D Stacked Column Chart</a:t>
            </a:r>
          </a:p>
          <a:p>
            <a:br>
              <a:rPr lang="en-US" dirty="0"/>
            </a:br>
            <a:r>
              <a:rPr lang="en-IN" dirty="0"/>
              <a:t>Contribution of each company to the market cap of the sector it belongs to.</a:t>
            </a:r>
          </a:p>
          <a:p>
            <a:r>
              <a:rPr lang="en-US" dirty="0"/>
              <a:t>. </a:t>
            </a:r>
          </a:p>
        </p:txBody>
      </p:sp>
      <p:sp>
        <p:nvSpPr>
          <p:cNvPr id="7" name="Text Placeholder 3">
            <a:extLst>
              <a:ext uri="{FF2B5EF4-FFF2-40B4-BE49-F238E27FC236}">
                <a16:creationId xmlns:a16="http://schemas.microsoft.com/office/drawing/2014/main" id="{946FCD1E-F477-FE53-0D49-2443E58915A8}"/>
              </a:ext>
            </a:extLst>
          </p:cNvPr>
          <p:cNvSpPr txBox="1">
            <a:spLocks/>
          </p:cNvSpPr>
          <p:nvPr/>
        </p:nvSpPr>
        <p:spPr>
          <a:xfrm>
            <a:off x="10153655" y="2228850"/>
            <a:ext cx="1847848" cy="3246436"/>
          </a:xfrm>
          <a:prstGeom prst="rect">
            <a:avLst/>
          </a:prstGeom>
        </p:spPr>
        <p:txBody>
          <a:bodyPr vert="horz" lIns="0" tIns="0" rIns="0" bIns="0" rtlCol="0">
            <a:normAutofit/>
          </a:bodyPr>
          <a:lstStyle>
            <a:lvl1pPr marL="0" indent="0" algn="l" defTabSz="914400" rtl="0" eaLnBrk="1" latinLnBrk="0" hangingPunct="1">
              <a:lnSpc>
                <a:spcPct val="104000"/>
              </a:lnSpc>
              <a:spcBef>
                <a:spcPts val="1000"/>
              </a:spcBef>
              <a:buFont typeface="Arial" panose="020B0604020202020204" pitchFamily="34" charset="0"/>
              <a:buNone/>
              <a:defRPr sz="1600" b="0" i="0" kern="1200" spc="20" baseline="0">
                <a:solidFill>
                  <a:schemeClr val="accent4"/>
                </a:solidFill>
                <a:latin typeface="+mn-lt"/>
                <a:ea typeface="+mn-ea"/>
                <a:cs typeface="+mn-cs"/>
              </a:defRPr>
            </a:lvl1pPr>
            <a:lvl2pPr marL="228600" indent="0" algn="l" defTabSz="914400" rtl="0" eaLnBrk="1" latinLnBrk="0" hangingPunct="1">
              <a:lnSpc>
                <a:spcPct val="104000"/>
              </a:lnSpc>
              <a:spcBef>
                <a:spcPts val="500"/>
              </a:spcBef>
              <a:buFont typeface="Arial" panose="020B0604020202020204" pitchFamily="34" charset="0"/>
              <a:buNone/>
              <a:defRPr sz="1800" b="0" i="0" kern="1200" spc="20" baseline="0">
                <a:solidFill>
                  <a:schemeClr val="accent4"/>
                </a:solidFill>
                <a:latin typeface="+mn-lt"/>
                <a:ea typeface="+mn-ea"/>
                <a:cs typeface="+mn-cs"/>
              </a:defRPr>
            </a:lvl2pPr>
            <a:lvl3pPr marL="457200" indent="0" algn="l" defTabSz="914400" rtl="0" eaLnBrk="1" latinLnBrk="0" hangingPunct="1">
              <a:lnSpc>
                <a:spcPct val="104000"/>
              </a:lnSpc>
              <a:spcBef>
                <a:spcPts val="500"/>
              </a:spcBef>
              <a:buFont typeface="Arial" panose="020B0604020202020204" pitchFamily="34" charset="0"/>
              <a:buNone/>
              <a:defRPr sz="1800" b="0" i="0" kern="1200" spc="20" baseline="0">
                <a:solidFill>
                  <a:schemeClr val="accent4"/>
                </a:solidFill>
                <a:latin typeface="+mn-lt"/>
                <a:ea typeface="+mn-ea"/>
                <a:cs typeface="+mn-cs"/>
              </a:defRPr>
            </a:lvl3pPr>
            <a:lvl4pPr marL="914400" indent="-228600" algn="l" defTabSz="914400" rtl="0" eaLnBrk="1" latinLnBrk="0" hangingPunct="1">
              <a:lnSpc>
                <a:spcPct val="100000"/>
              </a:lnSpc>
              <a:spcBef>
                <a:spcPts val="500"/>
              </a:spcBef>
              <a:buFont typeface="Arial" panose="020B0604020202020204" pitchFamily="34" charset="0"/>
              <a:buChar char="•"/>
              <a:defRPr sz="1400" b="0" i="0" kern="1200">
                <a:solidFill>
                  <a:schemeClr val="tx1"/>
                </a:solidFill>
                <a:latin typeface="Avenir Next LT Pro Light" panose="020B0304020202020204" pitchFamily="34" charset="77"/>
                <a:ea typeface="+mn-ea"/>
                <a:cs typeface="+mn-cs"/>
              </a:defRPr>
            </a:lvl4pPr>
            <a:lvl5pPr marL="1143000" indent="-228600" algn="l" defTabSz="914400" rtl="0" eaLnBrk="1" latinLnBrk="0" hangingPunct="1">
              <a:lnSpc>
                <a:spcPct val="100000"/>
              </a:lnSpc>
              <a:spcBef>
                <a:spcPts val="500"/>
              </a:spcBef>
              <a:buFont typeface="Arial" panose="020B0604020202020204" pitchFamily="34" charset="0"/>
              <a:buChar char="•"/>
              <a:defRPr sz="1200" b="0" i="0" kern="1200">
                <a:solidFill>
                  <a:schemeClr val="tx1"/>
                </a:solidFill>
                <a:latin typeface="Avenir Next LT Pro Light" panose="020B03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latin typeface="Avenir Next LT Pro Demi" panose="020B0704020202020204" pitchFamily="34" charset="0"/>
              </a:rPr>
              <a:t>Line Chart</a:t>
            </a:r>
            <a:br>
              <a:rPr lang="en-US" dirty="0"/>
            </a:br>
            <a:br>
              <a:rPr lang="en-US" dirty="0"/>
            </a:br>
            <a:endParaRPr lang="en-US" dirty="0"/>
          </a:p>
          <a:p>
            <a:r>
              <a:rPr lang="en-IN" dirty="0"/>
              <a:t>Closing stock prices of 5 top companies (in the top sectors) daily for a period of 20 years</a:t>
            </a:r>
            <a:endParaRPr lang="en-US" dirty="0"/>
          </a:p>
        </p:txBody>
      </p:sp>
      <p:graphicFrame>
        <p:nvGraphicFramePr>
          <p:cNvPr id="10" name="Chart 9">
            <a:extLst>
              <a:ext uri="{FF2B5EF4-FFF2-40B4-BE49-F238E27FC236}">
                <a16:creationId xmlns:a16="http://schemas.microsoft.com/office/drawing/2014/main" id="{A88A419C-E564-1873-0368-FF66AB509E78}"/>
              </a:ext>
            </a:extLst>
          </p:cNvPr>
          <p:cNvGraphicFramePr/>
          <p:nvPr>
            <p:extLst>
              <p:ext uri="{D42A27DB-BD31-4B8C-83A1-F6EECF244321}">
                <p14:modId xmlns:p14="http://schemas.microsoft.com/office/powerpoint/2010/main" val="876375817"/>
              </p:ext>
            </p:extLst>
          </p:nvPr>
        </p:nvGraphicFramePr>
        <p:xfrm>
          <a:off x="3552822" y="4276726"/>
          <a:ext cx="2066924" cy="119855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5" name="Chart 14">
            <a:extLst>
              <a:ext uri="{FF2B5EF4-FFF2-40B4-BE49-F238E27FC236}">
                <a16:creationId xmlns:a16="http://schemas.microsoft.com/office/drawing/2014/main" id="{A57724E6-CA62-11EF-08DA-B8A241F783BB}"/>
              </a:ext>
            </a:extLst>
          </p:cNvPr>
          <p:cNvGraphicFramePr/>
          <p:nvPr>
            <p:extLst>
              <p:ext uri="{D42A27DB-BD31-4B8C-83A1-F6EECF244321}">
                <p14:modId xmlns:p14="http://schemas.microsoft.com/office/powerpoint/2010/main" val="4261479634"/>
              </p:ext>
            </p:extLst>
          </p:nvPr>
        </p:nvGraphicFramePr>
        <p:xfrm>
          <a:off x="5915025" y="4276727"/>
          <a:ext cx="2066925" cy="119856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8" name="Chart 17">
            <a:extLst>
              <a:ext uri="{FF2B5EF4-FFF2-40B4-BE49-F238E27FC236}">
                <a16:creationId xmlns:a16="http://schemas.microsoft.com/office/drawing/2014/main" id="{6F94496C-5ABE-F31F-DBFF-7B1DDB470EF8}"/>
              </a:ext>
            </a:extLst>
          </p:cNvPr>
          <p:cNvGraphicFramePr/>
          <p:nvPr>
            <p:extLst>
              <p:ext uri="{D42A27DB-BD31-4B8C-83A1-F6EECF244321}">
                <p14:modId xmlns:p14="http://schemas.microsoft.com/office/powerpoint/2010/main" val="4076713515"/>
              </p:ext>
            </p:extLst>
          </p:nvPr>
        </p:nvGraphicFramePr>
        <p:xfrm>
          <a:off x="8086730" y="4438649"/>
          <a:ext cx="1857369" cy="904875"/>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1" name="Chart 20">
            <a:extLst>
              <a:ext uri="{FF2B5EF4-FFF2-40B4-BE49-F238E27FC236}">
                <a16:creationId xmlns:a16="http://schemas.microsoft.com/office/drawing/2014/main" id="{1D9088BA-1865-9047-1350-BFF1692129C8}"/>
              </a:ext>
            </a:extLst>
          </p:cNvPr>
          <p:cNvGraphicFramePr/>
          <p:nvPr>
            <p:extLst>
              <p:ext uri="{D42A27DB-BD31-4B8C-83A1-F6EECF244321}">
                <p14:modId xmlns:p14="http://schemas.microsoft.com/office/powerpoint/2010/main" val="3318352919"/>
              </p:ext>
            </p:extLst>
          </p:nvPr>
        </p:nvGraphicFramePr>
        <p:xfrm>
          <a:off x="9982202" y="4438649"/>
          <a:ext cx="2019301" cy="1036637"/>
        </p:xfrm>
        <a:graphic>
          <a:graphicData uri="http://schemas.openxmlformats.org/drawingml/2006/chart">
            <c:chart xmlns:c="http://schemas.openxmlformats.org/drawingml/2006/chart" xmlns:r="http://schemas.openxmlformats.org/officeDocument/2006/relationships" r:id="rId6"/>
          </a:graphicData>
        </a:graphic>
      </p:graphicFrame>
      <p:sp>
        <p:nvSpPr>
          <p:cNvPr id="22" name="Rectangle 21">
            <a:extLst>
              <a:ext uri="{FF2B5EF4-FFF2-40B4-BE49-F238E27FC236}">
                <a16:creationId xmlns:a16="http://schemas.microsoft.com/office/drawing/2014/main" id="{759E705C-376F-1080-5594-FA0F2FF24236}"/>
              </a:ext>
            </a:extLst>
          </p:cNvPr>
          <p:cNvSpPr/>
          <p:nvPr/>
        </p:nvSpPr>
        <p:spPr>
          <a:xfrm>
            <a:off x="0" y="0"/>
            <a:ext cx="1562095" cy="6858000"/>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3315597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C2DC9-C58C-FC03-2D8D-1E101F4584A3}"/>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A99812F6-542F-8393-2948-CAD1363101BA}"/>
              </a:ext>
            </a:extLst>
          </p:cNvPr>
          <p:cNvPicPr>
            <a:picLocks noChangeAspect="1"/>
          </p:cNvPicPr>
          <p:nvPr/>
        </p:nvPicPr>
        <p:blipFill>
          <a:blip r:embed="rId2">
            <a:extLst>
              <a:ext uri="{28A0092B-C50C-407E-A947-70E740481C1C}">
                <a14:useLocalDpi xmlns:a14="http://schemas.microsoft.com/office/drawing/2010/main" val="0"/>
              </a:ext>
            </a:extLst>
          </a:blip>
          <a:srcRect l="4123" t="16490" r="61205" b="59337"/>
          <a:stretch>
            <a:fillRect/>
          </a:stretch>
        </p:blipFill>
        <p:spPr>
          <a:xfrm>
            <a:off x="1077047" y="2592000"/>
            <a:ext cx="3178157" cy="2105962"/>
          </a:xfrm>
          <a:prstGeom prst="rect">
            <a:avLst/>
          </a:prstGeom>
          <a:ln>
            <a:solidFill>
              <a:schemeClr val="tx1"/>
            </a:solidFill>
          </a:ln>
        </p:spPr>
      </p:pic>
      <p:pic>
        <p:nvPicPr>
          <p:cNvPr id="2" name="Picture 1">
            <a:extLst>
              <a:ext uri="{FF2B5EF4-FFF2-40B4-BE49-F238E27FC236}">
                <a16:creationId xmlns:a16="http://schemas.microsoft.com/office/drawing/2014/main" id="{D1F7AF57-E64D-28CF-6B8C-EB954D0909EE}"/>
              </a:ext>
            </a:extLst>
          </p:cNvPr>
          <p:cNvPicPr>
            <a:picLocks noChangeAspect="1"/>
          </p:cNvPicPr>
          <p:nvPr/>
        </p:nvPicPr>
        <p:blipFill>
          <a:blip r:embed="rId2">
            <a:extLst>
              <a:ext uri="{28A0092B-C50C-407E-A947-70E740481C1C}">
                <a14:useLocalDpi xmlns:a14="http://schemas.microsoft.com/office/drawing/2010/main" val="0"/>
              </a:ext>
            </a:extLst>
          </a:blip>
          <a:srcRect l="76942" t="16322"/>
          <a:stretch>
            <a:fillRect/>
          </a:stretch>
        </p:blipFill>
        <p:spPr>
          <a:xfrm>
            <a:off x="10572751" y="1495745"/>
            <a:ext cx="1496210" cy="5160558"/>
          </a:xfrm>
          <a:prstGeom prst="rect">
            <a:avLst/>
          </a:prstGeom>
          <a:ln>
            <a:solidFill>
              <a:schemeClr val="tx1"/>
            </a:solidFill>
          </a:ln>
        </p:spPr>
      </p:pic>
      <p:pic>
        <p:nvPicPr>
          <p:cNvPr id="4" name="Picture 3">
            <a:extLst>
              <a:ext uri="{FF2B5EF4-FFF2-40B4-BE49-F238E27FC236}">
                <a16:creationId xmlns:a16="http://schemas.microsoft.com/office/drawing/2014/main" id="{9E9CB2A4-AEC9-173C-0EE1-C76038D2DEFB}"/>
              </a:ext>
            </a:extLst>
          </p:cNvPr>
          <p:cNvPicPr>
            <a:picLocks noChangeAspect="1"/>
          </p:cNvPicPr>
          <p:nvPr/>
        </p:nvPicPr>
        <p:blipFill>
          <a:blip r:embed="rId2">
            <a:extLst>
              <a:ext uri="{28A0092B-C50C-407E-A947-70E740481C1C}">
                <a14:useLocalDpi xmlns:a14="http://schemas.microsoft.com/office/drawing/2010/main" val="0"/>
              </a:ext>
            </a:extLst>
          </a:blip>
          <a:srcRect l="3828" t="6373" r="1940" b="83295"/>
          <a:stretch>
            <a:fillRect/>
          </a:stretch>
        </p:blipFill>
        <p:spPr>
          <a:xfrm>
            <a:off x="734147" y="1495744"/>
            <a:ext cx="9362354" cy="975638"/>
          </a:xfrm>
          <a:prstGeom prst="rect">
            <a:avLst/>
          </a:prstGeom>
          <a:ln>
            <a:solidFill>
              <a:schemeClr val="tx1"/>
            </a:solidFill>
          </a:ln>
        </p:spPr>
      </p:pic>
      <p:pic>
        <p:nvPicPr>
          <p:cNvPr id="6" name="Picture 5">
            <a:extLst>
              <a:ext uri="{FF2B5EF4-FFF2-40B4-BE49-F238E27FC236}">
                <a16:creationId xmlns:a16="http://schemas.microsoft.com/office/drawing/2014/main" id="{E40AFAED-86F1-D9EF-ACD8-4C8413DEC7AB}"/>
              </a:ext>
            </a:extLst>
          </p:cNvPr>
          <p:cNvPicPr>
            <a:picLocks noChangeAspect="1"/>
          </p:cNvPicPr>
          <p:nvPr/>
        </p:nvPicPr>
        <p:blipFill>
          <a:blip r:embed="rId2">
            <a:extLst>
              <a:ext uri="{28A0092B-C50C-407E-A947-70E740481C1C}">
                <a14:useLocalDpi xmlns:a14="http://schemas.microsoft.com/office/drawing/2010/main" val="0"/>
              </a:ext>
            </a:extLst>
          </a:blip>
          <a:srcRect l="4074" t="40384" r="23156" b="28910"/>
          <a:stretch>
            <a:fillRect/>
          </a:stretch>
        </p:blipFill>
        <p:spPr>
          <a:xfrm>
            <a:off x="4547080" y="2586406"/>
            <a:ext cx="5256120" cy="2107971"/>
          </a:xfrm>
          <a:prstGeom prst="rect">
            <a:avLst/>
          </a:prstGeom>
          <a:ln>
            <a:solidFill>
              <a:schemeClr val="tx1"/>
            </a:solidFill>
          </a:ln>
        </p:spPr>
      </p:pic>
      <p:pic>
        <p:nvPicPr>
          <p:cNvPr id="7" name="Picture 6">
            <a:extLst>
              <a:ext uri="{FF2B5EF4-FFF2-40B4-BE49-F238E27FC236}">
                <a16:creationId xmlns:a16="http://schemas.microsoft.com/office/drawing/2014/main" id="{817C3D87-DC6D-1201-973A-826F8307E166}"/>
              </a:ext>
            </a:extLst>
          </p:cNvPr>
          <p:cNvPicPr>
            <a:picLocks noChangeAspect="1"/>
          </p:cNvPicPr>
          <p:nvPr/>
        </p:nvPicPr>
        <p:blipFill>
          <a:blip r:embed="rId2">
            <a:extLst>
              <a:ext uri="{28A0092B-C50C-407E-A947-70E740481C1C}">
                <a14:useLocalDpi xmlns:a14="http://schemas.microsoft.com/office/drawing/2010/main" val="0"/>
              </a:ext>
            </a:extLst>
          </a:blip>
          <a:srcRect l="39139" t="16378" r="23489" b="59337"/>
          <a:stretch>
            <a:fillRect/>
          </a:stretch>
        </p:blipFill>
        <p:spPr>
          <a:xfrm>
            <a:off x="1077047" y="4755687"/>
            <a:ext cx="3178157" cy="1962835"/>
          </a:xfrm>
          <a:prstGeom prst="rect">
            <a:avLst/>
          </a:prstGeom>
          <a:ln>
            <a:solidFill>
              <a:schemeClr val="tx1"/>
            </a:solidFill>
          </a:ln>
        </p:spPr>
      </p:pic>
      <p:pic>
        <p:nvPicPr>
          <p:cNvPr id="10" name="Picture 9">
            <a:extLst>
              <a:ext uri="{FF2B5EF4-FFF2-40B4-BE49-F238E27FC236}">
                <a16:creationId xmlns:a16="http://schemas.microsoft.com/office/drawing/2014/main" id="{DB48D3B1-8FCB-9225-F2EC-158A40F7276D}"/>
              </a:ext>
            </a:extLst>
          </p:cNvPr>
          <p:cNvPicPr>
            <a:picLocks noChangeAspect="1"/>
          </p:cNvPicPr>
          <p:nvPr/>
        </p:nvPicPr>
        <p:blipFill>
          <a:blip r:embed="rId2">
            <a:extLst>
              <a:ext uri="{28A0092B-C50C-407E-A947-70E740481C1C}">
                <a14:useLocalDpi xmlns:a14="http://schemas.microsoft.com/office/drawing/2010/main" val="0"/>
              </a:ext>
            </a:extLst>
          </a:blip>
          <a:srcRect l="4327" t="70586" r="23412" b="2059"/>
          <a:stretch>
            <a:fillRect/>
          </a:stretch>
        </p:blipFill>
        <p:spPr>
          <a:xfrm>
            <a:off x="4547080" y="4765212"/>
            <a:ext cx="5256120" cy="1891090"/>
          </a:xfrm>
          <a:prstGeom prst="rect">
            <a:avLst/>
          </a:prstGeom>
          <a:ln>
            <a:solidFill>
              <a:schemeClr val="tx1"/>
            </a:solidFill>
          </a:ln>
        </p:spPr>
      </p:pic>
      <p:sp>
        <p:nvSpPr>
          <p:cNvPr id="11" name="Rectangle 10">
            <a:extLst>
              <a:ext uri="{FF2B5EF4-FFF2-40B4-BE49-F238E27FC236}">
                <a16:creationId xmlns:a16="http://schemas.microsoft.com/office/drawing/2014/main" id="{55C84564-C79A-5C7B-A1B6-891B0501A17B}"/>
              </a:ext>
            </a:extLst>
          </p:cNvPr>
          <p:cNvSpPr/>
          <p:nvPr/>
        </p:nvSpPr>
        <p:spPr>
          <a:xfrm>
            <a:off x="0" y="-10920"/>
            <a:ext cx="12195783" cy="1397934"/>
          </a:xfrm>
          <a:prstGeom prst="rect">
            <a:avLst/>
          </a:prstGeom>
          <a:solidFill>
            <a:srgbClr val="4F81B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600" b="1" dirty="0"/>
              <a:t>FINANCIAL ANALYSIS DASHBOARD</a:t>
            </a:r>
          </a:p>
        </p:txBody>
      </p:sp>
    </p:spTree>
    <p:extLst>
      <p:ext uri="{BB962C8B-B14F-4D97-AF65-F5344CB8AC3E}">
        <p14:creationId xmlns:p14="http://schemas.microsoft.com/office/powerpoint/2010/main" val="25301038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77750-4080-C1F3-28CF-7620F4B513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95EABD-3E33-627F-5A19-E34087F43BE8}"/>
              </a:ext>
            </a:extLst>
          </p:cNvPr>
          <p:cNvSpPr>
            <a:spLocks noGrp="1"/>
          </p:cNvSpPr>
          <p:nvPr>
            <p:ph type="title"/>
          </p:nvPr>
        </p:nvSpPr>
        <p:spPr>
          <a:xfrm>
            <a:off x="371477" y="219075"/>
            <a:ext cx="11449045" cy="1386525"/>
          </a:xfrm>
        </p:spPr>
        <p:txBody>
          <a:bodyPr>
            <a:normAutofit/>
          </a:bodyPr>
          <a:lstStyle/>
          <a:p>
            <a:r>
              <a:rPr lang="en-US" sz="4800" dirty="0"/>
              <a:t>FLOWCHART OF STOCKS ANALYSED</a:t>
            </a:r>
          </a:p>
        </p:txBody>
      </p:sp>
      <p:graphicFrame>
        <p:nvGraphicFramePr>
          <p:cNvPr id="5" name="Content Placeholder 4">
            <a:extLst>
              <a:ext uri="{FF2B5EF4-FFF2-40B4-BE49-F238E27FC236}">
                <a16:creationId xmlns:a16="http://schemas.microsoft.com/office/drawing/2014/main" id="{1011CAEE-EE04-9926-3C3D-DD0F36C42077}"/>
              </a:ext>
            </a:extLst>
          </p:cNvPr>
          <p:cNvGraphicFramePr>
            <a:graphicFrameLocks noGrp="1"/>
          </p:cNvGraphicFramePr>
          <p:nvPr>
            <p:ph idx="1"/>
            <p:extLst>
              <p:ext uri="{D42A27DB-BD31-4B8C-83A1-F6EECF244321}">
                <p14:modId xmlns:p14="http://schemas.microsoft.com/office/powerpoint/2010/main" val="2707625197"/>
              </p:ext>
            </p:extLst>
          </p:nvPr>
        </p:nvGraphicFramePr>
        <p:xfrm>
          <a:off x="628651" y="1605600"/>
          <a:ext cx="10791824" cy="48523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885448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5882E-50BC-9D01-FD67-60115C75EE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2666CA-3117-58A8-2213-50E4508E35ED}"/>
              </a:ext>
            </a:extLst>
          </p:cNvPr>
          <p:cNvSpPr>
            <a:spLocks noGrp="1"/>
          </p:cNvSpPr>
          <p:nvPr>
            <p:ph type="title"/>
          </p:nvPr>
        </p:nvSpPr>
        <p:spPr>
          <a:xfrm>
            <a:off x="695327" y="504825"/>
            <a:ext cx="4156761" cy="1874520"/>
          </a:xfrm>
        </p:spPr>
        <p:txBody>
          <a:bodyPr>
            <a:normAutofit/>
          </a:bodyPr>
          <a:lstStyle/>
          <a:p>
            <a:r>
              <a:rPr lang="en-US" dirty="0"/>
              <a:t>Key Insights (KPIs)</a:t>
            </a:r>
          </a:p>
        </p:txBody>
      </p:sp>
      <p:sp>
        <p:nvSpPr>
          <p:cNvPr id="3" name="Content Placeholder 2">
            <a:extLst>
              <a:ext uri="{FF2B5EF4-FFF2-40B4-BE49-F238E27FC236}">
                <a16:creationId xmlns:a16="http://schemas.microsoft.com/office/drawing/2014/main" id="{75B34E2F-FE45-4692-C732-F51812091E74}"/>
              </a:ext>
            </a:extLst>
          </p:cNvPr>
          <p:cNvSpPr>
            <a:spLocks noGrp="1"/>
          </p:cNvSpPr>
          <p:nvPr>
            <p:ph sz="quarter" idx="13"/>
          </p:nvPr>
        </p:nvSpPr>
        <p:spPr>
          <a:xfrm>
            <a:off x="695327" y="2638425"/>
            <a:ext cx="4652061" cy="3552825"/>
          </a:xfrm>
        </p:spPr>
        <p:txBody>
          <a:bodyPr vert="horz" lIns="0" tIns="0" rIns="0" bIns="0" rtlCol="0" anchor="t">
            <a:normAutofit/>
          </a:bodyPr>
          <a:lstStyle/>
          <a:p>
            <a:pPr marL="285750" indent="-285750">
              <a:buFont typeface="Arial" panose="020B0604020202020204" pitchFamily="34" charset="0"/>
              <a:buChar char="•"/>
            </a:pPr>
            <a:r>
              <a:rPr lang="en-IN" dirty="0"/>
              <a:t>Total number of companies analysed: </a:t>
            </a:r>
            <a:br>
              <a:rPr lang="en-IN" dirty="0"/>
            </a:br>
            <a:r>
              <a:rPr lang="en-IN" b="1" dirty="0"/>
              <a:t>50 (NIFTY 50)</a:t>
            </a:r>
          </a:p>
          <a:p>
            <a:pPr marL="285750" indent="-285750">
              <a:buFont typeface="Arial" panose="020B0604020202020204" pitchFamily="34" charset="0"/>
              <a:buChar char="•"/>
            </a:pPr>
            <a:r>
              <a:rPr lang="en-IN" dirty="0"/>
              <a:t>Total market cap (as of December 2021):              </a:t>
            </a:r>
            <a:br>
              <a:rPr lang="en-IN" dirty="0"/>
            </a:br>
            <a:r>
              <a:rPr lang="en-IN" b="1" dirty="0"/>
              <a:t>₹ 1,32,22,76,829.86 </a:t>
            </a:r>
          </a:p>
          <a:p>
            <a:pPr marL="285750" indent="-285750">
              <a:buFont typeface="Arial" panose="020B0604020202020204" pitchFamily="34" charset="0"/>
              <a:buChar char="•"/>
            </a:pPr>
            <a:r>
              <a:rPr lang="en-IN" dirty="0"/>
              <a:t>Largest sector (by market cap): </a:t>
            </a:r>
            <a:br>
              <a:rPr lang="en-IN" dirty="0"/>
            </a:br>
            <a:r>
              <a:rPr lang="en-IN" b="1" dirty="0"/>
              <a:t>Financial Services (27%)</a:t>
            </a:r>
          </a:p>
          <a:p>
            <a:pPr marL="285750" indent="-285750">
              <a:buFont typeface="Arial" panose="020B0604020202020204" pitchFamily="34" charset="0"/>
              <a:buChar char="•"/>
            </a:pPr>
            <a:r>
              <a:rPr lang="en-IN" dirty="0"/>
              <a:t>Top company (by market cap): </a:t>
            </a:r>
            <a:br>
              <a:rPr lang="en-IN" dirty="0"/>
            </a:br>
            <a:r>
              <a:rPr lang="en-IN" b="1" dirty="0"/>
              <a:t>Reliance Industries Ltd. (12%)</a:t>
            </a:r>
          </a:p>
          <a:p>
            <a:pPr marL="285750" indent="-285750">
              <a:buFont typeface="Arial" panose="020B0604020202020204" pitchFamily="34" charset="0"/>
              <a:buChar char="•"/>
            </a:pPr>
            <a:r>
              <a:rPr lang="en-IN" dirty="0"/>
              <a:t>Top 5 sector leader concentration: </a:t>
            </a:r>
            <a:br>
              <a:rPr lang="en-IN" dirty="0"/>
            </a:br>
            <a:r>
              <a:rPr lang="en-IN" b="1" dirty="0"/>
              <a:t>34.16% </a:t>
            </a:r>
            <a:r>
              <a:rPr lang="en-IN" dirty="0"/>
              <a:t>(Financial services, IT, Energy, Consumer Goods, Metals)</a:t>
            </a:r>
          </a:p>
          <a:p>
            <a:endParaRPr lang="en-IN" kern="0" spc="0" dirty="0">
              <a:solidFill>
                <a:sysClr val="windowText" lastClr="000000"/>
              </a:solidFill>
              <a:latin typeface="Calibri" panose="020F0502020204030204"/>
            </a:endParaRPr>
          </a:p>
          <a:p>
            <a:endParaRPr lang="en-IN" dirty="0"/>
          </a:p>
          <a:p>
            <a:endParaRPr lang="en-US" dirty="0"/>
          </a:p>
        </p:txBody>
      </p:sp>
      <p:sp>
        <p:nvSpPr>
          <p:cNvPr id="4" name="TextBox 3">
            <a:extLst>
              <a:ext uri="{FF2B5EF4-FFF2-40B4-BE49-F238E27FC236}">
                <a16:creationId xmlns:a16="http://schemas.microsoft.com/office/drawing/2014/main" id="{6E7DD4C2-45ED-B307-204F-65B73ABDD654}"/>
              </a:ext>
            </a:extLst>
          </p:cNvPr>
          <p:cNvSpPr txBox="1"/>
          <p:nvPr/>
        </p:nvSpPr>
        <p:spPr>
          <a:xfrm>
            <a:off x="5962649" y="1290229"/>
            <a:ext cx="2266950" cy="1089116"/>
          </a:xfrm>
          <a:prstGeom prst="rect">
            <a:avLst/>
          </a:prstGeom>
          <a:ln/>
        </p:spPr>
        <p:style>
          <a:lnRef idx="2">
            <a:schemeClr val="dk1"/>
          </a:lnRef>
          <a:fillRef idx="1">
            <a:schemeClr val="lt1"/>
          </a:fillRef>
          <a:effectRef idx="0">
            <a:schemeClr val="dk1"/>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1100" b="1" dirty="0">
                <a:latin typeface="+mj-lt"/>
                <a:ea typeface="Calibri" panose="020F0502020204030204" pitchFamily="34" charset="0"/>
                <a:cs typeface="Calibri" panose="020F0502020204030204" pitchFamily="34" charset="0"/>
              </a:rPr>
              <a:t>TOTAL</a:t>
            </a:r>
            <a:r>
              <a:rPr lang="en-IN" sz="1100" b="1" baseline="0" dirty="0">
                <a:latin typeface="+mj-lt"/>
                <a:ea typeface="Calibri" panose="020F0502020204030204" pitchFamily="34" charset="0"/>
                <a:cs typeface="Calibri" panose="020F0502020204030204" pitchFamily="34" charset="0"/>
              </a:rPr>
              <a:t> NO OF COMPANIES</a:t>
            </a:r>
            <a:r>
              <a:rPr lang="en-IN" sz="1100" baseline="0" dirty="0">
                <a:latin typeface="+mj-lt"/>
                <a:ea typeface="Calibri" panose="020F0502020204030204" pitchFamily="34" charset="0"/>
                <a:cs typeface="Calibri" panose="020F0502020204030204" pitchFamily="34" charset="0"/>
              </a:rPr>
              <a:t>:</a:t>
            </a:r>
          </a:p>
          <a:p>
            <a:endParaRPr lang="en-IN" sz="1100" baseline="0" dirty="0"/>
          </a:p>
          <a:p>
            <a:endParaRPr lang="en-IN" sz="1100" baseline="0" dirty="0"/>
          </a:p>
          <a:p>
            <a:endParaRPr lang="en-IN" sz="1100" baseline="0" dirty="0"/>
          </a:p>
          <a:p>
            <a:r>
              <a:rPr lang="en-IN" sz="1100" baseline="0" dirty="0"/>
              <a:t>50 (NIFTY 50)</a:t>
            </a:r>
            <a:endParaRPr lang="en-IN" sz="1100" dirty="0"/>
          </a:p>
        </p:txBody>
      </p:sp>
      <p:sp>
        <p:nvSpPr>
          <p:cNvPr id="5" name="TextBox 9">
            <a:extLst>
              <a:ext uri="{FF2B5EF4-FFF2-40B4-BE49-F238E27FC236}">
                <a16:creationId xmlns:a16="http://schemas.microsoft.com/office/drawing/2014/main" id="{C35160F4-0A61-4A59-93BE-52A8AEC15E8E}"/>
              </a:ext>
            </a:extLst>
          </p:cNvPr>
          <p:cNvSpPr txBox="1"/>
          <p:nvPr/>
        </p:nvSpPr>
        <p:spPr>
          <a:xfrm>
            <a:off x="8701087" y="1267641"/>
            <a:ext cx="2219325" cy="1096736"/>
          </a:xfrm>
          <a:prstGeom prst="rect">
            <a:avLst/>
          </a:prstGeom>
          <a:ln/>
        </p:spPr>
        <p:style>
          <a:lnRef idx="2">
            <a:schemeClr val="dk1"/>
          </a:lnRef>
          <a:fillRef idx="1">
            <a:schemeClr val="lt1"/>
          </a:fillRef>
          <a:effectRef idx="0">
            <a:schemeClr val="dk1"/>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1100" b="1" i="0" u="none" strike="noStrike" kern="0" cap="none" spc="0" normalizeH="0" baseline="0" noProof="0" dirty="0">
                <a:ln>
                  <a:noFill/>
                </a:ln>
                <a:solidFill>
                  <a:sysClr val="windowText" lastClr="000000"/>
                </a:solidFill>
                <a:effectLst/>
                <a:uLnTx/>
                <a:uFillTx/>
                <a:latin typeface="+mj-lt"/>
                <a:ea typeface="+mn-ea"/>
                <a:cs typeface="+mn-cs"/>
              </a:rPr>
              <a:t>TOTAL MARKET CAP</a:t>
            </a:r>
          </a:p>
          <a:p>
            <a:pPr marL="0" marR="0" lvl="0" indent="0" defTabSz="914400" eaLnBrk="1" fontAlgn="auto" latinLnBrk="0" hangingPunct="1">
              <a:lnSpc>
                <a:spcPct val="100000"/>
              </a:lnSpc>
              <a:spcBef>
                <a:spcPts val="0"/>
              </a:spcBef>
              <a:spcAft>
                <a:spcPts val="0"/>
              </a:spcAft>
              <a:buClrTx/>
              <a:buSzTx/>
              <a:buFontTx/>
              <a:buNone/>
              <a:tabLst/>
              <a:defRPr/>
            </a:pPr>
            <a:r>
              <a:rPr kumimoji="0" lang="en-IN" sz="1100" b="1" i="0" u="none" strike="noStrike" kern="0" cap="none" spc="0" normalizeH="0" baseline="0" noProof="0" dirty="0">
                <a:ln>
                  <a:noFill/>
                </a:ln>
                <a:solidFill>
                  <a:sysClr val="windowText" lastClr="000000"/>
                </a:solidFill>
                <a:effectLst/>
                <a:uLnTx/>
                <a:uFillTx/>
                <a:latin typeface="+mj-lt"/>
                <a:ea typeface="+mn-ea"/>
                <a:cs typeface="+mn-cs"/>
              </a:rPr>
              <a:t>(DEC 2021):</a:t>
            </a:r>
            <a:endParaRPr lang="en-IN" sz="1100" b="1" i="0" u="none" strike="noStrike" dirty="0">
              <a:effectLst/>
              <a:latin typeface="+mj-lt"/>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lang="en-IN" sz="1100" b="0" i="0" u="none" strike="noStrike" dirty="0">
              <a:effectLst/>
              <a:latin typeface="+mn-lt"/>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lang="en-IN" sz="1100" b="0" i="0" u="none" strike="noStrike" dirty="0">
              <a:effectLst/>
              <a:latin typeface="+mn-lt"/>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lang="en-IN" sz="1100" b="0" i="0" dirty="0">
                <a:effectLst/>
                <a:latin typeface="+mn-lt"/>
                <a:ea typeface="+mn-ea"/>
                <a:cs typeface="+mn-cs"/>
              </a:rPr>
              <a:t>₹</a:t>
            </a:r>
            <a:r>
              <a:rPr lang="en-IN" sz="1100" b="0" i="0" u="none" strike="noStrike" dirty="0">
                <a:effectLst/>
                <a:latin typeface="+mn-lt"/>
                <a:ea typeface="+mn-ea"/>
                <a:cs typeface="+mn-cs"/>
              </a:rPr>
              <a:t> 1,32,22,76,829.86</a:t>
            </a:r>
            <a:r>
              <a:rPr lang="en-IN" dirty="0">
                <a:effectLst/>
              </a:rPr>
              <a:t> </a:t>
            </a:r>
            <a:endParaRPr kumimoji="0" lang="en-IN" sz="1100" b="0" i="0" u="none" strike="noStrike" kern="0" cap="none" spc="0" normalizeH="0" baseline="0" noProof="0" dirty="0">
              <a:ln>
                <a:noFill/>
              </a:ln>
              <a:solidFill>
                <a:sysClr val="windowText" lastClr="000000"/>
              </a:solidFill>
              <a:effectLst/>
              <a:uLnTx/>
              <a:uFillTx/>
              <a:latin typeface="Calibri" panose="020F0502020204030204"/>
              <a:ea typeface="+mn-ea"/>
              <a:cs typeface="+mn-cs"/>
            </a:endParaRPr>
          </a:p>
        </p:txBody>
      </p:sp>
      <p:sp>
        <p:nvSpPr>
          <p:cNvPr id="9" name="TextBox 5">
            <a:extLst>
              <a:ext uri="{FF2B5EF4-FFF2-40B4-BE49-F238E27FC236}">
                <a16:creationId xmlns:a16="http://schemas.microsoft.com/office/drawing/2014/main" id="{6CC8CD06-ABE9-44D0-A30F-7943EB9CC41B}"/>
              </a:ext>
            </a:extLst>
          </p:cNvPr>
          <p:cNvSpPr txBox="1"/>
          <p:nvPr/>
        </p:nvSpPr>
        <p:spPr>
          <a:xfrm>
            <a:off x="5962649" y="3034528"/>
            <a:ext cx="2266950" cy="1123950"/>
          </a:xfrm>
          <a:prstGeom prst="rect">
            <a:avLst/>
          </a:prstGeom>
          <a:ln/>
        </p:spPr>
        <p:style>
          <a:lnRef idx="2">
            <a:schemeClr val="dk1"/>
          </a:lnRef>
          <a:fillRef idx="1">
            <a:schemeClr val="lt1"/>
          </a:fillRef>
          <a:effectRef idx="0">
            <a:schemeClr val="dk1"/>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1100" b="1" dirty="0">
                <a:latin typeface="+mj-lt"/>
                <a:ea typeface="Calibri" panose="020F0502020204030204" pitchFamily="34" charset="0"/>
                <a:cs typeface="Calibri" panose="020F0502020204030204" pitchFamily="34" charset="0"/>
              </a:rPr>
              <a:t>LARGEST SECTOR </a:t>
            </a:r>
            <a:br>
              <a:rPr lang="en-IN" sz="1100" b="1" dirty="0">
                <a:latin typeface="+mj-lt"/>
                <a:ea typeface="Calibri" panose="020F0502020204030204" pitchFamily="34" charset="0"/>
                <a:cs typeface="Calibri" panose="020F0502020204030204" pitchFamily="34" charset="0"/>
              </a:rPr>
            </a:br>
            <a:r>
              <a:rPr lang="en-IN" sz="1100" b="1" dirty="0">
                <a:latin typeface="+mj-lt"/>
                <a:ea typeface="Calibri" panose="020F0502020204030204" pitchFamily="34" charset="0"/>
                <a:cs typeface="Calibri" panose="020F0502020204030204" pitchFamily="34" charset="0"/>
              </a:rPr>
              <a:t>(BY MARKET CAP):</a:t>
            </a:r>
          </a:p>
          <a:p>
            <a:endParaRPr lang="en-IN" sz="1100" baseline="0" dirty="0"/>
          </a:p>
          <a:p>
            <a:endParaRPr lang="en-IN" sz="1100" baseline="0" dirty="0"/>
          </a:p>
          <a:p>
            <a:r>
              <a:rPr lang="en-IN" sz="1100" baseline="0" dirty="0"/>
              <a:t>Financial Services (27%)</a:t>
            </a:r>
            <a:endParaRPr lang="en-IN" sz="1100" dirty="0"/>
          </a:p>
        </p:txBody>
      </p:sp>
      <p:sp>
        <p:nvSpPr>
          <p:cNvPr id="10" name="TextBox 6">
            <a:extLst>
              <a:ext uri="{FF2B5EF4-FFF2-40B4-BE49-F238E27FC236}">
                <a16:creationId xmlns:a16="http://schemas.microsoft.com/office/drawing/2014/main" id="{9CCC798E-6181-428E-A0C4-D92432F736EF}"/>
              </a:ext>
            </a:extLst>
          </p:cNvPr>
          <p:cNvSpPr txBox="1"/>
          <p:nvPr/>
        </p:nvSpPr>
        <p:spPr>
          <a:xfrm>
            <a:off x="8701087" y="3039563"/>
            <a:ext cx="2219324" cy="1123950"/>
          </a:xfrm>
          <a:prstGeom prst="rect">
            <a:avLst/>
          </a:prstGeom>
          <a:solidFill>
            <a:sysClr val="window" lastClr="FFFFFF"/>
          </a:solidFill>
          <a:ln w="12700" cap="flat" cmpd="sng" algn="ctr">
            <a:solidFill>
              <a:sysClr val="windowText" lastClr="000000"/>
            </a:solidFill>
            <a:prstDash val="solid"/>
            <a:miter lim="800000"/>
          </a:ln>
          <a:effectLst/>
        </p:spPr>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1100" b="1" i="0" u="none" strike="noStrike" kern="0" cap="none" spc="0" normalizeH="0" baseline="0" noProof="0" dirty="0">
                <a:ln>
                  <a:noFill/>
                </a:ln>
                <a:solidFill>
                  <a:sysClr val="windowText" lastClr="000000"/>
                </a:solidFill>
                <a:effectLst/>
                <a:uLnTx/>
                <a:uFillTx/>
                <a:latin typeface="+mj-lt"/>
                <a:ea typeface="+mn-ea"/>
                <a:cs typeface="+mn-cs"/>
              </a:rPr>
              <a:t>TOP COMPANY </a:t>
            </a:r>
            <a:br>
              <a:rPr kumimoji="0" lang="en-IN" sz="1100" b="1" i="0" u="none" strike="noStrike" kern="0" cap="none" spc="0" normalizeH="0" baseline="0" noProof="0" dirty="0">
                <a:ln>
                  <a:noFill/>
                </a:ln>
                <a:solidFill>
                  <a:sysClr val="windowText" lastClr="000000"/>
                </a:solidFill>
                <a:effectLst/>
                <a:uLnTx/>
                <a:uFillTx/>
                <a:latin typeface="+mj-lt"/>
                <a:ea typeface="+mn-ea"/>
                <a:cs typeface="+mn-cs"/>
              </a:rPr>
            </a:br>
            <a:r>
              <a:rPr kumimoji="0" lang="en-IN" sz="1100" b="1" i="0" u="none" strike="noStrike" kern="0" cap="none" spc="0" normalizeH="0" baseline="0" noProof="0" dirty="0">
                <a:ln>
                  <a:noFill/>
                </a:ln>
                <a:solidFill>
                  <a:sysClr val="windowText" lastClr="000000"/>
                </a:solidFill>
                <a:effectLst/>
                <a:uLnTx/>
                <a:uFillTx/>
                <a:latin typeface="+mj-lt"/>
                <a:ea typeface="+mn-ea"/>
                <a:cs typeface="+mn-cs"/>
              </a:rPr>
              <a:t>(BY MARKET CAP):</a:t>
            </a:r>
          </a:p>
          <a:p>
            <a:pPr marL="0" marR="0" lvl="0" indent="0" defTabSz="914400" eaLnBrk="1" fontAlgn="auto" latinLnBrk="0" hangingPunct="1">
              <a:lnSpc>
                <a:spcPct val="100000"/>
              </a:lnSpc>
              <a:spcBef>
                <a:spcPts val="0"/>
              </a:spcBef>
              <a:spcAft>
                <a:spcPts val="0"/>
              </a:spcAft>
              <a:buClrTx/>
              <a:buSzTx/>
              <a:buFontTx/>
              <a:buNone/>
              <a:tabLst/>
              <a:defRPr/>
            </a:pPr>
            <a:endParaRPr kumimoji="0" lang="en-IN" sz="1100" b="0" i="0" u="none" strike="noStrike" kern="0" cap="none" spc="0" normalizeH="0" baseline="0" noProof="0" dirty="0">
              <a:ln>
                <a:noFill/>
              </a:ln>
              <a:solidFill>
                <a:sysClr val="windowText" lastClr="000000"/>
              </a:solidFill>
              <a:effectLst/>
              <a:uLnTx/>
              <a:uFillTx/>
              <a:latin typeface="Calibri" panose="020F0502020204030204"/>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IN" sz="1100" b="0" i="0" u="none" strike="noStrike" kern="0" cap="none" spc="0" normalizeH="0" baseline="0" noProof="0" dirty="0">
              <a:ln>
                <a:noFill/>
              </a:ln>
              <a:solidFill>
                <a:sysClr val="windowText" lastClr="000000"/>
              </a:solidFill>
              <a:effectLst/>
              <a:uLnTx/>
              <a:uFillTx/>
              <a:latin typeface="Calibri" panose="020F0502020204030204"/>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IN" sz="1100" b="0" i="0" u="none" strike="noStrike" kern="0" cap="none" spc="0" normalizeH="0" baseline="0" noProof="0" dirty="0">
                <a:ln>
                  <a:noFill/>
                </a:ln>
                <a:solidFill>
                  <a:sysClr val="windowText" lastClr="000000"/>
                </a:solidFill>
                <a:effectLst/>
                <a:uLnTx/>
                <a:uFillTx/>
                <a:ea typeface="+mn-ea"/>
                <a:cs typeface="+mn-cs"/>
              </a:rPr>
              <a:t>Reliance Industries Ltd. (12%)</a:t>
            </a:r>
          </a:p>
          <a:p>
            <a:pPr marL="0" marR="0" lvl="0" indent="0" defTabSz="914400" eaLnBrk="1" fontAlgn="auto" latinLnBrk="0" hangingPunct="1">
              <a:lnSpc>
                <a:spcPct val="100000"/>
              </a:lnSpc>
              <a:spcBef>
                <a:spcPts val="0"/>
              </a:spcBef>
              <a:spcAft>
                <a:spcPts val="0"/>
              </a:spcAft>
              <a:buClrTx/>
              <a:buSzTx/>
              <a:buFontTx/>
              <a:buNone/>
              <a:tabLst/>
              <a:defRPr/>
            </a:pPr>
            <a:endParaRPr kumimoji="0" lang="en-IN" sz="1100" b="0" i="0" u="none" strike="noStrike" kern="0" cap="none" spc="0" normalizeH="0" baseline="0" noProof="0" dirty="0">
              <a:ln>
                <a:noFill/>
              </a:ln>
              <a:solidFill>
                <a:sysClr val="windowText" lastClr="000000"/>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61F54D87-777A-4FC8-8569-FF9267912F75}"/>
              </a:ext>
            </a:extLst>
          </p:cNvPr>
          <p:cNvSpPr txBox="1"/>
          <p:nvPr/>
        </p:nvSpPr>
        <p:spPr>
          <a:xfrm>
            <a:off x="7477125" y="4838700"/>
            <a:ext cx="2095499" cy="1096736"/>
          </a:xfrm>
          <a:prstGeom prst="rect">
            <a:avLst/>
          </a:prstGeom>
          <a:ln/>
        </p:spPr>
        <p:style>
          <a:lnRef idx="2">
            <a:schemeClr val="dk1"/>
          </a:lnRef>
          <a:fillRef idx="1">
            <a:schemeClr val="lt1"/>
          </a:fillRef>
          <a:effectRef idx="0">
            <a:schemeClr val="dk1"/>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1100" b="1" dirty="0">
                <a:solidFill>
                  <a:schemeClr val="dk1"/>
                </a:solidFill>
                <a:effectLst/>
                <a:latin typeface="+mj-lt"/>
                <a:ea typeface="Calibri" panose="020F0502020204030204" pitchFamily="34" charset="0"/>
                <a:cs typeface="Calibri" panose="020F0502020204030204" pitchFamily="34" charset="0"/>
              </a:rPr>
              <a:t>TOP 5 SECTOR LEADER CONCENTRATION:</a:t>
            </a:r>
            <a:endParaRPr lang="en-IN" sz="1100" b="1" baseline="0" dirty="0">
              <a:solidFill>
                <a:schemeClr val="dk1"/>
              </a:solidFill>
              <a:effectLst/>
              <a:latin typeface="+mj-lt"/>
              <a:ea typeface="Calibri" panose="020F0502020204030204" pitchFamily="34" charset="0"/>
              <a:cs typeface="Calibri" panose="020F0502020204030204" pitchFamily="34" charset="0"/>
            </a:endParaRPr>
          </a:p>
          <a:p>
            <a:endParaRPr lang="en-IN" sz="1100" b="1" baseline="0" dirty="0">
              <a:solidFill>
                <a:schemeClr val="dk1"/>
              </a:solidFill>
              <a:effectLst/>
              <a:latin typeface="+mn-lt"/>
              <a:ea typeface="+mn-ea"/>
              <a:cs typeface="+mn-cs"/>
            </a:endParaRPr>
          </a:p>
          <a:p>
            <a:endParaRPr lang="en-IN" sz="1100" baseline="0" dirty="0">
              <a:solidFill>
                <a:schemeClr val="dk1"/>
              </a:solidFill>
              <a:effectLst/>
              <a:latin typeface="+mn-lt"/>
              <a:ea typeface="+mn-ea"/>
              <a:cs typeface="+mn-cs"/>
            </a:endParaRPr>
          </a:p>
          <a:p>
            <a:r>
              <a:rPr lang="en-IN" sz="1100" b="0" i="0" u="none" strike="noStrike" dirty="0">
                <a:solidFill>
                  <a:schemeClr val="dk1"/>
                </a:solidFill>
                <a:effectLst/>
                <a:latin typeface="+mn-lt"/>
                <a:ea typeface="+mn-ea"/>
                <a:cs typeface="+mn-cs"/>
              </a:rPr>
              <a:t>34.16%</a:t>
            </a:r>
            <a:endParaRPr lang="en-IN" sz="1100" dirty="0"/>
          </a:p>
        </p:txBody>
      </p:sp>
    </p:spTree>
    <p:extLst>
      <p:ext uri="{BB962C8B-B14F-4D97-AF65-F5344CB8AC3E}">
        <p14:creationId xmlns:p14="http://schemas.microsoft.com/office/powerpoint/2010/main" val="25776683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5072A-5F3E-FB56-A498-3CACC2BCD40B}"/>
              </a:ext>
            </a:extLst>
          </p:cNvPr>
          <p:cNvSpPr>
            <a:spLocks noGrp="1"/>
          </p:cNvSpPr>
          <p:nvPr>
            <p:ph type="title"/>
          </p:nvPr>
        </p:nvSpPr>
        <p:spPr>
          <a:xfrm>
            <a:off x="5991223" y="219076"/>
            <a:ext cx="5810251" cy="2658114"/>
          </a:xfrm>
        </p:spPr>
        <p:txBody>
          <a:bodyPr>
            <a:normAutofit/>
          </a:bodyPr>
          <a:lstStyle/>
          <a:p>
            <a:r>
              <a:rPr lang="en-US" dirty="0"/>
              <a:t>Sector-Wise Contribution to </a:t>
            </a:r>
            <a:br>
              <a:rPr lang="en-US" dirty="0"/>
            </a:br>
            <a:r>
              <a:rPr lang="en-US" dirty="0"/>
              <a:t>NIFTY 50</a:t>
            </a:r>
          </a:p>
        </p:txBody>
      </p:sp>
      <p:sp>
        <p:nvSpPr>
          <p:cNvPr id="4" name="Content Placeholder 3">
            <a:extLst>
              <a:ext uri="{FF2B5EF4-FFF2-40B4-BE49-F238E27FC236}">
                <a16:creationId xmlns:a16="http://schemas.microsoft.com/office/drawing/2014/main" id="{42DE842F-FDC7-B259-9F3B-88630D44DFA3}"/>
              </a:ext>
            </a:extLst>
          </p:cNvPr>
          <p:cNvSpPr>
            <a:spLocks noGrp="1"/>
          </p:cNvSpPr>
          <p:nvPr>
            <p:ph sz="quarter" idx="14"/>
          </p:nvPr>
        </p:nvSpPr>
        <p:spPr>
          <a:xfrm>
            <a:off x="5991223" y="3242950"/>
            <a:ext cx="5314952" cy="2232336"/>
          </a:xfrm>
        </p:spPr>
        <p:txBody>
          <a:bodyPr>
            <a:normAutofit lnSpcReduction="10000"/>
          </a:bodyPr>
          <a:lstStyle/>
          <a:p>
            <a:pPr marL="285750" indent="-285750">
              <a:buFont typeface="Arial" panose="020B0604020202020204" pitchFamily="34" charset="0"/>
              <a:buChar char="•"/>
            </a:pPr>
            <a:r>
              <a:rPr lang="en-IN" dirty="0"/>
              <a:t>Financial Services and IT together account for approximately 50% of the total market-cap contribution.</a:t>
            </a:r>
          </a:p>
          <a:p>
            <a:pPr marL="285750" indent="-285750">
              <a:buFont typeface="Arial" panose="020B0604020202020204" pitchFamily="34" charset="0"/>
              <a:buChar char="•"/>
            </a:pPr>
            <a:r>
              <a:rPr lang="en-IN" dirty="0"/>
              <a:t> This makes them the two dominant sectors. </a:t>
            </a:r>
          </a:p>
          <a:p>
            <a:pPr marL="285750" indent="-285750">
              <a:buFont typeface="Arial" panose="020B0604020202020204" pitchFamily="34" charset="0"/>
              <a:buChar char="•"/>
            </a:pPr>
            <a:r>
              <a:rPr lang="en-IN" dirty="0"/>
              <a:t>Energy follows at 21% of the market-cap contribution.</a:t>
            </a:r>
          </a:p>
          <a:p>
            <a:pPr marL="285750" indent="-285750">
              <a:buFont typeface="Arial" panose="020B0604020202020204" pitchFamily="34" charset="0"/>
              <a:buChar char="•"/>
            </a:pPr>
            <a:r>
              <a:rPr lang="en-IN" dirty="0"/>
              <a:t>Consumer Goods contribute 13%  and Metals contribute 6% to the total market cap.</a:t>
            </a:r>
          </a:p>
          <a:p>
            <a:pPr marL="0" indent="0">
              <a:buNone/>
            </a:pPr>
            <a:endParaRPr lang="en-US" dirty="0"/>
          </a:p>
        </p:txBody>
      </p:sp>
      <p:graphicFrame>
        <p:nvGraphicFramePr>
          <p:cNvPr id="7" name="Content Placeholder 6">
            <a:extLst>
              <a:ext uri="{FF2B5EF4-FFF2-40B4-BE49-F238E27FC236}">
                <a16:creationId xmlns:a16="http://schemas.microsoft.com/office/drawing/2014/main" id="{C74EF385-03BE-7AE0-2953-6A535D8F0235}"/>
              </a:ext>
            </a:extLst>
          </p:cNvPr>
          <p:cNvGraphicFramePr>
            <a:graphicFrameLocks/>
          </p:cNvGraphicFramePr>
          <p:nvPr>
            <p:extLst>
              <p:ext uri="{D42A27DB-BD31-4B8C-83A1-F6EECF244321}">
                <p14:modId xmlns:p14="http://schemas.microsoft.com/office/powerpoint/2010/main" val="280093346"/>
              </p:ext>
            </p:extLst>
          </p:nvPr>
        </p:nvGraphicFramePr>
        <p:xfrm>
          <a:off x="701330" y="2146852"/>
          <a:ext cx="4834766" cy="2824249"/>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9486002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3153D-915E-B26E-77A0-B0A60D95B98E}"/>
              </a:ext>
            </a:extLst>
          </p:cNvPr>
          <p:cNvSpPr>
            <a:spLocks noGrp="1"/>
          </p:cNvSpPr>
          <p:nvPr>
            <p:ph type="title"/>
          </p:nvPr>
        </p:nvSpPr>
        <p:spPr>
          <a:xfrm>
            <a:off x="695327" y="666750"/>
            <a:ext cx="4752973" cy="1874520"/>
          </a:xfrm>
        </p:spPr>
        <p:txBody>
          <a:bodyPr>
            <a:normAutofit/>
          </a:bodyPr>
          <a:lstStyle/>
          <a:p>
            <a:r>
              <a:rPr lang="en-US" dirty="0"/>
              <a:t>Top 50 Companies </a:t>
            </a:r>
            <a:br>
              <a:rPr lang="en-US" dirty="0"/>
            </a:br>
            <a:r>
              <a:rPr lang="en-US" dirty="0"/>
              <a:t>(by Market Cap)</a:t>
            </a:r>
          </a:p>
        </p:txBody>
      </p:sp>
      <p:sp>
        <p:nvSpPr>
          <p:cNvPr id="3" name="Content Placeholder 2">
            <a:extLst>
              <a:ext uri="{FF2B5EF4-FFF2-40B4-BE49-F238E27FC236}">
                <a16:creationId xmlns:a16="http://schemas.microsoft.com/office/drawing/2014/main" id="{F5BE6C73-4F90-26C9-3E52-B235190AEAD0}"/>
              </a:ext>
            </a:extLst>
          </p:cNvPr>
          <p:cNvSpPr>
            <a:spLocks noGrp="1"/>
          </p:cNvSpPr>
          <p:nvPr>
            <p:ph sz="quarter" idx="13"/>
          </p:nvPr>
        </p:nvSpPr>
        <p:spPr>
          <a:xfrm>
            <a:off x="695327" y="3219450"/>
            <a:ext cx="4752973" cy="2255836"/>
          </a:xfrm>
        </p:spPr>
        <p:txBody>
          <a:bodyPr vert="horz" lIns="0" tIns="0" rIns="0" bIns="0" rtlCol="0" anchor="t">
            <a:normAutofit lnSpcReduction="10000"/>
          </a:bodyPr>
          <a:lstStyle/>
          <a:p>
            <a:pPr marL="285750" indent="-285750">
              <a:buFont typeface="Arial" panose="020B0604020202020204" pitchFamily="34" charset="0"/>
              <a:buChar char="•"/>
            </a:pPr>
            <a:r>
              <a:rPr lang="en-IN" dirty="0"/>
              <a:t>Reliance Industries and TCS have the largest market-cap contributions among the companies analysed. </a:t>
            </a:r>
          </a:p>
          <a:p>
            <a:pPr marL="285750" indent="-285750">
              <a:buFont typeface="Arial" panose="020B0604020202020204" pitchFamily="34" charset="0"/>
              <a:buChar char="•"/>
            </a:pPr>
            <a:r>
              <a:rPr lang="en-IN" dirty="0"/>
              <a:t>They are followed by HDFC Bank and Infosys. </a:t>
            </a:r>
          </a:p>
          <a:p>
            <a:pPr marL="285750" indent="-285750">
              <a:buFont typeface="Arial" panose="020B0604020202020204" pitchFamily="34" charset="0"/>
              <a:buChar char="•"/>
            </a:pPr>
            <a:r>
              <a:rPr lang="en-IN" dirty="0"/>
              <a:t>The gap between the top two companies and much of the remaining group indicates a relatively concentrated distribution of market capitalization.</a:t>
            </a:r>
          </a:p>
          <a:p>
            <a:endParaRPr lang="en-US" dirty="0"/>
          </a:p>
        </p:txBody>
      </p:sp>
      <p:graphicFrame>
        <p:nvGraphicFramePr>
          <p:cNvPr id="6" name="Chart 5">
            <a:extLst>
              <a:ext uri="{FF2B5EF4-FFF2-40B4-BE49-F238E27FC236}">
                <a16:creationId xmlns:a16="http://schemas.microsoft.com/office/drawing/2014/main" id="{D4230D68-F1BD-44B7-959A-6A8533AD1505}"/>
              </a:ext>
            </a:extLst>
          </p:cNvPr>
          <p:cNvGraphicFramePr/>
          <p:nvPr>
            <p:extLst>
              <p:ext uri="{D42A27DB-BD31-4B8C-83A1-F6EECF244321}">
                <p14:modId xmlns:p14="http://schemas.microsoft.com/office/powerpoint/2010/main" val="1736339658"/>
              </p:ext>
            </p:extLst>
          </p:nvPr>
        </p:nvGraphicFramePr>
        <p:xfrm>
          <a:off x="6029323" y="800100"/>
          <a:ext cx="5659094" cy="467518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4729826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403130-CADD-AA3F-9EB4-6267E7676F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6D6098-B0EA-045D-7204-70D134D66332}"/>
              </a:ext>
            </a:extLst>
          </p:cNvPr>
          <p:cNvSpPr>
            <a:spLocks noGrp="1"/>
          </p:cNvSpPr>
          <p:nvPr>
            <p:ph type="title"/>
          </p:nvPr>
        </p:nvSpPr>
        <p:spPr>
          <a:xfrm>
            <a:off x="278128" y="209549"/>
            <a:ext cx="4874896" cy="2190750"/>
          </a:xfrm>
        </p:spPr>
        <p:txBody>
          <a:bodyPr>
            <a:normAutofit/>
          </a:bodyPr>
          <a:lstStyle/>
          <a:p>
            <a:r>
              <a:rPr lang="en-US" dirty="0"/>
              <a:t>Company-Wise Contribution to </a:t>
            </a:r>
            <a:br>
              <a:rPr lang="en-US" dirty="0"/>
            </a:br>
            <a:r>
              <a:rPr lang="en-US" dirty="0"/>
              <a:t>Sector</a:t>
            </a:r>
          </a:p>
        </p:txBody>
      </p:sp>
      <p:sp>
        <p:nvSpPr>
          <p:cNvPr id="4" name="Content Placeholder 3">
            <a:extLst>
              <a:ext uri="{FF2B5EF4-FFF2-40B4-BE49-F238E27FC236}">
                <a16:creationId xmlns:a16="http://schemas.microsoft.com/office/drawing/2014/main" id="{F84DD3D9-899A-C0C5-8CDD-DB41EEB711C4}"/>
              </a:ext>
            </a:extLst>
          </p:cNvPr>
          <p:cNvSpPr>
            <a:spLocks noGrp="1"/>
          </p:cNvSpPr>
          <p:nvPr>
            <p:ph sz="quarter" idx="14"/>
          </p:nvPr>
        </p:nvSpPr>
        <p:spPr>
          <a:xfrm>
            <a:off x="5153024" y="209549"/>
            <a:ext cx="6657975" cy="2524125"/>
          </a:xfrm>
        </p:spPr>
        <p:txBody>
          <a:bodyPr>
            <a:normAutofit/>
          </a:bodyPr>
          <a:lstStyle/>
          <a:p>
            <a:pPr marL="285750" indent="-285750">
              <a:buFont typeface="Arial" panose="020B0604020202020204" pitchFamily="34" charset="0"/>
              <a:buChar char="•"/>
            </a:pPr>
            <a:r>
              <a:rPr lang="en-IN" dirty="0"/>
              <a:t>Market cap is unevenly distributed within several sectors, with a few companies accounting for a substantial share of their sector's total. </a:t>
            </a:r>
          </a:p>
          <a:p>
            <a:pPr marL="285750" indent="-285750">
              <a:buFont typeface="Arial" panose="020B0604020202020204" pitchFamily="34" charset="0"/>
              <a:buChar char="•"/>
            </a:pPr>
            <a:r>
              <a:rPr lang="en-IN" dirty="0"/>
              <a:t>Reliance dominates the Energy sector</a:t>
            </a:r>
          </a:p>
          <a:p>
            <a:pPr marL="285750" indent="-285750">
              <a:buFont typeface="Arial" panose="020B0604020202020204" pitchFamily="34" charset="0"/>
              <a:buChar char="•"/>
            </a:pPr>
            <a:r>
              <a:rPr lang="en-IN" dirty="0"/>
              <a:t>TCS and Infosys are major contributors within IT </a:t>
            </a:r>
          </a:p>
          <a:p>
            <a:pPr marL="285750" indent="-285750">
              <a:buFont typeface="Arial" panose="020B0604020202020204" pitchFamily="34" charset="0"/>
              <a:buChar char="•"/>
            </a:pPr>
            <a:r>
              <a:rPr lang="en-IN" dirty="0"/>
              <a:t>HDFC Bank is the largest contributor within Financial Services</a:t>
            </a:r>
          </a:p>
          <a:p>
            <a:pPr marL="285750" indent="-285750">
              <a:buFont typeface="Arial" panose="020B0604020202020204" pitchFamily="34" charset="0"/>
              <a:buChar char="•"/>
            </a:pPr>
            <a:r>
              <a:rPr lang="en-IN" dirty="0"/>
              <a:t>JSW Steel and Hindustan Unilever dominate the Metals and Consumer Goods sector respectively</a:t>
            </a:r>
            <a:endParaRPr lang="en-US" dirty="0"/>
          </a:p>
        </p:txBody>
      </p:sp>
      <p:graphicFrame>
        <p:nvGraphicFramePr>
          <p:cNvPr id="3" name="Chart 2">
            <a:extLst>
              <a:ext uri="{FF2B5EF4-FFF2-40B4-BE49-F238E27FC236}">
                <a16:creationId xmlns:a16="http://schemas.microsoft.com/office/drawing/2014/main" id="{315A5A2C-9D6A-4E50-93B7-996C0BAD0CCC}"/>
              </a:ext>
            </a:extLst>
          </p:cNvPr>
          <p:cNvGraphicFramePr/>
          <p:nvPr>
            <p:extLst>
              <p:ext uri="{D42A27DB-BD31-4B8C-83A1-F6EECF244321}">
                <p14:modId xmlns:p14="http://schemas.microsoft.com/office/powerpoint/2010/main" val="3552284825"/>
              </p:ext>
            </p:extLst>
          </p:nvPr>
        </p:nvGraphicFramePr>
        <p:xfrm>
          <a:off x="278129" y="2564524"/>
          <a:ext cx="11675745" cy="419822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8167989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B951D-0308-D0C5-A133-1322A683E0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D7CF44-C2B1-1EC0-A48E-10774FE1404D}"/>
              </a:ext>
            </a:extLst>
          </p:cNvPr>
          <p:cNvSpPr>
            <a:spLocks noGrp="1"/>
          </p:cNvSpPr>
          <p:nvPr>
            <p:ph type="title"/>
          </p:nvPr>
        </p:nvSpPr>
        <p:spPr>
          <a:xfrm>
            <a:off x="962025" y="3762375"/>
            <a:ext cx="3533775" cy="2105025"/>
          </a:xfrm>
        </p:spPr>
        <p:txBody>
          <a:bodyPr>
            <a:normAutofit/>
          </a:bodyPr>
          <a:lstStyle/>
          <a:p>
            <a:r>
              <a:rPr lang="en-US" dirty="0"/>
              <a:t>Stock Price </a:t>
            </a:r>
            <a:br>
              <a:rPr lang="en-US" dirty="0"/>
            </a:br>
            <a:r>
              <a:rPr lang="en-US" dirty="0"/>
              <a:t>Trend Over </a:t>
            </a:r>
            <a:br>
              <a:rPr lang="en-US" dirty="0"/>
            </a:br>
            <a:r>
              <a:rPr lang="en-US" dirty="0"/>
              <a:t>20 Years</a:t>
            </a:r>
          </a:p>
        </p:txBody>
      </p:sp>
      <p:sp>
        <p:nvSpPr>
          <p:cNvPr id="3" name="Content Placeholder 2">
            <a:extLst>
              <a:ext uri="{FF2B5EF4-FFF2-40B4-BE49-F238E27FC236}">
                <a16:creationId xmlns:a16="http://schemas.microsoft.com/office/drawing/2014/main" id="{7ED86CA3-37E1-009D-223C-0946E0026315}"/>
              </a:ext>
            </a:extLst>
          </p:cNvPr>
          <p:cNvSpPr>
            <a:spLocks noGrp="1"/>
          </p:cNvSpPr>
          <p:nvPr>
            <p:ph sz="quarter" idx="13"/>
          </p:nvPr>
        </p:nvSpPr>
        <p:spPr>
          <a:xfrm>
            <a:off x="4781551" y="3762375"/>
            <a:ext cx="6785662" cy="2609850"/>
          </a:xfrm>
        </p:spPr>
        <p:txBody>
          <a:bodyPr vert="horz" lIns="0" tIns="0" rIns="0" bIns="0" rtlCol="0" anchor="t">
            <a:normAutofit lnSpcReduction="10000"/>
          </a:bodyPr>
          <a:lstStyle/>
          <a:p>
            <a:pPr marL="285750" indent="-285750">
              <a:buFont typeface="Arial" panose="020B0604020202020204" pitchFamily="34" charset="0"/>
              <a:buChar char="•"/>
            </a:pPr>
            <a:r>
              <a:rPr lang="en-IN" dirty="0"/>
              <a:t>The leading company in each of the top 5 sectors had substantially different long-term price trajectories</a:t>
            </a:r>
          </a:p>
          <a:p>
            <a:pPr marL="285750" indent="-285750">
              <a:buFont typeface="Arial" panose="020B0604020202020204" pitchFamily="34" charset="0"/>
              <a:buChar char="•"/>
            </a:pPr>
            <a:r>
              <a:rPr lang="en-IN" dirty="0"/>
              <a:t>HDFC Bank, Reliance and TCS show strong increases in their closing prices over the period</a:t>
            </a:r>
          </a:p>
          <a:p>
            <a:pPr marL="285750" indent="-285750">
              <a:buFont typeface="Arial" panose="020B0604020202020204" pitchFamily="34" charset="0"/>
              <a:buChar char="•"/>
            </a:pPr>
            <a:r>
              <a:rPr lang="en-IN" dirty="0"/>
              <a:t>JSW Steel experiences greater fluctuations in comparison.</a:t>
            </a:r>
          </a:p>
          <a:p>
            <a:pPr marL="285750" indent="-285750">
              <a:buFont typeface="Arial" panose="020B0604020202020204" pitchFamily="34" charset="0"/>
              <a:buChar char="•"/>
            </a:pPr>
            <a:r>
              <a:rPr lang="en-IN" dirty="0"/>
              <a:t>Hindustan Unilever's price remains comparatively stable toward the end of the period.</a:t>
            </a:r>
          </a:p>
          <a:p>
            <a:pPr marL="285750" indent="-285750">
              <a:buFont typeface="Arial" panose="020B0604020202020204" pitchFamily="34" charset="0"/>
              <a:buChar char="•"/>
            </a:pPr>
            <a:r>
              <a:rPr lang="en-IN" dirty="0"/>
              <a:t>The leading company by market cap at the end of 2021 is TCS (IT sector).</a:t>
            </a:r>
          </a:p>
          <a:p>
            <a:endParaRPr lang="en-IN" dirty="0"/>
          </a:p>
          <a:p>
            <a:endParaRPr lang="en-US" dirty="0"/>
          </a:p>
        </p:txBody>
      </p:sp>
      <p:graphicFrame>
        <p:nvGraphicFramePr>
          <p:cNvPr id="4" name="Chart 3">
            <a:extLst>
              <a:ext uri="{FF2B5EF4-FFF2-40B4-BE49-F238E27FC236}">
                <a16:creationId xmlns:a16="http://schemas.microsoft.com/office/drawing/2014/main" id="{1532AF4A-1266-4BCC-8B9C-E4CF623766DC}"/>
              </a:ext>
            </a:extLst>
          </p:cNvPr>
          <p:cNvGraphicFramePr/>
          <p:nvPr>
            <p:extLst>
              <p:ext uri="{D42A27DB-BD31-4B8C-83A1-F6EECF244321}">
                <p14:modId xmlns:p14="http://schemas.microsoft.com/office/powerpoint/2010/main" val="1830954015"/>
              </p:ext>
            </p:extLst>
          </p:nvPr>
        </p:nvGraphicFramePr>
        <p:xfrm>
          <a:off x="476249" y="194309"/>
          <a:ext cx="11090963" cy="313944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7516121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CBA04-B500-A0A6-F46E-0ADA7C4BEA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79E356-7B87-19C8-CF02-3DB5F0BD7338}"/>
              </a:ext>
            </a:extLst>
          </p:cNvPr>
          <p:cNvSpPr>
            <a:spLocks noGrp="1"/>
          </p:cNvSpPr>
          <p:nvPr>
            <p:ph type="title"/>
          </p:nvPr>
        </p:nvSpPr>
        <p:spPr>
          <a:xfrm>
            <a:off x="630621" y="493993"/>
            <a:ext cx="11170853" cy="1397547"/>
          </a:xfrm>
        </p:spPr>
        <p:txBody>
          <a:bodyPr>
            <a:normAutofit/>
          </a:bodyPr>
          <a:lstStyle/>
          <a:p>
            <a:pPr algn="ctr"/>
            <a:r>
              <a:rPr lang="en-US" dirty="0"/>
              <a:t>Price Trend Over 20 Years:</a:t>
            </a:r>
            <a:br>
              <a:rPr lang="en-US" dirty="0"/>
            </a:br>
            <a:r>
              <a:rPr lang="en-US" dirty="0"/>
              <a:t>Financial Services Sector</a:t>
            </a:r>
          </a:p>
        </p:txBody>
      </p:sp>
      <p:sp>
        <p:nvSpPr>
          <p:cNvPr id="4" name="Content Placeholder 3">
            <a:extLst>
              <a:ext uri="{FF2B5EF4-FFF2-40B4-BE49-F238E27FC236}">
                <a16:creationId xmlns:a16="http://schemas.microsoft.com/office/drawing/2014/main" id="{142DEE9A-3E3E-7639-948F-CC36C0460CAC}"/>
              </a:ext>
            </a:extLst>
          </p:cNvPr>
          <p:cNvSpPr>
            <a:spLocks noGrp="1"/>
          </p:cNvSpPr>
          <p:nvPr>
            <p:ph sz="quarter" idx="14"/>
          </p:nvPr>
        </p:nvSpPr>
        <p:spPr>
          <a:xfrm>
            <a:off x="6095999" y="2733675"/>
            <a:ext cx="5543550" cy="2741611"/>
          </a:xfrm>
        </p:spPr>
        <p:txBody>
          <a:bodyPr>
            <a:normAutofit/>
          </a:bodyPr>
          <a:lstStyle/>
          <a:p>
            <a:pPr marL="285750" indent="-285750">
              <a:buFont typeface="Arial" panose="020B0604020202020204" pitchFamily="34" charset="0"/>
              <a:buChar char="•"/>
            </a:pPr>
            <a:r>
              <a:rPr lang="en-IN" dirty="0"/>
              <a:t>The top 3 financial-services stocks show substantial long-term increases in closing prices.</a:t>
            </a:r>
          </a:p>
          <a:p>
            <a:pPr marL="285750" indent="-285750">
              <a:buFont typeface="Arial" panose="020B0604020202020204" pitchFamily="34" charset="0"/>
              <a:buChar char="•"/>
            </a:pPr>
            <a:r>
              <a:rPr lang="en-IN" dirty="0"/>
              <a:t>Each company experiences significant fluctuations and periods of decline. </a:t>
            </a:r>
          </a:p>
          <a:p>
            <a:pPr marL="285750" indent="-285750">
              <a:buFont typeface="Arial" panose="020B0604020202020204" pitchFamily="34" charset="0"/>
              <a:buChar char="•"/>
            </a:pPr>
            <a:r>
              <a:rPr lang="en-IN" dirty="0"/>
              <a:t>The three stocks therefore exhibit a broadly upward long-term trajectory despite short- and medium-term volatility.</a:t>
            </a:r>
          </a:p>
          <a:p>
            <a:pPr marL="285750" indent="-285750">
              <a:buFont typeface="Arial" panose="020B0604020202020204" pitchFamily="34" charset="0"/>
              <a:buChar char="•"/>
            </a:pPr>
            <a:r>
              <a:rPr lang="en-IN" dirty="0"/>
              <a:t> HDFC recovers from a significant drop to emerge as the leading company.</a:t>
            </a:r>
          </a:p>
          <a:p>
            <a:pPr marL="0" indent="0">
              <a:buNone/>
            </a:pPr>
            <a:endParaRPr lang="en-US" dirty="0"/>
          </a:p>
        </p:txBody>
      </p:sp>
      <p:graphicFrame>
        <p:nvGraphicFramePr>
          <p:cNvPr id="3" name="Chart 2">
            <a:extLst>
              <a:ext uri="{FF2B5EF4-FFF2-40B4-BE49-F238E27FC236}">
                <a16:creationId xmlns:a16="http://schemas.microsoft.com/office/drawing/2014/main" id="{DAA4E8C4-B4AF-0A62-25A7-F74D4D88FB0E}"/>
              </a:ext>
            </a:extLst>
          </p:cNvPr>
          <p:cNvGraphicFramePr/>
          <p:nvPr>
            <p:extLst>
              <p:ext uri="{D42A27DB-BD31-4B8C-83A1-F6EECF244321}">
                <p14:modId xmlns:p14="http://schemas.microsoft.com/office/powerpoint/2010/main" val="2128941756"/>
              </p:ext>
            </p:extLst>
          </p:nvPr>
        </p:nvGraphicFramePr>
        <p:xfrm>
          <a:off x="115614" y="2570112"/>
          <a:ext cx="5905173" cy="356235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6568221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98F39D-E077-261B-FB53-CCBD8842156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BAAEF9F-8B4C-3390-B263-03820B633A1D}"/>
              </a:ext>
            </a:extLst>
          </p:cNvPr>
          <p:cNvSpPr>
            <a:spLocks noGrp="1"/>
          </p:cNvSpPr>
          <p:nvPr>
            <p:ph sz="quarter" idx="13"/>
          </p:nvPr>
        </p:nvSpPr>
        <p:spPr>
          <a:xfrm>
            <a:off x="440081" y="2895600"/>
            <a:ext cx="4857749" cy="2724150"/>
          </a:xfrm>
        </p:spPr>
        <p:txBody>
          <a:bodyPr vert="horz" lIns="0" tIns="0" rIns="0" bIns="0" rtlCol="0" anchor="t">
            <a:normAutofit/>
          </a:bodyPr>
          <a:lstStyle/>
          <a:p>
            <a:pPr marL="285750" indent="-285750">
              <a:buFont typeface="Arial" panose="020B0604020202020204" pitchFamily="34" charset="0"/>
              <a:buChar char="•"/>
            </a:pPr>
            <a:r>
              <a:rPr lang="en-IN" dirty="0"/>
              <a:t>The top 3 IT stocks show markedly different price trajectories. </a:t>
            </a:r>
          </a:p>
          <a:p>
            <a:pPr marL="285750" indent="-285750">
              <a:buFont typeface="Arial" panose="020B0604020202020204" pitchFamily="34" charset="0"/>
              <a:buChar char="•"/>
            </a:pPr>
            <a:r>
              <a:rPr lang="en-IN" dirty="0"/>
              <a:t>TCS demonstrates sustained long-term growth.</a:t>
            </a:r>
          </a:p>
          <a:p>
            <a:pPr marL="285750" indent="-285750">
              <a:buFont typeface="Arial" panose="020B0604020202020204" pitchFamily="34" charset="0"/>
              <a:buChar char="•"/>
            </a:pPr>
            <a:r>
              <a:rPr lang="en-IN" dirty="0"/>
              <a:t>Infosys and Wipro show much lower closing prices at the end of the period relative to their early observations</a:t>
            </a:r>
          </a:p>
          <a:p>
            <a:pPr marL="285750" indent="-285750">
              <a:buFont typeface="Arial" panose="020B0604020202020204" pitchFamily="34" charset="0"/>
              <a:buChar char="•"/>
            </a:pPr>
            <a:r>
              <a:rPr lang="en-IN" dirty="0"/>
              <a:t>This highlights substantial variation within the sector.</a:t>
            </a:r>
          </a:p>
          <a:p>
            <a:endParaRPr lang="en-US" dirty="0"/>
          </a:p>
        </p:txBody>
      </p:sp>
      <p:graphicFrame>
        <p:nvGraphicFramePr>
          <p:cNvPr id="4" name="Chart 3">
            <a:extLst>
              <a:ext uri="{FF2B5EF4-FFF2-40B4-BE49-F238E27FC236}">
                <a16:creationId xmlns:a16="http://schemas.microsoft.com/office/drawing/2014/main" id="{1B4F251E-7F2E-FB80-6D75-E7C1F48CA79C}"/>
              </a:ext>
            </a:extLst>
          </p:cNvPr>
          <p:cNvGraphicFramePr/>
          <p:nvPr>
            <p:extLst>
              <p:ext uri="{D42A27DB-BD31-4B8C-83A1-F6EECF244321}">
                <p14:modId xmlns:p14="http://schemas.microsoft.com/office/powerpoint/2010/main" val="1990560525"/>
              </p:ext>
            </p:extLst>
          </p:nvPr>
        </p:nvGraphicFramePr>
        <p:xfrm>
          <a:off x="5903592" y="2351690"/>
          <a:ext cx="5897882" cy="3552825"/>
        </p:xfrm>
        <a:graphic>
          <a:graphicData uri="http://schemas.openxmlformats.org/drawingml/2006/chart">
            <c:chart xmlns:c="http://schemas.openxmlformats.org/drawingml/2006/chart" xmlns:r="http://schemas.openxmlformats.org/officeDocument/2006/relationships" r:id="rId2"/>
          </a:graphicData>
        </a:graphic>
      </p:graphicFrame>
      <p:sp>
        <p:nvSpPr>
          <p:cNvPr id="5" name="Title 1">
            <a:extLst>
              <a:ext uri="{FF2B5EF4-FFF2-40B4-BE49-F238E27FC236}">
                <a16:creationId xmlns:a16="http://schemas.microsoft.com/office/drawing/2014/main" id="{B20E9BD8-482E-10AF-30EE-6A6534BEC2A9}"/>
              </a:ext>
            </a:extLst>
          </p:cNvPr>
          <p:cNvSpPr txBox="1">
            <a:spLocks/>
          </p:cNvSpPr>
          <p:nvPr/>
        </p:nvSpPr>
        <p:spPr>
          <a:xfrm>
            <a:off x="630621" y="493993"/>
            <a:ext cx="11170853" cy="1397547"/>
          </a:xfrm>
          <a:prstGeom prst="rect">
            <a:avLst/>
          </a:prstGeom>
        </p:spPr>
        <p:txBody>
          <a:bodyPr vert="horz" lIns="0" tIns="0" rIns="0" bIns="0" rtlCol="0" anchor="b">
            <a:normAutofit/>
          </a:bodyPr>
          <a:lstStyle>
            <a:lvl1pPr algn="l" defTabSz="914400" rtl="0" eaLnBrk="1" latinLnBrk="0" hangingPunct="1">
              <a:lnSpc>
                <a:spcPct val="80000"/>
              </a:lnSpc>
              <a:spcBef>
                <a:spcPct val="0"/>
              </a:spcBef>
              <a:buNone/>
              <a:defRPr sz="4800" b="1" kern="1200" spc="20" baseline="0">
                <a:solidFill>
                  <a:schemeClr val="bg2"/>
                </a:solidFill>
                <a:latin typeface="+mj-lt"/>
                <a:ea typeface="+mj-ea"/>
                <a:cs typeface="Times New Roman" panose="02020603050405020304" pitchFamily="18" charset="0"/>
              </a:defRPr>
            </a:lvl1pPr>
          </a:lstStyle>
          <a:p>
            <a:pPr algn="ctr"/>
            <a:r>
              <a:rPr lang="en-US" dirty="0"/>
              <a:t>Price Trend Over 20 Years:</a:t>
            </a:r>
            <a:br>
              <a:rPr lang="en-US" dirty="0"/>
            </a:br>
            <a:r>
              <a:rPr lang="en-US" dirty="0"/>
              <a:t>IT Sector</a:t>
            </a:r>
          </a:p>
        </p:txBody>
      </p:sp>
    </p:spTree>
    <p:extLst>
      <p:ext uri="{BB962C8B-B14F-4D97-AF65-F5344CB8AC3E}">
        <p14:creationId xmlns:p14="http://schemas.microsoft.com/office/powerpoint/2010/main" val="17629662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8432AA-2818-AF84-BB53-F87F78498104}"/>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5A8C668F-E2D3-72B6-88CF-997D36F23B9B}"/>
              </a:ext>
            </a:extLst>
          </p:cNvPr>
          <p:cNvSpPr>
            <a:spLocks noGrp="1"/>
          </p:cNvSpPr>
          <p:nvPr>
            <p:ph sz="quarter" idx="14"/>
          </p:nvPr>
        </p:nvSpPr>
        <p:spPr>
          <a:xfrm>
            <a:off x="6216047" y="2727431"/>
            <a:ext cx="5419724" cy="2579686"/>
          </a:xfrm>
        </p:spPr>
        <p:txBody>
          <a:bodyPr>
            <a:normAutofit/>
          </a:bodyPr>
          <a:lstStyle/>
          <a:p>
            <a:pPr marL="285750" indent="-285750">
              <a:buFont typeface="Arial" panose="020B0604020202020204" pitchFamily="34" charset="0"/>
              <a:buChar char="•"/>
            </a:pPr>
            <a:r>
              <a:rPr lang="en-IN" dirty="0"/>
              <a:t>Reliance shows the strongest upward price trajectory among the three Energy stocks</a:t>
            </a:r>
          </a:p>
          <a:p>
            <a:pPr marL="285750" indent="-285750">
              <a:buFont typeface="Arial" panose="020B0604020202020204" pitchFamily="34" charset="0"/>
              <a:buChar char="•"/>
            </a:pPr>
            <a:r>
              <a:rPr lang="en-IN" dirty="0"/>
              <a:t>Power Grid records a moderate increase</a:t>
            </a:r>
          </a:p>
          <a:p>
            <a:pPr marL="285750" indent="-285750">
              <a:buFont typeface="Arial" panose="020B0604020202020204" pitchFamily="34" charset="0"/>
              <a:buChar char="•"/>
            </a:pPr>
            <a:r>
              <a:rPr lang="en-IN" dirty="0"/>
              <a:t>ONGC ends below its starting price after considerable fluctuations.</a:t>
            </a:r>
          </a:p>
          <a:p>
            <a:pPr marL="285750" indent="-285750">
              <a:buFont typeface="Arial" panose="020B0604020202020204" pitchFamily="34" charset="0"/>
              <a:buChar char="•"/>
            </a:pPr>
            <a:endParaRPr lang="en-US" dirty="0"/>
          </a:p>
        </p:txBody>
      </p:sp>
      <p:graphicFrame>
        <p:nvGraphicFramePr>
          <p:cNvPr id="5" name="Chart 4">
            <a:extLst>
              <a:ext uri="{FF2B5EF4-FFF2-40B4-BE49-F238E27FC236}">
                <a16:creationId xmlns:a16="http://schemas.microsoft.com/office/drawing/2014/main" id="{5D77DD20-7785-F0AC-A381-38A0C0614BF7}"/>
              </a:ext>
            </a:extLst>
          </p:cNvPr>
          <p:cNvGraphicFramePr/>
          <p:nvPr>
            <p:extLst>
              <p:ext uri="{D42A27DB-BD31-4B8C-83A1-F6EECF244321}">
                <p14:modId xmlns:p14="http://schemas.microsoft.com/office/powerpoint/2010/main" val="3501360887"/>
              </p:ext>
            </p:extLst>
          </p:nvPr>
        </p:nvGraphicFramePr>
        <p:xfrm>
          <a:off x="285751" y="2637955"/>
          <a:ext cx="5505449" cy="3305175"/>
        </p:xfrm>
        <a:graphic>
          <a:graphicData uri="http://schemas.openxmlformats.org/drawingml/2006/chart">
            <c:chart xmlns:c="http://schemas.openxmlformats.org/drawingml/2006/chart" xmlns:r="http://schemas.openxmlformats.org/officeDocument/2006/relationships" r:id="rId2"/>
          </a:graphicData>
        </a:graphic>
      </p:graphicFrame>
      <p:sp>
        <p:nvSpPr>
          <p:cNvPr id="3" name="Title 1">
            <a:extLst>
              <a:ext uri="{FF2B5EF4-FFF2-40B4-BE49-F238E27FC236}">
                <a16:creationId xmlns:a16="http://schemas.microsoft.com/office/drawing/2014/main" id="{1D3F6747-C174-8DBA-22B9-1CD268B2A6C4}"/>
              </a:ext>
            </a:extLst>
          </p:cNvPr>
          <p:cNvSpPr txBox="1">
            <a:spLocks/>
          </p:cNvSpPr>
          <p:nvPr/>
        </p:nvSpPr>
        <p:spPr>
          <a:xfrm>
            <a:off x="630621" y="493993"/>
            <a:ext cx="11170853" cy="1397547"/>
          </a:xfrm>
          <a:prstGeom prst="rect">
            <a:avLst/>
          </a:prstGeom>
        </p:spPr>
        <p:txBody>
          <a:bodyPr vert="horz" lIns="0" tIns="0" rIns="0" bIns="0" rtlCol="0" anchor="b">
            <a:normAutofit/>
          </a:bodyPr>
          <a:lstStyle>
            <a:lvl1pPr algn="l" defTabSz="914400" rtl="0" eaLnBrk="1" latinLnBrk="0" hangingPunct="1">
              <a:lnSpc>
                <a:spcPct val="80000"/>
              </a:lnSpc>
              <a:spcBef>
                <a:spcPct val="0"/>
              </a:spcBef>
              <a:buNone/>
              <a:defRPr sz="4800" b="1" kern="1200" spc="20" baseline="0">
                <a:solidFill>
                  <a:schemeClr val="bg2"/>
                </a:solidFill>
                <a:latin typeface="+mj-lt"/>
                <a:ea typeface="+mj-ea"/>
                <a:cs typeface="Times New Roman" panose="02020603050405020304" pitchFamily="18" charset="0"/>
              </a:defRPr>
            </a:lvl1pPr>
          </a:lstStyle>
          <a:p>
            <a:pPr algn="ctr"/>
            <a:r>
              <a:rPr lang="en-US" dirty="0">
                <a:solidFill>
                  <a:schemeClr val="tx1"/>
                </a:solidFill>
              </a:rPr>
              <a:t>Price Trend Over 20 Years:</a:t>
            </a:r>
            <a:br>
              <a:rPr lang="en-US" dirty="0">
                <a:solidFill>
                  <a:schemeClr val="tx1"/>
                </a:solidFill>
              </a:rPr>
            </a:br>
            <a:r>
              <a:rPr lang="en-US" dirty="0">
                <a:solidFill>
                  <a:schemeClr val="tx1"/>
                </a:solidFill>
              </a:rPr>
              <a:t>Energy Sector</a:t>
            </a:r>
          </a:p>
        </p:txBody>
      </p:sp>
    </p:spTree>
    <p:extLst>
      <p:ext uri="{BB962C8B-B14F-4D97-AF65-F5344CB8AC3E}">
        <p14:creationId xmlns:p14="http://schemas.microsoft.com/office/powerpoint/2010/main" val="14382287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87390-F640-142F-A7AD-8C558FB9E41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122AC5-2535-4B97-1C37-66E03979D539}"/>
              </a:ext>
            </a:extLst>
          </p:cNvPr>
          <p:cNvSpPr>
            <a:spLocks noGrp="1"/>
          </p:cNvSpPr>
          <p:nvPr>
            <p:ph sz="quarter" idx="13"/>
          </p:nvPr>
        </p:nvSpPr>
        <p:spPr>
          <a:xfrm>
            <a:off x="485775" y="2664696"/>
            <a:ext cx="4714875" cy="2379661"/>
          </a:xfrm>
        </p:spPr>
        <p:txBody>
          <a:bodyPr vert="horz" lIns="0" tIns="0" rIns="0" bIns="0" rtlCol="0" anchor="t">
            <a:normAutofit/>
          </a:bodyPr>
          <a:lstStyle/>
          <a:p>
            <a:pPr marL="285750" indent="-285750">
              <a:buFont typeface="Arial" panose="020B0604020202020204" pitchFamily="34" charset="0"/>
              <a:buChar char="•"/>
            </a:pPr>
            <a:r>
              <a:rPr lang="en-IN" dirty="0"/>
              <a:t>Asian Paints shows a strong long-term increase in its closing price</a:t>
            </a:r>
          </a:p>
          <a:p>
            <a:pPr marL="285750" indent="-285750">
              <a:buFont typeface="Arial" panose="020B0604020202020204" pitchFamily="34" charset="0"/>
              <a:buChar char="•"/>
            </a:pPr>
            <a:r>
              <a:rPr lang="en-IN" dirty="0"/>
              <a:t>Hindustan Unilever remains relatively stable toward the end of the period.</a:t>
            </a:r>
          </a:p>
          <a:p>
            <a:pPr marL="285750" indent="-285750">
              <a:buFont typeface="Arial" panose="020B0604020202020204" pitchFamily="34" charset="0"/>
              <a:buChar char="•"/>
            </a:pPr>
            <a:r>
              <a:rPr lang="en-IN" dirty="0"/>
              <a:t>ITC finishes substantially below its initial recorded price.</a:t>
            </a:r>
          </a:p>
          <a:p>
            <a:endParaRPr lang="en-US" dirty="0"/>
          </a:p>
        </p:txBody>
      </p:sp>
      <p:graphicFrame>
        <p:nvGraphicFramePr>
          <p:cNvPr id="5" name="Chart 4">
            <a:extLst>
              <a:ext uri="{FF2B5EF4-FFF2-40B4-BE49-F238E27FC236}">
                <a16:creationId xmlns:a16="http://schemas.microsoft.com/office/drawing/2014/main" id="{3801D63F-458C-4A9A-A40C-DFF9C0C897F6}"/>
              </a:ext>
            </a:extLst>
          </p:cNvPr>
          <p:cNvGraphicFramePr/>
          <p:nvPr>
            <p:extLst>
              <p:ext uri="{D42A27DB-BD31-4B8C-83A1-F6EECF244321}">
                <p14:modId xmlns:p14="http://schemas.microsoft.com/office/powerpoint/2010/main" val="3830145162"/>
              </p:ext>
            </p:extLst>
          </p:nvPr>
        </p:nvGraphicFramePr>
        <p:xfrm>
          <a:off x="5851307" y="2645375"/>
          <a:ext cx="6029325" cy="3124201"/>
        </p:xfrm>
        <a:graphic>
          <a:graphicData uri="http://schemas.openxmlformats.org/drawingml/2006/chart">
            <c:chart xmlns:c="http://schemas.openxmlformats.org/drawingml/2006/chart" xmlns:r="http://schemas.openxmlformats.org/officeDocument/2006/relationships" r:id="rId2"/>
          </a:graphicData>
        </a:graphic>
      </p:graphicFrame>
      <p:sp>
        <p:nvSpPr>
          <p:cNvPr id="4" name="Title 1">
            <a:extLst>
              <a:ext uri="{FF2B5EF4-FFF2-40B4-BE49-F238E27FC236}">
                <a16:creationId xmlns:a16="http://schemas.microsoft.com/office/drawing/2014/main" id="{746F86EF-2E84-73DE-C1EB-3B6C9E29BC81}"/>
              </a:ext>
            </a:extLst>
          </p:cNvPr>
          <p:cNvSpPr txBox="1">
            <a:spLocks/>
          </p:cNvSpPr>
          <p:nvPr/>
        </p:nvSpPr>
        <p:spPr>
          <a:xfrm>
            <a:off x="630621" y="493993"/>
            <a:ext cx="11170853" cy="1397547"/>
          </a:xfrm>
          <a:prstGeom prst="rect">
            <a:avLst/>
          </a:prstGeom>
        </p:spPr>
        <p:txBody>
          <a:bodyPr vert="horz" lIns="0" tIns="0" rIns="0" bIns="0" rtlCol="0" anchor="b">
            <a:normAutofit/>
          </a:bodyPr>
          <a:lstStyle>
            <a:lvl1pPr algn="l" defTabSz="914400" rtl="0" eaLnBrk="1" latinLnBrk="0" hangingPunct="1">
              <a:lnSpc>
                <a:spcPct val="80000"/>
              </a:lnSpc>
              <a:spcBef>
                <a:spcPct val="0"/>
              </a:spcBef>
              <a:buNone/>
              <a:defRPr sz="4800" b="1" kern="1200" spc="20" baseline="0">
                <a:solidFill>
                  <a:schemeClr val="bg2"/>
                </a:solidFill>
                <a:latin typeface="+mj-lt"/>
                <a:ea typeface="+mj-ea"/>
                <a:cs typeface="Times New Roman" panose="02020603050405020304" pitchFamily="18" charset="0"/>
              </a:defRPr>
            </a:lvl1pPr>
          </a:lstStyle>
          <a:p>
            <a:pPr algn="ctr"/>
            <a:r>
              <a:rPr lang="en-US" dirty="0"/>
              <a:t>Price Trend Over 20 Years:</a:t>
            </a:r>
            <a:br>
              <a:rPr lang="en-US" dirty="0"/>
            </a:br>
            <a:r>
              <a:rPr lang="en-US" dirty="0"/>
              <a:t>Consumer Goods Sector</a:t>
            </a:r>
          </a:p>
        </p:txBody>
      </p:sp>
    </p:spTree>
    <p:extLst>
      <p:ext uri="{BB962C8B-B14F-4D97-AF65-F5344CB8AC3E}">
        <p14:creationId xmlns:p14="http://schemas.microsoft.com/office/powerpoint/2010/main" val="33685655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CD353C-4C02-C557-31DC-29786FA2A12F}"/>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364F5346-6669-6842-9138-25A6156BAA3F}"/>
              </a:ext>
            </a:extLst>
          </p:cNvPr>
          <p:cNvSpPr>
            <a:spLocks noGrp="1"/>
          </p:cNvSpPr>
          <p:nvPr>
            <p:ph sz="quarter" idx="14"/>
          </p:nvPr>
        </p:nvSpPr>
        <p:spPr>
          <a:xfrm>
            <a:off x="6219825" y="2705100"/>
            <a:ext cx="5419724" cy="2579686"/>
          </a:xfrm>
        </p:spPr>
        <p:txBody>
          <a:bodyPr>
            <a:normAutofit/>
          </a:bodyPr>
          <a:lstStyle/>
          <a:p>
            <a:pPr marL="285750" indent="-285750">
              <a:buFont typeface="Arial" panose="020B0604020202020204" pitchFamily="34" charset="0"/>
              <a:buChar char="•"/>
            </a:pPr>
            <a:r>
              <a:rPr lang="en-IN" dirty="0"/>
              <a:t>The Metals stocks exhibit considerable price fluctuations over the 20-year period. </a:t>
            </a:r>
          </a:p>
          <a:p>
            <a:pPr marL="285750" indent="-285750">
              <a:buFont typeface="Arial" panose="020B0604020202020204" pitchFamily="34" charset="0"/>
              <a:buChar char="•"/>
            </a:pPr>
            <a:r>
              <a:rPr lang="en-IN" dirty="0"/>
              <a:t>Tata Steel shows a strong long-term increase.</a:t>
            </a:r>
          </a:p>
          <a:p>
            <a:pPr marL="285750" indent="-285750">
              <a:buFont typeface="Arial" panose="020B0604020202020204" pitchFamily="34" charset="0"/>
              <a:buChar char="•"/>
            </a:pPr>
            <a:r>
              <a:rPr lang="en-IN" dirty="0"/>
              <a:t>JSW Steel and Vedanta experience pronounced peaks and declines before ending higher than their initial recorded prices.</a:t>
            </a:r>
          </a:p>
          <a:p>
            <a:pPr marL="0" indent="0">
              <a:buNone/>
            </a:pPr>
            <a:endParaRPr lang="en-US" dirty="0"/>
          </a:p>
        </p:txBody>
      </p:sp>
      <p:graphicFrame>
        <p:nvGraphicFramePr>
          <p:cNvPr id="6" name="Chart 5">
            <a:extLst>
              <a:ext uri="{FF2B5EF4-FFF2-40B4-BE49-F238E27FC236}">
                <a16:creationId xmlns:a16="http://schemas.microsoft.com/office/drawing/2014/main" id="{C866F46A-DFF5-63BC-A17F-C0BE854A8290}"/>
              </a:ext>
            </a:extLst>
          </p:cNvPr>
          <p:cNvGraphicFramePr/>
          <p:nvPr>
            <p:extLst>
              <p:ext uri="{D42A27DB-BD31-4B8C-83A1-F6EECF244321}">
                <p14:modId xmlns:p14="http://schemas.microsoft.com/office/powerpoint/2010/main" val="1581869279"/>
              </p:ext>
            </p:extLst>
          </p:nvPr>
        </p:nvGraphicFramePr>
        <p:xfrm>
          <a:off x="335346" y="2779001"/>
          <a:ext cx="5636829" cy="2933699"/>
        </p:xfrm>
        <a:graphic>
          <a:graphicData uri="http://schemas.openxmlformats.org/drawingml/2006/chart">
            <c:chart xmlns:c="http://schemas.openxmlformats.org/drawingml/2006/chart" xmlns:r="http://schemas.openxmlformats.org/officeDocument/2006/relationships" r:id="rId2"/>
          </a:graphicData>
        </a:graphic>
      </p:graphicFrame>
      <p:sp>
        <p:nvSpPr>
          <p:cNvPr id="7" name="Title 1">
            <a:extLst>
              <a:ext uri="{FF2B5EF4-FFF2-40B4-BE49-F238E27FC236}">
                <a16:creationId xmlns:a16="http://schemas.microsoft.com/office/drawing/2014/main" id="{7EDD8815-76BA-37DC-DC1A-1B6C36551647}"/>
              </a:ext>
            </a:extLst>
          </p:cNvPr>
          <p:cNvSpPr txBox="1">
            <a:spLocks/>
          </p:cNvSpPr>
          <p:nvPr/>
        </p:nvSpPr>
        <p:spPr>
          <a:xfrm>
            <a:off x="630621" y="493993"/>
            <a:ext cx="11170853" cy="1397547"/>
          </a:xfrm>
          <a:prstGeom prst="rect">
            <a:avLst/>
          </a:prstGeom>
        </p:spPr>
        <p:txBody>
          <a:bodyPr vert="horz" lIns="0" tIns="0" rIns="0" bIns="0" rtlCol="0" anchor="b">
            <a:normAutofit/>
          </a:bodyPr>
          <a:lstStyle>
            <a:lvl1pPr algn="l" defTabSz="914400" rtl="0" eaLnBrk="1" latinLnBrk="0" hangingPunct="1">
              <a:lnSpc>
                <a:spcPct val="80000"/>
              </a:lnSpc>
              <a:spcBef>
                <a:spcPct val="0"/>
              </a:spcBef>
              <a:buNone/>
              <a:defRPr sz="4800" b="1" kern="1200" spc="20" baseline="0">
                <a:solidFill>
                  <a:schemeClr val="bg2"/>
                </a:solidFill>
                <a:latin typeface="+mj-lt"/>
                <a:ea typeface="+mj-ea"/>
                <a:cs typeface="Times New Roman" panose="02020603050405020304" pitchFamily="18" charset="0"/>
              </a:defRPr>
            </a:lvl1pPr>
          </a:lstStyle>
          <a:p>
            <a:pPr algn="ctr"/>
            <a:r>
              <a:rPr lang="en-US" dirty="0">
                <a:solidFill>
                  <a:schemeClr val="tx1"/>
                </a:solidFill>
              </a:rPr>
              <a:t>Price Trend Over 20 Years:</a:t>
            </a:r>
            <a:br>
              <a:rPr lang="en-US" dirty="0">
                <a:solidFill>
                  <a:schemeClr val="tx1"/>
                </a:solidFill>
              </a:rPr>
            </a:br>
            <a:r>
              <a:rPr lang="en-US" dirty="0">
                <a:solidFill>
                  <a:schemeClr val="tx1"/>
                </a:solidFill>
              </a:rPr>
              <a:t>Metals Sector</a:t>
            </a:r>
          </a:p>
        </p:txBody>
      </p:sp>
    </p:spTree>
    <p:extLst>
      <p:ext uri="{BB962C8B-B14F-4D97-AF65-F5344CB8AC3E}">
        <p14:creationId xmlns:p14="http://schemas.microsoft.com/office/powerpoint/2010/main" val="11520132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12A8E0-D3E2-45BD-1A4B-5F9A4CF40C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7AFFB2-CFEA-3A13-E647-B8A281060818}"/>
              </a:ext>
            </a:extLst>
          </p:cNvPr>
          <p:cNvSpPr>
            <a:spLocks noGrp="1"/>
          </p:cNvSpPr>
          <p:nvPr>
            <p:ph type="title"/>
          </p:nvPr>
        </p:nvSpPr>
        <p:spPr>
          <a:xfrm>
            <a:off x="1190627" y="304800"/>
            <a:ext cx="9810752" cy="1443675"/>
          </a:xfrm>
        </p:spPr>
        <p:txBody>
          <a:bodyPr>
            <a:normAutofit fontScale="90000"/>
          </a:bodyPr>
          <a:lstStyle/>
          <a:p>
            <a:pPr algn="ctr"/>
            <a:r>
              <a:rPr lang="en-US" dirty="0"/>
              <a:t>Market Cap for </a:t>
            </a:r>
            <a:br>
              <a:rPr lang="en-US" dirty="0"/>
            </a:br>
            <a:r>
              <a:rPr lang="en-US" dirty="0"/>
              <a:t>Top 5 Sectors</a:t>
            </a:r>
          </a:p>
        </p:txBody>
      </p:sp>
      <p:graphicFrame>
        <p:nvGraphicFramePr>
          <p:cNvPr id="7" name="Content Placeholder 6">
            <a:extLst>
              <a:ext uri="{FF2B5EF4-FFF2-40B4-BE49-F238E27FC236}">
                <a16:creationId xmlns:a16="http://schemas.microsoft.com/office/drawing/2014/main" id="{726DA3FE-E9F7-F341-9EFF-F5E0138251FD}"/>
              </a:ext>
            </a:extLst>
          </p:cNvPr>
          <p:cNvGraphicFramePr>
            <a:graphicFrameLocks noGrp="1"/>
          </p:cNvGraphicFramePr>
          <p:nvPr>
            <p:ph idx="1"/>
            <p:extLst>
              <p:ext uri="{D42A27DB-BD31-4B8C-83A1-F6EECF244321}">
                <p14:modId xmlns:p14="http://schemas.microsoft.com/office/powerpoint/2010/main" val="2442734939"/>
              </p:ext>
            </p:extLst>
          </p:nvPr>
        </p:nvGraphicFramePr>
        <p:xfrm>
          <a:off x="1190627" y="2119313"/>
          <a:ext cx="9810752" cy="3605214"/>
        </p:xfrm>
        <a:graphic>
          <a:graphicData uri="http://schemas.openxmlformats.org/drawingml/2006/table">
            <a:tbl>
              <a:tblPr firstRow="1" bandRow="1">
                <a:tableStyleId>{5C22544A-7EE6-4342-B048-85BDC9FD1C3A}</a:tableStyleId>
              </a:tblPr>
              <a:tblGrid>
                <a:gridCol w="1968893">
                  <a:extLst>
                    <a:ext uri="{9D8B030D-6E8A-4147-A177-3AD203B41FA5}">
                      <a16:colId xmlns:a16="http://schemas.microsoft.com/office/drawing/2014/main" val="3249273269"/>
                    </a:ext>
                  </a:extLst>
                </a:gridCol>
                <a:gridCol w="2095451">
                  <a:extLst>
                    <a:ext uri="{9D8B030D-6E8A-4147-A177-3AD203B41FA5}">
                      <a16:colId xmlns:a16="http://schemas.microsoft.com/office/drawing/2014/main" val="1238139715"/>
                    </a:ext>
                  </a:extLst>
                </a:gridCol>
                <a:gridCol w="1720148">
                  <a:extLst>
                    <a:ext uri="{9D8B030D-6E8A-4147-A177-3AD203B41FA5}">
                      <a16:colId xmlns:a16="http://schemas.microsoft.com/office/drawing/2014/main" val="3338054882"/>
                    </a:ext>
                  </a:extLst>
                </a:gridCol>
                <a:gridCol w="2034716">
                  <a:extLst>
                    <a:ext uri="{9D8B030D-6E8A-4147-A177-3AD203B41FA5}">
                      <a16:colId xmlns:a16="http://schemas.microsoft.com/office/drawing/2014/main" val="2175169288"/>
                    </a:ext>
                  </a:extLst>
                </a:gridCol>
                <a:gridCol w="1991544">
                  <a:extLst>
                    <a:ext uri="{9D8B030D-6E8A-4147-A177-3AD203B41FA5}">
                      <a16:colId xmlns:a16="http://schemas.microsoft.com/office/drawing/2014/main" val="3846815510"/>
                    </a:ext>
                  </a:extLst>
                </a:gridCol>
              </a:tblGrid>
              <a:tr h="600869">
                <a:tc>
                  <a:txBody>
                    <a:bodyPr/>
                    <a:lstStyle/>
                    <a:p>
                      <a:r>
                        <a:rPr lang="en-US" sz="1400" b="1" i="0" dirty="0">
                          <a:ln>
                            <a:noFill/>
                          </a:ln>
                          <a:solidFill>
                            <a:schemeClr val="accent4"/>
                          </a:solidFill>
                          <a:latin typeface="Avenir Next LT Pro Demi" panose="020B0704020202020204" pitchFamily="34" charset="0"/>
                        </a:rPr>
                        <a:t>Industry</a:t>
                      </a:r>
                    </a:p>
                  </a:txBody>
                  <a:tcPr marL="2743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3">
                        <a:lumMod val="75000"/>
                      </a:schemeClr>
                    </a:solidFill>
                  </a:tcPr>
                </a:tc>
                <a:tc>
                  <a:txBody>
                    <a:bodyPr/>
                    <a:lstStyle/>
                    <a:p>
                      <a:r>
                        <a:rPr lang="en-US" sz="1400" b="1" i="0" dirty="0">
                          <a:ln>
                            <a:noFill/>
                          </a:ln>
                          <a:solidFill>
                            <a:schemeClr val="accent4"/>
                          </a:solidFill>
                          <a:latin typeface="Avenir Next LT Pro Demi" panose="020B0704020202020204" pitchFamily="34" charset="0"/>
                        </a:rPr>
                        <a:t>Top Company</a:t>
                      </a:r>
                    </a:p>
                  </a:txBody>
                  <a:tcPr marL="2743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3">
                        <a:lumMod val="75000"/>
                      </a:schemeClr>
                    </a:solidFill>
                  </a:tcPr>
                </a:tc>
                <a:tc>
                  <a:txBody>
                    <a:bodyPr/>
                    <a:lstStyle/>
                    <a:p>
                      <a:r>
                        <a:rPr lang="en-US" sz="1400" b="1" i="0" dirty="0">
                          <a:ln>
                            <a:noFill/>
                          </a:ln>
                          <a:solidFill>
                            <a:schemeClr val="accent4"/>
                          </a:solidFill>
                          <a:latin typeface="Avenir Next LT Pro Demi" panose="020B0704020202020204" pitchFamily="34" charset="0"/>
                        </a:rPr>
                        <a:t>Symbol</a:t>
                      </a:r>
                    </a:p>
                  </a:txBody>
                  <a:tcPr marL="2743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3">
                        <a:lumMod val="75000"/>
                      </a:schemeClr>
                    </a:solidFill>
                  </a:tcPr>
                </a:tc>
                <a:tc>
                  <a:txBody>
                    <a:bodyPr/>
                    <a:lstStyle/>
                    <a:p>
                      <a:r>
                        <a:rPr lang="en-US" sz="1400" b="1" i="0" dirty="0">
                          <a:ln>
                            <a:noFill/>
                          </a:ln>
                          <a:solidFill>
                            <a:schemeClr val="accent4"/>
                          </a:solidFill>
                          <a:latin typeface="Avenir Next LT Pro Demi" panose="020B0704020202020204" pitchFamily="34" charset="0"/>
                        </a:rPr>
                        <a:t>Market Cap (in lakhs)</a:t>
                      </a:r>
                    </a:p>
                  </a:txBody>
                  <a:tcPr marL="2743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3">
                        <a:lumMod val="75000"/>
                      </a:schemeClr>
                    </a:solidFill>
                  </a:tcPr>
                </a:tc>
                <a:tc>
                  <a:txBody>
                    <a:bodyPr/>
                    <a:lstStyle/>
                    <a:p>
                      <a:r>
                        <a:rPr lang="en-US" sz="1400" b="1" i="0" dirty="0">
                          <a:ln>
                            <a:noFill/>
                          </a:ln>
                          <a:solidFill>
                            <a:schemeClr val="accent4"/>
                          </a:solidFill>
                          <a:latin typeface="Avenir Next LT Pro Demi" panose="020B0704020202020204" pitchFamily="34" charset="0"/>
                        </a:rPr>
                        <a:t>% Contribution to Market Cap</a:t>
                      </a:r>
                    </a:p>
                  </a:txBody>
                  <a:tcPr marL="2743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3">
                        <a:lumMod val="75000"/>
                      </a:schemeClr>
                    </a:solidFill>
                  </a:tcPr>
                </a:tc>
                <a:extLst>
                  <a:ext uri="{0D108BD9-81ED-4DB2-BD59-A6C34878D82A}">
                    <a16:rowId xmlns:a16="http://schemas.microsoft.com/office/drawing/2014/main" val="3364231172"/>
                  </a:ext>
                </a:extLst>
              </a:tr>
              <a:tr h="600869">
                <a:tc>
                  <a:txBody>
                    <a:bodyPr/>
                    <a:lstStyle/>
                    <a:p>
                      <a:r>
                        <a:rPr lang="en-US" sz="1400" b="0" i="0" dirty="0">
                          <a:ln>
                            <a:noFill/>
                          </a:ln>
                          <a:solidFill>
                            <a:schemeClr val="accent4"/>
                          </a:solidFill>
                          <a:latin typeface="+mn-lt"/>
                        </a:rPr>
                        <a:t>Financial Services</a:t>
                      </a:r>
                    </a:p>
                  </a:txBody>
                  <a:tcPr marL="2743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r>
                        <a:rPr lang="en-US" sz="1400" b="0" i="0" dirty="0">
                          <a:ln>
                            <a:noFill/>
                          </a:ln>
                          <a:solidFill>
                            <a:schemeClr val="accent4"/>
                          </a:solidFill>
                          <a:latin typeface="+mn-lt"/>
                        </a:rPr>
                        <a:t>HDFC Bank</a:t>
                      </a:r>
                    </a:p>
                  </a:txBody>
                  <a:tcPr marL="2743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r>
                        <a:rPr lang="en-US" sz="1400" b="0" i="0" dirty="0">
                          <a:ln>
                            <a:noFill/>
                          </a:ln>
                          <a:solidFill>
                            <a:schemeClr val="accent4"/>
                          </a:solidFill>
                          <a:latin typeface="+mn-lt"/>
                        </a:rPr>
                        <a:t>HDFCBANK</a:t>
                      </a:r>
                    </a:p>
                  </a:txBody>
                  <a:tcPr marL="2743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r>
                        <a:rPr lang="en-US" sz="1400" b="0" i="0" dirty="0">
                          <a:ln>
                            <a:noFill/>
                          </a:ln>
                          <a:solidFill>
                            <a:schemeClr val="accent4"/>
                          </a:solidFill>
                          <a:latin typeface="+mn-lt"/>
                        </a:rPr>
                        <a:t>₹ 352780767.4</a:t>
                      </a:r>
                    </a:p>
                  </a:txBody>
                  <a:tcPr marL="2743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r>
                        <a:rPr lang="en-US" sz="1400" b="0" i="0" dirty="0">
                          <a:ln>
                            <a:noFill/>
                          </a:ln>
                          <a:solidFill>
                            <a:schemeClr val="accent4"/>
                          </a:solidFill>
                          <a:latin typeface="+mn-lt"/>
                        </a:rPr>
                        <a:t>27%</a:t>
                      </a:r>
                    </a:p>
                  </a:txBody>
                  <a:tcPr marL="2743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3559441191"/>
                  </a:ext>
                </a:extLst>
              </a:tr>
              <a:tr h="600869">
                <a:tc>
                  <a:txBody>
                    <a:bodyPr/>
                    <a:lstStyle/>
                    <a:p>
                      <a:r>
                        <a:rPr lang="en-US" sz="1400" b="0" i="0" dirty="0">
                          <a:ln>
                            <a:noFill/>
                          </a:ln>
                          <a:solidFill>
                            <a:schemeClr val="accent4"/>
                          </a:solidFill>
                          <a:latin typeface="+mn-lt"/>
                        </a:rPr>
                        <a:t>IT</a:t>
                      </a:r>
                    </a:p>
                  </a:txBody>
                  <a:tcPr marL="2743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1400" b="0" i="0" dirty="0">
                          <a:ln>
                            <a:noFill/>
                          </a:ln>
                          <a:solidFill>
                            <a:schemeClr val="accent4"/>
                          </a:solidFill>
                          <a:latin typeface="+mn-lt"/>
                        </a:rPr>
                        <a:t>TCS </a:t>
                      </a:r>
                    </a:p>
                  </a:txBody>
                  <a:tcPr marL="2743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1400" b="0" i="0" dirty="0">
                          <a:ln>
                            <a:noFill/>
                          </a:ln>
                          <a:solidFill>
                            <a:schemeClr val="accent4"/>
                          </a:solidFill>
                          <a:latin typeface="+mn-lt"/>
                        </a:rPr>
                        <a:t>TCS</a:t>
                      </a:r>
                    </a:p>
                  </a:txBody>
                  <a:tcPr marL="2743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1400" b="0" i="0" dirty="0">
                          <a:ln>
                            <a:noFill/>
                          </a:ln>
                          <a:solidFill>
                            <a:schemeClr val="accent4"/>
                          </a:solidFill>
                          <a:latin typeface="+mn-lt"/>
                        </a:rPr>
                        <a:t>₹ 311110839.8</a:t>
                      </a:r>
                    </a:p>
                  </a:txBody>
                  <a:tcPr marL="2743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sz="1400" b="0" i="0" dirty="0">
                          <a:ln>
                            <a:noFill/>
                          </a:ln>
                          <a:solidFill>
                            <a:schemeClr val="accent4"/>
                          </a:solidFill>
                          <a:latin typeface="+mn-lt"/>
                        </a:rPr>
                        <a:t>24%</a:t>
                      </a:r>
                    </a:p>
                  </a:txBody>
                  <a:tcPr marL="2743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25558636"/>
                  </a:ext>
                </a:extLst>
              </a:tr>
              <a:tr h="600869">
                <a:tc>
                  <a:txBody>
                    <a:bodyPr/>
                    <a:lstStyle/>
                    <a:p>
                      <a:r>
                        <a:rPr lang="en-US" sz="1400" b="0" i="0" dirty="0">
                          <a:ln>
                            <a:noFill/>
                          </a:ln>
                          <a:solidFill>
                            <a:schemeClr val="accent4"/>
                          </a:solidFill>
                          <a:latin typeface="+mn-lt"/>
                        </a:rPr>
                        <a:t>Energy</a:t>
                      </a:r>
                    </a:p>
                  </a:txBody>
                  <a:tcPr marL="2743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r>
                        <a:rPr lang="en-US" sz="1400" b="0" i="0" dirty="0">
                          <a:ln>
                            <a:noFill/>
                          </a:ln>
                          <a:solidFill>
                            <a:schemeClr val="accent4"/>
                          </a:solidFill>
                          <a:latin typeface="+mn-lt"/>
                        </a:rPr>
                        <a:t>Reliance</a:t>
                      </a:r>
                    </a:p>
                  </a:txBody>
                  <a:tcPr marL="2743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r>
                        <a:rPr lang="en-US" sz="1400" b="0" i="0" dirty="0">
                          <a:ln>
                            <a:noFill/>
                          </a:ln>
                          <a:solidFill>
                            <a:schemeClr val="accent4"/>
                          </a:solidFill>
                          <a:latin typeface="+mn-lt"/>
                        </a:rPr>
                        <a:t>RELIANCE</a:t>
                      </a:r>
                    </a:p>
                  </a:txBody>
                  <a:tcPr marL="2743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r>
                        <a:rPr lang="en-US" sz="1400" b="0" i="0" dirty="0">
                          <a:ln>
                            <a:noFill/>
                          </a:ln>
                          <a:solidFill>
                            <a:schemeClr val="accent4"/>
                          </a:solidFill>
                          <a:latin typeface="+mn-lt"/>
                        </a:rPr>
                        <a:t>₹ 228968152.6</a:t>
                      </a:r>
                    </a:p>
                  </a:txBody>
                  <a:tcPr marL="2743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r>
                        <a:rPr lang="en-US" sz="1400" b="0" i="0" dirty="0">
                          <a:ln>
                            <a:noFill/>
                          </a:ln>
                          <a:solidFill>
                            <a:schemeClr val="accent4"/>
                          </a:solidFill>
                          <a:latin typeface="+mn-lt"/>
                        </a:rPr>
                        <a:t>17%</a:t>
                      </a:r>
                    </a:p>
                  </a:txBody>
                  <a:tcPr marL="2743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609158448"/>
                  </a:ext>
                </a:extLst>
              </a:tr>
              <a:tr h="600869">
                <a:tc>
                  <a:txBody>
                    <a:bodyPr/>
                    <a:lstStyle/>
                    <a:p>
                      <a:r>
                        <a:rPr lang="en-US" sz="1400" b="0" i="0" dirty="0">
                          <a:ln>
                            <a:noFill/>
                          </a:ln>
                          <a:solidFill>
                            <a:schemeClr val="accent4"/>
                          </a:solidFill>
                          <a:latin typeface="+mn-lt"/>
                        </a:rPr>
                        <a:t>Consumer Goods</a:t>
                      </a:r>
                    </a:p>
                  </a:txBody>
                  <a:tcPr marL="2743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1400" b="0" i="0" dirty="0">
                          <a:ln>
                            <a:noFill/>
                          </a:ln>
                          <a:solidFill>
                            <a:schemeClr val="accent4"/>
                          </a:solidFill>
                          <a:latin typeface="+mn-lt"/>
                        </a:rPr>
                        <a:t>Hindustan Unilever</a:t>
                      </a:r>
                    </a:p>
                  </a:txBody>
                  <a:tcPr marL="2743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1400" b="0" i="0" dirty="0">
                          <a:ln>
                            <a:noFill/>
                          </a:ln>
                          <a:solidFill>
                            <a:schemeClr val="accent4"/>
                          </a:solidFill>
                          <a:latin typeface="+mn-lt"/>
                        </a:rPr>
                        <a:t>HINDUNILVR</a:t>
                      </a:r>
                    </a:p>
                  </a:txBody>
                  <a:tcPr marL="2743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1400" b="0" i="0" dirty="0">
                          <a:ln>
                            <a:noFill/>
                          </a:ln>
                          <a:solidFill>
                            <a:schemeClr val="accent4"/>
                          </a:solidFill>
                          <a:latin typeface="+mn-lt"/>
                        </a:rPr>
                        <a:t>₹ 145851801.2</a:t>
                      </a:r>
                    </a:p>
                  </a:txBody>
                  <a:tcPr marL="2743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sz="1400" b="0" i="0" dirty="0">
                          <a:ln>
                            <a:noFill/>
                          </a:ln>
                          <a:solidFill>
                            <a:schemeClr val="accent4"/>
                          </a:solidFill>
                          <a:latin typeface="+mn-lt"/>
                        </a:rPr>
                        <a:t>11%</a:t>
                      </a:r>
                    </a:p>
                  </a:txBody>
                  <a:tcPr marL="2743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142950618"/>
                  </a:ext>
                </a:extLst>
              </a:tr>
              <a:tr h="600869">
                <a:tc>
                  <a:txBody>
                    <a:bodyPr/>
                    <a:lstStyle/>
                    <a:p>
                      <a:r>
                        <a:rPr lang="en-US" sz="1400" b="0" i="0" dirty="0">
                          <a:ln>
                            <a:noFill/>
                          </a:ln>
                          <a:solidFill>
                            <a:schemeClr val="accent4"/>
                          </a:solidFill>
                          <a:latin typeface="+mn-lt"/>
                        </a:rPr>
                        <a:t>Metals</a:t>
                      </a:r>
                    </a:p>
                  </a:txBody>
                  <a:tcPr marL="2743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1400" b="0" i="0" dirty="0">
                          <a:ln>
                            <a:noFill/>
                          </a:ln>
                          <a:solidFill>
                            <a:schemeClr val="accent4"/>
                          </a:solidFill>
                          <a:latin typeface="+mn-lt"/>
                        </a:rPr>
                        <a:t>JSW Steel</a:t>
                      </a:r>
                    </a:p>
                  </a:txBody>
                  <a:tcPr marL="2743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1400" b="0" i="0" dirty="0">
                          <a:ln>
                            <a:noFill/>
                          </a:ln>
                          <a:solidFill>
                            <a:schemeClr val="accent4"/>
                          </a:solidFill>
                          <a:latin typeface="+mn-lt"/>
                        </a:rPr>
                        <a:t>JSWSTEEL</a:t>
                      </a:r>
                    </a:p>
                  </a:txBody>
                  <a:tcPr marL="2743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1400" b="0" i="0" dirty="0">
                          <a:ln>
                            <a:noFill/>
                          </a:ln>
                          <a:solidFill>
                            <a:schemeClr val="accent4"/>
                          </a:solidFill>
                          <a:latin typeface="+mn-lt"/>
                        </a:rPr>
                        <a:t>₹ 61807294.68</a:t>
                      </a:r>
                    </a:p>
                  </a:txBody>
                  <a:tcPr marL="2743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sz="1400" b="0" i="0" dirty="0">
                          <a:ln>
                            <a:noFill/>
                          </a:ln>
                          <a:solidFill>
                            <a:schemeClr val="accent4"/>
                          </a:solidFill>
                          <a:latin typeface="+mn-lt"/>
                        </a:rPr>
                        <a:t>5%</a:t>
                      </a:r>
                    </a:p>
                  </a:txBody>
                  <a:tcPr marL="2743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921074205"/>
                  </a:ext>
                </a:extLst>
              </a:tr>
            </a:tbl>
          </a:graphicData>
        </a:graphic>
      </p:graphicFrame>
    </p:spTree>
    <p:extLst>
      <p:ext uri="{BB962C8B-B14F-4D97-AF65-F5344CB8AC3E}">
        <p14:creationId xmlns:p14="http://schemas.microsoft.com/office/powerpoint/2010/main" val="19212812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72092-1D93-1C42-71C9-4C3CD1035FA3}"/>
              </a:ext>
            </a:extLst>
          </p:cNvPr>
          <p:cNvSpPr>
            <a:spLocks noGrp="1"/>
          </p:cNvSpPr>
          <p:nvPr>
            <p:ph type="title"/>
          </p:nvPr>
        </p:nvSpPr>
        <p:spPr>
          <a:xfrm>
            <a:off x="1190627" y="304800"/>
            <a:ext cx="9810752" cy="1443675"/>
          </a:xfrm>
        </p:spPr>
        <p:txBody>
          <a:bodyPr>
            <a:normAutofit fontScale="90000"/>
          </a:bodyPr>
          <a:lstStyle/>
          <a:p>
            <a:pPr algn="ctr"/>
            <a:r>
              <a:rPr lang="en-US" dirty="0"/>
              <a:t>Market Cap for </a:t>
            </a:r>
            <a:br>
              <a:rPr lang="en-US" dirty="0"/>
            </a:br>
            <a:r>
              <a:rPr lang="en-US" dirty="0"/>
              <a:t>Top 5 Companies</a:t>
            </a:r>
          </a:p>
        </p:txBody>
      </p:sp>
      <p:graphicFrame>
        <p:nvGraphicFramePr>
          <p:cNvPr id="7" name="Content Placeholder 6">
            <a:extLst>
              <a:ext uri="{FF2B5EF4-FFF2-40B4-BE49-F238E27FC236}">
                <a16:creationId xmlns:a16="http://schemas.microsoft.com/office/drawing/2014/main" id="{69780BEB-FFD1-3971-F361-1B40A8D66893}"/>
              </a:ext>
            </a:extLst>
          </p:cNvPr>
          <p:cNvGraphicFramePr>
            <a:graphicFrameLocks noGrp="1"/>
          </p:cNvGraphicFramePr>
          <p:nvPr>
            <p:ph idx="1"/>
            <p:extLst>
              <p:ext uri="{D42A27DB-BD31-4B8C-83A1-F6EECF244321}">
                <p14:modId xmlns:p14="http://schemas.microsoft.com/office/powerpoint/2010/main" val="1172952774"/>
              </p:ext>
            </p:extLst>
          </p:nvPr>
        </p:nvGraphicFramePr>
        <p:xfrm>
          <a:off x="1190627" y="2052638"/>
          <a:ext cx="9810751" cy="3509286"/>
        </p:xfrm>
        <a:graphic>
          <a:graphicData uri="http://schemas.openxmlformats.org/drawingml/2006/table">
            <a:tbl>
              <a:tblPr firstRow="1" bandRow="1">
                <a:tableStyleId>{5C22544A-7EE6-4342-B048-85BDC9FD1C3A}</a:tableStyleId>
              </a:tblPr>
              <a:tblGrid>
                <a:gridCol w="2135079">
                  <a:extLst>
                    <a:ext uri="{9D8B030D-6E8A-4147-A177-3AD203B41FA5}">
                      <a16:colId xmlns:a16="http://schemas.microsoft.com/office/drawing/2014/main" val="3168546316"/>
                    </a:ext>
                  </a:extLst>
                </a:gridCol>
                <a:gridCol w="1902635">
                  <a:extLst>
                    <a:ext uri="{9D8B030D-6E8A-4147-A177-3AD203B41FA5}">
                      <a16:colId xmlns:a16="http://schemas.microsoft.com/office/drawing/2014/main" val="3249273269"/>
                    </a:ext>
                  </a:extLst>
                </a:gridCol>
                <a:gridCol w="1583119">
                  <a:extLst>
                    <a:ext uri="{9D8B030D-6E8A-4147-A177-3AD203B41FA5}">
                      <a16:colId xmlns:a16="http://schemas.microsoft.com/office/drawing/2014/main" val="3338054882"/>
                    </a:ext>
                  </a:extLst>
                </a:gridCol>
                <a:gridCol w="2054839">
                  <a:extLst>
                    <a:ext uri="{9D8B030D-6E8A-4147-A177-3AD203B41FA5}">
                      <a16:colId xmlns:a16="http://schemas.microsoft.com/office/drawing/2014/main" val="2175169288"/>
                    </a:ext>
                  </a:extLst>
                </a:gridCol>
                <a:gridCol w="2135079">
                  <a:extLst>
                    <a:ext uri="{9D8B030D-6E8A-4147-A177-3AD203B41FA5}">
                      <a16:colId xmlns:a16="http://schemas.microsoft.com/office/drawing/2014/main" val="3733214775"/>
                    </a:ext>
                  </a:extLst>
                </a:gridCol>
              </a:tblGrid>
              <a:tr h="584881">
                <a:tc>
                  <a:txBody>
                    <a:bodyPr/>
                    <a:lstStyle/>
                    <a:p>
                      <a:r>
                        <a:rPr lang="en-US" sz="1400" b="1" i="0" dirty="0">
                          <a:ln>
                            <a:noFill/>
                          </a:ln>
                          <a:solidFill>
                            <a:schemeClr val="accent4"/>
                          </a:solidFill>
                          <a:latin typeface="Avenir Next LT Pro Demi" panose="020B0704020202020204" pitchFamily="34" charset="0"/>
                        </a:rPr>
                        <a:t>Company Name</a:t>
                      </a:r>
                    </a:p>
                  </a:txBody>
                  <a:tcPr marL="2743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r>
                        <a:rPr lang="en-US" sz="1400" b="1" i="0" dirty="0">
                          <a:ln>
                            <a:noFill/>
                          </a:ln>
                          <a:solidFill>
                            <a:schemeClr val="accent4"/>
                          </a:solidFill>
                          <a:latin typeface="Avenir Next LT Pro Demi" panose="020B0704020202020204" pitchFamily="34" charset="0"/>
                        </a:rPr>
                        <a:t>Industry</a:t>
                      </a:r>
                    </a:p>
                  </a:txBody>
                  <a:tcPr marL="2743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r>
                        <a:rPr lang="en-US" sz="1400" b="1" i="0" dirty="0">
                          <a:ln>
                            <a:noFill/>
                          </a:ln>
                          <a:solidFill>
                            <a:schemeClr val="accent4"/>
                          </a:solidFill>
                          <a:latin typeface="Avenir Next LT Pro Demi" panose="020B0704020202020204" pitchFamily="34" charset="0"/>
                        </a:rPr>
                        <a:t>Symbol</a:t>
                      </a:r>
                    </a:p>
                  </a:txBody>
                  <a:tcPr marL="2743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r>
                        <a:rPr lang="en-US" sz="1400" b="1" i="0" dirty="0">
                          <a:ln>
                            <a:noFill/>
                          </a:ln>
                          <a:solidFill>
                            <a:schemeClr val="accent4"/>
                          </a:solidFill>
                          <a:latin typeface="Avenir Next LT Pro Demi" panose="020B0704020202020204" pitchFamily="34" charset="0"/>
                        </a:rPr>
                        <a:t>Market Cap (in lakhs)</a:t>
                      </a:r>
                    </a:p>
                  </a:txBody>
                  <a:tcPr marL="2743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i="0" dirty="0">
                          <a:ln>
                            <a:noFill/>
                          </a:ln>
                          <a:solidFill>
                            <a:schemeClr val="accent4"/>
                          </a:solidFill>
                          <a:latin typeface="Avenir Next LT Pro Demi" panose="020B0704020202020204" pitchFamily="34" charset="0"/>
                        </a:rPr>
                        <a:t>% Contribution to Market Cap</a:t>
                      </a:r>
                    </a:p>
                  </a:txBody>
                  <a:tcPr marL="2743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3364231172"/>
                  </a:ext>
                </a:extLst>
              </a:tr>
              <a:tr h="584881">
                <a:tc>
                  <a:txBody>
                    <a:bodyPr/>
                    <a:lstStyle/>
                    <a:p>
                      <a:r>
                        <a:rPr lang="en-US" sz="1400" b="0" i="0" dirty="0">
                          <a:ln>
                            <a:noFill/>
                          </a:ln>
                          <a:solidFill>
                            <a:schemeClr val="accent4"/>
                          </a:solidFill>
                          <a:latin typeface="+mn-lt"/>
                        </a:rPr>
                        <a:t>Reliance</a:t>
                      </a:r>
                    </a:p>
                  </a:txBody>
                  <a:tcPr marL="2743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r>
                        <a:rPr lang="en-US" sz="1400" b="0" i="0" dirty="0">
                          <a:ln>
                            <a:noFill/>
                          </a:ln>
                          <a:solidFill>
                            <a:schemeClr val="accent4"/>
                          </a:solidFill>
                          <a:latin typeface="+mn-lt"/>
                        </a:rPr>
                        <a:t>Energy</a:t>
                      </a:r>
                    </a:p>
                  </a:txBody>
                  <a:tcPr marL="2743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r>
                        <a:rPr lang="en-US" sz="1400" b="0" i="0" dirty="0">
                          <a:ln>
                            <a:noFill/>
                          </a:ln>
                          <a:solidFill>
                            <a:schemeClr val="accent4"/>
                          </a:solidFill>
                          <a:latin typeface="+mn-lt"/>
                        </a:rPr>
                        <a:t>RELIANCE</a:t>
                      </a:r>
                    </a:p>
                  </a:txBody>
                  <a:tcPr marL="2743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r>
                        <a:rPr lang="en-US" sz="1400" b="0" i="0" dirty="0">
                          <a:ln>
                            <a:noFill/>
                          </a:ln>
                          <a:solidFill>
                            <a:schemeClr val="accent4"/>
                          </a:solidFill>
                          <a:latin typeface="+mn-lt"/>
                        </a:rPr>
                        <a:t>₹ 160138207.04</a:t>
                      </a:r>
                    </a:p>
                  </a:txBody>
                  <a:tcPr marL="2743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r>
                        <a:rPr lang="en-US" sz="1400" b="0" i="0" dirty="0">
                          <a:ln>
                            <a:noFill/>
                          </a:ln>
                          <a:solidFill>
                            <a:schemeClr val="accent4"/>
                          </a:solidFill>
                          <a:latin typeface="+mn-lt"/>
                        </a:rPr>
                        <a:t>12%</a:t>
                      </a:r>
                    </a:p>
                  </a:txBody>
                  <a:tcPr marL="2743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609158448"/>
                  </a:ext>
                </a:extLst>
              </a:tr>
              <a:tr h="584881">
                <a:tc>
                  <a:txBody>
                    <a:bodyPr/>
                    <a:lstStyle/>
                    <a:p>
                      <a:r>
                        <a:rPr lang="en-US" sz="1400" b="0" i="0" dirty="0">
                          <a:ln>
                            <a:noFill/>
                          </a:ln>
                          <a:solidFill>
                            <a:schemeClr val="accent4"/>
                          </a:solidFill>
                          <a:latin typeface="+mn-lt"/>
                        </a:rPr>
                        <a:t>TCS </a:t>
                      </a:r>
                    </a:p>
                  </a:txBody>
                  <a:tcPr marL="2743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r>
                        <a:rPr lang="en-US" sz="1400" b="0" i="0" dirty="0">
                          <a:ln>
                            <a:noFill/>
                          </a:ln>
                          <a:solidFill>
                            <a:schemeClr val="accent4"/>
                          </a:solidFill>
                          <a:latin typeface="+mn-lt"/>
                        </a:rPr>
                        <a:t>IT</a:t>
                      </a:r>
                    </a:p>
                  </a:txBody>
                  <a:tcPr marL="2743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r>
                        <a:rPr lang="en-US" sz="1400" b="0" i="0" dirty="0">
                          <a:ln>
                            <a:noFill/>
                          </a:ln>
                          <a:solidFill>
                            <a:schemeClr val="accent4"/>
                          </a:solidFill>
                          <a:latin typeface="+mn-lt"/>
                        </a:rPr>
                        <a:t>TCS</a:t>
                      </a:r>
                    </a:p>
                  </a:txBody>
                  <a:tcPr marL="2743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r>
                        <a:rPr lang="en-US" sz="1400" b="0" i="0" dirty="0">
                          <a:ln>
                            <a:noFill/>
                          </a:ln>
                          <a:solidFill>
                            <a:schemeClr val="accent4"/>
                          </a:solidFill>
                          <a:latin typeface="+mn-lt"/>
                        </a:rPr>
                        <a:t>₹ 138283487.00</a:t>
                      </a:r>
                    </a:p>
                  </a:txBody>
                  <a:tcPr marL="2743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r>
                        <a:rPr lang="en-US" sz="1400" b="0" i="0" dirty="0">
                          <a:ln>
                            <a:noFill/>
                          </a:ln>
                          <a:solidFill>
                            <a:schemeClr val="accent4"/>
                          </a:solidFill>
                          <a:latin typeface="+mn-lt"/>
                        </a:rPr>
                        <a:t>10%</a:t>
                      </a:r>
                    </a:p>
                  </a:txBody>
                  <a:tcPr marL="2743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3181368366"/>
                  </a:ext>
                </a:extLst>
              </a:tr>
              <a:tr h="584881">
                <a:tc>
                  <a:txBody>
                    <a:bodyPr/>
                    <a:lstStyle/>
                    <a:p>
                      <a:r>
                        <a:rPr lang="en-US" sz="1400" b="0" i="0" dirty="0">
                          <a:ln>
                            <a:noFill/>
                          </a:ln>
                          <a:solidFill>
                            <a:schemeClr val="accent4"/>
                          </a:solidFill>
                          <a:latin typeface="+mn-lt"/>
                        </a:rPr>
                        <a:t>HDFC Bank</a:t>
                      </a:r>
                    </a:p>
                  </a:txBody>
                  <a:tcPr marL="2743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r>
                        <a:rPr lang="en-US" sz="1400" b="0" i="0" dirty="0">
                          <a:ln>
                            <a:noFill/>
                          </a:ln>
                          <a:solidFill>
                            <a:schemeClr val="accent4"/>
                          </a:solidFill>
                          <a:latin typeface="+mn-lt"/>
                        </a:rPr>
                        <a:t>Financial Services</a:t>
                      </a:r>
                    </a:p>
                  </a:txBody>
                  <a:tcPr marL="2743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r>
                        <a:rPr lang="en-US" sz="1400" b="0" i="0" dirty="0">
                          <a:ln>
                            <a:noFill/>
                          </a:ln>
                          <a:solidFill>
                            <a:schemeClr val="accent4"/>
                          </a:solidFill>
                          <a:latin typeface="+mn-lt"/>
                        </a:rPr>
                        <a:t>HDFCBANK</a:t>
                      </a:r>
                    </a:p>
                  </a:txBody>
                  <a:tcPr marL="2743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r>
                        <a:rPr lang="en-US" sz="1400" b="0" i="0" dirty="0">
                          <a:ln>
                            <a:noFill/>
                          </a:ln>
                          <a:solidFill>
                            <a:schemeClr val="accent4"/>
                          </a:solidFill>
                          <a:latin typeface="+mn-lt"/>
                        </a:rPr>
                        <a:t>₹ 81983196.37</a:t>
                      </a:r>
                    </a:p>
                  </a:txBody>
                  <a:tcPr marL="2743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r>
                        <a:rPr lang="en-US" sz="1400" b="0" i="0" dirty="0">
                          <a:ln>
                            <a:noFill/>
                          </a:ln>
                          <a:solidFill>
                            <a:schemeClr val="accent4"/>
                          </a:solidFill>
                          <a:latin typeface="+mn-lt"/>
                        </a:rPr>
                        <a:t>6%</a:t>
                      </a:r>
                    </a:p>
                  </a:txBody>
                  <a:tcPr marL="2743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2680518785"/>
                  </a:ext>
                </a:extLst>
              </a:tr>
              <a:tr h="584881">
                <a:tc>
                  <a:txBody>
                    <a:bodyPr/>
                    <a:lstStyle/>
                    <a:p>
                      <a:r>
                        <a:rPr lang="en-US" sz="1400" b="0" i="0" dirty="0">
                          <a:ln>
                            <a:noFill/>
                          </a:ln>
                          <a:solidFill>
                            <a:schemeClr val="accent4"/>
                          </a:solidFill>
                          <a:latin typeface="+mn-lt"/>
                        </a:rPr>
                        <a:t>Hindustan Unilever</a:t>
                      </a:r>
                    </a:p>
                  </a:txBody>
                  <a:tcPr marL="2743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1400" b="0" i="0" dirty="0">
                          <a:ln>
                            <a:noFill/>
                          </a:ln>
                          <a:solidFill>
                            <a:schemeClr val="accent4"/>
                          </a:solidFill>
                          <a:latin typeface="+mn-lt"/>
                        </a:rPr>
                        <a:t>Consumer Goods</a:t>
                      </a:r>
                    </a:p>
                  </a:txBody>
                  <a:tcPr marL="2743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1400" b="0" i="0" dirty="0">
                          <a:ln>
                            <a:noFill/>
                          </a:ln>
                          <a:solidFill>
                            <a:schemeClr val="accent4"/>
                          </a:solidFill>
                          <a:latin typeface="+mn-lt"/>
                        </a:rPr>
                        <a:t>HINDUNILVR</a:t>
                      </a:r>
                    </a:p>
                  </a:txBody>
                  <a:tcPr marL="2743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1400" b="0" i="0" dirty="0">
                          <a:ln>
                            <a:noFill/>
                          </a:ln>
                          <a:solidFill>
                            <a:schemeClr val="accent4"/>
                          </a:solidFill>
                          <a:latin typeface="+mn-lt"/>
                        </a:rPr>
                        <a:t>₹ 55453878.17</a:t>
                      </a:r>
                    </a:p>
                  </a:txBody>
                  <a:tcPr marL="2743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sz="1400" b="0" i="0" dirty="0">
                          <a:ln>
                            <a:noFill/>
                          </a:ln>
                          <a:solidFill>
                            <a:schemeClr val="accent4"/>
                          </a:solidFill>
                          <a:latin typeface="+mn-lt"/>
                        </a:rPr>
                        <a:t>4%</a:t>
                      </a:r>
                    </a:p>
                  </a:txBody>
                  <a:tcPr marL="2743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142950618"/>
                  </a:ext>
                </a:extLst>
              </a:tr>
              <a:tr h="584881">
                <a:tc>
                  <a:txBody>
                    <a:bodyPr/>
                    <a:lstStyle/>
                    <a:p>
                      <a:r>
                        <a:rPr lang="en-US" sz="1400" b="0" i="0" dirty="0">
                          <a:ln>
                            <a:noFill/>
                          </a:ln>
                          <a:solidFill>
                            <a:schemeClr val="accent4"/>
                          </a:solidFill>
                          <a:latin typeface="+mn-lt"/>
                        </a:rPr>
                        <a:t>JSW Steel</a:t>
                      </a:r>
                    </a:p>
                  </a:txBody>
                  <a:tcPr marL="2743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1400" b="0" i="0" dirty="0">
                          <a:ln>
                            <a:noFill/>
                          </a:ln>
                          <a:solidFill>
                            <a:schemeClr val="accent4"/>
                          </a:solidFill>
                          <a:latin typeface="+mn-lt"/>
                        </a:rPr>
                        <a:t>Metals</a:t>
                      </a:r>
                    </a:p>
                  </a:txBody>
                  <a:tcPr marL="2743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1400" b="0" i="0" dirty="0">
                          <a:ln>
                            <a:noFill/>
                          </a:ln>
                          <a:solidFill>
                            <a:schemeClr val="accent4"/>
                          </a:solidFill>
                          <a:latin typeface="+mn-lt"/>
                        </a:rPr>
                        <a:t>JSWSTEEL</a:t>
                      </a:r>
                    </a:p>
                  </a:txBody>
                  <a:tcPr marL="2743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sz="1400" b="0" i="0" dirty="0">
                          <a:ln>
                            <a:noFill/>
                          </a:ln>
                          <a:solidFill>
                            <a:schemeClr val="accent4"/>
                          </a:solidFill>
                          <a:latin typeface="+mn-lt"/>
                        </a:rPr>
                        <a:t>₹ 15855757.48</a:t>
                      </a:r>
                    </a:p>
                  </a:txBody>
                  <a:tcPr marL="2743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sz="1400" b="0" i="0" dirty="0">
                          <a:ln>
                            <a:noFill/>
                          </a:ln>
                          <a:solidFill>
                            <a:schemeClr val="accent4"/>
                          </a:solidFill>
                          <a:latin typeface="+mn-lt"/>
                        </a:rPr>
                        <a:t>1%</a:t>
                      </a:r>
                    </a:p>
                  </a:txBody>
                  <a:tcPr marL="2743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921074205"/>
                  </a:ext>
                </a:extLst>
              </a:tr>
            </a:tbl>
          </a:graphicData>
        </a:graphic>
      </p:graphicFrame>
    </p:spTree>
    <p:extLst>
      <p:ext uri="{BB962C8B-B14F-4D97-AF65-F5344CB8AC3E}">
        <p14:creationId xmlns:p14="http://schemas.microsoft.com/office/powerpoint/2010/main" val="11350434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D1222-DF68-3EF6-416D-6E27FBD5A262}"/>
              </a:ext>
            </a:extLst>
          </p:cNvPr>
          <p:cNvSpPr>
            <a:spLocks noGrp="1"/>
          </p:cNvSpPr>
          <p:nvPr>
            <p:ph type="title"/>
          </p:nvPr>
        </p:nvSpPr>
        <p:spPr>
          <a:xfrm>
            <a:off x="5334000" y="230190"/>
            <a:ext cx="4043979" cy="1293810"/>
          </a:xfrm>
        </p:spPr>
        <p:txBody>
          <a:bodyPr/>
          <a:lstStyle/>
          <a:p>
            <a:r>
              <a:rPr lang="en-US" dirty="0">
                <a:solidFill>
                  <a:schemeClr val="tx1"/>
                </a:solidFill>
              </a:rPr>
              <a:t>Future Advancements</a:t>
            </a:r>
          </a:p>
        </p:txBody>
      </p:sp>
      <p:sp>
        <p:nvSpPr>
          <p:cNvPr id="4" name="Content Placeholder 3">
            <a:extLst>
              <a:ext uri="{FF2B5EF4-FFF2-40B4-BE49-F238E27FC236}">
                <a16:creationId xmlns:a16="http://schemas.microsoft.com/office/drawing/2014/main" id="{44C82F3E-2B5B-9638-6EC6-B7714347E042}"/>
              </a:ext>
            </a:extLst>
          </p:cNvPr>
          <p:cNvSpPr>
            <a:spLocks noGrp="1"/>
          </p:cNvSpPr>
          <p:nvPr>
            <p:ph sz="quarter" idx="13"/>
          </p:nvPr>
        </p:nvSpPr>
        <p:spPr>
          <a:xfrm>
            <a:off x="5334000" y="1874841"/>
            <a:ext cx="6581775" cy="4668834"/>
          </a:xfrm>
        </p:spPr>
        <p:txBody>
          <a:bodyPr vert="horz" lIns="91440" tIns="45720" rIns="91440" bIns="45720" rtlCol="0" anchor="t">
            <a:normAutofit fontScale="92500" lnSpcReduction="20000"/>
          </a:bodyPr>
          <a:lstStyle/>
          <a:p>
            <a:r>
              <a:rPr lang="en-US" b="1" dirty="0">
                <a:latin typeface="Avenir Next LT Pro Demi" panose="020B0704020202020204" pitchFamily="34" charset="0"/>
              </a:rPr>
              <a:t>Variety of Stock Assessment Parameters</a:t>
            </a:r>
          </a:p>
          <a:p>
            <a:pPr marL="285750" indent="-285750">
              <a:buFont typeface="Arial" panose="020B0604020202020204" pitchFamily="34" charset="0"/>
              <a:buChar char="•"/>
            </a:pPr>
            <a:r>
              <a:rPr lang="en-IN" dirty="0"/>
              <a:t>Stock price alone does not provide a complete picture of company performance.</a:t>
            </a:r>
          </a:p>
          <a:p>
            <a:pPr marL="285750" indent="-285750">
              <a:buFont typeface="Arial" panose="020B0604020202020204" pitchFamily="34" charset="0"/>
              <a:buChar char="•"/>
            </a:pPr>
            <a:r>
              <a:rPr lang="en-IN" dirty="0"/>
              <a:t>Future research could incorporate P/E ratio, dividend yield, earnings growth and trading volume to create a more comprehensive assessment of companies. </a:t>
            </a:r>
          </a:p>
          <a:p>
            <a:pPr marL="285750" indent="-285750">
              <a:buFont typeface="Arial" panose="020B0604020202020204" pitchFamily="34" charset="0"/>
              <a:buChar char="•"/>
            </a:pPr>
            <a:r>
              <a:rPr lang="en-IN" dirty="0"/>
              <a:t>Daily return, intraday return, volatility and other parameters would offer different measures of comparison</a:t>
            </a:r>
            <a:r>
              <a:rPr lang="en-US" dirty="0"/>
              <a:t>.</a:t>
            </a:r>
            <a:br>
              <a:rPr lang="en-US" dirty="0"/>
            </a:br>
            <a:r>
              <a:rPr lang="en-US" dirty="0"/>
              <a:t>. </a:t>
            </a:r>
            <a:br>
              <a:rPr lang="en-US" dirty="0"/>
            </a:br>
            <a:r>
              <a:rPr lang="en-US" b="1" dirty="0">
                <a:latin typeface="Avenir Next LT Pro Demi" panose="020B0704020202020204" pitchFamily="34" charset="0"/>
              </a:rPr>
              <a:t>Statistical Prediction Models</a:t>
            </a:r>
          </a:p>
          <a:p>
            <a:pPr marL="285750" indent="-285750">
              <a:buFont typeface="Arial" panose="020B0604020202020204" pitchFamily="34" charset="0"/>
              <a:buChar char="•"/>
            </a:pPr>
            <a:r>
              <a:rPr lang="en-IN" dirty="0"/>
              <a:t>The historical dataset could serve as a foundation for more advanced analysis using moving averages, trend analysis and correlation. </a:t>
            </a:r>
          </a:p>
          <a:p>
            <a:pPr marL="285750" indent="-285750">
              <a:buFont typeface="Arial" panose="020B0604020202020204" pitchFamily="34" charset="0"/>
              <a:buChar char="•"/>
            </a:pPr>
            <a:r>
              <a:rPr lang="en-IN" dirty="0"/>
              <a:t>These could investigate relationships in the data without relying solely on visual observations</a:t>
            </a:r>
            <a:r>
              <a:rPr lang="en-US" dirty="0"/>
              <a:t>. </a:t>
            </a:r>
          </a:p>
          <a:p>
            <a:pPr marL="285750" indent="-285750">
              <a:buFont typeface="Arial" panose="020B0604020202020204" pitchFamily="34" charset="0"/>
              <a:buChar char="•"/>
            </a:pPr>
            <a:r>
              <a:rPr lang="en-IN" dirty="0"/>
              <a:t>Eventually statistical or machine-learning models could be used to forecast future performance of stocks by studying patterns in data.</a:t>
            </a:r>
            <a:br>
              <a:rPr lang="en-US" dirty="0"/>
            </a:br>
            <a:br>
              <a:rPr lang="en-US" dirty="0"/>
            </a:br>
            <a:endParaRPr lang="en-US" dirty="0"/>
          </a:p>
        </p:txBody>
      </p:sp>
      <p:pic>
        <p:nvPicPr>
          <p:cNvPr id="5" name="Picture 4">
            <a:extLst>
              <a:ext uri="{FF2B5EF4-FFF2-40B4-BE49-F238E27FC236}">
                <a16:creationId xmlns:a16="http://schemas.microsoft.com/office/drawing/2014/main" id="{526EB530-BB93-DEBA-1D28-8A948226F7AF}"/>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0" y="0"/>
            <a:ext cx="4972050" cy="6858000"/>
          </a:xfrm>
          <a:prstGeom prst="rect">
            <a:avLst/>
          </a:prstGeom>
        </p:spPr>
      </p:pic>
    </p:spTree>
    <p:extLst>
      <p:ext uri="{BB962C8B-B14F-4D97-AF65-F5344CB8AC3E}">
        <p14:creationId xmlns:p14="http://schemas.microsoft.com/office/powerpoint/2010/main" val="28880468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026221BB-99CE-8D2F-8FFB-9CBE5D3F7BA3}"/>
              </a:ext>
            </a:extLst>
          </p:cNvPr>
          <p:cNvSpPr>
            <a:spLocks noGrp="1"/>
          </p:cNvSpPr>
          <p:nvPr>
            <p:ph sz="quarter" idx="13"/>
          </p:nvPr>
        </p:nvSpPr>
        <p:spPr>
          <a:xfrm>
            <a:off x="612646" y="1187020"/>
            <a:ext cx="11032815" cy="4330919"/>
          </a:xfrm>
        </p:spPr>
        <p:txBody>
          <a:bodyPr/>
          <a:lstStyle/>
          <a:p>
            <a:pPr marL="285750" indent="-285750">
              <a:lnSpc>
                <a:spcPct val="150000"/>
              </a:lnSpc>
              <a:buFont typeface="Arial" panose="020B0604020202020204" pitchFamily="34" charset="0"/>
              <a:buChar char="•"/>
            </a:pPr>
            <a:r>
              <a:rPr lang="en-IN" sz="1600" dirty="0"/>
              <a:t>Financial Services emerged as the largest contributor among the five sectors analysed, followed by IT and Energy. </a:t>
            </a:r>
          </a:p>
          <a:p>
            <a:pPr marL="285750" indent="-285750">
              <a:lnSpc>
                <a:spcPct val="150000"/>
              </a:lnSpc>
              <a:buFont typeface="Arial" panose="020B0604020202020204" pitchFamily="34" charset="0"/>
              <a:buChar char="•"/>
            </a:pPr>
            <a:r>
              <a:rPr lang="en-IN" sz="1600" dirty="0"/>
              <a:t>HDFC Bank was the largest contributor within the Financial Services sector. However, at a company level, Reliance Industries had the highest market capitalization.</a:t>
            </a:r>
          </a:p>
          <a:p>
            <a:pPr marL="285750" indent="-285750">
              <a:lnSpc>
                <a:spcPct val="150000"/>
              </a:lnSpc>
              <a:buFont typeface="Arial" panose="020B0604020202020204" pitchFamily="34" charset="0"/>
              <a:buChar char="•"/>
            </a:pPr>
            <a:r>
              <a:rPr lang="en-IN" sz="1600" dirty="0"/>
              <a:t>The leading companies of the five selected sectors account for 34.16% of the total market cap. This indicates that a relatively small number of large-cap companies have a substantial influence on the market.</a:t>
            </a:r>
          </a:p>
          <a:p>
            <a:pPr marL="285750" indent="-285750">
              <a:lnSpc>
                <a:spcPct val="150000"/>
              </a:lnSpc>
              <a:buFont typeface="Arial" panose="020B0604020202020204" pitchFamily="34" charset="0"/>
              <a:buChar char="•"/>
            </a:pPr>
            <a:r>
              <a:rPr lang="en-IN" sz="1600" dirty="0"/>
              <a:t>The dashboard shows that the NIFTY 50 is not uniform in terms of sector contribution or company performance, and that market leadership and concentration are important factors when analysing the index.</a:t>
            </a:r>
          </a:p>
          <a:p>
            <a:pPr marL="285750" indent="-285750">
              <a:lnSpc>
                <a:spcPct val="150000"/>
              </a:lnSpc>
              <a:buFont typeface="Arial" panose="020B0604020202020204" pitchFamily="34" charset="0"/>
              <a:buChar char="•"/>
            </a:pPr>
            <a:r>
              <a:rPr lang="en-IN" sz="1600" dirty="0"/>
              <a:t>Overall, the project demonstrates how historical financial data can be transformed into meaningful insights and provide a foundation for deeper analysis of risk, growth and market behaviour.</a:t>
            </a:r>
          </a:p>
        </p:txBody>
      </p:sp>
      <p:sp>
        <p:nvSpPr>
          <p:cNvPr id="3" name="TextBox 2">
            <a:extLst>
              <a:ext uri="{FF2B5EF4-FFF2-40B4-BE49-F238E27FC236}">
                <a16:creationId xmlns:a16="http://schemas.microsoft.com/office/drawing/2014/main" id="{A89D9442-FF02-1021-78B7-1C30DCDDBDB6}"/>
              </a:ext>
            </a:extLst>
          </p:cNvPr>
          <p:cNvSpPr txBox="1"/>
          <p:nvPr/>
        </p:nvSpPr>
        <p:spPr>
          <a:xfrm>
            <a:off x="612648" y="242887"/>
            <a:ext cx="8815937" cy="1028700"/>
          </a:xfrm>
          <a:prstGeom prst="rect">
            <a:avLst/>
          </a:prstGeom>
          <a:noFill/>
        </p:spPr>
        <p:txBody>
          <a:bodyPr wrap="square" rtlCol="0">
            <a:spAutoFit/>
          </a:bodyPr>
          <a:lstStyle/>
          <a:p>
            <a:r>
              <a:rPr lang="en-IN" sz="6000" b="1" dirty="0">
                <a:latin typeface="+mj-lt"/>
              </a:rPr>
              <a:t>Conclusion</a:t>
            </a:r>
          </a:p>
        </p:txBody>
      </p:sp>
      <p:sp>
        <p:nvSpPr>
          <p:cNvPr id="4" name="Rectangle 3">
            <a:extLst>
              <a:ext uri="{FF2B5EF4-FFF2-40B4-BE49-F238E27FC236}">
                <a16:creationId xmlns:a16="http://schemas.microsoft.com/office/drawing/2014/main" id="{F66A3409-3854-B5AD-A928-A0B72A438552}"/>
              </a:ext>
            </a:extLst>
          </p:cNvPr>
          <p:cNvSpPr/>
          <p:nvPr/>
        </p:nvSpPr>
        <p:spPr>
          <a:xfrm>
            <a:off x="0" y="5476875"/>
            <a:ext cx="12192000" cy="138112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n w="0"/>
              <a:solidFill>
                <a:schemeClr val="accent1"/>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8356667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Placeholder 14" descr="A group of people walking in a subway">
            <a:extLst>
              <a:ext uri="{FF2B5EF4-FFF2-40B4-BE49-F238E27FC236}">
                <a16:creationId xmlns:a16="http://schemas.microsoft.com/office/drawing/2014/main" id="{AC034648-54BF-9F83-4240-FAD885A284F0}"/>
              </a:ext>
            </a:extLst>
          </p:cNvPr>
          <p:cNvPicPr>
            <a:picLocks noGrp="1" noChangeAspect="1"/>
          </p:cNvPicPr>
          <p:nvPr>
            <p:ph type="pic" sz="quarter" idx="17"/>
          </p:nvPr>
        </p:nvPicPr>
        <p:blipFill>
          <a:blip r:embed="rId2">
            <a:extLst>
              <a:ext uri="{28A0092B-C50C-407E-A947-70E740481C1C}">
                <a14:useLocalDpi xmlns:a14="http://schemas.microsoft.com/office/drawing/2010/main" val="0"/>
              </a:ext>
            </a:extLst>
          </a:blip>
          <a:srcRect l="58" r="58"/>
          <a:stretch/>
        </p:blipFill>
        <p:spPr>
          <a:xfrm>
            <a:off x="0" y="0"/>
            <a:ext cx="12192000" cy="6858000"/>
          </a:xfrm>
        </p:spPr>
      </p:pic>
      <p:sp>
        <p:nvSpPr>
          <p:cNvPr id="2" name="Title 1">
            <a:extLst>
              <a:ext uri="{FF2B5EF4-FFF2-40B4-BE49-F238E27FC236}">
                <a16:creationId xmlns:a16="http://schemas.microsoft.com/office/drawing/2014/main" id="{29BA87EA-8BB3-79C6-656A-1A8ABD658D7E}"/>
              </a:ext>
            </a:extLst>
          </p:cNvPr>
          <p:cNvSpPr>
            <a:spLocks noGrp="1"/>
          </p:cNvSpPr>
          <p:nvPr>
            <p:ph type="ctrTitle"/>
          </p:nvPr>
        </p:nvSpPr>
        <p:spPr>
          <a:xfrm>
            <a:off x="1190626" y="3242949"/>
            <a:ext cx="6981822" cy="1866575"/>
          </a:xfrm>
        </p:spPr>
        <p:txBody>
          <a:bodyPr/>
          <a:lstStyle/>
          <a:p>
            <a:r>
              <a:rPr lang="en-US" dirty="0"/>
              <a:t>Thank you</a:t>
            </a:r>
          </a:p>
        </p:txBody>
      </p:sp>
      <p:sp>
        <p:nvSpPr>
          <p:cNvPr id="3" name="Subtitle 2">
            <a:extLst>
              <a:ext uri="{FF2B5EF4-FFF2-40B4-BE49-F238E27FC236}">
                <a16:creationId xmlns:a16="http://schemas.microsoft.com/office/drawing/2014/main" id="{E61DF94A-DA27-1E29-408E-F5360E814FB0}"/>
              </a:ext>
            </a:extLst>
          </p:cNvPr>
          <p:cNvSpPr>
            <a:spLocks noGrp="1"/>
          </p:cNvSpPr>
          <p:nvPr>
            <p:ph type="subTitle" idx="1"/>
          </p:nvPr>
        </p:nvSpPr>
        <p:spPr>
          <a:xfrm>
            <a:off x="9115429" y="3242949"/>
            <a:ext cx="2442535" cy="1866575"/>
          </a:xfrm>
        </p:spPr>
        <p:txBody>
          <a:bodyPr/>
          <a:lstStyle/>
          <a:p>
            <a:r>
              <a:rPr lang="en-US" dirty="0"/>
              <a:t>Presented by Anaia Suvarna</a:t>
            </a:r>
          </a:p>
        </p:txBody>
      </p:sp>
    </p:spTree>
    <p:extLst>
      <p:ext uri="{BB962C8B-B14F-4D97-AF65-F5344CB8AC3E}">
        <p14:creationId xmlns:p14="http://schemas.microsoft.com/office/powerpoint/2010/main" val="3272732094"/>
      </p:ext>
    </p:extLst>
  </p:cSld>
  <p:clrMapOvr>
    <a:masterClrMapping/>
  </p:clrMapOvr>
</p:sld>
</file>

<file path=ppt/theme/theme1.xml><?xml version="1.0" encoding="utf-8"?>
<a:theme xmlns:a="http://schemas.openxmlformats.org/drawingml/2006/main" name="UrbanBlock_Finance">
  <a:themeElements>
    <a:clrScheme name="UrbanBlock_Finance 5">
      <a:dk1>
        <a:srgbClr val="000000"/>
      </a:dk1>
      <a:lt1>
        <a:srgbClr val="FFFFFF"/>
      </a:lt1>
      <a:dk2>
        <a:srgbClr val="FD5336"/>
      </a:dk2>
      <a:lt2>
        <a:srgbClr val="EDEBE6"/>
      </a:lt2>
      <a:accent1>
        <a:srgbClr val="FFD765"/>
      </a:accent1>
      <a:accent2>
        <a:srgbClr val="E9E5DB"/>
      </a:accent2>
      <a:accent3>
        <a:srgbClr val="B1933C"/>
      </a:accent3>
      <a:accent4>
        <a:srgbClr val="202020"/>
      </a:accent4>
      <a:accent5>
        <a:srgbClr val="1D567E"/>
      </a:accent5>
      <a:accent6>
        <a:srgbClr val="DBD7CE"/>
      </a:accent6>
      <a:hlink>
        <a:srgbClr val="45413A"/>
      </a:hlink>
      <a:folHlink>
        <a:srgbClr val="CD432B"/>
      </a:folHlink>
    </a:clrScheme>
    <a:fontScheme name="Custom 46">
      <a:majorFont>
        <a:latin typeface="Times New Roman"/>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rban_Block_Finance_win32_KO_V8" id="{BEA0E2C9-6901-4166-9F82-F7DC2713C4F5}" vid="{8BD71FBC-4903-404D-8C28-795D8F512D7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7DD590A-8042-4F36-843F-743A8DB1784C}">
  <ds:schemaRefs>
    <ds:schemaRef ds:uri="http://schemas.microsoft.com/sharepoint/v3/contenttype/forms"/>
  </ds:schemaRefs>
</ds:datastoreItem>
</file>

<file path=customXml/itemProps2.xml><?xml version="1.0" encoding="utf-8"?>
<ds:datastoreItem xmlns:ds="http://schemas.openxmlformats.org/officeDocument/2006/customXml" ds:itemID="{5C4B9AF2-5B11-48FF-A8A8-964B2D972562}">
  <ds:schemaRefs>
    <ds:schemaRef ds:uri="http://schemas.openxmlformats.org/package/2006/metadata/core-properties"/>
    <ds:schemaRef ds:uri="http://www.w3.org/XML/1998/namespace"/>
    <ds:schemaRef ds:uri="http://schemas.microsoft.com/office/infopath/2007/PartnerControls"/>
    <ds:schemaRef ds:uri="http://purl.org/dc/dcmitype/"/>
    <ds:schemaRef ds:uri="http://schemas.microsoft.com/sharepoint/v3"/>
    <ds:schemaRef ds:uri="230e9df3-be65-4c73-a93b-d1236ebd677e"/>
    <ds:schemaRef ds:uri="71af3243-3dd4-4a8d-8c0d-dd76da1f02a5"/>
    <ds:schemaRef ds:uri="http://schemas.microsoft.com/office/2006/documentManagement/types"/>
    <ds:schemaRef ds:uri="http://purl.org/dc/elements/1.1/"/>
    <ds:schemaRef ds:uri="http://schemas.microsoft.com/office/2006/metadata/properties"/>
    <ds:schemaRef ds:uri="16c05727-aa75-4e4a-9b5f-8a80a1165891"/>
    <ds:schemaRef ds:uri="http://purl.org/dc/terms/"/>
  </ds:schemaRefs>
</ds:datastoreItem>
</file>

<file path=customXml/itemProps3.xml><?xml version="1.0" encoding="utf-8"?>
<ds:datastoreItem xmlns:ds="http://schemas.openxmlformats.org/officeDocument/2006/customXml" ds:itemID="{A05F0793-C6FF-4F7B-89E4-1C07E669E59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Urban block finance presentation</Template>
  <TotalTime>1646</TotalTime>
  <Words>1568</Words>
  <Application>Microsoft Office PowerPoint</Application>
  <PresentationFormat>Widescreen</PresentationFormat>
  <Paragraphs>256</Paragraphs>
  <Slides>24</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Aptos</vt:lpstr>
      <vt:lpstr>Arial</vt:lpstr>
      <vt:lpstr>Avenir Next LT Pro</vt:lpstr>
      <vt:lpstr>Avenir Next LT Pro Demi</vt:lpstr>
      <vt:lpstr>Avenir Next LT Pro Light</vt:lpstr>
      <vt:lpstr>Calibri</vt:lpstr>
      <vt:lpstr>Times New Roman</vt:lpstr>
      <vt:lpstr>UrbanBlock_Finance</vt:lpstr>
      <vt:lpstr>Stock Price Trend Analysis Dashboard</vt:lpstr>
      <vt:lpstr>Agenda</vt:lpstr>
      <vt:lpstr>                                         Problem Statement  </vt:lpstr>
      <vt:lpstr>PowerPoint Presentation</vt:lpstr>
      <vt:lpstr>PowerPoint Presentation</vt:lpstr>
      <vt:lpstr>Data Overview</vt:lpstr>
      <vt:lpstr>Dashboard Design</vt:lpstr>
      <vt:lpstr>PowerPoint Presentation</vt:lpstr>
      <vt:lpstr>FLOWCHART OF STOCKS ANALYSED</vt:lpstr>
      <vt:lpstr>Key Insights (KPIs)</vt:lpstr>
      <vt:lpstr>Sector-Wise Contribution to  NIFTY 50</vt:lpstr>
      <vt:lpstr>Top 50 Companies  (by Market Cap)</vt:lpstr>
      <vt:lpstr>Company-Wise Contribution to  Sector</vt:lpstr>
      <vt:lpstr>Stock Price  Trend Over  20 Years</vt:lpstr>
      <vt:lpstr>Price Trend Over 20 Years: Financial Services Sector</vt:lpstr>
      <vt:lpstr>PowerPoint Presentation</vt:lpstr>
      <vt:lpstr>PowerPoint Presentation</vt:lpstr>
      <vt:lpstr>PowerPoint Presentation</vt:lpstr>
      <vt:lpstr>PowerPoint Presentation</vt:lpstr>
      <vt:lpstr>Market Cap for  Top 5 Sectors</vt:lpstr>
      <vt:lpstr>Market Cap for  Top 5 Companies</vt:lpstr>
      <vt:lpstr>Future Advancements</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Anaia Suvarna</dc:creator>
  <cp:lastModifiedBy>Anaia Suvarna</cp:lastModifiedBy>
  <cp:revision>2</cp:revision>
  <dcterms:created xsi:type="dcterms:W3CDTF">2026-10-17T05:02:14Z</dcterms:created>
  <dcterms:modified xsi:type="dcterms:W3CDTF">2026-10-22T00:37:20Z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